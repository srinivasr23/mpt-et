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329" r:id="rId4"/>
    <p:sldId id="326" r:id="rId5"/>
    <p:sldId id="330" r:id="rId6"/>
    <p:sldId id="331" r:id="rId7"/>
    <p:sldId id="332" r:id="rId8"/>
    <p:sldId id="327" r:id="rId9"/>
    <p:sldId id="317" r:id="rId10"/>
    <p:sldId id="319" r:id="rId11"/>
    <p:sldId id="321" r:id="rId12"/>
    <p:sldId id="333" r:id="rId13"/>
    <p:sldId id="31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223062-1218-4D63-8476-F598E4164786}" v="58" dt="2026-08-19T03:27:19.406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jp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26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24558" y="3845801"/>
            <a:ext cx="1960880" cy="36195"/>
          </a:xfrm>
          <a:custGeom>
            <a:avLst/>
            <a:gdLst/>
            <a:ahLst/>
            <a:cxnLst/>
            <a:rect l="l" t="t" r="r" b="b"/>
            <a:pathLst>
              <a:path w="1960879" h="36195">
                <a:moveTo>
                  <a:pt x="1960384" y="0"/>
                </a:moveTo>
                <a:lnTo>
                  <a:pt x="0" y="0"/>
                </a:lnTo>
                <a:lnTo>
                  <a:pt x="0" y="36156"/>
                </a:lnTo>
                <a:lnTo>
                  <a:pt x="1960384" y="36156"/>
                </a:lnTo>
                <a:lnTo>
                  <a:pt x="1960384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308491" y="996276"/>
            <a:ext cx="2327275" cy="16510"/>
          </a:xfrm>
          <a:custGeom>
            <a:avLst/>
            <a:gdLst/>
            <a:ahLst/>
            <a:cxnLst/>
            <a:rect l="l" t="t" r="r" b="b"/>
            <a:pathLst>
              <a:path w="2327275" h="16509">
                <a:moveTo>
                  <a:pt x="2327147" y="0"/>
                </a:moveTo>
                <a:lnTo>
                  <a:pt x="0" y="0"/>
                </a:lnTo>
                <a:lnTo>
                  <a:pt x="0" y="16294"/>
                </a:lnTo>
                <a:lnTo>
                  <a:pt x="2327147" y="16294"/>
                </a:lnTo>
                <a:lnTo>
                  <a:pt x="2327147" y="0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312619" y="677887"/>
            <a:ext cx="2313305" cy="275590"/>
          </a:xfrm>
          <a:custGeom>
            <a:avLst/>
            <a:gdLst/>
            <a:ahLst/>
            <a:cxnLst/>
            <a:rect l="l" t="t" r="r" b="b"/>
            <a:pathLst>
              <a:path w="2313304" h="275590">
                <a:moveTo>
                  <a:pt x="264782" y="269862"/>
                </a:moveTo>
                <a:lnTo>
                  <a:pt x="213131" y="162102"/>
                </a:lnTo>
                <a:lnTo>
                  <a:pt x="204089" y="143217"/>
                </a:lnTo>
                <a:lnTo>
                  <a:pt x="181203" y="95478"/>
                </a:lnTo>
                <a:lnTo>
                  <a:pt x="181203" y="143217"/>
                </a:lnTo>
                <a:lnTo>
                  <a:pt x="105283" y="143217"/>
                </a:lnTo>
                <a:lnTo>
                  <a:pt x="144767" y="66890"/>
                </a:lnTo>
                <a:lnTo>
                  <a:pt x="181203" y="143217"/>
                </a:lnTo>
                <a:lnTo>
                  <a:pt x="181203" y="95478"/>
                </a:lnTo>
                <a:lnTo>
                  <a:pt x="167500" y="66890"/>
                </a:lnTo>
                <a:lnTo>
                  <a:pt x="137718" y="4762"/>
                </a:lnTo>
                <a:lnTo>
                  <a:pt x="135585" y="4762"/>
                </a:lnTo>
                <a:lnTo>
                  <a:pt x="127444" y="4394"/>
                </a:lnTo>
                <a:lnTo>
                  <a:pt x="91173" y="2159"/>
                </a:lnTo>
                <a:lnTo>
                  <a:pt x="83616" y="1866"/>
                </a:lnTo>
                <a:lnTo>
                  <a:pt x="68389" y="1866"/>
                </a:lnTo>
                <a:lnTo>
                  <a:pt x="68389" y="6311"/>
                </a:lnTo>
                <a:lnTo>
                  <a:pt x="79222" y="7429"/>
                </a:lnTo>
                <a:lnTo>
                  <a:pt x="89319" y="9728"/>
                </a:lnTo>
                <a:lnTo>
                  <a:pt x="122351" y="30645"/>
                </a:lnTo>
                <a:lnTo>
                  <a:pt x="133667" y="47764"/>
                </a:lnTo>
                <a:lnTo>
                  <a:pt x="50355" y="209905"/>
                </a:lnTo>
                <a:lnTo>
                  <a:pt x="38646" y="230200"/>
                </a:lnTo>
                <a:lnTo>
                  <a:pt x="26403" y="246595"/>
                </a:lnTo>
                <a:lnTo>
                  <a:pt x="13512" y="259245"/>
                </a:lnTo>
                <a:lnTo>
                  <a:pt x="0" y="268147"/>
                </a:lnTo>
                <a:lnTo>
                  <a:pt x="0" y="272681"/>
                </a:lnTo>
                <a:lnTo>
                  <a:pt x="2324" y="272681"/>
                </a:lnTo>
                <a:lnTo>
                  <a:pt x="7124" y="272249"/>
                </a:lnTo>
                <a:lnTo>
                  <a:pt x="21920" y="270700"/>
                </a:lnTo>
                <a:lnTo>
                  <a:pt x="28930" y="270141"/>
                </a:lnTo>
                <a:lnTo>
                  <a:pt x="34036" y="269862"/>
                </a:lnTo>
                <a:lnTo>
                  <a:pt x="48374" y="269862"/>
                </a:lnTo>
                <a:lnTo>
                  <a:pt x="53632" y="270141"/>
                </a:lnTo>
                <a:lnTo>
                  <a:pt x="60655" y="270700"/>
                </a:lnTo>
                <a:lnTo>
                  <a:pt x="67602" y="271424"/>
                </a:lnTo>
                <a:lnTo>
                  <a:pt x="74625" y="272249"/>
                </a:lnTo>
                <a:lnTo>
                  <a:pt x="79590" y="272681"/>
                </a:lnTo>
                <a:lnTo>
                  <a:pt x="82423" y="272681"/>
                </a:lnTo>
                <a:lnTo>
                  <a:pt x="82423" y="269862"/>
                </a:lnTo>
                <a:lnTo>
                  <a:pt x="82423" y="268147"/>
                </a:lnTo>
                <a:lnTo>
                  <a:pt x="73190" y="263448"/>
                </a:lnTo>
                <a:lnTo>
                  <a:pt x="66598" y="257352"/>
                </a:lnTo>
                <a:lnTo>
                  <a:pt x="62636" y="249872"/>
                </a:lnTo>
                <a:lnTo>
                  <a:pt x="61315" y="241033"/>
                </a:lnTo>
                <a:lnTo>
                  <a:pt x="61315" y="233654"/>
                </a:lnTo>
                <a:lnTo>
                  <a:pt x="63055" y="226466"/>
                </a:lnTo>
                <a:lnTo>
                  <a:pt x="66522" y="219519"/>
                </a:lnTo>
                <a:lnTo>
                  <a:pt x="70180" y="212305"/>
                </a:lnTo>
                <a:lnTo>
                  <a:pt x="70332" y="212140"/>
                </a:lnTo>
                <a:lnTo>
                  <a:pt x="71132" y="210058"/>
                </a:lnTo>
                <a:lnTo>
                  <a:pt x="71640" y="208876"/>
                </a:lnTo>
                <a:lnTo>
                  <a:pt x="95478" y="162102"/>
                </a:lnTo>
                <a:lnTo>
                  <a:pt x="190258" y="162102"/>
                </a:lnTo>
                <a:lnTo>
                  <a:pt x="203923" y="190741"/>
                </a:lnTo>
                <a:lnTo>
                  <a:pt x="212623" y="208876"/>
                </a:lnTo>
                <a:lnTo>
                  <a:pt x="213093" y="209905"/>
                </a:lnTo>
                <a:lnTo>
                  <a:pt x="213144" y="210058"/>
                </a:lnTo>
                <a:lnTo>
                  <a:pt x="214109" y="212140"/>
                </a:lnTo>
                <a:lnTo>
                  <a:pt x="225221" y="247548"/>
                </a:lnTo>
                <a:lnTo>
                  <a:pt x="224028" y="255346"/>
                </a:lnTo>
                <a:lnTo>
                  <a:pt x="220459" y="261378"/>
                </a:lnTo>
                <a:lnTo>
                  <a:pt x="214490" y="265645"/>
                </a:lnTo>
                <a:lnTo>
                  <a:pt x="206108" y="268147"/>
                </a:lnTo>
                <a:lnTo>
                  <a:pt x="206108" y="272681"/>
                </a:lnTo>
                <a:lnTo>
                  <a:pt x="237845" y="270700"/>
                </a:lnTo>
                <a:lnTo>
                  <a:pt x="250253" y="270141"/>
                </a:lnTo>
                <a:lnTo>
                  <a:pt x="249478" y="270141"/>
                </a:lnTo>
                <a:lnTo>
                  <a:pt x="258394" y="269862"/>
                </a:lnTo>
                <a:lnTo>
                  <a:pt x="264782" y="269862"/>
                </a:lnTo>
                <a:close/>
              </a:path>
              <a:path w="2313304" h="275590">
                <a:moveTo>
                  <a:pt x="335026" y="268147"/>
                </a:moveTo>
                <a:lnTo>
                  <a:pt x="301117" y="242023"/>
                </a:lnTo>
                <a:lnTo>
                  <a:pt x="269138" y="190741"/>
                </a:lnTo>
                <a:lnTo>
                  <a:pt x="210121" y="68338"/>
                </a:lnTo>
                <a:lnTo>
                  <a:pt x="209435" y="66357"/>
                </a:lnTo>
                <a:lnTo>
                  <a:pt x="208673" y="64554"/>
                </a:lnTo>
                <a:lnTo>
                  <a:pt x="207886" y="63093"/>
                </a:lnTo>
                <a:lnTo>
                  <a:pt x="206705" y="60007"/>
                </a:lnTo>
                <a:lnTo>
                  <a:pt x="204419" y="54749"/>
                </a:lnTo>
                <a:lnTo>
                  <a:pt x="201041" y="47307"/>
                </a:lnTo>
                <a:lnTo>
                  <a:pt x="196570" y="37706"/>
                </a:lnTo>
                <a:lnTo>
                  <a:pt x="192316" y="28219"/>
                </a:lnTo>
                <a:lnTo>
                  <a:pt x="188544" y="19570"/>
                </a:lnTo>
                <a:lnTo>
                  <a:pt x="185267" y="11747"/>
                </a:lnTo>
                <a:lnTo>
                  <a:pt x="182499" y="4762"/>
                </a:lnTo>
                <a:lnTo>
                  <a:pt x="157873" y="4762"/>
                </a:lnTo>
                <a:lnTo>
                  <a:pt x="284848" y="269862"/>
                </a:lnTo>
                <a:lnTo>
                  <a:pt x="293916" y="269862"/>
                </a:lnTo>
                <a:lnTo>
                  <a:pt x="305346" y="270433"/>
                </a:lnTo>
                <a:lnTo>
                  <a:pt x="319659" y="271424"/>
                </a:lnTo>
                <a:lnTo>
                  <a:pt x="335026" y="272681"/>
                </a:lnTo>
                <a:lnTo>
                  <a:pt x="335026" y="268147"/>
                </a:lnTo>
                <a:close/>
              </a:path>
              <a:path w="2313304" h="275590">
                <a:moveTo>
                  <a:pt x="411861" y="4775"/>
                </a:moveTo>
                <a:lnTo>
                  <a:pt x="359067" y="1778"/>
                </a:lnTo>
                <a:lnTo>
                  <a:pt x="358851" y="1778"/>
                </a:lnTo>
                <a:lnTo>
                  <a:pt x="358851" y="6324"/>
                </a:lnTo>
                <a:lnTo>
                  <a:pt x="364667" y="8305"/>
                </a:lnTo>
                <a:lnTo>
                  <a:pt x="370306" y="11544"/>
                </a:lnTo>
                <a:lnTo>
                  <a:pt x="390398" y="54825"/>
                </a:lnTo>
                <a:lnTo>
                  <a:pt x="391033" y="72390"/>
                </a:lnTo>
                <a:lnTo>
                  <a:pt x="391033" y="192570"/>
                </a:lnTo>
                <a:lnTo>
                  <a:pt x="387223" y="235419"/>
                </a:lnTo>
                <a:lnTo>
                  <a:pt x="358838" y="268147"/>
                </a:lnTo>
                <a:lnTo>
                  <a:pt x="358838" y="272681"/>
                </a:lnTo>
                <a:lnTo>
                  <a:pt x="369849" y="271386"/>
                </a:lnTo>
                <a:lnTo>
                  <a:pt x="379755" y="270446"/>
                </a:lnTo>
                <a:lnTo>
                  <a:pt x="388543" y="269875"/>
                </a:lnTo>
                <a:lnTo>
                  <a:pt x="396240" y="269684"/>
                </a:lnTo>
                <a:lnTo>
                  <a:pt x="411861" y="269684"/>
                </a:lnTo>
                <a:lnTo>
                  <a:pt x="411861" y="4775"/>
                </a:lnTo>
                <a:close/>
              </a:path>
              <a:path w="2313304" h="275590">
                <a:moveTo>
                  <a:pt x="609434" y="207848"/>
                </a:moveTo>
                <a:lnTo>
                  <a:pt x="604367" y="207848"/>
                </a:lnTo>
                <a:lnTo>
                  <a:pt x="597192" y="219722"/>
                </a:lnTo>
                <a:lnTo>
                  <a:pt x="589432" y="229450"/>
                </a:lnTo>
                <a:lnTo>
                  <a:pt x="551459" y="249148"/>
                </a:lnTo>
                <a:lnTo>
                  <a:pt x="525970" y="251345"/>
                </a:lnTo>
                <a:lnTo>
                  <a:pt x="465302" y="251345"/>
                </a:lnTo>
                <a:lnTo>
                  <a:pt x="460438" y="250317"/>
                </a:lnTo>
                <a:lnTo>
                  <a:pt x="458622" y="248335"/>
                </a:lnTo>
                <a:lnTo>
                  <a:pt x="456666" y="246392"/>
                </a:lnTo>
                <a:lnTo>
                  <a:pt x="451434" y="204266"/>
                </a:lnTo>
                <a:lnTo>
                  <a:pt x="450799" y="180987"/>
                </a:lnTo>
                <a:lnTo>
                  <a:pt x="450799" y="71691"/>
                </a:lnTo>
                <a:lnTo>
                  <a:pt x="458863" y="26149"/>
                </a:lnTo>
                <a:lnTo>
                  <a:pt x="486232" y="6324"/>
                </a:lnTo>
                <a:lnTo>
                  <a:pt x="486232" y="1841"/>
                </a:lnTo>
                <a:lnTo>
                  <a:pt x="468122" y="2819"/>
                </a:lnTo>
                <a:lnTo>
                  <a:pt x="457835" y="3467"/>
                </a:lnTo>
                <a:lnTo>
                  <a:pt x="438759" y="4457"/>
                </a:lnTo>
                <a:lnTo>
                  <a:pt x="429958" y="4775"/>
                </a:lnTo>
                <a:lnTo>
                  <a:pt x="429958" y="269697"/>
                </a:lnTo>
                <a:lnTo>
                  <a:pt x="546277" y="269697"/>
                </a:lnTo>
                <a:lnTo>
                  <a:pt x="557796" y="269887"/>
                </a:lnTo>
                <a:lnTo>
                  <a:pt x="568921" y="270459"/>
                </a:lnTo>
                <a:lnTo>
                  <a:pt x="579666" y="271399"/>
                </a:lnTo>
                <a:lnTo>
                  <a:pt x="590029" y="272694"/>
                </a:lnTo>
                <a:lnTo>
                  <a:pt x="591210" y="267271"/>
                </a:lnTo>
                <a:lnTo>
                  <a:pt x="592950" y="261010"/>
                </a:lnTo>
                <a:lnTo>
                  <a:pt x="595249" y="253923"/>
                </a:lnTo>
                <a:lnTo>
                  <a:pt x="596176" y="251345"/>
                </a:lnTo>
                <a:lnTo>
                  <a:pt x="598106" y="246024"/>
                </a:lnTo>
                <a:lnTo>
                  <a:pt x="602386" y="233845"/>
                </a:lnTo>
                <a:lnTo>
                  <a:pt x="605701" y="223431"/>
                </a:lnTo>
                <a:lnTo>
                  <a:pt x="608012" y="214922"/>
                </a:lnTo>
                <a:lnTo>
                  <a:pt x="609434" y="207848"/>
                </a:lnTo>
                <a:close/>
              </a:path>
              <a:path w="2313304" h="275590">
                <a:moveTo>
                  <a:pt x="685342" y="4775"/>
                </a:moveTo>
                <a:lnTo>
                  <a:pt x="632548" y="1778"/>
                </a:lnTo>
                <a:lnTo>
                  <a:pt x="632320" y="1778"/>
                </a:lnTo>
                <a:lnTo>
                  <a:pt x="632320" y="6324"/>
                </a:lnTo>
                <a:lnTo>
                  <a:pt x="638149" y="8305"/>
                </a:lnTo>
                <a:lnTo>
                  <a:pt x="643788" y="11544"/>
                </a:lnTo>
                <a:lnTo>
                  <a:pt x="663854" y="54825"/>
                </a:lnTo>
                <a:lnTo>
                  <a:pt x="664476" y="72390"/>
                </a:lnTo>
                <a:lnTo>
                  <a:pt x="664476" y="192570"/>
                </a:lnTo>
                <a:lnTo>
                  <a:pt x="660692" y="235419"/>
                </a:lnTo>
                <a:lnTo>
                  <a:pt x="632320" y="268147"/>
                </a:lnTo>
                <a:lnTo>
                  <a:pt x="632320" y="272681"/>
                </a:lnTo>
                <a:lnTo>
                  <a:pt x="643343" y="271386"/>
                </a:lnTo>
                <a:lnTo>
                  <a:pt x="653237" y="270446"/>
                </a:lnTo>
                <a:lnTo>
                  <a:pt x="662038" y="269875"/>
                </a:lnTo>
                <a:lnTo>
                  <a:pt x="669721" y="269684"/>
                </a:lnTo>
                <a:lnTo>
                  <a:pt x="685342" y="269684"/>
                </a:lnTo>
                <a:lnTo>
                  <a:pt x="685342" y="4775"/>
                </a:lnTo>
                <a:close/>
              </a:path>
              <a:path w="2313304" h="275590">
                <a:moveTo>
                  <a:pt x="882865" y="207848"/>
                </a:moveTo>
                <a:lnTo>
                  <a:pt x="877811" y="207848"/>
                </a:lnTo>
                <a:lnTo>
                  <a:pt x="870648" y="219722"/>
                </a:lnTo>
                <a:lnTo>
                  <a:pt x="862901" y="229450"/>
                </a:lnTo>
                <a:lnTo>
                  <a:pt x="824915" y="249148"/>
                </a:lnTo>
                <a:lnTo>
                  <a:pt x="799414" y="251345"/>
                </a:lnTo>
                <a:lnTo>
                  <a:pt x="738746" y="251345"/>
                </a:lnTo>
                <a:lnTo>
                  <a:pt x="733869" y="250317"/>
                </a:lnTo>
                <a:lnTo>
                  <a:pt x="732053" y="248335"/>
                </a:lnTo>
                <a:lnTo>
                  <a:pt x="730135" y="246392"/>
                </a:lnTo>
                <a:lnTo>
                  <a:pt x="724903" y="204266"/>
                </a:lnTo>
                <a:lnTo>
                  <a:pt x="724268" y="180987"/>
                </a:lnTo>
                <a:lnTo>
                  <a:pt x="724268" y="71691"/>
                </a:lnTo>
                <a:lnTo>
                  <a:pt x="732345" y="26149"/>
                </a:lnTo>
                <a:lnTo>
                  <a:pt x="759714" y="6324"/>
                </a:lnTo>
                <a:lnTo>
                  <a:pt x="759714" y="1841"/>
                </a:lnTo>
                <a:lnTo>
                  <a:pt x="741591" y="2819"/>
                </a:lnTo>
                <a:lnTo>
                  <a:pt x="731316" y="3467"/>
                </a:lnTo>
                <a:lnTo>
                  <a:pt x="712241" y="4457"/>
                </a:lnTo>
                <a:lnTo>
                  <a:pt x="703440" y="4775"/>
                </a:lnTo>
                <a:lnTo>
                  <a:pt x="703440" y="269697"/>
                </a:lnTo>
                <a:lnTo>
                  <a:pt x="819759" y="269697"/>
                </a:lnTo>
                <a:lnTo>
                  <a:pt x="831253" y="269887"/>
                </a:lnTo>
                <a:lnTo>
                  <a:pt x="842391" y="270459"/>
                </a:lnTo>
                <a:lnTo>
                  <a:pt x="853135" y="271399"/>
                </a:lnTo>
                <a:lnTo>
                  <a:pt x="863485" y="272694"/>
                </a:lnTo>
                <a:lnTo>
                  <a:pt x="864666" y="267271"/>
                </a:lnTo>
                <a:lnTo>
                  <a:pt x="866394" y="261010"/>
                </a:lnTo>
                <a:lnTo>
                  <a:pt x="868692" y="253923"/>
                </a:lnTo>
                <a:lnTo>
                  <a:pt x="869619" y="251345"/>
                </a:lnTo>
                <a:lnTo>
                  <a:pt x="871550" y="246024"/>
                </a:lnTo>
                <a:lnTo>
                  <a:pt x="875830" y="233845"/>
                </a:lnTo>
                <a:lnTo>
                  <a:pt x="879144" y="223431"/>
                </a:lnTo>
                <a:lnTo>
                  <a:pt x="881443" y="214922"/>
                </a:lnTo>
                <a:lnTo>
                  <a:pt x="882865" y="207848"/>
                </a:lnTo>
                <a:close/>
              </a:path>
              <a:path w="2313304" h="275590">
                <a:moveTo>
                  <a:pt x="966609" y="4787"/>
                </a:moveTo>
                <a:lnTo>
                  <a:pt x="954049" y="4406"/>
                </a:lnTo>
                <a:lnTo>
                  <a:pt x="940701" y="3771"/>
                </a:lnTo>
                <a:lnTo>
                  <a:pt x="926566" y="2895"/>
                </a:lnTo>
                <a:lnTo>
                  <a:pt x="911644" y="1778"/>
                </a:lnTo>
                <a:lnTo>
                  <a:pt x="911644" y="6324"/>
                </a:lnTo>
                <a:lnTo>
                  <a:pt x="941654" y="34683"/>
                </a:lnTo>
                <a:lnTo>
                  <a:pt x="946023" y="73926"/>
                </a:lnTo>
                <a:lnTo>
                  <a:pt x="946023" y="186207"/>
                </a:lnTo>
                <a:lnTo>
                  <a:pt x="941793" y="236296"/>
                </a:lnTo>
                <a:lnTo>
                  <a:pt x="911644" y="268160"/>
                </a:lnTo>
                <a:lnTo>
                  <a:pt x="911644" y="272681"/>
                </a:lnTo>
                <a:lnTo>
                  <a:pt x="928928" y="271399"/>
                </a:lnTo>
                <a:lnTo>
                  <a:pt x="943851" y="270459"/>
                </a:lnTo>
                <a:lnTo>
                  <a:pt x="956411" y="269887"/>
                </a:lnTo>
                <a:lnTo>
                  <a:pt x="966609" y="269684"/>
                </a:lnTo>
                <a:lnTo>
                  <a:pt x="966609" y="4787"/>
                </a:lnTo>
                <a:close/>
              </a:path>
              <a:path w="2313304" h="275590">
                <a:moveTo>
                  <a:pt x="1040739" y="1765"/>
                </a:moveTo>
                <a:lnTo>
                  <a:pt x="1028242" y="3073"/>
                </a:lnTo>
                <a:lnTo>
                  <a:pt x="1014869" y="4013"/>
                </a:lnTo>
                <a:lnTo>
                  <a:pt x="1000607" y="4572"/>
                </a:lnTo>
                <a:lnTo>
                  <a:pt x="985481" y="4762"/>
                </a:lnTo>
                <a:lnTo>
                  <a:pt x="985481" y="269697"/>
                </a:lnTo>
                <a:lnTo>
                  <a:pt x="988517" y="269697"/>
                </a:lnTo>
                <a:lnTo>
                  <a:pt x="1000798" y="269849"/>
                </a:lnTo>
                <a:lnTo>
                  <a:pt x="1015111" y="270421"/>
                </a:lnTo>
                <a:lnTo>
                  <a:pt x="1028433" y="271360"/>
                </a:lnTo>
                <a:lnTo>
                  <a:pt x="1040726" y="272656"/>
                </a:lnTo>
                <a:lnTo>
                  <a:pt x="1040726" y="268122"/>
                </a:lnTo>
                <a:lnTo>
                  <a:pt x="1011999" y="243039"/>
                </a:lnTo>
                <a:lnTo>
                  <a:pt x="1006068" y="199237"/>
                </a:lnTo>
                <a:lnTo>
                  <a:pt x="1006068" y="79400"/>
                </a:lnTo>
                <a:lnTo>
                  <a:pt x="1011720" y="31127"/>
                </a:lnTo>
                <a:lnTo>
                  <a:pt x="1040739" y="6311"/>
                </a:lnTo>
                <a:lnTo>
                  <a:pt x="1040739" y="1765"/>
                </a:lnTo>
                <a:close/>
              </a:path>
              <a:path w="2313304" h="275590">
                <a:moveTo>
                  <a:pt x="1337233" y="269862"/>
                </a:moveTo>
                <a:lnTo>
                  <a:pt x="1285582" y="162102"/>
                </a:lnTo>
                <a:lnTo>
                  <a:pt x="1276527" y="143217"/>
                </a:lnTo>
                <a:lnTo>
                  <a:pt x="1253680" y="95542"/>
                </a:lnTo>
                <a:lnTo>
                  <a:pt x="1253680" y="143217"/>
                </a:lnTo>
                <a:lnTo>
                  <a:pt x="1177759" y="143217"/>
                </a:lnTo>
                <a:lnTo>
                  <a:pt x="1217218" y="66890"/>
                </a:lnTo>
                <a:lnTo>
                  <a:pt x="1253680" y="143217"/>
                </a:lnTo>
                <a:lnTo>
                  <a:pt x="1253680" y="95542"/>
                </a:lnTo>
                <a:lnTo>
                  <a:pt x="1239951" y="66890"/>
                </a:lnTo>
                <a:lnTo>
                  <a:pt x="1210170" y="4762"/>
                </a:lnTo>
                <a:lnTo>
                  <a:pt x="1208049" y="4762"/>
                </a:lnTo>
                <a:lnTo>
                  <a:pt x="1199921" y="4394"/>
                </a:lnTo>
                <a:lnTo>
                  <a:pt x="1163637" y="2159"/>
                </a:lnTo>
                <a:lnTo>
                  <a:pt x="1156068" y="1866"/>
                </a:lnTo>
                <a:lnTo>
                  <a:pt x="1140866" y="1866"/>
                </a:lnTo>
                <a:lnTo>
                  <a:pt x="1140866" y="6311"/>
                </a:lnTo>
                <a:lnTo>
                  <a:pt x="1151686" y="7429"/>
                </a:lnTo>
                <a:lnTo>
                  <a:pt x="1161796" y="9728"/>
                </a:lnTo>
                <a:lnTo>
                  <a:pt x="1194816" y="30645"/>
                </a:lnTo>
                <a:lnTo>
                  <a:pt x="1206144" y="47764"/>
                </a:lnTo>
                <a:lnTo>
                  <a:pt x="1122908" y="209727"/>
                </a:lnTo>
                <a:lnTo>
                  <a:pt x="1098867" y="246595"/>
                </a:lnTo>
                <a:lnTo>
                  <a:pt x="1072464" y="268147"/>
                </a:lnTo>
                <a:lnTo>
                  <a:pt x="1072464" y="272681"/>
                </a:lnTo>
                <a:lnTo>
                  <a:pt x="1074788" y="272681"/>
                </a:lnTo>
                <a:lnTo>
                  <a:pt x="1079588" y="272249"/>
                </a:lnTo>
                <a:lnTo>
                  <a:pt x="1094397" y="270700"/>
                </a:lnTo>
                <a:lnTo>
                  <a:pt x="1101407" y="270141"/>
                </a:lnTo>
                <a:lnTo>
                  <a:pt x="1106512" y="269862"/>
                </a:lnTo>
                <a:lnTo>
                  <a:pt x="1120851" y="269862"/>
                </a:lnTo>
                <a:lnTo>
                  <a:pt x="1126109" y="270141"/>
                </a:lnTo>
                <a:lnTo>
                  <a:pt x="1133132" y="270700"/>
                </a:lnTo>
                <a:lnTo>
                  <a:pt x="1140079" y="271424"/>
                </a:lnTo>
                <a:lnTo>
                  <a:pt x="1147114" y="272249"/>
                </a:lnTo>
                <a:lnTo>
                  <a:pt x="1152093" y="272681"/>
                </a:lnTo>
                <a:lnTo>
                  <a:pt x="1154899" y="272681"/>
                </a:lnTo>
                <a:lnTo>
                  <a:pt x="1154899" y="269862"/>
                </a:lnTo>
                <a:lnTo>
                  <a:pt x="1154899" y="268147"/>
                </a:lnTo>
                <a:lnTo>
                  <a:pt x="1145679" y="263448"/>
                </a:lnTo>
                <a:lnTo>
                  <a:pt x="1139088" y="257352"/>
                </a:lnTo>
                <a:lnTo>
                  <a:pt x="1135126" y="249872"/>
                </a:lnTo>
                <a:lnTo>
                  <a:pt x="1133805" y="241033"/>
                </a:lnTo>
                <a:lnTo>
                  <a:pt x="1133805" y="233654"/>
                </a:lnTo>
                <a:lnTo>
                  <a:pt x="1135519" y="226466"/>
                </a:lnTo>
                <a:lnTo>
                  <a:pt x="1138999" y="219519"/>
                </a:lnTo>
                <a:lnTo>
                  <a:pt x="1142669" y="212305"/>
                </a:lnTo>
                <a:lnTo>
                  <a:pt x="1142822" y="212140"/>
                </a:lnTo>
                <a:lnTo>
                  <a:pt x="1143622" y="210058"/>
                </a:lnTo>
                <a:lnTo>
                  <a:pt x="1144130" y="208864"/>
                </a:lnTo>
                <a:lnTo>
                  <a:pt x="1167942" y="162102"/>
                </a:lnTo>
                <a:lnTo>
                  <a:pt x="1262761" y="162102"/>
                </a:lnTo>
                <a:lnTo>
                  <a:pt x="1285468" y="209727"/>
                </a:lnTo>
                <a:lnTo>
                  <a:pt x="1297571" y="246595"/>
                </a:lnTo>
                <a:lnTo>
                  <a:pt x="1297673" y="247548"/>
                </a:lnTo>
                <a:lnTo>
                  <a:pt x="1296479" y="255346"/>
                </a:lnTo>
                <a:lnTo>
                  <a:pt x="1292898" y="261378"/>
                </a:lnTo>
                <a:lnTo>
                  <a:pt x="1286929" y="265645"/>
                </a:lnTo>
                <a:lnTo>
                  <a:pt x="1278559" y="268147"/>
                </a:lnTo>
                <a:lnTo>
                  <a:pt x="1278559" y="272681"/>
                </a:lnTo>
                <a:lnTo>
                  <a:pt x="1310297" y="270700"/>
                </a:lnTo>
                <a:lnTo>
                  <a:pt x="1322705" y="270141"/>
                </a:lnTo>
                <a:lnTo>
                  <a:pt x="1321930" y="270141"/>
                </a:lnTo>
                <a:lnTo>
                  <a:pt x="1330845" y="269862"/>
                </a:lnTo>
                <a:lnTo>
                  <a:pt x="1337233" y="269862"/>
                </a:lnTo>
                <a:close/>
              </a:path>
              <a:path w="2313304" h="275590">
                <a:moveTo>
                  <a:pt x="1407515" y="268147"/>
                </a:moveTo>
                <a:lnTo>
                  <a:pt x="1373606" y="242023"/>
                </a:lnTo>
                <a:lnTo>
                  <a:pt x="1341615" y="190741"/>
                </a:lnTo>
                <a:lnTo>
                  <a:pt x="1282611" y="68338"/>
                </a:lnTo>
                <a:lnTo>
                  <a:pt x="1281925" y="66357"/>
                </a:lnTo>
                <a:lnTo>
                  <a:pt x="1281150" y="64554"/>
                </a:lnTo>
                <a:lnTo>
                  <a:pt x="1280363" y="63093"/>
                </a:lnTo>
                <a:lnTo>
                  <a:pt x="1279169" y="60007"/>
                </a:lnTo>
                <a:lnTo>
                  <a:pt x="1276896" y="54749"/>
                </a:lnTo>
                <a:lnTo>
                  <a:pt x="1273517" y="47307"/>
                </a:lnTo>
                <a:lnTo>
                  <a:pt x="1269047" y="37706"/>
                </a:lnTo>
                <a:lnTo>
                  <a:pt x="1264780" y="28219"/>
                </a:lnTo>
                <a:lnTo>
                  <a:pt x="1261008" y="19570"/>
                </a:lnTo>
                <a:lnTo>
                  <a:pt x="1257744" y="11747"/>
                </a:lnTo>
                <a:lnTo>
                  <a:pt x="1254988" y="4762"/>
                </a:lnTo>
                <a:lnTo>
                  <a:pt x="1230350" y="4762"/>
                </a:lnTo>
                <a:lnTo>
                  <a:pt x="1357325" y="269862"/>
                </a:lnTo>
                <a:lnTo>
                  <a:pt x="1366393" y="269862"/>
                </a:lnTo>
                <a:lnTo>
                  <a:pt x="1377823" y="270433"/>
                </a:lnTo>
                <a:lnTo>
                  <a:pt x="1392135" y="271424"/>
                </a:lnTo>
                <a:lnTo>
                  <a:pt x="1407515" y="272681"/>
                </a:lnTo>
                <a:lnTo>
                  <a:pt x="1407515" y="268147"/>
                </a:lnTo>
                <a:close/>
              </a:path>
              <a:path w="2313304" h="275590">
                <a:moveTo>
                  <a:pt x="1706791" y="252107"/>
                </a:moveTo>
                <a:lnTo>
                  <a:pt x="1504035" y="78892"/>
                </a:lnTo>
                <a:lnTo>
                  <a:pt x="1417269" y="4775"/>
                </a:lnTo>
                <a:lnTo>
                  <a:pt x="1372311" y="1765"/>
                </a:lnTo>
                <a:lnTo>
                  <a:pt x="1372311" y="6311"/>
                </a:lnTo>
                <a:lnTo>
                  <a:pt x="1385989" y="12052"/>
                </a:lnTo>
                <a:lnTo>
                  <a:pt x="1401140" y="20764"/>
                </a:lnTo>
                <a:lnTo>
                  <a:pt x="1417764" y="32423"/>
                </a:lnTo>
                <a:lnTo>
                  <a:pt x="1435874" y="46990"/>
                </a:lnTo>
                <a:lnTo>
                  <a:pt x="1453972" y="62331"/>
                </a:lnTo>
                <a:lnTo>
                  <a:pt x="1454238" y="184746"/>
                </a:lnTo>
                <a:lnTo>
                  <a:pt x="1454188" y="195745"/>
                </a:lnTo>
                <a:lnTo>
                  <a:pt x="1449870" y="238683"/>
                </a:lnTo>
                <a:lnTo>
                  <a:pt x="1417015" y="268147"/>
                </a:lnTo>
                <a:lnTo>
                  <a:pt x="1417015" y="272681"/>
                </a:lnTo>
                <a:lnTo>
                  <a:pt x="1431531" y="271386"/>
                </a:lnTo>
                <a:lnTo>
                  <a:pt x="1444053" y="270433"/>
                </a:lnTo>
                <a:lnTo>
                  <a:pt x="1454632" y="269862"/>
                </a:lnTo>
                <a:lnTo>
                  <a:pt x="1463255" y="269671"/>
                </a:lnTo>
                <a:lnTo>
                  <a:pt x="1471587" y="269862"/>
                </a:lnTo>
                <a:lnTo>
                  <a:pt x="1482953" y="270433"/>
                </a:lnTo>
                <a:lnTo>
                  <a:pt x="1514805" y="272681"/>
                </a:lnTo>
                <a:lnTo>
                  <a:pt x="1514805" y="269671"/>
                </a:lnTo>
                <a:lnTo>
                  <a:pt x="1514805" y="268147"/>
                </a:lnTo>
                <a:lnTo>
                  <a:pt x="1504962" y="265252"/>
                </a:lnTo>
                <a:lnTo>
                  <a:pt x="1496504" y="261061"/>
                </a:lnTo>
                <a:lnTo>
                  <a:pt x="1476514" y="228104"/>
                </a:lnTo>
                <a:lnTo>
                  <a:pt x="1474063" y="195745"/>
                </a:lnTo>
                <a:lnTo>
                  <a:pt x="1474063" y="78892"/>
                </a:lnTo>
                <a:lnTo>
                  <a:pt x="1701812" y="272681"/>
                </a:lnTo>
                <a:lnTo>
                  <a:pt x="1706791" y="272681"/>
                </a:lnTo>
                <a:lnTo>
                  <a:pt x="1706791" y="252107"/>
                </a:lnTo>
                <a:close/>
              </a:path>
              <a:path w="2313304" h="275590">
                <a:moveTo>
                  <a:pt x="1746262" y="1765"/>
                </a:moveTo>
                <a:lnTo>
                  <a:pt x="1713064" y="4000"/>
                </a:lnTo>
                <a:lnTo>
                  <a:pt x="1701114" y="4622"/>
                </a:lnTo>
                <a:lnTo>
                  <a:pt x="1700187" y="4622"/>
                </a:lnTo>
                <a:lnTo>
                  <a:pt x="1694789" y="4775"/>
                </a:lnTo>
                <a:lnTo>
                  <a:pt x="1687563" y="4622"/>
                </a:lnTo>
                <a:lnTo>
                  <a:pt x="1677670" y="4203"/>
                </a:lnTo>
                <a:lnTo>
                  <a:pt x="1650009" y="2540"/>
                </a:lnTo>
                <a:lnTo>
                  <a:pt x="1641411" y="1765"/>
                </a:lnTo>
                <a:lnTo>
                  <a:pt x="1641246" y="1765"/>
                </a:lnTo>
                <a:lnTo>
                  <a:pt x="1641246" y="6311"/>
                </a:lnTo>
                <a:lnTo>
                  <a:pt x="1649298" y="8051"/>
                </a:lnTo>
                <a:lnTo>
                  <a:pt x="1656575" y="10566"/>
                </a:lnTo>
                <a:lnTo>
                  <a:pt x="1683207" y="40208"/>
                </a:lnTo>
                <a:lnTo>
                  <a:pt x="1686725" y="184746"/>
                </a:lnTo>
                <a:lnTo>
                  <a:pt x="1475333" y="4775"/>
                </a:lnTo>
                <a:lnTo>
                  <a:pt x="1445653" y="4775"/>
                </a:lnTo>
                <a:lnTo>
                  <a:pt x="1706791" y="227393"/>
                </a:lnTo>
                <a:lnTo>
                  <a:pt x="1706791" y="184746"/>
                </a:lnTo>
                <a:lnTo>
                  <a:pt x="1706918" y="68135"/>
                </a:lnTo>
                <a:lnTo>
                  <a:pt x="1712633" y="29819"/>
                </a:lnTo>
                <a:lnTo>
                  <a:pt x="1723339" y="17106"/>
                </a:lnTo>
                <a:lnTo>
                  <a:pt x="1729943" y="11112"/>
                </a:lnTo>
                <a:lnTo>
                  <a:pt x="1737487" y="7505"/>
                </a:lnTo>
                <a:lnTo>
                  <a:pt x="1746173" y="6311"/>
                </a:lnTo>
                <a:lnTo>
                  <a:pt x="1746262" y="4775"/>
                </a:lnTo>
                <a:lnTo>
                  <a:pt x="1746262" y="1765"/>
                </a:lnTo>
                <a:close/>
              </a:path>
              <a:path w="2313304" h="275590">
                <a:moveTo>
                  <a:pt x="1832978" y="246557"/>
                </a:moveTo>
                <a:lnTo>
                  <a:pt x="1806397" y="201422"/>
                </a:lnTo>
                <a:lnTo>
                  <a:pt x="1797659" y="139992"/>
                </a:lnTo>
                <a:lnTo>
                  <a:pt x="1797621" y="137414"/>
                </a:lnTo>
                <a:lnTo>
                  <a:pt x="1799348" y="109347"/>
                </a:lnTo>
                <a:lnTo>
                  <a:pt x="1804695" y="83261"/>
                </a:lnTo>
                <a:lnTo>
                  <a:pt x="1813623" y="60223"/>
                </a:lnTo>
                <a:lnTo>
                  <a:pt x="1826107" y="40259"/>
                </a:lnTo>
                <a:lnTo>
                  <a:pt x="1819033" y="44462"/>
                </a:lnTo>
                <a:lnTo>
                  <a:pt x="1791220" y="73710"/>
                </a:lnTo>
                <a:lnTo>
                  <a:pt x="1776463" y="114884"/>
                </a:lnTo>
                <a:lnTo>
                  <a:pt x="1774431" y="139992"/>
                </a:lnTo>
                <a:lnTo>
                  <a:pt x="1775383" y="157251"/>
                </a:lnTo>
                <a:lnTo>
                  <a:pt x="1790255" y="205549"/>
                </a:lnTo>
                <a:lnTo>
                  <a:pt x="1820240" y="239763"/>
                </a:lnTo>
                <a:lnTo>
                  <a:pt x="1832978" y="246557"/>
                </a:lnTo>
                <a:close/>
              </a:path>
              <a:path w="2313304" h="275590">
                <a:moveTo>
                  <a:pt x="2040318" y="215061"/>
                </a:moveTo>
                <a:lnTo>
                  <a:pt x="2035276" y="215061"/>
                </a:lnTo>
                <a:lnTo>
                  <a:pt x="2027529" y="223685"/>
                </a:lnTo>
                <a:lnTo>
                  <a:pt x="2018563" y="231419"/>
                </a:lnTo>
                <a:lnTo>
                  <a:pt x="1984679" y="249301"/>
                </a:lnTo>
                <a:lnTo>
                  <a:pt x="1943811" y="255816"/>
                </a:lnTo>
                <a:lnTo>
                  <a:pt x="1919058" y="253809"/>
                </a:lnTo>
                <a:lnTo>
                  <a:pt x="1879612" y="237718"/>
                </a:lnTo>
                <a:lnTo>
                  <a:pt x="1853349" y="206349"/>
                </a:lnTo>
                <a:lnTo>
                  <a:pt x="1840115" y="164528"/>
                </a:lnTo>
                <a:lnTo>
                  <a:pt x="1838464" y="139992"/>
                </a:lnTo>
                <a:lnTo>
                  <a:pt x="1840255" y="112318"/>
                </a:lnTo>
                <a:lnTo>
                  <a:pt x="1854568" y="67310"/>
                </a:lnTo>
                <a:lnTo>
                  <a:pt x="1882673" y="36258"/>
                </a:lnTo>
                <a:lnTo>
                  <a:pt x="1921090" y="20561"/>
                </a:lnTo>
                <a:lnTo>
                  <a:pt x="1943976" y="18605"/>
                </a:lnTo>
                <a:lnTo>
                  <a:pt x="1976196" y="23355"/>
                </a:lnTo>
                <a:lnTo>
                  <a:pt x="2001431" y="37592"/>
                </a:lnTo>
                <a:lnTo>
                  <a:pt x="2019693" y="61315"/>
                </a:lnTo>
                <a:lnTo>
                  <a:pt x="2030971" y="94526"/>
                </a:lnTo>
                <a:lnTo>
                  <a:pt x="2035263" y="94526"/>
                </a:lnTo>
                <a:lnTo>
                  <a:pt x="2036114" y="86639"/>
                </a:lnTo>
                <a:lnTo>
                  <a:pt x="2036546" y="78333"/>
                </a:lnTo>
                <a:lnTo>
                  <a:pt x="2036432" y="61315"/>
                </a:lnTo>
                <a:lnTo>
                  <a:pt x="2036406" y="48755"/>
                </a:lnTo>
                <a:lnTo>
                  <a:pt x="2036762" y="41021"/>
                </a:lnTo>
                <a:lnTo>
                  <a:pt x="2037372" y="30060"/>
                </a:lnTo>
                <a:lnTo>
                  <a:pt x="2037969" y="20561"/>
                </a:lnTo>
                <a:lnTo>
                  <a:pt x="2038083" y="18605"/>
                </a:lnTo>
                <a:lnTo>
                  <a:pt x="1993785" y="3975"/>
                </a:lnTo>
                <a:lnTo>
                  <a:pt x="1949831" y="0"/>
                </a:lnTo>
                <a:lnTo>
                  <a:pt x="1921116" y="2197"/>
                </a:lnTo>
                <a:lnTo>
                  <a:pt x="1894890" y="8928"/>
                </a:lnTo>
                <a:lnTo>
                  <a:pt x="1895119" y="8928"/>
                </a:lnTo>
                <a:lnTo>
                  <a:pt x="1872602" y="19786"/>
                </a:lnTo>
                <a:lnTo>
                  <a:pt x="1836635" y="54787"/>
                </a:lnTo>
                <a:lnTo>
                  <a:pt x="1818132" y="105854"/>
                </a:lnTo>
                <a:lnTo>
                  <a:pt x="1815820" y="137414"/>
                </a:lnTo>
                <a:lnTo>
                  <a:pt x="1817979" y="168998"/>
                </a:lnTo>
                <a:lnTo>
                  <a:pt x="1835226" y="220154"/>
                </a:lnTo>
                <a:lnTo>
                  <a:pt x="1869135" y="255257"/>
                </a:lnTo>
                <a:lnTo>
                  <a:pt x="1916760" y="272973"/>
                </a:lnTo>
                <a:lnTo>
                  <a:pt x="1945538" y="275196"/>
                </a:lnTo>
                <a:lnTo>
                  <a:pt x="1955660" y="274916"/>
                </a:lnTo>
                <a:lnTo>
                  <a:pt x="1998141" y="268465"/>
                </a:lnTo>
                <a:lnTo>
                  <a:pt x="2032584" y="255816"/>
                </a:lnTo>
                <a:lnTo>
                  <a:pt x="2040318" y="215061"/>
                </a:lnTo>
                <a:close/>
              </a:path>
              <a:path w="2313304" h="275590">
                <a:moveTo>
                  <a:pt x="2125053" y="4787"/>
                </a:moveTo>
                <a:lnTo>
                  <a:pt x="2116734" y="4787"/>
                </a:lnTo>
                <a:lnTo>
                  <a:pt x="2071281" y="1790"/>
                </a:lnTo>
                <a:lnTo>
                  <a:pt x="2071281" y="6324"/>
                </a:lnTo>
                <a:lnTo>
                  <a:pt x="2102015" y="42176"/>
                </a:lnTo>
                <a:lnTo>
                  <a:pt x="2104466" y="72910"/>
                </a:lnTo>
                <a:lnTo>
                  <a:pt x="2104466" y="178257"/>
                </a:lnTo>
                <a:lnTo>
                  <a:pt x="2102916" y="225171"/>
                </a:lnTo>
                <a:lnTo>
                  <a:pt x="2087232" y="261543"/>
                </a:lnTo>
                <a:lnTo>
                  <a:pt x="2071281" y="268160"/>
                </a:lnTo>
                <a:lnTo>
                  <a:pt x="2071281" y="272694"/>
                </a:lnTo>
                <a:lnTo>
                  <a:pt x="2084260" y="271386"/>
                </a:lnTo>
                <a:lnTo>
                  <a:pt x="2094776" y="270446"/>
                </a:lnTo>
                <a:lnTo>
                  <a:pt x="2102853" y="269875"/>
                </a:lnTo>
                <a:lnTo>
                  <a:pt x="2108504" y="269684"/>
                </a:lnTo>
                <a:lnTo>
                  <a:pt x="2125053" y="269684"/>
                </a:lnTo>
                <a:lnTo>
                  <a:pt x="2125053" y="4787"/>
                </a:lnTo>
                <a:close/>
              </a:path>
              <a:path w="2313304" h="275590">
                <a:moveTo>
                  <a:pt x="2313013" y="212140"/>
                </a:moveTo>
                <a:lnTo>
                  <a:pt x="2308034" y="212140"/>
                </a:lnTo>
                <a:lnTo>
                  <a:pt x="2299957" y="223570"/>
                </a:lnTo>
                <a:lnTo>
                  <a:pt x="2291816" y="232791"/>
                </a:lnTo>
                <a:lnTo>
                  <a:pt x="2255685" y="249847"/>
                </a:lnTo>
                <a:lnTo>
                  <a:pt x="2228367" y="251599"/>
                </a:lnTo>
                <a:lnTo>
                  <a:pt x="2182114" y="251599"/>
                </a:lnTo>
                <a:lnTo>
                  <a:pt x="2175776" y="251155"/>
                </a:lnTo>
                <a:lnTo>
                  <a:pt x="2175141" y="251155"/>
                </a:lnTo>
                <a:lnTo>
                  <a:pt x="2167534" y="250063"/>
                </a:lnTo>
                <a:lnTo>
                  <a:pt x="2165997" y="237642"/>
                </a:lnTo>
                <a:lnTo>
                  <a:pt x="2164905" y="224574"/>
                </a:lnTo>
                <a:lnTo>
                  <a:pt x="2164321" y="212140"/>
                </a:lnTo>
                <a:lnTo>
                  <a:pt x="2164207" y="209880"/>
                </a:lnTo>
                <a:lnTo>
                  <a:pt x="2163991" y="194538"/>
                </a:lnTo>
                <a:lnTo>
                  <a:pt x="2163991" y="139725"/>
                </a:lnTo>
                <a:lnTo>
                  <a:pt x="2227059" y="139725"/>
                </a:lnTo>
                <a:lnTo>
                  <a:pt x="2238349" y="140233"/>
                </a:lnTo>
                <a:lnTo>
                  <a:pt x="2271369" y="159740"/>
                </a:lnTo>
                <a:lnTo>
                  <a:pt x="2275890" y="178396"/>
                </a:lnTo>
                <a:lnTo>
                  <a:pt x="2281364" y="178396"/>
                </a:lnTo>
                <a:lnTo>
                  <a:pt x="2280856" y="168554"/>
                </a:lnTo>
                <a:lnTo>
                  <a:pt x="2280247" y="159740"/>
                </a:lnTo>
                <a:lnTo>
                  <a:pt x="2280170" y="158597"/>
                </a:lnTo>
                <a:lnTo>
                  <a:pt x="2279485" y="150444"/>
                </a:lnTo>
                <a:lnTo>
                  <a:pt x="2279091" y="144386"/>
                </a:lnTo>
                <a:lnTo>
                  <a:pt x="2279002" y="143129"/>
                </a:lnTo>
                <a:lnTo>
                  <a:pt x="2278938" y="141782"/>
                </a:lnTo>
                <a:lnTo>
                  <a:pt x="2278850" y="139725"/>
                </a:lnTo>
                <a:lnTo>
                  <a:pt x="2278735" y="122250"/>
                </a:lnTo>
                <a:lnTo>
                  <a:pt x="2279091" y="113258"/>
                </a:lnTo>
                <a:lnTo>
                  <a:pt x="2279726" y="102628"/>
                </a:lnTo>
                <a:lnTo>
                  <a:pt x="2280577" y="91681"/>
                </a:lnTo>
                <a:lnTo>
                  <a:pt x="2275090" y="91681"/>
                </a:lnTo>
                <a:lnTo>
                  <a:pt x="2243785" y="120789"/>
                </a:lnTo>
                <a:lnTo>
                  <a:pt x="2213673" y="122250"/>
                </a:lnTo>
                <a:lnTo>
                  <a:pt x="2163991" y="122250"/>
                </a:lnTo>
                <a:lnTo>
                  <a:pt x="2163991" y="81140"/>
                </a:lnTo>
                <a:lnTo>
                  <a:pt x="2164511" y="64058"/>
                </a:lnTo>
                <a:lnTo>
                  <a:pt x="2169693" y="23583"/>
                </a:lnTo>
                <a:lnTo>
                  <a:pt x="2180996" y="22098"/>
                </a:lnTo>
                <a:lnTo>
                  <a:pt x="2227326" y="22098"/>
                </a:lnTo>
                <a:lnTo>
                  <a:pt x="2244344" y="22529"/>
                </a:lnTo>
                <a:lnTo>
                  <a:pt x="2242655" y="22529"/>
                </a:lnTo>
                <a:lnTo>
                  <a:pt x="2254148" y="23583"/>
                </a:lnTo>
                <a:lnTo>
                  <a:pt x="2286724" y="46215"/>
                </a:lnTo>
                <a:lnTo>
                  <a:pt x="2291410" y="56083"/>
                </a:lnTo>
                <a:lnTo>
                  <a:pt x="2295690" y="56083"/>
                </a:lnTo>
                <a:lnTo>
                  <a:pt x="2295690" y="49047"/>
                </a:lnTo>
                <a:lnTo>
                  <a:pt x="2294217" y="25463"/>
                </a:lnTo>
                <a:lnTo>
                  <a:pt x="2294102" y="23393"/>
                </a:lnTo>
                <a:lnTo>
                  <a:pt x="2294026" y="22098"/>
                </a:lnTo>
                <a:lnTo>
                  <a:pt x="2293721" y="16446"/>
                </a:lnTo>
                <a:lnTo>
                  <a:pt x="2293721" y="10528"/>
                </a:lnTo>
                <a:lnTo>
                  <a:pt x="2293899" y="6756"/>
                </a:lnTo>
                <a:lnTo>
                  <a:pt x="2294026" y="4775"/>
                </a:lnTo>
                <a:lnTo>
                  <a:pt x="2294140" y="3073"/>
                </a:lnTo>
                <a:lnTo>
                  <a:pt x="2294229" y="1778"/>
                </a:lnTo>
                <a:lnTo>
                  <a:pt x="2267839" y="3073"/>
                </a:lnTo>
                <a:lnTo>
                  <a:pt x="2228888" y="4584"/>
                </a:lnTo>
                <a:lnTo>
                  <a:pt x="2216264" y="4775"/>
                </a:lnTo>
                <a:lnTo>
                  <a:pt x="2143175" y="4775"/>
                </a:lnTo>
                <a:lnTo>
                  <a:pt x="2143175" y="269684"/>
                </a:lnTo>
                <a:lnTo>
                  <a:pt x="2243721" y="269684"/>
                </a:lnTo>
                <a:lnTo>
                  <a:pt x="2255393" y="269875"/>
                </a:lnTo>
                <a:lnTo>
                  <a:pt x="2267813" y="270459"/>
                </a:lnTo>
                <a:lnTo>
                  <a:pt x="2280983" y="271399"/>
                </a:lnTo>
                <a:lnTo>
                  <a:pt x="2294902" y="272694"/>
                </a:lnTo>
                <a:lnTo>
                  <a:pt x="2296668" y="265214"/>
                </a:lnTo>
                <a:lnTo>
                  <a:pt x="2307361" y="231457"/>
                </a:lnTo>
                <a:lnTo>
                  <a:pt x="2309596" y="224574"/>
                </a:lnTo>
                <a:lnTo>
                  <a:pt x="2311476" y="218135"/>
                </a:lnTo>
                <a:lnTo>
                  <a:pt x="2313013" y="21214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8484" y="1076810"/>
            <a:ext cx="194970" cy="16154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85476" y="1076948"/>
            <a:ext cx="215391" cy="16142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89023" y="1076815"/>
            <a:ext cx="74345" cy="161556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47754" y="1076819"/>
            <a:ext cx="185420" cy="163024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14388" y="1076812"/>
            <a:ext cx="139230" cy="161582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37304" y="1076805"/>
            <a:ext cx="197459" cy="161556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08267" y="1075296"/>
            <a:ext cx="116916" cy="164528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014380" y="1076815"/>
            <a:ext cx="74358" cy="161556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174919" y="1076801"/>
            <a:ext cx="172516" cy="161569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420660" y="1076822"/>
            <a:ext cx="205371" cy="161544"/>
          </a:xfrm>
          <a:prstGeom prst="rect">
            <a:avLst/>
          </a:prstGeom>
        </p:spPr>
      </p:pic>
      <p:sp>
        <p:nvSpPr>
          <p:cNvPr id="30" name="bg object 30"/>
          <p:cNvSpPr/>
          <p:nvPr/>
        </p:nvSpPr>
        <p:spPr>
          <a:xfrm>
            <a:off x="1606362" y="640114"/>
            <a:ext cx="636270" cy="636270"/>
          </a:xfrm>
          <a:custGeom>
            <a:avLst/>
            <a:gdLst/>
            <a:ahLst/>
            <a:cxnLst/>
            <a:rect l="l" t="t" r="r" b="b"/>
            <a:pathLst>
              <a:path w="636269" h="636269">
                <a:moveTo>
                  <a:pt x="318058" y="0"/>
                </a:moveTo>
                <a:lnTo>
                  <a:pt x="271062" y="3449"/>
                </a:lnTo>
                <a:lnTo>
                  <a:pt x="226205" y="13468"/>
                </a:lnTo>
                <a:lnTo>
                  <a:pt x="183981" y="29566"/>
                </a:lnTo>
                <a:lnTo>
                  <a:pt x="144880" y="51250"/>
                </a:lnTo>
                <a:lnTo>
                  <a:pt x="109396" y="78027"/>
                </a:lnTo>
                <a:lnTo>
                  <a:pt x="78020" y="109405"/>
                </a:lnTo>
                <a:lnTo>
                  <a:pt x="51245" y="144892"/>
                </a:lnTo>
                <a:lnTo>
                  <a:pt x="29564" y="183996"/>
                </a:lnTo>
                <a:lnTo>
                  <a:pt x="13467" y="226224"/>
                </a:lnTo>
                <a:lnTo>
                  <a:pt x="3448" y="271084"/>
                </a:lnTo>
                <a:lnTo>
                  <a:pt x="0" y="318084"/>
                </a:lnTo>
                <a:lnTo>
                  <a:pt x="3448" y="365083"/>
                </a:lnTo>
                <a:lnTo>
                  <a:pt x="13465" y="409941"/>
                </a:lnTo>
                <a:lnTo>
                  <a:pt x="29559" y="452167"/>
                </a:lnTo>
                <a:lnTo>
                  <a:pt x="51239" y="491268"/>
                </a:lnTo>
                <a:lnTo>
                  <a:pt x="78011" y="526751"/>
                </a:lnTo>
                <a:lnTo>
                  <a:pt x="109385" y="558126"/>
                </a:lnTo>
                <a:lnTo>
                  <a:pt x="144869" y="584900"/>
                </a:lnTo>
                <a:lnTo>
                  <a:pt x="183970" y="606580"/>
                </a:lnTo>
                <a:lnTo>
                  <a:pt x="226196" y="622676"/>
                </a:lnTo>
                <a:lnTo>
                  <a:pt x="271056" y="632694"/>
                </a:lnTo>
                <a:lnTo>
                  <a:pt x="318058" y="636142"/>
                </a:lnTo>
                <a:lnTo>
                  <a:pt x="365064" y="632694"/>
                </a:lnTo>
                <a:lnTo>
                  <a:pt x="409926" y="622676"/>
                </a:lnTo>
                <a:lnTo>
                  <a:pt x="452155" y="606580"/>
                </a:lnTo>
                <a:lnTo>
                  <a:pt x="491257" y="584900"/>
                </a:lnTo>
                <a:lnTo>
                  <a:pt x="526742" y="558126"/>
                </a:lnTo>
                <a:lnTo>
                  <a:pt x="558117" y="526751"/>
                </a:lnTo>
                <a:lnTo>
                  <a:pt x="584890" y="491268"/>
                </a:lnTo>
                <a:lnTo>
                  <a:pt x="606570" y="452167"/>
                </a:lnTo>
                <a:lnTo>
                  <a:pt x="622664" y="409941"/>
                </a:lnTo>
                <a:lnTo>
                  <a:pt x="632681" y="365083"/>
                </a:lnTo>
                <a:lnTo>
                  <a:pt x="636130" y="318084"/>
                </a:lnTo>
                <a:lnTo>
                  <a:pt x="632681" y="271078"/>
                </a:lnTo>
                <a:lnTo>
                  <a:pt x="622661" y="226215"/>
                </a:lnTo>
                <a:lnTo>
                  <a:pt x="606563" y="183985"/>
                </a:lnTo>
                <a:lnTo>
                  <a:pt x="584880" y="144881"/>
                </a:lnTo>
                <a:lnTo>
                  <a:pt x="558104" y="109395"/>
                </a:lnTo>
                <a:lnTo>
                  <a:pt x="526726" y="78018"/>
                </a:lnTo>
                <a:lnTo>
                  <a:pt x="491240" y="51243"/>
                </a:lnTo>
                <a:lnTo>
                  <a:pt x="452138" y="29562"/>
                </a:lnTo>
                <a:lnTo>
                  <a:pt x="409912" y="13466"/>
                </a:lnTo>
                <a:lnTo>
                  <a:pt x="365055" y="3448"/>
                </a:lnTo>
                <a:lnTo>
                  <a:pt x="31805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614440" y="648220"/>
            <a:ext cx="620395" cy="620395"/>
          </a:xfrm>
          <a:custGeom>
            <a:avLst/>
            <a:gdLst/>
            <a:ahLst/>
            <a:cxnLst/>
            <a:rect l="l" t="t" r="r" b="b"/>
            <a:pathLst>
              <a:path w="620394" h="620394">
                <a:moveTo>
                  <a:pt x="309981" y="0"/>
                </a:moveTo>
                <a:lnTo>
                  <a:pt x="264172" y="3361"/>
                </a:lnTo>
                <a:lnTo>
                  <a:pt x="220450" y="13125"/>
                </a:lnTo>
                <a:lnTo>
                  <a:pt x="179296" y="28812"/>
                </a:lnTo>
                <a:lnTo>
                  <a:pt x="141188" y="49943"/>
                </a:lnTo>
                <a:lnTo>
                  <a:pt x="106606" y="76038"/>
                </a:lnTo>
                <a:lnTo>
                  <a:pt x="76029" y="106616"/>
                </a:lnTo>
                <a:lnTo>
                  <a:pt x="49937" y="141199"/>
                </a:lnTo>
                <a:lnTo>
                  <a:pt x="28808" y="179307"/>
                </a:lnTo>
                <a:lnTo>
                  <a:pt x="13123" y="220460"/>
                </a:lnTo>
                <a:lnTo>
                  <a:pt x="3360" y="264178"/>
                </a:lnTo>
                <a:lnTo>
                  <a:pt x="0" y="309981"/>
                </a:lnTo>
                <a:lnTo>
                  <a:pt x="3361" y="355787"/>
                </a:lnTo>
                <a:lnTo>
                  <a:pt x="13125" y="399505"/>
                </a:lnTo>
                <a:lnTo>
                  <a:pt x="28811" y="440656"/>
                </a:lnTo>
                <a:lnTo>
                  <a:pt x="49941" y="478761"/>
                </a:lnTo>
                <a:lnTo>
                  <a:pt x="76034" y="513340"/>
                </a:lnTo>
                <a:lnTo>
                  <a:pt x="106612" y="543914"/>
                </a:lnTo>
                <a:lnTo>
                  <a:pt x="141194" y="570004"/>
                </a:lnTo>
                <a:lnTo>
                  <a:pt x="179302" y="591131"/>
                </a:lnTo>
                <a:lnTo>
                  <a:pt x="220455" y="606815"/>
                </a:lnTo>
                <a:lnTo>
                  <a:pt x="264176" y="616577"/>
                </a:lnTo>
                <a:lnTo>
                  <a:pt x="309981" y="619937"/>
                </a:lnTo>
                <a:lnTo>
                  <a:pt x="355790" y="616577"/>
                </a:lnTo>
                <a:lnTo>
                  <a:pt x="399511" y="606815"/>
                </a:lnTo>
                <a:lnTo>
                  <a:pt x="440664" y="591131"/>
                </a:lnTo>
                <a:lnTo>
                  <a:pt x="478770" y="570004"/>
                </a:lnTo>
                <a:lnTo>
                  <a:pt x="498133" y="555396"/>
                </a:lnTo>
                <a:lnTo>
                  <a:pt x="309981" y="555396"/>
                </a:lnTo>
                <a:lnTo>
                  <a:pt x="260519" y="550410"/>
                </a:lnTo>
                <a:lnTo>
                  <a:pt x="214451" y="536109"/>
                </a:lnTo>
                <a:lnTo>
                  <a:pt x="172764" y="513482"/>
                </a:lnTo>
                <a:lnTo>
                  <a:pt x="136444" y="483514"/>
                </a:lnTo>
                <a:lnTo>
                  <a:pt x="106477" y="447193"/>
                </a:lnTo>
                <a:lnTo>
                  <a:pt x="83851" y="405506"/>
                </a:lnTo>
                <a:lnTo>
                  <a:pt x="69552" y="359439"/>
                </a:lnTo>
                <a:lnTo>
                  <a:pt x="64566" y="309981"/>
                </a:lnTo>
                <a:lnTo>
                  <a:pt x="69552" y="260522"/>
                </a:lnTo>
                <a:lnTo>
                  <a:pt x="83851" y="214454"/>
                </a:lnTo>
                <a:lnTo>
                  <a:pt x="106477" y="172765"/>
                </a:lnTo>
                <a:lnTo>
                  <a:pt x="136444" y="136442"/>
                </a:lnTo>
                <a:lnTo>
                  <a:pt x="172764" y="106472"/>
                </a:lnTo>
                <a:lnTo>
                  <a:pt x="214451" y="83842"/>
                </a:lnTo>
                <a:lnTo>
                  <a:pt x="260519" y="69540"/>
                </a:lnTo>
                <a:lnTo>
                  <a:pt x="309981" y="64554"/>
                </a:lnTo>
                <a:lnTo>
                  <a:pt x="498131" y="64554"/>
                </a:lnTo>
                <a:lnTo>
                  <a:pt x="478767" y="49943"/>
                </a:lnTo>
                <a:lnTo>
                  <a:pt x="440660" y="28812"/>
                </a:lnTo>
                <a:lnTo>
                  <a:pt x="399507" y="13125"/>
                </a:lnTo>
                <a:lnTo>
                  <a:pt x="355787" y="3361"/>
                </a:lnTo>
                <a:lnTo>
                  <a:pt x="309981" y="0"/>
                </a:lnTo>
                <a:close/>
              </a:path>
              <a:path w="620394" h="620394">
                <a:moveTo>
                  <a:pt x="498131" y="64554"/>
                </a:moveTo>
                <a:lnTo>
                  <a:pt x="309981" y="64554"/>
                </a:lnTo>
                <a:lnTo>
                  <a:pt x="359443" y="69540"/>
                </a:lnTo>
                <a:lnTo>
                  <a:pt x="405509" y="83842"/>
                </a:lnTo>
                <a:lnTo>
                  <a:pt x="447194" y="106472"/>
                </a:lnTo>
                <a:lnTo>
                  <a:pt x="483512" y="136442"/>
                </a:lnTo>
                <a:lnTo>
                  <a:pt x="513476" y="172765"/>
                </a:lnTo>
                <a:lnTo>
                  <a:pt x="536100" y="214454"/>
                </a:lnTo>
                <a:lnTo>
                  <a:pt x="550398" y="260522"/>
                </a:lnTo>
                <a:lnTo>
                  <a:pt x="555383" y="309981"/>
                </a:lnTo>
                <a:lnTo>
                  <a:pt x="550398" y="359439"/>
                </a:lnTo>
                <a:lnTo>
                  <a:pt x="536099" y="405506"/>
                </a:lnTo>
                <a:lnTo>
                  <a:pt x="513473" y="447193"/>
                </a:lnTo>
                <a:lnTo>
                  <a:pt x="483508" y="483514"/>
                </a:lnTo>
                <a:lnTo>
                  <a:pt x="447189" y="513482"/>
                </a:lnTo>
                <a:lnTo>
                  <a:pt x="405504" y="536109"/>
                </a:lnTo>
                <a:lnTo>
                  <a:pt x="359439" y="550410"/>
                </a:lnTo>
                <a:lnTo>
                  <a:pt x="309981" y="555396"/>
                </a:lnTo>
                <a:lnTo>
                  <a:pt x="498133" y="555396"/>
                </a:lnTo>
                <a:lnTo>
                  <a:pt x="543926" y="513340"/>
                </a:lnTo>
                <a:lnTo>
                  <a:pt x="570017" y="478761"/>
                </a:lnTo>
                <a:lnTo>
                  <a:pt x="591144" y="440656"/>
                </a:lnTo>
                <a:lnTo>
                  <a:pt x="606828" y="399505"/>
                </a:lnTo>
                <a:lnTo>
                  <a:pt x="616590" y="355787"/>
                </a:lnTo>
                <a:lnTo>
                  <a:pt x="619950" y="309981"/>
                </a:lnTo>
                <a:lnTo>
                  <a:pt x="616589" y="264178"/>
                </a:lnTo>
                <a:lnTo>
                  <a:pt x="606828" y="220460"/>
                </a:lnTo>
                <a:lnTo>
                  <a:pt x="591144" y="179307"/>
                </a:lnTo>
                <a:lnTo>
                  <a:pt x="570016" y="141199"/>
                </a:lnTo>
                <a:lnTo>
                  <a:pt x="543925" y="106616"/>
                </a:lnTo>
                <a:lnTo>
                  <a:pt x="513349" y="76038"/>
                </a:lnTo>
                <a:lnTo>
                  <a:pt x="498131" y="64554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bg object 3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742516" y="785950"/>
            <a:ext cx="73698" cy="90643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035714" y="783619"/>
            <a:ext cx="72896" cy="91717"/>
          </a:xfrm>
          <a:prstGeom prst="rect">
            <a:avLst/>
          </a:prstGeom>
        </p:spPr>
      </p:pic>
      <p:sp>
        <p:nvSpPr>
          <p:cNvPr id="34" name="bg object 34"/>
          <p:cNvSpPr/>
          <p:nvPr/>
        </p:nvSpPr>
        <p:spPr>
          <a:xfrm>
            <a:off x="1726615" y="751735"/>
            <a:ext cx="400685" cy="419734"/>
          </a:xfrm>
          <a:custGeom>
            <a:avLst/>
            <a:gdLst/>
            <a:ahLst/>
            <a:cxnLst/>
            <a:rect l="l" t="t" r="r" b="b"/>
            <a:pathLst>
              <a:path w="400685" h="419734">
                <a:moveTo>
                  <a:pt x="332447" y="334429"/>
                </a:moveTo>
                <a:lnTo>
                  <a:pt x="67589" y="334429"/>
                </a:lnTo>
                <a:lnTo>
                  <a:pt x="90313" y="354742"/>
                </a:lnTo>
                <a:lnTo>
                  <a:pt x="113782" y="369155"/>
                </a:lnTo>
                <a:lnTo>
                  <a:pt x="132151" y="377747"/>
                </a:lnTo>
                <a:lnTo>
                  <a:pt x="139573" y="380593"/>
                </a:lnTo>
                <a:lnTo>
                  <a:pt x="169902" y="393870"/>
                </a:lnTo>
                <a:lnTo>
                  <a:pt x="185981" y="406474"/>
                </a:lnTo>
                <a:lnTo>
                  <a:pt x="192322" y="415885"/>
                </a:lnTo>
                <a:lnTo>
                  <a:pt x="193433" y="419582"/>
                </a:lnTo>
                <a:lnTo>
                  <a:pt x="206603" y="419582"/>
                </a:lnTo>
                <a:lnTo>
                  <a:pt x="208531" y="406621"/>
                </a:lnTo>
                <a:lnTo>
                  <a:pt x="214783" y="398240"/>
                </a:lnTo>
                <a:lnTo>
                  <a:pt x="230411" y="390782"/>
                </a:lnTo>
                <a:lnTo>
                  <a:pt x="260464" y="380593"/>
                </a:lnTo>
                <a:lnTo>
                  <a:pt x="286785" y="371371"/>
                </a:lnTo>
                <a:lnTo>
                  <a:pt x="303056" y="363488"/>
                </a:lnTo>
                <a:lnTo>
                  <a:pt x="316028" y="352616"/>
                </a:lnTo>
                <a:lnTo>
                  <a:pt x="332447" y="334429"/>
                </a:lnTo>
                <a:close/>
              </a:path>
              <a:path w="400685" h="419734">
                <a:moveTo>
                  <a:pt x="89192" y="0"/>
                </a:moveTo>
                <a:lnTo>
                  <a:pt x="79692" y="10172"/>
                </a:lnTo>
                <a:lnTo>
                  <a:pt x="41770" y="39852"/>
                </a:lnTo>
                <a:lnTo>
                  <a:pt x="34823" y="40258"/>
                </a:lnTo>
                <a:lnTo>
                  <a:pt x="31216" y="48069"/>
                </a:lnTo>
                <a:lnTo>
                  <a:pt x="62476" y="54599"/>
                </a:lnTo>
                <a:lnTo>
                  <a:pt x="73829" y="80381"/>
                </a:lnTo>
                <a:lnTo>
                  <a:pt x="74141" y="108359"/>
                </a:lnTo>
                <a:lnTo>
                  <a:pt x="72308" y="121246"/>
                </a:lnTo>
                <a:lnTo>
                  <a:pt x="51938" y="192588"/>
                </a:lnTo>
                <a:lnTo>
                  <a:pt x="28098" y="242930"/>
                </a:lnTo>
                <a:lnTo>
                  <a:pt x="0" y="282765"/>
                </a:lnTo>
                <a:lnTo>
                  <a:pt x="11509" y="294984"/>
                </a:lnTo>
                <a:lnTo>
                  <a:pt x="28648" y="315810"/>
                </a:lnTo>
                <a:lnTo>
                  <a:pt x="44280" y="335554"/>
                </a:lnTo>
                <a:lnTo>
                  <a:pt x="51104" y="344322"/>
                </a:lnTo>
                <a:lnTo>
                  <a:pt x="67589" y="334429"/>
                </a:lnTo>
                <a:lnTo>
                  <a:pt x="356589" y="334429"/>
                </a:lnTo>
                <a:lnTo>
                  <a:pt x="373848" y="312128"/>
                </a:lnTo>
                <a:lnTo>
                  <a:pt x="387480" y="294984"/>
                </a:lnTo>
                <a:lnTo>
                  <a:pt x="394620" y="287120"/>
                </a:lnTo>
                <a:lnTo>
                  <a:pt x="400062" y="282765"/>
                </a:lnTo>
                <a:lnTo>
                  <a:pt x="370336" y="250727"/>
                </a:lnTo>
                <a:lnTo>
                  <a:pt x="352899" y="223246"/>
                </a:lnTo>
                <a:lnTo>
                  <a:pt x="340974" y="185203"/>
                </a:lnTo>
                <a:lnTo>
                  <a:pt x="327787" y="121475"/>
                </a:lnTo>
                <a:lnTo>
                  <a:pt x="316966" y="74969"/>
                </a:lnTo>
                <a:lnTo>
                  <a:pt x="317322" y="54599"/>
                </a:lnTo>
                <a:lnTo>
                  <a:pt x="317373" y="51741"/>
                </a:lnTo>
                <a:lnTo>
                  <a:pt x="319413" y="50812"/>
                </a:lnTo>
                <a:lnTo>
                  <a:pt x="200012" y="50812"/>
                </a:lnTo>
                <a:lnTo>
                  <a:pt x="183553" y="31445"/>
                </a:lnTo>
                <a:lnTo>
                  <a:pt x="170921" y="30191"/>
                </a:lnTo>
                <a:lnTo>
                  <a:pt x="155452" y="25822"/>
                </a:lnTo>
                <a:lnTo>
                  <a:pt x="142353" y="21143"/>
                </a:lnTo>
                <a:lnTo>
                  <a:pt x="136829" y="18961"/>
                </a:lnTo>
                <a:lnTo>
                  <a:pt x="127645" y="14753"/>
                </a:lnTo>
                <a:lnTo>
                  <a:pt x="115476" y="9782"/>
                </a:lnTo>
                <a:lnTo>
                  <a:pt x="100304" y="3898"/>
                </a:lnTo>
                <a:lnTo>
                  <a:pt x="89192" y="0"/>
                </a:lnTo>
                <a:close/>
              </a:path>
              <a:path w="400685" h="419734">
                <a:moveTo>
                  <a:pt x="356589" y="334429"/>
                </a:moveTo>
                <a:lnTo>
                  <a:pt x="332447" y="334429"/>
                </a:lnTo>
                <a:lnTo>
                  <a:pt x="348932" y="344322"/>
                </a:lnTo>
                <a:lnTo>
                  <a:pt x="356589" y="334429"/>
                </a:lnTo>
                <a:close/>
              </a:path>
              <a:path w="400685" h="419734">
                <a:moveTo>
                  <a:pt x="216509" y="31445"/>
                </a:moveTo>
                <a:lnTo>
                  <a:pt x="200012" y="50812"/>
                </a:lnTo>
                <a:lnTo>
                  <a:pt x="319413" y="50812"/>
                </a:lnTo>
                <a:lnTo>
                  <a:pt x="332619" y="44803"/>
                </a:lnTo>
                <a:lnTo>
                  <a:pt x="366024" y="44803"/>
                </a:lnTo>
                <a:lnTo>
                  <a:pt x="358312" y="39852"/>
                </a:lnTo>
                <a:lnTo>
                  <a:pt x="348497" y="32171"/>
                </a:lnTo>
                <a:lnTo>
                  <a:pt x="224354" y="32171"/>
                </a:lnTo>
                <a:lnTo>
                  <a:pt x="216509" y="31445"/>
                </a:lnTo>
                <a:close/>
              </a:path>
              <a:path w="400685" h="419734">
                <a:moveTo>
                  <a:pt x="366024" y="44803"/>
                </a:moveTo>
                <a:lnTo>
                  <a:pt x="332619" y="44803"/>
                </a:lnTo>
                <a:lnTo>
                  <a:pt x="366318" y="47193"/>
                </a:lnTo>
                <a:lnTo>
                  <a:pt x="367017" y="45440"/>
                </a:lnTo>
                <a:lnTo>
                  <a:pt x="366024" y="44803"/>
                </a:lnTo>
                <a:close/>
              </a:path>
              <a:path w="400685" h="419734">
                <a:moveTo>
                  <a:pt x="313804" y="4102"/>
                </a:moveTo>
                <a:lnTo>
                  <a:pt x="273661" y="14289"/>
                </a:lnTo>
                <a:lnTo>
                  <a:pt x="263207" y="18961"/>
                </a:lnTo>
                <a:lnTo>
                  <a:pt x="243325" y="27100"/>
                </a:lnTo>
                <a:lnTo>
                  <a:pt x="231833" y="31113"/>
                </a:lnTo>
                <a:lnTo>
                  <a:pt x="224354" y="32171"/>
                </a:lnTo>
                <a:lnTo>
                  <a:pt x="348497" y="32171"/>
                </a:lnTo>
                <a:lnTo>
                  <a:pt x="320399" y="10172"/>
                </a:lnTo>
                <a:lnTo>
                  <a:pt x="313804" y="41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1725487" y="754275"/>
            <a:ext cx="402590" cy="417830"/>
          </a:xfrm>
          <a:custGeom>
            <a:avLst/>
            <a:gdLst/>
            <a:ahLst/>
            <a:cxnLst/>
            <a:rect l="l" t="t" r="r" b="b"/>
            <a:pathLst>
              <a:path w="402589" h="417830">
                <a:moveTo>
                  <a:pt x="194561" y="416559"/>
                </a:moveTo>
                <a:lnTo>
                  <a:pt x="193647" y="416559"/>
                </a:lnTo>
                <a:lnTo>
                  <a:pt x="193888" y="417830"/>
                </a:lnTo>
                <a:lnTo>
                  <a:pt x="194561" y="417830"/>
                </a:lnTo>
                <a:lnTo>
                  <a:pt x="194561" y="416559"/>
                </a:lnTo>
                <a:close/>
              </a:path>
              <a:path w="402589" h="417830">
                <a:moveTo>
                  <a:pt x="70621" y="332740"/>
                </a:moveTo>
                <a:lnTo>
                  <a:pt x="69149" y="332740"/>
                </a:lnTo>
                <a:lnTo>
                  <a:pt x="68565" y="333102"/>
                </a:lnTo>
                <a:lnTo>
                  <a:pt x="91014" y="353059"/>
                </a:lnTo>
                <a:lnTo>
                  <a:pt x="114580" y="368300"/>
                </a:lnTo>
                <a:lnTo>
                  <a:pt x="157640" y="386080"/>
                </a:lnTo>
                <a:lnTo>
                  <a:pt x="170661" y="392430"/>
                </a:lnTo>
                <a:lnTo>
                  <a:pt x="193507" y="416559"/>
                </a:lnTo>
                <a:lnTo>
                  <a:pt x="194561" y="416559"/>
                </a:lnTo>
                <a:lnTo>
                  <a:pt x="194561" y="417830"/>
                </a:lnTo>
                <a:lnTo>
                  <a:pt x="195349" y="417830"/>
                </a:lnTo>
                <a:lnTo>
                  <a:pt x="158265" y="384809"/>
                </a:lnTo>
                <a:lnTo>
                  <a:pt x="140980" y="378459"/>
                </a:lnTo>
                <a:lnTo>
                  <a:pt x="140281" y="377190"/>
                </a:lnTo>
                <a:lnTo>
                  <a:pt x="139024" y="377190"/>
                </a:lnTo>
                <a:lnTo>
                  <a:pt x="127705" y="372109"/>
                </a:lnTo>
                <a:lnTo>
                  <a:pt x="109698" y="363220"/>
                </a:lnTo>
                <a:lnTo>
                  <a:pt x="88927" y="350520"/>
                </a:lnTo>
                <a:lnTo>
                  <a:pt x="70621" y="332740"/>
                </a:lnTo>
                <a:close/>
              </a:path>
              <a:path w="402589" h="417830">
                <a:moveTo>
                  <a:pt x="207081" y="416559"/>
                </a:moveTo>
                <a:lnTo>
                  <a:pt x="195237" y="416559"/>
                </a:lnTo>
                <a:lnTo>
                  <a:pt x="195349" y="417830"/>
                </a:lnTo>
                <a:lnTo>
                  <a:pt x="206969" y="417830"/>
                </a:lnTo>
                <a:lnTo>
                  <a:pt x="207081" y="416559"/>
                </a:lnTo>
                <a:close/>
              </a:path>
              <a:path w="402589" h="417830">
                <a:moveTo>
                  <a:pt x="333448" y="331470"/>
                </a:moveTo>
                <a:lnTo>
                  <a:pt x="333004" y="331470"/>
                </a:lnTo>
                <a:lnTo>
                  <a:pt x="323374" y="341630"/>
                </a:lnTo>
                <a:lnTo>
                  <a:pt x="322046" y="342993"/>
                </a:lnTo>
                <a:lnTo>
                  <a:pt x="287043" y="367030"/>
                </a:lnTo>
                <a:lnTo>
                  <a:pt x="262036" y="377190"/>
                </a:lnTo>
                <a:lnTo>
                  <a:pt x="261350" y="378459"/>
                </a:lnTo>
                <a:lnTo>
                  <a:pt x="221249" y="397509"/>
                </a:lnTo>
                <a:lnTo>
                  <a:pt x="207081" y="416559"/>
                </a:lnTo>
                <a:lnTo>
                  <a:pt x="206969" y="417830"/>
                </a:lnTo>
                <a:lnTo>
                  <a:pt x="207744" y="417830"/>
                </a:lnTo>
                <a:lnTo>
                  <a:pt x="207744" y="416559"/>
                </a:lnTo>
                <a:lnTo>
                  <a:pt x="208767" y="416559"/>
                </a:lnTo>
                <a:lnTo>
                  <a:pt x="245177" y="386080"/>
                </a:lnTo>
                <a:lnTo>
                  <a:pt x="261858" y="379730"/>
                </a:lnTo>
                <a:lnTo>
                  <a:pt x="269327" y="375920"/>
                </a:lnTo>
                <a:lnTo>
                  <a:pt x="287765" y="368300"/>
                </a:lnTo>
                <a:lnTo>
                  <a:pt x="311334" y="353059"/>
                </a:lnTo>
                <a:lnTo>
                  <a:pt x="333790" y="333102"/>
                </a:lnTo>
                <a:lnTo>
                  <a:pt x="333182" y="332740"/>
                </a:lnTo>
                <a:lnTo>
                  <a:pt x="335576" y="332740"/>
                </a:lnTo>
                <a:lnTo>
                  <a:pt x="333448" y="331470"/>
                </a:lnTo>
                <a:close/>
              </a:path>
              <a:path w="402589" h="417830">
                <a:moveTo>
                  <a:pt x="208767" y="416559"/>
                </a:moveTo>
                <a:lnTo>
                  <a:pt x="207744" y="416559"/>
                </a:lnTo>
                <a:lnTo>
                  <a:pt x="207744" y="417830"/>
                </a:lnTo>
                <a:lnTo>
                  <a:pt x="208607" y="417830"/>
                </a:lnTo>
                <a:lnTo>
                  <a:pt x="208767" y="416559"/>
                </a:lnTo>
                <a:close/>
              </a:path>
              <a:path w="402589" h="417830">
                <a:moveTo>
                  <a:pt x="62229" y="161088"/>
                </a:moveTo>
                <a:lnTo>
                  <a:pt x="40454" y="218440"/>
                </a:lnTo>
                <a:lnTo>
                  <a:pt x="17739" y="257809"/>
                </a:lnTo>
                <a:lnTo>
                  <a:pt x="12981" y="265430"/>
                </a:lnTo>
                <a:lnTo>
                  <a:pt x="8824" y="270509"/>
                </a:lnTo>
                <a:lnTo>
                  <a:pt x="6284" y="274320"/>
                </a:lnTo>
                <a:lnTo>
                  <a:pt x="4226" y="275590"/>
                </a:lnTo>
                <a:lnTo>
                  <a:pt x="789" y="280681"/>
                </a:lnTo>
                <a:lnTo>
                  <a:pt x="1145" y="280681"/>
                </a:lnTo>
                <a:lnTo>
                  <a:pt x="1784" y="282049"/>
                </a:lnTo>
                <a:lnTo>
                  <a:pt x="3223" y="283209"/>
                </a:lnTo>
                <a:lnTo>
                  <a:pt x="5153" y="285750"/>
                </a:lnTo>
                <a:lnTo>
                  <a:pt x="11078" y="292100"/>
                </a:lnTo>
                <a:lnTo>
                  <a:pt x="18195" y="300990"/>
                </a:lnTo>
                <a:lnTo>
                  <a:pt x="25890" y="309880"/>
                </a:lnTo>
                <a:lnTo>
                  <a:pt x="33551" y="320040"/>
                </a:lnTo>
                <a:lnTo>
                  <a:pt x="38491" y="326390"/>
                </a:lnTo>
                <a:lnTo>
                  <a:pt x="52379" y="343279"/>
                </a:lnTo>
                <a:lnTo>
                  <a:pt x="51851" y="341630"/>
                </a:lnTo>
                <a:lnTo>
                  <a:pt x="52520" y="341231"/>
                </a:lnTo>
                <a:lnTo>
                  <a:pt x="46474" y="334009"/>
                </a:lnTo>
                <a:lnTo>
                  <a:pt x="42006" y="327659"/>
                </a:lnTo>
                <a:lnTo>
                  <a:pt x="37342" y="322580"/>
                </a:lnTo>
                <a:lnTo>
                  <a:pt x="25955" y="307340"/>
                </a:lnTo>
                <a:lnTo>
                  <a:pt x="21536" y="302259"/>
                </a:lnTo>
                <a:lnTo>
                  <a:pt x="17242" y="297180"/>
                </a:lnTo>
                <a:lnTo>
                  <a:pt x="10589" y="289559"/>
                </a:lnTo>
                <a:lnTo>
                  <a:pt x="8252" y="287020"/>
                </a:lnTo>
                <a:lnTo>
                  <a:pt x="4290" y="283209"/>
                </a:lnTo>
                <a:lnTo>
                  <a:pt x="3570" y="282049"/>
                </a:lnTo>
                <a:lnTo>
                  <a:pt x="1609" y="282049"/>
                </a:lnTo>
                <a:lnTo>
                  <a:pt x="10036" y="271780"/>
                </a:lnTo>
                <a:lnTo>
                  <a:pt x="29914" y="241300"/>
                </a:lnTo>
                <a:lnTo>
                  <a:pt x="53804" y="190500"/>
                </a:lnTo>
                <a:lnTo>
                  <a:pt x="62229" y="161088"/>
                </a:lnTo>
                <a:close/>
              </a:path>
              <a:path w="402589" h="417830">
                <a:moveTo>
                  <a:pt x="52521" y="341231"/>
                </a:moveTo>
                <a:lnTo>
                  <a:pt x="51851" y="341630"/>
                </a:lnTo>
                <a:lnTo>
                  <a:pt x="52288" y="342993"/>
                </a:lnTo>
                <a:lnTo>
                  <a:pt x="52144" y="342993"/>
                </a:lnTo>
                <a:lnTo>
                  <a:pt x="52855" y="341630"/>
                </a:lnTo>
                <a:lnTo>
                  <a:pt x="52521" y="341231"/>
                </a:lnTo>
                <a:close/>
              </a:path>
              <a:path w="402589" h="417830">
                <a:moveTo>
                  <a:pt x="69314" y="331470"/>
                </a:moveTo>
                <a:lnTo>
                  <a:pt x="68882" y="331470"/>
                </a:lnTo>
                <a:lnTo>
                  <a:pt x="52521" y="341231"/>
                </a:lnTo>
                <a:lnTo>
                  <a:pt x="52855" y="341630"/>
                </a:lnTo>
                <a:lnTo>
                  <a:pt x="52144" y="342993"/>
                </a:lnTo>
                <a:lnTo>
                  <a:pt x="51910" y="342993"/>
                </a:lnTo>
                <a:lnTo>
                  <a:pt x="68540" y="333102"/>
                </a:lnTo>
                <a:lnTo>
                  <a:pt x="68158" y="332740"/>
                </a:lnTo>
                <a:lnTo>
                  <a:pt x="70621" y="332740"/>
                </a:lnTo>
                <a:lnTo>
                  <a:pt x="69314" y="331470"/>
                </a:lnTo>
                <a:close/>
              </a:path>
              <a:path w="402589" h="417830">
                <a:moveTo>
                  <a:pt x="335576" y="332740"/>
                </a:moveTo>
                <a:lnTo>
                  <a:pt x="334198" y="332740"/>
                </a:lnTo>
                <a:lnTo>
                  <a:pt x="333790" y="333102"/>
                </a:lnTo>
                <a:lnTo>
                  <a:pt x="350420" y="342993"/>
                </a:lnTo>
                <a:lnTo>
                  <a:pt x="350117" y="342993"/>
                </a:lnTo>
                <a:lnTo>
                  <a:pt x="349463" y="341630"/>
                </a:lnTo>
                <a:lnTo>
                  <a:pt x="349798" y="341231"/>
                </a:lnTo>
                <a:lnTo>
                  <a:pt x="335576" y="332740"/>
                </a:lnTo>
                <a:close/>
              </a:path>
              <a:path w="402589" h="417830">
                <a:moveTo>
                  <a:pt x="349798" y="341231"/>
                </a:moveTo>
                <a:lnTo>
                  <a:pt x="349463" y="341630"/>
                </a:lnTo>
                <a:lnTo>
                  <a:pt x="350117" y="342993"/>
                </a:lnTo>
                <a:lnTo>
                  <a:pt x="350466" y="341630"/>
                </a:lnTo>
                <a:lnTo>
                  <a:pt x="349798" y="341231"/>
                </a:lnTo>
                <a:close/>
              </a:path>
              <a:path w="402589" h="417830">
                <a:moveTo>
                  <a:pt x="399588" y="280681"/>
                </a:moveTo>
                <a:lnTo>
                  <a:pt x="397943" y="282049"/>
                </a:lnTo>
                <a:lnTo>
                  <a:pt x="396059" y="284480"/>
                </a:lnTo>
                <a:lnTo>
                  <a:pt x="382955" y="299720"/>
                </a:lnTo>
                <a:lnTo>
                  <a:pt x="367584" y="318770"/>
                </a:lnTo>
                <a:lnTo>
                  <a:pt x="354802" y="335280"/>
                </a:lnTo>
                <a:lnTo>
                  <a:pt x="349798" y="341231"/>
                </a:lnTo>
                <a:lnTo>
                  <a:pt x="350466" y="341630"/>
                </a:lnTo>
                <a:lnTo>
                  <a:pt x="350044" y="342993"/>
                </a:lnTo>
                <a:lnTo>
                  <a:pt x="350660" y="342993"/>
                </a:lnTo>
                <a:lnTo>
                  <a:pt x="351355" y="341630"/>
                </a:lnTo>
                <a:lnTo>
                  <a:pt x="352562" y="340359"/>
                </a:lnTo>
                <a:lnTo>
                  <a:pt x="356761" y="335280"/>
                </a:lnTo>
                <a:lnTo>
                  <a:pt x="362739" y="327659"/>
                </a:lnTo>
                <a:lnTo>
                  <a:pt x="369887" y="318770"/>
                </a:lnTo>
                <a:lnTo>
                  <a:pt x="382762" y="302259"/>
                </a:lnTo>
                <a:lnTo>
                  <a:pt x="387919" y="295909"/>
                </a:lnTo>
                <a:lnTo>
                  <a:pt x="394345" y="288290"/>
                </a:lnTo>
                <a:lnTo>
                  <a:pt x="396288" y="287020"/>
                </a:lnTo>
                <a:lnTo>
                  <a:pt x="399514" y="283209"/>
                </a:lnTo>
                <a:lnTo>
                  <a:pt x="400678" y="282049"/>
                </a:lnTo>
                <a:lnTo>
                  <a:pt x="399588" y="280681"/>
                </a:lnTo>
                <a:close/>
              </a:path>
              <a:path w="402589" h="417830">
                <a:moveTo>
                  <a:pt x="69149" y="332740"/>
                </a:moveTo>
                <a:lnTo>
                  <a:pt x="68158" y="332740"/>
                </a:lnTo>
                <a:lnTo>
                  <a:pt x="68565" y="333102"/>
                </a:lnTo>
                <a:lnTo>
                  <a:pt x="69149" y="332740"/>
                </a:lnTo>
                <a:close/>
              </a:path>
              <a:path w="402589" h="417830">
                <a:moveTo>
                  <a:pt x="334198" y="332740"/>
                </a:moveTo>
                <a:lnTo>
                  <a:pt x="333182" y="332740"/>
                </a:lnTo>
                <a:lnTo>
                  <a:pt x="333790" y="333102"/>
                </a:lnTo>
                <a:lnTo>
                  <a:pt x="334198" y="332740"/>
                </a:lnTo>
                <a:close/>
              </a:path>
              <a:path w="402589" h="417830">
                <a:moveTo>
                  <a:pt x="1145" y="280681"/>
                </a:moveTo>
                <a:lnTo>
                  <a:pt x="0" y="280681"/>
                </a:lnTo>
                <a:lnTo>
                  <a:pt x="1792" y="282049"/>
                </a:lnTo>
                <a:lnTo>
                  <a:pt x="1145" y="280681"/>
                </a:lnTo>
                <a:close/>
              </a:path>
              <a:path w="402589" h="417830">
                <a:moveTo>
                  <a:pt x="2722" y="280681"/>
                </a:moveTo>
                <a:lnTo>
                  <a:pt x="1609" y="282049"/>
                </a:lnTo>
                <a:lnTo>
                  <a:pt x="3570" y="282049"/>
                </a:lnTo>
                <a:lnTo>
                  <a:pt x="2722" y="280681"/>
                </a:lnTo>
                <a:close/>
              </a:path>
              <a:path w="402589" h="417830">
                <a:moveTo>
                  <a:pt x="366748" y="44450"/>
                </a:moveTo>
                <a:lnTo>
                  <a:pt x="361172" y="44450"/>
                </a:lnTo>
                <a:lnTo>
                  <a:pt x="351023" y="45719"/>
                </a:lnTo>
                <a:lnTo>
                  <a:pt x="326241" y="74929"/>
                </a:lnTo>
                <a:lnTo>
                  <a:pt x="324917" y="92709"/>
                </a:lnTo>
                <a:lnTo>
                  <a:pt x="325271" y="100329"/>
                </a:lnTo>
                <a:lnTo>
                  <a:pt x="325330" y="101600"/>
                </a:lnTo>
                <a:lnTo>
                  <a:pt x="326497" y="110489"/>
                </a:lnTo>
                <a:lnTo>
                  <a:pt x="327666" y="116839"/>
                </a:lnTo>
                <a:lnTo>
                  <a:pt x="328138" y="119071"/>
                </a:lnTo>
                <a:lnTo>
                  <a:pt x="328156" y="119393"/>
                </a:lnTo>
                <a:lnTo>
                  <a:pt x="348519" y="190500"/>
                </a:lnTo>
                <a:lnTo>
                  <a:pt x="372404" y="241300"/>
                </a:lnTo>
                <a:lnTo>
                  <a:pt x="392276" y="271780"/>
                </a:lnTo>
                <a:lnTo>
                  <a:pt x="400696" y="282049"/>
                </a:lnTo>
                <a:lnTo>
                  <a:pt x="401186" y="280681"/>
                </a:lnTo>
                <a:lnTo>
                  <a:pt x="401542" y="280681"/>
                </a:lnTo>
                <a:lnTo>
                  <a:pt x="370848" y="234950"/>
                </a:lnTo>
                <a:lnTo>
                  <a:pt x="348521" y="186690"/>
                </a:lnTo>
                <a:lnTo>
                  <a:pt x="329680" y="119393"/>
                </a:lnTo>
                <a:lnTo>
                  <a:pt x="326414" y="92709"/>
                </a:lnTo>
                <a:lnTo>
                  <a:pt x="326311" y="90169"/>
                </a:lnTo>
                <a:lnTo>
                  <a:pt x="326527" y="85089"/>
                </a:lnTo>
                <a:lnTo>
                  <a:pt x="326635" y="82550"/>
                </a:lnTo>
                <a:lnTo>
                  <a:pt x="327730" y="74929"/>
                </a:lnTo>
                <a:lnTo>
                  <a:pt x="361134" y="45719"/>
                </a:lnTo>
                <a:lnTo>
                  <a:pt x="366710" y="45719"/>
                </a:lnTo>
                <a:lnTo>
                  <a:pt x="366748" y="44450"/>
                </a:lnTo>
                <a:close/>
              </a:path>
              <a:path w="402589" h="417830">
                <a:moveTo>
                  <a:pt x="402344" y="280681"/>
                </a:moveTo>
                <a:lnTo>
                  <a:pt x="401186" y="280681"/>
                </a:lnTo>
                <a:lnTo>
                  <a:pt x="400696" y="282049"/>
                </a:lnTo>
                <a:lnTo>
                  <a:pt x="402344" y="280681"/>
                </a:lnTo>
                <a:close/>
              </a:path>
              <a:path w="402589" h="417830">
                <a:moveTo>
                  <a:pt x="64401" y="153506"/>
                </a:moveTo>
                <a:lnTo>
                  <a:pt x="62229" y="161088"/>
                </a:lnTo>
                <a:lnTo>
                  <a:pt x="63438" y="157479"/>
                </a:lnTo>
                <a:lnTo>
                  <a:pt x="64401" y="153506"/>
                </a:lnTo>
                <a:close/>
              </a:path>
              <a:path w="402589" h="417830">
                <a:moveTo>
                  <a:pt x="55509" y="45719"/>
                </a:moveTo>
                <a:lnTo>
                  <a:pt x="49616" y="45719"/>
                </a:lnTo>
                <a:lnTo>
                  <a:pt x="54950" y="46989"/>
                </a:lnTo>
                <a:lnTo>
                  <a:pt x="65631" y="54609"/>
                </a:lnTo>
                <a:lnTo>
                  <a:pt x="69619" y="60959"/>
                </a:lnTo>
                <a:lnTo>
                  <a:pt x="74419" y="76200"/>
                </a:lnTo>
                <a:lnTo>
                  <a:pt x="75207" y="85089"/>
                </a:lnTo>
                <a:lnTo>
                  <a:pt x="75207" y="100329"/>
                </a:lnTo>
                <a:lnTo>
                  <a:pt x="74572" y="106679"/>
                </a:lnTo>
                <a:lnTo>
                  <a:pt x="73606" y="114300"/>
                </a:lnTo>
                <a:lnTo>
                  <a:pt x="73302" y="115569"/>
                </a:lnTo>
                <a:lnTo>
                  <a:pt x="72844" y="118109"/>
                </a:lnTo>
                <a:lnTo>
                  <a:pt x="72719" y="119071"/>
                </a:lnTo>
                <a:lnTo>
                  <a:pt x="72676" y="119393"/>
                </a:lnTo>
                <a:lnTo>
                  <a:pt x="64401" y="153506"/>
                </a:lnTo>
                <a:lnTo>
                  <a:pt x="74174" y="119393"/>
                </a:lnTo>
                <a:lnTo>
                  <a:pt x="75654" y="113029"/>
                </a:lnTo>
                <a:lnTo>
                  <a:pt x="76411" y="106679"/>
                </a:lnTo>
                <a:lnTo>
                  <a:pt x="76691" y="101600"/>
                </a:lnTo>
                <a:lnTo>
                  <a:pt x="76632" y="90169"/>
                </a:lnTo>
                <a:lnTo>
                  <a:pt x="64589" y="52069"/>
                </a:lnTo>
                <a:lnTo>
                  <a:pt x="55509" y="45719"/>
                </a:lnTo>
                <a:close/>
              </a:path>
              <a:path w="402589" h="417830">
                <a:moveTo>
                  <a:pt x="185116" y="29289"/>
                </a:moveTo>
                <a:lnTo>
                  <a:pt x="184711" y="29289"/>
                </a:lnTo>
                <a:lnTo>
                  <a:pt x="184795" y="30479"/>
                </a:lnTo>
                <a:lnTo>
                  <a:pt x="184122" y="30479"/>
                </a:lnTo>
                <a:lnTo>
                  <a:pt x="201165" y="49529"/>
                </a:lnTo>
                <a:lnTo>
                  <a:pt x="202303" y="48259"/>
                </a:lnTo>
                <a:lnTo>
                  <a:pt x="201191" y="48259"/>
                </a:lnTo>
                <a:lnTo>
                  <a:pt x="186125" y="30479"/>
                </a:lnTo>
                <a:lnTo>
                  <a:pt x="184795" y="30479"/>
                </a:lnTo>
                <a:lnTo>
                  <a:pt x="184711" y="29289"/>
                </a:lnTo>
                <a:lnTo>
                  <a:pt x="185116" y="29289"/>
                </a:lnTo>
                <a:close/>
              </a:path>
              <a:path w="402589" h="417830">
                <a:moveTo>
                  <a:pt x="217643" y="29289"/>
                </a:moveTo>
                <a:lnTo>
                  <a:pt x="217265" y="29289"/>
                </a:lnTo>
                <a:lnTo>
                  <a:pt x="201191" y="48259"/>
                </a:lnTo>
                <a:lnTo>
                  <a:pt x="202303" y="48259"/>
                </a:lnTo>
                <a:lnTo>
                  <a:pt x="218234" y="30479"/>
                </a:lnTo>
                <a:lnTo>
                  <a:pt x="217548" y="30479"/>
                </a:lnTo>
                <a:lnTo>
                  <a:pt x="217643" y="29289"/>
                </a:lnTo>
                <a:close/>
              </a:path>
              <a:path w="402589" h="417830">
                <a:moveTo>
                  <a:pt x="42466" y="36865"/>
                </a:moveTo>
                <a:lnTo>
                  <a:pt x="39074" y="36865"/>
                </a:lnTo>
                <a:lnTo>
                  <a:pt x="36306" y="39369"/>
                </a:lnTo>
                <a:lnTo>
                  <a:pt x="32623" y="43179"/>
                </a:lnTo>
                <a:lnTo>
                  <a:pt x="31099" y="46838"/>
                </a:lnTo>
                <a:lnTo>
                  <a:pt x="31036" y="46989"/>
                </a:lnTo>
                <a:lnTo>
                  <a:pt x="32535" y="46989"/>
                </a:lnTo>
                <a:lnTo>
                  <a:pt x="32984" y="46838"/>
                </a:lnTo>
                <a:lnTo>
                  <a:pt x="32369" y="45719"/>
                </a:lnTo>
                <a:lnTo>
                  <a:pt x="32204" y="45719"/>
                </a:lnTo>
                <a:lnTo>
                  <a:pt x="33653" y="45240"/>
                </a:lnTo>
                <a:lnTo>
                  <a:pt x="34262" y="44450"/>
                </a:lnTo>
                <a:lnTo>
                  <a:pt x="37627" y="40639"/>
                </a:lnTo>
                <a:lnTo>
                  <a:pt x="40002" y="39369"/>
                </a:lnTo>
                <a:lnTo>
                  <a:pt x="42961" y="38100"/>
                </a:lnTo>
                <a:lnTo>
                  <a:pt x="42590" y="37199"/>
                </a:lnTo>
                <a:lnTo>
                  <a:pt x="42466" y="36865"/>
                </a:lnTo>
                <a:close/>
              </a:path>
              <a:path w="402589" h="417830">
                <a:moveTo>
                  <a:pt x="33653" y="45240"/>
                </a:moveTo>
                <a:lnTo>
                  <a:pt x="32204" y="45719"/>
                </a:lnTo>
                <a:lnTo>
                  <a:pt x="32369" y="45719"/>
                </a:lnTo>
                <a:lnTo>
                  <a:pt x="32984" y="46838"/>
                </a:lnTo>
                <a:lnTo>
                  <a:pt x="33284" y="45719"/>
                </a:lnTo>
                <a:lnTo>
                  <a:pt x="33653" y="45240"/>
                </a:lnTo>
                <a:close/>
              </a:path>
              <a:path w="402589" h="417830">
                <a:moveTo>
                  <a:pt x="49819" y="44450"/>
                </a:moveTo>
                <a:lnTo>
                  <a:pt x="36040" y="44450"/>
                </a:lnTo>
                <a:lnTo>
                  <a:pt x="33653" y="45240"/>
                </a:lnTo>
                <a:lnTo>
                  <a:pt x="33284" y="45719"/>
                </a:lnTo>
                <a:lnTo>
                  <a:pt x="33094" y="46838"/>
                </a:lnTo>
                <a:lnTo>
                  <a:pt x="36294" y="45719"/>
                </a:lnTo>
                <a:lnTo>
                  <a:pt x="55509" y="45719"/>
                </a:lnTo>
                <a:lnTo>
                  <a:pt x="49819" y="44450"/>
                </a:lnTo>
                <a:close/>
              </a:path>
              <a:path w="402589" h="417830">
                <a:moveTo>
                  <a:pt x="366697" y="44450"/>
                </a:moveTo>
                <a:lnTo>
                  <a:pt x="366710" y="45719"/>
                </a:lnTo>
                <a:lnTo>
                  <a:pt x="367192" y="45719"/>
                </a:lnTo>
                <a:lnTo>
                  <a:pt x="366697" y="44450"/>
                </a:lnTo>
                <a:close/>
              </a:path>
              <a:path w="402589" h="417830">
                <a:moveTo>
                  <a:pt x="366748" y="44450"/>
                </a:moveTo>
                <a:lnTo>
                  <a:pt x="367192" y="45719"/>
                </a:lnTo>
                <a:lnTo>
                  <a:pt x="367472" y="45719"/>
                </a:lnTo>
                <a:lnTo>
                  <a:pt x="366748" y="44450"/>
                </a:lnTo>
                <a:close/>
              </a:path>
              <a:path w="402589" h="417830">
                <a:moveTo>
                  <a:pt x="367548" y="44450"/>
                </a:moveTo>
                <a:lnTo>
                  <a:pt x="366748" y="44450"/>
                </a:lnTo>
                <a:lnTo>
                  <a:pt x="367472" y="45719"/>
                </a:lnTo>
                <a:lnTo>
                  <a:pt x="367548" y="44450"/>
                </a:lnTo>
                <a:close/>
              </a:path>
              <a:path w="402589" h="417830">
                <a:moveTo>
                  <a:pt x="368246" y="44450"/>
                </a:moveTo>
                <a:lnTo>
                  <a:pt x="367548" y="44450"/>
                </a:lnTo>
                <a:lnTo>
                  <a:pt x="367472" y="45719"/>
                </a:lnTo>
                <a:lnTo>
                  <a:pt x="368170" y="45719"/>
                </a:lnTo>
                <a:lnTo>
                  <a:pt x="368246" y="44450"/>
                </a:lnTo>
                <a:close/>
              </a:path>
              <a:path w="402589" h="417830">
                <a:moveTo>
                  <a:pt x="319309" y="5079"/>
                </a:moveTo>
                <a:lnTo>
                  <a:pt x="313116" y="5079"/>
                </a:lnTo>
                <a:lnTo>
                  <a:pt x="316202" y="6350"/>
                </a:lnTo>
                <a:lnTo>
                  <a:pt x="319215" y="7650"/>
                </a:lnTo>
                <a:lnTo>
                  <a:pt x="320367" y="8889"/>
                </a:lnTo>
                <a:lnTo>
                  <a:pt x="320990" y="8889"/>
                </a:lnTo>
                <a:lnTo>
                  <a:pt x="359013" y="38100"/>
                </a:lnTo>
                <a:lnTo>
                  <a:pt x="362773" y="40639"/>
                </a:lnTo>
                <a:lnTo>
                  <a:pt x="364716" y="43179"/>
                </a:lnTo>
                <a:lnTo>
                  <a:pt x="366227" y="44450"/>
                </a:lnTo>
                <a:lnTo>
                  <a:pt x="367967" y="44450"/>
                </a:lnTo>
                <a:lnTo>
                  <a:pt x="365694" y="41909"/>
                </a:lnTo>
                <a:lnTo>
                  <a:pt x="363662" y="39369"/>
                </a:lnTo>
                <a:lnTo>
                  <a:pt x="361750" y="38100"/>
                </a:lnTo>
                <a:lnTo>
                  <a:pt x="359433" y="38100"/>
                </a:lnTo>
                <a:lnTo>
                  <a:pt x="359732" y="37199"/>
                </a:lnTo>
                <a:lnTo>
                  <a:pt x="359843" y="36865"/>
                </a:lnTo>
                <a:lnTo>
                  <a:pt x="351668" y="30479"/>
                </a:lnTo>
                <a:lnTo>
                  <a:pt x="322355" y="7909"/>
                </a:lnTo>
                <a:lnTo>
                  <a:pt x="319309" y="5079"/>
                </a:lnTo>
                <a:close/>
              </a:path>
              <a:path w="402589" h="417830">
                <a:moveTo>
                  <a:pt x="99857" y="0"/>
                </a:moveTo>
                <a:lnTo>
                  <a:pt x="87106" y="0"/>
                </a:lnTo>
                <a:lnTo>
                  <a:pt x="80336" y="7650"/>
                </a:lnTo>
                <a:lnTo>
                  <a:pt x="42466" y="36865"/>
                </a:lnTo>
                <a:lnTo>
                  <a:pt x="42923" y="38100"/>
                </a:lnTo>
                <a:lnTo>
                  <a:pt x="42886" y="36865"/>
                </a:lnTo>
                <a:lnTo>
                  <a:pt x="44816" y="36865"/>
                </a:lnTo>
                <a:lnTo>
                  <a:pt x="81366" y="8889"/>
                </a:lnTo>
                <a:lnTo>
                  <a:pt x="82134" y="7650"/>
                </a:lnTo>
                <a:lnTo>
                  <a:pt x="88478" y="1270"/>
                </a:lnTo>
                <a:lnTo>
                  <a:pt x="101750" y="1270"/>
                </a:lnTo>
                <a:lnTo>
                  <a:pt x="99857" y="0"/>
                </a:lnTo>
                <a:close/>
              </a:path>
              <a:path w="402589" h="417830">
                <a:moveTo>
                  <a:pt x="44816" y="36865"/>
                </a:moveTo>
                <a:lnTo>
                  <a:pt x="42886" y="36865"/>
                </a:lnTo>
                <a:lnTo>
                  <a:pt x="42923" y="38100"/>
                </a:lnTo>
                <a:lnTo>
                  <a:pt x="43203" y="38100"/>
                </a:lnTo>
                <a:lnTo>
                  <a:pt x="44816" y="36865"/>
                </a:lnTo>
                <a:close/>
              </a:path>
              <a:path w="402589" h="417830">
                <a:moveTo>
                  <a:pt x="359892" y="36865"/>
                </a:moveTo>
                <a:lnTo>
                  <a:pt x="359433" y="38100"/>
                </a:lnTo>
                <a:lnTo>
                  <a:pt x="361750" y="38100"/>
                </a:lnTo>
                <a:lnTo>
                  <a:pt x="359892" y="36865"/>
                </a:lnTo>
                <a:close/>
              </a:path>
              <a:path w="402589" h="417830">
                <a:moveTo>
                  <a:pt x="101750" y="1270"/>
                </a:moveTo>
                <a:lnTo>
                  <a:pt x="97838" y="1270"/>
                </a:lnTo>
                <a:lnTo>
                  <a:pt x="99489" y="2539"/>
                </a:lnTo>
                <a:lnTo>
                  <a:pt x="101178" y="2539"/>
                </a:lnTo>
                <a:lnTo>
                  <a:pt x="102956" y="3809"/>
                </a:lnTo>
                <a:lnTo>
                  <a:pt x="116329" y="8889"/>
                </a:lnTo>
                <a:lnTo>
                  <a:pt x="128686" y="13969"/>
                </a:lnTo>
                <a:lnTo>
                  <a:pt x="137614" y="17779"/>
                </a:lnTo>
                <a:lnTo>
                  <a:pt x="145311" y="20319"/>
                </a:lnTo>
                <a:lnTo>
                  <a:pt x="154709" y="24129"/>
                </a:lnTo>
                <a:lnTo>
                  <a:pt x="161991" y="26669"/>
                </a:lnTo>
                <a:lnTo>
                  <a:pt x="169388" y="27939"/>
                </a:lnTo>
                <a:lnTo>
                  <a:pt x="176754" y="29289"/>
                </a:lnTo>
                <a:lnTo>
                  <a:pt x="182420" y="30479"/>
                </a:lnTo>
                <a:lnTo>
                  <a:pt x="184122" y="30479"/>
                </a:lnTo>
                <a:lnTo>
                  <a:pt x="184669" y="29289"/>
                </a:lnTo>
                <a:lnTo>
                  <a:pt x="182811" y="29289"/>
                </a:lnTo>
                <a:lnTo>
                  <a:pt x="176630" y="27939"/>
                </a:lnTo>
                <a:lnTo>
                  <a:pt x="169774" y="26669"/>
                </a:lnTo>
                <a:lnTo>
                  <a:pt x="162446" y="25400"/>
                </a:lnTo>
                <a:lnTo>
                  <a:pt x="155217" y="22859"/>
                </a:lnTo>
                <a:lnTo>
                  <a:pt x="150556" y="21589"/>
                </a:lnTo>
                <a:lnTo>
                  <a:pt x="143266" y="17779"/>
                </a:lnTo>
                <a:lnTo>
                  <a:pt x="138313" y="16509"/>
                </a:lnTo>
                <a:lnTo>
                  <a:pt x="136268" y="15239"/>
                </a:lnTo>
                <a:lnTo>
                  <a:pt x="134173" y="13969"/>
                </a:lnTo>
                <a:lnTo>
                  <a:pt x="125041" y="10159"/>
                </a:lnTo>
                <a:lnTo>
                  <a:pt x="108823" y="3809"/>
                </a:lnTo>
                <a:lnTo>
                  <a:pt x="101750" y="1270"/>
                </a:lnTo>
                <a:close/>
              </a:path>
              <a:path w="402589" h="417830">
                <a:moveTo>
                  <a:pt x="217686" y="29289"/>
                </a:moveTo>
                <a:lnTo>
                  <a:pt x="217548" y="30479"/>
                </a:lnTo>
                <a:lnTo>
                  <a:pt x="218234" y="30479"/>
                </a:lnTo>
                <a:lnTo>
                  <a:pt x="217686" y="29289"/>
                </a:lnTo>
                <a:close/>
              </a:path>
              <a:path w="402589" h="417830">
                <a:moveTo>
                  <a:pt x="225588" y="29289"/>
                </a:moveTo>
                <a:lnTo>
                  <a:pt x="217686" y="29289"/>
                </a:lnTo>
                <a:lnTo>
                  <a:pt x="218234" y="30479"/>
                </a:lnTo>
                <a:lnTo>
                  <a:pt x="219910" y="30479"/>
                </a:lnTo>
                <a:lnTo>
                  <a:pt x="225588" y="29289"/>
                </a:lnTo>
                <a:close/>
              </a:path>
              <a:path w="402589" h="417830">
                <a:moveTo>
                  <a:pt x="317942" y="3809"/>
                </a:moveTo>
                <a:lnTo>
                  <a:pt x="302308" y="3809"/>
                </a:lnTo>
                <a:lnTo>
                  <a:pt x="298282" y="5079"/>
                </a:lnTo>
                <a:lnTo>
                  <a:pt x="291792" y="6350"/>
                </a:lnTo>
                <a:lnTo>
                  <a:pt x="276781" y="11429"/>
                </a:lnTo>
                <a:lnTo>
                  <a:pt x="268272" y="13969"/>
                </a:lnTo>
                <a:lnTo>
                  <a:pt x="266145" y="15239"/>
                </a:lnTo>
                <a:lnTo>
                  <a:pt x="264081" y="16509"/>
                </a:lnTo>
                <a:lnTo>
                  <a:pt x="259788" y="17779"/>
                </a:lnTo>
                <a:lnTo>
                  <a:pt x="252041" y="21589"/>
                </a:lnTo>
                <a:lnTo>
                  <a:pt x="235138" y="26669"/>
                </a:lnTo>
                <a:lnTo>
                  <a:pt x="225588" y="29289"/>
                </a:lnTo>
                <a:lnTo>
                  <a:pt x="225386" y="29289"/>
                </a:lnTo>
                <a:lnTo>
                  <a:pt x="240354" y="26669"/>
                </a:lnTo>
                <a:lnTo>
                  <a:pt x="247634" y="24129"/>
                </a:lnTo>
                <a:lnTo>
                  <a:pt x="257032" y="20319"/>
                </a:lnTo>
                <a:lnTo>
                  <a:pt x="264640" y="17779"/>
                </a:lnTo>
                <a:lnTo>
                  <a:pt x="268716" y="15239"/>
                </a:lnTo>
                <a:lnTo>
                  <a:pt x="277264" y="12700"/>
                </a:lnTo>
                <a:lnTo>
                  <a:pt x="288465" y="8889"/>
                </a:lnTo>
                <a:lnTo>
                  <a:pt x="294327" y="7650"/>
                </a:lnTo>
                <a:lnTo>
                  <a:pt x="298638" y="6350"/>
                </a:lnTo>
                <a:lnTo>
                  <a:pt x="302549" y="6350"/>
                </a:lnTo>
                <a:lnTo>
                  <a:pt x="305889" y="5079"/>
                </a:lnTo>
                <a:lnTo>
                  <a:pt x="319309" y="5079"/>
                </a:lnTo>
                <a:lnTo>
                  <a:pt x="317942" y="3809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1930438" y="946250"/>
            <a:ext cx="182245" cy="210185"/>
          </a:xfrm>
          <a:custGeom>
            <a:avLst/>
            <a:gdLst/>
            <a:ahLst/>
            <a:cxnLst/>
            <a:rect l="l" t="t" r="r" b="b"/>
            <a:pathLst>
              <a:path w="182244" h="210184">
                <a:moveTo>
                  <a:pt x="135229" y="0"/>
                </a:moveTo>
                <a:lnTo>
                  <a:pt x="0" y="0"/>
                </a:lnTo>
                <a:lnTo>
                  <a:pt x="0" y="209778"/>
                </a:lnTo>
                <a:lnTo>
                  <a:pt x="8324" y="198372"/>
                </a:lnTo>
                <a:lnTo>
                  <a:pt x="17973" y="190774"/>
                </a:lnTo>
                <a:lnTo>
                  <a:pt x="35132" y="183569"/>
                </a:lnTo>
                <a:lnTo>
                  <a:pt x="65989" y="173342"/>
                </a:lnTo>
                <a:lnTo>
                  <a:pt x="89649" y="163927"/>
                </a:lnTo>
                <a:lnTo>
                  <a:pt x="103778" y="156173"/>
                </a:lnTo>
                <a:lnTo>
                  <a:pt x="113991" y="145926"/>
                </a:lnTo>
                <a:lnTo>
                  <a:pt x="125907" y="129032"/>
                </a:lnTo>
                <a:lnTo>
                  <a:pt x="141274" y="136791"/>
                </a:lnTo>
                <a:lnTo>
                  <a:pt x="181952" y="88607"/>
                </a:lnTo>
                <a:lnTo>
                  <a:pt x="157105" y="48282"/>
                </a:lnTo>
                <a:lnTo>
                  <a:pt x="143956" y="25611"/>
                </a:lnTo>
                <a:lnTo>
                  <a:pt x="138124" y="12285"/>
                </a:lnTo>
                <a:lnTo>
                  <a:pt x="135229" y="0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940318" y="1000835"/>
            <a:ext cx="57150" cy="18415"/>
          </a:xfrm>
          <a:custGeom>
            <a:avLst/>
            <a:gdLst/>
            <a:ahLst/>
            <a:cxnLst/>
            <a:rect l="l" t="t" r="r" b="b"/>
            <a:pathLst>
              <a:path w="57150" h="18415">
                <a:moveTo>
                  <a:pt x="266" y="12052"/>
                </a:moveTo>
                <a:lnTo>
                  <a:pt x="12" y="12077"/>
                </a:lnTo>
                <a:lnTo>
                  <a:pt x="266" y="12052"/>
                </a:lnTo>
                <a:close/>
              </a:path>
              <a:path w="57150" h="18415">
                <a:moveTo>
                  <a:pt x="6375" y="18161"/>
                </a:moveTo>
                <a:lnTo>
                  <a:pt x="6007" y="18262"/>
                </a:lnTo>
                <a:lnTo>
                  <a:pt x="6172" y="18262"/>
                </a:lnTo>
                <a:lnTo>
                  <a:pt x="6375" y="18161"/>
                </a:lnTo>
                <a:close/>
              </a:path>
              <a:path w="57150" h="18415">
                <a:moveTo>
                  <a:pt x="14566" y="13296"/>
                </a:moveTo>
                <a:lnTo>
                  <a:pt x="14490" y="13144"/>
                </a:lnTo>
                <a:lnTo>
                  <a:pt x="14300" y="13220"/>
                </a:lnTo>
                <a:lnTo>
                  <a:pt x="14452" y="13309"/>
                </a:lnTo>
                <a:close/>
              </a:path>
              <a:path w="57150" h="18415">
                <a:moveTo>
                  <a:pt x="24612" y="14770"/>
                </a:moveTo>
                <a:lnTo>
                  <a:pt x="24536" y="14528"/>
                </a:lnTo>
                <a:lnTo>
                  <a:pt x="24422" y="14795"/>
                </a:lnTo>
                <a:lnTo>
                  <a:pt x="24434" y="15201"/>
                </a:lnTo>
                <a:lnTo>
                  <a:pt x="24599" y="15430"/>
                </a:lnTo>
                <a:lnTo>
                  <a:pt x="24549" y="15151"/>
                </a:lnTo>
                <a:lnTo>
                  <a:pt x="24612" y="14770"/>
                </a:lnTo>
                <a:close/>
              </a:path>
              <a:path w="57150" h="18415">
                <a:moveTo>
                  <a:pt x="25425" y="685"/>
                </a:moveTo>
                <a:lnTo>
                  <a:pt x="25400" y="508"/>
                </a:lnTo>
                <a:lnTo>
                  <a:pt x="25425" y="685"/>
                </a:lnTo>
                <a:close/>
              </a:path>
              <a:path w="57150" h="18415">
                <a:moveTo>
                  <a:pt x="25527" y="15303"/>
                </a:moveTo>
                <a:lnTo>
                  <a:pt x="25298" y="15113"/>
                </a:lnTo>
                <a:lnTo>
                  <a:pt x="25336" y="15379"/>
                </a:lnTo>
                <a:lnTo>
                  <a:pt x="25527" y="15303"/>
                </a:lnTo>
                <a:close/>
              </a:path>
              <a:path w="57150" h="18415">
                <a:moveTo>
                  <a:pt x="26352" y="14363"/>
                </a:moveTo>
                <a:lnTo>
                  <a:pt x="26174" y="14414"/>
                </a:lnTo>
                <a:lnTo>
                  <a:pt x="26174" y="14541"/>
                </a:lnTo>
                <a:lnTo>
                  <a:pt x="26352" y="14439"/>
                </a:lnTo>
                <a:close/>
              </a:path>
              <a:path w="57150" h="18415">
                <a:moveTo>
                  <a:pt x="28384" y="76"/>
                </a:moveTo>
                <a:lnTo>
                  <a:pt x="28244" y="0"/>
                </a:lnTo>
                <a:lnTo>
                  <a:pt x="28384" y="76"/>
                </a:lnTo>
                <a:close/>
              </a:path>
              <a:path w="57150" h="18415">
                <a:moveTo>
                  <a:pt x="29108" y="11226"/>
                </a:moveTo>
                <a:lnTo>
                  <a:pt x="28917" y="11442"/>
                </a:lnTo>
                <a:lnTo>
                  <a:pt x="28867" y="11252"/>
                </a:lnTo>
                <a:lnTo>
                  <a:pt x="28752" y="11684"/>
                </a:lnTo>
                <a:lnTo>
                  <a:pt x="28854" y="12344"/>
                </a:lnTo>
                <a:lnTo>
                  <a:pt x="28232" y="12268"/>
                </a:lnTo>
                <a:lnTo>
                  <a:pt x="28130" y="12598"/>
                </a:lnTo>
                <a:lnTo>
                  <a:pt x="28130" y="12788"/>
                </a:lnTo>
                <a:lnTo>
                  <a:pt x="28282" y="13322"/>
                </a:lnTo>
                <a:lnTo>
                  <a:pt x="28689" y="13055"/>
                </a:lnTo>
                <a:lnTo>
                  <a:pt x="28867" y="12598"/>
                </a:lnTo>
                <a:lnTo>
                  <a:pt x="29044" y="11849"/>
                </a:lnTo>
                <a:lnTo>
                  <a:pt x="29006" y="11404"/>
                </a:lnTo>
                <a:lnTo>
                  <a:pt x="29108" y="11226"/>
                </a:lnTo>
                <a:close/>
              </a:path>
              <a:path w="57150" h="18415">
                <a:moveTo>
                  <a:pt x="29527" y="0"/>
                </a:moveTo>
                <a:lnTo>
                  <a:pt x="29375" y="76"/>
                </a:lnTo>
                <a:lnTo>
                  <a:pt x="29527" y="177"/>
                </a:lnTo>
                <a:lnTo>
                  <a:pt x="29527" y="0"/>
                </a:lnTo>
                <a:close/>
              </a:path>
              <a:path w="57150" h="18415">
                <a:moveTo>
                  <a:pt x="31648" y="13398"/>
                </a:moveTo>
                <a:lnTo>
                  <a:pt x="31534" y="13157"/>
                </a:lnTo>
                <a:lnTo>
                  <a:pt x="31432" y="12954"/>
                </a:lnTo>
                <a:lnTo>
                  <a:pt x="31140" y="12928"/>
                </a:lnTo>
                <a:lnTo>
                  <a:pt x="31140" y="13677"/>
                </a:lnTo>
                <a:lnTo>
                  <a:pt x="31254" y="13525"/>
                </a:lnTo>
                <a:lnTo>
                  <a:pt x="31356" y="13246"/>
                </a:lnTo>
                <a:lnTo>
                  <a:pt x="31648" y="13398"/>
                </a:lnTo>
                <a:close/>
              </a:path>
              <a:path w="57150" h="18415">
                <a:moveTo>
                  <a:pt x="31800" y="10706"/>
                </a:moveTo>
                <a:lnTo>
                  <a:pt x="31775" y="10528"/>
                </a:lnTo>
                <a:lnTo>
                  <a:pt x="31724" y="10769"/>
                </a:lnTo>
                <a:close/>
              </a:path>
              <a:path w="57150" h="18415">
                <a:moveTo>
                  <a:pt x="32499" y="13106"/>
                </a:moveTo>
                <a:lnTo>
                  <a:pt x="32461" y="13284"/>
                </a:lnTo>
                <a:lnTo>
                  <a:pt x="32499" y="13106"/>
                </a:lnTo>
                <a:close/>
              </a:path>
              <a:path w="57150" h="18415">
                <a:moveTo>
                  <a:pt x="33045" y="17983"/>
                </a:moveTo>
                <a:lnTo>
                  <a:pt x="32905" y="18046"/>
                </a:lnTo>
                <a:lnTo>
                  <a:pt x="33045" y="17983"/>
                </a:lnTo>
                <a:close/>
              </a:path>
              <a:path w="57150" h="18415">
                <a:moveTo>
                  <a:pt x="35179" y="14046"/>
                </a:moveTo>
                <a:lnTo>
                  <a:pt x="35052" y="13677"/>
                </a:lnTo>
                <a:lnTo>
                  <a:pt x="35013" y="13919"/>
                </a:lnTo>
                <a:lnTo>
                  <a:pt x="35179" y="14046"/>
                </a:lnTo>
                <a:close/>
              </a:path>
              <a:path w="57150" h="18415">
                <a:moveTo>
                  <a:pt x="35814" y="5422"/>
                </a:moveTo>
                <a:lnTo>
                  <a:pt x="35648" y="5435"/>
                </a:lnTo>
                <a:lnTo>
                  <a:pt x="35763" y="5600"/>
                </a:lnTo>
                <a:lnTo>
                  <a:pt x="35814" y="5422"/>
                </a:lnTo>
                <a:close/>
              </a:path>
              <a:path w="57150" h="18415">
                <a:moveTo>
                  <a:pt x="36169" y="7150"/>
                </a:moveTo>
                <a:lnTo>
                  <a:pt x="36169" y="7467"/>
                </a:lnTo>
                <a:lnTo>
                  <a:pt x="36169" y="7150"/>
                </a:lnTo>
                <a:close/>
              </a:path>
              <a:path w="57150" h="18415">
                <a:moveTo>
                  <a:pt x="37947" y="12661"/>
                </a:moveTo>
                <a:lnTo>
                  <a:pt x="37807" y="13093"/>
                </a:lnTo>
                <a:lnTo>
                  <a:pt x="37947" y="12661"/>
                </a:lnTo>
                <a:close/>
              </a:path>
              <a:path w="57150" h="18415">
                <a:moveTo>
                  <a:pt x="38557" y="13208"/>
                </a:moveTo>
                <a:lnTo>
                  <a:pt x="38417" y="13208"/>
                </a:lnTo>
                <a:lnTo>
                  <a:pt x="38557" y="13309"/>
                </a:lnTo>
                <a:close/>
              </a:path>
              <a:path w="57150" h="18415">
                <a:moveTo>
                  <a:pt x="38862" y="12915"/>
                </a:moveTo>
                <a:lnTo>
                  <a:pt x="38811" y="12700"/>
                </a:lnTo>
                <a:lnTo>
                  <a:pt x="38684" y="12814"/>
                </a:lnTo>
                <a:lnTo>
                  <a:pt x="38862" y="12915"/>
                </a:lnTo>
                <a:close/>
              </a:path>
              <a:path w="57150" h="18415">
                <a:moveTo>
                  <a:pt x="39649" y="8470"/>
                </a:moveTo>
                <a:lnTo>
                  <a:pt x="39611" y="8343"/>
                </a:lnTo>
                <a:lnTo>
                  <a:pt x="39433" y="8369"/>
                </a:lnTo>
                <a:lnTo>
                  <a:pt x="39649" y="8470"/>
                </a:lnTo>
                <a:close/>
              </a:path>
              <a:path w="57150" h="18415">
                <a:moveTo>
                  <a:pt x="39776" y="13779"/>
                </a:moveTo>
                <a:lnTo>
                  <a:pt x="39573" y="13703"/>
                </a:lnTo>
                <a:lnTo>
                  <a:pt x="39344" y="13665"/>
                </a:lnTo>
                <a:lnTo>
                  <a:pt x="39166" y="13563"/>
                </a:lnTo>
                <a:lnTo>
                  <a:pt x="39204" y="13766"/>
                </a:lnTo>
                <a:lnTo>
                  <a:pt x="39700" y="13830"/>
                </a:lnTo>
                <a:close/>
              </a:path>
              <a:path w="57150" h="18415">
                <a:moveTo>
                  <a:pt x="40830" y="13309"/>
                </a:moveTo>
                <a:lnTo>
                  <a:pt x="40690" y="13360"/>
                </a:lnTo>
                <a:lnTo>
                  <a:pt x="40830" y="13309"/>
                </a:lnTo>
                <a:close/>
              </a:path>
              <a:path w="57150" h="18415">
                <a:moveTo>
                  <a:pt x="41224" y="4279"/>
                </a:moveTo>
                <a:lnTo>
                  <a:pt x="41084" y="4165"/>
                </a:lnTo>
                <a:lnTo>
                  <a:pt x="40932" y="4394"/>
                </a:lnTo>
                <a:lnTo>
                  <a:pt x="41224" y="4279"/>
                </a:lnTo>
                <a:close/>
              </a:path>
              <a:path w="57150" h="18415">
                <a:moveTo>
                  <a:pt x="41833" y="16713"/>
                </a:moveTo>
                <a:lnTo>
                  <a:pt x="41643" y="15582"/>
                </a:lnTo>
                <a:lnTo>
                  <a:pt x="41224" y="14643"/>
                </a:lnTo>
                <a:lnTo>
                  <a:pt x="41300" y="13779"/>
                </a:lnTo>
                <a:lnTo>
                  <a:pt x="41109" y="13779"/>
                </a:lnTo>
                <a:lnTo>
                  <a:pt x="41249" y="14871"/>
                </a:lnTo>
                <a:lnTo>
                  <a:pt x="41490" y="15836"/>
                </a:lnTo>
                <a:lnTo>
                  <a:pt x="41833" y="16713"/>
                </a:lnTo>
                <a:close/>
              </a:path>
              <a:path w="57150" h="18415">
                <a:moveTo>
                  <a:pt x="44145" y="9258"/>
                </a:moveTo>
                <a:lnTo>
                  <a:pt x="43865" y="9182"/>
                </a:lnTo>
                <a:lnTo>
                  <a:pt x="43726" y="9067"/>
                </a:lnTo>
                <a:lnTo>
                  <a:pt x="43903" y="9296"/>
                </a:lnTo>
                <a:lnTo>
                  <a:pt x="44145" y="9258"/>
                </a:lnTo>
                <a:close/>
              </a:path>
              <a:path w="57150" h="18415">
                <a:moveTo>
                  <a:pt x="45199" y="16865"/>
                </a:moveTo>
                <a:lnTo>
                  <a:pt x="44996" y="16979"/>
                </a:lnTo>
                <a:lnTo>
                  <a:pt x="45046" y="17297"/>
                </a:lnTo>
                <a:lnTo>
                  <a:pt x="45148" y="16916"/>
                </a:lnTo>
                <a:close/>
              </a:path>
              <a:path w="57150" h="18415">
                <a:moveTo>
                  <a:pt x="45618" y="5308"/>
                </a:moveTo>
                <a:lnTo>
                  <a:pt x="45427" y="5168"/>
                </a:lnTo>
                <a:lnTo>
                  <a:pt x="45212" y="5194"/>
                </a:lnTo>
                <a:lnTo>
                  <a:pt x="45618" y="5308"/>
                </a:lnTo>
                <a:close/>
              </a:path>
              <a:path w="57150" h="18415">
                <a:moveTo>
                  <a:pt x="45885" y="16916"/>
                </a:moveTo>
                <a:lnTo>
                  <a:pt x="45681" y="16306"/>
                </a:lnTo>
                <a:lnTo>
                  <a:pt x="45440" y="16510"/>
                </a:lnTo>
                <a:lnTo>
                  <a:pt x="45199" y="16865"/>
                </a:lnTo>
                <a:lnTo>
                  <a:pt x="45580" y="16497"/>
                </a:lnTo>
                <a:lnTo>
                  <a:pt x="45885" y="16916"/>
                </a:lnTo>
                <a:close/>
              </a:path>
              <a:path w="57150" h="18415">
                <a:moveTo>
                  <a:pt x="45935" y="5067"/>
                </a:moveTo>
                <a:lnTo>
                  <a:pt x="45758" y="4927"/>
                </a:lnTo>
                <a:lnTo>
                  <a:pt x="45758" y="5067"/>
                </a:lnTo>
                <a:lnTo>
                  <a:pt x="45935" y="5067"/>
                </a:lnTo>
                <a:close/>
              </a:path>
              <a:path w="57150" h="18415">
                <a:moveTo>
                  <a:pt x="46355" y="5422"/>
                </a:moveTo>
                <a:lnTo>
                  <a:pt x="46329" y="5270"/>
                </a:lnTo>
                <a:lnTo>
                  <a:pt x="46012" y="5397"/>
                </a:lnTo>
                <a:lnTo>
                  <a:pt x="46355" y="5422"/>
                </a:lnTo>
                <a:close/>
              </a:path>
              <a:path w="57150" h="18415">
                <a:moveTo>
                  <a:pt x="46901" y="6019"/>
                </a:moveTo>
                <a:lnTo>
                  <a:pt x="46570" y="6057"/>
                </a:lnTo>
                <a:lnTo>
                  <a:pt x="46901" y="6019"/>
                </a:lnTo>
                <a:close/>
              </a:path>
              <a:path w="57150" h="18415">
                <a:moveTo>
                  <a:pt x="51231" y="11480"/>
                </a:moveTo>
                <a:lnTo>
                  <a:pt x="50965" y="11226"/>
                </a:lnTo>
                <a:lnTo>
                  <a:pt x="51168" y="11620"/>
                </a:lnTo>
                <a:lnTo>
                  <a:pt x="51231" y="11480"/>
                </a:lnTo>
                <a:close/>
              </a:path>
              <a:path w="57150" h="18415">
                <a:moveTo>
                  <a:pt x="51282" y="13208"/>
                </a:moveTo>
                <a:lnTo>
                  <a:pt x="51206" y="13385"/>
                </a:lnTo>
                <a:lnTo>
                  <a:pt x="51282" y="13208"/>
                </a:lnTo>
                <a:close/>
              </a:path>
              <a:path w="57150" h="18415">
                <a:moveTo>
                  <a:pt x="52044" y="5308"/>
                </a:moveTo>
                <a:lnTo>
                  <a:pt x="51943" y="5067"/>
                </a:lnTo>
                <a:lnTo>
                  <a:pt x="51777" y="5105"/>
                </a:lnTo>
                <a:lnTo>
                  <a:pt x="51727" y="5359"/>
                </a:lnTo>
                <a:lnTo>
                  <a:pt x="52044" y="5308"/>
                </a:lnTo>
                <a:close/>
              </a:path>
              <a:path w="57150" h="18415">
                <a:moveTo>
                  <a:pt x="52336" y="16649"/>
                </a:moveTo>
                <a:lnTo>
                  <a:pt x="52095" y="16649"/>
                </a:lnTo>
                <a:lnTo>
                  <a:pt x="52336" y="16878"/>
                </a:lnTo>
                <a:lnTo>
                  <a:pt x="52336" y="16649"/>
                </a:lnTo>
                <a:close/>
              </a:path>
              <a:path w="57150" h="18415">
                <a:moveTo>
                  <a:pt x="54521" y="14249"/>
                </a:moveTo>
                <a:lnTo>
                  <a:pt x="54381" y="14287"/>
                </a:lnTo>
                <a:lnTo>
                  <a:pt x="54406" y="14414"/>
                </a:lnTo>
                <a:lnTo>
                  <a:pt x="54521" y="14249"/>
                </a:lnTo>
                <a:close/>
              </a:path>
              <a:path w="57150" h="18415">
                <a:moveTo>
                  <a:pt x="54698" y="9791"/>
                </a:moveTo>
                <a:lnTo>
                  <a:pt x="54444" y="9728"/>
                </a:lnTo>
                <a:lnTo>
                  <a:pt x="54571" y="9969"/>
                </a:lnTo>
                <a:lnTo>
                  <a:pt x="54457" y="9779"/>
                </a:lnTo>
                <a:lnTo>
                  <a:pt x="54660" y="9931"/>
                </a:lnTo>
                <a:lnTo>
                  <a:pt x="54698" y="9791"/>
                </a:lnTo>
                <a:close/>
              </a:path>
              <a:path w="57150" h="18415">
                <a:moveTo>
                  <a:pt x="55562" y="8369"/>
                </a:moveTo>
                <a:lnTo>
                  <a:pt x="55422" y="8128"/>
                </a:lnTo>
                <a:lnTo>
                  <a:pt x="55384" y="8343"/>
                </a:lnTo>
                <a:lnTo>
                  <a:pt x="55562" y="8369"/>
                </a:lnTo>
                <a:close/>
              </a:path>
              <a:path w="57150" h="18415">
                <a:moveTo>
                  <a:pt x="55841" y="8242"/>
                </a:moveTo>
                <a:lnTo>
                  <a:pt x="55702" y="8077"/>
                </a:lnTo>
                <a:lnTo>
                  <a:pt x="55753" y="8293"/>
                </a:lnTo>
                <a:close/>
              </a:path>
              <a:path w="57150" h="18415">
                <a:moveTo>
                  <a:pt x="56337" y="18008"/>
                </a:moveTo>
                <a:lnTo>
                  <a:pt x="55803" y="18135"/>
                </a:lnTo>
                <a:lnTo>
                  <a:pt x="55994" y="18122"/>
                </a:lnTo>
                <a:lnTo>
                  <a:pt x="56210" y="18122"/>
                </a:lnTo>
                <a:lnTo>
                  <a:pt x="56337" y="18008"/>
                </a:lnTo>
                <a:close/>
              </a:path>
              <a:path w="57150" h="18415">
                <a:moveTo>
                  <a:pt x="56578" y="5245"/>
                </a:moveTo>
                <a:lnTo>
                  <a:pt x="56095" y="5270"/>
                </a:lnTo>
                <a:lnTo>
                  <a:pt x="56489" y="5397"/>
                </a:lnTo>
                <a:lnTo>
                  <a:pt x="56578" y="52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946325" y="1018996"/>
            <a:ext cx="48895" cy="28575"/>
          </a:xfrm>
          <a:custGeom>
            <a:avLst/>
            <a:gdLst/>
            <a:ahLst/>
            <a:cxnLst/>
            <a:rect l="l" t="t" r="r" b="b"/>
            <a:pathLst>
              <a:path w="48894" h="28575">
                <a:moveTo>
                  <a:pt x="368" y="0"/>
                </a:moveTo>
                <a:lnTo>
                  <a:pt x="0" y="101"/>
                </a:lnTo>
                <a:lnTo>
                  <a:pt x="165" y="101"/>
                </a:lnTo>
                <a:lnTo>
                  <a:pt x="368" y="0"/>
                </a:lnTo>
                <a:close/>
              </a:path>
              <a:path w="48894" h="28575">
                <a:moveTo>
                  <a:pt x="5600" y="5664"/>
                </a:moveTo>
                <a:lnTo>
                  <a:pt x="5448" y="5816"/>
                </a:lnTo>
                <a:lnTo>
                  <a:pt x="5600" y="5778"/>
                </a:lnTo>
                <a:close/>
              </a:path>
              <a:path w="48894" h="28575">
                <a:moveTo>
                  <a:pt x="11430" y="11290"/>
                </a:moveTo>
                <a:lnTo>
                  <a:pt x="11176" y="11391"/>
                </a:lnTo>
                <a:lnTo>
                  <a:pt x="11366" y="11341"/>
                </a:lnTo>
                <a:close/>
              </a:path>
              <a:path w="48894" h="28575">
                <a:moveTo>
                  <a:pt x="15354" y="24155"/>
                </a:moveTo>
                <a:lnTo>
                  <a:pt x="15290" y="24015"/>
                </a:lnTo>
                <a:lnTo>
                  <a:pt x="15163" y="24066"/>
                </a:lnTo>
                <a:lnTo>
                  <a:pt x="15036" y="24218"/>
                </a:lnTo>
                <a:lnTo>
                  <a:pt x="15125" y="24345"/>
                </a:lnTo>
                <a:lnTo>
                  <a:pt x="15354" y="24155"/>
                </a:lnTo>
                <a:close/>
              </a:path>
              <a:path w="48894" h="28575">
                <a:moveTo>
                  <a:pt x="16776" y="19786"/>
                </a:moveTo>
                <a:lnTo>
                  <a:pt x="16484" y="19723"/>
                </a:lnTo>
                <a:lnTo>
                  <a:pt x="16484" y="19850"/>
                </a:lnTo>
                <a:lnTo>
                  <a:pt x="16611" y="19875"/>
                </a:lnTo>
                <a:lnTo>
                  <a:pt x="16776" y="19786"/>
                </a:lnTo>
                <a:close/>
              </a:path>
              <a:path w="48894" h="28575">
                <a:moveTo>
                  <a:pt x="16802" y="24104"/>
                </a:moveTo>
                <a:lnTo>
                  <a:pt x="16751" y="23901"/>
                </a:lnTo>
                <a:lnTo>
                  <a:pt x="16713" y="24041"/>
                </a:lnTo>
                <a:close/>
              </a:path>
              <a:path w="48894" h="28575">
                <a:moveTo>
                  <a:pt x="16852" y="24726"/>
                </a:moveTo>
                <a:lnTo>
                  <a:pt x="16713" y="24726"/>
                </a:lnTo>
                <a:lnTo>
                  <a:pt x="16751" y="24866"/>
                </a:lnTo>
                <a:lnTo>
                  <a:pt x="16852" y="24726"/>
                </a:lnTo>
                <a:close/>
              </a:path>
              <a:path w="48894" h="28575">
                <a:moveTo>
                  <a:pt x="17310" y="23152"/>
                </a:moveTo>
                <a:lnTo>
                  <a:pt x="17233" y="23368"/>
                </a:lnTo>
                <a:lnTo>
                  <a:pt x="17310" y="23152"/>
                </a:lnTo>
                <a:close/>
              </a:path>
              <a:path w="48894" h="28575">
                <a:moveTo>
                  <a:pt x="17386" y="23431"/>
                </a:moveTo>
                <a:lnTo>
                  <a:pt x="17348" y="23761"/>
                </a:lnTo>
                <a:lnTo>
                  <a:pt x="17386" y="23431"/>
                </a:lnTo>
                <a:close/>
              </a:path>
              <a:path w="48894" h="28575">
                <a:moveTo>
                  <a:pt x="18148" y="24587"/>
                </a:moveTo>
                <a:lnTo>
                  <a:pt x="18046" y="24345"/>
                </a:lnTo>
                <a:lnTo>
                  <a:pt x="17995" y="24523"/>
                </a:lnTo>
                <a:lnTo>
                  <a:pt x="18148" y="24587"/>
                </a:lnTo>
                <a:close/>
              </a:path>
              <a:path w="48894" h="28575">
                <a:moveTo>
                  <a:pt x="18211" y="24155"/>
                </a:moveTo>
                <a:lnTo>
                  <a:pt x="17995" y="24041"/>
                </a:lnTo>
                <a:lnTo>
                  <a:pt x="18046" y="24180"/>
                </a:lnTo>
                <a:lnTo>
                  <a:pt x="18211" y="24155"/>
                </a:lnTo>
                <a:close/>
              </a:path>
              <a:path w="48894" h="28575">
                <a:moveTo>
                  <a:pt x="18656" y="20599"/>
                </a:moveTo>
                <a:lnTo>
                  <a:pt x="18453" y="20599"/>
                </a:lnTo>
                <a:lnTo>
                  <a:pt x="18173" y="20548"/>
                </a:lnTo>
                <a:lnTo>
                  <a:pt x="18021" y="20624"/>
                </a:lnTo>
                <a:lnTo>
                  <a:pt x="18656" y="20599"/>
                </a:lnTo>
                <a:close/>
              </a:path>
              <a:path w="48894" h="28575">
                <a:moveTo>
                  <a:pt x="18681" y="22263"/>
                </a:moveTo>
                <a:lnTo>
                  <a:pt x="18567" y="22136"/>
                </a:lnTo>
                <a:lnTo>
                  <a:pt x="18630" y="22466"/>
                </a:lnTo>
                <a:lnTo>
                  <a:pt x="18681" y="22263"/>
                </a:lnTo>
                <a:close/>
              </a:path>
              <a:path w="48894" h="28575">
                <a:moveTo>
                  <a:pt x="18681" y="10439"/>
                </a:moveTo>
                <a:lnTo>
                  <a:pt x="18491" y="10515"/>
                </a:lnTo>
                <a:lnTo>
                  <a:pt x="18643" y="10591"/>
                </a:lnTo>
                <a:lnTo>
                  <a:pt x="18681" y="10439"/>
                </a:lnTo>
                <a:close/>
              </a:path>
              <a:path w="48894" h="28575">
                <a:moveTo>
                  <a:pt x="19469" y="8572"/>
                </a:moveTo>
                <a:lnTo>
                  <a:pt x="19405" y="7988"/>
                </a:lnTo>
                <a:lnTo>
                  <a:pt x="19405" y="7315"/>
                </a:lnTo>
                <a:lnTo>
                  <a:pt x="19291" y="6642"/>
                </a:lnTo>
                <a:lnTo>
                  <a:pt x="19316" y="7277"/>
                </a:lnTo>
                <a:lnTo>
                  <a:pt x="19304" y="7899"/>
                </a:lnTo>
                <a:lnTo>
                  <a:pt x="19469" y="8572"/>
                </a:lnTo>
                <a:close/>
              </a:path>
              <a:path w="48894" h="28575">
                <a:moveTo>
                  <a:pt x="19494" y="24942"/>
                </a:moveTo>
                <a:lnTo>
                  <a:pt x="19418" y="24638"/>
                </a:lnTo>
                <a:lnTo>
                  <a:pt x="19227" y="25019"/>
                </a:lnTo>
                <a:lnTo>
                  <a:pt x="19418" y="24942"/>
                </a:lnTo>
                <a:close/>
              </a:path>
              <a:path w="48894" h="28575">
                <a:moveTo>
                  <a:pt x="20104" y="24371"/>
                </a:moveTo>
                <a:lnTo>
                  <a:pt x="19926" y="24523"/>
                </a:lnTo>
                <a:lnTo>
                  <a:pt x="20104" y="24371"/>
                </a:lnTo>
                <a:close/>
              </a:path>
              <a:path w="48894" h="28575">
                <a:moveTo>
                  <a:pt x="20104" y="2730"/>
                </a:moveTo>
                <a:lnTo>
                  <a:pt x="19926" y="2794"/>
                </a:lnTo>
                <a:lnTo>
                  <a:pt x="20066" y="2908"/>
                </a:lnTo>
                <a:lnTo>
                  <a:pt x="20104" y="2730"/>
                </a:lnTo>
                <a:close/>
              </a:path>
              <a:path w="48894" h="28575">
                <a:moveTo>
                  <a:pt x="20281" y="20599"/>
                </a:moveTo>
                <a:lnTo>
                  <a:pt x="19913" y="20650"/>
                </a:lnTo>
                <a:lnTo>
                  <a:pt x="19240" y="20535"/>
                </a:lnTo>
                <a:lnTo>
                  <a:pt x="18935" y="20675"/>
                </a:lnTo>
                <a:lnTo>
                  <a:pt x="19278" y="20650"/>
                </a:lnTo>
                <a:lnTo>
                  <a:pt x="19850" y="20751"/>
                </a:lnTo>
                <a:lnTo>
                  <a:pt x="20281" y="20599"/>
                </a:lnTo>
                <a:close/>
              </a:path>
              <a:path w="48894" h="28575">
                <a:moveTo>
                  <a:pt x="22491" y="5791"/>
                </a:moveTo>
                <a:lnTo>
                  <a:pt x="22352" y="5854"/>
                </a:lnTo>
                <a:lnTo>
                  <a:pt x="22237" y="6896"/>
                </a:lnTo>
                <a:lnTo>
                  <a:pt x="22225" y="8026"/>
                </a:lnTo>
                <a:lnTo>
                  <a:pt x="22313" y="8839"/>
                </a:lnTo>
                <a:lnTo>
                  <a:pt x="22326" y="7632"/>
                </a:lnTo>
                <a:lnTo>
                  <a:pt x="22377" y="6985"/>
                </a:lnTo>
                <a:lnTo>
                  <a:pt x="22491" y="5816"/>
                </a:lnTo>
                <a:close/>
              </a:path>
              <a:path w="48894" h="28575">
                <a:moveTo>
                  <a:pt x="23063" y="2654"/>
                </a:moveTo>
                <a:lnTo>
                  <a:pt x="22771" y="2578"/>
                </a:lnTo>
                <a:lnTo>
                  <a:pt x="22745" y="2743"/>
                </a:lnTo>
                <a:lnTo>
                  <a:pt x="22923" y="2870"/>
                </a:lnTo>
                <a:lnTo>
                  <a:pt x="22948" y="2679"/>
                </a:lnTo>
                <a:close/>
              </a:path>
              <a:path w="48894" h="28575">
                <a:moveTo>
                  <a:pt x="26200" y="14859"/>
                </a:moveTo>
                <a:lnTo>
                  <a:pt x="26060" y="15214"/>
                </a:lnTo>
                <a:lnTo>
                  <a:pt x="26200" y="15201"/>
                </a:lnTo>
                <a:lnTo>
                  <a:pt x="26200" y="14859"/>
                </a:lnTo>
                <a:close/>
              </a:path>
              <a:path w="48894" h="28575">
                <a:moveTo>
                  <a:pt x="27127" y="6248"/>
                </a:moveTo>
                <a:lnTo>
                  <a:pt x="26974" y="6248"/>
                </a:lnTo>
                <a:lnTo>
                  <a:pt x="27089" y="6388"/>
                </a:lnTo>
                <a:lnTo>
                  <a:pt x="27127" y="6248"/>
                </a:lnTo>
                <a:close/>
              </a:path>
              <a:path w="48894" h="28575">
                <a:moveTo>
                  <a:pt x="27546" y="10845"/>
                </a:moveTo>
                <a:lnTo>
                  <a:pt x="27305" y="10985"/>
                </a:lnTo>
                <a:lnTo>
                  <a:pt x="27432" y="11087"/>
                </a:lnTo>
                <a:lnTo>
                  <a:pt x="27546" y="10845"/>
                </a:lnTo>
                <a:close/>
              </a:path>
              <a:path w="48894" h="28575">
                <a:moveTo>
                  <a:pt x="28511" y="18592"/>
                </a:moveTo>
                <a:lnTo>
                  <a:pt x="28295" y="17068"/>
                </a:lnTo>
                <a:lnTo>
                  <a:pt x="28079" y="15062"/>
                </a:lnTo>
                <a:lnTo>
                  <a:pt x="28079" y="13385"/>
                </a:lnTo>
                <a:lnTo>
                  <a:pt x="28041" y="15201"/>
                </a:lnTo>
                <a:lnTo>
                  <a:pt x="28181" y="17056"/>
                </a:lnTo>
                <a:lnTo>
                  <a:pt x="28511" y="18592"/>
                </a:lnTo>
                <a:close/>
              </a:path>
              <a:path w="48894" h="28575">
                <a:moveTo>
                  <a:pt x="31153" y="13106"/>
                </a:moveTo>
                <a:lnTo>
                  <a:pt x="30937" y="13144"/>
                </a:lnTo>
                <a:lnTo>
                  <a:pt x="30975" y="13284"/>
                </a:lnTo>
                <a:lnTo>
                  <a:pt x="31153" y="13106"/>
                </a:lnTo>
                <a:close/>
              </a:path>
              <a:path w="48894" h="28575">
                <a:moveTo>
                  <a:pt x="31305" y="12242"/>
                </a:moveTo>
                <a:lnTo>
                  <a:pt x="30924" y="11887"/>
                </a:lnTo>
                <a:lnTo>
                  <a:pt x="30314" y="12293"/>
                </a:lnTo>
                <a:lnTo>
                  <a:pt x="30264" y="12725"/>
                </a:lnTo>
                <a:lnTo>
                  <a:pt x="30518" y="12458"/>
                </a:lnTo>
                <a:lnTo>
                  <a:pt x="30721" y="12065"/>
                </a:lnTo>
                <a:lnTo>
                  <a:pt x="31305" y="12242"/>
                </a:lnTo>
                <a:close/>
              </a:path>
              <a:path w="48894" h="28575">
                <a:moveTo>
                  <a:pt x="32854" y="7988"/>
                </a:moveTo>
                <a:lnTo>
                  <a:pt x="32715" y="8674"/>
                </a:lnTo>
                <a:lnTo>
                  <a:pt x="32550" y="9563"/>
                </a:lnTo>
                <a:lnTo>
                  <a:pt x="32613" y="10350"/>
                </a:lnTo>
                <a:lnTo>
                  <a:pt x="32600" y="9588"/>
                </a:lnTo>
                <a:lnTo>
                  <a:pt x="32829" y="8674"/>
                </a:lnTo>
                <a:lnTo>
                  <a:pt x="32854" y="7988"/>
                </a:lnTo>
                <a:close/>
              </a:path>
              <a:path w="48894" h="28575">
                <a:moveTo>
                  <a:pt x="33680" y="19723"/>
                </a:moveTo>
                <a:lnTo>
                  <a:pt x="33147" y="19558"/>
                </a:lnTo>
                <a:lnTo>
                  <a:pt x="33083" y="19405"/>
                </a:lnTo>
                <a:lnTo>
                  <a:pt x="33121" y="19659"/>
                </a:lnTo>
                <a:lnTo>
                  <a:pt x="33324" y="19723"/>
                </a:lnTo>
                <a:lnTo>
                  <a:pt x="33528" y="19773"/>
                </a:lnTo>
                <a:lnTo>
                  <a:pt x="33680" y="19723"/>
                </a:lnTo>
                <a:close/>
              </a:path>
              <a:path w="48894" h="28575">
                <a:moveTo>
                  <a:pt x="34429" y="19786"/>
                </a:moveTo>
                <a:lnTo>
                  <a:pt x="34226" y="19685"/>
                </a:lnTo>
                <a:lnTo>
                  <a:pt x="34074" y="19761"/>
                </a:lnTo>
                <a:lnTo>
                  <a:pt x="34429" y="19786"/>
                </a:lnTo>
                <a:close/>
              </a:path>
              <a:path w="48894" h="28575">
                <a:moveTo>
                  <a:pt x="34925" y="19164"/>
                </a:moveTo>
                <a:lnTo>
                  <a:pt x="34861" y="18986"/>
                </a:lnTo>
                <a:lnTo>
                  <a:pt x="34709" y="19011"/>
                </a:lnTo>
                <a:lnTo>
                  <a:pt x="34709" y="19138"/>
                </a:lnTo>
                <a:lnTo>
                  <a:pt x="34925" y="19164"/>
                </a:lnTo>
                <a:close/>
              </a:path>
              <a:path w="48894" h="28575">
                <a:moveTo>
                  <a:pt x="35534" y="17106"/>
                </a:moveTo>
                <a:lnTo>
                  <a:pt x="35356" y="17843"/>
                </a:lnTo>
                <a:lnTo>
                  <a:pt x="35394" y="17970"/>
                </a:lnTo>
                <a:lnTo>
                  <a:pt x="35509" y="17551"/>
                </a:lnTo>
                <a:lnTo>
                  <a:pt x="35534" y="17106"/>
                </a:lnTo>
                <a:close/>
              </a:path>
              <a:path w="48894" h="28575">
                <a:moveTo>
                  <a:pt x="35598" y="16370"/>
                </a:moveTo>
                <a:lnTo>
                  <a:pt x="35433" y="16192"/>
                </a:lnTo>
                <a:lnTo>
                  <a:pt x="35496" y="16332"/>
                </a:lnTo>
                <a:lnTo>
                  <a:pt x="35471" y="16751"/>
                </a:lnTo>
                <a:lnTo>
                  <a:pt x="35547" y="17005"/>
                </a:lnTo>
                <a:lnTo>
                  <a:pt x="35572" y="16738"/>
                </a:lnTo>
                <a:lnTo>
                  <a:pt x="35598" y="16370"/>
                </a:lnTo>
                <a:close/>
              </a:path>
              <a:path w="48894" h="28575">
                <a:moveTo>
                  <a:pt x="36017" y="19621"/>
                </a:moveTo>
                <a:lnTo>
                  <a:pt x="35674" y="19545"/>
                </a:lnTo>
                <a:lnTo>
                  <a:pt x="35267" y="19519"/>
                </a:lnTo>
                <a:lnTo>
                  <a:pt x="35166" y="19202"/>
                </a:lnTo>
                <a:lnTo>
                  <a:pt x="35026" y="19202"/>
                </a:lnTo>
                <a:lnTo>
                  <a:pt x="35026" y="19405"/>
                </a:lnTo>
                <a:lnTo>
                  <a:pt x="35039" y="19583"/>
                </a:lnTo>
                <a:lnTo>
                  <a:pt x="35217" y="19621"/>
                </a:lnTo>
                <a:lnTo>
                  <a:pt x="35750" y="19824"/>
                </a:lnTo>
                <a:lnTo>
                  <a:pt x="35864" y="19621"/>
                </a:lnTo>
                <a:lnTo>
                  <a:pt x="36017" y="19621"/>
                </a:lnTo>
                <a:close/>
              </a:path>
              <a:path w="48894" h="28575">
                <a:moveTo>
                  <a:pt x="37084" y="26784"/>
                </a:moveTo>
                <a:lnTo>
                  <a:pt x="37007" y="26225"/>
                </a:lnTo>
                <a:lnTo>
                  <a:pt x="37033" y="26974"/>
                </a:lnTo>
                <a:lnTo>
                  <a:pt x="36944" y="27990"/>
                </a:lnTo>
                <a:lnTo>
                  <a:pt x="37033" y="28562"/>
                </a:lnTo>
                <a:lnTo>
                  <a:pt x="37007" y="27825"/>
                </a:lnTo>
                <a:lnTo>
                  <a:pt x="37084" y="26784"/>
                </a:lnTo>
                <a:close/>
              </a:path>
              <a:path w="48894" h="28575">
                <a:moveTo>
                  <a:pt x="37426" y="20002"/>
                </a:moveTo>
                <a:lnTo>
                  <a:pt x="37249" y="20091"/>
                </a:lnTo>
                <a:lnTo>
                  <a:pt x="37426" y="20205"/>
                </a:lnTo>
                <a:lnTo>
                  <a:pt x="37426" y="20002"/>
                </a:lnTo>
                <a:close/>
              </a:path>
              <a:path w="48894" h="28575">
                <a:moveTo>
                  <a:pt x="39281" y="13246"/>
                </a:moveTo>
                <a:lnTo>
                  <a:pt x="39065" y="12877"/>
                </a:lnTo>
                <a:lnTo>
                  <a:pt x="39065" y="13131"/>
                </a:lnTo>
                <a:lnTo>
                  <a:pt x="39281" y="13246"/>
                </a:lnTo>
                <a:close/>
              </a:path>
              <a:path w="48894" h="28575">
                <a:moveTo>
                  <a:pt x="39725" y="14198"/>
                </a:moveTo>
                <a:lnTo>
                  <a:pt x="39598" y="14135"/>
                </a:lnTo>
                <a:lnTo>
                  <a:pt x="39522" y="14363"/>
                </a:lnTo>
                <a:lnTo>
                  <a:pt x="39624" y="14211"/>
                </a:lnTo>
                <a:close/>
              </a:path>
              <a:path w="48894" h="28575">
                <a:moveTo>
                  <a:pt x="39814" y="14744"/>
                </a:moveTo>
                <a:lnTo>
                  <a:pt x="39712" y="14274"/>
                </a:lnTo>
                <a:lnTo>
                  <a:pt x="39585" y="14300"/>
                </a:lnTo>
                <a:lnTo>
                  <a:pt x="39535" y="14566"/>
                </a:lnTo>
                <a:lnTo>
                  <a:pt x="39814" y="14744"/>
                </a:lnTo>
                <a:close/>
              </a:path>
              <a:path w="48894" h="28575">
                <a:moveTo>
                  <a:pt x="40627" y="12801"/>
                </a:moveTo>
                <a:lnTo>
                  <a:pt x="40487" y="13144"/>
                </a:lnTo>
                <a:lnTo>
                  <a:pt x="40297" y="13398"/>
                </a:lnTo>
                <a:lnTo>
                  <a:pt x="40093" y="13665"/>
                </a:lnTo>
                <a:lnTo>
                  <a:pt x="40373" y="13703"/>
                </a:lnTo>
                <a:lnTo>
                  <a:pt x="40487" y="13423"/>
                </a:lnTo>
                <a:lnTo>
                  <a:pt x="40449" y="13271"/>
                </a:lnTo>
                <a:lnTo>
                  <a:pt x="40589" y="13271"/>
                </a:lnTo>
                <a:lnTo>
                  <a:pt x="40627" y="12814"/>
                </a:lnTo>
                <a:close/>
              </a:path>
              <a:path w="48894" h="28575">
                <a:moveTo>
                  <a:pt x="44119" y="469"/>
                </a:moveTo>
                <a:lnTo>
                  <a:pt x="43916" y="495"/>
                </a:lnTo>
                <a:lnTo>
                  <a:pt x="44056" y="571"/>
                </a:lnTo>
                <a:close/>
              </a:path>
              <a:path w="48894" h="28575">
                <a:moveTo>
                  <a:pt x="48475" y="685"/>
                </a:moveTo>
                <a:lnTo>
                  <a:pt x="48336" y="622"/>
                </a:lnTo>
                <a:lnTo>
                  <a:pt x="48475" y="685"/>
                </a:lnTo>
                <a:close/>
              </a:path>
              <a:path w="48894" h="28575">
                <a:moveTo>
                  <a:pt x="48882" y="254"/>
                </a:moveTo>
                <a:lnTo>
                  <a:pt x="48209" y="177"/>
                </a:lnTo>
                <a:lnTo>
                  <a:pt x="48412" y="241"/>
                </a:lnTo>
                <a:lnTo>
                  <a:pt x="48615" y="254"/>
                </a:lnTo>
                <a:lnTo>
                  <a:pt x="48882" y="2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938083" y="1000797"/>
            <a:ext cx="62865" cy="50165"/>
          </a:xfrm>
          <a:custGeom>
            <a:avLst/>
            <a:gdLst/>
            <a:ahLst/>
            <a:cxnLst/>
            <a:rect l="l" t="t" r="r" b="b"/>
            <a:pathLst>
              <a:path w="62864" h="50165">
                <a:moveTo>
                  <a:pt x="1320" y="5854"/>
                </a:moveTo>
                <a:close/>
              </a:path>
              <a:path w="62864" h="50165">
                <a:moveTo>
                  <a:pt x="1397" y="8775"/>
                </a:moveTo>
                <a:lnTo>
                  <a:pt x="762" y="8140"/>
                </a:lnTo>
                <a:lnTo>
                  <a:pt x="990" y="8521"/>
                </a:lnTo>
                <a:lnTo>
                  <a:pt x="1092" y="8775"/>
                </a:lnTo>
                <a:lnTo>
                  <a:pt x="1397" y="8775"/>
                </a:lnTo>
                <a:close/>
              </a:path>
              <a:path w="62864" h="50165">
                <a:moveTo>
                  <a:pt x="1549" y="6616"/>
                </a:moveTo>
                <a:lnTo>
                  <a:pt x="1511" y="6362"/>
                </a:lnTo>
                <a:lnTo>
                  <a:pt x="1371" y="6362"/>
                </a:lnTo>
                <a:lnTo>
                  <a:pt x="1498" y="6273"/>
                </a:lnTo>
                <a:lnTo>
                  <a:pt x="1485" y="6108"/>
                </a:lnTo>
                <a:lnTo>
                  <a:pt x="1358" y="5930"/>
                </a:lnTo>
                <a:lnTo>
                  <a:pt x="1231" y="5854"/>
                </a:lnTo>
                <a:lnTo>
                  <a:pt x="0" y="5854"/>
                </a:lnTo>
                <a:lnTo>
                  <a:pt x="76" y="6108"/>
                </a:lnTo>
                <a:lnTo>
                  <a:pt x="152" y="6362"/>
                </a:lnTo>
                <a:lnTo>
                  <a:pt x="228" y="6616"/>
                </a:lnTo>
                <a:lnTo>
                  <a:pt x="279" y="6870"/>
                </a:lnTo>
                <a:lnTo>
                  <a:pt x="393" y="7378"/>
                </a:lnTo>
                <a:lnTo>
                  <a:pt x="495" y="7886"/>
                </a:lnTo>
                <a:lnTo>
                  <a:pt x="762" y="8140"/>
                </a:lnTo>
                <a:lnTo>
                  <a:pt x="673" y="7632"/>
                </a:lnTo>
                <a:lnTo>
                  <a:pt x="584" y="7378"/>
                </a:lnTo>
                <a:lnTo>
                  <a:pt x="495" y="7124"/>
                </a:lnTo>
                <a:lnTo>
                  <a:pt x="876" y="7378"/>
                </a:lnTo>
                <a:lnTo>
                  <a:pt x="1028" y="7124"/>
                </a:lnTo>
                <a:lnTo>
                  <a:pt x="1104" y="6870"/>
                </a:lnTo>
                <a:lnTo>
                  <a:pt x="850" y="6870"/>
                </a:lnTo>
                <a:lnTo>
                  <a:pt x="812" y="6616"/>
                </a:lnTo>
                <a:lnTo>
                  <a:pt x="1193" y="6616"/>
                </a:lnTo>
                <a:lnTo>
                  <a:pt x="1435" y="6616"/>
                </a:lnTo>
                <a:close/>
              </a:path>
              <a:path w="62864" h="50165">
                <a:moveTo>
                  <a:pt x="1562" y="6870"/>
                </a:moveTo>
                <a:lnTo>
                  <a:pt x="1371" y="6807"/>
                </a:lnTo>
                <a:lnTo>
                  <a:pt x="1206" y="6743"/>
                </a:lnTo>
                <a:lnTo>
                  <a:pt x="1104" y="6870"/>
                </a:lnTo>
                <a:lnTo>
                  <a:pt x="1257" y="6870"/>
                </a:lnTo>
                <a:lnTo>
                  <a:pt x="1422" y="6870"/>
                </a:lnTo>
                <a:lnTo>
                  <a:pt x="1562" y="6870"/>
                </a:lnTo>
                <a:close/>
              </a:path>
              <a:path w="62864" h="50165">
                <a:moveTo>
                  <a:pt x="1612" y="14490"/>
                </a:moveTo>
                <a:lnTo>
                  <a:pt x="1384" y="14871"/>
                </a:lnTo>
                <a:lnTo>
                  <a:pt x="1511" y="14871"/>
                </a:lnTo>
                <a:lnTo>
                  <a:pt x="1612" y="14490"/>
                </a:lnTo>
                <a:close/>
              </a:path>
              <a:path w="62864" h="50165">
                <a:moveTo>
                  <a:pt x="1701" y="15379"/>
                </a:moveTo>
                <a:lnTo>
                  <a:pt x="1473" y="15125"/>
                </a:lnTo>
                <a:lnTo>
                  <a:pt x="1409" y="15379"/>
                </a:lnTo>
                <a:lnTo>
                  <a:pt x="1574" y="15519"/>
                </a:lnTo>
                <a:lnTo>
                  <a:pt x="1701" y="15379"/>
                </a:lnTo>
                <a:close/>
              </a:path>
              <a:path w="62864" h="50165">
                <a:moveTo>
                  <a:pt x="1727" y="6108"/>
                </a:moveTo>
                <a:lnTo>
                  <a:pt x="1460" y="5981"/>
                </a:lnTo>
                <a:lnTo>
                  <a:pt x="1485" y="6108"/>
                </a:lnTo>
                <a:lnTo>
                  <a:pt x="1727" y="6108"/>
                </a:lnTo>
                <a:close/>
              </a:path>
              <a:path w="62864" h="50165">
                <a:moveTo>
                  <a:pt x="3543" y="18681"/>
                </a:moveTo>
                <a:lnTo>
                  <a:pt x="3505" y="18554"/>
                </a:lnTo>
                <a:lnTo>
                  <a:pt x="3302" y="18554"/>
                </a:lnTo>
                <a:lnTo>
                  <a:pt x="3543" y="18681"/>
                </a:lnTo>
                <a:close/>
              </a:path>
              <a:path w="62864" h="50165">
                <a:moveTo>
                  <a:pt x="5943" y="17665"/>
                </a:moveTo>
                <a:lnTo>
                  <a:pt x="5537" y="18046"/>
                </a:lnTo>
                <a:lnTo>
                  <a:pt x="5880" y="18046"/>
                </a:lnTo>
                <a:lnTo>
                  <a:pt x="5943" y="17665"/>
                </a:lnTo>
                <a:close/>
              </a:path>
              <a:path w="62864" h="50165">
                <a:moveTo>
                  <a:pt x="6527" y="20586"/>
                </a:moveTo>
                <a:lnTo>
                  <a:pt x="6197" y="20840"/>
                </a:lnTo>
                <a:lnTo>
                  <a:pt x="6413" y="20840"/>
                </a:lnTo>
                <a:lnTo>
                  <a:pt x="6527" y="20586"/>
                </a:lnTo>
                <a:close/>
              </a:path>
              <a:path w="62864" h="50165">
                <a:moveTo>
                  <a:pt x="7099" y="18808"/>
                </a:moveTo>
                <a:lnTo>
                  <a:pt x="6946" y="18808"/>
                </a:lnTo>
                <a:lnTo>
                  <a:pt x="6832" y="18948"/>
                </a:lnTo>
                <a:lnTo>
                  <a:pt x="7099" y="18808"/>
                </a:lnTo>
                <a:close/>
              </a:path>
              <a:path w="62864" h="50165">
                <a:moveTo>
                  <a:pt x="9690" y="27063"/>
                </a:moveTo>
                <a:lnTo>
                  <a:pt x="9372" y="26936"/>
                </a:lnTo>
                <a:lnTo>
                  <a:pt x="9271" y="26809"/>
                </a:lnTo>
                <a:lnTo>
                  <a:pt x="9182" y="26682"/>
                </a:lnTo>
                <a:lnTo>
                  <a:pt x="9004" y="26555"/>
                </a:lnTo>
                <a:lnTo>
                  <a:pt x="9093" y="26809"/>
                </a:lnTo>
                <a:lnTo>
                  <a:pt x="9169" y="26936"/>
                </a:lnTo>
                <a:lnTo>
                  <a:pt x="9690" y="27063"/>
                </a:lnTo>
                <a:close/>
              </a:path>
              <a:path w="62864" h="50165">
                <a:moveTo>
                  <a:pt x="10020" y="26428"/>
                </a:moveTo>
                <a:lnTo>
                  <a:pt x="9042" y="26428"/>
                </a:lnTo>
                <a:lnTo>
                  <a:pt x="8851" y="26428"/>
                </a:lnTo>
                <a:lnTo>
                  <a:pt x="9004" y="26555"/>
                </a:lnTo>
                <a:lnTo>
                  <a:pt x="9829" y="26682"/>
                </a:lnTo>
                <a:lnTo>
                  <a:pt x="9880" y="26809"/>
                </a:lnTo>
                <a:lnTo>
                  <a:pt x="9994" y="26555"/>
                </a:lnTo>
                <a:lnTo>
                  <a:pt x="10020" y="26428"/>
                </a:lnTo>
                <a:close/>
              </a:path>
              <a:path w="62864" h="50165">
                <a:moveTo>
                  <a:pt x="12484" y="31762"/>
                </a:moveTo>
                <a:lnTo>
                  <a:pt x="11912" y="31635"/>
                </a:lnTo>
                <a:lnTo>
                  <a:pt x="11988" y="31889"/>
                </a:lnTo>
                <a:lnTo>
                  <a:pt x="12484" y="31762"/>
                </a:lnTo>
                <a:close/>
              </a:path>
              <a:path w="62864" h="50165">
                <a:moveTo>
                  <a:pt x="12636" y="31381"/>
                </a:moveTo>
                <a:lnTo>
                  <a:pt x="12458" y="31254"/>
                </a:lnTo>
                <a:lnTo>
                  <a:pt x="12484" y="31381"/>
                </a:lnTo>
                <a:lnTo>
                  <a:pt x="12636" y="31381"/>
                </a:lnTo>
                <a:close/>
              </a:path>
              <a:path w="62864" h="50165">
                <a:moveTo>
                  <a:pt x="12738" y="30238"/>
                </a:moveTo>
                <a:lnTo>
                  <a:pt x="11747" y="30238"/>
                </a:lnTo>
                <a:lnTo>
                  <a:pt x="11811" y="31508"/>
                </a:lnTo>
                <a:lnTo>
                  <a:pt x="11887" y="31381"/>
                </a:lnTo>
                <a:lnTo>
                  <a:pt x="11976" y="31254"/>
                </a:lnTo>
                <a:lnTo>
                  <a:pt x="12065" y="31127"/>
                </a:lnTo>
                <a:lnTo>
                  <a:pt x="12141" y="31381"/>
                </a:lnTo>
                <a:lnTo>
                  <a:pt x="12446" y="31254"/>
                </a:lnTo>
                <a:lnTo>
                  <a:pt x="12420" y="31127"/>
                </a:lnTo>
                <a:lnTo>
                  <a:pt x="12306" y="30746"/>
                </a:lnTo>
                <a:lnTo>
                  <a:pt x="12611" y="30619"/>
                </a:lnTo>
                <a:lnTo>
                  <a:pt x="12700" y="30365"/>
                </a:lnTo>
                <a:lnTo>
                  <a:pt x="12738" y="30238"/>
                </a:lnTo>
                <a:close/>
              </a:path>
              <a:path w="62864" h="50165">
                <a:moveTo>
                  <a:pt x="12966" y="31000"/>
                </a:moveTo>
                <a:lnTo>
                  <a:pt x="12814" y="30873"/>
                </a:lnTo>
                <a:lnTo>
                  <a:pt x="12738" y="31000"/>
                </a:lnTo>
                <a:lnTo>
                  <a:pt x="12966" y="31000"/>
                </a:lnTo>
                <a:close/>
              </a:path>
              <a:path w="62864" h="50165">
                <a:moveTo>
                  <a:pt x="13017" y="20332"/>
                </a:moveTo>
                <a:lnTo>
                  <a:pt x="12331" y="20078"/>
                </a:lnTo>
                <a:lnTo>
                  <a:pt x="12204" y="20078"/>
                </a:lnTo>
                <a:lnTo>
                  <a:pt x="12026" y="20078"/>
                </a:lnTo>
                <a:lnTo>
                  <a:pt x="12014" y="20205"/>
                </a:lnTo>
                <a:lnTo>
                  <a:pt x="12141" y="20104"/>
                </a:lnTo>
                <a:lnTo>
                  <a:pt x="12433" y="20332"/>
                </a:lnTo>
                <a:lnTo>
                  <a:pt x="12903" y="20510"/>
                </a:lnTo>
                <a:lnTo>
                  <a:pt x="12776" y="20332"/>
                </a:lnTo>
                <a:lnTo>
                  <a:pt x="13017" y="20332"/>
                </a:lnTo>
                <a:close/>
              </a:path>
              <a:path w="62864" h="50165">
                <a:moveTo>
                  <a:pt x="13754" y="24269"/>
                </a:moveTo>
                <a:lnTo>
                  <a:pt x="13576" y="24142"/>
                </a:lnTo>
                <a:lnTo>
                  <a:pt x="13512" y="24269"/>
                </a:lnTo>
                <a:lnTo>
                  <a:pt x="13754" y="24269"/>
                </a:lnTo>
                <a:close/>
              </a:path>
              <a:path w="62864" h="50165">
                <a:moveTo>
                  <a:pt x="14528" y="23507"/>
                </a:moveTo>
                <a:lnTo>
                  <a:pt x="14262" y="23253"/>
                </a:lnTo>
                <a:lnTo>
                  <a:pt x="14262" y="23507"/>
                </a:lnTo>
                <a:lnTo>
                  <a:pt x="14528" y="23507"/>
                </a:lnTo>
                <a:close/>
              </a:path>
              <a:path w="62864" h="50165">
                <a:moveTo>
                  <a:pt x="14973" y="30238"/>
                </a:moveTo>
                <a:lnTo>
                  <a:pt x="14897" y="30111"/>
                </a:lnTo>
                <a:lnTo>
                  <a:pt x="13017" y="30111"/>
                </a:lnTo>
                <a:lnTo>
                  <a:pt x="12738" y="30238"/>
                </a:lnTo>
                <a:lnTo>
                  <a:pt x="14973" y="30238"/>
                </a:lnTo>
                <a:close/>
              </a:path>
              <a:path w="62864" h="50165">
                <a:moveTo>
                  <a:pt x="16116" y="21729"/>
                </a:moveTo>
                <a:lnTo>
                  <a:pt x="15532" y="21475"/>
                </a:lnTo>
                <a:lnTo>
                  <a:pt x="15430" y="21729"/>
                </a:lnTo>
                <a:lnTo>
                  <a:pt x="16116" y="21729"/>
                </a:lnTo>
                <a:close/>
              </a:path>
              <a:path w="62864" h="50165">
                <a:moveTo>
                  <a:pt x="16891" y="21475"/>
                </a:moveTo>
                <a:lnTo>
                  <a:pt x="16459" y="21221"/>
                </a:lnTo>
                <a:lnTo>
                  <a:pt x="16243" y="21475"/>
                </a:lnTo>
                <a:lnTo>
                  <a:pt x="16256" y="21729"/>
                </a:lnTo>
                <a:lnTo>
                  <a:pt x="16700" y="21729"/>
                </a:lnTo>
                <a:lnTo>
                  <a:pt x="16687" y="21475"/>
                </a:lnTo>
                <a:lnTo>
                  <a:pt x="16891" y="21475"/>
                </a:lnTo>
                <a:close/>
              </a:path>
              <a:path w="62864" h="50165">
                <a:moveTo>
                  <a:pt x="18503" y="12712"/>
                </a:moveTo>
                <a:lnTo>
                  <a:pt x="18453" y="12458"/>
                </a:lnTo>
                <a:lnTo>
                  <a:pt x="18135" y="12458"/>
                </a:lnTo>
                <a:lnTo>
                  <a:pt x="18249" y="12712"/>
                </a:lnTo>
                <a:lnTo>
                  <a:pt x="18478" y="12712"/>
                </a:lnTo>
                <a:close/>
              </a:path>
              <a:path w="62864" h="50165">
                <a:moveTo>
                  <a:pt x="18554" y="20078"/>
                </a:moveTo>
                <a:lnTo>
                  <a:pt x="17868" y="20078"/>
                </a:lnTo>
                <a:lnTo>
                  <a:pt x="18465" y="20256"/>
                </a:lnTo>
                <a:lnTo>
                  <a:pt x="18554" y="20078"/>
                </a:lnTo>
                <a:close/>
              </a:path>
              <a:path w="62864" h="50165">
                <a:moveTo>
                  <a:pt x="19024" y="12204"/>
                </a:moveTo>
                <a:lnTo>
                  <a:pt x="18605" y="12204"/>
                </a:lnTo>
                <a:lnTo>
                  <a:pt x="18808" y="12458"/>
                </a:lnTo>
                <a:lnTo>
                  <a:pt x="18910" y="12712"/>
                </a:lnTo>
                <a:lnTo>
                  <a:pt x="19024" y="12204"/>
                </a:lnTo>
                <a:close/>
              </a:path>
              <a:path w="62864" h="50165">
                <a:moveTo>
                  <a:pt x="19608" y="12712"/>
                </a:moveTo>
                <a:lnTo>
                  <a:pt x="19075" y="12712"/>
                </a:lnTo>
                <a:lnTo>
                  <a:pt x="19545" y="12865"/>
                </a:lnTo>
                <a:lnTo>
                  <a:pt x="19608" y="12712"/>
                </a:lnTo>
                <a:close/>
              </a:path>
              <a:path w="62864" h="50165">
                <a:moveTo>
                  <a:pt x="19621" y="21475"/>
                </a:moveTo>
                <a:lnTo>
                  <a:pt x="19380" y="21729"/>
                </a:lnTo>
                <a:lnTo>
                  <a:pt x="19329" y="21869"/>
                </a:lnTo>
                <a:lnTo>
                  <a:pt x="19583" y="21729"/>
                </a:lnTo>
                <a:lnTo>
                  <a:pt x="19621" y="21475"/>
                </a:lnTo>
                <a:close/>
              </a:path>
              <a:path w="62864" h="50165">
                <a:moveTo>
                  <a:pt x="19621" y="8521"/>
                </a:moveTo>
                <a:lnTo>
                  <a:pt x="19469" y="8521"/>
                </a:lnTo>
                <a:lnTo>
                  <a:pt x="19469" y="8775"/>
                </a:lnTo>
                <a:lnTo>
                  <a:pt x="19621" y="8521"/>
                </a:lnTo>
                <a:close/>
              </a:path>
              <a:path w="62864" h="50165">
                <a:moveTo>
                  <a:pt x="19659" y="20840"/>
                </a:moveTo>
                <a:lnTo>
                  <a:pt x="19481" y="21221"/>
                </a:lnTo>
                <a:lnTo>
                  <a:pt x="19634" y="21221"/>
                </a:lnTo>
                <a:lnTo>
                  <a:pt x="19659" y="20840"/>
                </a:lnTo>
                <a:close/>
              </a:path>
              <a:path w="62864" h="50165">
                <a:moveTo>
                  <a:pt x="19748" y="34302"/>
                </a:moveTo>
                <a:lnTo>
                  <a:pt x="19723" y="34175"/>
                </a:lnTo>
                <a:lnTo>
                  <a:pt x="19570" y="34302"/>
                </a:lnTo>
                <a:lnTo>
                  <a:pt x="19748" y="34302"/>
                </a:lnTo>
                <a:close/>
              </a:path>
              <a:path w="62864" h="50165">
                <a:moveTo>
                  <a:pt x="19761" y="29095"/>
                </a:moveTo>
                <a:lnTo>
                  <a:pt x="19596" y="29095"/>
                </a:lnTo>
                <a:lnTo>
                  <a:pt x="19621" y="29222"/>
                </a:lnTo>
                <a:lnTo>
                  <a:pt x="19761" y="29095"/>
                </a:lnTo>
                <a:close/>
              </a:path>
              <a:path w="62864" h="50165">
                <a:moveTo>
                  <a:pt x="20751" y="35572"/>
                </a:moveTo>
                <a:lnTo>
                  <a:pt x="20726" y="35445"/>
                </a:lnTo>
                <a:lnTo>
                  <a:pt x="20586" y="35572"/>
                </a:lnTo>
                <a:lnTo>
                  <a:pt x="20751" y="35572"/>
                </a:lnTo>
                <a:close/>
              </a:path>
              <a:path w="62864" h="50165">
                <a:moveTo>
                  <a:pt x="21209" y="34937"/>
                </a:moveTo>
                <a:lnTo>
                  <a:pt x="20662" y="34937"/>
                </a:lnTo>
                <a:lnTo>
                  <a:pt x="20662" y="35064"/>
                </a:lnTo>
                <a:lnTo>
                  <a:pt x="21145" y="35064"/>
                </a:lnTo>
                <a:lnTo>
                  <a:pt x="21209" y="34937"/>
                </a:lnTo>
                <a:close/>
              </a:path>
              <a:path w="62864" h="50165">
                <a:moveTo>
                  <a:pt x="21259" y="33667"/>
                </a:moveTo>
                <a:lnTo>
                  <a:pt x="21247" y="33540"/>
                </a:lnTo>
                <a:lnTo>
                  <a:pt x="21234" y="33286"/>
                </a:lnTo>
                <a:lnTo>
                  <a:pt x="20866" y="33286"/>
                </a:lnTo>
                <a:lnTo>
                  <a:pt x="20828" y="33667"/>
                </a:lnTo>
                <a:lnTo>
                  <a:pt x="21018" y="33540"/>
                </a:lnTo>
                <a:lnTo>
                  <a:pt x="21043" y="33667"/>
                </a:lnTo>
                <a:lnTo>
                  <a:pt x="21259" y="33667"/>
                </a:lnTo>
                <a:close/>
              </a:path>
              <a:path w="62864" h="50165">
                <a:moveTo>
                  <a:pt x="21285" y="35191"/>
                </a:moveTo>
                <a:lnTo>
                  <a:pt x="21094" y="35318"/>
                </a:lnTo>
                <a:lnTo>
                  <a:pt x="21120" y="35191"/>
                </a:lnTo>
                <a:lnTo>
                  <a:pt x="20675" y="35191"/>
                </a:lnTo>
                <a:lnTo>
                  <a:pt x="20726" y="35445"/>
                </a:lnTo>
                <a:lnTo>
                  <a:pt x="20904" y="35445"/>
                </a:lnTo>
                <a:lnTo>
                  <a:pt x="21069" y="35445"/>
                </a:lnTo>
                <a:lnTo>
                  <a:pt x="21285" y="35191"/>
                </a:lnTo>
                <a:close/>
              </a:path>
              <a:path w="62864" h="50165">
                <a:moveTo>
                  <a:pt x="21374" y="35445"/>
                </a:moveTo>
                <a:lnTo>
                  <a:pt x="21145" y="35572"/>
                </a:lnTo>
                <a:lnTo>
                  <a:pt x="21336" y="35572"/>
                </a:lnTo>
                <a:lnTo>
                  <a:pt x="21374" y="35445"/>
                </a:lnTo>
                <a:close/>
              </a:path>
              <a:path w="62864" h="50165">
                <a:moveTo>
                  <a:pt x="21501" y="35064"/>
                </a:moveTo>
                <a:lnTo>
                  <a:pt x="21145" y="35064"/>
                </a:lnTo>
                <a:lnTo>
                  <a:pt x="21120" y="35191"/>
                </a:lnTo>
                <a:lnTo>
                  <a:pt x="21285" y="35191"/>
                </a:lnTo>
                <a:lnTo>
                  <a:pt x="21463" y="35191"/>
                </a:lnTo>
                <a:lnTo>
                  <a:pt x="21501" y="35064"/>
                </a:lnTo>
                <a:close/>
              </a:path>
              <a:path w="62864" h="50165">
                <a:moveTo>
                  <a:pt x="21539" y="34937"/>
                </a:moveTo>
                <a:lnTo>
                  <a:pt x="21513" y="34810"/>
                </a:lnTo>
                <a:lnTo>
                  <a:pt x="21285" y="34810"/>
                </a:lnTo>
                <a:lnTo>
                  <a:pt x="21209" y="34937"/>
                </a:lnTo>
                <a:lnTo>
                  <a:pt x="21539" y="34937"/>
                </a:lnTo>
                <a:close/>
              </a:path>
              <a:path w="62864" h="50165">
                <a:moveTo>
                  <a:pt x="21691" y="34937"/>
                </a:moveTo>
                <a:lnTo>
                  <a:pt x="21539" y="34937"/>
                </a:lnTo>
                <a:lnTo>
                  <a:pt x="21501" y="35064"/>
                </a:lnTo>
                <a:lnTo>
                  <a:pt x="21678" y="35064"/>
                </a:lnTo>
                <a:lnTo>
                  <a:pt x="21691" y="34937"/>
                </a:lnTo>
                <a:close/>
              </a:path>
              <a:path w="62864" h="50165">
                <a:moveTo>
                  <a:pt x="21894" y="33667"/>
                </a:moveTo>
                <a:lnTo>
                  <a:pt x="21259" y="33667"/>
                </a:lnTo>
                <a:lnTo>
                  <a:pt x="21310" y="33921"/>
                </a:lnTo>
                <a:lnTo>
                  <a:pt x="21399" y="34175"/>
                </a:lnTo>
                <a:lnTo>
                  <a:pt x="21488" y="34683"/>
                </a:lnTo>
                <a:lnTo>
                  <a:pt x="21805" y="34556"/>
                </a:lnTo>
                <a:lnTo>
                  <a:pt x="21894" y="33667"/>
                </a:lnTo>
                <a:close/>
              </a:path>
              <a:path w="62864" h="50165">
                <a:moveTo>
                  <a:pt x="21907" y="37985"/>
                </a:moveTo>
                <a:lnTo>
                  <a:pt x="21526" y="37858"/>
                </a:lnTo>
                <a:lnTo>
                  <a:pt x="21437" y="37985"/>
                </a:lnTo>
                <a:lnTo>
                  <a:pt x="21729" y="37985"/>
                </a:lnTo>
                <a:lnTo>
                  <a:pt x="21907" y="37985"/>
                </a:lnTo>
                <a:close/>
              </a:path>
              <a:path w="62864" h="50165">
                <a:moveTo>
                  <a:pt x="22047" y="38112"/>
                </a:moveTo>
                <a:lnTo>
                  <a:pt x="21678" y="38112"/>
                </a:lnTo>
                <a:lnTo>
                  <a:pt x="21361" y="38112"/>
                </a:lnTo>
                <a:lnTo>
                  <a:pt x="21082" y="38239"/>
                </a:lnTo>
                <a:lnTo>
                  <a:pt x="20904" y="38366"/>
                </a:lnTo>
                <a:lnTo>
                  <a:pt x="21132" y="38366"/>
                </a:lnTo>
                <a:lnTo>
                  <a:pt x="21920" y="38239"/>
                </a:lnTo>
                <a:lnTo>
                  <a:pt x="22047" y="38112"/>
                </a:lnTo>
                <a:close/>
              </a:path>
              <a:path w="62864" h="50165">
                <a:moveTo>
                  <a:pt x="22148" y="33667"/>
                </a:moveTo>
                <a:lnTo>
                  <a:pt x="22123" y="33286"/>
                </a:lnTo>
                <a:lnTo>
                  <a:pt x="21932" y="33286"/>
                </a:lnTo>
                <a:lnTo>
                  <a:pt x="21894" y="33667"/>
                </a:lnTo>
                <a:lnTo>
                  <a:pt x="22148" y="33667"/>
                </a:lnTo>
                <a:close/>
              </a:path>
              <a:path w="62864" h="50165">
                <a:moveTo>
                  <a:pt x="22186" y="31254"/>
                </a:moveTo>
                <a:lnTo>
                  <a:pt x="22174" y="31127"/>
                </a:lnTo>
                <a:lnTo>
                  <a:pt x="22021" y="31000"/>
                </a:lnTo>
                <a:lnTo>
                  <a:pt x="22047" y="31254"/>
                </a:lnTo>
                <a:lnTo>
                  <a:pt x="22186" y="31254"/>
                </a:lnTo>
                <a:close/>
              </a:path>
              <a:path w="62864" h="50165">
                <a:moveTo>
                  <a:pt x="22212" y="32651"/>
                </a:moveTo>
                <a:lnTo>
                  <a:pt x="21983" y="32778"/>
                </a:lnTo>
                <a:lnTo>
                  <a:pt x="22110" y="32778"/>
                </a:lnTo>
                <a:lnTo>
                  <a:pt x="22123" y="33286"/>
                </a:lnTo>
                <a:lnTo>
                  <a:pt x="22212" y="32651"/>
                </a:lnTo>
                <a:close/>
              </a:path>
              <a:path w="62864" h="50165">
                <a:moveTo>
                  <a:pt x="22237" y="35445"/>
                </a:moveTo>
                <a:lnTo>
                  <a:pt x="21653" y="35445"/>
                </a:lnTo>
                <a:lnTo>
                  <a:pt x="21678" y="35191"/>
                </a:lnTo>
                <a:lnTo>
                  <a:pt x="21463" y="35191"/>
                </a:lnTo>
                <a:lnTo>
                  <a:pt x="21374" y="35445"/>
                </a:lnTo>
                <a:lnTo>
                  <a:pt x="21564" y="35445"/>
                </a:lnTo>
                <a:lnTo>
                  <a:pt x="21602" y="35572"/>
                </a:lnTo>
                <a:lnTo>
                  <a:pt x="22225" y="35572"/>
                </a:lnTo>
                <a:lnTo>
                  <a:pt x="22237" y="35445"/>
                </a:lnTo>
                <a:close/>
              </a:path>
              <a:path w="62864" h="50165">
                <a:moveTo>
                  <a:pt x="22275" y="35064"/>
                </a:moveTo>
                <a:lnTo>
                  <a:pt x="21678" y="35064"/>
                </a:lnTo>
                <a:lnTo>
                  <a:pt x="21678" y="35191"/>
                </a:lnTo>
                <a:lnTo>
                  <a:pt x="22263" y="35191"/>
                </a:lnTo>
                <a:lnTo>
                  <a:pt x="22275" y="35064"/>
                </a:lnTo>
                <a:close/>
              </a:path>
              <a:path w="62864" h="50165">
                <a:moveTo>
                  <a:pt x="22326" y="31508"/>
                </a:moveTo>
                <a:lnTo>
                  <a:pt x="22199" y="31508"/>
                </a:lnTo>
                <a:lnTo>
                  <a:pt x="21971" y="31381"/>
                </a:lnTo>
                <a:lnTo>
                  <a:pt x="21971" y="31254"/>
                </a:lnTo>
                <a:lnTo>
                  <a:pt x="21983" y="31000"/>
                </a:lnTo>
                <a:lnTo>
                  <a:pt x="22186" y="31000"/>
                </a:lnTo>
                <a:lnTo>
                  <a:pt x="22199" y="30873"/>
                </a:lnTo>
                <a:lnTo>
                  <a:pt x="22199" y="30746"/>
                </a:lnTo>
                <a:lnTo>
                  <a:pt x="21920" y="30645"/>
                </a:lnTo>
                <a:lnTo>
                  <a:pt x="21920" y="32016"/>
                </a:lnTo>
                <a:lnTo>
                  <a:pt x="21717" y="31889"/>
                </a:lnTo>
                <a:lnTo>
                  <a:pt x="21628" y="31508"/>
                </a:lnTo>
                <a:lnTo>
                  <a:pt x="21691" y="31762"/>
                </a:lnTo>
                <a:lnTo>
                  <a:pt x="21831" y="31635"/>
                </a:lnTo>
                <a:lnTo>
                  <a:pt x="21920" y="32016"/>
                </a:lnTo>
                <a:lnTo>
                  <a:pt x="21920" y="30645"/>
                </a:lnTo>
                <a:lnTo>
                  <a:pt x="22009" y="30492"/>
                </a:lnTo>
                <a:lnTo>
                  <a:pt x="21869" y="30492"/>
                </a:lnTo>
                <a:lnTo>
                  <a:pt x="21678" y="30492"/>
                </a:lnTo>
                <a:lnTo>
                  <a:pt x="21678" y="31140"/>
                </a:lnTo>
                <a:lnTo>
                  <a:pt x="21488" y="31254"/>
                </a:lnTo>
                <a:lnTo>
                  <a:pt x="21488" y="30543"/>
                </a:lnTo>
                <a:lnTo>
                  <a:pt x="21666" y="30746"/>
                </a:lnTo>
                <a:lnTo>
                  <a:pt x="21678" y="31140"/>
                </a:lnTo>
                <a:lnTo>
                  <a:pt x="21678" y="30492"/>
                </a:lnTo>
                <a:lnTo>
                  <a:pt x="21488" y="30492"/>
                </a:lnTo>
                <a:lnTo>
                  <a:pt x="21805" y="30365"/>
                </a:lnTo>
                <a:lnTo>
                  <a:pt x="21272" y="30365"/>
                </a:lnTo>
                <a:lnTo>
                  <a:pt x="21285" y="30492"/>
                </a:lnTo>
                <a:lnTo>
                  <a:pt x="20180" y="30492"/>
                </a:lnTo>
                <a:lnTo>
                  <a:pt x="20256" y="30746"/>
                </a:lnTo>
                <a:lnTo>
                  <a:pt x="20370" y="30873"/>
                </a:lnTo>
                <a:lnTo>
                  <a:pt x="20497" y="31000"/>
                </a:lnTo>
                <a:lnTo>
                  <a:pt x="20358" y="31000"/>
                </a:lnTo>
                <a:lnTo>
                  <a:pt x="20650" y="31127"/>
                </a:lnTo>
                <a:lnTo>
                  <a:pt x="20485" y="31127"/>
                </a:lnTo>
                <a:lnTo>
                  <a:pt x="20612" y="31254"/>
                </a:lnTo>
                <a:lnTo>
                  <a:pt x="20688" y="32016"/>
                </a:lnTo>
                <a:lnTo>
                  <a:pt x="20866" y="32016"/>
                </a:lnTo>
                <a:lnTo>
                  <a:pt x="20955" y="32651"/>
                </a:lnTo>
                <a:lnTo>
                  <a:pt x="21120" y="32651"/>
                </a:lnTo>
                <a:lnTo>
                  <a:pt x="21145" y="32778"/>
                </a:lnTo>
                <a:lnTo>
                  <a:pt x="20980" y="32778"/>
                </a:lnTo>
                <a:lnTo>
                  <a:pt x="21132" y="32905"/>
                </a:lnTo>
                <a:lnTo>
                  <a:pt x="21234" y="33286"/>
                </a:lnTo>
                <a:lnTo>
                  <a:pt x="21932" y="33286"/>
                </a:lnTo>
                <a:lnTo>
                  <a:pt x="21971" y="32905"/>
                </a:lnTo>
                <a:lnTo>
                  <a:pt x="21983" y="32778"/>
                </a:lnTo>
                <a:lnTo>
                  <a:pt x="21729" y="32905"/>
                </a:lnTo>
                <a:lnTo>
                  <a:pt x="21818" y="32270"/>
                </a:lnTo>
                <a:lnTo>
                  <a:pt x="22123" y="32270"/>
                </a:lnTo>
                <a:lnTo>
                  <a:pt x="22110" y="31635"/>
                </a:lnTo>
                <a:lnTo>
                  <a:pt x="22326" y="31635"/>
                </a:lnTo>
                <a:lnTo>
                  <a:pt x="22326" y="31508"/>
                </a:lnTo>
                <a:close/>
              </a:path>
              <a:path w="62864" h="50165">
                <a:moveTo>
                  <a:pt x="22364" y="34810"/>
                </a:moveTo>
                <a:lnTo>
                  <a:pt x="21691" y="34810"/>
                </a:lnTo>
                <a:lnTo>
                  <a:pt x="21805" y="34937"/>
                </a:lnTo>
                <a:lnTo>
                  <a:pt x="22326" y="34937"/>
                </a:lnTo>
                <a:lnTo>
                  <a:pt x="22364" y="34810"/>
                </a:lnTo>
                <a:close/>
              </a:path>
              <a:path w="62864" h="50165">
                <a:moveTo>
                  <a:pt x="22466" y="31635"/>
                </a:moveTo>
                <a:lnTo>
                  <a:pt x="22326" y="31635"/>
                </a:lnTo>
                <a:lnTo>
                  <a:pt x="22326" y="31762"/>
                </a:lnTo>
                <a:lnTo>
                  <a:pt x="22466" y="31635"/>
                </a:lnTo>
                <a:close/>
              </a:path>
              <a:path w="62864" h="50165">
                <a:moveTo>
                  <a:pt x="22580" y="33286"/>
                </a:moveTo>
                <a:lnTo>
                  <a:pt x="22275" y="33286"/>
                </a:lnTo>
                <a:lnTo>
                  <a:pt x="22174" y="33667"/>
                </a:lnTo>
                <a:lnTo>
                  <a:pt x="22567" y="33667"/>
                </a:lnTo>
                <a:lnTo>
                  <a:pt x="22580" y="33286"/>
                </a:lnTo>
                <a:close/>
              </a:path>
              <a:path w="62864" h="50165">
                <a:moveTo>
                  <a:pt x="22720" y="30111"/>
                </a:moveTo>
                <a:lnTo>
                  <a:pt x="21247" y="30111"/>
                </a:lnTo>
                <a:lnTo>
                  <a:pt x="21259" y="30238"/>
                </a:lnTo>
                <a:lnTo>
                  <a:pt x="22567" y="30238"/>
                </a:lnTo>
                <a:lnTo>
                  <a:pt x="22720" y="30111"/>
                </a:lnTo>
                <a:close/>
              </a:path>
              <a:path w="62864" h="50165">
                <a:moveTo>
                  <a:pt x="22834" y="42811"/>
                </a:moveTo>
                <a:lnTo>
                  <a:pt x="22326" y="42938"/>
                </a:lnTo>
                <a:lnTo>
                  <a:pt x="22821" y="42938"/>
                </a:lnTo>
                <a:lnTo>
                  <a:pt x="22834" y="42811"/>
                </a:lnTo>
                <a:close/>
              </a:path>
              <a:path w="62864" h="50165">
                <a:moveTo>
                  <a:pt x="22860" y="37858"/>
                </a:moveTo>
                <a:lnTo>
                  <a:pt x="22047" y="37858"/>
                </a:lnTo>
                <a:lnTo>
                  <a:pt x="21907" y="37985"/>
                </a:lnTo>
                <a:lnTo>
                  <a:pt x="22174" y="37985"/>
                </a:lnTo>
                <a:lnTo>
                  <a:pt x="22110" y="38366"/>
                </a:lnTo>
                <a:lnTo>
                  <a:pt x="22301" y="38239"/>
                </a:lnTo>
                <a:lnTo>
                  <a:pt x="22707" y="38239"/>
                </a:lnTo>
                <a:lnTo>
                  <a:pt x="22783" y="37985"/>
                </a:lnTo>
                <a:lnTo>
                  <a:pt x="22860" y="37858"/>
                </a:lnTo>
                <a:close/>
              </a:path>
              <a:path w="62864" h="50165">
                <a:moveTo>
                  <a:pt x="22923" y="35191"/>
                </a:moveTo>
                <a:lnTo>
                  <a:pt x="22263" y="35191"/>
                </a:lnTo>
                <a:lnTo>
                  <a:pt x="22237" y="35445"/>
                </a:lnTo>
                <a:lnTo>
                  <a:pt x="22923" y="35445"/>
                </a:lnTo>
                <a:lnTo>
                  <a:pt x="22923" y="35191"/>
                </a:lnTo>
                <a:close/>
              </a:path>
              <a:path w="62864" h="50165">
                <a:moveTo>
                  <a:pt x="22923" y="34937"/>
                </a:moveTo>
                <a:lnTo>
                  <a:pt x="22326" y="34937"/>
                </a:lnTo>
                <a:lnTo>
                  <a:pt x="22275" y="35064"/>
                </a:lnTo>
                <a:lnTo>
                  <a:pt x="22923" y="35064"/>
                </a:lnTo>
                <a:lnTo>
                  <a:pt x="22923" y="34937"/>
                </a:lnTo>
                <a:close/>
              </a:path>
              <a:path w="62864" h="50165">
                <a:moveTo>
                  <a:pt x="23431" y="42811"/>
                </a:moveTo>
                <a:lnTo>
                  <a:pt x="23266" y="42811"/>
                </a:lnTo>
                <a:lnTo>
                  <a:pt x="23291" y="42938"/>
                </a:lnTo>
                <a:lnTo>
                  <a:pt x="23431" y="42811"/>
                </a:lnTo>
                <a:close/>
              </a:path>
              <a:path w="62864" h="50165">
                <a:moveTo>
                  <a:pt x="23444" y="20586"/>
                </a:moveTo>
                <a:lnTo>
                  <a:pt x="23406" y="20078"/>
                </a:lnTo>
                <a:lnTo>
                  <a:pt x="19558" y="20078"/>
                </a:lnTo>
                <a:lnTo>
                  <a:pt x="19812" y="20332"/>
                </a:lnTo>
                <a:lnTo>
                  <a:pt x="19634" y="20586"/>
                </a:lnTo>
                <a:lnTo>
                  <a:pt x="19875" y="20586"/>
                </a:lnTo>
                <a:lnTo>
                  <a:pt x="19773" y="21729"/>
                </a:lnTo>
                <a:lnTo>
                  <a:pt x="22161" y="21729"/>
                </a:lnTo>
                <a:lnTo>
                  <a:pt x="22174" y="21475"/>
                </a:lnTo>
                <a:lnTo>
                  <a:pt x="22034" y="21475"/>
                </a:lnTo>
                <a:lnTo>
                  <a:pt x="22339" y="21221"/>
                </a:lnTo>
                <a:lnTo>
                  <a:pt x="23444" y="21221"/>
                </a:lnTo>
                <a:lnTo>
                  <a:pt x="23291" y="20840"/>
                </a:lnTo>
                <a:lnTo>
                  <a:pt x="23190" y="20586"/>
                </a:lnTo>
                <a:lnTo>
                  <a:pt x="23444" y="20586"/>
                </a:lnTo>
                <a:close/>
              </a:path>
              <a:path w="62864" h="50165">
                <a:moveTo>
                  <a:pt x="23583" y="42811"/>
                </a:moveTo>
                <a:lnTo>
                  <a:pt x="23571" y="42684"/>
                </a:lnTo>
                <a:lnTo>
                  <a:pt x="23431" y="42811"/>
                </a:lnTo>
                <a:lnTo>
                  <a:pt x="23583" y="42811"/>
                </a:lnTo>
                <a:close/>
              </a:path>
              <a:path w="62864" h="50165">
                <a:moveTo>
                  <a:pt x="23622" y="29603"/>
                </a:moveTo>
                <a:lnTo>
                  <a:pt x="23368" y="29476"/>
                </a:lnTo>
                <a:lnTo>
                  <a:pt x="23469" y="29857"/>
                </a:lnTo>
                <a:lnTo>
                  <a:pt x="23596" y="29730"/>
                </a:lnTo>
                <a:lnTo>
                  <a:pt x="23622" y="29603"/>
                </a:lnTo>
                <a:close/>
              </a:path>
              <a:path w="62864" h="50165">
                <a:moveTo>
                  <a:pt x="23685" y="41922"/>
                </a:moveTo>
                <a:lnTo>
                  <a:pt x="23634" y="41795"/>
                </a:lnTo>
                <a:lnTo>
                  <a:pt x="23393" y="41795"/>
                </a:lnTo>
                <a:lnTo>
                  <a:pt x="23406" y="41922"/>
                </a:lnTo>
                <a:lnTo>
                  <a:pt x="23685" y="41922"/>
                </a:lnTo>
                <a:close/>
              </a:path>
              <a:path w="62864" h="50165">
                <a:moveTo>
                  <a:pt x="23812" y="30111"/>
                </a:moveTo>
                <a:lnTo>
                  <a:pt x="23761" y="29984"/>
                </a:lnTo>
                <a:lnTo>
                  <a:pt x="23533" y="30111"/>
                </a:lnTo>
                <a:lnTo>
                  <a:pt x="22898" y="30111"/>
                </a:lnTo>
                <a:lnTo>
                  <a:pt x="22961" y="30238"/>
                </a:lnTo>
                <a:lnTo>
                  <a:pt x="23698" y="30238"/>
                </a:lnTo>
                <a:lnTo>
                  <a:pt x="23622" y="30111"/>
                </a:lnTo>
                <a:lnTo>
                  <a:pt x="23812" y="30111"/>
                </a:lnTo>
                <a:close/>
              </a:path>
              <a:path w="62864" h="50165">
                <a:moveTo>
                  <a:pt x="23837" y="42811"/>
                </a:moveTo>
                <a:lnTo>
                  <a:pt x="23660" y="42811"/>
                </a:lnTo>
                <a:lnTo>
                  <a:pt x="23672" y="42938"/>
                </a:lnTo>
                <a:lnTo>
                  <a:pt x="23837" y="42811"/>
                </a:lnTo>
                <a:close/>
              </a:path>
              <a:path w="62864" h="50165">
                <a:moveTo>
                  <a:pt x="23964" y="33159"/>
                </a:moveTo>
                <a:lnTo>
                  <a:pt x="23939" y="32905"/>
                </a:lnTo>
                <a:lnTo>
                  <a:pt x="22936" y="32905"/>
                </a:lnTo>
                <a:lnTo>
                  <a:pt x="22948" y="31889"/>
                </a:lnTo>
                <a:lnTo>
                  <a:pt x="23787" y="31889"/>
                </a:lnTo>
                <a:lnTo>
                  <a:pt x="23787" y="31762"/>
                </a:lnTo>
                <a:lnTo>
                  <a:pt x="22948" y="31762"/>
                </a:lnTo>
                <a:lnTo>
                  <a:pt x="22948" y="31508"/>
                </a:lnTo>
                <a:lnTo>
                  <a:pt x="23774" y="31508"/>
                </a:lnTo>
                <a:lnTo>
                  <a:pt x="23774" y="31381"/>
                </a:lnTo>
                <a:lnTo>
                  <a:pt x="22948" y="31381"/>
                </a:lnTo>
                <a:lnTo>
                  <a:pt x="22961" y="30238"/>
                </a:lnTo>
                <a:lnTo>
                  <a:pt x="22567" y="30238"/>
                </a:lnTo>
                <a:lnTo>
                  <a:pt x="22021" y="30365"/>
                </a:lnTo>
                <a:lnTo>
                  <a:pt x="21805" y="30365"/>
                </a:lnTo>
                <a:lnTo>
                  <a:pt x="21869" y="30492"/>
                </a:lnTo>
                <a:lnTo>
                  <a:pt x="22072" y="30391"/>
                </a:lnTo>
                <a:lnTo>
                  <a:pt x="22225" y="30492"/>
                </a:lnTo>
                <a:lnTo>
                  <a:pt x="22479" y="30492"/>
                </a:lnTo>
                <a:lnTo>
                  <a:pt x="22555" y="31635"/>
                </a:lnTo>
                <a:lnTo>
                  <a:pt x="22326" y="31762"/>
                </a:lnTo>
                <a:lnTo>
                  <a:pt x="22593" y="31762"/>
                </a:lnTo>
                <a:lnTo>
                  <a:pt x="22580" y="33286"/>
                </a:lnTo>
                <a:lnTo>
                  <a:pt x="22936" y="33286"/>
                </a:lnTo>
                <a:lnTo>
                  <a:pt x="22936" y="33159"/>
                </a:lnTo>
                <a:lnTo>
                  <a:pt x="23964" y="33159"/>
                </a:lnTo>
                <a:close/>
              </a:path>
              <a:path w="62864" h="50165">
                <a:moveTo>
                  <a:pt x="24015" y="34302"/>
                </a:moveTo>
                <a:lnTo>
                  <a:pt x="22936" y="34175"/>
                </a:lnTo>
                <a:lnTo>
                  <a:pt x="22936" y="33794"/>
                </a:lnTo>
                <a:lnTo>
                  <a:pt x="23990" y="33794"/>
                </a:lnTo>
                <a:lnTo>
                  <a:pt x="23977" y="33286"/>
                </a:lnTo>
                <a:lnTo>
                  <a:pt x="22936" y="33286"/>
                </a:lnTo>
                <a:lnTo>
                  <a:pt x="22936" y="33667"/>
                </a:lnTo>
                <a:lnTo>
                  <a:pt x="22567" y="33667"/>
                </a:lnTo>
                <a:lnTo>
                  <a:pt x="22466" y="34556"/>
                </a:lnTo>
                <a:lnTo>
                  <a:pt x="22364" y="34810"/>
                </a:lnTo>
                <a:lnTo>
                  <a:pt x="22923" y="34810"/>
                </a:lnTo>
                <a:lnTo>
                  <a:pt x="22936" y="34302"/>
                </a:lnTo>
                <a:lnTo>
                  <a:pt x="24015" y="34302"/>
                </a:lnTo>
                <a:close/>
              </a:path>
              <a:path w="62864" h="50165">
                <a:moveTo>
                  <a:pt x="24041" y="34810"/>
                </a:moveTo>
                <a:lnTo>
                  <a:pt x="22923" y="34810"/>
                </a:lnTo>
                <a:lnTo>
                  <a:pt x="22923" y="34937"/>
                </a:lnTo>
                <a:lnTo>
                  <a:pt x="24041" y="34937"/>
                </a:lnTo>
                <a:lnTo>
                  <a:pt x="24041" y="34810"/>
                </a:lnTo>
                <a:close/>
              </a:path>
              <a:path w="62864" h="50165">
                <a:moveTo>
                  <a:pt x="24206" y="42557"/>
                </a:moveTo>
                <a:lnTo>
                  <a:pt x="23876" y="42684"/>
                </a:lnTo>
                <a:lnTo>
                  <a:pt x="23901" y="42811"/>
                </a:lnTo>
                <a:lnTo>
                  <a:pt x="24091" y="42811"/>
                </a:lnTo>
                <a:lnTo>
                  <a:pt x="24206" y="42557"/>
                </a:lnTo>
                <a:close/>
              </a:path>
              <a:path w="62864" h="50165">
                <a:moveTo>
                  <a:pt x="24269" y="31381"/>
                </a:moveTo>
                <a:lnTo>
                  <a:pt x="24193" y="30619"/>
                </a:lnTo>
                <a:lnTo>
                  <a:pt x="23952" y="30492"/>
                </a:lnTo>
                <a:lnTo>
                  <a:pt x="23863" y="30238"/>
                </a:lnTo>
                <a:lnTo>
                  <a:pt x="23774" y="31381"/>
                </a:lnTo>
                <a:lnTo>
                  <a:pt x="24269" y="31381"/>
                </a:lnTo>
                <a:close/>
              </a:path>
              <a:path w="62864" h="50165">
                <a:moveTo>
                  <a:pt x="24269" y="24269"/>
                </a:moveTo>
                <a:lnTo>
                  <a:pt x="24168" y="24142"/>
                </a:lnTo>
                <a:lnTo>
                  <a:pt x="23990" y="24269"/>
                </a:lnTo>
                <a:lnTo>
                  <a:pt x="24269" y="24269"/>
                </a:lnTo>
                <a:close/>
              </a:path>
              <a:path w="62864" h="50165">
                <a:moveTo>
                  <a:pt x="24295" y="39763"/>
                </a:moveTo>
                <a:lnTo>
                  <a:pt x="23583" y="39763"/>
                </a:lnTo>
                <a:lnTo>
                  <a:pt x="23431" y="39763"/>
                </a:lnTo>
                <a:lnTo>
                  <a:pt x="23507" y="39890"/>
                </a:lnTo>
                <a:lnTo>
                  <a:pt x="23926" y="39890"/>
                </a:lnTo>
                <a:lnTo>
                  <a:pt x="24295" y="39763"/>
                </a:lnTo>
                <a:close/>
              </a:path>
              <a:path w="62864" h="50165">
                <a:moveTo>
                  <a:pt x="24422" y="31762"/>
                </a:moveTo>
                <a:lnTo>
                  <a:pt x="24409" y="31508"/>
                </a:lnTo>
                <a:lnTo>
                  <a:pt x="23774" y="31508"/>
                </a:lnTo>
                <a:lnTo>
                  <a:pt x="23787" y="31762"/>
                </a:lnTo>
                <a:lnTo>
                  <a:pt x="24422" y="31762"/>
                </a:lnTo>
                <a:close/>
              </a:path>
              <a:path w="62864" h="50165">
                <a:moveTo>
                  <a:pt x="24460" y="43446"/>
                </a:moveTo>
                <a:lnTo>
                  <a:pt x="24193" y="43446"/>
                </a:lnTo>
                <a:lnTo>
                  <a:pt x="24130" y="43573"/>
                </a:lnTo>
                <a:lnTo>
                  <a:pt x="24422" y="43573"/>
                </a:lnTo>
                <a:lnTo>
                  <a:pt x="24460" y="43446"/>
                </a:lnTo>
                <a:close/>
              </a:path>
              <a:path w="62864" h="50165">
                <a:moveTo>
                  <a:pt x="24460" y="32905"/>
                </a:moveTo>
                <a:lnTo>
                  <a:pt x="24447" y="32524"/>
                </a:lnTo>
                <a:lnTo>
                  <a:pt x="23863" y="32524"/>
                </a:lnTo>
                <a:lnTo>
                  <a:pt x="23939" y="32905"/>
                </a:lnTo>
                <a:lnTo>
                  <a:pt x="24460" y="32905"/>
                </a:lnTo>
                <a:close/>
              </a:path>
              <a:path w="62864" h="50165">
                <a:moveTo>
                  <a:pt x="24498" y="33159"/>
                </a:moveTo>
                <a:lnTo>
                  <a:pt x="23964" y="33159"/>
                </a:lnTo>
                <a:lnTo>
                  <a:pt x="23977" y="33286"/>
                </a:lnTo>
                <a:lnTo>
                  <a:pt x="24498" y="33286"/>
                </a:lnTo>
                <a:lnTo>
                  <a:pt x="24498" y="33159"/>
                </a:lnTo>
                <a:close/>
              </a:path>
              <a:path w="62864" h="50165">
                <a:moveTo>
                  <a:pt x="24511" y="31889"/>
                </a:moveTo>
                <a:lnTo>
                  <a:pt x="23787" y="31889"/>
                </a:lnTo>
                <a:lnTo>
                  <a:pt x="23837" y="32397"/>
                </a:lnTo>
                <a:lnTo>
                  <a:pt x="24498" y="32397"/>
                </a:lnTo>
                <a:lnTo>
                  <a:pt x="24434" y="32016"/>
                </a:lnTo>
                <a:lnTo>
                  <a:pt x="24511" y="31889"/>
                </a:lnTo>
                <a:close/>
              </a:path>
              <a:path w="62864" h="50165">
                <a:moveTo>
                  <a:pt x="24511" y="30111"/>
                </a:moveTo>
                <a:lnTo>
                  <a:pt x="23812" y="30111"/>
                </a:lnTo>
                <a:lnTo>
                  <a:pt x="23863" y="30238"/>
                </a:lnTo>
                <a:lnTo>
                  <a:pt x="24511" y="30238"/>
                </a:lnTo>
                <a:lnTo>
                  <a:pt x="24511" y="30111"/>
                </a:lnTo>
                <a:close/>
              </a:path>
              <a:path w="62864" h="50165">
                <a:moveTo>
                  <a:pt x="24561" y="42811"/>
                </a:moveTo>
                <a:lnTo>
                  <a:pt x="24358" y="42684"/>
                </a:lnTo>
                <a:lnTo>
                  <a:pt x="24358" y="42557"/>
                </a:lnTo>
                <a:lnTo>
                  <a:pt x="24218" y="42684"/>
                </a:lnTo>
                <a:lnTo>
                  <a:pt x="24155" y="42811"/>
                </a:lnTo>
                <a:lnTo>
                  <a:pt x="24561" y="42811"/>
                </a:lnTo>
                <a:close/>
              </a:path>
              <a:path w="62864" h="50165">
                <a:moveTo>
                  <a:pt x="24612" y="20078"/>
                </a:moveTo>
                <a:lnTo>
                  <a:pt x="24244" y="19824"/>
                </a:lnTo>
                <a:lnTo>
                  <a:pt x="23406" y="20078"/>
                </a:lnTo>
                <a:lnTo>
                  <a:pt x="24612" y="20078"/>
                </a:lnTo>
                <a:close/>
              </a:path>
              <a:path w="62864" h="50165">
                <a:moveTo>
                  <a:pt x="24638" y="35445"/>
                </a:moveTo>
                <a:lnTo>
                  <a:pt x="24625" y="34937"/>
                </a:lnTo>
                <a:lnTo>
                  <a:pt x="24041" y="34937"/>
                </a:lnTo>
                <a:lnTo>
                  <a:pt x="24066" y="35445"/>
                </a:lnTo>
                <a:lnTo>
                  <a:pt x="24638" y="35445"/>
                </a:lnTo>
                <a:close/>
              </a:path>
              <a:path w="62864" h="50165">
                <a:moveTo>
                  <a:pt x="24650" y="41033"/>
                </a:moveTo>
                <a:lnTo>
                  <a:pt x="24536" y="40906"/>
                </a:lnTo>
                <a:lnTo>
                  <a:pt x="24409" y="41033"/>
                </a:lnTo>
                <a:lnTo>
                  <a:pt x="24650" y="41033"/>
                </a:lnTo>
                <a:close/>
              </a:path>
              <a:path w="62864" h="50165">
                <a:moveTo>
                  <a:pt x="24676" y="32016"/>
                </a:moveTo>
                <a:lnTo>
                  <a:pt x="24511" y="32016"/>
                </a:lnTo>
                <a:lnTo>
                  <a:pt x="24498" y="32270"/>
                </a:lnTo>
                <a:lnTo>
                  <a:pt x="24663" y="32270"/>
                </a:lnTo>
                <a:lnTo>
                  <a:pt x="24676" y="32016"/>
                </a:lnTo>
                <a:close/>
              </a:path>
              <a:path w="62864" h="50165">
                <a:moveTo>
                  <a:pt x="24688" y="31508"/>
                </a:moveTo>
                <a:lnTo>
                  <a:pt x="24511" y="31508"/>
                </a:lnTo>
                <a:lnTo>
                  <a:pt x="24511" y="31762"/>
                </a:lnTo>
                <a:lnTo>
                  <a:pt x="24676" y="31762"/>
                </a:lnTo>
                <a:lnTo>
                  <a:pt x="24688" y="31508"/>
                </a:lnTo>
                <a:close/>
              </a:path>
              <a:path w="62864" h="50165">
                <a:moveTo>
                  <a:pt x="24688" y="31127"/>
                </a:moveTo>
                <a:lnTo>
                  <a:pt x="24511" y="31127"/>
                </a:lnTo>
                <a:lnTo>
                  <a:pt x="24511" y="31381"/>
                </a:lnTo>
                <a:lnTo>
                  <a:pt x="24688" y="31381"/>
                </a:lnTo>
                <a:lnTo>
                  <a:pt x="24688" y="31127"/>
                </a:lnTo>
                <a:close/>
              </a:path>
              <a:path w="62864" h="50165">
                <a:moveTo>
                  <a:pt x="24701" y="30619"/>
                </a:moveTo>
                <a:lnTo>
                  <a:pt x="24511" y="30619"/>
                </a:lnTo>
                <a:lnTo>
                  <a:pt x="24511" y="31000"/>
                </a:lnTo>
                <a:lnTo>
                  <a:pt x="24701" y="31000"/>
                </a:lnTo>
                <a:lnTo>
                  <a:pt x="24701" y="30619"/>
                </a:lnTo>
                <a:close/>
              </a:path>
              <a:path w="62864" h="50165">
                <a:moveTo>
                  <a:pt x="24714" y="30365"/>
                </a:moveTo>
                <a:lnTo>
                  <a:pt x="24511" y="30365"/>
                </a:lnTo>
                <a:lnTo>
                  <a:pt x="24511" y="30492"/>
                </a:lnTo>
                <a:lnTo>
                  <a:pt x="24714" y="30492"/>
                </a:lnTo>
                <a:lnTo>
                  <a:pt x="24714" y="30365"/>
                </a:lnTo>
                <a:close/>
              </a:path>
              <a:path w="62864" h="50165">
                <a:moveTo>
                  <a:pt x="24752" y="43446"/>
                </a:moveTo>
                <a:lnTo>
                  <a:pt x="24587" y="43319"/>
                </a:lnTo>
                <a:lnTo>
                  <a:pt x="24460" y="43446"/>
                </a:lnTo>
                <a:lnTo>
                  <a:pt x="24752" y="43446"/>
                </a:lnTo>
                <a:close/>
              </a:path>
              <a:path w="62864" h="50165">
                <a:moveTo>
                  <a:pt x="24752" y="37858"/>
                </a:moveTo>
                <a:lnTo>
                  <a:pt x="23215" y="37858"/>
                </a:lnTo>
                <a:lnTo>
                  <a:pt x="23228" y="37985"/>
                </a:lnTo>
                <a:lnTo>
                  <a:pt x="24726" y="37985"/>
                </a:lnTo>
                <a:lnTo>
                  <a:pt x="24752" y="37858"/>
                </a:lnTo>
                <a:close/>
              </a:path>
              <a:path w="62864" h="50165">
                <a:moveTo>
                  <a:pt x="24777" y="39763"/>
                </a:moveTo>
                <a:lnTo>
                  <a:pt x="24650" y="39636"/>
                </a:lnTo>
                <a:lnTo>
                  <a:pt x="24295" y="39763"/>
                </a:lnTo>
                <a:lnTo>
                  <a:pt x="24777" y="39763"/>
                </a:lnTo>
                <a:close/>
              </a:path>
              <a:path w="62864" h="50165">
                <a:moveTo>
                  <a:pt x="24803" y="29857"/>
                </a:moveTo>
                <a:lnTo>
                  <a:pt x="24511" y="29857"/>
                </a:lnTo>
                <a:lnTo>
                  <a:pt x="24511" y="29984"/>
                </a:lnTo>
                <a:lnTo>
                  <a:pt x="24777" y="29984"/>
                </a:lnTo>
                <a:lnTo>
                  <a:pt x="24803" y="29857"/>
                </a:lnTo>
                <a:close/>
              </a:path>
              <a:path w="62864" h="50165">
                <a:moveTo>
                  <a:pt x="24866" y="43446"/>
                </a:moveTo>
                <a:lnTo>
                  <a:pt x="24765" y="43319"/>
                </a:lnTo>
                <a:lnTo>
                  <a:pt x="24625" y="43192"/>
                </a:lnTo>
                <a:lnTo>
                  <a:pt x="24587" y="43319"/>
                </a:lnTo>
                <a:lnTo>
                  <a:pt x="24866" y="43446"/>
                </a:lnTo>
                <a:close/>
              </a:path>
              <a:path w="62864" h="50165">
                <a:moveTo>
                  <a:pt x="24892" y="29222"/>
                </a:moveTo>
                <a:lnTo>
                  <a:pt x="24523" y="29222"/>
                </a:lnTo>
                <a:lnTo>
                  <a:pt x="24511" y="29730"/>
                </a:lnTo>
                <a:lnTo>
                  <a:pt x="24815" y="29730"/>
                </a:lnTo>
                <a:lnTo>
                  <a:pt x="24892" y="29222"/>
                </a:lnTo>
                <a:close/>
              </a:path>
              <a:path w="62864" h="50165">
                <a:moveTo>
                  <a:pt x="24930" y="28714"/>
                </a:moveTo>
                <a:lnTo>
                  <a:pt x="24523" y="28714"/>
                </a:lnTo>
                <a:lnTo>
                  <a:pt x="24523" y="29095"/>
                </a:lnTo>
                <a:lnTo>
                  <a:pt x="24892" y="29095"/>
                </a:lnTo>
                <a:lnTo>
                  <a:pt x="24930" y="28714"/>
                </a:lnTo>
                <a:close/>
              </a:path>
              <a:path w="62864" h="50165">
                <a:moveTo>
                  <a:pt x="24968" y="41033"/>
                </a:moveTo>
                <a:lnTo>
                  <a:pt x="24650" y="41033"/>
                </a:lnTo>
                <a:lnTo>
                  <a:pt x="24765" y="41160"/>
                </a:lnTo>
                <a:lnTo>
                  <a:pt x="24968" y="41033"/>
                </a:lnTo>
                <a:close/>
              </a:path>
              <a:path w="62864" h="50165">
                <a:moveTo>
                  <a:pt x="24993" y="40398"/>
                </a:moveTo>
                <a:lnTo>
                  <a:pt x="24231" y="40398"/>
                </a:lnTo>
                <a:lnTo>
                  <a:pt x="16586" y="40398"/>
                </a:lnTo>
                <a:lnTo>
                  <a:pt x="16065" y="40398"/>
                </a:lnTo>
                <a:lnTo>
                  <a:pt x="16052" y="40525"/>
                </a:lnTo>
                <a:lnTo>
                  <a:pt x="15722" y="40525"/>
                </a:lnTo>
                <a:lnTo>
                  <a:pt x="15849" y="40779"/>
                </a:lnTo>
                <a:lnTo>
                  <a:pt x="24422" y="40779"/>
                </a:lnTo>
                <a:lnTo>
                  <a:pt x="24663" y="40779"/>
                </a:lnTo>
                <a:lnTo>
                  <a:pt x="24930" y="40779"/>
                </a:lnTo>
                <a:lnTo>
                  <a:pt x="24993" y="40398"/>
                </a:lnTo>
                <a:close/>
              </a:path>
              <a:path w="62864" h="50165">
                <a:moveTo>
                  <a:pt x="25019" y="34937"/>
                </a:moveTo>
                <a:lnTo>
                  <a:pt x="24980" y="34810"/>
                </a:lnTo>
                <a:lnTo>
                  <a:pt x="24587" y="34810"/>
                </a:lnTo>
                <a:lnTo>
                  <a:pt x="24625" y="34937"/>
                </a:lnTo>
                <a:lnTo>
                  <a:pt x="25019" y="34937"/>
                </a:lnTo>
                <a:close/>
              </a:path>
              <a:path w="62864" h="50165">
                <a:moveTo>
                  <a:pt x="25057" y="34048"/>
                </a:moveTo>
                <a:lnTo>
                  <a:pt x="24625" y="34048"/>
                </a:lnTo>
                <a:lnTo>
                  <a:pt x="24625" y="33921"/>
                </a:lnTo>
                <a:lnTo>
                  <a:pt x="24003" y="33921"/>
                </a:lnTo>
                <a:lnTo>
                  <a:pt x="24015" y="34175"/>
                </a:lnTo>
                <a:lnTo>
                  <a:pt x="24612" y="34175"/>
                </a:lnTo>
                <a:lnTo>
                  <a:pt x="24612" y="34302"/>
                </a:lnTo>
                <a:lnTo>
                  <a:pt x="24015" y="34302"/>
                </a:lnTo>
                <a:lnTo>
                  <a:pt x="24041" y="34810"/>
                </a:lnTo>
                <a:lnTo>
                  <a:pt x="24587" y="34810"/>
                </a:lnTo>
                <a:lnTo>
                  <a:pt x="24612" y="34429"/>
                </a:lnTo>
                <a:lnTo>
                  <a:pt x="24993" y="34429"/>
                </a:lnTo>
                <a:lnTo>
                  <a:pt x="25057" y="34048"/>
                </a:lnTo>
                <a:close/>
              </a:path>
              <a:path w="62864" h="50165">
                <a:moveTo>
                  <a:pt x="25069" y="43319"/>
                </a:moveTo>
                <a:lnTo>
                  <a:pt x="24980" y="43192"/>
                </a:lnTo>
                <a:lnTo>
                  <a:pt x="24790" y="43192"/>
                </a:lnTo>
                <a:lnTo>
                  <a:pt x="24765" y="43319"/>
                </a:lnTo>
                <a:lnTo>
                  <a:pt x="25069" y="43319"/>
                </a:lnTo>
                <a:close/>
              </a:path>
              <a:path w="62864" h="50165">
                <a:moveTo>
                  <a:pt x="25069" y="35445"/>
                </a:moveTo>
                <a:lnTo>
                  <a:pt x="24638" y="35445"/>
                </a:lnTo>
                <a:lnTo>
                  <a:pt x="24714" y="35699"/>
                </a:lnTo>
                <a:lnTo>
                  <a:pt x="24879" y="35699"/>
                </a:lnTo>
                <a:lnTo>
                  <a:pt x="25019" y="35572"/>
                </a:lnTo>
                <a:lnTo>
                  <a:pt x="25069" y="35445"/>
                </a:lnTo>
                <a:close/>
              </a:path>
              <a:path w="62864" h="50165">
                <a:moveTo>
                  <a:pt x="25082" y="39763"/>
                </a:moveTo>
                <a:lnTo>
                  <a:pt x="24777" y="39763"/>
                </a:lnTo>
                <a:lnTo>
                  <a:pt x="24904" y="39890"/>
                </a:lnTo>
                <a:lnTo>
                  <a:pt x="25082" y="39763"/>
                </a:lnTo>
                <a:close/>
              </a:path>
              <a:path w="62864" h="50165">
                <a:moveTo>
                  <a:pt x="25133" y="33667"/>
                </a:moveTo>
                <a:lnTo>
                  <a:pt x="24625" y="33667"/>
                </a:lnTo>
                <a:lnTo>
                  <a:pt x="24625" y="33921"/>
                </a:lnTo>
                <a:lnTo>
                  <a:pt x="25082" y="33921"/>
                </a:lnTo>
                <a:lnTo>
                  <a:pt x="25133" y="33667"/>
                </a:lnTo>
                <a:close/>
              </a:path>
              <a:path w="62864" h="50165">
                <a:moveTo>
                  <a:pt x="25158" y="33540"/>
                </a:moveTo>
                <a:lnTo>
                  <a:pt x="25146" y="32778"/>
                </a:lnTo>
                <a:lnTo>
                  <a:pt x="24650" y="32778"/>
                </a:lnTo>
                <a:lnTo>
                  <a:pt x="24650" y="32651"/>
                </a:lnTo>
                <a:lnTo>
                  <a:pt x="24498" y="32651"/>
                </a:lnTo>
                <a:lnTo>
                  <a:pt x="24498" y="32905"/>
                </a:lnTo>
                <a:lnTo>
                  <a:pt x="24650" y="32905"/>
                </a:lnTo>
                <a:lnTo>
                  <a:pt x="24638" y="33540"/>
                </a:lnTo>
                <a:lnTo>
                  <a:pt x="25158" y="33540"/>
                </a:lnTo>
                <a:close/>
              </a:path>
              <a:path w="62864" h="50165">
                <a:moveTo>
                  <a:pt x="25196" y="43319"/>
                </a:moveTo>
                <a:lnTo>
                  <a:pt x="25069" y="43319"/>
                </a:lnTo>
                <a:lnTo>
                  <a:pt x="24993" y="43446"/>
                </a:lnTo>
                <a:lnTo>
                  <a:pt x="25146" y="43446"/>
                </a:lnTo>
                <a:lnTo>
                  <a:pt x="25196" y="43319"/>
                </a:lnTo>
                <a:close/>
              </a:path>
              <a:path w="62864" h="50165">
                <a:moveTo>
                  <a:pt x="25260" y="24650"/>
                </a:moveTo>
                <a:lnTo>
                  <a:pt x="25158" y="24523"/>
                </a:lnTo>
                <a:lnTo>
                  <a:pt x="25044" y="24650"/>
                </a:lnTo>
                <a:lnTo>
                  <a:pt x="25006" y="24777"/>
                </a:lnTo>
                <a:lnTo>
                  <a:pt x="25260" y="24650"/>
                </a:lnTo>
                <a:close/>
              </a:path>
              <a:path w="62864" h="50165">
                <a:moveTo>
                  <a:pt x="25323" y="31381"/>
                </a:moveTo>
                <a:lnTo>
                  <a:pt x="24688" y="31381"/>
                </a:lnTo>
                <a:lnTo>
                  <a:pt x="24688" y="31508"/>
                </a:lnTo>
                <a:lnTo>
                  <a:pt x="25222" y="31508"/>
                </a:lnTo>
                <a:lnTo>
                  <a:pt x="25323" y="31381"/>
                </a:lnTo>
                <a:close/>
              </a:path>
              <a:path w="62864" h="50165">
                <a:moveTo>
                  <a:pt x="25387" y="34429"/>
                </a:moveTo>
                <a:lnTo>
                  <a:pt x="24993" y="34429"/>
                </a:lnTo>
                <a:lnTo>
                  <a:pt x="24980" y="34810"/>
                </a:lnTo>
                <a:lnTo>
                  <a:pt x="25387" y="34810"/>
                </a:lnTo>
                <a:lnTo>
                  <a:pt x="25387" y="34429"/>
                </a:lnTo>
                <a:close/>
              </a:path>
              <a:path w="62864" h="50165">
                <a:moveTo>
                  <a:pt x="25400" y="33921"/>
                </a:moveTo>
                <a:lnTo>
                  <a:pt x="25082" y="33921"/>
                </a:lnTo>
                <a:lnTo>
                  <a:pt x="25057" y="34048"/>
                </a:lnTo>
                <a:lnTo>
                  <a:pt x="25400" y="34048"/>
                </a:lnTo>
                <a:lnTo>
                  <a:pt x="25400" y="33921"/>
                </a:lnTo>
                <a:close/>
              </a:path>
              <a:path w="62864" h="50165">
                <a:moveTo>
                  <a:pt x="25412" y="33540"/>
                </a:moveTo>
                <a:lnTo>
                  <a:pt x="25158" y="33540"/>
                </a:lnTo>
                <a:lnTo>
                  <a:pt x="25133" y="33667"/>
                </a:lnTo>
                <a:lnTo>
                  <a:pt x="25412" y="33667"/>
                </a:lnTo>
                <a:lnTo>
                  <a:pt x="25412" y="33540"/>
                </a:lnTo>
                <a:close/>
              </a:path>
              <a:path w="62864" h="50165">
                <a:moveTo>
                  <a:pt x="25412" y="31000"/>
                </a:moveTo>
                <a:lnTo>
                  <a:pt x="24701" y="31000"/>
                </a:lnTo>
                <a:lnTo>
                  <a:pt x="24688" y="31127"/>
                </a:lnTo>
                <a:lnTo>
                  <a:pt x="25374" y="31127"/>
                </a:lnTo>
                <a:lnTo>
                  <a:pt x="25412" y="31000"/>
                </a:lnTo>
                <a:close/>
              </a:path>
              <a:path w="62864" h="50165">
                <a:moveTo>
                  <a:pt x="25463" y="43319"/>
                </a:moveTo>
                <a:lnTo>
                  <a:pt x="25196" y="43319"/>
                </a:lnTo>
                <a:lnTo>
                  <a:pt x="25196" y="43446"/>
                </a:lnTo>
                <a:lnTo>
                  <a:pt x="25400" y="43446"/>
                </a:lnTo>
                <a:lnTo>
                  <a:pt x="25463" y="43319"/>
                </a:lnTo>
                <a:close/>
              </a:path>
              <a:path w="62864" h="50165">
                <a:moveTo>
                  <a:pt x="25501" y="46748"/>
                </a:moveTo>
                <a:lnTo>
                  <a:pt x="25488" y="46621"/>
                </a:lnTo>
                <a:lnTo>
                  <a:pt x="25349" y="46748"/>
                </a:lnTo>
                <a:lnTo>
                  <a:pt x="25501" y="46748"/>
                </a:lnTo>
                <a:close/>
              </a:path>
              <a:path w="62864" h="50165">
                <a:moveTo>
                  <a:pt x="25514" y="30492"/>
                </a:moveTo>
                <a:lnTo>
                  <a:pt x="24714" y="30492"/>
                </a:lnTo>
                <a:lnTo>
                  <a:pt x="24701" y="30619"/>
                </a:lnTo>
                <a:lnTo>
                  <a:pt x="25488" y="30619"/>
                </a:lnTo>
                <a:lnTo>
                  <a:pt x="25514" y="30492"/>
                </a:lnTo>
                <a:close/>
              </a:path>
              <a:path w="62864" h="50165">
                <a:moveTo>
                  <a:pt x="25514" y="20078"/>
                </a:moveTo>
                <a:lnTo>
                  <a:pt x="24612" y="20078"/>
                </a:lnTo>
                <a:lnTo>
                  <a:pt x="24663" y="20332"/>
                </a:lnTo>
                <a:lnTo>
                  <a:pt x="24803" y="20586"/>
                </a:lnTo>
                <a:lnTo>
                  <a:pt x="25044" y="20840"/>
                </a:lnTo>
                <a:lnTo>
                  <a:pt x="25095" y="20586"/>
                </a:lnTo>
                <a:lnTo>
                  <a:pt x="24917" y="20332"/>
                </a:lnTo>
                <a:lnTo>
                  <a:pt x="25120" y="20586"/>
                </a:lnTo>
                <a:lnTo>
                  <a:pt x="25234" y="20332"/>
                </a:lnTo>
                <a:lnTo>
                  <a:pt x="25425" y="20332"/>
                </a:lnTo>
                <a:lnTo>
                  <a:pt x="25514" y="20078"/>
                </a:lnTo>
                <a:close/>
              </a:path>
              <a:path w="62864" h="50165">
                <a:moveTo>
                  <a:pt x="25603" y="21729"/>
                </a:moveTo>
                <a:lnTo>
                  <a:pt x="25539" y="21475"/>
                </a:lnTo>
                <a:lnTo>
                  <a:pt x="25209" y="20840"/>
                </a:lnTo>
                <a:lnTo>
                  <a:pt x="25222" y="21221"/>
                </a:lnTo>
                <a:lnTo>
                  <a:pt x="24930" y="21221"/>
                </a:lnTo>
                <a:lnTo>
                  <a:pt x="25260" y="21475"/>
                </a:lnTo>
                <a:lnTo>
                  <a:pt x="24676" y="21475"/>
                </a:lnTo>
                <a:lnTo>
                  <a:pt x="24815" y="21729"/>
                </a:lnTo>
                <a:lnTo>
                  <a:pt x="25603" y="21729"/>
                </a:lnTo>
                <a:close/>
              </a:path>
              <a:path w="62864" h="50165">
                <a:moveTo>
                  <a:pt x="25679" y="32524"/>
                </a:moveTo>
                <a:lnTo>
                  <a:pt x="25146" y="32524"/>
                </a:lnTo>
                <a:lnTo>
                  <a:pt x="25146" y="32778"/>
                </a:lnTo>
                <a:lnTo>
                  <a:pt x="25438" y="32778"/>
                </a:lnTo>
                <a:lnTo>
                  <a:pt x="25666" y="32651"/>
                </a:lnTo>
                <a:lnTo>
                  <a:pt x="25679" y="32524"/>
                </a:lnTo>
                <a:close/>
              </a:path>
              <a:path w="62864" h="50165">
                <a:moveTo>
                  <a:pt x="25717" y="32016"/>
                </a:moveTo>
                <a:lnTo>
                  <a:pt x="25133" y="32016"/>
                </a:lnTo>
                <a:lnTo>
                  <a:pt x="25146" y="32270"/>
                </a:lnTo>
                <a:lnTo>
                  <a:pt x="24663" y="32270"/>
                </a:lnTo>
                <a:lnTo>
                  <a:pt x="24663" y="32524"/>
                </a:lnTo>
                <a:lnTo>
                  <a:pt x="25146" y="32524"/>
                </a:lnTo>
                <a:lnTo>
                  <a:pt x="25146" y="32397"/>
                </a:lnTo>
                <a:lnTo>
                  <a:pt x="25692" y="32397"/>
                </a:lnTo>
                <a:lnTo>
                  <a:pt x="25717" y="32016"/>
                </a:lnTo>
                <a:close/>
              </a:path>
              <a:path w="62864" h="50165">
                <a:moveTo>
                  <a:pt x="25755" y="43065"/>
                </a:moveTo>
                <a:lnTo>
                  <a:pt x="25501" y="43065"/>
                </a:lnTo>
                <a:lnTo>
                  <a:pt x="25463" y="43319"/>
                </a:lnTo>
                <a:lnTo>
                  <a:pt x="25692" y="43319"/>
                </a:lnTo>
                <a:lnTo>
                  <a:pt x="25755" y="43065"/>
                </a:lnTo>
                <a:close/>
              </a:path>
              <a:path w="62864" h="50165">
                <a:moveTo>
                  <a:pt x="25895" y="29984"/>
                </a:moveTo>
                <a:lnTo>
                  <a:pt x="24777" y="29984"/>
                </a:lnTo>
                <a:lnTo>
                  <a:pt x="24714" y="30365"/>
                </a:lnTo>
                <a:lnTo>
                  <a:pt x="25552" y="30365"/>
                </a:lnTo>
                <a:lnTo>
                  <a:pt x="25577" y="30238"/>
                </a:lnTo>
                <a:lnTo>
                  <a:pt x="25831" y="30111"/>
                </a:lnTo>
                <a:lnTo>
                  <a:pt x="25895" y="29984"/>
                </a:lnTo>
                <a:close/>
              </a:path>
              <a:path w="62864" h="50165">
                <a:moveTo>
                  <a:pt x="25971" y="48907"/>
                </a:moveTo>
                <a:lnTo>
                  <a:pt x="25768" y="48780"/>
                </a:lnTo>
                <a:lnTo>
                  <a:pt x="25527" y="48780"/>
                </a:lnTo>
                <a:lnTo>
                  <a:pt x="25781" y="48907"/>
                </a:lnTo>
                <a:lnTo>
                  <a:pt x="25679" y="49288"/>
                </a:lnTo>
                <a:lnTo>
                  <a:pt x="25488" y="49415"/>
                </a:lnTo>
                <a:lnTo>
                  <a:pt x="25463" y="49161"/>
                </a:lnTo>
                <a:lnTo>
                  <a:pt x="25488" y="49034"/>
                </a:lnTo>
                <a:lnTo>
                  <a:pt x="25412" y="48399"/>
                </a:lnTo>
                <a:lnTo>
                  <a:pt x="25349" y="47891"/>
                </a:lnTo>
                <a:lnTo>
                  <a:pt x="25590" y="47637"/>
                </a:lnTo>
                <a:lnTo>
                  <a:pt x="25615" y="47510"/>
                </a:lnTo>
                <a:lnTo>
                  <a:pt x="25654" y="47383"/>
                </a:lnTo>
                <a:lnTo>
                  <a:pt x="25450" y="47256"/>
                </a:lnTo>
                <a:lnTo>
                  <a:pt x="25361" y="47383"/>
                </a:lnTo>
                <a:lnTo>
                  <a:pt x="25311" y="47510"/>
                </a:lnTo>
                <a:lnTo>
                  <a:pt x="25234" y="47002"/>
                </a:lnTo>
                <a:lnTo>
                  <a:pt x="25425" y="47256"/>
                </a:lnTo>
                <a:lnTo>
                  <a:pt x="25654" y="47002"/>
                </a:lnTo>
                <a:lnTo>
                  <a:pt x="25336" y="47002"/>
                </a:lnTo>
                <a:lnTo>
                  <a:pt x="25349" y="46748"/>
                </a:lnTo>
                <a:lnTo>
                  <a:pt x="25387" y="46621"/>
                </a:lnTo>
                <a:lnTo>
                  <a:pt x="25412" y="46113"/>
                </a:lnTo>
                <a:lnTo>
                  <a:pt x="25387" y="45859"/>
                </a:lnTo>
                <a:lnTo>
                  <a:pt x="25234" y="45859"/>
                </a:lnTo>
                <a:lnTo>
                  <a:pt x="25438" y="45732"/>
                </a:lnTo>
                <a:lnTo>
                  <a:pt x="25196" y="45732"/>
                </a:lnTo>
                <a:lnTo>
                  <a:pt x="25298" y="45351"/>
                </a:lnTo>
                <a:lnTo>
                  <a:pt x="25628" y="45351"/>
                </a:lnTo>
                <a:lnTo>
                  <a:pt x="25501" y="44970"/>
                </a:lnTo>
                <a:lnTo>
                  <a:pt x="25717" y="44843"/>
                </a:lnTo>
                <a:lnTo>
                  <a:pt x="25679" y="44462"/>
                </a:lnTo>
                <a:lnTo>
                  <a:pt x="25692" y="44335"/>
                </a:lnTo>
                <a:lnTo>
                  <a:pt x="25742" y="44081"/>
                </a:lnTo>
                <a:lnTo>
                  <a:pt x="25679" y="43700"/>
                </a:lnTo>
                <a:lnTo>
                  <a:pt x="25666" y="43573"/>
                </a:lnTo>
                <a:lnTo>
                  <a:pt x="25488" y="43446"/>
                </a:lnTo>
                <a:lnTo>
                  <a:pt x="25476" y="43700"/>
                </a:lnTo>
                <a:lnTo>
                  <a:pt x="25412" y="44081"/>
                </a:lnTo>
                <a:lnTo>
                  <a:pt x="25412" y="43700"/>
                </a:lnTo>
                <a:lnTo>
                  <a:pt x="25476" y="43459"/>
                </a:lnTo>
                <a:lnTo>
                  <a:pt x="25336" y="43573"/>
                </a:lnTo>
                <a:lnTo>
                  <a:pt x="25044" y="43573"/>
                </a:lnTo>
                <a:lnTo>
                  <a:pt x="25044" y="44208"/>
                </a:lnTo>
                <a:lnTo>
                  <a:pt x="24904" y="44335"/>
                </a:lnTo>
                <a:lnTo>
                  <a:pt x="24904" y="44208"/>
                </a:lnTo>
                <a:lnTo>
                  <a:pt x="24904" y="44081"/>
                </a:lnTo>
                <a:lnTo>
                  <a:pt x="24904" y="43954"/>
                </a:lnTo>
                <a:lnTo>
                  <a:pt x="24968" y="44081"/>
                </a:lnTo>
                <a:lnTo>
                  <a:pt x="25044" y="44208"/>
                </a:lnTo>
                <a:lnTo>
                  <a:pt x="25044" y="43573"/>
                </a:lnTo>
                <a:lnTo>
                  <a:pt x="24917" y="43573"/>
                </a:lnTo>
                <a:lnTo>
                  <a:pt x="24993" y="43446"/>
                </a:lnTo>
                <a:lnTo>
                  <a:pt x="24866" y="43446"/>
                </a:lnTo>
                <a:lnTo>
                  <a:pt x="24765" y="43573"/>
                </a:lnTo>
                <a:lnTo>
                  <a:pt x="24599" y="43700"/>
                </a:lnTo>
                <a:lnTo>
                  <a:pt x="24345" y="43827"/>
                </a:lnTo>
                <a:lnTo>
                  <a:pt x="24282" y="43954"/>
                </a:lnTo>
                <a:lnTo>
                  <a:pt x="24333" y="43827"/>
                </a:lnTo>
                <a:lnTo>
                  <a:pt x="24206" y="43700"/>
                </a:lnTo>
                <a:lnTo>
                  <a:pt x="23926" y="43700"/>
                </a:lnTo>
                <a:lnTo>
                  <a:pt x="23990" y="43573"/>
                </a:lnTo>
                <a:lnTo>
                  <a:pt x="24053" y="43446"/>
                </a:lnTo>
                <a:lnTo>
                  <a:pt x="24244" y="43319"/>
                </a:lnTo>
                <a:lnTo>
                  <a:pt x="24498" y="43319"/>
                </a:lnTo>
                <a:lnTo>
                  <a:pt x="24587" y="42938"/>
                </a:lnTo>
                <a:lnTo>
                  <a:pt x="23939" y="42938"/>
                </a:lnTo>
                <a:lnTo>
                  <a:pt x="24028" y="43319"/>
                </a:lnTo>
                <a:lnTo>
                  <a:pt x="23977" y="43192"/>
                </a:lnTo>
                <a:lnTo>
                  <a:pt x="23926" y="43065"/>
                </a:lnTo>
                <a:lnTo>
                  <a:pt x="23888" y="42938"/>
                </a:lnTo>
                <a:lnTo>
                  <a:pt x="23876" y="43954"/>
                </a:lnTo>
                <a:lnTo>
                  <a:pt x="23787" y="46113"/>
                </a:lnTo>
                <a:lnTo>
                  <a:pt x="23774" y="46621"/>
                </a:lnTo>
                <a:lnTo>
                  <a:pt x="23660" y="47002"/>
                </a:lnTo>
                <a:lnTo>
                  <a:pt x="23533" y="46748"/>
                </a:lnTo>
                <a:lnTo>
                  <a:pt x="23660" y="47002"/>
                </a:lnTo>
                <a:lnTo>
                  <a:pt x="23660" y="46621"/>
                </a:lnTo>
                <a:lnTo>
                  <a:pt x="23787" y="46113"/>
                </a:lnTo>
                <a:lnTo>
                  <a:pt x="23787" y="44043"/>
                </a:lnTo>
                <a:lnTo>
                  <a:pt x="23876" y="42951"/>
                </a:lnTo>
                <a:lnTo>
                  <a:pt x="23774" y="43827"/>
                </a:lnTo>
                <a:lnTo>
                  <a:pt x="23685" y="44208"/>
                </a:lnTo>
                <a:lnTo>
                  <a:pt x="23647" y="44462"/>
                </a:lnTo>
                <a:lnTo>
                  <a:pt x="23482" y="44462"/>
                </a:lnTo>
                <a:lnTo>
                  <a:pt x="23482" y="44335"/>
                </a:lnTo>
                <a:lnTo>
                  <a:pt x="23685" y="44208"/>
                </a:lnTo>
                <a:lnTo>
                  <a:pt x="23685" y="43764"/>
                </a:lnTo>
                <a:lnTo>
                  <a:pt x="23444" y="43827"/>
                </a:lnTo>
                <a:lnTo>
                  <a:pt x="23444" y="43573"/>
                </a:lnTo>
                <a:lnTo>
                  <a:pt x="23736" y="43700"/>
                </a:lnTo>
                <a:lnTo>
                  <a:pt x="23774" y="43827"/>
                </a:lnTo>
                <a:lnTo>
                  <a:pt x="23774" y="43014"/>
                </a:lnTo>
                <a:lnTo>
                  <a:pt x="23596" y="43065"/>
                </a:lnTo>
                <a:lnTo>
                  <a:pt x="23583" y="42938"/>
                </a:lnTo>
                <a:lnTo>
                  <a:pt x="23583" y="43319"/>
                </a:lnTo>
                <a:lnTo>
                  <a:pt x="23507" y="43446"/>
                </a:lnTo>
                <a:lnTo>
                  <a:pt x="23342" y="43446"/>
                </a:lnTo>
                <a:lnTo>
                  <a:pt x="23342" y="43192"/>
                </a:lnTo>
                <a:lnTo>
                  <a:pt x="23583" y="43319"/>
                </a:lnTo>
                <a:lnTo>
                  <a:pt x="23583" y="42938"/>
                </a:lnTo>
                <a:lnTo>
                  <a:pt x="23291" y="42938"/>
                </a:lnTo>
                <a:lnTo>
                  <a:pt x="23215" y="43954"/>
                </a:lnTo>
                <a:lnTo>
                  <a:pt x="23025" y="44081"/>
                </a:lnTo>
                <a:lnTo>
                  <a:pt x="22821" y="44081"/>
                </a:lnTo>
                <a:lnTo>
                  <a:pt x="23050" y="43853"/>
                </a:lnTo>
                <a:lnTo>
                  <a:pt x="23215" y="43954"/>
                </a:lnTo>
                <a:lnTo>
                  <a:pt x="23215" y="42938"/>
                </a:lnTo>
                <a:lnTo>
                  <a:pt x="23063" y="42938"/>
                </a:lnTo>
                <a:lnTo>
                  <a:pt x="23063" y="43573"/>
                </a:lnTo>
                <a:lnTo>
                  <a:pt x="23025" y="43827"/>
                </a:lnTo>
                <a:lnTo>
                  <a:pt x="22745" y="43827"/>
                </a:lnTo>
                <a:lnTo>
                  <a:pt x="22860" y="43573"/>
                </a:lnTo>
                <a:lnTo>
                  <a:pt x="23063" y="43573"/>
                </a:lnTo>
                <a:lnTo>
                  <a:pt x="23063" y="42938"/>
                </a:lnTo>
                <a:lnTo>
                  <a:pt x="22821" y="42938"/>
                </a:lnTo>
                <a:lnTo>
                  <a:pt x="22745" y="43446"/>
                </a:lnTo>
                <a:lnTo>
                  <a:pt x="22644" y="43319"/>
                </a:lnTo>
                <a:lnTo>
                  <a:pt x="22517" y="43446"/>
                </a:lnTo>
                <a:lnTo>
                  <a:pt x="22466" y="43065"/>
                </a:lnTo>
                <a:lnTo>
                  <a:pt x="22250" y="43065"/>
                </a:lnTo>
                <a:lnTo>
                  <a:pt x="22326" y="42811"/>
                </a:lnTo>
                <a:lnTo>
                  <a:pt x="22834" y="42811"/>
                </a:lnTo>
                <a:lnTo>
                  <a:pt x="23266" y="42811"/>
                </a:lnTo>
                <a:lnTo>
                  <a:pt x="23393" y="41795"/>
                </a:lnTo>
                <a:lnTo>
                  <a:pt x="23495" y="41668"/>
                </a:lnTo>
                <a:lnTo>
                  <a:pt x="23837" y="41668"/>
                </a:lnTo>
                <a:lnTo>
                  <a:pt x="23850" y="41414"/>
                </a:lnTo>
                <a:lnTo>
                  <a:pt x="24015" y="41414"/>
                </a:lnTo>
                <a:lnTo>
                  <a:pt x="24269" y="41160"/>
                </a:lnTo>
                <a:lnTo>
                  <a:pt x="24409" y="41033"/>
                </a:lnTo>
                <a:lnTo>
                  <a:pt x="15811" y="41033"/>
                </a:lnTo>
                <a:lnTo>
                  <a:pt x="15849" y="40779"/>
                </a:lnTo>
                <a:lnTo>
                  <a:pt x="15201" y="40779"/>
                </a:lnTo>
                <a:lnTo>
                  <a:pt x="15214" y="40906"/>
                </a:lnTo>
                <a:lnTo>
                  <a:pt x="15227" y="41033"/>
                </a:lnTo>
                <a:lnTo>
                  <a:pt x="15836" y="41160"/>
                </a:lnTo>
                <a:lnTo>
                  <a:pt x="15786" y="43827"/>
                </a:lnTo>
                <a:lnTo>
                  <a:pt x="15659" y="47891"/>
                </a:lnTo>
                <a:lnTo>
                  <a:pt x="15544" y="49542"/>
                </a:lnTo>
                <a:lnTo>
                  <a:pt x="25654" y="49542"/>
                </a:lnTo>
                <a:lnTo>
                  <a:pt x="25793" y="49415"/>
                </a:lnTo>
                <a:lnTo>
                  <a:pt x="25793" y="49542"/>
                </a:lnTo>
                <a:lnTo>
                  <a:pt x="25971" y="49542"/>
                </a:lnTo>
                <a:lnTo>
                  <a:pt x="25971" y="48907"/>
                </a:lnTo>
                <a:close/>
              </a:path>
              <a:path w="62864" h="50165">
                <a:moveTo>
                  <a:pt x="26009" y="29730"/>
                </a:moveTo>
                <a:lnTo>
                  <a:pt x="25806" y="29730"/>
                </a:lnTo>
                <a:lnTo>
                  <a:pt x="24815" y="29730"/>
                </a:lnTo>
                <a:lnTo>
                  <a:pt x="24803" y="29857"/>
                </a:lnTo>
                <a:lnTo>
                  <a:pt x="25679" y="29857"/>
                </a:lnTo>
                <a:lnTo>
                  <a:pt x="25946" y="29857"/>
                </a:lnTo>
                <a:lnTo>
                  <a:pt x="26009" y="29730"/>
                </a:lnTo>
                <a:close/>
              </a:path>
              <a:path w="62864" h="50165">
                <a:moveTo>
                  <a:pt x="26085" y="31508"/>
                </a:moveTo>
                <a:lnTo>
                  <a:pt x="25222" y="31508"/>
                </a:lnTo>
                <a:lnTo>
                  <a:pt x="25133" y="31762"/>
                </a:lnTo>
                <a:lnTo>
                  <a:pt x="24676" y="31762"/>
                </a:lnTo>
                <a:lnTo>
                  <a:pt x="24676" y="32016"/>
                </a:lnTo>
                <a:lnTo>
                  <a:pt x="25133" y="32016"/>
                </a:lnTo>
                <a:lnTo>
                  <a:pt x="25133" y="31889"/>
                </a:lnTo>
                <a:lnTo>
                  <a:pt x="25933" y="31889"/>
                </a:lnTo>
                <a:lnTo>
                  <a:pt x="26009" y="31762"/>
                </a:lnTo>
                <a:lnTo>
                  <a:pt x="26085" y="31508"/>
                </a:lnTo>
                <a:close/>
              </a:path>
              <a:path w="62864" h="50165">
                <a:moveTo>
                  <a:pt x="26085" y="14490"/>
                </a:moveTo>
                <a:lnTo>
                  <a:pt x="25844" y="14871"/>
                </a:lnTo>
                <a:lnTo>
                  <a:pt x="25984" y="14871"/>
                </a:lnTo>
                <a:lnTo>
                  <a:pt x="26085" y="14490"/>
                </a:lnTo>
                <a:close/>
              </a:path>
              <a:path w="62864" h="50165">
                <a:moveTo>
                  <a:pt x="26098" y="29095"/>
                </a:moveTo>
                <a:lnTo>
                  <a:pt x="24892" y="29095"/>
                </a:lnTo>
                <a:lnTo>
                  <a:pt x="24892" y="29222"/>
                </a:lnTo>
                <a:lnTo>
                  <a:pt x="26047" y="29222"/>
                </a:lnTo>
                <a:lnTo>
                  <a:pt x="26098" y="29095"/>
                </a:lnTo>
                <a:close/>
              </a:path>
              <a:path w="62864" h="50165">
                <a:moveTo>
                  <a:pt x="26136" y="28714"/>
                </a:moveTo>
                <a:lnTo>
                  <a:pt x="26098" y="28587"/>
                </a:lnTo>
                <a:lnTo>
                  <a:pt x="25946" y="28587"/>
                </a:lnTo>
                <a:lnTo>
                  <a:pt x="24942" y="28587"/>
                </a:lnTo>
                <a:lnTo>
                  <a:pt x="24930" y="28714"/>
                </a:lnTo>
                <a:lnTo>
                  <a:pt x="26136" y="28714"/>
                </a:lnTo>
                <a:close/>
              </a:path>
              <a:path w="62864" h="50165">
                <a:moveTo>
                  <a:pt x="26162" y="26682"/>
                </a:moveTo>
                <a:lnTo>
                  <a:pt x="25908" y="26682"/>
                </a:lnTo>
                <a:lnTo>
                  <a:pt x="26009" y="26809"/>
                </a:lnTo>
                <a:lnTo>
                  <a:pt x="26111" y="27063"/>
                </a:lnTo>
                <a:lnTo>
                  <a:pt x="26162" y="26682"/>
                </a:lnTo>
                <a:close/>
              </a:path>
              <a:path w="62864" h="50165">
                <a:moveTo>
                  <a:pt x="26187" y="31127"/>
                </a:moveTo>
                <a:lnTo>
                  <a:pt x="25374" y="31127"/>
                </a:lnTo>
                <a:lnTo>
                  <a:pt x="25323" y="31381"/>
                </a:lnTo>
                <a:lnTo>
                  <a:pt x="26111" y="31381"/>
                </a:lnTo>
                <a:lnTo>
                  <a:pt x="26187" y="31127"/>
                </a:lnTo>
                <a:close/>
              </a:path>
              <a:path w="62864" h="50165">
                <a:moveTo>
                  <a:pt x="26187" y="12966"/>
                </a:moveTo>
                <a:lnTo>
                  <a:pt x="19913" y="12966"/>
                </a:lnTo>
                <a:lnTo>
                  <a:pt x="19519" y="12966"/>
                </a:lnTo>
                <a:lnTo>
                  <a:pt x="19875" y="13220"/>
                </a:lnTo>
                <a:lnTo>
                  <a:pt x="19672" y="13220"/>
                </a:lnTo>
                <a:lnTo>
                  <a:pt x="19621" y="13474"/>
                </a:lnTo>
                <a:lnTo>
                  <a:pt x="19456" y="13474"/>
                </a:lnTo>
                <a:lnTo>
                  <a:pt x="19519" y="12966"/>
                </a:lnTo>
                <a:lnTo>
                  <a:pt x="19177" y="12966"/>
                </a:lnTo>
                <a:lnTo>
                  <a:pt x="19100" y="13093"/>
                </a:lnTo>
                <a:lnTo>
                  <a:pt x="18859" y="12966"/>
                </a:lnTo>
                <a:lnTo>
                  <a:pt x="18745" y="13220"/>
                </a:lnTo>
                <a:lnTo>
                  <a:pt x="18745" y="13474"/>
                </a:lnTo>
                <a:lnTo>
                  <a:pt x="18592" y="13614"/>
                </a:lnTo>
                <a:lnTo>
                  <a:pt x="18554" y="13474"/>
                </a:lnTo>
                <a:lnTo>
                  <a:pt x="18338" y="13614"/>
                </a:lnTo>
                <a:lnTo>
                  <a:pt x="18389" y="13474"/>
                </a:lnTo>
                <a:lnTo>
                  <a:pt x="18072" y="13474"/>
                </a:lnTo>
                <a:lnTo>
                  <a:pt x="18199" y="13220"/>
                </a:lnTo>
                <a:lnTo>
                  <a:pt x="18389" y="13055"/>
                </a:lnTo>
                <a:lnTo>
                  <a:pt x="18364" y="13220"/>
                </a:lnTo>
                <a:lnTo>
                  <a:pt x="18554" y="13220"/>
                </a:lnTo>
                <a:lnTo>
                  <a:pt x="18745" y="13220"/>
                </a:lnTo>
                <a:lnTo>
                  <a:pt x="18745" y="13068"/>
                </a:lnTo>
                <a:lnTo>
                  <a:pt x="18605" y="12966"/>
                </a:lnTo>
                <a:lnTo>
                  <a:pt x="18859" y="12966"/>
                </a:lnTo>
                <a:lnTo>
                  <a:pt x="19050" y="12966"/>
                </a:lnTo>
                <a:lnTo>
                  <a:pt x="19100" y="13093"/>
                </a:lnTo>
                <a:lnTo>
                  <a:pt x="19100" y="12915"/>
                </a:lnTo>
                <a:lnTo>
                  <a:pt x="18821" y="12712"/>
                </a:lnTo>
                <a:lnTo>
                  <a:pt x="18554" y="12712"/>
                </a:lnTo>
                <a:lnTo>
                  <a:pt x="18440" y="12915"/>
                </a:lnTo>
                <a:lnTo>
                  <a:pt x="18008" y="13220"/>
                </a:lnTo>
                <a:lnTo>
                  <a:pt x="17868" y="13220"/>
                </a:lnTo>
                <a:lnTo>
                  <a:pt x="17957" y="12966"/>
                </a:lnTo>
                <a:lnTo>
                  <a:pt x="17741" y="12966"/>
                </a:lnTo>
                <a:lnTo>
                  <a:pt x="17691" y="13474"/>
                </a:lnTo>
                <a:lnTo>
                  <a:pt x="17322" y="13474"/>
                </a:lnTo>
                <a:lnTo>
                  <a:pt x="17233" y="13220"/>
                </a:lnTo>
                <a:lnTo>
                  <a:pt x="17157" y="12966"/>
                </a:lnTo>
                <a:lnTo>
                  <a:pt x="16814" y="12966"/>
                </a:lnTo>
                <a:lnTo>
                  <a:pt x="16878" y="13474"/>
                </a:lnTo>
                <a:lnTo>
                  <a:pt x="17145" y="13474"/>
                </a:lnTo>
                <a:lnTo>
                  <a:pt x="17233" y="13982"/>
                </a:lnTo>
                <a:lnTo>
                  <a:pt x="18923" y="13982"/>
                </a:lnTo>
                <a:lnTo>
                  <a:pt x="18796" y="13855"/>
                </a:lnTo>
                <a:lnTo>
                  <a:pt x="19011" y="13982"/>
                </a:lnTo>
                <a:lnTo>
                  <a:pt x="26098" y="13982"/>
                </a:lnTo>
                <a:lnTo>
                  <a:pt x="26149" y="13474"/>
                </a:lnTo>
                <a:lnTo>
                  <a:pt x="26187" y="12966"/>
                </a:lnTo>
                <a:close/>
              </a:path>
              <a:path w="62864" h="50165">
                <a:moveTo>
                  <a:pt x="26212" y="23507"/>
                </a:moveTo>
                <a:lnTo>
                  <a:pt x="26174" y="23253"/>
                </a:lnTo>
                <a:lnTo>
                  <a:pt x="26022" y="23507"/>
                </a:lnTo>
                <a:lnTo>
                  <a:pt x="26212" y="23507"/>
                </a:lnTo>
                <a:close/>
              </a:path>
              <a:path w="62864" h="50165">
                <a:moveTo>
                  <a:pt x="26250" y="29222"/>
                </a:moveTo>
                <a:lnTo>
                  <a:pt x="26047" y="29222"/>
                </a:lnTo>
                <a:lnTo>
                  <a:pt x="25996" y="29476"/>
                </a:lnTo>
                <a:lnTo>
                  <a:pt x="26162" y="29349"/>
                </a:lnTo>
                <a:lnTo>
                  <a:pt x="26250" y="29222"/>
                </a:lnTo>
                <a:close/>
              </a:path>
              <a:path w="62864" h="50165">
                <a:moveTo>
                  <a:pt x="26289" y="11950"/>
                </a:moveTo>
                <a:lnTo>
                  <a:pt x="20307" y="11950"/>
                </a:lnTo>
                <a:lnTo>
                  <a:pt x="20307" y="12458"/>
                </a:lnTo>
                <a:lnTo>
                  <a:pt x="20193" y="12331"/>
                </a:lnTo>
                <a:lnTo>
                  <a:pt x="20307" y="12458"/>
                </a:lnTo>
                <a:lnTo>
                  <a:pt x="20307" y="11950"/>
                </a:lnTo>
                <a:lnTo>
                  <a:pt x="20116" y="11950"/>
                </a:lnTo>
                <a:lnTo>
                  <a:pt x="20078" y="12204"/>
                </a:lnTo>
                <a:lnTo>
                  <a:pt x="19812" y="12204"/>
                </a:lnTo>
                <a:lnTo>
                  <a:pt x="20116" y="11950"/>
                </a:lnTo>
                <a:lnTo>
                  <a:pt x="19481" y="11950"/>
                </a:lnTo>
                <a:lnTo>
                  <a:pt x="19608" y="12204"/>
                </a:lnTo>
                <a:lnTo>
                  <a:pt x="19862" y="12458"/>
                </a:lnTo>
                <a:lnTo>
                  <a:pt x="19570" y="12458"/>
                </a:lnTo>
                <a:lnTo>
                  <a:pt x="19608" y="12712"/>
                </a:lnTo>
                <a:lnTo>
                  <a:pt x="26212" y="12712"/>
                </a:lnTo>
                <a:lnTo>
                  <a:pt x="26289" y="11950"/>
                </a:lnTo>
                <a:close/>
              </a:path>
              <a:path w="62864" h="50165">
                <a:moveTo>
                  <a:pt x="26555" y="30619"/>
                </a:moveTo>
                <a:lnTo>
                  <a:pt x="25488" y="30619"/>
                </a:lnTo>
                <a:lnTo>
                  <a:pt x="25412" y="31000"/>
                </a:lnTo>
                <a:lnTo>
                  <a:pt x="26250" y="31000"/>
                </a:lnTo>
                <a:lnTo>
                  <a:pt x="26377" y="30746"/>
                </a:lnTo>
                <a:lnTo>
                  <a:pt x="26555" y="30619"/>
                </a:lnTo>
                <a:close/>
              </a:path>
              <a:path w="62864" h="50165">
                <a:moveTo>
                  <a:pt x="26644" y="30365"/>
                </a:moveTo>
                <a:lnTo>
                  <a:pt x="25552" y="30365"/>
                </a:lnTo>
                <a:lnTo>
                  <a:pt x="25514" y="30492"/>
                </a:lnTo>
                <a:lnTo>
                  <a:pt x="26593" y="30492"/>
                </a:lnTo>
                <a:lnTo>
                  <a:pt x="26644" y="30365"/>
                </a:lnTo>
                <a:close/>
              </a:path>
              <a:path w="62864" h="50165">
                <a:moveTo>
                  <a:pt x="26695" y="29476"/>
                </a:moveTo>
                <a:lnTo>
                  <a:pt x="26517" y="29603"/>
                </a:lnTo>
                <a:lnTo>
                  <a:pt x="26441" y="29349"/>
                </a:lnTo>
                <a:lnTo>
                  <a:pt x="26009" y="29730"/>
                </a:lnTo>
                <a:lnTo>
                  <a:pt x="26695" y="29730"/>
                </a:lnTo>
                <a:lnTo>
                  <a:pt x="26695" y="29603"/>
                </a:lnTo>
                <a:lnTo>
                  <a:pt x="26695" y="29476"/>
                </a:lnTo>
                <a:close/>
              </a:path>
              <a:path w="62864" h="50165">
                <a:moveTo>
                  <a:pt x="26708" y="29857"/>
                </a:moveTo>
                <a:lnTo>
                  <a:pt x="25946" y="29857"/>
                </a:lnTo>
                <a:lnTo>
                  <a:pt x="25895" y="29984"/>
                </a:lnTo>
                <a:lnTo>
                  <a:pt x="26530" y="29984"/>
                </a:lnTo>
                <a:lnTo>
                  <a:pt x="26708" y="29984"/>
                </a:lnTo>
                <a:lnTo>
                  <a:pt x="26708" y="29857"/>
                </a:lnTo>
                <a:close/>
              </a:path>
              <a:path w="62864" h="50165">
                <a:moveTo>
                  <a:pt x="27063" y="29730"/>
                </a:moveTo>
                <a:lnTo>
                  <a:pt x="26695" y="29730"/>
                </a:lnTo>
                <a:lnTo>
                  <a:pt x="26708" y="29857"/>
                </a:lnTo>
                <a:lnTo>
                  <a:pt x="27012" y="29857"/>
                </a:lnTo>
                <a:lnTo>
                  <a:pt x="27063" y="29730"/>
                </a:lnTo>
                <a:close/>
              </a:path>
              <a:path w="62864" h="50165">
                <a:moveTo>
                  <a:pt x="27152" y="46507"/>
                </a:moveTo>
                <a:lnTo>
                  <a:pt x="26911" y="46316"/>
                </a:lnTo>
                <a:lnTo>
                  <a:pt x="26695" y="45935"/>
                </a:lnTo>
                <a:lnTo>
                  <a:pt x="26771" y="46507"/>
                </a:lnTo>
                <a:lnTo>
                  <a:pt x="26847" y="46316"/>
                </a:lnTo>
                <a:lnTo>
                  <a:pt x="26924" y="46659"/>
                </a:lnTo>
                <a:lnTo>
                  <a:pt x="26924" y="46520"/>
                </a:lnTo>
                <a:lnTo>
                  <a:pt x="27152" y="46507"/>
                </a:lnTo>
                <a:close/>
              </a:path>
              <a:path w="62864" h="50165">
                <a:moveTo>
                  <a:pt x="27190" y="27698"/>
                </a:moveTo>
                <a:lnTo>
                  <a:pt x="27101" y="25539"/>
                </a:lnTo>
                <a:lnTo>
                  <a:pt x="26974" y="25158"/>
                </a:lnTo>
                <a:lnTo>
                  <a:pt x="26911" y="24396"/>
                </a:lnTo>
                <a:lnTo>
                  <a:pt x="26644" y="24269"/>
                </a:lnTo>
                <a:lnTo>
                  <a:pt x="26543" y="24015"/>
                </a:lnTo>
                <a:lnTo>
                  <a:pt x="26593" y="24777"/>
                </a:lnTo>
                <a:lnTo>
                  <a:pt x="26695" y="25158"/>
                </a:lnTo>
                <a:lnTo>
                  <a:pt x="26784" y="25412"/>
                </a:lnTo>
                <a:lnTo>
                  <a:pt x="26885" y="25666"/>
                </a:lnTo>
                <a:lnTo>
                  <a:pt x="26974" y="25920"/>
                </a:lnTo>
                <a:lnTo>
                  <a:pt x="27063" y="26174"/>
                </a:lnTo>
                <a:lnTo>
                  <a:pt x="27190" y="27698"/>
                </a:lnTo>
                <a:close/>
              </a:path>
              <a:path w="62864" h="50165">
                <a:moveTo>
                  <a:pt x="27279" y="29730"/>
                </a:moveTo>
                <a:lnTo>
                  <a:pt x="27139" y="29730"/>
                </a:lnTo>
                <a:lnTo>
                  <a:pt x="27127" y="29857"/>
                </a:lnTo>
                <a:lnTo>
                  <a:pt x="27279" y="29730"/>
                </a:lnTo>
                <a:close/>
              </a:path>
              <a:path w="62864" h="50165">
                <a:moveTo>
                  <a:pt x="27305" y="29984"/>
                </a:moveTo>
                <a:lnTo>
                  <a:pt x="27292" y="29857"/>
                </a:lnTo>
                <a:lnTo>
                  <a:pt x="27152" y="29857"/>
                </a:lnTo>
                <a:lnTo>
                  <a:pt x="26708" y="29984"/>
                </a:lnTo>
                <a:lnTo>
                  <a:pt x="27305" y="29984"/>
                </a:lnTo>
                <a:close/>
              </a:path>
              <a:path w="62864" h="50165">
                <a:moveTo>
                  <a:pt x="27317" y="12712"/>
                </a:moveTo>
                <a:lnTo>
                  <a:pt x="26212" y="12712"/>
                </a:lnTo>
                <a:lnTo>
                  <a:pt x="26187" y="12966"/>
                </a:lnTo>
                <a:lnTo>
                  <a:pt x="27317" y="12966"/>
                </a:lnTo>
                <a:lnTo>
                  <a:pt x="27317" y="12712"/>
                </a:lnTo>
                <a:close/>
              </a:path>
              <a:path w="62864" h="50165">
                <a:moveTo>
                  <a:pt x="27355" y="11061"/>
                </a:moveTo>
                <a:lnTo>
                  <a:pt x="26339" y="11061"/>
                </a:lnTo>
                <a:lnTo>
                  <a:pt x="26327" y="11315"/>
                </a:lnTo>
                <a:lnTo>
                  <a:pt x="27343" y="11315"/>
                </a:lnTo>
                <a:lnTo>
                  <a:pt x="27355" y="11061"/>
                </a:lnTo>
                <a:close/>
              </a:path>
              <a:path w="62864" h="50165">
                <a:moveTo>
                  <a:pt x="27444" y="12966"/>
                </a:moveTo>
                <a:lnTo>
                  <a:pt x="27317" y="12966"/>
                </a:lnTo>
                <a:lnTo>
                  <a:pt x="27305" y="13474"/>
                </a:lnTo>
                <a:lnTo>
                  <a:pt x="27432" y="13220"/>
                </a:lnTo>
                <a:lnTo>
                  <a:pt x="27444" y="12966"/>
                </a:lnTo>
                <a:close/>
              </a:path>
              <a:path w="62864" h="50165">
                <a:moveTo>
                  <a:pt x="27482" y="11950"/>
                </a:moveTo>
                <a:lnTo>
                  <a:pt x="27330" y="11950"/>
                </a:lnTo>
                <a:lnTo>
                  <a:pt x="27317" y="12712"/>
                </a:lnTo>
                <a:lnTo>
                  <a:pt x="27457" y="12712"/>
                </a:lnTo>
                <a:lnTo>
                  <a:pt x="27482" y="11950"/>
                </a:lnTo>
                <a:close/>
              </a:path>
              <a:path w="62864" h="50165">
                <a:moveTo>
                  <a:pt x="27508" y="11315"/>
                </a:moveTo>
                <a:lnTo>
                  <a:pt x="27343" y="11315"/>
                </a:lnTo>
                <a:lnTo>
                  <a:pt x="27343" y="11696"/>
                </a:lnTo>
                <a:lnTo>
                  <a:pt x="27495" y="11696"/>
                </a:lnTo>
                <a:lnTo>
                  <a:pt x="27508" y="11315"/>
                </a:lnTo>
                <a:close/>
              </a:path>
              <a:path w="62864" h="50165">
                <a:moveTo>
                  <a:pt x="27571" y="45224"/>
                </a:moveTo>
                <a:lnTo>
                  <a:pt x="27533" y="45008"/>
                </a:lnTo>
                <a:lnTo>
                  <a:pt x="27419" y="45224"/>
                </a:lnTo>
                <a:lnTo>
                  <a:pt x="27571" y="45224"/>
                </a:lnTo>
                <a:close/>
              </a:path>
              <a:path w="62864" h="50165">
                <a:moveTo>
                  <a:pt x="27584" y="49682"/>
                </a:moveTo>
                <a:lnTo>
                  <a:pt x="27520" y="49250"/>
                </a:lnTo>
                <a:lnTo>
                  <a:pt x="27520" y="49682"/>
                </a:lnTo>
                <a:close/>
              </a:path>
              <a:path w="62864" h="50165">
                <a:moveTo>
                  <a:pt x="27635" y="48539"/>
                </a:moveTo>
                <a:lnTo>
                  <a:pt x="27495" y="48425"/>
                </a:lnTo>
                <a:lnTo>
                  <a:pt x="27559" y="48780"/>
                </a:lnTo>
                <a:lnTo>
                  <a:pt x="27571" y="48564"/>
                </a:lnTo>
                <a:close/>
              </a:path>
              <a:path w="62864" h="50165">
                <a:moveTo>
                  <a:pt x="27660" y="28460"/>
                </a:moveTo>
                <a:lnTo>
                  <a:pt x="27647" y="28333"/>
                </a:lnTo>
                <a:lnTo>
                  <a:pt x="27647" y="28206"/>
                </a:lnTo>
                <a:lnTo>
                  <a:pt x="27355" y="28079"/>
                </a:lnTo>
                <a:lnTo>
                  <a:pt x="27355" y="27952"/>
                </a:lnTo>
                <a:lnTo>
                  <a:pt x="27343" y="27698"/>
                </a:lnTo>
                <a:lnTo>
                  <a:pt x="27190" y="27698"/>
                </a:lnTo>
                <a:lnTo>
                  <a:pt x="27114" y="27571"/>
                </a:lnTo>
                <a:lnTo>
                  <a:pt x="27051" y="27444"/>
                </a:lnTo>
                <a:lnTo>
                  <a:pt x="26758" y="27317"/>
                </a:lnTo>
                <a:lnTo>
                  <a:pt x="26631" y="26682"/>
                </a:lnTo>
                <a:lnTo>
                  <a:pt x="26492" y="26809"/>
                </a:lnTo>
                <a:lnTo>
                  <a:pt x="26454" y="27317"/>
                </a:lnTo>
                <a:lnTo>
                  <a:pt x="26289" y="27190"/>
                </a:lnTo>
                <a:lnTo>
                  <a:pt x="26212" y="27063"/>
                </a:lnTo>
                <a:lnTo>
                  <a:pt x="26162" y="27444"/>
                </a:lnTo>
                <a:lnTo>
                  <a:pt x="26314" y="27444"/>
                </a:lnTo>
                <a:lnTo>
                  <a:pt x="25958" y="27571"/>
                </a:lnTo>
                <a:lnTo>
                  <a:pt x="25692" y="27444"/>
                </a:lnTo>
                <a:lnTo>
                  <a:pt x="25603" y="27317"/>
                </a:lnTo>
                <a:lnTo>
                  <a:pt x="25476" y="27317"/>
                </a:lnTo>
                <a:lnTo>
                  <a:pt x="25209" y="27190"/>
                </a:lnTo>
                <a:lnTo>
                  <a:pt x="25146" y="26936"/>
                </a:lnTo>
                <a:lnTo>
                  <a:pt x="24765" y="26809"/>
                </a:lnTo>
                <a:lnTo>
                  <a:pt x="24739" y="26682"/>
                </a:lnTo>
                <a:lnTo>
                  <a:pt x="24498" y="26555"/>
                </a:lnTo>
                <a:lnTo>
                  <a:pt x="24523" y="26174"/>
                </a:lnTo>
                <a:lnTo>
                  <a:pt x="24358" y="26174"/>
                </a:lnTo>
                <a:lnTo>
                  <a:pt x="24371" y="25920"/>
                </a:lnTo>
                <a:lnTo>
                  <a:pt x="23990" y="25920"/>
                </a:lnTo>
                <a:lnTo>
                  <a:pt x="24752" y="25666"/>
                </a:lnTo>
                <a:lnTo>
                  <a:pt x="25260" y="25920"/>
                </a:lnTo>
                <a:lnTo>
                  <a:pt x="25450" y="26047"/>
                </a:lnTo>
                <a:lnTo>
                  <a:pt x="25527" y="26174"/>
                </a:lnTo>
                <a:lnTo>
                  <a:pt x="25615" y="26301"/>
                </a:lnTo>
                <a:lnTo>
                  <a:pt x="25692" y="26428"/>
                </a:lnTo>
                <a:lnTo>
                  <a:pt x="25793" y="26555"/>
                </a:lnTo>
                <a:lnTo>
                  <a:pt x="25908" y="26682"/>
                </a:lnTo>
                <a:lnTo>
                  <a:pt x="25819" y="25920"/>
                </a:lnTo>
                <a:lnTo>
                  <a:pt x="25730" y="25666"/>
                </a:lnTo>
                <a:lnTo>
                  <a:pt x="24790" y="25539"/>
                </a:lnTo>
                <a:lnTo>
                  <a:pt x="24244" y="25158"/>
                </a:lnTo>
                <a:lnTo>
                  <a:pt x="23964" y="25031"/>
                </a:lnTo>
                <a:lnTo>
                  <a:pt x="23863" y="24904"/>
                </a:lnTo>
                <a:lnTo>
                  <a:pt x="23774" y="24777"/>
                </a:lnTo>
                <a:lnTo>
                  <a:pt x="23698" y="24269"/>
                </a:lnTo>
                <a:lnTo>
                  <a:pt x="23837" y="24269"/>
                </a:lnTo>
                <a:lnTo>
                  <a:pt x="23901" y="24015"/>
                </a:lnTo>
                <a:lnTo>
                  <a:pt x="24066" y="24015"/>
                </a:lnTo>
                <a:lnTo>
                  <a:pt x="24345" y="24015"/>
                </a:lnTo>
                <a:lnTo>
                  <a:pt x="24269" y="24269"/>
                </a:lnTo>
                <a:lnTo>
                  <a:pt x="24688" y="24269"/>
                </a:lnTo>
                <a:lnTo>
                  <a:pt x="24777" y="24396"/>
                </a:lnTo>
                <a:lnTo>
                  <a:pt x="24853" y="24523"/>
                </a:lnTo>
                <a:lnTo>
                  <a:pt x="24942" y="24396"/>
                </a:lnTo>
                <a:lnTo>
                  <a:pt x="25222" y="24269"/>
                </a:lnTo>
                <a:lnTo>
                  <a:pt x="25260" y="24396"/>
                </a:lnTo>
                <a:lnTo>
                  <a:pt x="25349" y="24650"/>
                </a:lnTo>
                <a:lnTo>
                  <a:pt x="25577" y="24777"/>
                </a:lnTo>
                <a:lnTo>
                  <a:pt x="25615" y="24904"/>
                </a:lnTo>
                <a:lnTo>
                  <a:pt x="25730" y="25158"/>
                </a:lnTo>
                <a:lnTo>
                  <a:pt x="25806" y="25285"/>
                </a:lnTo>
                <a:lnTo>
                  <a:pt x="25895" y="25412"/>
                </a:lnTo>
                <a:lnTo>
                  <a:pt x="25984" y="25539"/>
                </a:lnTo>
                <a:lnTo>
                  <a:pt x="26060" y="26047"/>
                </a:lnTo>
                <a:lnTo>
                  <a:pt x="26174" y="26174"/>
                </a:lnTo>
                <a:lnTo>
                  <a:pt x="26289" y="26301"/>
                </a:lnTo>
                <a:lnTo>
                  <a:pt x="26403" y="26428"/>
                </a:lnTo>
                <a:lnTo>
                  <a:pt x="26517" y="26555"/>
                </a:lnTo>
                <a:lnTo>
                  <a:pt x="26428" y="26047"/>
                </a:lnTo>
                <a:lnTo>
                  <a:pt x="26390" y="25920"/>
                </a:lnTo>
                <a:lnTo>
                  <a:pt x="26238" y="25666"/>
                </a:lnTo>
                <a:lnTo>
                  <a:pt x="26162" y="25539"/>
                </a:lnTo>
                <a:lnTo>
                  <a:pt x="26098" y="25412"/>
                </a:lnTo>
                <a:lnTo>
                  <a:pt x="26022" y="25285"/>
                </a:lnTo>
                <a:lnTo>
                  <a:pt x="25895" y="25031"/>
                </a:lnTo>
                <a:lnTo>
                  <a:pt x="25806" y="24777"/>
                </a:lnTo>
                <a:lnTo>
                  <a:pt x="25768" y="24650"/>
                </a:lnTo>
                <a:lnTo>
                  <a:pt x="25666" y="24523"/>
                </a:lnTo>
                <a:lnTo>
                  <a:pt x="24155" y="23253"/>
                </a:lnTo>
                <a:lnTo>
                  <a:pt x="26073" y="23253"/>
                </a:lnTo>
                <a:lnTo>
                  <a:pt x="25768" y="22999"/>
                </a:lnTo>
                <a:lnTo>
                  <a:pt x="25590" y="22745"/>
                </a:lnTo>
                <a:lnTo>
                  <a:pt x="23964" y="22745"/>
                </a:lnTo>
                <a:lnTo>
                  <a:pt x="23977" y="23253"/>
                </a:lnTo>
                <a:lnTo>
                  <a:pt x="23876" y="22745"/>
                </a:lnTo>
                <a:lnTo>
                  <a:pt x="22453" y="22745"/>
                </a:lnTo>
                <a:lnTo>
                  <a:pt x="22517" y="23253"/>
                </a:lnTo>
                <a:lnTo>
                  <a:pt x="23749" y="23253"/>
                </a:lnTo>
                <a:lnTo>
                  <a:pt x="23520" y="23507"/>
                </a:lnTo>
                <a:lnTo>
                  <a:pt x="23393" y="23507"/>
                </a:lnTo>
                <a:lnTo>
                  <a:pt x="23393" y="23761"/>
                </a:lnTo>
                <a:lnTo>
                  <a:pt x="23063" y="23761"/>
                </a:lnTo>
                <a:lnTo>
                  <a:pt x="22974" y="24015"/>
                </a:lnTo>
                <a:lnTo>
                  <a:pt x="22821" y="24015"/>
                </a:lnTo>
                <a:lnTo>
                  <a:pt x="22644" y="23761"/>
                </a:lnTo>
                <a:lnTo>
                  <a:pt x="22542" y="23507"/>
                </a:lnTo>
                <a:lnTo>
                  <a:pt x="22517" y="23253"/>
                </a:lnTo>
                <a:lnTo>
                  <a:pt x="20802" y="23253"/>
                </a:lnTo>
                <a:lnTo>
                  <a:pt x="19761" y="23253"/>
                </a:lnTo>
                <a:lnTo>
                  <a:pt x="19761" y="29095"/>
                </a:lnTo>
                <a:lnTo>
                  <a:pt x="19761" y="29603"/>
                </a:lnTo>
                <a:lnTo>
                  <a:pt x="19761" y="29730"/>
                </a:lnTo>
                <a:lnTo>
                  <a:pt x="19735" y="29603"/>
                </a:lnTo>
                <a:lnTo>
                  <a:pt x="19304" y="29476"/>
                </a:lnTo>
                <a:lnTo>
                  <a:pt x="19240" y="29349"/>
                </a:lnTo>
                <a:lnTo>
                  <a:pt x="19177" y="29222"/>
                </a:lnTo>
                <a:lnTo>
                  <a:pt x="19367" y="29095"/>
                </a:lnTo>
                <a:lnTo>
                  <a:pt x="19545" y="28841"/>
                </a:lnTo>
                <a:lnTo>
                  <a:pt x="19761" y="29095"/>
                </a:lnTo>
                <a:lnTo>
                  <a:pt x="19761" y="23253"/>
                </a:lnTo>
                <a:lnTo>
                  <a:pt x="15201" y="23253"/>
                </a:lnTo>
                <a:lnTo>
                  <a:pt x="15138" y="24015"/>
                </a:lnTo>
                <a:lnTo>
                  <a:pt x="15024" y="24396"/>
                </a:lnTo>
                <a:lnTo>
                  <a:pt x="14909" y="24523"/>
                </a:lnTo>
                <a:lnTo>
                  <a:pt x="14808" y="24650"/>
                </a:lnTo>
                <a:lnTo>
                  <a:pt x="14643" y="24650"/>
                </a:lnTo>
                <a:lnTo>
                  <a:pt x="14668" y="25158"/>
                </a:lnTo>
                <a:lnTo>
                  <a:pt x="14287" y="25412"/>
                </a:lnTo>
                <a:lnTo>
                  <a:pt x="13347" y="25539"/>
                </a:lnTo>
                <a:lnTo>
                  <a:pt x="13462" y="25920"/>
                </a:lnTo>
                <a:lnTo>
                  <a:pt x="13576" y="26301"/>
                </a:lnTo>
                <a:lnTo>
                  <a:pt x="13690" y="26682"/>
                </a:lnTo>
                <a:lnTo>
                  <a:pt x="13817" y="27063"/>
                </a:lnTo>
                <a:lnTo>
                  <a:pt x="13931" y="27444"/>
                </a:lnTo>
                <a:lnTo>
                  <a:pt x="14046" y="27825"/>
                </a:lnTo>
                <a:lnTo>
                  <a:pt x="14160" y="29222"/>
                </a:lnTo>
                <a:lnTo>
                  <a:pt x="13817" y="29349"/>
                </a:lnTo>
                <a:lnTo>
                  <a:pt x="12979" y="29603"/>
                </a:lnTo>
                <a:lnTo>
                  <a:pt x="11747" y="29857"/>
                </a:lnTo>
                <a:lnTo>
                  <a:pt x="11747" y="30111"/>
                </a:lnTo>
                <a:lnTo>
                  <a:pt x="13017" y="30111"/>
                </a:lnTo>
                <a:lnTo>
                  <a:pt x="13296" y="29984"/>
                </a:lnTo>
                <a:lnTo>
                  <a:pt x="13296" y="29857"/>
                </a:lnTo>
                <a:lnTo>
                  <a:pt x="13550" y="29984"/>
                </a:lnTo>
                <a:lnTo>
                  <a:pt x="13677" y="29857"/>
                </a:lnTo>
                <a:lnTo>
                  <a:pt x="13931" y="29603"/>
                </a:lnTo>
                <a:lnTo>
                  <a:pt x="14681" y="29730"/>
                </a:lnTo>
                <a:lnTo>
                  <a:pt x="14757" y="29857"/>
                </a:lnTo>
                <a:lnTo>
                  <a:pt x="14820" y="29984"/>
                </a:lnTo>
                <a:lnTo>
                  <a:pt x="14897" y="30111"/>
                </a:lnTo>
                <a:lnTo>
                  <a:pt x="20662" y="30111"/>
                </a:lnTo>
                <a:lnTo>
                  <a:pt x="20764" y="29857"/>
                </a:lnTo>
                <a:lnTo>
                  <a:pt x="20815" y="29730"/>
                </a:lnTo>
                <a:lnTo>
                  <a:pt x="20916" y="29476"/>
                </a:lnTo>
                <a:lnTo>
                  <a:pt x="20980" y="29603"/>
                </a:lnTo>
                <a:lnTo>
                  <a:pt x="21043" y="30111"/>
                </a:lnTo>
                <a:lnTo>
                  <a:pt x="21247" y="30111"/>
                </a:lnTo>
                <a:lnTo>
                  <a:pt x="21221" y="29730"/>
                </a:lnTo>
                <a:lnTo>
                  <a:pt x="21424" y="29603"/>
                </a:lnTo>
                <a:lnTo>
                  <a:pt x="21450" y="29984"/>
                </a:lnTo>
                <a:lnTo>
                  <a:pt x="21805" y="29857"/>
                </a:lnTo>
                <a:lnTo>
                  <a:pt x="21831" y="29730"/>
                </a:lnTo>
                <a:lnTo>
                  <a:pt x="22174" y="29857"/>
                </a:lnTo>
                <a:lnTo>
                  <a:pt x="22136" y="29730"/>
                </a:lnTo>
                <a:lnTo>
                  <a:pt x="22148" y="29603"/>
                </a:lnTo>
                <a:lnTo>
                  <a:pt x="22161" y="29476"/>
                </a:lnTo>
                <a:lnTo>
                  <a:pt x="22212" y="29095"/>
                </a:lnTo>
                <a:lnTo>
                  <a:pt x="22301" y="29476"/>
                </a:lnTo>
                <a:lnTo>
                  <a:pt x="22720" y="29730"/>
                </a:lnTo>
                <a:lnTo>
                  <a:pt x="22682" y="29095"/>
                </a:lnTo>
                <a:lnTo>
                  <a:pt x="22936" y="29095"/>
                </a:lnTo>
                <a:lnTo>
                  <a:pt x="23317" y="28841"/>
                </a:lnTo>
                <a:lnTo>
                  <a:pt x="23342" y="28714"/>
                </a:lnTo>
                <a:lnTo>
                  <a:pt x="23749" y="28587"/>
                </a:lnTo>
                <a:lnTo>
                  <a:pt x="23698" y="28460"/>
                </a:lnTo>
                <a:lnTo>
                  <a:pt x="24333" y="27952"/>
                </a:lnTo>
                <a:lnTo>
                  <a:pt x="24422" y="28206"/>
                </a:lnTo>
                <a:lnTo>
                  <a:pt x="24523" y="28587"/>
                </a:lnTo>
                <a:lnTo>
                  <a:pt x="24942" y="28587"/>
                </a:lnTo>
                <a:lnTo>
                  <a:pt x="24968" y="28206"/>
                </a:lnTo>
                <a:lnTo>
                  <a:pt x="25717" y="28206"/>
                </a:lnTo>
                <a:lnTo>
                  <a:pt x="25793" y="28333"/>
                </a:lnTo>
                <a:lnTo>
                  <a:pt x="25869" y="28460"/>
                </a:lnTo>
                <a:lnTo>
                  <a:pt x="25946" y="28587"/>
                </a:lnTo>
                <a:lnTo>
                  <a:pt x="26047" y="28460"/>
                </a:lnTo>
                <a:lnTo>
                  <a:pt x="26098" y="28587"/>
                </a:lnTo>
                <a:lnTo>
                  <a:pt x="26276" y="28587"/>
                </a:lnTo>
                <a:lnTo>
                  <a:pt x="26327" y="28460"/>
                </a:lnTo>
                <a:lnTo>
                  <a:pt x="26390" y="28333"/>
                </a:lnTo>
                <a:lnTo>
                  <a:pt x="26733" y="28206"/>
                </a:lnTo>
                <a:lnTo>
                  <a:pt x="26949" y="28333"/>
                </a:lnTo>
                <a:lnTo>
                  <a:pt x="26924" y="28460"/>
                </a:lnTo>
                <a:lnTo>
                  <a:pt x="27089" y="28333"/>
                </a:lnTo>
                <a:lnTo>
                  <a:pt x="27406" y="28333"/>
                </a:lnTo>
                <a:lnTo>
                  <a:pt x="27470" y="28587"/>
                </a:lnTo>
                <a:lnTo>
                  <a:pt x="27660" y="28460"/>
                </a:lnTo>
                <a:close/>
              </a:path>
              <a:path w="62864" h="50165">
                <a:moveTo>
                  <a:pt x="27736" y="16141"/>
                </a:moveTo>
                <a:lnTo>
                  <a:pt x="27114" y="16141"/>
                </a:lnTo>
                <a:lnTo>
                  <a:pt x="27406" y="16395"/>
                </a:lnTo>
                <a:lnTo>
                  <a:pt x="27736" y="16141"/>
                </a:lnTo>
                <a:close/>
              </a:path>
              <a:path w="62864" h="50165">
                <a:moveTo>
                  <a:pt x="27889" y="22237"/>
                </a:moveTo>
                <a:lnTo>
                  <a:pt x="27749" y="22237"/>
                </a:lnTo>
                <a:lnTo>
                  <a:pt x="27698" y="22745"/>
                </a:lnTo>
                <a:lnTo>
                  <a:pt x="27851" y="22491"/>
                </a:lnTo>
                <a:lnTo>
                  <a:pt x="27889" y="22237"/>
                </a:lnTo>
                <a:close/>
              </a:path>
              <a:path w="62864" h="50165">
                <a:moveTo>
                  <a:pt x="27901" y="8902"/>
                </a:moveTo>
                <a:lnTo>
                  <a:pt x="27647" y="9029"/>
                </a:lnTo>
                <a:lnTo>
                  <a:pt x="27863" y="9029"/>
                </a:lnTo>
                <a:lnTo>
                  <a:pt x="27901" y="8902"/>
                </a:lnTo>
                <a:close/>
              </a:path>
              <a:path w="62864" h="50165">
                <a:moveTo>
                  <a:pt x="27940" y="35826"/>
                </a:moveTo>
                <a:lnTo>
                  <a:pt x="25349" y="35826"/>
                </a:lnTo>
                <a:lnTo>
                  <a:pt x="25361" y="35699"/>
                </a:lnTo>
                <a:lnTo>
                  <a:pt x="24879" y="35699"/>
                </a:lnTo>
                <a:lnTo>
                  <a:pt x="24752" y="35826"/>
                </a:lnTo>
                <a:lnTo>
                  <a:pt x="24714" y="35699"/>
                </a:lnTo>
                <a:lnTo>
                  <a:pt x="24104" y="35699"/>
                </a:lnTo>
                <a:lnTo>
                  <a:pt x="24231" y="36080"/>
                </a:lnTo>
                <a:lnTo>
                  <a:pt x="24295" y="36715"/>
                </a:lnTo>
                <a:lnTo>
                  <a:pt x="24841" y="36715"/>
                </a:lnTo>
                <a:lnTo>
                  <a:pt x="25095" y="36588"/>
                </a:lnTo>
                <a:lnTo>
                  <a:pt x="24790" y="36461"/>
                </a:lnTo>
                <a:lnTo>
                  <a:pt x="24866" y="36334"/>
                </a:lnTo>
                <a:lnTo>
                  <a:pt x="24968" y="36080"/>
                </a:lnTo>
                <a:lnTo>
                  <a:pt x="25349" y="36080"/>
                </a:lnTo>
                <a:lnTo>
                  <a:pt x="25349" y="35953"/>
                </a:lnTo>
                <a:lnTo>
                  <a:pt x="27901" y="35953"/>
                </a:lnTo>
                <a:lnTo>
                  <a:pt x="27940" y="35826"/>
                </a:lnTo>
                <a:close/>
              </a:path>
              <a:path w="62864" h="50165">
                <a:moveTo>
                  <a:pt x="27990" y="44500"/>
                </a:moveTo>
                <a:lnTo>
                  <a:pt x="27851" y="44462"/>
                </a:lnTo>
                <a:lnTo>
                  <a:pt x="27965" y="44678"/>
                </a:lnTo>
                <a:lnTo>
                  <a:pt x="27990" y="44500"/>
                </a:lnTo>
                <a:close/>
              </a:path>
              <a:path w="62864" h="50165">
                <a:moveTo>
                  <a:pt x="28028" y="35572"/>
                </a:moveTo>
                <a:lnTo>
                  <a:pt x="25361" y="35572"/>
                </a:lnTo>
                <a:lnTo>
                  <a:pt x="25361" y="35699"/>
                </a:lnTo>
                <a:lnTo>
                  <a:pt x="27990" y="35699"/>
                </a:lnTo>
                <a:lnTo>
                  <a:pt x="28028" y="35572"/>
                </a:lnTo>
                <a:close/>
              </a:path>
              <a:path w="62864" h="50165">
                <a:moveTo>
                  <a:pt x="28219" y="30492"/>
                </a:moveTo>
                <a:lnTo>
                  <a:pt x="26593" y="30492"/>
                </a:lnTo>
                <a:lnTo>
                  <a:pt x="26555" y="30619"/>
                </a:lnTo>
                <a:lnTo>
                  <a:pt x="28219" y="30619"/>
                </a:lnTo>
                <a:lnTo>
                  <a:pt x="28219" y="30492"/>
                </a:lnTo>
                <a:close/>
              </a:path>
              <a:path w="62864" h="50165">
                <a:moveTo>
                  <a:pt x="28219" y="29984"/>
                </a:moveTo>
                <a:lnTo>
                  <a:pt x="27305" y="29984"/>
                </a:lnTo>
                <a:lnTo>
                  <a:pt x="27012" y="30111"/>
                </a:lnTo>
                <a:lnTo>
                  <a:pt x="26530" y="29984"/>
                </a:lnTo>
                <a:lnTo>
                  <a:pt x="26644" y="30365"/>
                </a:lnTo>
                <a:lnTo>
                  <a:pt x="28219" y="30365"/>
                </a:lnTo>
                <a:lnTo>
                  <a:pt x="28219" y="30238"/>
                </a:lnTo>
                <a:lnTo>
                  <a:pt x="28219" y="29984"/>
                </a:lnTo>
                <a:close/>
              </a:path>
              <a:path w="62864" h="50165">
                <a:moveTo>
                  <a:pt x="28219" y="29095"/>
                </a:moveTo>
                <a:lnTo>
                  <a:pt x="26238" y="29095"/>
                </a:lnTo>
                <a:lnTo>
                  <a:pt x="26250" y="29222"/>
                </a:lnTo>
                <a:lnTo>
                  <a:pt x="28219" y="29222"/>
                </a:lnTo>
                <a:lnTo>
                  <a:pt x="28219" y="29095"/>
                </a:lnTo>
                <a:close/>
              </a:path>
              <a:path w="62864" h="50165">
                <a:moveTo>
                  <a:pt x="28219" y="28587"/>
                </a:moveTo>
                <a:lnTo>
                  <a:pt x="27470" y="28587"/>
                </a:lnTo>
                <a:lnTo>
                  <a:pt x="26276" y="28587"/>
                </a:lnTo>
                <a:lnTo>
                  <a:pt x="26212" y="28714"/>
                </a:lnTo>
                <a:lnTo>
                  <a:pt x="28219" y="28714"/>
                </a:lnTo>
                <a:lnTo>
                  <a:pt x="28219" y="28587"/>
                </a:lnTo>
                <a:close/>
              </a:path>
              <a:path w="62864" h="50165">
                <a:moveTo>
                  <a:pt x="28232" y="48298"/>
                </a:moveTo>
                <a:lnTo>
                  <a:pt x="28054" y="48272"/>
                </a:lnTo>
                <a:lnTo>
                  <a:pt x="28232" y="48488"/>
                </a:lnTo>
                <a:lnTo>
                  <a:pt x="28232" y="48298"/>
                </a:lnTo>
                <a:close/>
              </a:path>
              <a:path w="62864" h="50165">
                <a:moveTo>
                  <a:pt x="28232" y="31381"/>
                </a:moveTo>
                <a:lnTo>
                  <a:pt x="26111" y="31381"/>
                </a:lnTo>
                <a:lnTo>
                  <a:pt x="26085" y="31508"/>
                </a:lnTo>
                <a:lnTo>
                  <a:pt x="28232" y="31508"/>
                </a:lnTo>
                <a:lnTo>
                  <a:pt x="28232" y="31381"/>
                </a:lnTo>
                <a:close/>
              </a:path>
              <a:path w="62864" h="50165">
                <a:moveTo>
                  <a:pt x="28321" y="33667"/>
                </a:moveTo>
                <a:lnTo>
                  <a:pt x="25412" y="33667"/>
                </a:lnTo>
                <a:lnTo>
                  <a:pt x="25400" y="33921"/>
                </a:lnTo>
                <a:lnTo>
                  <a:pt x="28321" y="33921"/>
                </a:lnTo>
                <a:lnTo>
                  <a:pt x="28321" y="33667"/>
                </a:lnTo>
                <a:close/>
              </a:path>
              <a:path w="62864" h="50165">
                <a:moveTo>
                  <a:pt x="28346" y="34429"/>
                </a:moveTo>
                <a:lnTo>
                  <a:pt x="28333" y="34048"/>
                </a:lnTo>
                <a:lnTo>
                  <a:pt x="25400" y="34048"/>
                </a:lnTo>
                <a:lnTo>
                  <a:pt x="25387" y="34429"/>
                </a:lnTo>
                <a:lnTo>
                  <a:pt x="28346" y="34429"/>
                </a:lnTo>
                <a:close/>
              </a:path>
              <a:path w="62864" h="50165">
                <a:moveTo>
                  <a:pt x="28359" y="34810"/>
                </a:moveTo>
                <a:lnTo>
                  <a:pt x="25387" y="34810"/>
                </a:lnTo>
                <a:lnTo>
                  <a:pt x="25374" y="34937"/>
                </a:lnTo>
                <a:lnTo>
                  <a:pt x="25019" y="34937"/>
                </a:lnTo>
                <a:lnTo>
                  <a:pt x="25044" y="35064"/>
                </a:lnTo>
                <a:lnTo>
                  <a:pt x="25158" y="35445"/>
                </a:lnTo>
                <a:lnTo>
                  <a:pt x="25361" y="35445"/>
                </a:lnTo>
                <a:lnTo>
                  <a:pt x="25374" y="35064"/>
                </a:lnTo>
                <a:lnTo>
                  <a:pt x="28232" y="35064"/>
                </a:lnTo>
                <a:lnTo>
                  <a:pt x="28194" y="34937"/>
                </a:lnTo>
                <a:lnTo>
                  <a:pt x="28359" y="34810"/>
                </a:lnTo>
                <a:close/>
              </a:path>
              <a:path w="62864" h="50165">
                <a:moveTo>
                  <a:pt x="28435" y="28841"/>
                </a:moveTo>
                <a:lnTo>
                  <a:pt x="28359" y="28714"/>
                </a:lnTo>
                <a:lnTo>
                  <a:pt x="28219" y="28714"/>
                </a:lnTo>
                <a:lnTo>
                  <a:pt x="28219" y="29095"/>
                </a:lnTo>
                <a:lnTo>
                  <a:pt x="28435" y="28841"/>
                </a:lnTo>
                <a:close/>
              </a:path>
              <a:path w="62864" h="50165">
                <a:moveTo>
                  <a:pt x="28460" y="32651"/>
                </a:moveTo>
                <a:lnTo>
                  <a:pt x="28257" y="32778"/>
                </a:lnTo>
                <a:lnTo>
                  <a:pt x="25438" y="32778"/>
                </a:lnTo>
                <a:lnTo>
                  <a:pt x="25412" y="33540"/>
                </a:lnTo>
                <a:lnTo>
                  <a:pt x="28308" y="33540"/>
                </a:lnTo>
                <a:lnTo>
                  <a:pt x="28282" y="32778"/>
                </a:lnTo>
                <a:lnTo>
                  <a:pt x="28460" y="32778"/>
                </a:lnTo>
                <a:lnTo>
                  <a:pt x="28460" y="32651"/>
                </a:lnTo>
                <a:close/>
              </a:path>
              <a:path w="62864" h="50165">
                <a:moveTo>
                  <a:pt x="28473" y="45681"/>
                </a:moveTo>
                <a:lnTo>
                  <a:pt x="28232" y="45504"/>
                </a:lnTo>
                <a:lnTo>
                  <a:pt x="28270" y="45694"/>
                </a:lnTo>
                <a:lnTo>
                  <a:pt x="28181" y="45834"/>
                </a:lnTo>
                <a:lnTo>
                  <a:pt x="28473" y="45681"/>
                </a:lnTo>
                <a:close/>
              </a:path>
              <a:path w="62864" h="50165">
                <a:moveTo>
                  <a:pt x="28511" y="28460"/>
                </a:moveTo>
                <a:lnTo>
                  <a:pt x="28333" y="28587"/>
                </a:lnTo>
                <a:lnTo>
                  <a:pt x="28498" y="28587"/>
                </a:lnTo>
                <a:lnTo>
                  <a:pt x="28511" y="28460"/>
                </a:lnTo>
                <a:close/>
              </a:path>
              <a:path w="62864" h="50165">
                <a:moveTo>
                  <a:pt x="28536" y="33921"/>
                </a:moveTo>
                <a:lnTo>
                  <a:pt x="28321" y="33921"/>
                </a:lnTo>
                <a:lnTo>
                  <a:pt x="28333" y="34048"/>
                </a:lnTo>
                <a:lnTo>
                  <a:pt x="28511" y="34048"/>
                </a:lnTo>
                <a:lnTo>
                  <a:pt x="28536" y="33921"/>
                </a:lnTo>
                <a:close/>
              </a:path>
              <a:path w="62864" h="50165">
                <a:moveTo>
                  <a:pt x="28549" y="29476"/>
                </a:moveTo>
                <a:lnTo>
                  <a:pt x="28219" y="29476"/>
                </a:lnTo>
                <a:lnTo>
                  <a:pt x="28219" y="29730"/>
                </a:lnTo>
                <a:lnTo>
                  <a:pt x="27279" y="29730"/>
                </a:lnTo>
                <a:lnTo>
                  <a:pt x="27292" y="29857"/>
                </a:lnTo>
                <a:lnTo>
                  <a:pt x="28219" y="29857"/>
                </a:lnTo>
                <a:lnTo>
                  <a:pt x="28219" y="29984"/>
                </a:lnTo>
                <a:lnTo>
                  <a:pt x="28448" y="29984"/>
                </a:lnTo>
                <a:lnTo>
                  <a:pt x="28549" y="29476"/>
                </a:lnTo>
                <a:close/>
              </a:path>
              <a:path w="62864" h="50165">
                <a:moveTo>
                  <a:pt x="28587" y="35826"/>
                </a:moveTo>
                <a:lnTo>
                  <a:pt x="28448" y="35699"/>
                </a:lnTo>
                <a:lnTo>
                  <a:pt x="27990" y="35699"/>
                </a:lnTo>
                <a:lnTo>
                  <a:pt x="27940" y="35826"/>
                </a:lnTo>
                <a:lnTo>
                  <a:pt x="28587" y="35826"/>
                </a:lnTo>
                <a:close/>
              </a:path>
              <a:path w="62864" h="50165">
                <a:moveTo>
                  <a:pt x="28600" y="34683"/>
                </a:moveTo>
                <a:lnTo>
                  <a:pt x="28359" y="34683"/>
                </a:lnTo>
                <a:lnTo>
                  <a:pt x="28359" y="34810"/>
                </a:lnTo>
                <a:lnTo>
                  <a:pt x="28524" y="34810"/>
                </a:lnTo>
                <a:lnTo>
                  <a:pt x="28600" y="34683"/>
                </a:lnTo>
                <a:close/>
              </a:path>
              <a:path w="62864" h="50165">
                <a:moveTo>
                  <a:pt x="28625" y="30365"/>
                </a:moveTo>
                <a:lnTo>
                  <a:pt x="28219" y="30365"/>
                </a:lnTo>
                <a:lnTo>
                  <a:pt x="28219" y="30492"/>
                </a:lnTo>
                <a:lnTo>
                  <a:pt x="28613" y="30492"/>
                </a:lnTo>
                <a:lnTo>
                  <a:pt x="28625" y="30365"/>
                </a:lnTo>
                <a:close/>
              </a:path>
              <a:path w="62864" h="50165">
                <a:moveTo>
                  <a:pt x="28676" y="29857"/>
                </a:moveTo>
                <a:lnTo>
                  <a:pt x="28448" y="29984"/>
                </a:lnTo>
                <a:lnTo>
                  <a:pt x="28663" y="29984"/>
                </a:lnTo>
                <a:lnTo>
                  <a:pt x="28676" y="29857"/>
                </a:lnTo>
                <a:close/>
              </a:path>
              <a:path w="62864" h="50165">
                <a:moveTo>
                  <a:pt x="28714" y="25285"/>
                </a:moveTo>
                <a:lnTo>
                  <a:pt x="28219" y="25285"/>
                </a:lnTo>
                <a:lnTo>
                  <a:pt x="28219" y="25539"/>
                </a:lnTo>
                <a:lnTo>
                  <a:pt x="28689" y="25539"/>
                </a:lnTo>
                <a:lnTo>
                  <a:pt x="28714" y="25285"/>
                </a:lnTo>
                <a:close/>
              </a:path>
              <a:path w="62864" h="50165">
                <a:moveTo>
                  <a:pt x="28727" y="27190"/>
                </a:moveTo>
                <a:lnTo>
                  <a:pt x="28676" y="25666"/>
                </a:lnTo>
                <a:lnTo>
                  <a:pt x="28219" y="25666"/>
                </a:lnTo>
                <a:lnTo>
                  <a:pt x="28219" y="28333"/>
                </a:lnTo>
                <a:lnTo>
                  <a:pt x="28536" y="28333"/>
                </a:lnTo>
                <a:lnTo>
                  <a:pt x="28460" y="27444"/>
                </a:lnTo>
                <a:lnTo>
                  <a:pt x="28727" y="27190"/>
                </a:lnTo>
                <a:close/>
              </a:path>
              <a:path w="62864" h="50165">
                <a:moveTo>
                  <a:pt x="28727" y="15125"/>
                </a:moveTo>
                <a:lnTo>
                  <a:pt x="28092" y="14871"/>
                </a:lnTo>
                <a:lnTo>
                  <a:pt x="28067" y="15125"/>
                </a:lnTo>
                <a:lnTo>
                  <a:pt x="28460" y="15252"/>
                </a:lnTo>
                <a:lnTo>
                  <a:pt x="28435" y="15125"/>
                </a:lnTo>
                <a:lnTo>
                  <a:pt x="28727" y="15125"/>
                </a:lnTo>
                <a:close/>
              </a:path>
              <a:path w="62864" h="50165">
                <a:moveTo>
                  <a:pt x="28841" y="14541"/>
                </a:moveTo>
                <a:lnTo>
                  <a:pt x="28613" y="14439"/>
                </a:lnTo>
                <a:lnTo>
                  <a:pt x="28613" y="14744"/>
                </a:lnTo>
                <a:lnTo>
                  <a:pt x="28841" y="14541"/>
                </a:lnTo>
                <a:close/>
              </a:path>
              <a:path w="62864" h="50165">
                <a:moveTo>
                  <a:pt x="28943" y="9537"/>
                </a:moveTo>
                <a:lnTo>
                  <a:pt x="28854" y="9283"/>
                </a:lnTo>
                <a:lnTo>
                  <a:pt x="28689" y="9537"/>
                </a:lnTo>
                <a:lnTo>
                  <a:pt x="28790" y="9677"/>
                </a:lnTo>
                <a:lnTo>
                  <a:pt x="28943" y="9537"/>
                </a:lnTo>
                <a:close/>
              </a:path>
              <a:path w="62864" h="50165">
                <a:moveTo>
                  <a:pt x="29019" y="46443"/>
                </a:moveTo>
                <a:lnTo>
                  <a:pt x="28981" y="46228"/>
                </a:lnTo>
                <a:lnTo>
                  <a:pt x="29019" y="46443"/>
                </a:lnTo>
                <a:close/>
              </a:path>
              <a:path w="62864" h="50165">
                <a:moveTo>
                  <a:pt x="29133" y="546"/>
                </a:moveTo>
                <a:lnTo>
                  <a:pt x="29083" y="355"/>
                </a:lnTo>
                <a:lnTo>
                  <a:pt x="29019" y="546"/>
                </a:lnTo>
                <a:close/>
              </a:path>
              <a:path w="62864" h="50165">
                <a:moveTo>
                  <a:pt x="29159" y="10604"/>
                </a:moveTo>
                <a:lnTo>
                  <a:pt x="29083" y="10896"/>
                </a:lnTo>
                <a:lnTo>
                  <a:pt x="29159" y="10604"/>
                </a:lnTo>
                <a:close/>
              </a:path>
              <a:path w="62864" h="50165">
                <a:moveTo>
                  <a:pt x="29159" y="10477"/>
                </a:moveTo>
                <a:close/>
              </a:path>
              <a:path w="62864" h="50165">
                <a:moveTo>
                  <a:pt x="29210" y="45427"/>
                </a:moveTo>
                <a:lnTo>
                  <a:pt x="29057" y="45618"/>
                </a:lnTo>
                <a:lnTo>
                  <a:pt x="29210" y="45427"/>
                </a:lnTo>
                <a:close/>
              </a:path>
              <a:path w="62864" h="50165">
                <a:moveTo>
                  <a:pt x="29222" y="47434"/>
                </a:moveTo>
                <a:lnTo>
                  <a:pt x="29095" y="47155"/>
                </a:lnTo>
                <a:lnTo>
                  <a:pt x="28981" y="47320"/>
                </a:lnTo>
                <a:lnTo>
                  <a:pt x="29184" y="47561"/>
                </a:lnTo>
                <a:lnTo>
                  <a:pt x="29222" y="47434"/>
                </a:lnTo>
                <a:close/>
              </a:path>
              <a:path w="62864" h="50165">
                <a:moveTo>
                  <a:pt x="29425" y="48907"/>
                </a:moveTo>
                <a:lnTo>
                  <a:pt x="29260" y="49085"/>
                </a:lnTo>
                <a:lnTo>
                  <a:pt x="29337" y="48933"/>
                </a:lnTo>
                <a:close/>
              </a:path>
              <a:path w="62864" h="50165">
                <a:moveTo>
                  <a:pt x="29819" y="45097"/>
                </a:moveTo>
                <a:lnTo>
                  <a:pt x="29692" y="44907"/>
                </a:lnTo>
                <a:lnTo>
                  <a:pt x="29692" y="45110"/>
                </a:lnTo>
                <a:lnTo>
                  <a:pt x="29514" y="45313"/>
                </a:lnTo>
                <a:lnTo>
                  <a:pt x="29629" y="45504"/>
                </a:lnTo>
                <a:lnTo>
                  <a:pt x="29667" y="45326"/>
                </a:lnTo>
                <a:lnTo>
                  <a:pt x="29819" y="45097"/>
                </a:lnTo>
                <a:close/>
              </a:path>
              <a:path w="62864" h="50165">
                <a:moveTo>
                  <a:pt x="29832" y="8775"/>
                </a:moveTo>
                <a:lnTo>
                  <a:pt x="29616" y="8648"/>
                </a:lnTo>
                <a:lnTo>
                  <a:pt x="29578" y="8775"/>
                </a:lnTo>
                <a:lnTo>
                  <a:pt x="29832" y="8775"/>
                </a:lnTo>
                <a:close/>
              </a:path>
              <a:path w="62864" h="50165">
                <a:moveTo>
                  <a:pt x="29845" y="24904"/>
                </a:moveTo>
                <a:lnTo>
                  <a:pt x="28714" y="24904"/>
                </a:lnTo>
                <a:lnTo>
                  <a:pt x="28676" y="25031"/>
                </a:lnTo>
                <a:lnTo>
                  <a:pt x="29845" y="25031"/>
                </a:lnTo>
                <a:lnTo>
                  <a:pt x="29845" y="24904"/>
                </a:lnTo>
                <a:close/>
              </a:path>
              <a:path w="62864" h="50165">
                <a:moveTo>
                  <a:pt x="29857" y="25539"/>
                </a:moveTo>
                <a:lnTo>
                  <a:pt x="28689" y="25539"/>
                </a:lnTo>
                <a:lnTo>
                  <a:pt x="28676" y="25666"/>
                </a:lnTo>
                <a:lnTo>
                  <a:pt x="29857" y="25666"/>
                </a:lnTo>
                <a:lnTo>
                  <a:pt x="29857" y="25539"/>
                </a:lnTo>
                <a:close/>
              </a:path>
              <a:path w="62864" h="50165">
                <a:moveTo>
                  <a:pt x="29857" y="25285"/>
                </a:moveTo>
                <a:lnTo>
                  <a:pt x="29845" y="25158"/>
                </a:lnTo>
                <a:lnTo>
                  <a:pt x="28638" y="25158"/>
                </a:lnTo>
                <a:lnTo>
                  <a:pt x="28676" y="25031"/>
                </a:lnTo>
                <a:lnTo>
                  <a:pt x="28219" y="25031"/>
                </a:lnTo>
                <a:lnTo>
                  <a:pt x="28219" y="25158"/>
                </a:lnTo>
                <a:lnTo>
                  <a:pt x="28460" y="25158"/>
                </a:lnTo>
                <a:lnTo>
                  <a:pt x="28714" y="25285"/>
                </a:lnTo>
                <a:lnTo>
                  <a:pt x="29857" y="25285"/>
                </a:lnTo>
                <a:close/>
              </a:path>
              <a:path w="62864" h="50165">
                <a:moveTo>
                  <a:pt x="29895" y="14490"/>
                </a:moveTo>
                <a:lnTo>
                  <a:pt x="29083" y="14490"/>
                </a:lnTo>
                <a:lnTo>
                  <a:pt x="28803" y="14871"/>
                </a:lnTo>
                <a:lnTo>
                  <a:pt x="28956" y="15125"/>
                </a:lnTo>
                <a:lnTo>
                  <a:pt x="28714" y="15341"/>
                </a:lnTo>
                <a:lnTo>
                  <a:pt x="28879" y="15379"/>
                </a:lnTo>
                <a:lnTo>
                  <a:pt x="28663" y="15379"/>
                </a:lnTo>
                <a:lnTo>
                  <a:pt x="28892" y="15633"/>
                </a:lnTo>
                <a:lnTo>
                  <a:pt x="28689" y="15633"/>
                </a:lnTo>
                <a:lnTo>
                  <a:pt x="28460" y="15849"/>
                </a:lnTo>
                <a:lnTo>
                  <a:pt x="28435" y="15633"/>
                </a:lnTo>
                <a:lnTo>
                  <a:pt x="28244" y="15633"/>
                </a:lnTo>
                <a:lnTo>
                  <a:pt x="28054" y="15633"/>
                </a:lnTo>
                <a:lnTo>
                  <a:pt x="27774" y="15887"/>
                </a:lnTo>
                <a:lnTo>
                  <a:pt x="28117" y="15887"/>
                </a:lnTo>
                <a:lnTo>
                  <a:pt x="28130" y="15684"/>
                </a:lnTo>
                <a:lnTo>
                  <a:pt x="28308" y="15786"/>
                </a:lnTo>
                <a:lnTo>
                  <a:pt x="28448" y="15862"/>
                </a:lnTo>
                <a:lnTo>
                  <a:pt x="28409" y="16141"/>
                </a:lnTo>
                <a:lnTo>
                  <a:pt x="28930" y="16141"/>
                </a:lnTo>
                <a:lnTo>
                  <a:pt x="28994" y="15887"/>
                </a:lnTo>
                <a:lnTo>
                  <a:pt x="29070" y="15633"/>
                </a:lnTo>
                <a:lnTo>
                  <a:pt x="29197" y="15379"/>
                </a:lnTo>
                <a:lnTo>
                  <a:pt x="29502" y="14871"/>
                </a:lnTo>
                <a:lnTo>
                  <a:pt x="29895" y="14490"/>
                </a:lnTo>
                <a:close/>
              </a:path>
              <a:path w="62864" h="50165">
                <a:moveTo>
                  <a:pt x="30048" y="24650"/>
                </a:moveTo>
                <a:lnTo>
                  <a:pt x="29845" y="24777"/>
                </a:lnTo>
                <a:lnTo>
                  <a:pt x="29845" y="24904"/>
                </a:lnTo>
                <a:lnTo>
                  <a:pt x="30048" y="24904"/>
                </a:lnTo>
                <a:lnTo>
                  <a:pt x="30048" y="24650"/>
                </a:lnTo>
                <a:close/>
              </a:path>
              <a:path w="62864" h="50165">
                <a:moveTo>
                  <a:pt x="30060" y="25666"/>
                </a:moveTo>
                <a:lnTo>
                  <a:pt x="29857" y="25666"/>
                </a:lnTo>
                <a:lnTo>
                  <a:pt x="29857" y="25920"/>
                </a:lnTo>
                <a:lnTo>
                  <a:pt x="29984" y="27952"/>
                </a:lnTo>
                <a:lnTo>
                  <a:pt x="30060" y="25666"/>
                </a:lnTo>
                <a:close/>
              </a:path>
              <a:path w="62864" h="50165">
                <a:moveTo>
                  <a:pt x="30060" y="25285"/>
                </a:moveTo>
                <a:lnTo>
                  <a:pt x="29857" y="25285"/>
                </a:lnTo>
                <a:lnTo>
                  <a:pt x="29857" y="25539"/>
                </a:lnTo>
                <a:lnTo>
                  <a:pt x="30060" y="25539"/>
                </a:lnTo>
                <a:lnTo>
                  <a:pt x="30060" y="25285"/>
                </a:lnTo>
                <a:close/>
              </a:path>
              <a:path w="62864" h="50165">
                <a:moveTo>
                  <a:pt x="30060" y="25031"/>
                </a:moveTo>
                <a:lnTo>
                  <a:pt x="29845" y="25031"/>
                </a:lnTo>
                <a:lnTo>
                  <a:pt x="29845" y="25158"/>
                </a:lnTo>
                <a:lnTo>
                  <a:pt x="30060" y="25158"/>
                </a:lnTo>
                <a:lnTo>
                  <a:pt x="30060" y="25031"/>
                </a:lnTo>
                <a:close/>
              </a:path>
              <a:path w="62864" h="50165">
                <a:moveTo>
                  <a:pt x="30073" y="28714"/>
                </a:moveTo>
                <a:lnTo>
                  <a:pt x="30060" y="28587"/>
                </a:lnTo>
                <a:lnTo>
                  <a:pt x="28498" y="28587"/>
                </a:lnTo>
                <a:lnTo>
                  <a:pt x="28486" y="28714"/>
                </a:lnTo>
                <a:lnTo>
                  <a:pt x="30073" y="28714"/>
                </a:lnTo>
                <a:close/>
              </a:path>
              <a:path w="62864" h="50165">
                <a:moveTo>
                  <a:pt x="30124" y="29476"/>
                </a:moveTo>
                <a:lnTo>
                  <a:pt x="30111" y="29349"/>
                </a:lnTo>
                <a:lnTo>
                  <a:pt x="28448" y="29349"/>
                </a:lnTo>
                <a:lnTo>
                  <a:pt x="28549" y="29476"/>
                </a:lnTo>
                <a:lnTo>
                  <a:pt x="30124" y="29476"/>
                </a:lnTo>
                <a:close/>
              </a:path>
              <a:path w="62864" h="50165">
                <a:moveTo>
                  <a:pt x="30137" y="29222"/>
                </a:moveTo>
                <a:lnTo>
                  <a:pt x="30124" y="29095"/>
                </a:lnTo>
                <a:lnTo>
                  <a:pt x="28232" y="29095"/>
                </a:lnTo>
                <a:lnTo>
                  <a:pt x="28333" y="29222"/>
                </a:lnTo>
                <a:lnTo>
                  <a:pt x="30137" y="29222"/>
                </a:lnTo>
                <a:close/>
              </a:path>
              <a:path w="62864" h="50165">
                <a:moveTo>
                  <a:pt x="30238" y="30365"/>
                </a:moveTo>
                <a:lnTo>
                  <a:pt x="30213" y="29984"/>
                </a:lnTo>
                <a:lnTo>
                  <a:pt x="28663" y="29984"/>
                </a:lnTo>
                <a:lnTo>
                  <a:pt x="28625" y="30365"/>
                </a:lnTo>
                <a:lnTo>
                  <a:pt x="30238" y="30365"/>
                </a:lnTo>
                <a:close/>
              </a:path>
              <a:path w="62864" h="50165">
                <a:moveTo>
                  <a:pt x="30264" y="30619"/>
                </a:moveTo>
                <a:lnTo>
                  <a:pt x="30251" y="30492"/>
                </a:lnTo>
                <a:lnTo>
                  <a:pt x="28613" y="30492"/>
                </a:lnTo>
                <a:lnTo>
                  <a:pt x="28473" y="30619"/>
                </a:lnTo>
                <a:lnTo>
                  <a:pt x="30264" y="30619"/>
                </a:lnTo>
                <a:close/>
              </a:path>
              <a:path w="62864" h="50165">
                <a:moveTo>
                  <a:pt x="30289" y="34048"/>
                </a:moveTo>
                <a:lnTo>
                  <a:pt x="28511" y="34048"/>
                </a:lnTo>
                <a:lnTo>
                  <a:pt x="28473" y="34429"/>
                </a:lnTo>
                <a:lnTo>
                  <a:pt x="30276" y="34429"/>
                </a:lnTo>
                <a:lnTo>
                  <a:pt x="30289" y="34048"/>
                </a:lnTo>
                <a:close/>
              </a:path>
              <a:path w="62864" h="50165">
                <a:moveTo>
                  <a:pt x="30327" y="35953"/>
                </a:moveTo>
                <a:lnTo>
                  <a:pt x="30314" y="35826"/>
                </a:lnTo>
                <a:lnTo>
                  <a:pt x="28587" y="35826"/>
                </a:lnTo>
                <a:lnTo>
                  <a:pt x="28740" y="35953"/>
                </a:lnTo>
                <a:lnTo>
                  <a:pt x="30327" y="35953"/>
                </a:lnTo>
                <a:close/>
              </a:path>
              <a:path w="62864" h="50165">
                <a:moveTo>
                  <a:pt x="30327" y="31635"/>
                </a:moveTo>
                <a:lnTo>
                  <a:pt x="30314" y="31381"/>
                </a:lnTo>
                <a:lnTo>
                  <a:pt x="30289" y="31254"/>
                </a:lnTo>
                <a:lnTo>
                  <a:pt x="28524" y="31254"/>
                </a:lnTo>
                <a:lnTo>
                  <a:pt x="28397" y="30746"/>
                </a:lnTo>
                <a:lnTo>
                  <a:pt x="28384" y="30619"/>
                </a:lnTo>
                <a:lnTo>
                  <a:pt x="28219" y="30619"/>
                </a:lnTo>
                <a:lnTo>
                  <a:pt x="28219" y="31000"/>
                </a:lnTo>
                <a:lnTo>
                  <a:pt x="26250" y="31000"/>
                </a:lnTo>
                <a:lnTo>
                  <a:pt x="26187" y="31127"/>
                </a:lnTo>
                <a:lnTo>
                  <a:pt x="28219" y="31127"/>
                </a:lnTo>
                <a:lnTo>
                  <a:pt x="28232" y="31254"/>
                </a:lnTo>
                <a:lnTo>
                  <a:pt x="28409" y="31254"/>
                </a:lnTo>
                <a:lnTo>
                  <a:pt x="28448" y="31508"/>
                </a:lnTo>
                <a:lnTo>
                  <a:pt x="28765" y="31508"/>
                </a:lnTo>
                <a:lnTo>
                  <a:pt x="28676" y="31635"/>
                </a:lnTo>
                <a:lnTo>
                  <a:pt x="30327" y="31635"/>
                </a:lnTo>
                <a:close/>
              </a:path>
              <a:path w="62864" h="50165">
                <a:moveTo>
                  <a:pt x="30416" y="33667"/>
                </a:moveTo>
                <a:lnTo>
                  <a:pt x="28562" y="33667"/>
                </a:lnTo>
                <a:lnTo>
                  <a:pt x="28536" y="33921"/>
                </a:lnTo>
                <a:lnTo>
                  <a:pt x="30340" y="33921"/>
                </a:lnTo>
                <a:lnTo>
                  <a:pt x="30416" y="33667"/>
                </a:lnTo>
                <a:close/>
              </a:path>
              <a:path w="62864" h="50165">
                <a:moveTo>
                  <a:pt x="30416" y="33540"/>
                </a:moveTo>
                <a:lnTo>
                  <a:pt x="30378" y="32778"/>
                </a:lnTo>
                <a:lnTo>
                  <a:pt x="28460" y="32778"/>
                </a:lnTo>
                <a:lnTo>
                  <a:pt x="28524" y="33286"/>
                </a:lnTo>
                <a:lnTo>
                  <a:pt x="28422" y="33540"/>
                </a:lnTo>
                <a:lnTo>
                  <a:pt x="28663" y="33540"/>
                </a:lnTo>
                <a:lnTo>
                  <a:pt x="30416" y="33540"/>
                </a:lnTo>
                <a:close/>
              </a:path>
              <a:path w="62864" h="50165">
                <a:moveTo>
                  <a:pt x="30480" y="35572"/>
                </a:moveTo>
                <a:lnTo>
                  <a:pt x="28473" y="35572"/>
                </a:lnTo>
                <a:lnTo>
                  <a:pt x="28448" y="35699"/>
                </a:lnTo>
                <a:lnTo>
                  <a:pt x="30391" y="35699"/>
                </a:lnTo>
                <a:lnTo>
                  <a:pt x="30480" y="35572"/>
                </a:lnTo>
                <a:close/>
              </a:path>
              <a:path w="62864" h="50165">
                <a:moveTo>
                  <a:pt x="30505" y="30746"/>
                </a:moveTo>
                <a:lnTo>
                  <a:pt x="30327" y="30746"/>
                </a:lnTo>
                <a:lnTo>
                  <a:pt x="30302" y="31254"/>
                </a:lnTo>
                <a:lnTo>
                  <a:pt x="30441" y="31254"/>
                </a:lnTo>
                <a:lnTo>
                  <a:pt x="30505" y="30746"/>
                </a:lnTo>
                <a:close/>
              </a:path>
              <a:path w="62864" h="50165">
                <a:moveTo>
                  <a:pt x="30568" y="34048"/>
                </a:moveTo>
                <a:lnTo>
                  <a:pt x="30530" y="33921"/>
                </a:lnTo>
                <a:lnTo>
                  <a:pt x="30340" y="33921"/>
                </a:lnTo>
                <a:lnTo>
                  <a:pt x="30289" y="34048"/>
                </a:lnTo>
                <a:lnTo>
                  <a:pt x="30568" y="34048"/>
                </a:lnTo>
                <a:close/>
              </a:path>
              <a:path w="62864" h="50165">
                <a:moveTo>
                  <a:pt x="30607" y="35064"/>
                </a:moveTo>
                <a:lnTo>
                  <a:pt x="30543" y="34937"/>
                </a:lnTo>
                <a:lnTo>
                  <a:pt x="30480" y="34810"/>
                </a:lnTo>
                <a:lnTo>
                  <a:pt x="28524" y="34810"/>
                </a:lnTo>
                <a:lnTo>
                  <a:pt x="28460" y="34937"/>
                </a:lnTo>
                <a:lnTo>
                  <a:pt x="28384" y="35064"/>
                </a:lnTo>
                <a:lnTo>
                  <a:pt x="28232" y="35064"/>
                </a:lnTo>
                <a:lnTo>
                  <a:pt x="28270" y="35572"/>
                </a:lnTo>
                <a:lnTo>
                  <a:pt x="28473" y="35572"/>
                </a:lnTo>
                <a:lnTo>
                  <a:pt x="28587" y="35064"/>
                </a:lnTo>
                <a:lnTo>
                  <a:pt x="30607" y="35064"/>
                </a:lnTo>
                <a:close/>
              </a:path>
              <a:path w="62864" h="50165">
                <a:moveTo>
                  <a:pt x="30619" y="37350"/>
                </a:moveTo>
                <a:lnTo>
                  <a:pt x="29959" y="37350"/>
                </a:lnTo>
                <a:lnTo>
                  <a:pt x="28333" y="37223"/>
                </a:lnTo>
                <a:lnTo>
                  <a:pt x="27851" y="37096"/>
                </a:lnTo>
                <a:lnTo>
                  <a:pt x="27368" y="36969"/>
                </a:lnTo>
                <a:lnTo>
                  <a:pt x="26466" y="37096"/>
                </a:lnTo>
                <a:lnTo>
                  <a:pt x="26492" y="36969"/>
                </a:lnTo>
                <a:lnTo>
                  <a:pt x="26250" y="37096"/>
                </a:lnTo>
                <a:lnTo>
                  <a:pt x="26225" y="36969"/>
                </a:lnTo>
                <a:lnTo>
                  <a:pt x="24955" y="36842"/>
                </a:lnTo>
                <a:lnTo>
                  <a:pt x="24320" y="36842"/>
                </a:lnTo>
                <a:lnTo>
                  <a:pt x="23964" y="36842"/>
                </a:lnTo>
                <a:lnTo>
                  <a:pt x="23583" y="36842"/>
                </a:lnTo>
                <a:lnTo>
                  <a:pt x="23710" y="36969"/>
                </a:lnTo>
                <a:lnTo>
                  <a:pt x="23291" y="36969"/>
                </a:lnTo>
                <a:lnTo>
                  <a:pt x="23342" y="36842"/>
                </a:lnTo>
                <a:lnTo>
                  <a:pt x="23152" y="36969"/>
                </a:lnTo>
                <a:lnTo>
                  <a:pt x="23177" y="36715"/>
                </a:lnTo>
                <a:lnTo>
                  <a:pt x="23215" y="36461"/>
                </a:lnTo>
                <a:lnTo>
                  <a:pt x="22948" y="36334"/>
                </a:lnTo>
                <a:lnTo>
                  <a:pt x="22923" y="35699"/>
                </a:lnTo>
                <a:lnTo>
                  <a:pt x="24104" y="35699"/>
                </a:lnTo>
                <a:lnTo>
                  <a:pt x="24066" y="35445"/>
                </a:lnTo>
                <a:lnTo>
                  <a:pt x="22923" y="35445"/>
                </a:lnTo>
                <a:lnTo>
                  <a:pt x="22923" y="35572"/>
                </a:lnTo>
                <a:lnTo>
                  <a:pt x="22225" y="35572"/>
                </a:lnTo>
                <a:lnTo>
                  <a:pt x="22212" y="35826"/>
                </a:lnTo>
                <a:lnTo>
                  <a:pt x="22085" y="36461"/>
                </a:lnTo>
                <a:lnTo>
                  <a:pt x="21907" y="36461"/>
                </a:lnTo>
                <a:lnTo>
                  <a:pt x="21818" y="36715"/>
                </a:lnTo>
                <a:lnTo>
                  <a:pt x="21653" y="36715"/>
                </a:lnTo>
                <a:lnTo>
                  <a:pt x="21755" y="36588"/>
                </a:lnTo>
                <a:lnTo>
                  <a:pt x="21856" y="36461"/>
                </a:lnTo>
                <a:lnTo>
                  <a:pt x="21577" y="36334"/>
                </a:lnTo>
                <a:lnTo>
                  <a:pt x="21437" y="36334"/>
                </a:lnTo>
                <a:lnTo>
                  <a:pt x="21437" y="36207"/>
                </a:lnTo>
                <a:lnTo>
                  <a:pt x="21818" y="36080"/>
                </a:lnTo>
                <a:lnTo>
                  <a:pt x="21704" y="35826"/>
                </a:lnTo>
                <a:lnTo>
                  <a:pt x="21602" y="35572"/>
                </a:lnTo>
                <a:lnTo>
                  <a:pt x="21336" y="35572"/>
                </a:lnTo>
                <a:lnTo>
                  <a:pt x="21259" y="36461"/>
                </a:lnTo>
                <a:lnTo>
                  <a:pt x="21145" y="35572"/>
                </a:lnTo>
                <a:lnTo>
                  <a:pt x="21056" y="37477"/>
                </a:lnTo>
                <a:lnTo>
                  <a:pt x="21018" y="37604"/>
                </a:lnTo>
                <a:lnTo>
                  <a:pt x="20929" y="37731"/>
                </a:lnTo>
                <a:lnTo>
                  <a:pt x="20777" y="37846"/>
                </a:lnTo>
                <a:lnTo>
                  <a:pt x="20586" y="37604"/>
                </a:lnTo>
                <a:lnTo>
                  <a:pt x="20891" y="37604"/>
                </a:lnTo>
                <a:lnTo>
                  <a:pt x="21018" y="37604"/>
                </a:lnTo>
                <a:lnTo>
                  <a:pt x="20866" y="37477"/>
                </a:lnTo>
                <a:lnTo>
                  <a:pt x="21056" y="37477"/>
                </a:lnTo>
                <a:lnTo>
                  <a:pt x="21056" y="35572"/>
                </a:lnTo>
                <a:lnTo>
                  <a:pt x="20751" y="35572"/>
                </a:lnTo>
                <a:lnTo>
                  <a:pt x="20802" y="35826"/>
                </a:lnTo>
                <a:lnTo>
                  <a:pt x="20523" y="35953"/>
                </a:lnTo>
                <a:lnTo>
                  <a:pt x="20701" y="36080"/>
                </a:lnTo>
                <a:lnTo>
                  <a:pt x="20561" y="36207"/>
                </a:lnTo>
                <a:lnTo>
                  <a:pt x="20523" y="36461"/>
                </a:lnTo>
                <a:lnTo>
                  <a:pt x="20510" y="37731"/>
                </a:lnTo>
                <a:lnTo>
                  <a:pt x="20193" y="37604"/>
                </a:lnTo>
                <a:lnTo>
                  <a:pt x="20434" y="37604"/>
                </a:lnTo>
                <a:lnTo>
                  <a:pt x="20510" y="37731"/>
                </a:lnTo>
                <a:lnTo>
                  <a:pt x="20510" y="36461"/>
                </a:lnTo>
                <a:lnTo>
                  <a:pt x="20523" y="36334"/>
                </a:lnTo>
                <a:lnTo>
                  <a:pt x="20294" y="36207"/>
                </a:lnTo>
                <a:lnTo>
                  <a:pt x="20269" y="35953"/>
                </a:lnTo>
                <a:lnTo>
                  <a:pt x="20434" y="35826"/>
                </a:lnTo>
                <a:lnTo>
                  <a:pt x="20561" y="35699"/>
                </a:lnTo>
                <a:lnTo>
                  <a:pt x="20281" y="35826"/>
                </a:lnTo>
                <a:lnTo>
                  <a:pt x="20243" y="35699"/>
                </a:lnTo>
                <a:lnTo>
                  <a:pt x="20561" y="35699"/>
                </a:lnTo>
                <a:lnTo>
                  <a:pt x="20586" y="35572"/>
                </a:lnTo>
                <a:lnTo>
                  <a:pt x="20320" y="35572"/>
                </a:lnTo>
                <a:lnTo>
                  <a:pt x="20167" y="35445"/>
                </a:lnTo>
                <a:lnTo>
                  <a:pt x="20523" y="35445"/>
                </a:lnTo>
                <a:lnTo>
                  <a:pt x="20510" y="35318"/>
                </a:lnTo>
                <a:lnTo>
                  <a:pt x="20612" y="35445"/>
                </a:lnTo>
                <a:lnTo>
                  <a:pt x="20675" y="35191"/>
                </a:lnTo>
                <a:lnTo>
                  <a:pt x="20497" y="35191"/>
                </a:lnTo>
                <a:lnTo>
                  <a:pt x="20485" y="35064"/>
                </a:lnTo>
                <a:lnTo>
                  <a:pt x="20662" y="35064"/>
                </a:lnTo>
                <a:lnTo>
                  <a:pt x="20510" y="34937"/>
                </a:lnTo>
                <a:lnTo>
                  <a:pt x="20662" y="34937"/>
                </a:lnTo>
                <a:lnTo>
                  <a:pt x="20408" y="34810"/>
                </a:lnTo>
                <a:lnTo>
                  <a:pt x="21145" y="34810"/>
                </a:lnTo>
                <a:lnTo>
                  <a:pt x="21094" y="34683"/>
                </a:lnTo>
                <a:lnTo>
                  <a:pt x="20980" y="34429"/>
                </a:lnTo>
                <a:lnTo>
                  <a:pt x="20866" y="33794"/>
                </a:lnTo>
                <a:lnTo>
                  <a:pt x="21069" y="33794"/>
                </a:lnTo>
                <a:lnTo>
                  <a:pt x="21043" y="33667"/>
                </a:lnTo>
                <a:lnTo>
                  <a:pt x="20828" y="33667"/>
                </a:lnTo>
                <a:lnTo>
                  <a:pt x="20688" y="33667"/>
                </a:lnTo>
                <a:lnTo>
                  <a:pt x="20688" y="34683"/>
                </a:lnTo>
                <a:lnTo>
                  <a:pt x="20459" y="34556"/>
                </a:lnTo>
                <a:lnTo>
                  <a:pt x="20497" y="34683"/>
                </a:lnTo>
                <a:lnTo>
                  <a:pt x="20396" y="34429"/>
                </a:lnTo>
                <a:lnTo>
                  <a:pt x="20574" y="34429"/>
                </a:lnTo>
                <a:lnTo>
                  <a:pt x="20688" y="34683"/>
                </a:lnTo>
                <a:lnTo>
                  <a:pt x="20688" y="33667"/>
                </a:lnTo>
                <a:lnTo>
                  <a:pt x="20332" y="33667"/>
                </a:lnTo>
                <a:lnTo>
                  <a:pt x="20332" y="34175"/>
                </a:lnTo>
                <a:lnTo>
                  <a:pt x="20154" y="34302"/>
                </a:lnTo>
                <a:lnTo>
                  <a:pt x="19748" y="34302"/>
                </a:lnTo>
                <a:lnTo>
                  <a:pt x="19824" y="34683"/>
                </a:lnTo>
                <a:lnTo>
                  <a:pt x="19951" y="34810"/>
                </a:lnTo>
                <a:lnTo>
                  <a:pt x="19989" y="34937"/>
                </a:lnTo>
                <a:lnTo>
                  <a:pt x="19786" y="34810"/>
                </a:lnTo>
                <a:lnTo>
                  <a:pt x="19812" y="34937"/>
                </a:lnTo>
                <a:lnTo>
                  <a:pt x="19824" y="35064"/>
                </a:lnTo>
                <a:lnTo>
                  <a:pt x="19913" y="35445"/>
                </a:lnTo>
                <a:lnTo>
                  <a:pt x="19786" y="35445"/>
                </a:lnTo>
                <a:lnTo>
                  <a:pt x="19824" y="35064"/>
                </a:lnTo>
                <a:lnTo>
                  <a:pt x="19608" y="34937"/>
                </a:lnTo>
                <a:lnTo>
                  <a:pt x="19392" y="34937"/>
                </a:lnTo>
                <a:lnTo>
                  <a:pt x="19367" y="34302"/>
                </a:lnTo>
                <a:lnTo>
                  <a:pt x="19545" y="34175"/>
                </a:lnTo>
                <a:lnTo>
                  <a:pt x="19723" y="34175"/>
                </a:lnTo>
                <a:lnTo>
                  <a:pt x="20332" y="34175"/>
                </a:lnTo>
                <a:lnTo>
                  <a:pt x="20332" y="33667"/>
                </a:lnTo>
                <a:lnTo>
                  <a:pt x="20243" y="33794"/>
                </a:lnTo>
                <a:lnTo>
                  <a:pt x="20243" y="34048"/>
                </a:lnTo>
                <a:lnTo>
                  <a:pt x="20015" y="34048"/>
                </a:lnTo>
                <a:lnTo>
                  <a:pt x="19913" y="33794"/>
                </a:lnTo>
                <a:lnTo>
                  <a:pt x="19837" y="33667"/>
                </a:lnTo>
                <a:lnTo>
                  <a:pt x="19761" y="33540"/>
                </a:lnTo>
                <a:lnTo>
                  <a:pt x="19989" y="33540"/>
                </a:lnTo>
                <a:lnTo>
                  <a:pt x="20027" y="33794"/>
                </a:lnTo>
                <a:lnTo>
                  <a:pt x="20243" y="33794"/>
                </a:lnTo>
                <a:lnTo>
                  <a:pt x="20243" y="33667"/>
                </a:lnTo>
                <a:lnTo>
                  <a:pt x="20167" y="33540"/>
                </a:lnTo>
                <a:lnTo>
                  <a:pt x="19939" y="33388"/>
                </a:lnTo>
                <a:lnTo>
                  <a:pt x="19748" y="33489"/>
                </a:lnTo>
                <a:lnTo>
                  <a:pt x="19837" y="33324"/>
                </a:lnTo>
                <a:lnTo>
                  <a:pt x="20129" y="33286"/>
                </a:lnTo>
                <a:lnTo>
                  <a:pt x="20866" y="33286"/>
                </a:lnTo>
                <a:lnTo>
                  <a:pt x="20751" y="33032"/>
                </a:lnTo>
                <a:lnTo>
                  <a:pt x="20688" y="32905"/>
                </a:lnTo>
                <a:lnTo>
                  <a:pt x="20688" y="32651"/>
                </a:lnTo>
                <a:lnTo>
                  <a:pt x="20485" y="32651"/>
                </a:lnTo>
                <a:lnTo>
                  <a:pt x="20472" y="32524"/>
                </a:lnTo>
                <a:lnTo>
                  <a:pt x="20447" y="32270"/>
                </a:lnTo>
                <a:lnTo>
                  <a:pt x="20332" y="32016"/>
                </a:lnTo>
                <a:lnTo>
                  <a:pt x="20218" y="31635"/>
                </a:lnTo>
                <a:lnTo>
                  <a:pt x="20027" y="31635"/>
                </a:lnTo>
                <a:lnTo>
                  <a:pt x="19964" y="31508"/>
                </a:lnTo>
                <a:lnTo>
                  <a:pt x="19850" y="31254"/>
                </a:lnTo>
                <a:lnTo>
                  <a:pt x="19812" y="31127"/>
                </a:lnTo>
                <a:lnTo>
                  <a:pt x="19761" y="31000"/>
                </a:lnTo>
                <a:lnTo>
                  <a:pt x="20027" y="31000"/>
                </a:lnTo>
                <a:lnTo>
                  <a:pt x="20104" y="30619"/>
                </a:lnTo>
                <a:lnTo>
                  <a:pt x="20116" y="30365"/>
                </a:lnTo>
                <a:lnTo>
                  <a:pt x="21272" y="30365"/>
                </a:lnTo>
                <a:lnTo>
                  <a:pt x="21259" y="30238"/>
                </a:lnTo>
                <a:lnTo>
                  <a:pt x="14973" y="30238"/>
                </a:lnTo>
                <a:lnTo>
                  <a:pt x="14757" y="30365"/>
                </a:lnTo>
                <a:lnTo>
                  <a:pt x="14947" y="30365"/>
                </a:lnTo>
                <a:lnTo>
                  <a:pt x="14884" y="30492"/>
                </a:lnTo>
                <a:lnTo>
                  <a:pt x="14820" y="30619"/>
                </a:lnTo>
                <a:lnTo>
                  <a:pt x="14706" y="30492"/>
                </a:lnTo>
                <a:lnTo>
                  <a:pt x="14605" y="30365"/>
                </a:lnTo>
                <a:lnTo>
                  <a:pt x="14325" y="30492"/>
                </a:lnTo>
                <a:lnTo>
                  <a:pt x="14287" y="30746"/>
                </a:lnTo>
                <a:lnTo>
                  <a:pt x="14198" y="30873"/>
                </a:lnTo>
                <a:lnTo>
                  <a:pt x="14376" y="31000"/>
                </a:lnTo>
                <a:lnTo>
                  <a:pt x="14376" y="31127"/>
                </a:lnTo>
                <a:lnTo>
                  <a:pt x="14147" y="31000"/>
                </a:lnTo>
                <a:lnTo>
                  <a:pt x="14084" y="30619"/>
                </a:lnTo>
                <a:lnTo>
                  <a:pt x="14033" y="32016"/>
                </a:lnTo>
                <a:lnTo>
                  <a:pt x="13716" y="31889"/>
                </a:lnTo>
                <a:lnTo>
                  <a:pt x="13754" y="31635"/>
                </a:lnTo>
                <a:lnTo>
                  <a:pt x="13919" y="31635"/>
                </a:lnTo>
                <a:lnTo>
                  <a:pt x="14033" y="32016"/>
                </a:lnTo>
                <a:lnTo>
                  <a:pt x="14033" y="30619"/>
                </a:lnTo>
                <a:lnTo>
                  <a:pt x="13728" y="30619"/>
                </a:lnTo>
                <a:lnTo>
                  <a:pt x="13639" y="31254"/>
                </a:lnTo>
                <a:lnTo>
                  <a:pt x="13512" y="31508"/>
                </a:lnTo>
                <a:lnTo>
                  <a:pt x="13385" y="31762"/>
                </a:lnTo>
                <a:lnTo>
                  <a:pt x="13271" y="32016"/>
                </a:lnTo>
                <a:lnTo>
                  <a:pt x="13144" y="32270"/>
                </a:lnTo>
                <a:lnTo>
                  <a:pt x="13906" y="32270"/>
                </a:lnTo>
                <a:lnTo>
                  <a:pt x="13906" y="32651"/>
                </a:lnTo>
                <a:lnTo>
                  <a:pt x="14224" y="32524"/>
                </a:lnTo>
                <a:lnTo>
                  <a:pt x="14325" y="36588"/>
                </a:lnTo>
                <a:lnTo>
                  <a:pt x="14389" y="36715"/>
                </a:lnTo>
                <a:lnTo>
                  <a:pt x="14465" y="36842"/>
                </a:lnTo>
                <a:lnTo>
                  <a:pt x="14541" y="36969"/>
                </a:lnTo>
                <a:lnTo>
                  <a:pt x="14605" y="37096"/>
                </a:lnTo>
                <a:lnTo>
                  <a:pt x="14719" y="38239"/>
                </a:lnTo>
                <a:lnTo>
                  <a:pt x="13893" y="38620"/>
                </a:lnTo>
                <a:lnTo>
                  <a:pt x="13982" y="38874"/>
                </a:lnTo>
                <a:lnTo>
                  <a:pt x="14071" y="39128"/>
                </a:lnTo>
                <a:lnTo>
                  <a:pt x="14160" y="39382"/>
                </a:lnTo>
                <a:lnTo>
                  <a:pt x="14249" y="39636"/>
                </a:lnTo>
                <a:lnTo>
                  <a:pt x="14338" y="39890"/>
                </a:lnTo>
                <a:lnTo>
                  <a:pt x="15125" y="40017"/>
                </a:lnTo>
                <a:lnTo>
                  <a:pt x="15100" y="40779"/>
                </a:lnTo>
                <a:lnTo>
                  <a:pt x="15176" y="40525"/>
                </a:lnTo>
                <a:lnTo>
                  <a:pt x="15519" y="40398"/>
                </a:lnTo>
                <a:lnTo>
                  <a:pt x="16268" y="40271"/>
                </a:lnTo>
                <a:lnTo>
                  <a:pt x="16611" y="40144"/>
                </a:lnTo>
                <a:lnTo>
                  <a:pt x="16598" y="40271"/>
                </a:lnTo>
                <a:lnTo>
                  <a:pt x="24079" y="40271"/>
                </a:lnTo>
                <a:lnTo>
                  <a:pt x="24269" y="40144"/>
                </a:lnTo>
                <a:lnTo>
                  <a:pt x="24434" y="40271"/>
                </a:lnTo>
                <a:lnTo>
                  <a:pt x="25031" y="40271"/>
                </a:lnTo>
                <a:lnTo>
                  <a:pt x="25057" y="40144"/>
                </a:lnTo>
                <a:lnTo>
                  <a:pt x="25196" y="40144"/>
                </a:lnTo>
                <a:lnTo>
                  <a:pt x="25196" y="40017"/>
                </a:lnTo>
                <a:lnTo>
                  <a:pt x="25209" y="39890"/>
                </a:lnTo>
                <a:lnTo>
                  <a:pt x="24993" y="40017"/>
                </a:lnTo>
                <a:lnTo>
                  <a:pt x="25158" y="39890"/>
                </a:lnTo>
                <a:lnTo>
                  <a:pt x="24904" y="39890"/>
                </a:lnTo>
                <a:lnTo>
                  <a:pt x="23926" y="39890"/>
                </a:lnTo>
                <a:lnTo>
                  <a:pt x="23571" y="40017"/>
                </a:lnTo>
                <a:lnTo>
                  <a:pt x="23507" y="39890"/>
                </a:lnTo>
                <a:lnTo>
                  <a:pt x="22555" y="39890"/>
                </a:lnTo>
                <a:lnTo>
                  <a:pt x="22161" y="39763"/>
                </a:lnTo>
                <a:lnTo>
                  <a:pt x="22021" y="39890"/>
                </a:lnTo>
                <a:lnTo>
                  <a:pt x="21742" y="39763"/>
                </a:lnTo>
                <a:lnTo>
                  <a:pt x="22161" y="39763"/>
                </a:lnTo>
                <a:lnTo>
                  <a:pt x="23431" y="39763"/>
                </a:lnTo>
                <a:lnTo>
                  <a:pt x="23368" y="39636"/>
                </a:lnTo>
                <a:lnTo>
                  <a:pt x="23583" y="39763"/>
                </a:lnTo>
                <a:lnTo>
                  <a:pt x="23710" y="39636"/>
                </a:lnTo>
                <a:lnTo>
                  <a:pt x="23850" y="39509"/>
                </a:lnTo>
                <a:lnTo>
                  <a:pt x="23939" y="39636"/>
                </a:lnTo>
                <a:lnTo>
                  <a:pt x="24117" y="39636"/>
                </a:lnTo>
                <a:lnTo>
                  <a:pt x="24130" y="39509"/>
                </a:lnTo>
                <a:lnTo>
                  <a:pt x="25044" y="39509"/>
                </a:lnTo>
                <a:lnTo>
                  <a:pt x="24955" y="39382"/>
                </a:lnTo>
                <a:lnTo>
                  <a:pt x="25438" y="39382"/>
                </a:lnTo>
                <a:lnTo>
                  <a:pt x="25463" y="39509"/>
                </a:lnTo>
                <a:lnTo>
                  <a:pt x="25946" y="39509"/>
                </a:lnTo>
                <a:lnTo>
                  <a:pt x="25958" y="39382"/>
                </a:lnTo>
                <a:lnTo>
                  <a:pt x="25552" y="39382"/>
                </a:lnTo>
                <a:lnTo>
                  <a:pt x="26250" y="39293"/>
                </a:lnTo>
                <a:lnTo>
                  <a:pt x="26314" y="39128"/>
                </a:lnTo>
                <a:lnTo>
                  <a:pt x="26365" y="39001"/>
                </a:lnTo>
                <a:lnTo>
                  <a:pt x="26441" y="39255"/>
                </a:lnTo>
                <a:lnTo>
                  <a:pt x="27330" y="39128"/>
                </a:lnTo>
                <a:lnTo>
                  <a:pt x="27724" y="39128"/>
                </a:lnTo>
                <a:lnTo>
                  <a:pt x="27813" y="39001"/>
                </a:lnTo>
                <a:lnTo>
                  <a:pt x="27901" y="38874"/>
                </a:lnTo>
                <a:lnTo>
                  <a:pt x="26123" y="38874"/>
                </a:lnTo>
                <a:lnTo>
                  <a:pt x="25349" y="38747"/>
                </a:lnTo>
                <a:lnTo>
                  <a:pt x="23063" y="38671"/>
                </a:lnTo>
                <a:lnTo>
                  <a:pt x="23063" y="39382"/>
                </a:lnTo>
                <a:lnTo>
                  <a:pt x="23025" y="39509"/>
                </a:lnTo>
                <a:lnTo>
                  <a:pt x="22948" y="39382"/>
                </a:lnTo>
                <a:lnTo>
                  <a:pt x="23063" y="38671"/>
                </a:lnTo>
                <a:lnTo>
                  <a:pt x="22072" y="38620"/>
                </a:lnTo>
                <a:lnTo>
                  <a:pt x="18630" y="38620"/>
                </a:lnTo>
                <a:lnTo>
                  <a:pt x="14719" y="39382"/>
                </a:lnTo>
                <a:lnTo>
                  <a:pt x="15240" y="39382"/>
                </a:lnTo>
                <a:lnTo>
                  <a:pt x="15227" y="39763"/>
                </a:lnTo>
                <a:lnTo>
                  <a:pt x="14909" y="39636"/>
                </a:lnTo>
                <a:lnTo>
                  <a:pt x="14439" y="39509"/>
                </a:lnTo>
                <a:lnTo>
                  <a:pt x="14490" y="39382"/>
                </a:lnTo>
                <a:lnTo>
                  <a:pt x="14579" y="39001"/>
                </a:lnTo>
                <a:lnTo>
                  <a:pt x="14808" y="39001"/>
                </a:lnTo>
                <a:lnTo>
                  <a:pt x="14897" y="38874"/>
                </a:lnTo>
                <a:lnTo>
                  <a:pt x="14986" y="38747"/>
                </a:lnTo>
                <a:lnTo>
                  <a:pt x="15189" y="38620"/>
                </a:lnTo>
                <a:lnTo>
                  <a:pt x="15278" y="38747"/>
                </a:lnTo>
                <a:lnTo>
                  <a:pt x="15354" y="38874"/>
                </a:lnTo>
                <a:lnTo>
                  <a:pt x="15443" y="39001"/>
                </a:lnTo>
                <a:lnTo>
                  <a:pt x="15570" y="38874"/>
                </a:lnTo>
                <a:lnTo>
                  <a:pt x="15849" y="38874"/>
                </a:lnTo>
                <a:lnTo>
                  <a:pt x="16205" y="39001"/>
                </a:lnTo>
                <a:lnTo>
                  <a:pt x="16230" y="38874"/>
                </a:lnTo>
                <a:lnTo>
                  <a:pt x="16268" y="38620"/>
                </a:lnTo>
                <a:lnTo>
                  <a:pt x="17729" y="38620"/>
                </a:lnTo>
                <a:lnTo>
                  <a:pt x="17894" y="38493"/>
                </a:lnTo>
                <a:lnTo>
                  <a:pt x="18135" y="38493"/>
                </a:lnTo>
                <a:lnTo>
                  <a:pt x="18135" y="38620"/>
                </a:lnTo>
                <a:lnTo>
                  <a:pt x="18262" y="38493"/>
                </a:lnTo>
                <a:lnTo>
                  <a:pt x="18402" y="38366"/>
                </a:lnTo>
                <a:lnTo>
                  <a:pt x="18478" y="38620"/>
                </a:lnTo>
                <a:lnTo>
                  <a:pt x="18592" y="38493"/>
                </a:lnTo>
                <a:lnTo>
                  <a:pt x="18719" y="38366"/>
                </a:lnTo>
                <a:lnTo>
                  <a:pt x="19342" y="38239"/>
                </a:lnTo>
                <a:lnTo>
                  <a:pt x="20154" y="38239"/>
                </a:lnTo>
                <a:lnTo>
                  <a:pt x="20180" y="38112"/>
                </a:lnTo>
                <a:lnTo>
                  <a:pt x="20472" y="38112"/>
                </a:lnTo>
                <a:lnTo>
                  <a:pt x="20586" y="37858"/>
                </a:lnTo>
                <a:lnTo>
                  <a:pt x="20751" y="37858"/>
                </a:lnTo>
                <a:lnTo>
                  <a:pt x="22047" y="37858"/>
                </a:lnTo>
                <a:lnTo>
                  <a:pt x="22339" y="37604"/>
                </a:lnTo>
                <a:lnTo>
                  <a:pt x="23114" y="37604"/>
                </a:lnTo>
                <a:lnTo>
                  <a:pt x="23075" y="37744"/>
                </a:lnTo>
                <a:lnTo>
                  <a:pt x="23317" y="37604"/>
                </a:lnTo>
                <a:lnTo>
                  <a:pt x="24815" y="37604"/>
                </a:lnTo>
                <a:lnTo>
                  <a:pt x="24841" y="37477"/>
                </a:lnTo>
                <a:lnTo>
                  <a:pt x="25209" y="37477"/>
                </a:lnTo>
                <a:lnTo>
                  <a:pt x="25234" y="37604"/>
                </a:lnTo>
                <a:lnTo>
                  <a:pt x="25450" y="37477"/>
                </a:lnTo>
                <a:lnTo>
                  <a:pt x="25539" y="37350"/>
                </a:lnTo>
                <a:lnTo>
                  <a:pt x="25692" y="37477"/>
                </a:lnTo>
                <a:lnTo>
                  <a:pt x="25869" y="37350"/>
                </a:lnTo>
                <a:lnTo>
                  <a:pt x="28384" y="37477"/>
                </a:lnTo>
                <a:lnTo>
                  <a:pt x="28638" y="37350"/>
                </a:lnTo>
                <a:lnTo>
                  <a:pt x="28702" y="37604"/>
                </a:lnTo>
                <a:lnTo>
                  <a:pt x="28917" y="37477"/>
                </a:lnTo>
                <a:lnTo>
                  <a:pt x="29895" y="37477"/>
                </a:lnTo>
                <a:lnTo>
                  <a:pt x="29819" y="37604"/>
                </a:lnTo>
                <a:lnTo>
                  <a:pt x="29972" y="37604"/>
                </a:lnTo>
                <a:lnTo>
                  <a:pt x="30200" y="37477"/>
                </a:lnTo>
                <a:lnTo>
                  <a:pt x="30619" y="37477"/>
                </a:lnTo>
                <a:lnTo>
                  <a:pt x="30619" y="37350"/>
                </a:lnTo>
                <a:close/>
              </a:path>
              <a:path w="62864" h="50165">
                <a:moveTo>
                  <a:pt x="30645" y="32778"/>
                </a:moveTo>
                <a:lnTo>
                  <a:pt x="30594" y="32016"/>
                </a:lnTo>
                <a:lnTo>
                  <a:pt x="30365" y="32270"/>
                </a:lnTo>
                <a:lnTo>
                  <a:pt x="30365" y="32397"/>
                </a:lnTo>
                <a:lnTo>
                  <a:pt x="28473" y="32397"/>
                </a:lnTo>
                <a:lnTo>
                  <a:pt x="28384" y="31635"/>
                </a:lnTo>
                <a:lnTo>
                  <a:pt x="28244" y="31635"/>
                </a:lnTo>
                <a:lnTo>
                  <a:pt x="28244" y="31889"/>
                </a:lnTo>
                <a:lnTo>
                  <a:pt x="25933" y="31889"/>
                </a:lnTo>
                <a:lnTo>
                  <a:pt x="25869" y="32016"/>
                </a:lnTo>
                <a:lnTo>
                  <a:pt x="28257" y="32016"/>
                </a:lnTo>
                <a:lnTo>
                  <a:pt x="28270" y="32397"/>
                </a:lnTo>
                <a:lnTo>
                  <a:pt x="25692" y="32397"/>
                </a:lnTo>
                <a:lnTo>
                  <a:pt x="25679" y="32524"/>
                </a:lnTo>
                <a:lnTo>
                  <a:pt x="28270" y="32524"/>
                </a:lnTo>
                <a:lnTo>
                  <a:pt x="28282" y="32651"/>
                </a:lnTo>
                <a:lnTo>
                  <a:pt x="28486" y="32524"/>
                </a:lnTo>
                <a:lnTo>
                  <a:pt x="30378" y="32524"/>
                </a:lnTo>
                <a:lnTo>
                  <a:pt x="30378" y="32778"/>
                </a:lnTo>
                <a:lnTo>
                  <a:pt x="30645" y="32778"/>
                </a:lnTo>
                <a:close/>
              </a:path>
              <a:path w="62864" h="50165">
                <a:moveTo>
                  <a:pt x="30670" y="35953"/>
                </a:moveTo>
                <a:lnTo>
                  <a:pt x="30327" y="35953"/>
                </a:lnTo>
                <a:lnTo>
                  <a:pt x="30340" y="36207"/>
                </a:lnTo>
                <a:lnTo>
                  <a:pt x="28790" y="36080"/>
                </a:lnTo>
                <a:lnTo>
                  <a:pt x="28740" y="35953"/>
                </a:lnTo>
                <a:lnTo>
                  <a:pt x="27901" y="35953"/>
                </a:lnTo>
                <a:lnTo>
                  <a:pt x="28448" y="36207"/>
                </a:lnTo>
                <a:lnTo>
                  <a:pt x="28714" y="36461"/>
                </a:lnTo>
                <a:lnTo>
                  <a:pt x="30124" y="36461"/>
                </a:lnTo>
                <a:lnTo>
                  <a:pt x="30251" y="36334"/>
                </a:lnTo>
                <a:lnTo>
                  <a:pt x="30365" y="36207"/>
                </a:lnTo>
                <a:lnTo>
                  <a:pt x="30492" y="36080"/>
                </a:lnTo>
                <a:lnTo>
                  <a:pt x="30632" y="36207"/>
                </a:lnTo>
                <a:lnTo>
                  <a:pt x="30670" y="36080"/>
                </a:lnTo>
                <a:lnTo>
                  <a:pt x="30670" y="35953"/>
                </a:lnTo>
                <a:close/>
              </a:path>
              <a:path w="62864" h="50165">
                <a:moveTo>
                  <a:pt x="30683" y="35699"/>
                </a:moveTo>
                <a:lnTo>
                  <a:pt x="30391" y="35699"/>
                </a:lnTo>
                <a:lnTo>
                  <a:pt x="30314" y="35826"/>
                </a:lnTo>
                <a:lnTo>
                  <a:pt x="30683" y="35826"/>
                </a:lnTo>
                <a:lnTo>
                  <a:pt x="30683" y="35699"/>
                </a:lnTo>
                <a:close/>
              </a:path>
              <a:path w="62864" h="50165">
                <a:moveTo>
                  <a:pt x="30708" y="35064"/>
                </a:moveTo>
                <a:lnTo>
                  <a:pt x="30568" y="35191"/>
                </a:lnTo>
                <a:lnTo>
                  <a:pt x="30480" y="35572"/>
                </a:lnTo>
                <a:lnTo>
                  <a:pt x="30683" y="35572"/>
                </a:lnTo>
                <a:lnTo>
                  <a:pt x="30708" y="35064"/>
                </a:lnTo>
                <a:close/>
              </a:path>
              <a:path w="62864" h="50165">
                <a:moveTo>
                  <a:pt x="30721" y="34810"/>
                </a:moveTo>
                <a:lnTo>
                  <a:pt x="30657" y="34429"/>
                </a:lnTo>
                <a:lnTo>
                  <a:pt x="30276" y="34429"/>
                </a:lnTo>
                <a:lnTo>
                  <a:pt x="30340" y="34556"/>
                </a:lnTo>
                <a:lnTo>
                  <a:pt x="30403" y="34683"/>
                </a:lnTo>
                <a:lnTo>
                  <a:pt x="30480" y="34810"/>
                </a:lnTo>
                <a:lnTo>
                  <a:pt x="30721" y="34810"/>
                </a:lnTo>
                <a:close/>
              </a:path>
              <a:path w="62864" h="50165">
                <a:moveTo>
                  <a:pt x="30784" y="31889"/>
                </a:moveTo>
                <a:lnTo>
                  <a:pt x="30353" y="31889"/>
                </a:lnTo>
                <a:lnTo>
                  <a:pt x="30353" y="32016"/>
                </a:lnTo>
                <a:lnTo>
                  <a:pt x="30594" y="32016"/>
                </a:lnTo>
                <a:lnTo>
                  <a:pt x="30784" y="32016"/>
                </a:lnTo>
                <a:lnTo>
                  <a:pt x="30784" y="31889"/>
                </a:lnTo>
                <a:close/>
              </a:path>
              <a:path w="62864" h="50165">
                <a:moveTo>
                  <a:pt x="30797" y="28587"/>
                </a:moveTo>
                <a:lnTo>
                  <a:pt x="30149" y="28587"/>
                </a:lnTo>
                <a:lnTo>
                  <a:pt x="30162" y="28714"/>
                </a:lnTo>
                <a:lnTo>
                  <a:pt x="30670" y="28714"/>
                </a:lnTo>
                <a:lnTo>
                  <a:pt x="30797" y="28587"/>
                </a:lnTo>
                <a:close/>
              </a:path>
              <a:path w="62864" h="50165">
                <a:moveTo>
                  <a:pt x="30911" y="9563"/>
                </a:moveTo>
                <a:lnTo>
                  <a:pt x="30632" y="9652"/>
                </a:lnTo>
                <a:lnTo>
                  <a:pt x="30505" y="9575"/>
                </a:lnTo>
                <a:lnTo>
                  <a:pt x="30505" y="9906"/>
                </a:lnTo>
                <a:lnTo>
                  <a:pt x="30480" y="10414"/>
                </a:lnTo>
                <a:lnTo>
                  <a:pt x="30619" y="9944"/>
                </a:lnTo>
                <a:lnTo>
                  <a:pt x="30619" y="10160"/>
                </a:lnTo>
                <a:lnTo>
                  <a:pt x="30734" y="9969"/>
                </a:lnTo>
                <a:lnTo>
                  <a:pt x="30911" y="9766"/>
                </a:lnTo>
                <a:lnTo>
                  <a:pt x="30911" y="9563"/>
                </a:lnTo>
                <a:close/>
              </a:path>
              <a:path w="62864" h="50165">
                <a:moveTo>
                  <a:pt x="30924" y="21729"/>
                </a:moveTo>
                <a:lnTo>
                  <a:pt x="30784" y="21475"/>
                </a:lnTo>
                <a:lnTo>
                  <a:pt x="30708" y="21729"/>
                </a:lnTo>
                <a:lnTo>
                  <a:pt x="30924" y="21729"/>
                </a:lnTo>
                <a:close/>
              </a:path>
              <a:path w="62864" h="50165">
                <a:moveTo>
                  <a:pt x="30988" y="28841"/>
                </a:moveTo>
                <a:lnTo>
                  <a:pt x="30911" y="28714"/>
                </a:lnTo>
                <a:lnTo>
                  <a:pt x="30670" y="28714"/>
                </a:lnTo>
                <a:lnTo>
                  <a:pt x="30988" y="28841"/>
                </a:lnTo>
                <a:close/>
              </a:path>
              <a:path w="62864" h="50165">
                <a:moveTo>
                  <a:pt x="31000" y="29476"/>
                </a:moveTo>
                <a:lnTo>
                  <a:pt x="30975" y="29349"/>
                </a:lnTo>
                <a:lnTo>
                  <a:pt x="30238" y="29349"/>
                </a:lnTo>
                <a:lnTo>
                  <a:pt x="30238" y="29476"/>
                </a:lnTo>
                <a:lnTo>
                  <a:pt x="31000" y="29476"/>
                </a:lnTo>
                <a:close/>
              </a:path>
              <a:path w="62864" h="50165">
                <a:moveTo>
                  <a:pt x="31026" y="28460"/>
                </a:moveTo>
                <a:lnTo>
                  <a:pt x="30797" y="28587"/>
                </a:lnTo>
                <a:lnTo>
                  <a:pt x="30975" y="28587"/>
                </a:lnTo>
                <a:lnTo>
                  <a:pt x="31026" y="28460"/>
                </a:lnTo>
                <a:close/>
              </a:path>
              <a:path w="62864" h="50165">
                <a:moveTo>
                  <a:pt x="31051" y="32016"/>
                </a:moveTo>
                <a:lnTo>
                  <a:pt x="30784" y="32016"/>
                </a:lnTo>
                <a:lnTo>
                  <a:pt x="30873" y="32397"/>
                </a:lnTo>
                <a:lnTo>
                  <a:pt x="31000" y="32270"/>
                </a:lnTo>
                <a:lnTo>
                  <a:pt x="31051" y="32016"/>
                </a:lnTo>
                <a:close/>
              </a:path>
              <a:path w="62864" h="50165">
                <a:moveTo>
                  <a:pt x="31064" y="17526"/>
                </a:moveTo>
                <a:lnTo>
                  <a:pt x="30543" y="17411"/>
                </a:lnTo>
                <a:lnTo>
                  <a:pt x="31064" y="17526"/>
                </a:lnTo>
                <a:close/>
              </a:path>
              <a:path w="62864" h="50165">
                <a:moveTo>
                  <a:pt x="31089" y="31635"/>
                </a:moveTo>
                <a:lnTo>
                  <a:pt x="30784" y="31635"/>
                </a:lnTo>
                <a:lnTo>
                  <a:pt x="30784" y="31889"/>
                </a:lnTo>
                <a:lnTo>
                  <a:pt x="31076" y="31889"/>
                </a:lnTo>
                <a:lnTo>
                  <a:pt x="31089" y="31635"/>
                </a:lnTo>
                <a:close/>
              </a:path>
              <a:path w="62864" h="50165">
                <a:moveTo>
                  <a:pt x="31089" y="27952"/>
                </a:moveTo>
                <a:lnTo>
                  <a:pt x="30111" y="27952"/>
                </a:lnTo>
                <a:lnTo>
                  <a:pt x="30124" y="28079"/>
                </a:lnTo>
                <a:lnTo>
                  <a:pt x="30937" y="28079"/>
                </a:lnTo>
                <a:lnTo>
                  <a:pt x="31089" y="27952"/>
                </a:lnTo>
                <a:close/>
              </a:path>
              <a:path w="62864" h="50165">
                <a:moveTo>
                  <a:pt x="31127" y="20840"/>
                </a:moveTo>
                <a:lnTo>
                  <a:pt x="30822" y="20586"/>
                </a:lnTo>
                <a:lnTo>
                  <a:pt x="30746" y="20840"/>
                </a:lnTo>
                <a:lnTo>
                  <a:pt x="31127" y="20840"/>
                </a:lnTo>
                <a:close/>
              </a:path>
              <a:path w="62864" h="50165">
                <a:moveTo>
                  <a:pt x="31153" y="30365"/>
                </a:moveTo>
                <a:lnTo>
                  <a:pt x="31127" y="29984"/>
                </a:lnTo>
                <a:lnTo>
                  <a:pt x="30264" y="29984"/>
                </a:lnTo>
                <a:lnTo>
                  <a:pt x="30365" y="30365"/>
                </a:lnTo>
                <a:lnTo>
                  <a:pt x="31153" y="30365"/>
                </a:lnTo>
                <a:close/>
              </a:path>
              <a:path w="62864" h="50165">
                <a:moveTo>
                  <a:pt x="31254" y="88"/>
                </a:moveTo>
                <a:lnTo>
                  <a:pt x="31127" y="88"/>
                </a:lnTo>
                <a:lnTo>
                  <a:pt x="31203" y="215"/>
                </a:lnTo>
                <a:lnTo>
                  <a:pt x="31254" y="88"/>
                </a:lnTo>
                <a:close/>
              </a:path>
              <a:path w="62864" h="50165">
                <a:moveTo>
                  <a:pt x="31292" y="25539"/>
                </a:moveTo>
                <a:lnTo>
                  <a:pt x="30060" y="25539"/>
                </a:lnTo>
                <a:lnTo>
                  <a:pt x="30060" y="25666"/>
                </a:lnTo>
                <a:lnTo>
                  <a:pt x="31280" y="25666"/>
                </a:lnTo>
                <a:lnTo>
                  <a:pt x="31292" y="25539"/>
                </a:lnTo>
                <a:close/>
              </a:path>
              <a:path w="62864" h="50165">
                <a:moveTo>
                  <a:pt x="31330" y="25158"/>
                </a:moveTo>
                <a:lnTo>
                  <a:pt x="30060" y="25158"/>
                </a:lnTo>
                <a:lnTo>
                  <a:pt x="30060" y="25285"/>
                </a:lnTo>
                <a:lnTo>
                  <a:pt x="31318" y="25285"/>
                </a:lnTo>
                <a:lnTo>
                  <a:pt x="31330" y="25158"/>
                </a:lnTo>
                <a:close/>
              </a:path>
              <a:path w="62864" h="50165">
                <a:moveTo>
                  <a:pt x="31330" y="20078"/>
                </a:moveTo>
                <a:lnTo>
                  <a:pt x="25920" y="20078"/>
                </a:lnTo>
                <a:lnTo>
                  <a:pt x="26149" y="20332"/>
                </a:lnTo>
                <a:lnTo>
                  <a:pt x="26136" y="22237"/>
                </a:lnTo>
                <a:lnTo>
                  <a:pt x="26123" y="22491"/>
                </a:lnTo>
                <a:lnTo>
                  <a:pt x="25958" y="22237"/>
                </a:lnTo>
                <a:lnTo>
                  <a:pt x="26136" y="22237"/>
                </a:lnTo>
                <a:lnTo>
                  <a:pt x="26136" y="20332"/>
                </a:lnTo>
                <a:lnTo>
                  <a:pt x="25882" y="20332"/>
                </a:lnTo>
                <a:lnTo>
                  <a:pt x="25768" y="21729"/>
                </a:lnTo>
                <a:lnTo>
                  <a:pt x="25908" y="22237"/>
                </a:lnTo>
                <a:lnTo>
                  <a:pt x="25171" y="22237"/>
                </a:lnTo>
                <a:lnTo>
                  <a:pt x="25425" y="22491"/>
                </a:lnTo>
                <a:lnTo>
                  <a:pt x="25590" y="22745"/>
                </a:lnTo>
                <a:lnTo>
                  <a:pt x="26225" y="22745"/>
                </a:lnTo>
                <a:lnTo>
                  <a:pt x="26174" y="23253"/>
                </a:lnTo>
                <a:lnTo>
                  <a:pt x="27635" y="23253"/>
                </a:lnTo>
                <a:lnTo>
                  <a:pt x="27698" y="22745"/>
                </a:lnTo>
                <a:lnTo>
                  <a:pt x="26327" y="22745"/>
                </a:lnTo>
                <a:lnTo>
                  <a:pt x="26352" y="22491"/>
                </a:lnTo>
                <a:lnTo>
                  <a:pt x="26352" y="22237"/>
                </a:lnTo>
                <a:lnTo>
                  <a:pt x="26352" y="21729"/>
                </a:lnTo>
                <a:lnTo>
                  <a:pt x="26492" y="21729"/>
                </a:lnTo>
                <a:lnTo>
                  <a:pt x="26492" y="22123"/>
                </a:lnTo>
                <a:lnTo>
                  <a:pt x="26352" y="22237"/>
                </a:lnTo>
                <a:lnTo>
                  <a:pt x="26492" y="22237"/>
                </a:lnTo>
                <a:lnTo>
                  <a:pt x="26619" y="22237"/>
                </a:lnTo>
                <a:lnTo>
                  <a:pt x="27724" y="22237"/>
                </a:lnTo>
                <a:lnTo>
                  <a:pt x="27482" y="21729"/>
                </a:lnTo>
                <a:lnTo>
                  <a:pt x="27000" y="21729"/>
                </a:lnTo>
                <a:lnTo>
                  <a:pt x="26695" y="21958"/>
                </a:lnTo>
                <a:lnTo>
                  <a:pt x="26771" y="21729"/>
                </a:lnTo>
                <a:lnTo>
                  <a:pt x="26822" y="21475"/>
                </a:lnTo>
                <a:lnTo>
                  <a:pt x="27508" y="21475"/>
                </a:lnTo>
                <a:lnTo>
                  <a:pt x="27622" y="21221"/>
                </a:lnTo>
                <a:lnTo>
                  <a:pt x="27800" y="21221"/>
                </a:lnTo>
                <a:lnTo>
                  <a:pt x="27952" y="21475"/>
                </a:lnTo>
                <a:lnTo>
                  <a:pt x="27787" y="21475"/>
                </a:lnTo>
                <a:lnTo>
                  <a:pt x="27622" y="21729"/>
                </a:lnTo>
                <a:lnTo>
                  <a:pt x="27940" y="21729"/>
                </a:lnTo>
                <a:lnTo>
                  <a:pt x="27914" y="21983"/>
                </a:lnTo>
                <a:lnTo>
                  <a:pt x="28079" y="21729"/>
                </a:lnTo>
                <a:lnTo>
                  <a:pt x="28155" y="21221"/>
                </a:lnTo>
                <a:lnTo>
                  <a:pt x="28206" y="20840"/>
                </a:lnTo>
                <a:lnTo>
                  <a:pt x="28448" y="20840"/>
                </a:lnTo>
                <a:lnTo>
                  <a:pt x="28575" y="21221"/>
                </a:lnTo>
                <a:lnTo>
                  <a:pt x="28638" y="21475"/>
                </a:lnTo>
                <a:lnTo>
                  <a:pt x="28905" y="21475"/>
                </a:lnTo>
                <a:lnTo>
                  <a:pt x="29006" y="21221"/>
                </a:lnTo>
                <a:lnTo>
                  <a:pt x="29260" y="21221"/>
                </a:lnTo>
                <a:lnTo>
                  <a:pt x="29349" y="21475"/>
                </a:lnTo>
                <a:lnTo>
                  <a:pt x="29387" y="21729"/>
                </a:lnTo>
                <a:lnTo>
                  <a:pt x="29540" y="22237"/>
                </a:lnTo>
                <a:lnTo>
                  <a:pt x="29845" y="22491"/>
                </a:lnTo>
                <a:lnTo>
                  <a:pt x="29768" y="22237"/>
                </a:lnTo>
                <a:lnTo>
                  <a:pt x="29667" y="21475"/>
                </a:lnTo>
                <a:lnTo>
                  <a:pt x="29629" y="21221"/>
                </a:lnTo>
                <a:lnTo>
                  <a:pt x="29565" y="20840"/>
                </a:lnTo>
                <a:lnTo>
                  <a:pt x="29768" y="20840"/>
                </a:lnTo>
                <a:lnTo>
                  <a:pt x="29933" y="20840"/>
                </a:lnTo>
                <a:lnTo>
                  <a:pt x="29959" y="20713"/>
                </a:lnTo>
                <a:lnTo>
                  <a:pt x="29921" y="20586"/>
                </a:lnTo>
                <a:lnTo>
                  <a:pt x="30137" y="20586"/>
                </a:lnTo>
                <a:lnTo>
                  <a:pt x="30073" y="20840"/>
                </a:lnTo>
                <a:lnTo>
                  <a:pt x="30391" y="20840"/>
                </a:lnTo>
                <a:lnTo>
                  <a:pt x="30581" y="21221"/>
                </a:lnTo>
                <a:lnTo>
                  <a:pt x="30645" y="21475"/>
                </a:lnTo>
                <a:lnTo>
                  <a:pt x="30810" y="21221"/>
                </a:lnTo>
                <a:lnTo>
                  <a:pt x="30975" y="21221"/>
                </a:lnTo>
                <a:lnTo>
                  <a:pt x="30734" y="20840"/>
                </a:lnTo>
                <a:lnTo>
                  <a:pt x="30822" y="20586"/>
                </a:lnTo>
                <a:lnTo>
                  <a:pt x="31267" y="20586"/>
                </a:lnTo>
                <a:lnTo>
                  <a:pt x="31330" y="20078"/>
                </a:lnTo>
                <a:close/>
              </a:path>
              <a:path w="62864" h="50165">
                <a:moveTo>
                  <a:pt x="31356" y="30492"/>
                </a:moveTo>
                <a:lnTo>
                  <a:pt x="30403" y="30492"/>
                </a:lnTo>
                <a:lnTo>
                  <a:pt x="30505" y="30746"/>
                </a:lnTo>
                <a:lnTo>
                  <a:pt x="31254" y="30746"/>
                </a:lnTo>
                <a:lnTo>
                  <a:pt x="31356" y="30492"/>
                </a:lnTo>
                <a:close/>
              </a:path>
              <a:path w="62864" h="50165">
                <a:moveTo>
                  <a:pt x="31356" y="24904"/>
                </a:moveTo>
                <a:lnTo>
                  <a:pt x="30048" y="24904"/>
                </a:lnTo>
                <a:lnTo>
                  <a:pt x="30060" y="25031"/>
                </a:lnTo>
                <a:lnTo>
                  <a:pt x="31343" y="25031"/>
                </a:lnTo>
                <a:lnTo>
                  <a:pt x="31356" y="24904"/>
                </a:lnTo>
                <a:close/>
              </a:path>
              <a:path w="62864" h="50165">
                <a:moveTo>
                  <a:pt x="31419" y="28079"/>
                </a:moveTo>
                <a:lnTo>
                  <a:pt x="30937" y="28079"/>
                </a:lnTo>
                <a:lnTo>
                  <a:pt x="30924" y="28460"/>
                </a:lnTo>
                <a:lnTo>
                  <a:pt x="31153" y="28333"/>
                </a:lnTo>
                <a:lnTo>
                  <a:pt x="31419" y="28079"/>
                </a:lnTo>
                <a:close/>
              </a:path>
              <a:path w="62864" h="50165">
                <a:moveTo>
                  <a:pt x="31534" y="30365"/>
                </a:moveTo>
                <a:lnTo>
                  <a:pt x="31343" y="30365"/>
                </a:lnTo>
                <a:lnTo>
                  <a:pt x="31356" y="30492"/>
                </a:lnTo>
                <a:lnTo>
                  <a:pt x="31496" y="30492"/>
                </a:lnTo>
                <a:lnTo>
                  <a:pt x="31534" y="30365"/>
                </a:lnTo>
                <a:close/>
              </a:path>
              <a:path w="62864" h="50165">
                <a:moveTo>
                  <a:pt x="31635" y="17564"/>
                </a:moveTo>
                <a:lnTo>
                  <a:pt x="31407" y="17411"/>
                </a:lnTo>
                <a:lnTo>
                  <a:pt x="31102" y="17411"/>
                </a:lnTo>
                <a:lnTo>
                  <a:pt x="31635" y="17564"/>
                </a:lnTo>
                <a:close/>
              </a:path>
              <a:path w="62864" h="50165">
                <a:moveTo>
                  <a:pt x="31686" y="25285"/>
                </a:moveTo>
                <a:lnTo>
                  <a:pt x="31318" y="25285"/>
                </a:lnTo>
                <a:lnTo>
                  <a:pt x="31292" y="25539"/>
                </a:lnTo>
                <a:lnTo>
                  <a:pt x="31635" y="25539"/>
                </a:lnTo>
                <a:lnTo>
                  <a:pt x="31686" y="25285"/>
                </a:lnTo>
                <a:close/>
              </a:path>
              <a:path w="62864" h="50165">
                <a:moveTo>
                  <a:pt x="31699" y="25031"/>
                </a:moveTo>
                <a:lnTo>
                  <a:pt x="31343" y="25031"/>
                </a:lnTo>
                <a:lnTo>
                  <a:pt x="31330" y="25158"/>
                </a:lnTo>
                <a:lnTo>
                  <a:pt x="31699" y="25158"/>
                </a:lnTo>
                <a:lnTo>
                  <a:pt x="31699" y="25031"/>
                </a:lnTo>
                <a:close/>
              </a:path>
              <a:path w="62864" h="50165">
                <a:moveTo>
                  <a:pt x="31800" y="22745"/>
                </a:moveTo>
                <a:lnTo>
                  <a:pt x="29908" y="22745"/>
                </a:lnTo>
                <a:lnTo>
                  <a:pt x="29908" y="22999"/>
                </a:lnTo>
                <a:lnTo>
                  <a:pt x="29857" y="22872"/>
                </a:lnTo>
                <a:lnTo>
                  <a:pt x="29908" y="22999"/>
                </a:lnTo>
                <a:lnTo>
                  <a:pt x="29908" y="22745"/>
                </a:lnTo>
                <a:lnTo>
                  <a:pt x="27825" y="22745"/>
                </a:lnTo>
                <a:lnTo>
                  <a:pt x="27736" y="22999"/>
                </a:lnTo>
                <a:lnTo>
                  <a:pt x="27686" y="23253"/>
                </a:lnTo>
                <a:lnTo>
                  <a:pt x="31534" y="23253"/>
                </a:lnTo>
                <a:lnTo>
                  <a:pt x="31559" y="22999"/>
                </a:lnTo>
                <a:lnTo>
                  <a:pt x="31800" y="22745"/>
                </a:lnTo>
                <a:close/>
              </a:path>
              <a:path w="62864" h="50165">
                <a:moveTo>
                  <a:pt x="31826" y="31508"/>
                </a:moveTo>
                <a:lnTo>
                  <a:pt x="31572" y="31381"/>
                </a:lnTo>
                <a:lnTo>
                  <a:pt x="31534" y="31508"/>
                </a:lnTo>
                <a:lnTo>
                  <a:pt x="31394" y="31381"/>
                </a:lnTo>
                <a:lnTo>
                  <a:pt x="31343" y="31635"/>
                </a:lnTo>
                <a:lnTo>
                  <a:pt x="31826" y="31635"/>
                </a:lnTo>
                <a:lnTo>
                  <a:pt x="31826" y="31508"/>
                </a:lnTo>
                <a:close/>
              </a:path>
              <a:path w="62864" h="50165">
                <a:moveTo>
                  <a:pt x="32143" y="31381"/>
                </a:moveTo>
                <a:lnTo>
                  <a:pt x="32042" y="31254"/>
                </a:lnTo>
                <a:lnTo>
                  <a:pt x="31381" y="30873"/>
                </a:lnTo>
                <a:lnTo>
                  <a:pt x="31419" y="30746"/>
                </a:lnTo>
                <a:lnTo>
                  <a:pt x="31254" y="30746"/>
                </a:lnTo>
                <a:lnTo>
                  <a:pt x="31127" y="30873"/>
                </a:lnTo>
                <a:lnTo>
                  <a:pt x="31013" y="31000"/>
                </a:lnTo>
                <a:lnTo>
                  <a:pt x="30886" y="31127"/>
                </a:lnTo>
                <a:lnTo>
                  <a:pt x="30772" y="31254"/>
                </a:lnTo>
                <a:lnTo>
                  <a:pt x="30441" y="31254"/>
                </a:lnTo>
                <a:lnTo>
                  <a:pt x="30391" y="31635"/>
                </a:lnTo>
                <a:lnTo>
                  <a:pt x="30784" y="31635"/>
                </a:lnTo>
                <a:lnTo>
                  <a:pt x="30772" y="31381"/>
                </a:lnTo>
                <a:lnTo>
                  <a:pt x="31292" y="31381"/>
                </a:lnTo>
                <a:lnTo>
                  <a:pt x="31267" y="31254"/>
                </a:lnTo>
                <a:lnTo>
                  <a:pt x="31394" y="31381"/>
                </a:lnTo>
                <a:lnTo>
                  <a:pt x="31572" y="31381"/>
                </a:lnTo>
                <a:lnTo>
                  <a:pt x="32143" y="31381"/>
                </a:lnTo>
                <a:close/>
              </a:path>
              <a:path w="62864" h="50165">
                <a:moveTo>
                  <a:pt x="32143" y="23507"/>
                </a:moveTo>
                <a:lnTo>
                  <a:pt x="32131" y="23253"/>
                </a:lnTo>
                <a:lnTo>
                  <a:pt x="31534" y="23253"/>
                </a:lnTo>
                <a:lnTo>
                  <a:pt x="31483" y="23761"/>
                </a:lnTo>
                <a:lnTo>
                  <a:pt x="31356" y="24904"/>
                </a:lnTo>
                <a:lnTo>
                  <a:pt x="31711" y="24904"/>
                </a:lnTo>
                <a:lnTo>
                  <a:pt x="31711" y="24015"/>
                </a:lnTo>
                <a:lnTo>
                  <a:pt x="32143" y="23507"/>
                </a:lnTo>
                <a:close/>
              </a:path>
              <a:path w="62864" h="50165">
                <a:moveTo>
                  <a:pt x="32207" y="18046"/>
                </a:moveTo>
                <a:lnTo>
                  <a:pt x="31877" y="17665"/>
                </a:lnTo>
                <a:lnTo>
                  <a:pt x="31724" y="17665"/>
                </a:lnTo>
                <a:lnTo>
                  <a:pt x="32207" y="18046"/>
                </a:lnTo>
                <a:close/>
              </a:path>
              <a:path w="62864" h="50165">
                <a:moveTo>
                  <a:pt x="32258" y="33921"/>
                </a:moveTo>
                <a:lnTo>
                  <a:pt x="31750" y="33667"/>
                </a:lnTo>
                <a:lnTo>
                  <a:pt x="30467" y="33667"/>
                </a:lnTo>
                <a:lnTo>
                  <a:pt x="30530" y="33921"/>
                </a:lnTo>
                <a:lnTo>
                  <a:pt x="32258" y="33921"/>
                </a:lnTo>
                <a:close/>
              </a:path>
              <a:path w="62864" h="50165">
                <a:moveTo>
                  <a:pt x="32308" y="31635"/>
                </a:moveTo>
                <a:lnTo>
                  <a:pt x="31826" y="31635"/>
                </a:lnTo>
                <a:lnTo>
                  <a:pt x="32219" y="31762"/>
                </a:lnTo>
                <a:lnTo>
                  <a:pt x="32308" y="31889"/>
                </a:lnTo>
                <a:lnTo>
                  <a:pt x="32308" y="31635"/>
                </a:lnTo>
                <a:close/>
              </a:path>
              <a:path w="62864" h="50165">
                <a:moveTo>
                  <a:pt x="32308" y="29349"/>
                </a:moveTo>
                <a:lnTo>
                  <a:pt x="31064" y="29349"/>
                </a:lnTo>
                <a:lnTo>
                  <a:pt x="31076" y="29476"/>
                </a:lnTo>
                <a:lnTo>
                  <a:pt x="32067" y="29476"/>
                </a:lnTo>
                <a:lnTo>
                  <a:pt x="32308" y="29349"/>
                </a:lnTo>
                <a:close/>
              </a:path>
              <a:path w="62864" h="50165">
                <a:moveTo>
                  <a:pt x="32321" y="33667"/>
                </a:moveTo>
                <a:lnTo>
                  <a:pt x="32296" y="33540"/>
                </a:lnTo>
                <a:lnTo>
                  <a:pt x="30441" y="33540"/>
                </a:lnTo>
                <a:lnTo>
                  <a:pt x="31750" y="33667"/>
                </a:lnTo>
                <a:lnTo>
                  <a:pt x="32321" y="33667"/>
                </a:lnTo>
                <a:close/>
              </a:path>
              <a:path w="62864" h="50165">
                <a:moveTo>
                  <a:pt x="32385" y="32016"/>
                </a:moveTo>
                <a:lnTo>
                  <a:pt x="32308" y="31889"/>
                </a:lnTo>
                <a:lnTo>
                  <a:pt x="31076" y="31889"/>
                </a:lnTo>
                <a:lnTo>
                  <a:pt x="31051" y="32016"/>
                </a:lnTo>
                <a:lnTo>
                  <a:pt x="32385" y="32016"/>
                </a:lnTo>
                <a:close/>
              </a:path>
              <a:path w="62864" h="50165">
                <a:moveTo>
                  <a:pt x="32410" y="37477"/>
                </a:moveTo>
                <a:lnTo>
                  <a:pt x="32334" y="37350"/>
                </a:lnTo>
                <a:lnTo>
                  <a:pt x="32131" y="37350"/>
                </a:lnTo>
                <a:lnTo>
                  <a:pt x="31915" y="37350"/>
                </a:lnTo>
                <a:lnTo>
                  <a:pt x="30619" y="37477"/>
                </a:lnTo>
                <a:lnTo>
                  <a:pt x="32410" y="37477"/>
                </a:lnTo>
                <a:close/>
              </a:path>
              <a:path w="62864" h="50165">
                <a:moveTo>
                  <a:pt x="32448" y="25539"/>
                </a:moveTo>
                <a:lnTo>
                  <a:pt x="31635" y="25539"/>
                </a:lnTo>
                <a:lnTo>
                  <a:pt x="31610" y="25666"/>
                </a:lnTo>
                <a:lnTo>
                  <a:pt x="32423" y="25666"/>
                </a:lnTo>
                <a:lnTo>
                  <a:pt x="32448" y="25539"/>
                </a:lnTo>
                <a:close/>
              </a:path>
              <a:path w="62864" h="50165">
                <a:moveTo>
                  <a:pt x="32473" y="34810"/>
                </a:moveTo>
                <a:lnTo>
                  <a:pt x="30721" y="34810"/>
                </a:lnTo>
                <a:lnTo>
                  <a:pt x="30708" y="35064"/>
                </a:lnTo>
                <a:lnTo>
                  <a:pt x="32473" y="35064"/>
                </a:lnTo>
                <a:lnTo>
                  <a:pt x="32473" y="34810"/>
                </a:lnTo>
                <a:close/>
              </a:path>
              <a:path w="62864" h="50165">
                <a:moveTo>
                  <a:pt x="32473" y="34429"/>
                </a:moveTo>
                <a:lnTo>
                  <a:pt x="32385" y="34175"/>
                </a:lnTo>
                <a:lnTo>
                  <a:pt x="32321" y="34048"/>
                </a:lnTo>
                <a:lnTo>
                  <a:pt x="30568" y="34048"/>
                </a:lnTo>
                <a:lnTo>
                  <a:pt x="30657" y="34429"/>
                </a:lnTo>
                <a:lnTo>
                  <a:pt x="32473" y="34429"/>
                </a:lnTo>
                <a:close/>
              </a:path>
              <a:path w="62864" h="50165">
                <a:moveTo>
                  <a:pt x="32562" y="26682"/>
                </a:moveTo>
                <a:lnTo>
                  <a:pt x="32245" y="26555"/>
                </a:lnTo>
                <a:lnTo>
                  <a:pt x="32143" y="26936"/>
                </a:lnTo>
                <a:lnTo>
                  <a:pt x="32308" y="26809"/>
                </a:lnTo>
                <a:lnTo>
                  <a:pt x="32423" y="26682"/>
                </a:lnTo>
                <a:lnTo>
                  <a:pt x="32562" y="26682"/>
                </a:lnTo>
                <a:close/>
              </a:path>
              <a:path w="62864" h="50165">
                <a:moveTo>
                  <a:pt x="32651" y="27825"/>
                </a:moveTo>
                <a:lnTo>
                  <a:pt x="32562" y="27698"/>
                </a:lnTo>
                <a:lnTo>
                  <a:pt x="32296" y="27444"/>
                </a:lnTo>
                <a:lnTo>
                  <a:pt x="32410" y="27190"/>
                </a:lnTo>
                <a:lnTo>
                  <a:pt x="32461" y="27063"/>
                </a:lnTo>
                <a:lnTo>
                  <a:pt x="32207" y="26936"/>
                </a:lnTo>
                <a:lnTo>
                  <a:pt x="32118" y="27063"/>
                </a:lnTo>
                <a:lnTo>
                  <a:pt x="32042" y="27444"/>
                </a:lnTo>
                <a:lnTo>
                  <a:pt x="31724" y="27444"/>
                </a:lnTo>
                <a:lnTo>
                  <a:pt x="31737" y="27317"/>
                </a:lnTo>
                <a:lnTo>
                  <a:pt x="31750" y="27190"/>
                </a:lnTo>
                <a:lnTo>
                  <a:pt x="31470" y="27317"/>
                </a:lnTo>
                <a:lnTo>
                  <a:pt x="31432" y="26809"/>
                </a:lnTo>
                <a:lnTo>
                  <a:pt x="31508" y="26428"/>
                </a:lnTo>
                <a:lnTo>
                  <a:pt x="31394" y="25920"/>
                </a:lnTo>
                <a:lnTo>
                  <a:pt x="31407" y="26047"/>
                </a:lnTo>
                <a:lnTo>
                  <a:pt x="31559" y="25920"/>
                </a:lnTo>
                <a:lnTo>
                  <a:pt x="31610" y="25666"/>
                </a:lnTo>
                <a:lnTo>
                  <a:pt x="31280" y="25666"/>
                </a:lnTo>
                <a:lnTo>
                  <a:pt x="31203" y="26555"/>
                </a:lnTo>
                <a:lnTo>
                  <a:pt x="31089" y="27952"/>
                </a:lnTo>
                <a:lnTo>
                  <a:pt x="31546" y="27952"/>
                </a:lnTo>
                <a:lnTo>
                  <a:pt x="31673" y="27825"/>
                </a:lnTo>
                <a:lnTo>
                  <a:pt x="31775" y="27698"/>
                </a:lnTo>
                <a:lnTo>
                  <a:pt x="32423" y="27698"/>
                </a:lnTo>
                <a:lnTo>
                  <a:pt x="32651" y="27825"/>
                </a:lnTo>
                <a:close/>
              </a:path>
              <a:path w="62864" h="50165">
                <a:moveTo>
                  <a:pt x="32727" y="32524"/>
                </a:moveTo>
                <a:lnTo>
                  <a:pt x="32715" y="32270"/>
                </a:lnTo>
                <a:lnTo>
                  <a:pt x="32499" y="32016"/>
                </a:lnTo>
                <a:lnTo>
                  <a:pt x="32562" y="32270"/>
                </a:lnTo>
                <a:lnTo>
                  <a:pt x="32639" y="32397"/>
                </a:lnTo>
                <a:lnTo>
                  <a:pt x="32727" y="32524"/>
                </a:lnTo>
                <a:close/>
              </a:path>
              <a:path w="62864" h="50165">
                <a:moveTo>
                  <a:pt x="32753" y="20078"/>
                </a:moveTo>
                <a:lnTo>
                  <a:pt x="32689" y="19824"/>
                </a:lnTo>
                <a:lnTo>
                  <a:pt x="31508" y="19824"/>
                </a:lnTo>
                <a:lnTo>
                  <a:pt x="31330" y="20078"/>
                </a:lnTo>
                <a:lnTo>
                  <a:pt x="32753" y="20078"/>
                </a:lnTo>
                <a:close/>
              </a:path>
              <a:path w="62864" h="50165">
                <a:moveTo>
                  <a:pt x="32766" y="29349"/>
                </a:moveTo>
                <a:lnTo>
                  <a:pt x="32308" y="29349"/>
                </a:lnTo>
                <a:lnTo>
                  <a:pt x="32486" y="29476"/>
                </a:lnTo>
                <a:lnTo>
                  <a:pt x="32740" y="29476"/>
                </a:lnTo>
                <a:lnTo>
                  <a:pt x="32766" y="29349"/>
                </a:lnTo>
                <a:close/>
              </a:path>
              <a:path w="62864" h="50165">
                <a:moveTo>
                  <a:pt x="32766" y="25158"/>
                </a:moveTo>
                <a:lnTo>
                  <a:pt x="31699" y="25158"/>
                </a:lnTo>
                <a:lnTo>
                  <a:pt x="31686" y="25285"/>
                </a:lnTo>
                <a:lnTo>
                  <a:pt x="32651" y="25285"/>
                </a:lnTo>
                <a:lnTo>
                  <a:pt x="32766" y="25158"/>
                </a:lnTo>
                <a:close/>
              </a:path>
              <a:path w="62864" h="50165">
                <a:moveTo>
                  <a:pt x="32842" y="25285"/>
                </a:moveTo>
                <a:lnTo>
                  <a:pt x="32651" y="25285"/>
                </a:lnTo>
                <a:lnTo>
                  <a:pt x="32550" y="25412"/>
                </a:lnTo>
                <a:lnTo>
                  <a:pt x="32448" y="25539"/>
                </a:lnTo>
                <a:lnTo>
                  <a:pt x="32715" y="25539"/>
                </a:lnTo>
                <a:lnTo>
                  <a:pt x="32829" y="25412"/>
                </a:lnTo>
                <a:lnTo>
                  <a:pt x="32842" y="25285"/>
                </a:lnTo>
                <a:close/>
              </a:path>
              <a:path w="62864" h="50165">
                <a:moveTo>
                  <a:pt x="32854" y="20840"/>
                </a:moveTo>
                <a:lnTo>
                  <a:pt x="32524" y="21221"/>
                </a:lnTo>
                <a:lnTo>
                  <a:pt x="32359" y="21475"/>
                </a:lnTo>
                <a:lnTo>
                  <a:pt x="32245" y="21729"/>
                </a:lnTo>
                <a:lnTo>
                  <a:pt x="32410" y="21729"/>
                </a:lnTo>
                <a:lnTo>
                  <a:pt x="32854" y="20840"/>
                </a:lnTo>
                <a:close/>
              </a:path>
              <a:path w="62864" h="50165">
                <a:moveTo>
                  <a:pt x="32969" y="29857"/>
                </a:moveTo>
                <a:lnTo>
                  <a:pt x="32842" y="29730"/>
                </a:lnTo>
                <a:lnTo>
                  <a:pt x="32664" y="29603"/>
                </a:lnTo>
                <a:lnTo>
                  <a:pt x="32486" y="29476"/>
                </a:lnTo>
                <a:lnTo>
                  <a:pt x="32067" y="29476"/>
                </a:lnTo>
                <a:lnTo>
                  <a:pt x="31572" y="29730"/>
                </a:lnTo>
                <a:lnTo>
                  <a:pt x="31026" y="29603"/>
                </a:lnTo>
                <a:lnTo>
                  <a:pt x="31127" y="29984"/>
                </a:lnTo>
                <a:lnTo>
                  <a:pt x="31280" y="29857"/>
                </a:lnTo>
                <a:lnTo>
                  <a:pt x="31292" y="29984"/>
                </a:lnTo>
                <a:lnTo>
                  <a:pt x="31838" y="29984"/>
                </a:lnTo>
                <a:lnTo>
                  <a:pt x="31902" y="29857"/>
                </a:lnTo>
                <a:lnTo>
                  <a:pt x="31953" y="29730"/>
                </a:lnTo>
                <a:lnTo>
                  <a:pt x="32016" y="29603"/>
                </a:lnTo>
                <a:lnTo>
                  <a:pt x="32969" y="29857"/>
                </a:lnTo>
                <a:close/>
              </a:path>
              <a:path w="62864" h="50165">
                <a:moveTo>
                  <a:pt x="32969" y="28587"/>
                </a:moveTo>
                <a:lnTo>
                  <a:pt x="30975" y="28587"/>
                </a:lnTo>
                <a:lnTo>
                  <a:pt x="30911" y="28714"/>
                </a:lnTo>
                <a:lnTo>
                  <a:pt x="32931" y="28714"/>
                </a:lnTo>
                <a:lnTo>
                  <a:pt x="32969" y="28587"/>
                </a:lnTo>
                <a:close/>
              </a:path>
              <a:path w="62864" h="50165">
                <a:moveTo>
                  <a:pt x="32981" y="33540"/>
                </a:moveTo>
                <a:lnTo>
                  <a:pt x="32867" y="32905"/>
                </a:lnTo>
                <a:lnTo>
                  <a:pt x="32842" y="32778"/>
                </a:lnTo>
                <a:lnTo>
                  <a:pt x="30911" y="32778"/>
                </a:lnTo>
                <a:lnTo>
                  <a:pt x="30645" y="32778"/>
                </a:lnTo>
                <a:lnTo>
                  <a:pt x="30683" y="33286"/>
                </a:lnTo>
                <a:lnTo>
                  <a:pt x="30822" y="33286"/>
                </a:lnTo>
                <a:lnTo>
                  <a:pt x="32232" y="33286"/>
                </a:lnTo>
                <a:lnTo>
                  <a:pt x="32296" y="33540"/>
                </a:lnTo>
                <a:lnTo>
                  <a:pt x="32981" y="33540"/>
                </a:lnTo>
                <a:close/>
              </a:path>
              <a:path w="62864" h="50165">
                <a:moveTo>
                  <a:pt x="33007" y="34810"/>
                </a:moveTo>
                <a:lnTo>
                  <a:pt x="32499" y="34810"/>
                </a:lnTo>
                <a:lnTo>
                  <a:pt x="32486" y="35064"/>
                </a:lnTo>
                <a:lnTo>
                  <a:pt x="32981" y="35064"/>
                </a:lnTo>
                <a:lnTo>
                  <a:pt x="33007" y="34810"/>
                </a:lnTo>
                <a:close/>
              </a:path>
              <a:path w="62864" h="50165">
                <a:moveTo>
                  <a:pt x="33020" y="30365"/>
                </a:moveTo>
                <a:lnTo>
                  <a:pt x="32981" y="29984"/>
                </a:lnTo>
                <a:lnTo>
                  <a:pt x="31838" y="29984"/>
                </a:lnTo>
                <a:lnTo>
                  <a:pt x="31788" y="30111"/>
                </a:lnTo>
                <a:lnTo>
                  <a:pt x="31572" y="30238"/>
                </a:lnTo>
                <a:lnTo>
                  <a:pt x="31534" y="30365"/>
                </a:lnTo>
                <a:lnTo>
                  <a:pt x="33020" y="30365"/>
                </a:lnTo>
                <a:close/>
              </a:path>
              <a:path w="62864" h="50165">
                <a:moveTo>
                  <a:pt x="33032" y="26174"/>
                </a:moveTo>
                <a:lnTo>
                  <a:pt x="32842" y="26301"/>
                </a:lnTo>
                <a:lnTo>
                  <a:pt x="32753" y="26682"/>
                </a:lnTo>
                <a:lnTo>
                  <a:pt x="32893" y="26555"/>
                </a:lnTo>
                <a:lnTo>
                  <a:pt x="32981" y="26301"/>
                </a:lnTo>
                <a:lnTo>
                  <a:pt x="33032" y="26174"/>
                </a:lnTo>
                <a:close/>
              </a:path>
              <a:path w="62864" h="50165">
                <a:moveTo>
                  <a:pt x="33045" y="33921"/>
                </a:moveTo>
                <a:lnTo>
                  <a:pt x="32994" y="33667"/>
                </a:lnTo>
                <a:lnTo>
                  <a:pt x="32321" y="33667"/>
                </a:lnTo>
                <a:lnTo>
                  <a:pt x="32385" y="33921"/>
                </a:lnTo>
                <a:lnTo>
                  <a:pt x="33045" y="33921"/>
                </a:lnTo>
                <a:close/>
              </a:path>
              <a:path w="62864" h="50165">
                <a:moveTo>
                  <a:pt x="33070" y="34048"/>
                </a:moveTo>
                <a:lnTo>
                  <a:pt x="32410" y="34048"/>
                </a:lnTo>
                <a:lnTo>
                  <a:pt x="32524" y="34429"/>
                </a:lnTo>
                <a:lnTo>
                  <a:pt x="33032" y="34429"/>
                </a:lnTo>
                <a:lnTo>
                  <a:pt x="33070" y="34048"/>
                </a:lnTo>
                <a:close/>
              </a:path>
              <a:path w="62864" h="50165">
                <a:moveTo>
                  <a:pt x="33070" y="29349"/>
                </a:moveTo>
                <a:lnTo>
                  <a:pt x="32981" y="29095"/>
                </a:lnTo>
                <a:lnTo>
                  <a:pt x="32893" y="28841"/>
                </a:lnTo>
                <a:lnTo>
                  <a:pt x="32766" y="29349"/>
                </a:lnTo>
                <a:lnTo>
                  <a:pt x="33070" y="29349"/>
                </a:lnTo>
                <a:close/>
              </a:path>
              <a:path w="62864" h="50165">
                <a:moveTo>
                  <a:pt x="33096" y="28079"/>
                </a:moveTo>
                <a:lnTo>
                  <a:pt x="32867" y="27952"/>
                </a:lnTo>
                <a:lnTo>
                  <a:pt x="31546" y="27952"/>
                </a:lnTo>
                <a:lnTo>
                  <a:pt x="31419" y="28079"/>
                </a:lnTo>
                <a:lnTo>
                  <a:pt x="33096" y="28079"/>
                </a:lnTo>
                <a:close/>
              </a:path>
              <a:path w="62864" h="50165">
                <a:moveTo>
                  <a:pt x="33147" y="29730"/>
                </a:moveTo>
                <a:lnTo>
                  <a:pt x="33108" y="29476"/>
                </a:lnTo>
                <a:lnTo>
                  <a:pt x="32740" y="29476"/>
                </a:lnTo>
                <a:lnTo>
                  <a:pt x="33147" y="29730"/>
                </a:lnTo>
                <a:close/>
              </a:path>
              <a:path w="62864" h="50165">
                <a:moveTo>
                  <a:pt x="33388" y="774"/>
                </a:moveTo>
                <a:lnTo>
                  <a:pt x="32918" y="393"/>
                </a:lnTo>
                <a:lnTo>
                  <a:pt x="32715" y="393"/>
                </a:lnTo>
                <a:lnTo>
                  <a:pt x="33223" y="774"/>
                </a:lnTo>
                <a:lnTo>
                  <a:pt x="33388" y="774"/>
                </a:lnTo>
                <a:close/>
              </a:path>
              <a:path w="62864" h="50165">
                <a:moveTo>
                  <a:pt x="33401" y="25768"/>
                </a:moveTo>
                <a:lnTo>
                  <a:pt x="32359" y="25908"/>
                </a:lnTo>
                <a:lnTo>
                  <a:pt x="32334" y="26047"/>
                </a:lnTo>
                <a:lnTo>
                  <a:pt x="32232" y="26555"/>
                </a:lnTo>
                <a:lnTo>
                  <a:pt x="32461" y="26555"/>
                </a:lnTo>
                <a:lnTo>
                  <a:pt x="32562" y="25920"/>
                </a:lnTo>
                <a:lnTo>
                  <a:pt x="33235" y="25920"/>
                </a:lnTo>
                <a:lnTo>
                  <a:pt x="33401" y="25768"/>
                </a:lnTo>
                <a:close/>
              </a:path>
              <a:path w="62864" h="50165">
                <a:moveTo>
                  <a:pt x="33413" y="28079"/>
                </a:moveTo>
                <a:lnTo>
                  <a:pt x="33096" y="28079"/>
                </a:lnTo>
                <a:lnTo>
                  <a:pt x="33032" y="28333"/>
                </a:lnTo>
                <a:lnTo>
                  <a:pt x="33413" y="28079"/>
                </a:lnTo>
                <a:close/>
              </a:path>
              <a:path w="62864" h="50165">
                <a:moveTo>
                  <a:pt x="33464" y="37350"/>
                </a:moveTo>
                <a:lnTo>
                  <a:pt x="32791" y="37096"/>
                </a:lnTo>
                <a:lnTo>
                  <a:pt x="32816" y="37350"/>
                </a:lnTo>
                <a:lnTo>
                  <a:pt x="32410" y="37477"/>
                </a:lnTo>
                <a:lnTo>
                  <a:pt x="33197" y="37477"/>
                </a:lnTo>
                <a:lnTo>
                  <a:pt x="33464" y="37350"/>
                </a:lnTo>
                <a:close/>
              </a:path>
              <a:path w="62864" h="50165">
                <a:moveTo>
                  <a:pt x="33578" y="18884"/>
                </a:moveTo>
                <a:lnTo>
                  <a:pt x="32524" y="18300"/>
                </a:lnTo>
                <a:lnTo>
                  <a:pt x="33045" y="18808"/>
                </a:lnTo>
                <a:lnTo>
                  <a:pt x="33337" y="18808"/>
                </a:lnTo>
                <a:lnTo>
                  <a:pt x="33578" y="18884"/>
                </a:lnTo>
                <a:close/>
              </a:path>
              <a:path w="62864" h="50165">
                <a:moveTo>
                  <a:pt x="33642" y="25539"/>
                </a:moveTo>
                <a:lnTo>
                  <a:pt x="32715" y="25539"/>
                </a:lnTo>
                <a:lnTo>
                  <a:pt x="32600" y="25666"/>
                </a:lnTo>
                <a:lnTo>
                  <a:pt x="32423" y="25666"/>
                </a:lnTo>
                <a:lnTo>
                  <a:pt x="32385" y="25819"/>
                </a:lnTo>
                <a:lnTo>
                  <a:pt x="32791" y="25666"/>
                </a:lnTo>
                <a:lnTo>
                  <a:pt x="33515" y="25666"/>
                </a:lnTo>
                <a:lnTo>
                  <a:pt x="33642" y="25539"/>
                </a:lnTo>
                <a:close/>
              </a:path>
              <a:path w="62864" h="50165">
                <a:moveTo>
                  <a:pt x="33959" y="14770"/>
                </a:moveTo>
                <a:lnTo>
                  <a:pt x="33820" y="14744"/>
                </a:lnTo>
                <a:lnTo>
                  <a:pt x="33896" y="14592"/>
                </a:lnTo>
                <a:lnTo>
                  <a:pt x="33667" y="14643"/>
                </a:lnTo>
                <a:lnTo>
                  <a:pt x="33413" y="14922"/>
                </a:lnTo>
                <a:lnTo>
                  <a:pt x="33515" y="15252"/>
                </a:lnTo>
                <a:lnTo>
                  <a:pt x="33553" y="15113"/>
                </a:lnTo>
                <a:lnTo>
                  <a:pt x="33959" y="14770"/>
                </a:lnTo>
                <a:close/>
              </a:path>
              <a:path w="62864" h="50165">
                <a:moveTo>
                  <a:pt x="34048" y="25158"/>
                </a:moveTo>
                <a:lnTo>
                  <a:pt x="32854" y="25158"/>
                </a:lnTo>
                <a:lnTo>
                  <a:pt x="32842" y="25285"/>
                </a:lnTo>
                <a:lnTo>
                  <a:pt x="33909" y="25285"/>
                </a:lnTo>
                <a:lnTo>
                  <a:pt x="34048" y="25158"/>
                </a:lnTo>
                <a:close/>
              </a:path>
              <a:path w="62864" h="50165">
                <a:moveTo>
                  <a:pt x="34366" y="35826"/>
                </a:moveTo>
                <a:lnTo>
                  <a:pt x="30683" y="35826"/>
                </a:lnTo>
                <a:lnTo>
                  <a:pt x="30670" y="35953"/>
                </a:lnTo>
                <a:lnTo>
                  <a:pt x="34328" y="35953"/>
                </a:lnTo>
                <a:lnTo>
                  <a:pt x="34366" y="35826"/>
                </a:lnTo>
                <a:close/>
              </a:path>
              <a:path w="62864" h="50165">
                <a:moveTo>
                  <a:pt x="34366" y="25539"/>
                </a:moveTo>
                <a:lnTo>
                  <a:pt x="34264" y="25412"/>
                </a:lnTo>
                <a:lnTo>
                  <a:pt x="34150" y="25285"/>
                </a:lnTo>
                <a:lnTo>
                  <a:pt x="33909" y="25285"/>
                </a:lnTo>
                <a:lnTo>
                  <a:pt x="33642" y="25539"/>
                </a:lnTo>
                <a:lnTo>
                  <a:pt x="34366" y="25539"/>
                </a:lnTo>
                <a:close/>
              </a:path>
              <a:path w="62864" h="50165">
                <a:moveTo>
                  <a:pt x="34378" y="28714"/>
                </a:moveTo>
                <a:lnTo>
                  <a:pt x="34353" y="28587"/>
                </a:lnTo>
                <a:lnTo>
                  <a:pt x="32981" y="28587"/>
                </a:lnTo>
                <a:lnTo>
                  <a:pt x="32931" y="28714"/>
                </a:lnTo>
                <a:lnTo>
                  <a:pt x="34378" y="28714"/>
                </a:lnTo>
                <a:close/>
              </a:path>
              <a:path w="62864" h="50165">
                <a:moveTo>
                  <a:pt x="34429" y="35572"/>
                </a:moveTo>
                <a:lnTo>
                  <a:pt x="30683" y="35572"/>
                </a:lnTo>
                <a:lnTo>
                  <a:pt x="30683" y="35699"/>
                </a:lnTo>
                <a:lnTo>
                  <a:pt x="34391" y="35699"/>
                </a:lnTo>
                <a:lnTo>
                  <a:pt x="34429" y="35572"/>
                </a:lnTo>
                <a:close/>
              </a:path>
              <a:path w="62864" h="50165">
                <a:moveTo>
                  <a:pt x="34467" y="31381"/>
                </a:moveTo>
                <a:lnTo>
                  <a:pt x="32143" y="31381"/>
                </a:lnTo>
                <a:lnTo>
                  <a:pt x="32245" y="31508"/>
                </a:lnTo>
                <a:lnTo>
                  <a:pt x="34455" y="31635"/>
                </a:lnTo>
                <a:lnTo>
                  <a:pt x="34467" y="31381"/>
                </a:lnTo>
                <a:close/>
              </a:path>
              <a:path w="62864" h="50165">
                <a:moveTo>
                  <a:pt x="34480" y="29476"/>
                </a:moveTo>
                <a:lnTo>
                  <a:pt x="34467" y="29349"/>
                </a:lnTo>
                <a:lnTo>
                  <a:pt x="33070" y="29349"/>
                </a:lnTo>
                <a:lnTo>
                  <a:pt x="33108" y="29476"/>
                </a:lnTo>
                <a:lnTo>
                  <a:pt x="34480" y="29476"/>
                </a:lnTo>
                <a:close/>
              </a:path>
              <a:path w="62864" h="50165">
                <a:moveTo>
                  <a:pt x="34493" y="29984"/>
                </a:moveTo>
                <a:lnTo>
                  <a:pt x="33020" y="29984"/>
                </a:lnTo>
                <a:lnTo>
                  <a:pt x="33020" y="30365"/>
                </a:lnTo>
                <a:lnTo>
                  <a:pt x="34493" y="30365"/>
                </a:lnTo>
                <a:lnTo>
                  <a:pt x="34493" y="30111"/>
                </a:lnTo>
                <a:lnTo>
                  <a:pt x="34493" y="29984"/>
                </a:lnTo>
                <a:close/>
              </a:path>
              <a:path w="62864" h="50165">
                <a:moveTo>
                  <a:pt x="34556" y="35826"/>
                </a:moveTo>
                <a:lnTo>
                  <a:pt x="34544" y="35699"/>
                </a:lnTo>
                <a:lnTo>
                  <a:pt x="34391" y="35699"/>
                </a:lnTo>
                <a:lnTo>
                  <a:pt x="34366" y="35826"/>
                </a:lnTo>
                <a:lnTo>
                  <a:pt x="34556" y="35826"/>
                </a:lnTo>
                <a:close/>
              </a:path>
              <a:path w="62864" h="50165">
                <a:moveTo>
                  <a:pt x="34607" y="34810"/>
                </a:moveTo>
                <a:lnTo>
                  <a:pt x="33070" y="34810"/>
                </a:lnTo>
                <a:lnTo>
                  <a:pt x="33020" y="35064"/>
                </a:lnTo>
                <a:lnTo>
                  <a:pt x="34544" y="35064"/>
                </a:lnTo>
                <a:lnTo>
                  <a:pt x="34607" y="34810"/>
                </a:lnTo>
                <a:close/>
              </a:path>
              <a:path w="62864" h="50165">
                <a:moveTo>
                  <a:pt x="34632" y="31635"/>
                </a:moveTo>
                <a:lnTo>
                  <a:pt x="34455" y="31635"/>
                </a:lnTo>
                <a:lnTo>
                  <a:pt x="34455" y="31889"/>
                </a:lnTo>
                <a:lnTo>
                  <a:pt x="32435" y="31889"/>
                </a:lnTo>
                <a:lnTo>
                  <a:pt x="32499" y="32016"/>
                </a:lnTo>
                <a:lnTo>
                  <a:pt x="34569" y="32016"/>
                </a:lnTo>
                <a:lnTo>
                  <a:pt x="34632" y="31635"/>
                </a:lnTo>
                <a:close/>
              </a:path>
              <a:path w="62864" h="50165">
                <a:moveTo>
                  <a:pt x="34632" y="31381"/>
                </a:moveTo>
                <a:lnTo>
                  <a:pt x="34607" y="31254"/>
                </a:lnTo>
                <a:lnTo>
                  <a:pt x="34467" y="31254"/>
                </a:lnTo>
                <a:lnTo>
                  <a:pt x="34467" y="31381"/>
                </a:lnTo>
                <a:lnTo>
                  <a:pt x="34632" y="31381"/>
                </a:lnTo>
                <a:close/>
              </a:path>
              <a:path w="62864" h="50165">
                <a:moveTo>
                  <a:pt x="34683" y="25920"/>
                </a:moveTo>
                <a:lnTo>
                  <a:pt x="34467" y="25666"/>
                </a:lnTo>
                <a:lnTo>
                  <a:pt x="34417" y="25920"/>
                </a:lnTo>
                <a:lnTo>
                  <a:pt x="34683" y="25920"/>
                </a:lnTo>
                <a:close/>
              </a:path>
              <a:path w="62864" h="50165">
                <a:moveTo>
                  <a:pt x="34709" y="35064"/>
                </a:moveTo>
                <a:lnTo>
                  <a:pt x="34544" y="35064"/>
                </a:lnTo>
                <a:lnTo>
                  <a:pt x="34518" y="35191"/>
                </a:lnTo>
                <a:lnTo>
                  <a:pt x="34709" y="35064"/>
                </a:lnTo>
                <a:close/>
              </a:path>
              <a:path w="62864" h="50165">
                <a:moveTo>
                  <a:pt x="34734" y="16903"/>
                </a:moveTo>
                <a:lnTo>
                  <a:pt x="34417" y="16649"/>
                </a:lnTo>
                <a:lnTo>
                  <a:pt x="34251" y="16395"/>
                </a:lnTo>
                <a:lnTo>
                  <a:pt x="34163" y="16649"/>
                </a:lnTo>
                <a:lnTo>
                  <a:pt x="34086" y="16903"/>
                </a:lnTo>
                <a:lnTo>
                  <a:pt x="34251" y="16903"/>
                </a:lnTo>
                <a:lnTo>
                  <a:pt x="34505" y="17208"/>
                </a:lnTo>
                <a:lnTo>
                  <a:pt x="34569" y="16903"/>
                </a:lnTo>
                <a:lnTo>
                  <a:pt x="34734" y="16903"/>
                </a:lnTo>
                <a:close/>
              </a:path>
              <a:path w="62864" h="50165">
                <a:moveTo>
                  <a:pt x="34772" y="34048"/>
                </a:moveTo>
                <a:lnTo>
                  <a:pt x="33159" y="34048"/>
                </a:lnTo>
                <a:lnTo>
                  <a:pt x="33134" y="34429"/>
                </a:lnTo>
                <a:lnTo>
                  <a:pt x="34683" y="34429"/>
                </a:lnTo>
                <a:lnTo>
                  <a:pt x="34772" y="34048"/>
                </a:lnTo>
                <a:close/>
              </a:path>
              <a:path w="62864" h="50165">
                <a:moveTo>
                  <a:pt x="34798" y="13423"/>
                </a:moveTo>
                <a:lnTo>
                  <a:pt x="34772" y="13271"/>
                </a:lnTo>
                <a:lnTo>
                  <a:pt x="34683" y="13423"/>
                </a:lnTo>
                <a:close/>
              </a:path>
              <a:path w="62864" h="50165">
                <a:moveTo>
                  <a:pt x="34810" y="28841"/>
                </a:moveTo>
                <a:lnTo>
                  <a:pt x="34759" y="28714"/>
                </a:lnTo>
                <a:lnTo>
                  <a:pt x="34378" y="28714"/>
                </a:lnTo>
                <a:lnTo>
                  <a:pt x="34467" y="29349"/>
                </a:lnTo>
                <a:lnTo>
                  <a:pt x="34607" y="29222"/>
                </a:lnTo>
                <a:lnTo>
                  <a:pt x="34632" y="29095"/>
                </a:lnTo>
                <a:lnTo>
                  <a:pt x="34810" y="28841"/>
                </a:lnTo>
                <a:close/>
              </a:path>
              <a:path w="62864" h="50165">
                <a:moveTo>
                  <a:pt x="34836" y="34429"/>
                </a:moveTo>
                <a:lnTo>
                  <a:pt x="34683" y="34429"/>
                </a:lnTo>
                <a:lnTo>
                  <a:pt x="34607" y="34810"/>
                </a:lnTo>
                <a:lnTo>
                  <a:pt x="34759" y="34810"/>
                </a:lnTo>
                <a:lnTo>
                  <a:pt x="34836" y="34429"/>
                </a:lnTo>
                <a:close/>
              </a:path>
              <a:path w="62864" h="50165">
                <a:moveTo>
                  <a:pt x="34861" y="33667"/>
                </a:moveTo>
                <a:lnTo>
                  <a:pt x="33108" y="33667"/>
                </a:lnTo>
                <a:lnTo>
                  <a:pt x="33147" y="33921"/>
                </a:lnTo>
                <a:lnTo>
                  <a:pt x="34785" y="33921"/>
                </a:lnTo>
                <a:lnTo>
                  <a:pt x="34861" y="33667"/>
                </a:lnTo>
                <a:close/>
              </a:path>
              <a:path w="62864" h="50165">
                <a:moveTo>
                  <a:pt x="34874" y="37477"/>
                </a:moveTo>
                <a:lnTo>
                  <a:pt x="34785" y="37350"/>
                </a:lnTo>
                <a:lnTo>
                  <a:pt x="34696" y="37223"/>
                </a:lnTo>
                <a:lnTo>
                  <a:pt x="34251" y="37096"/>
                </a:lnTo>
                <a:lnTo>
                  <a:pt x="34175" y="36842"/>
                </a:lnTo>
                <a:lnTo>
                  <a:pt x="34226" y="36334"/>
                </a:lnTo>
                <a:lnTo>
                  <a:pt x="34036" y="36461"/>
                </a:lnTo>
                <a:lnTo>
                  <a:pt x="33921" y="36969"/>
                </a:lnTo>
                <a:lnTo>
                  <a:pt x="33870" y="37096"/>
                </a:lnTo>
                <a:lnTo>
                  <a:pt x="33705" y="37096"/>
                </a:lnTo>
                <a:lnTo>
                  <a:pt x="33845" y="37223"/>
                </a:lnTo>
                <a:lnTo>
                  <a:pt x="33197" y="37477"/>
                </a:lnTo>
                <a:lnTo>
                  <a:pt x="34874" y="37477"/>
                </a:lnTo>
                <a:close/>
              </a:path>
              <a:path w="62864" h="50165">
                <a:moveTo>
                  <a:pt x="34886" y="21221"/>
                </a:moveTo>
                <a:lnTo>
                  <a:pt x="34810" y="20840"/>
                </a:lnTo>
                <a:lnTo>
                  <a:pt x="34620" y="20840"/>
                </a:lnTo>
                <a:lnTo>
                  <a:pt x="34531" y="21221"/>
                </a:lnTo>
                <a:lnTo>
                  <a:pt x="34886" y="21221"/>
                </a:lnTo>
                <a:close/>
              </a:path>
              <a:path w="62864" h="50165">
                <a:moveTo>
                  <a:pt x="34937" y="32778"/>
                </a:moveTo>
                <a:lnTo>
                  <a:pt x="34455" y="32778"/>
                </a:lnTo>
                <a:lnTo>
                  <a:pt x="32943" y="32778"/>
                </a:lnTo>
                <a:lnTo>
                  <a:pt x="32994" y="32905"/>
                </a:lnTo>
                <a:lnTo>
                  <a:pt x="33083" y="33540"/>
                </a:lnTo>
                <a:lnTo>
                  <a:pt x="34886" y="33540"/>
                </a:lnTo>
                <a:lnTo>
                  <a:pt x="34925" y="32905"/>
                </a:lnTo>
                <a:lnTo>
                  <a:pt x="34937" y="32778"/>
                </a:lnTo>
                <a:close/>
              </a:path>
              <a:path w="62864" h="50165">
                <a:moveTo>
                  <a:pt x="34950" y="32397"/>
                </a:moveTo>
                <a:lnTo>
                  <a:pt x="34442" y="32397"/>
                </a:lnTo>
                <a:lnTo>
                  <a:pt x="34442" y="32524"/>
                </a:lnTo>
                <a:lnTo>
                  <a:pt x="34950" y="32524"/>
                </a:lnTo>
                <a:lnTo>
                  <a:pt x="34950" y="32397"/>
                </a:lnTo>
                <a:close/>
              </a:path>
              <a:path w="62864" h="50165">
                <a:moveTo>
                  <a:pt x="34963" y="25539"/>
                </a:moveTo>
                <a:lnTo>
                  <a:pt x="34480" y="25539"/>
                </a:lnTo>
                <a:lnTo>
                  <a:pt x="34150" y="25666"/>
                </a:lnTo>
                <a:lnTo>
                  <a:pt x="34455" y="25666"/>
                </a:lnTo>
                <a:lnTo>
                  <a:pt x="34950" y="25666"/>
                </a:lnTo>
                <a:lnTo>
                  <a:pt x="34963" y="25539"/>
                </a:lnTo>
                <a:close/>
              </a:path>
              <a:path w="62864" h="50165">
                <a:moveTo>
                  <a:pt x="34988" y="20078"/>
                </a:moveTo>
                <a:lnTo>
                  <a:pt x="34975" y="19824"/>
                </a:lnTo>
                <a:lnTo>
                  <a:pt x="34721" y="19824"/>
                </a:lnTo>
                <a:lnTo>
                  <a:pt x="34988" y="20078"/>
                </a:lnTo>
                <a:close/>
              </a:path>
              <a:path w="62864" h="50165">
                <a:moveTo>
                  <a:pt x="35001" y="25158"/>
                </a:moveTo>
                <a:lnTo>
                  <a:pt x="34048" y="25158"/>
                </a:lnTo>
                <a:lnTo>
                  <a:pt x="34150" y="25285"/>
                </a:lnTo>
                <a:lnTo>
                  <a:pt x="34988" y="25285"/>
                </a:lnTo>
                <a:lnTo>
                  <a:pt x="35001" y="25158"/>
                </a:lnTo>
                <a:close/>
              </a:path>
              <a:path w="62864" h="50165">
                <a:moveTo>
                  <a:pt x="35013" y="31381"/>
                </a:moveTo>
                <a:lnTo>
                  <a:pt x="34632" y="31381"/>
                </a:lnTo>
                <a:lnTo>
                  <a:pt x="34632" y="31635"/>
                </a:lnTo>
                <a:lnTo>
                  <a:pt x="35001" y="31635"/>
                </a:lnTo>
                <a:lnTo>
                  <a:pt x="35013" y="31381"/>
                </a:lnTo>
                <a:close/>
              </a:path>
              <a:path w="62864" h="50165">
                <a:moveTo>
                  <a:pt x="35013" y="24904"/>
                </a:moveTo>
                <a:lnTo>
                  <a:pt x="31711" y="24904"/>
                </a:lnTo>
                <a:lnTo>
                  <a:pt x="31699" y="25031"/>
                </a:lnTo>
                <a:lnTo>
                  <a:pt x="35001" y="25031"/>
                </a:lnTo>
                <a:lnTo>
                  <a:pt x="35013" y="24904"/>
                </a:lnTo>
                <a:close/>
              </a:path>
              <a:path w="62864" h="50165">
                <a:moveTo>
                  <a:pt x="35090" y="31000"/>
                </a:moveTo>
                <a:lnTo>
                  <a:pt x="34556" y="31000"/>
                </a:lnTo>
                <a:lnTo>
                  <a:pt x="34607" y="31254"/>
                </a:lnTo>
                <a:lnTo>
                  <a:pt x="35026" y="31254"/>
                </a:lnTo>
                <a:lnTo>
                  <a:pt x="35090" y="31000"/>
                </a:lnTo>
                <a:close/>
              </a:path>
              <a:path w="62864" h="50165">
                <a:moveTo>
                  <a:pt x="35217" y="29095"/>
                </a:moveTo>
                <a:lnTo>
                  <a:pt x="35140" y="28714"/>
                </a:lnTo>
                <a:lnTo>
                  <a:pt x="34886" y="28714"/>
                </a:lnTo>
                <a:lnTo>
                  <a:pt x="34912" y="28841"/>
                </a:lnTo>
                <a:lnTo>
                  <a:pt x="35217" y="29095"/>
                </a:lnTo>
                <a:close/>
              </a:path>
              <a:path w="62864" h="50165">
                <a:moveTo>
                  <a:pt x="35242" y="30492"/>
                </a:moveTo>
                <a:lnTo>
                  <a:pt x="34480" y="30492"/>
                </a:lnTo>
                <a:lnTo>
                  <a:pt x="31496" y="30492"/>
                </a:lnTo>
                <a:lnTo>
                  <a:pt x="31419" y="30746"/>
                </a:lnTo>
                <a:lnTo>
                  <a:pt x="34518" y="30746"/>
                </a:lnTo>
                <a:lnTo>
                  <a:pt x="34493" y="30619"/>
                </a:lnTo>
                <a:lnTo>
                  <a:pt x="35204" y="30619"/>
                </a:lnTo>
                <a:lnTo>
                  <a:pt x="35242" y="30492"/>
                </a:lnTo>
                <a:close/>
              </a:path>
              <a:path w="62864" h="50165">
                <a:moveTo>
                  <a:pt x="35344" y="29476"/>
                </a:moveTo>
                <a:lnTo>
                  <a:pt x="35064" y="29349"/>
                </a:lnTo>
                <a:lnTo>
                  <a:pt x="34594" y="29349"/>
                </a:lnTo>
                <a:lnTo>
                  <a:pt x="34569" y="29476"/>
                </a:lnTo>
                <a:lnTo>
                  <a:pt x="35344" y="29476"/>
                </a:lnTo>
                <a:close/>
              </a:path>
              <a:path w="62864" h="50165">
                <a:moveTo>
                  <a:pt x="35369" y="30619"/>
                </a:moveTo>
                <a:lnTo>
                  <a:pt x="35204" y="30619"/>
                </a:lnTo>
                <a:lnTo>
                  <a:pt x="35090" y="31000"/>
                </a:lnTo>
                <a:lnTo>
                  <a:pt x="35242" y="31000"/>
                </a:lnTo>
                <a:lnTo>
                  <a:pt x="35318" y="30746"/>
                </a:lnTo>
                <a:lnTo>
                  <a:pt x="35369" y="30619"/>
                </a:lnTo>
                <a:close/>
              </a:path>
              <a:path w="62864" h="50165">
                <a:moveTo>
                  <a:pt x="35394" y="30365"/>
                </a:moveTo>
                <a:lnTo>
                  <a:pt x="35242" y="30492"/>
                </a:lnTo>
                <a:lnTo>
                  <a:pt x="35382" y="30492"/>
                </a:lnTo>
                <a:lnTo>
                  <a:pt x="35394" y="30365"/>
                </a:lnTo>
                <a:close/>
              </a:path>
              <a:path w="62864" h="50165">
                <a:moveTo>
                  <a:pt x="35471" y="24904"/>
                </a:moveTo>
                <a:lnTo>
                  <a:pt x="35458" y="24777"/>
                </a:lnTo>
                <a:lnTo>
                  <a:pt x="35179" y="24523"/>
                </a:lnTo>
                <a:lnTo>
                  <a:pt x="35229" y="24269"/>
                </a:lnTo>
                <a:lnTo>
                  <a:pt x="35013" y="24269"/>
                </a:lnTo>
                <a:lnTo>
                  <a:pt x="35102" y="24015"/>
                </a:lnTo>
                <a:lnTo>
                  <a:pt x="35001" y="23507"/>
                </a:lnTo>
                <a:lnTo>
                  <a:pt x="35242" y="23507"/>
                </a:lnTo>
                <a:lnTo>
                  <a:pt x="34709" y="23253"/>
                </a:lnTo>
                <a:lnTo>
                  <a:pt x="34480" y="23253"/>
                </a:lnTo>
                <a:lnTo>
                  <a:pt x="34531" y="23507"/>
                </a:lnTo>
                <a:lnTo>
                  <a:pt x="34798" y="24015"/>
                </a:lnTo>
                <a:lnTo>
                  <a:pt x="34836" y="24269"/>
                </a:lnTo>
                <a:lnTo>
                  <a:pt x="34937" y="24396"/>
                </a:lnTo>
                <a:lnTo>
                  <a:pt x="35013" y="24904"/>
                </a:lnTo>
                <a:lnTo>
                  <a:pt x="35471" y="24904"/>
                </a:lnTo>
                <a:close/>
              </a:path>
              <a:path w="62864" h="50165">
                <a:moveTo>
                  <a:pt x="35483" y="29603"/>
                </a:moveTo>
                <a:lnTo>
                  <a:pt x="34556" y="29603"/>
                </a:lnTo>
                <a:lnTo>
                  <a:pt x="34493" y="30111"/>
                </a:lnTo>
                <a:lnTo>
                  <a:pt x="35420" y="30111"/>
                </a:lnTo>
                <a:lnTo>
                  <a:pt x="35483" y="29603"/>
                </a:lnTo>
                <a:close/>
              </a:path>
              <a:path w="62864" h="50165">
                <a:moveTo>
                  <a:pt x="35509" y="25158"/>
                </a:moveTo>
                <a:lnTo>
                  <a:pt x="35496" y="25031"/>
                </a:lnTo>
                <a:lnTo>
                  <a:pt x="35001" y="25031"/>
                </a:lnTo>
                <a:lnTo>
                  <a:pt x="35001" y="25158"/>
                </a:lnTo>
                <a:lnTo>
                  <a:pt x="35509" y="25158"/>
                </a:lnTo>
                <a:close/>
              </a:path>
              <a:path w="62864" h="50165">
                <a:moveTo>
                  <a:pt x="35572" y="25539"/>
                </a:moveTo>
                <a:lnTo>
                  <a:pt x="35534" y="25285"/>
                </a:lnTo>
                <a:lnTo>
                  <a:pt x="34988" y="25285"/>
                </a:lnTo>
                <a:lnTo>
                  <a:pt x="34963" y="25539"/>
                </a:lnTo>
                <a:lnTo>
                  <a:pt x="35572" y="25539"/>
                </a:lnTo>
                <a:close/>
              </a:path>
              <a:path w="62864" h="50165">
                <a:moveTo>
                  <a:pt x="35623" y="1524"/>
                </a:moveTo>
                <a:lnTo>
                  <a:pt x="34315" y="1028"/>
                </a:lnTo>
                <a:lnTo>
                  <a:pt x="35052" y="1524"/>
                </a:lnTo>
                <a:lnTo>
                  <a:pt x="35623" y="1524"/>
                </a:lnTo>
                <a:close/>
              </a:path>
              <a:path w="62864" h="50165">
                <a:moveTo>
                  <a:pt x="35915" y="29603"/>
                </a:moveTo>
                <a:lnTo>
                  <a:pt x="35483" y="29603"/>
                </a:lnTo>
                <a:lnTo>
                  <a:pt x="35445" y="29984"/>
                </a:lnTo>
                <a:lnTo>
                  <a:pt x="35852" y="29984"/>
                </a:lnTo>
                <a:lnTo>
                  <a:pt x="35877" y="29857"/>
                </a:lnTo>
                <a:lnTo>
                  <a:pt x="35725" y="29730"/>
                </a:lnTo>
                <a:lnTo>
                  <a:pt x="35890" y="29730"/>
                </a:lnTo>
                <a:lnTo>
                  <a:pt x="35915" y="29603"/>
                </a:lnTo>
                <a:close/>
              </a:path>
              <a:path w="62864" h="50165">
                <a:moveTo>
                  <a:pt x="35928" y="29349"/>
                </a:moveTo>
                <a:lnTo>
                  <a:pt x="35369" y="29349"/>
                </a:lnTo>
                <a:lnTo>
                  <a:pt x="35344" y="29476"/>
                </a:lnTo>
                <a:lnTo>
                  <a:pt x="35915" y="29476"/>
                </a:lnTo>
                <a:lnTo>
                  <a:pt x="35928" y="29349"/>
                </a:lnTo>
                <a:close/>
              </a:path>
              <a:path w="62864" h="50165">
                <a:moveTo>
                  <a:pt x="35941" y="28714"/>
                </a:moveTo>
                <a:lnTo>
                  <a:pt x="35140" y="28714"/>
                </a:lnTo>
                <a:lnTo>
                  <a:pt x="35394" y="28841"/>
                </a:lnTo>
                <a:lnTo>
                  <a:pt x="35255" y="28841"/>
                </a:lnTo>
                <a:lnTo>
                  <a:pt x="35255" y="29095"/>
                </a:lnTo>
                <a:lnTo>
                  <a:pt x="35064" y="29095"/>
                </a:lnTo>
                <a:lnTo>
                  <a:pt x="35064" y="29349"/>
                </a:lnTo>
                <a:lnTo>
                  <a:pt x="35369" y="29349"/>
                </a:lnTo>
                <a:lnTo>
                  <a:pt x="35382" y="29222"/>
                </a:lnTo>
                <a:lnTo>
                  <a:pt x="35407" y="29095"/>
                </a:lnTo>
                <a:lnTo>
                  <a:pt x="35941" y="28714"/>
                </a:lnTo>
                <a:close/>
              </a:path>
              <a:path w="62864" h="50165">
                <a:moveTo>
                  <a:pt x="36195" y="29730"/>
                </a:moveTo>
                <a:lnTo>
                  <a:pt x="35915" y="29603"/>
                </a:lnTo>
                <a:lnTo>
                  <a:pt x="35915" y="29730"/>
                </a:lnTo>
                <a:lnTo>
                  <a:pt x="36195" y="29730"/>
                </a:lnTo>
                <a:close/>
              </a:path>
              <a:path w="62864" h="50165">
                <a:moveTo>
                  <a:pt x="36220" y="37604"/>
                </a:moveTo>
                <a:lnTo>
                  <a:pt x="36156" y="37477"/>
                </a:lnTo>
                <a:lnTo>
                  <a:pt x="36017" y="37350"/>
                </a:lnTo>
                <a:lnTo>
                  <a:pt x="34874" y="37477"/>
                </a:lnTo>
                <a:lnTo>
                  <a:pt x="35267" y="37477"/>
                </a:lnTo>
                <a:lnTo>
                  <a:pt x="36220" y="37604"/>
                </a:lnTo>
                <a:close/>
              </a:path>
              <a:path w="62864" h="50165">
                <a:moveTo>
                  <a:pt x="36220" y="29476"/>
                </a:moveTo>
                <a:lnTo>
                  <a:pt x="35915" y="29476"/>
                </a:lnTo>
                <a:lnTo>
                  <a:pt x="35915" y="29603"/>
                </a:lnTo>
                <a:lnTo>
                  <a:pt x="36207" y="29603"/>
                </a:lnTo>
                <a:lnTo>
                  <a:pt x="36220" y="29476"/>
                </a:lnTo>
                <a:close/>
              </a:path>
              <a:path w="62864" h="50165">
                <a:moveTo>
                  <a:pt x="36398" y="18554"/>
                </a:moveTo>
                <a:lnTo>
                  <a:pt x="36233" y="18554"/>
                </a:lnTo>
                <a:lnTo>
                  <a:pt x="36195" y="18808"/>
                </a:lnTo>
                <a:lnTo>
                  <a:pt x="36398" y="18554"/>
                </a:lnTo>
                <a:close/>
              </a:path>
              <a:path w="62864" h="50165">
                <a:moveTo>
                  <a:pt x="36398" y="15633"/>
                </a:moveTo>
                <a:lnTo>
                  <a:pt x="36245" y="15379"/>
                </a:lnTo>
                <a:lnTo>
                  <a:pt x="35966" y="15633"/>
                </a:lnTo>
                <a:lnTo>
                  <a:pt x="36106" y="15633"/>
                </a:lnTo>
                <a:lnTo>
                  <a:pt x="36106" y="15887"/>
                </a:lnTo>
                <a:lnTo>
                  <a:pt x="36271" y="16141"/>
                </a:lnTo>
                <a:lnTo>
                  <a:pt x="36398" y="16141"/>
                </a:lnTo>
                <a:lnTo>
                  <a:pt x="36398" y="15633"/>
                </a:lnTo>
                <a:close/>
              </a:path>
              <a:path w="62864" h="50165">
                <a:moveTo>
                  <a:pt x="36461" y="28714"/>
                </a:moveTo>
                <a:lnTo>
                  <a:pt x="35941" y="28714"/>
                </a:lnTo>
                <a:lnTo>
                  <a:pt x="35928" y="29349"/>
                </a:lnTo>
                <a:lnTo>
                  <a:pt x="36233" y="29349"/>
                </a:lnTo>
                <a:lnTo>
                  <a:pt x="36258" y="29095"/>
                </a:lnTo>
                <a:lnTo>
                  <a:pt x="36360" y="28841"/>
                </a:lnTo>
                <a:lnTo>
                  <a:pt x="36461" y="28714"/>
                </a:lnTo>
                <a:close/>
              </a:path>
              <a:path w="62864" h="50165">
                <a:moveTo>
                  <a:pt x="36639" y="28714"/>
                </a:moveTo>
                <a:lnTo>
                  <a:pt x="36461" y="28714"/>
                </a:lnTo>
                <a:lnTo>
                  <a:pt x="36639" y="28841"/>
                </a:lnTo>
                <a:lnTo>
                  <a:pt x="36639" y="28714"/>
                </a:lnTo>
                <a:close/>
              </a:path>
              <a:path w="62864" h="50165">
                <a:moveTo>
                  <a:pt x="36779" y="15125"/>
                </a:moveTo>
                <a:lnTo>
                  <a:pt x="36499" y="15125"/>
                </a:lnTo>
                <a:lnTo>
                  <a:pt x="36614" y="15379"/>
                </a:lnTo>
                <a:lnTo>
                  <a:pt x="36779" y="15125"/>
                </a:lnTo>
                <a:close/>
              </a:path>
              <a:path w="62864" h="50165">
                <a:moveTo>
                  <a:pt x="36791" y="12141"/>
                </a:moveTo>
                <a:lnTo>
                  <a:pt x="36614" y="12141"/>
                </a:lnTo>
                <a:lnTo>
                  <a:pt x="36449" y="12700"/>
                </a:lnTo>
                <a:lnTo>
                  <a:pt x="36601" y="12700"/>
                </a:lnTo>
                <a:lnTo>
                  <a:pt x="36791" y="12141"/>
                </a:lnTo>
                <a:close/>
              </a:path>
              <a:path w="62864" h="50165">
                <a:moveTo>
                  <a:pt x="37045" y="24904"/>
                </a:moveTo>
                <a:lnTo>
                  <a:pt x="35471" y="24904"/>
                </a:lnTo>
                <a:lnTo>
                  <a:pt x="35496" y="25031"/>
                </a:lnTo>
                <a:lnTo>
                  <a:pt x="37045" y="25031"/>
                </a:lnTo>
                <a:lnTo>
                  <a:pt x="37045" y="24904"/>
                </a:lnTo>
                <a:close/>
              </a:path>
              <a:path w="62864" h="50165">
                <a:moveTo>
                  <a:pt x="37084" y="28714"/>
                </a:moveTo>
                <a:lnTo>
                  <a:pt x="37058" y="28587"/>
                </a:lnTo>
                <a:lnTo>
                  <a:pt x="36703" y="28587"/>
                </a:lnTo>
                <a:lnTo>
                  <a:pt x="36791" y="28714"/>
                </a:lnTo>
                <a:lnTo>
                  <a:pt x="37084" y="28714"/>
                </a:lnTo>
                <a:close/>
              </a:path>
              <a:path w="62864" h="50165">
                <a:moveTo>
                  <a:pt x="37185" y="25285"/>
                </a:moveTo>
                <a:lnTo>
                  <a:pt x="37058" y="25158"/>
                </a:lnTo>
                <a:lnTo>
                  <a:pt x="35509" y="25158"/>
                </a:lnTo>
                <a:lnTo>
                  <a:pt x="35534" y="25285"/>
                </a:lnTo>
                <a:lnTo>
                  <a:pt x="37185" y="25285"/>
                </a:lnTo>
                <a:close/>
              </a:path>
              <a:path w="62864" h="50165">
                <a:moveTo>
                  <a:pt x="37376" y="25666"/>
                </a:moveTo>
                <a:lnTo>
                  <a:pt x="37071" y="25666"/>
                </a:lnTo>
                <a:lnTo>
                  <a:pt x="37350" y="25920"/>
                </a:lnTo>
                <a:lnTo>
                  <a:pt x="37376" y="25666"/>
                </a:lnTo>
                <a:close/>
              </a:path>
              <a:path w="62864" h="50165">
                <a:moveTo>
                  <a:pt x="37401" y="25158"/>
                </a:moveTo>
                <a:lnTo>
                  <a:pt x="37363" y="25031"/>
                </a:lnTo>
                <a:lnTo>
                  <a:pt x="37045" y="25031"/>
                </a:lnTo>
                <a:lnTo>
                  <a:pt x="37058" y="25158"/>
                </a:lnTo>
                <a:lnTo>
                  <a:pt x="37401" y="25158"/>
                </a:lnTo>
                <a:close/>
              </a:path>
              <a:path w="62864" h="50165">
                <a:moveTo>
                  <a:pt x="37426" y="25539"/>
                </a:moveTo>
                <a:lnTo>
                  <a:pt x="35572" y="25539"/>
                </a:lnTo>
                <a:lnTo>
                  <a:pt x="35585" y="25666"/>
                </a:lnTo>
                <a:lnTo>
                  <a:pt x="37071" y="25666"/>
                </a:lnTo>
                <a:lnTo>
                  <a:pt x="37426" y="25539"/>
                </a:lnTo>
                <a:close/>
              </a:path>
              <a:path w="62864" h="50165">
                <a:moveTo>
                  <a:pt x="37439" y="25285"/>
                </a:moveTo>
                <a:lnTo>
                  <a:pt x="37185" y="25285"/>
                </a:lnTo>
                <a:lnTo>
                  <a:pt x="37299" y="25412"/>
                </a:lnTo>
                <a:lnTo>
                  <a:pt x="37426" y="25539"/>
                </a:lnTo>
                <a:lnTo>
                  <a:pt x="37439" y="25285"/>
                </a:lnTo>
                <a:close/>
              </a:path>
              <a:path w="62864" h="50165">
                <a:moveTo>
                  <a:pt x="37655" y="2235"/>
                </a:moveTo>
                <a:lnTo>
                  <a:pt x="35623" y="1524"/>
                </a:lnTo>
                <a:lnTo>
                  <a:pt x="36042" y="1727"/>
                </a:lnTo>
                <a:lnTo>
                  <a:pt x="37655" y="2235"/>
                </a:lnTo>
                <a:close/>
              </a:path>
              <a:path w="62864" h="50165">
                <a:moveTo>
                  <a:pt x="37668" y="18554"/>
                </a:moveTo>
                <a:lnTo>
                  <a:pt x="37439" y="18554"/>
                </a:lnTo>
                <a:lnTo>
                  <a:pt x="37388" y="18808"/>
                </a:lnTo>
                <a:lnTo>
                  <a:pt x="37668" y="18554"/>
                </a:lnTo>
                <a:close/>
              </a:path>
              <a:path w="62864" h="50165">
                <a:moveTo>
                  <a:pt x="37731" y="28714"/>
                </a:moveTo>
                <a:lnTo>
                  <a:pt x="37096" y="28714"/>
                </a:lnTo>
                <a:lnTo>
                  <a:pt x="37287" y="28841"/>
                </a:lnTo>
                <a:lnTo>
                  <a:pt x="37261" y="29222"/>
                </a:lnTo>
                <a:lnTo>
                  <a:pt x="37515" y="29222"/>
                </a:lnTo>
                <a:lnTo>
                  <a:pt x="37668" y="29095"/>
                </a:lnTo>
                <a:lnTo>
                  <a:pt x="37731" y="28714"/>
                </a:lnTo>
                <a:close/>
              </a:path>
              <a:path w="62864" h="50165">
                <a:moveTo>
                  <a:pt x="37807" y="27952"/>
                </a:moveTo>
                <a:lnTo>
                  <a:pt x="37731" y="27698"/>
                </a:lnTo>
                <a:lnTo>
                  <a:pt x="37668" y="27444"/>
                </a:lnTo>
                <a:lnTo>
                  <a:pt x="37274" y="27063"/>
                </a:lnTo>
                <a:lnTo>
                  <a:pt x="37287" y="26936"/>
                </a:lnTo>
                <a:lnTo>
                  <a:pt x="37287" y="26809"/>
                </a:lnTo>
                <a:lnTo>
                  <a:pt x="36753" y="26809"/>
                </a:lnTo>
                <a:lnTo>
                  <a:pt x="36728" y="26682"/>
                </a:lnTo>
                <a:lnTo>
                  <a:pt x="37299" y="26682"/>
                </a:lnTo>
                <a:lnTo>
                  <a:pt x="37325" y="26428"/>
                </a:lnTo>
                <a:lnTo>
                  <a:pt x="36741" y="26428"/>
                </a:lnTo>
                <a:lnTo>
                  <a:pt x="36728" y="26301"/>
                </a:lnTo>
                <a:lnTo>
                  <a:pt x="37325" y="26301"/>
                </a:lnTo>
                <a:lnTo>
                  <a:pt x="37350" y="25920"/>
                </a:lnTo>
                <a:lnTo>
                  <a:pt x="36868" y="25920"/>
                </a:lnTo>
                <a:lnTo>
                  <a:pt x="36906" y="26174"/>
                </a:lnTo>
                <a:lnTo>
                  <a:pt x="36728" y="26289"/>
                </a:lnTo>
                <a:lnTo>
                  <a:pt x="36715" y="26047"/>
                </a:lnTo>
                <a:lnTo>
                  <a:pt x="36334" y="26301"/>
                </a:lnTo>
                <a:lnTo>
                  <a:pt x="36258" y="27317"/>
                </a:lnTo>
                <a:lnTo>
                  <a:pt x="36144" y="27698"/>
                </a:lnTo>
                <a:lnTo>
                  <a:pt x="36106" y="27571"/>
                </a:lnTo>
                <a:lnTo>
                  <a:pt x="36068" y="27444"/>
                </a:lnTo>
                <a:lnTo>
                  <a:pt x="35890" y="27444"/>
                </a:lnTo>
                <a:lnTo>
                  <a:pt x="36004" y="27063"/>
                </a:lnTo>
                <a:lnTo>
                  <a:pt x="36042" y="26936"/>
                </a:lnTo>
                <a:lnTo>
                  <a:pt x="35699" y="26682"/>
                </a:lnTo>
                <a:lnTo>
                  <a:pt x="35585" y="25666"/>
                </a:lnTo>
                <a:lnTo>
                  <a:pt x="34950" y="25666"/>
                </a:lnTo>
                <a:lnTo>
                  <a:pt x="35013" y="26301"/>
                </a:lnTo>
                <a:lnTo>
                  <a:pt x="34886" y="26301"/>
                </a:lnTo>
                <a:lnTo>
                  <a:pt x="34823" y="26809"/>
                </a:lnTo>
                <a:lnTo>
                  <a:pt x="34683" y="26936"/>
                </a:lnTo>
                <a:lnTo>
                  <a:pt x="34518" y="26936"/>
                </a:lnTo>
                <a:lnTo>
                  <a:pt x="34493" y="26809"/>
                </a:lnTo>
                <a:lnTo>
                  <a:pt x="34277" y="26936"/>
                </a:lnTo>
                <a:lnTo>
                  <a:pt x="34493" y="26936"/>
                </a:lnTo>
                <a:lnTo>
                  <a:pt x="34429" y="27063"/>
                </a:lnTo>
                <a:lnTo>
                  <a:pt x="34366" y="27190"/>
                </a:lnTo>
                <a:lnTo>
                  <a:pt x="34239" y="27444"/>
                </a:lnTo>
                <a:lnTo>
                  <a:pt x="33870" y="27444"/>
                </a:lnTo>
                <a:lnTo>
                  <a:pt x="33845" y="27317"/>
                </a:lnTo>
                <a:lnTo>
                  <a:pt x="33693" y="27317"/>
                </a:lnTo>
                <a:lnTo>
                  <a:pt x="33693" y="27444"/>
                </a:lnTo>
                <a:lnTo>
                  <a:pt x="33515" y="27571"/>
                </a:lnTo>
                <a:lnTo>
                  <a:pt x="33439" y="27343"/>
                </a:lnTo>
                <a:lnTo>
                  <a:pt x="33693" y="27444"/>
                </a:lnTo>
                <a:lnTo>
                  <a:pt x="33693" y="27317"/>
                </a:lnTo>
                <a:lnTo>
                  <a:pt x="33439" y="27317"/>
                </a:lnTo>
                <a:lnTo>
                  <a:pt x="33312" y="27444"/>
                </a:lnTo>
                <a:lnTo>
                  <a:pt x="32918" y="27571"/>
                </a:lnTo>
                <a:lnTo>
                  <a:pt x="32842" y="27190"/>
                </a:lnTo>
                <a:lnTo>
                  <a:pt x="32727" y="27317"/>
                </a:lnTo>
                <a:lnTo>
                  <a:pt x="32651" y="27825"/>
                </a:lnTo>
                <a:lnTo>
                  <a:pt x="32867" y="27952"/>
                </a:lnTo>
                <a:lnTo>
                  <a:pt x="33528" y="27952"/>
                </a:lnTo>
                <a:lnTo>
                  <a:pt x="33413" y="28079"/>
                </a:lnTo>
                <a:lnTo>
                  <a:pt x="34048" y="28079"/>
                </a:lnTo>
                <a:lnTo>
                  <a:pt x="33947" y="27952"/>
                </a:lnTo>
                <a:lnTo>
                  <a:pt x="37807" y="27952"/>
                </a:lnTo>
                <a:close/>
              </a:path>
              <a:path w="62864" h="50165">
                <a:moveTo>
                  <a:pt x="38011" y="28714"/>
                </a:moveTo>
                <a:lnTo>
                  <a:pt x="37807" y="28587"/>
                </a:lnTo>
                <a:lnTo>
                  <a:pt x="37731" y="28714"/>
                </a:lnTo>
                <a:lnTo>
                  <a:pt x="38011" y="28714"/>
                </a:lnTo>
                <a:close/>
              </a:path>
              <a:path w="62864" h="50165">
                <a:moveTo>
                  <a:pt x="38023" y="16141"/>
                </a:moveTo>
                <a:lnTo>
                  <a:pt x="37477" y="15887"/>
                </a:lnTo>
                <a:lnTo>
                  <a:pt x="37401" y="15633"/>
                </a:lnTo>
                <a:lnTo>
                  <a:pt x="37325" y="15379"/>
                </a:lnTo>
                <a:lnTo>
                  <a:pt x="36817" y="15125"/>
                </a:lnTo>
                <a:lnTo>
                  <a:pt x="36880" y="15379"/>
                </a:lnTo>
                <a:lnTo>
                  <a:pt x="37058" y="15633"/>
                </a:lnTo>
                <a:lnTo>
                  <a:pt x="37223" y="15633"/>
                </a:lnTo>
                <a:lnTo>
                  <a:pt x="37299" y="16141"/>
                </a:lnTo>
                <a:lnTo>
                  <a:pt x="37503" y="16141"/>
                </a:lnTo>
                <a:lnTo>
                  <a:pt x="37465" y="16395"/>
                </a:lnTo>
                <a:lnTo>
                  <a:pt x="37985" y="16395"/>
                </a:lnTo>
                <a:lnTo>
                  <a:pt x="38023" y="16141"/>
                </a:lnTo>
                <a:close/>
              </a:path>
              <a:path w="62864" h="50165">
                <a:moveTo>
                  <a:pt x="38036" y="11950"/>
                </a:moveTo>
                <a:lnTo>
                  <a:pt x="37896" y="11950"/>
                </a:lnTo>
                <a:lnTo>
                  <a:pt x="37884" y="12712"/>
                </a:lnTo>
                <a:lnTo>
                  <a:pt x="38036" y="12712"/>
                </a:lnTo>
                <a:lnTo>
                  <a:pt x="38036" y="11950"/>
                </a:lnTo>
                <a:close/>
              </a:path>
              <a:path w="62864" h="50165">
                <a:moveTo>
                  <a:pt x="38074" y="14490"/>
                </a:moveTo>
                <a:lnTo>
                  <a:pt x="37947" y="14236"/>
                </a:lnTo>
                <a:lnTo>
                  <a:pt x="37655" y="14236"/>
                </a:lnTo>
                <a:lnTo>
                  <a:pt x="37668" y="14490"/>
                </a:lnTo>
                <a:lnTo>
                  <a:pt x="37630" y="13982"/>
                </a:lnTo>
                <a:lnTo>
                  <a:pt x="36182" y="13982"/>
                </a:lnTo>
                <a:lnTo>
                  <a:pt x="36512" y="12966"/>
                </a:lnTo>
                <a:lnTo>
                  <a:pt x="37426" y="12966"/>
                </a:lnTo>
                <a:lnTo>
                  <a:pt x="37706" y="12712"/>
                </a:lnTo>
                <a:lnTo>
                  <a:pt x="27457" y="12712"/>
                </a:lnTo>
                <a:lnTo>
                  <a:pt x="27444" y="12966"/>
                </a:lnTo>
                <a:lnTo>
                  <a:pt x="34531" y="12966"/>
                </a:lnTo>
                <a:lnTo>
                  <a:pt x="34658" y="13055"/>
                </a:lnTo>
                <a:lnTo>
                  <a:pt x="36245" y="12966"/>
                </a:lnTo>
                <a:lnTo>
                  <a:pt x="36093" y="13627"/>
                </a:lnTo>
                <a:lnTo>
                  <a:pt x="35953" y="13982"/>
                </a:lnTo>
                <a:lnTo>
                  <a:pt x="27317" y="13982"/>
                </a:lnTo>
                <a:lnTo>
                  <a:pt x="26098" y="13982"/>
                </a:lnTo>
                <a:lnTo>
                  <a:pt x="26085" y="14236"/>
                </a:lnTo>
                <a:lnTo>
                  <a:pt x="27266" y="14236"/>
                </a:lnTo>
                <a:lnTo>
                  <a:pt x="27292" y="14109"/>
                </a:lnTo>
                <a:lnTo>
                  <a:pt x="27292" y="14236"/>
                </a:lnTo>
                <a:lnTo>
                  <a:pt x="35915" y="14236"/>
                </a:lnTo>
                <a:lnTo>
                  <a:pt x="35648" y="15074"/>
                </a:lnTo>
                <a:lnTo>
                  <a:pt x="35598" y="15227"/>
                </a:lnTo>
                <a:lnTo>
                  <a:pt x="35204" y="15227"/>
                </a:lnTo>
                <a:lnTo>
                  <a:pt x="35204" y="15824"/>
                </a:lnTo>
                <a:lnTo>
                  <a:pt x="35699" y="15824"/>
                </a:lnTo>
                <a:lnTo>
                  <a:pt x="35826" y="15074"/>
                </a:lnTo>
                <a:lnTo>
                  <a:pt x="36093" y="14236"/>
                </a:lnTo>
                <a:lnTo>
                  <a:pt x="37058" y="14236"/>
                </a:lnTo>
                <a:lnTo>
                  <a:pt x="36893" y="14490"/>
                </a:lnTo>
                <a:lnTo>
                  <a:pt x="36868" y="14871"/>
                </a:lnTo>
                <a:lnTo>
                  <a:pt x="37211" y="14490"/>
                </a:lnTo>
                <a:lnTo>
                  <a:pt x="37490" y="14490"/>
                </a:lnTo>
                <a:lnTo>
                  <a:pt x="37807" y="14871"/>
                </a:lnTo>
                <a:lnTo>
                  <a:pt x="37922" y="15125"/>
                </a:lnTo>
                <a:lnTo>
                  <a:pt x="38036" y="15633"/>
                </a:lnTo>
                <a:lnTo>
                  <a:pt x="38074" y="14490"/>
                </a:lnTo>
                <a:close/>
              </a:path>
              <a:path w="62864" h="50165">
                <a:moveTo>
                  <a:pt x="38087" y="23253"/>
                </a:moveTo>
                <a:lnTo>
                  <a:pt x="37858" y="23253"/>
                </a:lnTo>
                <a:lnTo>
                  <a:pt x="37934" y="23507"/>
                </a:lnTo>
                <a:lnTo>
                  <a:pt x="37388" y="23507"/>
                </a:lnTo>
                <a:lnTo>
                  <a:pt x="36957" y="23761"/>
                </a:lnTo>
                <a:lnTo>
                  <a:pt x="37045" y="24904"/>
                </a:lnTo>
                <a:lnTo>
                  <a:pt x="37350" y="24904"/>
                </a:lnTo>
                <a:lnTo>
                  <a:pt x="37388" y="24269"/>
                </a:lnTo>
                <a:lnTo>
                  <a:pt x="37528" y="24015"/>
                </a:lnTo>
                <a:lnTo>
                  <a:pt x="37947" y="24015"/>
                </a:lnTo>
                <a:lnTo>
                  <a:pt x="37909" y="23761"/>
                </a:lnTo>
                <a:lnTo>
                  <a:pt x="38061" y="23507"/>
                </a:lnTo>
                <a:lnTo>
                  <a:pt x="38087" y="23253"/>
                </a:lnTo>
                <a:close/>
              </a:path>
              <a:path w="62864" h="50165">
                <a:moveTo>
                  <a:pt x="38125" y="37858"/>
                </a:moveTo>
                <a:lnTo>
                  <a:pt x="37820" y="37820"/>
                </a:lnTo>
                <a:lnTo>
                  <a:pt x="37553" y="37604"/>
                </a:lnTo>
                <a:lnTo>
                  <a:pt x="37287" y="37604"/>
                </a:lnTo>
                <a:lnTo>
                  <a:pt x="37172" y="37731"/>
                </a:lnTo>
                <a:lnTo>
                  <a:pt x="36550" y="37655"/>
                </a:lnTo>
                <a:lnTo>
                  <a:pt x="36309" y="37617"/>
                </a:lnTo>
                <a:lnTo>
                  <a:pt x="29972" y="37604"/>
                </a:lnTo>
                <a:lnTo>
                  <a:pt x="29743" y="37731"/>
                </a:lnTo>
                <a:lnTo>
                  <a:pt x="29819" y="37604"/>
                </a:lnTo>
                <a:lnTo>
                  <a:pt x="28702" y="37604"/>
                </a:lnTo>
                <a:lnTo>
                  <a:pt x="25349" y="37604"/>
                </a:lnTo>
                <a:lnTo>
                  <a:pt x="24815" y="37604"/>
                </a:lnTo>
                <a:lnTo>
                  <a:pt x="24752" y="37858"/>
                </a:lnTo>
                <a:lnTo>
                  <a:pt x="25171" y="37858"/>
                </a:lnTo>
                <a:lnTo>
                  <a:pt x="25260" y="37731"/>
                </a:lnTo>
                <a:lnTo>
                  <a:pt x="25285" y="37858"/>
                </a:lnTo>
                <a:lnTo>
                  <a:pt x="37871" y="37858"/>
                </a:lnTo>
                <a:lnTo>
                  <a:pt x="38125" y="37858"/>
                </a:lnTo>
                <a:close/>
              </a:path>
              <a:path w="62864" h="50165">
                <a:moveTo>
                  <a:pt x="38214" y="20586"/>
                </a:moveTo>
                <a:lnTo>
                  <a:pt x="37363" y="20586"/>
                </a:lnTo>
                <a:lnTo>
                  <a:pt x="37807" y="21221"/>
                </a:lnTo>
                <a:lnTo>
                  <a:pt x="37973" y="20840"/>
                </a:lnTo>
                <a:lnTo>
                  <a:pt x="38188" y="20840"/>
                </a:lnTo>
                <a:lnTo>
                  <a:pt x="38214" y="20586"/>
                </a:lnTo>
                <a:close/>
              </a:path>
              <a:path w="62864" h="50165">
                <a:moveTo>
                  <a:pt x="38277" y="28714"/>
                </a:moveTo>
                <a:lnTo>
                  <a:pt x="38087" y="28714"/>
                </a:lnTo>
                <a:lnTo>
                  <a:pt x="38074" y="28841"/>
                </a:lnTo>
                <a:lnTo>
                  <a:pt x="38265" y="28841"/>
                </a:lnTo>
                <a:lnTo>
                  <a:pt x="38277" y="28714"/>
                </a:lnTo>
                <a:close/>
              </a:path>
              <a:path w="62864" h="50165">
                <a:moveTo>
                  <a:pt x="38442" y="28333"/>
                </a:moveTo>
                <a:lnTo>
                  <a:pt x="38265" y="28333"/>
                </a:lnTo>
                <a:lnTo>
                  <a:pt x="38290" y="28206"/>
                </a:lnTo>
                <a:lnTo>
                  <a:pt x="38315" y="28079"/>
                </a:lnTo>
                <a:lnTo>
                  <a:pt x="34048" y="28079"/>
                </a:lnTo>
                <a:lnTo>
                  <a:pt x="34302" y="28206"/>
                </a:lnTo>
                <a:lnTo>
                  <a:pt x="34353" y="28587"/>
                </a:lnTo>
                <a:lnTo>
                  <a:pt x="34721" y="28587"/>
                </a:lnTo>
                <a:lnTo>
                  <a:pt x="34671" y="28460"/>
                </a:lnTo>
                <a:lnTo>
                  <a:pt x="34963" y="28206"/>
                </a:lnTo>
                <a:lnTo>
                  <a:pt x="35204" y="28206"/>
                </a:lnTo>
                <a:lnTo>
                  <a:pt x="35090" y="28333"/>
                </a:lnTo>
                <a:lnTo>
                  <a:pt x="34836" y="28333"/>
                </a:lnTo>
                <a:lnTo>
                  <a:pt x="34874" y="28587"/>
                </a:lnTo>
                <a:lnTo>
                  <a:pt x="36626" y="28587"/>
                </a:lnTo>
                <a:lnTo>
                  <a:pt x="36626" y="28460"/>
                </a:lnTo>
                <a:lnTo>
                  <a:pt x="36398" y="28460"/>
                </a:lnTo>
                <a:lnTo>
                  <a:pt x="36461" y="28333"/>
                </a:lnTo>
                <a:lnTo>
                  <a:pt x="36995" y="28333"/>
                </a:lnTo>
                <a:lnTo>
                  <a:pt x="37058" y="28587"/>
                </a:lnTo>
                <a:lnTo>
                  <a:pt x="37807" y="28587"/>
                </a:lnTo>
                <a:lnTo>
                  <a:pt x="38303" y="28587"/>
                </a:lnTo>
                <a:lnTo>
                  <a:pt x="38366" y="28460"/>
                </a:lnTo>
                <a:lnTo>
                  <a:pt x="38442" y="28333"/>
                </a:lnTo>
                <a:close/>
              </a:path>
              <a:path w="62864" h="50165">
                <a:moveTo>
                  <a:pt x="38747" y="25920"/>
                </a:moveTo>
                <a:lnTo>
                  <a:pt x="38709" y="25666"/>
                </a:lnTo>
                <a:lnTo>
                  <a:pt x="37795" y="25666"/>
                </a:lnTo>
                <a:lnTo>
                  <a:pt x="38341" y="25920"/>
                </a:lnTo>
                <a:lnTo>
                  <a:pt x="38747" y="25920"/>
                </a:lnTo>
                <a:close/>
              </a:path>
              <a:path w="62864" h="50165">
                <a:moveTo>
                  <a:pt x="38823" y="26428"/>
                </a:moveTo>
                <a:lnTo>
                  <a:pt x="38811" y="26301"/>
                </a:lnTo>
                <a:lnTo>
                  <a:pt x="37325" y="26301"/>
                </a:lnTo>
                <a:lnTo>
                  <a:pt x="37325" y="26428"/>
                </a:lnTo>
                <a:lnTo>
                  <a:pt x="38823" y="26428"/>
                </a:lnTo>
                <a:close/>
              </a:path>
              <a:path w="62864" h="50165">
                <a:moveTo>
                  <a:pt x="38836" y="16141"/>
                </a:moveTo>
                <a:lnTo>
                  <a:pt x="38112" y="16141"/>
                </a:lnTo>
                <a:lnTo>
                  <a:pt x="38100" y="16395"/>
                </a:lnTo>
                <a:lnTo>
                  <a:pt x="38747" y="16395"/>
                </a:lnTo>
                <a:lnTo>
                  <a:pt x="38836" y="16141"/>
                </a:lnTo>
                <a:close/>
              </a:path>
              <a:path w="62864" h="50165">
                <a:moveTo>
                  <a:pt x="38887" y="13982"/>
                </a:moveTo>
                <a:lnTo>
                  <a:pt x="37757" y="13982"/>
                </a:lnTo>
                <a:lnTo>
                  <a:pt x="37947" y="14236"/>
                </a:lnTo>
                <a:lnTo>
                  <a:pt x="38874" y="14236"/>
                </a:lnTo>
                <a:lnTo>
                  <a:pt x="38887" y="13982"/>
                </a:lnTo>
                <a:close/>
              </a:path>
              <a:path w="62864" h="50165">
                <a:moveTo>
                  <a:pt x="38887" y="8928"/>
                </a:moveTo>
                <a:lnTo>
                  <a:pt x="37960" y="8928"/>
                </a:lnTo>
                <a:lnTo>
                  <a:pt x="37071" y="11061"/>
                </a:lnTo>
                <a:lnTo>
                  <a:pt x="34658" y="11061"/>
                </a:lnTo>
                <a:lnTo>
                  <a:pt x="32143" y="11061"/>
                </a:lnTo>
                <a:lnTo>
                  <a:pt x="32194" y="10871"/>
                </a:lnTo>
                <a:lnTo>
                  <a:pt x="32410" y="10807"/>
                </a:lnTo>
                <a:lnTo>
                  <a:pt x="31940" y="10909"/>
                </a:lnTo>
                <a:lnTo>
                  <a:pt x="31902" y="10668"/>
                </a:lnTo>
                <a:lnTo>
                  <a:pt x="31699" y="10629"/>
                </a:lnTo>
                <a:lnTo>
                  <a:pt x="31610" y="11061"/>
                </a:lnTo>
                <a:lnTo>
                  <a:pt x="27520" y="11061"/>
                </a:lnTo>
                <a:lnTo>
                  <a:pt x="27508" y="11315"/>
                </a:lnTo>
                <a:lnTo>
                  <a:pt x="31623" y="11315"/>
                </a:lnTo>
                <a:lnTo>
                  <a:pt x="31673" y="11696"/>
                </a:lnTo>
                <a:lnTo>
                  <a:pt x="27495" y="11696"/>
                </a:lnTo>
                <a:lnTo>
                  <a:pt x="27482" y="11950"/>
                </a:lnTo>
                <a:lnTo>
                  <a:pt x="31686" y="11950"/>
                </a:lnTo>
                <a:lnTo>
                  <a:pt x="31521" y="12560"/>
                </a:lnTo>
                <a:lnTo>
                  <a:pt x="31788" y="12331"/>
                </a:lnTo>
                <a:lnTo>
                  <a:pt x="32029" y="12077"/>
                </a:lnTo>
                <a:lnTo>
                  <a:pt x="32131" y="11950"/>
                </a:lnTo>
                <a:lnTo>
                  <a:pt x="37744" y="11950"/>
                </a:lnTo>
                <a:lnTo>
                  <a:pt x="38036" y="11696"/>
                </a:lnTo>
                <a:lnTo>
                  <a:pt x="36957" y="11696"/>
                </a:lnTo>
                <a:lnTo>
                  <a:pt x="37096" y="11366"/>
                </a:lnTo>
                <a:lnTo>
                  <a:pt x="36791" y="11696"/>
                </a:lnTo>
                <a:lnTo>
                  <a:pt x="32054" y="11696"/>
                </a:lnTo>
                <a:lnTo>
                  <a:pt x="32067" y="11315"/>
                </a:lnTo>
                <a:lnTo>
                  <a:pt x="38277" y="11315"/>
                </a:lnTo>
                <a:lnTo>
                  <a:pt x="38404" y="11379"/>
                </a:lnTo>
                <a:lnTo>
                  <a:pt x="38773" y="11061"/>
                </a:lnTo>
                <a:lnTo>
                  <a:pt x="37223" y="11061"/>
                </a:lnTo>
                <a:lnTo>
                  <a:pt x="37655" y="10033"/>
                </a:lnTo>
                <a:lnTo>
                  <a:pt x="38887" y="8928"/>
                </a:lnTo>
                <a:close/>
              </a:path>
              <a:path w="62864" h="50165">
                <a:moveTo>
                  <a:pt x="38950" y="16903"/>
                </a:moveTo>
                <a:lnTo>
                  <a:pt x="38887" y="16395"/>
                </a:lnTo>
                <a:lnTo>
                  <a:pt x="38747" y="16395"/>
                </a:lnTo>
                <a:lnTo>
                  <a:pt x="38658" y="16649"/>
                </a:lnTo>
                <a:lnTo>
                  <a:pt x="38582" y="16903"/>
                </a:lnTo>
                <a:lnTo>
                  <a:pt x="38823" y="16903"/>
                </a:lnTo>
                <a:lnTo>
                  <a:pt x="38950" y="16903"/>
                </a:lnTo>
                <a:close/>
              </a:path>
              <a:path w="62864" h="50165">
                <a:moveTo>
                  <a:pt x="39052" y="16141"/>
                </a:moveTo>
                <a:lnTo>
                  <a:pt x="39039" y="15887"/>
                </a:lnTo>
                <a:lnTo>
                  <a:pt x="38836" y="15887"/>
                </a:lnTo>
                <a:lnTo>
                  <a:pt x="38836" y="16141"/>
                </a:lnTo>
                <a:lnTo>
                  <a:pt x="39052" y="16141"/>
                </a:lnTo>
                <a:close/>
              </a:path>
              <a:path w="62864" h="50165">
                <a:moveTo>
                  <a:pt x="39230" y="22491"/>
                </a:moveTo>
                <a:lnTo>
                  <a:pt x="38823" y="22491"/>
                </a:lnTo>
                <a:lnTo>
                  <a:pt x="39001" y="22745"/>
                </a:lnTo>
                <a:lnTo>
                  <a:pt x="39204" y="22745"/>
                </a:lnTo>
                <a:lnTo>
                  <a:pt x="39230" y="22491"/>
                </a:lnTo>
                <a:close/>
              </a:path>
              <a:path w="62864" h="50165">
                <a:moveTo>
                  <a:pt x="39243" y="15887"/>
                </a:moveTo>
                <a:lnTo>
                  <a:pt x="39090" y="15887"/>
                </a:lnTo>
                <a:lnTo>
                  <a:pt x="39052" y="16141"/>
                </a:lnTo>
                <a:lnTo>
                  <a:pt x="39217" y="16141"/>
                </a:lnTo>
                <a:lnTo>
                  <a:pt x="39243" y="15887"/>
                </a:lnTo>
                <a:close/>
              </a:path>
              <a:path w="62864" h="50165">
                <a:moveTo>
                  <a:pt x="39268" y="14236"/>
                </a:moveTo>
                <a:lnTo>
                  <a:pt x="38874" y="14236"/>
                </a:lnTo>
                <a:lnTo>
                  <a:pt x="38836" y="15887"/>
                </a:lnTo>
                <a:lnTo>
                  <a:pt x="39217" y="15633"/>
                </a:lnTo>
                <a:lnTo>
                  <a:pt x="39065" y="15379"/>
                </a:lnTo>
                <a:lnTo>
                  <a:pt x="39243" y="15379"/>
                </a:lnTo>
                <a:lnTo>
                  <a:pt x="39268" y="14236"/>
                </a:lnTo>
                <a:close/>
              </a:path>
              <a:path w="62864" h="50165">
                <a:moveTo>
                  <a:pt x="39433" y="17411"/>
                </a:moveTo>
                <a:lnTo>
                  <a:pt x="39027" y="17665"/>
                </a:lnTo>
                <a:lnTo>
                  <a:pt x="39255" y="17665"/>
                </a:lnTo>
                <a:lnTo>
                  <a:pt x="39433" y="17411"/>
                </a:lnTo>
                <a:close/>
              </a:path>
              <a:path w="62864" h="50165">
                <a:moveTo>
                  <a:pt x="39471" y="16649"/>
                </a:moveTo>
                <a:lnTo>
                  <a:pt x="39230" y="16548"/>
                </a:lnTo>
                <a:lnTo>
                  <a:pt x="39344" y="16395"/>
                </a:lnTo>
                <a:lnTo>
                  <a:pt x="39331" y="16141"/>
                </a:lnTo>
                <a:lnTo>
                  <a:pt x="39192" y="16395"/>
                </a:lnTo>
                <a:lnTo>
                  <a:pt x="39179" y="16522"/>
                </a:lnTo>
                <a:lnTo>
                  <a:pt x="39116" y="16649"/>
                </a:lnTo>
                <a:lnTo>
                  <a:pt x="39014" y="16903"/>
                </a:lnTo>
                <a:lnTo>
                  <a:pt x="39357" y="16903"/>
                </a:lnTo>
                <a:lnTo>
                  <a:pt x="39281" y="16649"/>
                </a:lnTo>
                <a:lnTo>
                  <a:pt x="39471" y="16649"/>
                </a:lnTo>
                <a:close/>
              </a:path>
              <a:path w="62864" h="50165">
                <a:moveTo>
                  <a:pt x="39611" y="11950"/>
                </a:moveTo>
                <a:lnTo>
                  <a:pt x="39331" y="11950"/>
                </a:lnTo>
                <a:lnTo>
                  <a:pt x="39014" y="11696"/>
                </a:lnTo>
                <a:lnTo>
                  <a:pt x="38709" y="11696"/>
                </a:lnTo>
                <a:lnTo>
                  <a:pt x="38303" y="11696"/>
                </a:lnTo>
                <a:lnTo>
                  <a:pt x="38138" y="11950"/>
                </a:lnTo>
                <a:lnTo>
                  <a:pt x="39166" y="11950"/>
                </a:lnTo>
                <a:lnTo>
                  <a:pt x="39154" y="12103"/>
                </a:lnTo>
                <a:lnTo>
                  <a:pt x="39611" y="11950"/>
                </a:lnTo>
                <a:close/>
              </a:path>
              <a:path w="62864" h="50165">
                <a:moveTo>
                  <a:pt x="39751" y="20332"/>
                </a:moveTo>
                <a:lnTo>
                  <a:pt x="39712" y="20078"/>
                </a:lnTo>
                <a:lnTo>
                  <a:pt x="37668" y="20078"/>
                </a:lnTo>
                <a:lnTo>
                  <a:pt x="37668" y="20332"/>
                </a:lnTo>
                <a:lnTo>
                  <a:pt x="36156" y="20332"/>
                </a:lnTo>
                <a:lnTo>
                  <a:pt x="35699" y="20078"/>
                </a:lnTo>
                <a:lnTo>
                  <a:pt x="37490" y="20078"/>
                </a:lnTo>
                <a:lnTo>
                  <a:pt x="37668" y="20332"/>
                </a:lnTo>
                <a:lnTo>
                  <a:pt x="37668" y="20078"/>
                </a:lnTo>
                <a:lnTo>
                  <a:pt x="37630" y="19824"/>
                </a:lnTo>
                <a:lnTo>
                  <a:pt x="35153" y="19824"/>
                </a:lnTo>
                <a:lnTo>
                  <a:pt x="35191" y="20078"/>
                </a:lnTo>
                <a:lnTo>
                  <a:pt x="34988" y="20078"/>
                </a:lnTo>
                <a:lnTo>
                  <a:pt x="32753" y="20078"/>
                </a:lnTo>
                <a:lnTo>
                  <a:pt x="32804" y="20586"/>
                </a:lnTo>
                <a:lnTo>
                  <a:pt x="33007" y="20332"/>
                </a:lnTo>
                <a:lnTo>
                  <a:pt x="34099" y="20332"/>
                </a:lnTo>
                <a:lnTo>
                  <a:pt x="34810" y="20840"/>
                </a:lnTo>
                <a:lnTo>
                  <a:pt x="35306" y="20840"/>
                </a:lnTo>
                <a:lnTo>
                  <a:pt x="35636" y="21221"/>
                </a:lnTo>
                <a:lnTo>
                  <a:pt x="35496" y="20840"/>
                </a:lnTo>
                <a:lnTo>
                  <a:pt x="37071" y="20840"/>
                </a:lnTo>
                <a:lnTo>
                  <a:pt x="37363" y="20586"/>
                </a:lnTo>
                <a:lnTo>
                  <a:pt x="39065" y="20332"/>
                </a:lnTo>
                <a:lnTo>
                  <a:pt x="39065" y="20586"/>
                </a:lnTo>
                <a:lnTo>
                  <a:pt x="39497" y="20840"/>
                </a:lnTo>
                <a:lnTo>
                  <a:pt x="39446" y="20332"/>
                </a:lnTo>
                <a:lnTo>
                  <a:pt x="39751" y="20332"/>
                </a:lnTo>
                <a:close/>
              </a:path>
              <a:path w="62864" h="50165">
                <a:moveTo>
                  <a:pt x="39776" y="15379"/>
                </a:moveTo>
                <a:lnTo>
                  <a:pt x="39585" y="15633"/>
                </a:lnTo>
                <a:lnTo>
                  <a:pt x="39306" y="16141"/>
                </a:lnTo>
                <a:lnTo>
                  <a:pt x="39763" y="15887"/>
                </a:lnTo>
                <a:lnTo>
                  <a:pt x="39776" y="15379"/>
                </a:lnTo>
                <a:close/>
              </a:path>
              <a:path w="62864" h="50165">
                <a:moveTo>
                  <a:pt x="39789" y="11950"/>
                </a:moveTo>
                <a:lnTo>
                  <a:pt x="39560" y="12204"/>
                </a:lnTo>
                <a:lnTo>
                  <a:pt x="39738" y="12204"/>
                </a:lnTo>
                <a:lnTo>
                  <a:pt x="39789" y="11950"/>
                </a:lnTo>
                <a:close/>
              </a:path>
              <a:path w="62864" h="50165">
                <a:moveTo>
                  <a:pt x="39916" y="37604"/>
                </a:moveTo>
                <a:lnTo>
                  <a:pt x="38112" y="37477"/>
                </a:lnTo>
                <a:lnTo>
                  <a:pt x="37706" y="37477"/>
                </a:lnTo>
                <a:lnTo>
                  <a:pt x="37515" y="37350"/>
                </a:lnTo>
                <a:lnTo>
                  <a:pt x="37249" y="37096"/>
                </a:lnTo>
                <a:lnTo>
                  <a:pt x="37071" y="37096"/>
                </a:lnTo>
                <a:lnTo>
                  <a:pt x="36957" y="36969"/>
                </a:lnTo>
                <a:lnTo>
                  <a:pt x="36855" y="36842"/>
                </a:lnTo>
                <a:lnTo>
                  <a:pt x="36817" y="37477"/>
                </a:lnTo>
                <a:lnTo>
                  <a:pt x="36626" y="37604"/>
                </a:lnTo>
                <a:lnTo>
                  <a:pt x="37287" y="37604"/>
                </a:lnTo>
                <a:lnTo>
                  <a:pt x="37401" y="37477"/>
                </a:lnTo>
                <a:lnTo>
                  <a:pt x="37553" y="37604"/>
                </a:lnTo>
                <a:lnTo>
                  <a:pt x="39916" y="37604"/>
                </a:lnTo>
                <a:close/>
              </a:path>
              <a:path w="62864" h="50165">
                <a:moveTo>
                  <a:pt x="40030" y="17830"/>
                </a:moveTo>
                <a:lnTo>
                  <a:pt x="40005" y="17665"/>
                </a:lnTo>
                <a:lnTo>
                  <a:pt x="40030" y="17830"/>
                </a:lnTo>
                <a:close/>
              </a:path>
              <a:path w="62864" h="50165">
                <a:moveTo>
                  <a:pt x="40068" y="16141"/>
                </a:moveTo>
                <a:lnTo>
                  <a:pt x="39509" y="16141"/>
                </a:lnTo>
                <a:lnTo>
                  <a:pt x="39395" y="16395"/>
                </a:lnTo>
                <a:lnTo>
                  <a:pt x="39966" y="16395"/>
                </a:lnTo>
                <a:lnTo>
                  <a:pt x="40068" y="16141"/>
                </a:lnTo>
                <a:close/>
              </a:path>
              <a:path w="62864" h="50165">
                <a:moveTo>
                  <a:pt x="40157" y="16395"/>
                </a:moveTo>
                <a:lnTo>
                  <a:pt x="39966" y="16395"/>
                </a:lnTo>
                <a:lnTo>
                  <a:pt x="39852" y="16649"/>
                </a:lnTo>
                <a:lnTo>
                  <a:pt x="40157" y="16395"/>
                </a:lnTo>
                <a:close/>
              </a:path>
              <a:path w="62864" h="50165">
                <a:moveTo>
                  <a:pt x="40208" y="13982"/>
                </a:moveTo>
                <a:lnTo>
                  <a:pt x="39268" y="13982"/>
                </a:lnTo>
                <a:lnTo>
                  <a:pt x="39268" y="14236"/>
                </a:lnTo>
                <a:lnTo>
                  <a:pt x="40157" y="14236"/>
                </a:lnTo>
                <a:lnTo>
                  <a:pt x="40208" y="13982"/>
                </a:lnTo>
                <a:close/>
              </a:path>
              <a:path w="62864" h="50165">
                <a:moveTo>
                  <a:pt x="40284" y="6616"/>
                </a:moveTo>
                <a:lnTo>
                  <a:pt x="29806" y="6616"/>
                </a:lnTo>
                <a:lnTo>
                  <a:pt x="29819" y="6870"/>
                </a:lnTo>
                <a:lnTo>
                  <a:pt x="40144" y="6870"/>
                </a:lnTo>
                <a:lnTo>
                  <a:pt x="40284" y="6616"/>
                </a:lnTo>
                <a:close/>
              </a:path>
              <a:path w="62864" h="50165">
                <a:moveTo>
                  <a:pt x="40322" y="13220"/>
                </a:moveTo>
                <a:lnTo>
                  <a:pt x="39522" y="13220"/>
                </a:lnTo>
                <a:lnTo>
                  <a:pt x="39204" y="13144"/>
                </a:lnTo>
                <a:lnTo>
                  <a:pt x="39052" y="12966"/>
                </a:lnTo>
                <a:lnTo>
                  <a:pt x="38874" y="13068"/>
                </a:lnTo>
                <a:lnTo>
                  <a:pt x="38531" y="12966"/>
                </a:lnTo>
                <a:lnTo>
                  <a:pt x="39052" y="12966"/>
                </a:lnTo>
                <a:lnTo>
                  <a:pt x="39103" y="12712"/>
                </a:lnTo>
                <a:lnTo>
                  <a:pt x="38036" y="12712"/>
                </a:lnTo>
                <a:lnTo>
                  <a:pt x="38036" y="12966"/>
                </a:lnTo>
                <a:lnTo>
                  <a:pt x="37579" y="12966"/>
                </a:lnTo>
                <a:lnTo>
                  <a:pt x="37617" y="13728"/>
                </a:lnTo>
                <a:lnTo>
                  <a:pt x="37782" y="13474"/>
                </a:lnTo>
                <a:lnTo>
                  <a:pt x="37909" y="13220"/>
                </a:lnTo>
                <a:lnTo>
                  <a:pt x="38138" y="13220"/>
                </a:lnTo>
                <a:lnTo>
                  <a:pt x="38214" y="12966"/>
                </a:lnTo>
                <a:lnTo>
                  <a:pt x="38519" y="13220"/>
                </a:lnTo>
                <a:lnTo>
                  <a:pt x="39014" y="13220"/>
                </a:lnTo>
                <a:lnTo>
                  <a:pt x="38912" y="13728"/>
                </a:lnTo>
                <a:lnTo>
                  <a:pt x="38887" y="13982"/>
                </a:lnTo>
                <a:lnTo>
                  <a:pt x="39268" y="13982"/>
                </a:lnTo>
                <a:lnTo>
                  <a:pt x="39281" y="13474"/>
                </a:lnTo>
                <a:lnTo>
                  <a:pt x="40284" y="13474"/>
                </a:lnTo>
                <a:lnTo>
                  <a:pt x="40322" y="13220"/>
                </a:lnTo>
                <a:close/>
              </a:path>
              <a:path w="62864" h="50165">
                <a:moveTo>
                  <a:pt x="40360" y="2768"/>
                </a:moveTo>
                <a:lnTo>
                  <a:pt x="37680" y="2235"/>
                </a:lnTo>
                <a:lnTo>
                  <a:pt x="38176" y="2768"/>
                </a:lnTo>
                <a:lnTo>
                  <a:pt x="38176" y="3048"/>
                </a:lnTo>
                <a:lnTo>
                  <a:pt x="38849" y="2971"/>
                </a:lnTo>
                <a:lnTo>
                  <a:pt x="39116" y="3048"/>
                </a:lnTo>
                <a:lnTo>
                  <a:pt x="40360" y="2768"/>
                </a:lnTo>
                <a:close/>
              </a:path>
              <a:path w="62864" h="50165">
                <a:moveTo>
                  <a:pt x="40386" y="12712"/>
                </a:moveTo>
                <a:lnTo>
                  <a:pt x="39801" y="12712"/>
                </a:lnTo>
                <a:lnTo>
                  <a:pt x="39751" y="12407"/>
                </a:lnTo>
                <a:lnTo>
                  <a:pt x="39662" y="12585"/>
                </a:lnTo>
                <a:lnTo>
                  <a:pt x="39662" y="12712"/>
                </a:lnTo>
                <a:lnTo>
                  <a:pt x="39103" y="12712"/>
                </a:lnTo>
                <a:lnTo>
                  <a:pt x="39090" y="12966"/>
                </a:lnTo>
                <a:lnTo>
                  <a:pt x="40360" y="12966"/>
                </a:lnTo>
                <a:lnTo>
                  <a:pt x="40386" y="12712"/>
                </a:lnTo>
                <a:close/>
              </a:path>
              <a:path w="62864" h="50165">
                <a:moveTo>
                  <a:pt x="40728" y="25158"/>
                </a:moveTo>
                <a:lnTo>
                  <a:pt x="37401" y="25158"/>
                </a:lnTo>
                <a:lnTo>
                  <a:pt x="37439" y="25285"/>
                </a:lnTo>
                <a:lnTo>
                  <a:pt x="40728" y="25285"/>
                </a:lnTo>
                <a:lnTo>
                  <a:pt x="40728" y="25158"/>
                </a:lnTo>
                <a:close/>
              </a:path>
              <a:path w="62864" h="50165">
                <a:moveTo>
                  <a:pt x="40741" y="24904"/>
                </a:moveTo>
                <a:lnTo>
                  <a:pt x="37350" y="24904"/>
                </a:lnTo>
                <a:lnTo>
                  <a:pt x="37363" y="25031"/>
                </a:lnTo>
                <a:lnTo>
                  <a:pt x="40741" y="25031"/>
                </a:lnTo>
                <a:lnTo>
                  <a:pt x="40741" y="24904"/>
                </a:lnTo>
                <a:close/>
              </a:path>
              <a:path w="62864" h="50165">
                <a:moveTo>
                  <a:pt x="40792" y="22745"/>
                </a:moveTo>
                <a:lnTo>
                  <a:pt x="39204" y="22745"/>
                </a:lnTo>
                <a:lnTo>
                  <a:pt x="39179" y="22999"/>
                </a:lnTo>
                <a:lnTo>
                  <a:pt x="39001" y="22745"/>
                </a:lnTo>
                <a:lnTo>
                  <a:pt x="38163" y="22745"/>
                </a:lnTo>
                <a:lnTo>
                  <a:pt x="38823" y="22491"/>
                </a:lnTo>
                <a:lnTo>
                  <a:pt x="38684" y="22491"/>
                </a:lnTo>
                <a:lnTo>
                  <a:pt x="38112" y="22618"/>
                </a:lnTo>
                <a:lnTo>
                  <a:pt x="38087" y="22491"/>
                </a:lnTo>
                <a:lnTo>
                  <a:pt x="37998" y="22237"/>
                </a:lnTo>
                <a:lnTo>
                  <a:pt x="39535" y="22237"/>
                </a:lnTo>
                <a:lnTo>
                  <a:pt x="39674" y="22237"/>
                </a:lnTo>
                <a:lnTo>
                  <a:pt x="39560" y="22085"/>
                </a:lnTo>
                <a:lnTo>
                  <a:pt x="39649" y="21729"/>
                </a:lnTo>
                <a:lnTo>
                  <a:pt x="39471" y="21475"/>
                </a:lnTo>
                <a:lnTo>
                  <a:pt x="39509" y="21996"/>
                </a:lnTo>
                <a:lnTo>
                  <a:pt x="39344" y="21729"/>
                </a:lnTo>
                <a:lnTo>
                  <a:pt x="37592" y="21729"/>
                </a:lnTo>
                <a:lnTo>
                  <a:pt x="37592" y="22237"/>
                </a:lnTo>
                <a:lnTo>
                  <a:pt x="37541" y="22491"/>
                </a:lnTo>
                <a:lnTo>
                  <a:pt x="36944" y="22390"/>
                </a:lnTo>
                <a:lnTo>
                  <a:pt x="36944" y="22745"/>
                </a:lnTo>
                <a:lnTo>
                  <a:pt x="36804" y="22745"/>
                </a:lnTo>
                <a:lnTo>
                  <a:pt x="36512" y="22491"/>
                </a:lnTo>
                <a:lnTo>
                  <a:pt x="36791" y="22491"/>
                </a:lnTo>
                <a:lnTo>
                  <a:pt x="36944" y="22745"/>
                </a:lnTo>
                <a:lnTo>
                  <a:pt x="36944" y="22390"/>
                </a:lnTo>
                <a:lnTo>
                  <a:pt x="36271" y="22237"/>
                </a:lnTo>
                <a:lnTo>
                  <a:pt x="37592" y="22237"/>
                </a:lnTo>
                <a:lnTo>
                  <a:pt x="37592" y="21729"/>
                </a:lnTo>
                <a:lnTo>
                  <a:pt x="35026" y="21729"/>
                </a:lnTo>
                <a:lnTo>
                  <a:pt x="35280" y="21971"/>
                </a:lnTo>
                <a:lnTo>
                  <a:pt x="34518" y="21755"/>
                </a:lnTo>
                <a:lnTo>
                  <a:pt x="34290" y="21729"/>
                </a:lnTo>
                <a:lnTo>
                  <a:pt x="34290" y="22021"/>
                </a:lnTo>
                <a:lnTo>
                  <a:pt x="34188" y="22237"/>
                </a:lnTo>
                <a:lnTo>
                  <a:pt x="34290" y="22021"/>
                </a:lnTo>
                <a:lnTo>
                  <a:pt x="34290" y="21729"/>
                </a:lnTo>
                <a:lnTo>
                  <a:pt x="33324" y="21729"/>
                </a:lnTo>
                <a:lnTo>
                  <a:pt x="32753" y="21729"/>
                </a:lnTo>
                <a:lnTo>
                  <a:pt x="31800" y="22745"/>
                </a:lnTo>
                <a:lnTo>
                  <a:pt x="32207" y="22745"/>
                </a:lnTo>
                <a:lnTo>
                  <a:pt x="32308" y="22491"/>
                </a:lnTo>
                <a:lnTo>
                  <a:pt x="32423" y="22237"/>
                </a:lnTo>
                <a:lnTo>
                  <a:pt x="32613" y="22237"/>
                </a:lnTo>
                <a:lnTo>
                  <a:pt x="32918" y="22021"/>
                </a:lnTo>
                <a:lnTo>
                  <a:pt x="32689" y="22237"/>
                </a:lnTo>
                <a:lnTo>
                  <a:pt x="32486" y="22491"/>
                </a:lnTo>
                <a:lnTo>
                  <a:pt x="32385" y="22745"/>
                </a:lnTo>
                <a:lnTo>
                  <a:pt x="32258" y="23253"/>
                </a:lnTo>
                <a:lnTo>
                  <a:pt x="34480" y="23253"/>
                </a:lnTo>
                <a:lnTo>
                  <a:pt x="34442" y="22999"/>
                </a:lnTo>
                <a:lnTo>
                  <a:pt x="34175" y="22745"/>
                </a:lnTo>
                <a:lnTo>
                  <a:pt x="34150" y="22999"/>
                </a:lnTo>
                <a:lnTo>
                  <a:pt x="34175" y="22745"/>
                </a:lnTo>
                <a:lnTo>
                  <a:pt x="32842" y="22745"/>
                </a:lnTo>
                <a:lnTo>
                  <a:pt x="33121" y="22237"/>
                </a:lnTo>
                <a:lnTo>
                  <a:pt x="33477" y="22237"/>
                </a:lnTo>
                <a:lnTo>
                  <a:pt x="34048" y="22491"/>
                </a:lnTo>
                <a:lnTo>
                  <a:pt x="34099" y="22745"/>
                </a:lnTo>
                <a:lnTo>
                  <a:pt x="35052" y="22491"/>
                </a:lnTo>
                <a:lnTo>
                  <a:pt x="35369" y="22745"/>
                </a:lnTo>
                <a:lnTo>
                  <a:pt x="35801" y="22745"/>
                </a:lnTo>
                <a:lnTo>
                  <a:pt x="35521" y="22872"/>
                </a:lnTo>
                <a:lnTo>
                  <a:pt x="35369" y="22745"/>
                </a:lnTo>
                <a:lnTo>
                  <a:pt x="34531" y="22745"/>
                </a:lnTo>
                <a:lnTo>
                  <a:pt x="34442" y="22999"/>
                </a:lnTo>
                <a:lnTo>
                  <a:pt x="34671" y="22999"/>
                </a:lnTo>
                <a:lnTo>
                  <a:pt x="34709" y="23253"/>
                </a:lnTo>
                <a:lnTo>
                  <a:pt x="37858" y="23253"/>
                </a:lnTo>
                <a:lnTo>
                  <a:pt x="37782" y="22999"/>
                </a:lnTo>
                <a:lnTo>
                  <a:pt x="37617" y="22999"/>
                </a:lnTo>
                <a:lnTo>
                  <a:pt x="37592" y="22872"/>
                </a:lnTo>
                <a:lnTo>
                  <a:pt x="37706" y="22999"/>
                </a:lnTo>
                <a:lnTo>
                  <a:pt x="37642" y="22745"/>
                </a:lnTo>
                <a:lnTo>
                  <a:pt x="38150" y="22745"/>
                </a:lnTo>
                <a:lnTo>
                  <a:pt x="38087" y="23253"/>
                </a:lnTo>
                <a:lnTo>
                  <a:pt x="40779" y="23253"/>
                </a:lnTo>
                <a:lnTo>
                  <a:pt x="40792" y="22999"/>
                </a:lnTo>
                <a:lnTo>
                  <a:pt x="40792" y="22745"/>
                </a:lnTo>
                <a:close/>
              </a:path>
              <a:path w="62864" h="50165">
                <a:moveTo>
                  <a:pt x="40855" y="9029"/>
                </a:moveTo>
                <a:lnTo>
                  <a:pt x="40690" y="8890"/>
                </a:lnTo>
                <a:lnTo>
                  <a:pt x="40678" y="9029"/>
                </a:lnTo>
                <a:lnTo>
                  <a:pt x="40855" y="9029"/>
                </a:lnTo>
                <a:close/>
              </a:path>
              <a:path w="62864" h="50165">
                <a:moveTo>
                  <a:pt x="40982" y="15379"/>
                </a:moveTo>
                <a:lnTo>
                  <a:pt x="40182" y="15887"/>
                </a:lnTo>
                <a:lnTo>
                  <a:pt x="40068" y="16141"/>
                </a:lnTo>
                <a:lnTo>
                  <a:pt x="40373" y="16141"/>
                </a:lnTo>
                <a:lnTo>
                  <a:pt x="40589" y="15887"/>
                </a:lnTo>
                <a:lnTo>
                  <a:pt x="40843" y="15633"/>
                </a:lnTo>
                <a:lnTo>
                  <a:pt x="40982" y="15379"/>
                </a:lnTo>
                <a:close/>
              </a:path>
              <a:path w="62864" h="50165">
                <a:moveTo>
                  <a:pt x="41008" y="23253"/>
                </a:moveTo>
                <a:lnTo>
                  <a:pt x="40779" y="23253"/>
                </a:lnTo>
                <a:lnTo>
                  <a:pt x="40741" y="24904"/>
                </a:lnTo>
                <a:lnTo>
                  <a:pt x="40881" y="24777"/>
                </a:lnTo>
                <a:lnTo>
                  <a:pt x="40982" y="24269"/>
                </a:lnTo>
                <a:lnTo>
                  <a:pt x="41008" y="23253"/>
                </a:lnTo>
                <a:close/>
              </a:path>
              <a:path w="62864" h="50165">
                <a:moveTo>
                  <a:pt x="41071" y="15633"/>
                </a:moveTo>
                <a:lnTo>
                  <a:pt x="40894" y="15633"/>
                </a:lnTo>
                <a:lnTo>
                  <a:pt x="40792" y="15887"/>
                </a:lnTo>
                <a:lnTo>
                  <a:pt x="40932" y="15887"/>
                </a:lnTo>
                <a:lnTo>
                  <a:pt x="41071" y="15633"/>
                </a:lnTo>
                <a:close/>
              </a:path>
              <a:path w="62864" h="50165">
                <a:moveTo>
                  <a:pt x="41097" y="18554"/>
                </a:moveTo>
                <a:lnTo>
                  <a:pt x="40855" y="18554"/>
                </a:lnTo>
                <a:lnTo>
                  <a:pt x="40881" y="18745"/>
                </a:lnTo>
                <a:lnTo>
                  <a:pt x="41046" y="18770"/>
                </a:lnTo>
                <a:lnTo>
                  <a:pt x="41097" y="18554"/>
                </a:lnTo>
                <a:close/>
              </a:path>
              <a:path w="62864" h="50165">
                <a:moveTo>
                  <a:pt x="41097" y="13868"/>
                </a:moveTo>
                <a:lnTo>
                  <a:pt x="41071" y="13538"/>
                </a:lnTo>
                <a:lnTo>
                  <a:pt x="41046" y="13868"/>
                </a:lnTo>
                <a:close/>
              </a:path>
              <a:path w="62864" h="50165">
                <a:moveTo>
                  <a:pt x="41122" y="13411"/>
                </a:moveTo>
                <a:lnTo>
                  <a:pt x="40932" y="13220"/>
                </a:lnTo>
                <a:lnTo>
                  <a:pt x="40500" y="13220"/>
                </a:lnTo>
                <a:lnTo>
                  <a:pt x="40500" y="12966"/>
                </a:lnTo>
                <a:lnTo>
                  <a:pt x="40360" y="12966"/>
                </a:lnTo>
                <a:lnTo>
                  <a:pt x="40335" y="13474"/>
                </a:lnTo>
                <a:lnTo>
                  <a:pt x="41109" y="13474"/>
                </a:lnTo>
                <a:close/>
              </a:path>
              <a:path w="62864" h="50165">
                <a:moveTo>
                  <a:pt x="41160" y="13220"/>
                </a:moveTo>
                <a:lnTo>
                  <a:pt x="41021" y="13220"/>
                </a:lnTo>
                <a:lnTo>
                  <a:pt x="41122" y="13385"/>
                </a:lnTo>
                <a:lnTo>
                  <a:pt x="41160" y="13220"/>
                </a:lnTo>
                <a:close/>
              </a:path>
              <a:path w="62864" h="50165">
                <a:moveTo>
                  <a:pt x="41173" y="22237"/>
                </a:moveTo>
                <a:lnTo>
                  <a:pt x="40805" y="22237"/>
                </a:lnTo>
                <a:lnTo>
                  <a:pt x="40792" y="22745"/>
                </a:lnTo>
                <a:lnTo>
                  <a:pt x="40957" y="22745"/>
                </a:lnTo>
                <a:lnTo>
                  <a:pt x="41059" y="22491"/>
                </a:lnTo>
                <a:lnTo>
                  <a:pt x="41173" y="22237"/>
                </a:lnTo>
                <a:close/>
              </a:path>
              <a:path w="62864" h="50165">
                <a:moveTo>
                  <a:pt x="41338" y="15125"/>
                </a:moveTo>
                <a:lnTo>
                  <a:pt x="40957" y="15379"/>
                </a:lnTo>
                <a:lnTo>
                  <a:pt x="41224" y="15379"/>
                </a:lnTo>
                <a:lnTo>
                  <a:pt x="41338" y="15125"/>
                </a:lnTo>
                <a:close/>
              </a:path>
              <a:path w="62864" h="50165">
                <a:moveTo>
                  <a:pt x="41427" y="14262"/>
                </a:moveTo>
                <a:lnTo>
                  <a:pt x="41059" y="14744"/>
                </a:lnTo>
                <a:lnTo>
                  <a:pt x="40500" y="15189"/>
                </a:lnTo>
                <a:lnTo>
                  <a:pt x="40284" y="15722"/>
                </a:lnTo>
                <a:lnTo>
                  <a:pt x="40614" y="15201"/>
                </a:lnTo>
                <a:lnTo>
                  <a:pt x="41173" y="14732"/>
                </a:lnTo>
                <a:lnTo>
                  <a:pt x="41427" y="14262"/>
                </a:lnTo>
                <a:close/>
              </a:path>
              <a:path w="62864" h="50165">
                <a:moveTo>
                  <a:pt x="41452" y="13728"/>
                </a:moveTo>
                <a:lnTo>
                  <a:pt x="41351" y="13474"/>
                </a:lnTo>
                <a:lnTo>
                  <a:pt x="41198" y="13474"/>
                </a:lnTo>
                <a:lnTo>
                  <a:pt x="41452" y="13728"/>
                </a:lnTo>
                <a:close/>
              </a:path>
              <a:path w="62864" h="50165">
                <a:moveTo>
                  <a:pt x="41617" y="15633"/>
                </a:moveTo>
                <a:lnTo>
                  <a:pt x="41224" y="15379"/>
                </a:lnTo>
                <a:lnTo>
                  <a:pt x="41186" y="15633"/>
                </a:lnTo>
                <a:lnTo>
                  <a:pt x="41617" y="15633"/>
                </a:lnTo>
                <a:close/>
              </a:path>
              <a:path w="62864" h="50165">
                <a:moveTo>
                  <a:pt x="41770" y="16141"/>
                </a:moveTo>
                <a:lnTo>
                  <a:pt x="40373" y="16141"/>
                </a:lnTo>
                <a:lnTo>
                  <a:pt x="40157" y="16395"/>
                </a:lnTo>
                <a:lnTo>
                  <a:pt x="41465" y="16395"/>
                </a:lnTo>
                <a:lnTo>
                  <a:pt x="41770" y="16141"/>
                </a:lnTo>
                <a:close/>
              </a:path>
              <a:path w="62864" h="50165">
                <a:moveTo>
                  <a:pt x="41770" y="13474"/>
                </a:moveTo>
                <a:lnTo>
                  <a:pt x="41414" y="13220"/>
                </a:lnTo>
                <a:lnTo>
                  <a:pt x="41351" y="13474"/>
                </a:lnTo>
                <a:lnTo>
                  <a:pt x="41770" y="13474"/>
                </a:lnTo>
                <a:close/>
              </a:path>
              <a:path w="62864" h="50165">
                <a:moveTo>
                  <a:pt x="41795" y="37858"/>
                </a:moveTo>
                <a:lnTo>
                  <a:pt x="40855" y="37731"/>
                </a:lnTo>
                <a:lnTo>
                  <a:pt x="40754" y="37858"/>
                </a:lnTo>
                <a:lnTo>
                  <a:pt x="41795" y="37858"/>
                </a:lnTo>
                <a:close/>
              </a:path>
              <a:path w="62864" h="50165">
                <a:moveTo>
                  <a:pt x="41922" y="6616"/>
                </a:moveTo>
                <a:lnTo>
                  <a:pt x="41694" y="6362"/>
                </a:lnTo>
                <a:lnTo>
                  <a:pt x="41643" y="6616"/>
                </a:lnTo>
                <a:lnTo>
                  <a:pt x="41922" y="6616"/>
                </a:lnTo>
                <a:close/>
              </a:path>
              <a:path w="62864" h="50165">
                <a:moveTo>
                  <a:pt x="42062" y="8775"/>
                </a:moveTo>
                <a:lnTo>
                  <a:pt x="41668" y="8775"/>
                </a:lnTo>
                <a:lnTo>
                  <a:pt x="41846" y="8928"/>
                </a:lnTo>
                <a:lnTo>
                  <a:pt x="42062" y="8775"/>
                </a:lnTo>
                <a:close/>
              </a:path>
              <a:path w="62864" h="50165">
                <a:moveTo>
                  <a:pt x="42176" y="13220"/>
                </a:moveTo>
                <a:lnTo>
                  <a:pt x="41821" y="12966"/>
                </a:lnTo>
                <a:lnTo>
                  <a:pt x="41376" y="12966"/>
                </a:lnTo>
                <a:lnTo>
                  <a:pt x="41135" y="12712"/>
                </a:lnTo>
                <a:lnTo>
                  <a:pt x="40652" y="12712"/>
                </a:lnTo>
                <a:lnTo>
                  <a:pt x="40678" y="12966"/>
                </a:lnTo>
                <a:lnTo>
                  <a:pt x="40932" y="13220"/>
                </a:lnTo>
                <a:lnTo>
                  <a:pt x="40919" y="12966"/>
                </a:lnTo>
                <a:lnTo>
                  <a:pt x="41211" y="12966"/>
                </a:lnTo>
                <a:lnTo>
                  <a:pt x="41160" y="13220"/>
                </a:lnTo>
                <a:lnTo>
                  <a:pt x="41414" y="13220"/>
                </a:lnTo>
                <a:lnTo>
                  <a:pt x="42176" y="13220"/>
                </a:lnTo>
                <a:close/>
              </a:path>
              <a:path w="62864" h="50165">
                <a:moveTo>
                  <a:pt x="43027" y="15887"/>
                </a:moveTo>
                <a:lnTo>
                  <a:pt x="42900" y="15633"/>
                </a:lnTo>
                <a:lnTo>
                  <a:pt x="42532" y="15633"/>
                </a:lnTo>
                <a:lnTo>
                  <a:pt x="42240" y="15760"/>
                </a:lnTo>
                <a:lnTo>
                  <a:pt x="42291" y="15379"/>
                </a:lnTo>
                <a:lnTo>
                  <a:pt x="42125" y="15633"/>
                </a:lnTo>
                <a:lnTo>
                  <a:pt x="42011" y="15862"/>
                </a:lnTo>
                <a:lnTo>
                  <a:pt x="41617" y="15633"/>
                </a:lnTo>
                <a:lnTo>
                  <a:pt x="41757" y="15887"/>
                </a:lnTo>
                <a:lnTo>
                  <a:pt x="41770" y="16141"/>
                </a:lnTo>
                <a:lnTo>
                  <a:pt x="42303" y="16141"/>
                </a:lnTo>
                <a:lnTo>
                  <a:pt x="42545" y="15887"/>
                </a:lnTo>
                <a:lnTo>
                  <a:pt x="43027" y="15887"/>
                </a:lnTo>
                <a:close/>
              </a:path>
              <a:path w="62864" h="50165">
                <a:moveTo>
                  <a:pt x="43053" y="17259"/>
                </a:moveTo>
                <a:lnTo>
                  <a:pt x="42913" y="16903"/>
                </a:lnTo>
                <a:lnTo>
                  <a:pt x="42494" y="16649"/>
                </a:lnTo>
                <a:lnTo>
                  <a:pt x="42468" y="16395"/>
                </a:lnTo>
                <a:lnTo>
                  <a:pt x="41465" y="16395"/>
                </a:lnTo>
                <a:lnTo>
                  <a:pt x="41452" y="16903"/>
                </a:lnTo>
                <a:lnTo>
                  <a:pt x="41897" y="16903"/>
                </a:lnTo>
                <a:lnTo>
                  <a:pt x="42468" y="16903"/>
                </a:lnTo>
                <a:lnTo>
                  <a:pt x="43053" y="17259"/>
                </a:lnTo>
                <a:close/>
              </a:path>
              <a:path w="62864" h="50165">
                <a:moveTo>
                  <a:pt x="43268" y="18961"/>
                </a:moveTo>
                <a:lnTo>
                  <a:pt x="43167" y="18808"/>
                </a:lnTo>
                <a:lnTo>
                  <a:pt x="42799" y="18808"/>
                </a:lnTo>
                <a:lnTo>
                  <a:pt x="43268" y="18961"/>
                </a:lnTo>
                <a:close/>
              </a:path>
              <a:path w="62864" h="50165">
                <a:moveTo>
                  <a:pt x="43345" y="18808"/>
                </a:moveTo>
                <a:lnTo>
                  <a:pt x="43332" y="18554"/>
                </a:lnTo>
                <a:lnTo>
                  <a:pt x="42951" y="18554"/>
                </a:lnTo>
                <a:lnTo>
                  <a:pt x="43167" y="18808"/>
                </a:lnTo>
                <a:lnTo>
                  <a:pt x="43345" y="18808"/>
                </a:lnTo>
                <a:close/>
              </a:path>
              <a:path w="62864" h="50165">
                <a:moveTo>
                  <a:pt x="43548" y="12966"/>
                </a:moveTo>
                <a:lnTo>
                  <a:pt x="43192" y="12966"/>
                </a:lnTo>
                <a:lnTo>
                  <a:pt x="43243" y="13220"/>
                </a:lnTo>
                <a:lnTo>
                  <a:pt x="43434" y="13220"/>
                </a:lnTo>
                <a:lnTo>
                  <a:pt x="43548" y="12966"/>
                </a:lnTo>
                <a:close/>
              </a:path>
              <a:path w="62864" h="50165">
                <a:moveTo>
                  <a:pt x="43599" y="18554"/>
                </a:moveTo>
                <a:lnTo>
                  <a:pt x="43497" y="18300"/>
                </a:lnTo>
                <a:lnTo>
                  <a:pt x="43395" y="18046"/>
                </a:lnTo>
                <a:lnTo>
                  <a:pt x="43332" y="18554"/>
                </a:lnTo>
                <a:lnTo>
                  <a:pt x="43599" y="18554"/>
                </a:lnTo>
                <a:close/>
              </a:path>
              <a:path w="62864" h="50165">
                <a:moveTo>
                  <a:pt x="43662" y="10553"/>
                </a:moveTo>
                <a:lnTo>
                  <a:pt x="43497" y="10553"/>
                </a:lnTo>
                <a:lnTo>
                  <a:pt x="43472" y="10807"/>
                </a:lnTo>
                <a:lnTo>
                  <a:pt x="43662" y="10553"/>
                </a:lnTo>
                <a:close/>
              </a:path>
              <a:path w="62864" h="50165">
                <a:moveTo>
                  <a:pt x="43802" y="11950"/>
                </a:moveTo>
                <a:lnTo>
                  <a:pt x="43611" y="11950"/>
                </a:lnTo>
                <a:lnTo>
                  <a:pt x="43624" y="11696"/>
                </a:lnTo>
                <a:lnTo>
                  <a:pt x="43218" y="11696"/>
                </a:lnTo>
                <a:lnTo>
                  <a:pt x="43243" y="11315"/>
                </a:lnTo>
                <a:lnTo>
                  <a:pt x="39166" y="11315"/>
                </a:lnTo>
                <a:lnTo>
                  <a:pt x="39027" y="11188"/>
                </a:lnTo>
                <a:lnTo>
                  <a:pt x="39027" y="11315"/>
                </a:lnTo>
                <a:lnTo>
                  <a:pt x="38493" y="11315"/>
                </a:lnTo>
                <a:lnTo>
                  <a:pt x="38557" y="11442"/>
                </a:lnTo>
                <a:lnTo>
                  <a:pt x="39154" y="11696"/>
                </a:lnTo>
                <a:lnTo>
                  <a:pt x="43065" y="11696"/>
                </a:lnTo>
                <a:lnTo>
                  <a:pt x="43002" y="11950"/>
                </a:lnTo>
                <a:lnTo>
                  <a:pt x="43370" y="11950"/>
                </a:lnTo>
                <a:lnTo>
                  <a:pt x="43281" y="12458"/>
                </a:lnTo>
                <a:lnTo>
                  <a:pt x="43129" y="12458"/>
                </a:lnTo>
                <a:lnTo>
                  <a:pt x="42913" y="12204"/>
                </a:lnTo>
                <a:lnTo>
                  <a:pt x="43002" y="11950"/>
                </a:lnTo>
                <a:lnTo>
                  <a:pt x="39979" y="11950"/>
                </a:lnTo>
                <a:lnTo>
                  <a:pt x="39903" y="12344"/>
                </a:lnTo>
                <a:lnTo>
                  <a:pt x="40284" y="12204"/>
                </a:lnTo>
                <a:lnTo>
                  <a:pt x="40449" y="12204"/>
                </a:lnTo>
                <a:lnTo>
                  <a:pt x="40386" y="12712"/>
                </a:lnTo>
                <a:lnTo>
                  <a:pt x="40652" y="12712"/>
                </a:lnTo>
                <a:lnTo>
                  <a:pt x="40652" y="12458"/>
                </a:lnTo>
                <a:lnTo>
                  <a:pt x="40868" y="12458"/>
                </a:lnTo>
                <a:lnTo>
                  <a:pt x="41173" y="12712"/>
                </a:lnTo>
                <a:lnTo>
                  <a:pt x="41414" y="12712"/>
                </a:lnTo>
                <a:lnTo>
                  <a:pt x="41668" y="12585"/>
                </a:lnTo>
                <a:lnTo>
                  <a:pt x="41490" y="12712"/>
                </a:lnTo>
                <a:lnTo>
                  <a:pt x="42100" y="12712"/>
                </a:lnTo>
                <a:lnTo>
                  <a:pt x="42202" y="12458"/>
                </a:lnTo>
                <a:lnTo>
                  <a:pt x="42786" y="12458"/>
                </a:lnTo>
                <a:lnTo>
                  <a:pt x="43103" y="12458"/>
                </a:lnTo>
                <a:lnTo>
                  <a:pt x="43141" y="12712"/>
                </a:lnTo>
                <a:lnTo>
                  <a:pt x="42976" y="12585"/>
                </a:lnTo>
                <a:lnTo>
                  <a:pt x="42849" y="12712"/>
                </a:lnTo>
                <a:lnTo>
                  <a:pt x="42100" y="12712"/>
                </a:lnTo>
                <a:lnTo>
                  <a:pt x="41998" y="12966"/>
                </a:lnTo>
                <a:lnTo>
                  <a:pt x="43192" y="12966"/>
                </a:lnTo>
                <a:lnTo>
                  <a:pt x="43154" y="12712"/>
                </a:lnTo>
                <a:lnTo>
                  <a:pt x="43472" y="12712"/>
                </a:lnTo>
                <a:lnTo>
                  <a:pt x="43535" y="12458"/>
                </a:lnTo>
                <a:lnTo>
                  <a:pt x="43624" y="12204"/>
                </a:lnTo>
                <a:lnTo>
                  <a:pt x="43802" y="11950"/>
                </a:lnTo>
                <a:close/>
              </a:path>
              <a:path w="62864" h="50165">
                <a:moveTo>
                  <a:pt x="43878" y="11696"/>
                </a:moveTo>
                <a:lnTo>
                  <a:pt x="43662" y="11315"/>
                </a:lnTo>
                <a:lnTo>
                  <a:pt x="43624" y="11696"/>
                </a:lnTo>
                <a:lnTo>
                  <a:pt x="43878" y="11696"/>
                </a:lnTo>
                <a:close/>
              </a:path>
              <a:path w="62864" h="50165">
                <a:moveTo>
                  <a:pt x="43878" y="11061"/>
                </a:moveTo>
                <a:lnTo>
                  <a:pt x="43599" y="11061"/>
                </a:lnTo>
                <a:lnTo>
                  <a:pt x="43357" y="11061"/>
                </a:lnTo>
                <a:lnTo>
                  <a:pt x="43395" y="11315"/>
                </a:lnTo>
                <a:lnTo>
                  <a:pt x="43662" y="11315"/>
                </a:lnTo>
                <a:lnTo>
                  <a:pt x="43853" y="11315"/>
                </a:lnTo>
                <a:lnTo>
                  <a:pt x="43878" y="11061"/>
                </a:lnTo>
                <a:close/>
              </a:path>
              <a:path w="62864" h="50165">
                <a:moveTo>
                  <a:pt x="43954" y="19570"/>
                </a:moveTo>
                <a:lnTo>
                  <a:pt x="43916" y="19316"/>
                </a:lnTo>
                <a:lnTo>
                  <a:pt x="43815" y="19062"/>
                </a:lnTo>
                <a:lnTo>
                  <a:pt x="43713" y="18808"/>
                </a:lnTo>
                <a:lnTo>
                  <a:pt x="43345" y="18808"/>
                </a:lnTo>
                <a:lnTo>
                  <a:pt x="43434" y="18999"/>
                </a:lnTo>
                <a:lnTo>
                  <a:pt x="43662" y="19062"/>
                </a:lnTo>
                <a:lnTo>
                  <a:pt x="43472" y="19062"/>
                </a:lnTo>
                <a:lnTo>
                  <a:pt x="43954" y="19570"/>
                </a:lnTo>
                <a:close/>
              </a:path>
              <a:path w="62864" h="50165">
                <a:moveTo>
                  <a:pt x="44043" y="25031"/>
                </a:moveTo>
                <a:lnTo>
                  <a:pt x="44018" y="24904"/>
                </a:lnTo>
                <a:lnTo>
                  <a:pt x="40817" y="24904"/>
                </a:lnTo>
                <a:lnTo>
                  <a:pt x="40767" y="25031"/>
                </a:lnTo>
                <a:lnTo>
                  <a:pt x="44043" y="25031"/>
                </a:lnTo>
                <a:close/>
              </a:path>
              <a:path w="62864" h="50165">
                <a:moveTo>
                  <a:pt x="44107" y="25158"/>
                </a:moveTo>
                <a:lnTo>
                  <a:pt x="40754" y="25158"/>
                </a:lnTo>
                <a:lnTo>
                  <a:pt x="40741" y="25285"/>
                </a:lnTo>
                <a:lnTo>
                  <a:pt x="44081" y="25285"/>
                </a:lnTo>
                <a:lnTo>
                  <a:pt x="44107" y="25158"/>
                </a:lnTo>
                <a:close/>
              </a:path>
              <a:path w="62864" h="50165">
                <a:moveTo>
                  <a:pt x="44170" y="24777"/>
                </a:moveTo>
                <a:lnTo>
                  <a:pt x="43980" y="24650"/>
                </a:lnTo>
                <a:lnTo>
                  <a:pt x="44018" y="24904"/>
                </a:lnTo>
                <a:lnTo>
                  <a:pt x="44145" y="24904"/>
                </a:lnTo>
                <a:lnTo>
                  <a:pt x="44170" y="24777"/>
                </a:lnTo>
                <a:close/>
              </a:path>
              <a:path w="62864" h="50165">
                <a:moveTo>
                  <a:pt x="44754" y="23761"/>
                </a:moveTo>
                <a:lnTo>
                  <a:pt x="44564" y="24015"/>
                </a:lnTo>
                <a:lnTo>
                  <a:pt x="44411" y="24269"/>
                </a:lnTo>
                <a:lnTo>
                  <a:pt x="44348" y="24396"/>
                </a:lnTo>
                <a:lnTo>
                  <a:pt x="44272" y="24523"/>
                </a:lnTo>
                <a:lnTo>
                  <a:pt x="44208" y="24650"/>
                </a:lnTo>
                <a:lnTo>
                  <a:pt x="44424" y="24523"/>
                </a:lnTo>
                <a:lnTo>
                  <a:pt x="44538" y="24396"/>
                </a:lnTo>
                <a:lnTo>
                  <a:pt x="44665" y="24269"/>
                </a:lnTo>
                <a:lnTo>
                  <a:pt x="44754" y="23761"/>
                </a:lnTo>
                <a:close/>
              </a:path>
              <a:path w="62864" h="50165">
                <a:moveTo>
                  <a:pt x="44754" y="23253"/>
                </a:moveTo>
                <a:lnTo>
                  <a:pt x="44361" y="23507"/>
                </a:lnTo>
                <a:lnTo>
                  <a:pt x="44729" y="23507"/>
                </a:lnTo>
                <a:lnTo>
                  <a:pt x="44754" y="23253"/>
                </a:lnTo>
                <a:close/>
              </a:path>
              <a:path w="62864" h="50165">
                <a:moveTo>
                  <a:pt x="44958" y="15125"/>
                </a:moveTo>
                <a:lnTo>
                  <a:pt x="44881" y="14782"/>
                </a:lnTo>
                <a:lnTo>
                  <a:pt x="44742" y="15087"/>
                </a:lnTo>
                <a:lnTo>
                  <a:pt x="44958" y="15125"/>
                </a:lnTo>
                <a:close/>
              </a:path>
              <a:path w="62864" h="50165">
                <a:moveTo>
                  <a:pt x="45034" y="20840"/>
                </a:moveTo>
                <a:lnTo>
                  <a:pt x="44805" y="20713"/>
                </a:lnTo>
                <a:lnTo>
                  <a:pt x="44805" y="20840"/>
                </a:lnTo>
                <a:lnTo>
                  <a:pt x="45034" y="20840"/>
                </a:lnTo>
                <a:close/>
              </a:path>
              <a:path w="62864" h="50165">
                <a:moveTo>
                  <a:pt x="45161" y="16992"/>
                </a:moveTo>
                <a:lnTo>
                  <a:pt x="45085" y="16840"/>
                </a:lnTo>
                <a:lnTo>
                  <a:pt x="44958" y="17043"/>
                </a:lnTo>
                <a:lnTo>
                  <a:pt x="45085" y="16929"/>
                </a:lnTo>
                <a:lnTo>
                  <a:pt x="45059" y="16776"/>
                </a:lnTo>
                <a:lnTo>
                  <a:pt x="44919" y="16967"/>
                </a:lnTo>
                <a:lnTo>
                  <a:pt x="44843" y="17094"/>
                </a:lnTo>
                <a:lnTo>
                  <a:pt x="44983" y="17056"/>
                </a:lnTo>
                <a:lnTo>
                  <a:pt x="45123" y="16992"/>
                </a:lnTo>
                <a:close/>
              </a:path>
              <a:path w="62864" h="50165">
                <a:moveTo>
                  <a:pt x="45326" y="44983"/>
                </a:moveTo>
                <a:lnTo>
                  <a:pt x="45250" y="44424"/>
                </a:lnTo>
                <a:lnTo>
                  <a:pt x="45275" y="45173"/>
                </a:lnTo>
                <a:lnTo>
                  <a:pt x="45186" y="46189"/>
                </a:lnTo>
                <a:lnTo>
                  <a:pt x="45275" y="46761"/>
                </a:lnTo>
                <a:lnTo>
                  <a:pt x="45250" y="46024"/>
                </a:lnTo>
                <a:lnTo>
                  <a:pt x="45326" y="44983"/>
                </a:lnTo>
                <a:close/>
              </a:path>
              <a:path w="62864" h="50165">
                <a:moveTo>
                  <a:pt x="45427" y="15773"/>
                </a:moveTo>
                <a:lnTo>
                  <a:pt x="45313" y="15405"/>
                </a:lnTo>
                <a:lnTo>
                  <a:pt x="45059" y="15151"/>
                </a:lnTo>
                <a:lnTo>
                  <a:pt x="44919" y="15151"/>
                </a:lnTo>
                <a:lnTo>
                  <a:pt x="45097" y="15303"/>
                </a:lnTo>
                <a:lnTo>
                  <a:pt x="45123" y="15659"/>
                </a:lnTo>
                <a:lnTo>
                  <a:pt x="45097" y="15875"/>
                </a:lnTo>
                <a:lnTo>
                  <a:pt x="45427" y="15773"/>
                </a:lnTo>
                <a:close/>
              </a:path>
              <a:path w="62864" h="50165">
                <a:moveTo>
                  <a:pt x="45681" y="12585"/>
                </a:moveTo>
                <a:lnTo>
                  <a:pt x="45402" y="12585"/>
                </a:lnTo>
                <a:lnTo>
                  <a:pt x="43688" y="12585"/>
                </a:lnTo>
                <a:lnTo>
                  <a:pt x="43738" y="13830"/>
                </a:lnTo>
                <a:lnTo>
                  <a:pt x="45377" y="13830"/>
                </a:lnTo>
                <a:lnTo>
                  <a:pt x="45656" y="13830"/>
                </a:lnTo>
                <a:lnTo>
                  <a:pt x="45681" y="12585"/>
                </a:lnTo>
                <a:close/>
              </a:path>
              <a:path w="62864" h="50165">
                <a:moveTo>
                  <a:pt x="45808" y="18554"/>
                </a:moveTo>
                <a:lnTo>
                  <a:pt x="45593" y="18554"/>
                </a:lnTo>
                <a:lnTo>
                  <a:pt x="45554" y="18808"/>
                </a:lnTo>
                <a:lnTo>
                  <a:pt x="45808" y="18554"/>
                </a:lnTo>
                <a:close/>
              </a:path>
              <a:path w="62864" h="50165">
                <a:moveTo>
                  <a:pt x="46037" y="18808"/>
                </a:moveTo>
                <a:lnTo>
                  <a:pt x="45910" y="18681"/>
                </a:lnTo>
                <a:lnTo>
                  <a:pt x="45796" y="18808"/>
                </a:lnTo>
                <a:lnTo>
                  <a:pt x="45554" y="18808"/>
                </a:lnTo>
                <a:lnTo>
                  <a:pt x="45377" y="18808"/>
                </a:lnTo>
                <a:lnTo>
                  <a:pt x="45212" y="18808"/>
                </a:lnTo>
                <a:lnTo>
                  <a:pt x="45593" y="18554"/>
                </a:lnTo>
                <a:lnTo>
                  <a:pt x="43980" y="18554"/>
                </a:lnTo>
                <a:lnTo>
                  <a:pt x="44030" y="18415"/>
                </a:lnTo>
                <a:lnTo>
                  <a:pt x="43891" y="18249"/>
                </a:lnTo>
                <a:lnTo>
                  <a:pt x="43789" y="17716"/>
                </a:lnTo>
                <a:lnTo>
                  <a:pt x="43853" y="17437"/>
                </a:lnTo>
                <a:lnTo>
                  <a:pt x="43637" y="17297"/>
                </a:lnTo>
                <a:lnTo>
                  <a:pt x="43764" y="16776"/>
                </a:lnTo>
                <a:lnTo>
                  <a:pt x="43548" y="16878"/>
                </a:lnTo>
                <a:lnTo>
                  <a:pt x="43510" y="16611"/>
                </a:lnTo>
                <a:lnTo>
                  <a:pt x="43472" y="16294"/>
                </a:lnTo>
                <a:lnTo>
                  <a:pt x="43218" y="16332"/>
                </a:lnTo>
                <a:lnTo>
                  <a:pt x="43154" y="16040"/>
                </a:lnTo>
                <a:lnTo>
                  <a:pt x="43027" y="16002"/>
                </a:lnTo>
                <a:lnTo>
                  <a:pt x="43522" y="17043"/>
                </a:lnTo>
                <a:lnTo>
                  <a:pt x="43662" y="18554"/>
                </a:lnTo>
                <a:lnTo>
                  <a:pt x="43713" y="18808"/>
                </a:lnTo>
                <a:lnTo>
                  <a:pt x="43853" y="18808"/>
                </a:lnTo>
                <a:lnTo>
                  <a:pt x="44348" y="19342"/>
                </a:lnTo>
                <a:lnTo>
                  <a:pt x="44246" y="18973"/>
                </a:lnTo>
                <a:lnTo>
                  <a:pt x="44018" y="18808"/>
                </a:lnTo>
                <a:lnTo>
                  <a:pt x="45135" y="18808"/>
                </a:lnTo>
                <a:lnTo>
                  <a:pt x="45212" y="19316"/>
                </a:lnTo>
                <a:lnTo>
                  <a:pt x="45326" y="19570"/>
                </a:lnTo>
                <a:lnTo>
                  <a:pt x="45516" y="19824"/>
                </a:lnTo>
                <a:lnTo>
                  <a:pt x="45440" y="18910"/>
                </a:lnTo>
                <a:lnTo>
                  <a:pt x="45567" y="19062"/>
                </a:lnTo>
                <a:lnTo>
                  <a:pt x="46012" y="19062"/>
                </a:lnTo>
                <a:lnTo>
                  <a:pt x="46037" y="18808"/>
                </a:lnTo>
                <a:close/>
              </a:path>
              <a:path w="62864" h="50165">
                <a:moveTo>
                  <a:pt x="46037" y="10045"/>
                </a:moveTo>
                <a:lnTo>
                  <a:pt x="45923" y="9791"/>
                </a:lnTo>
                <a:lnTo>
                  <a:pt x="45808" y="9537"/>
                </a:lnTo>
                <a:lnTo>
                  <a:pt x="45694" y="9283"/>
                </a:lnTo>
                <a:lnTo>
                  <a:pt x="45948" y="9283"/>
                </a:lnTo>
                <a:lnTo>
                  <a:pt x="45631" y="8775"/>
                </a:lnTo>
                <a:lnTo>
                  <a:pt x="45173" y="8775"/>
                </a:lnTo>
                <a:lnTo>
                  <a:pt x="45300" y="8521"/>
                </a:lnTo>
                <a:lnTo>
                  <a:pt x="45072" y="8648"/>
                </a:lnTo>
                <a:lnTo>
                  <a:pt x="45034" y="8521"/>
                </a:lnTo>
                <a:lnTo>
                  <a:pt x="44805" y="8140"/>
                </a:lnTo>
                <a:lnTo>
                  <a:pt x="44665" y="8140"/>
                </a:lnTo>
                <a:lnTo>
                  <a:pt x="44754" y="7886"/>
                </a:lnTo>
                <a:lnTo>
                  <a:pt x="44450" y="7886"/>
                </a:lnTo>
                <a:lnTo>
                  <a:pt x="44602" y="7632"/>
                </a:lnTo>
                <a:lnTo>
                  <a:pt x="44119" y="7886"/>
                </a:lnTo>
                <a:lnTo>
                  <a:pt x="44602" y="7632"/>
                </a:lnTo>
                <a:lnTo>
                  <a:pt x="44462" y="7632"/>
                </a:lnTo>
                <a:lnTo>
                  <a:pt x="44373" y="7124"/>
                </a:lnTo>
                <a:lnTo>
                  <a:pt x="45059" y="7124"/>
                </a:lnTo>
                <a:lnTo>
                  <a:pt x="43802" y="6908"/>
                </a:lnTo>
                <a:lnTo>
                  <a:pt x="43802" y="9753"/>
                </a:lnTo>
                <a:lnTo>
                  <a:pt x="43370" y="9537"/>
                </a:lnTo>
                <a:lnTo>
                  <a:pt x="43218" y="9537"/>
                </a:lnTo>
                <a:lnTo>
                  <a:pt x="43002" y="9652"/>
                </a:lnTo>
                <a:lnTo>
                  <a:pt x="42976" y="9372"/>
                </a:lnTo>
                <a:lnTo>
                  <a:pt x="43218" y="9537"/>
                </a:lnTo>
                <a:lnTo>
                  <a:pt x="43294" y="9283"/>
                </a:lnTo>
                <a:lnTo>
                  <a:pt x="43103" y="9283"/>
                </a:lnTo>
                <a:lnTo>
                  <a:pt x="43281" y="9029"/>
                </a:lnTo>
                <a:lnTo>
                  <a:pt x="43027" y="9029"/>
                </a:lnTo>
                <a:lnTo>
                  <a:pt x="42926" y="8775"/>
                </a:lnTo>
                <a:lnTo>
                  <a:pt x="43053" y="8775"/>
                </a:lnTo>
                <a:lnTo>
                  <a:pt x="43281" y="9029"/>
                </a:lnTo>
                <a:lnTo>
                  <a:pt x="43561" y="9283"/>
                </a:lnTo>
                <a:lnTo>
                  <a:pt x="43738" y="9537"/>
                </a:lnTo>
                <a:lnTo>
                  <a:pt x="43802" y="9753"/>
                </a:lnTo>
                <a:lnTo>
                  <a:pt x="43802" y="6908"/>
                </a:lnTo>
                <a:lnTo>
                  <a:pt x="43637" y="6870"/>
                </a:lnTo>
                <a:lnTo>
                  <a:pt x="41275" y="6870"/>
                </a:lnTo>
                <a:lnTo>
                  <a:pt x="41275" y="8140"/>
                </a:lnTo>
                <a:lnTo>
                  <a:pt x="41198" y="8280"/>
                </a:lnTo>
                <a:lnTo>
                  <a:pt x="41046" y="8140"/>
                </a:lnTo>
                <a:lnTo>
                  <a:pt x="41275" y="8140"/>
                </a:lnTo>
                <a:lnTo>
                  <a:pt x="41275" y="6870"/>
                </a:lnTo>
                <a:lnTo>
                  <a:pt x="40500" y="6870"/>
                </a:lnTo>
                <a:lnTo>
                  <a:pt x="40424" y="7632"/>
                </a:lnTo>
                <a:lnTo>
                  <a:pt x="40271" y="7632"/>
                </a:lnTo>
                <a:lnTo>
                  <a:pt x="40474" y="7886"/>
                </a:lnTo>
                <a:lnTo>
                  <a:pt x="40170" y="7886"/>
                </a:lnTo>
                <a:lnTo>
                  <a:pt x="40170" y="8140"/>
                </a:lnTo>
                <a:lnTo>
                  <a:pt x="40551" y="8140"/>
                </a:lnTo>
                <a:lnTo>
                  <a:pt x="40449" y="8521"/>
                </a:lnTo>
                <a:lnTo>
                  <a:pt x="40373" y="8775"/>
                </a:lnTo>
                <a:lnTo>
                  <a:pt x="40576" y="8775"/>
                </a:lnTo>
                <a:lnTo>
                  <a:pt x="40716" y="8775"/>
                </a:lnTo>
                <a:lnTo>
                  <a:pt x="41033" y="8775"/>
                </a:lnTo>
                <a:lnTo>
                  <a:pt x="41516" y="8521"/>
                </a:lnTo>
                <a:lnTo>
                  <a:pt x="41744" y="8140"/>
                </a:lnTo>
                <a:lnTo>
                  <a:pt x="42164" y="8140"/>
                </a:lnTo>
                <a:lnTo>
                  <a:pt x="42062" y="8775"/>
                </a:lnTo>
                <a:lnTo>
                  <a:pt x="41884" y="8953"/>
                </a:lnTo>
                <a:lnTo>
                  <a:pt x="42151" y="9029"/>
                </a:lnTo>
                <a:lnTo>
                  <a:pt x="42151" y="9156"/>
                </a:lnTo>
                <a:lnTo>
                  <a:pt x="41795" y="9029"/>
                </a:lnTo>
                <a:lnTo>
                  <a:pt x="41668" y="8775"/>
                </a:lnTo>
                <a:lnTo>
                  <a:pt x="41465" y="8775"/>
                </a:lnTo>
                <a:lnTo>
                  <a:pt x="41465" y="9029"/>
                </a:lnTo>
                <a:lnTo>
                  <a:pt x="41300" y="9156"/>
                </a:lnTo>
                <a:lnTo>
                  <a:pt x="41148" y="9029"/>
                </a:lnTo>
                <a:lnTo>
                  <a:pt x="41135" y="9283"/>
                </a:lnTo>
                <a:lnTo>
                  <a:pt x="41275" y="9283"/>
                </a:lnTo>
                <a:lnTo>
                  <a:pt x="39649" y="9537"/>
                </a:lnTo>
                <a:lnTo>
                  <a:pt x="40195" y="9537"/>
                </a:lnTo>
                <a:lnTo>
                  <a:pt x="39649" y="9791"/>
                </a:lnTo>
                <a:lnTo>
                  <a:pt x="39420" y="10045"/>
                </a:lnTo>
                <a:lnTo>
                  <a:pt x="39077" y="10299"/>
                </a:lnTo>
                <a:lnTo>
                  <a:pt x="39077" y="10553"/>
                </a:lnTo>
                <a:lnTo>
                  <a:pt x="38938" y="10553"/>
                </a:lnTo>
                <a:lnTo>
                  <a:pt x="38849" y="10807"/>
                </a:lnTo>
                <a:lnTo>
                  <a:pt x="38773" y="11061"/>
                </a:lnTo>
                <a:lnTo>
                  <a:pt x="39027" y="10807"/>
                </a:lnTo>
                <a:lnTo>
                  <a:pt x="39027" y="11061"/>
                </a:lnTo>
                <a:lnTo>
                  <a:pt x="39484" y="11061"/>
                </a:lnTo>
                <a:lnTo>
                  <a:pt x="39598" y="10896"/>
                </a:lnTo>
                <a:lnTo>
                  <a:pt x="39674" y="11061"/>
                </a:lnTo>
                <a:lnTo>
                  <a:pt x="43357" y="11061"/>
                </a:lnTo>
                <a:lnTo>
                  <a:pt x="43319" y="10807"/>
                </a:lnTo>
                <a:lnTo>
                  <a:pt x="43599" y="11061"/>
                </a:lnTo>
                <a:lnTo>
                  <a:pt x="43472" y="10807"/>
                </a:lnTo>
                <a:lnTo>
                  <a:pt x="43497" y="10553"/>
                </a:lnTo>
                <a:lnTo>
                  <a:pt x="43357" y="10553"/>
                </a:lnTo>
                <a:lnTo>
                  <a:pt x="43472" y="10045"/>
                </a:lnTo>
                <a:lnTo>
                  <a:pt x="43434" y="9791"/>
                </a:lnTo>
                <a:lnTo>
                  <a:pt x="43268" y="10045"/>
                </a:lnTo>
                <a:lnTo>
                  <a:pt x="43268" y="9918"/>
                </a:lnTo>
                <a:lnTo>
                  <a:pt x="43268" y="9791"/>
                </a:lnTo>
                <a:lnTo>
                  <a:pt x="43408" y="9791"/>
                </a:lnTo>
                <a:lnTo>
                  <a:pt x="43827" y="9791"/>
                </a:lnTo>
                <a:lnTo>
                  <a:pt x="43878" y="11061"/>
                </a:lnTo>
                <a:lnTo>
                  <a:pt x="44056" y="11061"/>
                </a:lnTo>
                <a:lnTo>
                  <a:pt x="44030" y="11315"/>
                </a:lnTo>
                <a:lnTo>
                  <a:pt x="43878" y="11696"/>
                </a:lnTo>
                <a:lnTo>
                  <a:pt x="44018" y="11696"/>
                </a:lnTo>
                <a:lnTo>
                  <a:pt x="44323" y="11315"/>
                </a:lnTo>
                <a:lnTo>
                  <a:pt x="44196" y="10553"/>
                </a:lnTo>
                <a:lnTo>
                  <a:pt x="44183" y="10045"/>
                </a:lnTo>
                <a:lnTo>
                  <a:pt x="44373" y="10045"/>
                </a:lnTo>
                <a:lnTo>
                  <a:pt x="44450" y="10287"/>
                </a:lnTo>
                <a:lnTo>
                  <a:pt x="44831" y="10299"/>
                </a:lnTo>
                <a:lnTo>
                  <a:pt x="44780" y="10172"/>
                </a:lnTo>
                <a:lnTo>
                  <a:pt x="44475" y="10287"/>
                </a:lnTo>
                <a:lnTo>
                  <a:pt x="44640" y="10045"/>
                </a:lnTo>
                <a:lnTo>
                  <a:pt x="45148" y="10045"/>
                </a:lnTo>
                <a:lnTo>
                  <a:pt x="45085" y="10299"/>
                </a:lnTo>
                <a:lnTo>
                  <a:pt x="45351" y="10439"/>
                </a:lnTo>
                <a:lnTo>
                  <a:pt x="45351" y="10045"/>
                </a:lnTo>
                <a:lnTo>
                  <a:pt x="45745" y="10045"/>
                </a:lnTo>
                <a:lnTo>
                  <a:pt x="45707" y="10299"/>
                </a:lnTo>
                <a:lnTo>
                  <a:pt x="45910" y="10299"/>
                </a:lnTo>
                <a:lnTo>
                  <a:pt x="46037" y="10045"/>
                </a:lnTo>
                <a:close/>
              </a:path>
              <a:path w="62864" h="50165">
                <a:moveTo>
                  <a:pt x="46215" y="19824"/>
                </a:moveTo>
                <a:lnTo>
                  <a:pt x="45681" y="19824"/>
                </a:lnTo>
                <a:lnTo>
                  <a:pt x="45681" y="20078"/>
                </a:lnTo>
                <a:lnTo>
                  <a:pt x="46177" y="20078"/>
                </a:lnTo>
                <a:lnTo>
                  <a:pt x="46215" y="19824"/>
                </a:lnTo>
                <a:close/>
              </a:path>
              <a:path w="62864" h="50165">
                <a:moveTo>
                  <a:pt x="46380" y="20078"/>
                </a:moveTo>
                <a:lnTo>
                  <a:pt x="46177" y="20078"/>
                </a:lnTo>
                <a:lnTo>
                  <a:pt x="46139" y="20332"/>
                </a:lnTo>
                <a:lnTo>
                  <a:pt x="45694" y="20332"/>
                </a:lnTo>
                <a:lnTo>
                  <a:pt x="45681" y="20078"/>
                </a:lnTo>
                <a:lnTo>
                  <a:pt x="45097" y="20078"/>
                </a:lnTo>
                <a:lnTo>
                  <a:pt x="44945" y="20218"/>
                </a:lnTo>
                <a:lnTo>
                  <a:pt x="44551" y="20167"/>
                </a:lnTo>
                <a:lnTo>
                  <a:pt x="44399" y="20332"/>
                </a:lnTo>
                <a:lnTo>
                  <a:pt x="44399" y="20078"/>
                </a:lnTo>
                <a:lnTo>
                  <a:pt x="44627" y="20078"/>
                </a:lnTo>
                <a:lnTo>
                  <a:pt x="44907" y="20269"/>
                </a:lnTo>
                <a:lnTo>
                  <a:pt x="44780" y="20078"/>
                </a:lnTo>
                <a:lnTo>
                  <a:pt x="45008" y="20078"/>
                </a:lnTo>
                <a:lnTo>
                  <a:pt x="45516" y="19824"/>
                </a:lnTo>
                <a:lnTo>
                  <a:pt x="44094" y="19824"/>
                </a:lnTo>
                <a:lnTo>
                  <a:pt x="44094" y="20078"/>
                </a:lnTo>
                <a:lnTo>
                  <a:pt x="43688" y="20078"/>
                </a:lnTo>
                <a:lnTo>
                  <a:pt x="43688" y="20840"/>
                </a:lnTo>
                <a:lnTo>
                  <a:pt x="43637" y="20967"/>
                </a:lnTo>
                <a:lnTo>
                  <a:pt x="43535" y="20840"/>
                </a:lnTo>
                <a:lnTo>
                  <a:pt x="43688" y="20840"/>
                </a:lnTo>
                <a:lnTo>
                  <a:pt x="43688" y="20078"/>
                </a:lnTo>
                <a:lnTo>
                  <a:pt x="43395" y="20078"/>
                </a:lnTo>
                <a:lnTo>
                  <a:pt x="43395" y="20840"/>
                </a:lnTo>
                <a:lnTo>
                  <a:pt x="43129" y="21043"/>
                </a:lnTo>
                <a:lnTo>
                  <a:pt x="43116" y="20840"/>
                </a:lnTo>
                <a:lnTo>
                  <a:pt x="43103" y="20586"/>
                </a:lnTo>
                <a:lnTo>
                  <a:pt x="43116" y="20840"/>
                </a:lnTo>
                <a:lnTo>
                  <a:pt x="43395" y="20840"/>
                </a:lnTo>
                <a:lnTo>
                  <a:pt x="43395" y="20078"/>
                </a:lnTo>
                <a:lnTo>
                  <a:pt x="41084" y="20078"/>
                </a:lnTo>
                <a:lnTo>
                  <a:pt x="40449" y="19824"/>
                </a:lnTo>
                <a:lnTo>
                  <a:pt x="43192" y="19824"/>
                </a:lnTo>
                <a:lnTo>
                  <a:pt x="43510" y="19596"/>
                </a:lnTo>
                <a:lnTo>
                  <a:pt x="43764" y="19824"/>
                </a:lnTo>
                <a:lnTo>
                  <a:pt x="43992" y="19824"/>
                </a:lnTo>
                <a:lnTo>
                  <a:pt x="44069" y="20015"/>
                </a:lnTo>
                <a:lnTo>
                  <a:pt x="43764" y="19824"/>
                </a:lnTo>
                <a:lnTo>
                  <a:pt x="43637" y="19824"/>
                </a:lnTo>
                <a:lnTo>
                  <a:pt x="44069" y="20040"/>
                </a:lnTo>
                <a:lnTo>
                  <a:pt x="44094" y="19824"/>
                </a:lnTo>
                <a:lnTo>
                  <a:pt x="43853" y="19570"/>
                </a:lnTo>
                <a:lnTo>
                  <a:pt x="43586" y="19316"/>
                </a:lnTo>
                <a:lnTo>
                  <a:pt x="43370" y="19062"/>
                </a:lnTo>
                <a:lnTo>
                  <a:pt x="43472" y="19545"/>
                </a:lnTo>
                <a:lnTo>
                  <a:pt x="43027" y="19316"/>
                </a:lnTo>
                <a:lnTo>
                  <a:pt x="42799" y="19062"/>
                </a:lnTo>
                <a:lnTo>
                  <a:pt x="42659" y="19062"/>
                </a:lnTo>
                <a:lnTo>
                  <a:pt x="42608" y="18808"/>
                </a:lnTo>
                <a:lnTo>
                  <a:pt x="42265" y="18935"/>
                </a:lnTo>
                <a:lnTo>
                  <a:pt x="42659" y="18554"/>
                </a:lnTo>
                <a:lnTo>
                  <a:pt x="42849" y="18554"/>
                </a:lnTo>
                <a:lnTo>
                  <a:pt x="42849" y="18300"/>
                </a:lnTo>
                <a:lnTo>
                  <a:pt x="43053" y="18300"/>
                </a:lnTo>
                <a:lnTo>
                  <a:pt x="42659" y="18072"/>
                </a:lnTo>
                <a:lnTo>
                  <a:pt x="42659" y="18300"/>
                </a:lnTo>
                <a:lnTo>
                  <a:pt x="42481" y="18173"/>
                </a:lnTo>
                <a:lnTo>
                  <a:pt x="42659" y="18300"/>
                </a:lnTo>
                <a:lnTo>
                  <a:pt x="42659" y="18072"/>
                </a:lnTo>
                <a:lnTo>
                  <a:pt x="42367" y="18046"/>
                </a:lnTo>
                <a:lnTo>
                  <a:pt x="42291" y="18554"/>
                </a:lnTo>
                <a:lnTo>
                  <a:pt x="42164" y="18300"/>
                </a:lnTo>
                <a:lnTo>
                  <a:pt x="41770" y="17665"/>
                </a:lnTo>
                <a:lnTo>
                  <a:pt x="42075" y="17665"/>
                </a:lnTo>
                <a:lnTo>
                  <a:pt x="42722" y="18046"/>
                </a:lnTo>
                <a:lnTo>
                  <a:pt x="42710" y="17665"/>
                </a:lnTo>
                <a:lnTo>
                  <a:pt x="42240" y="17665"/>
                </a:lnTo>
                <a:lnTo>
                  <a:pt x="42125" y="17411"/>
                </a:lnTo>
                <a:lnTo>
                  <a:pt x="42011" y="17157"/>
                </a:lnTo>
                <a:lnTo>
                  <a:pt x="41554" y="17411"/>
                </a:lnTo>
                <a:lnTo>
                  <a:pt x="41452" y="16903"/>
                </a:lnTo>
                <a:lnTo>
                  <a:pt x="39941" y="16903"/>
                </a:lnTo>
                <a:lnTo>
                  <a:pt x="39331" y="17411"/>
                </a:lnTo>
                <a:lnTo>
                  <a:pt x="41389" y="17411"/>
                </a:lnTo>
                <a:lnTo>
                  <a:pt x="41198" y="17665"/>
                </a:lnTo>
                <a:lnTo>
                  <a:pt x="41846" y="18046"/>
                </a:lnTo>
                <a:lnTo>
                  <a:pt x="41592" y="18046"/>
                </a:lnTo>
                <a:lnTo>
                  <a:pt x="41541" y="18300"/>
                </a:lnTo>
                <a:lnTo>
                  <a:pt x="41414" y="18808"/>
                </a:lnTo>
                <a:lnTo>
                  <a:pt x="41046" y="18808"/>
                </a:lnTo>
                <a:lnTo>
                  <a:pt x="40894" y="18808"/>
                </a:lnTo>
                <a:lnTo>
                  <a:pt x="40563" y="18808"/>
                </a:lnTo>
                <a:lnTo>
                  <a:pt x="40551" y="19011"/>
                </a:lnTo>
                <a:lnTo>
                  <a:pt x="40462" y="18808"/>
                </a:lnTo>
                <a:lnTo>
                  <a:pt x="40335" y="18961"/>
                </a:lnTo>
                <a:lnTo>
                  <a:pt x="40335" y="19316"/>
                </a:lnTo>
                <a:lnTo>
                  <a:pt x="40297" y="19189"/>
                </a:lnTo>
                <a:lnTo>
                  <a:pt x="40335" y="19316"/>
                </a:lnTo>
                <a:lnTo>
                  <a:pt x="40335" y="18961"/>
                </a:lnTo>
                <a:lnTo>
                  <a:pt x="39598" y="18808"/>
                </a:lnTo>
                <a:lnTo>
                  <a:pt x="39408" y="18808"/>
                </a:lnTo>
                <a:lnTo>
                  <a:pt x="39408" y="18554"/>
                </a:lnTo>
                <a:lnTo>
                  <a:pt x="39624" y="18554"/>
                </a:lnTo>
                <a:lnTo>
                  <a:pt x="39954" y="18808"/>
                </a:lnTo>
                <a:lnTo>
                  <a:pt x="39827" y="18554"/>
                </a:lnTo>
                <a:lnTo>
                  <a:pt x="40563" y="18694"/>
                </a:lnTo>
                <a:lnTo>
                  <a:pt x="40678" y="18554"/>
                </a:lnTo>
                <a:lnTo>
                  <a:pt x="40474" y="18554"/>
                </a:lnTo>
                <a:lnTo>
                  <a:pt x="40347" y="18300"/>
                </a:lnTo>
                <a:lnTo>
                  <a:pt x="40703" y="18427"/>
                </a:lnTo>
                <a:lnTo>
                  <a:pt x="40728" y="18300"/>
                </a:lnTo>
                <a:lnTo>
                  <a:pt x="40767" y="18046"/>
                </a:lnTo>
                <a:lnTo>
                  <a:pt x="40563" y="18046"/>
                </a:lnTo>
                <a:lnTo>
                  <a:pt x="41198" y="17665"/>
                </a:lnTo>
                <a:lnTo>
                  <a:pt x="40678" y="17665"/>
                </a:lnTo>
                <a:lnTo>
                  <a:pt x="40297" y="18046"/>
                </a:lnTo>
                <a:lnTo>
                  <a:pt x="39814" y="18046"/>
                </a:lnTo>
                <a:lnTo>
                  <a:pt x="38989" y="18300"/>
                </a:lnTo>
                <a:lnTo>
                  <a:pt x="38011" y="18808"/>
                </a:lnTo>
                <a:lnTo>
                  <a:pt x="37998" y="19062"/>
                </a:lnTo>
                <a:lnTo>
                  <a:pt x="37769" y="19202"/>
                </a:lnTo>
                <a:lnTo>
                  <a:pt x="37744" y="19062"/>
                </a:lnTo>
                <a:lnTo>
                  <a:pt x="37998" y="19062"/>
                </a:lnTo>
                <a:lnTo>
                  <a:pt x="37998" y="18808"/>
                </a:lnTo>
                <a:lnTo>
                  <a:pt x="37871" y="18808"/>
                </a:lnTo>
                <a:lnTo>
                  <a:pt x="37592" y="18910"/>
                </a:lnTo>
                <a:lnTo>
                  <a:pt x="37592" y="19062"/>
                </a:lnTo>
                <a:lnTo>
                  <a:pt x="37439" y="19189"/>
                </a:lnTo>
                <a:lnTo>
                  <a:pt x="37211" y="19062"/>
                </a:lnTo>
                <a:lnTo>
                  <a:pt x="37592" y="19062"/>
                </a:lnTo>
                <a:lnTo>
                  <a:pt x="37592" y="18910"/>
                </a:lnTo>
                <a:lnTo>
                  <a:pt x="37211" y="19037"/>
                </a:lnTo>
                <a:lnTo>
                  <a:pt x="37274" y="18808"/>
                </a:lnTo>
                <a:lnTo>
                  <a:pt x="37439" y="18554"/>
                </a:lnTo>
                <a:lnTo>
                  <a:pt x="37985" y="18300"/>
                </a:lnTo>
                <a:lnTo>
                  <a:pt x="38214" y="18300"/>
                </a:lnTo>
                <a:lnTo>
                  <a:pt x="38188" y="18046"/>
                </a:lnTo>
                <a:lnTo>
                  <a:pt x="37884" y="18046"/>
                </a:lnTo>
                <a:lnTo>
                  <a:pt x="38747" y="17665"/>
                </a:lnTo>
                <a:lnTo>
                  <a:pt x="38823" y="16903"/>
                </a:lnTo>
                <a:lnTo>
                  <a:pt x="38468" y="17233"/>
                </a:lnTo>
                <a:lnTo>
                  <a:pt x="38582" y="16903"/>
                </a:lnTo>
                <a:lnTo>
                  <a:pt x="38265" y="16903"/>
                </a:lnTo>
                <a:lnTo>
                  <a:pt x="38265" y="17411"/>
                </a:lnTo>
                <a:lnTo>
                  <a:pt x="37693" y="18046"/>
                </a:lnTo>
                <a:lnTo>
                  <a:pt x="37820" y="17665"/>
                </a:lnTo>
                <a:lnTo>
                  <a:pt x="38061" y="17411"/>
                </a:lnTo>
                <a:lnTo>
                  <a:pt x="37452" y="17665"/>
                </a:lnTo>
                <a:lnTo>
                  <a:pt x="37604" y="17665"/>
                </a:lnTo>
                <a:lnTo>
                  <a:pt x="37109" y="18300"/>
                </a:lnTo>
                <a:lnTo>
                  <a:pt x="36868" y="18300"/>
                </a:lnTo>
                <a:lnTo>
                  <a:pt x="37274" y="18046"/>
                </a:lnTo>
                <a:lnTo>
                  <a:pt x="37350" y="17411"/>
                </a:lnTo>
                <a:lnTo>
                  <a:pt x="37884" y="17411"/>
                </a:lnTo>
                <a:lnTo>
                  <a:pt x="38061" y="17411"/>
                </a:lnTo>
                <a:lnTo>
                  <a:pt x="38265" y="17411"/>
                </a:lnTo>
                <a:lnTo>
                  <a:pt x="38265" y="16903"/>
                </a:lnTo>
                <a:lnTo>
                  <a:pt x="38087" y="16903"/>
                </a:lnTo>
                <a:lnTo>
                  <a:pt x="37884" y="17399"/>
                </a:lnTo>
                <a:lnTo>
                  <a:pt x="37934" y="16903"/>
                </a:lnTo>
                <a:lnTo>
                  <a:pt x="37782" y="16903"/>
                </a:lnTo>
                <a:lnTo>
                  <a:pt x="37541" y="17157"/>
                </a:lnTo>
                <a:lnTo>
                  <a:pt x="37160" y="16903"/>
                </a:lnTo>
                <a:lnTo>
                  <a:pt x="37731" y="16903"/>
                </a:lnTo>
                <a:lnTo>
                  <a:pt x="36995" y="16649"/>
                </a:lnTo>
                <a:lnTo>
                  <a:pt x="36982" y="16903"/>
                </a:lnTo>
                <a:lnTo>
                  <a:pt x="37045" y="17665"/>
                </a:lnTo>
                <a:lnTo>
                  <a:pt x="36817" y="18034"/>
                </a:lnTo>
                <a:lnTo>
                  <a:pt x="36817" y="18300"/>
                </a:lnTo>
                <a:lnTo>
                  <a:pt x="36703" y="18808"/>
                </a:lnTo>
                <a:lnTo>
                  <a:pt x="36195" y="18808"/>
                </a:lnTo>
                <a:lnTo>
                  <a:pt x="35814" y="18808"/>
                </a:lnTo>
                <a:lnTo>
                  <a:pt x="35877" y="18300"/>
                </a:lnTo>
                <a:lnTo>
                  <a:pt x="36068" y="18300"/>
                </a:lnTo>
                <a:lnTo>
                  <a:pt x="36398" y="18554"/>
                </a:lnTo>
                <a:lnTo>
                  <a:pt x="36639" y="18300"/>
                </a:lnTo>
                <a:lnTo>
                  <a:pt x="36588" y="18440"/>
                </a:lnTo>
                <a:lnTo>
                  <a:pt x="36817" y="18300"/>
                </a:lnTo>
                <a:lnTo>
                  <a:pt x="36817" y="18034"/>
                </a:lnTo>
                <a:lnTo>
                  <a:pt x="36715" y="18186"/>
                </a:lnTo>
                <a:lnTo>
                  <a:pt x="36626" y="18046"/>
                </a:lnTo>
                <a:lnTo>
                  <a:pt x="36309" y="17665"/>
                </a:lnTo>
                <a:lnTo>
                  <a:pt x="36144" y="17411"/>
                </a:lnTo>
                <a:lnTo>
                  <a:pt x="36055" y="18046"/>
                </a:lnTo>
                <a:lnTo>
                  <a:pt x="35902" y="17665"/>
                </a:lnTo>
                <a:lnTo>
                  <a:pt x="36055" y="18046"/>
                </a:lnTo>
                <a:lnTo>
                  <a:pt x="36055" y="17297"/>
                </a:lnTo>
                <a:lnTo>
                  <a:pt x="35966" y="17170"/>
                </a:lnTo>
                <a:lnTo>
                  <a:pt x="36283" y="16903"/>
                </a:lnTo>
                <a:lnTo>
                  <a:pt x="36423" y="16649"/>
                </a:lnTo>
                <a:lnTo>
                  <a:pt x="36677" y="16903"/>
                </a:lnTo>
                <a:lnTo>
                  <a:pt x="36601" y="16649"/>
                </a:lnTo>
                <a:lnTo>
                  <a:pt x="36779" y="16776"/>
                </a:lnTo>
                <a:lnTo>
                  <a:pt x="36741" y="16649"/>
                </a:lnTo>
                <a:lnTo>
                  <a:pt x="36537" y="16395"/>
                </a:lnTo>
                <a:lnTo>
                  <a:pt x="37325" y="16395"/>
                </a:lnTo>
                <a:lnTo>
                  <a:pt x="37299" y="16141"/>
                </a:lnTo>
                <a:lnTo>
                  <a:pt x="36398" y="16141"/>
                </a:lnTo>
                <a:lnTo>
                  <a:pt x="36449" y="16319"/>
                </a:lnTo>
                <a:lnTo>
                  <a:pt x="36271" y="16141"/>
                </a:lnTo>
                <a:lnTo>
                  <a:pt x="35928" y="16141"/>
                </a:lnTo>
                <a:lnTo>
                  <a:pt x="35953" y="16395"/>
                </a:lnTo>
                <a:lnTo>
                  <a:pt x="36258" y="16395"/>
                </a:lnTo>
                <a:lnTo>
                  <a:pt x="36169" y="16522"/>
                </a:lnTo>
                <a:lnTo>
                  <a:pt x="35953" y="16395"/>
                </a:lnTo>
                <a:lnTo>
                  <a:pt x="35991" y="16903"/>
                </a:lnTo>
                <a:lnTo>
                  <a:pt x="35890" y="17056"/>
                </a:lnTo>
                <a:lnTo>
                  <a:pt x="35788" y="16903"/>
                </a:lnTo>
                <a:lnTo>
                  <a:pt x="35585" y="16903"/>
                </a:lnTo>
                <a:lnTo>
                  <a:pt x="35534" y="19062"/>
                </a:lnTo>
                <a:lnTo>
                  <a:pt x="35102" y="19062"/>
                </a:lnTo>
                <a:lnTo>
                  <a:pt x="35026" y="18046"/>
                </a:lnTo>
                <a:lnTo>
                  <a:pt x="35217" y="18046"/>
                </a:lnTo>
                <a:lnTo>
                  <a:pt x="35496" y="18046"/>
                </a:lnTo>
                <a:lnTo>
                  <a:pt x="35534" y="19062"/>
                </a:lnTo>
                <a:lnTo>
                  <a:pt x="35534" y="16941"/>
                </a:lnTo>
                <a:lnTo>
                  <a:pt x="35179" y="17157"/>
                </a:lnTo>
                <a:lnTo>
                  <a:pt x="35179" y="16903"/>
                </a:lnTo>
                <a:lnTo>
                  <a:pt x="34747" y="16903"/>
                </a:lnTo>
                <a:lnTo>
                  <a:pt x="34975" y="17284"/>
                </a:lnTo>
                <a:lnTo>
                  <a:pt x="34772" y="17411"/>
                </a:lnTo>
                <a:lnTo>
                  <a:pt x="34658" y="17665"/>
                </a:lnTo>
                <a:lnTo>
                  <a:pt x="35293" y="17665"/>
                </a:lnTo>
                <a:lnTo>
                  <a:pt x="35420" y="17665"/>
                </a:lnTo>
                <a:lnTo>
                  <a:pt x="35356" y="17792"/>
                </a:lnTo>
                <a:lnTo>
                  <a:pt x="35293" y="17665"/>
                </a:lnTo>
                <a:lnTo>
                  <a:pt x="35267" y="17919"/>
                </a:lnTo>
                <a:lnTo>
                  <a:pt x="34721" y="17665"/>
                </a:lnTo>
                <a:lnTo>
                  <a:pt x="34607" y="18554"/>
                </a:lnTo>
                <a:lnTo>
                  <a:pt x="34759" y="18808"/>
                </a:lnTo>
                <a:lnTo>
                  <a:pt x="34836" y="19062"/>
                </a:lnTo>
                <a:lnTo>
                  <a:pt x="34201" y="19062"/>
                </a:lnTo>
                <a:lnTo>
                  <a:pt x="34124" y="19316"/>
                </a:lnTo>
                <a:lnTo>
                  <a:pt x="33769" y="19062"/>
                </a:lnTo>
                <a:lnTo>
                  <a:pt x="33591" y="19316"/>
                </a:lnTo>
                <a:lnTo>
                  <a:pt x="33769" y="19062"/>
                </a:lnTo>
                <a:lnTo>
                  <a:pt x="33616" y="19062"/>
                </a:lnTo>
                <a:lnTo>
                  <a:pt x="32905" y="18808"/>
                </a:lnTo>
                <a:lnTo>
                  <a:pt x="32092" y="18554"/>
                </a:lnTo>
                <a:lnTo>
                  <a:pt x="31851" y="18554"/>
                </a:lnTo>
                <a:lnTo>
                  <a:pt x="31699" y="18300"/>
                </a:lnTo>
                <a:lnTo>
                  <a:pt x="31381" y="18046"/>
                </a:lnTo>
                <a:lnTo>
                  <a:pt x="30695" y="18046"/>
                </a:lnTo>
                <a:lnTo>
                  <a:pt x="30657" y="17665"/>
                </a:lnTo>
                <a:lnTo>
                  <a:pt x="30467" y="17665"/>
                </a:lnTo>
                <a:lnTo>
                  <a:pt x="30543" y="17411"/>
                </a:lnTo>
                <a:lnTo>
                  <a:pt x="29794" y="17411"/>
                </a:lnTo>
                <a:lnTo>
                  <a:pt x="29933" y="16903"/>
                </a:lnTo>
                <a:lnTo>
                  <a:pt x="29629" y="16649"/>
                </a:lnTo>
                <a:lnTo>
                  <a:pt x="29959" y="16395"/>
                </a:lnTo>
                <a:lnTo>
                  <a:pt x="30594" y="16649"/>
                </a:lnTo>
                <a:lnTo>
                  <a:pt x="30810" y="16649"/>
                </a:lnTo>
                <a:lnTo>
                  <a:pt x="30607" y="16395"/>
                </a:lnTo>
                <a:lnTo>
                  <a:pt x="34251" y="16395"/>
                </a:lnTo>
                <a:lnTo>
                  <a:pt x="35623" y="16395"/>
                </a:lnTo>
                <a:lnTo>
                  <a:pt x="35814" y="16141"/>
                </a:lnTo>
                <a:lnTo>
                  <a:pt x="28930" y="16141"/>
                </a:lnTo>
                <a:lnTo>
                  <a:pt x="28854" y="16395"/>
                </a:lnTo>
                <a:lnTo>
                  <a:pt x="28397" y="16268"/>
                </a:lnTo>
                <a:lnTo>
                  <a:pt x="28384" y="16395"/>
                </a:lnTo>
                <a:lnTo>
                  <a:pt x="27406" y="16395"/>
                </a:lnTo>
                <a:lnTo>
                  <a:pt x="27051" y="16395"/>
                </a:lnTo>
                <a:lnTo>
                  <a:pt x="26987" y="16649"/>
                </a:lnTo>
                <a:lnTo>
                  <a:pt x="26949" y="16776"/>
                </a:lnTo>
                <a:lnTo>
                  <a:pt x="26339" y="16395"/>
                </a:lnTo>
                <a:lnTo>
                  <a:pt x="27051" y="16395"/>
                </a:lnTo>
                <a:lnTo>
                  <a:pt x="27114" y="16141"/>
                </a:lnTo>
                <a:lnTo>
                  <a:pt x="25438" y="16141"/>
                </a:lnTo>
                <a:lnTo>
                  <a:pt x="25692" y="16395"/>
                </a:lnTo>
                <a:lnTo>
                  <a:pt x="13322" y="16395"/>
                </a:lnTo>
                <a:lnTo>
                  <a:pt x="13322" y="21729"/>
                </a:lnTo>
                <a:lnTo>
                  <a:pt x="13284" y="21983"/>
                </a:lnTo>
                <a:lnTo>
                  <a:pt x="13182" y="21729"/>
                </a:lnTo>
                <a:lnTo>
                  <a:pt x="13322" y="21729"/>
                </a:lnTo>
                <a:lnTo>
                  <a:pt x="13322" y="16395"/>
                </a:lnTo>
                <a:lnTo>
                  <a:pt x="8077" y="16395"/>
                </a:lnTo>
                <a:lnTo>
                  <a:pt x="8077" y="17665"/>
                </a:lnTo>
                <a:lnTo>
                  <a:pt x="8051" y="17792"/>
                </a:lnTo>
                <a:lnTo>
                  <a:pt x="7861" y="17665"/>
                </a:lnTo>
                <a:lnTo>
                  <a:pt x="7962" y="17957"/>
                </a:lnTo>
                <a:lnTo>
                  <a:pt x="7823" y="17983"/>
                </a:lnTo>
                <a:lnTo>
                  <a:pt x="7797" y="17665"/>
                </a:lnTo>
                <a:lnTo>
                  <a:pt x="8077" y="17665"/>
                </a:lnTo>
                <a:lnTo>
                  <a:pt x="8077" y="16395"/>
                </a:lnTo>
                <a:lnTo>
                  <a:pt x="7975" y="16903"/>
                </a:lnTo>
                <a:lnTo>
                  <a:pt x="7886" y="17411"/>
                </a:lnTo>
                <a:lnTo>
                  <a:pt x="7721" y="17411"/>
                </a:lnTo>
                <a:lnTo>
                  <a:pt x="7823" y="16916"/>
                </a:lnTo>
                <a:lnTo>
                  <a:pt x="7594" y="17119"/>
                </a:lnTo>
                <a:lnTo>
                  <a:pt x="7327" y="17157"/>
                </a:lnTo>
                <a:lnTo>
                  <a:pt x="7327" y="16903"/>
                </a:lnTo>
                <a:lnTo>
                  <a:pt x="7518" y="16903"/>
                </a:lnTo>
                <a:lnTo>
                  <a:pt x="7835" y="16903"/>
                </a:lnTo>
                <a:lnTo>
                  <a:pt x="7975" y="16903"/>
                </a:lnTo>
                <a:lnTo>
                  <a:pt x="7975" y="16395"/>
                </a:lnTo>
                <a:lnTo>
                  <a:pt x="7112" y="16395"/>
                </a:lnTo>
                <a:lnTo>
                  <a:pt x="7112" y="16903"/>
                </a:lnTo>
                <a:lnTo>
                  <a:pt x="7061" y="17056"/>
                </a:lnTo>
                <a:lnTo>
                  <a:pt x="6705" y="16903"/>
                </a:lnTo>
                <a:lnTo>
                  <a:pt x="6299" y="17411"/>
                </a:lnTo>
                <a:lnTo>
                  <a:pt x="6604" y="16903"/>
                </a:lnTo>
                <a:lnTo>
                  <a:pt x="6807" y="16903"/>
                </a:lnTo>
                <a:lnTo>
                  <a:pt x="7061" y="17056"/>
                </a:lnTo>
                <a:lnTo>
                  <a:pt x="6959" y="16903"/>
                </a:lnTo>
                <a:lnTo>
                  <a:pt x="7112" y="16903"/>
                </a:lnTo>
                <a:lnTo>
                  <a:pt x="7112" y="16395"/>
                </a:lnTo>
                <a:lnTo>
                  <a:pt x="5524" y="16395"/>
                </a:lnTo>
                <a:lnTo>
                  <a:pt x="5524" y="19672"/>
                </a:lnTo>
                <a:lnTo>
                  <a:pt x="4965" y="19316"/>
                </a:lnTo>
                <a:lnTo>
                  <a:pt x="5194" y="19062"/>
                </a:lnTo>
                <a:lnTo>
                  <a:pt x="5448" y="19316"/>
                </a:lnTo>
                <a:lnTo>
                  <a:pt x="5524" y="19672"/>
                </a:lnTo>
                <a:lnTo>
                  <a:pt x="5524" y="16395"/>
                </a:lnTo>
                <a:lnTo>
                  <a:pt x="4356" y="16395"/>
                </a:lnTo>
                <a:lnTo>
                  <a:pt x="4356" y="18300"/>
                </a:lnTo>
                <a:lnTo>
                  <a:pt x="3746" y="18300"/>
                </a:lnTo>
                <a:lnTo>
                  <a:pt x="3568" y="18300"/>
                </a:lnTo>
                <a:lnTo>
                  <a:pt x="3213" y="18046"/>
                </a:lnTo>
                <a:lnTo>
                  <a:pt x="3479" y="18046"/>
                </a:lnTo>
                <a:lnTo>
                  <a:pt x="3746" y="18300"/>
                </a:lnTo>
                <a:lnTo>
                  <a:pt x="4025" y="18046"/>
                </a:lnTo>
                <a:lnTo>
                  <a:pt x="4356" y="18300"/>
                </a:lnTo>
                <a:lnTo>
                  <a:pt x="4356" y="16395"/>
                </a:lnTo>
                <a:lnTo>
                  <a:pt x="3416" y="16395"/>
                </a:lnTo>
                <a:lnTo>
                  <a:pt x="3416" y="17665"/>
                </a:lnTo>
                <a:lnTo>
                  <a:pt x="3225" y="17792"/>
                </a:lnTo>
                <a:lnTo>
                  <a:pt x="3098" y="17665"/>
                </a:lnTo>
                <a:lnTo>
                  <a:pt x="3416" y="17665"/>
                </a:lnTo>
                <a:lnTo>
                  <a:pt x="3416" y="16395"/>
                </a:lnTo>
                <a:lnTo>
                  <a:pt x="2667" y="16395"/>
                </a:lnTo>
                <a:lnTo>
                  <a:pt x="2667" y="16903"/>
                </a:lnTo>
                <a:lnTo>
                  <a:pt x="2311" y="17183"/>
                </a:lnTo>
                <a:lnTo>
                  <a:pt x="1968" y="16903"/>
                </a:lnTo>
                <a:lnTo>
                  <a:pt x="2667" y="16903"/>
                </a:lnTo>
                <a:lnTo>
                  <a:pt x="2667" y="16395"/>
                </a:lnTo>
                <a:lnTo>
                  <a:pt x="2082" y="16395"/>
                </a:lnTo>
                <a:lnTo>
                  <a:pt x="2184" y="16141"/>
                </a:lnTo>
                <a:lnTo>
                  <a:pt x="25438" y="16141"/>
                </a:lnTo>
                <a:lnTo>
                  <a:pt x="25704" y="15633"/>
                </a:lnTo>
                <a:lnTo>
                  <a:pt x="25539" y="15633"/>
                </a:lnTo>
                <a:lnTo>
                  <a:pt x="25273" y="15773"/>
                </a:lnTo>
                <a:lnTo>
                  <a:pt x="25158" y="15633"/>
                </a:lnTo>
                <a:lnTo>
                  <a:pt x="25095" y="14871"/>
                </a:lnTo>
                <a:lnTo>
                  <a:pt x="24879" y="14871"/>
                </a:lnTo>
                <a:lnTo>
                  <a:pt x="25565" y="14490"/>
                </a:lnTo>
                <a:lnTo>
                  <a:pt x="26060" y="14490"/>
                </a:lnTo>
                <a:lnTo>
                  <a:pt x="26085" y="14236"/>
                </a:lnTo>
                <a:lnTo>
                  <a:pt x="4457" y="14236"/>
                </a:lnTo>
                <a:lnTo>
                  <a:pt x="4457" y="15887"/>
                </a:lnTo>
                <a:lnTo>
                  <a:pt x="4432" y="15760"/>
                </a:lnTo>
                <a:lnTo>
                  <a:pt x="4457" y="15887"/>
                </a:lnTo>
                <a:lnTo>
                  <a:pt x="4457" y="14236"/>
                </a:lnTo>
                <a:lnTo>
                  <a:pt x="4356" y="15379"/>
                </a:lnTo>
                <a:lnTo>
                  <a:pt x="4203" y="15443"/>
                </a:lnTo>
                <a:lnTo>
                  <a:pt x="4076" y="15468"/>
                </a:lnTo>
                <a:lnTo>
                  <a:pt x="3797" y="15379"/>
                </a:lnTo>
                <a:lnTo>
                  <a:pt x="4076" y="15379"/>
                </a:lnTo>
                <a:lnTo>
                  <a:pt x="3949" y="15125"/>
                </a:lnTo>
                <a:lnTo>
                  <a:pt x="4330" y="15125"/>
                </a:lnTo>
                <a:lnTo>
                  <a:pt x="4356" y="15379"/>
                </a:lnTo>
                <a:lnTo>
                  <a:pt x="4356" y="14236"/>
                </a:lnTo>
                <a:lnTo>
                  <a:pt x="3962" y="14236"/>
                </a:lnTo>
                <a:lnTo>
                  <a:pt x="3962" y="14871"/>
                </a:lnTo>
                <a:lnTo>
                  <a:pt x="3937" y="15125"/>
                </a:lnTo>
                <a:lnTo>
                  <a:pt x="3416" y="15125"/>
                </a:lnTo>
                <a:lnTo>
                  <a:pt x="3924" y="14871"/>
                </a:lnTo>
                <a:lnTo>
                  <a:pt x="3962" y="14236"/>
                </a:lnTo>
                <a:lnTo>
                  <a:pt x="3784" y="14236"/>
                </a:lnTo>
                <a:lnTo>
                  <a:pt x="3784" y="14871"/>
                </a:lnTo>
                <a:lnTo>
                  <a:pt x="3733" y="14490"/>
                </a:lnTo>
                <a:lnTo>
                  <a:pt x="3784" y="14871"/>
                </a:lnTo>
                <a:lnTo>
                  <a:pt x="3784" y="14236"/>
                </a:lnTo>
                <a:lnTo>
                  <a:pt x="3492" y="14236"/>
                </a:lnTo>
                <a:lnTo>
                  <a:pt x="3543" y="13982"/>
                </a:lnTo>
                <a:lnTo>
                  <a:pt x="3365" y="14236"/>
                </a:lnTo>
                <a:lnTo>
                  <a:pt x="3225" y="14236"/>
                </a:lnTo>
                <a:lnTo>
                  <a:pt x="3200" y="13982"/>
                </a:lnTo>
                <a:lnTo>
                  <a:pt x="3543" y="13982"/>
                </a:lnTo>
                <a:lnTo>
                  <a:pt x="3670" y="13982"/>
                </a:lnTo>
                <a:lnTo>
                  <a:pt x="3632" y="13855"/>
                </a:lnTo>
                <a:lnTo>
                  <a:pt x="3797" y="13982"/>
                </a:lnTo>
                <a:lnTo>
                  <a:pt x="3924" y="13982"/>
                </a:lnTo>
                <a:lnTo>
                  <a:pt x="4089" y="13982"/>
                </a:lnTo>
                <a:lnTo>
                  <a:pt x="16675" y="13982"/>
                </a:lnTo>
                <a:lnTo>
                  <a:pt x="16281" y="13728"/>
                </a:lnTo>
                <a:lnTo>
                  <a:pt x="16281" y="13474"/>
                </a:lnTo>
                <a:lnTo>
                  <a:pt x="16586" y="13728"/>
                </a:lnTo>
                <a:lnTo>
                  <a:pt x="16510" y="13423"/>
                </a:lnTo>
                <a:lnTo>
                  <a:pt x="16878" y="13474"/>
                </a:lnTo>
                <a:lnTo>
                  <a:pt x="16471" y="13246"/>
                </a:lnTo>
                <a:lnTo>
                  <a:pt x="16484" y="12966"/>
                </a:lnTo>
                <a:lnTo>
                  <a:pt x="4241" y="12966"/>
                </a:lnTo>
                <a:lnTo>
                  <a:pt x="4241" y="13474"/>
                </a:lnTo>
                <a:lnTo>
                  <a:pt x="3949" y="13728"/>
                </a:lnTo>
                <a:lnTo>
                  <a:pt x="3937" y="13855"/>
                </a:lnTo>
                <a:lnTo>
                  <a:pt x="3784" y="13728"/>
                </a:lnTo>
                <a:lnTo>
                  <a:pt x="3962" y="13474"/>
                </a:lnTo>
                <a:lnTo>
                  <a:pt x="3949" y="13728"/>
                </a:lnTo>
                <a:lnTo>
                  <a:pt x="4102" y="13474"/>
                </a:lnTo>
                <a:lnTo>
                  <a:pt x="4241" y="13474"/>
                </a:lnTo>
                <a:lnTo>
                  <a:pt x="4241" y="12966"/>
                </a:lnTo>
                <a:lnTo>
                  <a:pt x="3975" y="12966"/>
                </a:lnTo>
                <a:lnTo>
                  <a:pt x="3987" y="12712"/>
                </a:lnTo>
                <a:lnTo>
                  <a:pt x="18135" y="12712"/>
                </a:lnTo>
                <a:lnTo>
                  <a:pt x="18135" y="12458"/>
                </a:lnTo>
                <a:lnTo>
                  <a:pt x="18605" y="12204"/>
                </a:lnTo>
                <a:lnTo>
                  <a:pt x="19481" y="11950"/>
                </a:lnTo>
                <a:lnTo>
                  <a:pt x="3911" y="11950"/>
                </a:lnTo>
                <a:lnTo>
                  <a:pt x="3911" y="12966"/>
                </a:lnTo>
                <a:lnTo>
                  <a:pt x="3835" y="13093"/>
                </a:lnTo>
                <a:lnTo>
                  <a:pt x="3759" y="12966"/>
                </a:lnTo>
                <a:lnTo>
                  <a:pt x="3606" y="13220"/>
                </a:lnTo>
                <a:lnTo>
                  <a:pt x="3759" y="13220"/>
                </a:lnTo>
                <a:lnTo>
                  <a:pt x="3644" y="13474"/>
                </a:lnTo>
                <a:lnTo>
                  <a:pt x="3492" y="13728"/>
                </a:lnTo>
                <a:lnTo>
                  <a:pt x="3505" y="13220"/>
                </a:lnTo>
                <a:lnTo>
                  <a:pt x="3327" y="13220"/>
                </a:lnTo>
                <a:lnTo>
                  <a:pt x="3683" y="12966"/>
                </a:lnTo>
                <a:lnTo>
                  <a:pt x="3911" y="12966"/>
                </a:lnTo>
                <a:lnTo>
                  <a:pt x="3911" y="11950"/>
                </a:lnTo>
                <a:lnTo>
                  <a:pt x="2959" y="11950"/>
                </a:lnTo>
                <a:lnTo>
                  <a:pt x="3060" y="11696"/>
                </a:lnTo>
                <a:lnTo>
                  <a:pt x="26314" y="11696"/>
                </a:lnTo>
                <a:lnTo>
                  <a:pt x="26289" y="11950"/>
                </a:lnTo>
                <a:lnTo>
                  <a:pt x="27330" y="11950"/>
                </a:lnTo>
                <a:lnTo>
                  <a:pt x="27343" y="11696"/>
                </a:lnTo>
                <a:lnTo>
                  <a:pt x="26327" y="11696"/>
                </a:lnTo>
                <a:lnTo>
                  <a:pt x="26327" y="11315"/>
                </a:lnTo>
                <a:lnTo>
                  <a:pt x="18300" y="11315"/>
                </a:lnTo>
                <a:lnTo>
                  <a:pt x="18313" y="11061"/>
                </a:lnTo>
                <a:lnTo>
                  <a:pt x="18122" y="11239"/>
                </a:lnTo>
                <a:lnTo>
                  <a:pt x="17741" y="11061"/>
                </a:lnTo>
                <a:lnTo>
                  <a:pt x="17551" y="11061"/>
                </a:lnTo>
                <a:lnTo>
                  <a:pt x="17208" y="10934"/>
                </a:lnTo>
                <a:lnTo>
                  <a:pt x="17246" y="11061"/>
                </a:lnTo>
                <a:lnTo>
                  <a:pt x="16903" y="11061"/>
                </a:lnTo>
                <a:lnTo>
                  <a:pt x="16446" y="11061"/>
                </a:lnTo>
                <a:lnTo>
                  <a:pt x="16471" y="11315"/>
                </a:lnTo>
                <a:lnTo>
                  <a:pt x="16306" y="10045"/>
                </a:lnTo>
                <a:lnTo>
                  <a:pt x="16243" y="9537"/>
                </a:lnTo>
                <a:lnTo>
                  <a:pt x="16535" y="9283"/>
                </a:lnTo>
                <a:lnTo>
                  <a:pt x="16827" y="9029"/>
                </a:lnTo>
                <a:lnTo>
                  <a:pt x="17183" y="8775"/>
                </a:lnTo>
                <a:lnTo>
                  <a:pt x="17589" y="8521"/>
                </a:lnTo>
                <a:lnTo>
                  <a:pt x="17919" y="8140"/>
                </a:lnTo>
                <a:lnTo>
                  <a:pt x="18986" y="8140"/>
                </a:lnTo>
                <a:lnTo>
                  <a:pt x="19227" y="8255"/>
                </a:lnTo>
                <a:lnTo>
                  <a:pt x="19799" y="8521"/>
                </a:lnTo>
                <a:lnTo>
                  <a:pt x="19761" y="8966"/>
                </a:lnTo>
                <a:lnTo>
                  <a:pt x="19735" y="9283"/>
                </a:lnTo>
                <a:lnTo>
                  <a:pt x="19304" y="9283"/>
                </a:lnTo>
                <a:lnTo>
                  <a:pt x="19037" y="9283"/>
                </a:lnTo>
                <a:lnTo>
                  <a:pt x="19202" y="9232"/>
                </a:lnTo>
                <a:lnTo>
                  <a:pt x="19748" y="9055"/>
                </a:lnTo>
                <a:lnTo>
                  <a:pt x="19583" y="8775"/>
                </a:lnTo>
                <a:lnTo>
                  <a:pt x="19304" y="8775"/>
                </a:lnTo>
                <a:lnTo>
                  <a:pt x="19151" y="9029"/>
                </a:lnTo>
                <a:lnTo>
                  <a:pt x="18923" y="9283"/>
                </a:lnTo>
                <a:lnTo>
                  <a:pt x="18376" y="9283"/>
                </a:lnTo>
                <a:lnTo>
                  <a:pt x="18237" y="9537"/>
                </a:lnTo>
                <a:lnTo>
                  <a:pt x="17945" y="9537"/>
                </a:lnTo>
                <a:lnTo>
                  <a:pt x="17678" y="9791"/>
                </a:lnTo>
                <a:lnTo>
                  <a:pt x="17335" y="10045"/>
                </a:lnTo>
                <a:lnTo>
                  <a:pt x="17195" y="10299"/>
                </a:lnTo>
                <a:lnTo>
                  <a:pt x="16992" y="10553"/>
                </a:lnTo>
                <a:lnTo>
                  <a:pt x="16941" y="10807"/>
                </a:lnTo>
                <a:lnTo>
                  <a:pt x="17170" y="10807"/>
                </a:lnTo>
                <a:lnTo>
                  <a:pt x="17843" y="10807"/>
                </a:lnTo>
                <a:lnTo>
                  <a:pt x="18097" y="10807"/>
                </a:lnTo>
                <a:lnTo>
                  <a:pt x="17957" y="11061"/>
                </a:lnTo>
                <a:lnTo>
                  <a:pt x="18313" y="11061"/>
                </a:lnTo>
                <a:lnTo>
                  <a:pt x="26339" y="11061"/>
                </a:lnTo>
                <a:lnTo>
                  <a:pt x="26390" y="9029"/>
                </a:lnTo>
                <a:lnTo>
                  <a:pt x="26479" y="8775"/>
                </a:lnTo>
                <a:lnTo>
                  <a:pt x="26581" y="8521"/>
                </a:lnTo>
                <a:lnTo>
                  <a:pt x="26619" y="8140"/>
                </a:lnTo>
                <a:lnTo>
                  <a:pt x="26682" y="7632"/>
                </a:lnTo>
                <a:lnTo>
                  <a:pt x="26911" y="7632"/>
                </a:lnTo>
                <a:lnTo>
                  <a:pt x="26911" y="8013"/>
                </a:lnTo>
                <a:lnTo>
                  <a:pt x="27051" y="7886"/>
                </a:lnTo>
                <a:lnTo>
                  <a:pt x="27266" y="8140"/>
                </a:lnTo>
                <a:lnTo>
                  <a:pt x="27139" y="8394"/>
                </a:lnTo>
                <a:lnTo>
                  <a:pt x="26873" y="8521"/>
                </a:lnTo>
                <a:lnTo>
                  <a:pt x="27076" y="8521"/>
                </a:lnTo>
                <a:lnTo>
                  <a:pt x="27406" y="8521"/>
                </a:lnTo>
                <a:lnTo>
                  <a:pt x="27355" y="11061"/>
                </a:lnTo>
                <a:lnTo>
                  <a:pt x="27520" y="11061"/>
                </a:lnTo>
                <a:lnTo>
                  <a:pt x="27647" y="9029"/>
                </a:lnTo>
                <a:lnTo>
                  <a:pt x="27660" y="8775"/>
                </a:lnTo>
                <a:lnTo>
                  <a:pt x="27940" y="8775"/>
                </a:lnTo>
                <a:lnTo>
                  <a:pt x="28168" y="8775"/>
                </a:lnTo>
                <a:lnTo>
                  <a:pt x="28371" y="8775"/>
                </a:lnTo>
                <a:lnTo>
                  <a:pt x="28295" y="9029"/>
                </a:lnTo>
                <a:lnTo>
                  <a:pt x="28600" y="9029"/>
                </a:lnTo>
                <a:lnTo>
                  <a:pt x="28575" y="9537"/>
                </a:lnTo>
                <a:lnTo>
                  <a:pt x="28854" y="9283"/>
                </a:lnTo>
                <a:lnTo>
                  <a:pt x="28841" y="8775"/>
                </a:lnTo>
                <a:lnTo>
                  <a:pt x="28968" y="8521"/>
                </a:lnTo>
                <a:lnTo>
                  <a:pt x="29032" y="8280"/>
                </a:lnTo>
                <a:lnTo>
                  <a:pt x="29222" y="8648"/>
                </a:lnTo>
                <a:lnTo>
                  <a:pt x="29400" y="8521"/>
                </a:lnTo>
                <a:lnTo>
                  <a:pt x="29654" y="8521"/>
                </a:lnTo>
                <a:lnTo>
                  <a:pt x="29781" y="8140"/>
                </a:lnTo>
                <a:lnTo>
                  <a:pt x="29870" y="7886"/>
                </a:lnTo>
                <a:lnTo>
                  <a:pt x="29819" y="6870"/>
                </a:lnTo>
                <a:lnTo>
                  <a:pt x="27673" y="6870"/>
                </a:lnTo>
                <a:lnTo>
                  <a:pt x="27673" y="8140"/>
                </a:lnTo>
                <a:lnTo>
                  <a:pt x="27406" y="8267"/>
                </a:lnTo>
                <a:lnTo>
                  <a:pt x="27406" y="8140"/>
                </a:lnTo>
                <a:lnTo>
                  <a:pt x="27673" y="8140"/>
                </a:lnTo>
                <a:lnTo>
                  <a:pt x="27673" y="6870"/>
                </a:lnTo>
                <a:lnTo>
                  <a:pt x="20180" y="6870"/>
                </a:lnTo>
                <a:lnTo>
                  <a:pt x="20180" y="8775"/>
                </a:lnTo>
                <a:lnTo>
                  <a:pt x="19964" y="8521"/>
                </a:lnTo>
                <a:lnTo>
                  <a:pt x="20142" y="8521"/>
                </a:lnTo>
                <a:lnTo>
                  <a:pt x="20180" y="8775"/>
                </a:lnTo>
                <a:lnTo>
                  <a:pt x="20180" y="6870"/>
                </a:lnTo>
                <a:lnTo>
                  <a:pt x="3022" y="6870"/>
                </a:lnTo>
                <a:lnTo>
                  <a:pt x="2870" y="7035"/>
                </a:lnTo>
                <a:lnTo>
                  <a:pt x="2870" y="6870"/>
                </a:lnTo>
                <a:lnTo>
                  <a:pt x="2641" y="6870"/>
                </a:lnTo>
                <a:lnTo>
                  <a:pt x="2540" y="7124"/>
                </a:lnTo>
                <a:lnTo>
                  <a:pt x="2667" y="7124"/>
                </a:lnTo>
                <a:lnTo>
                  <a:pt x="3124" y="7378"/>
                </a:lnTo>
                <a:lnTo>
                  <a:pt x="2997" y="7632"/>
                </a:lnTo>
                <a:lnTo>
                  <a:pt x="2933" y="7378"/>
                </a:lnTo>
                <a:lnTo>
                  <a:pt x="2844" y="9410"/>
                </a:lnTo>
                <a:lnTo>
                  <a:pt x="2413" y="9283"/>
                </a:lnTo>
                <a:lnTo>
                  <a:pt x="2806" y="9283"/>
                </a:lnTo>
                <a:lnTo>
                  <a:pt x="2844" y="9410"/>
                </a:lnTo>
                <a:lnTo>
                  <a:pt x="2844" y="7378"/>
                </a:lnTo>
                <a:lnTo>
                  <a:pt x="2692" y="7378"/>
                </a:lnTo>
                <a:lnTo>
                  <a:pt x="2667" y="7124"/>
                </a:lnTo>
                <a:lnTo>
                  <a:pt x="2298" y="7315"/>
                </a:lnTo>
                <a:lnTo>
                  <a:pt x="2286" y="6997"/>
                </a:lnTo>
                <a:lnTo>
                  <a:pt x="2298" y="7124"/>
                </a:lnTo>
                <a:lnTo>
                  <a:pt x="2451" y="6870"/>
                </a:lnTo>
                <a:lnTo>
                  <a:pt x="2628" y="6870"/>
                </a:lnTo>
                <a:lnTo>
                  <a:pt x="2260" y="6692"/>
                </a:lnTo>
                <a:lnTo>
                  <a:pt x="3086" y="6616"/>
                </a:lnTo>
                <a:lnTo>
                  <a:pt x="3136" y="6362"/>
                </a:lnTo>
                <a:lnTo>
                  <a:pt x="3390" y="6616"/>
                </a:lnTo>
                <a:lnTo>
                  <a:pt x="29806" y="6616"/>
                </a:lnTo>
                <a:lnTo>
                  <a:pt x="29743" y="5600"/>
                </a:lnTo>
                <a:lnTo>
                  <a:pt x="30276" y="5600"/>
                </a:lnTo>
                <a:lnTo>
                  <a:pt x="30822" y="5740"/>
                </a:lnTo>
                <a:lnTo>
                  <a:pt x="30619" y="5600"/>
                </a:lnTo>
                <a:lnTo>
                  <a:pt x="33337" y="5600"/>
                </a:lnTo>
                <a:lnTo>
                  <a:pt x="20993" y="5092"/>
                </a:lnTo>
                <a:lnTo>
                  <a:pt x="27178" y="5092"/>
                </a:lnTo>
                <a:lnTo>
                  <a:pt x="27305" y="3822"/>
                </a:lnTo>
                <a:lnTo>
                  <a:pt x="27889" y="3822"/>
                </a:lnTo>
                <a:lnTo>
                  <a:pt x="27889" y="3695"/>
                </a:lnTo>
                <a:lnTo>
                  <a:pt x="27533" y="3695"/>
                </a:lnTo>
                <a:lnTo>
                  <a:pt x="27178" y="3187"/>
                </a:lnTo>
                <a:lnTo>
                  <a:pt x="26454" y="3695"/>
                </a:lnTo>
                <a:lnTo>
                  <a:pt x="26530" y="3187"/>
                </a:lnTo>
                <a:lnTo>
                  <a:pt x="26581" y="2806"/>
                </a:lnTo>
                <a:lnTo>
                  <a:pt x="26771" y="2679"/>
                </a:lnTo>
                <a:lnTo>
                  <a:pt x="25412" y="2679"/>
                </a:lnTo>
                <a:lnTo>
                  <a:pt x="25539" y="1663"/>
                </a:lnTo>
                <a:lnTo>
                  <a:pt x="24815" y="1155"/>
                </a:lnTo>
                <a:lnTo>
                  <a:pt x="24930" y="393"/>
                </a:lnTo>
                <a:lnTo>
                  <a:pt x="24155" y="393"/>
                </a:lnTo>
                <a:lnTo>
                  <a:pt x="19507" y="3695"/>
                </a:lnTo>
                <a:lnTo>
                  <a:pt x="18783" y="3695"/>
                </a:lnTo>
                <a:lnTo>
                  <a:pt x="12877" y="5092"/>
                </a:lnTo>
                <a:lnTo>
                  <a:pt x="4927" y="5600"/>
                </a:lnTo>
                <a:lnTo>
                  <a:pt x="2349" y="5854"/>
                </a:lnTo>
                <a:lnTo>
                  <a:pt x="2565" y="5854"/>
                </a:lnTo>
                <a:lnTo>
                  <a:pt x="2489" y="5981"/>
                </a:lnTo>
                <a:lnTo>
                  <a:pt x="2349" y="5854"/>
                </a:lnTo>
                <a:lnTo>
                  <a:pt x="1460" y="5854"/>
                </a:lnTo>
                <a:lnTo>
                  <a:pt x="2425" y="6083"/>
                </a:lnTo>
                <a:lnTo>
                  <a:pt x="2108" y="6108"/>
                </a:lnTo>
                <a:lnTo>
                  <a:pt x="1930" y="6362"/>
                </a:lnTo>
                <a:lnTo>
                  <a:pt x="1689" y="6362"/>
                </a:lnTo>
                <a:lnTo>
                  <a:pt x="1790" y="6870"/>
                </a:lnTo>
                <a:lnTo>
                  <a:pt x="2108" y="7124"/>
                </a:lnTo>
                <a:lnTo>
                  <a:pt x="2273" y="7340"/>
                </a:lnTo>
                <a:lnTo>
                  <a:pt x="2628" y="7378"/>
                </a:lnTo>
                <a:lnTo>
                  <a:pt x="2667" y="7632"/>
                </a:lnTo>
                <a:lnTo>
                  <a:pt x="2387" y="7378"/>
                </a:lnTo>
                <a:lnTo>
                  <a:pt x="2527" y="7632"/>
                </a:lnTo>
                <a:lnTo>
                  <a:pt x="2146" y="7759"/>
                </a:lnTo>
                <a:lnTo>
                  <a:pt x="1968" y="7632"/>
                </a:lnTo>
                <a:lnTo>
                  <a:pt x="1968" y="7810"/>
                </a:lnTo>
                <a:lnTo>
                  <a:pt x="1714" y="7886"/>
                </a:lnTo>
                <a:lnTo>
                  <a:pt x="1993" y="8521"/>
                </a:lnTo>
                <a:lnTo>
                  <a:pt x="2032" y="8775"/>
                </a:lnTo>
                <a:lnTo>
                  <a:pt x="1625" y="8775"/>
                </a:lnTo>
                <a:lnTo>
                  <a:pt x="2311" y="9029"/>
                </a:lnTo>
                <a:lnTo>
                  <a:pt x="2082" y="9029"/>
                </a:lnTo>
                <a:lnTo>
                  <a:pt x="2209" y="9283"/>
                </a:lnTo>
                <a:lnTo>
                  <a:pt x="2273" y="9791"/>
                </a:lnTo>
                <a:lnTo>
                  <a:pt x="2730" y="9791"/>
                </a:lnTo>
                <a:lnTo>
                  <a:pt x="2628" y="10553"/>
                </a:lnTo>
                <a:lnTo>
                  <a:pt x="2895" y="10807"/>
                </a:lnTo>
                <a:lnTo>
                  <a:pt x="2832" y="11696"/>
                </a:lnTo>
                <a:lnTo>
                  <a:pt x="2794" y="11823"/>
                </a:lnTo>
                <a:lnTo>
                  <a:pt x="2819" y="11696"/>
                </a:lnTo>
                <a:lnTo>
                  <a:pt x="2832" y="10871"/>
                </a:lnTo>
                <a:lnTo>
                  <a:pt x="2755" y="11950"/>
                </a:lnTo>
                <a:lnTo>
                  <a:pt x="2578" y="11950"/>
                </a:lnTo>
                <a:lnTo>
                  <a:pt x="2654" y="12204"/>
                </a:lnTo>
                <a:lnTo>
                  <a:pt x="2692" y="12331"/>
                </a:lnTo>
                <a:lnTo>
                  <a:pt x="2273" y="12204"/>
                </a:lnTo>
                <a:lnTo>
                  <a:pt x="2273" y="11950"/>
                </a:lnTo>
                <a:lnTo>
                  <a:pt x="2540" y="11709"/>
                </a:lnTo>
                <a:lnTo>
                  <a:pt x="2755" y="11950"/>
                </a:lnTo>
                <a:lnTo>
                  <a:pt x="2755" y="10922"/>
                </a:lnTo>
                <a:lnTo>
                  <a:pt x="2120" y="11442"/>
                </a:lnTo>
                <a:lnTo>
                  <a:pt x="2120" y="13982"/>
                </a:lnTo>
                <a:lnTo>
                  <a:pt x="1727" y="13982"/>
                </a:lnTo>
                <a:lnTo>
                  <a:pt x="1663" y="14224"/>
                </a:lnTo>
                <a:lnTo>
                  <a:pt x="1600" y="13982"/>
                </a:lnTo>
                <a:lnTo>
                  <a:pt x="1511" y="13728"/>
                </a:lnTo>
                <a:lnTo>
                  <a:pt x="2120" y="13982"/>
                </a:lnTo>
                <a:lnTo>
                  <a:pt x="2120" y="11442"/>
                </a:lnTo>
                <a:lnTo>
                  <a:pt x="1790" y="11696"/>
                </a:lnTo>
                <a:lnTo>
                  <a:pt x="254" y="13474"/>
                </a:lnTo>
                <a:lnTo>
                  <a:pt x="393" y="13474"/>
                </a:lnTo>
                <a:lnTo>
                  <a:pt x="469" y="13728"/>
                </a:lnTo>
                <a:lnTo>
                  <a:pt x="533" y="13982"/>
                </a:lnTo>
                <a:lnTo>
                  <a:pt x="596" y="14236"/>
                </a:lnTo>
                <a:lnTo>
                  <a:pt x="660" y="14490"/>
                </a:lnTo>
                <a:lnTo>
                  <a:pt x="762" y="14871"/>
                </a:lnTo>
                <a:lnTo>
                  <a:pt x="825" y="15125"/>
                </a:lnTo>
                <a:lnTo>
                  <a:pt x="889" y="15379"/>
                </a:lnTo>
                <a:lnTo>
                  <a:pt x="1143" y="15125"/>
                </a:lnTo>
                <a:lnTo>
                  <a:pt x="1041" y="14236"/>
                </a:lnTo>
                <a:lnTo>
                  <a:pt x="1231" y="14376"/>
                </a:lnTo>
                <a:lnTo>
                  <a:pt x="1308" y="14236"/>
                </a:lnTo>
                <a:lnTo>
                  <a:pt x="1663" y="14236"/>
                </a:lnTo>
                <a:lnTo>
                  <a:pt x="1866" y="14490"/>
                </a:lnTo>
                <a:lnTo>
                  <a:pt x="1612" y="14871"/>
                </a:lnTo>
                <a:lnTo>
                  <a:pt x="1943" y="15125"/>
                </a:lnTo>
                <a:lnTo>
                  <a:pt x="1752" y="15125"/>
                </a:lnTo>
                <a:lnTo>
                  <a:pt x="1435" y="14871"/>
                </a:lnTo>
                <a:lnTo>
                  <a:pt x="1308" y="15125"/>
                </a:lnTo>
                <a:lnTo>
                  <a:pt x="1473" y="15125"/>
                </a:lnTo>
                <a:lnTo>
                  <a:pt x="1625" y="15125"/>
                </a:lnTo>
                <a:lnTo>
                  <a:pt x="1981" y="15379"/>
                </a:lnTo>
                <a:lnTo>
                  <a:pt x="1765" y="15379"/>
                </a:lnTo>
                <a:lnTo>
                  <a:pt x="1892" y="15633"/>
                </a:lnTo>
                <a:lnTo>
                  <a:pt x="1473" y="15836"/>
                </a:lnTo>
                <a:lnTo>
                  <a:pt x="1397" y="16205"/>
                </a:lnTo>
                <a:lnTo>
                  <a:pt x="1689" y="16065"/>
                </a:lnTo>
                <a:lnTo>
                  <a:pt x="1524" y="16078"/>
                </a:lnTo>
                <a:lnTo>
                  <a:pt x="1485" y="15887"/>
                </a:lnTo>
                <a:lnTo>
                  <a:pt x="1917" y="15887"/>
                </a:lnTo>
                <a:lnTo>
                  <a:pt x="1917" y="16141"/>
                </a:lnTo>
                <a:lnTo>
                  <a:pt x="1905" y="17030"/>
                </a:lnTo>
                <a:lnTo>
                  <a:pt x="1663" y="16903"/>
                </a:lnTo>
                <a:lnTo>
                  <a:pt x="1790" y="16903"/>
                </a:lnTo>
                <a:lnTo>
                  <a:pt x="1905" y="17030"/>
                </a:lnTo>
                <a:lnTo>
                  <a:pt x="1905" y="16141"/>
                </a:lnTo>
                <a:lnTo>
                  <a:pt x="1574" y="16141"/>
                </a:lnTo>
                <a:lnTo>
                  <a:pt x="1651" y="16395"/>
                </a:lnTo>
                <a:lnTo>
                  <a:pt x="1409" y="16395"/>
                </a:lnTo>
                <a:lnTo>
                  <a:pt x="1371" y="15887"/>
                </a:lnTo>
                <a:lnTo>
                  <a:pt x="1333" y="15125"/>
                </a:lnTo>
                <a:lnTo>
                  <a:pt x="1231" y="15379"/>
                </a:lnTo>
                <a:lnTo>
                  <a:pt x="889" y="15379"/>
                </a:lnTo>
                <a:lnTo>
                  <a:pt x="952" y="15633"/>
                </a:lnTo>
                <a:lnTo>
                  <a:pt x="1016" y="15887"/>
                </a:lnTo>
                <a:lnTo>
                  <a:pt x="1092" y="16141"/>
                </a:lnTo>
                <a:lnTo>
                  <a:pt x="1168" y="16395"/>
                </a:lnTo>
                <a:lnTo>
                  <a:pt x="1257" y="16649"/>
                </a:lnTo>
                <a:lnTo>
                  <a:pt x="1409" y="16903"/>
                </a:lnTo>
                <a:lnTo>
                  <a:pt x="2082" y="17665"/>
                </a:lnTo>
                <a:lnTo>
                  <a:pt x="2743" y="18300"/>
                </a:lnTo>
                <a:lnTo>
                  <a:pt x="3187" y="18300"/>
                </a:lnTo>
                <a:lnTo>
                  <a:pt x="3505" y="18554"/>
                </a:lnTo>
                <a:lnTo>
                  <a:pt x="4762" y="18554"/>
                </a:lnTo>
                <a:lnTo>
                  <a:pt x="4711" y="18808"/>
                </a:lnTo>
                <a:lnTo>
                  <a:pt x="4610" y="19316"/>
                </a:lnTo>
                <a:lnTo>
                  <a:pt x="5232" y="20078"/>
                </a:lnTo>
                <a:lnTo>
                  <a:pt x="5930" y="19824"/>
                </a:lnTo>
                <a:lnTo>
                  <a:pt x="6057" y="20078"/>
                </a:lnTo>
                <a:lnTo>
                  <a:pt x="6413" y="20078"/>
                </a:lnTo>
                <a:lnTo>
                  <a:pt x="6426" y="20281"/>
                </a:lnTo>
                <a:lnTo>
                  <a:pt x="6718" y="20078"/>
                </a:lnTo>
                <a:lnTo>
                  <a:pt x="6604" y="20332"/>
                </a:lnTo>
                <a:lnTo>
                  <a:pt x="6438" y="20332"/>
                </a:lnTo>
                <a:lnTo>
                  <a:pt x="6477" y="20586"/>
                </a:lnTo>
                <a:lnTo>
                  <a:pt x="6870" y="20332"/>
                </a:lnTo>
                <a:lnTo>
                  <a:pt x="6985" y="20586"/>
                </a:lnTo>
                <a:lnTo>
                  <a:pt x="7213" y="20332"/>
                </a:lnTo>
                <a:lnTo>
                  <a:pt x="7086" y="20078"/>
                </a:lnTo>
                <a:lnTo>
                  <a:pt x="6908" y="20078"/>
                </a:lnTo>
                <a:lnTo>
                  <a:pt x="7035" y="19824"/>
                </a:lnTo>
                <a:lnTo>
                  <a:pt x="6769" y="19570"/>
                </a:lnTo>
                <a:lnTo>
                  <a:pt x="6629" y="19824"/>
                </a:lnTo>
                <a:lnTo>
                  <a:pt x="6629" y="19570"/>
                </a:lnTo>
                <a:lnTo>
                  <a:pt x="6731" y="19062"/>
                </a:lnTo>
                <a:lnTo>
                  <a:pt x="6604" y="19062"/>
                </a:lnTo>
                <a:lnTo>
                  <a:pt x="6654" y="18808"/>
                </a:lnTo>
                <a:lnTo>
                  <a:pt x="6794" y="18808"/>
                </a:lnTo>
                <a:lnTo>
                  <a:pt x="6946" y="18554"/>
                </a:lnTo>
                <a:lnTo>
                  <a:pt x="5994" y="18948"/>
                </a:lnTo>
                <a:lnTo>
                  <a:pt x="5943" y="19570"/>
                </a:lnTo>
                <a:lnTo>
                  <a:pt x="5892" y="19062"/>
                </a:lnTo>
                <a:lnTo>
                  <a:pt x="5715" y="19062"/>
                </a:lnTo>
                <a:lnTo>
                  <a:pt x="5765" y="18300"/>
                </a:lnTo>
                <a:lnTo>
                  <a:pt x="5537" y="18453"/>
                </a:lnTo>
                <a:lnTo>
                  <a:pt x="5537" y="18046"/>
                </a:lnTo>
                <a:lnTo>
                  <a:pt x="5537" y="17665"/>
                </a:lnTo>
                <a:lnTo>
                  <a:pt x="5943" y="17665"/>
                </a:lnTo>
                <a:lnTo>
                  <a:pt x="6096" y="18046"/>
                </a:lnTo>
                <a:lnTo>
                  <a:pt x="6667" y="17665"/>
                </a:lnTo>
                <a:lnTo>
                  <a:pt x="7366" y="17665"/>
                </a:lnTo>
                <a:lnTo>
                  <a:pt x="7239" y="17919"/>
                </a:lnTo>
                <a:lnTo>
                  <a:pt x="7645" y="17665"/>
                </a:lnTo>
                <a:lnTo>
                  <a:pt x="7797" y="17983"/>
                </a:lnTo>
                <a:lnTo>
                  <a:pt x="7442" y="18021"/>
                </a:lnTo>
                <a:lnTo>
                  <a:pt x="7150" y="18300"/>
                </a:lnTo>
                <a:lnTo>
                  <a:pt x="7048" y="18453"/>
                </a:lnTo>
                <a:lnTo>
                  <a:pt x="7467" y="18211"/>
                </a:lnTo>
                <a:lnTo>
                  <a:pt x="7975" y="18008"/>
                </a:lnTo>
                <a:lnTo>
                  <a:pt x="8432" y="18046"/>
                </a:lnTo>
                <a:lnTo>
                  <a:pt x="8788" y="18122"/>
                </a:lnTo>
                <a:lnTo>
                  <a:pt x="8636" y="18046"/>
                </a:lnTo>
                <a:lnTo>
                  <a:pt x="9067" y="18046"/>
                </a:lnTo>
                <a:lnTo>
                  <a:pt x="9448" y="18427"/>
                </a:lnTo>
                <a:lnTo>
                  <a:pt x="9169" y="18300"/>
                </a:lnTo>
                <a:lnTo>
                  <a:pt x="9169" y="18554"/>
                </a:lnTo>
                <a:lnTo>
                  <a:pt x="9347" y="18554"/>
                </a:lnTo>
                <a:lnTo>
                  <a:pt x="9525" y="18808"/>
                </a:lnTo>
                <a:lnTo>
                  <a:pt x="10033" y="18808"/>
                </a:lnTo>
                <a:lnTo>
                  <a:pt x="10198" y="19062"/>
                </a:lnTo>
                <a:lnTo>
                  <a:pt x="10388" y="19062"/>
                </a:lnTo>
                <a:lnTo>
                  <a:pt x="10490" y="19316"/>
                </a:lnTo>
                <a:lnTo>
                  <a:pt x="10858" y="19316"/>
                </a:lnTo>
                <a:lnTo>
                  <a:pt x="11455" y="19570"/>
                </a:lnTo>
                <a:lnTo>
                  <a:pt x="11150" y="19570"/>
                </a:lnTo>
                <a:lnTo>
                  <a:pt x="11557" y="19824"/>
                </a:lnTo>
                <a:lnTo>
                  <a:pt x="11772" y="19824"/>
                </a:lnTo>
                <a:lnTo>
                  <a:pt x="12014" y="19939"/>
                </a:lnTo>
                <a:lnTo>
                  <a:pt x="12230" y="19824"/>
                </a:lnTo>
                <a:lnTo>
                  <a:pt x="12204" y="20015"/>
                </a:lnTo>
                <a:lnTo>
                  <a:pt x="12382" y="20078"/>
                </a:lnTo>
                <a:lnTo>
                  <a:pt x="12560" y="20078"/>
                </a:lnTo>
                <a:lnTo>
                  <a:pt x="13017" y="20332"/>
                </a:lnTo>
                <a:lnTo>
                  <a:pt x="13195" y="20586"/>
                </a:lnTo>
                <a:lnTo>
                  <a:pt x="12979" y="20586"/>
                </a:lnTo>
                <a:lnTo>
                  <a:pt x="13258" y="20840"/>
                </a:lnTo>
                <a:lnTo>
                  <a:pt x="12954" y="20840"/>
                </a:lnTo>
                <a:lnTo>
                  <a:pt x="13030" y="21221"/>
                </a:lnTo>
                <a:lnTo>
                  <a:pt x="12458" y="21221"/>
                </a:lnTo>
                <a:lnTo>
                  <a:pt x="12458" y="21729"/>
                </a:lnTo>
                <a:lnTo>
                  <a:pt x="11696" y="21983"/>
                </a:lnTo>
                <a:lnTo>
                  <a:pt x="11455" y="21729"/>
                </a:lnTo>
                <a:lnTo>
                  <a:pt x="12458" y="21729"/>
                </a:lnTo>
                <a:lnTo>
                  <a:pt x="12458" y="21221"/>
                </a:lnTo>
                <a:lnTo>
                  <a:pt x="10960" y="21221"/>
                </a:lnTo>
                <a:lnTo>
                  <a:pt x="10960" y="21729"/>
                </a:lnTo>
                <a:lnTo>
                  <a:pt x="10883" y="21983"/>
                </a:lnTo>
                <a:lnTo>
                  <a:pt x="10020" y="21729"/>
                </a:lnTo>
                <a:lnTo>
                  <a:pt x="10960" y="21729"/>
                </a:lnTo>
                <a:lnTo>
                  <a:pt x="10960" y="21221"/>
                </a:lnTo>
                <a:lnTo>
                  <a:pt x="10109" y="21221"/>
                </a:lnTo>
                <a:lnTo>
                  <a:pt x="6858" y="23507"/>
                </a:lnTo>
                <a:lnTo>
                  <a:pt x="7112" y="23507"/>
                </a:lnTo>
                <a:lnTo>
                  <a:pt x="7556" y="24269"/>
                </a:lnTo>
                <a:lnTo>
                  <a:pt x="7632" y="24396"/>
                </a:lnTo>
                <a:lnTo>
                  <a:pt x="7708" y="24523"/>
                </a:lnTo>
                <a:lnTo>
                  <a:pt x="7772" y="24650"/>
                </a:lnTo>
                <a:lnTo>
                  <a:pt x="8229" y="25412"/>
                </a:lnTo>
                <a:lnTo>
                  <a:pt x="8293" y="25539"/>
                </a:lnTo>
                <a:lnTo>
                  <a:pt x="8369" y="25666"/>
                </a:lnTo>
                <a:lnTo>
                  <a:pt x="8648" y="25920"/>
                </a:lnTo>
                <a:lnTo>
                  <a:pt x="8724" y="26047"/>
                </a:lnTo>
                <a:lnTo>
                  <a:pt x="8940" y="26047"/>
                </a:lnTo>
                <a:lnTo>
                  <a:pt x="9004" y="26301"/>
                </a:lnTo>
                <a:lnTo>
                  <a:pt x="9855" y="26301"/>
                </a:lnTo>
                <a:lnTo>
                  <a:pt x="9766" y="25158"/>
                </a:lnTo>
                <a:lnTo>
                  <a:pt x="9766" y="25031"/>
                </a:lnTo>
                <a:lnTo>
                  <a:pt x="9499" y="25158"/>
                </a:lnTo>
                <a:lnTo>
                  <a:pt x="9461" y="25031"/>
                </a:lnTo>
                <a:lnTo>
                  <a:pt x="9245" y="24904"/>
                </a:lnTo>
                <a:lnTo>
                  <a:pt x="9271" y="23761"/>
                </a:lnTo>
                <a:lnTo>
                  <a:pt x="8890" y="23761"/>
                </a:lnTo>
                <a:lnTo>
                  <a:pt x="9042" y="23507"/>
                </a:lnTo>
                <a:lnTo>
                  <a:pt x="9042" y="23253"/>
                </a:lnTo>
                <a:lnTo>
                  <a:pt x="9207" y="23253"/>
                </a:lnTo>
                <a:lnTo>
                  <a:pt x="9385" y="22999"/>
                </a:lnTo>
                <a:lnTo>
                  <a:pt x="9893" y="22491"/>
                </a:lnTo>
                <a:lnTo>
                  <a:pt x="10439" y="22491"/>
                </a:lnTo>
                <a:lnTo>
                  <a:pt x="10706" y="22237"/>
                </a:lnTo>
                <a:lnTo>
                  <a:pt x="10934" y="22237"/>
                </a:lnTo>
                <a:lnTo>
                  <a:pt x="11747" y="22237"/>
                </a:lnTo>
                <a:lnTo>
                  <a:pt x="11938" y="22237"/>
                </a:lnTo>
                <a:lnTo>
                  <a:pt x="12192" y="22491"/>
                </a:lnTo>
                <a:lnTo>
                  <a:pt x="12026" y="22491"/>
                </a:lnTo>
                <a:lnTo>
                  <a:pt x="11963" y="22745"/>
                </a:lnTo>
                <a:lnTo>
                  <a:pt x="11557" y="22999"/>
                </a:lnTo>
                <a:lnTo>
                  <a:pt x="11760" y="22999"/>
                </a:lnTo>
                <a:lnTo>
                  <a:pt x="11836" y="24269"/>
                </a:lnTo>
                <a:lnTo>
                  <a:pt x="11925" y="25031"/>
                </a:lnTo>
                <a:lnTo>
                  <a:pt x="12877" y="25285"/>
                </a:lnTo>
                <a:lnTo>
                  <a:pt x="12788" y="25031"/>
                </a:lnTo>
                <a:lnTo>
                  <a:pt x="12306" y="25031"/>
                </a:lnTo>
                <a:lnTo>
                  <a:pt x="12357" y="24650"/>
                </a:lnTo>
                <a:lnTo>
                  <a:pt x="12065" y="24650"/>
                </a:lnTo>
                <a:lnTo>
                  <a:pt x="12179" y="24396"/>
                </a:lnTo>
                <a:lnTo>
                  <a:pt x="12242" y="24523"/>
                </a:lnTo>
                <a:lnTo>
                  <a:pt x="12369" y="24523"/>
                </a:lnTo>
                <a:lnTo>
                  <a:pt x="12369" y="24396"/>
                </a:lnTo>
                <a:lnTo>
                  <a:pt x="12369" y="24015"/>
                </a:lnTo>
                <a:lnTo>
                  <a:pt x="12471" y="24523"/>
                </a:lnTo>
                <a:lnTo>
                  <a:pt x="12585" y="24777"/>
                </a:lnTo>
                <a:lnTo>
                  <a:pt x="12674" y="24396"/>
                </a:lnTo>
                <a:lnTo>
                  <a:pt x="12738" y="24015"/>
                </a:lnTo>
                <a:lnTo>
                  <a:pt x="12865" y="24015"/>
                </a:lnTo>
                <a:lnTo>
                  <a:pt x="13030" y="24269"/>
                </a:lnTo>
                <a:lnTo>
                  <a:pt x="13373" y="24523"/>
                </a:lnTo>
                <a:lnTo>
                  <a:pt x="13398" y="24015"/>
                </a:lnTo>
                <a:lnTo>
                  <a:pt x="13639" y="24015"/>
                </a:lnTo>
                <a:lnTo>
                  <a:pt x="13766" y="23761"/>
                </a:lnTo>
                <a:lnTo>
                  <a:pt x="13906" y="24015"/>
                </a:lnTo>
                <a:lnTo>
                  <a:pt x="14160" y="24269"/>
                </a:lnTo>
                <a:lnTo>
                  <a:pt x="14236" y="24396"/>
                </a:lnTo>
                <a:lnTo>
                  <a:pt x="14300" y="24523"/>
                </a:lnTo>
                <a:lnTo>
                  <a:pt x="14376" y="24650"/>
                </a:lnTo>
                <a:lnTo>
                  <a:pt x="14439" y="24523"/>
                </a:lnTo>
                <a:lnTo>
                  <a:pt x="14516" y="24396"/>
                </a:lnTo>
                <a:lnTo>
                  <a:pt x="14579" y="24269"/>
                </a:lnTo>
                <a:lnTo>
                  <a:pt x="14109" y="24015"/>
                </a:lnTo>
                <a:lnTo>
                  <a:pt x="14084" y="23507"/>
                </a:lnTo>
                <a:lnTo>
                  <a:pt x="14071" y="23253"/>
                </a:lnTo>
                <a:lnTo>
                  <a:pt x="13652" y="23253"/>
                </a:lnTo>
                <a:lnTo>
                  <a:pt x="13652" y="23507"/>
                </a:lnTo>
                <a:lnTo>
                  <a:pt x="13601" y="23761"/>
                </a:lnTo>
                <a:lnTo>
                  <a:pt x="13652" y="23507"/>
                </a:lnTo>
                <a:lnTo>
                  <a:pt x="13652" y="23253"/>
                </a:lnTo>
                <a:lnTo>
                  <a:pt x="13576" y="22999"/>
                </a:lnTo>
                <a:lnTo>
                  <a:pt x="14084" y="22999"/>
                </a:lnTo>
                <a:lnTo>
                  <a:pt x="14173" y="23253"/>
                </a:lnTo>
                <a:lnTo>
                  <a:pt x="15138" y="23253"/>
                </a:lnTo>
                <a:lnTo>
                  <a:pt x="15214" y="22999"/>
                </a:lnTo>
                <a:lnTo>
                  <a:pt x="17411" y="22999"/>
                </a:lnTo>
                <a:lnTo>
                  <a:pt x="17335" y="22237"/>
                </a:lnTo>
                <a:lnTo>
                  <a:pt x="17056" y="21983"/>
                </a:lnTo>
                <a:lnTo>
                  <a:pt x="17056" y="22237"/>
                </a:lnTo>
                <a:lnTo>
                  <a:pt x="15405" y="22237"/>
                </a:lnTo>
                <a:lnTo>
                  <a:pt x="15328" y="21983"/>
                </a:lnTo>
                <a:lnTo>
                  <a:pt x="15227" y="22237"/>
                </a:lnTo>
                <a:lnTo>
                  <a:pt x="14732" y="22237"/>
                </a:lnTo>
                <a:lnTo>
                  <a:pt x="14859" y="22491"/>
                </a:lnTo>
                <a:lnTo>
                  <a:pt x="15011" y="22491"/>
                </a:lnTo>
                <a:lnTo>
                  <a:pt x="15138" y="22745"/>
                </a:lnTo>
                <a:lnTo>
                  <a:pt x="15163" y="22999"/>
                </a:lnTo>
                <a:lnTo>
                  <a:pt x="14808" y="22999"/>
                </a:lnTo>
                <a:lnTo>
                  <a:pt x="14249" y="22745"/>
                </a:lnTo>
                <a:lnTo>
                  <a:pt x="14401" y="22999"/>
                </a:lnTo>
                <a:lnTo>
                  <a:pt x="14173" y="22999"/>
                </a:lnTo>
                <a:lnTo>
                  <a:pt x="14249" y="22745"/>
                </a:lnTo>
                <a:lnTo>
                  <a:pt x="14541" y="22745"/>
                </a:lnTo>
                <a:lnTo>
                  <a:pt x="14643" y="22237"/>
                </a:lnTo>
                <a:lnTo>
                  <a:pt x="14414" y="22034"/>
                </a:lnTo>
                <a:lnTo>
                  <a:pt x="14097" y="21729"/>
                </a:lnTo>
                <a:lnTo>
                  <a:pt x="14478" y="21729"/>
                </a:lnTo>
                <a:lnTo>
                  <a:pt x="14782" y="21729"/>
                </a:lnTo>
                <a:lnTo>
                  <a:pt x="15252" y="21729"/>
                </a:lnTo>
                <a:lnTo>
                  <a:pt x="15176" y="21475"/>
                </a:lnTo>
                <a:lnTo>
                  <a:pt x="15570" y="21221"/>
                </a:lnTo>
                <a:lnTo>
                  <a:pt x="16027" y="20332"/>
                </a:lnTo>
                <a:lnTo>
                  <a:pt x="17018" y="20332"/>
                </a:lnTo>
                <a:lnTo>
                  <a:pt x="16738" y="20078"/>
                </a:lnTo>
                <a:lnTo>
                  <a:pt x="16814" y="19824"/>
                </a:lnTo>
                <a:lnTo>
                  <a:pt x="17068" y="19824"/>
                </a:lnTo>
                <a:lnTo>
                  <a:pt x="17106" y="20078"/>
                </a:lnTo>
                <a:lnTo>
                  <a:pt x="17640" y="20078"/>
                </a:lnTo>
                <a:lnTo>
                  <a:pt x="17424" y="19824"/>
                </a:lnTo>
                <a:lnTo>
                  <a:pt x="19011" y="19824"/>
                </a:lnTo>
                <a:lnTo>
                  <a:pt x="19037" y="19570"/>
                </a:lnTo>
                <a:lnTo>
                  <a:pt x="19240" y="19570"/>
                </a:lnTo>
                <a:lnTo>
                  <a:pt x="19011" y="19824"/>
                </a:lnTo>
                <a:lnTo>
                  <a:pt x="18656" y="20078"/>
                </a:lnTo>
                <a:lnTo>
                  <a:pt x="18669" y="20320"/>
                </a:lnTo>
                <a:lnTo>
                  <a:pt x="18707" y="20586"/>
                </a:lnTo>
                <a:lnTo>
                  <a:pt x="18757" y="20383"/>
                </a:lnTo>
                <a:lnTo>
                  <a:pt x="18834" y="20713"/>
                </a:lnTo>
                <a:lnTo>
                  <a:pt x="18630" y="20586"/>
                </a:lnTo>
                <a:lnTo>
                  <a:pt x="18605" y="20332"/>
                </a:lnTo>
                <a:lnTo>
                  <a:pt x="18440" y="20332"/>
                </a:lnTo>
                <a:lnTo>
                  <a:pt x="18313" y="20332"/>
                </a:lnTo>
                <a:lnTo>
                  <a:pt x="18288" y="20726"/>
                </a:lnTo>
                <a:lnTo>
                  <a:pt x="18440" y="20586"/>
                </a:lnTo>
                <a:lnTo>
                  <a:pt x="18376" y="21729"/>
                </a:lnTo>
                <a:lnTo>
                  <a:pt x="18580" y="22237"/>
                </a:lnTo>
                <a:lnTo>
                  <a:pt x="18122" y="22237"/>
                </a:lnTo>
                <a:lnTo>
                  <a:pt x="18148" y="21856"/>
                </a:lnTo>
                <a:lnTo>
                  <a:pt x="17970" y="21983"/>
                </a:lnTo>
                <a:lnTo>
                  <a:pt x="18008" y="21729"/>
                </a:lnTo>
                <a:lnTo>
                  <a:pt x="17830" y="21729"/>
                </a:lnTo>
                <a:lnTo>
                  <a:pt x="17767" y="21475"/>
                </a:lnTo>
                <a:lnTo>
                  <a:pt x="17640" y="21475"/>
                </a:lnTo>
                <a:lnTo>
                  <a:pt x="17386" y="21221"/>
                </a:lnTo>
                <a:lnTo>
                  <a:pt x="17386" y="21475"/>
                </a:lnTo>
                <a:lnTo>
                  <a:pt x="17678" y="21729"/>
                </a:lnTo>
                <a:lnTo>
                  <a:pt x="17653" y="22212"/>
                </a:lnTo>
                <a:lnTo>
                  <a:pt x="17640" y="22745"/>
                </a:lnTo>
                <a:lnTo>
                  <a:pt x="17640" y="22999"/>
                </a:lnTo>
                <a:lnTo>
                  <a:pt x="20637" y="22999"/>
                </a:lnTo>
                <a:lnTo>
                  <a:pt x="20802" y="23253"/>
                </a:lnTo>
                <a:lnTo>
                  <a:pt x="20764" y="22745"/>
                </a:lnTo>
                <a:lnTo>
                  <a:pt x="22212" y="22745"/>
                </a:lnTo>
                <a:lnTo>
                  <a:pt x="22682" y="22491"/>
                </a:lnTo>
                <a:lnTo>
                  <a:pt x="23952" y="22491"/>
                </a:lnTo>
                <a:lnTo>
                  <a:pt x="24295" y="22237"/>
                </a:lnTo>
                <a:lnTo>
                  <a:pt x="23266" y="22237"/>
                </a:lnTo>
                <a:lnTo>
                  <a:pt x="23774" y="21729"/>
                </a:lnTo>
                <a:lnTo>
                  <a:pt x="22720" y="21729"/>
                </a:lnTo>
                <a:lnTo>
                  <a:pt x="22948" y="22237"/>
                </a:lnTo>
                <a:lnTo>
                  <a:pt x="20764" y="22237"/>
                </a:lnTo>
                <a:lnTo>
                  <a:pt x="20764" y="22491"/>
                </a:lnTo>
                <a:lnTo>
                  <a:pt x="20764" y="22237"/>
                </a:lnTo>
                <a:lnTo>
                  <a:pt x="19494" y="22237"/>
                </a:lnTo>
                <a:lnTo>
                  <a:pt x="19265" y="22098"/>
                </a:lnTo>
                <a:lnTo>
                  <a:pt x="19227" y="22237"/>
                </a:lnTo>
                <a:lnTo>
                  <a:pt x="18669" y="22237"/>
                </a:lnTo>
                <a:lnTo>
                  <a:pt x="19113" y="21996"/>
                </a:lnTo>
                <a:lnTo>
                  <a:pt x="18732" y="21729"/>
                </a:lnTo>
                <a:lnTo>
                  <a:pt x="19151" y="21729"/>
                </a:lnTo>
                <a:lnTo>
                  <a:pt x="19253" y="21475"/>
                </a:lnTo>
                <a:lnTo>
                  <a:pt x="19291" y="20840"/>
                </a:lnTo>
                <a:lnTo>
                  <a:pt x="19456" y="20840"/>
                </a:lnTo>
                <a:lnTo>
                  <a:pt x="19659" y="20840"/>
                </a:lnTo>
                <a:lnTo>
                  <a:pt x="19545" y="20713"/>
                </a:lnTo>
                <a:lnTo>
                  <a:pt x="19634" y="20586"/>
                </a:lnTo>
                <a:lnTo>
                  <a:pt x="19494" y="20675"/>
                </a:lnTo>
                <a:lnTo>
                  <a:pt x="19240" y="20586"/>
                </a:lnTo>
                <a:lnTo>
                  <a:pt x="19177" y="20332"/>
                </a:lnTo>
                <a:lnTo>
                  <a:pt x="18783" y="20332"/>
                </a:lnTo>
                <a:lnTo>
                  <a:pt x="18897" y="20078"/>
                </a:lnTo>
                <a:lnTo>
                  <a:pt x="19558" y="20078"/>
                </a:lnTo>
                <a:lnTo>
                  <a:pt x="19405" y="19824"/>
                </a:lnTo>
                <a:lnTo>
                  <a:pt x="24244" y="19824"/>
                </a:lnTo>
                <a:lnTo>
                  <a:pt x="31508" y="19824"/>
                </a:lnTo>
                <a:lnTo>
                  <a:pt x="31699" y="19570"/>
                </a:lnTo>
                <a:lnTo>
                  <a:pt x="32613" y="19570"/>
                </a:lnTo>
                <a:lnTo>
                  <a:pt x="32689" y="19824"/>
                </a:lnTo>
                <a:lnTo>
                  <a:pt x="34721" y="19824"/>
                </a:lnTo>
                <a:lnTo>
                  <a:pt x="34988" y="19570"/>
                </a:lnTo>
                <a:lnTo>
                  <a:pt x="36169" y="19570"/>
                </a:lnTo>
                <a:lnTo>
                  <a:pt x="36245" y="19316"/>
                </a:lnTo>
                <a:lnTo>
                  <a:pt x="37287" y="19316"/>
                </a:lnTo>
                <a:lnTo>
                  <a:pt x="37350" y="19570"/>
                </a:lnTo>
                <a:lnTo>
                  <a:pt x="37884" y="19824"/>
                </a:lnTo>
                <a:lnTo>
                  <a:pt x="40119" y="19824"/>
                </a:lnTo>
                <a:lnTo>
                  <a:pt x="39890" y="20078"/>
                </a:lnTo>
                <a:lnTo>
                  <a:pt x="40843" y="20078"/>
                </a:lnTo>
                <a:lnTo>
                  <a:pt x="40830" y="21729"/>
                </a:lnTo>
                <a:lnTo>
                  <a:pt x="41135" y="21729"/>
                </a:lnTo>
                <a:lnTo>
                  <a:pt x="41376" y="21526"/>
                </a:lnTo>
                <a:lnTo>
                  <a:pt x="41440" y="21374"/>
                </a:lnTo>
                <a:lnTo>
                  <a:pt x="41478" y="20840"/>
                </a:lnTo>
                <a:lnTo>
                  <a:pt x="41668" y="20840"/>
                </a:lnTo>
                <a:lnTo>
                  <a:pt x="41694" y="21475"/>
                </a:lnTo>
                <a:lnTo>
                  <a:pt x="41998" y="21475"/>
                </a:lnTo>
                <a:lnTo>
                  <a:pt x="41948" y="21983"/>
                </a:lnTo>
                <a:lnTo>
                  <a:pt x="41605" y="21729"/>
                </a:lnTo>
                <a:lnTo>
                  <a:pt x="41427" y="21729"/>
                </a:lnTo>
                <a:lnTo>
                  <a:pt x="41135" y="21729"/>
                </a:lnTo>
                <a:lnTo>
                  <a:pt x="41198" y="22161"/>
                </a:lnTo>
                <a:lnTo>
                  <a:pt x="41922" y="22237"/>
                </a:lnTo>
                <a:lnTo>
                  <a:pt x="42291" y="22237"/>
                </a:lnTo>
                <a:lnTo>
                  <a:pt x="42468" y="22491"/>
                </a:lnTo>
                <a:lnTo>
                  <a:pt x="42672" y="22491"/>
                </a:lnTo>
                <a:lnTo>
                  <a:pt x="42519" y="22745"/>
                </a:lnTo>
                <a:lnTo>
                  <a:pt x="40957" y="22745"/>
                </a:lnTo>
                <a:lnTo>
                  <a:pt x="41008" y="23253"/>
                </a:lnTo>
                <a:lnTo>
                  <a:pt x="42672" y="23253"/>
                </a:lnTo>
                <a:lnTo>
                  <a:pt x="42837" y="22999"/>
                </a:lnTo>
                <a:lnTo>
                  <a:pt x="42875" y="23253"/>
                </a:lnTo>
                <a:lnTo>
                  <a:pt x="44754" y="23253"/>
                </a:lnTo>
                <a:lnTo>
                  <a:pt x="44805" y="22745"/>
                </a:lnTo>
                <a:lnTo>
                  <a:pt x="42964" y="22745"/>
                </a:lnTo>
                <a:lnTo>
                  <a:pt x="42938" y="22885"/>
                </a:lnTo>
                <a:lnTo>
                  <a:pt x="42760" y="22745"/>
                </a:lnTo>
                <a:lnTo>
                  <a:pt x="43129" y="22491"/>
                </a:lnTo>
                <a:lnTo>
                  <a:pt x="43408" y="22237"/>
                </a:lnTo>
                <a:lnTo>
                  <a:pt x="42799" y="22237"/>
                </a:lnTo>
                <a:lnTo>
                  <a:pt x="43205" y="21729"/>
                </a:lnTo>
                <a:lnTo>
                  <a:pt x="43484" y="21729"/>
                </a:lnTo>
                <a:lnTo>
                  <a:pt x="43408" y="22237"/>
                </a:lnTo>
                <a:lnTo>
                  <a:pt x="45021" y="22237"/>
                </a:lnTo>
                <a:lnTo>
                  <a:pt x="44742" y="21729"/>
                </a:lnTo>
                <a:lnTo>
                  <a:pt x="43573" y="21729"/>
                </a:lnTo>
                <a:lnTo>
                  <a:pt x="43561" y="21221"/>
                </a:lnTo>
                <a:lnTo>
                  <a:pt x="43878" y="21221"/>
                </a:lnTo>
                <a:lnTo>
                  <a:pt x="43929" y="20840"/>
                </a:lnTo>
                <a:lnTo>
                  <a:pt x="44234" y="20840"/>
                </a:lnTo>
                <a:lnTo>
                  <a:pt x="44742" y="21729"/>
                </a:lnTo>
                <a:lnTo>
                  <a:pt x="44665" y="20840"/>
                </a:lnTo>
                <a:lnTo>
                  <a:pt x="44373" y="20586"/>
                </a:lnTo>
                <a:lnTo>
                  <a:pt x="44577" y="20586"/>
                </a:lnTo>
                <a:lnTo>
                  <a:pt x="44805" y="20586"/>
                </a:lnTo>
                <a:lnTo>
                  <a:pt x="44577" y="20332"/>
                </a:lnTo>
                <a:lnTo>
                  <a:pt x="45021" y="20586"/>
                </a:lnTo>
                <a:lnTo>
                  <a:pt x="45313" y="20840"/>
                </a:lnTo>
                <a:lnTo>
                  <a:pt x="45631" y="21221"/>
                </a:lnTo>
                <a:lnTo>
                  <a:pt x="45758" y="21475"/>
                </a:lnTo>
                <a:lnTo>
                  <a:pt x="45872" y="21729"/>
                </a:lnTo>
                <a:lnTo>
                  <a:pt x="45961" y="21475"/>
                </a:lnTo>
                <a:lnTo>
                  <a:pt x="45605" y="20840"/>
                </a:lnTo>
                <a:lnTo>
                  <a:pt x="45351" y="20586"/>
                </a:lnTo>
                <a:lnTo>
                  <a:pt x="44869" y="20332"/>
                </a:lnTo>
                <a:lnTo>
                  <a:pt x="45085" y="20332"/>
                </a:lnTo>
                <a:lnTo>
                  <a:pt x="45415" y="20586"/>
                </a:lnTo>
                <a:lnTo>
                  <a:pt x="45923" y="20586"/>
                </a:lnTo>
                <a:lnTo>
                  <a:pt x="45504" y="20332"/>
                </a:lnTo>
                <a:lnTo>
                  <a:pt x="46075" y="20485"/>
                </a:lnTo>
                <a:lnTo>
                  <a:pt x="46291" y="20332"/>
                </a:lnTo>
                <a:lnTo>
                  <a:pt x="46380" y="20078"/>
                </a:lnTo>
                <a:close/>
              </a:path>
              <a:path w="62864" h="50165">
                <a:moveTo>
                  <a:pt x="46418" y="19824"/>
                </a:moveTo>
                <a:lnTo>
                  <a:pt x="46202" y="19570"/>
                </a:lnTo>
                <a:lnTo>
                  <a:pt x="46215" y="19824"/>
                </a:lnTo>
                <a:lnTo>
                  <a:pt x="46418" y="19824"/>
                </a:lnTo>
                <a:close/>
              </a:path>
              <a:path w="62864" h="50165">
                <a:moveTo>
                  <a:pt x="46507" y="18554"/>
                </a:moveTo>
                <a:lnTo>
                  <a:pt x="46050" y="18554"/>
                </a:lnTo>
                <a:lnTo>
                  <a:pt x="46024" y="18389"/>
                </a:lnTo>
                <a:lnTo>
                  <a:pt x="46329" y="18313"/>
                </a:lnTo>
                <a:lnTo>
                  <a:pt x="46291" y="18173"/>
                </a:lnTo>
                <a:lnTo>
                  <a:pt x="45935" y="18173"/>
                </a:lnTo>
                <a:lnTo>
                  <a:pt x="46062" y="18135"/>
                </a:lnTo>
                <a:lnTo>
                  <a:pt x="45681" y="18072"/>
                </a:lnTo>
                <a:lnTo>
                  <a:pt x="45948" y="17653"/>
                </a:lnTo>
                <a:lnTo>
                  <a:pt x="45745" y="17526"/>
                </a:lnTo>
                <a:lnTo>
                  <a:pt x="45872" y="17462"/>
                </a:lnTo>
                <a:lnTo>
                  <a:pt x="45694" y="17170"/>
                </a:lnTo>
                <a:lnTo>
                  <a:pt x="45681" y="16954"/>
                </a:lnTo>
                <a:lnTo>
                  <a:pt x="45275" y="17094"/>
                </a:lnTo>
                <a:lnTo>
                  <a:pt x="45504" y="17284"/>
                </a:lnTo>
                <a:lnTo>
                  <a:pt x="45643" y="17284"/>
                </a:lnTo>
                <a:lnTo>
                  <a:pt x="45529" y="17437"/>
                </a:lnTo>
                <a:lnTo>
                  <a:pt x="45758" y="17716"/>
                </a:lnTo>
                <a:lnTo>
                  <a:pt x="45326" y="18135"/>
                </a:lnTo>
                <a:lnTo>
                  <a:pt x="45453" y="18275"/>
                </a:lnTo>
                <a:lnTo>
                  <a:pt x="45491" y="18135"/>
                </a:lnTo>
                <a:lnTo>
                  <a:pt x="45808" y="18389"/>
                </a:lnTo>
                <a:lnTo>
                  <a:pt x="45669" y="18351"/>
                </a:lnTo>
                <a:lnTo>
                  <a:pt x="45897" y="18465"/>
                </a:lnTo>
                <a:lnTo>
                  <a:pt x="46024" y="18554"/>
                </a:lnTo>
                <a:lnTo>
                  <a:pt x="46037" y="18808"/>
                </a:lnTo>
                <a:lnTo>
                  <a:pt x="46253" y="18808"/>
                </a:lnTo>
                <a:lnTo>
                  <a:pt x="46507" y="18554"/>
                </a:lnTo>
                <a:close/>
              </a:path>
              <a:path w="62864" h="50165">
                <a:moveTo>
                  <a:pt x="46774" y="19316"/>
                </a:moveTo>
                <a:lnTo>
                  <a:pt x="46596" y="19316"/>
                </a:lnTo>
                <a:lnTo>
                  <a:pt x="46774" y="19570"/>
                </a:lnTo>
                <a:lnTo>
                  <a:pt x="46774" y="19316"/>
                </a:lnTo>
                <a:close/>
              </a:path>
              <a:path w="62864" h="50165">
                <a:moveTo>
                  <a:pt x="46812" y="18808"/>
                </a:moveTo>
                <a:lnTo>
                  <a:pt x="46304" y="18808"/>
                </a:lnTo>
                <a:lnTo>
                  <a:pt x="46139" y="19062"/>
                </a:lnTo>
                <a:lnTo>
                  <a:pt x="46405" y="19062"/>
                </a:lnTo>
                <a:lnTo>
                  <a:pt x="46596" y="19316"/>
                </a:lnTo>
                <a:lnTo>
                  <a:pt x="46647" y="19062"/>
                </a:lnTo>
                <a:lnTo>
                  <a:pt x="46494" y="19062"/>
                </a:lnTo>
                <a:lnTo>
                  <a:pt x="46812" y="18808"/>
                </a:lnTo>
                <a:close/>
              </a:path>
              <a:path w="62864" h="50165">
                <a:moveTo>
                  <a:pt x="46964" y="20078"/>
                </a:moveTo>
                <a:lnTo>
                  <a:pt x="46824" y="20078"/>
                </a:lnTo>
                <a:lnTo>
                  <a:pt x="46697" y="20332"/>
                </a:lnTo>
                <a:lnTo>
                  <a:pt x="46291" y="20332"/>
                </a:lnTo>
                <a:lnTo>
                  <a:pt x="46507" y="20586"/>
                </a:lnTo>
                <a:lnTo>
                  <a:pt x="46621" y="20713"/>
                </a:lnTo>
                <a:lnTo>
                  <a:pt x="46926" y="20586"/>
                </a:lnTo>
                <a:lnTo>
                  <a:pt x="46964" y="20078"/>
                </a:lnTo>
                <a:close/>
              </a:path>
              <a:path w="62864" h="50165">
                <a:moveTo>
                  <a:pt x="46964" y="19824"/>
                </a:moveTo>
                <a:lnTo>
                  <a:pt x="46418" y="19824"/>
                </a:lnTo>
                <a:lnTo>
                  <a:pt x="46380" y="20078"/>
                </a:lnTo>
                <a:lnTo>
                  <a:pt x="46824" y="20078"/>
                </a:lnTo>
                <a:lnTo>
                  <a:pt x="46964" y="19824"/>
                </a:lnTo>
                <a:close/>
              </a:path>
              <a:path w="62864" h="50165">
                <a:moveTo>
                  <a:pt x="47269" y="15392"/>
                </a:moveTo>
                <a:lnTo>
                  <a:pt x="46710" y="15392"/>
                </a:lnTo>
                <a:lnTo>
                  <a:pt x="46799" y="15760"/>
                </a:lnTo>
                <a:lnTo>
                  <a:pt x="46443" y="15938"/>
                </a:lnTo>
                <a:lnTo>
                  <a:pt x="46355" y="16230"/>
                </a:lnTo>
                <a:lnTo>
                  <a:pt x="46113" y="16230"/>
                </a:lnTo>
                <a:lnTo>
                  <a:pt x="46101" y="17145"/>
                </a:lnTo>
                <a:lnTo>
                  <a:pt x="46316" y="17145"/>
                </a:lnTo>
                <a:lnTo>
                  <a:pt x="46723" y="16230"/>
                </a:lnTo>
                <a:lnTo>
                  <a:pt x="46888" y="15938"/>
                </a:lnTo>
                <a:lnTo>
                  <a:pt x="47269" y="15392"/>
                </a:lnTo>
                <a:close/>
              </a:path>
              <a:path w="62864" h="50165">
                <a:moveTo>
                  <a:pt x="47409" y="17665"/>
                </a:moveTo>
                <a:lnTo>
                  <a:pt x="46685" y="18046"/>
                </a:lnTo>
                <a:lnTo>
                  <a:pt x="46774" y="18300"/>
                </a:lnTo>
                <a:lnTo>
                  <a:pt x="46507" y="18554"/>
                </a:lnTo>
                <a:lnTo>
                  <a:pt x="47053" y="18554"/>
                </a:lnTo>
                <a:lnTo>
                  <a:pt x="47193" y="18300"/>
                </a:lnTo>
                <a:lnTo>
                  <a:pt x="47409" y="17665"/>
                </a:lnTo>
                <a:close/>
              </a:path>
              <a:path w="62864" h="50165">
                <a:moveTo>
                  <a:pt x="48475" y="15532"/>
                </a:moveTo>
                <a:lnTo>
                  <a:pt x="48107" y="15760"/>
                </a:lnTo>
                <a:lnTo>
                  <a:pt x="47663" y="16167"/>
                </a:lnTo>
                <a:lnTo>
                  <a:pt x="47879" y="16167"/>
                </a:lnTo>
                <a:lnTo>
                  <a:pt x="48031" y="16421"/>
                </a:lnTo>
                <a:lnTo>
                  <a:pt x="48158" y="15900"/>
                </a:lnTo>
                <a:lnTo>
                  <a:pt x="48475" y="15532"/>
                </a:lnTo>
                <a:close/>
              </a:path>
              <a:path w="62864" h="50165">
                <a:moveTo>
                  <a:pt x="48602" y="13970"/>
                </a:moveTo>
                <a:lnTo>
                  <a:pt x="47955" y="13970"/>
                </a:lnTo>
                <a:lnTo>
                  <a:pt x="47701" y="14211"/>
                </a:lnTo>
                <a:lnTo>
                  <a:pt x="47523" y="14478"/>
                </a:lnTo>
                <a:lnTo>
                  <a:pt x="47523" y="14655"/>
                </a:lnTo>
                <a:lnTo>
                  <a:pt x="47282" y="14655"/>
                </a:lnTo>
                <a:lnTo>
                  <a:pt x="47180" y="15392"/>
                </a:lnTo>
                <a:lnTo>
                  <a:pt x="48006" y="14478"/>
                </a:lnTo>
                <a:lnTo>
                  <a:pt x="48602" y="13970"/>
                </a:lnTo>
                <a:close/>
              </a:path>
              <a:path w="62864" h="50165">
                <a:moveTo>
                  <a:pt x="49301" y="17767"/>
                </a:moveTo>
                <a:lnTo>
                  <a:pt x="48437" y="18465"/>
                </a:lnTo>
                <a:lnTo>
                  <a:pt x="48171" y="18745"/>
                </a:lnTo>
                <a:lnTo>
                  <a:pt x="48806" y="18465"/>
                </a:lnTo>
                <a:lnTo>
                  <a:pt x="49301" y="17767"/>
                </a:lnTo>
                <a:close/>
              </a:path>
              <a:path w="62864" h="50165">
                <a:moveTo>
                  <a:pt x="49428" y="16167"/>
                </a:moveTo>
                <a:lnTo>
                  <a:pt x="49415" y="15532"/>
                </a:lnTo>
                <a:lnTo>
                  <a:pt x="48971" y="15532"/>
                </a:lnTo>
                <a:lnTo>
                  <a:pt x="49428" y="16167"/>
                </a:lnTo>
                <a:close/>
              </a:path>
              <a:path w="62864" h="50165">
                <a:moveTo>
                  <a:pt x="50152" y="17221"/>
                </a:moveTo>
                <a:lnTo>
                  <a:pt x="49923" y="17221"/>
                </a:lnTo>
                <a:lnTo>
                  <a:pt x="50050" y="16992"/>
                </a:lnTo>
                <a:lnTo>
                  <a:pt x="49390" y="16992"/>
                </a:lnTo>
                <a:lnTo>
                  <a:pt x="49390" y="16687"/>
                </a:lnTo>
                <a:lnTo>
                  <a:pt x="49187" y="16992"/>
                </a:lnTo>
                <a:lnTo>
                  <a:pt x="49085" y="17221"/>
                </a:lnTo>
                <a:lnTo>
                  <a:pt x="49911" y="17221"/>
                </a:lnTo>
                <a:lnTo>
                  <a:pt x="49301" y="17767"/>
                </a:lnTo>
                <a:lnTo>
                  <a:pt x="50152" y="17221"/>
                </a:lnTo>
                <a:close/>
              </a:path>
              <a:path w="62864" h="50165">
                <a:moveTo>
                  <a:pt x="50330" y="17691"/>
                </a:moveTo>
                <a:lnTo>
                  <a:pt x="49720" y="18059"/>
                </a:lnTo>
                <a:lnTo>
                  <a:pt x="48945" y="18707"/>
                </a:lnTo>
                <a:lnTo>
                  <a:pt x="49936" y="18059"/>
                </a:lnTo>
                <a:lnTo>
                  <a:pt x="50330" y="17691"/>
                </a:lnTo>
                <a:close/>
              </a:path>
              <a:path w="62864" h="50165">
                <a:moveTo>
                  <a:pt x="50457" y="15532"/>
                </a:moveTo>
                <a:lnTo>
                  <a:pt x="50190" y="15532"/>
                </a:lnTo>
                <a:lnTo>
                  <a:pt x="50165" y="16687"/>
                </a:lnTo>
                <a:lnTo>
                  <a:pt x="50380" y="16421"/>
                </a:lnTo>
                <a:lnTo>
                  <a:pt x="50457" y="15532"/>
                </a:lnTo>
                <a:close/>
              </a:path>
              <a:path w="62864" h="50165">
                <a:moveTo>
                  <a:pt x="50850" y="17348"/>
                </a:moveTo>
                <a:lnTo>
                  <a:pt x="50241" y="17691"/>
                </a:lnTo>
                <a:lnTo>
                  <a:pt x="50507" y="17691"/>
                </a:lnTo>
                <a:lnTo>
                  <a:pt x="50850" y="17348"/>
                </a:lnTo>
                <a:close/>
              </a:path>
              <a:path w="62864" h="50165">
                <a:moveTo>
                  <a:pt x="50901" y="17170"/>
                </a:moveTo>
                <a:lnTo>
                  <a:pt x="50736" y="17348"/>
                </a:lnTo>
                <a:lnTo>
                  <a:pt x="50901" y="17348"/>
                </a:lnTo>
                <a:lnTo>
                  <a:pt x="50901" y="17170"/>
                </a:lnTo>
                <a:close/>
              </a:path>
              <a:path w="62864" h="50165">
                <a:moveTo>
                  <a:pt x="51079" y="16979"/>
                </a:moveTo>
                <a:lnTo>
                  <a:pt x="50787" y="17170"/>
                </a:lnTo>
                <a:lnTo>
                  <a:pt x="51003" y="17170"/>
                </a:lnTo>
                <a:lnTo>
                  <a:pt x="51079" y="16979"/>
                </a:lnTo>
                <a:close/>
              </a:path>
              <a:path w="62864" h="50165">
                <a:moveTo>
                  <a:pt x="51371" y="14325"/>
                </a:moveTo>
                <a:lnTo>
                  <a:pt x="50571" y="14325"/>
                </a:lnTo>
                <a:lnTo>
                  <a:pt x="50139" y="14859"/>
                </a:lnTo>
                <a:lnTo>
                  <a:pt x="51308" y="14859"/>
                </a:lnTo>
                <a:lnTo>
                  <a:pt x="51371" y="14325"/>
                </a:lnTo>
                <a:close/>
              </a:path>
              <a:path w="62864" h="50165">
                <a:moveTo>
                  <a:pt x="51587" y="12700"/>
                </a:moveTo>
                <a:lnTo>
                  <a:pt x="51409" y="12585"/>
                </a:lnTo>
                <a:lnTo>
                  <a:pt x="51536" y="12458"/>
                </a:lnTo>
                <a:lnTo>
                  <a:pt x="51523" y="12217"/>
                </a:lnTo>
                <a:lnTo>
                  <a:pt x="51206" y="11976"/>
                </a:lnTo>
                <a:lnTo>
                  <a:pt x="51054" y="12128"/>
                </a:lnTo>
                <a:lnTo>
                  <a:pt x="50825" y="12077"/>
                </a:lnTo>
                <a:lnTo>
                  <a:pt x="50774" y="12522"/>
                </a:lnTo>
                <a:lnTo>
                  <a:pt x="50977" y="12598"/>
                </a:lnTo>
                <a:lnTo>
                  <a:pt x="50774" y="12649"/>
                </a:lnTo>
                <a:lnTo>
                  <a:pt x="51066" y="12915"/>
                </a:lnTo>
                <a:lnTo>
                  <a:pt x="51269" y="12725"/>
                </a:lnTo>
                <a:lnTo>
                  <a:pt x="51269" y="12877"/>
                </a:lnTo>
                <a:lnTo>
                  <a:pt x="51447" y="12839"/>
                </a:lnTo>
                <a:lnTo>
                  <a:pt x="51346" y="12661"/>
                </a:lnTo>
                <a:lnTo>
                  <a:pt x="51587" y="12700"/>
                </a:lnTo>
                <a:close/>
              </a:path>
              <a:path w="62864" h="50165">
                <a:moveTo>
                  <a:pt x="51828" y="11061"/>
                </a:moveTo>
                <a:lnTo>
                  <a:pt x="50888" y="11442"/>
                </a:lnTo>
                <a:lnTo>
                  <a:pt x="50469" y="12077"/>
                </a:lnTo>
                <a:lnTo>
                  <a:pt x="50101" y="12077"/>
                </a:lnTo>
                <a:lnTo>
                  <a:pt x="49796" y="12242"/>
                </a:lnTo>
                <a:lnTo>
                  <a:pt x="49276" y="12458"/>
                </a:lnTo>
                <a:lnTo>
                  <a:pt x="49072" y="12458"/>
                </a:lnTo>
                <a:lnTo>
                  <a:pt x="48602" y="13970"/>
                </a:lnTo>
                <a:lnTo>
                  <a:pt x="49542" y="13970"/>
                </a:lnTo>
                <a:lnTo>
                  <a:pt x="49542" y="12458"/>
                </a:lnTo>
                <a:lnTo>
                  <a:pt x="50088" y="12458"/>
                </a:lnTo>
                <a:lnTo>
                  <a:pt x="50546" y="12077"/>
                </a:lnTo>
                <a:lnTo>
                  <a:pt x="50774" y="12077"/>
                </a:lnTo>
                <a:lnTo>
                  <a:pt x="51828" y="11061"/>
                </a:lnTo>
                <a:close/>
              </a:path>
              <a:path w="62864" h="50165">
                <a:moveTo>
                  <a:pt x="51930" y="16268"/>
                </a:moveTo>
                <a:lnTo>
                  <a:pt x="51460" y="16802"/>
                </a:lnTo>
                <a:lnTo>
                  <a:pt x="51612" y="16802"/>
                </a:lnTo>
                <a:lnTo>
                  <a:pt x="51930" y="16268"/>
                </a:lnTo>
                <a:close/>
              </a:path>
              <a:path w="62864" h="50165">
                <a:moveTo>
                  <a:pt x="52362" y="17195"/>
                </a:moveTo>
                <a:lnTo>
                  <a:pt x="51168" y="17995"/>
                </a:lnTo>
                <a:lnTo>
                  <a:pt x="49911" y="18707"/>
                </a:lnTo>
                <a:lnTo>
                  <a:pt x="51295" y="18059"/>
                </a:lnTo>
                <a:lnTo>
                  <a:pt x="52362" y="17195"/>
                </a:lnTo>
                <a:close/>
              </a:path>
              <a:path w="62864" h="50165">
                <a:moveTo>
                  <a:pt x="52514" y="13855"/>
                </a:moveTo>
                <a:lnTo>
                  <a:pt x="52336" y="13817"/>
                </a:lnTo>
                <a:lnTo>
                  <a:pt x="52463" y="13893"/>
                </a:lnTo>
                <a:close/>
              </a:path>
              <a:path w="62864" h="50165">
                <a:moveTo>
                  <a:pt x="52679" y="14833"/>
                </a:moveTo>
                <a:lnTo>
                  <a:pt x="52349" y="14833"/>
                </a:lnTo>
                <a:lnTo>
                  <a:pt x="52057" y="15773"/>
                </a:lnTo>
                <a:lnTo>
                  <a:pt x="51765" y="15176"/>
                </a:lnTo>
                <a:lnTo>
                  <a:pt x="51435" y="16268"/>
                </a:lnTo>
                <a:lnTo>
                  <a:pt x="51904" y="16268"/>
                </a:lnTo>
                <a:lnTo>
                  <a:pt x="52311" y="16268"/>
                </a:lnTo>
                <a:lnTo>
                  <a:pt x="52527" y="16268"/>
                </a:lnTo>
                <a:lnTo>
                  <a:pt x="52679" y="14833"/>
                </a:lnTo>
                <a:close/>
              </a:path>
              <a:path w="62864" h="50165">
                <a:moveTo>
                  <a:pt x="53695" y="13525"/>
                </a:moveTo>
                <a:lnTo>
                  <a:pt x="52755" y="13525"/>
                </a:lnTo>
                <a:lnTo>
                  <a:pt x="53378" y="14655"/>
                </a:lnTo>
                <a:lnTo>
                  <a:pt x="53695" y="13525"/>
                </a:lnTo>
                <a:close/>
              </a:path>
              <a:path w="62864" h="50165">
                <a:moveTo>
                  <a:pt x="53708" y="10414"/>
                </a:moveTo>
                <a:lnTo>
                  <a:pt x="52908" y="10414"/>
                </a:lnTo>
                <a:lnTo>
                  <a:pt x="52679" y="10655"/>
                </a:lnTo>
                <a:lnTo>
                  <a:pt x="52362" y="10655"/>
                </a:lnTo>
                <a:lnTo>
                  <a:pt x="52082" y="10896"/>
                </a:lnTo>
                <a:lnTo>
                  <a:pt x="51727" y="11061"/>
                </a:lnTo>
                <a:lnTo>
                  <a:pt x="52311" y="10896"/>
                </a:lnTo>
                <a:lnTo>
                  <a:pt x="53708" y="10414"/>
                </a:lnTo>
                <a:close/>
              </a:path>
              <a:path w="62864" h="50165">
                <a:moveTo>
                  <a:pt x="54292" y="16637"/>
                </a:moveTo>
                <a:lnTo>
                  <a:pt x="54013" y="16649"/>
                </a:lnTo>
                <a:lnTo>
                  <a:pt x="53759" y="16637"/>
                </a:lnTo>
                <a:lnTo>
                  <a:pt x="53581" y="16510"/>
                </a:lnTo>
                <a:lnTo>
                  <a:pt x="52362" y="17195"/>
                </a:lnTo>
                <a:lnTo>
                  <a:pt x="53873" y="16840"/>
                </a:lnTo>
                <a:lnTo>
                  <a:pt x="54292" y="16637"/>
                </a:lnTo>
                <a:close/>
              </a:path>
              <a:path w="62864" h="50165">
                <a:moveTo>
                  <a:pt x="55524" y="13182"/>
                </a:moveTo>
                <a:lnTo>
                  <a:pt x="55397" y="12966"/>
                </a:lnTo>
                <a:lnTo>
                  <a:pt x="55346" y="12827"/>
                </a:lnTo>
                <a:lnTo>
                  <a:pt x="55499" y="12661"/>
                </a:lnTo>
                <a:lnTo>
                  <a:pt x="55270" y="12674"/>
                </a:lnTo>
                <a:lnTo>
                  <a:pt x="55295" y="12890"/>
                </a:lnTo>
                <a:lnTo>
                  <a:pt x="55333" y="13119"/>
                </a:lnTo>
                <a:lnTo>
                  <a:pt x="55524" y="13182"/>
                </a:lnTo>
                <a:close/>
              </a:path>
              <a:path w="62864" h="50165">
                <a:moveTo>
                  <a:pt x="55791" y="20180"/>
                </a:moveTo>
                <a:lnTo>
                  <a:pt x="55613" y="20294"/>
                </a:lnTo>
                <a:lnTo>
                  <a:pt x="55486" y="20180"/>
                </a:lnTo>
                <a:lnTo>
                  <a:pt x="55435" y="20472"/>
                </a:lnTo>
                <a:lnTo>
                  <a:pt x="55587" y="20358"/>
                </a:lnTo>
                <a:lnTo>
                  <a:pt x="55549" y="20535"/>
                </a:lnTo>
                <a:lnTo>
                  <a:pt x="55727" y="20535"/>
                </a:lnTo>
                <a:lnTo>
                  <a:pt x="55791" y="20180"/>
                </a:lnTo>
                <a:close/>
              </a:path>
              <a:path w="62864" h="50165">
                <a:moveTo>
                  <a:pt x="56921" y="13525"/>
                </a:moveTo>
                <a:lnTo>
                  <a:pt x="56680" y="13525"/>
                </a:lnTo>
                <a:lnTo>
                  <a:pt x="56438" y="13906"/>
                </a:lnTo>
                <a:lnTo>
                  <a:pt x="56134" y="14389"/>
                </a:lnTo>
                <a:lnTo>
                  <a:pt x="56134" y="13525"/>
                </a:lnTo>
                <a:lnTo>
                  <a:pt x="55079" y="13525"/>
                </a:lnTo>
                <a:lnTo>
                  <a:pt x="55118" y="14833"/>
                </a:lnTo>
                <a:lnTo>
                  <a:pt x="55841" y="14833"/>
                </a:lnTo>
                <a:lnTo>
                  <a:pt x="56134" y="14833"/>
                </a:lnTo>
                <a:lnTo>
                  <a:pt x="56438" y="14833"/>
                </a:lnTo>
                <a:lnTo>
                  <a:pt x="56921" y="13525"/>
                </a:lnTo>
                <a:close/>
              </a:path>
              <a:path w="62864" h="50165">
                <a:moveTo>
                  <a:pt x="56997" y="6451"/>
                </a:moveTo>
                <a:lnTo>
                  <a:pt x="56756" y="6426"/>
                </a:lnTo>
                <a:lnTo>
                  <a:pt x="56997" y="6451"/>
                </a:lnTo>
                <a:close/>
              </a:path>
              <a:path w="62864" h="50165">
                <a:moveTo>
                  <a:pt x="57937" y="10490"/>
                </a:moveTo>
                <a:lnTo>
                  <a:pt x="57873" y="11023"/>
                </a:lnTo>
                <a:lnTo>
                  <a:pt x="57937" y="10833"/>
                </a:lnTo>
                <a:lnTo>
                  <a:pt x="57937" y="10490"/>
                </a:lnTo>
                <a:close/>
              </a:path>
              <a:path w="62864" h="50165">
                <a:moveTo>
                  <a:pt x="58089" y="6858"/>
                </a:moveTo>
                <a:lnTo>
                  <a:pt x="58051" y="6705"/>
                </a:lnTo>
                <a:lnTo>
                  <a:pt x="57797" y="6654"/>
                </a:lnTo>
                <a:lnTo>
                  <a:pt x="57480" y="6819"/>
                </a:lnTo>
                <a:lnTo>
                  <a:pt x="57670" y="6769"/>
                </a:lnTo>
                <a:lnTo>
                  <a:pt x="57810" y="6858"/>
                </a:lnTo>
                <a:lnTo>
                  <a:pt x="58089" y="6858"/>
                </a:lnTo>
                <a:close/>
              </a:path>
              <a:path w="62864" h="50165">
                <a:moveTo>
                  <a:pt x="58572" y="7048"/>
                </a:moveTo>
                <a:lnTo>
                  <a:pt x="58331" y="7048"/>
                </a:lnTo>
                <a:lnTo>
                  <a:pt x="58572" y="7264"/>
                </a:lnTo>
                <a:lnTo>
                  <a:pt x="58572" y="7048"/>
                </a:lnTo>
                <a:close/>
              </a:path>
              <a:path w="62864" h="50165">
                <a:moveTo>
                  <a:pt x="58737" y="14833"/>
                </a:moveTo>
                <a:lnTo>
                  <a:pt x="57696" y="13525"/>
                </a:lnTo>
                <a:lnTo>
                  <a:pt x="57251" y="13525"/>
                </a:lnTo>
                <a:lnTo>
                  <a:pt x="57607" y="14833"/>
                </a:lnTo>
                <a:lnTo>
                  <a:pt x="57899" y="14833"/>
                </a:lnTo>
                <a:lnTo>
                  <a:pt x="56146" y="16268"/>
                </a:lnTo>
                <a:lnTo>
                  <a:pt x="58204" y="16268"/>
                </a:lnTo>
                <a:lnTo>
                  <a:pt x="58331" y="14833"/>
                </a:lnTo>
                <a:lnTo>
                  <a:pt x="58737" y="14833"/>
                </a:lnTo>
                <a:close/>
              </a:path>
              <a:path w="62864" h="50165">
                <a:moveTo>
                  <a:pt x="59194" y="11811"/>
                </a:moveTo>
                <a:lnTo>
                  <a:pt x="59016" y="11734"/>
                </a:lnTo>
                <a:lnTo>
                  <a:pt x="59093" y="11912"/>
                </a:lnTo>
                <a:close/>
              </a:path>
              <a:path w="62864" h="50165">
                <a:moveTo>
                  <a:pt x="59296" y="14147"/>
                </a:moveTo>
                <a:close/>
              </a:path>
              <a:path w="62864" h="50165">
                <a:moveTo>
                  <a:pt x="59512" y="10414"/>
                </a:moveTo>
                <a:lnTo>
                  <a:pt x="59385" y="10172"/>
                </a:lnTo>
                <a:lnTo>
                  <a:pt x="59283" y="10350"/>
                </a:lnTo>
                <a:lnTo>
                  <a:pt x="58889" y="10490"/>
                </a:lnTo>
                <a:lnTo>
                  <a:pt x="58889" y="10121"/>
                </a:lnTo>
                <a:lnTo>
                  <a:pt x="58750" y="10274"/>
                </a:lnTo>
                <a:lnTo>
                  <a:pt x="58242" y="10198"/>
                </a:lnTo>
                <a:lnTo>
                  <a:pt x="57950" y="10134"/>
                </a:lnTo>
                <a:lnTo>
                  <a:pt x="57785" y="10071"/>
                </a:lnTo>
                <a:lnTo>
                  <a:pt x="57708" y="9893"/>
                </a:lnTo>
                <a:lnTo>
                  <a:pt x="57531" y="9931"/>
                </a:lnTo>
                <a:lnTo>
                  <a:pt x="57391" y="10071"/>
                </a:lnTo>
                <a:lnTo>
                  <a:pt x="57175" y="10134"/>
                </a:lnTo>
                <a:lnTo>
                  <a:pt x="56883" y="10071"/>
                </a:lnTo>
                <a:lnTo>
                  <a:pt x="56680" y="10223"/>
                </a:lnTo>
                <a:lnTo>
                  <a:pt x="56210" y="10325"/>
                </a:lnTo>
                <a:lnTo>
                  <a:pt x="56578" y="10261"/>
                </a:lnTo>
                <a:lnTo>
                  <a:pt x="56743" y="10401"/>
                </a:lnTo>
                <a:lnTo>
                  <a:pt x="57048" y="10287"/>
                </a:lnTo>
                <a:lnTo>
                  <a:pt x="57581" y="10401"/>
                </a:lnTo>
                <a:lnTo>
                  <a:pt x="57772" y="10210"/>
                </a:lnTo>
                <a:lnTo>
                  <a:pt x="58064" y="10502"/>
                </a:lnTo>
                <a:lnTo>
                  <a:pt x="58394" y="10477"/>
                </a:lnTo>
                <a:lnTo>
                  <a:pt x="58635" y="10464"/>
                </a:lnTo>
                <a:lnTo>
                  <a:pt x="58902" y="10693"/>
                </a:lnTo>
                <a:lnTo>
                  <a:pt x="59182" y="10756"/>
                </a:lnTo>
                <a:lnTo>
                  <a:pt x="59245" y="10579"/>
                </a:lnTo>
                <a:lnTo>
                  <a:pt x="59512" y="10414"/>
                </a:lnTo>
                <a:close/>
              </a:path>
              <a:path w="62864" h="50165">
                <a:moveTo>
                  <a:pt x="60325" y="14833"/>
                </a:moveTo>
                <a:lnTo>
                  <a:pt x="59956" y="15328"/>
                </a:lnTo>
                <a:lnTo>
                  <a:pt x="60007" y="14833"/>
                </a:lnTo>
                <a:lnTo>
                  <a:pt x="60020" y="13525"/>
                </a:lnTo>
                <a:lnTo>
                  <a:pt x="59690" y="13525"/>
                </a:lnTo>
                <a:lnTo>
                  <a:pt x="59309" y="14833"/>
                </a:lnTo>
                <a:lnTo>
                  <a:pt x="59093" y="14833"/>
                </a:lnTo>
                <a:lnTo>
                  <a:pt x="59321" y="16179"/>
                </a:lnTo>
                <a:lnTo>
                  <a:pt x="58470" y="16268"/>
                </a:lnTo>
                <a:lnTo>
                  <a:pt x="56794" y="17348"/>
                </a:lnTo>
                <a:lnTo>
                  <a:pt x="55676" y="16268"/>
                </a:lnTo>
                <a:lnTo>
                  <a:pt x="54698" y="15328"/>
                </a:lnTo>
                <a:lnTo>
                  <a:pt x="54724" y="16268"/>
                </a:lnTo>
                <a:lnTo>
                  <a:pt x="54749" y="17170"/>
                </a:lnTo>
                <a:lnTo>
                  <a:pt x="55168" y="17170"/>
                </a:lnTo>
                <a:lnTo>
                  <a:pt x="56908" y="17691"/>
                </a:lnTo>
                <a:lnTo>
                  <a:pt x="57670" y="17348"/>
                </a:lnTo>
                <a:lnTo>
                  <a:pt x="59004" y="16802"/>
                </a:lnTo>
                <a:lnTo>
                  <a:pt x="59474" y="16268"/>
                </a:lnTo>
                <a:lnTo>
                  <a:pt x="59677" y="16268"/>
                </a:lnTo>
                <a:lnTo>
                  <a:pt x="59867" y="16268"/>
                </a:lnTo>
                <a:lnTo>
                  <a:pt x="59918" y="15735"/>
                </a:lnTo>
                <a:lnTo>
                  <a:pt x="60325" y="14833"/>
                </a:lnTo>
                <a:close/>
              </a:path>
              <a:path w="62864" h="50165">
                <a:moveTo>
                  <a:pt x="60985" y="13017"/>
                </a:moveTo>
                <a:lnTo>
                  <a:pt x="60667" y="12026"/>
                </a:lnTo>
                <a:lnTo>
                  <a:pt x="59918" y="11239"/>
                </a:lnTo>
                <a:lnTo>
                  <a:pt x="59143" y="10807"/>
                </a:lnTo>
                <a:lnTo>
                  <a:pt x="59956" y="11328"/>
                </a:lnTo>
                <a:lnTo>
                  <a:pt x="60566" y="12090"/>
                </a:lnTo>
                <a:lnTo>
                  <a:pt x="60985" y="13017"/>
                </a:lnTo>
                <a:close/>
              </a:path>
              <a:path w="62864" h="50165">
                <a:moveTo>
                  <a:pt x="62636" y="5461"/>
                </a:moveTo>
                <a:lnTo>
                  <a:pt x="47104" y="4114"/>
                </a:lnTo>
                <a:lnTo>
                  <a:pt x="47485" y="3352"/>
                </a:lnTo>
                <a:lnTo>
                  <a:pt x="46215" y="3352"/>
                </a:lnTo>
                <a:lnTo>
                  <a:pt x="45758" y="3352"/>
                </a:lnTo>
                <a:lnTo>
                  <a:pt x="46266" y="4038"/>
                </a:lnTo>
                <a:lnTo>
                  <a:pt x="43662" y="3810"/>
                </a:lnTo>
                <a:lnTo>
                  <a:pt x="43370" y="5461"/>
                </a:lnTo>
                <a:lnTo>
                  <a:pt x="46431" y="5461"/>
                </a:lnTo>
                <a:lnTo>
                  <a:pt x="46786" y="4749"/>
                </a:lnTo>
                <a:lnTo>
                  <a:pt x="47332" y="5461"/>
                </a:lnTo>
                <a:lnTo>
                  <a:pt x="49136" y="5461"/>
                </a:lnTo>
                <a:lnTo>
                  <a:pt x="62636" y="54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947951" y="1005788"/>
            <a:ext cx="50800" cy="45085"/>
          </a:xfrm>
          <a:custGeom>
            <a:avLst/>
            <a:gdLst/>
            <a:ahLst/>
            <a:cxnLst/>
            <a:rect l="l" t="t" r="r" b="b"/>
            <a:pathLst>
              <a:path w="50800" h="45084">
                <a:moveTo>
                  <a:pt x="190" y="19431"/>
                </a:moveTo>
                <a:lnTo>
                  <a:pt x="38" y="19507"/>
                </a:lnTo>
                <a:lnTo>
                  <a:pt x="0" y="19697"/>
                </a:lnTo>
                <a:lnTo>
                  <a:pt x="190" y="19431"/>
                </a:lnTo>
                <a:close/>
              </a:path>
              <a:path w="50800" h="45084">
                <a:moveTo>
                  <a:pt x="774" y="18605"/>
                </a:moveTo>
                <a:lnTo>
                  <a:pt x="660" y="18834"/>
                </a:lnTo>
                <a:lnTo>
                  <a:pt x="596" y="19100"/>
                </a:lnTo>
                <a:lnTo>
                  <a:pt x="355" y="19215"/>
                </a:lnTo>
                <a:lnTo>
                  <a:pt x="698" y="19227"/>
                </a:lnTo>
                <a:lnTo>
                  <a:pt x="736" y="18770"/>
                </a:lnTo>
                <a:lnTo>
                  <a:pt x="774" y="18605"/>
                </a:lnTo>
                <a:close/>
              </a:path>
              <a:path w="50800" h="45084">
                <a:moveTo>
                  <a:pt x="3556" y="25539"/>
                </a:moveTo>
                <a:lnTo>
                  <a:pt x="3365" y="25514"/>
                </a:lnTo>
                <a:lnTo>
                  <a:pt x="3162" y="25717"/>
                </a:lnTo>
                <a:lnTo>
                  <a:pt x="3556" y="25539"/>
                </a:lnTo>
                <a:close/>
              </a:path>
              <a:path w="50800" h="45084">
                <a:moveTo>
                  <a:pt x="10160" y="33413"/>
                </a:moveTo>
                <a:lnTo>
                  <a:pt x="9918" y="33553"/>
                </a:lnTo>
                <a:lnTo>
                  <a:pt x="10160" y="33489"/>
                </a:lnTo>
                <a:close/>
              </a:path>
              <a:path w="50800" h="45084">
                <a:moveTo>
                  <a:pt x="10668" y="26771"/>
                </a:moveTo>
                <a:lnTo>
                  <a:pt x="10452" y="26771"/>
                </a:lnTo>
                <a:lnTo>
                  <a:pt x="10591" y="26974"/>
                </a:lnTo>
                <a:lnTo>
                  <a:pt x="10668" y="26771"/>
                </a:lnTo>
                <a:close/>
              </a:path>
              <a:path w="50800" h="45084">
                <a:moveTo>
                  <a:pt x="12014" y="27736"/>
                </a:moveTo>
                <a:lnTo>
                  <a:pt x="11988" y="27597"/>
                </a:lnTo>
                <a:lnTo>
                  <a:pt x="11938" y="27876"/>
                </a:lnTo>
                <a:lnTo>
                  <a:pt x="12014" y="27736"/>
                </a:lnTo>
                <a:close/>
              </a:path>
              <a:path w="50800" h="45084">
                <a:moveTo>
                  <a:pt x="12420" y="27711"/>
                </a:moveTo>
                <a:lnTo>
                  <a:pt x="12407" y="27152"/>
                </a:lnTo>
                <a:lnTo>
                  <a:pt x="12255" y="27216"/>
                </a:lnTo>
                <a:lnTo>
                  <a:pt x="12293" y="27533"/>
                </a:lnTo>
                <a:lnTo>
                  <a:pt x="12293" y="27749"/>
                </a:lnTo>
                <a:lnTo>
                  <a:pt x="12420" y="27711"/>
                </a:lnTo>
                <a:close/>
              </a:path>
              <a:path w="50800" h="45084">
                <a:moveTo>
                  <a:pt x="12649" y="37820"/>
                </a:moveTo>
                <a:lnTo>
                  <a:pt x="12522" y="37934"/>
                </a:lnTo>
                <a:lnTo>
                  <a:pt x="12649" y="38036"/>
                </a:lnTo>
                <a:lnTo>
                  <a:pt x="12649" y="37820"/>
                </a:lnTo>
                <a:close/>
              </a:path>
              <a:path w="50800" h="45084">
                <a:moveTo>
                  <a:pt x="13944" y="31877"/>
                </a:moveTo>
                <a:lnTo>
                  <a:pt x="13906" y="31661"/>
                </a:lnTo>
                <a:lnTo>
                  <a:pt x="13741" y="31813"/>
                </a:lnTo>
                <a:lnTo>
                  <a:pt x="13881" y="31686"/>
                </a:lnTo>
                <a:lnTo>
                  <a:pt x="13944" y="31877"/>
                </a:lnTo>
                <a:close/>
              </a:path>
              <a:path w="50800" h="45084">
                <a:moveTo>
                  <a:pt x="14122" y="31750"/>
                </a:moveTo>
                <a:lnTo>
                  <a:pt x="13982" y="31724"/>
                </a:lnTo>
                <a:lnTo>
                  <a:pt x="14122" y="31750"/>
                </a:lnTo>
                <a:close/>
              </a:path>
              <a:path w="50800" h="45084">
                <a:moveTo>
                  <a:pt x="15278" y="36398"/>
                </a:moveTo>
                <a:lnTo>
                  <a:pt x="15265" y="36004"/>
                </a:lnTo>
                <a:lnTo>
                  <a:pt x="15240" y="36220"/>
                </a:lnTo>
                <a:lnTo>
                  <a:pt x="15024" y="36220"/>
                </a:lnTo>
                <a:lnTo>
                  <a:pt x="14833" y="36360"/>
                </a:lnTo>
                <a:lnTo>
                  <a:pt x="14960" y="36537"/>
                </a:lnTo>
                <a:lnTo>
                  <a:pt x="15049" y="36410"/>
                </a:lnTo>
                <a:lnTo>
                  <a:pt x="15100" y="36588"/>
                </a:lnTo>
                <a:lnTo>
                  <a:pt x="15100" y="36741"/>
                </a:lnTo>
                <a:lnTo>
                  <a:pt x="14960" y="36830"/>
                </a:lnTo>
                <a:lnTo>
                  <a:pt x="15189" y="36906"/>
                </a:lnTo>
                <a:lnTo>
                  <a:pt x="15227" y="36296"/>
                </a:lnTo>
                <a:close/>
              </a:path>
              <a:path w="50800" h="45084">
                <a:moveTo>
                  <a:pt x="15519" y="37211"/>
                </a:moveTo>
                <a:lnTo>
                  <a:pt x="15303" y="36855"/>
                </a:lnTo>
                <a:lnTo>
                  <a:pt x="15265" y="37045"/>
                </a:lnTo>
                <a:lnTo>
                  <a:pt x="15367" y="37261"/>
                </a:lnTo>
                <a:lnTo>
                  <a:pt x="15265" y="37122"/>
                </a:lnTo>
                <a:lnTo>
                  <a:pt x="15278" y="37325"/>
                </a:lnTo>
                <a:lnTo>
                  <a:pt x="15265" y="37490"/>
                </a:lnTo>
                <a:lnTo>
                  <a:pt x="15138" y="37553"/>
                </a:lnTo>
                <a:lnTo>
                  <a:pt x="15367" y="37553"/>
                </a:lnTo>
                <a:lnTo>
                  <a:pt x="15328" y="37249"/>
                </a:lnTo>
                <a:lnTo>
                  <a:pt x="15519" y="37642"/>
                </a:lnTo>
                <a:lnTo>
                  <a:pt x="15519" y="37211"/>
                </a:lnTo>
                <a:close/>
              </a:path>
              <a:path w="50800" h="45084">
                <a:moveTo>
                  <a:pt x="15836" y="43649"/>
                </a:moveTo>
                <a:lnTo>
                  <a:pt x="15608" y="43497"/>
                </a:lnTo>
                <a:lnTo>
                  <a:pt x="15608" y="43789"/>
                </a:lnTo>
                <a:lnTo>
                  <a:pt x="15836" y="43827"/>
                </a:lnTo>
                <a:lnTo>
                  <a:pt x="15836" y="43649"/>
                </a:lnTo>
                <a:close/>
              </a:path>
              <a:path w="50800" h="45084">
                <a:moveTo>
                  <a:pt x="15900" y="37147"/>
                </a:moveTo>
                <a:lnTo>
                  <a:pt x="15798" y="36931"/>
                </a:lnTo>
                <a:lnTo>
                  <a:pt x="15760" y="37071"/>
                </a:lnTo>
                <a:lnTo>
                  <a:pt x="15900" y="37147"/>
                </a:lnTo>
                <a:close/>
              </a:path>
              <a:path w="50800" h="45084">
                <a:moveTo>
                  <a:pt x="15938" y="41021"/>
                </a:moveTo>
                <a:lnTo>
                  <a:pt x="15913" y="40728"/>
                </a:lnTo>
                <a:lnTo>
                  <a:pt x="15735" y="40665"/>
                </a:lnTo>
                <a:lnTo>
                  <a:pt x="15697" y="40805"/>
                </a:lnTo>
                <a:lnTo>
                  <a:pt x="15836" y="40881"/>
                </a:lnTo>
                <a:lnTo>
                  <a:pt x="15760" y="41021"/>
                </a:lnTo>
                <a:lnTo>
                  <a:pt x="15938" y="41021"/>
                </a:lnTo>
                <a:close/>
              </a:path>
              <a:path w="50800" h="45084">
                <a:moveTo>
                  <a:pt x="16040" y="40589"/>
                </a:moveTo>
                <a:lnTo>
                  <a:pt x="15976" y="40411"/>
                </a:lnTo>
                <a:lnTo>
                  <a:pt x="16002" y="40652"/>
                </a:lnTo>
                <a:close/>
              </a:path>
              <a:path w="50800" h="45084">
                <a:moveTo>
                  <a:pt x="16116" y="43027"/>
                </a:moveTo>
                <a:lnTo>
                  <a:pt x="16040" y="43218"/>
                </a:lnTo>
                <a:lnTo>
                  <a:pt x="15862" y="43218"/>
                </a:lnTo>
                <a:lnTo>
                  <a:pt x="15862" y="42964"/>
                </a:lnTo>
                <a:lnTo>
                  <a:pt x="16040" y="42964"/>
                </a:lnTo>
                <a:lnTo>
                  <a:pt x="15913" y="42595"/>
                </a:lnTo>
                <a:lnTo>
                  <a:pt x="15786" y="42811"/>
                </a:lnTo>
                <a:lnTo>
                  <a:pt x="15697" y="43129"/>
                </a:lnTo>
                <a:lnTo>
                  <a:pt x="15836" y="43281"/>
                </a:lnTo>
                <a:lnTo>
                  <a:pt x="16040" y="43281"/>
                </a:lnTo>
                <a:lnTo>
                  <a:pt x="16116" y="43027"/>
                </a:lnTo>
                <a:close/>
              </a:path>
              <a:path w="50800" h="45084">
                <a:moveTo>
                  <a:pt x="16179" y="35420"/>
                </a:moveTo>
                <a:lnTo>
                  <a:pt x="16040" y="35445"/>
                </a:lnTo>
                <a:lnTo>
                  <a:pt x="16078" y="35661"/>
                </a:lnTo>
                <a:lnTo>
                  <a:pt x="16179" y="35420"/>
                </a:lnTo>
                <a:close/>
              </a:path>
              <a:path w="50800" h="45084">
                <a:moveTo>
                  <a:pt x="16217" y="41922"/>
                </a:moveTo>
                <a:lnTo>
                  <a:pt x="16065" y="41770"/>
                </a:lnTo>
                <a:lnTo>
                  <a:pt x="16103" y="41592"/>
                </a:lnTo>
                <a:lnTo>
                  <a:pt x="15989" y="41744"/>
                </a:lnTo>
                <a:lnTo>
                  <a:pt x="15913" y="41490"/>
                </a:lnTo>
                <a:lnTo>
                  <a:pt x="15836" y="41643"/>
                </a:lnTo>
                <a:lnTo>
                  <a:pt x="15900" y="41808"/>
                </a:lnTo>
                <a:lnTo>
                  <a:pt x="15798" y="42164"/>
                </a:lnTo>
                <a:lnTo>
                  <a:pt x="15849" y="42329"/>
                </a:lnTo>
                <a:lnTo>
                  <a:pt x="15798" y="42557"/>
                </a:lnTo>
                <a:lnTo>
                  <a:pt x="15900" y="42265"/>
                </a:lnTo>
                <a:lnTo>
                  <a:pt x="16116" y="42341"/>
                </a:lnTo>
                <a:lnTo>
                  <a:pt x="16167" y="42113"/>
                </a:lnTo>
                <a:lnTo>
                  <a:pt x="16217" y="41922"/>
                </a:lnTo>
                <a:close/>
              </a:path>
              <a:path w="50800" h="45084">
                <a:moveTo>
                  <a:pt x="16484" y="40665"/>
                </a:moveTo>
                <a:lnTo>
                  <a:pt x="16433" y="40436"/>
                </a:lnTo>
                <a:lnTo>
                  <a:pt x="16332" y="40563"/>
                </a:lnTo>
                <a:lnTo>
                  <a:pt x="16484" y="40665"/>
                </a:lnTo>
                <a:close/>
              </a:path>
              <a:path w="50800" h="45084">
                <a:moveTo>
                  <a:pt x="16484" y="34340"/>
                </a:moveTo>
                <a:lnTo>
                  <a:pt x="16332" y="34391"/>
                </a:lnTo>
                <a:lnTo>
                  <a:pt x="16192" y="34340"/>
                </a:lnTo>
                <a:lnTo>
                  <a:pt x="16230" y="34594"/>
                </a:lnTo>
                <a:lnTo>
                  <a:pt x="16256" y="34455"/>
                </a:lnTo>
                <a:lnTo>
                  <a:pt x="16484" y="34340"/>
                </a:lnTo>
                <a:close/>
              </a:path>
              <a:path w="50800" h="45084">
                <a:moveTo>
                  <a:pt x="16700" y="28740"/>
                </a:moveTo>
                <a:lnTo>
                  <a:pt x="15608" y="28740"/>
                </a:lnTo>
                <a:lnTo>
                  <a:pt x="15646" y="29222"/>
                </a:lnTo>
                <a:lnTo>
                  <a:pt x="15760" y="30314"/>
                </a:lnTo>
                <a:lnTo>
                  <a:pt x="16294" y="30695"/>
                </a:lnTo>
                <a:lnTo>
                  <a:pt x="16344" y="31165"/>
                </a:lnTo>
                <a:lnTo>
                  <a:pt x="16421" y="29502"/>
                </a:lnTo>
                <a:lnTo>
                  <a:pt x="16459" y="30314"/>
                </a:lnTo>
                <a:lnTo>
                  <a:pt x="16611" y="29705"/>
                </a:lnTo>
                <a:lnTo>
                  <a:pt x="16624" y="29502"/>
                </a:lnTo>
                <a:lnTo>
                  <a:pt x="16700" y="28740"/>
                </a:lnTo>
                <a:close/>
              </a:path>
              <a:path w="50800" h="45084">
                <a:moveTo>
                  <a:pt x="16865" y="37426"/>
                </a:moveTo>
                <a:lnTo>
                  <a:pt x="16852" y="37223"/>
                </a:lnTo>
                <a:lnTo>
                  <a:pt x="16700" y="37401"/>
                </a:lnTo>
                <a:lnTo>
                  <a:pt x="16764" y="37680"/>
                </a:lnTo>
                <a:lnTo>
                  <a:pt x="16802" y="37465"/>
                </a:lnTo>
                <a:close/>
              </a:path>
              <a:path w="50800" h="45084">
                <a:moveTo>
                  <a:pt x="17119" y="38684"/>
                </a:moveTo>
                <a:lnTo>
                  <a:pt x="16967" y="38544"/>
                </a:lnTo>
                <a:lnTo>
                  <a:pt x="17119" y="38684"/>
                </a:lnTo>
                <a:close/>
              </a:path>
              <a:path w="50800" h="45084">
                <a:moveTo>
                  <a:pt x="17221" y="35102"/>
                </a:moveTo>
                <a:lnTo>
                  <a:pt x="17043" y="35102"/>
                </a:lnTo>
                <a:lnTo>
                  <a:pt x="17157" y="35572"/>
                </a:lnTo>
                <a:lnTo>
                  <a:pt x="17170" y="35394"/>
                </a:lnTo>
                <a:lnTo>
                  <a:pt x="17221" y="35102"/>
                </a:lnTo>
                <a:close/>
              </a:path>
              <a:path w="50800" h="45084">
                <a:moveTo>
                  <a:pt x="17259" y="38392"/>
                </a:moveTo>
                <a:lnTo>
                  <a:pt x="17018" y="38392"/>
                </a:lnTo>
                <a:lnTo>
                  <a:pt x="17259" y="38392"/>
                </a:lnTo>
                <a:close/>
              </a:path>
              <a:path w="50800" h="45084">
                <a:moveTo>
                  <a:pt x="17500" y="35102"/>
                </a:moveTo>
                <a:lnTo>
                  <a:pt x="17322" y="35166"/>
                </a:lnTo>
                <a:lnTo>
                  <a:pt x="17462" y="35229"/>
                </a:lnTo>
                <a:lnTo>
                  <a:pt x="17500" y="35102"/>
                </a:lnTo>
                <a:close/>
              </a:path>
              <a:path w="50800" h="45084">
                <a:moveTo>
                  <a:pt x="17818" y="18554"/>
                </a:moveTo>
                <a:lnTo>
                  <a:pt x="17716" y="18300"/>
                </a:lnTo>
                <a:lnTo>
                  <a:pt x="17716" y="18554"/>
                </a:lnTo>
                <a:lnTo>
                  <a:pt x="17564" y="18732"/>
                </a:lnTo>
                <a:lnTo>
                  <a:pt x="17691" y="18897"/>
                </a:lnTo>
                <a:lnTo>
                  <a:pt x="17665" y="18656"/>
                </a:lnTo>
                <a:lnTo>
                  <a:pt x="17818" y="18554"/>
                </a:lnTo>
                <a:close/>
              </a:path>
              <a:path w="50800" h="45084">
                <a:moveTo>
                  <a:pt x="18300" y="38252"/>
                </a:moveTo>
                <a:lnTo>
                  <a:pt x="18249" y="38061"/>
                </a:lnTo>
                <a:lnTo>
                  <a:pt x="18046" y="38227"/>
                </a:lnTo>
                <a:lnTo>
                  <a:pt x="17983" y="38049"/>
                </a:lnTo>
                <a:lnTo>
                  <a:pt x="17970" y="38188"/>
                </a:lnTo>
                <a:lnTo>
                  <a:pt x="18110" y="38328"/>
                </a:lnTo>
                <a:lnTo>
                  <a:pt x="18021" y="38493"/>
                </a:lnTo>
                <a:lnTo>
                  <a:pt x="17957" y="38354"/>
                </a:lnTo>
                <a:lnTo>
                  <a:pt x="17868" y="38531"/>
                </a:lnTo>
                <a:lnTo>
                  <a:pt x="17957" y="38862"/>
                </a:lnTo>
                <a:lnTo>
                  <a:pt x="18122" y="38709"/>
                </a:lnTo>
                <a:lnTo>
                  <a:pt x="18300" y="38646"/>
                </a:lnTo>
                <a:lnTo>
                  <a:pt x="18262" y="38481"/>
                </a:lnTo>
                <a:lnTo>
                  <a:pt x="18186" y="38620"/>
                </a:lnTo>
                <a:lnTo>
                  <a:pt x="18186" y="38417"/>
                </a:lnTo>
                <a:lnTo>
                  <a:pt x="18300" y="38252"/>
                </a:lnTo>
                <a:close/>
              </a:path>
              <a:path w="50800" h="45084">
                <a:moveTo>
                  <a:pt x="18300" y="37896"/>
                </a:moveTo>
                <a:lnTo>
                  <a:pt x="18122" y="37782"/>
                </a:lnTo>
                <a:lnTo>
                  <a:pt x="17995" y="37922"/>
                </a:lnTo>
                <a:lnTo>
                  <a:pt x="18300" y="37896"/>
                </a:lnTo>
                <a:close/>
              </a:path>
              <a:path w="50800" h="45084">
                <a:moveTo>
                  <a:pt x="18402" y="40741"/>
                </a:moveTo>
                <a:lnTo>
                  <a:pt x="18186" y="40728"/>
                </a:lnTo>
                <a:lnTo>
                  <a:pt x="18211" y="40868"/>
                </a:lnTo>
                <a:lnTo>
                  <a:pt x="18402" y="40741"/>
                </a:lnTo>
                <a:close/>
              </a:path>
              <a:path w="50800" h="45084">
                <a:moveTo>
                  <a:pt x="18859" y="44602"/>
                </a:moveTo>
                <a:lnTo>
                  <a:pt x="18745" y="44310"/>
                </a:lnTo>
                <a:lnTo>
                  <a:pt x="18681" y="44462"/>
                </a:lnTo>
                <a:lnTo>
                  <a:pt x="18719" y="44640"/>
                </a:lnTo>
                <a:lnTo>
                  <a:pt x="18859" y="44602"/>
                </a:lnTo>
                <a:close/>
              </a:path>
              <a:path w="50800" h="45084">
                <a:moveTo>
                  <a:pt x="19075" y="41402"/>
                </a:moveTo>
                <a:lnTo>
                  <a:pt x="18973" y="41668"/>
                </a:lnTo>
                <a:lnTo>
                  <a:pt x="18948" y="41935"/>
                </a:lnTo>
                <a:lnTo>
                  <a:pt x="18973" y="42087"/>
                </a:lnTo>
                <a:lnTo>
                  <a:pt x="19075" y="41554"/>
                </a:lnTo>
                <a:lnTo>
                  <a:pt x="19075" y="41402"/>
                </a:lnTo>
                <a:close/>
              </a:path>
              <a:path w="50800" h="45084">
                <a:moveTo>
                  <a:pt x="19532" y="40728"/>
                </a:moveTo>
                <a:lnTo>
                  <a:pt x="19291" y="40767"/>
                </a:lnTo>
                <a:lnTo>
                  <a:pt x="19253" y="41490"/>
                </a:lnTo>
                <a:lnTo>
                  <a:pt x="19456" y="41236"/>
                </a:lnTo>
                <a:lnTo>
                  <a:pt x="19481" y="41021"/>
                </a:lnTo>
                <a:lnTo>
                  <a:pt x="19532" y="40728"/>
                </a:lnTo>
                <a:close/>
              </a:path>
              <a:path w="50800" h="45084">
                <a:moveTo>
                  <a:pt x="19799" y="40132"/>
                </a:moveTo>
                <a:lnTo>
                  <a:pt x="19583" y="40233"/>
                </a:lnTo>
                <a:lnTo>
                  <a:pt x="19443" y="40703"/>
                </a:lnTo>
                <a:lnTo>
                  <a:pt x="19608" y="40627"/>
                </a:lnTo>
                <a:lnTo>
                  <a:pt x="19596" y="40487"/>
                </a:lnTo>
                <a:lnTo>
                  <a:pt x="19799" y="40132"/>
                </a:lnTo>
                <a:close/>
              </a:path>
              <a:path w="50800" h="45084">
                <a:moveTo>
                  <a:pt x="20116" y="38989"/>
                </a:moveTo>
                <a:lnTo>
                  <a:pt x="20015" y="39128"/>
                </a:lnTo>
                <a:lnTo>
                  <a:pt x="19977" y="39255"/>
                </a:lnTo>
                <a:lnTo>
                  <a:pt x="19977" y="39433"/>
                </a:lnTo>
                <a:lnTo>
                  <a:pt x="20027" y="39230"/>
                </a:lnTo>
                <a:lnTo>
                  <a:pt x="20116" y="38989"/>
                </a:lnTo>
                <a:close/>
              </a:path>
              <a:path w="50800" h="45084">
                <a:moveTo>
                  <a:pt x="20891" y="2667"/>
                </a:moveTo>
                <a:lnTo>
                  <a:pt x="20599" y="2565"/>
                </a:lnTo>
                <a:lnTo>
                  <a:pt x="20726" y="2400"/>
                </a:lnTo>
                <a:lnTo>
                  <a:pt x="20421" y="2273"/>
                </a:lnTo>
                <a:lnTo>
                  <a:pt x="20205" y="2870"/>
                </a:lnTo>
                <a:lnTo>
                  <a:pt x="20218" y="3708"/>
                </a:lnTo>
                <a:lnTo>
                  <a:pt x="20129" y="4483"/>
                </a:lnTo>
                <a:lnTo>
                  <a:pt x="20307" y="4305"/>
                </a:lnTo>
                <a:lnTo>
                  <a:pt x="20535" y="3784"/>
                </a:lnTo>
                <a:lnTo>
                  <a:pt x="20320" y="2882"/>
                </a:lnTo>
                <a:lnTo>
                  <a:pt x="20891" y="2667"/>
                </a:lnTo>
                <a:close/>
              </a:path>
              <a:path w="50800" h="45084">
                <a:moveTo>
                  <a:pt x="22860" y="42849"/>
                </a:moveTo>
                <a:lnTo>
                  <a:pt x="22682" y="42811"/>
                </a:lnTo>
                <a:lnTo>
                  <a:pt x="22707" y="42976"/>
                </a:lnTo>
                <a:lnTo>
                  <a:pt x="22860" y="42849"/>
                </a:lnTo>
                <a:close/>
              </a:path>
              <a:path w="50800" h="45084">
                <a:moveTo>
                  <a:pt x="22999" y="20104"/>
                </a:moveTo>
                <a:lnTo>
                  <a:pt x="22860" y="19989"/>
                </a:lnTo>
                <a:lnTo>
                  <a:pt x="22860" y="20294"/>
                </a:lnTo>
                <a:lnTo>
                  <a:pt x="22999" y="20104"/>
                </a:lnTo>
                <a:close/>
              </a:path>
              <a:path w="50800" h="45084">
                <a:moveTo>
                  <a:pt x="23114" y="30784"/>
                </a:moveTo>
                <a:lnTo>
                  <a:pt x="22999" y="30543"/>
                </a:lnTo>
                <a:lnTo>
                  <a:pt x="22936" y="30975"/>
                </a:lnTo>
                <a:lnTo>
                  <a:pt x="22936" y="31191"/>
                </a:lnTo>
                <a:lnTo>
                  <a:pt x="23114" y="30784"/>
                </a:lnTo>
                <a:close/>
              </a:path>
              <a:path w="50800" h="45084">
                <a:moveTo>
                  <a:pt x="23901" y="28968"/>
                </a:moveTo>
                <a:lnTo>
                  <a:pt x="23749" y="27292"/>
                </a:lnTo>
                <a:lnTo>
                  <a:pt x="23723" y="28968"/>
                </a:lnTo>
                <a:lnTo>
                  <a:pt x="23901" y="28968"/>
                </a:lnTo>
                <a:close/>
              </a:path>
              <a:path w="50800" h="45084">
                <a:moveTo>
                  <a:pt x="24422" y="6642"/>
                </a:moveTo>
                <a:lnTo>
                  <a:pt x="24358" y="6197"/>
                </a:lnTo>
                <a:lnTo>
                  <a:pt x="24396" y="6070"/>
                </a:lnTo>
                <a:lnTo>
                  <a:pt x="24130" y="5842"/>
                </a:lnTo>
                <a:lnTo>
                  <a:pt x="24041" y="6159"/>
                </a:lnTo>
                <a:lnTo>
                  <a:pt x="24180" y="6273"/>
                </a:lnTo>
                <a:lnTo>
                  <a:pt x="24180" y="6502"/>
                </a:lnTo>
                <a:lnTo>
                  <a:pt x="24295" y="6680"/>
                </a:lnTo>
                <a:lnTo>
                  <a:pt x="24358" y="6438"/>
                </a:lnTo>
                <a:lnTo>
                  <a:pt x="24422" y="6642"/>
                </a:lnTo>
                <a:close/>
              </a:path>
              <a:path w="50800" h="45084">
                <a:moveTo>
                  <a:pt x="25412" y="19240"/>
                </a:moveTo>
                <a:lnTo>
                  <a:pt x="25361" y="18999"/>
                </a:lnTo>
                <a:lnTo>
                  <a:pt x="25311" y="19240"/>
                </a:lnTo>
                <a:close/>
              </a:path>
              <a:path w="50800" h="45084">
                <a:moveTo>
                  <a:pt x="27813" y="29603"/>
                </a:moveTo>
                <a:lnTo>
                  <a:pt x="27622" y="29603"/>
                </a:lnTo>
                <a:lnTo>
                  <a:pt x="27673" y="30022"/>
                </a:lnTo>
                <a:lnTo>
                  <a:pt x="27673" y="29845"/>
                </a:lnTo>
                <a:lnTo>
                  <a:pt x="27813" y="29603"/>
                </a:lnTo>
                <a:close/>
              </a:path>
              <a:path w="50800" h="45084">
                <a:moveTo>
                  <a:pt x="28346" y="19519"/>
                </a:moveTo>
                <a:lnTo>
                  <a:pt x="28168" y="19431"/>
                </a:lnTo>
                <a:lnTo>
                  <a:pt x="28168" y="19570"/>
                </a:lnTo>
                <a:lnTo>
                  <a:pt x="28346" y="19519"/>
                </a:lnTo>
                <a:close/>
              </a:path>
              <a:path w="50800" h="45084">
                <a:moveTo>
                  <a:pt x="29400" y="22161"/>
                </a:moveTo>
                <a:lnTo>
                  <a:pt x="29184" y="21424"/>
                </a:lnTo>
                <a:lnTo>
                  <a:pt x="29375" y="22161"/>
                </a:lnTo>
                <a:lnTo>
                  <a:pt x="29400" y="22567"/>
                </a:lnTo>
                <a:lnTo>
                  <a:pt x="29400" y="22415"/>
                </a:lnTo>
                <a:lnTo>
                  <a:pt x="29400" y="22161"/>
                </a:lnTo>
                <a:close/>
              </a:path>
              <a:path w="50800" h="45084">
                <a:moveTo>
                  <a:pt x="29451" y="23177"/>
                </a:moveTo>
                <a:lnTo>
                  <a:pt x="29438" y="22885"/>
                </a:lnTo>
                <a:lnTo>
                  <a:pt x="29400" y="22567"/>
                </a:lnTo>
                <a:lnTo>
                  <a:pt x="29451" y="23177"/>
                </a:lnTo>
                <a:close/>
              </a:path>
              <a:path w="50800" h="45084">
                <a:moveTo>
                  <a:pt x="29781" y="29184"/>
                </a:moveTo>
                <a:lnTo>
                  <a:pt x="29070" y="29286"/>
                </a:lnTo>
                <a:lnTo>
                  <a:pt x="29032" y="30721"/>
                </a:lnTo>
                <a:lnTo>
                  <a:pt x="29489" y="31254"/>
                </a:lnTo>
                <a:lnTo>
                  <a:pt x="29235" y="30734"/>
                </a:lnTo>
                <a:lnTo>
                  <a:pt x="29235" y="30073"/>
                </a:lnTo>
                <a:lnTo>
                  <a:pt x="29527" y="29540"/>
                </a:lnTo>
                <a:lnTo>
                  <a:pt x="29781" y="29184"/>
                </a:lnTo>
                <a:close/>
              </a:path>
              <a:path w="50800" h="45084">
                <a:moveTo>
                  <a:pt x="30848" y="24511"/>
                </a:moveTo>
                <a:lnTo>
                  <a:pt x="30734" y="25565"/>
                </a:lnTo>
                <a:lnTo>
                  <a:pt x="30480" y="26835"/>
                </a:lnTo>
                <a:lnTo>
                  <a:pt x="30518" y="27736"/>
                </a:lnTo>
                <a:lnTo>
                  <a:pt x="30632" y="26631"/>
                </a:lnTo>
                <a:lnTo>
                  <a:pt x="30772" y="25565"/>
                </a:lnTo>
                <a:lnTo>
                  <a:pt x="30848" y="24511"/>
                </a:lnTo>
                <a:close/>
              </a:path>
              <a:path w="50800" h="45084">
                <a:moveTo>
                  <a:pt x="31572" y="19354"/>
                </a:moveTo>
                <a:lnTo>
                  <a:pt x="31534" y="19215"/>
                </a:lnTo>
                <a:lnTo>
                  <a:pt x="31394" y="19761"/>
                </a:lnTo>
                <a:lnTo>
                  <a:pt x="31242" y="21132"/>
                </a:lnTo>
                <a:lnTo>
                  <a:pt x="31292" y="20764"/>
                </a:lnTo>
                <a:lnTo>
                  <a:pt x="31534" y="19710"/>
                </a:lnTo>
                <a:lnTo>
                  <a:pt x="31572" y="19354"/>
                </a:lnTo>
                <a:close/>
              </a:path>
              <a:path w="50800" h="45084">
                <a:moveTo>
                  <a:pt x="33020" y="28054"/>
                </a:moveTo>
                <a:lnTo>
                  <a:pt x="32156" y="29311"/>
                </a:lnTo>
                <a:lnTo>
                  <a:pt x="32092" y="30581"/>
                </a:lnTo>
                <a:lnTo>
                  <a:pt x="32867" y="30581"/>
                </a:lnTo>
                <a:lnTo>
                  <a:pt x="32727" y="29311"/>
                </a:lnTo>
                <a:lnTo>
                  <a:pt x="32994" y="28778"/>
                </a:lnTo>
                <a:lnTo>
                  <a:pt x="33020" y="28054"/>
                </a:lnTo>
                <a:close/>
              </a:path>
              <a:path w="50800" h="45084">
                <a:moveTo>
                  <a:pt x="33642" y="33045"/>
                </a:moveTo>
                <a:lnTo>
                  <a:pt x="33375" y="32943"/>
                </a:lnTo>
                <a:lnTo>
                  <a:pt x="33642" y="33045"/>
                </a:lnTo>
                <a:close/>
              </a:path>
              <a:path w="50800" h="45084">
                <a:moveTo>
                  <a:pt x="35267" y="22860"/>
                </a:moveTo>
                <a:lnTo>
                  <a:pt x="35115" y="22720"/>
                </a:lnTo>
                <a:lnTo>
                  <a:pt x="35115" y="22910"/>
                </a:lnTo>
                <a:lnTo>
                  <a:pt x="35267" y="22860"/>
                </a:lnTo>
                <a:close/>
              </a:path>
              <a:path w="50800" h="45084">
                <a:moveTo>
                  <a:pt x="35560" y="26136"/>
                </a:moveTo>
                <a:lnTo>
                  <a:pt x="35382" y="26200"/>
                </a:lnTo>
                <a:lnTo>
                  <a:pt x="35420" y="26352"/>
                </a:lnTo>
                <a:lnTo>
                  <a:pt x="35560" y="26136"/>
                </a:lnTo>
                <a:close/>
              </a:path>
              <a:path w="50800" h="45084">
                <a:moveTo>
                  <a:pt x="35598" y="33083"/>
                </a:moveTo>
                <a:lnTo>
                  <a:pt x="35458" y="33058"/>
                </a:lnTo>
                <a:lnTo>
                  <a:pt x="35052" y="32969"/>
                </a:lnTo>
                <a:lnTo>
                  <a:pt x="34899" y="32943"/>
                </a:lnTo>
                <a:lnTo>
                  <a:pt x="34645" y="32943"/>
                </a:lnTo>
                <a:lnTo>
                  <a:pt x="34671" y="33121"/>
                </a:lnTo>
                <a:lnTo>
                  <a:pt x="34848" y="33286"/>
                </a:lnTo>
                <a:lnTo>
                  <a:pt x="34848" y="33159"/>
                </a:lnTo>
                <a:lnTo>
                  <a:pt x="35356" y="33274"/>
                </a:lnTo>
                <a:lnTo>
                  <a:pt x="35001" y="33235"/>
                </a:lnTo>
                <a:lnTo>
                  <a:pt x="35407" y="33375"/>
                </a:lnTo>
                <a:lnTo>
                  <a:pt x="35598" y="33274"/>
                </a:lnTo>
                <a:lnTo>
                  <a:pt x="35458" y="33159"/>
                </a:lnTo>
                <a:lnTo>
                  <a:pt x="35598" y="33083"/>
                </a:lnTo>
                <a:close/>
              </a:path>
              <a:path w="50800" h="45084">
                <a:moveTo>
                  <a:pt x="36449" y="35140"/>
                </a:moveTo>
                <a:lnTo>
                  <a:pt x="36131" y="35280"/>
                </a:lnTo>
                <a:lnTo>
                  <a:pt x="36131" y="35890"/>
                </a:lnTo>
                <a:lnTo>
                  <a:pt x="36144" y="35699"/>
                </a:lnTo>
                <a:lnTo>
                  <a:pt x="36195" y="35547"/>
                </a:lnTo>
                <a:lnTo>
                  <a:pt x="36207" y="35344"/>
                </a:lnTo>
                <a:lnTo>
                  <a:pt x="36449" y="35140"/>
                </a:lnTo>
                <a:close/>
              </a:path>
              <a:path w="50800" h="45084">
                <a:moveTo>
                  <a:pt x="37401" y="25146"/>
                </a:moveTo>
                <a:lnTo>
                  <a:pt x="37211" y="24739"/>
                </a:lnTo>
                <a:lnTo>
                  <a:pt x="36791" y="24765"/>
                </a:lnTo>
                <a:lnTo>
                  <a:pt x="37020" y="24815"/>
                </a:lnTo>
                <a:lnTo>
                  <a:pt x="36906" y="25107"/>
                </a:lnTo>
                <a:lnTo>
                  <a:pt x="36906" y="25336"/>
                </a:lnTo>
                <a:lnTo>
                  <a:pt x="37134" y="25323"/>
                </a:lnTo>
                <a:lnTo>
                  <a:pt x="37172" y="25514"/>
                </a:lnTo>
                <a:lnTo>
                  <a:pt x="37325" y="25603"/>
                </a:lnTo>
                <a:lnTo>
                  <a:pt x="37401" y="25146"/>
                </a:lnTo>
                <a:close/>
              </a:path>
              <a:path w="50800" h="45084">
                <a:moveTo>
                  <a:pt x="38430" y="15532"/>
                </a:moveTo>
                <a:lnTo>
                  <a:pt x="38392" y="15278"/>
                </a:lnTo>
                <a:lnTo>
                  <a:pt x="37947" y="15354"/>
                </a:lnTo>
                <a:lnTo>
                  <a:pt x="37604" y="15557"/>
                </a:lnTo>
                <a:lnTo>
                  <a:pt x="37261" y="15709"/>
                </a:lnTo>
                <a:lnTo>
                  <a:pt x="37579" y="16002"/>
                </a:lnTo>
                <a:lnTo>
                  <a:pt x="37782" y="15887"/>
                </a:lnTo>
                <a:lnTo>
                  <a:pt x="37833" y="15748"/>
                </a:lnTo>
                <a:lnTo>
                  <a:pt x="37985" y="15722"/>
                </a:lnTo>
                <a:lnTo>
                  <a:pt x="38163" y="15608"/>
                </a:lnTo>
                <a:lnTo>
                  <a:pt x="38430" y="15532"/>
                </a:lnTo>
                <a:close/>
              </a:path>
              <a:path w="50800" h="45084">
                <a:moveTo>
                  <a:pt x="38493" y="16535"/>
                </a:moveTo>
                <a:lnTo>
                  <a:pt x="38112" y="16548"/>
                </a:lnTo>
                <a:lnTo>
                  <a:pt x="37884" y="16802"/>
                </a:lnTo>
                <a:lnTo>
                  <a:pt x="37553" y="16916"/>
                </a:lnTo>
                <a:lnTo>
                  <a:pt x="37299" y="16725"/>
                </a:lnTo>
                <a:lnTo>
                  <a:pt x="37325" y="16992"/>
                </a:lnTo>
                <a:lnTo>
                  <a:pt x="37706" y="17157"/>
                </a:lnTo>
                <a:lnTo>
                  <a:pt x="37833" y="17449"/>
                </a:lnTo>
                <a:lnTo>
                  <a:pt x="37871" y="17106"/>
                </a:lnTo>
                <a:lnTo>
                  <a:pt x="38023" y="17195"/>
                </a:lnTo>
                <a:lnTo>
                  <a:pt x="38049" y="16979"/>
                </a:lnTo>
                <a:lnTo>
                  <a:pt x="38214" y="16713"/>
                </a:lnTo>
                <a:lnTo>
                  <a:pt x="38493" y="16535"/>
                </a:lnTo>
                <a:close/>
              </a:path>
              <a:path w="50800" h="45084">
                <a:moveTo>
                  <a:pt x="41389" y="17767"/>
                </a:moveTo>
                <a:lnTo>
                  <a:pt x="41008" y="17729"/>
                </a:lnTo>
                <a:lnTo>
                  <a:pt x="41363" y="17907"/>
                </a:lnTo>
                <a:lnTo>
                  <a:pt x="41389" y="17767"/>
                </a:lnTo>
                <a:close/>
              </a:path>
              <a:path w="50800" h="45084">
                <a:moveTo>
                  <a:pt x="42468" y="21310"/>
                </a:moveTo>
                <a:lnTo>
                  <a:pt x="42392" y="21056"/>
                </a:lnTo>
                <a:lnTo>
                  <a:pt x="42367" y="21386"/>
                </a:lnTo>
                <a:lnTo>
                  <a:pt x="42087" y="21628"/>
                </a:lnTo>
                <a:lnTo>
                  <a:pt x="42151" y="21907"/>
                </a:lnTo>
                <a:lnTo>
                  <a:pt x="42214" y="21590"/>
                </a:lnTo>
                <a:lnTo>
                  <a:pt x="42468" y="21310"/>
                </a:lnTo>
                <a:close/>
              </a:path>
              <a:path w="50800" h="45084">
                <a:moveTo>
                  <a:pt x="42887" y="18453"/>
                </a:moveTo>
                <a:lnTo>
                  <a:pt x="42697" y="18313"/>
                </a:lnTo>
                <a:lnTo>
                  <a:pt x="42468" y="18008"/>
                </a:lnTo>
                <a:lnTo>
                  <a:pt x="42252" y="17983"/>
                </a:lnTo>
                <a:lnTo>
                  <a:pt x="42494" y="18084"/>
                </a:lnTo>
                <a:lnTo>
                  <a:pt x="42722" y="18402"/>
                </a:lnTo>
                <a:lnTo>
                  <a:pt x="42887" y="18453"/>
                </a:lnTo>
                <a:close/>
              </a:path>
              <a:path w="50800" h="45084">
                <a:moveTo>
                  <a:pt x="43446" y="228"/>
                </a:moveTo>
                <a:lnTo>
                  <a:pt x="43256" y="228"/>
                </a:lnTo>
                <a:lnTo>
                  <a:pt x="43256" y="406"/>
                </a:lnTo>
                <a:lnTo>
                  <a:pt x="43446" y="406"/>
                </a:lnTo>
                <a:lnTo>
                  <a:pt x="43446" y="228"/>
                </a:lnTo>
                <a:close/>
              </a:path>
              <a:path w="50800" h="45084">
                <a:moveTo>
                  <a:pt x="43865" y="0"/>
                </a:moveTo>
                <a:lnTo>
                  <a:pt x="43649" y="114"/>
                </a:lnTo>
                <a:lnTo>
                  <a:pt x="43649" y="457"/>
                </a:lnTo>
                <a:lnTo>
                  <a:pt x="43827" y="431"/>
                </a:lnTo>
                <a:lnTo>
                  <a:pt x="43865" y="0"/>
                </a:lnTo>
                <a:close/>
              </a:path>
              <a:path w="50800" h="45084">
                <a:moveTo>
                  <a:pt x="46126" y="14706"/>
                </a:moveTo>
                <a:lnTo>
                  <a:pt x="46113" y="14401"/>
                </a:lnTo>
                <a:lnTo>
                  <a:pt x="45821" y="14427"/>
                </a:lnTo>
                <a:lnTo>
                  <a:pt x="45974" y="14122"/>
                </a:lnTo>
                <a:lnTo>
                  <a:pt x="45783" y="14097"/>
                </a:lnTo>
                <a:lnTo>
                  <a:pt x="45554" y="14135"/>
                </a:lnTo>
                <a:lnTo>
                  <a:pt x="45351" y="14820"/>
                </a:lnTo>
                <a:lnTo>
                  <a:pt x="45440" y="14592"/>
                </a:lnTo>
                <a:lnTo>
                  <a:pt x="46126" y="14706"/>
                </a:lnTo>
                <a:close/>
              </a:path>
              <a:path w="50800" h="45084">
                <a:moveTo>
                  <a:pt x="50292" y="6959"/>
                </a:moveTo>
                <a:lnTo>
                  <a:pt x="50088" y="6858"/>
                </a:lnTo>
                <a:lnTo>
                  <a:pt x="50025" y="7175"/>
                </a:lnTo>
                <a:lnTo>
                  <a:pt x="50139" y="7353"/>
                </a:lnTo>
                <a:lnTo>
                  <a:pt x="50076" y="7493"/>
                </a:lnTo>
                <a:lnTo>
                  <a:pt x="50126" y="7683"/>
                </a:lnTo>
                <a:lnTo>
                  <a:pt x="50292" y="7569"/>
                </a:lnTo>
                <a:lnTo>
                  <a:pt x="50241" y="7366"/>
                </a:lnTo>
                <a:lnTo>
                  <a:pt x="50292" y="69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1953615" y="1030528"/>
            <a:ext cx="31750" cy="29209"/>
          </a:xfrm>
          <a:custGeom>
            <a:avLst/>
            <a:gdLst/>
            <a:ahLst/>
            <a:cxnLst/>
            <a:rect l="l" t="t" r="r" b="b"/>
            <a:pathLst>
              <a:path w="31750" h="29209">
                <a:moveTo>
                  <a:pt x="9067" y="12903"/>
                </a:moveTo>
                <a:lnTo>
                  <a:pt x="8991" y="13106"/>
                </a:lnTo>
                <a:lnTo>
                  <a:pt x="9067" y="12903"/>
                </a:lnTo>
                <a:close/>
              </a:path>
              <a:path w="31750" h="29209">
                <a:moveTo>
                  <a:pt x="9321" y="27343"/>
                </a:moveTo>
                <a:lnTo>
                  <a:pt x="9271" y="27559"/>
                </a:lnTo>
                <a:lnTo>
                  <a:pt x="9321" y="27343"/>
                </a:lnTo>
                <a:close/>
              </a:path>
              <a:path w="31750" h="29209">
                <a:moveTo>
                  <a:pt x="9423" y="28270"/>
                </a:moveTo>
                <a:lnTo>
                  <a:pt x="9334" y="27762"/>
                </a:lnTo>
                <a:lnTo>
                  <a:pt x="9182" y="27762"/>
                </a:lnTo>
                <a:lnTo>
                  <a:pt x="9232" y="27901"/>
                </a:lnTo>
                <a:lnTo>
                  <a:pt x="9232" y="28067"/>
                </a:lnTo>
                <a:lnTo>
                  <a:pt x="9182" y="28244"/>
                </a:lnTo>
                <a:lnTo>
                  <a:pt x="9080" y="28117"/>
                </a:lnTo>
                <a:lnTo>
                  <a:pt x="8991" y="28270"/>
                </a:lnTo>
                <a:lnTo>
                  <a:pt x="9156" y="28435"/>
                </a:lnTo>
                <a:lnTo>
                  <a:pt x="9372" y="28435"/>
                </a:lnTo>
                <a:lnTo>
                  <a:pt x="9410" y="28638"/>
                </a:lnTo>
                <a:lnTo>
                  <a:pt x="9423" y="28270"/>
                </a:lnTo>
                <a:close/>
              </a:path>
              <a:path w="31750" h="29209">
                <a:moveTo>
                  <a:pt x="9829" y="28295"/>
                </a:moveTo>
                <a:lnTo>
                  <a:pt x="9766" y="28092"/>
                </a:lnTo>
                <a:lnTo>
                  <a:pt x="9766" y="28270"/>
                </a:lnTo>
                <a:close/>
              </a:path>
              <a:path w="31750" h="29209">
                <a:moveTo>
                  <a:pt x="9893" y="28028"/>
                </a:moveTo>
                <a:lnTo>
                  <a:pt x="9855" y="27686"/>
                </a:lnTo>
                <a:lnTo>
                  <a:pt x="9791" y="28067"/>
                </a:lnTo>
                <a:close/>
              </a:path>
              <a:path w="31750" h="29209">
                <a:moveTo>
                  <a:pt x="9931" y="27127"/>
                </a:moveTo>
                <a:lnTo>
                  <a:pt x="9626" y="26695"/>
                </a:lnTo>
                <a:lnTo>
                  <a:pt x="9626" y="27127"/>
                </a:lnTo>
                <a:lnTo>
                  <a:pt x="9575" y="27330"/>
                </a:lnTo>
                <a:lnTo>
                  <a:pt x="9499" y="27127"/>
                </a:lnTo>
                <a:lnTo>
                  <a:pt x="9626" y="27127"/>
                </a:lnTo>
                <a:lnTo>
                  <a:pt x="9626" y="26695"/>
                </a:lnTo>
                <a:lnTo>
                  <a:pt x="8877" y="25628"/>
                </a:lnTo>
                <a:lnTo>
                  <a:pt x="9194" y="27127"/>
                </a:lnTo>
                <a:lnTo>
                  <a:pt x="9423" y="27165"/>
                </a:lnTo>
                <a:lnTo>
                  <a:pt x="9448" y="27343"/>
                </a:lnTo>
                <a:lnTo>
                  <a:pt x="9423" y="27546"/>
                </a:lnTo>
                <a:lnTo>
                  <a:pt x="9525" y="27406"/>
                </a:lnTo>
                <a:lnTo>
                  <a:pt x="9423" y="27609"/>
                </a:lnTo>
                <a:lnTo>
                  <a:pt x="9461" y="27813"/>
                </a:lnTo>
                <a:lnTo>
                  <a:pt x="9626" y="27508"/>
                </a:lnTo>
                <a:lnTo>
                  <a:pt x="9664" y="27127"/>
                </a:lnTo>
                <a:lnTo>
                  <a:pt x="9931" y="27127"/>
                </a:lnTo>
                <a:close/>
              </a:path>
              <a:path w="31750" h="29209">
                <a:moveTo>
                  <a:pt x="10020" y="28930"/>
                </a:moveTo>
                <a:lnTo>
                  <a:pt x="9880" y="28803"/>
                </a:lnTo>
                <a:lnTo>
                  <a:pt x="9944" y="29019"/>
                </a:lnTo>
                <a:lnTo>
                  <a:pt x="9918" y="29159"/>
                </a:lnTo>
                <a:lnTo>
                  <a:pt x="10007" y="29019"/>
                </a:lnTo>
                <a:close/>
              </a:path>
              <a:path w="31750" h="29209">
                <a:moveTo>
                  <a:pt x="10071" y="26746"/>
                </a:moveTo>
                <a:lnTo>
                  <a:pt x="9690" y="25260"/>
                </a:lnTo>
                <a:lnTo>
                  <a:pt x="9956" y="25260"/>
                </a:lnTo>
                <a:lnTo>
                  <a:pt x="9855" y="24282"/>
                </a:lnTo>
                <a:lnTo>
                  <a:pt x="9702" y="24282"/>
                </a:lnTo>
                <a:lnTo>
                  <a:pt x="9613" y="23914"/>
                </a:lnTo>
                <a:lnTo>
                  <a:pt x="25" y="23914"/>
                </a:lnTo>
                <a:lnTo>
                  <a:pt x="152" y="29146"/>
                </a:lnTo>
                <a:lnTo>
                  <a:pt x="9207" y="29146"/>
                </a:lnTo>
                <a:lnTo>
                  <a:pt x="9156" y="28765"/>
                </a:lnTo>
                <a:lnTo>
                  <a:pt x="8788" y="28765"/>
                </a:lnTo>
                <a:lnTo>
                  <a:pt x="8089" y="27927"/>
                </a:lnTo>
                <a:lnTo>
                  <a:pt x="8102" y="28765"/>
                </a:lnTo>
                <a:lnTo>
                  <a:pt x="8039" y="27927"/>
                </a:lnTo>
                <a:lnTo>
                  <a:pt x="7708" y="27927"/>
                </a:lnTo>
                <a:lnTo>
                  <a:pt x="7708" y="27774"/>
                </a:lnTo>
                <a:lnTo>
                  <a:pt x="7505" y="27457"/>
                </a:lnTo>
                <a:lnTo>
                  <a:pt x="7467" y="27317"/>
                </a:lnTo>
                <a:lnTo>
                  <a:pt x="7429" y="27127"/>
                </a:lnTo>
                <a:lnTo>
                  <a:pt x="7645" y="27127"/>
                </a:lnTo>
                <a:lnTo>
                  <a:pt x="7467" y="27305"/>
                </a:lnTo>
                <a:lnTo>
                  <a:pt x="7759" y="27292"/>
                </a:lnTo>
                <a:lnTo>
                  <a:pt x="7785" y="27444"/>
                </a:lnTo>
                <a:lnTo>
                  <a:pt x="7861" y="27292"/>
                </a:lnTo>
                <a:lnTo>
                  <a:pt x="7670" y="27127"/>
                </a:lnTo>
                <a:lnTo>
                  <a:pt x="7924" y="27127"/>
                </a:lnTo>
                <a:lnTo>
                  <a:pt x="8140" y="27127"/>
                </a:lnTo>
                <a:lnTo>
                  <a:pt x="8737" y="27127"/>
                </a:lnTo>
                <a:lnTo>
                  <a:pt x="9017" y="27127"/>
                </a:lnTo>
                <a:lnTo>
                  <a:pt x="8458" y="25577"/>
                </a:lnTo>
                <a:lnTo>
                  <a:pt x="8318" y="26289"/>
                </a:lnTo>
                <a:lnTo>
                  <a:pt x="7950" y="25552"/>
                </a:lnTo>
                <a:lnTo>
                  <a:pt x="7658" y="26187"/>
                </a:lnTo>
                <a:lnTo>
                  <a:pt x="7404" y="25260"/>
                </a:lnTo>
                <a:lnTo>
                  <a:pt x="7810" y="25260"/>
                </a:lnTo>
                <a:lnTo>
                  <a:pt x="8089" y="25260"/>
                </a:lnTo>
                <a:lnTo>
                  <a:pt x="9067" y="25260"/>
                </a:lnTo>
                <a:lnTo>
                  <a:pt x="10071" y="26746"/>
                </a:lnTo>
                <a:close/>
              </a:path>
              <a:path w="31750" h="29209">
                <a:moveTo>
                  <a:pt x="10083" y="23634"/>
                </a:moveTo>
                <a:lnTo>
                  <a:pt x="9944" y="23571"/>
                </a:lnTo>
                <a:lnTo>
                  <a:pt x="9982" y="23787"/>
                </a:lnTo>
                <a:lnTo>
                  <a:pt x="9842" y="23850"/>
                </a:lnTo>
                <a:lnTo>
                  <a:pt x="9880" y="23990"/>
                </a:lnTo>
                <a:lnTo>
                  <a:pt x="10058" y="23926"/>
                </a:lnTo>
                <a:lnTo>
                  <a:pt x="10058" y="23710"/>
                </a:lnTo>
                <a:close/>
              </a:path>
              <a:path w="31750" h="29209">
                <a:moveTo>
                  <a:pt x="10198" y="24079"/>
                </a:moveTo>
                <a:lnTo>
                  <a:pt x="10134" y="24244"/>
                </a:lnTo>
                <a:lnTo>
                  <a:pt x="10198" y="24079"/>
                </a:lnTo>
                <a:close/>
              </a:path>
              <a:path w="31750" h="29209">
                <a:moveTo>
                  <a:pt x="10236" y="19989"/>
                </a:moveTo>
                <a:lnTo>
                  <a:pt x="9880" y="20599"/>
                </a:lnTo>
                <a:lnTo>
                  <a:pt x="9664" y="19989"/>
                </a:lnTo>
                <a:lnTo>
                  <a:pt x="9626" y="20421"/>
                </a:lnTo>
                <a:lnTo>
                  <a:pt x="9017" y="19989"/>
                </a:lnTo>
                <a:lnTo>
                  <a:pt x="7886" y="19989"/>
                </a:lnTo>
                <a:lnTo>
                  <a:pt x="7886" y="22237"/>
                </a:lnTo>
                <a:lnTo>
                  <a:pt x="7835" y="22606"/>
                </a:lnTo>
                <a:lnTo>
                  <a:pt x="7747" y="22237"/>
                </a:lnTo>
                <a:lnTo>
                  <a:pt x="7886" y="22237"/>
                </a:lnTo>
                <a:lnTo>
                  <a:pt x="7886" y="19989"/>
                </a:lnTo>
                <a:lnTo>
                  <a:pt x="0" y="19989"/>
                </a:lnTo>
                <a:lnTo>
                  <a:pt x="25" y="23533"/>
                </a:lnTo>
                <a:lnTo>
                  <a:pt x="8013" y="23533"/>
                </a:lnTo>
                <a:lnTo>
                  <a:pt x="9537" y="23533"/>
                </a:lnTo>
                <a:lnTo>
                  <a:pt x="9613" y="23317"/>
                </a:lnTo>
                <a:lnTo>
                  <a:pt x="9829" y="23317"/>
                </a:lnTo>
                <a:lnTo>
                  <a:pt x="9715" y="22237"/>
                </a:lnTo>
                <a:lnTo>
                  <a:pt x="9918" y="22237"/>
                </a:lnTo>
                <a:lnTo>
                  <a:pt x="9855" y="21831"/>
                </a:lnTo>
                <a:lnTo>
                  <a:pt x="9613" y="21640"/>
                </a:lnTo>
                <a:lnTo>
                  <a:pt x="9728" y="20828"/>
                </a:lnTo>
                <a:lnTo>
                  <a:pt x="10210" y="20828"/>
                </a:lnTo>
                <a:lnTo>
                  <a:pt x="10236" y="19989"/>
                </a:lnTo>
                <a:close/>
              </a:path>
              <a:path w="31750" h="29209">
                <a:moveTo>
                  <a:pt x="10261" y="21628"/>
                </a:moveTo>
                <a:lnTo>
                  <a:pt x="10198" y="21386"/>
                </a:lnTo>
                <a:lnTo>
                  <a:pt x="9982" y="21386"/>
                </a:lnTo>
                <a:lnTo>
                  <a:pt x="9842" y="21539"/>
                </a:lnTo>
                <a:lnTo>
                  <a:pt x="9931" y="21856"/>
                </a:lnTo>
                <a:lnTo>
                  <a:pt x="10045" y="22059"/>
                </a:lnTo>
                <a:lnTo>
                  <a:pt x="10236" y="21805"/>
                </a:lnTo>
                <a:lnTo>
                  <a:pt x="10083" y="21742"/>
                </a:lnTo>
                <a:lnTo>
                  <a:pt x="9982" y="21551"/>
                </a:lnTo>
                <a:lnTo>
                  <a:pt x="10198" y="21450"/>
                </a:lnTo>
                <a:lnTo>
                  <a:pt x="10261" y="21628"/>
                </a:lnTo>
                <a:close/>
              </a:path>
              <a:path w="31750" h="29209">
                <a:moveTo>
                  <a:pt x="10299" y="29159"/>
                </a:moveTo>
                <a:lnTo>
                  <a:pt x="10223" y="28994"/>
                </a:lnTo>
                <a:lnTo>
                  <a:pt x="10185" y="29159"/>
                </a:lnTo>
                <a:close/>
              </a:path>
              <a:path w="31750" h="29209">
                <a:moveTo>
                  <a:pt x="10350" y="22720"/>
                </a:moveTo>
                <a:lnTo>
                  <a:pt x="10312" y="22529"/>
                </a:lnTo>
                <a:lnTo>
                  <a:pt x="10248" y="22301"/>
                </a:lnTo>
                <a:lnTo>
                  <a:pt x="10033" y="22390"/>
                </a:lnTo>
                <a:lnTo>
                  <a:pt x="10033" y="22098"/>
                </a:lnTo>
                <a:lnTo>
                  <a:pt x="9944" y="22339"/>
                </a:lnTo>
                <a:lnTo>
                  <a:pt x="10007" y="22580"/>
                </a:lnTo>
                <a:lnTo>
                  <a:pt x="9918" y="22872"/>
                </a:lnTo>
                <a:lnTo>
                  <a:pt x="9956" y="23012"/>
                </a:lnTo>
                <a:lnTo>
                  <a:pt x="10058" y="23190"/>
                </a:lnTo>
                <a:lnTo>
                  <a:pt x="10134" y="22910"/>
                </a:lnTo>
                <a:lnTo>
                  <a:pt x="10236" y="23050"/>
                </a:lnTo>
                <a:lnTo>
                  <a:pt x="10312" y="22872"/>
                </a:lnTo>
                <a:lnTo>
                  <a:pt x="10350" y="22720"/>
                </a:lnTo>
                <a:close/>
              </a:path>
              <a:path w="31750" h="29209">
                <a:moveTo>
                  <a:pt x="10388" y="29159"/>
                </a:moveTo>
                <a:close/>
              </a:path>
              <a:path w="31750" h="29209">
                <a:moveTo>
                  <a:pt x="10452" y="15367"/>
                </a:moveTo>
                <a:lnTo>
                  <a:pt x="10312" y="15100"/>
                </a:lnTo>
                <a:lnTo>
                  <a:pt x="10274" y="15278"/>
                </a:lnTo>
                <a:lnTo>
                  <a:pt x="10452" y="15367"/>
                </a:lnTo>
                <a:close/>
              </a:path>
              <a:path w="31750" h="29209">
                <a:moveTo>
                  <a:pt x="10629" y="23990"/>
                </a:moveTo>
                <a:lnTo>
                  <a:pt x="10464" y="24104"/>
                </a:lnTo>
                <a:lnTo>
                  <a:pt x="10604" y="24218"/>
                </a:lnTo>
                <a:lnTo>
                  <a:pt x="10629" y="23990"/>
                </a:lnTo>
                <a:close/>
              </a:path>
              <a:path w="31750" h="29209">
                <a:moveTo>
                  <a:pt x="10642" y="26873"/>
                </a:moveTo>
                <a:lnTo>
                  <a:pt x="10502" y="26936"/>
                </a:lnTo>
                <a:lnTo>
                  <a:pt x="10579" y="27127"/>
                </a:lnTo>
                <a:lnTo>
                  <a:pt x="10642" y="26873"/>
                </a:lnTo>
                <a:close/>
              </a:path>
              <a:path w="31750" h="29209">
                <a:moveTo>
                  <a:pt x="10718" y="27292"/>
                </a:moveTo>
                <a:lnTo>
                  <a:pt x="10541" y="27152"/>
                </a:lnTo>
                <a:lnTo>
                  <a:pt x="10502" y="27406"/>
                </a:lnTo>
                <a:lnTo>
                  <a:pt x="10693" y="27406"/>
                </a:lnTo>
                <a:close/>
              </a:path>
              <a:path w="31750" h="29209">
                <a:moveTo>
                  <a:pt x="10731" y="16243"/>
                </a:moveTo>
                <a:lnTo>
                  <a:pt x="10718" y="16446"/>
                </a:lnTo>
                <a:lnTo>
                  <a:pt x="10731" y="16243"/>
                </a:lnTo>
                <a:close/>
              </a:path>
              <a:path w="31750" h="29209">
                <a:moveTo>
                  <a:pt x="10934" y="27190"/>
                </a:moveTo>
                <a:lnTo>
                  <a:pt x="10883" y="26962"/>
                </a:lnTo>
                <a:lnTo>
                  <a:pt x="10756" y="27241"/>
                </a:lnTo>
                <a:lnTo>
                  <a:pt x="10934" y="27190"/>
                </a:lnTo>
                <a:close/>
              </a:path>
              <a:path w="31750" h="29209">
                <a:moveTo>
                  <a:pt x="10985" y="27254"/>
                </a:moveTo>
                <a:lnTo>
                  <a:pt x="10833" y="27254"/>
                </a:lnTo>
                <a:lnTo>
                  <a:pt x="10985" y="27444"/>
                </a:lnTo>
                <a:lnTo>
                  <a:pt x="10985" y="27254"/>
                </a:lnTo>
                <a:close/>
              </a:path>
              <a:path w="31750" h="29209">
                <a:moveTo>
                  <a:pt x="11188" y="29159"/>
                </a:moveTo>
                <a:lnTo>
                  <a:pt x="11163" y="28994"/>
                </a:lnTo>
                <a:lnTo>
                  <a:pt x="11112" y="29159"/>
                </a:lnTo>
                <a:close/>
              </a:path>
              <a:path w="31750" h="29209">
                <a:moveTo>
                  <a:pt x="11264" y="25971"/>
                </a:moveTo>
                <a:lnTo>
                  <a:pt x="11036" y="26047"/>
                </a:lnTo>
                <a:lnTo>
                  <a:pt x="11112" y="26238"/>
                </a:lnTo>
                <a:lnTo>
                  <a:pt x="11112" y="26111"/>
                </a:lnTo>
                <a:lnTo>
                  <a:pt x="11264" y="25971"/>
                </a:lnTo>
                <a:close/>
              </a:path>
              <a:path w="31750" h="29209">
                <a:moveTo>
                  <a:pt x="11303" y="29159"/>
                </a:moveTo>
                <a:close/>
              </a:path>
              <a:path w="31750" h="29209">
                <a:moveTo>
                  <a:pt x="11404" y="26263"/>
                </a:moveTo>
                <a:lnTo>
                  <a:pt x="11277" y="26149"/>
                </a:lnTo>
                <a:lnTo>
                  <a:pt x="11303" y="26289"/>
                </a:lnTo>
                <a:close/>
              </a:path>
              <a:path w="31750" h="29209">
                <a:moveTo>
                  <a:pt x="11417" y="23152"/>
                </a:moveTo>
                <a:lnTo>
                  <a:pt x="11176" y="23126"/>
                </a:lnTo>
                <a:lnTo>
                  <a:pt x="11176" y="22999"/>
                </a:lnTo>
                <a:lnTo>
                  <a:pt x="11112" y="23329"/>
                </a:lnTo>
                <a:lnTo>
                  <a:pt x="11036" y="23139"/>
                </a:lnTo>
                <a:lnTo>
                  <a:pt x="10972" y="23710"/>
                </a:lnTo>
                <a:lnTo>
                  <a:pt x="11163" y="23418"/>
                </a:lnTo>
                <a:lnTo>
                  <a:pt x="11417" y="23152"/>
                </a:lnTo>
                <a:close/>
              </a:path>
              <a:path w="31750" h="29209">
                <a:moveTo>
                  <a:pt x="11620" y="27368"/>
                </a:moveTo>
                <a:lnTo>
                  <a:pt x="11518" y="27228"/>
                </a:lnTo>
                <a:lnTo>
                  <a:pt x="11404" y="27368"/>
                </a:lnTo>
                <a:lnTo>
                  <a:pt x="11620" y="27368"/>
                </a:lnTo>
                <a:close/>
              </a:path>
              <a:path w="31750" h="29209">
                <a:moveTo>
                  <a:pt x="11811" y="24422"/>
                </a:moveTo>
                <a:lnTo>
                  <a:pt x="11684" y="24422"/>
                </a:lnTo>
                <a:lnTo>
                  <a:pt x="11684" y="24650"/>
                </a:lnTo>
                <a:lnTo>
                  <a:pt x="11811" y="24422"/>
                </a:lnTo>
                <a:close/>
              </a:path>
              <a:path w="31750" h="29209">
                <a:moveTo>
                  <a:pt x="11861" y="19977"/>
                </a:moveTo>
                <a:lnTo>
                  <a:pt x="11785" y="20408"/>
                </a:lnTo>
                <a:lnTo>
                  <a:pt x="11861" y="19977"/>
                </a:lnTo>
                <a:close/>
              </a:path>
              <a:path w="31750" h="29209">
                <a:moveTo>
                  <a:pt x="11899" y="21132"/>
                </a:moveTo>
                <a:lnTo>
                  <a:pt x="11823" y="20878"/>
                </a:lnTo>
                <a:lnTo>
                  <a:pt x="11747" y="21234"/>
                </a:lnTo>
                <a:lnTo>
                  <a:pt x="11899" y="21132"/>
                </a:lnTo>
                <a:close/>
              </a:path>
              <a:path w="31750" h="29209">
                <a:moveTo>
                  <a:pt x="12001" y="26504"/>
                </a:moveTo>
                <a:lnTo>
                  <a:pt x="11734" y="26428"/>
                </a:lnTo>
                <a:lnTo>
                  <a:pt x="11912" y="26746"/>
                </a:lnTo>
                <a:lnTo>
                  <a:pt x="12001" y="26504"/>
                </a:lnTo>
                <a:close/>
              </a:path>
              <a:path w="31750" h="29209">
                <a:moveTo>
                  <a:pt x="12255" y="25146"/>
                </a:moveTo>
                <a:lnTo>
                  <a:pt x="12230" y="24968"/>
                </a:lnTo>
                <a:lnTo>
                  <a:pt x="12090" y="25184"/>
                </a:lnTo>
                <a:lnTo>
                  <a:pt x="12255" y="25146"/>
                </a:lnTo>
                <a:close/>
              </a:path>
              <a:path w="31750" h="29209">
                <a:moveTo>
                  <a:pt x="12446" y="26784"/>
                </a:moveTo>
                <a:lnTo>
                  <a:pt x="12090" y="26720"/>
                </a:lnTo>
                <a:lnTo>
                  <a:pt x="12255" y="26885"/>
                </a:lnTo>
                <a:lnTo>
                  <a:pt x="12446" y="26784"/>
                </a:lnTo>
                <a:close/>
              </a:path>
              <a:path w="31750" h="29209">
                <a:moveTo>
                  <a:pt x="12446" y="26009"/>
                </a:moveTo>
                <a:lnTo>
                  <a:pt x="12306" y="26123"/>
                </a:lnTo>
                <a:lnTo>
                  <a:pt x="12242" y="25958"/>
                </a:lnTo>
                <a:lnTo>
                  <a:pt x="12077" y="25806"/>
                </a:lnTo>
                <a:lnTo>
                  <a:pt x="11988" y="26136"/>
                </a:lnTo>
                <a:lnTo>
                  <a:pt x="12077" y="26314"/>
                </a:lnTo>
                <a:lnTo>
                  <a:pt x="12141" y="26174"/>
                </a:lnTo>
                <a:lnTo>
                  <a:pt x="12242" y="26339"/>
                </a:lnTo>
                <a:lnTo>
                  <a:pt x="12090" y="26492"/>
                </a:lnTo>
                <a:lnTo>
                  <a:pt x="12090" y="26682"/>
                </a:lnTo>
                <a:lnTo>
                  <a:pt x="12179" y="26454"/>
                </a:lnTo>
                <a:lnTo>
                  <a:pt x="12382" y="26593"/>
                </a:lnTo>
                <a:lnTo>
                  <a:pt x="12433" y="26416"/>
                </a:lnTo>
                <a:lnTo>
                  <a:pt x="12280" y="26314"/>
                </a:lnTo>
                <a:lnTo>
                  <a:pt x="12319" y="26174"/>
                </a:lnTo>
                <a:lnTo>
                  <a:pt x="12446" y="26009"/>
                </a:lnTo>
                <a:close/>
              </a:path>
              <a:path w="31750" h="29209">
                <a:moveTo>
                  <a:pt x="12509" y="21158"/>
                </a:moveTo>
                <a:lnTo>
                  <a:pt x="12331" y="21374"/>
                </a:lnTo>
                <a:lnTo>
                  <a:pt x="12509" y="21336"/>
                </a:lnTo>
                <a:lnTo>
                  <a:pt x="12509" y="21158"/>
                </a:lnTo>
                <a:close/>
              </a:path>
              <a:path w="31750" h="29209">
                <a:moveTo>
                  <a:pt x="12623" y="27076"/>
                </a:moveTo>
                <a:lnTo>
                  <a:pt x="12446" y="26924"/>
                </a:lnTo>
                <a:lnTo>
                  <a:pt x="12509" y="27139"/>
                </a:lnTo>
                <a:close/>
              </a:path>
              <a:path w="31750" h="29209">
                <a:moveTo>
                  <a:pt x="12763" y="23964"/>
                </a:moveTo>
                <a:lnTo>
                  <a:pt x="12547" y="23749"/>
                </a:lnTo>
                <a:lnTo>
                  <a:pt x="12357" y="23799"/>
                </a:lnTo>
                <a:lnTo>
                  <a:pt x="12331" y="23926"/>
                </a:lnTo>
                <a:lnTo>
                  <a:pt x="12509" y="23914"/>
                </a:lnTo>
                <a:lnTo>
                  <a:pt x="12509" y="24142"/>
                </a:lnTo>
                <a:lnTo>
                  <a:pt x="12763" y="23964"/>
                </a:lnTo>
                <a:close/>
              </a:path>
              <a:path w="31750" h="29209">
                <a:moveTo>
                  <a:pt x="12839" y="19596"/>
                </a:moveTo>
                <a:lnTo>
                  <a:pt x="12674" y="19367"/>
                </a:lnTo>
                <a:lnTo>
                  <a:pt x="12827" y="19265"/>
                </a:lnTo>
                <a:lnTo>
                  <a:pt x="12738" y="19088"/>
                </a:lnTo>
                <a:lnTo>
                  <a:pt x="12522" y="19278"/>
                </a:lnTo>
                <a:lnTo>
                  <a:pt x="12687" y="19773"/>
                </a:lnTo>
                <a:lnTo>
                  <a:pt x="12738" y="19951"/>
                </a:lnTo>
                <a:lnTo>
                  <a:pt x="12738" y="19659"/>
                </a:lnTo>
                <a:close/>
              </a:path>
              <a:path w="31750" h="29209">
                <a:moveTo>
                  <a:pt x="13004" y="22936"/>
                </a:moveTo>
                <a:lnTo>
                  <a:pt x="12992" y="22694"/>
                </a:lnTo>
                <a:lnTo>
                  <a:pt x="13004" y="23088"/>
                </a:lnTo>
                <a:lnTo>
                  <a:pt x="13004" y="22936"/>
                </a:lnTo>
                <a:close/>
              </a:path>
              <a:path w="31750" h="29209">
                <a:moveTo>
                  <a:pt x="13081" y="13525"/>
                </a:moveTo>
                <a:lnTo>
                  <a:pt x="12941" y="13500"/>
                </a:lnTo>
                <a:lnTo>
                  <a:pt x="12979" y="13716"/>
                </a:lnTo>
                <a:lnTo>
                  <a:pt x="13081" y="13525"/>
                </a:lnTo>
                <a:close/>
              </a:path>
              <a:path w="31750" h="29209">
                <a:moveTo>
                  <a:pt x="13220" y="23253"/>
                </a:moveTo>
                <a:lnTo>
                  <a:pt x="13208" y="23088"/>
                </a:lnTo>
                <a:lnTo>
                  <a:pt x="13106" y="22567"/>
                </a:lnTo>
                <a:lnTo>
                  <a:pt x="13081" y="22745"/>
                </a:lnTo>
                <a:lnTo>
                  <a:pt x="13106" y="22987"/>
                </a:lnTo>
                <a:lnTo>
                  <a:pt x="13144" y="23253"/>
                </a:lnTo>
                <a:close/>
              </a:path>
              <a:path w="31750" h="29209">
                <a:moveTo>
                  <a:pt x="13284" y="23215"/>
                </a:moveTo>
                <a:lnTo>
                  <a:pt x="13144" y="23431"/>
                </a:lnTo>
                <a:lnTo>
                  <a:pt x="13284" y="23215"/>
                </a:lnTo>
                <a:close/>
              </a:path>
              <a:path w="31750" h="29209">
                <a:moveTo>
                  <a:pt x="13487" y="24218"/>
                </a:moveTo>
                <a:lnTo>
                  <a:pt x="13436" y="23977"/>
                </a:lnTo>
                <a:lnTo>
                  <a:pt x="13373" y="24218"/>
                </a:lnTo>
                <a:close/>
              </a:path>
              <a:path w="31750" h="29209">
                <a:moveTo>
                  <a:pt x="13500" y="22237"/>
                </a:moveTo>
                <a:lnTo>
                  <a:pt x="13474" y="22110"/>
                </a:lnTo>
                <a:lnTo>
                  <a:pt x="13258" y="22352"/>
                </a:lnTo>
                <a:lnTo>
                  <a:pt x="13373" y="22491"/>
                </a:lnTo>
                <a:lnTo>
                  <a:pt x="13500" y="22237"/>
                </a:lnTo>
                <a:close/>
              </a:path>
              <a:path w="31750" h="29209">
                <a:moveTo>
                  <a:pt x="13677" y="23939"/>
                </a:moveTo>
                <a:lnTo>
                  <a:pt x="13639" y="23647"/>
                </a:lnTo>
                <a:lnTo>
                  <a:pt x="13614" y="23418"/>
                </a:lnTo>
                <a:lnTo>
                  <a:pt x="13500" y="23101"/>
                </a:lnTo>
                <a:lnTo>
                  <a:pt x="13436" y="23888"/>
                </a:lnTo>
                <a:lnTo>
                  <a:pt x="13677" y="23939"/>
                </a:lnTo>
                <a:close/>
              </a:path>
              <a:path w="31750" h="29209">
                <a:moveTo>
                  <a:pt x="13690" y="20739"/>
                </a:moveTo>
                <a:lnTo>
                  <a:pt x="13550" y="20561"/>
                </a:lnTo>
                <a:lnTo>
                  <a:pt x="13576" y="20739"/>
                </a:lnTo>
                <a:close/>
              </a:path>
              <a:path w="31750" h="29209">
                <a:moveTo>
                  <a:pt x="14097" y="24561"/>
                </a:moveTo>
                <a:lnTo>
                  <a:pt x="13944" y="24333"/>
                </a:lnTo>
                <a:lnTo>
                  <a:pt x="13906" y="24155"/>
                </a:lnTo>
                <a:lnTo>
                  <a:pt x="13817" y="24307"/>
                </a:lnTo>
                <a:lnTo>
                  <a:pt x="13741" y="24168"/>
                </a:lnTo>
                <a:lnTo>
                  <a:pt x="13766" y="24041"/>
                </a:lnTo>
                <a:lnTo>
                  <a:pt x="13589" y="23952"/>
                </a:lnTo>
                <a:lnTo>
                  <a:pt x="13728" y="24422"/>
                </a:lnTo>
                <a:lnTo>
                  <a:pt x="13931" y="24523"/>
                </a:lnTo>
                <a:lnTo>
                  <a:pt x="13970" y="24752"/>
                </a:lnTo>
                <a:lnTo>
                  <a:pt x="14097" y="24561"/>
                </a:lnTo>
                <a:close/>
              </a:path>
              <a:path w="31750" h="29209">
                <a:moveTo>
                  <a:pt x="14262" y="25666"/>
                </a:moveTo>
                <a:lnTo>
                  <a:pt x="14173" y="25425"/>
                </a:lnTo>
                <a:lnTo>
                  <a:pt x="14185" y="25222"/>
                </a:lnTo>
                <a:lnTo>
                  <a:pt x="14109" y="25400"/>
                </a:lnTo>
                <a:lnTo>
                  <a:pt x="14147" y="25527"/>
                </a:lnTo>
                <a:lnTo>
                  <a:pt x="14147" y="25781"/>
                </a:lnTo>
                <a:close/>
              </a:path>
              <a:path w="31750" h="29209">
                <a:moveTo>
                  <a:pt x="29578" y="24663"/>
                </a:moveTo>
                <a:lnTo>
                  <a:pt x="29514" y="23634"/>
                </a:lnTo>
                <a:lnTo>
                  <a:pt x="29540" y="22885"/>
                </a:lnTo>
                <a:lnTo>
                  <a:pt x="29451" y="23444"/>
                </a:lnTo>
                <a:lnTo>
                  <a:pt x="29527" y="24485"/>
                </a:lnTo>
                <a:lnTo>
                  <a:pt x="29502" y="25222"/>
                </a:lnTo>
                <a:lnTo>
                  <a:pt x="29578" y="24663"/>
                </a:lnTo>
                <a:close/>
              </a:path>
              <a:path w="31750" h="29209">
                <a:moveTo>
                  <a:pt x="30314" y="29159"/>
                </a:moveTo>
                <a:lnTo>
                  <a:pt x="30289" y="29032"/>
                </a:lnTo>
                <a:lnTo>
                  <a:pt x="30251" y="28803"/>
                </a:lnTo>
                <a:lnTo>
                  <a:pt x="30226" y="29019"/>
                </a:lnTo>
                <a:lnTo>
                  <a:pt x="30238" y="29159"/>
                </a:lnTo>
                <a:close/>
              </a:path>
              <a:path w="31750" h="29209">
                <a:moveTo>
                  <a:pt x="31737" y="406"/>
                </a:moveTo>
                <a:lnTo>
                  <a:pt x="31546" y="0"/>
                </a:lnTo>
                <a:lnTo>
                  <a:pt x="31127" y="25"/>
                </a:lnTo>
                <a:lnTo>
                  <a:pt x="31356" y="76"/>
                </a:lnTo>
                <a:lnTo>
                  <a:pt x="31242" y="368"/>
                </a:lnTo>
                <a:lnTo>
                  <a:pt x="31242" y="596"/>
                </a:lnTo>
                <a:lnTo>
                  <a:pt x="31470" y="584"/>
                </a:lnTo>
                <a:lnTo>
                  <a:pt x="31508" y="774"/>
                </a:lnTo>
                <a:lnTo>
                  <a:pt x="31661" y="863"/>
                </a:lnTo>
                <a:lnTo>
                  <a:pt x="31737" y="4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953615" y="1050505"/>
            <a:ext cx="30480" cy="18415"/>
          </a:xfrm>
          <a:custGeom>
            <a:avLst/>
            <a:gdLst/>
            <a:ahLst/>
            <a:cxnLst/>
            <a:rect l="l" t="t" r="r" b="b"/>
            <a:pathLst>
              <a:path w="30480" h="18415">
                <a:moveTo>
                  <a:pt x="8928" y="7099"/>
                </a:moveTo>
                <a:lnTo>
                  <a:pt x="8801" y="6832"/>
                </a:lnTo>
                <a:lnTo>
                  <a:pt x="8801" y="7099"/>
                </a:lnTo>
                <a:lnTo>
                  <a:pt x="8928" y="7099"/>
                </a:lnTo>
                <a:close/>
              </a:path>
              <a:path w="30480" h="18415">
                <a:moveTo>
                  <a:pt x="9321" y="16344"/>
                </a:moveTo>
                <a:lnTo>
                  <a:pt x="9271" y="16573"/>
                </a:lnTo>
                <a:lnTo>
                  <a:pt x="9321" y="16344"/>
                </a:lnTo>
                <a:close/>
              </a:path>
              <a:path w="30480" h="18415">
                <a:moveTo>
                  <a:pt x="9436" y="17284"/>
                </a:moveTo>
                <a:lnTo>
                  <a:pt x="9334" y="16776"/>
                </a:lnTo>
                <a:lnTo>
                  <a:pt x="9182" y="16776"/>
                </a:lnTo>
                <a:lnTo>
                  <a:pt x="9232" y="16916"/>
                </a:lnTo>
                <a:lnTo>
                  <a:pt x="9232" y="17094"/>
                </a:lnTo>
                <a:lnTo>
                  <a:pt x="9182" y="17272"/>
                </a:lnTo>
                <a:lnTo>
                  <a:pt x="9080" y="17145"/>
                </a:lnTo>
                <a:lnTo>
                  <a:pt x="8991" y="17310"/>
                </a:lnTo>
                <a:lnTo>
                  <a:pt x="9131" y="17259"/>
                </a:lnTo>
                <a:lnTo>
                  <a:pt x="9156" y="17462"/>
                </a:lnTo>
                <a:lnTo>
                  <a:pt x="9372" y="17462"/>
                </a:lnTo>
                <a:lnTo>
                  <a:pt x="9410" y="17678"/>
                </a:lnTo>
                <a:lnTo>
                  <a:pt x="9436" y="17284"/>
                </a:lnTo>
                <a:close/>
              </a:path>
              <a:path w="30480" h="18415">
                <a:moveTo>
                  <a:pt x="9829" y="17310"/>
                </a:moveTo>
                <a:lnTo>
                  <a:pt x="9766" y="17106"/>
                </a:lnTo>
                <a:lnTo>
                  <a:pt x="9766" y="17284"/>
                </a:lnTo>
                <a:close/>
              </a:path>
              <a:path w="30480" h="18415">
                <a:moveTo>
                  <a:pt x="9893" y="17030"/>
                </a:moveTo>
                <a:lnTo>
                  <a:pt x="9855" y="16713"/>
                </a:lnTo>
                <a:lnTo>
                  <a:pt x="9791" y="17068"/>
                </a:lnTo>
                <a:close/>
              </a:path>
              <a:path w="30480" h="18415">
                <a:moveTo>
                  <a:pt x="9893" y="16154"/>
                </a:moveTo>
                <a:lnTo>
                  <a:pt x="9626" y="15760"/>
                </a:lnTo>
                <a:lnTo>
                  <a:pt x="9626" y="16154"/>
                </a:lnTo>
                <a:lnTo>
                  <a:pt x="9575" y="16319"/>
                </a:lnTo>
                <a:lnTo>
                  <a:pt x="9499" y="16154"/>
                </a:lnTo>
                <a:lnTo>
                  <a:pt x="9626" y="16154"/>
                </a:lnTo>
                <a:lnTo>
                  <a:pt x="9626" y="15760"/>
                </a:lnTo>
                <a:lnTo>
                  <a:pt x="8851" y="14592"/>
                </a:lnTo>
                <a:lnTo>
                  <a:pt x="9194" y="16154"/>
                </a:lnTo>
                <a:lnTo>
                  <a:pt x="9334" y="16154"/>
                </a:lnTo>
                <a:lnTo>
                  <a:pt x="9448" y="16344"/>
                </a:lnTo>
                <a:lnTo>
                  <a:pt x="9423" y="16573"/>
                </a:lnTo>
                <a:lnTo>
                  <a:pt x="9525" y="16421"/>
                </a:lnTo>
                <a:lnTo>
                  <a:pt x="9423" y="16637"/>
                </a:lnTo>
                <a:lnTo>
                  <a:pt x="9461" y="16840"/>
                </a:lnTo>
                <a:lnTo>
                  <a:pt x="9626" y="16522"/>
                </a:lnTo>
                <a:lnTo>
                  <a:pt x="9664" y="16154"/>
                </a:lnTo>
                <a:lnTo>
                  <a:pt x="9893" y="16154"/>
                </a:lnTo>
                <a:close/>
              </a:path>
              <a:path w="30480" h="18415">
                <a:moveTo>
                  <a:pt x="9982" y="863"/>
                </a:moveTo>
                <a:lnTo>
                  <a:pt x="9766" y="889"/>
                </a:lnTo>
                <a:lnTo>
                  <a:pt x="9766" y="1181"/>
                </a:lnTo>
                <a:lnTo>
                  <a:pt x="9982" y="1041"/>
                </a:lnTo>
                <a:lnTo>
                  <a:pt x="9982" y="863"/>
                </a:lnTo>
                <a:close/>
              </a:path>
              <a:path w="30480" h="18415">
                <a:moveTo>
                  <a:pt x="10020" y="17945"/>
                </a:moveTo>
                <a:lnTo>
                  <a:pt x="9880" y="17818"/>
                </a:lnTo>
                <a:lnTo>
                  <a:pt x="9944" y="18046"/>
                </a:lnTo>
                <a:lnTo>
                  <a:pt x="9918" y="18173"/>
                </a:lnTo>
                <a:lnTo>
                  <a:pt x="10007" y="18046"/>
                </a:lnTo>
                <a:close/>
              </a:path>
              <a:path w="30480" h="18415">
                <a:moveTo>
                  <a:pt x="10058" y="15748"/>
                </a:moveTo>
                <a:lnTo>
                  <a:pt x="9702" y="14274"/>
                </a:lnTo>
                <a:lnTo>
                  <a:pt x="9956" y="14274"/>
                </a:lnTo>
                <a:lnTo>
                  <a:pt x="9855" y="13296"/>
                </a:lnTo>
                <a:lnTo>
                  <a:pt x="9702" y="13296"/>
                </a:lnTo>
                <a:lnTo>
                  <a:pt x="9613" y="12915"/>
                </a:lnTo>
                <a:lnTo>
                  <a:pt x="25" y="12915"/>
                </a:lnTo>
                <a:lnTo>
                  <a:pt x="152" y="18173"/>
                </a:lnTo>
                <a:lnTo>
                  <a:pt x="9207" y="18173"/>
                </a:lnTo>
                <a:lnTo>
                  <a:pt x="9156" y="17780"/>
                </a:lnTo>
                <a:lnTo>
                  <a:pt x="9321" y="17614"/>
                </a:lnTo>
                <a:lnTo>
                  <a:pt x="8788" y="17614"/>
                </a:lnTo>
                <a:lnTo>
                  <a:pt x="8763" y="17767"/>
                </a:lnTo>
                <a:lnTo>
                  <a:pt x="8636" y="17614"/>
                </a:lnTo>
                <a:lnTo>
                  <a:pt x="8102" y="16954"/>
                </a:lnTo>
                <a:lnTo>
                  <a:pt x="8089" y="17614"/>
                </a:lnTo>
                <a:lnTo>
                  <a:pt x="8039" y="16954"/>
                </a:lnTo>
                <a:lnTo>
                  <a:pt x="7645" y="16954"/>
                </a:lnTo>
                <a:lnTo>
                  <a:pt x="7505" y="16459"/>
                </a:lnTo>
                <a:lnTo>
                  <a:pt x="7467" y="16319"/>
                </a:lnTo>
                <a:lnTo>
                  <a:pt x="7429" y="16154"/>
                </a:lnTo>
                <a:lnTo>
                  <a:pt x="7620" y="16154"/>
                </a:lnTo>
                <a:lnTo>
                  <a:pt x="7467" y="16319"/>
                </a:lnTo>
                <a:lnTo>
                  <a:pt x="7759" y="16306"/>
                </a:lnTo>
                <a:lnTo>
                  <a:pt x="7785" y="16459"/>
                </a:lnTo>
                <a:lnTo>
                  <a:pt x="7861" y="16306"/>
                </a:lnTo>
                <a:lnTo>
                  <a:pt x="7683" y="16154"/>
                </a:lnTo>
                <a:lnTo>
                  <a:pt x="7899" y="16154"/>
                </a:lnTo>
                <a:lnTo>
                  <a:pt x="8140" y="16154"/>
                </a:lnTo>
                <a:lnTo>
                  <a:pt x="8750" y="16154"/>
                </a:lnTo>
                <a:lnTo>
                  <a:pt x="9017" y="16154"/>
                </a:lnTo>
                <a:lnTo>
                  <a:pt x="8458" y="14579"/>
                </a:lnTo>
                <a:lnTo>
                  <a:pt x="8305" y="15290"/>
                </a:lnTo>
                <a:lnTo>
                  <a:pt x="7937" y="14554"/>
                </a:lnTo>
                <a:lnTo>
                  <a:pt x="7645" y="15176"/>
                </a:lnTo>
                <a:lnTo>
                  <a:pt x="7429" y="14274"/>
                </a:lnTo>
                <a:lnTo>
                  <a:pt x="7810" y="14274"/>
                </a:lnTo>
                <a:lnTo>
                  <a:pt x="8077" y="14274"/>
                </a:lnTo>
                <a:lnTo>
                  <a:pt x="9067" y="14274"/>
                </a:lnTo>
                <a:lnTo>
                  <a:pt x="10058" y="15748"/>
                </a:lnTo>
                <a:close/>
              </a:path>
              <a:path w="30480" h="18415">
                <a:moveTo>
                  <a:pt x="10083" y="12661"/>
                </a:moveTo>
                <a:lnTo>
                  <a:pt x="9944" y="12585"/>
                </a:lnTo>
                <a:lnTo>
                  <a:pt x="9982" y="12788"/>
                </a:lnTo>
                <a:lnTo>
                  <a:pt x="9842" y="12865"/>
                </a:lnTo>
                <a:lnTo>
                  <a:pt x="9880" y="13004"/>
                </a:lnTo>
                <a:lnTo>
                  <a:pt x="10058" y="12928"/>
                </a:lnTo>
                <a:lnTo>
                  <a:pt x="10058" y="12725"/>
                </a:lnTo>
                <a:close/>
              </a:path>
              <a:path w="30480" h="18415">
                <a:moveTo>
                  <a:pt x="10198" y="13068"/>
                </a:moveTo>
                <a:lnTo>
                  <a:pt x="10134" y="13271"/>
                </a:lnTo>
                <a:lnTo>
                  <a:pt x="10198" y="13068"/>
                </a:lnTo>
                <a:close/>
              </a:path>
              <a:path w="30480" h="18415">
                <a:moveTo>
                  <a:pt x="10236" y="8991"/>
                </a:moveTo>
                <a:lnTo>
                  <a:pt x="9817" y="9690"/>
                </a:lnTo>
                <a:lnTo>
                  <a:pt x="9664" y="8991"/>
                </a:lnTo>
                <a:lnTo>
                  <a:pt x="9512" y="8991"/>
                </a:lnTo>
                <a:lnTo>
                  <a:pt x="8064" y="8991"/>
                </a:lnTo>
                <a:lnTo>
                  <a:pt x="8064" y="12141"/>
                </a:lnTo>
                <a:lnTo>
                  <a:pt x="8039" y="12306"/>
                </a:lnTo>
                <a:lnTo>
                  <a:pt x="7874" y="12141"/>
                </a:lnTo>
                <a:lnTo>
                  <a:pt x="8064" y="12141"/>
                </a:lnTo>
                <a:lnTo>
                  <a:pt x="8064" y="8991"/>
                </a:lnTo>
                <a:lnTo>
                  <a:pt x="0" y="8991"/>
                </a:lnTo>
                <a:lnTo>
                  <a:pt x="25" y="12534"/>
                </a:lnTo>
                <a:lnTo>
                  <a:pt x="8013" y="12534"/>
                </a:lnTo>
                <a:lnTo>
                  <a:pt x="9537" y="12534"/>
                </a:lnTo>
                <a:lnTo>
                  <a:pt x="9613" y="12306"/>
                </a:lnTo>
                <a:lnTo>
                  <a:pt x="9753" y="12141"/>
                </a:lnTo>
                <a:lnTo>
                  <a:pt x="9575" y="12141"/>
                </a:lnTo>
                <a:lnTo>
                  <a:pt x="9575" y="11214"/>
                </a:lnTo>
                <a:lnTo>
                  <a:pt x="9918" y="11214"/>
                </a:lnTo>
                <a:lnTo>
                  <a:pt x="9855" y="10795"/>
                </a:lnTo>
                <a:lnTo>
                  <a:pt x="9613" y="10617"/>
                </a:lnTo>
                <a:lnTo>
                  <a:pt x="9728" y="9791"/>
                </a:lnTo>
                <a:lnTo>
                  <a:pt x="10236" y="9791"/>
                </a:lnTo>
                <a:lnTo>
                  <a:pt x="10236" y="8991"/>
                </a:lnTo>
                <a:close/>
              </a:path>
              <a:path w="30480" h="18415">
                <a:moveTo>
                  <a:pt x="10261" y="4546"/>
                </a:moveTo>
                <a:lnTo>
                  <a:pt x="10083" y="4673"/>
                </a:lnTo>
                <a:lnTo>
                  <a:pt x="10134" y="4851"/>
                </a:lnTo>
                <a:lnTo>
                  <a:pt x="10261" y="4546"/>
                </a:lnTo>
                <a:close/>
              </a:path>
              <a:path w="30480" h="18415">
                <a:moveTo>
                  <a:pt x="10261" y="1651"/>
                </a:moveTo>
                <a:lnTo>
                  <a:pt x="10198" y="1409"/>
                </a:lnTo>
                <a:lnTo>
                  <a:pt x="9982" y="1409"/>
                </a:lnTo>
                <a:lnTo>
                  <a:pt x="9842" y="1562"/>
                </a:lnTo>
                <a:lnTo>
                  <a:pt x="9931" y="1879"/>
                </a:lnTo>
                <a:lnTo>
                  <a:pt x="10045" y="2082"/>
                </a:lnTo>
                <a:lnTo>
                  <a:pt x="10236" y="1828"/>
                </a:lnTo>
                <a:lnTo>
                  <a:pt x="10083" y="1765"/>
                </a:lnTo>
                <a:lnTo>
                  <a:pt x="9982" y="1574"/>
                </a:lnTo>
                <a:lnTo>
                  <a:pt x="10198" y="1473"/>
                </a:lnTo>
                <a:lnTo>
                  <a:pt x="10261" y="1651"/>
                </a:lnTo>
                <a:close/>
              </a:path>
              <a:path w="30480" h="18415">
                <a:moveTo>
                  <a:pt x="10299" y="18173"/>
                </a:moveTo>
                <a:lnTo>
                  <a:pt x="10223" y="18008"/>
                </a:lnTo>
                <a:lnTo>
                  <a:pt x="10185" y="18173"/>
                </a:lnTo>
                <a:close/>
              </a:path>
              <a:path w="30480" h="18415">
                <a:moveTo>
                  <a:pt x="10541" y="3695"/>
                </a:moveTo>
                <a:lnTo>
                  <a:pt x="10502" y="3479"/>
                </a:lnTo>
                <a:lnTo>
                  <a:pt x="10464" y="3670"/>
                </a:lnTo>
                <a:close/>
              </a:path>
              <a:path w="30480" h="18415">
                <a:moveTo>
                  <a:pt x="10629" y="13004"/>
                </a:moveTo>
                <a:lnTo>
                  <a:pt x="10464" y="13119"/>
                </a:lnTo>
                <a:lnTo>
                  <a:pt x="10604" y="13233"/>
                </a:lnTo>
                <a:lnTo>
                  <a:pt x="10629" y="13004"/>
                </a:lnTo>
                <a:close/>
              </a:path>
              <a:path w="30480" h="18415">
                <a:moveTo>
                  <a:pt x="10642" y="15900"/>
                </a:moveTo>
                <a:lnTo>
                  <a:pt x="10502" y="15951"/>
                </a:lnTo>
                <a:lnTo>
                  <a:pt x="10579" y="16141"/>
                </a:lnTo>
                <a:lnTo>
                  <a:pt x="10642" y="15900"/>
                </a:lnTo>
                <a:close/>
              </a:path>
              <a:path w="30480" h="18415">
                <a:moveTo>
                  <a:pt x="10718" y="16306"/>
                </a:moveTo>
                <a:lnTo>
                  <a:pt x="10541" y="16179"/>
                </a:lnTo>
                <a:lnTo>
                  <a:pt x="10502" y="16421"/>
                </a:lnTo>
                <a:lnTo>
                  <a:pt x="10693" y="16421"/>
                </a:lnTo>
                <a:close/>
              </a:path>
              <a:path w="30480" h="18415">
                <a:moveTo>
                  <a:pt x="10985" y="16268"/>
                </a:moveTo>
                <a:lnTo>
                  <a:pt x="10833" y="16243"/>
                </a:lnTo>
                <a:lnTo>
                  <a:pt x="10883" y="15989"/>
                </a:lnTo>
                <a:lnTo>
                  <a:pt x="10756" y="16243"/>
                </a:lnTo>
                <a:lnTo>
                  <a:pt x="10985" y="16446"/>
                </a:lnTo>
                <a:lnTo>
                  <a:pt x="10985" y="16268"/>
                </a:lnTo>
                <a:close/>
              </a:path>
              <a:path w="30480" h="18415">
                <a:moveTo>
                  <a:pt x="11188" y="18173"/>
                </a:moveTo>
                <a:lnTo>
                  <a:pt x="11163" y="18008"/>
                </a:lnTo>
                <a:lnTo>
                  <a:pt x="11112" y="18173"/>
                </a:lnTo>
                <a:close/>
              </a:path>
              <a:path w="30480" h="18415">
                <a:moveTo>
                  <a:pt x="11264" y="14986"/>
                </a:moveTo>
                <a:lnTo>
                  <a:pt x="11036" y="15049"/>
                </a:lnTo>
                <a:lnTo>
                  <a:pt x="11112" y="15252"/>
                </a:lnTo>
                <a:lnTo>
                  <a:pt x="11112" y="15125"/>
                </a:lnTo>
                <a:lnTo>
                  <a:pt x="11264" y="14986"/>
                </a:lnTo>
                <a:close/>
              </a:path>
              <a:path w="30480" h="18415">
                <a:moveTo>
                  <a:pt x="11290" y="15189"/>
                </a:moveTo>
                <a:lnTo>
                  <a:pt x="11163" y="15290"/>
                </a:lnTo>
                <a:lnTo>
                  <a:pt x="11290" y="15189"/>
                </a:lnTo>
                <a:close/>
              </a:path>
              <a:path w="30480" h="18415">
                <a:moveTo>
                  <a:pt x="11303" y="18173"/>
                </a:moveTo>
                <a:close/>
              </a:path>
              <a:path w="30480" h="18415">
                <a:moveTo>
                  <a:pt x="11404" y="15290"/>
                </a:moveTo>
                <a:close/>
              </a:path>
              <a:path w="30480" h="18415">
                <a:moveTo>
                  <a:pt x="11417" y="12166"/>
                </a:moveTo>
                <a:lnTo>
                  <a:pt x="11176" y="12153"/>
                </a:lnTo>
                <a:lnTo>
                  <a:pt x="11176" y="12026"/>
                </a:lnTo>
                <a:lnTo>
                  <a:pt x="11112" y="12344"/>
                </a:lnTo>
                <a:lnTo>
                  <a:pt x="11036" y="12153"/>
                </a:lnTo>
                <a:lnTo>
                  <a:pt x="10972" y="12725"/>
                </a:lnTo>
                <a:lnTo>
                  <a:pt x="11163" y="12433"/>
                </a:lnTo>
                <a:lnTo>
                  <a:pt x="11417" y="12166"/>
                </a:lnTo>
                <a:close/>
              </a:path>
              <a:path w="30480" h="18415">
                <a:moveTo>
                  <a:pt x="11620" y="16383"/>
                </a:moveTo>
                <a:lnTo>
                  <a:pt x="11518" y="16243"/>
                </a:lnTo>
                <a:lnTo>
                  <a:pt x="11404" y="16383"/>
                </a:lnTo>
                <a:lnTo>
                  <a:pt x="11620" y="16383"/>
                </a:lnTo>
                <a:close/>
              </a:path>
              <a:path w="30480" h="18415">
                <a:moveTo>
                  <a:pt x="11811" y="13449"/>
                </a:moveTo>
                <a:lnTo>
                  <a:pt x="11684" y="13449"/>
                </a:lnTo>
                <a:lnTo>
                  <a:pt x="11684" y="13665"/>
                </a:lnTo>
                <a:lnTo>
                  <a:pt x="11811" y="13449"/>
                </a:lnTo>
                <a:close/>
              </a:path>
              <a:path w="30480" h="18415">
                <a:moveTo>
                  <a:pt x="11899" y="10160"/>
                </a:moveTo>
                <a:lnTo>
                  <a:pt x="11823" y="9893"/>
                </a:lnTo>
                <a:lnTo>
                  <a:pt x="11747" y="10261"/>
                </a:lnTo>
                <a:lnTo>
                  <a:pt x="11899" y="10160"/>
                </a:lnTo>
                <a:close/>
              </a:path>
              <a:path w="30480" h="18415">
                <a:moveTo>
                  <a:pt x="12001" y="15532"/>
                </a:moveTo>
                <a:lnTo>
                  <a:pt x="11734" y="15443"/>
                </a:lnTo>
                <a:lnTo>
                  <a:pt x="11912" y="15760"/>
                </a:lnTo>
                <a:lnTo>
                  <a:pt x="12001" y="15532"/>
                </a:lnTo>
                <a:close/>
              </a:path>
              <a:path w="30480" h="18415">
                <a:moveTo>
                  <a:pt x="12255" y="14160"/>
                </a:moveTo>
                <a:lnTo>
                  <a:pt x="12230" y="13982"/>
                </a:lnTo>
                <a:lnTo>
                  <a:pt x="12090" y="14185"/>
                </a:lnTo>
                <a:lnTo>
                  <a:pt x="12255" y="14160"/>
                </a:lnTo>
                <a:close/>
              </a:path>
              <a:path w="30480" h="18415">
                <a:moveTo>
                  <a:pt x="12433" y="8978"/>
                </a:moveTo>
                <a:lnTo>
                  <a:pt x="12242" y="8978"/>
                </a:lnTo>
                <a:lnTo>
                  <a:pt x="12306" y="9118"/>
                </a:lnTo>
                <a:lnTo>
                  <a:pt x="12217" y="9423"/>
                </a:lnTo>
                <a:lnTo>
                  <a:pt x="12242" y="9740"/>
                </a:lnTo>
                <a:lnTo>
                  <a:pt x="12039" y="9486"/>
                </a:lnTo>
                <a:lnTo>
                  <a:pt x="12217" y="9423"/>
                </a:lnTo>
                <a:lnTo>
                  <a:pt x="12166" y="9156"/>
                </a:lnTo>
                <a:lnTo>
                  <a:pt x="12103" y="8978"/>
                </a:lnTo>
                <a:lnTo>
                  <a:pt x="11899" y="8978"/>
                </a:lnTo>
                <a:lnTo>
                  <a:pt x="11823" y="9169"/>
                </a:lnTo>
                <a:lnTo>
                  <a:pt x="11861" y="8991"/>
                </a:lnTo>
                <a:lnTo>
                  <a:pt x="11785" y="9423"/>
                </a:lnTo>
                <a:lnTo>
                  <a:pt x="11811" y="9220"/>
                </a:lnTo>
                <a:lnTo>
                  <a:pt x="12052" y="9309"/>
                </a:lnTo>
                <a:lnTo>
                  <a:pt x="11912" y="9283"/>
                </a:lnTo>
                <a:lnTo>
                  <a:pt x="11912" y="9486"/>
                </a:lnTo>
                <a:lnTo>
                  <a:pt x="11976" y="9613"/>
                </a:lnTo>
                <a:lnTo>
                  <a:pt x="11976" y="9982"/>
                </a:lnTo>
                <a:lnTo>
                  <a:pt x="11912" y="10363"/>
                </a:lnTo>
                <a:lnTo>
                  <a:pt x="12014" y="10083"/>
                </a:lnTo>
                <a:lnTo>
                  <a:pt x="11963" y="9829"/>
                </a:lnTo>
                <a:lnTo>
                  <a:pt x="12103" y="9728"/>
                </a:lnTo>
                <a:lnTo>
                  <a:pt x="12077" y="9994"/>
                </a:lnTo>
                <a:lnTo>
                  <a:pt x="12395" y="10045"/>
                </a:lnTo>
                <a:lnTo>
                  <a:pt x="12306" y="9740"/>
                </a:lnTo>
                <a:lnTo>
                  <a:pt x="12433" y="9232"/>
                </a:lnTo>
                <a:lnTo>
                  <a:pt x="12433" y="8978"/>
                </a:lnTo>
                <a:close/>
              </a:path>
              <a:path w="30480" h="18415">
                <a:moveTo>
                  <a:pt x="12446" y="15786"/>
                </a:moveTo>
                <a:lnTo>
                  <a:pt x="12115" y="15735"/>
                </a:lnTo>
                <a:lnTo>
                  <a:pt x="12255" y="15887"/>
                </a:lnTo>
                <a:lnTo>
                  <a:pt x="12446" y="15786"/>
                </a:lnTo>
                <a:close/>
              </a:path>
              <a:path w="30480" h="18415">
                <a:moveTo>
                  <a:pt x="12446" y="15011"/>
                </a:moveTo>
                <a:lnTo>
                  <a:pt x="12306" y="15113"/>
                </a:lnTo>
                <a:lnTo>
                  <a:pt x="12242" y="14935"/>
                </a:lnTo>
                <a:lnTo>
                  <a:pt x="12077" y="14795"/>
                </a:lnTo>
                <a:lnTo>
                  <a:pt x="11988" y="15113"/>
                </a:lnTo>
                <a:lnTo>
                  <a:pt x="12077" y="15303"/>
                </a:lnTo>
                <a:lnTo>
                  <a:pt x="12141" y="15151"/>
                </a:lnTo>
                <a:lnTo>
                  <a:pt x="12242" y="15328"/>
                </a:lnTo>
                <a:lnTo>
                  <a:pt x="12090" y="15443"/>
                </a:lnTo>
                <a:lnTo>
                  <a:pt x="12090" y="15684"/>
                </a:lnTo>
                <a:lnTo>
                  <a:pt x="12179" y="15468"/>
                </a:lnTo>
                <a:lnTo>
                  <a:pt x="12382" y="15595"/>
                </a:lnTo>
                <a:lnTo>
                  <a:pt x="12433" y="15417"/>
                </a:lnTo>
                <a:lnTo>
                  <a:pt x="12280" y="15316"/>
                </a:lnTo>
                <a:lnTo>
                  <a:pt x="12344" y="15189"/>
                </a:lnTo>
                <a:lnTo>
                  <a:pt x="12446" y="15011"/>
                </a:lnTo>
                <a:close/>
              </a:path>
              <a:path w="30480" h="18415">
                <a:moveTo>
                  <a:pt x="12509" y="10185"/>
                </a:moveTo>
                <a:lnTo>
                  <a:pt x="12331" y="10388"/>
                </a:lnTo>
                <a:lnTo>
                  <a:pt x="12509" y="10350"/>
                </a:lnTo>
                <a:lnTo>
                  <a:pt x="12509" y="10185"/>
                </a:lnTo>
                <a:close/>
              </a:path>
              <a:path w="30480" h="18415">
                <a:moveTo>
                  <a:pt x="12623" y="16090"/>
                </a:moveTo>
                <a:lnTo>
                  <a:pt x="12446" y="15951"/>
                </a:lnTo>
                <a:lnTo>
                  <a:pt x="12509" y="16167"/>
                </a:lnTo>
                <a:close/>
              </a:path>
              <a:path w="30480" h="18415">
                <a:moveTo>
                  <a:pt x="12661" y="355"/>
                </a:moveTo>
                <a:lnTo>
                  <a:pt x="12611" y="0"/>
                </a:lnTo>
                <a:lnTo>
                  <a:pt x="12509" y="190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98"/>
                </a:lnTo>
                <a:lnTo>
                  <a:pt x="12484" y="584"/>
                </a:lnTo>
                <a:lnTo>
                  <a:pt x="12661" y="355"/>
                </a:lnTo>
                <a:close/>
              </a:path>
              <a:path w="30480" h="18415">
                <a:moveTo>
                  <a:pt x="12763" y="12966"/>
                </a:moveTo>
                <a:lnTo>
                  <a:pt x="12547" y="12763"/>
                </a:lnTo>
                <a:lnTo>
                  <a:pt x="12357" y="12801"/>
                </a:lnTo>
                <a:lnTo>
                  <a:pt x="12331" y="12928"/>
                </a:lnTo>
                <a:lnTo>
                  <a:pt x="12509" y="12928"/>
                </a:lnTo>
                <a:lnTo>
                  <a:pt x="12509" y="13157"/>
                </a:lnTo>
                <a:lnTo>
                  <a:pt x="12763" y="12966"/>
                </a:lnTo>
                <a:close/>
              </a:path>
              <a:path w="30480" h="18415">
                <a:moveTo>
                  <a:pt x="12903" y="6426"/>
                </a:moveTo>
                <a:lnTo>
                  <a:pt x="12788" y="6248"/>
                </a:lnTo>
                <a:lnTo>
                  <a:pt x="12763" y="6464"/>
                </a:lnTo>
                <a:lnTo>
                  <a:pt x="12903" y="6426"/>
                </a:lnTo>
                <a:close/>
              </a:path>
              <a:path w="30480" h="18415">
                <a:moveTo>
                  <a:pt x="13004" y="11963"/>
                </a:moveTo>
                <a:lnTo>
                  <a:pt x="12992" y="11709"/>
                </a:lnTo>
                <a:lnTo>
                  <a:pt x="13004" y="12115"/>
                </a:lnTo>
                <a:lnTo>
                  <a:pt x="13004" y="11963"/>
                </a:lnTo>
                <a:close/>
              </a:path>
              <a:path w="30480" h="18415">
                <a:moveTo>
                  <a:pt x="13004" y="76"/>
                </a:moveTo>
                <a:lnTo>
                  <a:pt x="12865" y="38"/>
                </a:lnTo>
                <a:lnTo>
                  <a:pt x="12839" y="165"/>
                </a:lnTo>
                <a:lnTo>
                  <a:pt x="12903" y="355"/>
                </a:lnTo>
                <a:lnTo>
                  <a:pt x="13004" y="76"/>
                </a:lnTo>
                <a:close/>
              </a:path>
              <a:path w="30480" h="18415">
                <a:moveTo>
                  <a:pt x="13284" y="12217"/>
                </a:moveTo>
                <a:lnTo>
                  <a:pt x="13144" y="12433"/>
                </a:lnTo>
                <a:lnTo>
                  <a:pt x="13284" y="12217"/>
                </a:lnTo>
                <a:close/>
              </a:path>
              <a:path w="30480" h="18415">
                <a:moveTo>
                  <a:pt x="13487" y="13233"/>
                </a:moveTo>
                <a:lnTo>
                  <a:pt x="13436" y="12979"/>
                </a:lnTo>
                <a:lnTo>
                  <a:pt x="13373" y="13233"/>
                </a:lnTo>
                <a:close/>
              </a:path>
              <a:path w="30480" h="18415">
                <a:moveTo>
                  <a:pt x="13500" y="11252"/>
                </a:moveTo>
                <a:lnTo>
                  <a:pt x="13474" y="11125"/>
                </a:lnTo>
                <a:lnTo>
                  <a:pt x="13258" y="11379"/>
                </a:lnTo>
                <a:lnTo>
                  <a:pt x="13373" y="11506"/>
                </a:lnTo>
                <a:lnTo>
                  <a:pt x="13500" y="11252"/>
                </a:lnTo>
                <a:close/>
              </a:path>
              <a:path w="30480" h="18415">
                <a:moveTo>
                  <a:pt x="13677" y="12941"/>
                </a:moveTo>
                <a:lnTo>
                  <a:pt x="13639" y="12661"/>
                </a:lnTo>
                <a:lnTo>
                  <a:pt x="13614" y="12446"/>
                </a:lnTo>
                <a:lnTo>
                  <a:pt x="13500" y="12128"/>
                </a:lnTo>
                <a:lnTo>
                  <a:pt x="13436" y="12915"/>
                </a:lnTo>
                <a:lnTo>
                  <a:pt x="13677" y="12941"/>
                </a:lnTo>
                <a:close/>
              </a:path>
              <a:path w="30480" h="18415">
                <a:moveTo>
                  <a:pt x="13690" y="9753"/>
                </a:moveTo>
                <a:lnTo>
                  <a:pt x="13550" y="9563"/>
                </a:lnTo>
                <a:lnTo>
                  <a:pt x="13576" y="9753"/>
                </a:lnTo>
                <a:close/>
              </a:path>
              <a:path w="30480" h="18415">
                <a:moveTo>
                  <a:pt x="14097" y="13589"/>
                </a:moveTo>
                <a:lnTo>
                  <a:pt x="13944" y="13360"/>
                </a:lnTo>
                <a:lnTo>
                  <a:pt x="13906" y="13157"/>
                </a:lnTo>
                <a:lnTo>
                  <a:pt x="13804" y="13322"/>
                </a:lnTo>
                <a:lnTo>
                  <a:pt x="13741" y="13195"/>
                </a:lnTo>
                <a:lnTo>
                  <a:pt x="13766" y="13042"/>
                </a:lnTo>
                <a:lnTo>
                  <a:pt x="13589" y="12966"/>
                </a:lnTo>
                <a:lnTo>
                  <a:pt x="13728" y="13449"/>
                </a:lnTo>
                <a:lnTo>
                  <a:pt x="13944" y="13550"/>
                </a:lnTo>
                <a:lnTo>
                  <a:pt x="13970" y="13766"/>
                </a:lnTo>
                <a:lnTo>
                  <a:pt x="14097" y="13589"/>
                </a:lnTo>
                <a:close/>
              </a:path>
              <a:path w="30480" h="18415">
                <a:moveTo>
                  <a:pt x="14262" y="14693"/>
                </a:moveTo>
                <a:lnTo>
                  <a:pt x="14173" y="14452"/>
                </a:lnTo>
                <a:lnTo>
                  <a:pt x="14185" y="14236"/>
                </a:lnTo>
                <a:lnTo>
                  <a:pt x="14109" y="14414"/>
                </a:lnTo>
                <a:lnTo>
                  <a:pt x="14147" y="14541"/>
                </a:lnTo>
                <a:lnTo>
                  <a:pt x="14147" y="14808"/>
                </a:lnTo>
                <a:close/>
              </a:path>
              <a:path w="30480" h="18415">
                <a:moveTo>
                  <a:pt x="17005" y="1828"/>
                </a:moveTo>
                <a:lnTo>
                  <a:pt x="16852" y="1714"/>
                </a:lnTo>
                <a:lnTo>
                  <a:pt x="16827" y="1866"/>
                </a:lnTo>
                <a:lnTo>
                  <a:pt x="17005" y="1828"/>
                </a:lnTo>
                <a:close/>
              </a:path>
              <a:path w="30480" h="18415">
                <a:moveTo>
                  <a:pt x="29578" y="13665"/>
                </a:moveTo>
                <a:lnTo>
                  <a:pt x="29514" y="12636"/>
                </a:lnTo>
                <a:lnTo>
                  <a:pt x="29540" y="11887"/>
                </a:lnTo>
                <a:lnTo>
                  <a:pt x="29451" y="12446"/>
                </a:lnTo>
                <a:lnTo>
                  <a:pt x="29527" y="13474"/>
                </a:lnTo>
                <a:lnTo>
                  <a:pt x="29502" y="14224"/>
                </a:lnTo>
                <a:lnTo>
                  <a:pt x="29578" y="13665"/>
                </a:lnTo>
                <a:close/>
              </a:path>
              <a:path w="30480" h="18415">
                <a:moveTo>
                  <a:pt x="30327" y="18186"/>
                </a:moveTo>
                <a:lnTo>
                  <a:pt x="30302" y="18059"/>
                </a:lnTo>
                <a:lnTo>
                  <a:pt x="30264" y="17792"/>
                </a:lnTo>
                <a:lnTo>
                  <a:pt x="30264" y="181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1953615" y="1059497"/>
            <a:ext cx="30480" cy="18415"/>
          </a:xfrm>
          <a:custGeom>
            <a:avLst/>
            <a:gdLst/>
            <a:ahLst/>
            <a:cxnLst/>
            <a:rect l="l" t="t" r="r" b="b"/>
            <a:pathLst>
              <a:path w="30480" h="18415">
                <a:moveTo>
                  <a:pt x="8877" y="7023"/>
                </a:moveTo>
                <a:lnTo>
                  <a:pt x="8801" y="6832"/>
                </a:lnTo>
                <a:lnTo>
                  <a:pt x="8801" y="7099"/>
                </a:lnTo>
                <a:close/>
              </a:path>
              <a:path w="30480" h="18415">
                <a:moveTo>
                  <a:pt x="9334" y="10947"/>
                </a:moveTo>
                <a:lnTo>
                  <a:pt x="9296" y="10820"/>
                </a:lnTo>
                <a:lnTo>
                  <a:pt x="9334" y="10947"/>
                </a:lnTo>
                <a:close/>
              </a:path>
              <a:path w="30480" h="18415">
                <a:moveTo>
                  <a:pt x="9359" y="11569"/>
                </a:moveTo>
                <a:lnTo>
                  <a:pt x="9220" y="11569"/>
                </a:lnTo>
                <a:lnTo>
                  <a:pt x="9271" y="11709"/>
                </a:lnTo>
                <a:lnTo>
                  <a:pt x="9359" y="11569"/>
                </a:lnTo>
                <a:close/>
              </a:path>
              <a:path w="30480" h="18415">
                <a:moveTo>
                  <a:pt x="9664" y="10820"/>
                </a:moveTo>
                <a:lnTo>
                  <a:pt x="9461" y="10452"/>
                </a:lnTo>
                <a:lnTo>
                  <a:pt x="9423" y="10668"/>
                </a:lnTo>
                <a:lnTo>
                  <a:pt x="9525" y="10883"/>
                </a:lnTo>
                <a:lnTo>
                  <a:pt x="9423" y="10744"/>
                </a:lnTo>
                <a:lnTo>
                  <a:pt x="9448" y="10960"/>
                </a:lnTo>
                <a:lnTo>
                  <a:pt x="9423" y="11112"/>
                </a:lnTo>
                <a:lnTo>
                  <a:pt x="9283" y="11176"/>
                </a:lnTo>
                <a:lnTo>
                  <a:pt x="9512" y="11176"/>
                </a:lnTo>
                <a:lnTo>
                  <a:pt x="9474" y="10883"/>
                </a:lnTo>
                <a:lnTo>
                  <a:pt x="9664" y="11239"/>
                </a:lnTo>
                <a:lnTo>
                  <a:pt x="9664" y="10820"/>
                </a:lnTo>
                <a:close/>
              </a:path>
              <a:path w="30480" h="18415">
                <a:moveTo>
                  <a:pt x="9829" y="9969"/>
                </a:moveTo>
                <a:lnTo>
                  <a:pt x="9766" y="10198"/>
                </a:lnTo>
                <a:lnTo>
                  <a:pt x="9829" y="9969"/>
                </a:lnTo>
                <a:close/>
              </a:path>
              <a:path w="30480" h="18415">
                <a:moveTo>
                  <a:pt x="9893" y="10261"/>
                </a:moveTo>
                <a:lnTo>
                  <a:pt x="9855" y="10591"/>
                </a:lnTo>
                <a:lnTo>
                  <a:pt x="9893" y="10261"/>
                </a:lnTo>
                <a:close/>
              </a:path>
              <a:path w="30480" h="18415">
                <a:moveTo>
                  <a:pt x="9982" y="850"/>
                </a:moveTo>
                <a:lnTo>
                  <a:pt x="9766" y="889"/>
                </a:lnTo>
                <a:lnTo>
                  <a:pt x="9766" y="1193"/>
                </a:lnTo>
                <a:lnTo>
                  <a:pt x="9982" y="1041"/>
                </a:lnTo>
                <a:lnTo>
                  <a:pt x="9982" y="850"/>
                </a:lnTo>
                <a:close/>
              </a:path>
              <a:path w="30480" h="18415">
                <a:moveTo>
                  <a:pt x="9994" y="12890"/>
                </a:moveTo>
                <a:lnTo>
                  <a:pt x="9144" y="12890"/>
                </a:lnTo>
                <a:lnTo>
                  <a:pt x="8902" y="12026"/>
                </a:lnTo>
                <a:lnTo>
                  <a:pt x="8940" y="11442"/>
                </a:lnTo>
                <a:lnTo>
                  <a:pt x="8826" y="11734"/>
                </a:lnTo>
                <a:lnTo>
                  <a:pt x="8737" y="11391"/>
                </a:lnTo>
                <a:lnTo>
                  <a:pt x="8369" y="12319"/>
                </a:lnTo>
                <a:lnTo>
                  <a:pt x="8001" y="11455"/>
                </a:lnTo>
                <a:lnTo>
                  <a:pt x="7962" y="12890"/>
                </a:lnTo>
                <a:lnTo>
                  <a:pt x="7924" y="13068"/>
                </a:lnTo>
                <a:lnTo>
                  <a:pt x="7759" y="13068"/>
                </a:lnTo>
                <a:lnTo>
                  <a:pt x="7759" y="12890"/>
                </a:lnTo>
                <a:lnTo>
                  <a:pt x="7962" y="12890"/>
                </a:lnTo>
                <a:lnTo>
                  <a:pt x="7962" y="11557"/>
                </a:lnTo>
                <a:lnTo>
                  <a:pt x="7645" y="12306"/>
                </a:lnTo>
                <a:lnTo>
                  <a:pt x="7645" y="11163"/>
                </a:lnTo>
                <a:lnTo>
                  <a:pt x="7823" y="11023"/>
                </a:lnTo>
                <a:lnTo>
                  <a:pt x="7785" y="10858"/>
                </a:lnTo>
                <a:lnTo>
                  <a:pt x="7759" y="10985"/>
                </a:lnTo>
                <a:lnTo>
                  <a:pt x="7645" y="10820"/>
                </a:lnTo>
                <a:lnTo>
                  <a:pt x="7594" y="10642"/>
                </a:lnTo>
                <a:lnTo>
                  <a:pt x="7734" y="10642"/>
                </a:lnTo>
                <a:lnTo>
                  <a:pt x="7734" y="10147"/>
                </a:lnTo>
                <a:lnTo>
                  <a:pt x="8064" y="10147"/>
                </a:lnTo>
                <a:lnTo>
                  <a:pt x="8102" y="9829"/>
                </a:lnTo>
                <a:lnTo>
                  <a:pt x="8077" y="10147"/>
                </a:lnTo>
                <a:lnTo>
                  <a:pt x="8242" y="10147"/>
                </a:lnTo>
                <a:lnTo>
                  <a:pt x="8801" y="10147"/>
                </a:lnTo>
                <a:lnTo>
                  <a:pt x="9067" y="10147"/>
                </a:lnTo>
                <a:lnTo>
                  <a:pt x="9207" y="10147"/>
                </a:lnTo>
                <a:lnTo>
                  <a:pt x="9232" y="10375"/>
                </a:lnTo>
                <a:lnTo>
                  <a:pt x="9080" y="10439"/>
                </a:lnTo>
                <a:lnTo>
                  <a:pt x="9347" y="10515"/>
                </a:lnTo>
                <a:lnTo>
                  <a:pt x="9372" y="9906"/>
                </a:lnTo>
                <a:lnTo>
                  <a:pt x="9410" y="9613"/>
                </a:lnTo>
                <a:lnTo>
                  <a:pt x="9372" y="9842"/>
                </a:lnTo>
                <a:lnTo>
                  <a:pt x="9182" y="9842"/>
                </a:lnTo>
                <a:lnTo>
                  <a:pt x="9182" y="10020"/>
                </a:lnTo>
                <a:lnTo>
                  <a:pt x="9182" y="9842"/>
                </a:lnTo>
                <a:lnTo>
                  <a:pt x="9042" y="9931"/>
                </a:lnTo>
                <a:lnTo>
                  <a:pt x="9321" y="9512"/>
                </a:lnTo>
                <a:lnTo>
                  <a:pt x="9169" y="9512"/>
                </a:lnTo>
                <a:lnTo>
                  <a:pt x="9207" y="9131"/>
                </a:lnTo>
                <a:lnTo>
                  <a:pt x="8775" y="9131"/>
                </a:lnTo>
                <a:lnTo>
                  <a:pt x="8775" y="9512"/>
                </a:lnTo>
                <a:lnTo>
                  <a:pt x="8623" y="9512"/>
                </a:lnTo>
                <a:lnTo>
                  <a:pt x="8775" y="9512"/>
                </a:lnTo>
                <a:lnTo>
                  <a:pt x="8775" y="9131"/>
                </a:lnTo>
                <a:lnTo>
                  <a:pt x="7150" y="9131"/>
                </a:lnTo>
                <a:lnTo>
                  <a:pt x="7150" y="10820"/>
                </a:lnTo>
                <a:lnTo>
                  <a:pt x="6997" y="12014"/>
                </a:lnTo>
                <a:lnTo>
                  <a:pt x="6921" y="12649"/>
                </a:lnTo>
                <a:lnTo>
                  <a:pt x="6896" y="12890"/>
                </a:lnTo>
                <a:lnTo>
                  <a:pt x="6654" y="12890"/>
                </a:lnTo>
                <a:lnTo>
                  <a:pt x="6807" y="12039"/>
                </a:lnTo>
                <a:lnTo>
                  <a:pt x="6921" y="12649"/>
                </a:lnTo>
                <a:lnTo>
                  <a:pt x="6921" y="11938"/>
                </a:lnTo>
                <a:lnTo>
                  <a:pt x="7023" y="10820"/>
                </a:lnTo>
                <a:lnTo>
                  <a:pt x="7150" y="10820"/>
                </a:lnTo>
                <a:lnTo>
                  <a:pt x="7150" y="9131"/>
                </a:lnTo>
                <a:lnTo>
                  <a:pt x="6743" y="9131"/>
                </a:lnTo>
                <a:lnTo>
                  <a:pt x="6743" y="11722"/>
                </a:lnTo>
                <a:lnTo>
                  <a:pt x="5981" y="10820"/>
                </a:lnTo>
                <a:lnTo>
                  <a:pt x="6578" y="10820"/>
                </a:lnTo>
                <a:lnTo>
                  <a:pt x="6705" y="11544"/>
                </a:lnTo>
                <a:lnTo>
                  <a:pt x="6743" y="11722"/>
                </a:lnTo>
                <a:lnTo>
                  <a:pt x="6743" y="9131"/>
                </a:lnTo>
                <a:lnTo>
                  <a:pt x="152" y="9131"/>
                </a:lnTo>
                <a:lnTo>
                  <a:pt x="38" y="14109"/>
                </a:lnTo>
                <a:lnTo>
                  <a:pt x="9563" y="14109"/>
                </a:lnTo>
                <a:lnTo>
                  <a:pt x="9702" y="13919"/>
                </a:lnTo>
                <a:lnTo>
                  <a:pt x="9867" y="13919"/>
                </a:lnTo>
                <a:lnTo>
                  <a:pt x="9969" y="13068"/>
                </a:lnTo>
                <a:lnTo>
                  <a:pt x="9994" y="12890"/>
                </a:lnTo>
                <a:close/>
              </a:path>
              <a:path w="30480" h="18415">
                <a:moveTo>
                  <a:pt x="10020" y="9347"/>
                </a:moveTo>
                <a:lnTo>
                  <a:pt x="9982" y="9105"/>
                </a:lnTo>
                <a:lnTo>
                  <a:pt x="9944" y="9245"/>
                </a:lnTo>
                <a:lnTo>
                  <a:pt x="9880" y="9474"/>
                </a:lnTo>
                <a:lnTo>
                  <a:pt x="10020" y="9347"/>
                </a:lnTo>
                <a:close/>
              </a:path>
              <a:path w="30480" h="18415">
                <a:moveTo>
                  <a:pt x="10045" y="10769"/>
                </a:moveTo>
                <a:lnTo>
                  <a:pt x="9893" y="10706"/>
                </a:lnTo>
                <a:lnTo>
                  <a:pt x="10045" y="10769"/>
                </a:lnTo>
                <a:close/>
              </a:path>
              <a:path w="30480" h="18415">
                <a:moveTo>
                  <a:pt x="10198" y="14224"/>
                </a:moveTo>
                <a:lnTo>
                  <a:pt x="10134" y="14046"/>
                </a:lnTo>
                <a:lnTo>
                  <a:pt x="10160" y="14287"/>
                </a:lnTo>
                <a:close/>
              </a:path>
              <a:path w="30480" h="18415">
                <a:moveTo>
                  <a:pt x="10210" y="18084"/>
                </a:moveTo>
                <a:lnTo>
                  <a:pt x="10045" y="18084"/>
                </a:lnTo>
                <a:lnTo>
                  <a:pt x="9283" y="16916"/>
                </a:lnTo>
                <a:lnTo>
                  <a:pt x="9563" y="16916"/>
                </a:lnTo>
                <a:lnTo>
                  <a:pt x="9804" y="16916"/>
                </a:lnTo>
                <a:lnTo>
                  <a:pt x="9842" y="16662"/>
                </a:lnTo>
                <a:lnTo>
                  <a:pt x="9918" y="16078"/>
                </a:lnTo>
                <a:lnTo>
                  <a:pt x="9588" y="16078"/>
                </a:lnTo>
                <a:lnTo>
                  <a:pt x="9867" y="15811"/>
                </a:lnTo>
                <a:lnTo>
                  <a:pt x="9842" y="15163"/>
                </a:lnTo>
                <a:lnTo>
                  <a:pt x="9702" y="14986"/>
                </a:lnTo>
                <a:lnTo>
                  <a:pt x="9702" y="15811"/>
                </a:lnTo>
                <a:lnTo>
                  <a:pt x="9575" y="16040"/>
                </a:lnTo>
                <a:lnTo>
                  <a:pt x="9550" y="15811"/>
                </a:lnTo>
                <a:lnTo>
                  <a:pt x="9702" y="15811"/>
                </a:lnTo>
                <a:lnTo>
                  <a:pt x="9702" y="14986"/>
                </a:lnTo>
                <a:lnTo>
                  <a:pt x="9652" y="14732"/>
                </a:lnTo>
                <a:lnTo>
                  <a:pt x="9652" y="14579"/>
                </a:lnTo>
                <a:lnTo>
                  <a:pt x="8102" y="14579"/>
                </a:lnTo>
                <a:lnTo>
                  <a:pt x="8102" y="15811"/>
                </a:lnTo>
                <a:lnTo>
                  <a:pt x="7950" y="15557"/>
                </a:lnTo>
                <a:lnTo>
                  <a:pt x="8102" y="15811"/>
                </a:lnTo>
                <a:lnTo>
                  <a:pt x="8102" y="14579"/>
                </a:lnTo>
                <a:lnTo>
                  <a:pt x="8077" y="14732"/>
                </a:lnTo>
                <a:lnTo>
                  <a:pt x="8064" y="15163"/>
                </a:lnTo>
                <a:lnTo>
                  <a:pt x="7912" y="15163"/>
                </a:lnTo>
                <a:lnTo>
                  <a:pt x="7988" y="14909"/>
                </a:lnTo>
                <a:lnTo>
                  <a:pt x="8077" y="14732"/>
                </a:lnTo>
                <a:lnTo>
                  <a:pt x="8077" y="14579"/>
                </a:lnTo>
                <a:lnTo>
                  <a:pt x="7874" y="14579"/>
                </a:lnTo>
                <a:lnTo>
                  <a:pt x="7874" y="15811"/>
                </a:lnTo>
                <a:lnTo>
                  <a:pt x="7848" y="15494"/>
                </a:lnTo>
                <a:lnTo>
                  <a:pt x="7874" y="15811"/>
                </a:lnTo>
                <a:lnTo>
                  <a:pt x="7874" y="14579"/>
                </a:lnTo>
                <a:lnTo>
                  <a:pt x="25" y="14579"/>
                </a:lnTo>
                <a:lnTo>
                  <a:pt x="0" y="18288"/>
                </a:lnTo>
                <a:lnTo>
                  <a:pt x="9766" y="18288"/>
                </a:lnTo>
                <a:lnTo>
                  <a:pt x="9766" y="18084"/>
                </a:lnTo>
                <a:lnTo>
                  <a:pt x="9893" y="18084"/>
                </a:lnTo>
                <a:lnTo>
                  <a:pt x="9766" y="18288"/>
                </a:lnTo>
                <a:lnTo>
                  <a:pt x="10020" y="18084"/>
                </a:lnTo>
                <a:lnTo>
                  <a:pt x="10020" y="18288"/>
                </a:lnTo>
                <a:lnTo>
                  <a:pt x="10210" y="18288"/>
                </a:lnTo>
                <a:lnTo>
                  <a:pt x="10210" y="18084"/>
                </a:lnTo>
                <a:close/>
              </a:path>
              <a:path w="30480" h="18415">
                <a:moveTo>
                  <a:pt x="10261" y="4546"/>
                </a:moveTo>
                <a:lnTo>
                  <a:pt x="10083" y="4673"/>
                </a:lnTo>
                <a:lnTo>
                  <a:pt x="10134" y="4838"/>
                </a:lnTo>
                <a:lnTo>
                  <a:pt x="10261" y="4546"/>
                </a:lnTo>
                <a:close/>
              </a:path>
              <a:path w="30480" h="18415">
                <a:moveTo>
                  <a:pt x="10261" y="1638"/>
                </a:moveTo>
                <a:lnTo>
                  <a:pt x="10198" y="1371"/>
                </a:lnTo>
                <a:lnTo>
                  <a:pt x="9982" y="1371"/>
                </a:lnTo>
                <a:lnTo>
                  <a:pt x="9842" y="1549"/>
                </a:lnTo>
                <a:lnTo>
                  <a:pt x="9931" y="1854"/>
                </a:lnTo>
                <a:lnTo>
                  <a:pt x="10045" y="2057"/>
                </a:lnTo>
                <a:lnTo>
                  <a:pt x="10236" y="1828"/>
                </a:lnTo>
                <a:lnTo>
                  <a:pt x="10083" y="1752"/>
                </a:lnTo>
                <a:lnTo>
                  <a:pt x="9982" y="1562"/>
                </a:lnTo>
                <a:lnTo>
                  <a:pt x="10198" y="1460"/>
                </a:lnTo>
                <a:lnTo>
                  <a:pt x="10261" y="1638"/>
                </a:lnTo>
                <a:close/>
              </a:path>
              <a:path w="30480" h="18415">
                <a:moveTo>
                  <a:pt x="10299" y="9105"/>
                </a:moveTo>
                <a:lnTo>
                  <a:pt x="10223" y="9296"/>
                </a:lnTo>
                <a:lnTo>
                  <a:pt x="10299" y="9105"/>
                </a:lnTo>
                <a:close/>
              </a:path>
              <a:path w="30480" h="18415">
                <a:moveTo>
                  <a:pt x="10350" y="2730"/>
                </a:moveTo>
                <a:lnTo>
                  <a:pt x="10312" y="2552"/>
                </a:lnTo>
                <a:lnTo>
                  <a:pt x="10248" y="2324"/>
                </a:lnTo>
                <a:lnTo>
                  <a:pt x="10033" y="2413"/>
                </a:lnTo>
                <a:lnTo>
                  <a:pt x="10033" y="2108"/>
                </a:lnTo>
                <a:lnTo>
                  <a:pt x="9944" y="2349"/>
                </a:lnTo>
                <a:lnTo>
                  <a:pt x="10007" y="2603"/>
                </a:lnTo>
                <a:lnTo>
                  <a:pt x="9918" y="2895"/>
                </a:lnTo>
                <a:lnTo>
                  <a:pt x="9956" y="3035"/>
                </a:lnTo>
                <a:lnTo>
                  <a:pt x="10058" y="3213"/>
                </a:lnTo>
                <a:lnTo>
                  <a:pt x="10134" y="2933"/>
                </a:lnTo>
                <a:lnTo>
                  <a:pt x="10236" y="3073"/>
                </a:lnTo>
                <a:lnTo>
                  <a:pt x="10312" y="2895"/>
                </a:lnTo>
                <a:lnTo>
                  <a:pt x="10350" y="2730"/>
                </a:lnTo>
                <a:close/>
              </a:path>
              <a:path w="30480" h="18415">
                <a:moveTo>
                  <a:pt x="10388" y="9105"/>
                </a:moveTo>
                <a:close/>
              </a:path>
              <a:path w="30480" h="18415">
                <a:moveTo>
                  <a:pt x="10541" y="3695"/>
                </a:moveTo>
                <a:lnTo>
                  <a:pt x="10502" y="3479"/>
                </a:lnTo>
                <a:lnTo>
                  <a:pt x="10464" y="3670"/>
                </a:lnTo>
                <a:close/>
              </a:path>
              <a:path w="30480" h="18415">
                <a:moveTo>
                  <a:pt x="10629" y="14300"/>
                </a:moveTo>
                <a:lnTo>
                  <a:pt x="10604" y="14071"/>
                </a:lnTo>
                <a:lnTo>
                  <a:pt x="10464" y="14185"/>
                </a:lnTo>
                <a:lnTo>
                  <a:pt x="10629" y="14300"/>
                </a:lnTo>
                <a:close/>
              </a:path>
              <a:path w="30480" h="18415">
                <a:moveTo>
                  <a:pt x="10642" y="11417"/>
                </a:moveTo>
                <a:lnTo>
                  <a:pt x="10579" y="11176"/>
                </a:lnTo>
                <a:lnTo>
                  <a:pt x="10502" y="11353"/>
                </a:lnTo>
                <a:lnTo>
                  <a:pt x="10642" y="11417"/>
                </a:lnTo>
                <a:close/>
              </a:path>
              <a:path w="30480" h="18415">
                <a:moveTo>
                  <a:pt x="10718" y="10985"/>
                </a:moveTo>
                <a:lnTo>
                  <a:pt x="10502" y="10883"/>
                </a:lnTo>
                <a:lnTo>
                  <a:pt x="10579" y="11036"/>
                </a:lnTo>
                <a:lnTo>
                  <a:pt x="10718" y="10985"/>
                </a:lnTo>
                <a:close/>
              </a:path>
              <a:path w="30480" h="18415">
                <a:moveTo>
                  <a:pt x="10985" y="10858"/>
                </a:moveTo>
                <a:lnTo>
                  <a:pt x="10833" y="11036"/>
                </a:lnTo>
                <a:lnTo>
                  <a:pt x="10883" y="11315"/>
                </a:lnTo>
                <a:lnTo>
                  <a:pt x="10934" y="11099"/>
                </a:lnTo>
                <a:lnTo>
                  <a:pt x="10985" y="10858"/>
                </a:lnTo>
                <a:close/>
              </a:path>
              <a:path w="30480" h="18415">
                <a:moveTo>
                  <a:pt x="11188" y="9105"/>
                </a:moveTo>
                <a:lnTo>
                  <a:pt x="11163" y="9296"/>
                </a:lnTo>
                <a:lnTo>
                  <a:pt x="11188" y="9105"/>
                </a:lnTo>
                <a:close/>
              </a:path>
              <a:path w="30480" h="18415">
                <a:moveTo>
                  <a:pt x="11264" y="12306"/>
                </a:moveTo>
                <a:lnTo>
                  <a:pt x="11112" y="12179"/>
                </a:lnTo>
                <a:lnTo>
                  <a:pt x="11112" y="12052"/>
                </a:lnTo>
                <a:lnTo>
                  <a:pt x="11036" y="12230"/>
                </a:lnTo>
                <a:lnTo>
                  <a:pt x="11264" y="12306"/>
                </a:lnTo>
                <a:close/>
              </a:path>
              <a:path w="30480" h="18415">
                <a:moveTo>
                  <a:pt x="11303" y="9105"/>
                </a:moveTo>
                <a:close/>
              </a:path>
              <a:path w="30480" h="18415">
                <a:moveTo>
                  <a:pt x="11404" y="12026"/>
                </a:moveTo>
                <a:lnTo>
                  <a:pt x="11163" y="12026"/>
                </a:lnTo>
                <a:lnTo>
                  <a:pt x="11277" y="12153"/>
                </a:lnTo>
                <a:lnTo>
                  <a:pt x="11404" y="12026"/>
                </a:lnTo>
                <a:close/>
              </a:path>
              <a:path w="30480" h="18415">
                <a:moveTo>
                  <a:pt x="11417" y="15125"/>
                </a:moveTo>
                <a:lnTo>
                  <a:pt x="11163" y="14935"/>
                </a:lnTo>
                <a:lnTo>
                  <a:pt x="10972" y="14579"/>
                </a:lnTo>
                <a:lnTo>
                  <a:pt x="11036" y="15151"/>
                </a:lnTo>
                <a:lnTo>
                  <a:pt x="11112" y="14973"/>
                </a:lnTo>
                <a:lnTo>
                  <a:pt x="11176" y="15290"/>
                </a:lnTo>
                <a:lnTo>
                  <a:pt x="11176" y="15151"/>
                </a:lnTo>
                <a:lnTo>
                  <a:pt x="11417" y="15125"/>
                </a:lnTo>
                <a:close/>
              </a:path>
              <a:path w="30480" h="18415">
                <a:moveTo>
                  <a:pt x="11620" y="10909"/>
                </a:moveTo>
                <a:lnTo>
                  <a:pt x="11404" y="10909"/>
                </a:lnTo>
                <a:lnTo>
                  <a:pt x="11518" y="11061"/>
                </a:lnTo>
                <a:lnTo>
                  <a:pt x="11620" y="10909"/>
                </a:lnTo>
                <a:close/>
              </a:path>
              <a:path w="30480" h="18415">
                <a:moveTo>
                  <a:pt x="11811" y="13855"/>
                </a:moveTo>
                <a:lnTo>
                  <a:pt x="11785" y="13639"/>
                </a:lnTo>
                <a:lnTo>
                  <a:pt x="11684" y="13855"/>
                </a:lnTo>
                <a:lnTo>
                  <a:pt x="11811" y="13855"/>
                </a:lnTo>
                <a:close/>
              </a:path>
              <a:path w="30480" h="18415">
                <a:moveTo>
                  <a:pt x="11899" y="17170"/>
                </a:moveTo>
                <a:lnTo>
                  <a:pt x="11747" y="17056"/>
                </a:lnTo>
                <a:lnTo>
                  <a:pt x="11823" y="17424"/>
                </a:lnTo>
                <a:lnTo>
                  <a:pt x="11823" y="17195"/>
                </a:lnTo>
                <a:close/>
              </a:path>
              <a:path w="30480" h="18415">
                <a:moveTo>
                  <a:pt x="12001" y="11785"/>
                </a:moveTo>
                <a:lnTo>
                  <a:pt x="11938" y="11493"/>
                </a:lnTo>
                <a:lnTo>
                  <a:pt x="11734" y="11861"/>
                </a:lnTo>
                <a:lnTo>
                  <a:pt x="11938" y="11785"/>
                </a:lnTo>
                <a:close/>
              </a:path>
              <a:path w="30480" h="18415">
                <a:moveTo>
                  <a:pt x="12255" y="13131"/>
                </a:moveTo>
                <a:lnTo>
                  <a:pt x="12115" y="13106"/>
                </a:lnTo>
                <a:lnTo>
                  <a:pt x="12230" y="13322"/>
                </a:lnTo>
                <a:lnTo>
                  <a:pt x="12255" y="13131"/>
                </a:lnTo>
                <a:close/>
              </a:path>
              <a:path w="30480" h="18415">
                <a:moveTo>
                  <a:pt x="12433" y="18072"/>
                </a:moveTo>
                <a:lnTo>
                  <a:pt x="12306" y="17576"/>
                </a:lnTo>
                <a:lnTo>
                  <a:pt x="12395" y="17246"/>
                </a:lnTo>
                <a:lnTo>
                  <a:pt x="12128" y="17284"/>
                </a:lnTo>
                <a:lnTo>
                  <a:pt x="12103" y="17576"/>
                </a:lnTo>
                <a:lnTo>
                  <a:pt x="11963" y="17462"/>
                </a:lnTo>
                <a:lnTo>
                  <a:pt x="12014" y="17208"/>
                </a:lnTo>
                <a:lnTo>
                  <a:pt x="11912" y="16916"/>
                </a:lnTo>
                <a:lnTo>
                  <a:pt x="11976" y="17310"/>
                </a:lnTo>
                <a:lnTo>
                  <a:pt x="11874" y="17627"/>
                </a:lnTo>
                <a:lnTo>
                  <a:pt x="11976" y="17881"/>
                </a:lnTo>
                <a:lnTo>
                  <a:pt x="11912" y="18021"/>
                </a:lnTo>
                <a:lnTo>
                  <a:pt x="12052" y="17995"/>
                </a:lnTo>
                <a:lnTo>
                  <a:pt x="11823" y="18097"/>
                </a:lnTo>
                <a:lnTo>
                  <a:pt x="11785" y="17868"/>
                </a:lnTo>
                <a:lnTo>
                  <a:pt x="11785" y="18300"/>
                </a:lnTo>
                <a:lnTo>
                  <a:pt x="11823" y="18148"/>
                </a:lnTo>
                <a:lnTo>
                  <a:pt x="11912" y="18300"/>
                </a:lnTo>
                <a:lnTo>
                  <a:pt x="12103" y="18326"/>
                </a:lnTo>
                <a:lnTo>
                  <a:pt x="12166" y="18148"/>
                </a:lnTo>
                <a:lnTo>
                  <a:pt x="12217" y="17881"/>
                </a:lnTo>
                <a:lnTo>
                  <a:pt x="12039" y="17818"/>
                </a:lnTo>
                <a:lnTo>
                  <a:pt x="12242" y="17576"/>
                </a:lnTo>
                <a:lnTo>
                  <a:pt x="12230" y="17894"/>
                </a:lnTo>
                <a:lnTo>
                  <a:pt x="12306" y="18186"/>
                </a:lnTo>
                <a:lnTo>
                  <a:pt x="12242" y="18326"/>
                </a:lnTo>
                <a:lnTo>
                  <a:pt x="12433" y="18326"/>
                </a:lnTo>
                <a:lnTo>
                  <a:pt x="12433" y="18072"/>
                </a:lnTo>
                <a:close/>
              </a:path>
              <a:path w="30480" h="18415">
                <a:moveTo>
                  <a:pt x="12446" y="12280"/>
                </a:moveTo>
                <a:lnTo>
                  <a:pt x="12407" y="12103"/>
                </a:lnTo>
                <a:lnTo>
                  <a:pt x="12280" y="11988"/>
                </a:lnTo>
                <a:lnTo>
                  <a:pt x="12433" y="11887"/>
                </a:lnTo>
                <a:lnTo>
                  <a:pt x="12382" y="11709"/>
                </a:lnTo>
                <a:lnTo>
                  <a:pt x="12179" y="11836"/>
                </a:lnTo>
                <a:lnTo>
                  <a:pt x="12090" y="11645"/>
                </a:lnTo>
                <a:lnTo>
                  <a:pt x="12090" y="11836"/>
                </a:lnTo>
                <a:lnTo>
                  <a:pt x="12242" y="11988"/>
                </a:lnTo>
                <a:lnTo>
                  <a:pt x="12141" y="12153"/>
                </a:lnTo>
                <a:lnTo>
                  <a:pt x="12077" y="12001"/>
                </a:lnTo>
                <a:lnTo>
                  <a:pt x="11988" y="12179"/>
                </a:lnTo>
                <a:lnTo>
                  <a:pt x="12077" y="12496"/>
                </a:lnTo>
                <a:lnTo>
                  <a:pt x="12242" y="12357"/>
                </a:lnTo>
                <a:lnTo>
                  <a:pt x="12306" y="12192"/>
                </a:lnTo>
                <a:lnTo>
                  <a:pt x="12446" y="12280"/>
                </a:lnTo>
                <a:close/>
              </a:path>
              <a:path w="30480" h="18415">
                <a:moveTo>
                  <a:pt x="12446" y="11531"/>
                </a:moveTo>
                <a:lnTo>
                  <a:pt x="12255" y="11417"/>
                </a:lnTo>
                <a:lnTo>
                  <a:pt x="12115" y="11569"/>
                </a:lnTo>
                <a:lnTo>
                  <a:pt x="12446" y="11531"/>
                </a:lnTo>
                <a:close/>
              </a:path>
              <a:path w="30480" h="18415">
                <a:moveTo>
                  <a:pt x="12509" y="16941"/>
                </a:moveTo>
                <a:lnTo>
                  <a:pt x="12331" y="16916"/>
                </a:lnTo>
                <a:lnTo>
                  <a:pt x="12509" y="17132"/>
                </a:lnTo>
                <a:lnTo>
                  <a:pt x="12509" y="16941"/>
                </a:lnTo>
                <a:close/>
              </a:path>
              <a:path w="30480" h="18415">
                <a:moveTo>
                  <a:pt x="12623" y="11201"/>
                </a:moveTo>
                <a:lnTo>
                  <a:pt x="12446" y="11341"/>
                </a:lnTo>
                <a:lnTo>
                  <a:pt x="12623" y="11201"/>
                </a:lnTo>
                <a:close/>
              </a:path>
              <a:path w="30480" h="18415">
                <a:moveTo>
                  <a:pt x="12661" y="355"/>
                </a:moveTo>
                <a:lnTo>
                  <a:pt x="12611" y="0"/>
                </a:lnTo>
                <a:lnTo>
                  <a:pt x="12509" y="190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98"/>
                </a:lnTo>
                <a:lnTo>
                  <a:pt x="12484" y="584"/>
                </a:lnTo>
                <a:lnTo>
                  <a:pt x="12661" y="355"/>
                </a:lnTo>
                <a:close/>
              </a:path>
              <a:path w="30480" h="18415">
                <a:moveTo>
                  <a:pt x="12763" y="14325"/>
                </a:moveTo>
                <a:lnTo>
                  <a:pt x="12509" y="14160"/>
                </a:lnTo>
                <a:lnTo>
                  <a:pt x="12547" y="14541"/>
                </a:lnTo>
                <a:lnTo>
                  <a:pt x="12763" y="14325"/>
                </a:lnTo>
                <a:close/>
              </a:path>
              <a:path w="30480" h="18415">
                <a:moveTo>
                  <a:pt x="12903" y="6426"/>
                </a:moveTo>
                <a:lnTo>
                  <a:pt x="12788" y="6261"/>
                </a:lnTo>
                <a:lnTo>
                  <a:pt x="12763" y="6477"/>
                </a:lnTo>
                <a:lnTo>
                  <a:pt x="12903" y="6426"/>
                </a:lnTo>
                <a:close/>
              </a:path>
              <a:path w="30480" h="18415">
                <a:moveTo>
                  <a:pt x="13004" y="2971"/>
                </a:moveTo>
                <a:lnTo>
                  <a:pt x="12992" y="2717"/>
                </a:lnTo>
                <a:lnTo>
                  <a:pt x="13004" y="3124"/>
                </a:lnTo>
                <a:lnTo>
                  <a:pt x="13004" y="2971"/>
                </a:lnTo>
                <a:close/>
              </a:path>
              <a:path w="30480" h="18415">
                <a:moveTo>
                  <a:pt x="13004" y="63"/>
                </a:moveTo>
                <a:lnTo>
                  <a:pt x="12865" y="38"/>
                </a:lnTo>
                <a:lnTo>
                  <a:pt x="12839" y="228"/>
                </a:lnTo>
                <a:lnTo>
                  <a:pt x="12903" y="355"/>
                </a:lnTo>
                <a:lnTo>
                  <a:pt x="13004" y="63"/>
                </a:lnTo>
                <a:close/>
              </a:path>
              <a:path w="30480" h="18415">
                <a:moveTo>
                  <a:pt x="13284" y="15087"/>
                </a:moveTo>
                <a:lnTo>
                  <a:pt x="13258" y="14871"/>
                </a:lnTo>
                <a:lnTo>
                  <a:pt x="13284" y="15087"/>
                </a:lnTo>
                <a:close/>
              </a:path>
              <a:path w="30480" h="18415">
                <a:moveTo>
                  <a:pt x="13398" y="3060"/>
                </a:moveTo>
                <a:lnTo>
                  <a:pt x="13131" y="2781"/>
                </a:lnTo>
                <a:lnTo>
                  <a:pt x="13106" y="2590"/>
                </a:lnTo>
                <a:lnTo>
                  <a:pt x="13081" y="2743"/>
                </a:lnTo>
                <a:lnTo>
                  <a:pt x="13106" y="3009"/>
                </a:lnTo>
                <a:lnTo>
                  <a:pt x="13144" y="3276"/>
                </a:lnTo>
                <a:lnTo>
                  <a:pt x="13208" y="2997"/>
                </a:lnTo>
                <a:lnTo>
                  <a:pt x="13233" y="3200"/>
                </a:lnTo>
                <a:lnTo>
                  <a:pt x="13398" y="3060"/>
                </a:lnTo>
                <a:close/>
              </a:path>
              <a:path w="30480" h="18415">
                <a:moveTo>
                  <a:pt x="13487" y="14071"/>
                </a:moveTo>
                <a:lnTo>
                  <a:pt x="13335" y="14249"/>
                </a:lnTo>
                <a:lnTo>
                  <a:pt x="13487" y="14071"/>
                </a:lnTo>
                <a:close/>
              </a:path>
              <a:path w="30480" h="18415">
                <a:moveTo>
                  <a:pt x="13500" y="16052"/>
                </a:moveTo>
                <a:lnTo>
                  <a:pt x="13373" y="15786"/>
                </a:lnTo>
                <a:lnTo>
                  <a:pt x="13258" y="15925"/>
                </a:lnTo>
                <a:lnTo>
                  <a:pt x="13474" y="16192"/>
                </a:lnTo>
                <a:lnTo>
                  <a:pt x="13500" y="16052"/>
                </a:lnTo>
                <a:close/>
              </a:path>
              <a:path w="30480" h="18415">
                <a:moveTo>
                  <a:pt x="13690" y="17551"/>
                </a:moveTo>
                <a:lnTo>
                  <a:pt x="13550" y="17729"/>
                </a:lnTo>
                <a:lnTo>
                  <a:pt x="13614" y="17589"/>
                </a:lnTo>
                <a:close/>
              </a:path>
              <a:path w="30480" h="18415">
                <a:moveTo>
                  <a:pt x="14097" y="13728"/>
                </a:moveTo>
                <a:lnTo>
                  <a:pt x="13970" y="13525"/>
                </a:lnTo>
                <a:lnTo>
                  <a:pt x="13970" y="13728"/>
                </a:lnTo>
                <a:lnTo>
                  <a:pt x="13728" y="13855"/>
                </a:lnTo>
                <a:lnTo>
                  <a:pt x="13589" y="14312"/>
                </a:lnTo>
                <a:lnTo>
                  <a:pt x="13766" y="14249"/>
                </a:lnTo>
                <a:lnTo>
                  <a:pt x="13741" y="14122"/>
                </a:lnTo>
                <a:lnTo>
                  <a:pt x="13817" y="13982"/>
                </a:lnTo>
                <a:lnTo>
                  <a:pt x="13906" y="14147"/>
                </a:lnTo>
                <a:lnTo>
                  <a:pt x="13944" y="13931"/>
                </a:lnTo>
                <a:lnTo>
                  <a:pt x="14097" y="13728"/>
                </a:lnTo>
                <a:close/>
              </a:path>
              <a:path w="30480" h="18415">
                <a:moveTo>
                  <a:pt x="14262" y="12623"/>
                </a:moveTo>
                <a:lnTo>
                  <a:pt x="14147" y="12496"/>
                </a:lnTo>
                <a:lnTo>
                  <a:pt x="14147" y="12763"/>
                </a:lnTo>
                <a:lnTo>
                  <a:pt x="14109" y="12890"/>
                </a:lnTo>
                <a:lnTo>
                  <a:pt x="14109" y="13068"/>
                </a:lnTo>
                <a:lnTo>
                  <a:pt x="14173" y="12865"/>
                </a:lnTo>
                <a:lnTo>
                  <a:pt x="14262" y="12623"/>
                </a:lnTo>
                <a:close/>
              </a:path>
              <a:path w="30480" h="18415">
                <a:moveTo>
                  <a:pt x="17005" y="1828"/>
                </a:moveTo>
                <a:lnTo>
                  <a:pt x="16852" y="1714"/>
                </a:lnTo>
                <a:lnTo>
                  <a:pt x="16827" y="1866"/>
                </a:lnTo>
                <a:lnTo>
                  <a:pt x="17005" y="1828"/>
                </a:lnTo>
                <a:close/>
              </a:path>
              <a:path w="30480" h="18415">
                <a:moveTo>
                  <a:pt x="29578" y="13627"/>
                </a:moveTo>
                <a:lnTo>
                  <a:pt x="29502" y="13068"/>
                </a:lnTo>
                <a:lnTo>
                  <a:pt x="29527" y="13804"/>
                </a:lnTo>
                <a:lnTo>
                  <a:pt x="29464" y="14846"/>
                </a:lnTo>
                <a:lnTo>
                  <a:pt x="29540" y="15405"/>
                </a:lnTo>
                <a:lnTo>
                  <a:pt x="29514" y="14655"/>
                </a:lnTo>
                <a:lnTo>
                  <a:pt x="29578" y="13627"/>
                </a:lnTo>
                <a:close/>
              </a:path>
              <a:path w="30480" h="18415">
                <a:moveTo>
                  <a:pt x="30327" y="9118"/>
                </a:moveTo>
                <a:lnTo>
                  <a:pt x="30264" y="9525"/>
                </a:lnTo>
                <a:lnTo>
                  <a:pt x="30276" y="9372"/>
                </a:lnTo>
                <a:lnTo>
                  <a:pt x="30302" y="92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1953615" y="1070685"/>
            <a:ext cx="30480" cy="16510"/>
          </a:xfrm>
          <a:custGeom>
            <a:avLst/>
            <a:gdLst/>
            <a:ahLst/>
            <a:cxnLst/>
            <a:rect l="l" t="t" r="r" b="b"/>
            <a:pathLst>
              <a:path w="30480" h="16509">
                <a:moveTo>
                  <a:pt x="8928" y="0"/>
                </a:moveTo>
                <a:lnTo>
                  <a:pt x="8801" y="0"/>
                </a:lnTo>
                <a:lnTo>
                  <a:pt x="8801" y="304"/>
                </a:lnTo>
                <a:lnTo>
                  <a:pt x="8928" y="0"/>
                </a:lnTo>
                <a:close/>
              </a:path>
              <a:path w="30480" h="16509">
                <a:moveTo>
                  <a:pt x="9321" y="14338"/>
                </a:moveTo>
                <a:lnTo>
                  <a:pt x="9271" y="14554"/>
                </a:lnTo>
                <a:lnTo>
                  <a:pt x="9321" y="14338"/>
                </a:lnTo>
                <a:close/>
              </a:path>
              <a:path w="30480" h="16509">
                <a:moveTo>
                  <a:pt x="9347" y="15595"/>
                </a:moveTo>
                <a:lnTo>
                  <a:pt x="8788" y="15595"/>
                </a:lnTo>
                <a:lnTo>
                  <a:pt x="8750" y="15748"/>
                </a:lnTo>
                <a:lnTo>
                  <a:pt x="8636" y="15595"/>
                </a:lnTo>
                <a:lnTo>
                  <a:pt x="76" y="15595"/>
                </a:lnTo>
                <a:lnTo>
                  <a:pt x="152" y="16154"/>
                </a:lnTo>
                <a:lnTo>
                  <a:pt x="9207" y="16154"/>
                </a:lnTo>
                <a:lnTo>
                  <a:pt x="9156" y="15773"/>
                </a:lnTo>
                <a:lnTo>
                  <a:pt x="9347" y="15595"/>
                </a:lnTo>
                <a:close/>
              </a:path>
              <a:path w="30480" h="16509">
                <a:moveTo>
                  <a:pt x="9423" y="15290"/>
                </a:moveTo>
                <a:lnTo>
                  <a:pt x="9334" y="14770"/>
                </a:lnTo>
                <a:lnTo>
                  <a:pt x="9182" y="14770"/>
                </a:lnTo>
                <a:lnTo>
                  <a:pt x="9232" y="14935"/>
                </a:lnTo>
                <a:lnTo>
                  <a:pt x="9232" y="15087"/>
                </a:lnTo>
                <a:lnTo>
                  <a:pt x="9182" y="15265"/>
                </a:lnTo>
                <a:lnTo>
                  <a:pt x="9080" y="15125"/>
                </a:lnTo>
                <a:lnTo>
                  <a:pt x="8991" y="15316"/>
                </a:lnTo>
                <a:lnTo>
                  <a:pt x="9156" y="15455"/>
                </a:lnTo>
                <a:lnTo>
                  <a:pt x="9372" y="15455"/>
                </a:lnTo>
                <a:lnTo>
                  <a:pt x="9410" y="15671"/>
                </a:lnTo>
                <a:lnTo>
                  <a:pt x="9423" y="15290"/>
                </a:lnTo>
                <a:close/>
              </a:path>
              <a:path w="30480" h="16509">
                <a:moveTo>
                  <a:pt x="9779" y="9969"/>
                </a:moveTo>
                <a:lnTo>
                  <a:pt x="9652" y="10248"/>
                </a:lnTo>
                <a:lnTo>
                  <a:pt x="8051" y="10248"/>
                </a:lnTo>
                <a:lnTo>
                  <a:pt x="8026" y="10388"/>
                </a:lnTo>
                <a:lnTo>
                  <a:pt x="9613" y="10388"/>
                </a:lnTo>
                <a:lnTo>
                  <a:pt x="9715" y="10248"/>
                </a:lnTo>
                <a:lnTo>
                  <a:pt x="9779" y="9969"/>
                </a:lnTo>
                <a:close/>
              </a:path>
              <a:path w="30480" h="16509">
                <a:moveTo>
                  <a:pt x="9829" y="15303"/>
                </a:moveTo>
                <a:lnTo>
                  <a:pt x="9766" y="15087"/>
                </a:lnTo>
                <a:lnTo>
                  <a:pt x="9766" y="15278"/>
                </a:lnTo>
                <a:close/>
              </a:path>
              <a:path w="30480" h="16509">
                <a:moveTo>
                  <a:pt x="9893" y="15024"/>
                </a:moveTo>
                <a:lnTo>
                  <a:pt x="9855" y="14706"/>
                </a:lnTo>
                <a:lnTo>
                  <a:pt x="9791" y="15062"/>
                </a:lnTo>
                <a:close/>
              </a:path>
              <a:path w="30480" h="16509">
                <a:moveTo>
                  <a:pt x="9918" y="9283"/>
                </a:moveTo>
                <a:lnTo>
                  <a:pt x="9855" y="8864"/>
                </a:lnTo>
                <a:lnTo>
                  <a:pt x="9613" y="8686"/>
                </a:lnTo>
                <a:lnTo>
                  <a:pt x="9728" y="7874"/>
                </a:lnTo>
                <a:lnTo>
                  <a:pt x="0" y="7874"/>
                </a:lnTo>
                <a:lnTo>
                  <a:pt x="25" y="10388"/>
                </a:lnTo>
                <a:lnTo>
                  <a:pt x="7962" y="10388"/>
                </a:lnTo>
                <a:lnTo>
                  <a:pt x="7924" y="10248"/>
                </a:lnTo>
                <a:lnTo>
                  <a:pt x="7823" y="9969"/>
                </a:lnTo>
                <a:lnTo>
                  <a:pt x="9486" y="9969"/>
                </a:lnTo>
                <a:lnTo>
                  <a:pt x="9575" y="9283"/>
                </a:lnTo>
                <a:lnTo>
                  <a:pt x="9918" y="9283"/>
                </a:lnTo>
                <a:close/>
              </a:path>
              <a:path w="30480" h="16509">
                <a:moveTo>
                  <a:pt x="9931" y="14160"/>
                </a:moveTo>
                <a:lnTo>
                  <a:pt x="9613" y="13728"/>
                </a:lnTo>
                <a:lnTo>
                  <a:pt x="9613" y="14160"/>
                </a:lnTo>
                <a:lnTo>
                  <a:pt x="9575" y="14325"/>
                </a:lnTo>
                <a:lnTo>
                  <a:pt x="9499" y="14160"/>
                </a:lnTo>
                <a:lnTo>
                  <a:pt x="9613" y="13728"/>
                </a:lnTo>
                <a:lnTo>
                  <a:pt x="8877" y="12687"/>
                </a:lnTo>
                <a:lnTo>
                  <a:pt x="9182" y="14160"/>
                </a:lnTo>
                <a:lnTo>
                  <a:pt x="9385" y="14160"/>
                </a:lnTo>
                <a:lnTo>
                  <a:pt x="9448" y="14338"/>
                </a:lnTo>
                <a:lnTo>
                  <a:pt x="9423" y="14554"/>
                </a:lnTo>
                <a:lnTo>
                  <a:pt x="9525" y="14401"/>
                </a:lnTo>
                <a:lnTo>
                  <a:pt x="9423" y="14617"/>
                </a:lnTo>
                <a:lnTo>
                  <a:pt x="9461" y="14820"/>
                </a:lnTo>
                <a:lnTo>
                  <a:pt x="9626" y="14503"/>
                </a:lnTo>
                <a:lnTo>
                  <a:pt x="9664" y="14160"/>
                </a:lnTo>
                <a:lnTo>
                  <a:pt x="9931" y="14160"/>
                </a:lnTo>
                <a:close/>
              </a:path>
              <a:path w="30480" h="16509">
                <a:moveTo>
                  <a:pt x="9982" y="6070"/>
                </a:moveTo>
                <a:lnTo>
                  <a:pt x="9766" y="5943"/>
                </a:lnTo>
                <a:lnTo>
                  <a:pt x="9766" y="6235"/>
                </a:lnTo>
                <a:lnTo>
                  <a:pt x="9982" y="6261"/>
                </a:lnTo>
                <a:lnTo>
                  <a:pt x="9982" y="6070"/>
                </a:lnTo>
                <a:close/>
              </a:path>
              <a:path w="30480" h="16509">
                <a:moveTo>
                  <a:pt x="10020" y="15925"/>
                </a:moveTo>
                <a:lnTo>
                  <a:pt x="9880" y="15811"/>
                </a:lnTo>
                <a:lnTo>
                  <a:pt x="9944" y="16027"/>
                </a:lnTo>
                <a:lnTo>
                  <a:pt x="9918" y="16167"/>
                </a:lnTo>
                <a:lnTo>
                  <a:pt x="10007" y="16040"/>
                </a:lnTo>
                <a:close/>
              </a:path>
              <a:path w="30480" h="16509">
                <a:moveTo>
                  <a:pt x="10045" y="14528"/>
                </a:moveTo>
                <a:lnTo>
                  <a:pt x="9893" y="14592"/>
                </a:lnTo>
                <a:lnTo>
                  <a:pt x="10045" y="14528"/>
                </a:lnTo>
                <a:close/>
              </a:path>
              <a:path w="30480" h="16509">
                <a:moveTo>
                  <a:pt x="10045" y="13766"/>
                </a:moveTo>
                <a:lnTo>
                  <a:pt x="9690" y="12255"/>
                </a:lnTo>
                <a:lnTo>
                  <a:pt x="9944" y="12255"/>
                </a:lnTo>
                <a:lnTo>
                  <a:pt x="9855" y="11353"/>
                </a:lnTo>
                <a:lnTo>
                  <a:pt x="9702" y="11353"/>
                </a:lnTo>
                <a:lnTo>
                  <a:pt x="9613" y="10998"/>
                </a:lnTo>
                <a:lnTo>
                  <a:pt x="9410" y="10998"/>
                </a:lnTo>
                <a:lnTo>
                  <a:pt x="9563" y="10515"/>
                </a:lnTo>
                <a:lnTo>
                  <a:pt x="25" y="10515"/>
                </a:lnTo>
                <a:lnTo>
                  <a:pt x="63" y="14935"/>
                </a:lnTo>
                <a:lnTo>
                  <a:pt x="7645" y="14935"/>
                </a:lnTo>
                <a:lnTo>
                  <a:pt x="7505" y="14478"/>
                </a:lnTo>
                <a:lnTo>
                  <a:pt x="7429" y="14160"/>
                </a:lnTo>
                <a:lnTo>
                  <a:pt x="7620" y="14160"/>
                </a:lnTo>
                <a:lnTo>
                  <a:pt x="7759" y="14300"/>
                </a:lnTo>
                <a:lnTo>
                  <a:pt x="7785" y="14427"/>
                </a:lnTo>
                <a:lnTo>
                  <a:pt x="7861" y="14300"/>
                </a:lnTo>
                <a:lnTo>
                  <a:pt x="7696" y="14160"/>
                </a:lnTo>
                <a:lnTo>
                  <a:pt x="7912" y="14160"/>
                </a:lnTo>
                <a:lnTo>
                  <a:pt x="8140" y="14160"/>
                </a:lnTo>
                <a:lnTo>
                  <a:pt x="8763" y="14160"/>
                </a:lnTo>
                <a:lnTo>
                  <a:pt x="9017" y="14160"/>
                </a:lnTo>
                <a:lnTo>
                  <a:pt x="8445" y="12585"/>
                </a:lnTo>
                <a:lnTo>
                  <a:pt x="8318" y="13271"/>
                </a:lnTo>
                <a:lnTo>
                  <a:pt x="7937" y="12534"/>
                </a:lnTo>
                <a:lnTo>
                  <a:pt x="7645" y="13157"/>
                </a:lnTo>
                <a:lnTo>
                  <a:pt x="7429" y="12255"/>
                </a:lnTo>
                <a:lnTo>
                  <a:pt x="7810" y="12255"/>
                </a:lnTo>
                <a:lnTo>
                  <a:pt x="8077" y="12255"/>
                </a:lnTo>
                <a:lnTo>
                  <a:pt x="9067" y="12255"/>
                </a:lnTo>
                <a:lnTo>
                  <a:pt x="10045" y="13766"/>
                </a:lnTo>
                <a:close/>
              </a:path>
              <a:path w="30480" h="16509">
                <a:moveTo>
                  <a:pt x="10083" y="3441"/>
                </a:moveTo>
                <a:lnTo>
                  <a:pt x="10058" y="3175"/>
                </a:lnTo>
                <a:lnTo>
                  <a:pt x="9880" y="3098"/>
                </a:lnTo>
                <a:lnTo>
                  <a:pt x="9842" y="3238"/>
                </a:lnTo>
                <a:lnTo>
                  <a:pt x="9982" y="3314"/>
                </a:lnTo>
                <a:lnTo>
                  <a:pt x="9906" y="3441"/>
                </a:lnTo>
                <a:lnTo>
                  <a:pt x="10083" y="3441"/>
                </a:lnTo>
                <a:close/>
              </a:path>
              <a:path w="30480" h="16509">
                <a:moveTo>
                  <a:pt x="10261" y="5473"/>
                </a:moveTo>
                <a:lnTo>
                  <a:pt x="10198" y="5651"/>
                </a:lnTo>
                <a:lnTo>
                  <a:pt x="10007" y="5651"/>
                </a:lnTo>
                <a:lnTo>
                  <a:pt x="10007" y="5397"/>
                </a:lnTo>
                <a:lnTo>
                  <a:pt x="10198" y="5397"/>
                </a:lnTo>
                <a:lnTo>
                  <a:pt x="10058" y="5041"/>
                </a:lnTo>
                <a:lnTo>
                  <a:pt x="9931" y="5245"/>
                </a:lnTo>
                <a:lnTo>
                  <a:pt x="9842" y="5562"/>
                </a:lnTo>
                <a:lnTo>
                  <a:pt x="9982" y="5715"/>
                </a:lnTo>
                <a:lnTo>
                  <a:pt x="10198" y="5715"/>
                </a:lnTo>
                <a:lnTo>
                  <a:pt x="10261" y="5473"/>
                </a:lnTo>
                <a:close/>
              </a:path>
              <a:path w="30480" h="16509">
                <a:moveTo>
                  <a:pt x="10261" y="2565"/>
                </a:moveTo>
                <a:lnTo>
                  <a:pt x="10134" y="2273"/>
                </a:lnTo>
                <a:lnTo>
                  <a:pt x="10083" y="2451"/>
                </a:lnTo>
                <a:lnTo>
                  <a:pt x="10261" y="2565"/>
                </a:lnTo>
                <a:close/>
              </a:path>
              <a:path w="30480" h="16509">
                <a:moveTo>
                  <a:pt x="10299" y="16167"/>
                </a:moveTo>
                <a:lnTo>
                  <a:pt x="10223" y="16002"/>
                </a:lnTo>
                <a:lnTo>
                  <a:pt x="10185" y="16167"/>
                </a:lnTo>
                <a:close/>
              </a:path>
              <a:path w="30480" h="16509">
                <a:moveTo>
                  <a:pt x="10350" y="4368"/>
                </a:moveTo>
                <a:lnTo>
                  <a:pt x="10210" y="4216"/>
                </a:lnTo>
                <a:lnTo>
                  <a:pt x="10236" y="4038"/>
                </a:lnTo>
                <a:lnTo>
                  <a:pt x="10134" y="4191"/>
                </a:lnTo>
                <a:lnTo>
                  <a:pt x="10058" y="3924"/>
                </a:lnTo>
                <a:lnTo>
                  <a:pt x="9956" y="4064"/>
                </a:lnTo>
                <a:lnTo>
                  <a:pt x="10033" y="4254"/>
                </a:lnTo>
                <a:lnTo>
                  <a:pt x="9918" y="4610"/>
                </a:lnTo>
                <a:lnTo>
                  <a:pt x="10007" y="4483"/>
                </a:lnTo>
                <a:lnTo>
                  <a:pt x="9944" y="4737"/>
                </a:lnTo>
                <a:lnTo>
                  <a:pt x="9918" y="5003"/>
                </a:lnTo>
                <a:lnTo>
                  <a:pt x="10033" y="4699"/>
                </a:lnTo>
                <a:lnTo>
                  <a:pt x="10248" y="4787"/>
                </a:lnTo>
                <a:lnTo>
                  <a:pt x="10312" y="4533"/>
                </a:lnTo>
                <a:lnTo>
                  <a:pt x="10350" y="4368"/>
                </a:lnTo>
                <a:close/>
              </a:path>
              <a:path w="30480" h="16509">
                <a:moveTo>
                  <a:pt x="10388" y="16167"/>
                </a:moveTo>
                <a:close/>
              </a:path>
              <a:path w="30480" h="16509">
                <a:moveTo>
                  <a:pt x="10541" y="3416"/>
                </a:moveTo>
                <a:lnTo>
                  <a:pt x="10502" y="3644"/>
                </a:lnTo>
                <a:lnTo>
                  <a:pt x="10541" y="3416"/>
                </a:lnTo>
                <a:close/>
              </a:path>
              <a:path w="30480" h="16509">
                <a:moveTo>
                  <a:pt x="10629" y="3111"/>
                </a:moveTo>
                <a:lnTo>
                  <a:pt x="10604" y="2882"/>
                </a:lnTo>
                <a:lnTo>
                  <a:pt x="10464" y="2997"/>
                </a:lnTo>
                <a:lnTo>
                  <a:pt x="10629" y="3111"/>
                </a:lnTo>
                <a:close/>
              </a:path>
              <a:path w="30480" h="16509">
                <a:moveTo>
                  <a:pt x="10642" y="13881"/>
                </a:moveTo>
                <a:lnTo>
                  <a:pt x="10502" y="13957"/>
                </a:lnTo>
                <a:lnTo>
                  <a:pt x="10579" y="14135"/>
                </a:lnTo>
                <a:lnTo>
                  <a:pt x="10642" y="13881"/>
                </a:lnTo>
                <a:close/>
              </a:path>
              <a:path w="30480" h="16509">
                <a:moveTo>
                  <a:pt x="10718" y="14300"/>
                </a:moveTo>
                <a:lnTo>
                  <a:pt x="10541" y="14173"/>
                </a:lnTo>
                <a:lnTo>
                  <a:pt x="10502" y="14401"/>
                </a:lnTo>
                <a:lnTo>
                  <a:pt x="10693" y="14401"/>
                </a:lnTo>
                <a:close/>
              </a:path>
              <a:path w="30480" h="16509">
                <a:moveTo>
                  <a:pt x="10985" y="14262"/>
                </a:moveTo>
                <a:lnTo>
                  <a:pt x="10833" y="14236"/>
                </a:lnTo>
                <a:lnTo>
                  <a:pt x="10883" y="13982"/>
                </a:lnTo>
                <a:lnTo>
                  <a:pt x="10756" y="14236"/>
                </a:lnTo>
                <a:lnTo>
                  <a:pt x="10985" y="14439"/>
                </a:lnTo>
                <a:lnTo>
                  <a:pt x="10985" y="14262"/>
                </a:lnTo>
                <a:close/>
              </a:path>
              <a:path w="30480" h="16509">
                <a:moveTo>
                  <a:pt x="11188" y="16167"/>
                </a:moveTo>
                <a:lnTo>
                  <a:pt x="11163" y="16002"/>
                </a:lnTo>
                <a:lnTo>
                  <a:pt x="11125" y="16167"/>
                </a:lnTo>
                <a:close/>
              </a:path>
              <a:path w="30480" h="16509">
                <a:moveTo>
                  <a:pt x="11226" y="12992"/>
                </a:moveTo>
                <a:lnTo>
                  <a:pt x="11036" y="13042"/>
                </a:lnTo>
                <a:lnTo>
                  <a:pt x="11112" y="13220"/>
                </a:lnTo>
                <a:lnTo>
                  <a:pt x="11226" y="12992"/>
                </a:lnTo>
                <a:close/>
              </a:path>
              <a:path w="30480" h="16509">
                <a:moveTo>
                  <a:pt x="11303" y="16167"/>
                </a:moveTo>
                <a:close/>
              </a:path>
              <a:path w="30480" h="16509">
                <a:moveTo>
                  <a:pt x="11404" y="13258"/>
                </a:moveTo>
                <a:lnTo>
                  <a:pt x="11277" y="13144"/>
                </a:lnTo>
                <a:lnTo>
                  <a:pt x="11303" y="13284"/>
                </a:lnTo>
                <a:close/>
              </a:path>
              <a:path w="30480" h="16509">
                <a:moveTo>
                  <a:pt x="11417" y="10147"/>
                </a:moveTo>
                <a:lnTo>
                  <a:pt x="11176" y="10134"/>
                </a:lnTo>
                <a:lnTo>
                  <a:pt x="11176" y="9994"/>
                </a:lnTo>
                <a:lnTo>
                  <a:pt x="11112" y="10337"/>
                </a:lnTo>
                <a:lnTo>
                  <a:pt x="11036" y="10147"/>
                </a:lnTo>
                <a:lnTo>
                  <a:pt x="10972" y="10718"/>
                </a:lnTo>
                <a:lnTo>
                  <a:pt x="11163" y="10426"/>
                </a:lnTo>
                <a:lnTo>
                  <a:pt x="11417" y="10147"/>
                </a:lnTo>
                <a:close/>
              </a:path>
              <a:path w="30480" h="16509">
                <a:moveTo>
                  <a:pt x="11620" y="14376"/>
                </a:moveTo>
                <a:lnTo>
                  <a:pt x="11518" y="14236"/>
                </a:lnTo>
                <a:lnTo>
                  <a:pt x="11404" y="14376"/>
                </a:lnTo>
                <a:lnTo>
                  <a:pt x="11620" y="14376"/>
                </a:lnTo>
                <a:close/>
              </a:path>
              <a:path w="30480" h="16509">
                <a:moveTo>
                  <a:pt x="11811" y="11430"/>
                </a:moveTo>
                <a:lnTo>
                  <a:pt x="11684" y="11430"/>
                </a:lnTo>
                <a:lnTo>
                  <a:pt x="11684" y="11645"/>
                </a:lnTo>
                <a:lnTo>
                  <a:pt x="11811" y="11430"/>
                </a:lnTo>
                <a:close/>
              </a:path>
              <a:path w="30480" h="16509">
                <a:moveTo>
                  <a:pt x="11899" y="8128"/>
                </a:moveTo>
                <a:lnTo>
                  <a:pt x="11823" y="7861"/>
                </a:lnTo>
                <a:lnTo>
                  <a:pt x="11747" y="8229"/>
                </a:lnTo>
                <a:lnTo>
                  <a:pt x="11899" y="8128"/>
                </a:lnTo>
                <a:close/>
              </a:path>
              <a:path w="30480" h="16509">
                <a:moveTo>
                  <a:pt x="12001" y="13512"/>
                </a:moveTo>
                <a:lnTo>
                  <a:pt x="11734" y="13436"/>
                </a:lnTo>
                <a:lnTo>
                  <a:pt x="11912" y="13754"/>
                </a:lnTo>
                <a:lnTo>
                  <a:pt x="12001" y="13512"/>
                </a:lnTo>
                <a:close/>
              </a:path>
              <a:path w="30480" h="16509">
                <a:moveTo>
                  <a:pt x="12255" y="12153"/>
                </a:moveTo>
                <a:lnTo>
                  <a:pt x="12230" y="11976"/>
                </a:lnTo>
                <a:lnTo>
                  <a:pt x="12090" y="12179"/>
                </a:lnTo>
                <a:lnTo>
                  <a:pt x="12255" y="12153"/>
                </a:lnTo>
                <a:close/>
              </a:path>
              <a:path w="30480" h="16509">
                <a:moveTo>
                  <a:pt x="12433" y="6985"/>
                </a:moveTo>
                <a:lnTo>
                  <a:pt x="12242" y="6985"/>
                </a:lnTo>
                <a:lnTo>
                  <a:pt x="12306" y="7124"/>
                </a:lnTo>
                <a:lnTo>
                  <a:pt x="12217" y="7416"/>
                </a:lnTo>
                <a:lnTo>
                  <a:pt x="12242" y="7734"/>
                </a:lnTo>
                <a:lnTo>
                  <a:pt x="12039" y="7493"/>
                </a:lnTo>
                <a:lnTo>
                  <a:pt x="12217" y="7416"/>
                </a:lnTo>
                <a:lnTo>
                  <a:pt x="12166" y="7162"/>
                </a:lnTo>
                <a:lnTo>
                  <a:pt x="12103" y="6985"/>
                </a:lnTo>
                <a:lnTo>
                  <a:pt x="11912" y="6985"/>
                </a:lnTo>
                <a:lnTo>
                  <a:pt x="11823" y="7162"/>
                </a:lnTo>
                <a:lnTo>
                  <a:pt x="11861" y="6985"/>
                </a:lnTo>
                <a:lnTo>
                  <a:pt x="11785" y="7416"/>
                </a:lnTo>
                <a:lnTo>
                  <a:pt x="11811" y="7213"/>
                </a:lnTo>
                <a:lnTo>
                  <a:pt x="12052" y="7302"/>
                </a:lnTo>
                <a:lnTo>
                  <a:pt x="11912" y="7277"/>
                </a:lnTo>
                <a:lnTo>
                  <a:pt x="11912" y="7493"/>
                </a:lnTo>
                <a:lnTo>
                  <a:pt x="11976" y="7620"/>
                </a:lnTo>
                <a:lnTo>
                  <a:pt x="11976" y="7988"/>
                </a:lnTo>
                <a:lnTo>
                  <a:pt x="11912" y="8394"/>
                </a:lnTo>
                <a:lnTo>
                  <a:pt x="12014" y="8102"/>
                </a:lnTo>
                <a:lnTo>
                  <a:pt x="11963" y="7848"/>
                </a:lnTo>
                <a:lnTo>
                  <a:pt x="12103" y="7734"/>
                </a:lnTo>
                <a:lnTo>
                  <a:pt x="12077" y="7988"/>
                </a:lnTo>
                <a:lnTo>
                  <a:pt x="12395" y="8064"/>
                </a:lnTo>
                <a:lnTo>
                  <a:pt x="12306" y="7734"/>
                </a:lnTo>
                <a:lnTo>
                  <a:pt x="12433" y="7226"/>
                </a:lnTo>
                <a:lnTo>
                  <a:pt x="12433" y="6985"/>
                </a:lnTo>
                <a:close/>
              </a:path>
              <a:path w="30480" h="16509">
                <a:moveTo>
                  <a:pt x="12446" y="13766"/>
                </a:moveTo>
                <a:lnTo>
                  <a:pt x="12115" y="13728"/>
                </a:lnTo>
                <a:lnTo>
                  <a:pt x="12255" y="13868"/>
                </a:lnTo>
                <a:lnTo>
                  <a:pt x="12446" y="13766"/>
                </a:lnTo>
                <a:close/>
              </a:path>
              <a:path w="30480" h="16509">
                <a:moveTo>
                  <a:pt x="12446" y="13004"/>
                </a:moveTo>
                <a:lnTo>
                  <a:pt x="12306" y="13106"/>
                </a:lnTo>
                <a:lnTo>
                  <a:pt x="12242" y="12941"/>
                </a:lnTo>
                <a:lnTo>
                  <a:pt x="12077" y="12788"/>
                </a:lnTo>
                <a:lnTo>
                  <a:pt x="11988" y="13106"/>
                </a:lnTo>
                <a:lnTo>
                  <a:pt x="12077" y="13284"/>
                </a:lnTo>
                <a:lnTo>
                  <a:pt x="12141" y="13144"/>
                </a:lnTo>
                <a:lnTo>
                  <a:pt x="12242" y="13309"/>
                </a:lnTo>
                <a:lnTo>
                  <a:pt x="12090" y="13462"/>
                </a:lnTo>
                <a:lnTo>
                  <a:pt x="12090" y="13677"/>
                </a:lnTo>
                <a:lnTo>
                  <a:pt x="12179" y="13462"/>
                </a:lnTo>
                <a:lnTo>
                  <a:pt x="12382" y="13576"/>
                </a:lnTo>
                <a:lnTo>
                  <a:pt x="12433" y="13411"/>
                </a:lnTo>
                <a:lnTo>
                  <a:pt x="12280" y="13296"/>
                </a:lnTo>
                <a:lnTo>
                  <a:pt x="12407" y="13182"/>
                </a:lnTo>
                <a:lnTo>
                  <a:pt x="12446" y="13004"/>
                </a:lnTo>
                <a:close/>
              </a:path>
              <a:path w="30480" h="16509">
                <a:moveTo>
                  <a:pt x="12509" y="8166"/>
                </a:moveTo>
                <a:lnTo>
                  <a:pt x="12331" y="8382"/>
                </a:lnTo>
                <a:lnTo>
                  <a:pt x="12509" y="8343"/>
                </a:lnTo>
                <a:lnTo>
                  <a:pt x="12509" y="8166"/>
                </a:lnTo>
                <a:close/>
              </a:path>
              <a:path w="30480" h="16509">
                <a:moveTo>
                  <a:pt x="12547" y="3175"/>
                </a:moveTo>
                <a:lnTo>
                  <a:pt x="12331" y="3175"/>
                </a:lnTo>
                <a:lnTo>
                  <a:pt x="12357" y="3327"/>
                </a:lnTo>
                <a:lnTo>
                  <a:pt x="12547" y="3175"/>
                </a:lnTo>
                <a:close/>
              </a:path>
              <a:path w="30480" h="16509">
                <a:moveTo>
                  <a:pt x="12623" y="14084"/>
                </a:moveTo>
                <a:lnTo>
                  <a:pt x="12446" y="13944"/>
                </a:lnTo>
                <a:lnTo>
                  <a:pt x="12509" y="14147"/>
                </a:lnTo>
                <a:close/>
              </a:path>
              <a:path w="30480" h="16509">
                <a:moveTo>
                  <a:pt x="12661" y="6756"/>
                </a:moveTo>
                <a:lnTo>
                  <a:pt x="12484" y="6540"/>
                </a:lnTo>
                <a:lnTo>
                  <a:pt x="12649" y="6413"/>
                </a:lnTo>
                <a:lnTo>
                  <a:pt x="12560" y="6248"/>
                </a:lnTo>
                <a:lnTo>
                  <a:pt x="12331" y="6438"/>
                </a:lnTo>
                <a:lnTo>
                  <a:pt x="12509" y="6934"/>
                </a:lnTo>
                <a:lnTo>
                  <a:pt x="12560" y="7112"/>
                </a:lnTo>
                <a:lnTo>
                  <a:pt x="12560" y="6819"/>
                </a:lnTo>
                <a:close/>
              </a:path>
              <a:path w="30480" h="16509">
                <a:moveTo>
                  <a:pt x="12763" y="10960"/>
                </a:moveTo>
                <a:lnTo>
                  <a:pt x="12547" y="10756"/>
                </a:lnTo>
                <a:lnTo>
                  <a:pt x="12547" y="10960"/>
                </a:lnTo>
                <a:lnTo>
                  <a:pt x="12509" y="11137"/>
                </a:lnTo>
                <a:lnTo>
                  <a:pt x="12763" y="10960"/>
                </a:lnTo>
                <a:close/>
              </a:path>
              <a:path w="30480" h="16509">
                <a:moveTo>
                  <a:pt x="12903" y="698"/>
                </a:moveTo>
                <a:lnTo>
                  <a:pt x="12763" y="647"/>
                </a:lnTo>
                <a:lnTo>
                  <a:pt x="12788" y="876"/>
                </a:lnTo>
                <a:lnTo>
                  <a:pt x="12903" y="698"/>
                </a:lnTo>
                <a:close/>
              </a:path>
              <a:path w="30480" h="16509">
                <a:moveTo>
                  <a:pt x="13004" y="7048"/>
                </a:moveTo>
                <a:lnTo>
                  <a:pt x="12903" y="6756"/>
                </a:lnTo>
                <a:lnTo>
                  <a:pt x="12839" y="6908"/>
                </a:lnTo>
                <a:lnTo>
                  <a:pt x="12865" y="7086"/>
                </a:lnTo>
                <a:lnTo>
                  <a:pt x="13004" y="7048"/>
                </a:lnTo>
                <a:close/>
              </a:path>
              <a:path w="30480" h="16509">
                <a:moveTo>
                  <a:pt x="13284" y="10223"/>
                </a:moveTo>
                <a:lnTo>
                  <a:pt x="13144" y="10426"/>
                </a:lnTo>
                <a:lnTo>
                  <a:pt x="13284" y="10223"/>
                </a:lnTo>
                <a:close/>
              </a:path>
              <a:path w="30480" h="16509">
                <a:moveTo>
                  <a:pt x="13398" y="4076"/>
                </a:moveTo>
                <a:lnTo>
                  <a:pt x="13233" y="3924"/>
                </a:lnTo>
                <a:lnTo>
                  <a:pt x="13208" y="4114"/>
                </a:lnTo>
                <a:lnTo>
                  <a:pt x="13220" y="3835"/>
                </a:lnTo>
                <a:lnTo>
                  <a:pt x="13106" y="4102"/>
                </a:lnTo>
                <a:lnTo>
                  <a:pt x="13081" y="4368"/>
                </a:lnTo>
                <a:lnTo>
                  <a:pt x="13106" y="4521"/>
                </a:lnTo>
                <a:lnTo>
                  <a:pt x="13131" y="4343"/>
                </a:lnTo>
                <a:lnTo>
                  <a:pt x="13398" y="4076"/>
                </a:lnTo>
                <a:close/>
              </a:path>
              <a:path w="30480" h="16509">
                <a:moveTo>
                  <a:pt x="13487" y="11214"/>
                </a:moveTo>
                <a:lnTo>
                  <a:pt x="13436" y="10972"/>
                </a:lnTo>
                <a:lnTo>
                  <a:pt x="13373" y="11214"/>
                </a:lnTo>
                <a:close/>
              </a:path>
              <a:path w="30480" h="16509">
                <a:moveTo>
                  <a:pt x="13500" y="9245"/>
                </a:moveTo>
                <a:lnTo>
                  <a:pt x="13474" y="9105"/>
                </a:lnTo>
                <a:lnTo>
                  <a:pt x="13258" y="9359"/>
                </a:lnTo>
                <a:lnTo>
                  <a:pt x="13373" y="9499"/>
                </a:lnTo>
                <a:lnTo>
                  <a:pt x="13500" y="9245"/>
                </a:lnTo>
                <a:close/>
              </a:path>
              <a:path w="30480" h="16509">
                <a:moveTo>
                  <a:pt x="13677" y="3175"/>
                </a:moveTo>
                <a:lnTo>
                  <a:pt x="13436" y="3187"/>
                </a:lnTo>
                <a:lnTo>
                  <a:pt x="13423" y="3911"/>
                </a:lnTo>
                <a:lnTo>
                  <a:pt x="13614" y="3670"/>
                </a:lnTo>
                <a:lnTo>
                  <a:pt x="13639" y="3441"/>
                </a:lnTo>
                <a:lnTo>
                  <a:pt x="13677" y="3175"/>
                </a:lnTo>
                <a:close/>
              </a:path>
              <a:path w="30480" h="16509">
                <a:moveTo>
                  <a:pt x="13690" y="7734"/>
                </a:moveTo>
                <a:lnTo>
                  <a:pt x="13550" y="7556"/>
                </a:lnTo>
                <a:lnTo>
                  <a:pt x="13576" y="7734"/>
                </a:lnTo>
                <a:close/>
              </a:path>
              <a:path w="30480" h="16509">
                <a:moveTo>
                  <a:pt x="14097" y="11569"/>
                </a:moveTo>
                <a:lnTo>
                  <a:pt x="13944" y="11341"/>
                </a:lnTo>
                <a:lnTo>
                  <a:pt x="13906" y="11137"/>
                </a:lnTo>
                <a:lnTo>
                  <a:pt x="13792" y="11341"/>
                </a:lnTo>
                <a:lnTo>
                  <a:pt x="13970" y="11557"/>
                </a:lnTo>
                <a:lnTo>
                  <a:pt x="13970" y="11747"/>
                </a:lnTo>
                <a:lnTo>
                  <a:pt x="14097" y="11569"/>
                </a:lnTo>
                <a:close/>
              </a:path>
              <a:path w="30480" h="16509">
                <a:moveTo>
                  <a:pt x="17005" y="5283"/>
                </a:moveTo>
                <a:lnTo>
                  <a:pt x="16827" y="5257"/>
                </a:lnTo>
                <a:lnTo>
                  <a:pt x="16852" y="5422"/>
                </a:lnTo>
                <a:lnTo>
                  <a:pt x="17005" y="5283"/>
                </a:lnTo>
                <a:close/>
              </a:path>
              <a:path w="30480" h="16509">
                <a:moveTo>
                  <a:pt x="29578" y="11658"/>
                </a:moveTo>
                <a:lnTo>
                  <a:pt x="29514" y="10617"/>
                </a:lnTo>
                <a:lnTo>
                  <a:pt x="29540" y="9880"/>
                </a:lnTo>
                <a:lnTo>
                  <a:pt x="29451" y="10439"/>
                </a:lnTo>
                <a:lnTo>
                  <a:pt x="29527" y="11468"/>
                </a:lnTo>
                <a:lnTo>
                  <a:pt x="29502" y="12217"/>
                </a:lnTo>
                <a:lnTo>
                  <a:pt x="29578" y="11658"/>
                </a:lnTo>
                <a:close/>
              </a:path>
              <a:path w="30480" h="16509">
                <a:moveTo>
                  <a:pt x="30327" y="16179"/>
                </a:moveTo>
                <a:lnTo>
                  <a:pt x="30302" y="16040"/>
                </a:lnTo>
                <a:lnTo>
                  <a:pt x="30264" y="15786"/>
                </a:lnTo>
                <a:lnTo>
                  <a:pt x="30264" y="161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1953615" y="1077670"/>
            <a:ext cx="30480" cy="18415"/>
          </a:xfrm>
          <a:custGeom>
            <a:avLst/>
            <a:gdLst/>
            <a:ahLst/>
            <a:cxnLst/>
            <a:rect l="l" t="t" r="r" b="b"/>
            <a:pathLst>
              <a:path w="30480" h="18415">
                <a:moveTo>
                  <a:pt x="7759" y="16510"/>
                </a:moveTo>
                <a:lnTo>
                  <a:pt x="7505" y="16510"/>
                </a:lnTo>
                <a:lnTo>
                  <a:pt x="7658" y="16979"/>
                </a:lnTo>
                <a:lnTo>
                  <a:pt x="7759" y="16510"/>
                </a:lnTo>
                <a:close/>
              </a:path>
              <a:path w="30480" h="18415">
                <a:moveTo>
                  <a:pt x="8877" y="7035"/>
                </a:moveTo>
                <a:lnTo>
                  <a:pt x="8801" y="6819"/>
                </a:lnTo>
                <a:lnTo>
                  <a:pt x="8801" y="7112"/>
                </a:lnTo>
                <a:close/>
              </a:path>
              <a:path w="30480" h="18415">
                <a:moveTo>
                  <a:pt x="9321" y="16383"/>
                </a:moveTo>
                <a:lnTo>
                  <a:pt x="9271" y="16586"/>
                </a:lnTo>
                <a:lnTo>
                  <a:pt x="9321" y="16383"/>
                </a:lnTo>
                <a:close/>
              </a:path>
              <a:path w="30480" h="18415">
                <a:moveTo>
                  <a:pt x="9334" y="17653"/>
                </a:moveTo>
                <a:lnTo>
                  <a:pt x="9105" y="17653"/>
                </a:lnTo>
                <a:lnTo>
                  <a:pt x="9004" y="17424"/>
                </a:lnTo>
                <a:lnTo>
                  <a:pt x="8763" y="17653"/>
                </a:lnTo>
                <a:lnTo>
                  <a:pt x="8750" y="17792"/>
                </a:lnTo>
                <a:lnTo>
                  <a:pt x="8648" y="17653"/>
                </a:lnTo>
                <a:lnTo>
                  <a:pt x="8255" y="17195"/>
                </a:lnTo>
                <a:lnTo>
                  <a:pt x="8051" y="17195"/>
                </a:lnTo>
                <a:lnTo>
                  <a:pt x="8039" y="16979"/>
                </a:lnTo>
                <a:lnTo>
                  <a:pt x="7658" y="16979"/>
                </a:lnTo>
                <a:lnTo>
                  <a:pt x="63" y="16979"/>
                </a:lnTo>
                <a:lnTo>
                  <a:pt x="152" y="18211"/>
                </a:lnTo>
                <a:lnTo>
                  <a:pt x="9207" y="18211"/>
                </a:lnTo>
                <a:lnTo>
                  <a:pt x="9156" y="17818"/>
                </a:lnTo>
                <a:lnTo>
                  <a:pt x="9334" y="17653"/>
                </a:lnTo>
                <a:close/>
              </a:path>
              <a:path w="30480" h="18415">
                <a:moveTo>
                  <a:pt x="9423" y="17322"/>
                </a:moveTo>
                <a:lnTo>
                  <a:pt x="9334" y="16814"/>
                </a:lnTo>
                <a:lnTo>
                  <a:pt x="9182" y="16814"/>
                </a:lnTo>
                <a:lnTo>
                  <a:pt x="9232" y="16954"/>
                </a:lnTo>
                <a:lnTo>
                  <a:pt x="9232" y="17132"/>
                </a:lnTo>
                <a:lnTo>
                  <a:pt x="9182" y="17310"/>
                </a:lnTo>
                <a:lnTo>
                  <a:pt x="9080" y="17183"/>
                </a:lnTo>
                <a:lnTo>
                  <a:pt x="8991" y="17348"/>
                </a:lnTo>
                <a:lnTo>
                  <a:pt x="9131" y="17297"/>
                </a:lnTo>
                <a:lnTo>
                  <a:pt x="9156" y="17487"/>
                </a:lnTo>
                <a:lnTo>
                  <a:pt x="9372" y="17487"/>
                </a:lnTo>
                <a:lnTo>
                  <a:pt x="9410" y="17691"/>
                </a:lnTo>
                <a:lnTo>
                  <a:pt x="9423" y="17322"/>
                </a:lnTo>
                <a:close/>
              </a:path>
              <a:path w="30480" h="18415">
                <a:moveTo>
                  <a:pt x="9664" y="12166"/>
                </a:moveTo>
                <a:lnTo>
                  <a:pt x="9461" y="12166"/>
                </a:lnTo>
                <a:lnTo>
                  <a:pt x="9182" y="12166"/>
                </a:lnTo>
                <a:lnTo>
                  <a:pt x="8064" y="12166"/>
                </a:lnTo>
                <a:lnTo>
                  <a:pt x="8026" y="12382"/>
                </a:lnTo>
                <a:lnTo>
                  <a:pt x="7874" y="12166"/>
                </a:lnTo>
                <a:lnTo>
                  <a:pt x="25" y="12166"/>
                </a:lnTo>
                <a:lnTo>
                  <a:pt x="25" y="12573"/>
                </a:lnTo>
                <a:lnTo>
                  <a:pt x="8013" y="12573"/>
                </a:lnTo>
                <a:lnTo>
                  <a:pt x="9550" y="12573"/>
                </a:lnTo>
                <a:lnTo>
                  <a:pt x="9664" y="12166"/>
                </a:lnTo>
                <a:close/>
              </a:path>
              <a:path w="30480" h="18415">
                <a:moveTo>
                  <a:pt x="9829" y="17348"/>
                </a:moveTo>
                <a:lnTo>
                  <a:pt x="9766" y="17132"/>
                </a:lnTo>
                <a:lnTo>
                  <a:pt x="9766" y="17322"/>
                </a:lnTo>
                <a:close/>
              </a:path>
              <a:path w="30480" h="18415">
                <a:moveTo>
                  <a:pt x="9893" y="17068"/>
                </a:moveTo>
                <a:lnTo>
                  <a:pt x="9855" y="16738"/>
                </a:lnTo>
                <a:lnTo>
                  <a:pt x="9791" y="17106"/>
                </a:lnTo>
                <a:close/>
              </a:path>
              <a:path w="30480" h="18415">
                <a:moveTo>
                  <a:pt x="9931" y="16179"/>
                </a:moveTo>
                <a:lnTo>
                  <a:pt x="9626" y="15760"/>
                </a:lnTo>
                <a:lnTo>
                  <a:pt x="9626" y="16179"/>
                </a:lnTo>
                <a:lnTo>
                  <a:pt x="9575" y="16383"/>
                </a:lnTo>
                <a:lnTo>
                  <a:pt x="9499" y="16179"/>
                </a:lnTo>
                <a:lnTo>
                  <a:pt x="9626" y="16179"/>
                </a:lnTo>
                <a:lnTo>
                  <a:pt x="9626" y="15760"/>
                </a:lnTo>
                <a:lnTo>
                  <a:pt x="8864" y="14693"/>
                </a:lnTo>
                <a:lnTo>
                  <a:pt x="9194" y="16179"/>
                </a:lnTo>
                <a:lnTo>
                  <a:pt x="9334" y="16179"/>
                </a:lnTo>
                <a:lnTo>
                  <a:pt x="9448" y="16383"/>
                </a:lnTo>
                <a:lnTo>
                  <a:pt x="9423" y="16586"/>
                </a:lnTo>
                <a:lnTo>
                  <a:pt x="9525" y="16446"/>
                </a:lnTo>
                <a:lnTo>
                  <a:pt x="9423" y="16662"/>
                </a:lnTo>
                <a:lnTo>
                  <a:pt x="9461" y="16878"/>
                </a:lnTo>
                <a:lnTo>
                  <a:pt x="9626" y="16560"/>
                </a:lnTo>
                <a:lnTo>
                  <a:pt x="9664" y="16179"/>
                </a:lnTo>
                <a:lnTo>
                  <a:pt x="9931" y="16179"/>
                </a:lnTo>
                <a:close/>
              </a:path>
              <a:path w="30480" h="18415">
                <a:moveTo>
                  <a:pt x="9982" y="850"/>
                </a:moveTo>
                <a:lnTo>
                  <a:pt x="9766" y="876"/>
                </a:lnTo>
                <a:lnTo>
                  <a:pt x="9766" y="1181"/>
                </a:lnTo>
                <a:lnTo>
                  <a:pt x="9982" y="1041"/>
                </a:lnTo>
                <a:lnTo>
                  <a:pt x="9982" y="850"/>
                </a:lnTo>
                <a:close/>
              </a:path>
              <a:path w="30480" h="18415">
                <a:moveTo>
                  <a:pt x="10020" y="17970"/>
                </a:moveTo>
                <a:lnTo>
                  <a:pt x="9880" y="17856"/>
                </a:lnTo>
                <a:lnTo>
                  <a:pt x="9944" y="18072"/>
                </a:lnTo>
                <a:lnTo>
                  <a:pt x="9918" y="18211"/>
                </a:lnTo>
                <a:lnTo>
                  <a:pt x="10007" y="18072"/>
                </a:lnTo>
                <a:close/>
              </a:path>
              <a:path w="30480" h="18415">
                <a:moveTo>
                  <a:pt x="10045" y="16560"/>
                </a:moveTo>
                <a:lnTo>
                  <a:pt x="9893" y="16624"/>
                </a:lnTo>
                <a:lnTo>
                  <a:pt x="10045" y="16560"/>
                </a:lnTo>
                <a:close/>
              </a:path>
              <a:path w="30480" h="18415">
                <a:moveTo>
                  <a:pt x="10058" y="15836"/>
                </a:moveTo>
                <a:lnTo>
                  <a:pt x="9677" y="14300"/>
                </a:lnTo>
                <a:lnTo>
                  <a:pt x="9944" y="14300"/>
                </a:lnTo>
                <a:lnTo>
                  <a:pt x="9855" y="13385"/>
                </a:lnTo>
                <a:lnTo>
                  <a:pt x="9702" y="13385"/>
                </a:lnTo>
                <a:lnTo>
                  <a:pt x="9613" y="13004"/>
                </a:lnTo>
                <a:lnTo>
                  <a:pt x="25" y="13004"/>
                </a:lnTo>
                <a:lnTo>
                  <a:pt x="63" y="16510"/>
                </a:lnTo>
                <a:lnTo>
                  <a:pt x="7505" y="16510"/>
                </a:lnTo>
                <a:lnTo>
                  <a:pt x="7467" y="16357"/>
                </a:lnTo>
                <a:lnTo>
                  <a:pt x="7429" y="16179"/>
                </a:lnTo>
                <a:lnTo>
                  <a:pt x="7632" y="16179"/>
                </a:lnTo>
                <a:lnTo>
                  <a:pt x="7467" y="16344"/>
                </a:lnTo>
                <a:lnTo>
                  <a:pt x="7759" y="16344"/>
                </a:lnTo>
                <a:lnTo>
                  <a:pt x="7785" y="16471"/>
                </a:lnTo>
                <a:lnTo>
                  <a:pt x="7861" y="16344"/>
                </a:lnTo>
                <a:lnTo>
                  <a:pt x="7683" y="16179"/>
                </a:lnTo>
                <a:lnTo>
                  <a:pt x="7912" y="16179"/>
                </a:lnTo>
                <a:lnTo>
                  <a:pt x="8140" y="16179"/>
                </a:lnTo>
                <a:lnTo>
                  <a:pt x="8750" y="16179"/>
                </a:lnTo>
                <a:lnTo>
                  <a:pt x="9004" y="16179"/>
                </a:lnTo>
                <a:lnTo>
                  <a:pt x="8458" y="14592"/>
                </a:lnTo>
                <a:lnTo>
                  <a:pt x="8305" y="15316"/>
                </a:lnTo>
                <a:lnTo>
                  <a:pt x="7962" y="14605"/>
                </a:lnTo>
                <a:lnTo>
                  <a:pt x="7645" y="15227"/>
                </a:lnTo>
                <a:lnTo>
                  <a:pt x="7416" y="14300"/>
                </a:lnTo>
                <a:lnTo>
                  <a:pt x="7810" y="14300"/>
                </a:lnTo>
                <a:lnTo>
                  <a:pt x="8115" y="14300"/>
                </a:lnTo>
                <a:lnTo>
                  <a:pt x="9067" y="14300"/>
                </a:lnTo>
                <a:lnTo>
                  <a:pt x="10058" y="15836"/>
                </a:lnTo>
                <a:close/>
              </a:path>
              <a:path w="30480" h="18415">
                <a:moveTo>
                  <a:pt x="10083" y="3644"/>
                </a:moveTo>
                <a:lnTo>
                  <a:pt x="9944" y="3581"/>
                </a:lnTo>
                <a:lnTo>
                  <a:pt x="9982" y="3797"/>
                </a:lnTo>
                <a:lnTo>
                  <a:pt x="9842" y="3873"/>
                </a:lnTo>
                <a:lnTo>
                  <a:pt x="9880" y="4013"/>
                </a:lnTo>
                <a:lnTo>
                  <a:pt x="10058" y="3937"/>
                </a:lnTo>
                <a:lnTo>
                  <a:pt x="10058" y="3733"/>
                </a:lnTo>
                <a:close/>
              </a:path>
              <a:path w="30480" h="18415">
                <a:moveTo>
                  <a:pt x="10198" y="4089"/>
                </a:moveTo>
                <a:lnTo>
                  <a:pt x="10134" y="4267"/>
                </a:lnTo>
                <a:lnTo>
                  <a:pt x="10198" y="4089"/>
                </a:lnTo>
                <a:close/>
              </a:path>
              <a:path w="30480" h="18415">
                <a:moveTo>
                  <a:pt x="10236" y="9093"/>
                </a:moveTo>
                <a:lnTo>
                  <a:pt x="9880" y="9690"/>
                </a:lnTo>
                <a:lnTo>
                  <a:pt x="9664" y="9093"/>
                </a:lnTo>
                <a:lnTo>
                  <a:pt x="9626" y="9512"/>
                </a:lnTo>
                <a:lnTo>
                  <a:pt x="9055" y="9093"/>
                </a:lnTo>
                <a:lnTo>
                  <a:pt x="0" y="9093"/>
                </a:lnTo>
                <a:lnTo>
                  <a:pt x="12" y="11303"/>
                </a:lnTo>
                <a:lnTo>
                  <a:pt x="9588" y="11303"/>
                </a:lnTo>
                <a:lnTo>
                  <a:pt x="9525" y="11734"/>
                </a:lnTo>
                <a:lnTo>
                  <a:pt x="9855" y="11303"/>
                </a:lnTo>
                <a:lnTo>
                  <a:pt x="9855" y="10896"/>
                </a:lnTo>
                <a:lnTo>
                  <a:pt x="9613" y="10718"/>
                </a:lnTo>
                <a:lnTo>
                  <a:pt x="9728" y="9893"/>
                </a:lnTo>
                <a:lnTo>
                  <a:pt x="10185" y="9893"/>
                </a:lnTo>
                <a:lnTo>
                  <a:pt x="10236" y="9093"/>
                </a:lnTo>
                <a:close/>
              </a:path>
              <a:path w="30480" h="18415">
                <a:moveTo>
                  <a:pt x="10261" y="4572"/>
                </a:moveTo>
                <a:lnTo>
                  <a:pt x="10083" y="4660"/>
                </a:lnTo>
                <a:lnTo>
                  <a:pt x="10134" y="4838"/>
                </a:lnTo>
                <a:lnTo>
                  <a:pt x="10261" y="4572"/>
                </a:lnTo>
                <a:close/>
              </a:path>
              <a:path w="30480" h="18415">
                <a:moveTo>
                  <a:pt x="10261" y="1651"/>
                </a:moveTo>
                <a:lnTo>
                  <a:pt x="10198" y="1397"/>
                </a:lnTo>
                <a:lnTo>
                  <a:pt x="9982" y="1397"/>
                </a:lnTo>
                <a:lnTo>
                  <a:pt x="9842" y="1562"/>
                </a:lnTo>
                <a:lnTo>
                  <a:pt x="9931" y="1879"/>
                </a:lnTo>
                <a:lnTo>
                  <a:pt x="10045" y="2082"/>
                </a:lnTo>
                <a:lnTo>
                  <a:pt x="10236" y="1828"/>
                </a:lnTo>
                <a:lnTo>
                  <a:pt x="10083" y="1752"/>
                </a:lnTo>
                <a:lnTo>
                  <a:pt x="9982" y="1562"/>
                </a:lnTo>
                <a:lnTo>
                  <a:pt x="10198" y="1473"/>
                </a:lnTo>
                <a:lnTo>
                  <a:pt x="10261" y="1651"/>
                </a:lnTo>
                <a:close/>
              </a:path>
              <a:path w="30480" h="18415">
                <a:moveTo>
                  <a:pt x="10299" y="18211"/>
                </a:moveTo>
                <a:lnTo>
                  <a:pt x="10223" y="18034"/>
                </a:lnTo>
                <a:lnTo>
                  <a:pt x="10185" y="18211"/>
                </a:lnTo>
                <a:close/>
              </a:path>
              <a:path w="30480" h="18415">
                <a:moveTo>
                  <a:pt x="10350" y="2743"/>
                </a:moveTo>
                <a:lnTo>
                  <a:pt x="10312" y="2565"/>
                </a:lnTo>
                <a:lnTo>
                  <a:pt x="10248" y="2324"/>
                </a:lnTo>
                <a:lnTo>
                  <a:pt x="10033" y="2400"/>
                </a:lnTo>
                <a:lnTo>
                  <a:pt x="10033" y="2120"/>
                </a:lnTo>
                <a:lnTo>
                  <a:pt x="9944" y="2362"/>
                </a:lnTo>
                <a:lnTo>
                  <a:pt x="10007" y="2628"/>
                </a:lnTo>
                <a:lnTo>
                  <a:pt x="9918" y="2908"/>
                </a:lnTo>
                <a:lnTo>
                  <a:pt x="9956" y="3048"/>
                </a:lnTo>
                <a:lnTo>
                  <a:pt x="10058" y="3225"/>
                </a:lnTo>
                <a:lnTo>
                  <a:pt x="10134" y="2933"/>
                </a:lnTo>
                <a:lnTo>
                  <a:pt x="10236" y="3086"/>
                </a:lnTo>
                <a:lnTo>
                  <a:pt x="10312" y="2895"/>
                </a:lnTo>
                <a:lnTo>
                  <a:pt x="10350" y="2743"/>
                </a:lnTo>
                <a:close/>
              </a:path>
              <a:path w="30480" h="18415">
                <a:moveTo>
                  <a:pt x="10541" y="3695"/>
                </a:moveTo>
                <a:lnTo>
                  <a:pt x="10502" y="3479"/>
                </a:lnTo>
                <a:lnTo>
                  <a:pt x="10464" y="3657"/>
                </a:lnTo>
                <a:close/>
              </a:path>
              <a:path w="30480" h="18415">
                <a:moveTo>
                  <a:pt x="10629" y="4013"/>
                </a:moveTo>
                <a:lnTo>
                  <a:pt x="10464" y="4127"/>
                </a:lnTo>
                <a:lnTo>
                  <a:pt x="10604" y="4229"/>
                </a:lnTo>
                <a:lnTo>
                  <a:pt x="10629" y="4013"/>
                </a:lnTo>
                <a:close/>
              </a:path>
              <a:path w="30480" h="18415">
                <a:moveTo>
                  <a:pt x="10642" y="15925"/>
                </a:moveTo>
                <a:lnTo>
                  <a:pt x="10502" y="15989"/>
                </a:lnTo>
                <a:lnTo>
                  <a:pt x="10579" y="16167"/>
                </a:lnTo>
                <a:lnTo>
                  <a:pt x="10642" y="15925"/>
                </a:lnTo>
                <a:close/>
              </a:path>
              <a:path w="30480" h="18415">
                <a:moveTo>
                  <a:pt x="10718" y="16344"/>
                </a:moveTo>
                <a:lnTo>
                  <a:pt x="10541" y="16205"/>
                </a:lnTo>
                <a:lnTo>
                  <a:pt x="10502" y="16446"/>
                </a:lnTo>
                <a:lnTo>
                  <a:pt x="10693" y="16446"/>
                </a:lnTo>
                <a:close/>
              </a:path>
              <a:path w="30480" h="18415">
                <a:moveTo>
                  <a:pt x="10985" y="16294"/>
                </a:moveTo>
                <a:lnTo>
                  <a:pt x="10833" y="16268"/>
                </a:lnTo>
                <a:lnTo>
                  <a:pt x="10883" y="16014"/>
                </a:lnTo>
                <a:lnTo>
                  <a:pt x="10756" y="16268"/>
                </a:lnTo>
                <a:lnTo>
                  <a:pt x="10985" y="16459"/>
                </a:lnTo>
                <a:lnTo>
                  <a:pt x="10985" y="16294"/>
                </a:lnTo>
                <a:close/>
              </a:path>
              <a:path w="30480" h="18415">
                <a:moveTo>
                  <a:pt x="11188" y="18211"/>
                </a:moveTo>
                <a:lnTo>
                  <a:pt x="11163" y="18034"/>
                </a:lnTo>
                <a:lnTo>
                  <a:pt x="11112" y="18211"/>
                </a:lnTo>
                <a:close/>
              </a:path>
              <a:path w="30480" h="18415">
                <a:moveTo>
                  <a:pt x="11226" y="6007"/>
                </a:moveTo>
                <a:lnTo>
                  <a:pt x="11036" y="6057"/>
                </a:lnTo>
                <a:lnTo>
                  <a:pt x="11112" y="6235"/>
                </a:lnTo>
                <a:lnTo>
                  <a:pt x="11226" y="6007"/>
                </a:lnTo>
                <a:close/>
              </a:path>
              <a:path w="30480" h="18415">
                <a:moveTo>
                  <a:pt x="11303" y="18211"/>
                </a:moveTo>
                <a:close/>
              </a:path>
              <a:path w="30480" h="18415">
                <a:moveTo>
                  <a:pt x="11417" y="12179"/>
                </a:moveTo>
                <a:lnTo>
                  <a:pt x="11176" y="12179"/>
                </a:lnTo>
                <a:lnTo>
                  <a:pt x="11176" y="12052"/>
                </a:lnTo>
                <a:lnTo>
                  <a:pt x="11112" y="12369"/>
                </a:lnTo>
                <a:lnTo>
                  <a:pt x="11036" y="12166"/>
                </a:lnTo>
                <a:lnTo>
                  <a:pt x="10972" y="12750"/>
                </a:lnTo>
                <a:lnTo>
                  <a:pt x="11163" y="12458"/>
                </a:lnTo>
                <a:lnTo>
                  <a:pt x="11417" y="12179"/>
                </a:lnTo>
                <a:close/>
              </a:path>
              <a:path w="30480" h="18415">
                <a:moveTo>
                  <a:pt x="11620" y="16408"/>
                </a:moveTo>
                <a:lnTo>
                  <a:pt x="11518" y="16281"/>
                </a:lnTo>
                <a:lnTo>
                  <a:pt x="11404" y="16408"/>
                </a:lnTo>
                <a:lnTo>
                  <a:pt x="11620" y="16408"/>
                </a:lnTo>
                <a:close/>
              </a:path>
              <a:path w="30480" h="18415">
                <a:moveTo>
                  <a:pt x="11811" y="13474"/>
                </a:moveTo>
                <a:lnTo>
                  <a:pt x="11684" y="13474"/>
                </a:lnTo>
                <a:lnTo>
                  <a:pt x="11684" y="13690"/>
                </a:lnTo>
                <a:lnTo>
                  <a:pt x="11811" y="13474"/>
                </a:lnTo>
                <a:close/>
              </a:path>
              <a:path w="30480" h="18415">
                <a:moveTo>
                  <a:pt x="11899" y="10172"/>
                </a:moveTo>
                <a:lnTo>
                  <a:pt x="11823" y="9931"/>
                </a:lnTo>
                <a:lnTo>
                  <a:pt x="11747" y="10287"/>
                </a:lnTo>
                <a:lnTo>
                  <a:pt x="11899" y="10172"/>
                </a:lnTo>
                <a:close/>
              </a:path>
              <a:path w="30480" h="18415">
                <a:moveTo>
                  <a:pt x="11938" y="16713"/>
                </a:moveTo>
                <a:lnTo>
                  <a:pt x="11912" y="16484"/>
                </a:lnTo>
                <a:lnTo>
                  <a:pt x="11874" y="16116"/>
                </a:lnTo>
                <a:lnTo>
                  <a:pt x="11760" y="16510"/>
                </a:lnTo>
                <a:lnTo>
                  <a:pt x="11938" y="16713"/>
                </a:lnTo>
                <a:close/>
              </a:path>
              <a:path w="30480" h="18415">
                <a:moveTo>
                  <a:pt x="12001" y="15544"/>
                </a:moveTo>
                <a:lnTo>
                  <a:pt x="11734" y="15468"/>
                </a:lnTo>
                <a:lnTo>
                  <a:pt x="11912" y="15773"/>
                </a:lnTo>
                <a:lnTo>
                  <a:pt x="12001" y="15544"/>
                </a:lnTo>
                <a:close/>
              </a:path>
              <a:path w="30480" h="18415">
                <a:moveTo>
                  <a:pt x="12014" y="10134"/>
                </a:moveTo>
                <a:lnTo>
                  <a:pt x="11912" y="10439"/>
                </a:lnTo>
                <a:lnTo>
                  <a:pt x="12014" y="10134"/>
                </a:lnTo>
                <a:close/>
              </a:path>
              <a:path w="30480" h="18415">
                <a:moveTo>
                  <a:pt x="12255" y="14198"/>
                </a:moveTo>
                <a:lnTo>
                  <a:pt x="12230" y="14008"/>
                </a:lnTo>
                <a:lnTo>
                  <a:pt x="12090" y="14224"/>
                </a:lnTo>
                <a:lnTo>
                  <a:pt x="12255" y="14198"/>
                </a:lnTo>
                <a:close/>
              </a:path>
              <a:path w="30480" h="18415">
                <a:moveTo>
                  <a:pt x="12433" y="9017"/>
                </a:moveTo>
                <a:lnTo>
                  <a:pt x="12242" y="9017"/>
                </a:lnTo>
                <a:lnTo>
                  <a:pt x="12306" y="9156"/>
                </a:lnTo>
                <a:lnTo>
                  <a:pt x="12230" y="9436"/>
                </a:lnTo>
                <a:lnTo>
                  <a:pt x="12242" y="9753"/>
                </a:lnTo>
                <a:lnTo>
                  <a:pt x="12039" y="9499"/>
                </a:lnTo>
                <a:lnTo>
                  <a:pt x="12217" y="9448"/>
                </a:lnTo>
                <a:lnTo>
                  <a:pt x="12166" y="9169"/>
                </a:lnTo>
                <a:lnTo>
                  <a:pt x="12103" y="9004"/>
                </a:lnTo>
                <a:lnTo>
                  <a:pt x="11899" y="9004"/>
                </a:lnTo>
                <a:lnTo>
                  <a:pt x="11823" y="9194"/>
                </a:lnTo>
                <a:lnTo>
                  <a:pt x="11861" y="9029"/>
                </a:lnTo>
                <a:lnTo>
                  <a:pt x="11785" y="9448"/>
                </a:lnTo>
                <a:lnTo>
                  <a:pt x="11823" y="9245"/>
                </a:lnTo>
                <a:lnTo>
                  <a:pt x="12052" y="9334"/>
                </a:lnTo>
                <a:lnTo>
                  <a:pt x="11912" y="9309"/>
                </a:lnTo>
                <a:lnTo>
                  <a:pt x="11912" y="9525"/>
                </a:lnTo>
                <a:lnTo>
                  <a:pt x="11976" y="9677"/>
                </a:lnTo>
                <a:lnTo>
                  <a:pt x="11976" y="10020"/>
                </a:lnTo>
                <a:lnTo>
                  <a:pt x="11963" y="9893"/>
                </a:lnTo>
                <a:lnTo>
                  <a:pt x="12103" y="9766"/>
                </a:lnTo>
                <a:lnTo>
                  <a:pt x="12077" y="10045"/>
                </a:lnTo>
                <a:lnTo>
                  <a:pt x="12395" y="10083"/>
                </a:lnTo>
                <a:lnTo>
                  <a:pt x="12306" y="9766"/>
                </a:lnTo>
                <a:lnTo>
                  <a:pt x="12433" y="9258"/>
                </a:lnTo>
                <a:lnTo>
                  <a:pt x="12433" y="9017"/>
                </a:lnTo>
                <a:close/>
              </a:path>
              <a:path w="30480" h="18415">
                <a:moveTo>
                  <a:pt x="12509" y="10210"/>
                </a:moveTo>
                <a:lnTo>
                  <a:pt x="12331" y="10426"/>
                </a:lnTo>
                <a:lnTo>
                  <a:pt x="12509" y="10388"/>
                </a:lnTo>
                <a:lnTo>
                  <a:pt x="12509" y="10210"/>
                </a:lnTo>
                <a:close/>
              </a:path>
              <a:path w="30480" h="18415">
                <a:moveTo>
                  <a:pt x="12547" y="3924"/>
                </a:moveTo>
                <a:lnTo>
                  <a:pt x="12357" y="3810"/>
                </a:lnTo>
                <a:lnTo>
                  <a:pt x="12331" y="3937"/>
                </a:lnTo>
                <a:lnTo>
                  <a:pt x="12547" y="3924"/>
                </a:lnTo>
                <a:close/>
              </a:path>
              <a:path w="30480" h="18415">
                <a:moveTo>
                  <a:pt x="12623" y="16116"/>
                </a:moveTo>
                <a:lnTo>
                  <a:pt x="12446" y="15976"/>
                </a:lnTo>
                <a:lnTo>
                  <a:pt x="12509" y="16192"/>
                </a:lnTo>
                <a:close/>
              </a:path>
              <a:path w="30480" h="18415">
                <a:moveTo>
                  <a:pt x="12661" y="355"/>
                </a:moveTo>
                <a:lnTo>
                  <a:pt x="12611" y="0"/>
                </a:lnTo>
                <a:lnTo>
                  <a:pt x="12509" y="177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85"/>
                </a:lnTo>
                <a:lnTo>
                  <a:pt x="12484" y="584"/>
                </a:lnTo>
                <a:lnTo>
                  <a:pt x="12661" y="355"/>
                </a:lnTo>
                <a:close/>
              </a:path>
              <a:path w="30480" h="18415">
                <a:moveTo>
                  <a:pt x="12763" y="13004"/>
                </a:moveTo>
                <a:lnTo>
                  <a:pt x="12547" y="12788"/>
                </a:lnTo>
                <a:lnTo>
                  <a:pt x="12547" y="13004"/>
                </a:lnTo>
                <a:lnTo>
                  <a:pt x="12509" y="13182"/>
                </a:lnTo>
                <a:lnTo>
                  <a:pt x="12763" y="13004"/>
                </a:lnTo>
                <a:close/>
              </a:path>
              <a:path w="30480" h="18415">
                <a:moveTo>
                  <a:pt x="12903" y="6426"/>
                </a:moveTo>
                <a:lnTo>
                  <a:pt x="12788" y="6235"/>
                </a:lnTo>
                <a:lnTo>
                  <a:pt x="12763" y="6464"/>
                </a:lnTo>
                <a:lnTo>
                  <a:pt x="12903" y="6426"/>
                </a:lnTo>
                <a:close/>
              </a:path>
              <a:path w="30480" h="18415">
                <a:moveTo>
                  <a:pt x="13004" y="2959"/>
                </a:moveTo>
                <a:lnTo>
                  <a:pt x="12992" y="2705"/>
                </a:lnTo>
                <a:lnTo>
                  <a:pt x="13004" y="3111"/>
                </a:lnTo>
                <a:lnTo>
                  <a:pt x="13004" y="2959"/>
                </a:lnTo>
                <a:close/>
              </a:path>
              <a:path w="30480" h="18415">
                <a:moveTo>
                  <a:pt x="13004" y="76"/>
                </a:moveTo>
                <a:lnTo>
                  <a:pt x="12865" y="38"/>
                </a:lnTo>
                <a:lnTo>
                  <a:pt x="12839" y="215"/>
                </a:lnTo>
                <a:lnTo>
                  <a:pt x="12903" y="355"/>
                </a:lnTo>
                <a:lnTo>
                  <a:pt x="13004" y="76"/>
                </a:lnTo>
                <a:close/>
              </a:path>
              <a:path w="30480" h="18415">
                <a:moveTo>
                  <a:pt x="13284" y="12255"/>
                </a:moveTo>
                <a:lnTo>
                  <a:pt x="13144" y="12471"/>
                </a:lnTo>
                <a:lnTo>
                  <a:pt x="13284" y="12255"/>
                </a:lnTo>
                <a:close/>
              </a:path>
              <a:path w="30480" h="18415">
                <a:moveTo>
                  <a:pt x="13398" y="3022"/>
                </a:moveTo>
                <a:lnTo>
                  <a:pt x="13131" y="2768"/>
                </a:lnTo>
                <a:lnTo>
                  <a:pt x="13106" y="2578"/>
                </a:lnTo>
                <a:lnTo>
                  <a:pt x="13081" y="2743"/>
                </a:lnTo>
                <a:lnTo>
                  <a:pt x="13106" y="2997"/>
                </a:lnTo>
                <a:lnTo>
                  <a:pt x="13144" y="3276"/>
                </a:lnTo>
                <a:lnTo>
                  <a:pt x="13208" y="2997"/>
                </a:lnTo>
                <a:lnTo>
                  <a:pt x="13233" y="3187"/>
                </a:lnTo>
                <a:lnTo>
                  <a:pt x="13398" y="3022"/>
                </a:lnTo>
                <a:close/>
              </a:path>
              <a:path w="30480" h="18415">
                <a:moveTo>
                  <a:pt x="13487" y="13271"/>
                </a:moveTo>
                <a:lnTo>
                  <a:pt x="13436" y="13017"/>
                </a:lnTo>
                <a:lnTo>
                  <a:pt x="13373" y="13271"/>
                </a:lnTo>
                <a:close/>
              </a:path>
              <a:path w="30480" h="18415">
                <a:moveTo>
                  <a:pt x="13500" y="11290"/>
                </a:moveTo>
                <a:lnTo>
                  <a:pt x="13474" y="11150"/>
                </a:lnTo>
                <a:lnTo>
                  <a:pt x="13258" y="11391"/>
                </a:lnTo>
                <a:lnTo>
                  <a:pt x="13373" y="11544"/>
                </a:lnTo>
                <a:lnTo>
                  <a:pt x="13500" y="11290"/>
                </a:lnTo>
                <a:close/>
              </a:path>
              <a:path w="30480" h="18415">
                <a:moveTo>
                  <a:pt x="13677" y="3937"/>
                </a:moveTo>
                <a:lnTo>
                  <a:pt x="13639" y="3657"/>
                </a:lnTo>
                <a:lnTo>
                  <a:pt x="13614" y="3441"/>
                </a:lnTo>
                <a:lnTo>
                  <a:pt x="13500" y="3124"/>
                </a:lnTo>
                <a:lnTo>
                  <a:pt x="13436" y="3911"/>
                </a:lnTo>
                <a:lnTo>
                  <a:pt x="13677" y="3937"/>
                </a:lnTo>
                <a:close/>
              </a:path>
              <a:path w="30480" h="18415">
                <a:moveTo>
                  <a:pt x="13690" y="9779"/>
                </a:moveTo>
                <a:lnTo>
                  <a:pt x="13550" y="9601"/>
                </a:lnTo>
                <a:lnTo>
                  <a:pt x="13576" y="9779"/>
                </a:lnTo>
                <a:close/>
              </a:path>
              <a:path w="30480" h="18415">
                <a:moveTo>
                  <a:pt x="13944" y="4572"/>
                </a:moveTo>
                <a:lnTo>
                  <a:pt x="13741" y="4191"/>
                </a:lnTo>
                <a:lnTo>
                  <a:pt x="13766" y="4051"/>
                </a:lnTo>
                <a:lnTo>
                  <a:pt x="13589" y="3962"/>
                </a:lnTo>
                <a:lnTo>
                  <a:pt x="13728" y="4432"/>
                </a:lnTo>
                <a:lnTo>
                  <a:pt x="13944" y="4572"/>
                </a:lnTo>
                <a:close/>
              </a:path>
              <a:path w="30480" h="18415">
                <a:moveTo>
                  <a:pt x="14097" y="13614"/>
                </a:moveTo>
                <a:lnTo>
                  <a:pt x="13944" y="13398"/>
                </a:lnTo>
                <a:lnTo>
                  <a:pt x="13906" y="13195"/>
                </a:lnTo>
                <a:lnTo>
                  <a:pt x="13792" y="13398"/>
                </a:lnTo>
                <a:lnTo>
                  <a:pt x="13970" y="13614"/>
                </a:lnTo>
                <a:lnTo>
                  <a:pt x="13970" y="13804"/>
                </a:lnTo>
                <a:lnTo>
                  <a:pt x="14097" y="13614"/>
                </a:lnTo>
                <a:close/>
              </a:path>
              <a:path w="30480" h="18415">
                <a:moveTo>
                  <a:pt x="14262" y="5676"/>
                </a:moveTo>
                <a:lnTo>
                  <a:pt x="14173" y="5448"/>
                </a:lnTo>
                <a:lnTo>
                  <a:pt x="14185" y="5232"/>
                </a:lnTo>
                <a:lnTo>
                  <a:pt x="14109" y="5410"/>
                </a:lnTo>
                <a:lnTo>
                  <a:pt x="14147" y="5537"/>
                </a:lnTo>
                <a:lnTo>
                  <a:pt x="14147" y="5803"/>
                </a:lnTo>
                <a:lnTo>
                  <a:pt x="14262" y="5676"/>
                </a:lnTo>
                <a:close/>
              </a:path>
              <a:path w="30480" h="18415">
                <a:moveTo>
                  <a:pt x="17005" y="1828"/>
                </a:moveTo>
                <a:lnTo>
                  <a:pt x="16852" y="1714"/>
                </a:lnTo>
                <a:lnTo>
                  <a:pt x="16827" y="1866"/>
                </a:lnTo>
                <a:lnTo>
                  <a:pt x="17005" y="1828"/>
                </a:lnTo>
                <a:close/>
              </a:path>
              <a:path w="30480" h="18415">
                <a:moveTo>
                  <a:pt x="29578" y="13703"/>
                </a:moveTo>
                <a:lnTo>
                  <a:pt x="29514" y="12661"/>
                </a:lnTo>
                <a:lnTo>
                  <a:pt x="29540" y="11925"/>
                </a:lnTo>
                <a:lnTo>
                  <a:pt x="29451" y="12471"/>
                </a:lnTo>
                <a:lnTo>
                  <a:pt x="29527" y="13512"/>
                </a:lnTo>
                <a:lnTo>
                  <a:pt x="29502" y="14262"/>
                </a:lnTo>
                <a:lnTo>
                  <a:pt x="29578" y="13703"/>
                </a:lnTo>
                <a:close/>
              </a:path>
              <a:path w="30480" h="18415">
                <a:moveTo>
                  <a:pt x="30314" y="18211"/>
                </a:moveTo>
                <a:lnTo>
                  <a:pt x="30289" y="18072"/>
                </a:lnTo>
                <a:lnTo>
                  <a:pt x="30251" y="17843"/>
                </a:lnTo>
                <a:lnTo>
                  <a:pt x="30226" y="18072"/>
                </a:lnTo>
                <a:lnTo>
                  <a:pt x="30238" y="182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1953615" y="1086700"/>
            <a:ext cx="30480" cy="18415"/>
          </a:xfrm>
          <a:custGeom>
            <a:avLst/>
            <a:gdLst/>
            <a:ahLst/>
            <a:cxnLst/>
            <a:rect l="l" t="t" r="r" b="b"/>
            <a:pathLst>
              <a:path w="30480" h="18415">
                <a:moveTo>
                  <a:pt x="6807" y="6629"/>
                </a:moveTo>
                <a:lnTo>
                  <a:pt x="6667" y="6743"/>
                </a:lnTo>
                <a:lnTo>
                  <a:pt x="6807" y="6845"/>
                </a:lnTo>
                <a:lnTo>
                  <a:pt x="6807" y="6629"/>
                </a:lnTo>
                <a:close/>
              </a:path>
              <a:path w="30480" h="18415">
                <a:moveTo>
                  <a:pt x="8928" y="7073"/>
                </a:moveTo>
                <a:lnTo>
                  <a:pt x="8801" y="6819"/>
                </a:lnTo>
                <a:lnTo>
                  <a:pt x="8801" y="7073"/>
                </a:lnTo>
                <a:lnTo>
                  <a:pt x="8928" y="7073"/>
                </a:lnTo>
                <a:close/>
              </a:path>
              <a:path w="30480" h="18415">
                <a:moveTo>
                  <a:pt x="9334" y="10947"/>
                </a:moveTo>
                <a:lnTo>
                  <a:pt x="9271" y="10731"/>
                </a:lnTo>
                <a:lnTo>
                  <a:pt x="9220" y="10871"/>
                </a:lnTo>
                <a:close/>
              </a:path>
              <a:path w="30480" h="18415">
                <a:moveTo>
                  <a:pt x="9359" y="11569"/>
                </a:moveTo>
                <a:lnTo>
                  <a:pt x="9220" y="11569"/>
                </a:lnTo>
                <a:lnTo>
                  <a:pt x="9271" y="11696"/>
                </a:lnTo>
                <a:lnTo>
                  <a:pt x="9359" y="11569"/>
                </a:lnTo>
                <a:close/>
              </a:path>
              <a:path w="30480" h="18415">
                <a:moveTo>
                  <a:pt x="9664" y="10820"/>
                </a:moveTo>
                <a:lnTo>
                  <a:pt x="9461" y="10452"/>
                </a:lnTo>
                <a:lnTo>
                  <a:pt x="9423" y="10680"/>
                </a:lnTo>
                <a:lnTo>
                  <a:pt x="9525" y="10871"/>
                </a:lnTo>
                <a:lnTo>
                  <a:pt x="9423" y="10731"/>
                </a:lnTo>
                <a:lnTo>
                  <a:pt x="9448" y="10960"/>
                </a:lnTo>
                <a:lnTo>
                  <a:pt x="9423" y="11099"/>
                </a:lnTo>
                <a:lnTo>
                  <a:pt x="9283" y="11163"/>
                </a:lnTo>
                <a:lnTo>
                  <a:pt x="9512" y="11163"/>
                </a:lnTo>
                <a:lnTo>
                  <a:pt x="9474" y="10858"/>
                </a:lnTo>
                <a:lnTo>
                  <a:pt x="9664" y="11252"/>
                </a:lnTo>
                <a:lnTo>
                  <a:pt x="9664" y="10820"/>
                </a:lnTo>
                <a:close/>
              </a:path>
              <a:path w="30480" h="18415">
                <a:moveTo>
                  <a:pt x="9893" y="10261"/>
                </a:moveTo>
                <a:lnTo>
                  <a:pt x="9855" y="10591"/>
                </a:lnTo>
                <a:lnTo>
                  <a:pt x="9893" y="10261"/>
                </a:lnTo>
                <a:close/>
              </a:path>
              <a:path w="30480" h="18415">
                <a:moveTo>
                  <a:pt x="9982" y="850"/>
                </a:moveTo>
                <a:lnTo>
                  <a:pt x="9766" y="889"/>
                </a:lnTo>
                <a:lnTo>
                  <a:pt x="9766" y="1181"/>
                </a:lnTo>
                <a:lnTo>
                  <a:pt x="9982" y="1028"/>
                </a:lnTo>
                <a:lnTo>
                  <a:pt x="9982" y="850"/>
                </a:lnTo>
                <a:close/>
              </a:path>
              <a:path w="30480" h="18415">
                <a:moveTo>
                  <a:pt x="9994" y="12890"/>
                </a:moveTo>
                <a:lnTo>
                  <a:pt x="9118" y="12890"/>
                </a:lnTo>
                <a:lnTo>
                  <a:pt x="8915" y="12077"/>
                </a:lnTo>
                <a:lnTo>
                  <a:pt x="8940" y="11430"/>
                </a:lnTo>
                <a:lnTo>
                  <a:pt x="8826" y="11747"/>
                </a:lnTo>
                <a:lnTo>
                  <a:pt x="8750" y="11417"/>
                </a:lnTo>
                <a:lnTo>
                  <a:pt x="8382" y="12344"/>
                </a:lnTo>
                <a:lnTo>
                  <a:pt x="8001" y="11455"/>
                </a:lnTo>
                <a:lnTo>
                  <a:pt x="7962" y="12890"/>
                </a:lnTo>
                <a:lnTo>
                  <a:pt x="7924" y="13093"/>
                </a:lnTo>
                <a:lnTo>
                  <a:pt x="7759" y="13093"/>
                </a:lnTo>
                <a:lnTo>
                  <a:pt x="7759" y="12890"/>
                </a:lnTo>
                <a:lnTo>
                  <a:pt x="7962" y="12890"/>
                </a:lnTo>
                <a:lnTo>
                  <a:pt x="7962" y="11557"/>
                </a:lnTo>
                <a:lnTo>
                  <a:pt x="7645" y="12357"/>
                </a:lnTo>
                <a:lnTo>
                  <a:pt x="7645" y="11163"/>
                </a:lnTo>
                <a:lnTo>
                  <a:pt x="7810" y="11010"/>
                </a:lnTo>
                <a:lnTo>
                  <a:pt x="7785" y="10833"/>
                </a:lnTo>
                <a:lnTo>
                  <a:pt x="7759" y="10972"/>
                </a:lnTo>
                <a:lnTo>
                  <a:pt x="7645" y="10833"/>
                </a:lnTo>
                <a:lnTo>
                  <a:pt x="7581" y="10680"/>
                </a:lnTo>
                <a:lnTo>
                  <a:pt x="7734" y="10680"/>
                </a:lnTo>
                <a:lnTo>
                  <a:pt x="7734" y="10160"/>
                </a:lnTo>
                <a:lnTo>
                  <a:pt x="8255" y="10160"/>
                </a:lnTo>
                <a:lnTo>
                  <a:pt x="8966" y="10160"/>
                </a:lnTo>
                <a:lnTo>
                  <a:pt x="9207" y="10160"/>
                </a:lnTo>
                <a:lnTo>
                  <a:pt x="9232" y="10363"/>
                </a:lnTo>
                <a:lnTo>
                  <a:pt x="9080" y="10439"/>
                </a:lnTo>
                <a:lnTo>
                  <a:pt x="9347" y="10515"/>
                </a:lnTo>
                <a:lnTo>
                  <a:pt x="9359" y="10160"/>
                </a:lnTo>
                <a:lnTo>
                  <a:pt x="9766" y="10160"/>
                </a:lnTo>
                <a:lnTo>
                  <a:pt x="9829" y="9969"/>
                </a:lnTo>
                <a:lnTo>
                  <a:pt x="9410" y="9753"/>
                </a:lnTo>
                <a:lnTo>
                  <a:pt x="9410" y="9626"/>
                </a:lnTo>
                <a:lnTo>
                  <a:pt x="8953" y="9321"/>
                </a:lnTo>
                <a:lnTo>
                  <a:pt x="8763" y="9550"/>
                </a:lnTo>
                <a:lnTo>
                  <a:pt x="8648" y="9144"/>
                </a:lnTo>
                <a:lnTo>
                  <a:pt x="7150" y="9144"/>
                </a:lnTo>
                <a:lnTo>
                  <a:pt x="7150" y="10833"/>
                </a:lnTo>
                <a:lnTo>
                  <a:pt x="6997" y="12052"/>
                </a:lnTo>
                <a:lnTo>
                  <a:pt x="6921" y="12687"/>
                </a:lnTo>
                <a:lnTo>
                  <a:pt x="6896" y="12890"/>
                </a:lnTo>
                <a:lnTo>
                  <a:pt x="6654" y="12890"/>
                </a:lnTo>
                <a:lnTo>
                  <a:pt x="6794" y="12065"/>
                </a:lnTo>
                <a:lnTo>
                  <a:pt x="6921" y="12687"/>
                </a:lnTo>
                <a:lnTo>
                  <a:pt x="6921" y="11976"/>
                </a:lnTo>
                <a:lnTo>
                  <a:pt x="7023" y="10833"/>
                </a:lnTo>
                <a:lnTo>
                  <a:pt x="7150" y="10833"/>
                </a:lnTo>
                <a:lnTo>
                  <a:pt x="7150" y="9144"/>
                </a:lnTo>
                <a:lnTo>
                  <a:pt x="6743" y="9144"/>
                </a:lnTo>
                <a:lnTo>
                  <a:pt x="6743" y="11772"/>
                </a:lnTo>
                <a:lnTo>
                  <a:pt x="5918" y="10833"/>
                </a:lnTo>
                <a:lnTo>
                  <a:pt x="6578" y="10833"/>
                </a:lnTo>
                <a:lnTo>
                  <a:pt x="6743" y="11772"/>
                </a:lnTo>
                <a:lnTo>
                  <a:pt x="6743" y="9144"/>
                </a:lnTo>
                <a:lnTo>
                  <a:pt x="76" y="9144"/>
                </a:lnTo>
                <a:lnTo>
                  <a:pt x="38" y="14109"/>
                </a:lnTo>
                <a:lnTo>
                  <a:pt x="9563" y="14109"/>
                </a:lnTo>
                <a:lnTo>
                  <a:pt x="9702" y="13931"/>
                </a:lnTo>
                <a:lnTo>
                  <a:pt x="9867" y="13931"/>
                </a:lnTo>
                <a:lnTo>
                  <a:pt x="9969" y="13093"/>
                </a:lnTo>
                <a:lnTo>
                  <a:pt x="9994" y="12890"/>
                </a:lnTo>
                <a:close/>
              </a:path>
              <a:path w="30480" h="18415">
                <a:moveTo>
                  <a:pt x="10020" y="9347"/>
                </a:moveTo>
                <a:lnTo>
                  <a:pt x="9982" y="9105"/>
                </a:lnTo>
                <a:lnTo>
                  <a:pt x="9944" y="9245"/>
                </a:lnTo>
                <a:lnTo>
                  <a:pt x="9880" y="9461"/>
                </a:lnTo>
                <a:lnTo>
                  <a:pt x="10020" y="9347"/>
                </a:lnTo>
                <a:close/>
              </a:path>
              <a:path w="30480" h="18415">
                <a:moveTo>
                  <a:pt x="10083" y="3644"/>
                </a:moveTo>
                <a:lnTo>
                  <a:pt x="9944" y="3581"/>
                </a:lnTo>
                <a:lnTo>
                  <a:pt x="9982" y="3797"/>
                </a:lnTo>
                <a:lnTo>
                  <a:pt x="9842" y="3860"/>
                </a:lnTo>
                <a:lnTo>
                  <a:pt x="9880" y="4000"/>
                </a:lnTo>
                <a:lnTo>
                  <a:pt x="10058" y="3937"/>
                </a:lnTo>
                <a:lnTo>
                  <a:pt x="10058" y="3721"/>
                </a:lnTo>
                <a:close/>
              </a:path>
              <a:path w="30480" h="18415">
                <a:moveTo>
                  <a:pt x="10198" y="4089"/>
                </a:moveTo>
                <a:lnTo>
                  <a:pt x="10134" y="4267"/>
                </a:lnTo>
                <a:lnTo>
                  <a:pt x="10198" y="4089"/>
                </a:lnTo>
                <a:close/>
              </a:path>
              <a:path w="30480" h="18415">
                <a:moveTo>
                  <a:pt x="10261" y="4546"/>
                </a:moveTo>
                <a:lnTo>
                  <a:pt x="10083" y="4660"/>
                </a:lnTo>
                <a:lnTo>
                  <a:pt x="10134" y="4838"/>
                </a:lnTo>
                <a:lnTo>
                  <a:pt x="10261" y="4546"/>
                </a:lnTo>
                <a:close/>
              </a:path>
              <a:path w="30480" h="18415">
                <a:moveTo>
                  <a:pt x="10261" y="1651"/>
                </a:moveTo>
                <a:lnTo>
                  <a:pt x="10198" y="1409"/>
                </a:lnTo>
                <a:lnTo>
                  <a:pt x="9982" y="1409"/>
                </a:lnTo>
                <a:lnTo>
                  <a:pt x="9842" y="1574"/>
                </a:lnTo>
                <a:lnTo>
                  <a:pt x="9931" y="1866"/>
                </a:lnTo>
                <a:lnTo>
                  <a:pt x="10045" y="2082"/>
                </a:lnTo>
                <a:lnTo>
                  <a:pt x="10236" y="1828"/>
                </a:lnTo>
                <a:lnTo>
                  <a:pt x="10083" y="1739"/>
                </a:lnTo>
                <a:lnTo>
                  <a:pt x="9982" y="1574"/>
                </a:lnTo>
                <a:lnTo>
                  <a:pt x="10198" y="1473"/>
                </a:lnTo>
                <a:lnTo>
                  <a:pt x="10261" y="1651"/>
                </a:lnTo>
                <a:close/>
              </a:path>
              <a:path w="30480" h="18415">
                <a:moveTo>
                  <a:pt x="10299" y="9105"/>
                </a:moveTo>
                <a:lnTo>
                  <a:pt x="10223" y="9283"/>
                </a:lnTo>
                <a:lnTo>
                  <a:pt x="10299" y="9105"/>
                </a:lnTo>
                <a:close/>
              </a:path>
              <a:path w="30480" h="18415">
                <a:moveTo>
                  <a:pt x="10350" y="2743"/>
                </a:moveTo>
                <a:lnTo>
                  <a:pt x="10312" y="2552"/>
                </a:lnTo>
                <a:lnTo>
                  <a:pt x="10248" y="2311"/>
                </a:lnTo>
                <a:lnTo>
                  <a:pt x="10033" y="2400"/>
                </a:lnTo>
                <a:lnTo>
                  <a:pt x="10033" y="2108"/>
                </a:lnTo>
                <a:lnTo>
                  <a:pt x="9944" y="2336"/>
                </a:lnTo>
                <a:lnTo>
                  <a:pt x="10007" y="2616"/>
                </a:lnTo>
                <a:lnTo>
                  <a:pt x="9918" y="2895"/>
                </a:lnTo>
                <a:lnTo>
                  <a:pt x="9956" y="3035"/>
                </a:lnTo>
                <a:lnTo>
                  <a:pt x="10058" y="3200"/>
                </a:lnTo>
                <a:lnTo>
                  <a:pt x="10134" y="2921"/>
                </a:lnTo>
                <a:lnTo>
                  <a:pt x="10236" y="3060"/>
                </a:lnTo>
                <a:lnTo>
                  <a:pt x="10312" y="2895"/>
                </a:lnTo>
                <a:lnTo>
                  <a:pt x="10350" y="2743"/>
                </a:lnTo>
                <a:close/>
              </a:path>
              <a:path w="30480" h="18415">
                <a:moveTo>
                  <a:pt x="10401" y="9105"/>
                </a:moveTo>
                <a:close/>
              </a:path>
              <a:path w="30480" h="18415">
                <a:moveTo>
                  <a:pt x="10541" y="3695"/>
                </a:moveTo>
                <a:lnTo>
                  <a:pt x="10502" y="3467"/>
                </a:lnTo>
                <a:lnTo>
                  <a:pt x="10464" y="3657"/>
                </a:lnTo>
                <a:close/>
              </a:path>
              <a:path w="30480" h="18415">
                <a:moveTo>
                  <a:pt x="10629" y="4000"/>
                </a:moveTo>
                <a:lnTo>
                  <a:pt x="10464" y="4114"/>
                </a:lnTo>
                <a:lnTo>
                  <a:pt x="10604" y="4241"/>
                </a:lnTo>
                <a:lnTo>
                  <a:pt x="10629" y="4000"/>
                </a:lnTo>
                <a:close/>
              </a:path>
              <a:path w="30480" h="18415">
                <a:moveTo>
                  <a:pt x="10642" y="11404"/>
                </a:moveTo>
                <a:lnTo>
                  <a:pt x="10579" y="11163"/>
                </a:lnTo>
                <a:lnTo>
                  <a:pt x="10502" y="11341"/>
                </a:lnTo>
                <a:lnTo>
                  <a:pt x="10642" y="11404"/>
                </a:lnTo>
                <a:close/>
              </a:path>
              <a:path w="30480" h="18415">
                <a:moveTo>
                  <a:pt x="10718" y="10985"/>
                </a:moveTo>
                <a:lnTo>
                  <a:pt x="10693" y="10858"/>
                </a:lnTo>
                <a:lnTo>
                  <a:pt x="10502" y="10858"/>
                </a:lnTo>
                <a:lnTo>
                  <a:pt x="10579" y="11010"/>
                </a:lnTo>
                <a:lnTo>
                  <a:pt x="10718" y="10985"/>
                </a:lnTo>
                <a:close/>
              </a:path>
              <a:path w="30480" h="18415">
                <a:moveTo>
                  <a:pt x="10833" y="18288"/>
                </a:moveTo>
                <a:lnTo>
                  <a:pt x="10033" y="17487"/>
                </a:lnTo>
                <a:lnTo>
                  <a:pt x="10033" y="16903"/>
                </a:lnTo>
                <a:lnTo>
                  <a:pt x="9817" y="16903"/>
                </a:lnTo>
                <a:lnTo>
                  <a:pt x="9842" y="16675"/>
                </a:lnTo>
                <a:lnTo>
                  <a:pt x="9918" y="16090"/>
                </a:lnTo>
                <a:lnTo>
                  <a:pt x="9702" y="16090"/>
                </a:lnTo>
                <a:lnTo>
                  <a:pt x="9702" y="16903"/>
                </a:lnTo>
                <a:lnTo>
                  <a:pt x="9664" y="17132"/>
                </a:lnTo>
                <a:lnTo>
                  <a:pt x="9448" y="16903"/>
                </a:lnTo>
                <a:lnTo>
                  <a:pt x="9702" y="16903"/>
                </a:lnTo>
                <a:lnTo>
                  <a:pt x="9702" y="16090"/>
                </a:lnTo>
                <a:lnTo>
                  <a:pt x="9575" y="16078"/>
                </a:lnTo>
                <a:lnTo>
                  <a:pt x="9867" y="15824"/>
                </a:lnTo>
                <a:lnTo>
                  <a:pt x="9842" y="15176"/>
                </a:lnTo>
                <a:lnTo>
                  <a:pt x="9702" y="15176"/>
                </a:lnTo>
                <a:lnTo>
                  <a:pt x="9702" y="15824"/>
                </a:lnTo>
                <a:lnTo>
                  <a:pt x="9575" y="16052"/>
                </a:lnTo>
                <a:lnTo>
                  <a:pt x="9550" y="15824"/>
                </a:lnTo>
                <a:lnTo>
                  <a:pt x="9702" y="15824"/>
                </a:lnTo>
                <a:lnTo>
                  <a:pt x="9702" y="15176"/>
                </a:lnTo>
                <a:lnTo>
                  <a:pt x="9652" y="14732"/>
                </a:lnTo>
                <a:lnTo>
                  <a:pt x="9652" y="14579"/>
                </a:lnTo>
                <a:lnTo>
                  <a:pt x="8089" y="14579"/>
                </a:lnTo>
                <a:lnTo>
                  <a:pt x="8089" y="15824"/>
                </a:lnTo>
                <a:lnTo>
                  <a:pt x="7937" y="15557"/>
                </a:lnTo>
                <a:lnTo>
                  <a:pt x="8089" y="15824"/>
                </a:lnTo>
                <a:lnTo>
                  <a:pt x="8089" y="14579"/>
                </a:lnTo>
                <a:lnTo>
                  <a:pt x="8077" y="14732"/>
                </a:lnTo>
                <a:lnTo>
                  <a:pt x="8064" y="15176"/>
                </a:lnTo>
                <a:lnTo>
                  <a:pt x="7912" y="15176"/>
                </a:lnTo>
                <a:lnTo>
                  <a:pt x="7950" y="15011"/>
                </a:lnTo>
                <a:lnTo>
                  <a:pt x="8077" y="14732"/>
                </a:lnTo>
                <a:lnTo>
                  <a:pt x="8077" y="14579"/>
                </a:lnTo>
                <a:lnTo>
                  <a:pt x="7874" y="14579"/>
                </a:lnTo>
                <a:lnTo>
                  <a:pt x="7874" y="15824"/>
                </a:lnTo>
                <a:lnTo>
                  <a:pt x="7848" y="15532"/>
                </a:lnTo>
                <a:lnTo>
                  <a:pt x="7874" y="15824"/>
                </a:lnTo>
                <a:lnTo>
                  <a:pt x="7874" y="14579"/>
                </a:lnTo>
                <a:lnTo>
                  <a:pt x="25" y="14579"/>
                </a:lnTo>
                <a:lnTo>
                  <a:pt x="0" y="18288"/>
                </a:lnTo>
                <a:lnTo>
                  <a:pt x="9499" y="18288"/>
                </a:lnTo>
                <a:lnTo>
                  <a:pt x="10033" y="18288"/>
                </a:lnTo>
                <a:lnTo>
                  <a:pt x="10160" y="18288"/>
                </a:lnTo>
                <a:lnTo>
                  <a:pt x="10833" y="18288"/>
                </a:lnTo>
                <a:close/>
              </a:path>
              <a:path w="30480" h="18415">
                <a:moveTo>
                  <a:pt x="11188" y="9105"/>
                </a:moveTo>
                <a:lnTo>
                  <a:pt x="11163" y="9283"/>
                </a:lnTo>
                <a:lnTo>
                  <a:pt x="11188" y="9105"/>
                </a:lnTo>
                <a:close/>
              </a:path>
              <a:path w="30480" h="18415">
                <a:moveTo>
                  <a:pt x="11264" y="5981"/>
                </a:moveTo>
                <a:lnTo>
                  <a:pt x="11036" y="6057"/>
                </a:lnTo>
                <a:lnTo>
                  <a:pt x="11112" y="6248"/>
                </a:lnTo>
                <a:lnTo>
                  <a:pt x="11112" y="6121"/>
                </a:lnTo>
                <a:lnTo>
                  <a:pt x="11264" y="5981"/>
                </a:lnTo>
                <a:close/>
              </a:path>
              <a:path w="30480" h="18415">
                <a:moveTo>
                  <a:pt x="11303" y="9105"/>
                </a:moveTo>
                <a:close/>
              </a:path>
              <a:path w="30480" h="18415">
                <a:moveTo>
                  <a:pt x="11404" y="6273"/>
                </a:moveTo>
                <a:lnTo>
                  <a:pt x="11277" y="6159"/>
                </a:lnTo>
                <a:lnTo>
                  <a:pt x="11303" y="6299"/>
                </a:lnTo>
                <a:close/>
              </a:path>
              <a:path w="30480" h="18415">
                <a:moveTo>
                  <a:pt x="11417" y="15138"/>
                </a:moveTo>
                <a:lnTo>
                  <a:pt x="11163" y="14935"/>
                </a:lnTo>
                <a:lnTo>
                  <a:pt x="10972" y="14566"/>
                </a:lnTo>
                <a:lnTo>
                  <a:pt x="11036" y="15138"/>
                </a:lnTo>
                <a:lnTo>
                  <a:pt x="11112" y="14947"/>
                </a:lnTo>
                <a:lnTo>
                  <a:pt x="11176" y="15278"/>
                </a:lnTo>
                <a:lnTo>
                  <a:pt x="11176" y="15138"/>
                </a:lnTo>
                <a:lnTo>
                  <a:pt x="11417" y="15138"/>
                </a:lnTo>
                <a:close/>
              </a:path>
              <a:path w="30480" h="18415">
                <a:moveTo>
                  <a:pt x="11811" y="13855"/>
                </a:moveTo>
                <a:lnTo>
                  <a:pt x="11785" y="13639"/>
                </a:lnTo>
                <a:lnTo>
                  <a:pt x="11684" y="13855"/>
                </a:lnTo>
                <a:lnTo>
                  <a:pt x="11811" y="13855"/>
                </a:lnTo>
                <a:close/>
              </a:path>
              <a:path w="30480" h="18415">
                <a:moveTo>
                  <a:pt x="11899" y="17157"/>
                </a:moveTo>
                <a:lnTo>
                  <a:pt x="11747" y="17043"/>
                </a:lnTo>
                <a:lnTo>
                  <a:pt x="11823" y="17399"/>
                </a:lnTo>
                <a:lnTo>
                  <a:pt x="11823" y="17183"/>
                </a:lnTo>
                <a:close/>
              </a:path>
              <a:path w="30480" h="18415">
                <a:moveTo>
                  <a:pt x="12001" y="11760"/>
                </a:moveTo>
                <a:lnTo>
                  <a:pt x="11938" y="11468"/>
                </a:lnTo>
                <a:lnTo>
                  <a:pt x="11734" y="11849"/>
                </a:lnTo>
                <a:lnTo>
                  <a:pt x="11938" y="11760"/>
                </a:lnTo>
                <a:close/>
              </a:path>
              <a:path w="30480" h="18415">
                <a:moveTo>
                  <a:pt x="12255" y="13131"/>
                </a:moveTo>
                <a:lnTo>
                  <a:pt x="12115" y="13093"/>
                </a:lnTo>
                <a:lnTo>
                  <a:pt x="12230" y="13309"/>
                </a:lnTo>
                <a:lnTo>
                  <a:pt x="12255" y="13131"/>
                </a:lnTo>
                <a:close/>
              </a:path>
              <a:path w="30480" h="18415">
                <a:moveTo>
                  <a:pt x="12433" y="17995"/>
                </a:moveTo>
                <a:lnTo>
                  <a:pt x="12306" y="17500"/>
                </a:lnTo>
                <a:lnTo>
                  <a:pt x="12395" y="17183"/>
                </a:lnTo>
                <a:lnTo>
                  <a:pt x="12128" y="17221"/>
                </a:lnTo>
                <a:lnTo>
                  <a:pt x="12103" y="17513"/>
                </a:lnTo>
                <a:lnTo>
                  <a:pt x="11963" y="17399"/>
                </a:lnTo>
                <a:lnTo>
                  <a:pt x="12014" y="17157"/>
                </a:lnTo>
                <a:lnTo>
                  <a:pt x="11912" y="16852"/>
                </a:lnTo>
                <a:lnTo>
                  <a:pt x="11976" y="17259"/>
                </a:lnTo>
                <a:lnTo>
                  <a:pt x="11874" y="17589"/>
                </a:lnTo>
                <a:lnTo>
                  <a:pt x="11976" y="17856"/>
                </a:lnTo>
                <a:lnTo>
                  <a:pt x="11912" y="17995"/>
                </a:lnTo>
                <a:lnTo>
                  <a:pt x="12052" y="17983"/>
                </a:lnTo>
                <a:lnTo>
                  <a:pt x="11811" y="18072"/>
                </a:lnTo>
                <a:lnTo>
                  <a:pt x="11785" y="17868"/>
                </a:lnTo>
                <a:lnTo>
                  <a:pt x="11785" y="18288"/>
                </a:lnTo>
                <a:lnTo>
                  <a:pt x="11823" y="18122"/>
                </a:lnTo>
                <a:lnTo>
                  <a:pt x="11899" y="18262"/>
                </a:lnTo>
                <a:lnTo>
                  <a:pt x="12103" y="18262"/>
                </a:lnTo>
                <a:lnTo>
                  <a:pt x="12166" y="18084"/>
                </a:lnTo>
                <a:lnTo>
                  <a:pt x="12217" y="17805"/>
                </a:lnTo>
                <a:lnTo>
                  <a:pt x="12039" y="17741"/>
                </a:lnTo>
                <a:lnTo>
                  <a:pt x="12242" y="17513"/>
                </a:lnTo>
                <a:lnTo>
                  <a:pt x="12230" y="17818"/>
                </a:lnTo>
                <a:lnTo>
                  <a:pt x="12306" y="18110"/>
                </a:lnTo>
                <a:lnTo>
                  <a:pt x="12242" y="18262"/>
                </a:lnTo>
                <a:lnTo>
                  <a:pt x="12433" y="18262"/>
                </a:lnTo>
                <a:lnTo>
                  <a:pt x="12433" y="17995"/>
                </a:lnTo>
                <a:close/>
              </a:path>
              <a:path w="30480" h="18415">
                <a:moveTo>
                  <a:pt x="12446" y="6032"/>
                </a:moveTo>
                <a:lnTo>
                  <a:pt x="12255" y="6032"/>
                </a:lnTo>
                <a:lnTo>
                  <a:pt x="12293" y="6172"/>
                </a:lnTo>
                <a:lnTo>
                  <a:pt x="12446" y="6032"/>
                </a:lnTo>
                <a:close/>
              </a:path>
              <a:path w="30480" h="18415">
                <a:moveTo>
                  <a:pt x="12509" y="16929"/>
                </a:moveTo>
                <a:lnTo>
                  <a:pt x="12331" y="16891"/>
                </a:lnTo>
                <a:lnTo>
                  <a:pt x="12509" y="17119"/>
                </a:lnTo>
                <a:lnTo>
                  <a:pt x="12509" y="16929"/>
                </a:lnTo>
                <a:close/>
              </a:path>
              <a:path w="30480" h="18415">
                <a:moveTo>
                  <a:pt x="12547" y="3937"/>
                </a:moveTo>
                <a:lnTo>
                  <a:pt x="12357" y="3810"/>
                </a:lnTo>
                <a:lnTo>
                  <a:pt x="12331" y="3937"/>
                </a:lnTo>
                <a:lnTo>
                  <a:pt x="12547" y="3937"/>
                </a:lnTo>
                <a:close/>
              </a:path>
              <a:path w="30480" h="18415">
                <a:moveTo>
                  <a:pt x="12623" y="11201"/>
                </a:moveTo>
                <a:lnTo>
                  <a:pt x="12446" y="11341"/>
                </a:lnTo>
                <a:lnTo>
                  <a:pt x="12623" y="11201"/>
                </a:lnTo>
                <a:close/>
              </a:path>
              <a:path w="30480" h="18415">
                <a:moveTo>
                  <a:pt x="12661" y="355"/>
                </a:moveTo>
                <a:lnTo>
                  <a:pt x="12623" y="0"/>
                </a:lnTo>
                <a:lnTo>
                  <a:pt x="12509" y="177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85"/>
                </a:lnTo>
                <a:lnTo>
                  <a:pt x="12484" y="571"/>
                </a:lnTo>
                <a:lnTo>
                  <a:pt x="12661" y="355"/>
                </a:lnTo>
                <a:close/>
              </a:path>
              <a:path w="30480" h="18415">
                <a:moveTo>
                  <a:pt x="12763" y="14312"/>
                </a:moveTo>
                <a:lnTo>
                  <a:pt x="12509" y="14160"/>
                </a:lnTo>
                <a:lnTo>
                  <a:pt x="12547" y="14312"/>
                </a:lnTo>
                <a:lnTo>
                  <a:pt x="12446" y="14452"/>
                </a:lnTo>
                <a:lnTo>
                  <a:pt x="12763" y="14312"/>
                </a:lnTo>
                <a:close/>
              </a:path>
              <a:path w="30480" h="18415">
                <a:moveTo>
                  <a:pt x="12903" y="6413"/>
                </a:moveTo>
                <a:lnTo>
                  <a:pt x="12788" y="6235"/>
                </a:lnTo>
                <a:lnTo>
                  <a:pt x="12763" y="6451"/>
                </a:lnTo>
                <a:lnTo>
                  <a:pt x="12903" y="6413"/>
                </a:lnTo>
                <a:close/>
              </a:path>
              <a:path w="30480" h="18415">
                <a:moveTo>
                  <a:pt x="13004" y="3086"/>
                </a:moveTo>
                <a:lnTo>
                  <a:pt x="12992" y="2705"/>
                </a:lnTo>
                <a:lnTo>
                  <a:pt x="12954" y="1905"/>
                </a:lnTo>
                <a:lnTo>
                  <a:pt x="13004" y="3086"/>
                </a:lnTo>
                <a:close/>
              </a:path>
              <a:path w="30480" h="18415">
                <a:moveTo>
                  <a:pt x="13004" y="76"/>
                </a:moveTo>
                <a:lnTo>
                  <a:pt x="12865" y="50"/>
                </a:lnTo>
                <a:lnTo>
                  <a:pt x="12839" y="203"/>
                </a:lnTo>
                <a:lnTo>
                  <a:pt x="12903" y="355"/>
                </a:lnTo>
                <a:lnTo>
                  <a:pt x="13004" y="76"/>
                </a:lnTo>
                <a:close/>
              </a:path>
              <a:path w="30480" h="18415">
                <a:moveTo>
                  <a:pt x="13284" y="15074"/>
                </a:moveTo>
                <a:lnTo>
                  <a:pt x="13258" y="14846"/>
                </a:lnTo>
                <a:lnTo>
                  <a:pt x="13284" y="15074"/>
                </a:lnTo>
                <a:close/>
              </a:path>
              <a:path w="30480" h="18415">
                <a:moveTo>
                  <a:pt x="13398" y="3022"/>
                </a:moveTo>
                <a:lnTo>
                  <a:pt x="13131" y="2768"/>
                </a:lnTo>
                <a:lnTo>
                  <a:pt x="13106" y="2578"/>
                </a:lnTo>
                <a:lnTo>
                  <a:pt x="13081" y="2743"/>
                </a:lnTo>
                <a:lnTo>
                  <a:pt x="13106" y="2997"/>
                </a:lnTo>
                <a:lnTo>
                  <a:pt x="13144" y="3263"/>
                </a:lnTo>
                <a:lnTo>
                  <a:pt x="13208" y="2984"/>
                </a:lnTo>
                <a:lnTo>
                  <a:pt x="13233" y="3187"/>
                </a:lnTo>
                <a:lnTo>
                  <a:pt x="13398" y="3022"/>
                </a:lnTo>
                <a:close/>
              </a:path>
              <a:path w="30480" h="18415">
                <a:moveTo>
                  <a:pt x="13487" y="14058"/>
                </a:moveTo>
                <a:lnTo>
                  <a:pt x="13335" y="14249"/>
                </a:lnTo>
                <a:lnTo>
                  <a:pt x="13487" y="14058"/>
                </a:lnTo>
                <a:close/>
              </a:path>
              <a:path w="30480" h="18415">
                <a:moveTo>
                  <a:pt x="13500" y="16052"/>
                </a:moveTo>
                <a:lnTo>
                  <a:pt x="13373" y="15798"/>
                </a:lnTo>
                <a:lnTo>
                  <a:pt x="13258" y="15938"/>
                </a:lnTo>
                <a:lnTo>
                  <a:pt x="13474" y="16167"/>
                </a:lnTo>
                <a:close/>
              </a:path>
              <a:path w="30480" h="18415">
                <a:moveTo>
                  <a:pt x="13677" y="3949"/>
                </a:moveTo>
                <a:lnTo>
                  <a:pt x="13639" y="3657"/>
                </a:lnTo>
                <a:lnTo>
                  <a:pt x="13614" y="3441"/>
                </a:lnTo>
                <a:lnTo>
                  <a:pt x="13500" y="3111"/>
                </a:lnTo>
                <a:lnTo>
                  <a:pt x="13436" y="3911"/>
                </a:lnTo>
                <a:lnTo>
                  <a:pt x="13677" y="3949"/>
                </a:lnTo>
                <a:close/>
              </a:path>
              <a:path w="30480" h="18415">
                <a:moveTo>
                  <a:pt x="13690" y="17538"/>
                </a:moveTo>
                <a:lnTo>
                  <a:pt x="13550" y="17729"/>
                </a:lnTo>
                <a:lnTo>
                  <a:pt x="13614" y="17564"/>
                </a:lnTo>
                <a:close/>
              </a:path>
              <a:path w="30480" h="18415">
                <a:moveTo>
                  <a:pt x="13944" y="4546"/>
                </a:moveTo>
                <a:lnTo>
                  <a:pt x="13741" y="4191"/>
                </a:lnTo>
                <a:lnTo>
                  <a:pt x="13766" y="4051"/>
                </a:lnTo>
                <a:lnTo>
                  <a:pt x="13589" y="3962"/>
                </a:lnTo>
                <a:lnTo>
                  <a:pt x="13728" y="4432"/>
                </a:lnTo>
                <a:lnTo>
                  <a:pt x="13944" y="4546"/>
                </a:lnTo>
                <a:close/>
              </a:path>
              <a:path w="30480" h="18415">
                <a:moveTo>
                  <a:pt x="14097" y="13716"/>
                </a:moveTo>
                <a:lnTo>
                  <a:pt x="13970" y="13512"/>
                </a:lnTo>
                <a:lnTo>
                  <a:pt x="13970" y="13716"/>
                </a:lnTo>
                <a:lnTo>
                  <a:pt x="13792" y="13919"/>
                </a:lnTo>
                <a:lnTo>
                  <a:pt x="13906" y="14122"/>
                </a:lnTo>
                <a:lnTo>
                  <a:pt x="13944" y="13931"/>
                </a:lnTo>
                <a:lnTo>
                  <a:pt x="14097" y="13716"/>
                </a:lnTo>
                <a:close/>
              </a:path>
              <a:path w="30480" h="18415">
                <a:moveTo>
                  <a:pt x="14262" y="5676"/>
                </a:moveTo>
                <a:lnTo>
                  <a:pt x="14173" y="5435"/>
                </a:lnTo>
                <a:lnTo>
                  <a:pt x="14185" y="5232"/>
                </a:lnTo>
                <a:lnTo>
                  <a:pt x="14109" y="5410"/>
                </a:lnTo>
                <a:lnTo>
                  <a:pt x="14147" y="5537"/>
                </a:lnTo>
                <a:lnTo>
                  <a:pt x="14147" y="5791"/>
                </a:lnTo>
                <a:close/>
              </a:path>
              <a:path w="30480" h="18415">
                <a:moveTo>
                  <a:pt x="17005" y="1828"/>
                </a:moveTo>
                <a:lnTo>
                  <a:pt x="16852" y="1701"/>
                </a:lnTo>
                <a:lnTo>
                  <a:pt x="16827" y="1854"/>
                </a:lnTo>
                <a:lnTo>
                  <a:pt x="17005" y="1828"/>
                </a:lnTo>
                <a:close/>
              </a:path>
              <a:path w="30480" h="18415">
                <a:moveTo>
                  <a:pt x="29578" y="13614"/>
                </a:moveTo>
                <a:lnTo>
                  <a:pt x="29502" y="13055"/>
                </a:lnTo>
                <a:lnTo>
                  <a:pt x="29527" y="13804"/>
                </a:lnTo>
                <a:lnTo>
                  <a:pt x="29464" y="14833"/>
                </a:lnTo>
                <a:lnTo>
                  <a:pt x="29540" y="15392"/>
                </a:lnTo>
                <a:lnTo>
                  <a:pt x="29514" y="14643"/>
                </a:lnTo>
                <a:lnTo>
                  <a:pt x="29578" y="13614"/>
                </a:lnTo>
                <a:close/>
              </a:path>
              <a:path w="30480" h="18415">
                <a:moveTo>
                  <a:pt x="30314" y="9118"/>
                </a:moveTo>
                <a:lnTo>
                  <a:pt x="30226" y="9258"/>
                </a:lnTo>
                <a:lnTo>
                  <a:pt x="30200" y="9410"/>
                </a:lnTo>
                <a:lnTo>
                  <a:pt x="30289" y="9258"/>
                </a:lnTo>
                <a:lnTo>
                  <a:pt x="30314" y="91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1953615" y="1097152"/>
            <a:ext cx="30480" cy="17145"/>
          </a:xfrm>
          <a:custGeom>
            <a:avLst/>
            <a:gdLst/>
            <a:ahLst/>
            <a:cxnLst/>
            <a:rect l="l" t="t" r="r" b="b"/>
            <a:pathLst>
              <a:path w="30480" h="17144">
                <a:moveTo>
                  <a:pt x="6807" y="977"/>
                </a:moveTo>
                <a:lnTo>
                  <a:pt x="6667" y="1117"/>
                </a:lnTo>
                <a:lnTo>
                  <a:pt x="6807" y="1206"/>
                </a:lnTo>
                <a:lnTo>
                  <a:pt x="6807" y="977"/>
                </a:lnTo>
                <a:close/>
              </a:path>
              <a:path w="30480" h="17144">
                <a:moveTo>
                  <a:pt x="8928" y="749"/>
                </a:moveTo>
                <a:lnTo>
                  <a:pt x="8801" y="749"/>
                </a:lnTo>
                <a:lnTo>
                  <a:pt x="8801" y="1016"/>
                </a:lnTo>
                <a:lnTo>
                  <a:pt x="8928" y="749"/>
                </a:lnTo>
                <a:close/>
              </a:path>
              <a:path w="30480" h="17144">
                <a:moveTo>
                  <a:pt x="9321" y="15062"/>
                </a:moveTo>
                <a:lnTo>
                  <a:pt x="9271" y="15278"/>
                </a:lnTo>
                <a:lnTo>
                  <a:pt x="9321" y="15062"/>
                </a:lnTo>
                <a:close/>
              </a:path>
              <a:path w="30480" h="17144">
                <a:moveTo>
                  <a:pt x="9664" y="368"/>
                </a:moveTo>
                <a:lnTo>
                  <a:pt x="9461" y="0"/>
                </a:lnTo>
                <a:lnTo>
                  <a:pt x="9423" y="228"/>
                </a:lnTo>
                <a:lnTo>
                  <a:pt x="9525" y="419"/>
                </a:lnTo>
                <a:lnTo>
                  <a:pt x="9423" y="279"/>
                </a:lnTo>
                <a:lnTo>
                  <a:pt x="9448" y="508"/>
                </a:lnTo>
                <a:lnTo>
                  <a:pt x="9423" y="647"/>
                </a:lnTo>
                <a:lnTo>
                  <a:pt x="9283" y="711"/>
                </a:lnTo>
                <a:lnTo>
                  <a:pt x="9512" y="711"/>
                </a:lnTo>
                <a:lnTo>
                  <a:pt x="9474" y="406"/>
                </a:lnTo>
                <a:lnTo>
                  <a:pt x="9664" y="800"/>
                </a:lnTo>
                <a:lnTo>
                  <a:pt x="9664" y="368"/>
                </a:lnTo>
                <a:close/>
              </a:path>
              <a:path w="30480" h="17144">
                <a:moveTo>
                  <a:pt x="9829" y="16027"/>
                </a:moveTo>
                <a:lnTo>
                  <a:pt x="9766" y="15824"/>
                </a:lnTo>
                <a:lnTo>
                  <a:pt x="9766" y="16002"/>
                </a:lnTo>
                <a:close/>
              </a:path>
              <a:path w="30480" h="17144">
                <a:moveTo>
                  <a:pt x="9893" y="15760"/>
                </a:moveTo>
                <a:lnTo>
                  <a:pt x="9855" y="15430"/>
                </a:lnTo>
                <a:lnTo>
                  <a:pt x="9791" y="15786"/>
                </a:lnTo>
                <a:close/>
              </a:path>
              <a:path w="30480" h="17144">
                <a:moveTo>
                  <a:pt x="9982" y="6794"/>
                </a:moveTo>
                <a:lnTo>
                  <a:pt x="9766" y="6667"/>
                </a:lnTo>
                <a:lnTo>
                  <a:pt x="9766" y="6959"/>
                </a:lnTo>
                <a:lnTo>
                  <a:pt x="9982" y="6985"/>
                </a:lnTo>
                <a:lnTo>
                  <a:pt x="9982" y="6794"/>
                </a:lnTo>
                <a:close/>
              </a:path>
              <a:path w="30480" h="17144">
                <a:moveTo>
                  <a:pt x="10020" y="16649"/>
                </a:moveTo>
                <a:lnTo>
                  <a:pt x="9880" y="16535"/>
                </a:lnTo>
                <a:lnTo>
                  <a:pt x="9944" y="16751"/>
                </a:lnTo>
                <a:lnTo>
                  <a:pt x="9918" y="16891"/>
                </a:lnTo>
                <a:lnTo>
                  <a:pt x="10007" y="16751"/>
                </a:lnTo>
                <a:close/>
              </a:path>
              <a:path w="30480" h="17144">
                <a:moveTo>
                  <a:pt x="10045" y="317"/>
                </a:moveTo>
                <a:lnTo>
                  <a:pt x="9893" y="241"/>
                </a:lnTo>
                <a:lnTo>
                  <a:pt x="10045" y="317"/>
                </a:lnTo>
                <a:close/>
              </a:path>
              <a:path w="30480" h="17144">
                <a:moveTo>
                  <a:pt x="10083" y="4191"/>
                </a:moveTo>
                <a:lnTo>
                  <a:pt x="10058" y="3886"/>
                </a:lnTo>
                <a:lnTo>
                  <a:pt x="9880" y="3822"/>
                </a:lnTo>
                <a:lnTo>
                  <a:pt x="9842" y="3987"/>
                </a:lnTo>
                <a:lnTo>
                  <a:pt x="9982" y="4051"/>
                </a:lnTo>
                <a:lnTo>
                  <a:pt x="9906" y="4191"/>
                </a:lnTo>
                <a:lnTo>
                  <a:pt x="10083" y="4191"/>
                </a:lnTo>
                <a:close/>
              </a:path>
              <a:path w="30480" h="17144">
                <a:moveTo>
                  <a:pt x="10198" y="3759"/>
                </a:moveTo>
                <a:lnTo>
                  <a:pt x="10134" y="3568"/>
                </a:lnTo>
                <a:lnTo>
                  <a:pt x="10160" y="3810"/>
                </a:lnTo>
                <a:close/>
              </a:path>
              <a:path w="30480" h="17144">
                <a:moveTo>
                  <a:pt x="10236" y="7861"/>
                </a:moveTo>
                <a:lnTo>
                  <a:pt x="9817" y="8597"/>
                </a:lnTo>
                <a:lnTo>
                  <a:pt x="9664" y="7861"/>
                </a:lnTo>
                <a:lnTo>
                  <a:pt x="9525" y="7861"/>
                </a:lnTo>
                <a:lnTo>
                  <a:pt x="8801" y="7861"/>
                </a:lnTo>
                <a:lnTo>
                  <a:pt x="8801" y="13017"/>
                </a:lnTo>
                <a:lnTo>
                  <a:pt x="8801" y="13398"/>
                </a:lnTo>
                <a:lnTo>
                  <a:pt x="8801" y="13919"/>
                </a:lnTo>
                <a:lnTo>
                  <a:pt x="8801" y="14058"/>
                </a:lnTo>
                <a:lnTo>
                  <a:pt x="8801" y="13919"/>
                </a:lnTo>
                <a:lnTo>
                  <a:pt x="8801" y="13398"/>
                </a:lnTo>
                <a:lnTo>
                  <a:pt x="8521" y="13017"/>
                </a:lnTo>
                <a:lnTo>
                  <a:pt x="8445" y="13373"/>
                </a:lnTo>
                <a:lnTo>
                  <a:pt x="8331" y="13017"/>
                </a:lnTo>
                <a:lnTo>
                  <a:pt x="8521" y="13017"/>
                </a:lnTo>
                <a:lnTo>
                  <a:pt x="8801" y="13017"/>
                </a:lnTo>
                <a:lnTo>
                  <a:pt x="8801" y="7861"/>
                </a:lnTo>
                <a:lnTo>
                  <a:pt x="8051" y="7861"/>
                </a:lnTo>
                <a:lnTo>
                  <a:pt x="8051" y="10985"/>
                </a:lnTo>
                <a:lnTo>
                  <a:pt x="8013" y="11277"/>
                </a:lnTo>
                <a:lnTo>
                  <a:pt x="7912" y="10985"/>
                </a:lnTo>
                <a:lnTo>
                  <a:pt x="7886" y="10629"/>
                </a:lnTo>
                <a:lnTo>
                  <a:pt x="7708" y="10985"/>
                </a:lnTo>
                <a:lnTo>
                  <a:pt x="7543" y="10985"/>
                </a:lnTo>
                <a:lnTo>
                  <a:pt x="7886" y="10591"/>
                </a:lnTo>
                <a:lnTo>
                  <a:pt x="8051" y="10985"/>
                </a:lnTo>
                <a:lnTo>
                  <a:pt x="8051" y="7861"/>
                </a:lnTo>
                <a:lnTo>
                  <a:pt x="0" y="7861"/>
                </a:lnTo>
                <a:lnTo>
                  <a:pt x="25" y="10985"/>
                </a:lnTo>
                <a:lnTo>
                  <a:pt x="152" y="16903"/>
                </a:lnTo>
                <a:lnTo>
                  <a:pt x="9207" y="16903"/>
                </a:lnTo>
                <a:lnTo>
                  <a:pt x="9156" y="16510"/>
                </a:lnTo>
                <a:lnTo>
                  <a:pt x="9321" y="16344"/>
                </a:lnTo>
                <a:lnTo>
                  <a:pt x="8788" y="16344"/>
                </a:lnTo>
                <a:lnTo>
                  <a:pt x="8763" y="16497"/>
                </a:lnTo>
                <a:lnTo>
                  <a:pt x="8636" y="16344"/>
                </a:lnTo>
                <a:lnTo>
                  <a:pt x="8128" y="15722"/>
                </a:lnTo>
                <a:lnTo>
                  <a:pt x="8089" y="16344"/>
                </a:lnTo>
                <a:lnTo>
                  <a:pt x="8039" y="15722"/>
                </a:lnTo>
                <a:lnTo>
                  <a:pt x="7708" y="15722"/>
                </a:lnTo>
                <a:lnTo>
                  <a:pt x="7708" y="15252"/>
                </a:lnTo>
                <a:lnTo>
                  <a:pt x="7620" y="15506"/>
                </a:lnTo>
                <a:lnTo>
                  <a:pt x="7556" y="14973"/>
                </a:lnTo>
                <a:lnTo>
                  <a:pt x="7759" y="15024"/>
                </a:lnTo>
                <a:lnTo>
                  <a:pt x="7785" y="15176"/>
                </a:lnTo>
                <a:lnTo>
                  <a:pt x="7861" y="15024"/>
                </a:lnTo>
                <a:lnTo>
                  <a:pt x="7658" y="14846"/>
                </a:lnTo>
                <a:lnTo>
                  <a:pt x="6769" y="13017"/>
                </a:lnTo>
                <a:lnTo>
                  <a:pt x="7823" y="13017"/>
                </a:lnTo>
                <a:lnTo>
                  <a:pt x="8318" y="14020"/>
                </a:lnTo>
                <a:lnTo>
                  <a:pt x="8229" y="14452"/>
                </a:lnTo>
                <a:lnTo>
                  <a:pt x="7747" y="14782"/>
                </a:lnTo>
                <a:lnTo>
                  <a:pt x="8166" y="14782"/>
                </a:lnTo>
                <a:lnTo>
                  <a:pt x="10185" y="14782"/>
                </a:lnTo>
                <a:lnTo>
                  <a:pt x="9474" y="13728"/>
                </a:lnTo>
                <a:lnTo>
                  <a:pt x="9474" y="14312"/>
                </a:lnTo>
                <a:lnTo>
                  <a:pt x="9372" y="14173"/>
                </a:lnTo>
                <a:lnTo>
                  <a:pt x="9385" y="14046"/>
                </a:lnTo>
                <a:lnTo>
                  <a:pt x="9474" y="14312"/>
                </a:lnTo>
                <a:lnTo>
                  <a:pt x="9474" y="13728"/>
                </a:lnTo>
                <a:lnTo>
                  <a:pt x="9271" y="13411"/>
                </a:lnTo>
                <a:lnTo>
                  <a:pt x="9271" y="13716"/>
                </a:lnTo>
                <a:lnTo>
                  <a:pt x="9118" y="13830"/>
                </a:lnTo>
                <a:lnTo>
                  <a:pt x="8915" y="13563"/>
                </a:lnTo>
                <a:lnTo>
                  <a:pt x="9067" y="13144"/>
                </a:lnTo>
                <a:lnTo>
                  <a:pt x="9271" y="13716"/>
                </a:lnTo>
                <a:lnTo>
                  <a:pt x="9271" y="13411"/>
                </a:lnTo>
                <a:lnTo>
                  <a:pt x="9080" y="13106"/>
                </a:lnTo>
                <a:lnTo>
                  <a:pt x="9461" y="13017"/>
                </a:lnTo>
                <a:lnTo>
                  <a:pt x="9944" y="13017"/>
                </a:lnTo>
                <a:lnTo>
                  <a:pt x="9855" y="12153"/>
                </a:lnTo>
                <a:lnTo>
                  <a:pt x="9702" y="12153"/>
                </a:lnTo>
                <a:lnTo>
                  <a:pt x="9613" y="11760"/>
                </a:lnTo>
                <a:lnTo>
                  <a:pt x="9410" y="11760"/>
                </a:lnTo>
                <a:lnTo>
                  <a:pt x="9575" y="11277"/>
                </a:lnTo>
                <a:lnTo>
                  <a:pt x="9740" y="10985"/>
                </a:lnTo>
                <a:lnTo>
                  <a:pt x="9677" y="10718"/>
                </a:lnTo>
                <a:lnTo>
                  <a:pt x="9728" y="10185"/>
                </a:lnTo>
                <a:lnTo>
                  <a:pt x="9931" y="10185"/>
                </a:lnTo>
                <a:lnTo>
                  <a:pt x="9855" y="9664"/>
                </a:lnTo>
                <a:lnTo>
                  <a:pt x="9690" y="9550"/>
                </a:lnTo>
                <a:lnTo>
                  <a:pt x="9690" y="10185"/>
                </a:lnTo>
                <a:lnTo>
                  <a:pt x="9563" y="10185"/>
                </a:lnTo>
                <a:lnTo>
                  <a:pt x="9563" y="10541"/>
                </a:lnTo>
                <a:lnTo>
                  <a:pt x="9359" y="10185"/>
                </a:lnTo>
                <a:lnTo>
                  <a:pt x="9512" y="10185"/>
                </a:lnTo>
                <a:lnTo>
                  <a:pt x="9563" y="10541"/>
                </a:lnTo>
                <a:lnTo>
                  <a:pt x="9563" y="10185"/>
                </a:lnTo>
                <a:lnTo>
                  <a:pt x="9588" y="9867"/>
                </a:lnTo>
                <a:lnTo>
                  <a:pt x="9690" y="10185"/>
                </a:lnTo>
                <a:lnTo>
                  <a:pt x="9690" y="9550"/>
                </a:lnTo>
                <a:lnTo>
                  <a:pt x="9702" y="9347"/>
                </a:lnTo>
                <a:lnTo>
                  <a:pt x="9588" y="9080"/>
                </a:lnTo>
                <a:lnTo>
                  <a:pt x="9486" y="9347"/>
                </a:lnTo>
                <a:lnTo>
                  <a:pt x="9550" y="9080"/>
                </a:lnTo>
                <a:lnTo>
                  <a:pt x="9779" y="8763"/>
                </a:lnTo>
                <a:lnTo>
                  <a:pt x="10236" y="8763"/>
                </a:lnTo>
                <a:lnTo>
                  <a:pt x="10236" y="7861"/>
                </a:lnTo>
                <a:close/>
              </a:path>
              <a:path w="30480" h="17144">
                <a:moveTo>
                  <a:pt x="10261" y="6184"/>
                </a:moveTo>
                <a:lnTo>
                  <a:pt x="10198" y="6375"/>
                </a:lnTo>
                <a:lnTo>
                  <a:pt x="10007" y="6375"/>
                </a:lnTo>
                <a:lnTo>
                  <a:pt x="10007" y="6121"/>
                </a:lnTo>
                <a:lnTo>
                  <a:pt x="10198" y="6121"/>
                </a:lnTo>
                <a:lnTo>
                  <a:pt x="10058" y="5753"/>
                </a:lnTo>
                <a:lnTo>
                  <a:pt x="9931" y="5981"/>
                </a:lnTo>
                <a:lnTo>
                  <a:pt x="9842" y="6286"/>
                </a:lnTo>
                <a:lnTo>
                  <a:pt x="9982" y="6451"/>
                </a:lnTo>
                <a:lnTo>
                  <a:pt x="10198" y="6451"/>
                </a:lnTo>
                <a:lnTo>
                  <a:pt x="10261" y="6184"/>
                </a:lnTo>
                <a:close/>
              </a:path>
              <a:path w="30480" h="17144">
                <a:moveTo>
                  <a:pt x="10261" y="3276"/>
                </a:moveTo>
                <a:lnTo>
                  <a:pt x="10134" y="3009"/>
                </a:lnTo>
                <a:lnTo>
                  <a:pt x="10083" y="3175"/>
                </a:lnTo>
                <a:lnTo>
                  <a:pt x="10261" y="3276"/>
                </a:lnTo>
                <a:close/>
              </a:path>
              <a:path w="30480" h="17144">
                <a:moveTo>
                  <a:pt x="10299" y="16891"/>
                </a:moveTo>
                <a:lnTo>
                  <a:pt x="10223" y="16713"/>
                </a:lnTo>
                <a:lnTo>
                  <a:pt x="10185" y="16891"/>
                </a:lnTo>
                <a:close/>
              </a:path>
              <a:path w="30480" h="17144">
                <a:moveTo>
                  <a:pt x="10350" y="5092"/>
                </a:moveTo>
                <a:lnTo>
                  <a:pt x="10210" y="4940"/>
                </a:lnTo>
                <a:lnTo>
                  <a:pt x="10236" y="4762"/>
                </a:lnTo>
                <a:lnTo>
                  <a:pt x="10134" y="4914"/>
                </a:lnTo>
                <a:lnTo>
                  <a:pt x="10058" y="4648"/>
                </a:lnTo>
                <a:lnTo>
                  <a:pt x="9956" y="4826"/>
                </a:lnTo>
                <a:lnTo>
                  <a:pt x="10033" y="4991"/>
                </a:lnTo>
                <a:lnTo>
                  <a:pt x="9918" y="5346"/>
                </a:lnTo>
                <a:lnTo>
                  <a:pt x="9944" y="5486"/>
                </a:lnTo>
                <a:lnTo>
                  <a:pt x="9918" y="5715"/>
                </a:lnTo>
                <a:lnTo>
                  <a:pt x="10033" y="5435"/>
                </a:lnTo>
                <a:lnTo>
                  <a:pt x="10248" y="5511"/>
                </a:lnTo>
                <a:lnTo>
                  <a:pt x="10312" y="5283"/>
                </a:lnTo>
                <a:lnTo>
                  <a:pt x="10350" y="5092"/>
                </a:lnTo>
                <a:close/>
              </a:path>
              <a:path w="30480" h="17144">
                <a:moveTo>
                  <a:pt x="10388" y="16891"/>
                </a:moveTo>
                <a:close/>
              </a:path>
              <a:path w="30480" h="17144">
                <a:moveTo>
                  <a:pt x="10541" y="4140"/>
                </a:moveTo>
                <a:lnTo>
                  <a:pt x="10502" y="4356"/>
                </a:lnTo>
                <a:lnTo>
                  <a:pt x="10541" y="4140"/>
                </a:lnTo>
                <a:close/>
              </a:path>
              <a:path w="30480" h="17144">
                <a:moveTo>
                  <a:pt x="10629" y="3822"/>
                </a:moveTo>
                <a:lnTo>
                  <a:pt x="10604" y="3606"/>
                </a:lnTo>
                <a:lnTo>
                  <a:pt x="10464" y="3721"/>
                </a:lnTo>
                <a:lnTo>
                  <a:pt x="10629" y="3822"/>
                </a:lnTo>
                <a:close/>
              </a:path>
              <a:path w="30480" h="17144">
                <a:moveTo>
                  <a:pt x="10642" y="14617"/>
                </a:moveTo>
                <a:lnTo>
                  <a:pt x="10502" y="14668"/>
                </a:lnTo>
                <a:lnTo>
                  <a:pt x="10579" y="14859"/>
                </a:lnTo>
                <a:lnTo>
                  <a:pt x="10642" y="14617"/>
                </a:lnTo>
                <a:close/>
              </a:path>
              <a:path w="30480" h="17144">
                <a:moveTo>
                  <a:pt x="10718" y="15011"/>
                </a:moveTo>
                <a:lnTo>
                  <a:pt x="10541" y="14884"/>
                </a:lnTo>
                <a:lnTo>
                  <a:pt x="10502" y="15138"/>
                </a:lnTo>
                <a:lnTo>
                  <a:pt x="10693" y="15138"/>
                </a:lnTo>
                <a:lnTo>
                  <a:pt x="10718" y="15011"/>
                </a:lnTo>
                <a:close/>
              </a:path>
              <a:path w="30480" h="17144">
                <a:moveTo>
                  <a:pt x="10985" y="393"/>
                </a:moveTo>
                <a:lnTo>
                  <a:pt x="10833" y="571"/>
                </a:lnTo>
                <a:lnTo>
                  <a:pt x="10883" y="838"/>
                </a:lnTo>
                <a:lnTo>
                  <a:pt x="10934" y="635"/>
                </a:lnTo>
                <a:lnTo>
                  <a:pt x="10985" y="393"/>
                </a:lnTo>
                <a:close/>
              </a:path>
              <a:path w="30480" h="17144">
                <a:moveTo>
                  <a:pt x="11188" y="16891"/>
                </a:moveTo>
                <a:lnTo>
                  <a:pt x="11163" y="16713"/>
                </a:lnTo>
                <a:lnTo>
                  <a:pt x="11112" y="16891"/>
                </a:lnTo>
                <a:close/>
              </a:path>
              <a:path w="30480" h="17144">
                <a:moveTo>
                  <a:pt x="11264" y="1854"/>
                </a:moveTo>
                <a:lnTo>
                  <a:pt x="11112" y="1701"/>
                </a:lnTo>
                <a:lnTo>
                  <a:pt x="11264" y="1854"/>
                </a:lnTo>
                <a:close/>
              </a:path>
              <a:path w="30480" h="17144">
                <a:moveTo>
                  <a:pt x="11303" y="16891"/>
                </a:moveTo>
                <a:close/>
              </a:path>
              <a:path w="30480" h="17144">
                <a:moveTo>
                  <a:pt x="11404" y="1574"/>
                </a:moveTo>
                <a:lnTo>
                  <a:pt x="11163" y="1574"/>
                </a:lnTo>
                <a:lnTo>
                  <a:pt x="11404" y="1574"/>
                </a:lnTo>
                <a:close/>
              </a:path>
              <a:path w="30480" h="17144">
                <a:moveTo>
                  <a:pt x="11417" y="10858"/>
                </a:moveTo>
                <a:lnTo>
                  <a:pt x="11176" y="10845"/>
                </a:lnTo>
                <a:lnTo>
                  <a:pt x="11112" y="11049"/>
                </a:lnTo>
                <a:lnTo>
                  <a:pt x="11036" y="10858"/>
                </a:lnTo>
                <a:lnTo>
                  <a:pt x="10972" y="11442"/>
                </a:lnTo>
                <a:lnTo>
                  <a:pt x="11163" y="11150"/>
                </a:lnTo>
                <a:lnTo>
                  <a:pt x="11417" y="10858"/>
                </a:lnTo>
                <a:close/>
              </a:path>
              <a:path w="30480" h="17144">
                <a:moveTo>
                  <a:pt x="11620" y="15100"/>
                </a:moveTo>
                <a:lnTo>
                  <a:pt x="11518" y="14973"/>
                </a:lnTo>
                <a:lnTo>
                  <a:pt x="11404" y="15100"/>
                </a:lnTo>
                <a:lnTo>
                  <a:pt x="11620" y="15100"/>
                </a:lnTo>
                <a:close/>
              </a:path>
              <a:path w="30480" h="17144">
                <a:moveTo>
                  <a:pt x="11811" y="12153"/>
                </a:moveTo>
                <a:lnTo>
                  <a:pt x="11684" y="12153"/>
                </a:lnTo>
                <a:lnTo>
                  <a:pt x="11684" y="12369"/>
                </a:lnTo>
                <a:lnTo>
                  <a:pt x="11811" y="12153"/>
                </a:lnTo>
                <a:close/>
              </a:path>
              <a:path w="30480" h="17144">
                <a:moveTo>
                  <a:pt x="11861" y="7708"/>
                </a:moveTo>
                <a:lnTo>
                  <a:pt x="11785" y="8140"/>
                </a:lnTo>
                <a:lnTo>
                  <a:pt x="11861" y="7708"/>
                </a:lnTo>
                <a:close/>
              </a:path>
              <a:path w="30480" h="17144">
                <a:moveTo>
                  <a:pt x="11899" y="8851"/>
                </a:moveTo>
                <a:lnTo>
                  <a:pt x="11823" y="8610"/>
                </a:lnTo>
                <a:lnTo>
                  <a:pt x="11747" y="8966"/>
                </a:lnTo>
                <a:lnTo>
                  <a:pt x="11899" y="8851"/>
                </a:lnTo>
                <a:close/>
              </a:path>
              <a:path w="30480" h="17144">
                <a:moveTo>
                  <a:pt x="12001" y="14236"/>
                </a:moveTo>
                <a:lnTo>
                  <a:pt x="11734" y="14160"/>
                </a:lnTo>
                <a:lnTo>
                  <a:pt x="11912" y="14478"/>
                </a:lnTo>
                <a:lnTo>
                  <a:pt x="12001" y="14236"/>
                </a:lnTo>
                <a:close/>
              </a:path>
              <a:path w="30480" h="17144">
                <a:moveTo>
                  <a:pt x="12255" y="12877"/>
                </a:moveTo>
                <a:lnTo>
                  <a:pt x="12230" y="12712"/>
                </a:lnTo>
                <a:lnTo>
                  <a:pt x="12090" y="12915"/>
                </a:lnTo>
                <a:lnTo>
                  <a:pt x="12255" y="12877"/>
                </a:lnTo>
                <a:close/>
              </a:path>
              <a:path w="30480" h="17144">
                <a:moveTo>
                  <a:pt x="12446" y="1816"/>
                </a:moveTo>
                <a:lnTo>
                  <a:pt x="12407" y="1638"/>
                </a:lnTo>
                <a:lnTo>
                  <a:pt x="12331" y="1790"/>
                </a:lnTo>
                <a:close/>
              </a:path>
              <a:path w="30480" h="17144">
                <a:moveTo>
                  <a:pt x="12509" y="8890"/>
                </a:moveTo>
                <a:lnTo>
                  <a:pt x="12331" y="9105"/>
                </a:lnTo>
                <a:lnTo>
                  <a:pt x="12509" y="9067"/>
                </a:lnTo>
                <a:lnTo>
                  <a:pt x="12509" y="8890"/>
                </a:lnTo>
                <a:close/>
              </a:path>
              <a:path w="30480" h="17144">
                <a:moveTo>
                  <a:pt x="12547" y="3911"/>
                </a:moveTo>
                <a:lnTo>
                  <a:pt x="12331" y="3886"/>
                </a:lnTo>
                <a:lnTo>
                  <a:pt x="12357" y="4038"/>
                </a:lnTo>
                <a:lnTo>
                  <a:pt x="12547" y="3911"/>
                </a:lnTo>
                <a:close/>
              </a:path>
              <a:path w="30480" h="17144">
                <a:moveTo>
                  <a:pt x="12623" y="14795"/>
                </a:moveTo>
                <a:lnTo>
                  <a:pt x="12446" y="14668"/>
                </a:lnTo>
                <a:lnTo>
                  <a:pt x="12509" y="14871"/>
                </a:lnTo>
                <a:close/>
              </a:path>
              <a:path w="30480" h="17144">
                <a:moveTo>
                  <a:pt x="12661" y="7480"/>
                </a:moveTo>
                <a:lnTo>
                  <a:pt x="12484" y="7239"/>
                </a:lnTo>
                <a:lnTo>
                  <a:pt x="12649" y="7137"/>
                </a:lnTo>
                <a:lnTo>
                  <a:pt x="12560" y="6972"/>
                </a:lnTo>
                <a:lnTo>
                  <a:pt x="12331" y="7162"/>
                </a:lnTo>
                <a:lnTo>
                  <a:pt x="12509" y="7658"/>
                </a:lnTo>
                <a:lnTo>
                  <a:pt x="12560" y="7835"/>
                </a:lnTo>
                <a:lnTo>
                  <a:pt x="12560" y="7569"/>
                </a:lnTo>
                <a:close/>
              </a:path>
              <a:path w="30480" h="17144">
                <a:moveTo>
                  <a:pt x="12763" y="11684"/>
                </a:moveTo>
                <a:lnTo>
                  <a:pt x="12547" y="11480"/>
                </a:lnTo>
                <a:lnTo>
                  <a:pt x="12547" y="11684"/>
                </a:lnTo>
                <a:lnTo>
                  <a:pt x="12509" y="11874"/>
                </a:lnTo>
                <a:lnTo>
                  <a:pt x="12763" y="11684"/>
                </a:lnTo>
                <a:close/>
              </a:path>
              <a:path w="30480" h="17144">
                <a:moveTo>
                  <a:pt x="12903" y="1409"/>
                </a:moveTo>
                <a:lnTo>
                  <a:pt x="12763" y="1384"/>
                </a:lnTo>
                <a:lnTo>
                  <a:pt x="12788" y="1600"/>
                </a:lnTo>
                <a:lnTo>
                  <a:pt x="12903" y="1409"/>
                </a:lnTo>
                <a:close/>
              </a:path>
              <a:path w="30480" h="17144">
                <a:moveTo>
                  <a:pt x="13004" y="7772"/>
                </a:moveTo>
                <a:lnTo>
                  <a:pt x="12903" y="7480"/>
                </a:lnTo>
                <a:lnTo>
                  <a:pt x="12839" y="7620"/>
                </a:lnTo>
                <a:lnTo>
                  <a:pt x="12865" y="7797"/>
                </a:lnTo>
                <a:lnTo>
                  <a:pt x="13004" y="7772"/>
                </a:lnTo>
                <a:close/>
              </a:path>
              <a:path w="30480" h="17144">
                <a:moveTo>
                  <a:pt x="13284" y="10934"/>
                </a:moveTo>
                <a:lnTo>
                  <a:pt x="13144" y="11150"/>
                </a:lnTo>
                <a:lnTo>
                  <a:pt x="13284" y="10934"/>
                </a:lnTo>
                <a:close/>
              </a:path>
              <a:path w="30480" h="17144">
                <a:moveTo>
                  <a:pt x="13398" y="4826"/>
                </a:moveTo>
                <a:lnTo>
                  <a:pt x="13233" y="4660"/>
                </a:lnTo>
                <a:lnTo>
                  <a:pt x="13208" y="4851"/>
                </a:lnTo>
                <a:lnTo>
                  <a:pt x="13220" y="4572"/>
                </a:lnTo>
                <a:lnTo>
                  <a:pt x="13106" y="4838"/>
                </a:lnTo>
                <a:lnTo>
                  <a:pt x="13081" y="5105"/>
                </a:lnTo>
                <a:lnTo>
                  <a:pt x="13106" y="5257"/>
                </a:lnTo>
                <a:lnTo>
                  <a:pt x="13131" y="5080"/>
                </a:lnTo>
                <a:lnTo>
                  <a:pt x="13398" y="4826"/>
                </a:lnTo>
                <a:close/>
              </a:path>
              <a:path w="30480" h="17144">
                <a:moveTo>
                  <a:pt x="13487" y="11950"/>
                </a:moveTo>
                <a:lnTo>
                  <a:pt x="13436" y="11696"/>
                </a:lnTo>
                <a:lnTo>
                  <a:pt x="13373" y="11950"/>
                </a:lnTo>
                <a:close/>
              </a:path>
              <a:path w="30480" h="17144">
                <a:moveTo>
                  <a:pt x="13500" y="9969"/>
                </a:moveTo>
                <a:lnTo>
                  <a:pt x="13474" y="9829"/>
                </a:lnTo>
                <a:lnTo>
                  <a:pt x="13258" y="10083"/>
                </a:lnTo>
                <a:lnTo>
                  <a:pt x="13373" y="10236"/>
                </a:lnTo>
                <a:lnTo>
                  <a:pt x="13500" y="9969"/>
                </a:lnTo>
                <a:close/>
              </a:path>
              <a:path w="30480" h="17144">
                <a:moveTo>
                  <a:pt x="13677" y="3898"/>
                </a:moveTo>
                <a:lnTo>
                  <a:pt x="13436" y="3924"/>
                </a:lnTo>
                <a:lnTo>
                  <a:pt x="13423" y="4660"/>
                </a:lnTo>
                <a:lnTo>
                  <a:pt x="13614" y="4406"/>
                </a:lnTo>
                <a:lnTo>
                  <a:pt x="13639" y="4191"/>
                </a:lnTo>
                <a:lnTo>
                  <a:pt x="13677" y="3898"/>
                </a:lnTo>
                <a:close/>
              </a:path>
              <a:path w="30480" h="17144">
                <a:moveTo>
                  <a:pt x="13690" y="8458"/>
                </a:moveTo>
                <a:lnTo>
                  <a:pt x="13550" y="8280"/>
                </a:lnTo>
                <a:lnTo>
                  <a:pt x="13576" y="8458"/>
                </a:lnTo>
                <a:close/>
              </a:path>
              <a:path w="30480" h="17144">
                <a:moveTo>
                  <a:pt x="13944" y="12268"/>
                </a:moveTo>
                <a:lnTo>
                  <a:pt x="13906" y="11887"/>
                </a:lnTo>
                <a:lnTo>
                  <a:pt x="13792" y="12077"/>
                </a:lnTo>
                <a:lnTo>
                  <a:pt x="13944" y="12268"/>
                </a:lnTo>
                <a:close/>
              </a:path>
              <a:path w="30480" h="17144">
                <a:moveTo>
                  <a:pt x="13944" y="3289"/>
                </a:moveTo>
                <a:lnTo>
                  <a:pt x="13728" y="3403"/>
                </a:lnTo>
                <a:lnTo>
                  <a:pt x="13589" y="3873"/>
                </a:lnTo>
                <a:lnTo>
                  <a:pt x="13766" y="3797"/>
                </a:lnTo>
                <a:lnTo>
                  <a:pt x="13741" y="3657"/>
                </a:lnTo>
                <a:lnTo>
                  <a:pt x="13944" y="3289"/>
                </a:lnTo>
                <a:close/>
              </a:path>
              <a:path w="30480" h="17144">
                <a:moveTo>
                  <a:pt x="14262" y="2159"/>
                </a:moveTo>
                <a:lnTo>
                  <a:pt x="14147" y="2032"/>
                </a:lnTo>
                <a:lnTo>
                  <a:pt x="14147" y="2286"/>
                </a:lnTo>
                <a:lnTo>
                  <a:pt x="14109" y="2425"/>
                </a:lnTo>
                <a:lnTo>
                  <a:pt x="14109" y="2603"/>
                </a:lnTo>
                <a:lnTo>
                  <a:pt x="14173" y="2400"/>
                </a:lnTo>
                <a:lnTo>
                  <a:pt x="14262" y="2159"/>
                </a:lnTo>
                <a:close/>
              </a:path>
              <a:path w="30480" h="17144">
                <a:moveTo>
                  <a:pt x="17005" y="6007"/>
                </a:moveTo>
                <a:lnTo>
                  <a:pt x="16827" y="5969"/>
                </a:lnTo>
                <a:lnTo>
                  <a:pt x="16852" y="6146"/>
                </a:lnTo>
                <a:lnTo>
                  <a:pt x="17005" y="6007"/>
                </a:lnTo>
                <a:close/>
              </a:path>
              <a:path w="30480" h="17144">
                <a:moveTo>
                  <a:pt x="29578" y="12369"/>
                </a:moveTo>
                <a:lnTo>
                  <a:pt x="29514" y="11341"/>
                </a:lnTo>
                <a:lnTo>
                  <a:pt x="29540" y="10617"/>
                </a:lnTo>
                <a:lnTo>
                  <a:pt x="29451" y="11163"/>
                </a:lnTo>
                <a:lnTo>
                  <a:pt x="29527" y="12204"/>
                </a:lnTo>
                <a:lnTo>
                  <a:pt x="29502" y="12928"/>
                </a:lnTo>
                <a:lnTo>
                  <a:pt x="29578" y="12369"/>
                </a:lnTo>
                <a:close/>
              </a:path>
              <a:path w="30480" h="17144">
                <a:moveTo>
                  <a:pt x="30327" y="16891"/>
                </a:moveTo>
                <a:lnTo>
                  <a:pt x="30302" y="16751"/>
                </a:lnTo>
                <a:lnTo>
                  <a:pt x="30276" y="16624"/>
                </a:lnTo>
                <a:lnTo>
                  <a:pt x="30264" y="16497"/>
                </a:lnTo>
                <a:lnTo>
                  <a:pt x="30264" y="168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1953615" y="1104861"/>
            <a:ext cx="29845" cy="18415"/>
          </a:xfrm>
          <a:custGeom>
            <a:avLst/>
            <a:gdLst/>
            <a:ahLst/>
            <a:cxnLst/>
            <a:rect l="l" t="t" r="r" b="b"/>
            <a:pathLst>
              <a:path w="29844" h="18415">
                <a:moveTo>
                  <a:pt x="6807" y="6629"/>
                </a:moveTo>
                <a:lnTo>
                  <a:pt x="6667" y="6731"/>
                </a:lnTo>
                <a:lnTo>
                  <a:pt x="6807" y="6858"/>
                </a:lnTo>
                <a:lnTo>
                  <a:pt x="6807" y="6629"/>
                </a:lnTo>
                <a:close/>
              </a:path>
              <a:path w="29844" h="18415">
                <a:moveTo>
                  <a:pt x="7861" y="16383"/>
                </a:moveTo>
                <a:lnTo>
                  <a:pt x="7658" y="16217"/>
                </a:lnTo>
                <a:lnTo>
                  <a:pt x="7759" y="16383"/>
                </a:lnTo>
                <a:lnTo>
                  <a:pt x="7785" y="16535"/>
                </a:lnTo>
                <a:lnTo>
                  <a:pt x="7861" y="16383"/>
                </a:lnTo>
                <a:close/>
              </a:path>
              <a:path w="29844" h="18415">
                <a:moveTo>
                  <a:pt x="8928" y="7086"/>
                </a:moveTo>
                <a:lnTo>
                  <a:pt x="8801" y="6832"/>
                </a:lnTo>
                <a:lnTo>
                  <a:pt x="8801" y="7086"/>
                </a:lnTo>
                <a:lnTo>
                  <a:pt x="8928" y="7086"/>
                </a:lnTo>
                <a:close/>
              </a:path>
              <a:path w="29844" h="18415">
                <a:moveTo>
                  <a:pt x="9321" y="16421"/>
                </a:moveTo>
                <a:lnTo>
                  <a:pt x="9271" y="16649"/>
                </a:lnTo>
                <a:lnTo>
                  <a:pt x="9321" y="16421"/>
                </a:lnTo>
                <a:close/>
              </a:path>
              <a:path w="29844" h="18415">
                <a:moveTo>
                  <a:pt x="9423" y="8293"/>
                </a:moveTo>
                <a:lnTo>
                  <a:pt x="9334" y="7772"/>
                </a:lnTo>
                <a:lnTo>
                  <a:pt x="9182" y="7772"/>
                </a:lnTo>
                <a:lnTo>
                  <a:pt x="9232" y="7937"/>
                </a:lnTo>
                <a:lnTo>
                  <a:pt x="9232" y="8089"/>
                </a:lnTo>
                <a:lnTo>
                  <a:pt x="9182" y="8267"/>
                </a:lnTo>
                <a:lnTo>
                  <a:pt x="9080" y="8140"/>
                </a:lnTo>
                <a:lnTo>
                  <a:pt x="8991" y="8318"/>
                </a:lnTo>
                <a:lnTo>
                  <a:pt x="9156" y="8458"/>
                </a:lnTo>
                <a:lnTo>
                  <a:pt x="9372" y="8458"/>
                </a:lnTo>
                <a:lnTo>
                  <a:pt x="9410" y="8648"/>
                </a:lnTo>
                <a:lnTo>
                  <a:pt x="9423" y="8293"/>
                </a:lnTo>
                <a:close/>
              </a:path>
              <a:path w="29844" h="18415">
                <a:moveTo>
                  <a:pt x="9664" y="7048"/>
                </a:moveTo>
                <a:lnTo>
                  <a:pt x="9575" y="7327"/>
                </a:lnTo>
                <a:lnTo>
                  <a:pt x="9512" y="7137"/>
                </a:lnTo>
                <a:lnTo>
                  <a:pt x="9283" y="7137"/>
                </a:lnTo>
                <a:lnTo>
                  <a:pt x="9423" y="7200"/>
                </a:lnTo>
                <a:lnTo>
                  <a:pt x="9448" y="7353"/>
                </a:lnTo>
                <a:lnTo>
                  <a:pt x="9423" y="7569"/>
                </a:lnTo>
                <a:lnTo>
                  <a:pt x="9525" y="7429"/>
                </a:lnTo>
                <a:lnTo>
                  <a:pt x="9423" y="7632"/>
                </a:lnTo>
                <a:lnTo>
                  <a:pt x="9461" y="7835"/>
                </a:lnTo>
                <a:lnTo>
                  <a:pt x="9626" y="7531"/>
                </a:lnTo>
                <a:lnTo>
                  <a:pt x="9664" y="7048"/>
                </a:lnTo>
                <a:close/>
              </a:path>
              <a:path w="29844" h="18415">
                <a:moveTo>
                  <a:pt x="9829" y="17399"/>
                </a:moveTo>
                <a:lnTo>
                  <a:pt x="9766" y="17170"/>
                </a:lnTo>
                <a:lnTo>
                  <a:pt x="9766" y="17360"/>
                </a:lnTo>
                <a:close/>
              </a:path>
              <a:path w="29844" h="18415">
                <a:moveTo>
                  <a:pt x="9893" y="17119"/>
                </a:moveTo>
                <a:lnTo>
                  <a:pt x="9855" y="16789"/>
                </a:lnTo>
                <a:lnTo>
                  <a:pt x="9791" y="17145"/>
                </a:lnTo>
                <a:close/>
              </a:path>
              <a:path w="29844" h="18415">
                <a:moveTo>
                  <a:pt x="9982" y="850"/>
                </a:moveTo>
                <a:lnTo>
                  <a:pt x="9766" y="889"/>
                </a:lnTo>
                <a:lnTo>
                  <a:pt x="9766" y="1181"/>
                </a:lnTo>
                <a:lnTo>
                  <a:pt x="9982" y="1041"/>
                </a:lnTo>
                <a:lnTo>
                  <a:pt x="9982" y="850"/>
                </a:lnTo>
                <a:close/>
              </a:path>
              <a:path w="29844" h="18415">
                <a:moveTo>
                  <a:pt x="10020" y="18021"/>
                </a:moveTo>
                <a:lnTo>
                  <a:pt x="9880" y="17881"/>
                </a:lnTo>
                <a:lnTo>
                  <a:pt x="9944" y="18110"/>
                </a:lnTo>
                <a:lnTo>
                  <a:pt x="9918" y="18249"/>
                </a:lnTo>
                <a:lnTo>
                  <a:pt x="10007" y="18122"/>
                </a:lnTo>
                <a:close/>
              </a:path>
              <a:path w="29844" h="18415">
                <a:moveTo>
                  <a:pt x="10045" y="7531"/>
                </a:moveTo>
                <a:lnTo>
                  <a:pt x="9893" y="7607"/>
                </a:lnTo>
                <a:lnTo>
                  <a:pt x="10045" y="7531"/>
                </a:lnTo>
                <a:close/>
              </a:path>
              <a:path w="29844" h="18415">
                <a:moveTo>
                  <a:pt x="10083" y="3657"/>
                </a:moveTo>
                <a:lnTo>
                  <a:pt x="9944" y="3594"/>
                </a:lnTo>
                <a:lnTo>
                  <a:pt x="9982" y="3797"/>
                </a:lnTo>
                <a:lnTo>
                  <a:pt x="9842" y="3873"/>
                </a:lnTo>
                <a:lnTo>
                  <a:pt x="9880" y="4013"/>
                </a:lnTo>
                <a:lnTo>
                  <a:pt x="10058" y="3949"/>
                </a:lnTo>
                <a:lnTo>
                  <a:pt x="10058" y="3721"/>
                </a:lnTo>
                <a:close/>
              </a:path>
              <a:path w="29844" h="18415">
                <a:moveTo>
                  <a:pt x="10185" y="16052"/>
                </a:moveTo>
                <a:lnTo>
                  <a:pt x="10058" y="15875"/>
                </a:lnTo>
                <a:lnTo>
                  <a:pt x="9766" y="14630"/>
                </a:lnTo>
                <a:lnTo>
                  <a:pt x="9702" y="14338"/>
                </a:lnTo>
                <a:lnTo>
                  <a:pt x="9956" y="14338"/>
                </a:lnTo>
                <a:lnTo>
                  <a:pt x="9855" y="13398"/>
                </a:lnTo>
                <a:lnTo>
                  <a:pt x="9702" y="13398"/>
                </a:lnTo>
                <a:lnTo>
                  <a:pt x="9613" y="13030"/>
                </a:lnTo>
                <a:lnTo>
                  <a:pt x="9461" y="13030"/>
                </a:lnTo>
                <a:lnTo>
                  <a:pt x="9461" y="14338"/>
                </a:lnTo>
                <a:lnTo>
                  <a:pt x="9410" y="14871"/>
                </a:lnTo>
                <a:lnTo>
                  <a:pt x="9067" y="14338"/>
                </a:lnTo>
                <a:lnTo>
                  <a:pt x="9271" y="14973"/>
                </a:lnTo>
                <a:lnTo>
                  <a:pt x="9118" y="15087"/>
                </a:lnTo>
                <a:lnTo>
                  <a:pt x="8572" y="14338"/>
                </a:lnTo>
                <a:lnTo>
                  <a:pt x="8483" y="14706"/>
                </a:lnTo>
                <a:lnTo>
                  <a:pt x="8369" y="14338"/>
                </a:lnTo>
                <a:lnTo>
                  <a:pt x="8572" y="14338"/>
                </a:lnTo>
                <a:lnTo>
                  <a:pt x="9067" y="14338"/>
                </a:lnTo>
                <a:lnTo>
                  <a:pt x="9461" y="14338"/>
                </a:lnTo>
                <a:lnTo>
                  <a:pt x="9461" y="13030"/>
                </a:lnTo>
                <a:lnTo>
                  <a:pt x="25" y="13030"/>
                </a:lnTo>
                <a:lnTo>
                  <a:pt x="152" y="18237"/>
                </a:lnTo>
                <a:lnTo>
                  <a:pt x="9207" y="18237"/>
                </a:lnTo>
                <a:lnTo>
                  <a:pt x="9156" y="17843"/>
                </a:lnTo>
                <a:lnTo>
                  <a:pt x="9334" y="17665"/>
                </a:lnTo>
                <a:lnTo>
                  <a:pt x="8788" y="17665"/>
                </a:lnTo>
                <a:lnTo>
                  <a:pt x="8750" y="17818"/>
                </a:lnTo>
                <a:lnTo>
                  <a:pt x="8636" y="17665"/>
                </a:lnTo>
                <a:lnTo>
                  <a:pt x="8102" y="17005"/>
                </a:lnTo>
                <a:lnTo>
                  <a:pt x="8089" y="17665"/>
                </a:lnTo>
                <a:lnTo>
                  <a:pt x="8039" y="17005"/>
                </a:lnTo>
                <a:lnTo>
                  <a:pt x="7708" y="17005"/>
                </a:lnTo>
                <a:lnTo>
                  <a:pt x="7708" y="16840"/>
                </a:lnTo>
                <a:lnTo>
                  <a:pt x="7505" y="16510"/>
                </a:lnTo>
                <a:lnTo>
                  <a:pt x="7543" y="16052"/>
                </a:lnTo>
                <a:lnTo>
                  <a:pt x="7124" y="16052"/>
                </a:lnTo>
                <a:lnTo>
                  <a:pt x="7124" y="14338"/>
                </a:lnTo>
                <a:lnTo>
                  <a:pt x="7810" y="14338"/>
                </a:lnTo>
                <a:lnTo>
                  <a:pt x="8331" y="15379"/>
                </a:lnTo>
                <a:lnTo>
                  <a:pt x="8255" y="15684"/>
                </a:lnTo>
                <a:lnTo>
                  <a:pt x="7734" y="16052"/>
                </a:lnTo>
                <a:lnTo>
                  <a:pt x="8178" y="16052"/>
                </a:lnTo>
                <a:lnTo>
                  <a:pt x="10109" y="16052"/>
                </a:lnTo>
                <a:close/>
              </a:path>
              <a:path w="29844" h="18415">
                <a:moveTo>
                  <a:pt x="10198" y="4076"/>
                </a:moveTo>
                <a:lnTo>
                  <a:pt x="10134" y="4279"/>
                </a:lnTo>
                <a:lnTo>
                  <a:pt x="10198" y="4076"/>
                </a:lnTo>
                <a:close/>
              </a:path>
              <a:path w="29844" h="18415">
                <a:moveTo>
                  <a:pt x="10261" y="4572"/>
                </a:moveTo>
                <a:lnTo>
                  <a:pt x="10083" y="4660"/>
                </a:lnTo>
                <a:lnTo>
                  <a:pt x="10134" y="4838"/>
                </a:lnTo>
                <a:lnTo>
                  <a:pt x="10261" y="4572"/>
                </a:lnTo>
                <a:close/>
              </a:path>
              <a:path w="29844" h="18415">
                <a:moveTo>
                  <a:pt x="10261" y="1651"/>
                </a:moveTo>
                <a:lnTo>
                  <a:pt x="10198" y="1384"/>
                </a:lnTo>
                <a:lnTo>
                  <a:pt x="9982" y="1384"/>
                </a:lnTo>
                <a:lnTo>
                  <a:pt x="9842" y="1562"/>
                </a:lnTo>
                <a:lnTo>
                  <a:pt x="9931" y="1866"/>
                </a:lnTo>
                <a:lnTo>
                  <a:pt x="10045" y="2070"/>
                </a:lnTo>
                <a:lnTo>
                  <a:pt x="10236" y="1828"/>
                </a:lnTo>
                <a:lnTo>
                  <a:pt x="10083" y="1752"/>
                </a:lnTo>
                <a:lnTo>
                  <a:pt x="9982" y="1574"/>
                </a:lnTo>
                <a:lnTo>
                  <a:pt x="10198" y="1460"/>
                </a:lnTo>
                <a:lnTo>
                  <a:pt x="10261" y="1651"/>
                </a:lnTo>
                <a:close/>
              </a:path>
              <a:path w="29844" h="18415">
                <a:moveTo>
                  <a:pt x="10299" y="9182"/>
                </a:moveTo>
                <a:lnTo>
                  <a:pt x="10223" y="9004"/>
                </a:lnTo>
                <a:lnTo>
                  <a:pt x="10185" y="9182"/>
                </a:lnTo>
                <a:lnTo>
                  <a:pt x="9804" y="9791"/>
                </a:lnTo>
                <a:lnTo>
                  <a:pt x="9664" y="9093"/>
                </a:lnTo>
                <a:lnTo>
                  <a:pt x="9626" y="9537"/>
                </a:lnTo>
                <a:lnTo>
                  <a:pt x="9525" y="9093"/>
                </a:lnTo>
                <a:lnTo>
                  <a:pt x="7886" y="9093"/>
                </a:lnTo>
                <a:lnTo>
                  <a:pt x="7886" y="11328"/>
                </a:lnTo>
                <a:lnTo>
                  <a:pt x="7835" y="11671"/>
                </a:lnTo>
                <a:lnTo>
                  <a:pt x="7797" y="11506"/>
                </a:lnTo>
                <a:lnTo>
                  <a:pt x="7797" y="12014"/>
                </a:lnTo>
                <a:lnTo>
                  <a:pt x="7759" y="12420"/>
                </a:lnTo>
                <a:lnTo>
                  <a:pt x="7429" y="12420"/>
                </a:lnTo>
                <a:lnTo>
                  <a:pt x="7797" y="12014"/>
                </a:lnTo>
                <a:lnTo>
                  <a:pt x="7797" y="11506"/>
                </a:lnTo>
                <a:lnTo>
                  <a:pt x="7759" y="11328"/>
                </a:lnTo>
                <a:lnTo>
                  <a:pt x="7886" y="11328"/>
                </a:lnTo>
                <a:lnTo>
                  <a:pt x="7886" y="9093"/>
                </a:lnTo>
                <a:lnTo>
                  <a:pt x="0" y="9093"/>
                </a:lnTo>
                <a:lnTo>
                  <a:pt x="25" y="12598"/>
                </a:lnTo>
                <a:lnTo>
                  <a:pt x="8013" y="12598"/>
                </a:lnTo>
                <a:lnTo>
                  <a:pt x="9550" y="12598"/>
                </a:lnTo>
                <a:lnTo>
                  <a:pt x="9613" y="12420"/>
                </a:lnTo>
                <a:lnTo>
                  <a:pt x="8039" y="12420"/>
                </a:lnTo>
                <a:lnTo>
                  <a:pt x="7899" y="11899"/>
                </a:lnTo>
                <a:lnTo>
                  <a:pt x="8420" y="11328"/>
                </a:lnTo>
                <a:lnTo>
                  <a:pt x="9245" y="11328"/>
                </a:lnTo>
                <a:lnTo>
                  <a:pt x="9537" y="11823"/>
                </a:lnTo>
                <a:lnTo>
                  <a:pt x="9486" y="11328"/>
                </a:lnTo>
                <a:lnTo>
                  <a:pt x="9918" y="11328"/>
                </a:lnTo>
                <a:lnTo>
                  <a:pt x="9855" y="10909"/>
                </a:lnTo>
                <a:lnTo>
                  <a:pt x="9613" y="10744"/>
                </a:lnTo>
                <a:lnTo>
                  <a:pt x="9728" y="9918"/>
                </a:lnTo>
                <a:lnTo>
                  <a:pt x="10236" y="9918"/>
                </a:lnTo>
                <a:lnTo>
                  <a:pt x="10236" y="9182"/>
                </a:lnTo>
                <a:close/>
              </a:path>
              <a:path w="29844" h="18415">
                <a:moveTo>
                  <a:pt x="10350" y="2743"/>
                </a:moveTo>
                <a:lnTo>
                  <a:pt x="10312" y="2552"/>
                </a:lnTo>
                <a:lnTo>
                  <a:pt x="10248" y="2324"/>
                </a:lnTo>
                <a:lnTo>
                  <a:pt x="10033" y="2413"/>
                </a:lnTo>
                <a:lnTo>
                  <a:pt x="10033" y="2108"/>
                </a:lnTo>
                <a:lnTo>
                  <a:pt x="9944" y="2362"/>
                </a:lnTo>
                <a:lnTo>
                  <a:pt x="10007" y="2616"/>
                </a:lnTo>
                <a:lnTo>
                  <a:pt x="9918" y="2921"/>
                </a:lnTo>
                <a:lnTo>
                  <a:pt x="10058" y="3213"/>
                </a:lnTo>
                <a:lnTo>
                  <a:pt x="10134" y="2933"/>
                </a:lnTo>
                <a:lnTo>
                  <a:pt x="10236" y="3073"/>
                </a:lnTo>
                <a:lnTo>
                  <a:pt x="10312" y="2908"/>
                </a:lnTo>
                <a:lnTo>
                  <a:pt x="10350" y="2743"/>
                </a:lnTo>
                <a:close/>
              </a:path>
              <a:path w="29844" h="18415">
                <a:moveTo>
                  <a:pt x="10388" y="18249"/>
                </a:moveTo>
                <a:close/>
              </a:path>
              <a:path w="29844" h="18415">
                <a:moveTo>
                  <a:pt x="10541" y="3708"/>
                </a:moveTo>
                <a:lnTo>
                  <a:pt x="10502" y="3492"/>
                </a:lnTo>
                <a:lnTo>
                  <a:pt x="10464" y="3657"/>
                </a:lnTo>
                <a:close/>
              </a:path>
              <a:path w="29844" h="18415">
                <a:moveTo>
                  <a:pt x="10629" y="4013"/>
                </a:moveTo>
                <a:lnTo>
                  <a:pt x="10464" y="4114"/>
                </a:lnTo>
                <a:lnTo>
                  <a:pt x="10604" y="4241"/>
                </a:lnTo>
                <a:lnTo>
                  <a:pt x="10629" y="4013"/>
                </a:lnTo>
                <a:close/>
              </a:path>
              <a:path w="29844" h="18415">
                <a:moveTo>
                  <a:pt x="10642" y="15963"/>
                </a:moveTo>
                <a:lnTo>
                  <a:pt x="10502" y="16040"/>
                </a:lnTo>
                <a:lnTo>
                  <a:pt x="10579" y="16217"/>
                </a:lnTo>
                <a:lnTo>
                  <a:pt x="10642" y="15963"/>
                </a:lnTo>
                <a:close/>
              </a:path>
              <a:path w="29844" h="18415">
                <a:moveTo>
                  <a:pt x="10718" y="16370"/>
                </a:moveTo>
                <a:lnTo>
                  <a:pt x="10541" y="16243"/>
                </a:lnTo>
                <a:lnTo>
                  <a:pt x="10502" y="16484"/>
                </a:lnTo>
                <a:lnTo>
                  <a:pt x="10693" y="16484"/>
                </a:lnTo>
                <a:close/>
              </a:path>
              <a:path w="29844" h="18415">
                <a:moveTo>
                  <a:pt x="10998" y="7264"/>
                </a:moveTo>
                <a:lnTo>
                  <a:pt x="10833" y="7251"/>
                </a:lnTo>
                <a:lnTo>
                  <a:pt x="10883" y="7010"/>
                </a:lnTo>
                <a:lnTo>
                  <a:pt x="10756" y="7264"/>
                </a:lnTo>
                <a:lnTo>
                  <a:pt x="10985" y="7467"/>
                </a:lnTo>
                <a:lnTo>
                  <a:pt x="10998" y="7264"/>
                </a:lnTo>
                <a:close/>
              </a:path>
              <a:path w="29844" h="18415">
                <a:moveTo>
                  <a:pt x="11188" y="18249"/>
                </a:moveTo>
                <a:lnTo>
                  <a:pt x="11163" y="18084"/>
                </a:lnTo>
                <a:lnTo>
                  <a:pt x="11125" y="18249"/>
                </a:lnTo>
                <a:close/>
              </a:path>
              <a:path w="29844" h="18415">
                <a:moveTo>
                  <a:pt x="11404" y="6273"/>
                </a:moveTo>
                <a:lnTo>
                  <a:pt x="11277" y="6172"/>
                </a:lnTo>
                <a:lnTo>
                  <a:pt x="11303" y="6311"/>
                </a:lnTo>
                <a:close/>
              </a:path>
              <a:path w="29844" h="18415">
                <a:moveTo>
                  <a:pt x="11417" y="12255"/>
                </a:moveTo>
                <a:lnTo>
                  <a:pt x="11176" y="12255"/>
                </a:lnTo>
                <a:lnTo>
                  <a:pt x="11176" y="12115"/>
                </a:lnTo>
                <a:lnTo>
                  <a:pt x="11112" y="12420"/>
                </a:lnTo>
                <a:lnTo>
                  <a:pt x="11036" y="12242"/>
                </a:lnTo>
                <a:lnTo>
                  <a:pt x="10972" y="12801"/>
                </a:lnTo>
                <a:lnTo>
                  <a:pt x="11163" y="12509"/>
                </a:lnTo>
                <a:lnTo>
                  <a:pt x="11417" y="12255"/>
                </a:lnTo>
                <a:close/>
              </a:path>
              <a:path w="29844" h="18415">
                <a:moveTo>
                  <a:pt x="11620" y="16459"/>
                </a:moveTo>
                <a:lnTo>
                  <a:pt x="11518" y="16319"/>
                </a:lnTo>
                <a:lnTo>
                  <a:pt x="11404" y="16459"/>
                </a:lnTo>
                <a:lnTo>
                  <a:pt x="11620" y="16459"/>
                </a:lnTo>
                <a:close/>
              </a:path>
              <a:path w="29844" h="18415">
                <a:moveTo>
                  <a:pt x="11811" y="13525"/>
                </a:moveTo>
                <a:lnTo>
                  <a:pt x="11684" y="13525"/>
                </a:lnTo>
                <a:lnTo>
                  <a:pt x="11684" y="13741"/>
                </a:lnTo>
                <a:lnTo>
                  <a:pt x="11811" y="13525"/>
                </a:lnTo>
                <a:close/>
              </a:path>
              <a:path w="29844" h="18415">
                <a:moveTo>
                  <a:pt x="11861" y="9067"/>
                </a:moveTo>
                <a:lnTo>
                  <a:pt x="11785" y="9499"/>
                </a:lnTo>
                <a:lnTo>
                  <a:pt x="11861" y="9067"/>
                </a:lnTo>
                <a:close/>
              </a:path>
              <a:path w="29844" h="18415">
                <a:moveTo>
                  <a:pt x="11899" y="10223"/>
                </a:moveTo>
                <a:lnTo>
                  <a:pt x="11823" y="9969"/>
                </a:lnTo>
                <a:lnTo>
                  <a:pt x="11747" y="10337"/>
                </a:lnTo>
                <a:lnTo>
                  <a:pt x="11899" y="10223"/>
                </a:lnTo>
                <a:close/>
              </a:path>
              <a:path w="29844" h="18415">
                <a:moveTo>
                  <a:pt x="12001" y="15595"/>
                </a:moveTo>
                <a:lnTo>
                  <a:pt x="11734" y="15506"/>
                </a:lnTo>
                <a:lnTo>
                  <a:pt x="11912" y="15836"/>
                </a:lnTo>
                <a:lnTo>
                  <a:pt x="12001" y="15595"/>
                </a:lnTo>
                <a:close/>
              </a:path>
              <a:path w="29844" h="18415">
                <a:moveTo>
                  <a:pt x="12255" y="14236"/>
                </a:moveTo>
                <a:lnTo>
                  <a:pt x="12230" y="14058"/>
                </a:lnTo>
                <a:lnTo>
                  <a:pt x="12090" y="14274"/>
                </a:lnTo>
                <a:lnTo>
                  <a:pt x="12255" y="14236"/>
                </a:lnTo>
                <a:close/>
              </a:path>
              <a:path w="29844" h="18415">
                <a:moveTo>
                  <a:pt x="12446" y="6769"/>
                </a:moveTo>
                <a:lnTo>
                  <a:pt x="12090" y="6705"/>
                </a:lnTo>
                <a:lnTo>
                  <a:pt x="12255" y="6883"/>
                </a:lnTo>
                <a:lnTo>
                  <a:pt x="12446" y="6769"/>
                </a:lnTo>
                <a:close/>
              </a:path>
              <a:path w="29844" h="18415">
                <a:moveTo>
                  <a:pt x="12446" y="6032"/>
                </a:moveTo>
                <a:lnTo>
                  <a:pt x="12306" y="6134"/>
                </a:lnTo>
                <a:lnTo>
                  <a:pt x="12242" y="5943"/>
                </a:lnTo>
                <a:lnTo>
                  <a:pt x="12077" y="5803"/>
                </a:lnTo>
                <a:lnTo>
                  <a:pt x="11988" y="6134"/>
                </a:lnTo>
                <a:lnTo>
                  <a:pt x="12077" y="6311"/>
                </a:lnTo>
                <a:lnTo>
                  <a:pt x="12141" y="6172"/>
                </a:lnTo>
                <a:lnTo>
                  <a:pt x="12242" y="6324"/>
                </a:lnTo>
                <a:lnTo>
                  <a:pt x="12090" y="6477"/>
                </a:lnTo>
                <a:lnTo>
                  <a:pt x="12090" y="6667"/>
                </a:lnTo>
                <a:lnTo>
                  <a:pt x="12179" y="6438"/>
                </a:lnTo>
                <a:lnTo>
                  <a:pt x="12382" y="6578"/>
                </a:lnTo>
                <a:lnTo>
                  <a:pt x="12433" y="6400"/>
                </a:lnTo>
                <a:lnTo>
                  <a:pt x="12280" y="6299"/>
                </a:lnTo>
                <a:lnTo>
                  <a:pt x="12407" y="6210"/>
                </a:lnTo>
                <a:lnTo>
                  <a:pt x="12446" y="6032"/>
                </a:lnTo>
                <a:close/>
              </a:path>
              <a:path w="29844" h="18415">
                <a:moveTo>
                  <a:pt x="12509" y="10261"/>
                </a:moveTo>
                <a:lnTo>
                  <a:pt x="12331" y="10477"/>
                </a:lnTo>
                <a:lnTo>
                  <a:pt x="12509" y="10439"/>
                </a:lnTo>
                <a:lnTo>
                  <a:pt x="12509" y="10261"/>
                </a:lnTo>
                <a:close/>
              </a:path>
              <a:path w="29844" h="18415">
                <a:moveTo>
                  <a:pt x="12547" y="3924"/>
                </a:moveTo>
                <a:lnTo>
                  <a:pt x="12357" y="3822"/>
                </a:lnTo>
                <a:lnTo>
                  <a:pt x="12331" y="3949"/>
                </a:lnTo>
                <a:lnTo>
                  <a:pt x="12547" y="3924"/>
                </a:lnTo>
                <a:close/>
              </a:path>
              <a:path w="29844" h="18415">
                <a:moveTo>
                  <a:pt x="12623" y="16167"/>
                </a:moveTo>
                <a:lnTo>
                  <a:pt x="12446" y="16040"/>
                </a:lnTo>
                <a:lnTo>
                  <a:pt x="12509" y="16268"/>
                </a:lnTo>
                <a:close/>
              </a:path>
              <a:path w="29844" h="18415">
                <a:moveTo>
                  <a:pt x="12661" y="355"/>
                </a:moveTo>
                <a:lnTo>
                  <a:pt x="12623" y="0"/>
                </a:lnTo>
                <a:lnTo>
                  <a:pt x="12509" y="177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98"/>
                </a:lnTo>
                <a:lnTo>
                  <a:pt x="12484" y="584"/>
                </a:lnTo>
                <a:lnTo>
                  <a:pt x="12661" y="355"/>
                </a:lnTo>
                <a:close/>
              </a:path>
              <a:path w="29844" h="18415">
                <a:moveTo>
                  <a:pt x="12763" y="13055"/>
                </a:moveTo>
                <a:lnTo>
                  <a:pt x="12547" y="12839"/>
                </a:lnTo>
                <a:lnTo>
                  <a:pt x="12547" y="13042"/>
                </a:lnTo>
                <a:lnTo>
                  <a:pt x="12509" y="13233"/>
                </a:lnTo>
                <a:lnTo>
                  <a:pt x="12763" y="13055"/>
                </a:lnTo>
                <a:close/>
              </a:path>
              <a:path w="29844" h="18415">
                <a:moveTo>
                  <a:pt x="12903" y="6426"/>
                </a:moveTo>
                <a:lnTo>
                  <a:pt x="12788" y="6248"/>
                </a:lnTo>
                <a:lnTo>
                  <a:pt x="12763" y="6464"/>
                </a:lnTo>
                <a:lnTo>
                  <a:pt x="12903" y="6426"/>
                </a:lnTo>
                <a:close/>
              </a:path>
              <a:path w="29844" h="18415">
                <a:moveTo>
                  <a:pt x="13004" y="2946"/>
                </a:moveTo>
                <a:lnTo>
                  <a:pt x="12992" y="2692"/>
                </a:lnTo>
                <a:lnTo>
                  <a:pt x="13004" y="3086"/>
                </a:lnTo>
                <a:lnTo>
                  <a:pt x="13004" y="2946"/>
                </a:lnTo>
                <a:close/>
              </a:path>
              <a:path w="29844" h="18415">
                <a:moveTo>
                  <a:pt x="13004" y="63"/>
                </a:moveTo>
                <a:lnTo>
                  <a:pt x="12865" y="50"/>
                </a:lnTo>
                <a:lnTo>
                  <a:pt x="12839" y="228"/>
                </a:lnTo>
                <a:lnTo>
                  <a:pt x="12903" y="355"/>
                </a:lnTo>
                <a:lnTo>
                  <a:pt x="13004" y="63"/>
                </a:lnTo>
                <a:close/>
              </a:path>
              <a:path w="29844" h="18415">
                <a:moveTo>
                  <a:pt x="13284" y="12319"/>
                </a:moveTo>
                <a:lnTo>
                  <a:pt x="13144" y="12522"/>
                </a:lnTo>
                <a:lnTo>
                  <a:pt x="13284" y="12319"/>
                </a:lnTo>
                <a:close/>
              </a:path>
              <a:path w="29844" h="18415">
                <a:moveTo>
                  <a:pt x="13398" y="3035"/>
                </a:moveTo>
                <a:lnTo>
                  <a:pt x="13131" y="2768"/>
                </a:lnTo>
                <a:lnTo>
                  <a:pt x="13106" y="2590"/>
                </a:lnTo>
                <a:lnTo>
                  <a:pt x="13081" y="2743"/>
                </a:lnTo>
                <a:lnTo>
                  <a:pt x="13106" y="3009"/>
                </a:lnTo>
                <a:lnTo>
                  <a:pt x="13144" y="3263"/>
                </a:lnTo>
                <a:lnTo>
                  <a:pt x="13208" y="2997"/>
                </a:lnTo>
                <a:lnTo>
                  <a:pt x="13233" y="3200"/>
                </a:lnTo>
                <a:lnTo>
                  <a:pt x="13398" y="3035"/>
                </a:lnTo>
                <a:close/>
              </a:path>
              <a:path w="29844" h="18415">
                <a:moveTo>
                  <a:pt x="13487" y="13296"/>
                </a:moveTo>
                <a:lnTo>
                  <a:pt x="13436" y="13055"/>
                </a:lnTo>
                <a:lnTo>
                  <a:pt x="13373" y="13296"/>
                </a:lnTo>
                <a:close/>
              </a:path>
              <a:path w="29844" h="18415">
                <a:moveTo>
                  <a:pt x="13500" y="11315"/>
                </a:moveTo>
                <a:lnTo>
                  <a:pt x="13258" y="11430"/>
                </a:lnTo>
                <a:lnTo>
                  <a:pt x="13373" y="11582"/>
                </a:lnTo>
                <a:lnTo>
                  <a:pt x="13500" y="11315"/>
                </a:lnTo>
                <a:close/>
              </a:path>
              <a:path w="29844" h="18415">
                <a:moveTo>
                  <a:pt x="13677" y="3962"/>
                </a:moveTo>
                <a:lnTo>
                  <a:pt x="13639" y="3670"/>
                </a:lnTo>
                <a:lnTo>
                  <a:pt x="13614" y="3441"/>
                </a:lnTo>
                <a:lnTo>
                  <a:pt x="13500" y="3124"/>
                </a:lnTo>
                <a:lnTo>
                  <a:pt x="13436" y="3911"/>
                </a:lnTo>
                <a:lnTo>
                  <a:pt x="13677" y="3962"/>
                </a:lnTo>
                <a:close/>
              </a:path>
              <a:path w="29844" h="18415">
                <a:moveTo>
                  <a:pt x="13690" y="9817"/>
                </a:moveTo>
                <a:lnTo>
                  <a:pt x="13550" y="9639"/>
                </a:lnTo>
                <a:lnTo>
                  <a:pt x="13576" y="9817"/>
                </a:lnTo>
                <a:close/>
              </a:path>
              <a:path w="29844" h="18415">
                <a:moveTo>
                  <a:pt x="13944" y="4559"/>
                </a:moveTo>
                <a:lnTo>
                  <a:pt x="13741" y="4191"/>
                </a:lnTo>
                <a:lnTo>
                  <a:pt x="13766" y="4051"/>
                </a:lnTo>
                <a:lnTo>
                  <a:pt x="13589" y="3962"/>
                </a:lnTo>
                <a:lnTo>
                  <a:pt x="13728" y="4432"/>
                </a:lnTo>
                <a:lnTo>
                  <a:pt x="13944" y="4559"/>
                </a:lnTo>
                <a:close/>
              </a:path>
              <a:path w="29844" h="18415">
                <a:moveTo>
                  <a:pt x="14097" y="13665"/>
                </a:moveTo>
                <a:lnTo>
                  <a:pt x="13944" y="13436"/>
                </a:lnTo>
                <a:lnTo>
                  <a:pt x="13906" y="13233"/>
                </a:lnTo>
                <a:lnTo>
                  <a:pt x="13792" y="13436"/>
                </a:lnTo>
                <a:lnTo>
                  <a:pt x="13970" y="13652"/>
                </a:lnTo>
                <a:lnTo>
                  <a:pt x="13970" y="13843"/>
                </a:lnTo>
                <a:lnTo>
                  <a:pt x="14097" y="13665"/>
                </a:lnTo>
                <a:close/>
              </a:path>
              <a:path w="29844" h="18415">
                <a:moveTo>
                  <a:pt x="14262" y="5689"/>
                </a:moveTo>
                <a:lnTo>
                  <a:pt x="14173" y="5448"/>
                </a:lnTo>
                <a:lnTo>
                  <a:pt x="14185" y="5219"/>
                </a:lnTo>
                <a:lnTo>
                  <a:pt x="14109" y="5410"/>
                </a:lnTo>
                <a:lnTo>
                  <a:pt x="14147" y="5549"/>
                </a:lnTo>
                <a:lnTo>
                  <a:pt x="14147" y="5803"/>
                </a:lnTo>
                <a:close/>
              </a:path>
              <a:path w="29844" h="18415">
                <a:moveTo>
                  <a:pt x="17005" y="1828"/>
                </a:moveTo>
                <a:lnTo>
                  <a:pt x="16852" y="1714"/>
                </a:lnTo>
                <a:lnTo>
                  <a:pt x="16827" y="1879"/>
                </a:lnTo>
                <a:lnTo>
                  <a:pt x="17005" y="1828"/>
                </a:lnTo>
                <a:close/>
              </a:path>
              <a:path w="29844" h="18415">
                <a:moveTo>
                  <a:pt x="29578" y="13754"/>
                </a:moveTo>
                <a:lnTo>
                  <a:pt x="29514" y="12725"/>
                </a:lnTo>
                <a:lnTo>
                  <a:pt x="29540" y="11976"/>
                </a:lnTo>
                <a:lnTo>
                  <a:pt x="29451" y="12547"/>
                </a:lnTo>
                <a:lnTo>
                  <a:pt x="29527" y="13563"/>
                </a:lnTo>
                <a:lnTo>
                  <a:pt x="29502" y="14312"/>
                </a:lnTo>
                <a:lnTo>
                  <a:pt x="29578" y="137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1953615" y="1113929"/>
            <a:ext cx="30480" cy="18415"/>
          </a:xfrm>
          <a:custGeom>
            <a:avLst/>
            <a:gdLst/>
            <a:ahLst/>
            <a:cxnLst/>
            <a:rect l="l" t="t" r="r" b="b"/>
            <a:pathLst>
              <a:path w="30480" h="18415">
                <a:moveTo>
                  <a:pt x="6807" y="6629"/>
                </a:moveTo>
                <a:lnTo>
                  <a:pt x="6667" y="6743"/>
                </a:lnTo>
                <a:lnTo>
                  <a:pt x="6807" y="6845"/>
                </a:lnTo>
                <a:lnTo>
                  <a:pt x="6807" y="6629"/>
                </a:lnTo>
                <a:close/>
              </a:path>
              <a:path w="30480" h="18415">
                <a:moveTo>
                  <a:pt x="8877" y="7023"/>
                </a:moveTo>
                <a:lnTo>
                  <a:pt x="8801" y="6819"/>
                </a:lnTo>
                <a:lnTo>
                  <a:pt x="8801" y="7112"/>
                </a:lnTo>
                <a:close/>
              </a:path>
              <a:path w="30480" h="18415">
                <a:moveTo>
                  <a:pt x="9321" y="16357"/>
                </a:moveTo>
                <a:lnTo>
                  <a:pt x="9271" y="16560"/>
                </a:lnTo>
                <a:lnTo>
                  <a:pt x="9321" y="16357"/>
                </a:lnTo>
                <a:close/>
              </a:path>
              <a:path w="30480" h="18415">
                <a:moveTo>
                  <a:pt x="9334" y="17614"/>
                </a:moveTo>
                <a:lnTo>
                  <a:pt x="9182" y="17614"/>
                </a:lnTo>
                <a:lnTo>
                  <a:pt x="9004" y="17399"/>
                </a:lnTo>
                <a:lnTo>
                  <a:pt x="8788" y="17614"/>
                </a:lnTo>
                <a:lnTo>
                  <a:pt x="8750" y="17754"/>
                </a:lnTo>
                <a:lnTo>
                  <a:pt x="8648" y="17614"/>
                </a:lnTo>
                <a:lnTo>
                  <a:pt x="8458" y="17399"/>
                </a:lnTo>
                <a:lnTo>
                  <a:pt x="8013" y="17399"/>
                </a:lnTo>
                <a:lnTo>
                  <a:pt x="63" y="17399"/>
                </a:lnTo>
                <a:lnTo>
                  <a:pt x="152" y="18186"/>
                </a:lnTo>
                <a:lnTo>
                  <a:pt x="9207" y="18186"/>
                </a:lnTo>
                <a:lnTo>
                  <a:pt x="9156" y="17792"/>
                </a:lnTo>
                <a:lnTo>
                  <a:pt x="9334" y="17614"/>
                </a:lnTo>
                <a:close/>
              </a:path>
              <a:path w="30480" h="18415">
                <a:moveTo>
                  <a:pt x="9423" y="8318"/>
                </a:moveTo>
                <a:lnTo>
                  <a:pt x="9334" y="7797"/>
                </a:lnTo>
                <a:lnTo>
                  <a:pt x="9182" y="7797"/>
                </a:lnTo>
                <a:lnTo>
                  <a:pt x="9232" y="7937"/>
                </a:lnTo>
                <a:lnTo>
                  <a:pt x="9232" y="8102"/>
                </a:lnTo>
                <a:lnTo>
                  <a:pt x="9182" y="8293"/>
                </a:lnTo>
                <a:lnTo>
                  <a:pt x="9080" y="8153"/>
                </a:lnTo>
                <a:lnTo>
                  <a:pt x="8991" y="8343"/>
                </a:lnTo>
                <a:lnTo>
                  <a:pt x="9156" y="8483"/>
                </a:lnTo>
                <a:lnTo>
                  <a:pt x="9372" y="8483"/>
                </a:lnTo>
                <a:lnTo>
                  <a:pt x="9410" y="8712"/>
                </a:lnTo>
                <a:lnTo>
                  <a:pt x="9423" y="8318"/>
                </a:lnTo>
                <a:close/>
              </a:path>
              <a:path w="30480" h="18415">
                <a:moveTo>
                  <a:pt x="9664" y="7035"/>
                </a:moveTo>
                <a:lnTo>
                  <a:pt x="9575" y="7315"/>
                </a:lnTo>
                <a:lnTo>
                  <a:pt x="9512" y="7150"/>
                </a:lnTo>
                <a:lnTo>
                  <a:pt x="9283" y="7150"/>
                </a:lnTo>
                <a:lnTo>
                  <a:pt x="9423" y="7188"/>
                </a:lnTo>
                <a:lnTo>
                  <a:pt x="9448" y="7353"/>
                </a:lnTo>
                <a:lnTo>
                  <a:pt x="9423" y="7569"/>
                </a:lnTo>
                <a:lnTo>
                  <a:pt x="9525" y="7404"/>
                </a:lnTo>
                <a:lnTo>
                  <a:pt x="9423" y="7632"/>
                </a:lnTo>
                <a:lnTo>
                  <a:pt x="9461" y="7823"/>
                </a:lnTo>
                <a:lnTo>
                  <a:pt x="9626" y="7493"/>
                </a:lnTo>
                <a:lnTo>
                  <a:pt x="9664" y="7035"/>
                </a:lnTo>
                <a:close/>
              </a:path>
              <a:path w="30480" h="18415">
                <a:moveTo>
                  <a:pt x="9829" y="17310"/>
                </a:moveTo>
                <a:lnTo>
                  <a:pt x="9766" y="17094"/>
                </a:lnTo>
                <a:lnTo>
                  <a:pt x="9766" y="17284"/>
                </a:lnTo>
                <a:close/>
              </a:path>
              <a:path w="30480" h="18415">
                <a:moveTo>
                  <a:pt x="9893" y="17030"/>
                </a:moveTo>
                <a:lnTo>
                  <a:pt x="9855" y="16713"/>
                </a:lnTo>
                <a:lnTo>
                  <a:pt x="9791" y="17068"/>
                </a:lnTo>
                <a:close/>
              </a:path>
              <a:path w="30480" h="18415">
                <a:moveTo>
                  <a:pt x="9982" y="863"/>
                </a:moveTo>
                <a:lnTo>
                  <a:pt x="9766" y="901"/>
                </a:lnTo>
                <a:lnTo>
                  <a:pt x="9766" y="1193"/>
                </a:lnTo>
                <a:lnTo>
                  <a:pt x="9982" y="1054"/>
                </a:lnTo>
                <a:lnTo>
                  <a:pt x="9982" y="863"/>
                </a:lnTo>
                <a:close/>
              </a:path>
              <a:path w="30480" h="18415">
                <a:moveTo>
                  <a:pt x="10083" y="3670"/>
                </a:moveTo>
                <a:lnTo>
                  <a:pt x="9944" y="3594"/>
                </a:lnTo>
                <a:lnTo>
                  <a:pt x="9982" y="3810"/>
                </a:lnTo>
                <a:lnTo>
                  <a:pt x="9842" y="3860"/>
                </a:lnTo>
                <a:lnTo>
                  <a:pt x="9880" y="4025"/>
                </a:lnTo>
                <a:lnTo>
                  <a:pt x="10058" y="3962"/>
                </a:lnTo>
                <a:lnTo>
                  <a:pt x="10058" y="3746"/>
                </a:lnTo>
                <a:close/>
              </a:path>
              <a:path w="30480" h="18415">
                <a:moveTo>
                  <a:pt x="10198" y="4076"/>
                </a:moveTo>
                <a:lnTo>
                  <a:pt x="10134" y="4279"/>
                </a:lnTo>
                <a:lnTo>
                  <a:pt x="10198" y="4076"/>
                </a:lnTo>
                <a:close/>
              </a:path>
              <a:path w="30480" h="18415">
                <a:moveTo>
                  <a:pt x="10261" y="4546"/>
                </a:moveTo>
                <a:lnTo>
                  <a:pt x="10083" y="4660"/>
                </a:lnTo>
                <a:lnTo>
                  <a:pt x="10134" y="4838"/>
                </a:lnTo>
                <a:lnTo>
                  <a:pt x="10261" y="4546"/>
                </a:lnTo>
                <a:close/>
              </a:path>
              <a:path w="30480" h="18415">
                <a:moveTo>
                  <a:pt x="10261" y="1651"/>
                </a:moveTo>
                <a:lnTo>
                  <a:pt x="10198" y="1397"/>
                </a:lnTo>
                <a:lnTo>
                  <a:pt x="9982" y="1397"/>
                </a:lnTo>
                <a:lnTo>
                  <a:pt x="9842" y="1562"/>
                </a:lnTo>
                <a:lnTo>
                  <a:pt x="9931" y="1879"/>
                </a:lnTo>
                <a:lnTo>
                  <a:pt x="10045" y="2082"/>
                </a:lnTo>
                <a:lnTo>
                  <a:pt x="10236" y="1828"/>
                </a:lnTo>
                <a:lnTo>
                  <a:pt x="10083" y="1752"/>
                </a:lnTo>
                <a:lnTo>
                  <a:pt x="9982" y="1562"/>
                </a:lnTo>
                <a:lnTo>
                  <a:pt x="10198" y="1473"/>
                </a:lnTo>
                <a:lnTo>
                  <a:pt x="10261" y="1651"/>
                </a:lnTo>
                <a:close/>
              </a:path>
              <a:path w="30480" h="18415">
                <a:moveTo>
                  <a:pt x="10350" y="2755"/>
                </a:moveTo>
                <a:lnTo>
                  <a:pt x="10312" y="2578"/>
                </a:lnTo>
                <a:lnTo>
                  <a:pt x="10248" y="2349"/>
                </a:lnTo>
                <a:lnTo>
                  <a:pt x="10033" y="2438"/>
                </a:lnTo>
                <a:lnTo>
                  <a:pt x="10033" y="2146"/>
                </a:lnTo>
                <a:lnTo>
                  <a:pt x="9944" y="2374"/>
                </a:lnTo>
                <a:lnTo>
                  <a:pt x="10007" y="2628"/>
                </a:lnTo>
                <a:lnTo>
                  <a:pt x="9918" y="2921"/>
                </a:lnTo>
                <a:lnTo>
                  <a:pt x="9956" y="3060"/>
                </a:lnTo>
                <a:lnTo>
                  <a:pt x="10058" y="3238"/>
                </a:lnTo>
                <a:lnTo>
                  <a:pt x="10134" y="2946"/>
                </a:lnTo>
                <a:lnTo>
                  <a:pt x="10236" y="3086"/>
                </a:lnTo>
                <a:lnTo>
                  <a:pt x="10312" y="2921"/>
                </a:lnTo>
                <a:lnTo>
                  <a:pt x="10350" y="2755"/>
                </a:lnTo>
                <a:close/>
              </a:path>
              <a:path w="30480" h="18415">
                <a:moveTo>
                  <a:pt x="10363" y="16027"/>
                </a:moveTo>
                <a:lnTo>
                  <a:pt x="10045" y="14947"/>
                </a:lnTo>
                <a:lnTo>
                  <a:pt x="9969" y="14478"/>
                </a:lnTo>
                <a:lnTo>
                  <a:pt x="10096" y="13411"/>
                </a:lnTo>
                <a:lnTo>
                  <a:pt x="9956" y="13411"/>
                </a:lnTo>
                <a:lnTo>
                  <a:pt x="9817" y="13627"/>
                </a:lnTo>
                <a:lnTo>
                  <a:pt x="9791" y="13411"/>
                </a:lnTo>
                <a:lnTo>
                  <a:pt x="9766" y="13716"/>
                </a:lnTo>
                <a:lnTo>
                  <a:pt x="9613" y="13411"/>
                </a:lnTo>
                <a:lnTo>
                  <a:pt x="9613" y="13030"/>
                </a:lnTo>
                <a:lnTo>
                  <a:pt x="9410" y="13030"/>
                </a:lnTo>
                <a:lnTo>
                  <a:pt x="9563" y="12547"/>
                </a:lnTo>
                <a:lnTo>
                  <a:pt x="9613" y="12420"/>
                </a:lnTo>
                <a:lnTo>
                  <a:pt x="9728" y="12268"/>
                </a:lnTo>
                <a:lnTo>
                  <a:pt x="9677" y="12001"/>
                </a:lnTo>
                <a:lnTo>
                  <a:pt x="9728" y="11455"/>
                </a:lnTo>
                <a:lnTo>
                  <a:pt x="9575" y="11455"/>
                </a:lnTo>
                <a:lnTo>
                  <a:pt x="9575" y="11836"/>
                </a:lnTo>
                <a:lnTo>
                  <a:pt x="9347" y="11455"/>
                </a:lnTo>
                <a:lnTo>
                  <a:pt x="9512" y="11455"/>
                </a:lnTo>
                <a:lnTo>
                  <a:pt x="9575" y="11836"/>
                </a:lnTo>
                <a:lnTo>
                  <a:pt x="9575" y="11455"/>
                </a:lnTo>
                <a:lnTo>
                  <a:pt x="9575" y="11328"/>
                </a:lnTo>
                <a:lnTo>
                  <a:pt x="9918" y="11328"/>
                </a:lnTo>
                <a:lnTo>
                  <a:pt x="9855" y="10922"/>
                </a:lnTo>
                <a:lnTo>
                  <a:pt x="9613" y="10731"/>
                </a:lnTo>
                <a:lnTo>
                  <a:pt x="9728" y="9918"/>
                </a:lnTo>
                <a:lnTo>
                  <a:pt x="10236" y="9918"/>
                </a:lnTo>
                <a:lnTo>
                  <a:pt x="10236" y="9182"/>
                </a:lnTo>
                <a:lnTo>
                  <a:pt x="10223" y="9017"/>
                </a:lnTo>
                <a:lnTo>
                  <a:pt x="10185" y="9182"/>
                </a:lnTo>
                <a:lnTo>
                  <a:pt x="9804" y="9829"/>
                </a:lnTo>
                <a:lnTo>
                  <a:pt x="9677" y="9105"/>
                </a:lnTo>
                <a:lnTo>
                  <a:pt x="9525" y="9105"/>
                </a:lnTo>
                <a:lnTo>
                  <a:pt x="8255" y="9105"/>
                </a:lnTo>
                <a:lnTo>
                  <a:pt x="8255" y="11455"/>
                </a:lnTo>
                <a:lnTo>
                  <a:pt x="8051" y="11684"/>
                </a:lnTo>
                <a:lnTo>
                  <a:pt x="8051" y="12268"/>
                </a:lnTo>
                <a:lnTo>
                  <a:pt x="8013" y="12547"/>
                </a:lnTo>
                <a:lnTo>
                  <a:pt x="7924" y="12268"/>
                </a:lnTo>
                <a:lnTo>
                  <a:pt x="7886" y="11899"/>
                </a:lnTo>
                <a:lnTo>
                  <a:pt x="8051" y="12268"/>
                </a:lnTo>
                <a:lnTo>
                  <a:pt x="8051" y="11684"/>
                </a:lnTo>
                <a:lnTo>
                  <a:pt x="8115" y="11455"/>
                </a:lnTo>
                <a:lnTo>
                  <a:pt x="8255" y="11455"/>
                </a:lnTo>
                <a:lnTo>
                  <a:pt x="8255" y="9105"/>
                </a:lnTo>
                <a:lnTo>
                  <a:pt x="7899" y="9105"/>
                </a:lnTo>
                <a:lnTo>
                  <a:pt x="7899" y="11836"/>
                </a:lnTo>
                <a:lnTo>
                  <a:pt x="7899" y="9105"/>
                </a:lnTo>
                <a:lnTo>
                  <a:pt x="0" y="9105"/>
                </a:lnTo>
                <a:lnTo>
                  <a:pt x="63" y="16967"/>
                </a:lnTo>
                <a:lnTo>
                  <a:pt x="7543" y="16967"/>
                </a:lnTo>
                <a:lnTo>
                  <a:pt x="7747" y="16967"/>
                </a:lnTo>
                <a:lnTo>
                  <a:pt x="7747" y="16497"/>
                </a:lnTo>
                <a:lnTo>
                  <a:pt x="7620" y="16789"/>
                </a:lnTo>
                <a:lnTo>
                  <a:pt x="7556" y="16268"/>
                </a:lnTo>
                <a:lnTo>
                  <a:pt x="7759" y="16319"/>
                </a:lnTo>
                <a:lnTo>
                  <a:pt x="7785" y="16459"/>
                </a:lnTo>
                <a:lnTo>
                  <a:pt x="7861" y="16319"/>
                </a:lnTo>
                <a:lnTo>
                  <a:pt x="7658" y="16141"/>
                </a:lnTo>
                <a:lnTo>
                  <a:pt x="8166" y="16027"/>
                </a:lnTo>
                <a:lnTo>
                  <a:pt x="6261" y="13411"/>
                </a:lnTo>
                <a:lnTo>
                  <a:pt x="9169" y="13411"/>
                </a:lnTo>
                <a:lnTo>
                  <a:pt x="9169" y="14732"/>
                </a:lnTo>
                <a:lnTo>
                  <a:pt x="8394" y="16027"/>
                </a:lnTo>
                <a:lnTo>
                  <a:pt x="8597" y="16192"/>
                </a:lnTo>
                <a:lnTo>
                  <a:pt x="8585" y="16027"/>
                </a:lnTo>
                <a:lnTo>
                  <a:pt x="9169" y="16027"/>
                </a:lnTo>
                <a:lnTo>
                  <a:pt x="9677" y="16027"/>
                </a:lnTo>
                <a:lnTo>
                  <a:pt x="10236" y="16027"/>
                </a:lnTo>
                <a:lnTo>
                  <a:pt x="10363" y="16027"/>
                </a:lnTo>
                <a:close/>
              </a:path>
              <a:path w="30480" h="18415">
                <a:moveTo>
                  <a:pt x="10388" y="9182"/>
                </a:moveTo>
                <a:close/>
              </a:path>
              <a:path w="30480" h="18415">
                <a:moveTo>
                  <a:pt x="10541" y="3708"/>
                </a:moveTo>
                <a:lnTo>
                  <a:pt x="10502" y="3479"/>
                </a:lnTo>
                <a:lnTo>
                  <a:pt x="10464" y="3670"/>
                </a:lnTo>
                <a:close/>
              </a:path>
              <a:path w="30480" h="18415">
                <a:moveTo>
                  <a:pt x="10629" y="4013"/>
                </a:moveTo>
                <a:lnTo>
                  <a:pt x="10464" y="4140"/>
                </a:lnTo>
                <a:lnTo>
                  <a:pt x="10604" y="4241"/>
                </a:lnTo>
                <a:lnTo>
                  <a:pt x="10629" y="4013"/>
                </a:lnTo>
                <a:close/>
              </a:path>
              <a:path w="30480" h="18415">
                <a:moveTo>
                  <a:pt x="10642" y="15887"/>
                </a:moveTo>
                <a:lnTo>
                  <a:pt x="10502" y="15951"/>
                </a:lnTo>
                <a:lnTo>
                  <a:pt x="10579" y="16141"/>
                </a:lnTo>
                <a:lnTo>
                  <a:pt x="10642" y="15887"/>
                </a:lnTo>
                <a:close/>
              </a:path>
              <a:path w="30480" h="18415">
                <a:moveTo>
                  <a:pt x="10718" y="16306"/>
                </a:moveTo>
                <a:lnTo>
                  <a:pt x="10541" y="16167"/>
                </a:lnTo>
                <a:lnTo>
                  <a:pt x="10502" y="16408"/>
                </a:lnTo>
                <a:lnTo>
                  <a:pt x="10693" y="16408"/>
                </a:lnTo>
                <a:close/>
              </a:path>
              <a:path w="30480" h="18415">
                <a:moveTo>
                  <a:pt x="10985" y="7264"/>
                </a:moveTo>
                <a:lnTo>
                  <a:pt x="10833" y="7251"/>
                </a:lnTo>
                <a:lnTo>
                  <a:pt x="10883" y="6997"/>
                </a:lnTo>
                <a:lnTo>
                  <a:pt x="10756" y="7251"/>
                </a:lnTo>
                <a:lnTo>
                  <a:pt x="10985" y="7454"/>
                </a:lnTo>
                <a:lnTo>
                  <a:pt x="10985" y="7264"/>
                </a:lnTo>
                <a:close/>
              </a:path>
              <a:path w="30480" h="18415">
                <a:moveTo>
                  <a:pt x="11226" y="6019"/>
                </a:moveTo>
                <a:lnTo>
                  <a:pt x="11036" y="6083"/>
                </a:lnTo>
                <a:lnTo>
                  <a:pt x="11112" y="6261"/>
                </a:lnTo>
                <a:lnTo>
                  <a:pt x="11226" y="6019"/>
                </a:lnTo>
                <a:close/>
              </a:path>
              <a:path w="30480" h="18415">
                <a:moveTo>
                  <a:pt x="11303" y="9182"/>
                </a:moveTo>
                <a:close/>
              </a:path>
              <a:path w="30480" h="18415">
                <a:moveTo>
                  <a:pt x="11404" y="6273"/>
                </a:moveTo>
                <a:lnTo>
                  <a:pt x="11277" y="6159"/>
                </a:lnTo>
                <a:lnTo>
                  <a:pt x="11303" y="6324"/>
                </a:lnTo>
                <a:close/>
              </a:path>
              <a:path w="30480" h="18415">
                <a:moveTo>
                  <a:pt x="11417" y="12141"/>
                </a:moveTo>
                <a:lnTo>
                  <a:pt x="11176" y="12141"/>
                </a:lnTo>
                <a:lnTo>
                  <a:pt x="11176" y="12014"/>
                </a:lnTo>
                <a:lnTo>
                  <a:pt x="11112" y="12331"/>
                </a:lnTo>
                <a:lnTo>
                  <a:pt x="11036" y="12153"/>
                </a:lnTo>
                <a:lnTo>
                  <a:pt x="10972" y="12725"/>
                </a:lnTo>
                <a:lnTo>
                  <a:pt x="11163" y="12420"/>
                </a:lnTo>
                <a:lnTo>
                  <a:pt x="11417" y="12141"/>
                </a:lnTo>
                <a:close/>
              </a:path>
              <a:path w="30480" h="18415">
                <a:moveTo>
                  <a:pt x="11811" y="13423"/>
                </a:moveTo>
                <a:lnTo>
                  <a:pt x="11684" y="13423"/>
                </a:lnTo>
                <a:lnTo>
                  <a:pt x="11684" y="13652"/>
                </a:lnTo>
                <a:lnTo>
                  <a:pt x="11811" y="13423"/>
                </a:lnTo>
                <a:close/>
              </a:path>
              <a:path w="30480" h="18415">
                <a:moveTo>
                  <a:pt x="11899" y="10147"/>
                </a:moveTo>
                <a:lnTo>
                  <a:pt x="11823" y="9893"/>
                </a:lnTo>
                <a:lnTo>
                  <a:pt x="11747" y="10261"/>
                </a:lnTo>
                <a:lnTo>
                  <a:pt x="11899" y="10147"/>
                </a:lnTo>
                <a:close/>
              </a:path>
              <a:path w="30480" h="18415">
                <a:moveTo>
                  <a:pt x="12001" y="15519"/>
                </a:moveTo>
                <a:lnTo>
                  <a:pt x="11734" y="15430"/>
                </a:lnTo>
                <a:lnTo>
                  <a:pt x="11912" y="15735"/>
                </a:lnTo>
                <a:lnTo>
                  <a:pt x="12001" y="15519"/>
                </a:lnTo>
                <a:close/>
              </a:path>
              <a:path w="30480" h="18415">
                <a:moveTo>
                  <a:pt x="12255" y="14160"/>
                </a:moveTo>
                <a:lnTo>
                  <a:pt x="12230" y="13970"/>
                </a:lnTo>
                <a:lnTo>
                  <a:pt x="12090" y="14198"/>
                </a:lnTo>
                <a:lnTo>
                  <a:pt x="12255" y="14160"/>
                </a:lnTo>
                <a:close/>
              </a:path>
              <a:path w="30480" h="18415">
                <a:moveTo>
                  <a:pt x="12433" y="8991"/>
                </a:moveTo>
                <a:lnTo>
                  <a:pt x="12242" y="8991"/>
                </a:lnTo>
                <a:lnTo>
                  <a:pt x="12306" y="9131"/>
                </a:lnTo>
                <a:lnTo>
                  <a:pt x="12230" y="9410"/>
                </a:lnTo>
                <a:lnTo>
                  <a:pt x="12242" y="9728"/>
                </a:lnTo>
                <a:lnTo>
                  <a:pt x="12039" y="9499"/>
                </a:lnTo>
                <a:lnTo>
                  <a:pt x="12217" y="9423"/>
                </a:lnTo>
                <a:lnTo>
                  <a:pt x="12166" y="9156"/>
                </a:lnTo>
                <a:lnTo>
                  <a:pt x="12103" y="8991"/>
                </a:lnTo>
                <a:lnTo>
                  <a:pt x="11899" y="8991"/>
                </a:lnTo>
                <a:lnTo>
                  <a:pt x="11823" y="9169"/>
                </a:lnTo>
                <a:lnTo>
                  <a:pt x="11861" y="9004"/>
                </a:lnTo>
                <a:lnTo>
                  <a:pt x="11785" y="9423"/>
                </a:lnTo>
                <a:lnTo>
                  <a:pt x="11823" y="9220"/>
                </a:lnTo>
                <a:lnTo>
                  <a:pt x="12052" y="9309"/>
                </a:lnTo>
                <a:lnTo>
                  <a:pt x="11912" y="9296"/>
                </a:lnTo>
                <a:lnTo>
                  <a:pt x="11912" y="9512"/>
                </a:lnTo>
                <a:lnTo>
                  <a:pt x="11874" y="9677"/>
                </a:lnTo>
                <a:lnTo>
                  <a:pt x="11976" y="9982"/>
                </a:lnTo>
                <a:lnTo>
                  <a:pt x="11912" y="10375"/>
                </a:lnTo>
                <a:lnTo>
                  <a:pt x="12014" y="10083"/>
                </a:lnTo>
                <a:lnTo>
                  <a:pt x="11963" y="9842"/>
                </a:lnTo>
                <a:lnTo>
                  <a:pt x="12103" y="9728"/>
                </a:lnTo>
                <a:lnTo>
                  <a:pt x="12077" y="9994"/>
                </a:lnTo>
                <a:lnTo>
                  <a:pt x="12395" y="10058"/>
                </a:lnTo>
                <a:lnTo>
                  <a:pt x="12306" y="9740"/>
                </a:lnTo>
                <a:lnTo>
                  <a:pt x="12433" y="9232"/>
                </a:lnTo>
                <a:lnTo>
                  <a:pt x="12433" y="8991"/>
                </a:lnTo>
                <a:close/>
              </a:path>
              <a:path w="30480" h="18415">
                <a:moveTo>
                  <a:pt x="12446" y="6781"/>
                </a:moveTo>
                <a:lnTo>
                  <a:pt x="12090" y="6731"/>
                </a:lnTo>
                <a:lnTo>
                  <a:pt x="12255" y="6896"/>
                </a:lnTo>
                <a:lnTo>
                  <a:pt x="12446" y="6781"/>
                </a:lnTo>
                <a:close/>
              </a:path>
              <a:path w="30480" h="18415">
                <a:moveTo>
                  <a:pt x="12446" y="6019"/>
                </a:moveTo>
                <a:lnTo>
                  <a:pt x="12306" y="6134"/>
                </a:lnTo>
                <a:lnTo>
                  <a:pt x="12242" y="5981"/>
                </a:lnTo>
                <a:lnTo>
                  <a:pt x="12077" y="5829"/>
                </a:lnTo>
                <a:lnTo>
                  <a:pt x="11988" y="6159"/>
                </a:lnTo>
                <a:lnTo>
                  <a:pt x="12077" y="6350"/>
                </a:lnTo>
                <a:lnTo>
                  <a:pt x="12141" y="6197"/>
                </a:lnTo>
                <a:lnTo>
                  <a:pt x="12242" y="6375"/>
                </a:lnTo>
                <a:lnTo>
                  <a:pt x="12090" y="6515"/>
                </a:lnTo>
                <a:lnTo>
                  <a:pt x="12090" y="6692"/>
                </a:lnTo>
                <a:lnTo>
                  <a:pt x="12179" y="6464"/>
                </a:lnTo>
                <a:lnTo>
                  <a:pt x="12382" y="6616"/>
                </a:lnTo>
                <a:lnTo>
                  <a:pt x="12433" y="6426"/>
                </a:lnTo>
                <a:lnTo>
                  <a:pt x="12280" y="6337"/>
                </a:lnTo>
                <a:lnTo>
                  <a:pt x="12344" y="6210"/>
                </a:lnTo>
                <a:lnTo>
                  <a:pt x="12446" y="6019"/>
                </a:lnTo>
                <a:close/>
              </a:path>
              <a:path w="30480" h="18415">
                <a:moveTo>
                  <a:pt x="12509" y="10185"/>
                </a:moveTo>
                <a:lnTo>
                  <a:pt x="12331" y="10388"/>
                </a:lnTo>
                <a:lnTo>
                  <a:pt x="12509" y="10363"/>
                </a:lnTo>
                <a:lnTo>
                  <a:pt x="12509" y="10185"/>
                </a:lnTo>
                <a:close/>
              </a:path>
              <a:path w="30480" h="18415">
                <a:moveTo>
                  <a:pt x="12547" y="3962"/>
                </a:moveTo>
                <a:lnTo>
                  <a:pt x="12357" y="3822"/>
                </a:lnTo>
                <a:lnTo>
                  <a:pt x="12331" y="3962"/>
                </a:lnTo>
                <a:lnTo>
                  <a:pt x="12547" y="3962"/>
                </a:lnTo>
                <a:close/>
              </a:path>
              <a:path w="30480" h="18415">
                <a:moveTo>
                  <a:pt x="12623" y="16103"/>
                </a:moveTo>
                <a:lnTo>
                  <a:pt x="12446" y="15963"/>
                </a:lnTo>
                <a:lnTo>
                  <a:pt x="12509" y="16179"/>
                </a:lnTo>
                <a:close/>
              </a:path>
              <a:path w="30480" h="18415">
                <a:moveTo>
                  <a:pt x="12661" y="355"/>
                </a:moveTo>
                <a:lnTo>
                  <a:pt x="12623" y="0"/>
                </a:lnTo>
                <a:lnTo>
                  <a:pt x="12509" y="177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85"/>
                </a:lnTo>
                <a:lnTo>
                  <a:pt x="12484" y="584"/>
                </a:lnTo>
                <a:lnTo>
                  <a:pt x="12661" y="355"/>
                </a:lnTo>
                <a:close/>
              </a:path>
              <a:path w="30480" h="18415">
                <a:moveTo>
                  <a:pt x="12763" y="12979"/>
                </a:moveTo>
                <a:lnTo>
                  <a:pt x="12547" y="12763"/>
                </a:lnTo>
                <a:lnTo>
                  <a:pt x="12547" y="12966"/>
                </a:lnTo>
                <a:lnTo>
                  <a:pt x="12509" y="13157"/>
                </a:lnTo>
                <a:lnTo>
                  <a:pt x="12763" y="12979"/>
                </a:lnTo>
                <a:close/>
              </a:path>
              <a:path w="30480" h="18415">
                <a:moveTo>
                  <a:pt x="12903" y="6426"/>
                </a:moveTo>
                <a:lnTo>
                  <a:pt x="12788" y="6235"/>
                </a:lnTo>
                <a:lnTo>
                  <a:pt x="12763" y="6464"/>
                </a:lnTo>
                <a:lnTo>
                  <a:pt x="12903" y="6426"/>
                </a:lnTo>
                <a:close/>
              </a:path>
              <a:path w="30480" h="18415">
                <a:moveTo>
                  <a:pt x="13004" y="2997"/>
                </a:moveTo>
                <a:lnTo>
                  <a:pt x="12992" y="2743"/>
                </a:lnTo>
                <a:lnTo>
                  <a:pt x="13004" y="3136"/>
                </a:lnTo>
                <a:lnTo>
                  <a:pt x="13004" y="2997"/>
                </a:lnTo>
                <a:close/>
              </a:path>
              <a:path w="30480" h="18415">
                <a:moveTo>
                  <a:pt x="13004" y="76"/>
                </a:moveTo>
                <a:lnTo>
                  <a:pt x="12865" y="38"/>
                </a:lnTo>
                <a:lnTo>
                  <a:pt x="12839" y="215"/>
                </a:lnTo>
                <a:lnTo>
                  <a:pt x="12903" y="368"/>
                </a:lnTo>
                <a:lnTo>
                  <a:pt x="13004" y="76"/>
                </a:lnTo>
                <a:close/>
              </a:path>
              <a:path w="30480" h="18415">
                <a:moveTo>
                  <a:pt x="13220" y="3276"/>
                </a:moveTo>
                <a:lnTo>
                  <a:pt x="13208" y="3098"/>
                </a:lnTo>
                <a:lnTo>
                  <a:pt x="13106" y="2590"/>
                </a:lnTo>
                <a:lnTo>
                  <a:pt x="13081" y="2743"/>
                </a:lnTo>
                <a:lnTo>
                  <a:pt x="13106" y="2997"/>
                </a:lnTo>
                <a:lnTo>
                  <a:pt x="13144" y="3276"/>
                </a:lnTo>
                <a:close/>
              </a:path>
              <a:path w="30480" h="18415">
                <a:moveTo>
                  <a:pt x="13284" y="12230"/>
                </a:moveTo>
                <a:lnTo>
                  <a:pt x="13144" y="12433"/>
                </a:lnTo>
                <a:lnTo>
                  <a:pt x="13284" y="12230"/>
                </a:lnTo>
                <a:close/>
              </a:path>
              <a:path w="30480" h="18415">
                <a:moveTo>
                  <a:pt x="13487" y="13220"/>
                </a:moveTo>
                <a:lnTo>
                  <a:pt x="13436" y="12979"/>
                </a:lnTo>
                <a:lnTo>
                  <a:pt x="13373" y="13220"/>
                </a:lnTo>
                <a:close/>
              </a:path>
              <a:path w="30480" h="18415">
                <a:moveTo>
                  <a:pt x="13500" y="11239"/>
                </a:moveTo>
                <a:lnTo>
                  <a:pt x="13474" y="11112"/>
                </a:lnTo>
                <a:lnTo>
                  <a:pt x="13258" y="11353"/>
                </a:lnTo>
                <a:lnTo>
                  <a:pt x="13373" y="11506"/>
                </a:lnTo>
                <a:lnTo>
                  <a:pt x="13500" y="11239"/>
                </a:lnTo>
                <a:close/>
              </a:path>
              <a:path w="30480" h="18415">
                <a:moveTo>
                  <a:pt x="13677" y="3937"/>
                </a:moveTo>
                <a:lnTo>
                  <a:pt x="13639" y="3670"/>
                </a:lnTo>
                <a:lnTo>
                  <a:pt x="13614" y="3441"/>
                </a:lnTo>
                <a:lnTo>
                  <a:pt x="13500" y="3124"/>
                </a:lnTo>
                <a:lnTo>
                  <a:pt x="13436" y="3924"/>
                </a:lnTo>
                <a:lnTo>
                  <a:pt x="13677" y="3937"/>
                </a:lnTo>
                <a:close/>
              </a:path>
              <a:path w="30480" h="18415">
                <a:moveTo>
                  <a:pt x="13690" y="9740"/>
                </a:moveTo>
                <a:lnTo>
                  <a:pt x="13550" y="9563"/>
                </a:lnTo>
                <a:lnTo>
                  <a:pt x="13576" y="9740"/>
                </a:lnTo>
                <a:close/>
              </a:path>
              <a:path w="30480" h="18415">
                <a:moveTo>
                  <a:pt x="13944" y="13538"/>
                </a:moveTo>
                <a:lnTo>
                  <a:pt x="13906" y="13157"/>
                </a:lnTo>
                <a:lnTo>
                  <a:pt x="13792" y="13347"/>
                </a:lnTo>
                <a:lnTo>
                  <a:pt x="13944" y="13538"/>
                </a:lnTo>
                <a:close/>
              </a:path>
              <a:path w="30480" h="18415">
                <a:moveTo>
                  <a:pt x="13944" y="4546"/>
                </a:moveTo>
                <a:lnTo>
                  <a:pt x="13741" y="4191"/>
                </a:lnTo>
                <a:lnTo>
                  <a:pt x="13766" y="4051"/>
                </a:lnTo>
                <a:lnTo>
                  <a:pt x="13589" y="3962"/>
                </a:lnTo>
                <a:lnTo>
                  <a:pt x="13728" y="4445"/>
                </a:lnTo>
                <a:lnTo>
                  <a:pt x="13944" y="4546"/>
                </a:lnTo>
                <a:close/>
              </a:path>
              <a:path w="30480" h="18415">
                <a:moveTo>
                  <a:pt x="14262" y="5702"/>
                </a:moveTo>
                <a:lnTo>
                  <a:pt x="14173" y="5461"/>
                </a:lnTo>
                <a:lnTo>
                  <a:pt x="14185" y="5245"/>
                </a:lnTo>
                <a:lnTo>
                  <a:pt x="14109" y="5435"/>
                </a:lnTo>
                <a:lnTo>
                  <a:pt x="14147" y="5562"/>
                </a:lnTo>
                <a:lnTo>
                  <a:pt x="14147" y="5816"/>
                </a:lnTo>
                <a:close/>
              </a:path>
              <a:path w="30480" h="18415">
                <a:moveTo>
                  <a:pt x="17005" y="1828"/>
                </a:moveTo>
                <a:lnTo>
                  <a:pt x="16852" y="1701"/>
                </a:lnTo>
                <a:lnTo>
                  <a:pt x="16827" y="1866"/>
                </a:lnTo>
                <a:lnTo>
                  <a:pt x="17005" y="1828"/>
                </a:lnTo>
                <a:close/>
              </a:path>
              <a:path w="30480" h="18415">
                <a:moveTo>
                  <a:pt x="29603" y="9004"/>
                </a:moveTo>
                <a:lnTo>
                  <a:pt x="29565" y="10299"/>
                </a:lnTo>
                <a:lnTo>
                  <a:pt x="29603" y="9867"/>
                </a:lnTo>
                <a:lnTo>
                  <a:pt x="29578" y="9398"/>
                </a:lnTo>
                <a:lnTo>
                  <a:pt x="29603" y="9004"/>
                </a:lnTo>
                <a:close/>
              </a:path>
              <a:path w="30480" h="18415">
                <a:moveTo>
                  <a:pt x="30314" y="9194"/>
                </a:moveTo>
                <a:lnTo>
                  <a:pt x="30289" y="9055"/>
                </a:lnTo>
                <a:lnTo>
                  <a:pt x="30251" y="8826"/>
                </a:lnTo>
                <a:lnTo>
                  <a:pt x="30226" y="9055"/>
                </a:lnTo>
                <a:lnTo>
                  <a:pt x="30238" y="91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1953590" y="1054620"/>
            <a:ext cx="29845" cy="82550"/>
          </a:xfrm>
          <a:custGeom>
            <a:avLst/>
            <a:gdLst/>
            <a:ahLst/>
            <a:cxnLst/>
            <a:rect l="l" t="t" r="r" b="b"/>
            <a:pathLst>
              <a:path w="29844" h="82550">
                <a:moveTo>
                  <a:pt x="9194" y="77508"/>
                </a:moveTo>
                <a:lnTo>
                  <a:pt x="0" y="77508"/>
                </a:lnTo>
                <a:lnTo>
                  <a:pt x="0" y="82550"/>
                </a:lnTo>
                <a:lnTo>
                  <a:pt x="4940" y="79997"/>
                </a:lnTo>
                <a:lnTo>
                  <a:pt x="7759" y="78676"/>
                </a:lnTo>
                <a:lnTo>
                  <a:pt x="7950" y="78676"/>
                </a:lnTo>
                <a:lnTo>
                  <a:pt x="8039" y="78105"/>
                </a:lnTo>
                <a:lnTo>
                  <a:pt x="8064" y="78308"/>
                </a:lnTo>
                <a:lnTo>
                  <a:pt x="8394" y="78308"/>
                </a:lnTo>
                <a:lnTo>
                  <a:pt x="8559" y="78105"/>
                </a:lnTo>
                <a:lnTo>
                  <a:pt x="8788" y="77838"/>
                </a:lnTo>
                <a:lnTo>
                  <a:pt x="9194" y="77838"/>
                </a:lnTo>
                <a:lnTo>
                  <a:pt x="9194" y="77508"/>
                </a:lnTo>
                <a:close/>
              </a:path>
              <a:path w="29844" h="82550">
                <a:moveTo>
                  <a:pt x="9359" y="76923"/>
                </a:moveTo>
                <a:lnTo>
                  <a:pt x="9207" y="76923"/>
                </a:lnTo>
                <a:lnTo>
                  <a:pt x="9029" y="76708"/>
                </a:lnTo>
                <a:lnTo>
                  <a:pt x="8813" y="76923"/>
                </a:lnTo>
                <a:lnTo>
                  <a:pt x="8775" y="77063"/>
                </a:lnTo>
                <a:lnTo>
                  <a:pt x="8674" y="76923"/>
                </a:lnTo>
                <a:lnTo>
                  <a:pt x="8483" y="76708"/>
                </a:lnTo>
                <a:lnTo>
                  <a:pt x="8039" y="76708"/>
                </a:lnTo>
                <a:lnTo>
                  <a:pt x="88" y="76708"/>
                </a:lnTo>
                <a:lnTo>
                  <a:pt x="177" y="77495"/>
                </a:lnTo>
                <a:lnTo>
                  <a:pt x="9232" y="77495"/>
                </a:lnTo>
                <a:lnTo>
                  <a:pt x="9182" y="77101"/>
                </a:lnTo>
                <a:lnTo>
                  <a:pt x="9359" y="76923"/>
                </a:lnTo>
                <a:close/>
              </a:path>
              <a:path w="29844" h="82550">
                <a:moveTo>
                  <a:pt x="9448" y="76606"/>
                </a:moveTo>
                <a:lnTo>
                  <a:pt x="9359" y="76098"/>
                </a:lnTo>
                <a:lnTo>
                  <a:pt x="9207" y="76098"/>
                </a:lnTo>
                <a:lnTo>
                  <a:pt x="9258" y="76263"/>
                </a:lnTo>
                <a:lnTo>
                  <a:pt x="9258" y="76403"/>
                </a:lnTo>
                <a:lnTo>
                  <a:pt x="9207" y="76593"/>
                </a:lnTo>
                <a:lnTo>
                  <a:pt x="9105" y="76454"/>
                </a:lnTo>
                <a:lnTo>
                  <a:pt x="9017" y="76631"/>
                </a:lnTo>
                <a:lnTo>
                  <a:pt x="9182" y="76771"/>
                </a:lnTo>
                <a:lnTo>
                  <a:pt x="9398" y="76771"/>
                </a:lnTo>
                <a:lnTo>
                  <a:pt x="9436" y="76987"/>
                </a:lnTo>
                <a:lnTo>
                  <a:pt x="9448" y="76606"/>
                </a:lnTo>
                <a:close/>
              </a:path>
              <a:path w="29844" h="82550">
                <a:moveTo>
                  <a:pt x="9690" y="75336"/>
                </a:moveTo>
                <a:lnTo>
                  <a:pt x="9601" y="75615"/>
                </a:lnTo>
                <a:lnTo>
                  <a:pt x="9537" y="75425"/>
                </a:lnTo>
                <a:lnTo>
                  <a:pt x="9309" y="75425"/>
                </a:lnTo>
                <a:lnTo>
                  <a:pt x="9448" y="75476"/>
                </a:lnTo>
                <a:lnTo>
                  <a:pt x="9474" y="75641"/>
                </a:lnTo>
                <a:lnTo>
                  <a:pt x="9448" y="75844"/>
                </a:lnTo>
                <a:lnTo>
                  <a:pt x="9550" y="75704"/>
                </a:lnTo>
                <a:lnTo>
                  <a:pt x="9448" y="75920"/>
                </a:lnTo>
                <a:lnTo>
                  <a:pt x="9486" y="76136"/>
                </a:lnTo>
                <a:lnTo>
                  <a:pt x="9652" y="75793"/>
                </a:lnTo>
                <a:lnTo>
                  <a:pt x="9690" y="75336"/>
                </a:lnTo>
                <a:close/>
              </a:path>
              <a:path w="29844" h="82550">
                <a:moveTo>
                  <a:pt x="9842" y="77724"/>
                </a:moveTo>
                <a:lnTo>
                  <a:pt x="9791" y="77508"/>
                </a:lnTo>
                <a:lnTo>
                  <a:pt x="9791" y="77635"/>
                </a:lnTo>
                <a:lnTo>
                  <a:pt x="9753" y="77762"/>
                </a:lnTo>
                <a:close/>
              </a:path>
              <a:path w="29844" h="82550">
                <a:moveTo>
                  <a:pt x="10045" y="77254"/>
                </a:moveTo>
                <a:lnTo>
                  <a:pt x="9906" y="77139"/>
                </a:lnTo>
                <a:lnTo>
                  <a:pt x="9969" y="77355"/>
                </a:lnTo>
                <a:lnTo>
                  <a:pt x="9944" y="77495"/>
                </a:lnTo>
                <a:lnTo>
                  <a:pt x="9944" y="77660"/>
                </a:lnTo>
                <a:lnTo>
                  <a:pt x="10020" y="77495"/>
                </a:lnTo>
                <a:lnTo>
                  <a:pt x="10033" y="77355"/>
                </a:lnTo>
                <a:close/>
              </a:path>
              <a:path w="29844" h="82550">
                <a:moveTo>
                  <a:pt x="10109" y="71958"/>
                </a:moveTo>
                <a:lnTo>
                  <a:pt x="9969" y="71894"/>
                </a:lnTo>
                <a:lnTo>
                  <a:pt x="10007" y="72110"/>
                </a:lnTo>
                <a:lnTo>
                  <a:pt x="9867" y="72186"/>
                </a:lnTo>
                <a:lnTo>
                  <a:pt x="9906" y="72313"/>
                </a:lnTo>
                <a:lnTo>
                  <a:pt x="10083" y="72263"/>
                </a:lnTo>
                <a:lnTo>
                  <a:pt x="10083" y="72047"/>
                </a:lnTo>
                <a:close/>
              </a:path>
              <a:path w="29844" h="82550">
                <a:moveTo>
                  <a:pt x="10223" y="72390"/>
                </a:moveTo>
                <a:lnTo>
                  <a:pt x="10160" y="72567"/>
                </a:lnTo>
                <a:lnTo>
                  <a:pt x="10223" y="72390"/>
                </a:lnTo>
                <a:close/>
              </a:path>
              <a:path w="29844" h="82550">
                <a:moveTo>
                  <a:pt x="10287" y="72859"/>
                </a:moveTo>
                <a:lnTo>
                  <a:pt x="10109" y="72961"/>
                </a:lnTo>
                <a:lnTo>
                  <a:pt x="10160" y="73164"/>
                </a:lnTo>
                <a:lnTo>
                  <a:pt x="10287" y="72859"/>
                </a:lnTo>
                <a:close/>
              </a:path>
              <a:path w="29844" h="82550">
                <a:moveTo>
                  <a:pt x="10287" y="69951"/>
                </a:moveTo>
                <a:lnTo>
                  <a:pt x="10223" y="69684"/>
                </a:lnTo>
                <a:lnTo>
                  <a:pt x="10007" y="69684"/>
                </a:lnTo>
                <a:lnTo>
                  <a:pt x="9867" y="69862"/>
                </a:lnTo>
                <a:lnTo>
                  <a:pt x="9956" y="70167"/>
                </a:lnTo>
                <a:lnTo>
                  <a:pt x="10071" y="70370"/>
                </a:lnTo>
                <a:lnTo>
                  <a:pt x="10261" y="70129"/>
                </a:lnTo>
                <a:lnTo>
                  <a:pt x="10109" y="70053"/>
                </a:lnTo>
                <a:lnTo>
                  <a:pt x="10007" y="69862"/>
                </a:lnTo>
                <a:lnTo>
                  <a:pt x="10223" y="69761"/>
                </a:lnTo>
                <a:lnTo>
                  <a:pt x="10287" y="69951"/>
                </a:lnTo>
                <a:close/>
              </a:path>
              <a:path w="29844" h="82550">
                <a:moveTo>
                  <a:pt x="10325" y="77431"/>
                </a:moveTo>
                <a:close/>
              </a:path>
              <a:path w="29844" h="82550">
                <a:moveTo>
                  <a:pt x="10375" y="71043"/>
                </a:moveTo>
                <a:lnTo>
                  <a:pt x="10337" y="70866"/>
                </a:lnTo>
                <a:lnTo>
                  <a:pt x="10274" y="70624"/>
                </a:lnTo>
                <a:lnTo>
                  <a:pt x="10058" y="70700"/>
                </a:lnTo>
                <a:lnTo>
                  <a:pt x="10058" y="70421"/>
                </a:lnTo>
                <a:lnTo>
                  <a:pt x="9969" y="70650"/>
                </a:lnTo>
                <a:lnTo>
                  <a:pt x="10033" y="70929"/>
                </a:lnTo>
                <a:lnTo>
                  <a:pt x="9944" y="71208"/>
                </a:lnTo>
                <a:lnTo>
                  <a:pt x="9982" y="71335"/>
                </a:lnTo>
                <a:lnTo>
                  <a:pt x="10083" y="71526"/>
                </a:lnTo>
                <a:lnTo>
                  <a:pt x="10160" y="71234"/>
                </a:lnTo>
                <a:lnTo>
                  <a:pt x="10261" y="71386"/>
                </a:lnTo>
                <a:lnTo>
                  <a:pt x="10337" y="71208"/>
                </a:lnTo>
                <a:lnTo>
                  <a:pt x="10375" y="71043"/>
                </a:lnTo>
                <a:close/>
              </a:path>
              <a:path w="29844" h="82550">
                <a:moveTo>
                  <a:pt x="10388" y="75336"/>
                </a:moveTo>
                <a:lnTo>
                  <a:pt x="10071" y="74256"/>
                </a:lnTo>
                <a:lnTo>
                  <a:pt x="9994" y="73787"/>
                </a:lnTo>
                <a:lnTo>
                  <a:pt x="10121" y="72720"/>
                </a:lnTo>
                <a:lnTo>
                  <a:pt x="9982" y="72720"/>
                </a:lnTo>
                <a:lnTo>
                  <a:pt x="9842" y="72936"/>
                </a:lnTo>
                <a:lnTo>
                  <a:pt x="9817" y="72720"/>
                </a:lnTo>
                <a:lnTo>
                  <a:pt x="9791" y="73025"/>
                </a:lnTo>
                <a:lnTo>
                  <a:pt x="9639" y="72720"/>
                </a:lnTo>
                <a:lnTo>
                  <a:pt x="9639" y="72339"/>
                </a:lnTo>
                <a:lnTo>
                  <a:pt x="9436" y="72339"/>
                </a:lnTo>
                <a:lnTo>
                  <a:pt x="9588" y="71856"/>
                </a:lnTo>
                <a:lnTo>
                  <a:pt x="9639" y="71729"/>
                </a:lnTo>
                <a:lnTo>
                  <a:pt x="9753" y="71577"/>
                </a:lnTo>
                <a:lnTo>
                  <a:pt x="9702" y="71310"/>
                </a:lnTo>
                <a:lnTo>
                  <a:pt x="9753" y="70764"/>
                </a:lnTo>
                <a:lnTo>
                  <a:pt x="9601" y="70764"/>
                </a:lnTo>
                <a:lnTo>
                  <a:pt x="9601" y="71145"/>
                </a:lnTo>
                <a:lnTo>
                  <a:pt x="9372" y="70764"/>
                </a:lnTo>
                <a:lnTo>
                  <a:pt x="9537" y="70764"/>
                </a:lnTo>
                <a:lnTo>
                  <a:pt x="9601" y="71145"/>
                </a:lnTo>
                <a:lnTo>
                  <a:pt x="9601" y="70764"/>
                </a:lnTo>
                <a:lnTo>
                  <a:pt x="9601" y="70637"/>
                </a:lnTo>
                <a:lnTo>
                  <a:pt x="9944" y="70637"/>
                </a:lnTo>
                <a:lnTo>
                  <a:pt x="9880" y="70231"/>
                </a:lnTo>
                <a:lnTo>
                  <a:pt x="9639" y="70040"/>
                </a:lnTo>
                <a:lnTo>
                  <a:pt x="9753" y="69227"/>
                </a:lnTo>
                <a:lnTo>
                  <a:pt x="9791" y="69494"/>
                </a:lnTo>
                <a:lnTo>
                  <a:pt x="10007" y="69354"/>
                </a:lnTo>
                <a:lnTo>
                  <a:pt x="10007" y="69227"/>
                </a:lnTo>
                <a:lnTo>
                  <a:pt x="10261" y="69227"/>
                </a:lnTo>
                <a:lnTo>
                  <a:pt x="10261" y="68414"/>
                </a:lnTo>
                <a:lnTo>
                  <a:pt x="9829" y="69138"/>
                </a:lnTo>
                <a:lnTo>
                  <a:pt x="9702" y="68414"/>
                </a:lnTo>
                <a:lnTo>
                  <a:pt x="9550" y="68414"/>
                </a:lnTo>
                <a:lnTo>
                  <a:pt x="8280" y="68414"/>
                </a:lnTo>
                <a:lnTo>
                  <a:pt x="8280" y="70764"/>
                </a:lnTo>
                <a:lnTo>
                  <a:pt x="8077" y="70993"/>
                </a:lnTo>
                <a:lnTo>
                  <a:pt x="8077" y="71577"/>
                </a:lnTo>
                <a:lnTo>
                  <a:pt x="8039" y="71856"/>
                </a:lnTo>
                <a:lnTo>
                  <a:pt x="7950" y="71577"/>
                </a:lnTo>
                <a:lnTo>
                  <a:pt x="7912" y="71208"/>
                </a:lnTo>
                <a:lnTo>
                  <a:pt x="8077" y="71577"/>
                </a:lnTo>
                <a:lnTo>
                  <a:pt x="8077" y="70993"/>
                </a:lnTo>
                <a:lnTo>
                  <a:pt x="8140" y="70764"/>
                </a:lnTo>
                <a:lnTo>
                  <a:pt x="8280" y="70764"/>
                </a:lnTo>
                <a:lnTo>
                  <a:pt x="8280" y="68414"/>
                </a:lnTo>
                <a:lnTo>
                  <a:pt x="7924" y="68414"/>
                </a:lnTo>
                <a:lnTo>
                  <a:pt x="7924" y="71145"/>
                </a:lnTo>
                <a:lnTo>
                  <a:pt x="7924" y="68414"/>
                </a:lnTo>
                <a:lnTo>
                  <a:pt x="25" y="68414"/>
                </a:lnTo>
                <a:lnTo>
                  <a:pt x="88" y="76276"/>
                </a:lnTo>
                <a:lnTo>
                  <a:pt x="7569" y="76276"/>
                </a:lnTo>
                <a:lnTo>
                  <a:pt x="7772" y="76276"/>
                </a:lnTo>
                <a:lnTo>
                  <a:pt x="7772" y="75806"/>
                </a:lnTo>
                <a:lnTo>
                  <a:pt x="7645" y="76098"/>
                </a:lnTo>
                <a:lnTo>
                  <a:pt x="7569" y="75336"/>
                </a:lnTo>
                <a:lnTo>
                  <a:pt x="8191" y="75336"/>
                </a:lnTo>
                <a:lnTo>
                  <a:pt x="6286" y="72720"/>
                </a:lnTo>
                <a:lnTo>
                  <a:pt x="9194" y="72720"/>
                </a:lnTo>
                <a:lnTo>
                  <a:pt x="9194" y="74041"/>
                </a:lnTo>
                <a:lnTo>
                  <a:pt x="8420" y="75336"/>
                </a:lnTo>
                <a:lnTo>
                  <a:pt x="8623" y="75501"/>
                </a:lnTo>
                <a:lnTo>
                  <a:pt x="8610" y="75336"/>
                </a:lnTo>
                <a:lnTo>
                  <a:pt x="8826" y="75336"/>
                </a:lnTo>
                <a:lnTo>
                  <a:pt x="8953" y="75412"/>
                </a:lnTo>
                <a:lnTo>
                  <a:pt x="8915" y="75336"/>
                </a:lnTo>
                <a:lnTo>
                  <a:pt x="10261" y="75336"/>
                </a:lnTo>
                <a:lnTo>
                  <a:pt x="10388" y="75336"/>
                </a:lnTo>
                <a:close/>
              </a:path>
              <a:path w="29844" h="82550">
                <a:moveTo>
                  <a:pt x="10414" y="77444"/>
                </a:moveTo>
                <a:close/>
              </a:path>
              <a:path w="29844" h="82550">
                <a:moveTo>
                  <a:pt x="10566" y="71996"/>
                </a:moveTo>
                <a:lnTo>
                  <a:pt x="10528" y="71793"/>
                </a:lnTo>
                <a:lnTo>
                  <a:pt x="10490" y="71958"/>
                </a:lnTo>
                <a:close/>
              </a:path>
              <a:path w="29844" h="82550">
                <a:moveTo>
                  <a:pt x="10655" y="72301"/>
                </a:moveTo>
                <a:lnTo>
                  <a:pt x="10490" y="72415"/>
                </a:lnTo>
                <a:lnTo>
                  <a:pt x="10629" y="72542"/>
                </a:lnTo>
                <a:lnTo>
                  <a:pt x="10655" y="72301"/>
                </a:lnTo>
                <a:close/>
              </a:path>
              <a:path w="29844" h="82550">
                <a:moveTo>
                  <a:pt x="11010" y="75577"/>
                </a:moveTo>
                <a:lnTo>
                  <a:pt x="10858" y="75565"/>
                </a:lnTo>
                <a:lnTo>
                  <a:pt x="10909" y="75311"/>
                </a:lnTo>
                <a:lnTo>
                  <a:pt x="10782" y="75565"/>
                </a:lnTo>
                <a:lnTo>
                  <a:pt x="11010" y="75768"/>
                </a:lnTo>
                <a:lnTo>
                  <a:pt x="11010" y="75577"/>
                </a:lnTo>
                <a:close/>
              </a:path>
              <a:path w="29844" h="82550">
                <a:moveTo>
                  <a:pt x="11290" y="74295"/>
                </a:moveTo>
                <a:lnTo>
                  <a:pt x="11061" y="74371"/>
                </a:lnTo>
                <a:lnTo>
                  <a:pt x="11137" y="74536"/>
                </a:lnTo>
                <a:lnTo>
                  <a:pt x="11252" y="74320"/>
                </a:lnTo>
                <a:close/>
              </a:path>
              <a:path w="29844" h="82550">
                <a:moveTo>
                  <a:pt x="11315" y="74485"/>
                </a:moveTo>
                <a:lnTo>
                  <a:pt x="11188" y="74574"/>
                </a:lnTo>
                <a:lnTo>
                  <a:pt x="11188" y="74701"/>
                </a:lnTo>
                <a:lnTo>
                  <a:pt x="11315" y="74485"/>
                </a:lnTo>
                <a:close/>
              </a:path>
              <a:path w="29844" h="82550">
                <a:moveTo>
                  <a:pt x="11430" y="74574"/>
                </a:moveTo>
                <a:close/>
              </a:path>
              <a:path w="29844" h="82550">
                <a:moveTo>
                  <a:pt x="12471" y="75082"/>
                </a:moveTo>
                <a:lnTo>
                  <a:pt x="12115" y="75031"/>
                </a:lnTo>
                <a:lnTo>
                  <a:pt x="12280" y="75196"/>
                </a:lnTo>
                <a:lnTo>
                  <a:pt x="12471" y="75082"/>
                </a:lnTo>
                <a:close/>
              </a:path>
              <a:path w="29844" h="82550">
                <a:moveTo>
                  <a:pt x="12471" y="74333"/>
                </a:moveTo>
                <a:lnTo>
                  <a:pt x="12331" y="74434"/>
                </a:lnTo>
                <a:lnTo>
                  <a:pt x="12268" y="74282"/>
                </a:lnTo>
                <a:lnTo>
                  <a:pt x="12103" y="74142"/>
                </a:lnTo>
                <a:lnTo>
                  <a:pt x="12014" y="74460"/>
                </a:lnTo>
                <a:lnTo>
                  <a:pt x="12103" y="74625"/>
                </a:lnTo>
                <a:lnTo>
                  <a:pt x="12166" y="74485"/>
                </a:lnTo>
                <a:lnTo>
                  <a:pt x="12268" y="74650"/>
                </a:lnTo>
                <a:lnTo>
                  <a:pt x="12115" y="74815"/>
                </a:lnTo>
                <a:lnTo>
                  <a:pt x="12115" y="75006"/>
                </a:lnTo>
                <a:lnTo>
                  <a:pt x="12204" y="74790"/>
                </a:lnTo>
                <a:lnTo>
                  <a:pt x="12407" y="74917"/>
                </a:lnTo>
                <a:lnTo>
                  <a:pt x="12458" y="74739"/>
                </a:lnTo>
                <a:lnTo>
                  <a:pt x="12306" y="74625"/>
                </a:lnTo>
                <a:lnTo>
                  <a:pt x="12433" y="74510"/>
                </a:lnTo>
                <a:lnTo>
                  <a:pt x="12471" y="74333"/>
                </a:lnTo>
                <a:close/>
              </a:path>
              <a:path w="29844" h="82550">
                <a:moveTo>
                  <a:pt x="12573" y="72237"/>
                </a:moveTo>
                <a:lnTo>
                  <a:pt x="12382" y="72123"/>
                </a:lnTo>
                <a:lnTo>
                  <a:pt x="12357" y="72263"/>
                </a:lnTo>
                <a:lnTo>
                  <a:pt x="12573" y="72237"/>
                </a:lnTo>
                <a:close/>
              </a:path>
              <a:path w="29844" h="82550">
                <a:moveTo>
                  <a:pt x="12687" y="68681"/>
                </a:moveTo>
                <a:lnTo>
                  <a:pt x="12649" y="68313"/>
                </a:lnTo>
                <a:lnTo>
                  <a:pt x="12534" y="68478"/>
                </a:lnTo>
                <a:lnTo>
                  <a:pt x="12357" y="68973"/>
                </a:lnTo>
                <a:lnTo>
                  <a:pt x="12585" y="69164"/>
                </a:lnTo>
                <a:lnTo>
                  <a:pt x="12674" y="68999"/>
                </a:lnTo>
                <a:lnTo>
                  <a:pt x="12509" y="68897"/>
                </a:lnTo>
                <a:lnTo>
                  <a:pt x="12687" y="68681"/>
                </a:lnTo>
                <a:close/>
              </a:path>
              <a:path w="29844" h="82550">
                <a:moveTo>
                  <a:pt x="12928" y="74726"/>
                </a:moveTo>
                <a:lnTo>
                  <a:pt x="12814" y="74549"/>
                </a:lnTo>
                <a:lnTo>
                  <a:pt x="12788" y="74764"/>
                </a:lnTo>
                <a:lnTo>
                  <a:pt x="12928" y="74726"/>
                </a:lnTo>
                <a:close/>
              </a:path>
              <a:path w="29844" h="82550">
                <a:moveTo>
                  <a:pt x="13030" y="71247"/>
                </a:moveTo>
                <a:lnTo>
                  <a:pt x="13017" y="71005"/>
                </a:lnTo>
                <a:lnTo>
                  <a:pt x="13030" y="71386"/>
                </a:lnTo>
                <a:lnTo>
                  <a:pt x="13030" y="71247"/>
                </a:lnTo>
                <a:close/>
              </a:path>
              <a:path w="29844" h="82550">
                <a:moveTo>
                  <a:pt x="13030" y="68376"/>
                </a:moveTo>
                <a:lnTo>
                  <a:pt x="12890" y="68351"/>
                </a:lnTo>
                <a:lnTo>
                  <a:pt x="12865" y="68516"/>
                </a:lnTo>
                <a:lnTo>
                  <a:pt x="12928" y="68656"/>
                </a:lnTo>
                <a:lnTo>
                  <a:pt x="13030" y="68376"/>
                </a:lnTo>
                <a:close/>
              </a:path>
              <a:path w="29844" h="82550">
                <a:moveTo>
                  <a:pt x="13423" y="71323"/>
                </a:moveTo>
                <a:lnTo>
                  <a:pt x="13157" y="71056"/>
                </a:lnTo>
                <a:lnTo>
                  <a:pt x="13131" y="70878"/>
                </a:lnTo>
                <a:lnTo>
                  <a:pt x="13106" y="71031"/>
                </a:lnTo>
                <a:lnTo>
                  <a:pt x="13131" y="71297"/>
                </a:lnTo>
                <a:lnTo>
                  <a:pt x="13169" y="71564"/>
                </a:lnTo>
                <a:lnTo>
                  <a:pt x="13233" y="71285"/>
                </a:lnTo>
                <a:lnTo>
                  <a:pt x="13258" y="71475"/>
                </a:lnTo>
                <a:lnTo>
                  <a:pt x="13423" y="71323"/>
                </a:lnTo>
                <a:close/>
              </a:path>
              <a:path w="29844" h="82550">
                <a:moveTo>
                  <a:pt x="13703" y="72275"/>
                </a:moveTo>
                <a:lnTo>
                  <a:pt x="13665" y="71970"/>
                </a:lnTo>
                <a:lnTo>
                  <a:pt x="13639" y="71755"/>
                </a:lnTo>
                <a:lnTo>
                  <a:pt x="13525" y="71424"/>
                </a:lnTo>
                <a:lnTo>
                  <a:pt x="13462" y="72224"/>
                </a:lnTo>
                <a:lnTo>
                  <a:pt x="13703" y="72275"/>
                </a:lnTo>
                <a:close/>
              </a:path>
              <a:path w="29844" h="82550">
                <a:moveTo>
                  <a:pt x="13970" y="72847"/>
                </a:moveTo>
                <a:lnTo>
                  <a:pt x="13766" y="72478"/>
                </a:lnTo>
                <a:lnTo>
                  <a:pt x="13792" y="72351"/>
                </a:lnTo>
                <a:lnTo>
                  <a:pt x="13614" y="72288"/>
                </a:lnTo>
                <a:lnTo>
                  <a:pt x="13754" y="72732"/>
                </a:lnTo>
                <a:lnTo>
                  <a:pt x="13970" y="72847"/>
                </a:lnTo>
                <a:close/>
              </a:path>
              <a:path w="29844" h="82550">
                <a:moveTo>
                  <a:pt x="14287" y="74002"/>
                </a:moveTo>
                <a:lnTo>
                  <a:pt x="14198" y="73748"/>
                </a:lnTo>
                <a:lnTo>
                  <a:pt x="14211" y="73545"/>
                </a:lnTo>
                <a:lnTo>
                  <a:pt x="14135" y="73736"/>
                </a:lnTo>
                <a:lnTo>
                  <a:pt x="14173" y="73875"/>
                </a:lnTo>
                <a:lnTo>
                  <a:pt x="14173" y="74129"/>
                </a:lnTo>
                <a:lnTo>
                  <a:pt x="14287" y="74002"/>
                </a:lnTo>
                <a:close/>
              </a:path>
              <a:path w="29844" h="82550">
                <a:moveTo>
                  <a:pt x="17030" y="70129"/>
                </a:moveTo>
                <a:lnTo>
                  <a:pt x="16878" y="70015"/>
                </a:lnTo>
                <a:lnTo>
                  <a:pt x="16852" y="70180"/>
                </a:lnTo>
                <a:lnTo>
                  <a:pt x="17030" y="70129"/>
                </a:lnTo>
                <a:close/>
              </a:path>
              <a:path w="29844" h="82550">
                <a:moveTo>
                  <a:pt x="26365" y="8890"/>
                </a:moveTo>
                <a:lnTo>
                  <a:pt x="26174" y="8737"/>
                </a:lnTo>
                <a:lnTo>
                  <a:pt x="26009" y="8915"/>
                </a:lnTo>
                <a:lnTo>
                  <a:pt x="26200" y="9067"/>
                </a:lnTo>
                <a:lnTo>
                  <a:pt x="26365" y="8890"/>
                </a:lnTo>
                <a:close/>
              </a:path>
              <a:path w="29844" h="82550">
                <a:moveTo>
                  <a:pt x="26365" y="4686"/>
                </a:moveTo>
                <a:lnTo>
                  <a:pt x="26035" y="4521"/>
                </a:lnTo>
                <a:lnTo>
                  <a:pt x="25869" y="4851"/>
                </a:lnTo>
                <a:lnTo>
                  <a:pt x="26200" y="5016"/>
                </a:lnTo>
                <a:lnTo>
                  <a:pt x="26365" y="4686"/>
                </a:lnTo>
                <a:close/>
              </a:path>
              <a:path w="29844" h="82550">
                <a:moveTo>
                  <a:pt x="26403" y="7823"/>
                </a:moveTo>
                <a:lnTo>
                  <a:pt x="26098" y="7670"/>
                </a:lnTo>
                <a:lnTo>
                  <a:pt x="25958" y="7988"/>
                </a:lnTo>
                <a:lnTo>
                  <a:pt x="26263" y="8128"/>
                </a:lnTo>
                <a:lnTo>
                  <a:pt x="26403" y="7823"/>
                </a:lnTo>
                <a:close/>
              </a:path>
              <a:path w="29844" h="82550">
                <a:moveTo>
                  <a:pt x="26403" y="215"/>
                </a:moveTo>
                <a:lnTo>
                  <a:pt x="26149" y="0"/>
                </a:lnTo>
                <a:lnTo>
                  <a:pt x="25933" y="241"/>
                </a:lnTo>
                <a:lnTo>
                  <a:pt x="26187" y="457"/>
                </a:lnTo>
                <a:lnTo>
                  <a:pt x="26403" y="215"/>
                </a:lnTo>
                <a:close/>
              </a:path>
              <a:path w="29844" h="82550">
                <a:moveTo>
                  <a:pt x="26657" y="6324"/>
                </a:moveTo>
                <a:lnTo>
                  <a:pt x="26530" y="6070"/>
                </a:lnTo>
                <a:lnTo>
                  <a:pt x="26289" y="6197"/>
                </a:lnTo>
                <a:lnTo>
                  <a:pt x="26428" y="6438"/>
                </a:lnTo>
                <a:lnTo>
                  <a:pt x="26657" y="6324"/>
                </a:lnTo>
                <a:close/>
              </a:path>
              <a:path w="29844" h="82550">
                <a:moveTo>
                  <a:pt x="26809" y="4254"/>
                </a:moveTo>
                <a:lnTo>
                  <a:pt x="26593" y="3975"/>
                </a:lnTo>
                <a:lnTo>
                  <a:pt x="26301" y="4178"/>
                </a:lnTo>
                <a:lnTo>
                  <a:pt x="26504" y="4470"/>
                </a:lnTo>
                <a:lnTo>
                  <a:pt x="26809" y="4254"/>
                </a:lnTo>
                <a:close/>
              </a:path>
              <a:path w="29844" h="82550">
                <a:moveTo>
                  <a:pt x="26847" y="5308"/>
                </a:moveTo>
                <a:lnTo>
                  <a:pt x="26644" y="5130"/>
                </a:lnTo>
                <a:lnTo>
                  <a:pt x="26466" y="5334"/>
                </a:lnTo>
                <a:lnTo>
                  <a:pt x="26682" y="5511"/>
                </a:lnTo>
                <a:lnTo>
                  <a:pt x="26847" y="5308"/>
                </a:lnTo>
                <a:close/>
              </a:path>
              <a:path w="29844" h="82550">
                <a:moveTo>
                  <a:pt x="26885" y="7366"/>
                </a:moveTo>
                <a:lnTo>
                  <a:pt x="26644" y="7251"/>
                </a:lnTo>
                <a:lnTo>
                  <a:pt x="26517" y="7493"/>
                </a:lnTo>
                <a:lnTo>
                  <a:pt x="26758" y="7620"/>
                </a:lnTo>
                <a:lnTo>
                  <a:pt x="26885" y="7366"/>
                </a:lnTo>
                <a:close/>
              </a:path>
              <a:path w="29844" h="82550">
                <a:moveTo>
                  <a:pt x="26911" y="8064"/>
                </a:moveTo>
                <a:lnTo>
                  <a:pt x="26657" y="7937"/>
                </a:lnTo>
                <a:lnTo>
                  <a:pt x="26517" y="8204"/>
                </a:lnTo>
                <a:lnTo>
                  <a:pt x="26771" y="8331"/>
                </a:lnTo>
                <a:lnTo>
                  <a:pt x="26911" y="8064"/>
                </a:lnTo>
                <a:close/>
              </a:path>
              <a:path w="29844" h="82550">
                <a:moveTo>
                  <a:pt x="27292" y="1346"/>
                </a:moveTo>
                <a:lnTo>
                  <a:pt x="27012" y="1092"/>
                </a:lnTo>
                <a:lnTo>
                  <a:pt x="26758" y="1384"/>
                </a:lnTo>
                <a:lnTo>
                  <a:pt x="26936" y="1536"/>
                </a:lnTo>
                <a:lnTo>
                  <a:pt x="26720" y="1701"/>
                </a:lnTo>
                <a:lnTo>
                  <a:pt x="26898" y="1955"/>
                </a:lnTo>
                <a:lnTo>
                  <a:pt x="27152" y="1765"/>
                </a:lnTo>
                <a:lnTo>
                  <a:pt x="27038" y="1612"/>
                </a:lnTo>
                <a:lnTo>
                  <a:pt x="27292" y="1346"/>
                </a:lnTo>
                <a:close/>
              </a:path>
              <a:path w="29844" h="82550">
                <a:moveTo>
                  <a:pt x="27330" y="7747"/>
                </a:moveTo>
                <a:lnTo>
                  <a:pt x="27127" y="7429"/>
                </a:lnTo>
                <a:lnTo>
                  <a:pt x="26809" y="7632"/>
                </a:lnTo>
                <a:lnTo>
                  <a:pt x="27025" y="7950"/>
                </a:lnTo>
                <a:lnTo>
                  <a:pt x="27330" y="7747"/>
                </a:lnTo>
                <a:close/>
              </a:path>
              <a:path w="29844" h="82550">
                <a:moveTo>
                  <a:pt x="27520" y="5651"/>
                </a:moveTo>
                <a:lnTo>
                  <a:pt x="27330" y="5422"/>
                </a:lnTo>
                <a:lnTo>
                  <a:pt x="27114" y="5626"/>
                </a:lnTo>
                <a:lnTo>
                  <a:pt x="27292" y="5854"/>
                </a:lnTo>
                <a:lnTo>
                  <a:pt x="27520" y="5651"/>
                </a:lnTo>
                <a:close/>
              </a:path>
              <a:path w="29844" h="82550">
                <a:moveTo>
                  <a:pt x="27584" y="6794"/>
                </a:moveTo>
                <a:lnTo>
                  <a:pt x="27419" y="6565"/>
                </a:lnTo>
                <a:lnTo>
                  <a:pt x="27178" y="6743"/>
                </a:lnTo>
                <a:lnTo>
                  <a:pt x="27165" y="6934"/>
                </a:lnTo>
                <a:lnTo>
                  <a:pt x="27317" y="7112"/>
                </a:lnTo>
                <a:lnTo>
                  <a:pt x="27508" y="6959"/>
                </a:lnTo>
                <a:lnTo>
                  <a:pt x="27584" y="6794"/>
                </a:lnTo>
                <a:close/>
              </a:path>
              <a:path w="29844" h="82550">
                <a:moveTo>
                  <a:pt x="27647" y="5181"/>
                </a:moveTo>
                <a:lnTo>
                  <a:pt x="27520" y="4953"/>
                </a:lnTo>
                <a:lnTo>
                  <a:pt x="27292" y="5105"/>
                </a:lnTo>
                <a:lnTo>
                  <a:pt x="27419" y="5321"/>
                </a:lnTo>
                <a:lnTo>
                  <a:pt x="27647" y="5181"/>
                </a:lnTo>
                <a:close/>
              </a:path>
              <a:path w="29844" h="82550">
                <a:moveTo>
                  <a:pt x="27813" y="4076"/>
                </a:moveTo>
                <a:lnTo>
                  <a:pt x="27660" y="3784"/>
                </a:lnTo>
                <a:lnTo>
                  <a:pt x="27368" y="3937"/>
                </a:lnTo>
                <a:lnTo>
                  <a:pt x="27520" y="4229"/>
                </a:lnTo>
                <a:lnTo>
                  <a:pt x="27813" y="4076"/>
                </a:lnTo>
                <a:close/>
              </a:path>
              <a:path w="29844" h="82550">
                <a:moveTo>
                  <a:pt x="27813" y="558"/>
                </a:moveTo>
                <a:lnTo>
                  <a:pt x="27520" y="330"/>
                </a:lnTo>
                <a:lnTo>
                  <a:pt x="27305" y="622"/>
                </a:lnTo>
                <a:lnTo>
                  <a:pt x="27533" y="812"/>
                </a:lnTo>
                <a:lnTo>
                  <a:pt x="27457" y="1016"/>
                </a:lnTo>
                <a:lnTo>
                  <a:pt x="27711" y="1143"/>
                </a:lnTo>
                <a:lnTo>
                  <a:pt x="27813" y="876"/>
                </a:lnTo>
                <a:lnTo>
                  <a:pt x="27622" y="812"/>
                </a:lnTo>
                <a:lnTo>
                  <a:pt x="27813" y="558"/>
                </a:lnTo>
                <a:close/>
              </a:path>
              <a:path w="29844" h="82550">
                <a:moveTo>
                  <a:pt x="27851" y="3289"/>
                </a:moveTo>
                <a:lnTo>
                  <a:pt x="27597" y="3048"/>
                </a:lnTo>
                <a:lnTo>
                  <a:pt x="27355" y="3302"/>
                </a:lnTo>
                <a:lnTo>
                  <a:pt x="27622" y="3530"/>
                </a:lnTo>
                <a:lnTo>
                  <a:pt x="27851" y="3289"/>
                </a:lnTo>
                <a:close/>
              </a:path>
              <a:path w="29844" h="82550">
                <a:moveTo>
                  <a:pt x="28092" y="8534"/>
                </a:moveTo>
                <a:lnTo>
                  <a:pt x="27914" y="8331"/>
                </a:lnTo>
                <a:lnTo>
                  <a:pt x="27711" y="8521"/>
                </a:lnTo>
                <a:lnTo>
                  <a:pt x="27889" y="8712"/>
                </a:lnTo>
                <a:lnTo>
                  <a:pt x="28092" y="8534"/>
                </a:lnTo>
                <a:close/>
              </a:path>
              <a:path w="29844" h="82550">
                <a:moveTo>
                  <a:pt x="28244" y="6400"/>
                </a:moveTo>
                <a:lnTo>
                  <a:pt x="27978" y="6273"/>
                </a:lnTo>
                <a:lnTo>
                  <a:pt x="27838" y="6565"/>
                </a:lnTo>
                <a:lnTo>
                  <a:pt x="28130" y="6705"/>
                </a:lnTo>
                <a:lnTo>
                  <a:pt x="28244" y="6400"/>
                </a:lnTo>
                <a:close/>
              </a:path>
              <a:path w="29844" h="82550">
                <a:moveTo>
                  <a:pt x="28346" y="3606"/>
                </a:moveTo>
                <a:lnTo>
                  <a:pt x="28105" y="3479"/>
                </a:lnTo>
                <a:lnTo>
                  <a:pt x="27965" y="3708"/>
                </a:lnTo>
                <a:lnTo>
                  <a:pt x="28206" y="3860"/>
                </a:lnTo>
                <a:lnTo>
                  <a:pt x="28346" y="3606"/>
                </a:lnTo>
                <a:close/>
              </a:path>
              <a:path w="29844" h="82550">
                <a:moveTo>
                  <a:pt x="28359" y="8331"/>
                </a:moveTo>
                <a:lnTo>
                  <a:pt x="28194" y="8153"/>
                </a:lnTo>
                <a:lnTo>
                  <a:pt x="28003" y="8293"/>
                </a:lnTo>
                <a:lnTo>
                  <a:pt x="28143" y="8496"/>
                </a:lnTo>
                <a:lnTo>
                  <a:pt x="28359" y="8331"/>
                </a:lnTo>
                <a:close/>
              </a:path>
              <a:path w="29844" h="82550">
                <a:moveTo>
                  <a:pt x="28587" y="2959"/>
                </a:moveTo>
                <a:lnTo>
                  <a:pt x="28321" y="2755"/>
                </a:lnTo>
                <a:lnTo>
                  <a:pt x="28143" y="3022"/>
                </a:lnTo>
                <a:lnTo>
                  <a:pt x="28409" y="3213"/>
                </a:lnTo>
                <a:lnTo>
                  <a:pt x="28587" y="2959"/>
                </a:lnTo>
                <a:close/>
              </a:path>
              <a:path w="29844" h="82550">
                <a:moveTo>
                  <a:pt x="28613" y="4495"/>
                </a:moveTo>
                <a:lnTo>
                  <a:pt x="28422" y="4254"/>
                </a:lnTo>
                <a:lnTo>
                  <a:pt x="28168" y="4457"/>
                </a:lnTo>
                <a:lnTo>
                  <a:pt x="28371" y="4699"/>
                </a:lnTo>
                <a:lnTo>
                  <a:pt x="28613" y="4495"/>
                </a:lnTo>
                <a:close/>
              </a:path>
              <a:path w="29844" h="82550">
                <a:moveTo>
                  <a:pt x="28663" y="9169"/>
                </a:moveTo>
                <a:lnTo>
                  <a:pt x="28346" y="8978"/>
                </a:lnTo>
                <a:lnTo>
                  <a:pt x="28155" y="9296"/>
                </a:lnTo>
                <a:lnTo>
                  <a:pt x="28473" y="9486"/>
                </a:lnTo>
                <a:lnTo>
                  <a:pt x="28663" y="9169"/>
                </a:lnTo>
                <a:close/>
              </a:path>
              <a:path w="29844" h="82550">
                <a:moveTo>
                  <a:pt x="28740" y="2641"/>
                </a:moveTo>
                <a:lnTo>
                  <a:pt x="28587" y="2425"/>
                </a:lnTo>
                <a:lnTo>
                  <a:pt x="28397" y="2590"/>
                </a:lnTo>
                <a:lnTo>
                  <a:pt x="28536" y="2768"/>
                </a:lnTo>
                <a:lnTo>
                  <a:pt x="28740" y="2641"/>
                </a:lnTo>
                <a:close/>
              </a:path>
              <a:path w="29844" h="82550">
                <a:moveTo>
                  <a:pt x="28905" y="2311"/>
                </a:moveTo>
                <a:lnTo>
                  <a:pt x="28714" y="2082"/>
                </a:lnTo>
                <a:lnTo>
                  <a:pt x="28473" y="2286"/>
                </a:lnTo>
                <a:lnTo>
                  <a:pt x="28587" y="2425"/>
                </a:lnTo>
                <a:lnTo>
                  <a:pt x="28905" y="2311"/>
                </a:lnTo>
                <a:close/>
              </a:path>
              <a:path w="29844" h="82550">
                <a:moveTo>
                  <a:pt x="28994" y="5765"/>
                </a:moveTo>
                <a:lnTo>
                  <a:pt x="28740" y="5651"/>
                </a:lnTo>
                <a:lnTo>
                  <a:pt x="28587" y="5892"/>
                </a:lnTo>
                <a:lnTo>
                  <a:pt x="28435" y="5778"/>
                </a:lnTo>
                <a:lnTo>
                  <a:pt x="28232" y="6070"/>
                </a:lnTo>
                <a:lnTo>
                  <a:pt x="28498" y="6261"/>
                </a:lnTo>
                <a:lnTo>
                  <a:pt x="28714" y="5981"/>
                </a:lnTo>
                <a:lnTo>
                  <a:pt x="28841" y="6032"/>
                </a:lnTo>
                <a:lnTo>
                  <a:pt x="28994" y="5765"/>
                </a:lnTo>
                <a:close/>
              </a:path>
              <a:path w="29844" h="82550">
                <a:moveTo>
                  <a:pt x="29184" y="2171"/>
                </a:moveTo>
                <a:lnTo>
                  <a:pt x="29006" y="1955"/>
                </a:lnTo>
                <a:lnTo>
                  <a:pt x="28790" y="2120"/>
                </a:lnTo>
                <a:lnTo>
                  <a:pt x="28905" y="2311"/>
                </a:lnTo>
                <a:lnTo>
                  <a:pt x="29184" y="2171"/>
                </a:lnTo>
                <a:close/>
              </a:path>
              <a:path w="29844" h="82550">
                <a:moveTo>
                  <a:pt x="29222" y="7035"/>
                </a:moveTo>
                <a:lnTo>
                  <a:pt x="28956" y="6921"/>
                </a:lnTo>
                <a:lnTo>
                  <a:pt x="28829" y="7188"/>
                </a:lnTo>
                <a:lnTo>
                  <a:pt x="29083" y="7315"/>
                </a:lnTo>
                <a:lnTo>
                  <a:pt x="29222" y="7035"/>
                </a:lnTo>
                <a:close/>
              </a:path>
              <a:path w="29844" h="82550">
                <a:moveTo>
                  <a:pt x="29222" y="2730"/>
                </a:moveTo>
                <a:lnTo>
                  <a:pt x="28879" y="2540"/>
                </a:lnTo>
                <a:lnTo>
                  <a:pt x="28702" y="2870"/>
                </a:lnTo>
                <a:lnTo>
                  <a:pt x="29019" y="3048"/>
                </a:lnTo>
                <a:lnTo>
                  <a:pt x="29222" y="27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1979510" y="1038288"/>
            <a:ext cx="3810" cy="51435"/>
          </a:xfrm>
          <a:custGeom>
            <a:avLst/>
            <a:gdLst/>
            <a:ahLst/>
            <a:cxnLst/>
            <a:rect l="l" t="t" r="r" b="b"/>
            <a:pathLst>
              <a:path w="3810" h="51434">
                <a:moveTo>
                  <a:pt x="444" y="50380"/>
                </a:moveTo>
                <a:lnTo>
                  <a:pt x="254" y="50215"/>
                </a:lnTo>
                <a:lnTo>
                  <a:pt x="101" y="50406"/>
                </a:lnTo>
                <a:lnTo>
                  <a:pt x="292" y="50558"/>
                </a:lnTo>
                <a:lnTo>
                  <a:pt x="444" y="50380"/>
                </a:lnTo>
                <a:close/>
              </a:path>
              <a:path w="3810" h="51434">
                <a:moveTo>
                  <a:pt x="482" y="49263"/>
                </a:moveTo>
                <a:lnTo>
                  <a:pt x="177" y="49123"/>
                </a:lnTo>
                <a:lnTo>
                  <a:pt x="38" y="49415"/>
                </a:lnTo>
                <a:lnTo>
                  <a:pt x="342" y="49568"/>
                </a:lnTo>
                <a:lnTo>
                  <a:pt x="482" y="49263"/>
                </a:lnTo>
                <a:close/>
              </a:path>
              <a:path w="3810" h="51434">
                <a:moveTo>
                  <a:pt x="482" y="16548"/>
                </a:moveTo>
                <a:lnTo>
                  <a:pt x="228" y="16332"/>
                </a:lnTo>
                <a:lnTo>
                  <a:pt x="12" y="16573"/>
                </a:lnTo>
                <a:lnTo>
                  <a:pt x="266" y="16789"/>
                </a:lnTo>
                <a:lnTo>
                  <a:pt x="482" y="16548"/>
                </a:lnTo>
                <a:close/>
              </a:path>
              <a:path w="3810" h="51434">
                <a:moveTo>
                  <a:pt x="495" y="13284"/>
                </a:moveTo>
                <a:lnTo>
                  <a:pt x="177" y="13119"/>
                </a:lnTo>
                <a:lnTo>
                  <a:pt x="0" y="13423"/>
                </a:lnTo>
                <a:lnTo>
                  <a:pt x="304" y="13601"/>
                </a:lnTo>
                <a:lnTo>
                  <a:pt x="495" y="13284"/>
                </a:lnTo>
                <a:close/>
              </a:path>
              <a:path w="3810" h="51434">
                <a:moveTo>
                  <a:pt x="495" y="11239"/>
                </a:moveTo>
                <a:lnTo>
                  <a:pt x="279" y="11137"/>
                </a:lnTo>
                <a:lnTo>
                  <a:pt x="152" y="11353"/>
                </a:lnTo>
                <a:lnTo>
                  <a:pt x="368" y="11455"/>
                </a:lnTo>
                <a:lnTo>
                  <a:pt x="495" y="11239"/>
                </a:lnTo>
                <a:close/>
              </a:path>
              <a:path w="3810" h="51434">
                <a:moveTo>
                  <a:pt x="584" y="13817"/>
                </a:moveTo>
                <a:lnTo>
                  <a:pt x="330" y="13703"/>
                </a:lnTo>
                <a:lnTo>
                  <a:pt x="203" y="13957"/>
                </a:lnTo>
                <a:lnTo>
                  <a:pt x="457" y="14084"/>
                </a:lnTo>
                <a:lnTo>
                  <a:pt x="584" y="13817"/>
                </a:lnTo>
                <a:close/>
              </a:path>
              <a:path w="3810" h="51434">
                <a:moveTo>
                  <a:pt x="622" y="4660"/>
                </a:moveTo>
                <a:lnTo>
                  <a:pt x="482" y="4406"/>
                </a:lnTo>
                <a:lnTo>
                  <a:pt x="241" y="4533"/>
                </a:lnTo>
                <a:lnTo>
                  <a:pt x="381" y="4775"/>
                </a:lnTo>
                <a:lnTo>
                  <a:pt x="622" y="4660"/>
                </a:lnTo>
                <a:close/>
              </a:path>
              <a:path w="3810" h="51434">
                <a:moveTo>
                  <a:pt x="635" y="6921"/>
                </a:moveTo>
                <a:lnTo>
                  <a:pt x="368" y="6781"/>
                </a:lnTo>
                <a:lnTo>
                  <a:pt x="228" y="7048"/>
                </a:lnTo>
                <a:lnTo>
                  <a:pt x="482" y="7188"/>
                </a:lnTo>
                <a:lnTo>
                  <a:pt x="635" y="6921"/>
                </a:lnTo>
                <a:close/>
              </a:path>
              <a:path w="3810" h="51434">
                <a:moveTo>
                  <a:pt x="698" y="7302"/>
                </a:moveTo>
                <a:lnTo>
                  <a:pt x="368" y="7150"/>
                </a:lnTo>
                <a:lnTo>
                  <a:pt x="228" y="7467"/>
                </a:lnTo>
                <a:lnTo>
                  <a:pt x="558" y="7620"/>
                </a:lnTo>
                <a:lnTo>
                  <a:pt x="698" y="7302"/>
                </a:lnTo>
                <a:close/>
              </a:path>
              <a:path w="3810" h="51434">
                <a:moveTo>
                  <a:pt x="812" y="15011"/>
                </a:moveTo>
                <a:lnTo>
                  <a:pt x="609" y="14846"/>
                </a:lnTo>
                <a:lnTo>
                  <a:pt x="457" y="15062"/>
                </a:lnTo>
                <a:lnTo>
                  <a:pt x="660" y="15201"/>
                </a:lnTo>
                <a:lnTo>
                  <a:pt x="812" y="15011"/>
                </a:lnTo>
                <a:close/>
              </a:path>
              <a:path w="3810" h="51434">
                <a:moveTo>
                  <a:pt x="850" y="431"/>
                </a:moveTo>
                <a:lnTo>
                  <a:pt x="635" y="330"/>
                </a:lnTo>
                <a:lnTo>
                  <a:pt x="508" y="558"/>
                </a:lnTo>
                <a:lnTo>
                  <a:pt x="749" y="673"/>
                </a:lnTo>
                <a:lnTo>
                  <a:pt x="850" y="431"/>
                </a:lnTo>
                <a:close/>
              </a:path>
              <a:path w="3810" h="51434">
                <a:moveTo>
                  <a:pt x="889" y="3644"/>
                </a:moveTo>
                <a:lnTo>
                  <a:pt x="685" y="3390"/>
                </a:lnTo>
                <a:lnTo>
                  <a:pt x="419" y="3568"/>
                </a:lnTo>
                <a:lnTo>
                  <a:pt x="596" y="3835"/>
                </a:lnTo>
                <a:lnTo>
                  <a:pt x="889" y="3644"/>
                </a:lnTo>
                <a:close/>
              </a:path>
              <a:path w="3810" h="51434">
                <a:moveTo>
                  <a:pt x="901" y="4762"/>
                </a:moveTo>
                <a:lnTo>
                  <a:pt x="711" y="4584"/>
                </a:lnTo>
                <a:lnTo>
                  <a:pt x="520" y="4775"/>
                </a:lnTo>
                <a:lnTo>
                  <a:pt x="711" y="4953"/>
                </a:lnTo>
                <a:lnTo>
                  <a:pt x="901" y="4762"/>
                </a:lnTo>
                <a:close/>
              </a:path>
              <a:path w="3810" h="51434">
                <a:moveTo>
                  <a:pt x="927" y="48729"/>
                </a:moveTo>
                <a:lnTo>
                  <a:pt x="685" y="48615"/>
                </a:lnTo>
                <a:lnTo>
                  <a:pt x="558" y="48869"/>
                </a:lnTo>
                <a:lnTo>
                  <a:pt x="800" y="48983"/>
                </a:lnTo>
                <a:lnTo>
                  <a:pt x="927" y="48729"/>
                </a:lnTo>
                <a:close/>
              </a:path>
              <a:path w="3810" h="51434">
                <a:moveTo>
                  <a:pt x="927" y="12776"/>
                </a:moveTo>
                <a:lnTo>
                  <a:pt x="685" y="12687"/>
                </a:lnTo>
                <a:lnTo>
                  <a:pt x="571" y="12941"/>
                </a:lnTo>
                <a:lnTo>
                  <a:pt x="431" y="13246"/>
                </a:lnTo>
                <a:lnTo>
                  <a:pt x="762" y="13423"/>
                </a:lnTo>
                <a:lnTo>
                  <a:pt x="927" y="13093"/>
                </a:lnTo>
                <a:lnTo>
                  <a:pt x="927" y="12776"/>
                </a:lnTo>
                <a:close/>
              </a:path>
              <a:path w="3810" h="51434">
                <a:moveTo>
                  <a:pt x="1003" y="49542"/>
                </a:moveTo>
                <a:lnTo>
                  <a:pt x="749" y="49403"/>
                </a:lnTo>
                <a:lnTo>
                  <a:pt x="609" y="49669"/>
                </a:lnTo>
                <a:lnTo>
                  <a:pt x="863" y="49809"/>
                </a:lnTo>
                <a:lnTo>
                  <a:pt x="1003" y="49542"/>
                </a:lnTo>
                <a:close/>
              </a:path>
              <a:path w="3810" h="51434">
                <a:moveTo>
                  <a:pt x="1219" y="5778"/>
                </a:moveTo>
                <a:lnTo>
                  <a:pt x="1041" y="5575"/>
                </a:lnTo>
                <a:lnTo>
                  <a:pt x="825" y="5753"/>
                </a:lnTo>
                <a:lnTo>
                  <a:pt x="990" y="5969"/>
                </a:lnTo>
                <a:lnTo>
                  <a:pt x="1219" y="5778"/>
                </a:lnTo>
                <a:close/>
              </a:path>
              <a:path w="3810" h="51434">
                <a:moveTo>
                  <a:pt x="1231" y="3492"/>
                </a:moveTo>
                <a:lnTo>
                  <a:pt x="1016" y="3238"/>
                </a:lnTo>
                <a:lnTo>
                  <a:pt x="762" y="3416"/>
                </a:lnTo>
                <a:lnTo>
                  <a:pt x="952" y="3670"/>
                </a:lnTo>
                <a:lnTo>
                  <a:pt x="1231" y="3492"/>
                </a:lnTo>
                <a:close/>
              </a:path>
              <a:path w="3810" h="51434">
                <a:moveTo>
                  <a:pt x="1270" y="2209"/>
                </a:moveTo>
                <a:lnTo>
                  <a:pt x="1016" y="1955"/>
                </a:lnTo>
                <a:lnTo>
                  <a:pt x="774" y="2184"/>
                </a:lnTo>
                <a:lnTo>
                  <a:pt x="1003" y="2451"/>
                </a:lnTo>
                <a:lnTo>
                  <a:pt x="1270" y="2209"/>
                </a:lnTo>
                <a:close/>
              </a:path>
              <a:path w="3810" h="51434">
                <a:moveTo>
                  <a:pt x="1320" y="15862"/>
                </a:moveTo>
                <a:lnTo>
                  <a:pt x="1079" y="15570"/>
                </a:lnTo>
                <a:lnTo>
                  <a:pt x="787" y="15824"/>
                </a:lnTo>
                <a:lnTo>
                  <a:pt x="977" y="16052"/>
                </a:lnTo>
                <a:lnTo>
                  <a:pt x="889" y="16230"/>
                </a:lnTo>
                <a:lnTo>
                  <a:pt x="1193" y="16370"/>
                </a:lnTo>
                <a:lnTo>
                  <a:pt x="1320" y="16078"/>
                </a:lnTo>
                <a:lnTo>
                  <a:pt x="1155" y="16014"/>
                </a:lnTo>
                <a:lnTo>
                  <a:pt x="1320" y="15862"/>
                </a:lnTo>
                <a:close/>
              </a:path>
              <a:path w="3810" h="51434">
                <a:moveTo>
                  <a:pt x="1409" y="49199"/>
                </a:moveTo>
                <a:lnTo>
                  <a:pt x="1206" y="48882"/>
                </a:lnTo>
                <a:lnTo>
                  <a:pt x="889" y="49098"/>
                </a:lnTo>
                <a:lnTo>
                  <a:pt x="1104" y="49403"/>
                </a:lnTo>
                <a:lnTo>
                  <a:pt x="1409" y="49199"/>
                </a:lnTo>
                <a:close/>
              </a:path>
              <a:path w="3810" h="51434">
                <a:moveTo>
                  <a:pt x="1524" y="8534"/>
                </a:moveTo>
                <a:lnTo>
                  <a:pt x="1270" y="8267"/>
                </a:lnTo>
                <a:lnTo>
                  <a:pt x="977" y="8521"/>
                </a:lnTo>
                <a:lnTo>
                  <a:pt x="1231" y="8775"/>
                </a:lnTo>
                <a:lnTo>
                  <a:pt x="1524" y="8534"/>
                </a:lnTo>
                <a:close/>
              </a:path>
              <a:path w="3810" h="51434">
                <a:moveTo>
                  <a:pt x="1574" y="2501"/>
                </a:moveTo>
                <a:lnTo>
                  <a:pt x="1371" y="2298"/>
                </a:lnTo>
                <a:lnTo>
                  <a:pt x="1193" y="2527"/>
                </a:lnTo>
                <a:lnTo>
                  <a:pt x="1384" y="2705"/>
                </a:lnTo>
                <a:lnTo>
                  <a:pt x="1574" y="2501"/>
                </a:lnTo>
                <a:close/>
              </a:path>
              <a:path w="3810" h="51434">
                <a:moveTo>
                  <a:pt x="1625" y="1778"/>
                </a:moveTo>
                <a:lnTo>
                  <a:pt x="1409" y="1638"/>
                </a:lnTo>
                <a:lnTo>
                  <a:pt x="1257" y="1879"/>
                </a:lnTo>
                <a:lnTo>
                  <a:pt x="1498" y="2019"/>
                </a:lnTo>
                <a:lnTo>
                  <a:pt x="1625" y="1778"/>
                </a:lnTo>
                <a:close/>
              </a:path>
              <a:path w="3810" h="51434">
                <a:moveTo>
                  <a:pt x="1663" y="48247"/>
                </a:moveTo>
                <a:lnTo>
                  <a:pt x="1498" y="48006"/>
                </a:lnTo>
                <a:lnTo>
                  <a:pt x="1257" y="48183"/>
                </a:lnTo>
                <a:lnTo>
                  <a:pt x="1244" y="48361"/>
                </a:lnTo>
                <a:lnTo>
                  <a:pt x="1397" y="48552"/>
                </a:lnTo>
                <a:lnTo>
                  <a:pt x="1587" y="48412"/>
                </a:lnTo>
                <a:lnTo>
                  <a:pt x="1663" y="48247"/>
                </a:lnTo>
                <a:close/>
              </a:path>
              <a:path w="3810" h="51434">
                <a:moveTo>
                  <a:pt x="1727" y="13563"/>
                </a:moveTo>
                <a:lnTo>
                  <a:pt x="1473" y="13360"/>
                </a:lnTo>
                <a:lnTo>
                  <a:pt x="1282" y="13601"/>
                </a:lnTo>
                <a:lnTo>
                  <a:pt x="1524" y="13804"/>
                </a:lnTo>
                <a:lnTo>
                  <a:pt x="1727" y="13563"/>
                </a:lnTo>
                <a:close/>
              </a:path>
              <a:path w="3810" h="51434">
                <a:moveTo>
                  <a:pt x="1765" y="1079"/>
                </a:moveTo>
                <a:lnTo>
                  <a:pt x="1536" y="863"/>
                </a:lnTo>
                <a:lnTo>
                  <a:pt x="1320" y="1079"/>
                </a:lnTo>
                <a:lnTo>
                  <a:pt x="1536" y="1295"/>
                </a:lnTo>
                <a:lnTo>
                  <a:pt x="1765" y="1079"/>
                </a:lnTo>
                <a:close/>
              </a:path>
              <a:path w="3810" h="51434">
                <a:moveTo>
                  <a:pt x="1816" y="8039"/>
                </a:moveTo>
                <a:lnTo>
                  <a:pt x="1562" y="7785"/>
                </a:lnTo>
                <a:lnTo>
                  <a:pt x="1308" y="8013"/>
                </a:lnTo>
                <a:lnTo>
                  <a:pt x="1549" y="8267"/>
                </a:lnTo>
                <a:lnTo>
                  <a:pt x="1816" y="8039"/>
                </a:lnTo>
                <a:close/>
              </a:path>
              <a:path w="3810" h="51434">
                <a:moveTo>
                  <a:pt x="1816" y="4178"/>
                </a:moveTo>
                <a:lnTo>
                  <a:pt x="1638" y="3937"/>
                </a:lnTo>
                <a:lnTo>
                  <a:pt x="1397" y="4102"/>
                </a:lnTo>
                <a:lnTo>
                  <a:pt x="1562" y="4356"/>
                </a:lnTo>
                <a:lnTo>
                  <a:pt x="1816" y="4178"/>
                </a:lnTo>
                <a:close/>
              </a:path>
              <a:path w="3810" h="51434">
                <a:moveTo>
                  <a:pt x="1841" y="12255"/>
                </a:moveTo>
                <a:lnTo>
                  <a:pt x="1663" y="11912"/>
                </a:lnTo>
                <a:lnTo>
                  <a:pt x="1485" y="12026"/>
                </a:lnTo>
                <a:lnTo>
                  <a:pt x="1371" y="11811"/>
                </a:lnTo>
                <a:lnTo>
                  <a:pt x="1422" y="11582"/>
                </a:lnTo>
                <a:lnTo>
                  <a:pt x="1117" y="11442"/>
                </a:lnTo>
                <a:lnTo>
                  <a:pt x="977" y="11760"/>
                </a:lnTo>
                <a:lnTo>
                  <a:pt x="1270" y="11887"/>
                </a:lnTo>
                <a:lnTo>
                  <a:pt x="1143" y="11976"/>
                </a:lnTo>
                <a:lnTo>
                  <a:pt x="1295" y="12230"/>
                </a:lnTo>
                <a:lnTo>
                  <a:pt x="1524" y="12433"/>
                </a:lnTo>
                <a:lnTo>
                  <a:pt x="1841" y="12255"/>
                </a:lnTo>
                <a:close/>
              </a:path>
              <a:path w="3810" h="51434">
                <a:moveTo>
                  <a:pt x="1930" y="6210"/>
                </a:moveTo>
                <a:lnTo>
                  <a:pt x="1739" y="6032"/>
                </a:lnTo>
                <a:lnTo>
                  <a:pt x="1562" y="6210"/>
                </a:lnTo>
                <a:lnTo>
                  <a:pt x="1739" y="6388"/>
                </a:lnTo>
                <a:lnTo>
                  <a:pt x="1930" y="6210"/>
                </a:lnTo>
                <a:close/>
              </a:path>
              <a:path w="3810" h="51434">
                <a:moveTo>
                  <a:pt x="1943" y="3263"/>
                </a:moveTo>
                <a:lnTo>
                  <a:pt x="1765" y="2984"/>
                </a:lnTo>
                <a:lnTo>
                  <a:pt x="1498" y="3162"/>
                </a:lnTo>
                <a:lnTo>
                  <a:pt x="1689" y="3416"/>
                </a:lnTo>
                <a:lnTo>
                  <a:pt x="1943" y="3263"/>
                </a:lnTo>
                <a:close/>
              </a:path>
              <a:path w="3810" h="51434">
                <a:moveTo>
                  <a:pt x="1955" y="6616"/>
                </a:moveTo>
                <a:lnTo>
                  <a:pt x="1803" y="6375"/>
                </a:lnTo>
                <a:lnTo>
                  <a:pt x="1562" y="6540"/>
                </a:lnTo>
                <a:lnTo>
                  <a:pt x="1727" y="6781"/>
                </a:lnTo>
                <a:lnTo>
                  <a:pt x="1955" y="6616"/>
                </a:lnTo>
                <a:close/>
              </a:path>
              <a:path w="3810" h="51434">
                <a:moveTo>
                  <a:pt x="2082" y="9817"/>
                </a:moveTo>
                <a:lnTo>
                  <a:pt x="1854" y="9639"/>
                </a:lnTo>
                <a:lnTo>
                  <a:pt x="1689" y="9867"/>
                </a:lnTo>
                <a:lnTo>
                  <a:pt x="1905" y="10033"/>
                </a:lnTo>
                <a:lnTo>
                  <a:pt x="2082" y="9817"/>
                </a:lnTo>
                <a:close/>
              </a:path>
              <a:path w="3810" h="51434">
                <a:moveTo>
                  <a:pt x="2133" y="8140"/>
                </a:moveTo>
                <a:lnTo>
                  <a:pt x="1841" y="8013"/>
                </a:lnTo>
                <a:lnTo>
                  <a:pt x="1701" y="8331"/>
                </a:lnTo>
                <a:lnTo>
                  <a:pt x="2019" y="8470"/>
                </a:lnTo>
                <a:lnTo>
                  <a:pt x="2133" y="8140"/>
                </a:lnTo>
                <a:close/>
              </a:path>
              <a:path w="3810" h="51434">
                <a:moveTo>
                  <a:pt x="2146" y="50050"/>
                </a:moveTo>
                <a:lnTo>
                  <a:pt x="1968" y="49860"/>
                </a:lnTo>
                <a:lnTo>
                  <a:pt x="1778" y="50025"/>
                </a:lnTo>
                <a:lnTo>
                  <a:pt x="1943" y="50215"/>
                </a:lnTo>
                <a:lnTo>
                  <a:pt x="2146" y="50050"/>
                </a:lnTo>
                <a:close/>
              </a:path>
              <a:path w="3810" h="51434">
                <a:moveTo>
                  <a:pt x="2146" y="685"/>
                </a:moveTo>
                <a:lnTo>
                  <a:pt x="1854" y="558"/>
                </a:lnTo>
                <a:lnTo>
                  <a:pt x="1727" y="838"/>
                </a:lnTo>
                <a:lnTo>
                  <a:pt x="2006" y="965"/>
                </a:lnTo>
                <a:lnTo>
                  <a:pt x="2146" y="685"/>
                </a:lnTo>
                <a:close/>
              </a:path>
              <a:path w="3810" h="51434">
                <a:moveTo>
                  <a:pt x="2247" y="15227"/>
                </a:moveTo>
                <a:lnTo>
                  <a:pt x="2044" y="14986"/>
                </a:lnTo>
                <a:lnTo>
                  <a:pt x="1803" y="15176"/>
                </a:lnTo>
                <a:lnTo>
                  <a:pt x="1993" y="15417"/>
                </a:lnTo>
                <a:lnTo>
                  <a:pt x="2247" y="15227"/>
                </a:lnTo>
                <a:close/>
              </a:path>
              <a:path w="3810" h="51434">
                <a:moveTo>
                  <a:pt x="2324" y="47840"/>
                </a:moveTo>
                <a:lnTo>
                  <a:pt x="2057" y="47726"/>
                </a:lnTo>
                <a:lnTo>
                  <a:pt x="1917" y="48018"/>
                </a:lnTo>
                <a:lnTo>
                  <a:pt x="2209" y="48158"/>
                </a:lnTo>
                <a:lnTo>
                  <a:pt x="2324" y="47840"/>
                </a:lnTo>
                <a:close/>
              </a:path>
              <a:path w="3810" h="51434">
                <a:moveTo>
                  <a:pt x="2324" y="4445"/>
                </a:moveTo>
                <a:lnTo>
                  <a:pt x="2133" y="4165"/>
                </a:lnTo>
                <a:lnTo>
                  <a:pt x="1879" y="4343"/>
                </a:lnTo>
                <a:lnTo>
                  <a:pt x="2070" y="4635"/>
                </a:lnTo>
                <a:lnTo>
                  <a:pt x="2324" y="4445"/>
                </a:lnTo>
                <a:close/>
              </a:path>
              <a:path w="3810" h="51434">
                <a:moveTo>
                  <a:pt x="2438" y="49796"/>
                </a:moveTo>
                <a:lnTo>
                  <a:pt x="2273" y="49606"/>
                </a:lnTo>
                <a:lnTo>
                  <a:pt x="2082" y="49745"/>
                </a:lnTo>
                <a:lnTo>
                  <a:pt x="2222" y="49949"/>
                </a:lnTo>
                <a:lnTo>
                  <a:pt x="2438" y="49796"/>
                </a:lnTo>
                <a:close/>
              </a:path>
              <a:path w="3810" h="51434">
                <a:moveTo>
                  <a:pt x="2438" y="1498"/>
                </a:moveTo>
                <a:lnTo>
                  <a:pt x="2222" y="1282"/>
                </a:lnTo>
                <a:lnTo>
                  <a:pt x="2032" y="1485"/>
                </a:lnTo>
                <a:lnTo>
                  <a:pt x="2222" y="1701"/>
                </a:lnTo>
                <a:lnTo>
                  <a:pt x="2438" y="1498"/>
                </a:lnTo>
                <a:close/>
              </a:path>
              <a:path w="3810" h="51434">
                <a:moveTo>
                  <a:pt x="2451" y="7518"/>
                </a:moveTo>
                <a:lnTo>
                  <a:pt x="2184" y="7366"/>
                </a:lnTo>
                <a:lnTo>
                  <a:pt x="2019" y="7632"/>
                </a:lnTo>
                <a:lnTo>
                  <a:pt x="2146" y="7721"/>
                </a:lnTo>
                <a:lnTo>
                  <a:pt x="2184" y="7975"/>
                </a:lnTo>
                <a:lnTo>
                  <a:pt x="2374" y="7861"/>
                </a:lnTo>
                <a:lnTo>
                  <a:pt x="2451" y="7518"/>
                </a:lnTo>
                <a:close/>
              </a:path>
              <a:path w="3810" h="51434">
                <a:moveTo>
                  <a:pt x="2501" y="14452"/>
                </a:moveTo>
                <a:lnTo>
                  <a:pt x="2235" y="14338"/>
                </a:lnTo>
                <a:lnTo>
                  <a:pt x="2120" y="14554"/>
                </a:lnTo>
                <a:lnTo>
                  <a:pt x="1905" y="14732"/>
                </a:lnTo>
                <a:lnTo>
                  <a:pt x="2146" y="15024"/>
                </a:lnTo>
                <a:lnTo>
                  <a:pt x="2438" y="14782"/>
                </a:lnTo>
                <a:lnTo>
                  <a:pt x="2501" y="14452"/>
                </a:lnTo>
                <a:close/>
              </a:path>
              <a:path w="3810" h="51434">
                <a:moveTo>
                  <a:pt x="2514" y="10604"/>
                </a:moveTo>
                <a:lnTo>
                  <a:pt x="2298" y="10401"/>
                </a:lnTo>
                <a:lnTo>
                  <a:pt x="2108" y="10604"/>
                </a:lnTo>
                <a:lnTo>
                  <a:pt x="2311" y="10795"/>
                </a:lnTo>
                <a:lnTo>
                  <a:pt x="2514" y="10604"/>
                </a:lnTo>
                <a:close/>
              </a:path>
              <a:path w="3810" h="51434">
                <a:moveTo>
                  <a:pt x="2514" y="279"/>
                </a:moveTo>
                <a:lnTo>
                  <a:pt x="2273" y="0"/>
                </a:lnTo>
                <a:lnTo>
                  <a:pt x="1993" y="241"/>
                </a:lnTo>
                <a:lnTo>
                  <a:pt x="2235" y="520"/>
                </a:lnTo>
                <a:lnTo>
                  <a:pt x="2514" y="279"/>
                </a:lnTo>
                <a:close/>
              </a:path>
              <a:path w="3810" h="51434">
                <a:moveTo>
                  <a:pt x="2565" y="12522"/>
                </a:moveTo>
                <a:lnTo>
                  <a:pt x="2413" y="12407"/>
                </a:lnTo>
                <a:lnTo>
                  <a:pt x="2476" y="12268"/>
                </a:lnTo>
                <a:lnTo>
                  <a:pt x="2209" y="12179"/>
                </a:lnTo>
                <a:lnTo>
                  <a:pt x="2108" y="12446"/>
                </a:lnTo>
                <a:lnTo>
                  <a:pt x="2387" y="12738"/>
                </a:lnTo>
                <a:lnTo>
                  <a:pt x="2565" y="12522"/>
                </a:lnTo>
                <a:close/>
              </a:path>
              <a:path w="3810" h="51434">
                <a:moveTo>
                  <a:pt x="2565" y="6477"/>
                </a:moveTo>
                <a:lnTo>
                  <a:pt x="2387" y="6261"/>
                </a:lnTo>
                <a:lnTo>
                  <a:pt x="2171" y="6451"/>
                </a:lnTo>
                <a:lnTo>
                  <a:pt x="2374" y="6654"/>
                </a:lnTo>
                <a:lnTo>
                  <a:pt x="2565" y="6477"/>
                </a:lnTo>
                <a:close/>
              </a:path>
              <a:path w="3810" h="51434">
                <a:moveTo>
                  <a:pt x="2578" y="2794"/>
                </a:moveTo>
                <a:lnTo>
                  <a:pt x="2324" y="2603"/>
                </a:lnTo>
                <a:lnTo>
                  <a:pt x="2133" y="2844"/>
                </a:lnTo>
                <a:lnTo>
                  <a:pt x="2374" y="3048"/>
                </a:lnTo>
                <a:lnTo>
                  <a:pt x="2578" y="2794"/>
                </a:lnTo>
                <a:close/>
              </a:path>
              <a:path w="3810" h="51434">
                <a:moveTo>
                  <a:pt x="2641" y="11925"/>
                </a:moveTo>
                <a:lnTo>
                  <a:pt x="2489" y="11671"/>
                </a:lnTo>
                <a:lnTo>
                  <a:pt x="2247" y="11823"/>
                </a:lnTo>
                <a:lnTo>
                  <a:pt x="2400" y="12065"/>
                </a:lnTo>
                <a:lnTo>
                  <a:pt x="2641" y="11925"/>
                </a:lnTo>
                <a:close/>
              </a:path>
              <a:path w="3810" h="51434">
                <a:moveTo>
                  <a:pt x="2717" y="14135"/>
                </a:moveTo>
                <a:lnTo>
                  <a:pt x="2578" y="13944"/>
                </a:lnTo>
                <a:lnTo>
                  <a:pt x="2374" y="14084"/>
                </a:lnTo>
                <a:lnTo>
                  <a:pt x="2527" y="14287"/>
                </a:lnTo>
                <a:lnTo>
                  <a:pt x="2717" y="14135"/>
                </a:lnTo>
                <a:close/>
              </a:path>
              <a:path w="3810" h="51434">
                <a:moveTo>
                  <a:pt x="2730" y="9613"/>
                </a:moveTo>
                <a:lnTo>
                  <a:pt x="2578" y="9385"/>
                </a:lnTo>
                <a:lnTo>
                  <a:pt x="2349" y="9537"/>
                </a:lnTo>
                <a:lnTo>
                  <a:pt x="2514" y="9779"/>
                </a:lnTo>
                <a:lnTo>
                  <a:pt x="2730" y="9613"/>
                </a:lnTo>
                <a:close/>
              </a:path>
              <a:path w="3810" h="51434">
                <a:moveTo>
                  <a:pt x="2755" y="50660"/>
                </a:moveTo>
                <a:lnTo>
                  <a:pt x="2438" y="50495"/>
                </a:lnTo>
                <a:lnTo>
                  <a:pt x="2247" y="50800"/>
                </a:lnTo>
                <a:lnTo>
                  <a:pt x="2578" y="50990"/>
                </a:lnTo>
                <a:lnTo>
                  <a:pt x="2755" y="50660"/>
                </a:lnTo>
                <a:close/>
              </a:path>
              <a:path w="3810" h="51434">
                <a:moveTo>
                  <a:pt x="2781" y="3886"/>
                </a:moveTo>
                <a:lnTo>
                  <a:pt x="2552" y="3619"/>
                </a:lnTo>
                <a:lnTo>
                  <a:pt x="2298" y="3835"/>
                </a:lnTo>
                <a:lnTo>
                  <a:pt x="2514" y="4089"/>
                </a:lnTo>
                <a:lnTo>
                  <a:pt x="2781" y="3886"/>
                </a:lnTo>
                <a:close/>
              </a:path>
              <a:path w="3810" h="51434">
                <a:moveTo>
                  <a:pt x="2806" y="10858"/>
                </a:moveTo>
                <a:lnTo>
                  <a:pt x="2540" y="10680"/>
                </a:lnTo>
                <a:lnTo>
                  <a:pt x="2336" y="10934"/>
                </a:lnTo>
                <a:lnTo>
                  <a:pt x="2590" y="11125"/>
                </a:lnTo>
                <a:lnTo>
                  <a:pt x="2806" y="10858"/>
                </a:lnTo>
                <a:close/>
              </a:path>
              <a:path w="3810" h="51434">
                <a:moveTo>
                  <a:pt x="2819" y="5029"/>
                </a:moveTo>
                <a:lnTo>
                  <a:pt x="2578" y="4775"/>
                </a:lnTo>
                <a:lnTo>
                  <a:pt x="2324" y="5016"/>
                </a:lnTo>
                <a:lnTo>
                  <a:pt x="2565" y="5270"/>
                </a:lnTo>
                <a:lnTo>
                  <a:pt x="2819" y="5029"/>
                </a:lnTo>
                <a:close/>
              </a:path>
              <a:path w="3810" h="51434">
                <a:moveTo>
                  <a:pt x="2908" y="10185"/>
                </a:moveTo>
                <a:lnTo>
                  <a:pt x="2616" y="9994"/>
                </a:lnTo>
                <a:lnTo>
                  <a:pt x="2425" y="10287"/>
                </a:lnTo>
                <a:lnTo>
                  <a:pt x="2692" y="10464"/>
                </a:lnTo>
                <a:lnTo>
                  <a:pt x="2908" y="10185"/>
                </a:lnTo>
                <a:close/>
              </a:path>
              <a:path w="3810" h="51434">
                <a:moveTo>
                  <a:pt x="3136" y="6083"/>
                </a:moveTo>
                <a:lnTo>
                  <a:pt x="2933" y="5803"/>
                </a:lnTo>
                <a:lnTo>
                  <a:pt x="2667" y="6007"/>
                </a:lnTo>
                <a:lnTo>
                  <a:pt x="2857" y="6261"/>
                </a:lnTo>
                <a:lnTo>
                  <a:pt x="3136" y="6083"/>
                </a:lnTo>
                <a:close/>
              </a:path>
              <a:path w="3810" h="51434">
                <a:moveTo>
                  <a:pt x="3149" y="9194"/>
                </a:moveTo>
                <a:lnTo>
                  <a:pt x="2908" y="8915"/>
                </a:lnTo>
                <a:lnTo>
                  <a:pt x="2908" y="8788"/>
                </a:lnTo>
                <a:lnTo>
                  <a:pt x="2628" y="8674"/>
                </a:lnTo>
                <a:lnTo>
                  <a:pt x="2501" y="8966"/>
                </a:lnTo>
                <a:lnTo>
                  <a:pt x="2730" y="9080"/>
                </a:lnTo>
                <a:lnTo>
                  <a:pt x="2870" y="9423"/>
                </a:lnTo>
                <a:lnTo>
                  <a:pt x="3149" y="9194"/>
                </a:lnTo>
                <a:close/>
              </a:path>
              <a:path w="3810" h="51434">
                <a:moveTo>
                  <a:pt x="3162" y="5448"/>
                </a:moveTo>
                <a:lnTo>
                  <a:pt x="2921" y="5207"/>
                </a:lnTo>
                <a:lnTo>
                  <a:pt x="2679" y="5461"/>
                </a:lnTo>
                <a:lnTo>
                  <a:pt x="2921" y="5689"/>
                </a:lnTo>
                <a:lnTo>
                  <a:pt x="3162" y="5448"/>
                </a:lnTo>
                <a:close/>
              </a:path>
              <a:path w="3810" h="51434">
                <a:moveTo>
                  <a:pt x="3213" y="15557"/>
                </a:moveTo>
                <a:lnTo>
                  <a:pt x="2946" y="15328"/>
                </a:lnTo>
                <a:lnTo>
                  <a:pt x="2730" y="15595"/>
                </a:lnTo>
                <a:lnTo>
                  <a:pt x="2984" y="15798"/>
                </a:lnTo>
                <a:lnTo>
                  <a:pt x="3213" y="15557"/>
                </a:lnTo>
                <a:close/>
              </a:path>
              <a:path w="3810" h="51434">
                <a:moveTo>
                  <a:pt x="3302" y="48475"/>
                </a:moveTo>
                <a:lnTo>
                  <a:pt x="3035" y="48361"/>
                </a:lnTo>
                <a:lnTo>
                  <a:pt x="2908" y="48615"/>
                </a:lnTo>
                <a:lnTo>
                  <a:pt x="3162" y="48755"/>
                </a:lnTo>
                <a:lnTo>
                  <a:pt x="3302" y="484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1979498" y="1066647"/>
            <a:ext cx="3810" cy="20320"/>
          </a:xfrm>
          <a:custGeom>
            <a:avLst/>
            <a:gdLst/>
            <a:ahLst/>
            <a:cxnLst/>
            <a:rect l="l" t="t" r="r" b="b"/>
            <a:pathLst>
              <a:path w="3810" h="20319">
                <a:moveTo>
                  <a:pt x="495" y="17830"/>
                </a:moveTo>
                <a:lnTo>
                  <a:pt x="152" y="17665"/>
                </a:lnTo>
                <a:lnTo>
                  <a:pt x="0" y="17983"/>
                </a:lnTo>
                <a:lnTo>
                  <a:pt x="330" y="18173"/>
                </a:lnTo>
                <a:lnTo>
                  <a:pt x="495" y="17830"/>
                </a:lnTo>
                <a:close/>
              </a:path>
              <a:path w="3810" h="20319">
                <a:moveTo>
                  <a:pt x="495" y="13296"/>
                </a:moveTo>
                <a:lnTo>
                  <a:pt x="241" y="13093"/>
                </a:lnTo>
                <a:lnTo>
                  <a:pt x="25" y="13335"/>
                </a:lnTo>
                <a:lnTo>
                  <a:pt x="279" y="13550"/>
                </a:lnTo>
                <a:lnTo>
                  <a:pt x="495" y="13296"/>
                </a:lnTo>
                <a:close/>
              </a:path>
              <a:path w="3810" h="20319">
                <a:moveTo>
                  <a:pt x="508" y="10045"/>
                </a:moveTo>
                <a:lnTo>
                  <a:pt x="190" y="9867"/>
                </a:lnTo>
                <a:lnTo>
                  <a:pt x="12" y="10172"/>
                </a:lnTo>
                <a:lnTo>
                  <a:pt x="317" y="10363"/>
                </a:lnTo>
                <a:lnTo>
                  <a:pt x="508" y="10045"/>
                </a:lnTo>
                <a:close/>
              </a:path>
              <a:path w="3810" h="20319">
                <a:moveTo>
                  <a:pt x="508" y="8001"/>
                </a:moveTo>
                <a:lnTo>
                  <a:pt x="292" y="7899"/>
                </a:lnTo>
                <a:lnTo>
                  <a:pt x="165" y="8102"/>
                </a:lnTo>
                <a:lnTo>
                  <a:pt x="381" y="8229"/>
                </a:lnTo>
                <a:lnTo>
                  <a:pt x="508" y="8001"/>
                </a:lnTo>
                <a:close/>
              </a:path>
              <a:path w="3810" h="20319">
                <a:moveTo>
                  <a:pt x="596" y="10579"/>
                </a:moveTo>
                <a:lnTo>
                  <a:pt x="342" y="10464"/>
                </a:lnTo>
                <a:lnTo>
                  <a:pt x="215" y="10706"/>
                </a:lnTo>
                <a:lnTo>
                  <a:pt x="469" y="10845"/>
                </a:lnTo>
                <a:lnTo>
                  <a:pt x="596" y="10579"/>
                </a:lnTo>
                <a:close/>
              </a:path>
              <a:path w="3810" h="20319">
                <a:moveTo>
                  <a:pt x="635" y="1409"/>
                </a:moveTo>
                <a:lnTo>
                  <a:pt x="495" y="1155"/>
                </a:lnTo>
                <a:lnTo>
                  <a:pt x="254" y="1308"/>
                </a:lnTo>
                <a:lnTo>
                  <a:pt x="393" y="1549"/>
                </a:lnTo>
                <a:lnTo>
                  <a:pt x="635" y="1409"/>
                </a:lnTo>
                <a:close/>
              </a:path>
              <a:path w="3810" h="20319">
                <a:moveTo>
                  <a:pt x="647" y="3657"/>
                </a:moveTo>
                <a:lnTo>
                  <a:pt x="381" y="3517"/>
                </a:lnTo>
                <a:lnTo>
                  <a:pt x="241" y="3797"/>
                </a:lnTo>
                <a:lnTo>
                  <a:pt x="508" y="3937"/>
                </a:lnTo>
                <a:lnTo>
                  <a:pt x="647" y="3657"/>
                </a:lnTo>
                <a:close/>
              </a:path>
              <a:path w="3810" h="20319">
                <a:moveTo>
                  <a:pt x="711" y="4051"/>
                </a:moveTo>
                <a:lnTo>
                  <a:pt x="381" y="3911"/>
                </a:lnTo>
                <a:lnTo>
                  <a:pt x="241" y="4229"/>
                </a:lnTo>
                <a:lnTo>
                  <a:pt x="571" y="4394"/>
                </a:lnTo>
                <a:lnTo>
                  <a:pt x="711" y="4051"/>
                </a:lnTo>
                <a:close/>
              </a:path>
              <a:path w="3810" h="20319">
                <a:moveTo>
                  <a:pt x="749" y="19418"/>
                </a:moveTo>
                <a:lnTo>
                  <a:pt x="622" y="19164"/>
                </a:lnTo>
                <a:lnTo>
                  <a:pt x="381" y="19304"/>
                </a:lnTo>
                <a:lnTo>
                  <a:pt x="520" y="19519"/>
                </a:lnTo>
                <a:lnTo>
                  <a:pt x="749" y="19418"/>
                </a:lnTo>
                <a:close/>
              </a:path>
              <a:path w="3810" h="20319">
                <a:moveTo>
                  <a:pt x="825" y="11760"/>
                </a:moveTo>
                <a:lnTo>
                  <a:pt x="622" y="11620"/>
                </a:lnTo>
                <a:lnTo>
                  <a:pt x="469" y="11811"/>
                </a:lnTo>
                <a:lnTo>
                  <a:pt x="673" y="11963"/>
                </a:lnTo>
                <a:lnTo>
                  <a:pt x="825" y="11760"/>
                </a:lnTo>
                <a:close/>
              </a:path>
              <a:path w="3810" h="20319">
                <a:moveTo>
                  <a:pt x="901" y="17360"/>
                </a:moveTo>
                <a:lnTo>
                  <a:pt x="685" y="17056"/>
                </a:lnTo>
                <a:lnTo>
                  <a:pt x="393" y="17259"/>
                </a:lnTo>
                <a:lnTo>
                  <a:pt x="596" y="17564"/>
                </a:lnTo>
                <a:lnTo>
                  <a:pt x="901" y="17360"/>
                </a:lnTo>
                <a:close/>
              </a:path>
              <a:path w="3810" h="20319">
                <a:moveTo>
                  <a:pt x="901" y="431"/>
                </a:moveTo>
                <a:lnTo>
                  <a:pt x="698" y="139"/>
                </a:lnTo>
                <a:lnTo>
                  <a:pt x="431" y="317"/>
                </a:lnTo>
                <a:lnTo>
                  <a:pt x="609" y="584"/>
                </a:lnTo>
                <a:lnTo>
                  <a:pt x="901" y="431"/>
                </a:lnTo>
                <a:close/>
              </a:path>
              <a:path w="3810" h="20319">
                <a:moveTo>
                  <a:pt x="914" y="1511"/>
                </a:moveTo>
                <a:lnTo>
                  <a:pt x="723" y="1333"/>
                </a:lnTo>
                <a:lnTo>
                  <a:pt x="533" y="1536"/>
                </a:lnTo>
                <a:lnTo>
                  <a:pt x="723" y="1714"/>
                </a:lnTo>
                <a:lnTo>
                  <a:pt x="914" y="1511"/>
                </a:lnTo>
                <a:close/>
              </a:path>
              <a:path w="3810" h="20319">
                <a:moveTo>
                  <a:pt x="939" y="18389"/>
                </a:moveTo>
                <a:lnTo>
                  <a:pt x="736" y="18237"/>
                </a:lnTo>
                <a:lnTo>
                  <a:pt x="558" y="18440"/>
                </a:lnTo>
                <a:lnTo>
                  <a:pt x="774" y="18605"/>
                </a:lnTo>
                <a:lnTo>
                  <a:pt x="939" y="18389"/>
                </a:lnTo>
                <a:close/>
              </a:path>
              <a:path w="3810" h="20319">
                <a:moveTo>
                  <a:pt x="939" y="9537"/>
                </a:moveTo>
                <a:lnTo>
                  <a:pt x="698" y="9436"/>
                </a:lnTo>
                <a:lnTo>
                  <a:pt x="584" y="9690"/>
                </a:lnTo>
                <a:lnTo>
                  <a:pt x="444" y="9994"/>
                </a:lnTo>
                <a:lnTo>
                  <a:pt x="762" y="10160"/>
                </a:lnTo>
                <a:lnTo>
                  <a:pt x="927" y="9829"/>
                </a:lnTo>
                <a:lnTo>
                  <a:pt x="749" y="9753"/>
                </a:lnTo>
                <a:lnTo>
                  <a:pt x="939" y="9537"/>
                </a:lnTo>
                <a:close/>
              </a:path>
              <a:path w="3810" h="20319">
                <a:moveTo>
                  <a:pt x="1244" y="2476"/>
                </a:moveTo>
                <a:lnTo>
                  <a:pt x="1066" y="2260"/>
                </a:lnTo>
                <a:lnTo>
                  <a:pt x="838" y="2438"/>
                </a:lnTo>
                <a:lnTo>
                  <a:pt x="1016" y="2667"/>
                </a:lnTo>
                <a:lnTo>
                  <a:pt x="1244" y="2476"/>
                </a:lnTo>
                <a:close/>
              </a:path>
              <a:path w="3810" h="20319">
                <a:moveTo>
                  <a:pt x="1244" y="254"/>
                </a:moveTo>
                <a:lnTo>
                  <a:pt x="1028" y="0"/>
                </a:lnTo>
                <a:lnTo>
                  <a:pt x="774" y="177"/>
                </a:lnTo>
                <a:lnTo>
                  <a:pt x="965" y="444"/>
                </a:lnTo>
                <a:lnTo>
                  <a:pt x="1244" y="254"/>
                </a:lnTo>
                <a:close/>
              </a:path>
              <a:path w="3810" h="20319">
                <a:moveTo>
                  <a:pt x="1346" y="12661"/>
                </a:moveTo>
                <a:lnTo>
                  <a:pt x="1104" y="12382"/>
                </a:lnTo>
                <a:lnTo>
                  <a:pt x="800" y="12623"/>
                </a:lnTo>
                <a:lnTo>
                  <a:pt x="965" y="12839"/>
                </a:lnTo>
                <a:lnTo>
                  <a:pt x="901" y="12979"/>
                </a:lnTo>
                <a:lnTo>
                  <a:pt x="1206" y="13119"/>
                </a:lnTo>
                <a:lnTo>
                  <a:pt x="1333" y="12827"/>
                </a:lnTo>
                <a:lnTo>
                  <a:pt x="1206" y="12776"/>
                </a:lnTo>
                <a:lnTo>
                  <a:pt x="1346" y="12661"/>
                </a:lnTo>
                <a:close/>
              </a:path>
              <a:path w="3810" h="20319">
                <a:moveTo>
                  <a:pt x="1384" y="14427"/>
                </a:moveTo>
                <a:lnTo>
                  <a:pt x="1104" y="14173"/>
                </a:lnTo>
                <a:lnTo>
                  <a:pt x="850" y="14465"/>
                </a:lnTo>
                <a:lnTo>
                  <a:pt x="1041" y="14630"/>
                </a:lnTo>
                <a:lnTo>
                  <a:pt x="812" y="14795"/>
                </a:lnTo>
                <a:lnTo>
                  <a:pt x="990" y="15049"/>
                </a:lnTo>
                <a:lnTo>
                  <a:pt x="1244" y="14871"/>
                </a:lnTo>
                <a:lnTo>
                  <a:pt x="1104" y="14681"/>
                </a:lnTo>
                <a:lnTo>
                  <a:pt x="1384" y="14427"/>
                </a:lnTo>
                <a:close/>
              </a:path>
              <a:path w="3810" h="20319">
                <a:moveTo>
                  <a:pt x="1435" y="8343"/>
                </a:moveTo>
                <a:lnTo>
                  <a:pt x="1130" y="8216"/>
                </a:lnTo>
                <a:lnTo>
                  <a:pt x="990" y="8509"/>
                </a:lnTo>
                <a:lnTo>
                  <a:pt x="1308" y="8648"/>
                </a:lnTo>
                <a:lnTo>
                  <a:pt x="1435" y="8343"/>
                </a:lnTo>
                <a:close/>
              </a:path>
              <a:path w="3810" h="20319">
                <a:moveTo>
                  <a:pt x="1536" y="5295"/>
                </a:moveTo>
                <a:lnTo>
                  <a:pt x="1282" y="5003"/>
                </a:lnTo>
                <a:lnTo>
                  <a:pt x="990" y="5270"/>
                </a:lnTo>
                <a:lnTo>
                  <a:pt x="1244" y="5537"/>
                </a:lnTo>
                <a:lnTo>
                  <a:pt x="1536" y="5295"/>
                </a:lnTo>
                <a:close/>
              </a:path>
              <a:path w="3810" h="20319">
                <a:moveTo>
                  <a:pt x="1625" y="18681"/>
                </a:moveTo>
                <a:lnTo>
                  <a:pt x="1435" y="18453"/>
                </a:lnTo>
                <a:lnTo>
                  <a:pt x="1206" y="18643"/>
                </a:lnTo>
                <a:lnTo>
                  <a:pt x="1397" y="18872"/>
                </a:lnTo>
                <a:lnTo>
                  <a:pt x="1625" y="18681"/>
                </a:lnTo>
                <a:close/>
              </a:path>
              <a:path w="3810" h="20319">
                <a:moveTo>
                  <a:pt x="1739" y="18288"/>
                </a:moveTo>
                <a:lnTo>
                  <a:pt x="1612" y="18046"/>
                </a:lnTo>
                <a:lnTo>
                  <a:pt x="1384" y="18186"/>
                </a:lnTo>
                <a:lnTo>
                  <a:pt x="1511" y="18415"/>
                </a:lnTo>
                <a:lnTo>
                  <a:pt x="1739" y="18288"/>
                </a:lnTo>
                <a:close/>
              </a:path>
              <a:path w="3810" h="20319">
                <a:moveTo>
                  <a:pt x="1739" y="10325"/>
                </a:moveTo>
                <a:lnTo>
                  <a:pt x="1485" y="10109"/>
                </a:lnTo>
                <a:lnTo>
                  <a:pt x="1295" y="10363"/>
                </a:lnTo>
                <a:lnTo>
                  <a:pt x="1536" y="10579"/>
                </a:lnTo>
                <a:lnTo>
                  <a:pt x="1739" y="10325"/>
                </a:lnTo>
                <a:close/>
              </a:path>
              <a:path w="3810" h="20319">
                <a:moveTo>
                  <a:pt x="1803" y="965"/>
                </a:moveTo>
                <a:lnTo>
                  <a:pt x="1625" y="723"/>
                </a:lnTo>
                <a:lnTo>
                  <a:pt x="1384" y="889"/>
                </a:lnTo>
                <a:lnTo>
                  <a:pt x="1562" y="1130"/>
                </a:lnTo>
                <a:lnTo>
                  <a:pt x="1803" y="965"/>
                </a:lnTo>
                <a:close/>
              </a:path>
              <a:path w="3810" h="20319">
                <a:moveTo>
                  <a:pt x="1828" y="4800"/>
                </a:moveTo>
                <a:lnTo>
                  <a:pt x="1574" y="4546"/>
                </a:lnTo>
                <a:lnTo>
                  <a:pt x="1320" y="4787"/>
                </a:lnTo>
                <a:lnTo>
                  <a:pt x="1562" y="5029"/>
                </a:lnTo>
                <a:lnTo>
                  <a:pt x="1828" y="4800"/>
                </a:lnTo>
                <a:close/>
              </a:path>
              <a:path w="3810" h="20319">
                <a:moveTo>
                  <a:pt x="1854" y="9004"/>
                </a:moveTo>
                <a:lnTo>
                  <a:pt x="1676" y="8686"/>
                </a:lnTo>
                <a:lnTo>
                  <a:pt x="1473" y="8801"/>
                </a:lnTo>
                <a:lnTo>
                  <a:pt x="1384" y="8648"/>
                </a:lnTo>
                <a:lnTo>
                  <a:pt x="1143" y="8801"/>
                </a:lnTo>
                <a:lnTo>
                  <a:pt x="1295" y="9042"/>
                </a:lnTo>
                <a:lnTo>
                  <a:pt x="1536" y="9207"/>
                </a:lnTo>
                <a:lnTo>
                  <a:pt x="1854" y="9004"/>
                </a:lnTo>
                <a:close/>
              </a:path>
              <a:path w="3810" h="20319">
                <a:moveTo>
                  <a:pt x="1905" y="17157"/>
                </a:moveTo>
                <a:lnTo>
                  <a:pt x="1752" y="16865"/>
                </a:lnTo>
                <a:lnTo>
                  <a:pt x="1460" y="17018"/>
                </a:lnTo>
                <a:lnTo>
                  <a:pt x="1612" y="17310"/>
                </a:lnTo>
                <a:lnTo>
                  <a:pt x="1905" y="17157"/>
                </a:lnTo>
                <a:close/>
              </a:path>
              <a:path w="3810" h="20319">
                <a:moveTo>
                  <a:pt x="1905" y="13944"/>
                </a:moveTo>
                <a:lnTo>
                  <a:pt x="1701" y="13881"/>
                </a:lnTo>
                <a:lnTo>
                  <a:pt x="1892" y="13639"/>
                </a:lnTo>
                <a:lnTo>
                  <a:pt x="1612" y="13423"/>
                </a:lnTo>
                <a:lnTo>
                  <a:pt x="1397" y="13703"/>
                </a:lnTo>
                <a:lnTo>
                  <a:pt x="1625" y="13893"/>
                </a:lnTo>
                <a:lnTo>
                  <a:pt x="1549" y="14109"/>
                </a:lnTo>
                <a:lnTo>
                  <a:pt x="1803" y="14211"/>
                </a:lnTo>
                <a:lnTo>
                  <a:pt x="1905" y="13944"/>
                </a:lnTo>
                <a:close/>
              </a:path>
              <a:path w="3810" h="20319">
                <a:moveTo>
                  <a:pt x="1943" y="16383"/>
                </a:moveTo>
                <a:lnTo>
                  <a:pt x="1689" y="16154"/>
                </a:lnTo>
                <a:lnTo>
                  <a:pt x="1447" y="16408"/>
                </a:lnTo>
                <a:lnTo>
                  <a:pt x="1714" y="16624"/>
                </a:lnTo>
                <a:lnTo>
                  <a:pt x="1943" y="16383"/>
                </a:lnTo>
                <a:close/>
              </a:path>
              <a:path w="3810" h="20319">
                <a:moveTo>
                  <a:pt x="1943" y="2971"/>
                </a:moveTo>
                <a:lnTo>
                  <a:pt x="1752" y="2781"/>
                </a:lnTo>
                <a:lnTo>
                  <a:pt x="1574" y="2971"/>
                </a:lnTo>
                <a:lnTo>
                  <a:pt x="1752" y="3149"/>
                </a:lnTo>
                <a:lnTo>
                  <a:pt x="1943" y="2971"/>
                </a:lnTo>
                <a:close/>
              </a:path>
              <a:path w="3810" h="20319">
                <a:moveTo>
                  <a:pt x="1968" y="3429"/>
                </a:moveTo>
                <a:lnTo>
                  <a:pt x="1790" y="3200"/>
                </a:lnTo>
                <a:lnTo>
                  <a:pt x="1562" y="3365"/>
                </a:lnTo>
                <a:lnTo>
                  <a:pt x="1727" y="3606"/>
                </a:lnTo>
                <a:lnTo>
                  <a:pt x="1968" y="3429"/>
                </a:lnTo>
                <a:close/>
              </a:path>
              <a:path w="3810" h="20319">
                <a:moveTo>
                  <a:pt x="2095" y="6578"/>
                </a:moveTo>
                <a:lnTo>
                  <a:pt x="1866" y="6400"/>
                </a:lnTo>
                <a:lnTo>
                  <a:pt x="1701" y="6629"/>
                </a:lnTo>
                <a:lnTo>
                  <a:pt x="1917" y="6781"/>
                </a:lnTo>
                <a:lnTo>
                  <a:pt x="2095" y="6578"/>
                </a:lnTo>
                <a:close/>
              </a:path>
              <a:path w="3810" h="20319">
                <a:moveTo>
                  <a:pt x="2146" y="4889"/>
                </a:moveTo>
                <a:lnTo>
                  <a:pt x="1854" y="4775"/>
                </a:lnTo>
                <a:lnTo>
                  <a:pt x="1714" y="5080"/>
                </a:lnTo>
                <a:lnTo>
                  <a:pt x="2032" y="5219"/>
                </a:lnTo>
                <a:lnTo>
                  <a:pt x="2146" y="4889"/>
                </a:lnTo>
                <a:close/>
              </a:path>
              <a:path w="3810" h="20319">
                <a:moveTo>
                  <a:pt x="2260" y="11976"/>
                </a:moveTo>
                <a:lnTo>
                  <a:pt x="2057" y="11734"/>
                </a:lnTo>
                <a:lnTo>
                  <a:pt x="1816" y="11938"/>
                </a:lnTo>
                <a:lnTo>
                  <a:pt x="2006" y="12179"/>
                </a:lnTo>
                <a:lnTo>
                  <a:pt x="2260" y="11976"/>
                </a:lnTo>
                <a:close/>
              </a:path>
              <a:path w="3810" h="20319">
                <a:moveTo>
                  <a:pt x="2336" y="19481"/>
                </a:moveTo>
                <a:lnTo>
                  <a:pt x="2070" y="19367"/>
                </a:lnTo>
                <a:lnTo>
                  <a:pt x="1930" y="19659"/>
                </a:lnTo>
                <a:lnTo>
                  <a:pt x="2222" y="19799"/>
                </a:lnTo>
                <a:lnTo>
                  <a:pt x="2336" y="19481"/>
                </a:lnTo>
                <a:close/>
              </a:path>
              <a:path w="3810" h="20319">
                <a:moveTo>
                  <a:pt x="2336" y="1181"/>
                </a:moveTo>
                <a:lnTo>
                  <a:pt x="2146" y="901"/>
                </a:lnTo>
                <a:lnTo>
                  <a:pt x="1892" y="1104"/>
                </a:lnTo>
                <a:lnTo>
                  <a:pt x="2082" y="1371"/>
                </a:lnTo>
                <a:lnTo>
                  <a:pt x="2336" y="1181"/>
                </a:lnTo>
                <a:close/>
              </a:path>
              <a:path w="3810" h="20319">
                <a:moveTo>
                  <a:pt x="2451" y="16738"/>
                </a:moveTo>
                <a:lnTo>
                  <a:pt x="2197" y="16598"/>
                </a:lnTo>
                <a:lnTo>
                  <a:pt x="2070" y="16840"/>
                </a:lnTo>
                <a:lnTo>
                  <a:pt x="2324" y="16979"/>
                </a:lnTo>
                <a:lnTo>
                  <a:pt x="2451" y="16738"/>
                </a:lnTo>
                <a:close/>
              </a:path>
              <a:path w="3810" h="20319">
                <a:moveTo>
                  <a:pt x="2463" y="4279"/>
                </a:moveTo>
                <a:lnTo>
                  <a:pt x="2197" y="4102"/>
                </a:lnTo>
                <a:lnTo>
                  <a:pt x="2032" y="4394"/>
                </a:lnTo>
                <a:lnTo>
                  <a:pt x="2057" y="4533"/>
                </a:lnTo>
                <a:lnTo>
                  <a:pt x="2197" y="4749"/>
                </a:lnTo>
                <a:lnTo>
                  <a:pt x="2387" y="4597"/>
                </a:lnTo>
                <a:lnTo>
                  <a:pt x="2463" y="4279"/>
                </a:lnTo>
                <a:close/>
              </a:path>
              <a:path w="3810" h="20319">
                <a:moveTo>
                  <a:pt x="2514" y="11201"/>
                </a:moveTo>
                <a:lnTo>
                  <a:pt x="2247" y="11087"/>
                </a:lnTo>
                <a:lnTo>
                  <a:pt x="2133" y="11303"/>
                </a:lnTo>
                <a:lnTo>
                  <a:pt x="1905" y="11493"/>
                </a:lnTo>
                <a:lnTo>
                  <a:pt x="2146" y="11785"/>
                </a:lnTo>
                <a:lnTo>
                  <a:pt x="2438" y="11544"/>
                </a:lnTo>
                <a:lnTo>
                  <a:pt x="2514" y="11201"/>
                </a:lnTo>
                <a:close/>
              </a:path>
              <a:path w="3810" h="20319">
                <a:moveTo>
                  <a:pt x="2527" y="7366"/>
                </a:moveTo>
                <a:lnTo>
                  <a:pt x="2311" y="7162"/>
                </a:lnTo>
                <a:lnTo>
                  <a:pt x="2120" y="7366"/>
                </a:lnTo>
                <a:lnTo>
                  <a:pt x="2324" y="7556"/>
                </a:lnTo>
                <a:lnTo>
                  <a:pt x="2527" y="7366"/>
                </a:lnTo>
                <a:close/>
              </a:path>
              <a:path w="3810" h="20319">
                <a:moveTo>
                  <a:pt x="2578" y="9258"/>
                </a:moveTo>
                <a:lnTo>
                  <a:pt x="2438" y="9156"/>
                </a:lnTo>
                <a:lnTo>
                  <a:pt x="2222" y="8953"/>
                </a:lnTo>
                <a:lnTo>
                  <a:pt x="2120" y="9207"/>
                </a:lnTo>
                <a:lnTo>
                  <a:pt x="2413" y="9474"/>
                </a:lnTo>
                <a:lnTo>
                  <a:pt x="2578" y="9258"/>
                </a:lnTo>
                <a:close/>
              </a:path>
              <a:path w="3810" h="20319">
                <a:moveTo>
                  <a:pt x="2578" y="3238"/>
                </a:moveTo>
                <a:lnTo>
                  <a:pt x="2400" y="3022"/>
                </a:lnTo>
                <a:lnTo>
                  <a:pt x="2184" y="3213"/>
                </a:lnTo>
                <a:lnTo>
                  <a:pt x="2387" y="3429"/>
                </a:lnTo>
                <a:lnTo>
                  <a:pt x="2578" y="3238"/>
                </a:lnTo>
                <a:close/>
              </a:path>
              <a:path w="3810" h="20319">
                <a:moveTo>
                  <a:pt x="2654" y="8674"/>
                </a:moveTo>
                <a:lnTo>
                  <a:pt x="2501" y="8420"/>
                </a:lnTo>
                <a:lnTo>
                  <a:pt x="2260" y="8572"/>
                </a:lnTo>
                <a:lnTo>
                  <a:pt x="2413" y="8813"/>
                </a:lnTo>
                <a:lnTo>
                  <a:pt x="2654" y="8674"/>
                </a:lnTo>
                <a:close/>
              </a:path>
              <a:path w="3810" h="20319">
                <a:moveTo>
                  <a:pt x="2679" y="16002"/>
                </a:moveTo>
                <a:lnTo>
                  <a:pt x="2400" y="15811"/>
                </a:lnTo>
                <a:lnTo>
                  <a:pt x="2222" y="16090"/>
                </a:lnTo>
                <a:lnTo>
                  <a:pt x="2501" y="16268"/>
                </a:lnTo>
                <a:lnTo>
                  <a:pt x="2679" y="16002"/>
                </a:lnTo>
                <a:close/>
              </a:path>
              <a:path w="3810" h="20319">
                <a:moveTo>
                  <a:pt x="2705" y="17589"/>
                </a:moveTo>
                <a:lnTo>
                  <a:pt x="2514" y="17335"/>
                </a:lnTo>
                <a:lnTo>
                  <a:pt x="2260" y="17551"/>
                </a:lnTo>
                <a:lnTo>
                  <a:pt x="2463" y="17792"/>
                </a:lnTo>
                <a:lnTo>
                  <a:pt x="2705" y="17589"/>
                </a:lnTo>
                <a:close/>
              </a:path>
              <a:path w="3810" h="20319">
                <a:moveTo>
                  <a:pt x="2730" y="10909"/>
                </a:moveTo>
                <a:lnTo>
                  <a:pt x="2590" y="10693"/>
                </a:lnTo>
                <a:lnTo>
                  <a:pt x="2387" y="10858"/>
                </a:lnTo>
                <a:lnTo>
                  <a:pt x="2540" y="11061"/>
                </a:lnTo>
                <a:lnTo>
                  <a:pt x="2730" y="10909"/>
                </a:lnTo>
                <a:close/>
              </a:path>
              <a:path w="3810" h="20319">
                <a:moveTo>
                  <a:pt x="2743" y="6362"/>
                </a:moveTo>
                <a:lnTo>
                  <a:pt x="2590" y="6146"/>
                </a:lnTo>
                <a:lnTo>
                  <a:pt x="2362" y="6311"/>
                </a:lnTo>
                <a:lnTo>
                  <a:pt x="2527" y="6540"/>
                </a:lnTo>
                <a:lnTo>
                  <a:pt x="2743" y="6362"/>
                </a:lnTo>
                <a:close/>
              </a:path>
              <a:path w="3810" h="20319">
                <a:moveTo>
                  <a:pt x="2794" y="635"/>
                </a:moveTo>
                <a:lnTo>
                  <a:pt x="2565" y="393"/>
                </a:lnTo>
                <a:lnTo>
                  <a:pt x="2311" y="596"/>
                </a:lnTo>
                <a:lnTo>
                  <a:pt x="2527" y="850"/>
                </a:lnTo>
                <a:lnTo>
                  <a:pt x="2794" y="635"/>
                </a:lnTo>
                <a:close/>
              </a:path>
              <a:path w="3810" h="20319">
                <a:moveTo>
                  <a:pt x="2819" y="7620"/>
                </a:moveTo>
                <a:lnTo>
                  <a:pt x="2552" y="7429"/>
                </a:lnTo>
                <a:lnTo>
                  <a:pt x="2349" y="7683"/>
                </a:lnTo>
                <a:lnTo>
                  <a:pt x="2603" y="7874"/>
                </a:lnTo>
                <a:lnTo>
                  <a:pt x="2819" y="7620"/>
                </a:lnTo>
                <a:close/>
              </a:path>
              <a:path w="3810" h="20319">
                <a:moveTo>
                  <a:pt x="2832" y="15735"/>
                </a:moveTo>
                <a:lnTo>
                  <a:pt x="2679" y="15532"/>
                </a:lnTo>
                <a:lnTo>
                  <a:pt x="2489" y="15671"/>
                </a:lnTo>
                <a:lnTo>
                  <a:pt x="2628" y="15875"/>
                </a:lnTo>
                <a:lnTo>
                  <a:pt x="2832" y="15735"/>
                </a:lnTo>
                <a:close/>
              </a:path>
              <a:path w="3810" h="20319">
                <a:moveTo>
                  <a:pt x="2832" y="1803"/>
                </a:moveTo>
                <a:lnTo>
                  <a:pt x="2578" y="1549"/>
                </a:lnTo>
                <a:lnTo>
                  <a:pt x="2324" y="1790"/>
                </a:lnTo>
                <a:lnTo>
                  <a:pt x="2565" y="2032"/>
                </a:lnTo>
                <a:lnTo>
                  <a:pt x="2832" y="1803"/>
                </a:lnTo>
                <a:close/>
              </a:path>
              <a:path w="3810" h="20319">
                <a:moveTo>
                  <a:pt x="2921" y="6972"/>
                </a:moveTo>
                <a:lnTo>
                  <a:pt x="2628" y="6743"/>
                </a:lnTo>
                <a:lnTo>
                  <a:pt x="2438" y="7035"/>
                </a:lnTo>
                <a:lnTo>
                  <a:pt x="2705" y="7226"/>
                </a:lnTo>
                <a:lnTo>
                  <a:pt x="2921" y="6972"/>
                </a:lnTo>
                <a:close/>
              </a:path>
              <a:path w="3810" h="20319">
                <a:moveTo>
                  <a:pt x="2997" y="15405"/>
                </a:moveTo>
                <a:lnTo>
                  <a:pt x="2806" y="15163"/>
                </a:lnTo>
                <a:lnTo>
                  <a:pt x="2565" y="15367"/>
                </a:lnTo>
                <a:lnTo>
                  <a:pt x="2679" y="15532"/>
                </a:lnTo>
                <a:lnTo>
                  <a:pt x="2997" y="15405"/>
                </a:lnTo>
                <a:close/>
              </a:path>
              <a:path w="3810" h="20319">
                <a:moveTo>
                  <a:pt x="3086" y="18859"/>
                </a:moveTo>
                <a:lnTo>
                  <a:pt x="2832" y="18732"/>
                </a:lnTo>
                <a:lnTo>
                  <a:pt x="2679" y="18986"/>
                </a:lnTo>
                <a:lnTo>
                  <a:pt x="2527" y="18859"/>
                </a:lnTo>
                <a:lnTo>
                  <a:pt x="2324" y="19151"/>
                </a:lnTo>
                <a:lnTo>
                  <a:pt x="2590" y="19354"/>
                </a:lnTo>
                <a:lnTo>
                  <a:pt x="2819" y="19075"/>
                </a:lnTo>
                <a:lnTo>
                  <a:pt x="3086" y="18859"/>
                </a:lnTo>
                <a:close/>
              </a:path>
              <a:path w="3810" h="20319">
                <a:moveTo>
                  <a:pt x="3149" y="2857"/>
                </a:moveTo>
                <a:lnTo>
                  <a:pt x="2946" y="2590"/>
                </a:lnTo>
                <a:lnTo>
                  <a:pt x="2679" y="2755"/>
                </a:lnTo>
                <a:lnTo>
                  <a:pt x="2870" y="3048"/>
                </a:lnTo>
                <a:lnTo>
                  <a:pt x="3149" y="2857"/>
                </a:lnTo>
                <a:close/>
              </a:path>
              <a:path w="3810" h="20319">
                <a:moveTo>
                  <a:pt x="3162" y="5956"/>
                </a:moveTo>
                <a:lnTo>
                  <a:pt x="2921" y="5689"/>
                </a:lnTo>
                <a:lnTo>
                  <a:pt x="2921" y="5562"/>
                </a:lnTo>
                <a:lnTo>
                  <a:pt x="2641" y="5422"/>
                </a:lnTo>
                <a:lnTo>
                  <a:pt x="2514" y="5727"/>
                </a:lnTo>
                <a:lnTo>
                  <a:pt x="2743" y="5842"/>
                </a:lnTo>
                <a:lnTo>
                  <a:pt x="2882" y="6172"/>
                </a:lnTo>
                <a:lnTo>
                  <a:pt x="3162" y="5956"/>
                </a:lnTo>
                <a:close/>
              </a:path>
              <a:path w="3810" h="20319">
                <a:moveTo>
                  <a:pt x="3175" y="2197"/>
                </a:moveTo>
                <a:lnTo>
                  <a:pt x="2933" y="1968"/>
                </a:lnTo>
                <a:lnTo>
                  <a:pt x="2692" y="2209"/>
                </a:lnTo>
                <a:lnTo>
                  <a:pt x="2933" y="2451"/>
                </a:lnTo>
                <a:lnTo>
                  <a:pt x="3175" y="2197"/>
                </a:lnTo>
                <a:close/>
              </a:path>
              <a:path w="3810" h="20319">
                <a:moveTo>
                  <a:pt x="3225" y="12306"/>
                </a:moveTo>
                <a:lnTo>
                  <a:pt x="2959" y="12077"/>
                </a:lnTo>
                <a:lnTo>
                  <a:pt x="2743" y="12344"/>
                </a:lnTo>
                <a:lnTo>
                  <a:pt x="2997" y="12560"/>
                </a:lnTo>
                <a:lnTo>
                  <a:pt x="3225" y="12306"/>
                </a:lnTo>
                <a:close/>
              </a:path>
              <a:path w="3810" h="20319">
                <a:moveTo>
                  <a:pt x="3276" y="15240"/>
                </a:moveTo>
                <a:lnTo>
                  <a:pt x="3098" y="15036"/>
                </a:lnTo>
                <a:lnTo>
                  <a:pt x="2882" y="15201"/>
                </a:lnTo>
                <a:lnTo>
                  <a:pt x="3035" y="15417"/>
                </a:lnTo>
                <a:lnTo>
                  <a:pt x="3276" y="15240"/>
                </a:lnTo>
                <a:close/>
              </a:path>
              <a:path w="3810" h="20319">
                <a:moveTo>
                  <a:pt x="3314" y="15824"/>
                </a:moveTo>
                <a:lnTo>
                  <a:pt x="2971" y="15646"/>
                </a:lnTo>
                <a:lnTo>
                  <a:pt x="2794" y="15963"/>
                </a:lnTo>
                <a:lnTo>
                  <a:pt x="3111" y="16154"/>
                </a:lnTo>
                <a:lnTo>
                  <a:pt x="3314" y="158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1979498" y="1063396"/>
            <a:ext cx="3810" cy="52069"/>
          </a:xfrm>
          <a:custGeom>
            <a:avLst/>
            <a:gdLst/>
            <a:ahLst/>
            <a:cxnLst/>
            <a:rect l="l" t="t" r="r" b="b"/>
            <a:pathLst>
              <a:path w="3810" h="52069">
                <a:moveTo>
                  <a:pt x="457" y="51028"/>
                </a:moveTo>
                <a:lnTo>
                  <a:pt x="266" y="50876"/>
                </a:lnTo>
                <a:lnTo>
                  <a:pt x="101" y="51054"/>
                </a:lnTo>
                <a:lnTo>
                  <a:pt x="292" y="51219"/>
                </a:lnTo>
                <a:lnTo>
                  <a:pt x="457" y="51028"/>
                </a:lnTo>
                <a:close/>
              </a:path>
              <a:path w="3810" h="52069">
                <a:moveTo>
                  <a:pt x="495" y="49961"/>
                </a:moveTo>
                <a:lnTo>
                  <a:pt x="190" y="49822"/>
                </a:lnTo>
                <a:lnTo>
                  <a:pt x="50" y="50114"/>
                </a:lnTo>
                <a:lnTo>
                  <a:pt x="355" y="50266"/>
                </a:lnTo>
                <a:lnTo>
                  <a:pt x="495" y="49961"/>
                </a:lnTo>
                <a:close/>
              </a:path>
              <a:path w="3810" h="52069">
                <a:moveTo>
                  <a:pt x="495" y="46875"/>
                </a:moveTo>
                <a:lnTo>
                  <a:pt x="152" y="46697"/>
                </a:lnTo>
                <a:lnTo>
                  <a:pt x="0" y="47040"/>
                </a:lnTo>
                <a:lnTo>
                  <a:pt x="330" y="47205"/>
                </a:lnTo>
                <a:lnTo>
                  <a:pt x="495" y="46875"/>
                </a:lnTo>
                <a:close/>
              </a:path>
              <a:path w="3810" h="52069">
                <a:moveTo>
                  <a:pt x="495" y="42354"/>
                </a:moveTo>
                <a:lnTo>
                  <a:pt x="241" y="42151"/>
                </a:lnTo>
                <a:lnTo>
                  <a:pt x="25" y="42392"/>
                </a:lnTo>
                <a:lnTo>
                  <a:pt x="279" y="42608"/>
                </a:lnTo>
                <a:lnTo>
                  <a:pt x="495" y="42354"/>
                </a:lnTo>
                <a:close/>
              </a:path>
              <a:path w="3810" h="52069">
                <a:moveTo>
                  <a:pt x="508" y="39116"/>
                </a:moveTo>
                <a:lnTo>
                  <a:pt x="190" y="38925"/>
                </a:lnTo>
                <a:lnTo>
                  <a:pt x="12" y="39230"/>
                </a:lnTo>
                <a:lnTo>
                  <a:pt x="317" y="39420"/>
                </a:lnTo>
                <a:lnTo>
                  <a:pt x="508" y="39116"/>
                </a:lnTo>
                <a:close/>
              </a:path>
              <a:path w="3810" h="52069">
                <a:moveTo>
                  <a:pt x="508" y="37033"/>
                </a:moveTo>
                <a:lnTo>
                  <a:pt x="292" y="36944"/>
                </a:lnTo>
                <a:lnTo>
                  <a:pt x="165" y="37160"/>
                </a:lnTo>
                <a:lnTo>
                  <a:pt x="381" y="37261"/>
                </a:lnTo>
                <a:lnTo>
                  <a:pt x="508" y="37033"/>
                </a:lnTo>
                <a:close/>
              </a:path>
              <a:path w="3810" h="52069">
                <a:moveTo>
                  <a:pt x="596" y="39624"/>
                </a:moveTo>
                <a:lnTo>
                  <a:pt x="342" y="39497"/>
                </a:lnTo>
                <a:lnTo>
                  <a:pt x="215" y="39763"/>
                </a:lnTo>
                <a:lnTo>
                  <a:pt x="469" y="39878"/>
                </a:lnTo>
                <a:lnTo>
                  <a:pt x="596" y="39624"/>
                </a:lnTo>
                <a:close/>
              </a:path>
              <a:path w="3810" h="52069">
                <a:moveTo>
                  <a:pt x="749" y="48463"/>
                </a:moveTo>
                <a:lnTo>
                  <a:pt x="622" y="48209"/>
                </a:lnTo>
                <a:lnTo>
                  <a:pt x="381" y="48336"/>
                </a:lnTo>
                <a:lnTo>
                  <a:pt x="520" y="48564"/>
                </a:lnTo>
                <a:lnTo>
                  <a:pt x="749" y="48463"/>
                </a:lnTo>
                <a:close/>
              </a:path>
              <a:path w="3810" h="52069">
                <a:moveTo>
                  <a:pt x="825" y="40805"/>
                </a:moveTo>
                <a:lnTo>
                  <a:pt x="622" y="40652"/>
                </a:lnTo>
                <a:lnTo>
                  <a:pt x="469" y="40868"/>
                </a:lnTo>
                <a:lnTo>
                  <a:pt x="673" y="41021"/>
                </a:lnTo>
                <a:lnTo>
                  <a:pt x="825" y="40805"/>
                </a:lnTo>
                <a:close/>
              </a:path>
              <a:path w="3810" h="52069">
                <a:moveTo>
                  <a:pt x="863" y="431"/>
                </a:moveTo>
                <a:lnTo>
                  <a:pt x="647" y="342"/>
                </a:lnTo>
                <a:lnTo>
                  <a:pt x="520" y="571"/>
                </a:lnTo>
                <a:lnTo>
                  <a:pt x="762" y="685"/>
                </a:lnTo>
                <a:lnTo>
                  <a:pt x="863" y="431"/>
                </a:lnTo>
                <a:close/>
              </a:path>
              <a:path w="3810" h="52069">
                <a:moveTo>
                  <a:pt x="901" y="46405"/>
                </a:moveTo>
                <a:lnTo>
                  <a:pt x="685" y="46101"/>
                </a:lnTo>
                <a:lnTo>
                  <a:pt x="393" y="46304"/>
                </a:lnTo>
                <a:lnTo>
                  <a:pt x="596" y="46609"/>
                </a:lnTo>
                <a:lnTo>
                  <a:pt x="901" y="46405"/>
                </a:lnTo>
                <a:close/>
              </a:path>
              <a:path w="3810" h="52069">
                <a:moveTo>
                  <a:pt x="939" y="47447"/>
                </a:moveTo>
                <a:lnTo>
                  <a:pt x="736" y="47282"/>
                </a:lnTo>
                <a:lnTo>
                  <a:pt x="558" y="47498"/>
                </a:lnTo>
                <a:lnTo>
                  <a:pt x="774" y="47663"/>
                </a:lnTo>
                <a:lnTo>
                  <a:pt x="939" y="47447"/>
                </a:lnTo>
                <a:close/>
              </a:path>
              <a:path w="3810" h="52069">
                <a:moveTo>
                  <a:pt x="939" y="38582"/>
                </a:moveTo>
                <a:lnTo>
                  <a:pt x="698" y="38493"/>
                </a:lnTo>
                <a:lnTo>
                  <a:pt x="584" y="38747"/>
                </a:lnTo>
                <a:lnTo>
                  <a:pt x="444" y="39052"/>
                </a:lnTo>
                <a:lnTo>
                  <a:pt x="762" y="39217"/>
                </a:lnTo>
                <a:lnTo>
                  <a:pt x="927" y="38887"/>
                </a:lnTo>
                <a:lnTo>
                  <a:pt x="939" y="38582"/>
                </a:lnTo>
                <a:close/>
              </a:path>
              <a:path w="3810" h="52069">
                <a:moveTo>
                  <a:pt x="990" y="49504"/>
                </a:moveTo>
                <a:lnTo>
                  <a:pt x="749" y="49390"/>
                </a:lnTo>
                <a:lnTo>
                  <a:pt x="622" y="49644"/>
                </a:lnTo>
                <a:lnTo>
                  <a:pt x="863" y="49771"/>
                </a:lnTo>
                <a:lnTo>
                  <a:pt x="990" y="49504"/>
                </a:lnTo>
                <a:close/>
              </a:path>
              <a:path w="3810" h="52069">
                <a:moveTo>
                  <a:pt x="1016" y="50228"/>
                </a:moveTo>
                <a:lnTo>
                  <a:pt x="762" y="50101"/>
                </a:lnTo>
                <a:lnTo>
                  <a:pt x="622" y="50368"/>
                </a:lnTo>
                <a:lnTo>
                  <a:pt x="876" y="50507"/>
                </a:lnTo>
                <a:lnTo>
                  <a:pt x="1016" y="50228"/>
                </a:lnTo>
                <a:close/>
              </a:path>
              <a:path w="3810" h="52069">
                <a:moveTo>
                  <a:pt x="1244" y="3505"/>
                </a:moveTo>
                <a:lnTo>
                  <a:pt x="1028" y="3251"/>
                </a:lnTo>
                <a:lnTo>
                  <a:pt x="774" y="3429"/>
                </a:lnTo>
                <a:lnTo>
                  <a:pt x="965" y="3695"/>
                </a:lnTo>
                <a:lnTo>
                  <a:pt x="1244" y="3505"/>
                </a:lnTo>
                <a:close/>
              </a:path>
              <a:path w="3810" h="52069">
                <a:moveTo>
                  <a:pt x="1282" y="2209"/>
                </a:moveTo>
                <a:lnTo>
                  <a:pt x="1028" y="1955"/>
                </a:lnTo>
                <a:lnTo>
                  <a:pt x="787" y="2197"/>
                </a:lnTo>
                <a:lnTo>
                  <a:pt x="1028" y="2451"/>
                </a:lnTo>
                <a:lnTo>
                  <a:pt x="1282" y="2209"/>
                </a:lnTo>
                <a:close/>
              </a:path>
              <a:path w="3810" h="52069">
                <a:moveTo>
                  <a:pt x="1333" y="41783"/>
                </a:moveTo>
                <a:lnTo>
                  <a:pt x="1092" y="41490"/>
                </a:lnTo>
                <a:lnTo>
                  <a:pt x="800" y="41744"/>
                </a:lnTo>
                <a:lnTo>
                  <a:pt x="952" y="41935"/>
                </a:lnTo>
                <a:lnTo>
                  <a:pt x="1206" y="42189"/>
                </a:lnTo>
                <a:lnTo>
                  <a:pt x="1333" y="41884"/>
                </a:lnTo>
                <a:close/>
              </a:path>
              <a:path w="3810" h="52069">
                <a:moveTo>
                  <a:pt x="1384" y="43472"/>
                </a:moveTo>
                <a:lnTo>
                  <a:pt x="1104" y="43218"/>
                </a:lnTo>
                <a:lnTo>
                  <a:pt x="850" y="43522"/>
                </a:lnTo>
                <a:lnTo>
                  <a:pt x="1016" y="43662"/>
                </a:lnTo>
                <a:lnTo>
                  <a:pt x="825" y="43802"/>
                </a:lnTo>
                <a:lnTo>
                  <a:pt x="1003" y="44056"/>
                </a:lnTo>
                <a:lnTo>
                  <a:pt x="1257" y="43891"/>
                </a:lnTo>
                <a:lnTo>
                  <a:pt x="1155" y="43764"/>
                </a:lnTo>
                <a:lnTo>
                  <a:pt x="1384" y="43472"/>
                </a:lnTo>
                <a:close/>
              </a:path>
              <a:path w="3810" h="52069">
                <a:moveTo>
                  <a:pt x="1422" y="49860"/>
                </a:moveTo>
                <a:lnTo>
                  <a:pt x="1219" y="49568"/>
                </a:lnTo>
                <a:lnTo>
                  <a:pt x="901" y="49784"/>
                </a:lnTo>
                <a:lnTo>
                  <a:pt x="1117" y="50088"/>
                </a:lnTo>
                <a:lnTo>
                  <a:pt x="1422" y="49860"/>
                </a:lnTo>
                <a:close/>
              </a:path>
              <a:path w="3810" h="52069">
                <a:moveTo>
                  <a:pt x="1435" y="37338"/>
                </a:moveTo>
                <a:lnTo>
                  <a:pt x="1117" y="37198"/>
                </a:lnTo>
                <a:lnTo>
                  <a:pt x="977" y="37503"/>
                </a:lnTo>
                <a:lnTo>
                  <a:pt x="1282" y="37642"/>
                </a:lnTo>
                <a:lnTo>
                  <a:pt x="1435" y="37338"/>
                </a:lnTo>
                <a:close/>
              </a:path>
              <a:path w="3810" h="52069">
                <a:moveTo>
                  <a:pt x="1587" y="2514"/>
                </a:moveTo>
                <a:lnTo>
                  <a:pt x="1384" y="2324"/>
                </a:lnTo>
                <a:lnTo>
                  <a:pt x="1206" y="2527"/>
                </a:lnTo>
                <a:lnTo>
                  <a:pt x="1397" y="2705"/>
                </a:lnTo>
                <a:lnTo>
                  <a:pt x="1587" y="2514"/>
                </a:lnTo>
                <a:close/>
              </a:path>
              <a:path w="3810" h="52069">
                <a:moveTo>
                  <a:pt x="1612" y="47790"/>
                </a:moveTo>
                <a:lnTo>
                  <a:pt x="1422" y="47561"/>
                </a:lnTo>
                <a:lnTo>
                  <a:pt x="1206" y="47764"/>
                </a:lnTo>
                <a:lnTo>
                  <a:pt x="1384" y="47980"/>
                </a:lnTo>
                <a:lnTo>
                  <a:pt x="1612" y="47790"/>
                </a:lnTo>
                <a:close/>
              </a:path>
              <a:path w="3810" h="52069">
                <a:moveTo>
                  <a:pt x="1638" y="1790"/>
                </a:moveTo>
                <a:lnTo>
                  <a:pt x="1422" y="1651"/>
                </a:lnTo>
                <a:lnTo>
                  <a:pt x="1270" y="1892"/>
                </a:lnTo>
                <a:lnTo>
                  <a:pt x="1511" y="2044"/>
                </a:lnTo>
                <a:lnTo>
                  <a:pt x="1638" y="1790"/>
                </a:lnTo>
                <a:close/>
              </a:path>
              <a:path w="3810" h="52069">
                <a:moveTo>
                  <a:pt x="1676" y="48945"/>
                </a:moveTo>
                <a:lnTo>
                  <a:pt x="1511" y="48704"/>
                </a:lnTo>
                <a:lnTo>
                  <a:pt x="1270" y="48882"/>
                </a:lnTo>
                <a:lnTo>
                  <a:pt x="1257" y="49072"/>
                </a:lnTo>
                <a:lnTo>
                  <a:pt x="1409" y="49250"/>
                </a:lnTo>
                <a:lnTo>
                  <a:pt x="1600" y="49098"/>
                </a:lnTo>
                <a:lnTo>
                  <a:pt x="1676" y="48945"/>
                </a:lnTo>
                <a:close/>
              </a:path>
              <a:path w="3810" h="52069">
                <a:moveTo>
                  <a:pt x="1739" y="47332"/>
                </a:moveTo>
                <a:lnTo>
                  <a:pt x="1612" y="47091"/>
                </a:lnTo>
                <a:lnTo>
                  <a:pt x="1384" y="47231"/>
                </a:lnTo>
                <a:lnTo>
                  <a:pt x="1511" y="47459"/>
                </a:lnTo>
                <a:lnTo>
                  <a:pt x="1739" y="47332"/>
                </a:lnTo>
                <a:close/>
              </a:path>
              <a:path w="3810" h="52069">
                <a:moveTo>
                  <a:pt x="1739" y="39382"/>
                </a:moveTo>
                <a:lnTo>
                  <a:pt x="1485" y="39179"/>
                </a:lnTo>
                <a:lnTo>
                  <a:pt x="1295" y="39420"/>
                </a:lnTo>
                <a:lnTo>
                  <a:pt x="1536" y="39636"/>
                </a:lnTo>
                <a:lnTo>
                  <a:pt x="1739" y="39382"/>
                </a:lnTo>
                <a:close/>
              </a:path>
              <a:path w="3810" h="52069">
                <a:moveTo>
                  <a:pt x="1765" y="1104"/>
                </a:moveTo>
                <a:lnTo>
                  <a:pt x="1549" y="863"/>
                </a:lnTo>
                <a:lnTo>
                  <a:pt x="1333" y="1104"/>
                </a:lnTo>
                <a:lnTo>
                  <a:pt x="1549" y="1308"/>
                </a:lnTo>
                <a:lnTo>
                  <a:pt x="1765" y="1104"/>
                </a:lnTo>
                <a:close/>
              </a:path>
              <a:path w="3810" h="52069">
                <a:moveTo>
                  <a:pt x="1854" y="38061"/>
                </a:moveTo>
                <a:lnTo>
                  <a:pt x="1676" y="37744"/>
                </a:lnTo>
                <a:lnTo>
                  <a:pt x="1511" y="37833"/>
                </a:lnTo>
                <a:lnTo>
                  <a:pt x="1384" y="37630"/>
                </a:lnTo>
                <a:lnTo>
                  <a:pt x="1155" y="37807"/>
                </a:lnTo>
                <a:lnTo>
                  <a:pt x="1308" y="38049"/>
                </a:lnTo>
                <a:lnTo>
                  <a:pt x="1536" y="38252"/>
                </a:lnTo>
                <a:lnTo>
                  <a:pt x="1854" y="38061"/>
                </a:lnTo>
                <a:close/>
              </a:path>
              <a:path w="3810" h="52069">
                <a:moveTo>
                  <a:pt x="1892" y="46266"/>
                </a:moveTo>
                <a:lnTo>
                  <a:pt x="1752" y="45961"/>
                </a:lnTo>
                <a:lnTo>
                  <a:pt x="1447" y="46139"/>
                </a:lnTo>
                <a:lnTo>
                  <a:pt x="1600" y="46431"/>
                </a:lnTo>
                <a:lnTo>
                  <a:pt x="1892" y="46266"/>
                </a:lnTo>
                <a:close/>
              </a:path>
              <a:path w="3810" h="52069">
                <a:moveTo>
                  <a:pt x="1905" y="43027"/>
                </a:moveTo>
                <a:lnTo>
                  <a:pt x="1689" y="42938"/>
                </a:lnTo>
                <a:lnTo>
                  <a:pt x="1892" y="42684"/>
                </a:lnTo>
                <a:lnTo>
                  <a:pt x="1612" y="42468"/>
                </a:lnTo>
                <a:lnTo>
                  <a:pt x="1397" y="42748"/>
                </a:lnTo>
                <a:lnTo>
                  <a:pt x="1638" y="42938"/>
                </a:lnTo>
                <a:lnTo>
                  <a:pt x="1549" y="43167"/>
                </a:lnTo>
                <a:lnTo>
                  <a:pt x="1803" y="43281"/>
                </a:lnTo>
                <a:lnTo>
                  <a:pt x="1905" y="43027"/>
                </a:lnTo>
                <a:close/>
              </a:path>
              <a:path w="3810" h="52069">
                <a:moveTo>
                  <a:pt x="1943" y="45427"/>
                </a:moveTo>
                <a:lnTo>
                  <a:pt x="1689" y="45199"/>
                </a:lnTo>
                <a:lnTo>
                  <a:pt x="1447" y="45453"/>
                </a:lnTo>
                <a:lnTo>
                  <a:pt x="1714" y="45681"/>
                </a:lnTo>
                <a:lnTo>
                  <a:pt x="1943" y="45427"/>
                </a:lnTo>
                <a:close/>
              </a:path>
              <a:path w="3810" h="52069">
                <a:moveTo>
                  <a:pt x="1955" y="3276"/>
                </a:moveTo>
                <a:lnTo>
                  <a:pt x="1778" y="2997"/>
                </a:lnTo>
                <a:lnTo>
                  <a:pt x="1511" y="3175"/>
                </a:lnTo>
                <a:lnTo>
                  <a:pt x="1701" y="3429"/>
                </a:lnTo>
                <a:lnTo>
                  <a:pt x="1955" y="3276"/>
                </a:lnTo>
                <a:close/>
              </a:path>
              <a:path w="3810" h="52069">
                <a:moveTo>
                  <a:pt x="2095" y="35623"/>
                </a:moveTo>
                <a:lnTo>
                  <a:pt x="1866" y="35445"/>
                </a:lnTo>
                <a:lnTo>
                  <a:pt x="1701" y="35674"/>
                </a:lnTo>
                <a:lnTo>
                  <a:pt x="1917" y="35852"/>
                </a:lnTo>
                <a:lnTo>
                  <a:pt x="2095" y="35623"/>
                </a:lnTo>
                <a:close/>
              </a:path>
              <a:path w="3810" h="52069">
                <a:moveTo>
                  <a:pt x="2159" y="762"/>
                </a:moveTo>
                <a:lnTo>
                  <a:pt x="1892" y="622"/>
                </a:lnTo>
                <a:lnTo>
                  <a:pt x="1752" y="889"/>
                </a:lnTo>
                <a:lnTo>
                  <a:pt x="2044" y="1028"/>
                </a:lnTo>
                <a:lnTo>
                  <a:pt x="2159" y="762"/>
                </a:lnTo>
                <a:close/>
              </a:path>
              <a:path w="3810" h="52069">
                <a:moveTo>
                  <a:pt x="2184" y="50673"/>
                </a:moveTo>
                <a:lnTo>
                  <a:pt x="2006" y="50482"/>
                </a:lnTo>
                <a:lnTo>
                  <a:pt x="1803" y="50647"/>
                </a:lnTo>
                <a:lnTo>
                  <a:pt x="1981" y="50850"/>
                </a:lnTo>
                <a:lnTo>
                  <a:pt x="2184" y="50673"/>
                </a:lnTo>
                <a:close/>
              </a:path>
              <a:path w="3810" h="52069">
                <a:moveTo>
                  <a:pt x="2260" y="41033"/>
                </a:moveTo>
                <a:lnTo>
                  <a:pt x="2057" y="40779"/>
                </a:lnTo>
                <a:lnTo>
                  <a:pt x="1816" y="40982"/>
                </a:lnTo>
                <a:lnTo>
                  <a:pt x="2006" y="41236"/>
                </a:lnTo>
                <a:lnTo>
                  <a:pt x="2260" y="41033"/>
                </a:lnTo>
                <a:close/>
              </a:path>
              <a:path w="3810" h="52069">
                <a:moveTo>
                  <a:pt x="2336" y="48526"/>
                </a:moveTo>
                <a:lnTo>
                  <a:pt x="2070" y="48412"/>
                </a:lnTo>
                <a:lnTo>
                  <a:pt x="1930" y="48717"/>
                </a:lnTo>
                <a:lnTo>
                  <a:pt x="2222" y="48831"/>
                </a:lnTo>
                <a:lnTo>
                  <a:pt x="2336" y="48526"/>
                </a:lnTo>
                <a:close/>
              </a:path>
              <a:path w="3810" h="52069">
                <a:moveTo>
                  <a:pt x="2451" y="50495"/>
                </a:moveTo>
                <a:lnTo>
                  <a:pt x="2286" y="50304"/>
                </a:lnTo>
                <a:lnTo>
                  <a:pt x="2095" y="50457"/>
                </a:lnTo>
                <a:lnTo>
                  <a:pt x="2235" y="50634"/>
                </a:lnTo>
                <a:lnTo>
                  <a:pt x="2451" y="50495"/>
                </a:lnTo>
                <a:close/>
              </a:path>
              <a:path w="3810" h="52069">
                <a:moveTo>
                  <a:pt x="2451" y="45808"/>
                </a:moveTo>
                <a:lnTo>
                  <a:pt x="2197" y="45669"/>
                </a:lnTo>
                <a:lnTo>
                  <a:pt x="2070" y="45910"/>
                </a:lnTo>
                <a:lnTo>
                  <a:pt x="2324" y="46050"/>
                </a:lnTo>
                <a:lnTo>
                  <a:pt x="2451" y="45808"/>
                </a:lnTo>
                <a:close/>
              </a:path>
              <a:path w="3810" h="52069">
                <a:moveTo>
                  <a:pt x="2451" y="1498"/>
                </a:moveTo>
                <a:lnTo>
                  <a:pt x="2235" y="1295"/>
                </a:lnTo>
                <a:lnTo>
                  <a:pt x="2044" y="1498"/>
                </a:lnTo>
                <a:lnTo>
                  <a:pt x="2235" y="1701"/>
                </a:lnTo>
                <a:lnTo>
                  <a:pt x="2451" y="1498"/>
                </a:lnTo>
                <a:close/>
              </a:path>
              <a:path w="3810" h="52069">
                <a:moveTo>
                  <a:pt x="2514" y="40246"/>
                </a:moveTo>
                <a:lnTo>
                  <a:pt x="2247" y="40132"/>
                </a:lnTo>
                <a:lnTo>
                  <a:pt x="2133" y="40360"/>
                </a:lnTo>
                <a:lnTo>
                  <a:pt x="1905" y="40538"/>
                </a:lnTo>
                <a:lnTo>
                  <a:pt x="2146" y="40830"/>
                </a:lnTo>
                <a:lnTo>
                  <a:pt x="2438" y="40589"/>
                </a:lnTo>
                <a:lnTo>
                  <a:pt x="2514" y="40246"/>
                </a:lnTo>
                <a:close/>
              </a:path>
              <a:path w="3810" h="52069">
                <a:moveTo>
                  <a:pt x="2527" y="36410"/>
                </a:moveTo>
                <a:lnTo>
                  <a:pt x="2311" y="36207"/>
                </a:lnTo>
                <a:lnTo>
                  <a:pt x="2120" y="36410"/>
                </a:lnTo>
                <a:lnTo>
                  <a:pt x="2324" y="36601"/>
                </a:lnTo>
                <a:lnTo>
                  <a:pt x="2527" y="36410"/>
                </a:lnTo>
                <a:close/>
              </a:path>
              <a:path w="3810" h="52069">
                <a:moveTo>
                  <a:pt x="2527" y="279"/>
                </a:moveTo>
                <a:lnTo>
                  <a:pt x="2286" y="0"/>
                </a:lnTo>
                <a:lnTo>
                  <a:pt x="2019" y="228"/>
                </a:lnTo>
                <a:lnTo>
                  <a:pt x="2247" y="495"/>
                </a:lnTo>
                <a:lnTo>
                  <a:pt x="2527" y="279"/>
                </a:lnTo>
                <a:close/>
              </a:path>
              <a:path w="3810" h="52069">
                <a:moveTo>
                  <a:pt x="2578" y="38303"/>
                </a:moveTo>
                <a:lnTo>
                  <a:pt x="2438" y="38201"/>
                </a:lnTo>
                <a:lnTo>
                  <a:pt x="2489" y="38074"/>
                </a:lnTo>
                <a:lnTo>
                  <a:pt x="2222" y="37985"/>
                </a:lnTo>
                <a:lnTo>
                  <a:pt x="2120" y="38252"/>
                </a:lnTo>
                <a:lnTo>
                  <a:pt x="2413" y="38531"/>
                </a:lnTo>
                <a:lnTo>
                  <a:pt x="2578" y="38303"/>
                </a:lnTo>
                <a:close/>
              </a:path>
              <a:path w="3810" h="52069">
                <a:moveTo>
                  <a:pt x="2590" y="2806"/>
                </a:moveTo>
                <a:lnTo>
                  <a:pt x="2336" y="2603"/>
                </a:lnTo>
                <a:lnTo>
                  <a:pt x="2146" y="2844"/>
                </a:lnTo>
                <a:lnTo>
                  <a:pt x="2387" y="3048"/>
                </a:lnTo>
                <a:lnTo>
                  <a:pt x="2590" y="2806"/>
                </a:lnTo>
                <a:close/>
              </a:path>
              <a:path w="3810" h="52069">
                <a:moveTo>
                  <a:pt x="2654" y="37731"/>
                </a:moveTo>
                <a:lnTo>
                  <a:pt x="2501" y="37477"/>
                </a:lnTo>
                <a:lnTo>
                  <a:pt x="2260" y="37630"/>
                </a:lnTo>
                <a:lnTo>
                  <a:pt x="2413" y="37884"/>
                </a:lnTo>
                <a:lnTo>
                  <a:pt x="2654" y="37731"/>
                </a:lnTo>
                <a:close/>
              </a:path>
              <a:path w="3810" h="52069">
                <a:moveTo>
                  <a:pt x="2679" y="45072"/>
                </a:moveTo>
                <a:lnTo>
                  <a:pt x="2413" y="44881"/>
                </a:lnTo>
                <a:lnTo>
                  <a:pt x="2235" y="45173"/>
                </a:lnTo>
                <a:lnTo>
                  <a:pt x="2501" y="45339"/>
                </a:lnTo>
                <a:lnTo>
                  <a:pt x="2679" y="45072"/>
                </a:lnTo>
                <a:close/>
              </a:path>
              <a:path w="3810" h="52069">
                <a:moveTo>
                  <a:pt x="2705" y="46647"/>
                </a:moveTo>
                <a:lnTo>
                  <a:pt x="2514" y="46405"/>
                </a:lnTo>
                <a:lnTo>
                  <a:pt x="2260" y="46609"/>
                </a:lnTo>
                <a:lnTo>
                  <a:pt x="2463" y="46850"/>
                </a:lnTo>
                <a:lnTo>
                  <a:pt x="2705" y="46647"/>
                </a:lnTo>
                <a:close/>
              </a:path>
              <a:path w="3810" h="52069">
                <a:moveTo>
                  <a:pt x="2730" y="39954"/>
                </a:moveTo>
                <a:lnTo>
                  <a:pt x="2590" y="39751"/>
                </a:lnTo>
                <a:lnTo>
                  <a:pt x="2387" y="39903"/>
                </a:lnTo>
                <a:lnTo>
                  <a:pt x="2540" y="40106"/>
                </a:lnTo>
                <a:lnTo>
                  <a:pt x="2730" y="39954"/>
                </a:lnTo>
                <a:close/>
              </a:path>
              <a:path w="3810" h="52069">
                <a:moveTo>
                  <a:pt x="2743" y="35407"/>
                </a:moveTo>
                <a:lnTo>
                  <a:pt x="2590" y="35191"/>
                </a:lnTo>
                <a:lnTo>
                  <a:pt x="2362" y="35356"/>
                </a:lnTo>
                <a:lnTo>
                  <a:pt x="2527" y="35572"/>
                </a:lnTo>
                <a:lnTo>
                  <a:pt x="2743" y="35407"/>
                </a:lnTo>
                <a:close/>
              </a:path>
              <a:path w="3810" h="52069">
                <a:moveTo>
                  <a:pt x="2755" y="51308"/>
                </a:moveTo>
                <a:lnTo>
                  <a:pt x="2451" y="51117"/>
                </a:lnTo>
                <a:lnTo>
                  <a:pt x="2260" y="51435"/>
                </a:lnTo>
                <a:lnTo>
                  <a:pt x="2565" y="51612"/>
                </a:lnTo>
                <a:lnTo>
                  <a:pt x="2755" y="51308"/>
                </a:lnTo>
                <a:close/>
              </a:path>
              <a:path w="3810" h="52069">
                <a:moveTo>
                  <a:pt x="2819" y="36652"/>
                </a:moveTo>
                <a:lnTo>
                  <a:pt x="2552" y="36499"/>
                </a:lnTo>
                <a:lnTo>
                  <a:pt x="2349" y="36753"/>
                </a:lnTo>
                <a:lnTo>
                  <a:pt x="2603" y="36944"/>
                </a:lnTo>
                <a:lnTo>
                  <a:pt x="2819" y="36652"/>
                </a:lnTo>
                <a:close/>
              </a:path>
              <a:path w="3810" h="52069">
                <a:moveTo>
                  <a:pt x="2921" y="35991"/>
                </a:moveTo>
                <a:lnTo>
                  <a:pt x="2628" y="35801"/>
                </a:lnTo>
                <a:lnTo>
                  <a:pt x="2438" y="36093"/>
                </a:lnTo>
                <a:lnTo>
                  <a:pt x="2705" y="36271"/>
                </a:lnTo>
                <a:lnTo>
                  <a:pt x="2921" y="35991"/>
                </a:lnTo>
                <a:close/>
              </a:path>
              <a:path w="3810" h="52069">
                <a:moveTo>
                  <a:pt x="2997" y="44462"/>
                </a:moveTo>
                <a:lnTo>
                  <a:pt x="2806" y="44221"/>
                </a:lnTo>
                <a:lnTo>
                  <a:pt x="2565" y="44437"/>
                </a:lnTo>
                <a:lnTo>
                  <a:pt x="2679" y="44589"/>
                </a:lnTo>
                <a:lnTo>
                  <a:pt x="2489" y="44716"/>
                </a:lnTo>
                <a:lnTo>
                  <a:pt x="2628" y="44907"/>
                </a:lnTo>
                <a:lnTo>
                  <a:pt x="2819" y="44767"/>
                </a:lnTo>
                <a:lnTo>
                  <a:pt x="2717" y="44640"/>
                </a:lnTo>
                <a:lnTo>
                  <a:pt x="2997" y="44462"/>
                </a:lnTo>
                <a:close/>
              </a:path>
              <a:path w="3810" h="52069">
                <a:moveTo>
                  <a:pt x="3086" y="47917"/>
                </a:moveTo>
                <a:lnTo>
                  <a:pt x="2832" y="47790"/>
                </a:lnTo>
                <a:lnTo>
                  <a:pt x="2679" y="48031"/>
                </a:lnTo>
                <a:lnTo>
                  <a:pt x="2527" y="47929"/>
                </a:lnTo>
                <a:lnTo>
                  <a:pt x="2324" y="48196"/>
                </a:lnTo>
                <a:lnTo>
                  <a:pt x="2590" y="48399"/>
                </a:lnTo>
                <a:lnTo>
                  <a:pt x="2806" y="48107"/>
                </a:lnTo>
                <a:lnTo>
                  <a:pt x="2933" y="48171"/>
                </a:lnTo>
                <a:lnTo>
                  <a:pt x="3086" y="47917"/>
                </a:lnTo>
                <a:close/>
              </a:path>
              <a:path w="3810" h="52069">
                <a:moveTo>
                  <a:pt x="3162" y="35001"/>
                </a:moveTo>
                <a:lnTo>
                  <a:pt x="2921" y="34721"/>
                </a:lnTo>
                <a:lnTo>
                  <a:pt x="2654" y="34950"/>
                </a:lnTo>
                <a:lnTo>
                  <a:pt x="2882" y="35242"/>
                </a:lnTo>
                <a:lnTo>
                  <a:pt x="3162" y="35001"/>
                </a:lnTo>
                <a:close/>
              </a:path>
              <a:path w="3810" h="52069">
                <a:moveTo>
                  <a:pt x="3225" y="41402"/>
                </a:moveTo>
                <a:lnTo>
                  <a:pt x="2971" y="41186"/>
                </a:lnTo>
                <a:lnTo>
                  <a:pt x="2743" y="41440"/>
                </a:lnTo>
                <a:lnTo>
                  <a:pt x="2997" y="41668"/>
                </a:lnTo>
                <a:lnTo>
                  <a:pt x="3225" y="41402"/>
                </a:lnTo>
                <a:close/>
              </a:path>
              <a:path w="3810" h="52069">
                <a:moveTo>
                  <a:pt x="3276" y="44310"/>
                </a:moveTo>
                <a:lnTo>
                  <a:pt x="3098" y="44094"/>
                </a:lnTo>
                <a:lnTo>
                  <a:pt x="2882" y="44259"/>
                </a:lnTo>
                <a:lnTo>
                  <a:pt x="3035" y="44475"/>
                </a:lnTo>
                <a:lnTo>
                  <a:pt x="3276" y="44310"/>
                </a:lnTo>
                <a:close/>
              </a:path>
              <a:path w="3810" h="52069">
                <a:moveTo>
                  <a:pt x="3314" y="49161"/>
                </a:moveTo>
                <a:lnTo>
                  <a:pt x="3048" y="49047"/>
                </a:lnTo>
                <a:lnTo>
                  <a:pt x="2921" y="49301"/>
                </a:lnTo>
                <a:lnTo>
                  <a:pt x="3175" y="49441"/>
                </a:lnTo>
                <a:lnTo>
                  <a:pt x="3314" y="49161"/>
                </a:lnTo>
                <a:close/>
              </a:path>
              <a:path w="3810" h="52069">
                <a:moveTo>
                  <a:pt x="3314" y="44869"/>
                </a:moveTo>
                <a:lnTo>
                  <a:pt x="2971" y="44678"/>
                </a:lnTo>
                <a:lnTo>
                  <a:pt x="2794" y="45008"/>
                </a:lnTo>
                <a:lnTo>
                  <a:pt x="3111" y="45199"/>
                </a:lnTo>
                <a:lnTo>
                  <a:pt x="3314" y="448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1979739" y="1089202"/>
            <a:ext cx="3175" cy="36830"/>
          </a:xfrm>
          <a:custGeom>
            <a:avLst/>
            <a:gdLst/>
            <a:ahLst/>
            <a:cxnLst/>
            <a:rect l="l" t="t" r="r" b="b"/>
            <a:pathLst>
              <a:path w="3175" h="36830">
                <a:moveTo>
                  <a:pt x="101" y="36283"/>
                </a:moveTo>
                <a:close/>
              </a:path>
              <a:path w="3175" h="36830">
                <a:moveTo>
                  <a:pt x="393" y="4660"/>
                </a:moveTo>
                <a:lnTo>
                  <a:pt x="254" y="4406"/>
                </a:lnTo>
                <a:lnTo>
                  <a:pt x="12" y="4533"/>
                </a:lnTo>
                <a:lnTo>
                  <a:pt x="152" y="4787"/>
                </a:lnTo>
                <a:lnTo>
                  <a:pt x="393" y="4660"/>
                </a:lnTo>
                <a:close/>
              </a:path>
              <a:path w="3175" h="36830">
                <a:moveTo>
                  <a:pt x="406" y="6908"/>
                </a:moveTo>
                <a:lnTo>
                  <a:pt x="139" y="6781"/>
                </a:lnTo>
                <a:lnTo>
                  <a:pt x="0" y="7048"/>
                </a:lnTo>
                <a:lnTo>
                  <a:pt x="254" y="7175"/>
                </a:lnTo>
                <a:lnTo>
                  <a:pt x="406" y="6908"/>
                </a:lnTo>
                <a:close/>
              </a:path>
              <a:path w="3175" h="36830">
                <a:moveTo>
                  <a:pt x="469" y="32423"/>
                </a:moveTo>
                <a:lnTo>
                  <a:pt x="254" y="32321"/>
                </a:lnTo>
                <a:lnTo>
                  <a:pt x="406" y="32029"/>
                </a:lnTo>
                <a:lnTo>
                  <a:pt x="139" y="31902"/>
                </a:lnTo>
                <a:lnTo>
                  <a:pt x="0" y="32169"/>
                </a:lnTo>
                <a:lnTo>
                  <a:pt x="139" y="32258"/>
                </a:lnTo>
                <a:lnTo>
                  <a:pt x="0" y="32600"/>
                </a:lnTo>
                <a:lnTo>
                  <a:pt x="330" y="32740"/>
                </a:lnTo>
                <a:lnTo>
                  <a:pt x="469" y="32423"/>
                </a:lnTo>
                <a:close/>
              </a:path>
              <a:path w="3175" h="36830">
                <a:moveTo>
                  <a:pt x="469" y="7289"/>
                </a:moveTo>
                <a:lnTo>
                  <a:pt x="139" y="7150"/>
                </a:lnTo>
                <a:lnTo>
                  <a:pt x="0" y="7480"/>
                </a:lnTo>
                <a:lnTo>
                  <a:pt x="330" y="7620"/>
                </a:lnTo>
                <a:lnTo>
                  <a:pt x="469" y="7289"/>
                </a:lnTo>
                <a:close/>
              </a:path>
              <a:path w="3175" h="36830">
                <a:moveTo>
                  <a:pt x="622" y="25552"/>
                </a:moveTo>
                <a:lnTo>
                  <a:pt x="406" y="25450"/>
                </a:lnTo>
                <a:lnTo>
                  <a:pt x="279" y="25666"/>
                </a:lnTo>
                <a:lnTo>
                  <a:pt x="520" y="25793"/>
                </a:lnTo>
                <a:lnTo>
                  <a:pt x="622" y="25552"/>
                </a:lnTo>
                <a:close/>
              </a:path>
              <a:path w="3175" h="36830">
                <a:moveTo>
                  <a:pt x="622" y="431"/>
                </a:moveTo>
                <a:lnTo>
                  <a:pt x="406" y="342"/>
                </a:lnTo>
                <a:lnTo>
                  <a:pt x="279" y="571"/>
                </a:lnTo>
                <a:lnTo>
                  <a:pt x="520" y="685"/>
                </a:lnTo>
                <a:lnTo>
                  <a:pt x="622" y="431"/>
                </a:lnTo>
                <a:close/>
              </a:path>
              <a:path w="3175" h="36830">
                <a:moveTo>
                  <a:pt x="660" y="28790"/>
                </a:moveTo>
                <a:lnTo>
                  <a:pt x="457" y="28511"/>
                </a:lnTo>
                <a:lnTo>
                  <a:pt x="190" y="28689"/>
                </a:lnTo>
                <a:lnTo>
                  <a:pt x="368" y="28956"/>
                </a:lnTo>
                <a:lnTo>
                  <a:pt x="660" y="28790"/>
                </a:lnTo>
                <a:close/>
              </a:path>
              <a:path w="3175" h="36830">
                <a:moveTo>
                  <a:pt x="660" y="3670"/>
                </a:moveTo>
                <a:lnTo>
                  <a:pt x="457" y="3403"/>
                </a:lnTo>
                <a:lnTo>
                  <a:pt x="190" y="3568"/>
                </a:lnTo>
                <a:lnTo>
                  <a:pt x="368" y="3835"/>
                </a:lnTo>
                <a:lnTo>
                  <a:pt x="660" y="3670"/>
                </a:lnTo>
                <a:close/>
              </a:path>
              <a:path w="3175" h="36830">
                <a:moveTo>
                  <a:pt x="673" y="29883"/>
                </a:moveTo>
                <a:lnTo>
                  <a:pt x="482" y="29705"/>
                </a:lnTo>
                <a:lnTo>
                  <a:pt x="254" y="29591"/>
                </a:lnTo>
                <a:lnTo>
                  <a:pt x="12" y="29718"/>
                </a:lnTo>
                <a:lnTo>
                  <a:pt x="152" y="29972"/>
                </a:lnTo>
                <a:lnTo>
                  <a:pt x="292" y="29908"/>
                </a:lnTo>
                <a:lnTo>
                  <a:pt x="482" y="30073"/>
                </a:lnTo>
                <a:lnTo>
                  <a:pt x="673" y="29883"/>
                </a:lnTo>
                <a:close/>
              </a:path>
              <a:path w="3175" h="36830">
                <a:moveTo>
                  <a:pt x="673" y="4762"/>
                </a:moveTo>
                <a:lnTo>
                  <a:pt x="482" y="4572"/>
                </a:lnTo>
                <a:lnTo>
                  <a:pt x="292" y="4775"/>
                </a:lnTo>
                <a:lnTo>
                  <a:pt x="482" y="4953"/>
                </a:lnTo>
                <a:lnTo>
                  <a:pt x="673" y="4762"/>
                </a:lnTo>
                <a:close/>
              </a:path>
              <a:path w="3175" h="36830">
                <a:moveTo>
                  <a:pt x="990" y="5791"/>
                </a:moveTo>
                <a:lnTo>
                  <a:pt x="812" y="5575"/>
                </a:lnTo>
                <a:lnTo>
                  <a:pt x="596" y="5740"/>
                </a:lnTo>
                <a:lnTo>
                  <a:pt x="762" y="5969"/>
                </a:lnTo>
                <a:lnTo>
                  <a:pt x="990" y="5791"/>
                </a:lnTo>
                <a:close/>
              </a:path>
              <a:path w="3175" h="36830">
                <a:moveTo>
                  <a:pt x="1003" y="30873"/>
                </a:moveTo>
                <a:lnTo>
                  <a:pt x="812" y="30657"/>
                </a:lnTo>
                <a:lnTo>
                  <a:pt x="596" y="30835"/>
                </a:lnTo>
                <a:lnTo>
                  <a:pt x="774" y="31051"/>
                </a:lnTo>
                <a:lnTo>
                  <a:pt x="1003" y="30873"/>
                </a:lnTo>
                <a:close/>
              </a:path>
              <a:path w="3175" h="36830">
                <a:moveTo>
                  <a:pt x="1003" y="28613"/>
                </a:moveTo>
                <a:lnTo>
                  <a:pt x="787" y="28346"/>
                </a:lnTo>
                <a:lnTo>
                  <a:pt x="533" y="28536"/>
                </a:lnTo>
                <a:lnTo>
                  <a:pt x="723" y="28790"/>
                </a:lnTo>
                <a:lnTo>
                  <a:pt x="1003" y="28613"/>
                </a:lnTo>
                <a:close/>
              </a:path>
              <a:path w="3175" h="36830">
                <a:moveTo>
                  <a:pt x="1003" y="3505"/>
                </a:moveTo>
                <a:lnTo>
                  <a:pt x="787" y="3225"/>
                </a:lnTo>
                <a:lnTo>
                  <a:pt x="533" y="3429"/>
                </a:lnTo>
                <a:lnTo>
                  <a:pt x="723" y="3683"/>
                </a:lnTo>
                <a:lnTo>
                  <a:pt x="1003" y="3505"/>
                </a:lnTo>
                <a:close/>
              </a:path>
              <a:path w="3175" h="36830">
                <a:moveTo>
                  <a:pt x="1041" y="27317"/>
                </a:moveTo>
                <a:lnTo>
                  <a:pt x="787" y="27076"/>
                </a:lnTo>
                <a:lnTo>
                  <a:pt x="546" y="27317"/>
                </a:lnTo>
                <a:lnTo>
                  <a:pt x="774" y="27546"/>
                </a:lnTo>
                <a:lnTo>
                  <a:pt x="1041" y="27317"/>
                </a:lnTo>
                <a:close/>
              </a:path>
              <a:path w="3175" h="36830">
                <a:moveTo>
                  <a:pt x="1041" y="2209"/>
                </a:moveTo>
                <a:lnTo>
                  <a:pt x="787" y="1955"/>
                </a:lnTo>
                <a:lnTo>
                  <a:pt x="546" y="2197"/>
                </a:lnTo>
                <a:lnTo>
                  <a:pt x="774" y="2438"/>
                </a:lnTo>
                <a:lnTo>
                  <a:pt x="1041" y="2209"/>
                </a:lnTo>
                <a:close/>
              </a:path>
              <a:path w="3175" h="36830">
                <a:moveTo>
                  <a:pt x="1295" y="33655"/>
                </a:moveTo>
                <a:lnTo>
                  <a:pt x="1041" y="33388"/>
                </a:lnTo>
                <a:lnTo>
                  <a:pt x="749" y="33642"/>
                </a:lnTo>
                <a:lnTo>
                  <a:pt x="1003" y="33896"/>
                </a:lnTo>
                <a:lnTo>
                  <a:pt x="1295" y="33655"/>
                </a:lnTo>
                <a:close/>
              </a:path>
              <a:path w="3175" h="36830">
                <a:moveTo>
                  <a:pt x="1295" y="8534"/>
                </a:moveTo>
                <a:lnTo>
                  <a:pt x="1041" y="8267"/>
                </a:lnTo>
                <a:lnTo>
                  <a:pt x="749" y="8509"/>
                </a:lnTo>
                <a:lnTo>
                  <a:pt x="1003" y="8801"/>
                </a:lnTo>
                <a:lnTo>
                  <a:pt x="1295" y="8534"/>
                </a:lnTo>
                <a:close/>
              </a:path>
              <a:path w="3175" h="36830">
                <a:moveTo>
                  <a:pt x="1346" y="27622"/>
                </a:moveTo>
                <a:lnTo>
                  <a:pt x="1143" y="27419"/>
                </a:lnTo>
                <a:lnTo>
                  <a:pt x="965" y="27635"/>
                </a:lnTo>
                <a:lnTo>
                  <a:pt x="1155" y="27813"/>
                </a:lnTo>
                <a:lnTo>
                  <a:pt x="1346" y="27622"/>
                </a:lnTo>
                <a:close/>
              </a:path>
              <a:path w="3175" h="36830">
                <a:moveTo>
                  <a:pt x="1346" y="2501"/>
                </a:moveTo>
                <a:lnTo>
                  <a:pt x="1143" y="2311"/>
                </a:lnTo>
                <a:lnTo>
                  <a:pt x="965" y="2514"/>
                </a:lnTo>
                <a:lnTo>
                  <a:pt x="1155" y="2705"/>
                </a:lnTo>
                <a:lnTo>
                  <a:pt x="1346" y="2501"/>
                </a:lnTo>
                <a:close/>
              </a:path>
              <a:path w="3175" h="36830">
                <a:moveTo>
                  <a:pt x="1397" y="26898"/>
                </a:moveTo>
                <a:lnTo>
                  <a:pt x="1181" y="26771"/>
                </a:lnTo>
                <a:lnTo>
                  <a:pt x="1028" y="27000"/>
                </a:lnTo>
                <a:lnTo>
                  <a:pt x="1270" y="27139"/>
                </a:lnTo>
                <a:lnTo>
                  <a:pt x="1397" y="26898"/>
                </a:lnTo>
                <a:close/>
              </a:path>
              <a:path w="3175" h="36830">
                <a:moveTo>
                  <a:pt x="1397" y="1816"/>
                </a:moveTo>
                <a:lnTo>
                  <a:pt x="1181" y="1651"/>
                </a:lnTo>
                <a:lnTo>
                  <a:pt x="1028" y="1892"/>
                </a:lnTo>
                <a:lnTo>
                  <a:pt x="1270" y="2032"/>
                </a:lnTo>
                <a:lnTo>
                  <a:pt x="1397" y="1816"/>
                </a:lnTo>
                <a:close/>
              </a:path>
              <a:path w="3175" h="36830">
                <a:moveTo>
                  <a:pt x="1524" y="26250"/>
                </a:moveTo>
                <a:lnTo>
                  <a:pt x="1320" y="26035"/>
                </a:lnTo>
                <a:lnTo>
                  <a:pt x="1104" y="26238"/>
                </a:lnTo>
                <a:lnTo>
                  <a:pt x="1308" y="26454"/>
                </a:lnTo>
                <a:lnTo>
                  <a:pt x="1524" y="26250"/>
                </a:lnTo>
                <a:close/>
              </a:path>
              <a:path w="3175" h="36830">
                <a:moveTo>
                  <a:pt x="1524" y="1130"/>
                </a:moveTo>
                <a:lnTo>
                  <a:pt x="1320" y="914"/>
                </a:lnTo>
                <a:lnTo>
                  <a:pt x="1104" y="1117"/>
                </a:lnTo>
                <a:lnTo>
                  <a:pt x="1308" y="1333"/>
                </a:lnTo>
                <a:lnTo>
                  <a:pt x="1524" y="1130"/>
                </a:lnTo>
                <a:close/>
              </a:path>
              <a:path w="3175" h="36830">
                <a:moveTo>
                  <a:pt x="1562" y="29337"/>
                </a:moveTo>
                <a:lnTo>
                  <a:pt x="1384" y="29095"/>
                </a:lnTo>
                <a:lnTo>
                  <a:pt x="1143" y="29273"/>
                </a:lnTo>
                <a:lnTo>
                  <a:pt x="1320" y="29502"/>
                </a:lnTo>
                <a:lnTo>
                  <a:pt x="1562" y="29337"/>
                </a:lnTo>
                <a:close/>
              </a:path>
              <a:path w="3175" h="36830">
                <a:moveTo>
                  <a:pt x="1574" y="4165"/>
                </a:moveTo>
                <a:lnTo>
                  <a:pt x="1397" y="3924"/>
                </a:lnTo>
                <a:lnTo>
                  <a:pt x="1155" y="4102"/>
                </a:lnTo>
                <a:lnTo>
                  <a:pt x="1333" y="4343"/>
                </a:lnTo>
                <a:lnTo>
                  <a:pt x="1574" y="4165"/>
                </a:lnTo>
                <a:close/>
              </a:path>
              <a:path w="3175" h="36830">
                <a:moveTo>
                  <a:pt x="1587" y="33159"/>
                </a:moveTo>
                <a:lnTo>
                  <a:pt x="1333" y="32893"/>
                </a:lnTo>
                <a:lnTo>
                  <a:pt x="1079" y="33134"/>
                </a:lnTo>
                <a:lnTo>
                  <a:pt x="1320" y="33388"/>
                </a:lnTo>
                <a:lnTo>
                  <a:pt x="1587" y="33159"/>
                </a:lnTo>
                <a:close/>
              </a:path>
              <a:path w="3175" h="36830">
                <a:moveTo>
                  <a:pt x="1587" y="8039"/>
                </a:moveTo>
                <a:lnTo>
                  <a:pt x="1333" y="7772"/>
                </a:lnTo>
                <a:lnTo>
                  <a:pt x="1079" y="8013"/>
                </a:lnTo>
                <a:lnTo>
                  <a:pt x="1320" y="8267"/>
                </a:lnTo>
                <a:lnTo>
                  <a:pt x="1587" y="8039"/>
                </a:lnTo>
                <a:close/>
              </a:path>
              <a:path w="3175" h="36830">
                <a:moveTo>
                  <a:pt x="1701" y="31292"/>
                </a:moveTo>
                <a:lnTo>
                  <a:pt x="1511" y="31115"/>
                </a:lnTo>
                <a:lnTo>
                  <a:pt x="1333" y="31292"/>
                </a:lnTo>
                <a:lnTo>
                  <a:pt x="1511" y="31470"/>
                </a:lnTo>
                <a:lnTo>
                  <a:pt x="1701" y="31292"/>
                </a:lnTo>
                <a:close/>
              </a:path>
              <a:path w="3175" h="36830">
                <a:moveTo>
                  <a:pt x="1701" y="6210"/>
                </a:moveTo>
                <a:lnTo>
                  <a:pt x="1511" y="6019"/>
                </a:lnTo>
                <a:lnTo>
                  <a:pt x="1333" y="6210"/>
                </a:lnTo>
                <a:lnTo>
                  <a:pt x="1511" y="6400"/>
                </a:lnTo>
                <a:lnTo>
                  <a:pt x="1701" y="6210"/>
                </a:lnTo>
                <a:close/>
              </a:path>
              <a:path w="3175" h="36830">
                <a:moveTo>
                  <a:pt x="1714" y="28384"/>
                </a:moveTo>
                <a:lnTo>
                  <a:pt x="1536" y="28117"/>
                </a:lnTo>
                <a:lnTo>
                  <a:pt x="1270" y="28270"/>
                </a:lnTo>
                <a:lnTo>
                  <a:pt x="1460" y="28562"/>
                </a:lnTo>
                <a:lnTo>
                  <a:pt x="1714" y="28384"/>
                </a:lnTo>
                <a:close/>
              </a:path>
              <a:path w="3175" h="36830">
                <a:moveTo>
                  <a:pt x="1727" y="31788"/>
                </a:moveTo>
                <a:lnTo>
                  <a:pt x="1549" y="31559"/>
                </a:lnTo>
                <a:lnTo>
                  <a:pt x="1320" y="31724"/>
                </a:lnTo>
                <a:lnTo>
                  <a:pt x="1485" y="31965"/>
                </a:lnTo>
                <a:lnTo>
                  <a:pt x="1727" y="31788"/>
                </a:lnTo>
                <a:close/>
              </a:path>
              <a:path w="3175" h="36830">
                <a:moveTo>
                  <a:pt x="1727" y="6680"/>
                </a:moveTo>
                <a:lnTo>
                  <a:pt x="1549" y="6426"/>
                </a:lnTo>
                <a:lnTo>
                  <a:pt x="1320" y="6604"/>
                </a:lnTo>
                <a:lnTo>
                  <a:pt x="1485" y="6858"/>
                </a:lnTo>
                <a:lnTo>
                  <a:pt x="1727" y="6680"/>
                </a:lnTo>
                <a:close/>
              </a:path>
              <a:path w="3175" h="36830">
                <a:moveTo>
                  <a:pt x="1727" y="3289"/>
                </a:moveTo>
                <a:lnTo>
                  <a:pt x="1549" y="3022"/>
                </a:lnTo>
                <a:lnTo>
                  <a:pt x="1270" y="3200"/>
                </a:lnTo>
                <a:lnTo>
                  <a:pt x="1447" y="3479"/>
                </a:lnTo>
                <a:lnTo>
                  <a:pt x="1727" y="3289"/>
                </a:lnTo>
                <a:close/>
              </a:path>
              <a:path w="3175" h="36830">
                <a:moveTo>
                  <a:pt x="1854" y="34937"/>
                </a:moveTo>
                <a:lnTo>
                  <a:pt x="1625" y="34759"/>
                </a:lnTo>
                <a:lnTo>
                  <a:pt x="1460" y="34988"/>
                </a:lnTo>
                <a:lnTo>
                  <a:pt x="1676" y="35166"/>
                </a:lnTo>
                <a:lnTo>
                  <a:pt x="1854" y="34937"/>
                </a:lnTo>
                <a:close/>
              </a:path>
              <a:path w="3175" h="36830">
                <a:moveTo>
                  <a:pt x="1905" y="33248"/>
                </a:moveTo>
                <a:lnTo>
                  <a:pt x="1612" y="33121"/>
                </a:lnTo>
                <a:lnTo>
                  <a:pt x="1473" y="33426"/>
                </a:lnTo>
                <a:lnTo>
                  <a:pt x="1790" y="33566"/>
                </a:lnTo>
                <a:lnTo>
                  <a:pt x="1905" y="33248"/>
                </a:lnTo>
                <a:close/>
              </a:path>
              <a:path w="3175" h="36830">
                <a:moveTo>
                  <a:pt x="1905" y="8153"/>
                </a:moveTo>
                <a:lnTo>
                  <a:pt x="1612" y="8026"/>
                </a:lnTo>
                <a:lnTo>
                  <a:pt x="1473" y="8331"/>
                </a:lnTo>
                <a:lnTo>
                  <a:pt x="1790" y="8458"/>
                </a:lnTo>
                <a:lnTo>
                  <a:pt x="1905" y="8153"/>
                </a:lnTo>
                <a:close/>
              </a:path>
              <a:path w="3175" h="36830">
                <a:moveTo>
                  <a:pt x="1917" y="25869"/>
                </a:moveTo>
                <a:lnTo>
                  <a:pt x="1651" y="25717"/>
                </a:lnTo>
                <a:lnTo>
                  <a:pt x="1511" y="26009"/>
                </a:lnTo>
                <a:lnTo>
                  <a:pt x="1803" y="26136"/>
                </a:lnTo>
                <a:lnTo>
                  <a:pt x="1917" y="25869"/>
                </a:lnTo>
                <a:close/>
              </a:path>
              <a:path w="3175" h="36830">
                <a:moveTo>
                  <a:pt x="1917" y="673"/>
                </a:moveTo>
                <a:lnTo>
                  <a:pt x="1625" y="546"/>
                </a:lnTo>
                <a:lnTo>
                  <a:pt x="1498" y="825"/>
                </a:lnTo>
                <a:lnTo>
                  <a:pt x="1778" y="952"/>
                </a:lnTo>
                <a:lnTo>
                  <a:pt x="1917" y="673"/>
                </a:lnTo>
                <a:close/>
              </a:path>
              <a:path w="3175" h="36830">
                <a:moveTo>
                  <a:pt x="2082" y="35521"/>
                </a:moveTo>
                <a:close/>
              </a:path>
              <a:path w="3175" h="36830">
                <a:moveTo>
                  <a:pt x="2095" y="29540"/>
                </a:moveTo>
                <a:lnTo>
                  <a:pt x="1905" y="29260"/>
                </a:lnTo>
                <a:lnTo>
                  <a:pt x="1651" y="29464"/>
                </a:lnTo>
                <a:lnTo>
                  <a:pt x="1841" y="29756"/>
                </a:lnTo>
                <a:lnTo>
                  <a:pt x="2095" y="29540"/>
                </a:lnTo>
                <a:close/>
              </a:path>
              <a:path w="3175" h="36830">
                <a:moveTo>
                  <a:pt x="2095" y="4419"/>
                </a:moveTo>
                <a:lnTo>
                  <a:pt x="1905" y="4152"/>
                </a:lnTo>
                <a:lnTo>
                  <a:pt x="1651" y="4343"/>
                </a:lnTo>
                <a:lnTo>
                  <a:pt x="1841" y="4610"/>
                </a:lnTo>
                <a:lnTo>
                  <a:pt x="2095" y="4419"/>
                </a:lnTo>
                <a:close/>
              </a:path>
              <a:path w="3175" h="36830">
                <a:moveTo>
                  <a:pt x="2209" y="26619"/>
                </a:moveTo>
                <a:lnTo>
                  <a:pt x="1993" y="26403"/>
                </a:lnTo>
                <a:lnTo>
                  <a:pt x="1803" y="26606"/>
                </a:lnTo>
                <a:lnTo>
                  <a:pt x="1993" y="26809"/>
                </a:lnTo>
                <a:lnTo>
                  <a:pt x="2209" y="26619"/>
                </a:lnTo>
                <a:close/>
              </a:path>
              <a:path w="3175" h="36830">
                <a:moveTo>
                  <a:pt x="2209" y="1562"/>
                </a:moveTo>
                <a:lnTo>
                  <a:pt x="2006" y="1371"/>
                </a:lnTo>
                <a:lnTo>
                  <a:pt x="1803" y="1574"/>
                </a:lnTo>
                <a:lnTo>
                  <a:pt x="2006" y="1778"/>
                </a:lnTo>
                <a:lnTo>
                  <a:pt x="2209" y="1562"/>
                </a:lnTo>
                <a:close/>
              </a:path>
              <a:path w="3175" h="36830">
                <a:moveTo>
                  <a:pt x="2222" y="32639"/>
                </a:moveTo>
                <a:lnTo>
                  <a:pt x="1955" y="32486"/>
                </a:lnTo>
                <a:lnTo>
                  <a:pt x="1790" y="32740"/>
                </a:lnTo>
                <a:lnTo>
                  <a:pt x="1917" y="32842"/>
                </a:lnTo>
                <a:lnTo>
                  <a:pt x="1955" y="33108"/>
                </a:lnTo>
                <a:lnTo>
                  <a:pt x="2146" y="32981"/>
                </a:lnTo>
                <a:lnTo>
                  <a:pt x="2222" y="32639"/>
                </a:lnTo>
                <a:close/>
              </a:path>
              <a:path w="3175" h="36830">
                <a:moveTo>
                  <a:pt x="2222" y="7518"/>
                </a:moveTo>
                <a:lnTo>
                  <a:pt x="1955" y="7366"/>
                </a:lnTo>
                <a:lnTo>
                  <a:pt x="1790" y="7620"/>
                </a:lnTo>
                <a:lnTo>
                  <a:pt x="1917" y="7721"/>
                </a:lnTo>
                <a:lnTo>
                  <a:pt x="1955" y="8001"/>
                </a:lnTo>
                <a:lnTo>
                  <a:pt x="2146" y="7848"/>
                </a:lnTo>
                <a:lnTo>
                  <a:pt x="2222" y="7518"/>
                </a:lnTo>
                <a:close/>
              </a:path>
              <a:path w="3175" h="36830">
                <a:moveTo>
                  <a:pt x="2286" y="25387"/>
                </a:moveTo>
                <a:lnTo>
                  <a:pt x="2044" y="25107"/>
                </a:lnTo>
                <a:lnTo>
                  <a:pt x="1778" y="25336"/>
                </a:lnTo>
                <a:lnTo>
                  <a:pt x="2006" y="25603"/>
                </a:lnTo>
                <a:lnTo>
                  <a:pt x="2286" y="25387"/>
                </a:lnTo>
                <a:close/>
              </a:path>
              <a:path w="3175" h="36830">
                <a:moveTo>
                  <a:pt x="2286" y="279"/>
                </a:moveTo>
                <a:lnTo>
                  <a:pt x="2044" y="0"/>
                </a:lnTo>
                <a:lnTo>
                  <a:pt x="1778" y="228"/>
                </a:lnTo>
                <a:lnTo>
                  <a:pt x="2006" y="495"/>
                </a:lnTo>
                <a:lnTo>
                  <a:pt x="2286" y="279"/>
                </a:lnTo>
                <a:close/>
              </a:path>
              <a:path w="3175" h="36830">
                <a:moveTo>
                  <a:pt x="2336" y="31597"/>
                </a:moveTo>
                <a:lnTo>
                  <a:pt x="2159" y="31369"/>
                </a:lnTo>
                <a:lnTo>
                  <a:pt x="1943" y="31572"/>
                </a:lnTo>
                <a:lnTo>
                  <a:pt x="2146" y="31775"/>
                </a:lnTo>
                <a:lnTo>
                  <a:pt x="2336" y="31597"/>
                </a:lnTo>
                <a:close/>
              </a:path>
              <a:path w="3175" h="36830">
                <a:moveTo>
                  <a:pt x="2349" y="27914"/>
                </a:moveTo>
                <a:lnTo>
                  <a:pt x="2095" y="27724"/>
                </a:lnTo>
                <a:lnTo>
                  <a:pt x="1905" y="27978"/>
                </a:lnTo>
                <a:lnTo>
                  <a:pt x="2146" y="28168"/>
                </a:lnTo>
                <a:lnTo>
                  <a:pt x="2349" y="27914"/>
                </a:lnTo>
                <a:close/>
              </a:path>
              <a:path w="3175" h="36830">
                <a:moveTo>
                  <a:pt x="2349" y="2794"/>
                </a:moveTo>
                <a:lnTo>
                  <a:pt x="2095" y="2603"/>
                </a:lnTo>
                <a:lnTo>
                  <a:pt x="1905" y="2844"/>
                </a:lnTo>
                <a:lnTo>
                  <a:pt x="2146" y="3048"/>
                </a:lnTo>
                <a:lnTo>
                  <a:pt x="2349" y="2794"/>
                </a:lnTo>
                <a:close/>
              </a:path>
              <a:path w="3175" h="36830">
                <a:moveTo>
                  <a:pt x="2362" y="6489"/>
                </a:moveTo>
                <a:lnTo>
                  <a:pt x="2171" y="6273"/>
                </a:lnTo>
                <a:lnTo>
                  <a:pt x="1955" y="6464"/>
                </a:lnTo>
                <a:lnTo>
                  <a:pt x="2146" y="6680"/>
                </a:lnTo>
                <a:lnTo>
                  <a:pt x="2362" y="6489"/>
                </a:lnTo>
                <a:close/>
              </a:path>
              <a:path w="3175" h="36830">
                <a:moveTo>
                  <a:pt x="2501" y="34721"/>
                </a:moveTo>
                <a:lnTo>
                  <a:pt x="2349" y="34505"/>
                </a:lnTo>
                <a:lnTo>
                  <a:pt x="2120" y="34658"/>
                </a:lnTo>
                <a:lnTo>
                  <a:pt x="2286" y="34886"/>
                </a:lnTo>
                <a:lnTo>
                  <a:pt x="2501" y="34721"/>
                </a:lnTo>
                <a:close/>
              </a:path>
              <a:path w="3175" h="36830">
                <a:moveTo>
                  <a:pt x="2552" y="29006"/>
                </a:moveTo>
                <a:lnTo>
                  <a:pt x="2324" y="28740"/>
                </a:lnTo>
                <a:lnTo>
                  <a:pt x="2070" y="28956"/>
                </a:lnTo>
                <a:lnTo>
                  <a:pt x="2286" y="29210"/>
                </a:lnTo>
                <a:lnTo>
                  <a:pt x="2552" y="29006"/>
                </a:lnTo>
                <a:close/>
              </a:path>
              <a:path w="3175" h="36830">
                <a:moveTo>
                  <a:pt x="2552" y="3873"/>
                </a:moveTo>
                <a:lnTo>
                  <a:pt x="2324" y="3619"/>
                </a:lnTo>
                <a:lnTo>
                  <a:pt x="2070" y="3835"/>
                </a:lnTo>
                <a:lnTo>
                  <a:pt x="2286" y="4089"/>
                </a:lnTo>
                <a:lnTo>
                  <a:pt x="2552" y="3873"/>
                </a:lnTo>
                <a:close/>
              </a:path>
              <a:path w="3175" h="36830">
                <a:moveTo>
                  <a:pt x="2578" y="5080"/>
                </a:moveTo>
                <a:lnTo>
                  <a:pt x="2349" y="4813"/>
                </a:lnTo>
                <a:lnTo>
                  <a:pt x="2082" y="5054"/>
                </a:lnTo>
                <a:lnTo>
                  <a:pt x="2324" y="5321"/>
                </a:lnTo>
                <a:lnTo>
                  <a:pt x="2578" y="5080"/>
                </a:lnTo>
                <a:close/>
              </a:path>
              <a:path w="3175" h="36830">
                <a:moveTo>
                  <a:pt x="2590" y="30175"/>
                </a:moveTo>
                <a:lnTo>
                  <a:pt x="2336" y="29921"/>
                </a:lnTo>
                <a:lnTo>
                  <a:pt x="2082" y="30162"/>
                </a:lnTo>
                <a:lnTo>
                  <a:pt x="2324" y="30416"/>
                </a:lnTo>
                <a:lnTo>
                  <a:pt x="2590" y="30175"/>
                </a:lnTo>
                <a:close/>
              </a:path>
              <a:path w="3175" h="36830">
                <a:moveTo>
                  <a:pt x="2641" y="35318"/>
                </a:moveTo>
                <a:lnTo>
                  <a:pt x="2387" y="35102"/>
                </a:lnTo>
                <a:lnTo>
                  <a:pt x="2197" y="35394"/>
                </a:lnTo>
                <a:lnTo>
                  <a:pt x="2641" y="35318"/>
                </a:lnTo>
                <a:close/>
              </a:path>
              <a:path w="3175" h="36830">
                <a:moveTo>
                  <a:pt x="2895" y="31229"/>
                </a:moveTo>
                <a:lnTo>
                  <a:pt x="2717" y="30949"/>
                </a:lnTo>
                <a:lnTo>
                  <a:pt x="2438" y="31127"/>
                </a:lnTo>
                <a:lnTo>
                  <a:pt x="2616" y="31407"/>
                </a:lnTo>
                <a:lnTo>
                  <a:pt x="2895" y="31229"/>
                </a:lnTo>
                <a:close/>
              </a:path>
              <a:path w="3175" h="36830">
                <a:moveTo>
                  <a:pt x="2908" y="6108"/>
                </a:moveTo>
                <a:lnTo>
                  <a:pt x="2705" y="5816"/>
                </a:lnTo>
                <a:lnTo>
                  <a:pt x="2438" y="6007"/>
                </a:lnTo>
                <a:lnTo>
                  <a:pt x="2628" y="6273"/>
                </a:lnTo>
                <a:lnTo>
                  <a:pt x="2908" y="6108"/>
                </a:lnTo>
                <a:close/>
              </a:path>
              <a:path w="3175" h="36830">
                <a:moveTo>
                  <a:pt x="2921" y="34315"/>
                </a:moveTo>
                <a:lnTo>
                  <a:pt x="2679" y="34048"/>
                </a:lnTo>
                <a:lnTo>
                  <a:pt x="2400" y="33820"/>
                </a:lnTo>
                <a:lnTo>
                  <a:pt x="2286" y="34112"/>
                </a:lnTo>
                <a:lnTo>
                  <a:pt x="2501" y="34201"/>
                </a:lnTo>
                <a:lnTo>
                  <a:pt x="2641" y="34544"/>
                </a:lnTo>
                <a:lnTo>
                  <a:pt x="2921" y="34315"/>
                </a:lnTo>
                <a:close/>
              </a:path>
              <a:path w="3175" h="36830">
                <a:moveTo>
                  <a:pt x="2921" y="9194"/>
                </a:moveTo>
                <a:lnTo>
                  <a:pt x="2679" y="8915"/>
                </a:lnTo>
                <a:lnTo>
                  <a:pt x="2400" y="8674"/>
                </a:lnTo>
                <a:lnTo>
                  <a:pt x="2273" y="8966"/>
                </a:lnTo>
                <a:lnTo>
                  <a:pt x="2501" y="9067"/>
                </a:lnTo>
                <a:lnTo>
                  <a:pt x="2641" y="9436"/>
                </a:lnTo>
                <a:lnTo>
                  <a:pt x="2921" y="9194"/>
                </a:lnTo>
                <a:close/>
              </a:path>
              <a:path w="3175" h="36830">
                <a:moveTo>
                  <a:pt x="2933" y="30556"/>
                </a:moveTo>
                <a:lnTo>
                  <a:pt x="2692" y="30340"/>
                </a:lnTo>
                <a:lnTo>
                  <a:pt x="2451" y="30581"/>
                </a:lnTo>
                <a:lnTo>
                  <a:pt x="2692" y="30810"/>
                </a:lnTo>
                <a:lnTo>
                  <a:pt x="2933" y="30556"/>
                </a:lnTo>
                <a:close/>
              </a:path>
              <a:path w="3175" h="36830">
                <a:moveTo>
                  <a:pt x="2946" y="5397"/>
                </a:moveTo>
                <a:lnTo>
                  <a:pt x="2705" y="5168"/>
                </a:lnTo>
                <a:lnTo>
                  <a:pt x="2463" y="5410"/>
                </a:lnTo>
                <a:lnTo>
                  <a:pt x="2705" y="5651"/>
                </a:lnTo>
                <a:lnTo>
                  <a:pt x="2946" y="53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1981517" y="1018730"/>
            <a:ext cx="71755" cy="96520"/>
          </a:xfrm>
          <a:custGeom>
            <a:avLst/>
            <a:gdLst/>
            <a:ahLst/>
            <a:cxnLst/>
            <a:rect l="l" t="t" r="r" b="b"/>
            <a:pathLst>
              <a:path w="71755" h="96519">
                <a:moveTo>
                  <a:pt x="508" y="95859"/>
                </a:moveTo>
                <a:lnTo>
                  <a:pt x="266" y="95580"/>
                </a:lnTo>
                <a:lnTo>
                  <a:pt x="0" y="95808"/>
                </a:lnTo>
                <a:lnTo>
                  <a:pt x="228" y="96075"/>
                </a:lnTo>
                <a:lnTo>
                  <a:pt x="508" y="95859"/>
                </a:lnTo>
                <a:close/>
              </a:path>
              <a:path w="71755" h="96519">
                <a:moveTo>
                  <a:pt x="26568" y="9626"/>
                </a:moveTo>
                <a:lnTo>
                  <a:pt x="26365" y="9639"/>
                </a:lnTo>
                <a:lnTo>
                  <a:pt x="26568" y="9626"/>
                </a:lnTo>
                <a:close/>
              </a:path>
              <a:path w="71755" h="96519">
                <a:moveTo>
                  <a:pt x="38023" y="10604"/>
                </a:moveTo>
                <a:lnTo>
                  <a:pt x="37795" y="10541"/>
                </a:lnTo>
                <a:lnTo>
                  <a:pt x="38023" y="10604"/>
                </a:lnTo>
                <a:close/>
              </a:path>
              <a:path w="71755" h="96519">
                <a:moveTo>
                  <a:pt x="46037" y="11811"/>
                </a:moveTo>
                <a:lnTo>
                  <a:pt x="45974" y="11620"/>
                </a:lnTo>
                <a:lnTo>
                  <a:pt x="45872" y="11823"/>
                </a:lnTo>
                <a:lnTo>
                  <a:pt x="45897" y="12141"/>
                </a:lnTo>
                <a:lnTo>
                  <a:pt x="46024" y="12331"/>
                </a:lnTo>
                <a:lnTo>
                  <a:pt x="45986" y="12128"/>
                </a:lnTo>
                <a:lnTo>
                  <a:pt x="46037" y="11811"/>
                </a:lnTo>
                <a:close/>
              </a:path>
              <a:path w="71755" h="96519">
                <a:moveTo>
                  <a:pt x="46697" y="533"/>
                </a:moveTo>
                <a:lnTo>
                  <a:pt x="46659" y="393"/>
                </a:lnTo>
                <a:lnTo>
                  <a:pt x="46697" y="533"/>
                </a:lnTo>
                <a:close/>
              </a:path>
              <a:path w="71755" h="96519">
                <a:moveTo>
                  <a:pt x="47434" y="11468"/>
                </a:moveTo>
                <a:lnTo>
                  <a:pt x="47294" y="11493"/>
                </a:lnTo>
                <a:lnTo>
                  <a:pt x="47294" y="11620"/>
                </a:lnTo>
                <a:lnTo>
                  <a:pt x="47434" y="11518"/>
                </a:lnTo>
                <a:close/>
              </a:path>
              <a:path w="71755" h="96519">
                <a:moveTo>
                  <a:pt x="49060" y="50"/>
                </a:moveTo>
                <a:lnTo>
                  <a:pt x="48933" y="0"/>
                </a:lnTo>
                <a:lnTo>
                  <a:pt x="49060" y="50"/>
                </a:lnTo>
                <a:close/>
              </a:path>
              <a:path w="71755" h="96519">
                <a:moveTo>
                  <a:pt x="49644" y="8991"/>
                </a:moveTo>
                <a:lnTo>
                  <a:pt x="49466" y="9156"/>
                </a:lnTo>
                <a:lnTo>
                  <a:pt x="49453" y="9004"/>
                </a:lnTo>
                <a:lnTo>
                  <a:pt x="49339" y="9347"/>
                </a:lnTo>
                <a:lnTo>
                  <a:pt x="49453" y="9867"/>
                </a:lnTo>
                <a:lnTo>
                  <a:pt x="48933" y="9804"/>
                </a:lnTo>
                <a:lnTo>
                  <a:pt x="48844" y="10071"/>
                </a:lnTo>
                <a:lnTo>
                  <a:pt x="48958" y="10642"/>
                </a:lnTo>
                <a:lnTo>
                  <a:pt x="49301" y="10439"/>
                </a:lnTo>
                <a:lnTo>
                  <a:pt x="49453" y="10071"/>
                </a:lnTo>
                <a:lnTo>
                  <a:pt x="49568" y="9461"/>
                </a:lnTo>
                <a:lnTo>
                  <a:pt x="49555" y="9105"/>
                </a:lnTo>
                <a:close/>
              </a:path>
              <a:path w="71755" h="96519">
                <a:moveTo>
                  <a:pt x="49974" y="0"/>
                </a:moveTo>
                <a:lnTo>
                  <a:pt x="49911" y="139"/>
                </a:lnTo>
                <a:lnTo>
                  <a:pt x="49974" y="0"/>
                </a:lnTo>
                <a:close/>
              </a:path>
              <a:path w="71755" h="96519">
                <a:moveTo>
                  <a:pt x="51650" y="10693"/>
                </a:moveTo>
                <a:lnTo>
                  <a:pt x="51587" y="10515"/>
                </a:lnTo>
                <a:lnTo>
                  <a:pt x="51485" y="10350"/>
                </a:lnTo>
                <a:lnTo>
                  <a:pt x="51257" y="10325"/>
                </a:lnTo>
                <a:lnTo>
                  <a:pt x="51257" y="10922"/>
                </a:lnTo>
                <a:lnTo>
                  <a:pt x="51435" y="10579"/>
                </a:lnTo>
                <a:lnTo>
                  <a:pt x="51650" y="10693"/>
                </a:lnTo>
                <a:close/>
              </a:path>
              <a:path w="71755" h="96519">
                <a:moveTo>
                  <a:pt x="51803" y="8534"/>
                </a:moveTo>
                <a:lnTo>
                  <a:pt x="51777" y="8394"/>
                </a:lnTo>
                <a:lnTo>
                  <a:pt x="51739" y="8597"/>
                </a:lnTo>
                <a:close/>
              </a:path>
              <a:path w="71755" h="96519">
                <a:moveTo>
                  <a:pt x="52349" y="10464"/>
                </a:moveTo>
                <a:lnTo>
                  <a:pt x="52311" y="10617"/>
                </a:lnTo>
                <a:lnTo>
                  <a:pt x="52349" y="10464"/>
                </a:lnTo>
                <a:close/>
              </a:path>
              <a:path w="71755" h="96519">
                <a:moveTo>
                  <a:pt x="52793" y="14376"/>
                </a:moveTo>
                <a:lnTo>
                  <a:pt x="52768" y="14516"/>
                </a:lnTo>
                <a:lnTo>
                  <a:pt x="52793" y="14376"/>
                </a:lnTo>
                <a:close/>
              </a:path>
              <a:path w="71755" h="96519">
                <a:moveTo>
                  <a:pt x="54495" y="11214"/>
                </a:moveTo>
                <a:lnTo>
                  <a:pt x="54394" y="10922"/>
                </a:lnTo>
                <a:lnTo>
                  <a:pt x="54356" y="11125"/>
                </a:lnTo>
                <a:lnTo>
                  <a:pt x="54495" y="11214"/>
                </a:lnTo>
                <a:close/>
              </a:path>
              <a:path w="71755" h="96519">
                <a:moveTo>
                  <a:pt x="55283" y="5702"/>
                </a:moveTo>
                <a:lnTo>
                  <a:pt x="55283" y="5956"/>
                </a:lnTo>
                <a:lnTo>
                  <a:pt x="55283" y="5702"/>
                </a:lnTo>
                <a:close/>
              </a:path>
              <a:path w="71755" h="96519">
                <a:moveTo>
                  <a:pt x="56718" y="10134"/>
                </a:moveTo>
                <a:lnTo>
                  <a:pt x="56591" y="10464"/>
                </a:lnTo>
                <a:lnTo>
                  <a:pt x="56718" y="10134"/>
                </a:lnTo>
                <a:close/>
              </a:path>
              <a:path w="71755" h="96519">
                <a:moveTo>
                  <a:pt x="57188" y="10541"/>
                </a:moveTo>
                <a:lnTo>
                  <a:pt x="57061" y="10541"/>
                </a:lnTo>
                <a:lnTo>
                  <a:pt x="57188" y="10642"/>
                </a:lnTo>
                <a:close/>
              </a:path>
              <a:path w="71755" h="96519">
                <a:moveTo>
                  <a:pt x="57442" y="10325"/>
                </a:moveTo>
                <a:lnTo>
                  <a:pt x="57391" y="10147"/>
                </a:lnTo>
                <a:lnTo>
                  <a:pt x="57442" y="10325"/>
                </a:lnTo>
                <a:close/>
              </a:path>
              <a:path w="71755" h="96519">
                <a:moveTo>
                  <a:pt x="58077" y="6769"/>
                </a:moveTo>
                <a:lnTo>
                  <a:pt x="57899" y="6667"/>
                </a:lnTo>
                <a:lnTo>
                  <a:pt x="58077" y="6769"/>
                </a:lnTo>
                <a:close/>
              </a:path>
              <a:path w="71755" h="96519">
                <a:moveTo>
                  <a:pt x="59016" y="10642"/>
                </a:moveTo>
                <a:lnTo>
                  <a:pt x="58889" y="10668"/>
                </a:lnTo>
                <a:lnTo>
                  <a:pt x="59016" y="10642"/>
                </a:lnTo>
                <a:close/>
              </a:path>
              <a:path w="71755" h="96519">
                <a:moveTo>
                  <a:pt x="59334" y="3403"/>
                </a:moveTo>
                <a:lnTo>
                  <a:pt x="59207" y="3302"/>
                </a:lnTo>
                <a:lnTo>
                  <a:pt x="59093" y="3505"/>
                </a:lnTo>
                <a:lnTo>
                  <a:pt x="59334" y="3403"/>
                </a:lnTo>
                <a:close/>
              </a:path>
              <a:path w="71755" h="96519">
                <a:moveTo>
                  <a:pt x="59372" y="11010"/>
                </a:moveTo>
                <a:lnTo>
                  <a:pt x="59232" y="11010"/>
                </a:lnTo>
                <a:lnTo>
                  <a:pt x="59309" y="11709"/>
                </a:lnTo>
                <a:lnTo>
                  <a:pt x="59372" y="11010"/>
                </a:lnTo>
                <a:close/>
              </a:path>
              <a:path w="71755" h="96519">
                <a:moveTo>
                  <a:pt x="59804" y="13373"/>
                </a:moveTo>
                <a:lnTo>
                  <a:pt x="59651" y="12446"/>
                </a:lnTo>
                <a:lnTo>
                  <a:pt x="59309" y="11722"/>
                </a:lnTo>
                <a:lnTo>
                  <a:pt x="59334" y="11912"/>
                </a:lnTo>
                <a:lnTo>
                  <a:pt x="59537" y="12674"/>
                </a:lnTo>
                <a:lnTo>
                  <a:pt x="59804" y="13373"/>
                </a:lnTo>
                <a:close/>
              </a:path>
              <a:path w="71755" h="96519">
                <a:moveTo>
                  <a:pt x="61683" y="7404"/>
                </a:moveTo>
                <a:lnTo>
                  <a:pt x="61455" y="7340"/>
                </a:lnTo>
                <a:lnTo>
                  <a:pt x="61328" y="7226"/>
                </a:lnTo>
                <a:lnTo>
                  <a:pt x="61480" y="7429"/>
                </a:lnTo>
                <a:lnTo>
                  <a:pt x="61683" y="7404"/>
                </a:lnTo>
                <a:close/>
              </a:path>
              <a:path w="71755" h="96519">
                <a:moveTo>
                  <a:pt x="62839" y="4241"/>
                </a:moveTo>
                <a:lnTo>
                  <a:pt x="62687" y="4114"/>
                </a:lnTo>
                <a:lnTo>
                  <a:pt x="62509" y="4140"/>
                </a:lnTo>
                <a:lnTo>
                  <a:pt x="62839" y="4241"/>
                </a:lnTo>
                <a:close/>
              </a:path>
              <a:path w="71755" h="96519">
                <a:moveTo>
                  <a:pt x="63055" y="13525"/>
                </a:moveTo>
                <a:lnTo>
                  <a:pt x="62890" y="13030"/>
                </a:lnTo>
                <a:lnTo>
                  <a:pt x="62331" y="13563"/>
                </a:lnTo>
                <a:lnTo>
                  <a:pt x="62369" y="13817"/>
                </a:lnTo>
                <a:lnTo>
                  <a:pt x="62471" y="13525"/>
                </a:lnTo>
                <a:lnTo>
                  <a:pt x="62814" y="13169"/>
                </a:lnTo>
                <a:lnTo>
                  <a:pt x="63055" y="13525"/>
                </a:lnTo>
                <a:close/>
              </a:path>
              <a:path w="71755" h="96519">
                <a:moveTo>
                  <a:pt x="63106" y="4038"/>
                </a:moveTo>
                <a:lnTo>
                  <a:pt x="62966" y="3924"/>
                </a:lnTo>
                <a:lnTo>
                  <a:pt x="63042" y="4064"/>
                </a:lnTo>
                <a:close/>
              </a:path>
              <a:path w="71755" h="96519">
                <a:moveTo>
                  <a:pt x="63385" y="12077"/>
                </a:moveTo>
                <a:lnTo>
                  <a:pt x="63246" y="12077"/>
                </a:lnTo>
                <a:lnTo>
                  <a:pt x="63284" y="12255"/>
                </a:lnTo>
                <a:lnTo>
                  <a:pt x="63385" y="12077"/>
                </a:lnTo>
                <a:close/>
              </a:path>
              <a:path w="71755" h="96519">
                <a:moveTo>
                  <a:pt x="63436" y="4343"/>
                </a:moveTo>
                <a:lnTo>
                  <a:pt x="63411" y="4216"/>
                </a:lnTo>
                <a:lnTo>
                  <a:pt x="63157" y="4292"/>
                </a:lnTo>
                <a:lnTo>
                  <a:pt x="63436" y="4343"/>
                </a:lnTo>
                <a:close/>
              </a:path>
              <a:path w="71755" h="96519">
                <a:moveTo>
                  <a:pt x="63855" y="4813"/>
                </a:moveTo>
                <a:lnTo>
                  <a:pt x="63601" y="4838"/>
                </a:lnTo>
                <a:lnTo>
                  <a:pt x="63855" y="4813"/>
                </a:lnTo>
                <a:close/>
              </a:path>
              <a:path w="71755" h="96519">
                <a:moveTo>
                  <a:pt x="67348" y="9169"/>
                </a:moveTo>
                <a:lnTo>
                  <a:pt x="67119" y="8953"/>
                </a:lnTo>
                <a:lnTo>
                  <a:pt x="67284" y="9283"/>
                </a:lnTo>
                <a:close/>
              </a:path>
              <a:path w="71755" h="96519">
                <a:moveTo>
                  <a:pt x="67373" y="10541"/>
                </a:moveTo>
                <a:lnTo>
                  <a:pt x="67310" y="10693"/>
                </a:lnTo>
                <a:lnTo>
                  <a:pt x="67373" y="10541"/>
                </a:lnTo>
                <a:close/>
              </a:path>
              <a:path w="71755" h="96519">
                <a:moveTo>
                  <a:pt x="67983" y="4241"/>
                </a:moveTo>
                <a:lnTo>
                  <a:pt x="67919" y="4038"/>
                </a:lnTo>
                <a:lnTo>
                  <a:pt x="67779" y="4051"/>
                </a:lnTo>
                <a:lnTo>
                  <a:pt x="67754" y="4267"/>
                </a:lnTo>
                <a:lnTo>
                  <a:pt x="67983" y="4241"/>
                </a:lnTo>
                <a:close/>
              </a:path>
              <a:path w="71755" h="96519">
                <a:moveTo>
                  <a:pt x="69977" y="11391"/>
                </a:moveTo>
                <a:lnTo>
                  <a:pt x="69850" y="11417"/>
                </a:lnTo>
                <a:lnTo>
                  <a:pt x="69977" y="11391"/>
                </a:lnTo>
                <a:close/>
              </a:path>
              <a:path w="71755" h="96519">
                <a:moveTo>
                  <a:pt x="70104" y="7823"/>
                </a:moveTo>
                <a:lnTo>
                  <a:pt x="69900" y="7772"/>
                </a:lnTo>
                <a:lnTo>
                  <a:pt x="70002" y="7962"/>
                </a:lnTo>
                <a:lnTo>
                  <a:pt x="70104" y="7823"/>
                </a:lnTo>
                <a:close/>
              </a:path>
              <a:path w="71755" h="96519">
                <a:moveTo>
                  <a:pt x="70815" y="6667"/>
                </a:moveTo>
                <a:lnTo>
                  <a:pt x="70675" y="6477"/>
                </a:lnTo>
                <a:lnTo>
                  <a:pt x="70650" y="6654"/>
                </a:lnTo>
                <a:lnTo>
                  <a:pt x="70815" y="6667"/>
                </a:lnTo>
                <a:close/>
              </a:path>
              <a:path w="71755" h="96519">
                <a:moveTo>
                  <a:pt x="71031" y="6591"/>
                </a:moveTo>
                <a:lnTo>
                  <a:pt x="70916" y="6451"/>
                </a:lnTo>
                <a:lnTo>
                  <a:pt x="70954" y="6629"/>
                </a:lnTo>
                <a:close/>
              </a:path>
              <a:path w="71755" h="96519">
                <a:moveTo>
                  <a:pt x="71589" y="4178"/>
                </a:moveTo>
                <a:lnTo>
                  <a:pt x="71234" y="4216"/>
                </a:lnTo>
                <a:lnTo>
                  <a:pt x="71551" y="42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2017026" y="1033398"/>
            <a:ext cx="34925" cy="19685"/>
          </a:xfrm>
          <a:custGeom>
            <a:avLst/>
            <a:gdLst/>
            <a:ahLst/>
            <a:cxnLst/>
            <a:rect l="l" t="t" r="r" b="b"/>
            <a:pathLst>
              <a:path w="34925" h="19684">
                <a:moveTo>
                  <a:pt x="114" y="4368"/>
                </a:moveTo>
                <a:lnTo>
                  <a:pt x="0" y="4495"/>
                </a:lnTo>
                <a:lnTo>
                  <a:pt x="114" y="4368"/>
                </a:lnTo>
                <a:close/>
              </a:path>
              <a:path w="34925" h="19684">
                <a:moveTo>
                  <a:pt x="4800" y="8877"/>
                </a:moveTo>
                <a:lnTo>
                  <a:pt x="4584" y="8966"/>
                </a:lnTo>
                <a:lnTo>
                  <a:pt x="4724" y="8928"/>
                </a:lnTo>
                <a:close/>
              </a:path>
              <a:path w="34925" h="19684">
                <a:moveTo>
                  <a:pt x="5461" y="15976"/>
                </a:moveTo>
                <a:lnTo>
                  <a:pt x="5359" y="15836"/>
                </a:lnTo>
                <a:lnTo>
                  <a:pt x="5245" y="15963"/>
                </a:lnTo>
                <a:lnTo>
                  <a:pt x="5461" y="15976"/>
                </a:lnTo>
                <a:close/>
              </a:path>
              <a:path w="34925" h="19684">
                <a:moveTo>
                  <a:pt x="5562" y="15735"/>
                </a:moveTo>
                <a:lnTo>
                  <a:pt x="5359" y="15836"/>
                </a:lnTo>
                <a:lnTo>
                  <a:pt x="5524" y="15862"/>
                </a:lnTo>
                <a:lnTo>
                  <a:pt x="5562" y="15735"/>
                </a:lnTo>
                <a:close/>
              </a:path>
              <a:path w="34925" h="19684">
                <a:moveTo>
                  <a:pt x="9080" y="15659"/>
                </a:moveTo>
                <a:lnTo>
                  <a:pt x="8851" y="15621"/>
                </a:lnTo>
                <a:lnTo>
                  <a:pt x="9080" y="15659"/>
                </a:lnTo>
                <a:close/>
              </a:path>
              <a:path w="34925" h="19684">
                <a:moveTo>
                  <a:pt x="9093" y="19138"/>
                </a:moveTo>
                <a:lnTo>
                  <a:pt x="9042" y="18973"/>
                </a:lnTo>
                <a:lnTo>
                  <a:pt x="9017" y="19100"/>
                </a:lnTo>
                <a:close/>
              </a:path>
              <a:path w="34925" h="19684">
                <a:moveTo>
                  <a:pt x="9499" y="18364"/>
                </a:moveTo>
                <a:lnTo>
                  <a:pt x="9448" y="18542"/>
                </a:lnTo>
                <a:lnTo>
                  <a:pt x="9499" y="18364"/>
                </a:lnTo>
                <a:close/>
              </a:path>
              <a:path w="34925" h="19684">
                <a:moveTo>
                  <a:pt x="9550" y="18592"/>
                </a:moveTo>
                <a:lnTo>
                  <a:pt x="9525" y="18846"/>
                </a:lnTo>
                <a:lnTo>
                  <a:pt x="9550" y="18592"/>
                </a:lnTo>
                <a:close/>
              </a:path>
              <a:path w="34925" h="19684">
                <a:moveTo>
                  <a:pt x="10147" y="19519"/>
                </a:moveTo>
                <a:lnTo>
                  <a:pt x="10083" y="19316"/>
                </a:lnTo>
                <a:lnTo>
                  <a:pt x="10045" y="19456"/>
                </a:lnTo>
                <a:close/>
              </a:path>
              <a:path w="34925" h="19684">
                <a:moveTo>
                  <a:pt x="10223" y="19177"/>
                </a:moveTo>
                <a:lnTo>
                  <a:pt x="10045" y="19100"/>
                </a:lnTo>
                <a:lnTo>
                  <a:pt x="10058" y="19278"/>
                </a:lnTo>
                <a:lnTo>
                  <a:pt x="10223" y="19177"/>
                </a:lnTo>
                <a:close/>
              </a:path>
              <a:path w="34925" h="19684">
                <a:moveTo>
                  <a:pt x="10566" y="17640"/>
                </a:moveTo>
                <a:lnTo>
                  <a:pt x="10541" y="17818"/>
                </a:lnTo>
                <a:lnTo>
                  <a:pt x="10566" y="17640"/>
                </a:lnTo>
                <a:close/>
              </a:path>
              <a:path w="34925" h="19684">
                <a:moveTo>
                  <a:pt x="10579" y="8204"/>
                </a:moveTo>
                <a:lnTo>
                  <a:pt x="10439" y="8255"/>
                </a:lnTo>
                <a:lnTo>
                  <a:pt x="10566" y="8331"/>
                </a:lnTo>
                <a:lnTo>
                  <a:pt x="10579" y="8204"/>
                </a:lnTo>
                <a:close/>
              </a:path>
              <a:path w="34925" h="19684">
                <a:moveTo>
                  <a:pt x="10922" y="19113"/>
                </a:moveTo>
                <a:lnTo>
                  <a:pt x="10769" y="19113"/>
                </a:lnTo>
                <a:lnTo>
                  <a:pt x="10833" y="19240"/>
                </a:lnTo>
                <a:lnTo>
                  <a:pt x="10922" y="19113"/>
                </a:lnTo>
                <a:close/>
              </a:path>
              <a:path w="34925" h="19684">
                <a:moveTo>
                  <a:pt x="11214" y="6705"/>
                </a:moveTo>
                <a:lnTo>
                  <a:pt x="11163" y="6210"/>
                </a:lnTo>
                <a:lnTo>
                  <a:pt x="11163" y="5702"/>
                </a:lnTo>
                <a:lnTo>
                  <a:pt x="11061" y="5156"/>
                </a:lnTo>
                <a:lnTo>
                  <a:pt x="11099" y="5664"/>
                </a:lnTo>
                <a:lnTo>
                  <a:pt x="11099" y="6159"/>
                </a:lnTo>
                <a:lnTo>
                  <a:pt x="11214" y="6705"/>
                </a:lnTo>
                <a:close/>
              </a:path>
              <a:path w="34925" h="19684">
                <a:moveTo>
                  <a:pt x="11722" y="19342"/>
                </a:moveTo>
                <a:lnTo>
                  <a:pt x="11582" y="19456"/>
                </a:lnTo>
                <a:lnTo>
                  <a:pt x="11722" y="19342"/>
                </a:lnTo>
                <a:close/>
              </a:path>
              <a:path w="34925" h="19684">
                <a:moveTo>
                  <a:pt x="11722" y="2044"/>
                </a:moveTo>
                <a:lnTo>
                  <a:pt x="11582" y="2082"/>
                </a:lnTo>
                <a:lnTo>
                  <a:pt x="11722" y="2044"/>
                </a:lnTo>
                <a:close/>
              </a:path>
              <a:path w="34925" h="19684">
                <a:moveTo>
                  <a:pt x="11874" y="16306"/>
                </a:moveTo>
                <a:lnTo>
                  <a:pt x="11582" y="16357"/>
                </a:lnTo>
                <a:lnTo>
                  <a:pt x="11036" y="16256"/>
                </a:lnTo>
                <a:lnTo>
                  <a:pt x="10782" y="16383"/>
                </a:lnTo>
                <a:lnTo>
                  <a:pt x="11061" y="16357"/>
                </a:lnTo>
                <a:lnTo>
                  <a:pt x="11531" y="16446"/>
                </a:lnTo>
                <a:lnTo>
                  <a:pt x="11874" y="16306"/>
                </a:lnTo>
                <a:close/>
              </a:path>
              <a:path w="34925" h="19684">
                <a:moveTo>
                  <a:pt x="13627" y="4483"/>
                </a:moveTo>
                <a:lnTo>
                  <a:pt x="13500" y="4533"/>
                </a:lnTo>
                <a:lnTo>
                  <a:pt x="13411" y="5372"/>
                </a:lnTo>
                <a:lnTo>
                  <a:pt x="13411" y="6273"/>
                </a:lnTo>
                <a:lnTo>
                  <a:pt x="13474" y="6921"/>
                </a:lnTo>
                <a:lnTo>
                  <a:pt x="13487" y="5956"/>
                </a:lnTo>
                <a:lnTo>
                  <a:pt x="13525" y="5422"/>
                </a:lnTo>
                <a:lnTo>
                  <a:pt x="13627" y="4495"/>
                </a:lnTo>
                <a:close/>
              </a:path>
              <a:path w="34925" h="19684">
                <a:moveTo>
                  <a:pt x="14084" y="1968"/>
                </a:moveTo>
                <a:lnTo>
                  <a:pt x="13868" y="1905"/>
                </a:lnTo>
                <a:lnTo>
                  <a:pt x="13843" y="2070"/>
                </a:lnTo>
                <a:lnTo>
                  <a:pt x="13982" y="2146"/>
                </a:lnTo>
                <a:lnTo>
                  <a:pt x="14084" y="1968"/>
                </a:lnTo>
                <a:close/>
              </a:path>
              <a:path w="34925" h="19684">
                <a:moveTo>
                  <a:pt x="16598" y="11722"/>
                </a:moveTo>
                <a:lnTo>
                  <a:pt x="16471" y="12014"/>
                </a:lnTo>
                <a:lnTo>
                  <a:pt x="16598" y="12014"/>
                </a:lnTo>
                <a:lnTo>
                  <a:pt x="16598" y="11722"/>
                </a:lnTo>
                <a:close/>
              </a:path>
              <a:path w="34925" h="19684">
                <a:moveTo>
                  <a:pt x="17335" y="4838"/>
                </a:moveTo>
                <a:lnTo>
                  <a:pt x="17297" y="4965"/>
                </a:lnTo>
                <a:lnTo>
                  <a:pt x="17335" y="4838"/>
                </a:lnTo>
                <a:close/>
              </a:path>
              <a:path w="34925" h="19684">
                <a:moveTo>
                  <a:pt x="17678" y="8521"/>
                </a:moveTo>
                <a:lnTo>
                  <a:pt x="17475" y="8636"/>
                </a:lnTo>
                <a:lnTo>
                  <a:pt x="17602" y="8724"/>
                </a:lnTo>
                <a:lnTo>
                  <a:pt x="17678" y="8521"/>
                </a:lnTo>
                <a:close/>
              </a:path>
              <a:path w="34925" h="19684">
                <a:moveTo>
                  <a:pt x="18453" y="14719"/>
                </a:moveTo>
                <a:lnTo>
                  <a:pt x="18288" y="13500"/>
                </a:lnTo>
                <a:lnTo>
                  <a:pt x="18122" y="11899"/>
                </a:lnTo>
                <a:lnTo>
                  <a:pt x="18110" y="10553"/>
                </a:lnTo>
                <a:lnTo>
                  <a:pt x="18072" y="12001"/>
                </a:lnTo>
                <a:lnTo>
                  <a:pt x="18186" y="13500"/>
                </a:lnTo>
                <a:lnTo>
                  <a:pt x="18453" y="14719"/>
                </a:lnTo>
                <a:close/>
              </a:path>
              <a:path w="34925" h="19684">
                <a:moveTo>
                  <a:pt x="20561" y="10325"/>
                </a:moveTo>
                <a:lnTo>
                  <a:pt x="20396" y="10350"/>
                </a:lnTo>
                <a:lnTo>
                  <a:pt x="20561" y="10325"/>
                </a:lnTo>
                <a:close/>
              </a:path>
              <a:path w="34925" h="19684">
                <a:moveTo>
                  <a:pt x="20675" y="9639"/>
                </a:moveTo>
                <a:lnTo>
                  <a:pt x="20370" y="9347"/>
                </a:lnTo>
                <a:lnTo>
                  <a:pt x="19900" y="9664"/>
                </a:lnTo>
                <a:lnTo>
                  <a:pt x="19862" y="10020"/>
                </a:lnTo>
                <a:lnTo>
                  <a:pt x="20053" y="9804"/>
                </a:lnTo>
                <a:lnTo>
                  <a:pt x="20231" y="9486"/>
                </a:lnTo>
                <a:lnTo>
                  <a:pt x="20675" y="9639"/>
                </a:lnTo>
                <a:close/>
              </a:path>
              <a:path w="34925" h="19684">
                <a:moveTo>
                  <a:pt x="21945" y="6210"/>
                </a:moveTo>
                <a:lnTo>
                  <a:pt x="21805" y="6769"/>
                </a:lnTo>
                <a:lnTo>
                  <a:pt x="21691" y="7467"/>
                </a:lnTo>
                <a:lnTo>
                  <a:pt x="21742" y="8102"/>
                </a:lnTo>
                <a:lnTo>
                  <a:pt x="21729" y="7493"/>
                </a:lnTo>
                <a:lnTo>
                  <a:pt x="21920" y="6769"/>
                </a:lnTo>
                <a:lnTo>
                  <a:pt x="21945" y="6210"/>
                </a:lnTo>
                <a:close/>
              </a:path>
              <a:path w="34925" h="19684">
                <a:moveTo>
                  <a:pt x="22580" y="15608"/>
                </a:moveTo>
                <a:lnTo>
                  <a:pt x="22161" y="15481"/>
                </a:lnTo>
                <a:lnTo>
                  <a:pt x="22098" y="15341"/>
                </a:lnTo>
                <a:lnTo>
                  <a:pt x="22136" y="15582"/>
                </a:lnTo>
                <a:lnTo>
                  <a:pt x="22580" y="15608"/>
                </a:lnTo>
                <a:close/>
              </a:path>
              <a:path w="34925" h="19684">
                <a:moveTo>
                  <a:pt x="23190" y="15671"/>
                </a:moveTo>
                <a:lnTo>
                  <a:pt x="23037" y="15595"/>
                </a:lnTo>
                <a:lnTo>
                  <a:pt x="23190" y="15671"/>
                </a:lnTo>
                <a:close/>
              </a:path>
              <a:path w="34925" h="19684">
                <a:moveTo>
                  <a:pt x="23558" y="15671"/>
                </a:moveTo>
                <a:lnTo>
                  <a:pt x="23202" y="15646"/>
                </a:lnTo>
                <a:lnTo>
                  <a:pt x="23380" y="15760"/>
                </a:lnTo>
                <a:lnTo>
                  <a:pt x="23558" y="15671"/>
                </a:lnTo>
                <a:close/>
              </a:path>
              <a:path w="34925" h="19684">
                <a:moveTo>
                  <a:pt x="23583" y="15201"/>
                </a:moveTo>
                <a:lnTo>
                  <a:pt x="23545" y="15024"/>
                </a:lnTo>
                <a:lnTo>
                  <a:pt x="23431" y="15163"/>
                </a:lnTo>
                <a:lnTo>
                  <a:pt x="23583" y="15201"/>
                </a:lnTo>
                <a:close/>
              </a:path>
              <a:path w="34925" h="19684">
                <a:moveTo>
                  <a:pt x="24091" y="13538"/>
                </a:moveTo>
                <a:lnTo>
                  <a:pt x="23939" y="14122"/>
                </a:lnTo>
                <a:lnTo>
                  <a:pt x="24066" y="13881"/>
                </a:lnTo>
                <a:lnTo>
                  <a:pt x="24091" y="13538"/>
                </a:lnTo>
                <a:close/>
              </a:path>
              <a:path w="34925" h="19684">
                <a:moveTo>
                  <a:pt x="24130" y="12941"/>
                </a:moveTo>
                <a:lnTo>
                  <a:pt x="23990" y="12788"/>
                </a:lnTo>
                <a:lnTo>
                  <a:pt x="24028" y="13258"/>
                </a:lnTo>
                <a:lnTo>
                  <a:pt x="24091" y="13462"/>
                </a:lnTo>
                <a:lnTo>
                  <a:pt x="24117" y="13220"/>
                </a:lnTo>
                <a:lnTo>
                  <a:pt x="24130" y="12941"/>
                </a:lnTo>
                <a:close/>
              </a:path>
              <a:path w="34925" h="19684">
                <a:moveTo>
                  <a:pt x="24460" y="15557"/>
                </a:moveTo>
                <a:lnTo>
                  <a:pt x="24168" y="15481"/>
                </a:lnTo>
                <a:lnTo>
                  <a:pt x="23863" y="15468"/>
                </a:lnTo>
                <a:lnTo>
                  <a:pt x="23774" y="15214"/>
                </a:lnTo>
                <a:lnTo>
                  <a:pt x="23799" y="15557"/>
                </a:lnTo>
                <a:lnTo>
                  <a:pt x="24244" y="15697"/>
                </a:lnTo>
                <a:lnTo>
                  <a:pt x="24345" y="15557"/>
                </a:lnTo>
                <a:close/>
              </a:path>
              <a:path w="34925" h="19684">
                <a:moveTo>
                  <a:pt x="25590" y="16014"/>
                </a:moveTo>
                <a:lnTo>
                  <a:pt x="25361" y="15900"/>
                </a:lnTo>
                <a:lnTo>
                  <a:pt x="25590" y="16014"/>
                </a:lnTo>
                <a:close/>
              </a:path>
              <a:path w="34925" h="19684">
                <a:moveTo>
                  <a:pt x="26606" y="5562"/>
                </a:moveTo>
                <a:lnTo>
                  <a:pt x="26466" y="5778"/>
                </a:lnTo>
                <a:lnTo>
                  <a:pt x="26365" y="5981"/>
                </a:lnTo>
                <a:lnTo>
                  <a:pt x="26263" y="6235"/>
                </a:lnTo>
                <a:lnTo>
                  <a:pt x="26441" y="6184"/>
                </a:lnTo>
                <a:lnTo>
                  <a:pt x="26441" y="6032"/>
                </a:lnTo>
                <a:lnTo>
                  <a:pt x="26606" y="5562"/>
                </a:lnTo>
                <a:close/>
              </a:path>
              <a:path w="34925" h="19684">
                <a:moveTo>
                  <a:pt x="27076" y="10426"/>
                </a:moveTo>
                <a:lnTo>
                  <a:pt x="26911" y="10160"/>
                </a:lnTo>
                <a:lnTo>
                  <a:pt x="26911" y="10363"/>
                </a:lnTo>
                <a:lnTo>
                  <a:pt x="27076" y="10426"/>
                </a:lnTo>
                <a:close/>
              </a:path>
              <a:path w="34925" h="19684">
                <a:moveTo>
                  <a:pt x="27406" y="11214"/>
                </a:moveTo>
                <a:lnTo>
                  <a:pt x="27228" y="11176"/>
                </a:lnTo>
                <a:lnTo>
                  <a:pt x="27406" y="11214"/>
                </a:lnTo>
                <a:close/>
              </a:path>
              <a:path w="34925" h="19684">
                <a:moveTo>
                  <a:pt x="27508" y="11645"/>
                </a:moveTo>
                <a:lnTo>
                  <a:pt x="27406" y="11277"/>
                </a:lnTo>
                <a:lnTo>
                  <a:pt x="27279" y="11480"/>
                </a:lnTo>
                <a:lnTo>
                  <a:pt x="27508" y="11645"/>
                </a:lnTo>
                <a:close/>
              </a:path>
              <a:path w="34925" h="19684">
                <a:moveTo>
                  <a:pt x="28155" y="10096"/>
                </a:moveTo>
                <a:lnTo>
                  <a:pt x="28028" y="10350"/>
                </a:lnTo>
                <a:lnTo>
                  <a:pt x="27889" y="10591"/>
                </a:lnTo>
                <a:lnTo>
                  <a:pt x="27724" y="10782"/>
                </a:lnTo>
                <a:lnTo>
                  <a:pt x="27927" y="10807"/>
                </a:lnTo>
                <a:lnTo>
                  <a:pt x="28028" y="10604"/>
                </a:lnTo>
                <a:lnTo>
                  <a:pt x="28003" y="10464"/>
                </a:lnTo>
                <a:lnTo>
                  <a:pt x="28130" y="10464"/>
                </a:lnTo>
                <a:lnTo>
                  <a:pt x="28155" y="10096"/>
                </a:lnTo>
                <a:close/>
              </a:path>
              <a:path w="34925" h="19684">
                <a:moveTo>
                  <a:pt x="30949" y="228"/>
                </a:moveTo>
                <a:lnTo>
                  <a:pt x="30784" y="254"/>
                </a:lnTo>
                <a:lnTo>
                  <a:pt x="30949" y="228"/>
                </a:lnTo>
                <a:close/>
              </a:path>
              <a:path w="34925" h="19684">
                <a:moveTo>
                  <a:pt x="34734" y="63"/>
                </a:moveTo>
                <a:lnTo>
                  <a:pt x="34188" y="0"/>
                </a:lnTo>
                <a:lnTo>
                  <a:pt x="34366" y="38"/>
                </a:lnTo>
                <a:lnTo>
                  <a:pt x="34531" y="63"/>
                </a:lnTo>
                <a:lnTo>
                  <a:pt x="34734" y="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2006155" y="1018552"/>
            <a:ext cx="49530" cy="40005"/>
          </a:xfrm>
          <a:custGeom>
            <a:avLst/>
            <a:gdLst/>
            <a:ahLst/>
            <a:cxnLst/>
            <a:rect l="l" t="t" r="r" b="b"/>
            <a:pathLst>
              <a:path w="49530" h="40005">
                <a:moveTo>
                  <a:pt x="711" y="12446"/>
                </a:moveTo>
                <a:lnTo>
                  <a:pt x="660" y="12192"/>
                </a:lnTo>
                <a:lnTo>
                  <a:pt x="381" y="12446"/>
                </a:lnTo>
                <a:lnTo>
                  <a:pt x="711" y="12446"/>
                </a:lnTo>
                <a:close/>
              </a:path>
              <a:path w="49530" h="40005">
                <a:moveTo>
                  <a:pt x="965" y="5613"/>
                </a:moveTo>
                <a:lnTo>
                  <a:pt x="825" y="5613"/>
                </a:lnTo>
                <a:lnTo>
                  <a:pt x="965" y="5613"/>
                </a:lnTo>
                <a:close/>
              </a:path>
              <a:path w="49530" h="40005">
                <a:moveTo>
                  <a:pt x="1016" y="11569"/>
                </a:moveTo>
                <a:lnTo>
                  <a:pt x="889" y="11569"/>
                </a:lnTo>
                <a:lnTo>
                  <a:pt x="914" y="11709"/>
                </a:lnTo>
                <a:lnTo>
                  <a:pt x="1016" y="11569"/>
                </a:lnTo>
                <a:close/>
              </a:path>
              <a:path w="49530" h="40005">
                <a:moveTo>
                  <a:pt x="1282" y="12446"/>
                </a:moveTo>
                <a:lnTo>
                  <a:pt x="1041" y="12192"/>
                </a:lnTo>
                <a:lnTo>
                  <a:pt x="825" y="12192"/>
                </a:lnTo>
                <a:lnTo>
                  <a:pt x="1282" y="12446"/>
                </a:lnTo>
                <a:close/>
              </a:path>
              <a:path w="49530" h="40005">
                <a:moveTo>
                  <a:pt x="1562" y="7112"/>
                </a:moveTo>
                <a:lnTo>
                  <a:pt x="1028" y="6858"/>
                </a:lnTo>
                <a:lnTo>
                  <a:pt x="419" y="6350"/>
                </a:lnTo>
                <a:lnTo>
                  <a:pt x="596" y="6604"/>
                </a:lnTo>
                <a:lnTo>
                  <a:pt x="685" y="6858"/>
                </a:lnTo>
                <a:lnTo>
                  <a:pt x="787" y="7112"/>
                </a:lnTo>
                <a:lnTo>
                  <a:pt x="1562" y="7112"/>
                </a:lnTo>
                <a:close/>
              </a:path>
              <a:path w="49530" h="40005">
                <a:moveTo>
                  <a:pt x="2781" y="14859"/>
                </a:moveTo>
                <a:lnTo>
                  <a:pt x="2400" y="14605"/>
                </a:lnTo>
                <a:lnTo>
                  <a:pt x="2184" y="14605"/>
                </a:lnTo>
                <a:lnTo>
                  <a:pt x="2781" y="14859"/>
                </a:lnTo>
                <a:close/>
              </a:path>
              <a:path w="49530" h="40005">
                <a:moveTo>
                  <a:pt x="4089" y="16014"/>
                </a:moveTo>
                <a:lnTo>
                  <a:pt x="4000" y="15875"/>
                </a:lnTo>
                <a:lnTo>
                  <a:pt x="3886" y="15748"/>
                </a:lnTo>
                <a:lnTo>
                  <a:pt x="3784" y="15621"/>
                </a:lnTo>
                <a:lnTo>
                  <a:pt x="3695" y="15748"/>
                </a:lnTo>
                <a:lnTo>
                  <a:pt x="4038" y="16014"/>
                </a:lnTo>
                <a:close/>
              </a:path>
              <a:path w="49530" h="40005">
                <a:moveTo>
                  <a:pt x="5283" y="16383"/>
                </a:moveTo>
                <a:lnTo>
                  <a:pt x="4991" y="16383"/>
                </a:lnTo>
                <a:lnTo>
                  <a:pt x="5080" y="16510"/>
                </a:lnTo>
                <a:lnTo>
                  <a:pt x="5283" y="16383"/>
                </a:lnTo>
                <a:close/>
              </a:path>
              <a:path w="49530" h="40005">
                <a:moveTo>
                  <a:pt x="5549" y="14859"/>
                </a:moveTo>
                <a:lnTo>
                  <a:pt x="5334" y="14859"/>
                </a:lnTo>
                <a:lnTo>
                  <a:pt x="5308" y="14986"/>
                </a:lnTo>
                <a:lnTo>
                  <a:pt x="5549" y="14859"/>
                </a:lnTo>
                <a:close/>
              </a:path>
              <a:path w="49530" h="40005">
                <a:moveTo>
                  <a:pt x="7683" y="21717"/>
                </a:moveTo>
                <a:lnTo>
                  <a:pt x="7454" y="21590"/>
                </a:lnTo>
                <a:lnTo>
                  <a:pt x="7289" y="21463"/>
                </a:lnTo>
                <a:lnTo>
                  <a:pt x="7289" y="21590"/>
                </a:lnTo>
                <a:lnTo>
                  <a:pt x="7683" y="21717"/>
                </a:lnTo>
                <a:close/>
              </a:path>
              <a:path w="49530" h="40005">
                <a:moveTo>
                  <a:pt x="7937" y="21209"/>
                </a:moveTo>
                <a:lnTo>
                  <a:pt x="7797" y="21082"/>
                </a:lnTo>
                <a:lnTo>
                  <a:pt x="7239" y="21082"/>
                </a:lnTo>
                <a:lnTo>
                  <a:pt x="6985" y="21082"/>
                </a:lnTo>
                <a:lnTo>
                  <a:pt x="7137" y="21209"/>
                </a:lnTo>
                <a:lnTo>
                  <a:pt x="7835" y="21336"/>
                </a:lnTo>
                <a:lnTo>
                  <a:pt x="7937" y="21209"/>
                </a:lnTo>
                <a:close/>
              </a:path>
              <a:path w="49530" h="40005">
                <a:moveTo>
                  <a:pt x="10071" y="24384"/>
                </a:moveTo>
                <a:lnTo>
                  <a:pt x="9334" y="24384"/>
                </a:lnTo>
                <a:lnTo>
                  <a:pt x="9423" y="25400"/>
                </a:lnTo>
                <a:lnTo>
                  <a:pt x="9525" y="25273"/>
                </a:lnTo>
                <a:lnTo>
                  <a:pt x="9601" y="25019"/>
                </a:lnTo>
                <a:lnTo>
                  <a:pt x="9664" y="25146"/>
                </a:lnTo>
                <a:lnTo>
                  <a:pt x="9906" y="25146"/>
                </a:lnTo>
                <a:lnTo>
                  <a:pt x="9855" y="25019"/>
                </a:lnTo>
                <a:lnTo>
                  <a:pt x="9766" y="24765"/>
                </a:lnTo>
                <a:lnTo>
                  <a:pt x="10007" y="24638"/>
                </a:lnTo>
                <a:lnTo>
                  <a:pt x="10071" y="24384"/>
                </a:lnTo>
                <a:close/>
              </a:path>
              <a:path w="49530" h="40005">
                <a:moveTo>
                  <a:pt x="10299" y="24892"/>
                </a:moveTo>
                <a:lnTo>
                  <a:pt x="10058" y="24892"/>
                </a:lnTo>
                <a:lnTo>
                  <a:pt x="10020" y="25146"/>
                </a:lnTo>
                <a:lnTo>
                  <a:pt x="10172" y="25019"/>
                </a:lnTo>
                <a:lnTo>
                  <a:pt x="10299" y="24892"/>
                </a:lnTo>
                <a:close/>
              </a:path>
              <a:path w="49530" h="40005">
                <a:moveTo>
                  <a:pt x="10375" y="25654"/>
                </a:moveTo>
                <a:lnTo>
                  <a:pt x="9486" y="25400"/>
                </a:lnTo>
                <a:lnTo>
                  <a:pt x="9525" y="25654"/>
                </a:lnTo>
                <a:lnTo>
                  <a:pt x="10375" y="25654"/>
                </a:lnTo>
                <a:close/>
              </a:path>
              <a:path w="49530" h="40005">
                <a:moveTo>
                  <a:pt x="11264" y="17780"/>
                </a:moveTo>
                <a:lnTo>
                  <a:pt x="11087" y="17780"/>
                </a:lnTo>
                <a:lnTo>
                  <a:pt x="11010" y="17907"/>
                </a:lnTo>
                <a:lnTo>
                  <a:pt x="11239" y="17907"/>
                </a:lnTo>
                <a:lnTo>
                  <a:pt x="11264" y="17780"/>
                </a:lnTo>
                <a:close/>
              </a:path>
              <a:path w="49530" h="40005">
                <a:moveTo>
                  <a:pt x="11544" y="19558"/>
                </a:moveTo>
                <a:lnTo>
                  <a:pt x="11163" y="19304"/>
                </a:lnTo>
                <a:lnTo>
                  <a:pt x="11137" y="18923"/>
                </a:lnTo>
                <a:lnTo>
                  <a:pt x="11023" y="19304"/>
                </a:lnTo>
                <a:lnTo>
                  <a:pt x="11226" y="19431"/>
                </a:lnTo>
                <a:lnTo>
                  <a:pt x="11277" y="19558"/>
                </a:lnTo>
                <a:lnTo>
                  <a:pt x="11391" y="19812"/>
                </a:lnTo>
                <a:lnTo>
                  <a:pt x="11468" y="19685"/>
                </a:lnTo>
                <a:lnTo>
                  <a:pt x="11544" y="19558"/>
                </a:lnTo>
                <a:close/>
              </a:path>
              <a:path w="49530" h="40005">
                <a:moveTo>
                  <a:pt x="11899" y="24257"/>
                </a:moveTo>
                <a:lnTo>
                  <a:pt x="10109" y="24257"/>
                </a:lnTo>
                <a:lnTo>
                  <a:pt x="10071" y="24384"/>
                </a:lnTo>
                <a:lnTo>
                  <a:pt x="11582" y="24384"/>
                </a:lnTo>
                <a:lnTo>
                  <a:pt x="11887" y="24384"/>
                </a:lnTo>
                <a:lnTo>
                  <a:pt x="11899" y="24257"/>
                </a:lnTo>
                <a:close/>
              </a:path>
              <a:path w="49530" h="40005">
                <a:moveTo>
                  <a:pt x="12369" y="39624"/>
                </a:moveTo>
                <a:lnTo>
                  <a:pt x="12166" y="39624"/>
                </a:lnTo>
                <a:lnTo>
                  <a:pt x="12357" y="39878"/>
                </a:lnTo>
                <a:lnTo>
                  <a:pt x="12369" y="39624"/>
                </a:lnTo>
                <a:close/>
              </a:path>
              <a:path w="49530" h="40005">
                <a:moveTo>
                  <a:pt x="12598" y="33020"/>
                </a:moveTo>
                <a:lnTo>
                  <a:pt x="12103" y="32893"/>
                </a:lnTo>
                <a:lnTo>
                  <a:pt x="12141" y="33020"/>
                </a:lnTo>
                <a:lnTo>
                  <a:pt x="12598" y="33020"/>
                </a:lnTo>
                <a:close/>
              </a:path>
              <a:path w="49530" h="40005">
                <a:moveTo>
                  <a:pt x="12738" y="17780"/>
                </a:moveTo>
                <a:lnTo>
                  <a:pt x="12573" y="17653"/>
                </a:lnTo>
                <a:lnTo>
                  <a:pt x="12700" y="17526"/>
                </a:lnTo>
                <a:lnTo>
                  <a:pt x="12446" y="17653"/>
                </a:lnTo>
                <a:lnTo>
                  <a:pt x="12255" y="17653"/>
                </a:lnTo>
                <a:lnTo>
                  <a:pt x="12141" y="17526"/>
                </a:lnTo>
                <a:lnTo>
                  <a:pt x="12026" y="17780"/>
                </a:lnTo>
                <a:lnTo>
                  <a:pt x="12738" y="17780"/>
                </a:lnTo>
                <a:close/>
              </a:path>
              <a:path w="49530" h="40005">
                <a:moveTo>
                  <a:pt x="13258" y="17526"/>
                </a:moveTo>
                <a:lnTo>
                  <a:pt x="12877" y="17272"/>
                </a:lnTo>
                <a:lnTo>
                  <a:pt x="12712" y="17399"/>
                </a:lnTo>
                <a:lnTo>
                  <a:pt x="12738" y="17780"/>
                </a:lnTo>
                <a:lnTo>
                  <a:pt x="13233" y="17780"/>
                </a:lnTo>
                <a:lnTo>
                  <a:pt x="13258" y="17526"/>
                </a:lnTo>
                <a:close/>
              </a:path>
              <a:path w="49530" h="40005">
                <a:moveTo>
                  <a:pt x="13665" y="18542"/>
                </a:moveTo>
                <a:lnTo>
                  <a:pt x="13576" y="18415"/>
                </a:lnTo>
                <a:lnTo>
                  <a:pt x="13487" y="18288"/>
                </a:lnTo>
                <a:lnTo>
                  <a:pt x="13398" y="18161"/>
                </a:lnTo>
                <a:lnTo>
                  <a:pt x="13576" y="18034"/>
                </a:lnTo>
                <a:lnTo>
                  <a:pt x="13373" y="18034"/>
                </a:lnTo>
                <a:lnTo>
                  <a:pt x="13373" y="17907"/>
                </a:lnTo>
                <a:lnTo>
                  <a:pt x="11760" y="17907"/>
                </a:lnTo>
                <a:lnTo>
                  <a:pt x="11950" y="18034"/>
                </a:lnTo>
                <a:lnTo>
                  <a:pt x="11976" y="18542"/>
                </a:lnTo>
                <a:lnTo>
                  <a:pt x="13665" y="18542"/>
                </a:lnTo>
                <a:close/>
              </a:path>
              <a:path w="49530" h="40005">
                <a:moveTo>
                  <a:pt x="13741" y="17780"/>
                </a:moveTo>
                <a:lnTo>
                  <a:pt x="13233" y="17780"/>
                </a:lnTo>
                <a:lnTo>
                  <a:pt x="13373" y="17907"/>
                </a:lnTo>
                <a:lnTo>
                  <a:pt x="13728" y="17907"/>
                </a:lnTo>
                <a:lnTo>
                  <a:pt x="13741" y="17780"/>
                </a:lnTo>
                <a:close/>
              </a:path>
              <a:path w="49530" h="40005">
                <a:moveTo>
                  <a:pt x="14274" y="17780"/>
                </a:moveTo>
                <a:lnTo>
                  <a:pt x="14008" y="17653"/>
                </a:lnTo>
                <a:lnTo>
                  <a:pt x="13931" y="17399"/>
                </a:lnTo>
                <a:lnTo>
                  <a:pt x="13627" y="17399"/>
                </a:lnTo>
                <a:lnTo>
                  <a:pt x="13741" y="17780"/>
                </a:lnTo>
                <a:lnTo>
                  <a:pt x="14274" y="17780"/>
                </a:lnTo>
                <a:close/>
              </a:path>
              <a:path w="49530" h="40005">
                <a:moveTo>
                  <a:pt x="14592" y="17780"/>
                </a:moveTo>
                <a:lnTo>
                  <a:pt x="14274" y="17780"/>
                </a:lnTo>
                <a:lnTo>
                  <a:pt x="14262" y="17907"/>
                </a:lnTo>
                <a:lnTo>
                  <a:pt x="14541" y="17907"/>
                </a:lnTo>
                <a:lnTo>
                  <a:pt x="14592" y="17780"/>
                </a:lnTo>
                <a:close/>
              </a:path>
              <a:path w="49530" h="40005">
                <a:moveTo>
                  <a:pt x="16344" y="18669"/>
                </a:moveTo>
                <a:lnTo>
                  <a:pt x="16205" y="18669"/>
                </a:lnTo>
                <a:lnTo>
                  <a:pt x="16344" y="18796"/>
                </a:lnTo>
                <a:lnTo>
                  <a:pt x="16344" y="18669"/>
                </a:lnTo>
                <a:close/>
              </a:path>
              <a:path w="49530" h="40005">
                <a:moveTo>
                  <a:pt x="17157" y="27432"/>
                </a:moveTo>
                <a:lnTo>
                  <a:pt x="16611" y="27432"/>
                </a:lnTo>
                <a:lnTo>
                  <a:pt x="16611" y="27559"/>
                </a:lnTo>
                <a:lnTo>
                  <a:pt x="17145" y="27559"/>
                </a:lnTo>
                <a:lnTo>
                  <a:pt x="17157" y="27432"/>
                </a:lnTo>
                <a:close/>
              </a:path>
              <a:path w="49530" h="40005">
                <a:moveTo>
                  <a:pt x="17360" y="27178"/>
                </a:moveTo>
                <a:lnTo>
                  <a:pt x="17157" y="27051"/>
                </a:lnTo>
                <a:lnTo>
                  <a:pt x="17157" y="26924"/>
                </a:lnTo>
                <a:lnTo>
                  <a:pt x="16611" y="26924"/>
                </a:lnTo>
                <a:lnTo>
                  <a:pt x="16611" y="27305"/>
                </a:lnTo>
                <a:lnTo>
                  <a:pt x="17157" y="27305"/>
                </a:lnTo>
                <a:lnTo>
                  <a:pt x="17157" y="27178"/>
                </a:lnTo>
                <a:lnTo>
                  <a:pt x="17360" y="27178"/>
                </a:lnTo>
                <a:close/>
              </a:path>
              <a:path w="49530" h="40005">
                <a:moveTo>
                  <a:pt x="17437" y="25654"/>
                </a:moveTo>
                <a:lnTo>
                  <a:pt x="17386" y="25400"/>
                </a:lnTo>
                <a:lnTo>
                  <a:pt x="17284" y="25273"/>
                </a:lnTo>
                <a:lnTo>
                  <a:pt x="17373" y="24511"/>
                </a:lnTo>
                <a:lnTo>
                  <a:pt x="16852" y="24638"/>
                </a:lnTo>
                <a:lnTo>
                  <a:pt x="16929" y="24765"/>
                </a:lnTo>
                <a:lnTo>
                  <a:pt x="16954" y="24892"/>
                </a:lnTo>
                <a:lnTo>
                  <a:pt x="16827" y="24892"/>
                </a:lnTo>
                <a:lnTo>
                  <a:pt x="16700" y="24511"/>
                </a:lnTo>
                <a:lnTo>
                  <a:pt x="16687" y="24384"/>
                </a:lnTo>
                <a:lnTo>
                  <a:pt x="16510" y="24384"/>
                </a:lnTo>
                <a:lnTo>
                  <a:pt x="16484" y="24257"/>
                </a:lnTo>
                <a:lnTo>
                  <a:pt x="16281" y="24257"/>
                </a:lnTo>
                <a:lnTo>
                  <a:pt x="16217" y="24384"/>
                </a:lnTo>
                <a:lnTo>
                  <a:pt x="11887" y="24384"/>
                </a:lnTo>
                <a:lnTo>
                  <a:pt x="11772" y="24638"/>
                </a:lnTo>
                <a:lnTo>
                  <a:pt x="11671" y="24511"/>
                </a:lnTo>
                <a:lnTo>
                  <a:pt x="11582" y="24384"/>
                </a:lnTo>
                <a:lnTo>
                  <a:pt x="11379" y="24511"/>
                </a:lnTo>
                <a:lnTo>
                  <a:pt x="11404" y="25019"/>
                </a:lnTo>
                <a:lnTo>
                  <a:pt x="11226" y="24892"/>
                </a:lnTo>
                <a:lnTo>
                  <a:pt x="11176" y="24638"/>
                </a:lnTo>
                <a:lnTo>
                  <a:pt x="10883" y="24638"/>
                </a:lnTo>
                <a:lnTo>
                  <a:pt x="10820" y="25146"/>
                </a:lnTo>
                <a:lnTo>
                  <a:pt x="10706" y="25400"/>
                </a:lnTo>
                <a:lnTo>
                  <a:pt x="10579" y="25654"/>
                </a:lnTo>
                <a:lnTo>
                  <a:pt x="10858" y="25654"/>
                </a:lnTo>
                <a:lnTo>
                  <a:pt x="15773" y="25654"/>
                </a:lnTo>
                <a:lnTo>
                  <a:pt x="15608" y="25400"/>
                </a:lnTo>
                <a:lnTo>
                  <a:pt x="15544" y="25273"/>
                </a:lnTo>
                <a:lnTo>
                  <a:pt x="15481" y="25146"/>
                </a:lnTo>
                <a:lnTo>
                  <a:pt x="15608" y="25146"/>
                </a:lnTo>
                <a:lnTo>
                  <a:pt x="15646" y="25019"/>
                </a:lnTo>
                <a:lnTo>
                  <a:pt x="15735" y="24638"/>
                </a:lnTo>
                <a:lnTo>
                  <a:pt x="15875" y="24638"/>
                </a:lnTo>
                <a:lnTo>
                  <a:pt x="15938" y="24892"/>
                </a:lnTo>
                <a:lnTo>
                  <a:pt x="16090" y="25019"/>
                </a:lnTo>
                <a:lnTo>
                  <a:pt x="16179" y="25273"/>
                </a:lnTo>
                <a:lnTo>
                  <a:pt x="16256" y="25908"/>
                </a:lnTo>
                <a:lnTo>
                  <a:pt x="16408" y="25908"/>
                </a:lnTo>
                <a:lnTo>
                  <a:pt x="16471" y="26289"/>
                </a:lnTo>
                <a:lnTo>
                  <a:pt x="16624" y="26416"/>
                </a:lnTo>
                <a:lnTo>
                  <a:pt x="16624" y="26797"/>
                </a:lnTo>
                <a:lnTo>
                  <a:pt x="17157" y="26797"/>
                </a:lnTo>
                <a:lnTo>
                  <a:pt x="17157" y="26924"/>
                </a:lnTo>
                <a:lnTo>
                  <a:pt x="17348" y="26924"/>
                </a:lnTo>
                <a:lnTo>
                  <a:pt x="17335" y="26670"/>
                </a:lnTo>
                <a:lnTo>
                  <a:pt x="17157" y="26670"/>
                </a:lnTo>
                <a:lnTo>
                  <a:pt x="17170" y="26035"/>
                </a:lnTo>
                <a:lnTo>
                  <a:pt x="17335" y="26035"/>
                </a:lnTo>
                <a:lnTo>
                  <a:pt x="17335" y="25908"/>
                </a:lnTo>
                <a:lnTo>
                  <a:pt x="17043" y="25781"/>
                </a:lnTo>
                <a:lnTo>
                  <a:pt x="17005" y="25654"/>
                </a:lnTo>
                <a:lnTo>
                  <a:pt x="17437" y="25654"/>
                </a:lnTo>
                <a:close/>
              </a:path>
              <a:path w="49530" h="40005">
                <a:moveTo>
                  <a:pt x="17487" y="28575"/>
                </a:moveTo>
                <a:lnTo>
                  <a:pt x="16941" y="28575"/>
                </a:lnTo>
                <a:lnTo>
                  <a:pt x="16941" y="28702"/>
                </a:lnTo>
                <a:lnTo>
                  <a:pt x="17475" y="28702"/>
                </a:lnTo>
                <a:lnTo>
                  <a:pt x="17487" y="28575"/>
                </a:lnTo>
                <a:close/>
              </a:path>
              <a:path w="49530" h="40005">
                <a:moveTo>
                  <a:pt x="17729" y="27559"/>
                </a:moveTo>
                <a:lnTo>
                  <a:pt x="17145" y="27559"/>
                </a:lnTo>
                <a:lnTo>
                  <a:pt x="17145" y="27686"/>
                </a:lnTo>
                <a:lnTo>
                  <a:pt x="17716" y="27686"/>
                </a:lnTo>
                <a:lnTo>
                  <a:pt x="17729" y="27559"/>
                </a:lnTo>
                <a:close/>
              </a:path>
              <a:path w="49530" h="40005">
                <a:moveTo>
                  <a:pt x="17741" y="27051"/>
                </a:moveTo>
                <a:lnTo>
                  <a:pt x="17437" y="27051"/>
                </a:lnTo>
                <a:lnTo>
                  <a:pt x="17399" y="27178"/>
                </a:lnTo>
                <a:lnTo>
                  <a:pt x="17741" y="27178"/>
                </a:lnTo>
                <a:lnTo>
                  <a:pt x="17741" y="27051"/>
                </a:lnTo>
                <a:close/>
              </a:path>
              <a:path w="49530" h="40005">
                <a:moveTo>
                  <a:pt x="17767" y="26416"/>
                </a:moveTo>
                <a:lnTo>
                  <a:pt x="17424" y="26416"/>
                </a:lnTo>
                <a:lnTo>
                  <a:pt x="17462" y="26924"/>
                </a:lnTo>
                <a:lnTo>
                  <a:pt x="17754" y="26924"/>
                </a:lnTo>
                <a:lnTo>
                  <a:pt x="17767" y="26416"/>
                </a:lnTo>
                <a:close/>
              </a:path>
              <a:path w="49530" h="40005">
                <a:moveTo>
                  <a:pt x="17970" y="24765"/>
                </a:moveTo>
                <a:lnTo>
                  <a:pt x="17957" y="24384"/>
                </a:lnTo>
                <a:lnTo>
                  <a:pt x="17691" y="24511"/>
                </a:lnTo>
                <a:lnTo>
                  <a:pt x="17691" y="24765"/>
                </a:lnTo>
                <a:lnTo>
                  <a:pt x="17970" y="24765"/>
                </a:lnTo>
                <a:close/>
              </a:path>
              <a:path w="49530" h="40005">
                <a:moveTo>
                  <a:pt x="18034" y="28575"/>
                </a:moveTo>
                <a:lnTo>
                  <a:pt x="18021" y="27686"/>
                </a:lnTo>
                <a:lnTo>
                  <a:pt x="17716" y="27686"/>
                </a:lnTo>
                <a:lnTo>
                  <a:pt x="17627" y="28067"/>
                </a:lnTo>
                <a:lnTo>
                  <a:pt x="17589" y="28194"/>
                </a:lnTo>
                <a:lnTo>
                  <a:pt x="17487" y="28575"/>
                </a:lnTo>
                <a:lnTo>
                  <a:pt x="18034" y="28575"/>
                </a:lnTo>
                <a:close/>
              </a:path>
              <a:path w="49530" h="40005">
                <a:moveTo>
                  <a:pt x="18211" y="34544"/>
                </a:moveTo>
                <a:lnTo>
                  <a:pt x="18186" y="34417"/>
                </a:lnTo>
                <a:lnTo>
                  <a:pt x="17792" y="34544"/>
                </a:lnTo>
                <a:lnTo>
                  <a:pt x="18211" y="34544"/>
                </a:lnTo>
                <a:close/>
              </a:path>
              <a:path w="49530" h="40005">
                <a:moveTo>
                  <a:pt x="18529" y="34417"/>
                </a:moveTo>
                <a:lnTo>
                  <a:pt x="18516" y="34290"/>
                </a:lnTo>
                <a:lnTo>
                  <a:pt x="18313" y="34417"/>
                </a:lnTo>
                <a:lnTo>
                  <a:pt x="18529" y="34417"/>
                </a:lnTo>
                <a:close/>
              </a:path>
              <a:path w="49530" h="40005">
                <a:moveTo>
                  <a:pt x="18605" y="33528"/>
                </a:moveTo>
                <a:lnTo>
                  <a:pt x="18389" y="33528"/>
                </a:lnTo>
                <a:lnTo>
                  <a:pt x="18415" y="33655"/>
                </a:lnTo>
                <a:lnTo>
                  <a:pt x="18605" y="33528"/>
                </a:lnTo>
                <a:close/>
              </a:path>
              <a:path w="49530" h="40005">
                <a:moveTo>
                  <a:pt x="18669" y="23876"/>
                </a:moveTo>
                <a:lnTo>
                  <a:pt x="18453" y="23876"/>
                </a:lnTo>
                <a:lnTo>
                  <a:pt x="18542" y="24130"/>
                </a:lnTo>
                <a:lnTo>
                  <a:pt x="18643" y="24003"/>
                </a:lnTo>
                <a:lnTo>
                  <a:pt x="18669" y="23876"/>
                </a:lnTo>
                <a:close/>
              </a:path>
              <a:path w="49530" h="40005">
                <a:moveTo>
                  <a:pt x="18707" y="24384"/>
                </a:moveTo>
                <a:lnTo>
                  <a:pt x="18618" y="24257"/>
                </a:lnTo>
                <a:lnTo>
                  <a:pt x="17957" y="24257"/>
                </a:lnTo>
                <a:lnTo>
                  <a:pt x="17957" y="24384"/>
                </a:lnTo>
                <a:lnTo>
                  <a:pt x="18707" y="24384"/>
                </a:lnTo>
                <a:close/>
              </a:path>
              <a:path w="49530" h="40005">
                <a:moveTo>
                  <a:pt x="18796" y="18669"/>
                </a:moveTo>
                <a:lnTo>
                  <a:pt x="17665" y="18669"/>
                </a:lnTo>
                <a:lnTo>
                  <a:pt x="17691" y="18796"/>
                </a:lnTo>
                <a:lnTo>
                  <a:pt x="18796" y="18796"/>
                </a:lnTo>
                <a:lnTo>
                  <a:pt x="18796" y="18669"/>
                </a:lnTo>
                <a:close/>
              </a:path>
              <a:path w="49530" h="40005">
                <a:moveTo>
                  <a:pt x="18923" y="26670"/>
                </a:moveTo>
                <a:lnTo>
                  <a:pt x="18897" y="26416"/>
                </a:lnTo>
                <a:lnTo>
                  <a:pt x="17995" y="26416"/>
                </a:lnTo>
                <a:lnTo>
                  <a:pt x="18008" y="26670"/>
                </a:lnTo>
                <a:lnTo>
                  <a:pt x="18923" y="26670"/>
                </a:lnTo>
                <a:close/>
              </a:path>
              <a:path w="49530" h="40005">
                <a:moveTo>
                  <a:pt x="18948" y="27305"/>
                </a:moveTo>
                <a:lnTo>
                  <a:pt x="18923" y="26797"/>
                </a:lnTo>
                <a:lnTo>
                  <a:pt x="18008" y="26797"/>
                </a:lnTo>
                <a:lnTo>
                  <a:pt x="18008" y="26924"/>
                </a:lnTo>
                <a:lnTo>
                  <a:pt x="17754" y="26924"/>
                </a:lnTo>
                <a:lnTo>
                  <a:pt x="17741" y="27051"/>
                </a:lnTo>
                <a:lnTo>
                  <a:pt x="18008" y="27051"/>
                </a:lnTo>
                <a:lnTo>
                  <a:pt x="18008" y="27178"/>
                </a:lnTo>
                <a:lnTo>
                  <a:pt x="17741" y="27178"/>
                </a:lnTo>
                <a:lnTo>
                  <a:pt x="17729" y="27559"/>
                </a:lnTo>
                <a:lnTo>
                  <a:pt x="18021" y="27559"/>
                </a:lnTo>
                <a:lnTo>
                  <a:pt x="18021" y="27305"/>
                </a:lnTo>
                <a:lnTo>
                  <a:pt x="18948" y="27305"/>
                </a:lnTo>
                <a:close/>
              </a:path>
              <a:path w="49530" h="40005">
                <a:moveTo>
                  <a:pt x="19024" y="28702"/>
                </a:moveTo>
                <a:lnTo>
                  <a:pt x="19011" y="28575"/>
                </a:lnTo>
                <a:lnTo>
                  <a:pt x="18034" y="28575"/>
                </a:lnTo>
                <a:lnTo>
                  <a:pt x="18046" y="28702"/>
                </a:lnTo>
                <a:lnTo>
                  <a:pt x="19024" y="28702"/>
                </a:lnTo>
                <a:close/>
              </a:path>
              <a:path w="49530" h="40005">
                <a:moveTo>
                  <a:pt x="19278" y="26416"/>
                </a:moveTo>
                <a:lnTo>
                  <a:pt x="19253" y="26035"/>
                </a:lnTo>
                <a:lnTo>
                  <a:pt x="17983" y="25908"/>
                </a:lnTo>
                <a:lnTo>
                  <a:pt x="17983" y="25654"/>
                </a:lnTo>
                <a:lnTo>
                  <a:pt x="17970" y="24892"/>
                </a:lnTo>
                <a:lnTo>
                  <a:pt x="17691" y="24892"/>
                </a:lnTo>
                <a:lnTo>
                  <a:pt x="17691" y="25565"/>
                </a:lnTo>
                <a:lnTo>
                  <a:pt x="17487" y="25400"/>
                </a:lnTo>
                <a:lnTo>
                  <a:pt x="17411" y="25273"/>
                </a:lnTo>
                <a:lnTo>
                  <a:pt x="17513" y="25781"/>
                </a:lnTo>
                <a:lnTo>
                  <a:pt x="17780" y="25908"/>
                </a:lnTo>
                <a:lnTo>
                  <a:pt x="17767" y="26416"/>
                </a:lnTo>
                <a:lnTo>
                  <a:pt x="17995" y="26416"/>
                </a:lnTo>
                <a:lnTo>
                  <a:pt x="17995" y="26035"/>
                </a:lnTo>
                <a:lnTo>
                  <a:pt x="18859" y="26035"/>
                </a:lnTo>
                <a:lnTo>
                  <a:pt x="18897" y="26416"/>
                </a:lnTo>
                <a:lnTo>
                  <a:pt x="19278" y="26416"/>
                </a:lnTo>
                <a:close/>
              </a:path>
              <a:path w="49530" h="40005">
                <a:moveTo>
                  <a:pt x="19291" y="26670"/>
                </a:moveTo>
                <a:lnTo>
                  <a:pt x="18923" y="26670"/>
                </a:lnTo>
                <a:lnTo>
                  <a:pt x="18923" y="26797"/>
                </a:lnTo>
                <a:lnTo>
                  <a:pt x="19291" y="26797"/>
                </a:lnTo>
                <a:lnTo>
                  <a:pt x="19291" y="26670"/>
                </a:lnTo>
                <a:close/>
              </a:path>
              <a:path w="49530" h="40005">
                <a:moveTo>
                  <a:pt x="19342" y="25273"/>
                </a:moveTo>
                <a:lnTo>
                  <a:pt x="19202" y="25273"/>
                </a:lnTo>
                <a:lnTo>
                  <a:pt x="19126" y="24638"/>
                </a:lnTo>
                <a:lnTo>
                  <a:pt x="18923" y="24638"/>
                </a:lnTo>
                <a:lnTo>
                  <a:pt x="18897" y="24511"/>
                </a:lnTo>
                <a:lnTo>
                  <a:pt x="18859" y="25908"/>
                </a:lnTo>
                <a:lnTo>
                  <a:pt x="19253" y="25908"/>
                </a:lnTo>
                <a:lnTo>
                  <a:pt x="19215" y="25400"/>
                </a:lnTo>
                <a:lnTo>
                  <a:pt x="19342" y="25400"/>
                </a:lnTo>
                <a:lnTo>
                  <a:pt x="19342" y="25273"/>
                </a:lnTo>
                <a:close/>
              </a:path>
              <a:path w="49530" h="40005">
                <a:moveTo>
                  <a:pt x="19367" y="24257"/>
                </a:moveTo>
                <a:lnTo>
                  <a:pt x="18783" y="24257"/>
                </a:lnTo>
                <a:lnTo>
                  <a:pt x="18884" y="24384"/>
                </a:lnTo>
                <a:lnTo>
                  <a:pt x="19354" y="24384"/>
                </a:lnTo>
                <a:lnTo>
                  <a:pt x="19367" y="24257"/>
                </a:lnTo>
                <a:close/>
              </a:path>
              <a:path w="49530" h="40005">
                <a:moveTo>
                  <a:pt x="19380" y="18669"/>
                </a:moveTo>
                <a:lnTo>
                  <a:pt x="18961" y="18415"/>
                </a:lnTo>
                <a:lnTo>
                  <a:pt x="18961" y="18288"/>
                </a:lnTo>
                <a:lnTo>
                  <a:pt x="18821" y="18288"/>
                </a:lnTo>
                <a:lnTo>
                  <a:pt x="18796" y="18669"/>
                </a:lnTo>
                <a:lnTo>
                  <a:pt x="19380" y="18669"/>
                </a:lnTo>
                <a:close/>
              </a:path>
              <a:path w="49530" h="40005">
                <a:moveTo>
                  <a:pt x="19418" y="34290"/>
                </a:moveTo>
                <a:lnTo>
                  <a:pt x="19151" y="34163"/>
                </a:lnTo>
                <a:lnTo>
                  <a:pt x="18986" y="34290"/>
                </a:lnTo>
                <a:lnTo>
                  <a:pt x="18846" y="34163"/>
                </a:lnTo>
                <a:lnTo>
                  <a:pt x="18859" y="34417"/>
                </a:lnTo>
                <a:lnTo>
                  <a:pt x="19405" y="34417"/>
                </a:lnTo>
                <a:lnTo>
                  <a:pt x="19418" y="34290"/>
                </a:lnTo>
                <a:close/>
              </a:path>
              <a:path w="49530" h="40005">
                <a:moveTo>
                  <a:pt x="19583" y="32004"/>
                </a:moveTo>
                <a:lnTo>
                  <a:pt x="19469" y="31877"/>
                </a:lnTo>
                <a:lnTo>
                  <a:pt x="19354" y="31750"/>
                </a:lnTo>
                <a:lnTo>
                  <a:pt x="18503" y="32004"/>
                </a:lnTo>
                <a:lnTo>
                  <a:pt x="19583" y="32004"/>
                </a:lnTo>
                <a:close/>
              </a:path>
              <a:path w="49530" h="40005">
                <a:moveTo>
                  <a:pt x="19621" y="26670"/>
                </a:moveTo>
                <a:lnTo>
                  <a:pt x="19316" y="26670"/>
                </a:lnTo>
                <a:lnTo>
                  <a:pt x="19304" y="26797"/>
                </a:lnTo>
                <a:lnTo>
                  <a:pt x="19608" y="26797"/>
                </a:lnTo>
                <a:lnTo>
                  <a:pt x="19621" y="26670"/>
                </a:lnTo>
                <a:close/>
              </a:path>
              <a:path w="49530" h="40005">
                <a:moveTo>
                  <a:pt x="19634" y="25400"/>
                </a:moveTo>
                <a:lnTo>
                  <a:pt x="19342" y="25400"/>
                </a:lnTo>
                <a:lnTo>
                  <a:pt x="19329" y="25654"/>
                </a:lnTo>
                <a:lnTo>
                  <a:pt x="19634" y="25654"/>
                </a:lnTo>
                <a:lnTo>
                  <a:pt x="19634" y="25400"/>
                </a:lnTo>
                <a:close/>
              </a:path>
              <a:path w="49530" h="40005">
                <a:moveTo>
                  <a:pt x="19659" y="24384"/>
                </a:moveTo>
                <a:lnTo>
                  <a:pt x="19354" y="24384"/>
                </a:lnTo>
                <a:lnTo>
                  <a:pt x="19354" y="24638"/>
                </a:lnTo>
                <a:lnTo>
                  <a:pt x="19646" y="24638"/>
                </a:lnTo>
                <a:lnTo>
                  <a:pt x="19659" y="24384"/>
                </a:lnTo>
                <a:close/>
              </a:path>
              <a:path w="49530" h="40005">
                <a:moveTo>
                  <a:pt x="19659" y="23876"/>
                </a:moveTo>
                <a:lnTo>
                  <a:pt x="19367" y="23876"/>
                </a:lnTo>
                <a:lnTo>
                  <a:pt x="19367" y="24130"/>
                </a:lnTo>
                <a:lnTo>
                  <a:pt x="19659" y="24130"/>
                </a:lnTo>
                <a:lnTo>
                  <a:pt x="19659" y="23876"/>
                </a:lnTo>
                <a:close/>
              </a:path>
              <a:path w="49530" h="40005">
                <a:moveTo>
                  <a:pt x="19672" y="23495"/>
                </a:moveTo>
                <a:lnTo>
                  <a:pt x="19380" y="23495"/>
                </a:lnTo>
                <a:lnTo>
                  <a:pt x="19380" y="23749"/>
                </a:lnTo>
                <a:lnTo>
                  <a:pt x="19672" y="23749"/>
                </a:lnTo>
                <a:lnTo>
                  <a:pt x="19672" y="23495"/>
                </a:lnTo>
                <a:close/>
              </a:path>
              <a:path w="49530" h="40005">
                <a:moveTo>
                  <a:pt x="19710" y="23114"/>
                </a:moveTo>
                <a:lnTo>
                  <a:pt x="19392" y="23114"/>
                </a:lnTo>
                <a:lnTo>
                  <a:pt x="19380" y="23241"/>
                </a:lnTo>
                <a:lnTo>
                  <a:pt x="19697" y="23241"/>
                </a:lnTo>
                <a:lnTo>
                  <a:pt x="19710" y="23114"/>
                </a:lnTo>
                <a:close/>
              </a:path>
              <a:path w="49530" h="40005">
                <a:moveTo>
                  <a:pt x="19799" y="27432"/>
                </a:moveTo>
                <a:lnTo>
                  <a:pt x="19596" y="27432"/>
                </a:lnTo>
                <a:lnTo>
                  <a:pt x="19608" y="27305"/>
                </a:lnTo>
                <a:lnTo>
                  <a:pt x="18948" y="27305"/>
                </a:lnTo>
                <a:lnTo>
                  <a:pt x="19011" y="28575"/>
                </a:lnTo>
                <a:lnTo>
                  <a:pt x="19583" y="28575"/>
                </a:lnTo>
                <a:lnTo>
                  <a:pt x="19596" y="27559"/>
                </a:lnTo>
                <a:lnTo>
                  <a:pt x="19799" y="27559"/>
                </a:lnTo>
                <a:lnTo>
                  <a:pt x="19799" y="27432"/>
                </a:lnTo>
                <a:close/>
              </a:path>
              <a:path w="49530" h="40005">
                <a:moveTo>
                  <a:pt x="19824" y="26797"/>
                </a:moveTo>
                <a:lnTo>
                  <a:pt x="19608" y="26797"/>
                </a:lnTo>
                <a:lnTo>
                  <a:pt x="19608" y="27305"/>
                </a:lnTo>
                <a:lnTo>
                  <a:pt x="19799" y="27305"/>
                </a:lnTo>
                <a:lnTo>
                  <a:pt x="19824" y="26797"/>
                </a:lnTo>
                <a:close/>
              </a:path>
              <a:path w="49530" h="40005">
                <a:moveTo>
                  <a:pt x="19837" y="26289"/>
                </a:moveTo>
                <a:lnTo>
                  <a:pt x="19621" y="26289"/>
                </a:lnTo>
                <a:lnTo>
                  <a:pt x="19621" y="26670"/>
                </a:lnTo>
                <a:lnTo>
                  <a:pt x="19824" y="26670"/>
                </a:lnTo>
                <a:lnTo>
                  <a:pt x="19837" y="26289"/>
                </a:lnTo>
                <a:close/>
              </a:path>
              <a:path w="49530" h="40005">
                <a:moveTo>
                  <a:pt x="19850" y="25654"/>
                </a:moveTo>
                <a:lnTo>
                  <a:pt x="19329" y="25781"/>
                </a:lnTo>
                <a:lnTo>
                  <a:pt x="19316" y="26289"/>
                </a:lnTo>
                <a:lnTo>
                  <a:pt x="19621" y="26289"/>
                </a:lnTo>
                <a:lnTo>
                  <a:pt x="19837" y="26162"/>
                </a:lnTo>
                <a:lnTo>
                  <a:pt x="19837" y="26035"/>
                </a:lnTo>
                <a:lnTo>
                  <a:pt x="19621" y="26035"/>
                </a:lnTo>
                <a:lnTo>
                  <a:pt x="19850" y="25908"/>
                </a:lnTo>
                <a:lnTo>
                  <a:pt x="19850" y="25654"/>
                </a:lnTo>
                <a:close/>
              </a:path>
              <a:path w="49530" h="40005">
                <a:moveTo>
                  <a:pt x="19939" y="25146"/>
                </a:moveTo>
                <a:lnTo>
                  <a:pt x="19646" y="25146"/>
                </a:lnTo>
                <a:lnTo>
                  <a:pt x="19634" y="25400"/>
                </a:lnTo>
                <a:lnTo>
                  <a:pt x="19862" y="25400"/>
                </a:lnTo>
                <a:lnTo>
                  <a:pt x="19939" y="25146"/>
                </a:lnTo>
                <a:close/>
              </a:path>
              <a:path w="49530" h="40005">
                <a:moveTo>
                  <a:pt x="20015" y="28702"/>
                </a:moveTo>
                <a:lnTo>
                  <a:pt x="19710" y="28702"/>
                </a:lnTo>
                <a:lnTo>
                  <a:pt x="20015" y="28829"/>
                </a:lnTo>
                <a:lnTo>
                  <a:pt x="20015" y="28702"/>
                </a:lnTo>
                <a:close/>
              </a:path>
              <a:path w="49530" h="40005">
                <a:moveTo>
                  <a:pt x="20066" y="27559"/>
                </a:moveTo>
                <a:lnTo>
                  <a:pt x="19799" y="27559"/>
                </a:lnTo>
                <a:lnTo>
                  <a:pt x="19773" y="28448"/>
                </a:lnTo>
                <a:lnTo>
                  <a:pt x="19583" y="28575"/>
                </a:lnTo>
                <a:lnTo>
                  <a:pt x="20027" y="28575"/>
                </a:lnTo>
                <a:lnTo>
                  <a:pt x="20066" y="27559"/>
                </a:lnTo>
                <a:close/>
              </a:path>
              <a:path w="49530" h="40005">
                <a:moveTo>
                  <a:pt x="20091" y="34544"/>
                </a:moveTo>
                <a:lnTo>
                  <a:pt x="20053" y="34417"/>
                </a:lnTo>
                <a:lnTo>
                  <a:pt x="19405" y="34417"/>
                </a:lnTo>
                <a:lnTo>
                  <a:pt x="19405" y="34544"/>
                </a:lnTo>
                <a:lnTo>
                  <a:pt x="19900" y="34544"/>
                </a:lnTo>
                <a:lnTo>
                  <a:pt x="20091" y="34544"/>
                </a:lnTo>
                <a:close/>
              </a:path>
              <a:path w="49530" h="40005">
                <a:moveTo>
                  <a:pt x="20091" y="27305"/>
                </a:moveTo>
                <a:lnTo>
                  <a:pt x="19799" y="27305"/>
                </a:lnTo>
                <a:lnTo>
                  <a:pt x="19799" y="27432"/>
                </a:lnTo>
                <a:lnTo>
                  <a:pt x="20078" y="27432"/>
                </a:lnTo>
                <a:lnTo>
                  <a:pt x="20091" y="27305"/>
                </a:lnTo>
                <a:close/>
              </a:path>
              <a:path w="49530" h="40005">
                <a:moveTo>
                  <a:pt x="20104" y="24638"/>
                </a:moveTo>
                <a:lnTo>
                  <a:pt x="19354" y="24765"/>
                </a:lnTo>
                <a:lnTo>
                  <a:pt x="19342" y="25146"/>
                </a:lnTo>
                <a:lnTo>
                  <a:pt x="19646" y="25146"/>
                </a:lnTo>
                <a:lnTo>
                  <a:pt x="19646" y="24892"/>
                </a:lnTo>
                <a:lnTo>
                  <a:pt x="20053" y="24892"/>
                </a:lnTo>
                <a:lnTo>
                  <a:pt x="20104" y="24638"/>
                </a:lnTo>
                <a:close/>
              </a:path>
              <a:path w="49530" h="40005">
                <a:moveTo>
                  <a:pt x="20180" y="26670"/>
                </a:moveTo>
                <a:lnTo>
                  <a:pt x="19824" y="26670"/>
                </a:lnTo>
                <a:lnTo>
                  <a:pt x="19824" y="26797"/>
                </a:lnTo>
                <a:lnTo>
                  <a:pt x="20154" y="26797"/>
                </a:lnTo>
                <a:lnTo>
                  <a:pt x="20180" y="26670"/>
                </a:lnTo>
                <a:close/>
              </a:path>
              <a:path w="49530" h="40005">
                <a:moveTo>
                  <a:pt x="20193" y="24257"/>
                </a:moveTo>
                <a:lnTo>
                  <a:pt x="19659" y="24257"/>
                </a:lnTo>
                <a:lnTo>
                  <a:pt x="19659" y="24384"/>
                </a:lnTo>
                <a:lnTo>
                  <a:pt x="20167" y="24384"/>
                </a:lnTo>
                <a:lnTo>
                  <a:pt x="20193" y="24257"/>
                </a:lnTo>
                <a:close/>
              </a:path>
              <a:path w="49530" h="40005">
                <a:moveTo>
                  <a:pt x="20345" y="38989"/>
                </a:moveTo>
                <a:lnTo>
                  <a:pt x="20142" y="38989"/>
                </a:lnTo>
                <a:lnTo>
                  <a:pt x="20345" y="39116"/>
                </a:lnTo>
                <a:lnTo>
                  <a:pt x="20345" y="38989"/>
                </a:lnTo>
                <a:close/>
              </a:path>
              <a:path w="49530" h="40005">
                <a:moveTo>
                  <a:pt x="20383" y="18288"/>
                </a:moveTo>
                <a:lnTo>
                  <a:pt x="20294" y="18161"/>
                </a:lnTo>
                <a:lnTo>
                  <a:pt x="18948" y="18161"/>
                </a:lnTo>
                <a:lnTo>
                  <a:pt x="18961" y="18288"/>
                </a:lnTo>
                <a:lnTo>
                  <a:pt x="20383" y="18288"/>
                </a:lnTo>
                <a:close/>
              </a:path>
              <a:path w="49530" h="40005">
                <a:moveTo>
                  <a:pt x="20523" y="25400"/>
                </a:moveTo>
                <a:lnTo>
                  <a:pt x="19862" y="25400"/>
                </a:lnTo>
                <a:lnTo>
                  <a:pt x="19850" y="25654"/>
                </a:lnTo>
                <a:lnTo>
                  <a:pt x="20358" y="25654"/>
                </a:lnTo>
                <a:lnTo>
                  <a:pt x="20523" y="25400"/>
                </a:lnTo>
                <a:close/>
              </a:path>
              <a:path w="49530" h="40005">
                <a:moveTo>
                  <a:pt x="20561" y="23749"/>
                </a:moveTo>
                <a:lnTo>
                  <a:pt x="20408" y="23749"/>
                </a:lnTo>
                <a:lnTo>
                  <a:pt x="19672" y="23749"/>
                </a:lnTo>
                <a:lnTo>
                  <a:pt x="19659" y="23876"/>
                </a:lnTo>
                <a:lnTo>
                  <a:pt x="20320" y="23876"/>
                </a:lnTo>
                <a:lnTo>
                  <a:pt x="20485" y="23876"/>
                </a:lnTo>
                <a:lnTo>
                  <a:pt x="20561" y="23749"/>
                </a:lnTo>
                <a:close/>
              </a:path>
              <a:path w="49530" h="40005">
                <a:moveTo>
                  <a:pt x="20561" y="23241"/>
                </a:moveTo>
                <a:lnTo>
                  <a:pt x="19697" y="23241"/>
                </a:lnTo>
                <a:lnTo>
                  <a:pt x="19672" y="23495"/>
                </a:lnTo>
                <a:lnTo>
                  <a:pt x="20535" y="23495"/>
                </a:lnTo>
                <a:lnTo>
                  <a:pt x="20561" y="23241"/>
                </a:lnTo>
                <a:close/>
              </a:path>
              <a:path w="49530" h="40005">
                <a:moveTo>
                  <a:pt x="20574" y="22987"/>
                </a:moveTo>
                <a:lnTo>
                  <a:pt x="19723" y="22987"/>
                </a:lnTo>
                <a:lnTo>
                  <a:pt x="19710" y="23114"/>
                </a:lnTo>
                <a:lnTo>
                  <a:pt x="20561" y="23114"/>
                </a:lnTo>
                <a:lnTo>
                  <a:pt x="20574" y="22987"/>
                </a:lnTo>
                <a:close/>
              </a:path>
              <a:path w="49530" h="40005">
                <a:moveTo>
                  <a:pt x="20599" y="37134"/>
                </a:moveTo>
                <a:lnTo>
                  <a:pt x="20447" y="37045"/>
                </a:lnTo>
                <a:lnTo>
                  <a:pt x="20548" y="37299"/>
                </a:lnTo>
                <a:lnTo>
                  <a:pt x="20548" y="37160"/>
                </a:lnTo>
                <a:close/>
              </a:path>
              <a:path w="49530" h="40005">
                <a:moveTo>
                  <a:pt x="20637" y="24892"/>
                </a:moveTo>
                <a:lnTo>
                  <a:pt x="20053" y="24892"/>
                </a:lnTo>
                <a:lnTo>
                  <a:pt x="19939" y="25146"/>
                </a:lnTo>
                <a:lnTo>
                  <a:pt x="20624" y="25146"/>
                </a:lnTo>
                <a:lnTo>
                  <a:pt x="20637" y="24892"/>
                </a:lnTo>
                <a:close/>
              </a:path>
              <a:path w="49530" h="40005">
                <a:moveTo>
                  <a:pt x="20662" y="18288"/>
                </a:moveTo>
                <a:lnTo>
                  <a:pt x="20383" y="18288"/>
                </a:lnTo>
                <a:lnTo>
                  <a:pt x="20637" y="18542"/>
                </a:lnTo>
                <a:lnTo>
                  <a:pt x="20662" y="18288"/>
                </a:lnTo>
                <a:close/>
              </a:path>
              <a:path w="49530" h="40005">
                <a:moveTo>
                  <a:pt x="20726" y="22225"/>
                </a:moveTo>
                <a:lnTo>
                  <a:pt x="20675" y="21971"/>
                </a:lnTo>
                <a:lnTo>
                  <a:pt x="20561" y="22098"/>
                </a:lnTo>
                <a:lnTo>
                  <a:pt x="20726" y="22225"/>
                </a:lnTo>
                <a:close/>
              </a:path>
              <a:path w="49530" h="40005">
                <a:moveTo>
                  <a:pt x="20815" y="23114"/>
                </a:moveTo>
                <a:lnTo>
                  <a:pt x="20561" y="23114"/>
                </a:lnTo>
                <a:lnTo>
                  <a:pt x="20561" y="23241"/>
                </a:lnTo>
                <a:lnTo>
                  <a:pt x="20789" y="23241"/>
                </a:lnTo>
                <a:lnTo>
                  <a:pt x="20815" y="23114"/>
                </a:lnTo>
                <a:close/>
              </a:path>
              <a:path w="49530" h="40005">
                <a:moveTo>
                  <a:pt x="20866" y="17907"/>
                </a:moveTo>
                <a:lnTo>
                  <a:pt x="20612" y="18034"/>
                </a:lnTo>
                <a:lnTo>
                  <a:pt x="20612" y="18161"/>
                </a:lnTo>
                <a:lnTo>
                  <a:pt x="20866" y="18161"/>
                </a:lnTo>
                <a:lnTo>
                  <a:pt x="20866" y="17907"/>
                </a:lnTo>
                <a:close/>
              </a:path>
              <a:path w="49530" h="40005">
                <a:moveTo>
                  <a:pt x="20929" y="24384"/>
                </a:moveTo>
                <a:lnTo>
                  <a:pt x="20167" y="24384"/>
                </a:lnTo>
                <a:lnTo>
                  <a:pt x="20104" y="24638"/>
                </a:lnTo>
                <a:lnTo>
                  <a:pt x="20904" y="24638"/>
                </a:lnTo>
                <a:lnTo>
                  <a:pt x="20929" y="24384"/>
                </a:lnTo>
                <a:close/>
              </a:path>
              <a:path w="49530" h="40005">
                <a:moveTo>
                  <a:pt x="21018" y="34366"/>
                </a:moveTo>
                <a:lnTo>
                  <a:pt x="20955" y="34163"/>
                </a:lnTo>
                <a:lnTo>
                  <a:pt x="20916" y="34302"/>
                </a:lnTo>
                <a:close/>
              </a:path>
              <a:path w="49530" h="40005">
                <a:moveTo>
                  <a:pt x="21120" y="23749"/>
                </a:moveTo>
                <a:lnTo>
                  <a:pt x="21005" y="23622"/>
                </a:lnTo>
                <a:lnTo>
                  <a:pt x="20942" y="23495"/>
                </a:lnTo>
                <a:lnTo>
                  <a:pt x="20866" y="23329"/>
                </a:lnTo>
                <a:lnTo>
                  <a:pt x="20599" y="23495"/>
                </a:lnTo>
                <a:lnTo>
                  <a:pt x="20561" y="23749"/>
                </a:lnTo>
                <a:lnTo>
                  <a:pt x="21120" y="23749"/>
                </a:lnTo>
                <a:close/>
              </a:path>
              <a:path w="49530" h="40005">
                <a:moveTo>
                  <a:pt x="21386" y="23749"/>
                </a:moveTo>
                <a:lnTo>
                  <a:pt x="21120" y="23749"/>
                </a:lnTo>
                <a:lnTo>
                  <a:pt x="21247" y="23876"/>
                </a:lnTo>
                <a:lnTo>
                  <a:pt x="21386" y="23749"/>
                </a:lnTo>
                <a:close/>
              </a:path>
              <a:path w="49530" h="40005">
                <a:moveTo>
                  <a:pt x="21399" y="23876"/>
                </a:moveTo>
                <a:lnTo>
                  <a:pt x="21247" y="23876"/>
                </a:lnTo>
                <a:lnTo>
                  <a:pt x="20485" y="23876"/>
                </a:lnTo>
                <a:lnTo>
                  <a:pt x="20421" y="24003"/>
                </a:lnTo>
                <a:lnTo>
                  <a:pt x="20218" y="24130"/>
                </a:lnTo>
                <a:lnTo>
                  <a:pt x="20193" y="24257"/>
                </a:lnTo>
                <a:lnTo>
                  <a:pt x="20929" y="24257"/>
                </a:lnTo>
                <a:lnTo>
                  <a:pt x="20955" y="24003"/>
                </a:lnTo>
                <a:lnTo>
                  <a:pt x="21348" y="24003"/>
                </a:lnTo>
                <a:lnTo>
                  <a:pt x="21399" y="23876"/>
                </a:lnTo>
                <a:close/>
              </a:path>
              <a:path w="49530" h="40005">
                <a:moveTo>
                  <a:pt x="21475" y="20955"/>
                </a:moveTo>
                <a:lnTo>
                  <a:pt x="21361" y="19939"/>
                </a:lnTo>
                <a:lnTo>
                  <a:pt x="21310" y="19431"/>
                </a:lnTo>
                <a:lnTo>
                  <a:pt x="21120" y="19304"/>
                </a:lnTo>
                <a:lnTo>
                  <a:pt x="20955" y="19050"/>
                </a:lnTo>
                <a:lnTo>
                  <a:pt x="20993" y="19431"/>
                </a:lnTo>
                <a:lnTo>
                  <a:pt x="21094" y="19812"/>
                </a:lnTo>
                <a:lnTo>
                  <a:pt x="21196" y="20193"/>
                </a:lnTo>
                <a:lnTo>
                  <a:pt x="21297" y="20447"/>
                </a:lnTo>
                <a:lnTo>
                  <a:pt x="21386" y="20701"/>
                </a:lnTo>
                <a:lnTo>
                  <a:pt x="21475" y="20955"/>
                </a:lnTo>
                <a:close/>
              </a:path>
              <a:path w="49530" h="40005">
                <a:moveTo>
                  <a:pt x="21551" y="37414"/>
                </a:moveTo>
                <a:lnTo>
                  <a:pt x="21513" y="37147"/>
                </a:lnTo>
                <a:lnTo>
                  <a:pt x="21297" y="36893"/>
                </a:lnTo>
                <a:lnTo>
                  <a:pt x="21336" y="37363"/>
                </a:lnTo>
                <a:lnTo>
                  <a:pt x="21399" y="37185"/>
                </a:lnTo>
                <a:lnTo>
                  <a:pt x="21450" y="37465"/>
                </a:lnTo>
                <a:close/>
              </a:path>
              <a:path w="49530" h="40005">
                <a:moveTo>
                  <a:pt x="21793" y="7620"/>
                </a:moveTo>
                <a:lnTo>
                  <a:pt x="21170" y="7620"/>
                </a:lnTo>
                <a:lnTo>
                  <a:pt x="21145" y="7874"/>
                </a:lnTo>
                <a:lnTo>
                  <a:pt x="21793" y="7874"/>
                </a:lnTo>
                <a:lnTo>
                  <a:pt x="21793" y="7620"/>
                </a:lnTo>
                <a:close/>
              </a:path>
              <a:path w="49530" h="40005">
                <a:moveTo>
                  <a:pt x="21805" y="9525"/>
                </a:moveTo>
                <a:lnTo>
                  <a:pt x="21018" y="9525"/>
                </a:lnTo>
                <a:lnTo>
                  <a:pt x="20980" y="9779"/>
                </a:lnTo>
                <a:lnTo>
                  <a:pt x="21805" y="9779"/>
                </a:lnTo>
                <a:lnTo>
                  <a:pt x="21805" y="9525"/>
                </a:lnTo>
                <a:close/>
              </a:path>
              <a:path w="49530" h="40005">
                <a:moveTo>
                  <a:pt x="21844" y="31242"/>
                </a:moveTo>
                <a:lnTo>
                  <a:pt x="20916" y="31242"/>
                </a:lnTo>
                <a:lnTo>
                  <a:pt x="20231" y="30988"/>
                </a:lnTo>
                <a:lnTo>
                  <a:pt x="18376" y="30988"/>
                </a:lnTo>
                <a:lnTo>
                  <a:pt x="18376" y="31623"/>
                </a:lnTo>
                <a:lnTo>
                  <a:pt x="18376" y="30988"/>
                </a:lnTo>
                <a:lnTo>
                  <a:pt x="14566" y="30988"/>
                </a:lnTo>
                <a:lnTo>
                  <a:pt x="11963" y="31496"/>
                </a:lnTo>
                <a:lnTo>
                  <a:pt x="11849" y="31877"/>
                </a:lnTo>
                <a:lnTo>
                  <a:pt x="11595" y="31750"/>
                </a:lnTo>
                <a:lnTo>
                  <a:pt x="11201" y="31623"/>
                </a:lnTo>
                <a:lnTo>
                  <a:pt x="11303" y="31750"/>
                </a:lnTo>
                <a:lnTo>
                  <a:pt x="11391" y="32004"/>
                </a:lnTo>
                <a:lnTo>
                  <a:pt x="12014" y="32131"/>
                </a:lnTo>
                <a:lnTo>
                  <a:pt x="12090" y="32639"/>
                </a:lnTo>
                <a:lnTo>
                  <a:pt x="12331" y="32512"/>
                </a:lnTo>
                <a:lnTo>
                  <a:pt x="12928" y="32385"/>
                </a:lnTo>
                <a:lnTo>
                  <a:pt x="13208" y="32258"/>
                </a:lnTo>
                <a:lnTo>
                  <a:pt x="12788" y="32512"/>
                </a:lnTo>
                <a:lnTo>
                  <a:pt x="12496" y="32639"/>
                </a:lnTo>
                <a:lnTo>
                  <a:pt x="12623" y="32639"/>
                </a:lnTo>
                <a:lnTo>
                  <a:pt x="12611" y="32893"/>
                </a:lnTo>
                <a:lnTo>
                  <a:pt x="12598" y="33020"/>
                </a:lnTo>
                <a:lnTo>
                  <a:pt x="12496" y="37719"/>
                </a:lnTo>
                <a:lnTo>
                  <a:pt x="12369" y="39624"/>
                </a:lnTo>
                <a:lnTo>
                  <a:pt x="20231" y="39624"/>
                </a:lnTo>
                <a:lnTo>
                  <a:pt x="20358" y="39497"/>
                </a:lnTo>
                <a:lnTo>
                  <a:pt x="20447" y="39370"/>
                </a:lnTo>
                <a:lnTo>
                  <a:pt x="20104" y="39497"/>
                </a:lnTo>
                <a:lnTo>
                  <a:pt x="20091" y="39243"/>
                </a:lnTo>
                <a:lnTo>
                  <a:pt x="20104" y="39116"/>
                </a:lnTo>
                <a:lnTo>
                  <a:pt x="20040" y="37465"/>
                </a:lnTo>
                <a:lnTo>
                  <a:pt x="18808" y="37465"/>
                </a:lnTo>
                <a:lnTo>
                  <a:pt x="18935" y="37084"/>
                </a:lnTo>
                <a:lnTo>
                  <a:pt x="20078" y="37084"/>
                </a:lnTo>
                <a:lnTo>
                  <a:pt x="20040" y="36576"/>
                </a:lnTo>
                <a:lnTo>
                  <a:pt x="19837" y="36576"/>
                </a:lnTo>
                <a:lnTo>
                  <a:pt x="19977" y="36322"/>
                </a:lnTo>
                <a:lnTo>
                  <a:pt x="20154" y="36195"/>
                </a:lnTo>
                <a:lnTo>
                  <a:pt x="20218" y="35687"/>
                </a:lnTo>
                <a:lnTo>
                  <a:pt x="20243" y="35560"/>
                </a:lnTo>
                <a:lnTo>
                  <a:pt x="20269" y="35179"/>
                </a:lnTo>
                <a:lnTo>
                  <a:pt x="20129" y="34798"/>
                </a:lnTo>
                <a:lnTo>
                  <a:pt x="19977" y="34544"/>
                </a:lnTo>
                <a:lnTo>
                  <a:pt x="19596" y="34798"/>
                </a:lnTo>
                <a:lnTo>
                  <a:pt x="19291" y="34925"/>
                </a:lnTo>
                <a:lnTo>
                  <a:pt x="19126" y="35052"/>
                </a:lnTo>
                <a:lnTo>
                  <a:pt x="19088" y="35179"/>
                </a:lnTo>
                <a:lnTo>
                  <a:pt x="19113" y="35052"/>
                </a:lnTo>
                <a:lnTo>
                  <a:pt x="19050" y="35306"/>
                </a:lnTo>
                <a:lnTo>
                  <a:pt x="18923" y="35509"/>
                </a:lnTo>
                <a:lnTo>
                  <a:pt x="18910" y="35306"/>
                </a:lnTo>
                <a:lnTo>
                  <a:pt x="19050" y="35306"/>
                </a:lnTo>
                <a:lnTo>
                  <a:pt x="19050" y="35102"/>
                </a:lnTo>
                <a:lnTo>
                  <a:pt x="18897" y="35179"/>
                </a:lnTo>
                <a:lnTo>
                  <a:pt x="18897" y="35560"/>
                </a:lnTo>
                <a:lnTo>
                  <a:pt x="18732" y="35687"/>
                </a:lnTo>
                <a:lnTo>
                  <a:pt x="18719" y="35560"/>
                </a:lnTo>
                <a:lnTo>
                  <a:pt x="18897" y="35560"/>
                </a:lnTo>
                <a:lnTo>
                  <a:pt x="18897" y="35179"/>
                </a:lnTo>
                <a:lnTo>
                  <a:pt x="18694" y="35179"/>
                </a:lnTo>
                <a:lnTo>
                  <a:pt x="18846" y="35052"/>
                </a:lnTo>
                <a:lnTo>
                  <a:pt x="19113" y="35052"/>
                </a:lnTo>
                <a:lnTo>
                  <a:pt x="19024" y="34925"/>
                </a:lnTo>
                <a:lnTo>
                  <a:pt x="18719" y="34925"/>
                </a:lnTo>
                <a:lnTo>
                  <a:pt x="18770" y="34798"/>
                </a:lnTo>
                <a:lnTo>
                  <a:pt x="18592" y="34925"/>
                </a:lnTo>
                <a:lnTo>
                  <a:pt x="18592" y="34798"/>
                </a:lnTo>
                <a:lnTo>
                  <a:pt x="18770" y="34798"/>
                </a:lnTo>
                <a:lnTo>
                  <a:pt x="18859" y="34645"/>
                </a:lnTo>
                <a:lnTo>
                  <a:pt x="18935" y="34798"/>
                </a:lnTo>
                <a:lnTo>
                  <a:pt x="19024" y="34925"/>
                </a:lnTo>
                <a:lnTo>
                  <a:pt x="19265" y="34925"/>
                </a:lnTo>
                <a:lnTo>
                  <a:pt x="19329" y="34798"/>
                </a:lnTo>
                <a:lnTo>
                  <a:pt x="19189" y="34798"/>
                </a:lnTo>
                <a:lnTo>
                  <a:pt x="19253" y="34632"/>
                </a:lnTo>
                <a:lnTo>
                  <a:pt x="18859" y="34544"/>
                </a:lnTo>
                <a:lnTo>
                  <a:pt x="18211" y="34544"/>
                </a:lnTo>
                <a:lnTo>
                  <a:pt x="18275" y="34798"/>
                </a:lnTo>
                <a:lnTo>
                  <a:pt x="17995" y="34798"/>
                </a:lnTo>
                <a:lnTo>
                  <a:pt x="17957" y="34925"/>
                </a:lnTo>
                <a:lnTo>
                  <a:pt x="17919" y="34798"/>
                </a:lnTo>
                <a:lnTo>
                  <a:pt x="17856" y="34544"/>
                </a:lnTo>
                <a:lnTo>
                  <a:pt x="17716" y="34798"/>
                </a:lnTo>
                <a:lnTo>
                  <a:pt x="17780" y="34417"/>
                </a:lnTo>
                <a:lnTo>
                  <a:pt x="18186" y="34417"/>
                </a:lnTo>
                <a:lnTo>
                  <a:pt x="18313" y="34417"/>
                </a:lnTo>
                <a:lnTo>
                  <a:pt x="18376" y="33401"/>
                </a:lnTo>
                <a:lnTo>
                  <a:pt x="18453" y="33274"/>
                </a:lnTo>
                <a:lnTo>
                  <a:pt x="18719" y="33401"/>
                </a:lnTo>
                <a:lnTo>
                  <a:pt x="18732" y="33274"/>
                </a:lnTo>
                <a:lnTo>
                  <a:pt x="18745" y="33020"/>
                </a:lnTo>
                <a:lnTo>
                  <a:pt x="18961" y="33020"/>
                </a:lnTo>
                <a:lnTo>
                  <a:pt x="19062" y="32893"/>
                </a:lnTo>
                <a:lnTo>
                  <a:pt x="19278" y="32639"/>
                </a:lnTo>
                <a:lnTo>
                  <a:pt x="19304" y="32893"/>
                </a:lnTo>
                <a:lnTo>
                  <a:pt x="19773" y="32893"/>
                </a:lnTo>
                <a:lnTo>
                  <a:pt x="19685" y="32385"/>
                </a:lnTo>
                <a:lnTo>
                  <a:pt x="19215" y="32385"/>
                </a:lnTo>
                <a:lnTo>
                  <a:pt x="19494" y="32258"/>
                </a:lnTo>
                <a:lnTo>
                  <a:pt x="19735" y="32258"/>
                </a:lnTo>
                <a:lnTo>
                  <a:pt x="19799" y="32131"/>
                </a:lnTo>
                <a:lnTo>
                  <a:pt x="17995" y="32131"/>
                </a:lnTo>
                <a:lnTo>
                  <a:pt x="17665" y="32004"/>
                </a:lnTo>
                <a:lnTo>
                  <a:pt x="17538" y="32131"/>
                </a:lnTo>
                <a:lnTo>
                  <a:pt x="17322" y="32004"/>
                </a:lnTo>
                <a:lnTo>
                  <a:pt x="17665" y="32004"/>
                </a:lnTo>
                <a:lnTo>
                  <a:pt x="18503" y="32004"/>
                </a:lnTo>
                <a:lnTo>
                  <a:pt x="18415" y="31877"/>
                </a:lnTo>
                <a:lnTo>
                  <a:pt x="18351" y="31737"/>
                </a:lnTo>
                <a:lnTo>
                  <a:pt x="19138" y="31623"/>
                </a:lnTo>
                <a:lnTo>
                  <a:pt x="19354" y="31496"/>
                </a:lnTo>
                <a:lnTo>
                  <a:pt x="19405" y="31750"/>
                </a:lnTo>
                <a:lnTo>
                  <a:pt x="19519" y="31623"/>
                </a:lnTo>
                <a:lnTo>
                  <a:pt x="19634" y="31496"/>
                </a:lnTo>
                <a:lnTo>
                  <a:pt x="19634" y="31750"/>
                </a:lnTo>
                <a:lnTo>
                  <a:pt x="19786" y="31623"/>
                </a:lnTo>
                <a:lnTo>
                  <a:pt x="19799" y="31496"/>
                </a:lnTo>
                <a:lnTo>
                  <a:pt x="19812" y="31369"/>
                </a:lnTo>
                <a:lnTo>
                  <a:pt x="20015" y="31496"/>
                </a:lnTo>
                <a:lnTo>
                  <a:pt x="20040" y="31623"/>
                </a:lnTo>
                <a:lnTo>
                  <a:pt x="20396" y="31623"/>
                </a:lnTo>
                <a:lnTo>
                  <a:pt x="20434" y="31496"/>
                </a:lnTo>
                <a:lnTo>
                  <a:pt x="20269" y="31496"/>
                </a:lnTo>
                <a:lnTo>
                  <a:pt x="21183" y="31369"/>
                </a:lnTo>
                <a:lnTo>
                  <a:pt x="21844" y="31242"/>
                </a:lnTo>
                <a:close/>
              </a:path>
              <a:path w="49530" h="40005">
                <a:moveTo>
                  <a:pt x="21907" y="22479"/>
                </a:moveTo>
                <a:lnTo>
                  <a:pt x="21678" y="22479"/>
                </a:lnTo>
                <a:lnTo>
                  <a:pt x="21564" y="22098"/>
                </a:lnTo>
                <a:lnTo>
                  <a:pt x="21488" y="21971"/>
                </a:lnTo>
                <a:lnTo>
                  <a:pt x="21424" y="21844"/>
                </a:lnTo>
                <a:lnTo>
                  <a:pt x="21196" y="21717"/>
                </a:lnTo>
                <a:lnTo>
                  <a:pt x="21094" y="21082"/>
                </a:lnTo>
                <a:lnTo>
                  <a:pt x="21005" y="20828"/>
                </a:lnTo>
                <a:lnTo>
                  <a:pt x="20916" y="20574"/>
                </a:lnTo>
                <a:lnTo>
                  <a:pt x="20840" y="20447"/>
                </a:lnTo>
                <a:lnTo>
                  <a:pt x="20777" y="20320"/>
                </a:lnTo>
                <a:lnTo>
                  <a:pt x="20726" y="22225"/>
                </a:lnTo>
                <a:lnTo>
                  <a:pt x="20396" y="22377"/>
                </a:lnTo>
                <a:lnTo>
                  <a:pt x="20078" y="22098"/>
                </a:lnTo>
                <a:lnTo>
                  <a:pt x="19862" y="21971"/>
                </a:lnTo>
                <a:lnTo>
                  <a:pt x="19812" y="21717"/>
                </a:lnTo>
                <a:lnTo>
                  <a:pt x="19392" y="21590"/>
                </a:lnTo>
                <a:lnTo>
                  <a:pt x="19164" y="21463"/>
                </a:lnTo>
                <a:lnTo>
                  <a:pt x="19227" y="21336"/>
                </a:lnTo>
                <a:lnTo>
                  <a:pt x="19304" y="21209"/>
                </a:lnTo>
                <a:lnTo>
                  <a:pt x="19164" y="21209"/>
                </a:lnTo>
                <a:lnTo>
                  <a:pt x="19164" y="20955"/>
                </a:lnTo>
                <a:lnTo>
                  <a:pt x="19494" y="20828"/>
                </a:lnTo>
                <a:lnTo>
                  <a:pt x="19723" y="20955"/>
                </a:lnTo>
                <a:lnTo>
                  <a:pt x="20053" y="21082"/>
                </a:lnTo>
                <a:lnTo>
                  <a:pt x="20116" y="21209"/>
                </a:lnTo>
                <a:lnTo>
                  <a:pt x="20231" y="21463"/>
                </a:lnTo>
                <a:lnTo>
                  <a:pt x="20510" y="21717"/>
                </a:lnTo>
                <a:lnTo>
                  <a:pt x="20396" y="21209"/>
                </a:lnTo>
                <a:lnTo>
                  <a:pt x="20307" y="20955"/>
                </a:lnTo>
                <a:lnTo>
                  <a:pt x="20256" y="20828"/>
                </a:lnTo>
                <a:lnTo>
                  <a:pt x="19494" y="20701"/>
                </a:lnTo>
                <a:lnTo>
                  <a:pt x="18542" y="19939"/>
                </a:lnTo>
                <a:lnTo>
                  <a:pt x="18630" y="19685"/>
                </a:lnTo>
                <a:lnTo>
                  <a:pt x="18681" y="19558"/>
                </a:lnTo>
                <a:lnTo>
                  <a:pt x="18935" y="19558"/>
                </a:lnTo>
                <a:lnTo>
                  <a:pt x="18935" y="19431"/>
                </a:lnTo>
                <a:lnTo>
                  <a:pt x="19037" y="19558"/>
                </a:lnTo>
                <a:lnTo>
                  <a:pt x="19177" y="19431"/>
                </a:lnTo>
                <a:lnTo>
                  <a:pt x="19240" y="19558"/>
                </a:lnTo>
                <a:lnTo>
                  <a:pt x="19316" y="19685"/>
                </a:lnTo>
                <a:lnTo>
                  <a:pt x="19672" y="19939"/>
                </a:lnTo>
                <a:lnTo>
                  <a:pt x="19710" y="20066"/>
                </a:lnTo>
                <a:lnTo>
                  <a:pt x="19913" y="19939"/>
                </a:lnTo>
                <a:lnTo>
                  <a:pt x="19761" y="19837"/>
                </a:lnTo>
                <a:lnTo>
                  <a:pt x="19875" y="19685"/>
                </a:lnTo>
                <a:lnTo>
                  <a:pt x="19989" y="19939"/>
                </a:lnTo>
                <a:lnTo>
                  <a:pt x="20104" y="20066"/>
                </a:lnTo>
                <a:lnTo>
                  <a:pt x="20205" y="20193"/>
                </a:lnTo>
                <a:lnTo>
                  <a:pt x="20269" y="20320"/>
                </a:lnTo>
                <a:lnTo>
                  <a:pt x="20332" y="20447"/>
                </a:lnTo>
                <a:lnTo>
                  <a:pt x="20459" y="20701"/>
                </a:lnTo>
                <a:lnTo>
                  <a:pt x="20548" y="21082"/>
                </a:lnTo>
                <a:lnTo>
                  <a:pt x="20662" y="21209"/>
                </a:lnTo>
                <a:lnTo>
                  <a:pt x="20726" y="22225"/>
                </a:lnTo>
                <a:lnTo>
                  <a:pt x="20726" y="20243"/>
                </a:lnTo>
                <a:lnTo>
                  <a:pt x="20624" y="20066"/>
                </a:lnTo>
                <a:lnTo>
                  <a:pt x="20548" y="19939"/>
                </a:lnTo>
                <a:lnTo>
                  <a:pt x="20485" y="19812"/>
                </a:lnTo>
                <a:lnTo>
                  <a:pt x="20408" y="19685"/>
                </a:lnTo>
                <a:lnTo>
                  <a:pt x="20332" y="19558"/>
                </a:lnTo>
                <a:lnTo>
                  <a:pt x="20269" y="19431"/>
                </a:lnTo>
                <a:lnTo>
                  <a:pt x="20193" y="19304"/>
                </a:lnTo>
                <a:lnTo>
                  <a:pt x="19583" y="18796"/>
                </a:lnTo>
                <a:lnTo>
                  <a:pt x="18796" y="18796"/>
                </a:lnTo>
                <a:lnTo>
                  <a:pt x="18592" y="18923"/>
                </a:lnTo>
                <a:lnTo>
                  <a:pt x="18427" y="18923"/>
                </a:lnTo>
                <a:lnTo>
                  <a:pt x="18376" y="19050"/>
                </a:lnTo>
                <a:lnTo>
                  <a:pt x="18275" y="19304"/>
                </a:lnTo>
                <a:lnTo>
                  <a:pt x="18224" y="19431"/>
                </a:lnTo>
                <a:lnTo>
                  <a:pt x="17881" y="19431"/>
                </a:lnTo>
                <a:lnTo>
                  <a:pt x="17818" y="19304"/>
                </a:lnTo>
                <a:lnTo>
                  <a:pt x="17716" y="18923"/>
                </a:lnTo>
                <a:lnTo>
                  <a:pt x="17691" y="18796"/>
                </a:lnTo>
                <a:lnTo>
                  <a:pt x="16344" y="18796"/>
                </a:lnTo>
                <a:lnTo>
                  <a:pt x="15659" y="18796"/>
                </a:lnTo>
                <a:lnTo>
                  <a:pt x="15659" y="24003"/>
                </a:lnTo>
                <a:lnTo>
                  <a:pt x="15138" y="24003"/>
                </a:lnTo>
                <a:lnTo>
                  <a:pt x="15113" y="23876"/>
                </a:lnTo>
                <a:lnTo>
                  <a:pt x="15062" y="23495"/>
                </a:lnTo>
                <a:lnTo>
                  <a:pt x="15468" y="23495"/>
                </a:lnTo>
                <a:lnTo>
                  <a:pt x="15252" y="23622"/>
                </a:lnTo>
                <a:lnTo>
                  <a:pt x="15544" y="23749"/>
                </a:lnTo>
                <a:lnTo>
                  <a:pt x="15659" y="24003"/>
                </a:lnTo>
                <a:lnTo>
                  <a:pt x="15659" y="18796"/>
                </a:lnTo>
                <a:lnTo>
                  <a:pt x="13893" y="18796"/>
                </a:lnTo>
                <a:lnTo>
                  <a:pt x="13919" y="18923"/>
                </a:lnTo>
                <a:lnTo>
                  <a:pt x="13855" y="18796"/>
                </a:lnTo>
                <a:lnTo>
                  <a:pt x="11988" y="18796"/>
                </a:lnTo>
                <a:lnTo>
                  <a:pt x="11861" y="19685"/>
                </a:lnTo>
                <a:lnTo>
                  <a:pt x="11785" y="19812"/>
                </a:lnTo>
                <a:lnTo>
                  <a:pt x="11633" y="19812"/>
                </a:lnTo>
                <a:lnTo>
                  <a:pt x="11658" y="20193"/>
                </a:lnTo>
                <a:lnTo>
                  <a:pt x="11366" y="20320"/>
                </a:lnTo>
                <a:lnTo>
                  <a:pt x="10604" y="20447"/>
                </a:lnTo>
                <a:lnTo>
                  <a:pt x="10642" y="20574"/>
                </a:lnTo>
                <a:lnTo>
                  <a:pt x="10744" y="20955"/>
                </a:lnTo>
                <a:lnTo>
                  <a:pt x="10845" y="21336"/>
                </a:lnTo>
                <a:lnTo>
                  <a:pt x="10960" y="21717"/>
                </a:lnTo>
                <a:lnTo>
                  <a:pt x="11087" y="22098"/>
                </a:lnTo>
                <a:lnTo>
                  <a:pt x="11176" y="22479"/>
                </a:lnTo>
                <a:lnTo>
                  <a:pt x="11264" y="23495"/>
                </a:lnTo>
                <a:lnTo>
                  <a:pt x="10985" y="23495"/>
                </a:lnTo>
                <a:lnTo>
                  <a:pt x="10312" y="23749"/>
                </a:lnTo>
                <a:lnTo>
                  <a:pt x="9334" y="24003"/>
                </a:lnTo>
                <a:lnTo>
                  <a:pt x="9334" y="24257"/>
                </a:lnTo>
                <a:lnTo>
                  <a:pt x="10109" y="24257"/>
                </a:lnTo>
                <a:lnTo>
                  <a:pt x="10541" y="24130"/>
                </a:lnTo>
                <a:lnTo>
                  <a:pt x="10541" y="24003"/>
                </a:lnTo>
                <a:lnTo>
                  <a:pt x="10744" y="24130"/>
                </a:lnTo>
                <a:lnTo>
                  <a:pt x="10896" y="24003"/>
                </a:lnTo>
                <a:lnTo>
                  <a:pt x="11061" y="23876"/>
                </a:lnTo>
                <a:lnTo>
                  <a:pt x="11645" y="23876"/>
                </a:lnTo>
                <a:lnTo>
                  <a:pt x="11734" y="24003"/>
                </a:lnTo>
                <a:lnTo>
                  <a:pt x="11811" y="24130"/>
                </a:lnTo>
                <a:lnTo>
                  <a:pt x="11899" y="24257"/>
                </a:lnTo>
                <a:lnTo>
                  <a:pt x="16281" y="24257"/>
                </a:lnTo>
                <a:lnTo>
                  <a:pt x="16395" y="24003"/>
                </a:lnTo>
                <a:lnTo>
                  <a:pt x="16433" y="23876"/>
                </a:lnTo>
                <a:lnTo>
                  <a:pt x="16484" y="24257"/>
                </a:lnTo>
                <a:lnTo>
                  <a:pt x="16687" y="24257"/>
                </a:lnTo>
                <a:lnTo>
                  <a:pt x="16675" y="24130"/>
                </a:lnTo>
                <a:lnTo>
                  <a:pt x="16878" y="24130"/>
                </a:lnTo>
                <a:lnTo>
                  <a:pt x="16852" y="24257"/>
                </a:lnTo>
                <a:lnTo>
                  <a:pt x="16687" y="24257"/>
                </a:lnTo>
                <a:lnTo>
                  <a:pt x="16687" y="24384"/>
                </a:lnTo>
                <a:lnTo>
                  <a:pt x="17894" y="24384"/>
                </a:lnTo>
                <a:lnTo>
                  <a:pt x="17919" y="24257"/>
                </a:lnTo>
                <a:lnTo>
                  <a:pt x="17145" y="24257"/>
                </a:lnTo>
                <a:lnTo>
                  <a:pt x="17195" y="24130"/>
                </a:lnTo>
                <a:lnTo>
                  <a:pt x="17246" y="24003"/>
                </a:lnTo>
                <a:lnTo>
                  <a:pt x="17424" y="24130"/>
                </a:lnTo>
                <a:lnTo>
                  <a:pt x="17462" y="24003"/>
                </a:lnTo>
                <a:lnTo>
                  <a:pt x="17487" y="23876"/>
                </a:lnTo>
                <a:lnTo>
                  <a:pt x="17526" y="23622"/>
                </a:lnTo>
                <a:lnTo>
                  <a:pt x="17602" y="23876"/>
                </a:lnTo>
                <a:lnTo>
                  <a:pt x="17932" y="24003"/>
                </a:lnTo>
                <a:lnTo>
                  <a:pt x="17907" y="23622"/>
                </a:lnTo>
                <a:lnTo>
                  <a:pt x="17894" y="23495"/>
                </a:lnTo>
                <a:lnTo>
                  <a:pt x="18122" y="23495"/>
                </a:lnTo>
                <a:lnTo>
                  <a:pt x="18415" y="23495"/>
                </a:lnTo>
                <a:lnTo>
                  <a:pt x="19380" y="23495"/>
                </a:lnTo>
                <a:lnTo>
                  <a:pt x="19380" y="23241"/>
                </a:lnTo>
                <a:lnTo>
                  <a:pt x="18732" y="23241"/>
                </a:lnTo>
                <a:lnTo>
                  <a:pt x="18415" y="23380"/>
                </a:lnTo>
                <a:lnTo>
                  <a:pt x="18440" y="23114"/>
                </a:lnTo>
                <a:lnTo>
                  <a:pt x="18770" y="23114"/>
                </a:lnTo>
                <a:lnTo>
                  <a:pt x="18732" y="22987"/>
                </a:lnTo>
                <a:lnTo>
                  <a:pt x="19240" y="22606"/>
                </a:lnTo>
                <a:lnTo>
                  <a:pt x="19291" y="22733"/>
                </a:lnTo>
                <a:lnTo>
                  <a:pt x="19392" y="22987"/>
                </a:lnTo>
                <a:lnTo>
                  <a:pt x="19723" y="22987"/>
                </a:lnTo>
                <a:lnTo>
                  <a:pt x="19761" y="22606"/>
                </a:lnTo>
                <a:lnTo>
                  <a:pt x="19773" y="22479"/>
                </a:lnTo>
                <a:lnTo>
                  <a:pt x="20167" y="22479"/>
                </a:lnTo>
                <a:lnTo>
                  <a:pt x="20358" y="22479"/>
                </a:lnTo>
                <a:lnTo>
                  <a:pt x="20447" y="22606"/>
                </a:lnTo>
                <a:lnTo>
                  <a:pt x="20535" y="22733"/>
                </a:lnTo>
                <a:lnTo>
                  <a:pt x="20612" y="22606"/>
                </a:lnTo>
                <a:lnTo>
                  <a:pt x="20574" y="22987"/>
                </a:lnTo>
                <a:lnTo>
                  <a:pt x="20840" y="22987"/>
                </a:lnTo>
                <a:lnTo>
                  <a:pt x="20904" y="22606"/>
                </a:lnTo>
                <a:lnTo>
                  <a:pt x="21170" y="22479"/>
                </a:lnTo>
                <a:lnTo>
                  <a:pt x="21234" y="22606"/>
                </a:lnTo>
                <a:lnTo>
                  <a:pt x="21310" y="22733"/>
                </a:lnTo>
                <a:lnTo>
                  <a:pt x="21463" y="22606"/>
                </a:lnTo>
                <a:lnTo>
                  <a:pt x="21729" y="22606"/>
                </a:lnTo>
                <a:lnTo>
                  <a:pt x="21780" y="22733"/>
                </a:lnTo>
                <a:lnTo>
                  <a:pt x="21907" y="22733"/>
                </a:lnTo>
                <a:lnTo>
                  <a:pt x="21907" y="22606"/>
                </a:lnTo>
                <a:lnTo>
                  <a:pt x="21907" y="22479"/>
                </a:lnTo>
                <a:close/>
              </a:path>
              <a:path w="49530" h="40005">
                <a:moveTo>
                  <a:pt x="21958" y="18161"/>
                </a:moveTo>
                <a:lnTo>
                  <a:pt x="20866" y="18161"/>
                </a:lnTo>
                <a:lnTo>
                  <a:pt x="20662" y="18288"/>
                </a:lnTo>
                <a:lnTo>
                  <a:pt x="21945" y="18288"/>
                </a:lnTo>
                <a:lnTo>
                  <a:pt x="21958" y="18161"/>
                </a:lnTo>
                <a:close/>
              </a:path>
              <a:path w="49530" h="40005">
                <a:moveTo>
                  <a:pt x="21958" y="9779"/>
                </a:moveTo>
                <a:lnTo>
                  <a:pt x="21805" y="9779"/>
                </a:lnTo>
                <a:lnTo>
                  <a:pt x="21805" y="10541"/>
                </a:lnTo>
                <a:lnTo>
                  <a:pt x="21932" y="10287"/>
                </a:lnTo>
                <a:lnTo>
                  <a:pt x="21958" y="9779"/>
                </a:lnTo>
                <a:close/>
              </a:path>
              <a:path w="49530" h="40005">
                <a:moveTo>
                  <a:pt x="21971" y="36322"/>
                </a:moveTo>
                <a:lnTo>
                  <a:pt x="21932" y="36144"/>
                </a:lnTo>
                <a:lnTo>
                  <a:pt x="21856" y="36322"/>
                </a:lnTo>
                <a:close/>
              </a:path>
              <a:path w="49530" h="40005">
                <a:moveTo>
                  <a:pt x="21996" y="39890"/>
                </a:moveTo>
                <a:lnTo>
                  <a:pt x="21932" y="39522"/>
                </a:lnTo>
                <a:lnTo>
                  <a:pt x="21932" y="39890"/>
                </a:lnTo>
                <a:close/>
              </a:path>
              <a:path w="49530" h="40005">
                <a:moveTo>
                  <a:pt x="22047" y="7874"/>
                </a:moveTo>
                <a:lnTo>
                  <a:pt x="21793" y="7874"/>
                </a:lnTo>
                <a:lnTo>
                  <a:pt x="21805" y="9525"/>
                </a:lnTo>
                <a:lnTo>
                  <a:pt x="21971" y="9525"/>
                </a:lnTo>
                <a:lnTo>
                  <a:pt x="22047" y="7874"/>
                </a:lnTo>
                <a:close/>
              </a:path>
              <a:path w="49530" h="40005">
                <a:moveTo>
                  <a:pt x="22098" y="34645"/>
                </a:moveTo>
                <a:lnTo>
                  <a:pt x="22059" y="34417"/>
                </a:lnTo>
                <a:lnTo>
                  <a:pt x="22059" y="34645"/>
                </a:lnTo>
                <a:close/>
              </a:path>
              <a:path w="49530" h="40005">
                <a:moveTo>
                  <a:pt x="22098" y="28575"/>
                </a:moveTo>
                <a:lnTo>
                  <a:pt x="20027" y="28575"/>
                </a:lnTo>
                <a:lnTo>
                  <a:pt x="20015" y="28702"/>
                </a:lnTo>
                <a:lnTo>
                  <a:pt x="22059" y="28702"/>
                </a:lnTo>
                <a:lnTo>
                  <a:pt x="22098" y="28575"/>
                </a:lnTo>
                <a:close/>
              </a:path>
              <a:path w="49530" h="40005">
                <a:moveTo>
                  <a:pt x="22148" y="12954"/>
                </a:moveTo>
                <a:close/>
              </a:path>
              <a:path w="49530" h="40005">
                <a:moveTo>
                  <a:pt x="22288" y="28575"/>
                </a:moveTo>
                <a:lnTo>
                  <a:pt x="22225" y="28448"/>
                </a:lnTo>
                <a:lnTo>
                  <a:pt x="22098" y="28575"/>
                </a:lnTo>
                <a:lnTo>
                  <a:pt x="22288" y="28575"/>
                </a:lnTo>
                <a:close/>
              </a:path>
              <a:path w="49530" h="40005">
                <a:moveTo>
                  <a:pt x="22288" y="27432"/>
                </a:moveTo>
                <a:lnTo>
                  <a:pt x="20078" y="27432"/>
                </a:lnTo>
                <a:lnTo>
                  <a:pt x="20066" y="27559"/>
                </a:lnTo>
                <a:lnTo>
                  <a:pt x="22288" y="27559"/>
                </a:lnTo>
                <a:lnTo>
                  <a:pt x="22288" y="27432"/>
                </a:lnTo>
                <a:close/>
              </a:path>
              <a:path w="49530" h="40005">
                <a:moveTo>
                  <a:pt x="22288" y="26797"/>
                </a:moveTo>
                <a:lnTo>
                  <a:pt x="20154" y="26797"/>
                </a:lnTo>
                <a:lnTo>
                  <a:pt x="20091" y="27305"/>
                </a:lnTo>
                <a:lnTo>
                  <a:pt x="22288" y="27305"/>
                </a:lnTo>
                <a:lnTo>
                  <a:pt x="22288" y="26797"/>
                </a:lnTo>
                <a:close/>
              </a:path>
              <a:path w="49530" h="40005">
                <a:moveTo>
                  <a:pt x="22288" y="25146"/>
                </a:moveTo>
                <a:lnTo>
                  <a:pt x="20624" y="25146"/>
                </a:lnTo>
                <a:lnTo>
                  <a:pt x="20523" y="25400"/>
                </a:lnTo>
                <a:lnTo>
                  <a:pt x="22288" y="25400"/>
                </a:lnTo>
                <a:lnTo>
                  <a:pt x="22288" y="25146"/>
                </a:lnTo>
                <a:close/>
              </a:path>
              <a:path w="49530" h="40005">
                <a:moveTo>
                  <a:pt x="22288" y="24257"/>
                </a:moveTo>
                <a:lnTo>
                  <a:pt x="20929" y="24257"/>
                </a:lnTo>
                <a:lnTo>
                  <a:pt x="20929" y="24384"/>
                </a:lnTo>
                <a:lnTo>
                  <a:pt x="22288" y="24384"/>
                </a:lnTo>
                <a:lnTo>
                  <a:pt x="22288" y="24257"/>
                </a:lnTo>
                <a:close/>
              </a:path>
              <a:path w="49530" h="40005">
                <a:moveTo>
                  <a:pt x="22288" y="23749"/>
                </a:moveTo>
                <a:lnTo>
                  <a:pt x="21450" y="23749"/>
                </a:lnTo>
                <a:lnTo>
                  <a:pt x="21399" y="23876"/>
                </a:lnTo>
                <a:lnTo>
                  <a:pt x="22288" y="23876"/>
                </a:lnTo>
                <a:lnTo>
                  <a:pt x="22288" y="23749"/>
                </a:lnTo>
                <a:close/>
              </a:path>
              <a:path w="49530" h="40005">
                <a:moveTo>
                  <a:pt x="22288" y="22987"/>
                </a:moveTo>
                <a:lnTo>
                  <a:pt x="20840" y="22987"/>
                </a:lnTo>
                <a:lnTo>
                  <a:pt x="20815" y="23114"/>
                </a:lnTo>
                <a:lnTo>
                  <a:pt x="22288" y="23114"/>
                </a:lnTo>
                <a:lnTo>
                  <a:pt x="22288" y="22987"/>
                </a:lnTo>
                <a:close/>
              </a:path>
              <a:path w="49530" h="40005">
                <a:moveTo>
                  <a:pt x="22313" y="35725"/>
                </a:moveTo>
                <a:lnTo>
                  <a:pt x="22174" y="35699"/>
                </a:lnTo>
                <a:lnTo>
                  <a:pt x="22275" y="35877"/>
                </a:lnTo>
                <a:lnTo>
                  <a:pt x="22313" y="35725"/>
                </a:lnTo>
                <a:close/>
              </a:path>
              <a:path w="49530" h="40005">
                <a:moveTo>
                  <a:pt x="22390" y="23495"/>
                </a:moveTo>
                <a:lnTo>
                  <a:pt x="22123" y="23241"/>
                </a:lnTo>
                <a:lnTo>
                  <a:pt x="21005" y="23241"/>
                </a:lnTo>
                <a:lnTo>
                  <a:pt x="22390" y="23495"/>
                </a:lnTo>
                <a:close/>
              </a:path>
              <a:path w="49530" h="40005">
                <a:moveTo>
                  <a:pt x="22402" y="24638"/>
                </a:moveTo>
                <a:lnTo>
                  <a:pt x="20904" y="24638"/>
                </a:lnTo>
                <a:lnTo>
                  <a:pt x="20637" y="24892"/>
                </a:lnTo>
                <a:lnTo>
                  <a:pt x="22288" y="24892"/>
                </a:lnTo>
                <a:lnTo>
                  <a:pt x="22402" y="24638"/>
                </a:lnTo>
                <a:close/>
              </a:path>
              <a:path w="49530" h="40005">
                <a:moveTo>
                  <a:pt x="22428" y="27305"/>
                </a:moveTo>
                <a:lnTo>
                  <a:pt x="22288" y="27305"/>
                </a:lnTo>
                <a:lnTo>
                  <a:pt x="22288" y="27432"/>
                </a:lnTo>
                <a:lnTo>
                  <a:pt x="22428" y="27432"/>
                </a:lnTo>
                <a:lnTo>
                  <a:pt x="22428" y="27305"/>
                </a:lnTo>
                <a:close/>
              </a:path>
              <a:path w="49530" h="40005">
                <a:moveTo>
                  <a:pt x="22428" y="23114"/>
                </a:moveTo>
                <a:lnTo>
                  <a:pt x="22288" y="23114"/>
                </a:lnTo>
                <a:lnTo>
                  <a:pt x="22288" y="23241"/>
                </a:lnTo>
                <a:lnTo>
                  <a:pt x="22428" y="23114"/>
                </a:lnTo>
                <a:close/>
              </a:path>
              <a:path w="49530" h="40005">
                <a:moveTo>
                  <a:pt x="22466" y="23876"/>
                </a:moveTo>
                <a:lnTo>
                  <a:pt x="22288" y="23876"/>
                </a:lnTo>
                <a:lnTo>
                  <a:pt x="22288" y="24003"/>
                </a:lnTo>
                <a:lnTo>
                  <a:pt x="22440" y="24003"/>
                </a:lnTo>
                <a:lnTo>
                  <a:pt x="22466" y="23876"/>
                </a:lnTo>
                <a:close/>
              </a:path>
              <a:path w="49530" h="40005">
                <a:moveTo>
                  <a:pt x="22479" y="12700"/>
                </a:moveTo>
                <a:lnTo>
                  <a:pt x="22263" y="12700"/>
                </a:lnTo>
                <a:lnTo>
                  <a:pt x="22288" y="12852"/>
                </a:lnTo>
                <a:lnTo>
                  <a:pt x="22479" y="12700"/>
                </a:lnTo>
                <a:close/>
              </a:path>
              <a:path w="49530" h="40005">
                <a:moveTo>
                  <a:pt x="22491" y="25019"/>
                </a:moveTo>
                <a:lnTo>
                  <a:pt x="22466" y="24892"/>
                </a:lnTo>
                <a:lnTo>
                  <a:pt x="22288" y="24892"/>
                </a:lnTo>
                <a:lnTo>
                  <a:pt x="22288" y="25019"/>
                </a:lnTo>
                <a:lnTo>
                  <a:pt x="22491" y="25019"/>
                </a:lnTo>
                <a:close/>
              </a:path>
              <a:path w="49530" h="40005">
                <a:moveTo>
                  <a:pt x="22517" y="38773"/>
                </a:moveTo>
                <a:lnTo>
                  <a:pt x="22364" y="38760"/>
                </a:lnTo>
                <a:lnTo>
                  <a:pt x="22517" y="38925"/>
                </a:lnTo>
                <a:lnTo>
                  <a:pt x="22517" y="38773"/>
                </a:lnTo>
                <a:close/>
              </a:path>
              <a:path w="49530" h="40005">
                <a:moveTo>
                  <a:pt x="22529" y="23622"/>
                </a:moveTo>
                <a:lnTo>
                  <a:pt x="22288" y="23622"/>
                </a:lnTo>
                <a:lnTo>
                  <a:pt x="22288" y="23749"/>
                </a:lnTo>
                <a:lnTo>
                  <a:pt x="22504" y="23749"/>
                </a:lnTo>
                <a:lnTo>
                  <a:pt x="22529" y="23622"/>
                </a:lnTo>
                <a:close/>
              </a:path>
              <a:path w="49530" h="40005">
                <a:moveTo>
                  <a:pt x="22567" y="24384"/>
                </a:moveTo>
                <a:lnTo>
                  <a:pt x="22377" y="24384"/>
                </a:lnTo>
                <a:lnTo>
                  <a:pt x="22555" y="24511"/>
                </a:lnTo>
                <a:lnTo>
                  <a:pt x="22567" y="24384"/>
                </a:lnTo>
                <a:close/>
              </a:path>
              <a:path w="49530" h="40005">
                <a:moveTo>
                  <a:pt x="22593" y="24130"/>
                </a:moveTo>
                <a:lnTo>
                  <a:pt x="22288" y="24130"/>
                </a:lnTo>
                <a:lnTo>
                  <a:pt x="22288" y="24257"/>
                </a:lnTo>
                <a:lnTo>
                  <a:pt x="22580" y="24257"/>
                </a:lnTo>
                <a:lnTo>
                  <a:pt x="22593" y="24130"/>
                </a:lnTo>
                <a:close/>
              </a:path>
              <a:path w="49530" h="40005">
                <a:moveTo>
                  <a:pt x="22631" y="23876"/>
                </a:moveTo>
                <a:lnTo>
                  <a:pt x="22440" y="24003"/>
                </a:lnTo>
                <a:lnTo>
                  <a:pt x="22618" y="24003"/>
                </a:lnTo>
                <a:lnTo>
                  <a:pt x="22631" y="23876"/>
                </a:lnTo>
                <a:close/>
              </a:path>
              <a:path w="49530" h="40005">
                <a:moveTo>
                  <a:pt x="22644" y="28575"/>
                </a:moveTo>
                <a:lnTo>
                  <a:pt x="22580" y="28321"/>
                </a:lnTo>
                <a:lnTo>
                  <a:pt x="22453" y="28194"/>
                </a:lnTo>
                <a:lnTo>
                  <a:pt x="22428" y="27559"/>
                </a:lnTo>
                <a:lnTo>
                  <a:pt x="22288" y="27559"/>
                </a:lnTo>
                <a:lnTo>
                  <a:pt x="22288" y="28575"/>
                </a:lnTo>
                <a:lnTo>
                  <a:pt x="22644" y="28575"/>
                </a:lnTo>
                <a:close/>
              </a:path>
              <a:path w="49530" h="40005">
                <a:moveTo>
                  <a:pt x="22644" y="23749"/>
                </a:moveTo>
                <a:lnTo>
                  <a:pt x="22504" y="23749"/>
                </a:lnTo>
                <a:lnTo>
                  <a:pt x="22466" y="23876"/>
                </a:lnTo>
                <a:lnTo>
                  <a:pt x="22644" y="23749"/>
                </a:lnTo>
                <a:close/>
              </a:path>
              <a:path w="49530" h="40005">
                <a:moveTo>
                  <a:pt x="22656" y="20193"/>
                </a:moveTo>
                <a:lnTo>
                  <a:pt x="22288" y="20193"/>
                </a:lnTo>
                <a:lnTo>
                  <a:pt x="22288" y="21336"/>
                </a:lnTo>
                <a:lnTo>
                  <a:pt x="22453" y="21336"/>
                </a:lnTo>
                <a:lnTo>
                  <a:pt x="22580" y="21082"/>
                </a:lnTo>
                <a:lnTo>
                  <a:pt x="22656" y="20193"/>
                </a:lnTo>
                <a:close/>
              </a:path>
              <a:path w="49530" h="40005">
                <a:moveTo>
                  <a:pt x="22682" y="21717"/>
                </a:moveTo>
                <a:lnTo>
                  <a:pt x="22606" y="21590"/>
                </a:lnTo>
                <a:lnTo>
                  <a:pt x="22529" y="21463"/>
                </a:lnTo>
                <a:lnTo>
                  <a:pt x="22288" y="21463"/>
                </a:lnTo>
                <a:lnTo>
                  <a:pt x="22288" y="22987"/>
                </a:lnTo>
                <a:lnTo>
                  <a:pt x="22428" y="22987"/>
                </a:lnTo>
                <a:lnTo>
                  <a:pt x="22453" y="21844"/>
                </a:lnTo>
                <a:lnTo>
                  <a:pt x="22682" y="21717"/>
                </a:lnTo>
                <a:close/>
              </a:path>
              <a:path w="49530" h="40005">
                <a:moveTo>
                  <a:pt x="22682" y="19939"/>
                </a:moveTo>
                <a:lnTo>
                  <a:pt x="22288" y="19812"/>
                </a:lnTo>
                <a:lnTo>
                  <a:pt x="22288" y="20066"/>
                </a:lnTo>
                <a:lnTo>
                  <a:pt x="22669" y="20066"/>
                </a:lnTo>
                <a:lnTo>
                  <a:pt x="22682" y="19939"/>
                </a:lnTo>
                <a:close/>
              </a:path>
              <a:path w="49530" h="40005">
                <a:moveTo>
                  <a:pt x="22694" y="36690"/>
                </a:moveTo>
                <a:lnTo>
                  <a:pt x="22504" y="36550"/>
                </a:lnTo>
                <a:lnTo>
                  <a:pt x="22529" y="36868"/>
                </a:lnTo>
                <a:lnTo>
                  <a:pt x="22694" y="36690"/>
                </a:lnTo>
                <a:close/>
              </a:path>
              <a:path w="49530" h="40005">
                <a:moveTo>
                  <a:pt x="22758" y="12192"/>
                </a:moveTo>
                <a:lnTo>
                  <a:pt x="22440" y="11938"/>
                </a:lnTo>
                <a:lnTo>
                  <a:pt x="22402" y="12192"/>
                </a:lnTo>
                <a:lnTo>
                  <a:pt x="22758" y="12192"/>
                </a:lnTo>
                <a:close/>
              </a:path>
              <a:path w="49530" h="40005">
                <a:moveTo>
                  <a:pt x="22987" y="11760"/>
                </a:moveTo>
                <a:lnTo>
                  <a:pt x="22821" y="11684"/>
                </a:lnTo>
                <a:lnTo>
                  <a:pt x="22821" y="11938"/>
                </a:lnTo>
                <a:lnTo>
                  <a:pt x="22987" y="11760"/>
                </a:lnTo>
                <a:close/>
              </a:path>
              <a:path w="49530" h="40005">
                <a:moveTo>
                  <a:pt x="23152" y="37299"/>
                </a:moveTo>
                <a:lnTo>
                  <a:pt x="23088" y="37109"/>
                </a:lnTo>
                <a:lnTo>
                  <a:pt x="23152" y="37299"/>
                </a:lnTo>
                <a:close/>
              </a:path>
              <a:path w="49530" h="40005">
                <a:moveTo>
                  <a:pt x="23190" y="12446"/>
                </a:moveTo>
                <a:lnTo>
                  <a:pt x="22974" y="12446"/>
                </a:lnTo>
                <a:lnTo>
                  <a:pt x="22771" y="12700"/>
                </a:lnTo>
                <a:lnTo>
                  <a:pt x="22479" y="12700"/>
                </a:lnTo>
                <a:lnTo>
                  <a:pt x="22453" y="13030"/>
                </a:lnTo>
                <a:lnTo>
                  <a:pt x="23025" y="13081"/>
                </a:lnTo>
                <a:lnTo>
                  <a:pt x="23063" y="12954"/>
                </a:lnTo>
                <a:lnTo>
                  <a:pt x="23190" y="12446"/>
                </a:lnTo>
                <a:close/>
              </a:path>
              <a:path w="49530" h="40005">
                <a:moveTo>
                  <a:pt x="23215" y="571"/>
                </a:moveTo>
                <a:lnTo>
                  <a:pt x="23190" y="419"/>
                </a:lnTo>
                <a:lnTo>
                  <a:pt x="23139" y="571"/>
                </a:lnTo>
                <a:close/>
              </a:path>
              <a:path w="49530" h="40005">
                <a:moveTo>
                  <a:pt x="23266" y="8610"/>
                </a:moveTo>
                <a:lnTo>
                  <a:pt x="23190" y="8864"/>
                </a:lnTo>
                <a:lnTo>
                  <a:pt x="23266" y="8610"/>
                </a:lnTo>
                <a:close/>
              </a:path>
              <a:path w="49530" h="40005">
                <a:moveTo>
                  <a:pt x="23266" y="8521"/>
                </a:moveTo>
                <a:close/>
              </a:path>
              <a:path w="49530" h="40005">
                <a:moveTo>
                  <a:pt x="23291" y="36474"/>
                </a:moveTo>
                <a:lnTo>
                  <a:pt x="23164" y="36626"/>
                </a:lnTo>
                <a:lnTo>
                  <a:pt x="23291" y="36474"/>
                </a:lnTo>
                <a:close/>
              </a:path>
              <a:path w="49530" h="40005">
                <a:moveTo>
                  <a:pt x="23304" y="38061"/>
                </a:moveTo>
                <a:lnTo>
                  <a:pt x="23202" y="37858"/>
                </a:lnTo>
                <a:lnTo>
                  <a:pt x="23101" y="37985"/>
                </a:lnTo>
                <a:lnTo>
                  <a:pt x="23291" y="38176"/>
                </a:lnTo>
                <a:close/>
              </a:path>
              <a:path w="49530" h="40005">
                <a:moveTo>
                  <a:pt x="23469" y="39281"/>
                </a:moveTo>
                <a:lnTo>
                  <a:pt x="23342" y="39408"/>
                </a:lnTo>
                <a:lnTo>
                  <a:pt x="23469" y="39281"/>
                </a:lnTo>
                <a:close/>
              </a:path>
              <a:path w="49530" h="40005">
                <a:moveTo>
                  <a:pt x="23507" y="20066"/>
                </a:moveTo>
                <a:lnTo>
                  <a:pt x="22669" y="20066"/>
                </a:lnTo>
                <a:lnTo>
                  <a:pt x="22656" y="20193"/>
                </a:lnTo>
                <a:lnTo>
                  <a:pt x="23507" y="20193"/>
                </a:lnTo>
                <a:lnTo>
                  <a:pt x="23507" y="20066"/>
                </a:lnTo>
                <a:close/>
              </a:path>
              <a:path w="49530" h="40005">
                <a:moveTo>
                  <a:pt x="23533" y="21336"/>
                </a:moveTo>
                <a:lnTo>
                  <a:pt x="22453" y="21336"/>
                </a:lnTo>
                <a:lnTo>
                  <a:pt x="22529" y="21463"/>
                </a:lnTo>
                <a:lnTo>
                  <a:pt x="23533" y="21463"/>
                </a:lnTo>
                <a:lnTo>
                  <a:pt x="23533" y="21336"/>
                </a:lnTo>
                <a:close/>
              </a:path>
              <a:path w="49530" h="40005">
                <a:moveTo>
                  <a:pt x="23698" y="20066"/>
                </a:moveTo>
                <a:lnTo>
                  <a:pt x="23685" y="19558"/>
                </a:lnTo>
                <a:lnTo>
                  <a:pt x="23507" y="19685"/>
                </a:lnTo>
                <a:lnTo>
                  <a:pt x="23507" y="20066"/>
                </a:lnTo>
                <a:lnTo>
                  <a:pt x="23698" y="20066"/>
                </a:lnTo>
                <a:close/>
              </a:path>
              <a:path w="49530" h="40005">
                <a:moveTo>
                  <a:pt x="23710" y="23114"/>
                </a:moveTo>
                <a:lnTo>
                  <a:pt x="23698" y="22987"/>
                </a:lnTo>
                <a:lnTo>
                  <a:pt x="22428" y="22987"/>
                </a:lnTo>
                <a:lnTo>
                  <a:pt x="22428" y="23114"/>
                </a:lnTo>
                <a:lnTo>
                  <a:pt x="23710" y="23114"/>
                </a:lnTo>
                <a:close/>
              </a:path>
              <a:path w="49530" h="40005">
                <a:moveTo>
                  <a:pt x="23736" y="21336"/>
                </a:moveTo>
                <a:lnTo>
                  <a:pt x="23698" y="20193"/>
                </a:lnTo>
                <a:lnTo>
                  <a:pt x="23507" y="20193"/>
                </a:lnTo>
                <a:lnTo>
                  <a:pt x="23533" y="21336"/>
                </a:lnTo>
                <a:lnTo>
                  <a:pt x="23736" y="21336"/>
                </a:lnTo>
                <a:close/>
              </a:path>
              <a:path w="49530" h="40005">
                <a:moveTo>
                  <a:pt x="23774" y="23622"/>
                </a:moveTo>
                <a:lnTo>
                  <a:pt x="23761" y="23495"/>
                </a:lnTo>
                <a:lnTo>
                  <a:pt x="22390" y="23495"/>
                </a:lnTo>
                <a:lnTo>
                  <a:pt x="22529" y="23622"/>
                </a:lnTo>
                <a:lnTo>
                  <a:pt x="23774" y="23622"/>
                </a:lnTo>
                <a:close/>
              </a:path>
              <a:path w="49530" h="40005">
                <a:moveTo>
                  <a:pt x="23774" y="11684"/>
                </a:moveTo>
                <a:lnTo>
                  <a:pt x="23291" y="11684"/>
                </a:lnTo>
                <a:lnTo>
                  <a:pt x="23723" y="11430"/>
                </a:lnTo>
                <a:lnTo>
                  <a:pt x="20840" y="11430"/>
                </a:lnTo>
                <a:lnTo>
                  <a:pt x="20828" y="11684"/>
                </a:lnTo>
                <a:lnTo>
                  <a:pt x="22821" y="11684"/>
                </a:lnTo>
                <a:lnTo>
                  <a:pt x="23050" y="11684"/>
                </a:lnTo>
                <a:lnTo>
                  <a:pt x="22974" y="12446"/>
                </a:lnTo>
                <a:lnTo>
                  <a:pt x="23393" y="12192"/>
                </a:lnTo>
                <a:lnTo>
                  <a:pt x="23774" y="11684"/>
                </a:lnTo>
                <a:close/>
              </a:path>
              <a:path w="49530" h="40005">
                <a:moveTo>
                  <a:pt x="23787" y="24511"/>
                </a:moveTo>
                <a:lnTo>
                  <a:pt x="22555" y="24511"/>
                </a:lnTo>
                <a:lnTo>
                  <a:pt x="22390" y="24511"/>
                </a:lnTo>
                <a:lnTo>
                  <a:pt x="22402" y="24638"/>
                </a:lnTo>
                <a:lnTo>
                  <a:pt x="23787" y="24638"/>
                </a:lnTo>
                <a:lnTo>
                  <a:pt x="23787" y="24511"/>
                </a:lnTo>
                <a:close/>
              </a:path>
              <a:path w="49530" h="40005">
                <a:moveTo>
                  <a:pt x="23787" y="24003"/>
                </a:moveTo>
                <a:lnTo>
                  <a:pt x="22618" y="24003"/>
                </a:lnTo>
                <a:lnTo>
                  <a:pt x="22593" y="24130"/>
                </a:lnTo>
                <a:lnTo>
                  <a:pt x="23787" y="24130"/>
                </a:lnTo>
                <a:lnTo>
                  <a:pt x="23787" y="24003"/>
                </a:lnTo>
                <a:close/>
              </a:path>
              <a:path w="49530" h="40005">
                <a:moveTo>
                  <a:pt x="23787" y="23749"/>
                </a:moveTo>
                <a:lnTo>
                  <a:pt x="22644" y="23749"/>
                </a:lnTo>
                <a:lnTo>
                  <a:pt x="22631" y="23876"/>
                </a:lnTo>
                <a:lnTo>
                  <a:pt x="23787" y="23876"/>
                </a:lnTo>
                <a:lnTo>
                  <a:pt x="23787" y="23749"/>
                </a:lnTo>
                <a:close/>
              </a:path>
              <a:path w="49530" h="40005">
                <a:moveTo>
                  <a:pt x="23799" y="26162"/>
                </a:moveTo>
                <a:lnTo>
                  <a:pt x="22390" y="26162"/>
                </a:lnTo>
                <a:lnTo>
                  <a:pt x="22288" y="25654"/>
                </a:lnTo>
                <a:lnTo>
                  <a:pt x="20396" y="25654"/>
                </a:lnTo>
                <a:lnTo>
                  <a:pt x="20358" y="25781"/>
                </a:lnTo>
                <a:lnTo>
                  <a:pt x="20269" y="26035"/>
                </a:lnTo>
                <a:lnTo>
                  <a:pt x="20180" y="26670"/>
                </a:lnTo>
                <a:lnTo>
                  <a:pt x="22288" y="26670"/>
                </a:lnTo>
                <a:lnTo>
                  <a:pt x="22288" y="26289"/>
                </a:lnTo>
                <a:lnTo>
                  <a:pt x="22402" y="26670"/>
                </a:lnTo>
                <a:lnTo>
                  <a:pt x="23799" y="26670"/>
                </a:lnTo>
                <a:lnTo>
                  <a:pt x="23799" y="26289"/>
                </a:lnTo>
                <a:lnTo>
                  <a:pt x="23799" y="26162"/>
                </a:lnTo>
                <a:close/>
              </a:path>
              <a:path w="49530" h="40005">
                <a:moveTo>
                  <a:pt x="23799" y="25654"/>
                </a:moveTo>
                <a:lnTo>
                  <a:pt x="22377" y="25654"/>
                </a:lnTo>
                <a:lnTo>
                  <a:pt x="22390" y="26035"/>
                </a:lnTo>
                <a:lnTo>
                  <a:pt x="23799" y="26035"/>
                </a:lnTo>
                <a:lnTo>
                  <a:pt x="23799" y="25654"/>
                </a:lnTo>
                <a:close/>
              </a:path>
              <a:path w="49530" h="40005">
                <a:moveTo>
                  <a:pt x="23799" y="24892"/>
                </a:moveTo>
                <a:lnTo>
                  <a:pt x="23787" y="24765"/>
                </a:lnTo>
                <a:lnTo>
                  <a:pt x="22428" y="24765"/>
                </a:lnTo>
                <a:lnTo>
                  <a:pt x="22466" y="24892"/>
                </a:lnTo>
                <a:lnTo>
                  <a:pt x="23799" y="24892"/>
                </a:lnTo>
                <a:close/>
              </a:path>
              <a:path w="49530" h="40005">
                <a:moveTo>
                  <a:pt x="23812" y="26797"/>
                </a:moveTo>
                <a:lnTo>
                  <a:pt x="22415" y="26797"/>
                </a:lnTo>
                <a:lnTo>
                  <a:pt x="22428" y="27305"/>
                </a:lnTo>
                <a:lnTo>
                  <a:pt x="23812" y="27305"/>
                </a:lnTo>
                <a:lnTo>
                  <a:pt x="23812" y="26797"/>
                </a:lnTo>
                <a:close/>
              </a:path>
              <a:path w="49530" h="40005">
                <a:moveTo>
                  <a:pt x="23850" y="6096"/>
                </a:moveTo>
                <a:lnTo>
                  <a:pt x="23837" y="5842"/>
                </a:lnTo>
                <a:lnTo>
                  <a:pt x="2514" y="5842"/>
                </a:lnTo>
                <a:lnTo>
                  <a:pt x="2184" y="5588"/>
                </a:lnTo>
                <a:lnTo>
                  <a:pt x="23825" y="5588"/>
                </a:lnTo>
                <a:lnTo>
                  <a:pt x="23812" y="5334"/>
                </a:lnTo>
                <a:lnTo>
                  <a:pt x="1435" y="5334"/>
                </a:lnTo>
                <a:lnTo>
                  <a:pt x="1600" y="5080"/>
                </a:lnTo>
                <a:lnTo>
                  <a:pt x="23812" y="5080"/>
                </a:lnTo>
                <a:lnTo>
                  <a:pt x="23774" y="4318"/>
                </a:lnTo>
                <a:lnTo>
                  <a:pt x="21704" y="4318"/>
                </a:lnTo>
                <a:lnTo>
                  <a:pt x="21818" y="3048"/>
                </a:lnTo>
                <a:lnTo>
                  <a:pt x="22275" y="3048"/>
                </a:lnTo>
                <a:lnTo>
                  <a:pt x="22275" y="2921"/>
                </a:lnTo>
                <a:lnTo>
                  <a:pt x="22021" y="2921"/>
                </a:lnTo>
                <a:lnTo>
                  <a:pt x="21805" y="2667"/>
                </a:lnTo>
                <a:lnTo>
                  <a:pt x="21513" y="2667"/>
                </a:lnTo>
                <a:lnTo>
                  <a:pt x="21132" y="2921"/>
                </a:lnTo>
                <a:lnTo>
                  <a:pt x="21234" y="2159"/>
                </a:lnTo>
                <a:lnTo>
                  <a:pt x="21374" y="2159"/>
                </a:lnTo>
                <a:lnTo>
                  <a:pt x="21374" y="1905"/>
                </a:lnTo>
                <a:lnTo>
                  <a:pt x="20218" y="2032"/>
                </a:lnTo>
                <a:lnTo>
                  <a:pt x="20370" y="1905"/>
                </a:lnTo>
                <a:lnTo>
                  <a:pt x="20421" y="1397"/>
                </a:lnTo>
                <a:lnTo>
                  <a:pt x="19862" y="889"/>
                </a:lnTo>
                <a:lnTo>
                  <a:pt x="19989" y="635"/>
                </a:lnTo>
                <a:lnTo>
                  <a:pt x="20053" y="508"/>
                </a:lnTo>
                <a:lnTo>
                  <a:pt x="19926" y="508"/>
                </a:lnTo>
                <a:lnTo>
                  <a:pt x="19900" y="0"/>
                </a:lnTo>
                <a:lnTo>
                  <a:pt x="19723" y="0"/>
                </a:lnTo>
                <a:lnTo>
                  <a:pt x="15887" y="2667"/>
                </a:lnTo>
                <a:lnTo>
                  <a:pt x="10299" y="4064"/>
                </a:lnTo>
                <a:lnTo>
                  <a:pt x="1270" y="4648"/>
                </a:lnTo>
                <a:lnTo>
                  <a:pt x="1270" y="5080"/>
                </a:lnTo>
                <a:lnTo>
                  <a:pt x="1130" y="5207"/>
                </a:lnTo>
                <a:lnTo>
                  <a:pt x="1117" y="5080"/>
                </a:lnTo>
                <a:lnTo>
                  <a:pt x="1270" y="5080"/>
                </a:lnTo>
                <a:lnTo>
                  <a:pt x="1270" y="4648"/>
                </a:lnTo>
                <a:lnTo>
                  <a:pt x="330" y="4699"/>
                </a:lnTo>
                <a:lnTo>
                  <a:pt x="0" y="4699"/>
                </a:lnTo>
                <a:lnTo>
                  <a:pt x="101" y="5080"/>
                </a:lnTo>
                <a:lnTo>
                  <a:pt x="177" y="5334"/>
                </a:lnTo>
                <a:lnTo>
                  <a:pt x="241" y="5588"/>
                </a:lnTo>
                <a:lnTo>
                  <a:pt x="381" y="5842"/>
                </a:lnTo>
                <a:lnTo>
                  <a:pt x="609" y="6096"/>
                </a:lnTo>
                <a:lnTo>
                  <a:pt x="660" y="5334"/>
                </a:lnTo>
                <a:lnTo>
                  <a:pt x="889" y="5588"/>
                </a:lnTo>
                <a:lnTo>
                  <a:pt x="1143" y="5334"/>
                </a:lnTo>
                <a:lnTo>
                  <a:pt x="1130" y="5588"/>
                </a:lnTo>
                <a:lnTo>
                  <a:pt x="1689" y="5791"/>
                </a:lnTo>
                <a:lnTo>
                  <a:pt x="1841" y="5842"/>
                </a:lnTo>
                <a:lnTo>
                  <a:pt x="1663" y="5842"/>
                </a:lnTo>
                <a:lnTo>
                  <a:pt x="1765" y="6096"/>
                </a:lnTo>
                <a:lnTo>
                  <a:pt x="2019" y="6096"/>
                </a:lnTo>
                <a:lnTo>
                  <a:pt x="2044" y="6223"/>
                </a:lnTo>
                <a:lnTo>
                  <a:pt x="1816" y="6096"/>
                </a:lnTo>
                <a:lnTo>
                  <a:pt x="2044" y="6350"/>
                </a:lnTo>
                <a:lnTo>
                  <a:pt x="1473" y="6350"/>
                </a:lnTo>
                <a:lnTo>
                  <a:pt x="1562" y="7112"/>
                </a:lnTo>
                <a:lnTo>
                  <a:pt x="1968" y="7366"/>
                </a:lnTo>
                <a:lnTo>
                  <a:pt x="1778" y="7366"/>
                </a:lnTo>
                <a:lnTo>
                  <a:pt x="1765" y="7620"/>
                </a:lnTo>
                <a:lnTo>
                  <a:pt x="2171" y="7785"/>
                </a:lnTo>
                <a:lnTo>
                  <a:pt x="2197" y="7620"/>
                </a:lnTo>
                <a:lnTo>
                  <a:pt x="13030" y="7620"/>
                </a:lnTo>
                <a:lnTo>
                  <a:pt x="13322" y="7366"/>
                </a:lnTo>
                <a:lnTo>
                  <a:pt x="14109" y="6858"/>
                </a:lnTo>
                <a:lnTo>
                  <a:pt x="15836" y="6858"/>
                </a:lnTo>
                <a:lnTo>
                  <a:pt x="15786" y="7366"/>
                </a:lnTo>
                <a:lnTo>
                  <a:pt x="15278" y="7366"/>
                </a:lnTo>
                <a:lnTo>
                  <a:pt x="14998" y="7620"/>
                </a:lnTo>
                <a:lnTo>
                  <a:pt x="15227" y="7620"/>
                </a:lnTo>
                <a:lnTo>
                  <a:pt x="15252" y="7493"/>
                </a:lnTo>
                <a:lnTo>
                  <a:pt x="15303" y="7620"/>
                </a:lnTo>
                <a:lnTo>
                  <a:pt x="21170" y="7620"/>
                </a:lnTo>
                <a:lnTo>
                  <a:pt x="21221" y="7112"/>
                </a:lnTo>
                <a:lnTo>
                  <a:pt x="21247" y="6858"/>
                </a:lnTo>
                <a:lnTo>
                  <a:pt x="21310" y="6350"/>
                </a:lnTo>
                <a:lnTo>
                  <a:pt x="2298" y="6350"/>
                </a:lnTo>
                <a:lnTo>
                  <a:pt x="2247" y="6096"/>
                </a:lnTo>
                <a:lnTo>
                  <a:pt x="2082" y="6096"/>
                </a:lnTo>
                <a:lnTo>
                  <a:pt x="2006" y="5842"/>
                </a:lnTo>
                <a:lnTo>
                  <a:pt x="2413" y="6096"/>
                </a:lnTo>
                <a:lnTo>
                  <a:pt x="21336" y="6096"/>
                </a:lnTo>
                <a:lnTo>
                  <a:pt x="21310" y="6350"/>
                </a:lnTo>
                <a:lnTo>
                  <a:pt x="21615" y="6350"/>
                </a:lnTo>
                <a:lnTo>
                  <a:pt x="21488" y="6096"/>
                </a:lnTo>
                <a:lnTo>
                  <a:pt x="23850" y="6096"/>
                </a:lnTo>
                <a:close/>
              </a:path>
              <a:path w="49530" h="40005">
                <a:moveTo>
                  <a:pt x="23863" y="6350"/>
                </a:moveTo>
                <a:lnTo>
                  <a:pt x="21615" y="6350"/>
                </a:lnTo>
                <a:lnTo>
                  <a:pt x="21971" y="6604"/>
                </a:lnTo>
                <a:lnTo>
                  <a:pt x="21793" y="6604"/>
                </a:lnTo>
                <a:lnTo>
                  <a:pt x="21793" y="7620"/>
                </a:lnTo>
                <a:lnTo>
                  <a:pt x="22059" y="7620"/>
                </a:lnTo>
                <a:lnTo>
                  <a:pt x="22085" y="7112"/>
                </a:lnTo>
                <a:lnTo>
                  <a:pt x="22669" y="7112"/>
                </a:lnTo>
                <a:lnTo>
                  <a:pt x="22707" y="7366"/>
                </a:lnTo>
                <a:lnTo>
                  <a:pt x="22860" y="7112"/>
                </a:lnTo>
                <a:lnTo>
                  <a:pt x="23075" y="7112"/>
                </a:lnTo>
                <a:lnTo>
                  <a:pt x="23190" y="6604"/>
                </a:lnTo>
                <a:lnTo>
                  <a:pt x="23291" y="6858"/>
                </a:lnTo>
                <a:lnTo>
                  <a:pt x="23393" y="7112"/>
                </a:lnTo>
                <a:lnTo>
                  <a:pt x="23418" y="6858"/>
                </a:lnTo>
                <a:lnTo>
                  <a:pt x="23647" y="6858"/>
                </a:lnTo>
                <a:lnTo>
                  <a:pt x="23749" y="6604"/>
                </a:lnTo>
                <a:lnTo>
                  <a:pt x="23863" y="6350"/>
                </a:lnTo>
                <a:close/>
              </a:path>
              <a:path w="49530" h="40005">
                <a:moveTo>
                  <a:pt x="23888" y="28702"/>
                </a:moveTo>
                <a:lnTo>
                  <a:pt x="23876" y="28575"/>
                </a:lnTo>
                <a:lnTo>
                  <a:pt x="22644" y="28575"/>
                </a:lnTo>
                <a:lnTo>
                  <a:pt x="22669" y="28702"/>
                </a:lnTo>
                <a:lnTo>
                  <a:pt x="23888" y="28702"/>
                </a:lnTo>
                <a:close/>
              </a:path>
              <a:path w="49530" h="40005">
                <a:moveTo>
                  <a:pt x="23914" y="25019"/>
                </a:moveTo>
                <a:lnTo>
                  <a:pt x="22491" y="25019"/>
                </a:lnTo>
                <a:lnTo>
                  <a:pt x="22529" y="25146"/>
                </a:lnTo>
                <a:lnTo>
                  <a:pt x="22707" y="25146"/>
                </a:lnTo>
                <a:lnTo>
                  <a:pt x="22580" y="25234"/>
                </a:lnTo>
                <a:lnTo>
                  <a:pt x="22415" y="25400"/>
                </a:lnTo>
                <a:lnTo>
                  <a:pt x="22555" y="25400"/>
                </a:lnTo>
                <a:lnTo>
                  <a:pt x="23799" y="25400"/>
                </a:lnTo>
                <a:lnTo>
                  <a:pt x="23799" y="25146"/>
                </a:lnTo>
                <a:lnTo>
                  <a:pt x="23914" y="25019"/>
                </a:lnTo>
                <a:close/>
              </a:path>
              <a:path w="49530" h="40005">
                <a:moveTo>
                  <a:pt x="24053" y="24511"/>
                </a:moveTo>
                <a:lnTo>
                  <a:pt x="23952" y="24257"/>
                </a:lnTo>
                <a:lnTo>
                  <a:pt x="23901" y="24130"/>
                </a:lnTo>
                <a:lnTo>
                  <a:pt x="23825" y="24257"/>
                </a:lnTo>
                <a:lnTo>
                  <a:pt x="22580" y="24257"/>
                </a:lnTo>
                <a:lnTo>
                  <a:pt x="22567" y="24384"/>
                </a:lnTo>
                <a:lnTo>
                  <a:pt x="23787" y="24384"/>
                </a:lnTo>
                <a:lnTo>
                  <a:pt x="23787" y="24511"/>
                </a:lnTo>
                <a:lnTo>
                  <a:pt x="24053" y="24511"/>
                </a:lnTo>
                <a:close/>
              </a:path>
              <a:path w="49530" h="40005">
                <a:moveTo>
                  <a:pt x="24104" y="24638"/>
                </a:moveTo>
                <a:lnTo>
                  <a:pt x="23964" y="24638"/>
                </a:lnTo>
                <a:lnTo>
                  <a:pt x="23939" y="24765"/>
                </a:lnTo>
                <a:lnTo>
                  <a:pt x="24104" y="24765"/>
                </a:lnTo>
                <a:lnTo>
                  <a:pt x="24104" y="24638"/>
                </a:lnTo>
                <a:close/>
              </a:path>
              <a:path w="49530" h="40005">
                <a:moveTo>
                  <a:pt x="24130" y="25146"/>
                </a:moveTo>
                <a:lnTo>
                  <a:pt x="24117" y="24892"/>
                </a:lnTo>
                <a:lnTo>
                  <a:pt x="23952" y="24892"/>
                </a:lnTo>
                <a:lnTo>
                  <a:pt x="23926" y="25146"/>
                </a:lnTo>
                <a:lnTo>
                  <a:pt x="24130" y="25146"/>
                </a:lnTo>
                <a:close/>
              </a:path>
              <a:path w="49530" h="40005">
                <a:moveTo>
                  <a:pt x="24155" y="25654"/>
                </a:moveTo>
                <a:lnTo>
                  <a:pt x="24142" y="25400"/>
                </a:lnTo>
                <a:lnTo>
                  <a:pt x="23799" y="25400"/>
                </a:lnTo>
                <a:lnTo>
                  <a:pt x="23799" y="25654"/>
                </a:lnTo>
                <a:lnTo>
                  <a:pt x="24155" y="25654"/>
                </a:lnTo>
                <a:close/>
              </a:path>
              <a:path w="49530" h="40005">
                <a:moveTo>
                  <a:pt x="24193" y="28702"/>
                </a:moveTo>
                <a:lnTo>
                  <a:pt x="23888" y="28702"/>
                </a:lnTo>
                <a:lnTo>
                  <a:pt x="23914" y="28829"/>
                </a:lnTo>
                <a:lnTo>
                  <a:pt x="22707" y="28829"/>
                </a:lnTo>
                <a:lnTo>
                  <a:pt x="22669" y="28702"/>
                </a:lnTo>
                <a:lnTo>
                  <a:pt x="22059" y="28702"/>
                </a:lnTo>
                <a:lnTo>
                  <a:pt x="22682" y="29083"/>
                </a:lnTo>
                <a:lnTo>
                  <a:pt x="23825" y="29210"/>
                </a:lnTo>
                <a:lnTo>
                  <a:pt x="23926" y="29083"/>
                </a:lnTo>
                <a:lnTo>
                  <a:pt x="24015" y="28956"/>
                </a:lnTo>
                <a:lnTo>
                  <a:pt x="24117" y="28829"/>
                </a:lnTo>
                <a:lnTo>
                  <a:pt x="24193" y="28702"/>
                </a:lnTo>
                <a:close/>
              </a:path>
              <a:path w="49530" h="40005">
                <a:moveTo>
                  <a:pt x="24193" y="28067"/>
                </a:moveTo>
                <a:lnTo>
                  <a:pt x="24142" y="27305"/>
                </a:lnTo>
                <a:lnTo>
                  <a:pt x="23812" y="27305"/>
                </a:lnTo>
                <a:lnTo>
                  <a:pt x="23888" y="27559"/>
                </a:lnTo>
                <a:lnTo>
                  <a:pt x="24193" y="28067"/>
                </a:lnTo>
                <a:close/>
              </a:path>
              <a:path w="49530" h="40005">
                <a:moveTo>
                  <a:pt x="24218" y="28067"/>
                </a:moveTo>
                <a:lnTo>
                  <a:pt x="24066" y="28194"/>
                </a:lnTo>
                <a:lnTo>
                  <a:pt x="24028" y="28448"/>
                </a:lnTo>
                <a:lnTo>
                  <a:pt x="23876" y="28575"/>
                </a:lnTo>
                <a:lnTo>
                  <a:pt x="24193" y="28575"/>
                </a:lnTo>
                <a:lnTo>
                  <a:pt x="24218" y="28067"/>
                </a:lnTo>
                <a:close/>
              </a:path>
              <a:path w="49530" h="40005">
                <a:moveTo>
                  <a:pt x="24282" y="25146"/>
                </a:moveTo>
                <a:lnTo>
                  <a:pt x="24130" y="25146"/>
                </a:lnTo>
                <a:lnTo>
                  <a:pt x="24142" y="25273"/>
                </a:lnTo>
                <a:lnTo>
                  <a:pt x="24282" y="25273"/>
                </a:lnTo>
                <a:lnTo>
                  <a:pt x="24282" y="25146"/>
                </a:lnTo>
                <a:close/>
              </a:path>
              <a:path w="49530" h="40005">
                <a:moveTo>
                  <a:pt x="24422" y="22606"/>
                </a:moveTo>
                <a:lnTo>
                  <a:pt x="23647" y="22606"/>
                </a:lnTo>
                <a:lnTo>
                  <a:pt x="23660" y="22733"/>
                </a:lnTo>
                <a:lnTo>
                  <a:pt x="24358" y="22733"/>
                </a:lnTo>
                <a:lnTo>
                  <a:pt x="24422" y="22606"/>
                </a:lnTo>
                <a:close/>
              </a:path>
              <a:path w="49530" h="40005">
                <a:moveTo>
                  <a:pt x="24485" y="24765"/>
                </a:moveTo>
                <a:lnTo>
                  <a:pt x="24104" y="24765"/>
                </a:lnTo>
                <a:lnTo>
                  <a:pt x="24117" y="24892"/>
                </a:lnTo>
                <a:lnTo>
                  <a:pt x="24384" y="24892"/>
                </a:lnTo>
                <a:lnTo>
                  <a:pt x="24485" y="24765"/>
                </a:lnTo>
                <a:close/>
              </a:path>
              <a:path w="49530" h="40005">
                <a:moveTo>
                  <a:pt x="24485" y="17145"/>
                </a:moveTo>
                <a:lnTo>
                  <a:pt x="24358" y="17018"/>
                </a:lnTo>
                <a:lnTo>
                  <a:pt x="24447" y="17399"/>
                </a:lnTo>
                <a:lnTo>
                  <a:pt x="24485" y="17145"/>
                </a:lnTo>
                <a:close/>
              </a:path>
              <a:path w="49530" h="40005">
                <a:moveTo>
                  <a:pt x="24511" y="23495"/>
                </a:moveTo>
                <a:lnTo>
                  <a:pt x="23837" y="23495"/>
                </a:lnTo>
                <a:lnTo>
                  <a:pt x="23837" y="23622"/>
                </a:lnTo>
                <a:lnTo>
                  <a:pt x="24511" y="23622"/>
                </a:lnTo>
                <a:lnTo>
                  <a:pt x="24511" y="23495"/>
                </a:lnTo>
                <a:close/>
              </a:path>
              <a:path w="49530" h="40005">
                <a:moveTo>
                  <a:pt x="24511" y="22733"/>
                </a:moveTo>
                <a:lnTo>
                  <a:pt x="24358" y="22733"/>
                </a:lnTo>
                <a:lnTo>
                  <a:pt x="24295" y="22860"/>
                </a:lnTo>
                <a:lnTo>
                  <a:pt x="24231" y="22987"/>
                </a:lnTo>
                <a:lnTo>
                  <a:pt x="23774" y="22987"/>
                </a:lnTo>
                <a:lnTo>
                  <a:pt x="23787" y="23114"/>
                </a:lnTo>
                <a:lnTo>
                  <a:pt x="24485" y="23114"/>
                </a:lnTo>
                <a:lnTo>
                  <a:pt x="24511" y="22733"/>
                </a:lnTo>
                <a:close/>
              </a:path>
              <a:path w="49530" h="40005">
                <a:moveTo>
                  <a:pt x="24511" y="13208"/>
                </a:moveTo>
                <a:lnTo>
                  <a:pt x="24358" y="12954"/>
                </a:lnTo>
                <a:lnTo>
                  <a:pt x="23025" y="13081"/>
                </a:lnTo>
                <a:lnTo>
                  <a:pt x="24511" y="13208"/>
                </a:lnTo>
                <a:close/>
              </a:path>
              <a:path w="49530" h="40005">
                <a:moveTo>
                  <a:pt x="24549" y="22098"/>
                </a:moveTo>
                <a:lnTo>
                  <a:pt x="23749" y="22098"/>
                </a:lnTo>
                <a:lnTo>
                  <a:pt x="23736" y="21463"/>
                </a:lnTo>
                <a:lnTo>
                  <a:pt x="23647" y="22606"/>
                </a:lnTo>
                <a:lnTo>
                  <a:pt x="23761" y="22225"/>
                </a:lnTo>
                <a:lnTo>
                  <a:pt x="24511" y="22225"/>
                </a:lnTo>
                <a:lnTo>
                  <a:pt x="24549" y="22098"/>
                </a:lnTo>
                <a:close/>
              </a:path>
              <a:path w="49530" h="40005">
                <a:moveTo>
                  <a:pt x="24599" y="24130"/>
                </a:moveTo>
                <a:lnTo>
                  <a:pt x="24574" y="23749"/>
                </a:lnTo>
                <a:lnTo>
                  <a:pt x="23837" y="23749"/>
                </a:lnTo>
                <a:lnTo>
                  <a:pt x="23901" y="24130"/>
                </a:lnTo>
                <a:lnTo>
                  <a:pt x="24599" y="24130"/>
                </a:lnTo>
                <a:close/>
              </a:path>
              <a:path w="49530" h="40005">
                <a:moveTo>
                  <a:pt x="24612" y="21336"/>
                </a:moveTo>
                <a:lnTo>
                  <a:pt x="23736" y="21336"/>
                </a:lnTo>
                <a:lnTo>
                  <a:pt x="23736" y="21463"/>
                </a:lnTo>
                <a:lnTo>
                  <a:pt x="24599" y="21463"/>
                </a:lnTo>
                <a:lnTo>
                  <a:pt x="24612" y="21336"/>
                </a:lnTo>
                <a:close/>
              </a:path>
              <a:path w="49530" h="40005">
                <a:moveTo>
                  <a:pt x="24612" y="4572"/>
                </a:moveTo>
                <a:lnTo>
                  <a:pt x="24180" y="4318"/>
                </a:lnTo>
                <a:lnTo>
                  <a:pt x="23774" y="4318"/>
                </a:lnTo>
                <a:lnTo>
                  <a:pt x="24612" y="4572"/>
                </a:lnTo>
                <a:close/>
              </a:path>
              <a:path w="49530" h="40005">
                <a:moveTo>
                  <a:pt x="24625" y="25273"/>
                </a:moveTo>
                <a:lnTo>
                  <a:pt x="24282" y="25273"/>
                </a:lnTo>
                <a:lnTo>
                  <a:pt x="24282" y="25654"/>
                </a:lnTo>
                <a:lnTo>
                  <a:pt x="24460" y="25400"/>
                </a:lnTo>
                <a:lnTo>
                  <a:pt x="24625" y="25273"/>
                </a:lnTo>
                <a:close/>
              </a:path>
              <a:path w="49530" h="40005">
                <a:moveTo>
                  <a:pt x="24676" y="24511"/>
                </a:moveTo>
                <a:lnTo>
                  <a:pt x="24053" y="24511"/>
                </a:lnTo>
                <a:lnTo>
                  <a:pt x="24104" y="24638"/>
                </a:lnTo>
                <a:lnTo>
                  <a:pt x="24574" y="24638"/>
                </a:lnTo>
                <a:lnTo>
                  <a:pt x="24676" y="24511"/>
                </a:lnTo>
                <a:close/>
              </a:path>
              <a:path w="49530" h="40005">
                <a:moveTo>
                  <a:pt x="24714" y="20066"/>
                </a:moveTo>
                <a:lnTo>
                  <a:pt x="23698" y="20066"/>
                </a:lnTo>
                <a:lnTo>
                  <a:pt x="23698" y="20193"/>
                </a:lnTo>
                <a:lnTo>
                  <a:pt x="24701" y="20193"/>
                </a:lnTo>
                <a:lnTo>
                  <a:pt x="24714" y="20066"/>
                </a:lnTo>
                <a:close/>
              </a:path>
              <a:path w="49530" h="40005">
                <a:moveTo>
                  <a:pt x="24853" y="24384"/>
                </a:moveTo>
                <a:lnTo>
                  <a:pt x="24676" y="24511"/>
                </a:lnTo>
                <a:lnTo>
                  <a:pt x="24828" y="24511"/>
                </a:lnTo>
                <a:lnTo>
                  <a:pt x="24853" y="24384"/>
                </a:lnTo>
                <a:close/>
              </a:path>
              <a:path w="49530" h="40005">
                <a:moveTo>
                  <a:pt x="24853" y="21082"/>
                </a:moveTo>
                <a:lnTo>
                  <a:pt x="24765" y="20955"/>
                </a:lnTo>
                <a:lnTo>
                  <a:pt x="24625" y="21082"/>
                </a:lnTo>
                <a:lnTo>
                  <a:pt x="24625" y="21209"/>
                </a:lnTo>
                <a:lnTo>
                  <a:pt x="24853" y="21082"/>
                </a:lnTo>
                <a:close/>
              </a:path>
              <a:path w="49530" h="40005">
                <a:moveTo>
                  <a:pt x="24879" y="18669"/>
                </a:moveTo>
                <a:lnTo>
                  <a:pt x="19380" y="18669"/>
                </a:lnTo>
                <a:lnTo>
                  <a:pt x="19583" y="18796"/>
                </a:lnTo>
                <a:lnTo>
                  <a:pt x="24866" y="18796"/>
                </a:lnTo>
                <a:lnTo>
                  <a:pt x="24879" y="18669"/>
                </a:lnTo>
                <a:close/>
              </a:path>
              <a:path w="49530" h="40005">
                <a:moveTo>
                  <a:pt x="24930" y="24130"/>
                </a:moveTo>
                <a:lnTo>
                  <a:pt x="24739" y="24130"/>
                </a:lnTo>
                <a:lnTo>
                  <a:pt x="24777" y="24384"/>
                </a:lnTo>
                <a:lnTo>
                  <a:pt x="24892" y="24257"/>
                </a:lnTo>
                <a:lnTo>
                  <a:pt x="24930" y="24130"/>
                </a:lnTo>
                <a:close/>
              </a:path>
              <a:path w="49530" h="40005">
                <a:moveTo>
                  <a:pt x="24968" y="20193"/>
                </a:moveTo>
                <a:lnTo>
                  <a:pt x="24701" y="20193"/>
                </a:lnTo>
                <a:lnTo>
                  <a:pt x="24803" y="20828"/>
                </a:lnTo>
                <a:lnTo>
                  <a:pt x="24917" y="20701"/>
                </a:lnTo>
                <a:lnTo>
                  <a:pt x="24968" y="20193"/>
                </a:lnTo>
                <a:close/>
              </a:path>
              <a:path w="49530" h="40005">
                <a:moveTo>
                  <a:pt x="25044" y="24765"/>
                </a:moveTo>
                <a:lnTo>
                  <a:pt x="24790" y="24638"/>
                </a:lnTo>
                <a:lnTo>
                  <a:pt x="24574" y="24638"/>
                </a:lnTo>
                <a:lnTo>
                  <a:pt x="24485" y="24765"/>
                </a:lnTo>
                <a:lnTo>
                  <a:pt x="25044" y="24765"/>
                </a:lnTo>
                <a:close/>
              </a:path>
              <a:path w="49530" h="40005">
                <a:moveTo>
                  <a:pt x="25044" y="22225"/>
                </a:moveTo>
                <a:lnTo>
                  <a:pt x="24511" y="22225"/>
                </a:lnTo>
                <a:lnTo>
                  <a:pt x="24422" y="22606"/>
                </a:lnTo>
                <a:lnTo>
                  <a:pt x="24638" y="22606"/>
                </a:lnTo>
                <a:lnTo>
                  <a:pt x="25044" y="22225"/>
                </a:lnTo>
                <a:close/>
              </a:path>
              <a:path w="49530" h="40005">
                <a:moveTo>
                  <a:pt x="25044" y="18161"/>
                </a:moveTo>
                <a:lnTo>
                  <a:pt x="23647" y="18161"/>
                </a:lnTo>
                <a:lnTo>
                  <a:pt x="22059" y="18161"/>
                </a:lnTo>
                <a:lnTo>
                  <a:pt x="22047" y="18288"/>
                </a:lnTo>
                <a:lnTo>
                  <a:pt x="23672" y="18288"/>
                </a:lnTo>
                <a:lnTo>
                  <a:pt x="24930" y="18288"/>
                </a:lnTo>
                <a:lnTo>
                  <a:pt x="25044" y="18161"/>
                </a:lnTo>
                <a:close/>
              </a:path>
              <a:path w="49530" h="40005">
                <a:moveTo>
                  <a:pt x="25082" y="13970"/>
                </a:moveTo>
                <a:lnTo>
                  <a:pt x="24790" y="13716"/>
                </a:lnTo>
                <a:lnTo>
                  <a:pt x="23837" y="13716"/>
                </a:lnTo>
                <a:lnTo>
                  <a:pt x="23787" y="13970"/>
                </a:lnTo>
                <a:lnTo>
                  <a:pt x="6096" y="13970"/>
                </a:lnTo>
                <a:lnTo>
                  <a:pt x="6057" y="14224"/>
                </a:lnTo>
                <a:lnTo>
                  <a:pt x="5905" y="14224"/>
                </a:lnTo>
                <a:lnTo>
                  <a:pt x="5727" y="14097"/>
                </a:lnTo>
                <a:lnTo>
                  <a:pt x="5905" y="14224"/>
                </a:lnTo>
                <a:lnTo>
                  <a:pt x="5943" y="13970"/>
                </a:lnTo>
                <a:lnTo>
                  <a:pt x="5676" y="13716"/>
                </a:lnTo>
                <a:lnTo>
                  <a:pt x="5549" y="13970"/>
                </a:lnTo>
                <a:lnTo>
                  <a:pt x="5321" y="13970"/>
                </a:lnTo>
                <a:lnTo>
                  <a:pt x="4991" y="14135"/>
                </a:lnTo>
                <a:lnTo>
                  <a:pt x="5156" y="13970"/>
                </a:lnTo>
                <a:lnTo>
                  <a:pt x="5448" y="13716"/>
                </a:lnTo>
                <a:lnTo>
                  <a:pt x="5676" y="13716"/>
                </a:lnTo>
                <a:lnTo>
                  <a:pt x="23837" y="13716"/>
                </a:lnTo>
                <a:lnTo>
                  <a:pt x="23901" y="13462"/>
                </a:lnTo>
                <a:lnTo>
                  <a:pt x="23545" y="13462"/>
                </a:lnTo>
                <a:lnTo>
                  <a:pt x="23723" y="13208"/>
                </a:lnTo>
                <a:lnTo>
                  <a:pt x="22999" y="13208"/>
                </a:lnTo>
                <a:lnTo>
                  <a:pt x="23025" y="13081"/>
                </a:lnTo>
                <a:lnTo>
                  <a:pt x="22453" y="13131"/>
                </a:lnTo>
                <a:lnTo>
                  <a:pt x="22174" y="13208"/>
                </a:lnTo>
                <a:lnTo>
                  <a:pt x="21932" y="13182"/>
                </a:lnTo>
                <a:lnTo>
                  <a:pt x="21602" y="13208"/>
                </a:lnTo>
                <a:lnTo>
                  <a:pt x="21526" y="13462"/>
                </a:lnTo>
                <a:lnTo>
                  <a:pt x="21107" y="13208"/>
                </a:lnTo>
                <a:lnTo>
                  <a:pt x="20548" y="13208"/>
                </a:lnTo>
                <a:lnTo>
                  <a:pt x="20332" y="12954"/>
                </a:lnTo>
                <a:lnTo>
                  <a:pt x="20472" y="12700"/>
                </a:lnTo>
                <a:lnTo>
                  <a:pt x="19989" y="12839"/>
                </a:lnTo>
                <a:lnTo>
                  <a:pt x="19773" y="12700"/>
                </a:lnTo>
                <a:lnTo>
                  <a:pt x="19824" y="12192"/>
                </a:lnTo>
                <a:lnTo>
                  <a:pt x="19646" y="12192"/>
                </a:lnTo>
                <a:lnTo>
                  <a:pt x="20027" y="11938"/>
                </a:lnTo>
                <a:lnTo>
                  <a:pt x="20180" y="11938"/>
                </a:lnTo>
                <a:lnTo>
                  <a:pt x="20332" y="11938"/>
                </a:lnTo>
                <a:lnTo>
                  <a:pt x="20510" y="11938"/>
                </a:lnTo>
                <a:lnTo>
                  <a:pt x="20472" y="12192"/>
                </a:lnTo>
                <a:lnTo>
                  <a:pt x="20370" y="12700"/>
                </a:lnTo>
                <a:lnTo>
                  <a:pt x="20612" y="12446"/>
                </a:lnTo>
                <a:lnTo>
                  <a:pt x="20701" y="12192"/>
                </a:lnTo>
                <a:lnTo>
                  <a:pt x="20764" y="11938"/>
                </a:lnTo>
                <a:lnTo>
                  <a:pt x="20828" y="11684"/>
                </a:lnTo>
                <a:lnTo>
                  <a:pt x="6273" y="11684"/>
                </a:lnTo>
                <a:lnTo>
                  <a:pt x="6273" y="13208"/>
                </a:lnTo>
                <a:lnTo>
                  <a:pt x="6083" y="13462"/>
                </a:lnTo>
                <a:lnTo>
                  <a:pt x="6108" y="13208"/>
                </a:lnTo>
                <a:lnTo>
                  <a:pt x="6273" y="13208"/>
                </a:lnTo>
                <a:lnTo>
                  <a:pt x="6273" y="11684"/>
                </a:lnTo>
                <a:lnTo>
                  <a:pt x="4406" y="11684"/>
                </a:lnTo>
                <a:lnTo>
                  <a:pt x="4406" y="14478"/>
                </a:lnTo>
                <a:lnTo>
                  <a:pt x="4330" y="14859"/>
                </a:lnTo>
                <a:lnTo>
                  <a:pt x="4191" y="14986"/>
                </a:lnTo>
                <a:lnTo>
                  <a:pt x="4191" y="14732"/>
                </a:lnTo>
                <a:lnTo>
                  <a:pt x="4191" y="14478"/>
                </a:lnTo>
                <a:lnTo>
                  <a:pt x="4406" y="14478"/>
                </a:lnTo>
                <a:lnTo>
                  <a:pt x="4406" y="11684"/>
                </a:lnTo>
                <a:lnTo>
                  <a:pt x="3251" y="11684"/>
                </a:lnTo>
                <a:lnTo>
                  <a:pt x="3251" y="12700"/>
                </a:lnTo>
                <a:lnTo>
                  <a:pt x="2717" y="12700"/>
                </a:lnTo>
                <a:lnTo>
                  <a:pt x="2844" y="12446"/>
                </a:lnTo>
                <a:lnTo>
                  <a:pt x="2895" y="12280"/>
                </a:lnTo>
                <a:lnTo>
                  <a:pt x="2959" y="12446"/>
                </a:lnTo>
                <a:lnTo>
                  <a:pt x="3200" y="12446"/>
                </a:lnTo>
                <a:lnTo>
                  <a:pt x="3251" y="12700"/>
                </a:lnTo>
                <a:lnTo>
                  <a:pt x="3251" y="11684"/>
                </a:lnTo>
                <a:lnTo>
                  <a:pt x="2362" y="11684"/>
                </a:lnTo>
                <a:lnTo>
                  <a:pt x="2336" y="11430"/>
                </a:lnTo>
                <a:lnTo>
                  <a:pt x="2743" y="11430"/>
                </a:lnTo>
                <a:lnTo>
                  <a:pt x="2832" y="11430"/>
                </a:lnTo>
                <a:lnTo>
                  <a:pt x="14960" y="11430"/>
                </a:lnTo>
                <a:lnTo>
                  <a:pt x="14871" y="11303"/>
                </a:lnTo>
                <a:lnTo>
                  <a:pt x="14998" y="11417"/>
                </a:lnTo>
                <a:lnTo>
                  <a:pt x="20840" y="11430"/>
                </a:lnTo>
                <a:lnTo>
                  <a:pt x="20955" y="10033"/>
                </a:lnTo>
                <a:lnTo>
                  <a:pt x="20980" y="9779"/>
                </a:lnTo>
                <a:lnTo>
                  <a:pt x="15938" y="9779"/>
                </a:lnTo>
                <a:lnTo>
                  <a:pt x="15989" y="10033"/>
                </a:lnTo>
                <a:lnTo>
                  <a:pt x="15659" y="10033"/>
                </a:lnTo>
                <a:lnTo>
                  <a:pt x="15938" y="9779"/>
                </a:lnTo>
                <a:lnTo>
                  <a:pt x="15608" y="9779"/>
                </a:lnTo>
                <a:lnTo>
                  <a:pt x="15608" y="10033"/>
                </a:lnTo>
                <a:lnTo>
                  <a:pt x="15570" y="10795"/>
                </a:lnTo>
                <a:lnTo>
                  <a:pt x="15532" y="10541"/>
                </a:lnTo>
                <a:lnTo>
                  <a:pt x="15379" y="10541"/>
                </a:lnTo>
                <a:lnTo>
                  <a:pt x="15379" y="10922"/>
                </a:lnTo>
                <a:lnTo>
                  <a:pt x="15367" y="11049"/>
                </a:lnTo>
                <a:lnTo>
                  <a:pt x="15379" y="10922"/>
                </a:lnTo>
                <a:lnTo>
                  <a:pt x="15379" y="10541"/>
                </a:lnTo>
                <a:lnTo>
                  <a:pt x="15125" y="10541"/>
                </a:lnTo>
                <a:lnTo>
                  <a:pt x="15100" y="10795"/>
                </a:lnTo>
                <a:lnTo>
                  <a:pt x="14935" y="10795"/>
                </a:lnTo>
                <a:lnTo>
                  <a:pt x="14630" y="10541"/>
                </a:lnTo>
                <a:lnTo>
                  <a:pt x="14516" y="10795"/>
                </a:lnTo>
                <a:lnTo>
                  <a:pt x="14846" y="10795"/>
                </a:lnTo>
                <a:lnTo>
                  <a:pt x="14846" y="11049"/>
                </a:lnTo>
                <a:lnTo>
                  <a:pt x="14719" y="11049"/>
                </a:lnTo>
                <a:lnTo>
                  <a:pt x="14300" y="11049"/>
                </a:lnTo>
                <a:lnTo>
                  <a:pt x="14401" y="10795"/>
                </a:lnTo>
                <a:lnTo>
                  <a:pt x="13982" y="10795"/>
                </a:lnTo>
                <a:lnTo>
                  <a:pt x="13957" y="11049"/>
                </a:lnTo>
                <a:lnTo>
                  <a:pt x="13665" y="11049"/>
                </a:lnTo>
                <a:lnTo>
                  <a:pt x="13576" y="10795"/>
                </a:lnTo>
                <a:lnTo>
                  <a:pt x="13360" y="10795"/>
                </a:lnTo>
                <a:lnTo>
                  <a:pt x="13525" y="11049"/>
                </a:lnTo>
                <a:lnTo>
                  <a:pt x="13576" y="11303"/>
                </a:lnTo>
                <a:lnTo>
                  <a:pt x="12280" y="11049"/>
                </a:lnTo>
                <a:lnTo>
                  <a:pt x="13296" y="11049"/>
                </a:lnTo>
                <a:lnTo>
                  <a:pt x="12941" y="10795"/>
                </a:lnTo>
                <a:lnTo>
                  <a:pt x="13068" y="10795"/>
                </a:lnTo>
                <a:lnTo>
                  <a:pt x="14008" y="10541"/>
                </a:lnTo>
                <a:lnTo>
                  <a:pt x="13982" y="10795"/>
                </a:lnTo>
                <a:lnTo>
                  <a:pt x="14198" y="10541"/>
                </a:lnTo>
                <a:lnTo>
                  <a:pt x="14351" y="10541"/>
                </a:lnTo>
                <a:lnTo>
                  <a:pt x="14351" y="10287"/>
                </a:lnTo>
                <a:lnTo>
                  <a:pt x="14478" y="10426"/>
                </a:lnTo>
                <a:lnTo>
                  <a:pt x="14617" y="10287"/>
                </a:lnTo>
                <a:lnTo>
                  <a:pt x="14706" y="10033"/>
                </a:lnTo>
                <a:lnTo>
                  <a:pt x="14770" y="10287"/>
                </a:lnTo>
                <a:lnTo>
                  <a:pt x="15011" y="10541"/>
                </a:lnTo>
                <a:lnTo>
                  <a:pt x="14935" y="10414"/>
                </a:lnTo>
                <a:lnTo>
                  <a:pt x="15125" y="10541"/>
                </a:lnTo>
                <a:lnTo>
                  <a:pt x="15049" y="10033"/>
                </a:lnTo>
                <a:lnTo>
                  <a:pt x="15608" y="10033"/>
                </a:lnTo>
                <a:lnTo>
                  <a:pt x="15608" y="9779"/>
                </a:lnTo>
                <a:lnTo>
                  <a:pt x="2997" y="9779"/>
                </a:lnTo>
                <a:lnTo>
                  <a:pt x="2997" y="10541"/>
                </a:lnTo>
                <a:lnTo>
                  <a:pt x="2971" y="11049"/>
                </a:lnTo>
                <a:lnTo>
                  <a:pt x="2921" y="11303"/>
                </a:lnTo>
                <a:lnTo>
                  <a:pt x="2679" y="11049"/>
                </a:lnTo>
                <a:lnTo>
                  <a:pt x="2717" y="11328"/>
                </a:lnTo>
                <a:lnTo>
                  <a:pt x="2451" y="11049"/>
                </a:lnTo>
                <a:lnTo>
                  <a:pt x="2501" y="10922"/>
                </a:lnTo>
                <a:lnTo>
                  <a:pt x="2501" y="11049"/>
                </a:lnTo>
                <a:lnTo>
                  <a:pt x="2679" y="11049"/>
                </a:lnTo>
                <a:lnTo>
                  <a:pt x="2971" y="11049"/>
                </a:lnTo>
                <a:lnTo>
                  <a:pt x="2971" y="10604"/>
                </a:lnTo>
                <a:lnTo>
                  <a:pt x="2895" y="10795"/>
                </a:lnTo>
                <a:lnTo>
                  <a:pt x="2768" y="10795"/>
                </a:lnTo>
                <a:lnTo>
                  <a:pt x="2768" y="10541"/>
                </a:lnTo>
                <a:lnTo>
                  <a:pt x="2997" y="10541"/>
                </a:lnTo>
                <a:lnTo>
                  <a:pt x="2997" y="9779"/>
                </a:lnTo>
                <a:lnTo>
                  <a:pt x="2514" y="9779"/>
                </a:lnTo>
                <a:lnTo>
                  <a:pt x="2197" y="9779"/>
                </a:lnTo>
                <a:lnTo>
                  <a:pt x="1828" y="9779"/>
                </a:lnTo>
                <a:lnTo>
                  <a:pt x="1828" y="10033"/>
                </a:lnTo>
                <a:lnTo>
                  <a:pt x="1663" y="10033"/>
                </a:lnTo>
                <a:lnTo>
                  <a:pt x="1663" y="9779"/>
                </a:lnTo>
                <a:lnTo>
                  <a:pt x="1447" y="9779"/>
                </a:lnTo>
                <a:lnTo>
                  <a:pt x="1879" y="9525"/>
                </a:lnTo>
                <a:lnTo>
                  <a:pt x="2235" y="9664"/>
                </a:lnTo>
                <a:lnTo>
                  <a:pt x="2286" y="9525"/>
                </a:lnTo>
                <a:lnTo>
                  <a:pt x="21018" y="9525"/>
                </a:lnTo>
                <a:lnTo>
                  <a:pt x="21043" y="9271"/>
                </a:lnTo>
                <a:lnTo>
                  <a:pt x="21082" y="8763"/>
                </a:lnTo>
                <a:lnTo>
                  <a:pt x="21145" y="7874"/>
                </a:lnTo>
                <a:lnTo>
                  <a:pt x="14465" y="7874"/>
                </a:lnTo>
                <a:lnTo>
                  <a:pt x="14592" y="7620"/>
                </a:lnTo>
                <a:lnTo>
                  <a:pt x="14439" y="7620"/>
                </a:lnTo>
                <a:lnTo>
                  <a:pt x="14439" y="9017"/>
                </a:lnTo>
                <a:lnTo>
                  <a:pt x="14312" y="9144"/>
                </a:lnTo>
                <a:lnTo>
                  <a:pt x="14312" y="9017"/>
                </a:lnTo>
                <a:lnTo>
                  <a:pt x="14033" y="9017"/>
                </a:lnTo>
                <a:lnTo>
                  <a:pt x="14122" y="8763"/>
                </a:lnTo>
                <a:lnTo>
                  <a:pt x="14439" y="9017"/>
                </a:lnTo>
                <a:lnTo>
                  <a:pt x="14439" y="7620"/>
                </a:lnTo>
                <a:lnTo>
                  <a:pt x="14173" y="7620"/>
                </a:lnTo>
                <a:lnTo>
                  <a:pt x="14173" y="7874"/>
                </a:lnTo>
                <a:lnTo>
                  <a:pt x="13652" y="8255"/>
                </a:lnTo>
                <a:lnTo>
                  <a:pt x="13449" y="8509"/>
                </a:lnTo>
                <a:lnTo>
                  <a:pt x="13589" y="8509"/>
                </a:lnTo>
                <a:lnTo>
                  <a:pt x="13487" y="9017"/>
                </a:lnTo>
                <a:lnTo>
                  <a:pt x="13398" y="8890"/>
                </a:lnTo>
                <a:lnTo>
                  <a:pt x="13487" y="9017"/>
                </a:lnTo>
                <a:lnTo>
                  <a:pt x="13487" y="8610"/>
                </a:lnTo>
                <a:lnTo>
                  <a:pt x="13335" y="8763"/>
                </a:lnTo>
                <a:lnTo>
                  <a:pt x="13182" y="9017"/>
                </a:lnTo>
                <a:lnTo>
                  <a:pt x="12979" y="9017"/>
                </a:lnTo>
                <a:lnTo>
                  <a:pt x="12979" y="9271"/>
                </a:lnTo>
                <a:lnTo>
                  <a:pt x="12890" y="7874"/>
                </a:lnTo>
                <a:lnTo>
                  <a:pt x="14173" y="7874"/>
                </a:lnTo>
                <a:lnTo>
                  <a:pt x="14173" y="7620"/>
                </a:lnTo>
                <a:lnTo>
                  <a:pt x="13030" y="7620"/>
                </a:lnTo>
                <a:lnTo>
                  <a:pt x="12738" y="7874"/>
                </a:lnTo>
                <a:lnTo>
                  <a:pt x="2425" y="7874"/>
                </a:lnTo>
                <a:lnTo>
                  <a:pt x="2159" y="7874"/>
                </a:lnTo>
                <a:lnTo>
                  <a:pt x="2082" y="8509"/>
                </a:lnTo>
                <a:lnTo>
                  <a:pt x="2565" y="8763"/>
                </a:lnTo>
                <a:lnTo>
                  <a:pt x="2146" y="8763"/>
                </a:lnTo>
                <a:lnTo>
                  <a:pt x="1422" y="9271"/>
                </a:lnTo>
                <a:lnTo>
                  <a:pt x="177" y="10795"/>
                </a:lnTo>
                <a:lnTo>
                  <a:pt x="304" y="10795"/>
                </a:lnTo>
                <a:lnTo>
                  <a:pt x="368" y="11049"/>
                </a:lnTo>
                <a:lnTo>
                  <a:pt x="469" y="11430"/>
                </a:lnTo>
                <a:lnTo>
                  <a:pt x="533" y="11684"/>
                </a:lnTo>
                <a:lnTo>
                  <a:pt x="685" y="11684"/>
                </a:lnTo>
                <a:lnTo>
                  <a:pt x="889" y="11430"/>
                </a:lnTo>
                <a:lnTo>
                  <a:pt x="673" y="11430"/>
                </a:lnTo>
                <a:lnTo>
                  <a:pt x="749" y="11049"/>
                </a:lnTo>
                <a:lnTo>
                  <a:pt x="889" y="11430"/>
                </a:lnTo>
                <a:lnTo>
                  <a:pt x="1016" y="11569"/>
                </a:lnTo>
                <a:lnTo>
                  <a:pt x="1168" y="11684"/>
                </a:lnTo>
                <a:lnTo>
                  <a:pt x="990" y="11684"/>
                </a:lnTo>
                <a:lnTo>
                  <a:pt x="914" y="11938"/>
                </a:lnTo>
                <a:lnTo>
                  <a:pt x="825" y="12192"/>
                </a:lnTo>
                <a:lnTo>
                  <a:pt x="1181" y="11938"/>
                </a:lnTo>
                <a:lnTo>
                  <a:pt x="1041" y="12192"/>
                </a:lnTo>
                <a:lnTo>
                  <a:pt x="1574" y="12446"/>
                </a:lnTo>
                <a:lnTo>
                  <a:pt x="1282" y="12446"/>
                </a:lnTo>
                <a:lnTo>
                  <a:pt x="901" y="12446"/>
                </a:lnTo>
                <a:lnTo>
                  <a:pt x="596" y="12700"/>
                </a:lnTo>
                <a:lnTo>
                  <a:pt x="1143" y="12700"/>
                </a:lnTo>
                <a:lnTo>
                  <a:pt x="1066" y="13208"/>
                </a:lnTo>
                <a:lnTo>
                  <a:pt x="889" y="13208"/>
                </a:lnTo>
                <a:lnTo>
                  <a:pt x="1130" y="13462"/>
                </a:lnTo>
                <a:lnTo>
                  <a:pt x="1574" y="14008"/>
                </a:lnTo>
                <a:lnTo>
                  <a:pt x="1308" y="14224"/>
                </a:lnTo>
                <a:lnTo>
                  <a:pt x="1549" y="14224"/>
                </a:lnTo>
                <a:lnTo>
                  <a:pt x="1587" y="14033"/>
                </a:lnTo>
                <a:lnTo>
                  <a:pt x="1968" y="14478"/>
                </a:lnTo>
                <a:lnTo>
                  <a:pt x="2070" y="14605"/>
                </a:lnTo>
                <a:lnTo>
                  <a:pt x="2336" y="14478"/>
                </a:lnTo>
                <a:lnTo>
                  <a:pt x="2603" y="14732"/>
                </a:lnTo>
                <a:lnTo>
                  <a:pt x="2781" y="14859"/>
                </a:lnTo>
                <a:lnTo>
                  <a:pt x="3073" y="14986"/>
                </a:lnTo>
                <a:lnTo>
                  <a:pt x="3568" y="14859"/>
                </a:lnTo>
                <a:lnTo>
                  <a:pt x="2806" y="14859"/>
                </a:lnTo>
                <a:lnTo>
                  <a:pt x="2971" y="14732"/>
                </a:lnTo>
                <a:lnTo>
                  <a:pt x="3568" y="14859"/>
                </a:lnTo>
                <a:lnTo>
                  <a:pt x="3797" y="14859"/>
                </a:lnTo>
                <a:lnTo>
                  <a:pt x="3784" y="15621"/>
                </a:lnTo>
                <a:lnTo>
                  <a:pt x="3848" y="15494"/>
                </a:lnTo>
                <a:lnTo>
                  <a:pt x="4000" y="15621"/>
                </a:lnTo>
                <a:lnTo>
                  <a:pt x="4229" y="15621"/>
                </a:lnTo>
                <a:lnTo>
                  <a:pt x="4191" y="15989"/>
                </a:lnTo>
                <a:lnTo>
                  <a:pt x="4711" y="15875"/>
                </a:lnTo>
                <a:lnTo>
                  <a:pt x="4889" y="16129"/>
                </a:lnTo>
                <a:lnTo>
                  <a:pt x="5308" y="16129"/>
                </a:lnTo>
                <a:lnTo>
                  <a:pt x="5219" y="16383"/>
                </a:lnTo>
                <a:lnTo>
                  <a:pt x="5499" y="16256"/>
                </a:lnTo>
                <a:lnTo>
                  <a:pt x="5588" y="16510"/>
                </a:lnTo>
                <a:lnTo>
                  <a:pt x="5664" y="16383"/>
                </a:lnTo>
                <a:lnTo>
                  <a:pt x="5753" y="16256"/>
                </a:lnTo>
                <a:lnTo>
                  <a:pt x="5702" y="16129"/>
                </a:lnTo>
                <a:lnTo>
                  <a:pt x="5537" y="16129"/>
                </a:lnTo>
                <a:lnTo>
                  <a:pt x="5638" y="15875"/>
                </a:lnTo>
                <a:lnTo>
                  <a:pt x="5486" y="15748"/>
                </a:lnTo>
                <a:lnTo>
                  <a:pt x="5308" y="15875"/>
                </a:lnTo>
                <a:lnTo>
                  <a:pt x="5283" y="15367"/>
                </a:lnTo>
                <a:lnTo>
                  <a:pt x="5549" y="15113"/>
                </a:lnTo>
                <a:lnTo>
                  <a:pt x="5295" y="15113"/>
                </a:lnTo>
                <a:lnTo>
                  <a:pt x="5308" y="14986"/>
                </a:lnTo>
                <a:lnTo>
                  <a:pt x="4800" y="15113"/>
                </a:lnTo>
                <a:lnTo>
                  <a:pt x="4737" y="15621"/>
                </a:lnTo>
                <a:lnTo>
                  <a:pt x="4724" y="15494"/>
                </a:lnTo>
                <a:lnTo>
                  <a:pt x="4686" y="15240"/>
                </a:lnTo>
                <a:lnTo>
                  <a:pt x="4673" y="15113"/>
                </a:lnTo>
                <a:lnTo>
                  <a:pt x="4572" y="14986"/>
                </a:lnTo>
                <a:lnTo>
                  <a:pt x="4622" y="14478"/>
                </a:lnTo>
                <a:lnTo>
                  <a:pt x="4851" y="14605"/>
                </a:lnTo>
                <a:lnTo>
                  <a:pt x="4749" y="14478"/>
                </a:lnTo>
                <a:lnTo>
                  <a:pt x="4635" y="14224"/>
                </a:lnTo>
                <a:lnTo>
                  <a:pt x="4787" y="14224"/>
                </a:lnTo>
                <a:lnTo>
                  <a:pt x="4991" y="14478"/>
                </a:lnTo>
                <a:lnTo>
                  <a:pt x="5029" y="14224"/>
                </a:lnTo>
                <a:lnTo>
                  <a:pt x="5715" y="14224"/>
                </a:lnTo>
                <a:lnTo>
                  <a:pt x="5613" y="14478"/>
                </a:lnTo>
                <a:lnTo>
                  <a:pt x="6680" y="14478"/>
                </a:lnTo>
                <a:lnTo>
                  <a:pt x="6375" y="14224"/>
                </a:lnTo>
                <a:lnTo>
                  <a:pt x="24244" y="14224"/>
                </a:lnTo>
                <a:lnTo>
                  <a:pt x="24371" y="13970"/>
                </a:lnTo>
                <a:lnTo>
                  <a:pt x="24739" y="13970"/>
                </a:lnTo>
                <a:lnTo>
                  <a:pt x="25082" y="13970"/>
                </a:lnTo>
                <a:close/>
              </a:path>
              <a:path w="49530" h="40005">
                <a:moveTo>
                  <a:pt x="25361" y="21336"/>
                </a:moveTo>
                <a:lnTo>
                  <a:pt x="24841" y="21336"/>
                </a:lnTo>
                <a:lnTo>
                  <a:pt x="24841" y="21463"/>
                </a:lnTo>
                <a:lnTo>
                  <a:pt x="25311" y="21463"/>
                </a:lnTo>
                <a:lnTo>
                  <a:pt x="25361" y="21336"/>
                </a:lnTo>
                <a:close/>
              </a:path>
              <a:path w="49530" h="40005">
                <a:moveTo>
                  <a:pt x="25361" y="18796"/>
                </a:moveTo>
                <a:lnTo>
                  <a:pt x="24866" y="18796"/>
                </a:lnTo>
                <a:lnTo>
                  <a:pt x="24841" y="19050"/>
                </a:lnTo>
                <a:lnTo>
                  <a:pt x="24714" y="20066"/>
                </a:lnTo>
                <a:lnTo>
                  <a:pt x="24968" y="20066"/>
                </a:lnTo>
                <a:lnTo>
                  <a:pt x="25019" y="19304"/>
                </a:lnTo>
                <a:lnTo>
                  <a:pt x="25146" y="19050"/>
                </a:lnTo>
                <a:lnTo>
                  <a:pt x="25247" y="18923"/>
                </a:lnTo>
                <a:lnTo>
                  <a:pt x="25361" y="18796"/>
                </a:lnTo>
                <a:close/>
              </a:path>
              <a:path w="49530" h="40005">
                <a:moveTo>
                  <a:pt x="25425" y="18288"/>
                </a:moveTo>
                <a:lnTo>
                  <a:pt x="24930" y="18288"/>
                </a:lnTo>
                <a:lnTo>
                  <a:pt x="24879" y="18669"/>
                </a:lnTo>
                <a:lnTo>
                  <a:pt x="25387" y="18669"/>
                </a:lnTo>
                <a:lnTo>
                  <a:pt x="25425" y="18288"/>
                </a:lnTo>
                <a:close/>
              </a:path>
              <a:path w="49530" h="40005">
                <a:moveTo>
                  <a:pt x="25476" y="25146"/>
                </a:moveTo>
                <a:lnTo>
                  <a:pt x="25387" y="25019"/>
                </a:lnTo>
                <a:lnTo>
                  <a:pt x="25311" y="24892"/>
                </a:lnTo>
                <a:lnTo>
                  <a:pt x="24384" y="24892"/>
                </a:lnTo>
                <a:lnTo>
                  <a:pt x="24282" y="25146"/>
                </a:lnTo>
                <a:lnTo>
                  <a:pt x="24676" y="25146"/>
                </a:lnTo>
                <a:lnTo>
                  <a:pt x="24676" y="25019"/>
                </a:lnTo>
                <a:lnTo>
                  <a:pt x="24942" y="25146"/>
                </a:lnTo>
                <a:lnTo>
                  <a:pt x="24803" y="25146"/>
                </a:lnTo>
                <a:lnTo>
                  <a:pt x="24625" y="25273"/>
                </a:lnTo>
                <a:lnTo>
                  <a:pt x="25120" y="25273"/>
                </a:lnTo>
                <a:lnTo>
                  <a:pt x="25120" y="25146"/>
                </a:lnTo>
                <a:lnTo>
                  <a:pt x="25476" y="25146"/>
                </a:lnTo>
                <a:close/>
              </a:path>
              <a:path w="49530" h="40005">
                <a:moveTo>
                  <a:pt x="25527" y="21209"/>
                </a:moveTo>
                <a:lnTo>
                  <a:pt x="25361" y="21336"/>
                </a:lnTo>
                <a:lnTo>
                  <a:pt x="25514" y="21336"/>
                </a:lnTo>
                <a:lnTo>
                  <a:pt x="25527" y="21209"/>
                </a:lnTo>
                <a:close/>
              </a:path>
              <a:path w="49530" h="40005">
                <a:moveTo>
                  <a:pt x="25539" y="23495"/>
                </a:moveTo>
                <a:lnTo>
                  <a:pt x="24549" y="23495"/>
                </a:lnTo>
                <a:lnTo>
                  <a:pt x="24561" y="23622"/>
                </a:lnTo>
                <a:lnTo>
                  <a:pt x="25234" y="23622"/>
                </a:lnTo>
                <a:lnTo>
                  <a:pt x="25539" y="23495"/>
                </a:lnTo>
                <a:close/>
              </a:path>
              <a:path w="49530" h="40005">
                <a:moveTo>
                  <a:pt x="25565" y="14224"/>
                </a:moveTo>
                <a:lnTo>
                  <a:pt x="25171" y="13970"/>
                </a:lnTo>
                <a:lnTo>
                  <a:pt x="25387" y="14224"/>
                </a:lnTo>
                <a:lnTo>
                  <a:pt x="25565" y="14224"/>
                </a:lnTo>
                <a:close/>
              </a:path>
              <a:path w="49530" h="40005">
                <a:moveTo>
                  <a:pt x="25742" y="22098"/>
                </a:moveTo>
                <a:lnTo>
                  <a:pt x="25654" y="21971"/>
                </a:lnTo>
                <a:lnTo>
                  <a:pt x="25501" y="21844"/>
                </a:lnTo>
                <a:lnTo>
                  <a:pt x="25514" y="21463"/>
                </a:lnTo>
                <a:lnTo>
                  <a:pt x="25311" y="21463"/>
                </a:lnTo>
                <a:lnTo>
                  <a:pt x="25260" y="21590"/>
                </a:lnTo>
                <a:lnTo>
                  <a:pt x="25158" y="21844"/>
                </a:lnTo>
                <a:lnTo>
                  <a:pt x="25057" y="21717"/>
                </a:lnTo>
                <a:lnTo>
                  <a:pt x="24828" y="21844"/>
                </a:lnTo>
                <a:lnTo>
                  <a:pt x="24726" y="21336"/>
                </a:lnTo>
                <a:lnTo>
                  <a:pt x="24599" y="21463"/>
                </a:lnTo>
                <a:lnTo>
                  <a:pt x="24549" y="22098"/>
                </a:lnTo>
                <a:lnTo>
                  <a:pt x="25742" y="22098"/>
                </a:lnTo>
                <a:close/>
              </a:path>
              <a:path w="49530" h="40005">
                <a:moveTo>
                  <a:pt x="25806" y="25654"/>
                </a:moveTo>
                <a:lnTo>
                  <a:pt x="25641" y="25400"/>
                </a:lnTo>
                <a:lnTo>
                  <a:pt x="25552" y="25273"/>
                </a:lnTo>
                <a:lnTo>
                  <a:pt x="25120" y="25273"/>
                </a:lnTo>
                <a:lnTo>
                  <a:pt x="25425" y="25400"/>
                </a:lnTo>
                <a:lnTo>
                  <a:pt x="25628" y="25654"/>
                </a:lnTo>
                <a:lnTo>
                  <a:pt x="25806" y="25654"/>
                </a:lnTo>
                <a:close/>
              </a:path>
              <a:path w="49530" h="40005">
                <a:moveTo>
                  <a:pt x="25844" y="20066"/>
                </a:moveTo>
                <a:lnTo>
                  <a:pt x="24968" y="20066"/>
                </a:lnTo>
                <a:lnTo>
                  <a:pt x="24968" y="20193"/>
                </a:lnTo>
                <a:lnTo>
                  <a:pt x="25755" y="20193"/>
                </a:lnTo>
                <a:lnTo>
                  <a:pt x="25844" y="20066"/>
                </a:lnTo>
                <a:close/>
              </a:path>
              <a:path w="49530" h="40005">
                <a:moveTo>
                  <a:pt x="25908" y="21336"/>
                </a:moveTo>
                <a:lnTo>
                  <a:pt x="25514" y="21336"/>
                </a:lnTo>
                <a:lnTo>
                  <a:pt x="25514" y="21463"/>
                </a:lnTo>
                <a:lnTo>
                  <a:pt x="25857" y="21463"/>
                </a:lnTo>
                <a:lnTo>
                  <a:pt x="25908" y="21336"/>
                </a:lnTo>
                <a:close/>
              </a:path>
              <a:path w="49530" h="40005">
                <a:moveTo>
                  <a:pt x="25908" y="20193"/>
                </a:moveTo>
                <a:lnTo>
                  <a:pt x="25755" y="20193"/>
                </a:lnTo>
                <a:lnTo>
                  <a:pt x="25679" y="20320"/>
                </a:lnTo>
                <a:lnTo>
                  <a:pt x="25565" y="20574"/>
                </a:lnTo>
                <a:lnTo>
                  <a:pt x="25476" y="20955"/>
                </a:lnTo>
                <a:lnTo>
                  <a:pt x="25641" y="20828"/>
                </a:lnTo>
                <a:lnTo>
                  <a:pt x="25730" y="20447"/>
                </a:lnTo>
                <a:lnTo>
                  <a:pt x="25895" y="20320"/>
                </a:lnTo>
                <a:lnTo>
                  <a:pt x="25908" y="20193"/>
                </a:lnTo>
                <a:close/>
              </a:path>
              <a:path w="49530" h="40005">
                <a:moveTo>
                  <a:pt x="25920" y="23749"/>
                </a:moveTo>
                <a:lnTo>
                  <a:pt x="25730" y="23622"/>
                </a:lnTo>
                <a:lnTo>
                  <a:pt x="25234" y="23622"/>
                </a:lnTo>
                <a:lnTo>
                  <a:pt x="24942" y="23749"/>
                </a:lnTo>
                <a:lnTo>
                  <a:pt x="25298" y="23749"/>
                </a:lnTo>
                <a:lnTo>
                  <a:pt x="25920" y="23749"/>
                </a:lnTo>
                <a:close/>
              </a:path>
              <a:path w="49530" h="40005">
                <a:moveTo>
                  <a:pt x="25920" y="23495"/>
                </a:moveTo>
                <a:lnTo>
                  <a:pt x="25539" y="23495"/>
                </a:lnTo>
                <a:lnTo>
                  <a:pt x="25730" y="23622"/>
                </a:lnTo>
                <a:lnTo>
                  <a:pt x="25895" y="23622"/>
                </a:lnTo>
                <a:lnTo>
                  <a:pt x="25920" y="23495"/>
                </a:lnTo>
                <a:close/>
              </a:path>
              <a:path w="49530" h="40005">
                <a:moveTo>
                  <a:pt x="25946" y="26162"/>
                </a:moveTo>
                <a:lnTo>
                  <a:pt x="25819" y="25908"/>
                </a:lnTo>
                <a:lnTo>
                  <a:pt x="25717" y="25781"/>
                </a:lnTo>
                <a:lnTo>
                  <a:pt x="25628" y="25654"/>
                </a:lnTo>
                <a:lnTo>
                  <a:pt x="24396" y="25654"/>
                </a:lnTo>
                <a:lnTo>
                  <a:pt x="24358" y="26162"/>
                </a:lnTo>
                <a:lnTo>
                  <a:pt x="25946" y="26162"/>
                </a:lnTo>
                <a:close/>
              </a:path>
              <a:path w="49530" h="40005">
                <a:moveTo>
                  <a:pt x="25958" y="10020"/>
                </a:moveTo>
                <a:lnTo>
                  <a:pt x="25781" y="10007"/>
                </a:lnTo>
                <a:lnTo>
                  <a:pt x="25730" y="10414"/>
                </a:lnTo>
                <a:lnTo>
                  <a:pt x="25958" y="10020"/>
                </a:lnTo>
                <a:close/>
              </a:path>
              <a:path w="49530" h="40005">
                <a:moveTo>
                  <a:pt x="26073" y="26289"/>
                </a:moveTo>
                <a:lnTo>
                  <a:pt x="24447" y="26289"/>
                </a:lnTo>
                <a:lnTo>
                  <a:pt x="24358" y="26162"/>
                </a:lnTo>
                <a:lnTo>
                  <a:pt x="24282" y="25654"/>
                </a:lnTo>
                <a:lnTo>
                  <a:pt x="24193" y="26289"/>
                </a:lnTo>
                <a:lnTo>
                  <a:pt x="24320" y="26289"/>
                </a:lnTo>
                <a:lnTo>
                  <a:pt x="24257" y="26416"/>
                </a:lnTo>
                <a:lnTo>
                  <a:pt x="25400" y="26416"/>
                </a:lnTo>
                <a:lnTo>
                  <a:pt x="25463" y="26670"/>
                </a:lnTo>
                <a:lnTo>
                  <a:pt x="26035" y="26670"/>
                </a:lnTo>
                <a:lnTo>
                  <a:pt x="26073" y="26289"/>
                </a:lnTo>
                <a:close/>
              </a:path>
              <a:path w="49530" h="40005">
                <a:moveTo>
                  <a:pt x="26073" y="24130"/>
                </a:moveTo>
                <a:lnTo>
                  <a:pt x="26035" y="23876"/>
                </a:lnTo>
                <a:lnTo>
                  <a:pt x="25298" y="23749"/>
                </a:lnTo>
                <a:lnTo>
                  <a:pt x="25234" y="23876"/>
                </a:lnTo>
                <a:lnTo>
                  <a:pt x="25171" y="24003"/>
                </a:lnTo>
                <a:lnTo>
                  <a:pt x="25107" y="24130"/>
                </a:lnTo>
                <a:lnTo>
                  <a:pt x="26073" y="24130"/>
                </a:lnTo>
                <a:close/>
              </a:path>
              <a:path w="49530" h="40005">
                <a:moveTo>
                  <a:pt x="26111" y="27305"/>
                </a:moveTo>
                <a:lnTo>
                  <a:pt x="26060" y="26797"/>
                </a:lnTo>
                <a:lnTo>
                  <a:pt x="25501" y="26797"/>
                </a:lnTo>
                <a:lnTo>
                  <a:pt x="25590" y="27178"/>
                </a:lnTo>
                <a:lnTo>
                  <a:pt x="25463" y="27051"/>
                </a:lnTo>
                <a:lnTo>
                  <a:pt x="25057" y="26797"/>
                </a:lnTo>
                <a:lnTo>
                  <a:pt x="25501" y="26797"/>
                </a:lnTo>
                <a:lnTo>
                  <a:pt x="25463" y="26670"/>
                </a:lnTo>
                <a:lnTo>
                  <a:pt x="23799" y="26670"/>
                </a:lnTo>
                <a:lnTo>
                  <a:pt x="23812" y="26797"/>
                </a:lnTo>
                <a:lnTo>
                  <a:pt x="24015" y="26797"/>
                </a:lnTo>
                <a:lnTo>
                  <a:pt x="24142" y="27305"/>
                </a:lnTo>
                <a:lnTo>
                  <a:pt x="25615" y="27305"/>
                </a:lnTo>
                <a:lnTo>
                  <a:pt x="26111" y="27305"/>
                </a:lnTo>
                <a:close/>
              </a:path>
              <a:path w="49530" h="40005">
                <a:moveTo>
                  <a:pt x="26136" y="22606"/>
                </a:moveTo>
                <a:lnTo>
                  <a:pt x="24638" y="22606"/>
                </a:lnTo>
                <a:lnTo>
                  <a:pt x="24511" y="22733"/>
                </a:lnTo>
                <a:lnTo>
                  <a:pt x="26098" y="22733"/>
                </a:lnTo>
                <a:lnTo>
                  <a:pt x="26136" y="22606"/>
                </a:lnTo>
                <a:close/>
              </a:path>
              <a:path w="49530" h="40005">
                <a:moveTo>
                  <a:pt x="26162" y="17272"/>
                </a:moveTo>
                <a:lnTo>
                  <a:pt x="25857" y="17272"/>
                </a:lnTo>
                <a:lnTo>
                  <a:pt x="25742" y="17399"/>
                </a:lnTo>
                <a:lnTo>
                  <a:pt x="25628" y="17526"/>
                </a:lnTo>
                <a:lnTo>
                  <a:pt x="25514" y="17653"/>
                </a:lnTo>
                <a:lnTo>
                  <a:pt x="25387" y="17780"/>
                </a:lnTo>
                <a:lnTo>
                  <a:pt x="25273" y="17907"/>
                </a:lnTo>
                <a:lnTo>
                  <a:pt x="25158" y="18034"/>
                </a:lnTo>
                <a:lnTo>
                  <a:pt x="25044" y="18161"/>
                </a:lnTo>
                <a:lnTo>
                  <a:pt x="25476" y="18161"/>
                </a:lnTo>
                <a:lnTo>
                  <a:pt x="25565" y="17907"/>
                </a:lnTo>
                <a:lnTo>
                  <a:pt x="25666" y="17653"/>
                </a:lnTo>
                <a:lnTo>
                  <a:pt x="25882" y="17653"/>
                </a:lnTo>
                <a:lnTo>
                  <a:pt x="26047" y="17526"/>
                </a:lnTo>
                <a:lnTo>
                  <a:pt x="26162" y="17272"/>
                </a:lnTo>
                <a:close/>
              </a:path>
              <a:path w="49530" h="40005">
                <a:moveTo>
                  <a:pt x="26174" y="23495"/>
                </a:moveTo>
                <a:lnTo>
                  <a:pt x="26060" y="23241"/>
                </a:lnTo>
                <a:lnTo>
                  <a:pt x="25920" y="23495"/>
                </a:lnTo>
                <a:lnTo>
                  <a:pt x="26174" y="23495"/>
                </a:lnTo>
                <a:close/>
              </a:path>
              <a:path w="49530" h="40005">
                <a:moveTo>
                  <a:pt x="26238" y="23622"/>
                </a:moveTo>
                <a:lnTo>
                  <a:pt x="25895" y="23622"/>
                </a:lnTo>
                <a:lnTo>
                  <a:pt x="26136" y="23749"/>
                </a:lnTo>
                <a:lnTo>
                  <a:pt x="26238" y="23622"/>
                </a:lnTo>
                <a:close/>
              </a:path>
              <a:path w="49530" h="40005">
                <a:moveTo>
                  <a:pt x="26593" y="17780"/>
                </a:moveTo>
                <a:lnTo>
                  <a:pt x="26263" y="17653"/>
                </a:lnTo>
                <a:lnTo>
                  <a:pt x="25844" y="17691"/>
                </a:lnTo>
                <a:lnTo>
                  <a:pt x="25717" y="17780"/>
                </a:lnTo>
                <a:lnTo>
                  <a:pt x="25654" y="17907"/>
                </a:lnTo>
                <a:lnTo>
                  <a:pt x="25539" y="18161"/>
                </a:lnTo>
                <a:lnTo>
                  <a:pt x="26022" y="18034"/>
                </a:lnTo>
                <a:lnTo>
                  <a:pt x="26098" y="17907"/>
                </a:lnTo>
                <a:lnTo>
                  <a:pt x="26187" y="17780"/>
                </a:lnTo>
                <a:lnTo>
                  <a:pt x="26530" y="17780"/>
                </a:lnTo>
                <a:close/>
              </a:path>
              <a:path w="49530" h="40005">
                <a:moveTo>
                  <a:pt x="26631" y="22225"/>
                </a:moveTo>
                <a:lnTo>
                  <a:pt x="26403" y="22098"/>
                </a:lnTo>
                <a:lnTo>
                  <a:pt x="25958" y="22098"/>
                </a:lnTo>
                <a:lnTo>
                  <a:pt x="25984" y="22225"/>
                </a:lnTo>
                <a:lnTo>
                  <a:pt x="26631" y="22225"/>
                </a:lnTo>
                <a:close/>
              </a:path>
              <a:path w="49530" h="40005">
                <a:moveTo>
                  <a:pt x="26809" y="15113"/>
                </a:moveTo>
                <a:lnTo>
                  <a:pt x="26492" y="14986"/>
                </a:lnTo>
                <a:lnTo>
                  <a:pt x="26238" y="14859"/>
                </a:lnTo>
                <a:lnTo>
                  <a:pt x="26289" y="14986"/>
                </a:lnTo>
                <a:lnTo>
                  <a:pt x="26809" y="15113"/>
                </a:lnTo>
                <a:close/>
              </a:path>
              <a:path w="49530" h="40005">
                <a:moveTo>
                  <a:pt x="26936" y="20447"/>
                </a:moveTo>
                <a:lnTo>
                  <a:pt x="26212" y="20574"/>
                </a:lnTo>
                <a:lnTo>
                  <a:pt x="26111" y="20828"/>
                </a:lnTo>
                <a:lnTo>
                  <a:pt x="26009" y="21082"/>
                </a:lnTo>
                <a:lnTo>
                  <a:pt x="25908" y="21336"/>
                </a:lnTo>
                <a:lnTo>
                  <a:pt x="26123" y="21209"/>
                </a:lnTo>
                <a:lnTo>
                  <a:pt x="26936" y="20447"/>
                </a:lnTo>
                <a:close/>
              </a:path>
              <a:path w="49530" h="40005">
                <a:moveTo>
                  <a:pt x="27063" y="254"/>
                </a:moveTo>
                <a:lnTo>
                  <a:pt x="25984" y="215"/>
                </a:lnTo>
                <a:lnTo>
                  <a:pt x="25679" y="0"/>
                </a:lnTo>
                <a:lnTo>
                  <a:pt x="25412" y="0"/>
                </a:lnTo>
                <a:lnTo>
                  <a:pt x="25946" y="215"/>
                </a:lnTo>
                <a:lnTo>
                  <a:pt x="25603" y="203"/>
                </a:lnTo>
                <a:lnTo>
                  <a:pt x="25412" y="0"/>
                </a:lnTo>
                <a:lnTo>
                  <a:pt x="24993" y="0"/>
                </a:lnTo>
                <a:lnTo>
                  <a:pt x="25095" y="190"/>
                </a:lnTo>
                <a:lnTo>
                  <a:pt x="24866" y="190"/>
                </a:lnTo>
                <a:lnTo>
                  <a:pt x="24714" y="177"/>
                </a:lnTo>
                <a:lnTo>
                  <a:pt x="24625" y="0"/>
                </a:lnTo>
                <a:lnTo>
                  <a:pt x="24117" y="0"/>
                </a:lnTo>
                <a:lnTo>
                  <a:pt x="24269" y="165"/>
                </a:lnTo>
                <a:lnTo>
                  <a:pt x="23507" y="127"/>
                </a:lnTo>
                <a:lnTo>
                  <a:pt x="23533" y="254"/>
                </a:lnTo>
                <a:lnTo>
                  <a:pt x="24841" y="254"/>
                </a:lnTo>
                <a:lnTo>
                  <a:pt x="25146" y="254"/>
                </a:lnTo>
                <a:lnTo>
                  <a:pt x="25666" y="254"/>
                </a:lnTo>
                <a:lnTo>
                  <a:pt x="26047" y="254"/>
                </a:lnTo>
                <a:lnTo>
                  <a:pt x="27063" y="254"/>
                </a:lnTo>
                <a:close/>
              </a:path>
              <a:path w="49530" h="40005">
                <a:moveTo>
                  <a:pt x="27076" y="11976"/>
                </a:moveTo>
                <a:lnTo>
                  <a:pt x="27025" y="11823"/>
                </a:lnTo>
                <a:lnTo>
                  <a:pt x="26822" y="11874"/>
                </a:lnTo>
                <a:lnTo>
                  <a:pt x="26631" y="12090"/>
                </a:lnTo>
                <a:lnTo>
                  <a:pt x="26708" y="12357"/>
                </a:lnTo>
                <a:lnTo>
                  <a:pt x="27076" y="11976"/>
                </a:lnTo>
                <a:close/>
              </a:path>
              <a:path w="49530" h="40005">
                <a:moveTo>
                  <a:pt x="27101" y="18288"/>
                </a:moveTo>
                <a:lnTo>
                  <a:pt x="27025" y="18161"/>
                </a:lnTo>
                <a:lnTo>
                  <a:pt x="25590" y="18161"/>
                </a:lnTo>
                <a:lnTo>
                  <a:pt x="25565" y="18288"/>
                </a:lnTo>
                <a:lnTo>
                  <a:pt x="27000" y="18288"/>
                </a:lnTo>
                <a:close/>
              </a:path>
              <a:path w="49530" h="40005">
                <a:moveTo>
                  <a:pt x="27139" y="28575"/>
                </a:moveTo>
                <a:lnTo>
                  <a:pt x="24193" y="28575"/>
                </a:lnTo>
                <a:lnTo>
                  <a:pt x="24193" y="28702"/>
                </a:lnTo>
                <a:lnTo>
                  <a:pt x="27114" y="28702"/>
                </a:lnTo>
                <a:lnTo>
                  <a:pt x="27139" y="28575"/>
                </a:lnTo>
                <a:close/>
              </a:path>
              <a:path w="49530" h="40005">
                <a:moveTo>
                  <a:pt x="27152" y="22733"/>
                </a:moveTo>
                <a:lnTo>
                  <a:pt x="27139" y="22606"/>
                </a:lnTo>
                <a:lnTo>
                  <a:pt x="26276" y="22606"/>
                </a:lnTo>
                <a:lnTo>
                  <a:pt x="26149" y="22733"/>
                </a:lnTo>
                <a:lnTo>
                  <a:pt x="27152" y="22733"/>
                </a:lnTo>
                <a:close/>
              </a:path>
              <a:path w="49530" h="40005">
                <a:moveTo>
                  <a:pt x="27152" y="22098"/>
                </a:moveTo>
                <a:lnTo>
                  <a:pt x="26758" y="22098"/>
                </a:lnTo>
                <a:lnTo>
                  <a:pt x="27076" y="22225"/>
                </a:lnTo>
                <a:lnTo>
                  <a:pt x="27152" y="22098"/>
                </a:lnTo>
                <a:close/>
              </a:path>
              <a:path w="49530" h="40005">
                <a:moveTo>
                  <a:pt x="27178" y="28829"/>
                </a:moveTo>
                <a:lnTo>
                  <a:pt x="26987" y="28956"/>
                </a:lnTo>
                <a:lnTo>
                  <a:pt x="26936" y="29083"/>
                </a:lnTo>
                <a:lnTo>
                  <a:pt x="26847" y="29337"/>
                </a:lnTo>
                <a:lnTo>
                  <a:pt x="27012" y="29210"/>
                </a:lnTo>
                <a:lnTo>
                  <a:pt x="27127" y="28956"/>
                </a:lnTo>
                <a:lnTo>
                  <a:pt x="27178" y="28829"/>
                </a:lnTo>
                <a:close/>
              </a:path>
              <a:path w="49530" h="40005">
                <a:moveTo>
                  <a:pt x="27216" y="23114"/>
                </a:moveTo>
                <a:lnTo>
                  <a:pt x="27190" y="22987"/>
                </a:lnTo>
                <a:lnTo>
                  <a:pt x="26060" y="22987"/>
                </a:lnTo>
                <a:lnTo>
                  <a:pt x="24511" y="22987"/>
                </a:lnTo>
                <a:lnTo>
                  <a:pt x="24511" y="23114"/>
                </a:lnTo>
                <a:lnTo>
                  <a:pt x="26009" y="23114"/>
                </a:lnTo>
                <a:lnTo>
                  <a:pt x="27216" y="23114"/>
                </a:lnTo>
                <a:close/>
              </a:path>
              <a:path w="49530" h="40005">
                <a:moveTo>
                  <a:pt x="27241" y="25654"/>
                </a:moveTo>
                <a:lnTo>
                  <a:pt x="25806" y="25654"/>
                </a:lnTo>
                <a:lnTo>
                  <a:pt x="25908" y="25908"/>
                </a:lnTo>
                <a:lnTo>
                  <a:pt x="26022" y="26162"/>
                </a:lnTo>
                <a:lnTo>
                  <a:pt x="27228" y="26162"/>
                </a:lnTo>
                <a:lnTo>
                  <a:pt x="27241" y="25654"/>
                </a:lnTo>
                <a:close/>
              </a:path>
              <a:path w="49530" h="40005">
                <a:moveTo>
                  <a:pt x="27266" y="24765"/>
                </a:moveTo>
                <a:lnTo>
                  <a:pt x="25044" y="24765"/>
                </a:lnTo>
                <a:lnTo>
                  <a:pt x="25311" y="24892"/>
                </a:lnTo>
                <a:lnTo>
                  <a:pt x="27266" y="24892"/>
                </a:lnTo>
                <a:lnTo>
                  <a:pt x="27266" y="24765"/>
                </a:lnTo>
                <a:close/>
              </a:path>
              <a:path w="49530" h="40005">
                <a:moveTo>
                  <a:pt x="27266" y="24511"/>
                </a:moveTo>
                <a:lnTo>
                  <a:pt x="24828" y="24511"/>
                </a:lnTo>
                <a:lnTo>
                  <a:pt x="24790" y="24638"/>
                </a:lnTo>
                <a:lnTo>
                  <a:pt x="27266" y="24638"/>
                </a:lnTo>
                <a:lnTo>
                  <a:pt x="27266" y="24511"/>
                </a:lnTo>
                <a:close/>
              </a:path>
              <a:path w="49530" h="40005">
                <a:moveTo>
                  <a:pt x="27292" y="23622"/>
                </a:moveTo>
                <a:lnTo>
                  <a:pt x="27266" y="23495"/>
                </a:lnTo>
                <a:lnTo>
                  <a:pt x="26174" y="23495"/>
                </a:lnTo>
                <a:lnTo>
                  <a:pt x="26238" y="23622"/>
                </a:lnTo>
                <a:lnTo>
                  <a:pt x="27292" y="23622"/>
                </a:lnTo>
                <a:close/>
              </a:path>
              <a:path w="49530" h="40005">
                <a:moveTo>
                  <a:pt x="27292" y="21844"/>
                </a:moveTo>
                <a:lnTo>
                  <a:pt x="27266" y="21590"/>
                </a:lnTo>
                <a:lnTo>
                  <a:pt x="27139" y="21717"/>
                </a:lnTo>
                <a:lnTo>
                  <a:pt x="27292" y="21844"/>
                </a:lnTo>
                <a:close/>
              </a:path>
              <a:path w="49530" h="40005">
                <a:moveTo>
                  <a:pt x="27317" y="18415"/>
                </a:moveTo>
                <a:lnTo>
                  <a:pt x="27000" y="18288"/>
                </a:lnTo>
                <a:lnTo>
                  <a:pt x="27165" y="18415"/>
                </a:lnTo>
                <a:lnTo>
                  <a:pt x="27241" y="18542"/>
                </a:lnTo>
                <a:lnTo>
                  <a:pt x="27317" y="18415"/>
                </a:lnTo>
                <a:close/>
              </a:path>
              <a:path w="49530" h="40005">
                <a:moveTo>
                  <a:pt x="27368" y="18796"/>
                </a:moveTo>
                <a:lnTo>
                  <a:pt x="27317" y="18669"/>
                </a:lnTo>
                <a:lnTo>
                  <a:pt x="25488" y="18669"/>
                </a:lnTo>
                <a:lnTo>
                  <a:pt x="25450" y="18796"/>
                </a:lnTo>
                <a:lnTo>
                  <a:pt x="27368" y="18796"/>
                </a:lnTo>
                <a:close/>
              </a:path>
              <a:path w="49530" h="40005">
                <a:moveTo>
                  <a:pt x="27393" y="25019"/>
                </a:moveTo>
                <a:lnTo>
                  <a:pt x="27254" y="25019"/>
                </a:lnTo>
                <a:lnTo>
                  <a:pt x="27254" y="25146"/>
                </a:lnTo>
                <a:lnTo>
                  <a:pt x="25476" y="25146"/>
                </a:lnTo>
                <a:lnTo>
                  <a:pt x="25552" y="25273"/>
                </a:lnTo>
                <a:lnTo>
                  <a:pt x="27254" y="25273"/>
                </a:lnTo>
                <a:lnTo>
                  <a:pt x="27241" y="25654"/>
                </a:lnTo>
                <a:lnTo>
                  <a:pt x="27381" y="25400"/>
                </a:lnTo>
                <a:lnTo>
                  <a:pt x="27393" y="25019"/>
                </a:lnTo>
                <a:close/>
              </a:path>
              <a:path w="49530" h="40005">
                <a:moveTo>
                  <a:pt x="27393" y="14478"/>
                </a:moveTo>
                <a:lnTo>
                  <a:pt x="27343" y="13970"/>
                </a:lnTo>
                <a:lnTo>
                  <a:pt x="26911" y="14224"/>
                </a:lnTo>
                <a:lnTo>
                  <a:pt x="25565" y="14224"/>
                </a:lnTo>
                <a:lnTo>
                  <a:pt x="25806" y="14478"/>
                </a:lnTo>
                <a:lnTo>
                  <a:pt x="27393" y="14478"/>
                </a:lnTo>
                <a:close/>
              </a:path>
              <a:path w="49530" h="40005">
                <a:moveTo>
                  <a:pt x="27470" y="23114"/>
                </a:moveTo>
                <a:lnTo>
                  <a:pt x="27216" y="23114"/>
                </a:lnTo>
                <a:lnTo>
                  <a:pt x="27266" y="23495"/>
                </a:lnTo>
                <a:lnTo>
                  <a:pt x="27393" y="23241"/>
                </a:lnTo>
                <a:lnTo>
                  <a:pt x="27470" y="23114"/>
                </a:lnTo>
                <a:close/>
              </a:path>
              <a:path w="49530" h="40005">
                <a:moveTo>
                  <a:pt x="27520" y="27559"/>
                </a:moveTo>
                <a:lnTo>
                  <a:pt x="27381" y="27559"/>
                </a:lnTo>
                <a:lnTo>
                  <a:pt x="27355" y="27686"/>
                </a:lnTo>
                <a:lnTo>
                  <a:pt x="27228" y="28194"/>
                </a:lnTo>
                <a:lnTo>
                  <a:pt x="27406" y="28067"/>
                </a:lnTo>
                <a:lnTo>
                  <a:pt x="27520" y="27559"/>
                </a:lnTo>
                <a:close/>
              </a:path>
              <a:path w="49530" h="40005">
                <a:moveTo>
                  <a:pt x="27559" y="26797"/>
                </a:moveTo>
                <a:lnTo>
                  <a:pt x="26149" y="26797"/>
                </a:lnTo>
                <a:lnTo>
                  <a:pt x="26225" y="27305"/>
                </a:lnTo>
                <a:lnTo>
                  <a:pt x="27444" y="27305"/>
                </a:lnTo>
                <a:lnTo>
                  <a:pt x="27559" y="26797"/>
                </a:lnTo>
                <a:close/>
              </a:path>
              <a:path w="49530" h="40005">
                <a:moveTo>
                  <a:pt x="27584" y="26416"/>
                </a:moveTo>
                <a:lnTo>
                  <a:pt x="26085" y="26416"/>
                </a:lnTo>
                <a:lnTo>
                  <a:pt x="26123" y="26670"/>
                </a:lnTo>
                <a:lnTo>
                  <a:pt x="27559" y="26670"/>
                </a:lnTo>
                <a:lnTo>
                  <a:pt x="27584" y="26416"/>
                </a:lnTo>
                <a:close/>
              </a:path>
              <a:path w="49530" h="40005">
                <a:moveTo>
                  <a:pt x="27597" y="26035"/>
                </a:moveTo>
                <a:lnTo>
                  <a:pt x="27266" y="26035"/>
                </a:lnTo>
                <a:lnTo>
                  <a:pt x="27228" y="26289"/>
                </a:lnTo>
                <a:lnTo>
                  <a:pt x="27584" y="26289"/>
                </a:lnTo>
                <a:lnTo>
                  <a:pt x="27597" y="26035"/>
                </a:lnTo>
                <a:close/>
              </a:path>
              <a:path w="49530" h="40005">
                <a:moveTo>
                  <a:pt x="27597" y="21336"/>
                </a:moveTo>
                <a:lnTo>
                  <a:pt x="25996" y="21336"/>
                </a:lnTo>
                <a:lnTo>
                  <a:pt x="25857" y="21463"/>
                </a:lnTo>
                <a:lnTo>
                  <a:pt x="27571" y="21463"/>
                </a:lnTo>
                <a:lnTo>
                  <a:pt x="27597" y="21336"/>
                </a:lnTo>
                <a:close/>
              </a:path>
              <a:path w="49530" h="40005">
                <a:moveTo>
                  <a:pt x="27597" y="13716"/>
                </a:moveTo>
                <a:lnTo>
                  <a:pt x="27508" y="13462"/>
                </a:lnTo>
                <a:lnTo>
                  <a:pt x="27444" y="13208"/>
                </a:lnTo>
                <a:lnTo>
                  <a:pt x="27292" y="13462"/>
                </a:lnTo>
                <a:lnTo>
                  <a:pt x="27597" y="13716"/>
                </a:lnTo>
                <a:close/>
              </a:path>
              <a:path w="49530" h="40005">
                <a:moveTo>
                  <a:pt x="27597" y="13716"/>
                </a:moveTo>
                <a:lnTo>
                  <a:pt x="24790" y="13716"/>
                </a:lnTo>
                <a:lnTo>
                  <a:pt x="25171" y="13970"/>
                </a:lnTo>
                <a:lnTo>
                  <a:pt x="27343" y="13970"/>
                </a:lnTo>
                <a:lnTo>
                  <a:pt x="27546" y="13970"/>
                </a:lnTo>
                <a:lnTo>
                  <a:pt x="27597" y="13716"/>
                </a:lnTo>
                <a:close/>
              </a:path>
              <a:path w="49530" h="40005">
                <a:moveTo>
                  <a:pt x="27622" y="25654"/>
                </a:moveTo>
                <a:lnTo>
                  <a:pt x="27330" y="25654"/>
                </a:lnTo>
                <a:lnTo>
                  <a:pt x="27292" y="25908"/>
                </a:lnTo>
                <a:lnTo>
                  <a:pt x="27609" y="25908"/>
                </a:lnTo>
                <a:lnTo>
                  <a:pt x="27622" y="25654"/>
                </a:lnTo>
                <a:close/>
              </a:path>
              <a:path w="49530" h="40005">
                <a:moveTo>
                  <a:pt x="27635" y="18923"/>
                </a:moveTo>
                <a:lnTo>
                  <a:pt x="27432" y="18796"/>
                </a:lnTo>
                <a:lnTo>
                  <a:pt x="27470" y="19050"/>
                </a:lnTo>
                <a:lnTo>
                  <a:pt x="27571" y="19304"/>
                </a:lnTo>
                <a:lnTo>
                  <a:pt x="27635" y="18923"/>
                </a:lnTo>
                <a:close/>
              </a:path>
              <a:path w="49530" h="40005">
                <a:moveTo>
                  <a:pt x="27698" y="20066"/>
                </a:moveTo>
                <a:lnTo>
                  <a:pt x="25908" y="20066"/>
                </a:lnTo>
                <a:lnTo>
                  <a:pt x="25908" y="20193"/>
                </a:lnTo>
                <a:lnTo>
                  <a:pt x="27686" y="20193"/>
                </a:lnTo>
                <a:lnTo>
                  <a:pt x="27698" y="20066"/>
                </a:lnTo>
                <a:close/>
              </a:path>
              <a:path w="49530" h="40005">
                <a:moveTo>
                  <a:pt x="27724" y="24765"/>
                </a:moveTo>
                <a:lnTo>
                  <a:pt x="27343" y="24765"/>
                </a:lnTo>
                <a:lnTo>
                  <a:pt x="27393" y="25019"/>
                </a:lnTo>
                <a:lnTo>
                  <a:pt x="27660" y="25019"/>
                </a:lnTo>
                <a:lnTo>
                  <a:pt x="27724" y="24765"/>
                </a:lnTo>
                <a:close/>
              </a:path>
              <a:path w="49530" h="40005">
                <a:moveTo>
                  <a:pt x="27762" y="10693"/>
                </a:moveTo>
                <a:lnTo>
                  <a:pt x="27660" y="10871"/>
                </a:lnTo>
                <a:lnTo>
                  <a:pt x="27762" y="10693"/>
                </a:lnTo>
                <a:close/>
              </a:path>
              <a:path w="49530" h="40005">
                <a:moveTo>
                  <a:pt x="27774" y="23114"/>
                </a:moveTo>
                <a:lnTo>
                  <a:pt x="27635" y="22987"/>
                </a:lnTo>
                <a:lnTo>
                  <a:pt x="27470" y="23114"/>
                </a:lnTo>
                <a:lnTo>
                  <a:pt x="27774" y="23114"/>
                </a:lnTo>
                <a:close/>
              </a:path>
              <a:path w="49530" h="40005">
                <a:moveTo>
                  <a:pt x="27787" y="10464"/>
                </a:moveTo>
                <a:lnTo>
                  <a:pt x="27546" y="10502"/>
                </a:lnTo>
                <a:lnTo>
                  <a:pt x="27711" y="10541"/>
                </a:lnTo>
                <a:close/>
              </a:path>
              <a:path w="49530" h="40005">
                <a:moveTo>
                  <a:pt x="27838" y="24384"/>
                </a:moveTo>
                <a:lnTo>
                  <a:pt x="27266" y="24384"/>
                </a:lnTo>
                <a:lnTo>
                  <a:pt x="27317" y="24638"/>
                </a:lnTo>
                <a:lnTo>
                  <a:pt x="27762" y="24638"/>
                </a:lnTo>
                <a:lnTo>
                  <a:pt x="27838" y="24384"/>
                </a:lnTo>
                <a:close/>
              </a:path>
              <a:path w="49530" h="40005">
                <a:moveTo>
                  <a:pt x="27863" y="19558"/>
                </a:moveTo>
                <a:lnTo>
                  <a:pt x="27660" y="19685"/>
                </a:lnTo>
                <a:lnTo>
                  <a:pt x="27825" y="19685"/>
                </a:lnTo>
                <a:lnTo>
                  <a:pt x="27863" y="19558"/>
                </a:lnTo>
                <a:close/>
              </a:path>
              <a:path w="49530" h="40005">
                <a:moveTo>
                  <a:pt x="27952" y="18415"/>
                </a:moveTo>
                <a:lnTo>
                  <a:pt x="27698" y="18161"/>
                </a:lnTo>
                <a:lnTo>
                  <a:pt x="27317" y="18415"/>
                </a:lnTo>
                <a:lnTo>
                  <a:pt x="27952" y="18415"/>
                </a:lnTo>
                <a:close/>
              </a:path>
              <a:path w="49530" h="40005">
                <a:moveTo>
                  <a:pt x="27978" y="14478"/>
                </a:moveTo>
                <a:lnTo>
                  <a:pt x="27647" y="14478"/>
                </a:lnTo>
                <a:lnTo>
                  <a:pt x="27698" y="14224"/>
                </a:lnTo>
                <a:lnTo>
                  <a:pt x="27381" y="14224"/>
                </a:lnTo>
                <a:lnTo>
                  <a:pt x="27432" y="14478"/>
                </a:lnTo>
                <a:lnTo>
                  <a:pt x="27559" y="14478"/>
                </a:lnTo>
                <a:lnTo>
                  <a:pt x="27647" y="14732"/>
                </a:lnTo>
                <a:lnTo>
                  <a:pt x="27787" y="14605"/>
                </a:lnTo>
                <a:lnTo>
                  <a:pt x="27914" y="14732"/>
                </a:lnTo>
                <a:lnTo>
                  <a:pt x="27978" y="14605"/>
                </a:lnTo>
                <a:lnTo>
                  <a:pt x="27978" y="14478"/>
                </a:lnTo>
                <a:close/>
              </a:path>
              <a:path w="49530" h="40005">
                <a:moveTo>
                  <a:pt x="28041" y="20066"/>
                </a:moveTo>
                <a:lnTo>
                  <a:pt x="27914" y="19939"/>
                </a:lnTo>
                <a:lnTo>
                  <a:pt x="27800" y="19812"/>
                </a:lnTo>
                <a:lnTo>
                  <a:pt x="27698" y="20066"/>
                </a:lnTo>
                <a:lnTo>
                  <a:pt x="28041" y="20066"/>
                </a:lnTo>
                <a:close/>
              </a:path>
              <a:path w="49530" h="40005">
                <a:moveTo>
                  <a:pt x="28194" y="23114"/>
                </a:moveTo>
                <a:lnTo>
                  <a:pt x="27774" y="23114"/>
                </a:lnTo>
                <a:lnTo>
                  <a:pt x="27774" y="23495"/>
                </a:lnTo>
                <a:lnTo>
                  <a:pt x="27355" y="23495"/>
                </a:lnTo>
                <a:lnTo>
                  <a:pt x="27330" y="23622"/>
                </a:lnTo>
                <a:lnTo>
                  <a:pt x="27901" y="23622"/>
                </a:lnTo>
                <a:lnTo>
                  <a:pt x="27901" y="23495"/>
                </a:lnTo>
                <a:lnTo>
                  <a:pt x="28054" y="23241"/>
                </a:lnTo>
                <a:lnTo>
                  <a:pt x="28194" y="23114"/>
                </a:lnTo>
                <a:close/>
              </a:path>
              <a:path w="49530" h="40005">
                <a:moveTo>
                  <a:pt x="28194" y="21336"/>
                </a:moveTo>
                <a:lnTo>
                  <a:pt x="28130" y="20955"/>
                </a:lnTo>
                <a:lnTo>
                  <a:pt x="28054" y="20193"/>
                </a:lnTo>
                <a:lnTo>
                  <a:pt x="27686" y="20193"/>
                </a:lnTo>
                <a:lnTo>
                  <a:pt x="27660" y="20955"/>
                </a:lnTo>
                <a:lnTo>
                  <a:pt x="27444" y="20828"/>
                </a:lnTo>
                <a:lnTo>
                  <a:pt x="27381" y="20701"/>
                </a:lnTo>
                <a:lnTo>
                  <a:pt x="27317" y="20574"/>
                </a:lnTo>
                <a:lnTo>
                  <a:pt x="27254" y="20447"/>
                </a:lnTo>
                <a:lnTo>
                  <a:pt x="26936" y="20447"/>
                </a:lnTo>
                <a:lnTo>
                  <a:pt x="27051" y="20574"/>
                </a:lnTo>
                <a:lnTo>
                  <a:pt x="27165" y="20701"/>
                </a:lnTo>
                <a:lnTo>
                  <a:pt x="27266" y="20828"/>
                </a:lnTo>
                <a:lnTo>
                  <a:pt x="27381" y="20955"/>
                </a:lnTo>
                <a:lnTo>
                  <a:pt x="27495" y="21082"/>
                </a:lnTo>
                <a:lnTo>
                  <a:pt x="27597" y="21336"/>
                </a:lnTo>
                <a:lnTo>
                  <a:pt x="28194" y="21336"/>
                </a:lnTo>
                <a:close/>
              </a:path>
              <a:path w="49530" h="40005">
                <a:moveTo>
                  <a:pt x="28448" y="23495"/>
                </a:moveTo>
                <a:lnTo>
                  <a:pt x="27901" y="23495"/>
                </a:lnTo>
                <a:lnTo>
                  <a:pt x="27940" y="23749"/>
                </a:lnTo>
                <a:lnTo>
                  <a:pt x="27317" y="23749"/>
                </a:lnTo>
                <a:lnTo>
                  <a:pt x="27292" y="23876"/>
                </a:lnTo>
                <a:lnTo>
                  <a:pt x="27292" y="23749"/>
                </a:lnTo>
                <a:lnTo>
                  <a:pt x="26314" y="23749"/>
                </a:lnTo>
                <a:lnTo>
                  <a:pt x="26377" y="23876"/>
                </a:lnTo>
                <a:lnTo>
                  <a:pt x="26136" y="23749"/>
                </a:lnTo>
                <a:lnTo>
                  <a:pt x="25920" y="23749"/>
                </a:lnTo>
                <a:lnTo>
                  <a:pt x="26111" y="23876"/>
                </a:lnTo>
                <a:lnTo>
                  <a:pt x="26111" y="24130"/>
                </a:lnTo>
                <a:lnTo>
                  <a:pt x="27254" y="24130"/>
                </a:lnTo>
                <a:lnTo>
                  <a:pt x="27279" y="24003"/>
                </a:lnTo>
                <a:lnTo>
                  <a:pt x="27279" y="24130"/>
                </a:lnTo>
                <a:lnTo>
                  <a:pt x="27901" y="24130"/>
                </a:lnTo>
                <a:lnTo>
                  <a:pt x="27940" y="24003"/>
                </a:lnTo>
                <a:lnTo>
                  <a:pt x="28371" y="24003"/>
                </a:lnTo>
                <a:lnTo>
                  <a:pt x="28397" y="23876"/>
                </a:lnTo>
                <a:lnTo>
                  <a:pt x="28270" y="23749"/>
                </a:lnTo>
                <a:lnTo>
                  <a:pt x="28448" y="23749"/>
                </a:lnTo>
                <a:lnTo>
                  <a:pt x="28448" y="23495"/>
                </a:lnTo>
                <a:close/>
              </a:path>
              <a:path w="49530" h="40005">
                <a:moveTo>
                  <a:pt x="28460" y="22987"/>
                </a:moveTo>
                <a:lnTo>
                  <a:pt x="28321" y="22987"/>
                </a:lnTo>
                <a:lnTo>
                  <a:pt x="28194" y="23114"/>
                </a:lnTo>
                <a:lnTo>
                  <a:pt x="28460" y="23114"/>
                </a:lnTo>
                <a:lnTo>
                  <a:pt x="28460" y="22987"/>
                </a:lnTo>
                <a:close/>
              </a:path>
              <a:path w="49530" h="40005">
                <a:moveTo>
                  <a:pt x="28486" y="21844"/>
                </a:moveTo>
                <a:lnTo>
                  <a:pt x="28359" y="21717"/>
                </a:lnTo>
                <a:lnTo>
                  <a:pt x="28232" y="21590"/>
                </a:lnTo>
                <a:lnTo>
                  <a:pt x="28206" y="21463"/>
                </a:lnTo>
                <a:lnTo>
                  <a:pt x="27571" y="21463"/>
                </a:lnTo>
                <a:lnTo>
                  <a:pt x="27546" y="21717"/>
                </a:lnTo>
                <a:lnTo>
                  <a:pt x="27432" y="21844"/>
                </a:lnTo>
                <a:lnTo>
                  <a:pt x="27292" y="21844"/>
                </a:lnTo>
                <a:lnTo>
                  <a:pt x="27216" y="21971"/>
                </a:lnTo>
                <a:lnTo>
                  <a:pt x="27152" y="22098"/>
                </a:lnTo>
                <a:lnTo>
                  <a:pt x="28409" y="22098"/>
                </a:lnTo>
                <a:lnTo>
                  <a:pt x="28486" y="21844"/>
                </a:lnTo>
                <a:close/>
              </a:path>
              <a:path w="49530" h="40005">
                <a:moveTo>
                  <a:pt x="28511" y="18415"/>
                </a:moveTo>
                <a:lnTo>
                  <a:pt x="27952" y="18415"/>
                </a:lnTo>
                <a:lnTo>
                  <a:pt x="28079" y="18542"/>
                </a:lnTo>
                <a:lnTo>
                  <a:pt x="28511" y="18415"/>
                </a:lnTo>
                <a:close/>
              </a:path>
              <a:path w="49530" h="40005">
                <a:moveTo>
                  <a:pt x="28714" y="30048"/>
                </a:moveTo>
                <a:lnTo>
                  <a:pt x="28460" y="29845"/>
                </a:lnTo>
                <a:lnTo>
                  <a:pt x="27393" y="29845"/>
                </a:lnTo>
                <a:lnTo>
                  <a:pt x="27025" y="29718"/>
                </a:lnTo>
                <a:lnTo>
                  <a:pt x="26860" y="29591"/>
                </a:lnTo>
                <a:lnTo>
                  <a:pt x="26720" y="29718"/>
                </a:lnTo>
                <a:lnTo>
                  <a:pt x="26568" y="29718"/>
                </a:lnTo>
                <a:lnTo>
                  <a:pt x="26593" y="29845"/>
                </a:lnTo>
                <a:lnTo>
                  <a:pt x="26225" y="29845"/>
                </a:lnTo>
                <a:lnTo>
                  <a:pt x="26416" y="29718"/>
                </a:lnTo>
                <a:lnTo>
                  <a:pt x="25882" y="29718"/>
                </a:lnTo>
                <a:lnTo>
                  <a:pt x="25908" y="29845"/>
                </a:lnTo>
                <a:lnTo>
                  <a:pt x="23710" y="29845"/>
                </a:lnTo>
                <a:lnTo>
                  <a:pt x="22390" y="29718"/>
                </a:lnTo>
                <a:lnTo>
                  <a:pt x="21996" y="29591"/>
                </a:lnTo>
                <a:lnTo>
                  <a:pt x="19494" y="29591"/>
                </a:lnTo>
                <a:lnTo>
                  <a:pt x="19850" y="29337"/>
                </a:lnTo>
                <a:lnTo>
                  <a:pt x="19596" y="29210"/>
                </a:lnTo>
                <a:lnTo>
                  <a:pt x="19710" y="28702"/>
                </a:lnTo>
                <a:lnTo>
                  <a:pt x="19024" y="28702"/>
                </a:lnTo>
                <a:lnTo>
                  <a:pt x="19088" y="28956"/>
                </a:lnTo>
                <a:lnTo>
                  <a:pt x="19189" y="29718"/>
                </a:lnTo>
                <a:lnTo>
                  <a:pt x="18262" y="29845"/>
                </a:lnTo>
                <a:lnTo>
                  <a:pt x="18275" y="29718"/>
                </a:lnTo>
                <a:lnTo>
                  <a:pt x="18288" y="29591"/>
                </a:lnTo>
                <a:lnTo>
                  <a:pt x="18516" y="29591"/>
                </a:lnTo>
                <a:lnTo>
                  <a:pt x="18084" y="29337"/>
                </a:lnTo>
                <a:lnTo>
                  <a:pt x="18046" y="28702"/>
                </a:lnTo>
                <a:lnTo>
                  <a:pt x="17475" y="28702"/>
                </a:lnTo>
                <a:lnTo>
                  <a:pt x="17437" y="29083"/>
                </a:lnTo>
                <a:lnTo>
                  <a:pt x="17170" y="29591"/>
                </a:lnTo>
                <a:lnTo>
                  <a:pt x="17145" y="29718"/>
                </a:lnTo>
                <a:lnTo>
                  <a:pt x="16979" y="29718"/>
                </a:lnTo>
                <a:lnTo>
                  <a:pt x="16979" y="29591"/>
                </a:lnTo>
                <a:lnTo>
                  <a:pt x="16967" y="29337"/>
                </a:lnTo>
                <a:lnTo>
                  <a:pt x="16941" y="28702"/>
                </a:lnTo>
                <a:lnTo>
                  <a:pt x="16649" y="28702"/>
                </a:lnTo>
                <a:lnTo>
                  <a:pt x="16586" y="29337"/>
                </a:lnTo>
                <a:lnTo>
                  <a:pt x="16598" y="28702"/>
                </a:lnTo>
                <a:lnTo>
                  <a:pt x="16205" y="28702"/>
                </a:lnTo>
                <a:lnTo>
                  <a:pt x="16129" y="29210"/>
                </a:lnTo>
                <a:lnTo>
                  <a:pt x="16052" y="29464"/>
                </a:lnTo>
                <a:lnTo>
                  <a:pt x="16014" y="29591"/>
                </a:lnTo>
                <a:lnTo>
                  <a:pt x="16052" y="29464"/>
                </a:lnTo>
                <a:lnTo>
                  <a:pt x="16052" y="29311"/>
                </a:lnTo>
                <a:lnTo>
                  <a:pt x="15913" y="29210"/>
                </a:lnTo>
                <a:lnTo>
                  <a:pt x="15938" y="28956"/>
                </a:lnTo>
                <a:lnTo>
                  <a:pt x="16129" y="28829"/>
                </a:lnTo>
                <a:lnTo>
                  <a:pt x="16167" y="28702"/>
                </a:lnTo>
                <a:lnTo>
                  <a:pt x="15938" y="28702"/>
                </a:lnTo>
                <a:lnTo>
                  <a:pt x="15925" y="28829"/>
                </a:lnTo>
                <a:lnTo>
                  <a:pt x="15938" y="28702"/>
                </a:lnTo>
                <a:lnTo>
                  <a:pt x="15811" y="28702"/>
                </a:lnTo>
                <a:lnTo>
                  <a:pt x="15811" y="28575"/>
                </a:lnTo>
                <a:lnTo>
                  <a:pt x="16598" y="28575"/>
                </a:lnTo>
                <a:lnTo>
                  <a:pt x="16764" y="28448"/>
                </a:lnTo>
                <a:lnTo>
                  <a:pt x="16662" y="28575"/>
                </a:lnTo>
                <a:lnTo>
                  <a:pt x="16941" y="28575"/>
                </a:lnTo>
                <a:lnTo>
                  <a:pt x="16929" y="28448"/>
                </a:lnTo>
                <a:lnTo>
                  <a:pt x="16916" y="28067"/>
                </a:lnTo>
                <a:lnTo>
                  <a:pt x="17145" y="28067"/>
                </a:lnTo>
                <a:lnTo>
                  <a:pt x="17145" y="27686"/>
                </a:lnTo>
                <a:lnTo>
                  <a:pt x="16611" y="27686"/>
                </a:lnTo>
                <a:lnTo>
                  <a:pt x="16598" y="27813"/>
                </a:lnTo>
                <a:lnTo>
                  <a:pt x="16522" y="27686"/>
                </a:lnTo>
                <a:lnTo>
                  <a:pt x="16154" y="27686"/>
                </a:lnTo>
                <a:lnTo>
                  <a:pt x="16154" y="27813"/>
                </a:lnTo>
                <a:lnTo>
                  <a:pt x="16103" y="28067"/>
                </a:lnTo>
                <a:lnTo>
                  <a:pt x="15773" y="28067"/>
                </a:lnTo>
                <a:lnTo>
                  <a:pt x="16154" y="27813"/>
                </a:lnTo>
                <a:lnTo>
                  <a:pt x="16154" y="27686"/>
                </a:lnTo>
                <a:lnTo>
                  <a:pt x="15443" y="27686"/>
                </a:lnTo>
                <a:lnTo>
                  <a:pt x="15392" y="28575"/>
                </a:lnTo>
                <a:lnTo>
                  <a:pt x="15316" y="27559"/>
                </a:lnTo>
                <a:lnTo>
                  <a:pt x="15722" y="27559"/>
                </a:lnTo>
                <a:lnTo>
                  <a:pt x="15671" y="27305"/>
                </a:lnTo>
                <a:lnTo>
                  <a:pt x="15557" y="27178"/>
                </a:lnTo>
                <a:lnTo>
                  <a:pt x="15494" y="27051"/>
                </a:lnTo>
                <a:lnTo>
                  <a:pt x="15684" y="27051"/>
                </a:lnTo>
                <a:lnTo>
                  <a:pt x="15544" y="26962"/>
                </a:lnTo>
                <a:lnTo>
                  <a:pt x="15786" y="26797"/>
                </a:lnTo>
                <a:lnTo>
                  <a:pt x="15836" y="27178"/>
                </a:lnTo>
                <a:lnTo>
                  <a:pt x="15671" y="27178"/>
                </a:lnTo>
                <a:lnTo>
                  <a:pt x="15671" y="27305"/>
                </a:lnTo>
                <a:lnTo>
                  <a:pt x="15862" y="27305"/>
                </a:lnTo>
                <a:lnTo>
                  <a:pt x="15862" y="27559"/>
                </a:lnTo>
                <a:lnTo>
                  <a:pt x="16027" y="27559"/>
                </a:lnTo>
                <a:lnTo>
                  <a:pt x="16484" y="27559"/>
                </a:lnTo>
                <a:lnTo>
                  <a:pt x="16446" y="27432"/>
                </a:lnTo>
                <a:lnTo>
                  <a:pt x="16408" y="27305"/>
                </a:lnTo>
                <a:lnTo>
                  <a:pt x="16573" y="27305"/>
                </a:lnTo>
                <a:lnTo>
                  <a:pt x="16395" y="27178"/>
                </a:lnTo>
                <a:lnTo>
                  <a:pt x="16332" y="26797"/>
                </a:lnTo>
                <a:lnTo>
                  <a:pt x="16256" y="26670"/>
                </a:lnTo>
                <a:lnTo>
                  <a:pt x="16256" y="26416"/>
                </a:lnTo>
                <a:lnTo>
                  <a:pt x="16090" y="26416"/>
                </a:lnTo>
                <a:lnTo>
                  <a:pt x="16103" y="26162"/>
                </a:lnTo>
                <a:lnTo>
                  <a:pt x="16116" y="26035"/>
                </a:lnTo>
                <a:lnTo>
                  <a:pt x="15887" y="25908"/>
                </a:lnTo>
                <a:lnTo>
                  <a:pt x="15836" y="25781"/>
                </a:lnTo>
                <a:lnTo>
                  <a:pt x="10909" y="25781"/>
                </a:lnTo>
                <a:lnTo>
                  <a:pt x="10655" y="25781"/>
                </a:lnTo>
                <a:lnTo>
                  <a:pt x="10528" y="25781"/>
                </a:lnTo>
                <a:lnTo>
                  <a:pt x="10464" y="25908"/>
                </a:lnTo>
                <a:lnTo>
                  <a:pt x="11036" y="25908"/>
                </a:lnTo>
                <a:lnTo>
                  <a:pt x="11036" y="26289"/>
                </a:lnTo>
                <a:lnTo>
                  <a:pt x="11290" y="26162"/>
                </a:lnTo>
                <a:lnTo>
                  <a:pt x="11315" y="29337"/>
                </a:lnTo>
                <a:lnTo>
                  <a:pt x="11455" y="29591"/>
                </a:lnTo>
                <a:lnTo>
                  <a:pt x="11518" y="29718"/>
                </a:lnTo>
                <a:lnTo>
                  <a:pt x="11595" y="29845"/>
                </a:lnTo>
                <a:lnTo>
                  <a:pt x="11696" y="30734"/>
                </a:lnTo>
                <a:lnTo>
                  <a:pt x="11023" y="30988"/>
                </a:lnTo>
                <a:lnTo>
                  <a:pt x="11112" y="31242"/>
                </a:lnTo>
                <a:lnTo>
                  <a:pt x="11163" y="31369"/>
                </a:lnTo>
                <a:lnTo>
                  <a:pt x="11315" y="31242"/>
                </a:lnTo>
                <a:lnTo>
                  <a:pt x="12623" y="31242"/>
                </a:lnTo>
                <a:lnTo>
                  <a:pt x="12674" y="30988"/>
                </a:lnTo>
                <a:lnTo>
                  <a:pt x="14135" y="30861"/>
                </a:lnTo>
                <a:lnTo>
                  <a:pt x="14338" y="30734"/>
                </a:lnTo>
                <a:lnTo>
                  <a:pt x="14490" y="30861"/>
                </a:lnTo>
                <a:lnTo>
                  <a:pt x="14719" y="30734"/>
                </a:lnTo>
                <a:lnTo>
                  <a:pt x="15570" y="30607"/>
                </a:lnTo>
                <a:lnTo>
                  <a:pt x="15646" y="30480"/>
                </a:lnTo>
                <a:lnTo>
                  <a:pt x="15773" y="30480"/>
                </a:lnTo>
                <a:lnTo>
                  <a:pt x="16141" y="30353"/>
                </a:lnTo>
                <a:lnTo>
                  <a:pt x="16014" y="30226"/>
                </a:lnTo>
                <a:lnTo>
                  <a:pt x="16395" y="30226"/>
                </a:lnTo>
                <a:lnTo>
                  <a:pt x="16103" y="30099"/>
                </a:lnTo>
                <a:lnTo>
                  <a:pt x="17576" y="30099"/>
                </a:lnTo>
                <a:lnTo>
                  <a:pt x="17157" y="30353"/>
                </a:lnTo>
                <a:lnTo>
                  <a:pt x="16852" y="30226"/>
                </a:lnTo>
                <a:lnTo>
                  <a:pt x="16776" y="30480"/>
                </a:lnTo>
                <a:lnTo>
                  <a:pt x="16497" y="30607"/>
                </a:lnTo>
                <a:lnTo>
                  <a:pt x="17157" y="30607"/>
                </a:lnTo>
                <a:lnTo>
                  <a:pt x="17157" y="30734"/>
                </a:lnTo>
                <a:lnTo>
                  <a:pt x="17322" y="30861"/>
                </a:lnTo>
                <a:lnTo>
                  <a:pt x="17386" y="30734"/>
                </a:lnTo>
                <a:lnTo>
                  <a:pt x="17449" y="30607"/>
                </a:lnTo>
                <a:lnTo>
                  <a:pt x="17805" y="30607"/>
                </a:lnTo>
                <a:lnTo>
                  <a:pt x="17894" y="30226"/>
                </a:lnTo>
                <a:lnTo>
                  <a:pt x="18173" y="30226"/>
                </a:lnTo>
                <a:lnTo>
                  <a:pt x="18148" y="30353"/>
                </a:lnTo>
                <a:lnTo>
                  <a:pt x="19240" y="30353"/>
                </a:lnTo>
                <a:lnTo>
                  <a:pt x="19316" y="30226"/>
                </a:lnTo>
                <a:lnTo>
                  <a:pt x="19392" y="30099"/>
                </a:lnTo>
                <a:lnTo>
                  <a:pt x="19469" y="29972"/>
                </a:lnTo>
                <a:lnTo>
                  <a:pt x="20142" y="29972"/>
                </a:lnTo>
                <a:lnTo>
                  <a:pt x="19989" y="30099"/>
                </a:lnTo>
                <a:lnTo>
                  <a:pt x="20294" y="29972"/>
                </a:lnTo>
                <a:lnTo>
                  <a:pt x="22326" y="29972"/>
                </a:lnTo>
                <a:lnTo>
                  <a:pt x="22517" y="29845"/>
                </a:lnTo>
                <a:lnTo>
                  <a:pt x="22440" y="30099"/>
                </a:lnTo>
                <a:lnTo>
                  <a:pt x="22733" y="29972"/>
                </a:lnTo>
                <a:lnTo>
                  <a:pt x="23533" y="29972"/>
                </a:lnTo>
                <a:lnTo>
                  <a:pt x="23406" y="30099"/>
                </a:lnTo>
                <a:lnTo>
                  <a:pt x="23749" y="29972"/>
                </a:lnTo>
                <a:lnTo>
                  <a:pt x="27825" y="29972"/>
                </a:lnTo>
                <a:lnTo>
                  <a:pt x="28714" y="30048"/>
                </a:lnTo>
                <a:close/>
              </a:path>
              <a:path w="49530" h="40005">
                <a:moveTo>
                  <a:pt x="28714" y="14224"/>
                </a:moveTo>
                <a:lnTo>
                  <a:pt x="28536" y="13970"/>
                </a:lnTo>
                <a:lnTo>
                  <a:pt x="28562" y="13716"/>
                </a:lnTo>
                <a:lnTo>
                  <a:pt x="28092" y="13716"/>
                </a:lnTo>
                <a:lnTo>
                  <a:pt x="28092" y="13970"/>
                </a:lnTo>
                <a:lnTo>
                  <a:pt x="28092" y="13716"/>
                </a:lnTo>
                <a:lnTo>
                  <a:pt x="27762" y="13970"/>
                </a:lnTo>
                <a:lnTo>
                  <a:pt x="27698" y="14224"/>
                </a:lnTo>
                <a:lnTo>
                  <a:pt x="28714" y="14224"/>
                </a:lnTo>
                <a:close/>
              </a:path>
              <a:path w="49530" h="40005">
                <a:moveTo>
                  <a:pt x="28765" y="23114"/>
                </a:moveTo>
                <a:lnTo>
                  <a:pt x="28460" y="23114"/>
                </a:lnTo>
                <a:lnTo>
                  <a:pt x="28448" y="23495"/>
                </a:lnTo>
                <a:lnTo>
                  <a:pt x="28625" y="23495"/>
                </a:lnTo>
                <a:lnTo>
                  <a:pt x="28727" y="23241"/>
                </a:lnTo>
                <a:lnTo>
                  <a:pt x="28765" y="23114"/>
                </a:lnTo>
                <a:close/>
              </a:path>
              <a:path w="49530" h="40005">
                <a:moveTo>
                  <a:pt x="28778" y="21463"/>
                </a:moveTo>
                <a:lnTo>
                  <a:pt x="28752" y="21336"/>
                </a:lnTo>
                <a:lnTo>
                  <a:pt x="28194" y="21336"/>
                </a:lnTo>
                <a:lnTo>
                  <a:pt x="28206" y="21463"/>
                </a:lnTo>
                <a:lnTo>
                  <a:pt x="28778" y="21463"/>
                </a:lnTo>
                <a:close/>
              </a:path>
              <a:path w="49530" h="40005">
                <a:moveTo>
                  <a:pt x="28994" y="12446"/>
                </a:moveTo>
                <a:lnTo>
                  <a:pt x="28816" y="12446"/>
                </a:lnTo>
                <a:lnTo>
                  <a:pt x="28829" y="12700"/>
                </a:lnTo>
                <a:lnTo>
                  <a:pt x="28994" y="12446"/>
                </a:lnTo>
                <a:close/>
              </a:path>
              <a:path w="49530" h="40005">
                <a:moveTo>
                  <a:pt x="29032" y="22733"/>
                </a:moveTo>
                <a:lnTo>
                  <a:pt x="27635" y="22733"/>
                </a:lnTo>
                <a:lnTo>
                  <a:pt x="27152" y="22733"/>
                </a:lnTo>
                <a:lnTo>
                  <a:pt x="27190" y="22987"/>
                </a:lnTo>
                <a:lnTo>
                  <a:pt x="27546" y="22987"/>
                </a:lnTo>
                <a:lnTo>
                  <a:pt x="27597" y="22809"/>
                </a:lnTo>
                <a:lnTo>
                  <a:pt x="27635" y="22987"/>
                </a:lnTo>
                <a:lnTo>
                  <a:pt x="28321" y="22987"/>
                </a:lnTo>
                <a:lnTo>
                  <a:pt x="28460" y="22860"/>
                </a:lnTo>
                <a:lnTo>
                  <a:pt x="28460" y="22987"/>
                </a:lnTo>
                <a:lnTo>
                  <a:pt x="28816" y="22987"/>
                </a:lnTo>
                <a:lnTo>
                  <a:pt x="28867" y="22860"/>
                </a:lnTo>
                <a:lnTo>
                  <a:pt x="28994" y="22987"/>
                </a:lnTo>
                <a:lnTo>
                  <a:pt x="29006" y="22860"/>
                </a:lnTo>
                <a:lnTo>
                  <a:pt x="29032" y="22733"/>
                </a:lnTo>
                <a:close/>
              </a:path>
              <a:path w="49530" h="40005">
                <a:moveTo>
                  <a:pt x="29095" y="13208"/>
                </a:moveTo>
                <a:lnTo>
                  <a:pt x="28829" y="12700"/>
                </a:lnTo>
                <a:lnTo>
                  <a:pt x="28905" y="13208"/>
                </a:lnTo>
                <a:lnTo>
                  <a:pt x="29095" y="13208"/>
                </a:lnTo>
                <a:close/>
              </a:path>
              <a:path w="49530" h="40005">
                <a:moveTo>
                  <a:pt x="29146" y="10439"/>
                </a:moveTo>
                <a:lnTo>
                  <a:pt x="28930" y="10439"/>
                </a:lnTo>
                <a:lnTo>
                  <a:pt x="28790" y="11049"/>
                </a:lnTo>
                <a:lnTo>
                  <a:pt x="28956" y="11049"/>
                </a:lnTo>
                <a:lnTo>
                  <a:pt x="29146" y="10439"/>
                </a:lnTo>
                <a:close/>
              </a:path>
              <a:path w="49530" h="40005">
                <a:moveTo>
                  <a:pt x="29273" y="22733"/>
                </a:moveTo>
                <a:lnTo>
                  <a:pt x="28867" y="22606"/>
                </a:lnTo>
                <a:lnTo>
                  <a:pt x="29032" y="22733"/>
                </a:lnTo>
                <a:lnTo>
                  <a:pt x="29273" y="22733"/>
                </a:lnTo>
                <a:close/>
              </a:path>
              <a:path w="49530" h="40005">
                <a:moveTo>
                  <a:pt x="29311" y="20193"/>
                </a:moveTo>
                <a:lnTo>
                  <a:pt x="29298" y="20066"/>
                </a:lnTo>
                <a:lnTo>
                  <a:pt x="28041" y="20066"/>
                </a:lnTo>
                <a:lnTo>
                  <a:pt x="28054" y="20193"/>
                </a:lnTo>
                <a:lnTo>
                  <a:pt x="29311" y="20193"/>
                </a:lnTo>
                <a:close/>
              </a:path>
              <a:path w="49530" h="40005">
                <a:moveTo>
                  <a:pt x="29311" y="13970"/>
                </a:moveTo>
                <a:lnTo>
                  <a:pt x="29083" y="13716"/>
                </a:lnTo>
                <a:lnTo>
                  <a:pt x="29260" y="13716"/>
                </a:lnTo>
                <a:lnTo>
                  <a:pt x="29222" y="13462"/>
                </a:lnTo>
                <a:lnTo>
                  <a:pt x="28905" y="13208"/>
                </a:lnTo>
                <a:lnTo>
                  <a:pt x="28625" y="13208"/>
                </a:lnTo>
                <a:lnTo>
                  <a:pt x="28562" y="13716"/>
                </a:lnTo>
                <a:lnTo>
                  <a:pt x="28778" y="13716"/>
                </a:lnTo>
                <a:lnTo>
                  <a:pt x="28536" y="13970"/>
                </a:lnTo>
                <a:lnTo>
                  <a:pt x="29311" y="13970"/>
                </a:lnTo>
                <a:close/>
              </a:path>
              <a:path w="49530" h="40005">
                <a:moveTo>
                  <a:pt x="29349" y="14224"/>
                </a:moveTo>
                <a:lnTo>
                  <a:pt x="28714" y="14224"/>
                </a:lnTo>
                <a:lnTo>
                  <a:pt x="28892" y="14478"/>
                </a:lnTo>
                <a:lnTo>
                  <a:pt x="29349" y="14478"/>
                </a:lnTo>
                <a:lnTo>
                  <a:pt x="29349" y="14224"/>
                </a:lnTo>
                <a:close/>
              </a:path>
              <a:path w="49530" h="40005">
                <a:moveTo>
                  <a:pt x="29540" y="11430"/>
                </a:moveTo>
                <a:lnTo>
                  <a:pt x="23723" y="11430"/>
                </a:lnTo>
                <a:lnTo>
                  <a:pt x="23939" y="11684"/>
                </a:lnTo>
                <a:lnTo>
                  <a:pt x="28600" y="11684"/>
                </a:lnTo>
                <a:lnTo>
                  <a:pt x="28384" y="12344"/>
                </a:lnTo>
                <a:lnTo>
                  <a:pt x="28079" y="12344"/>
                </a:lnTo>
                <a:lnTo>
                  <a:pt x="28181" y="12788"/>
                </a:lnTo>
                <a:lnTo>
                  <a:pt x="28638" y="12788"/>
                </a:lnTo>
                <a:lnTo>
                  <a:pt x="28600" y="12344"/>
                </a:lnTo>
                <a:lnTo>
                  <a:pt x="28740" y="11684"/>
                </a:lnTo>
                <a:lnTo>
                  <a:pt x="29337" y="11684"/>
                </a:lnTo>
                <a:lnTo>
                  <a:pt x="29540" y="11430"/>
                </a:lnTo>
                <a:close/>
              </a:path>
              <a:path w="49530" h="40005">
                <a:moveTo>
                  <a:pt x="29578" y="20701"/>
                </a:moveTo>
                <a:lnTo>
                  <a:pt x="29375" y="20828"/>
                </a:lnTo>
                <a:lnTo>
                  <a:pt x="29235" y="20828"/>
                </a:lnTo>
                <a:lnTo>
                  <a:pt x="29159" y="20955"/>
                </a:lnTo>
                <a:lnTo>
                  <a:pt x="29083" y="21082"/>
                </a:lnTo>
                <a:lnTo>
                  <a:pt x="29006" y="21209"/>
                </a:lnTo>
                <a:lnTo>
                  <a:pt x="29044" y="20955"/>
                </a:lnTo>
                <a:lnTo>
                  <a:pt x="28867" y="21082"/>
                </a:lnTo>
                <a:lnTo>
                  <a:pt x="28752" y="21336"/>
                </a:lnTo>
                <a:lnTo>
                  <a:pt x="29552" y="21336"/>
                </a:lnTo>
                <a:lnTo>
                  <a:pt x="29552" y="21209"/>
                </a:lnTo>
                <a:lnTo>
                  <a:pt x="29578" y="20701"/>
                </a:lnTo>
                <a:close/>
              </a:path>
              <a:path w="49530" h="40005">
                <a:moveTo>
                  <a:pt x="29616" y="12446"/>
                </a:moveTo>
                <a:lnTo>
                  <a:pt x="29184" y="12446"/>
                </a:lnTo>
                <a:lnTo>
                  <a:pt x="29413" y="12700"/>
                </a:lnTo>
                <a:lnTo>
                  <a:pt x="29552" y="12954"/>
                </a:lnTo>
                <a:lnTo>
                  <a:pt x="29616" y="12446"/>
                </a:lnTo>
                <a:close/>
              </a:path>
              <a:path w="49530" h="40005">
                <a:moveTo>
                  <a:pt x="29679" y="18415"/>
                </a:moveTo>
                <a:lnTo>
                  <a:pt x="29603" y="18288"/>
                </a:lnTo>
                <a:lnTo>
                  <a:pt x="29184" y="18288"/>
                </a:lnTo>
                <a:lnTo>
                  <a:pt x="29108" y="18161"/>
                </a:lnTo>
                <a:lnTo>
                  <a:pt x="29108" y="18415"/>
                </a:lnTo>
                <a:lnTo>
                  <a:pt x="29679" y="18415"/>
                </a:lnTo>
                <a:close/>
              </a:path>
              <a:path w="49530" h="40005">
                <a:moveTo>
                  <a:pt x="29679" y="16510"/>
                </a:moveTo>
                <a:lnTo>
                  <a:pt x="29133" y="16383"/>
                </a:lnTo>
                <a:lnTo>
                  <a:pt x="28651" y="16510"/>
                </a:lnTo>
                <a:lnTo>
                  <a:pt x="29679" y="16510"/>
                </a:lnTo>
                <a:close/>
              </a:path>
              <a:path w="49530" h="40005">
                <a:moveTo>
                  <a:pt x="29845" y="23114"/>
                </a:moveTo>
                <a:lnTo>
                  <a:pt x="29527" y="23114"/>
                </a:lnTo>
                <a:lnTo>
                  <a:pt x="29514" y="23368"/>
                </a:lnTo>
                <a:lnTo>
                  <a:pt x="29819" y="23241"/>
                </a:lnTo>
                <a:lnTo>
                  <a:pt x="29845" y="23114"/>
                </a:lnTo>
                <a:close/>
              </a:path>
              <a:path w="49530" h="40005">
                <a:moveTo>
                  <a:pt x="29870" y="22098"/>
                </a:moveTo>
                <a:lnTo>
                  <a:pt x="29832" y="21971"/>
                </a:lnTo>
                <a:lnTo>
                  <a:pt x="29679" y="21844"/>
                </a:lnTo>
                <a:lnTo>
                  <a:pt x="29527" y="21717"/>
                </a:lnTo>
                <a:lnTo>
                  <a:pt x="29540" y="21463"/>
                </a:lnTo>
                <a:lnTo>
                  <a:pt x="29133" y="21463"/>
                </a:lnTo>
                <a:lnTo>
                  <a:pt x="29133" y="21844"/>
                </a:lnTo>
                <a:lnTo>
                  <a:pt x="29006" y="21717"/>
                </a:lnTo>
                <a:lnTo>
                  <a:pt x="29133" y="21844"/>
                </a:lnTo>
                <a:lnTo>
                  <a:pt x="29133" y="21463"/>
                </a:lnTo>
                <a:lnTo>
                  <a:pt x="28778" y="21463"/>
                </a:lnTo>
                <a:lnTo>
                  <a:pt x="28854" y="21844"/>
                </a:lnTo>
                <a:lnTo>
                  <a:pt x="28587" y="22098"/>
                </a:lnTo>
                <a:lnTo>
                  <a:pt x="29870" y="22098"/>
                </a:lnTo>
                <a:close/>
              </a:path>
              <a:path w="49530" h="40005">
                <a:moveTo>
                  <a:pt x="29895" y="14224"/>
                </a:moveTo>
                <a:lnTo>
                  <a:pt x="29591" y="14224"/>
                </a:lnTo>
                <a:lnTo>
                  <a:pt x="29502" y="14478"/>
                </a:lnTo>
                <a:lnTo>
                  <a:pt x="29718" y="14478"/>
                </a:lnTo>
                <a:lnTo>
                  <a:pt x="29895" y="14224"/>
                </a:lnTo>
                <a:close/>
              </a:path>
              <a:path w="49530" h="40005">
                <a:moveTo>
                  <a:pt x="30010" y="18669"/>
                </a:moveTo>
                <a:lnTo>
                  <a:pt x="27393" y="18669"/>
                </a:lnTo>
                <a:lnTo>
                  <a:pt x="27432" y="18796"/>
                </a:lnTo>
                <a:lnTo>
                  <a:pt x="30010" y="18796"/>
                </a:lnTo>
                <a:lnTo>
                  <a:pt x="30010" y="18669"/>
                </a:lnTo>
                <a:close/>
              </a:path>
              <a:path w="49530" h="40005">
                <a:moveTo>
                  <a:pt x="30073" y="13970"/>
                </a:moveTo>
                <a:lnTo>
                  <a:pt x="30060" y="13716"/>
                </a:lnTo>
                <a:lnTo>
                  <a:pt x="29679" y="13716"/>
                </a:lnTo>
                <a:lnTo>
                  <a:pt x="29578" y="13970"/>
                </a:lnTo>
                <a:lnTo>
                  <a:pt x="29349" y="13970"/>
                </a:lnTo>
                <a:lnTo>
                  <a:pt x="29349" y="14224"/>
                </a:lnTo>
                <a:lnTo>
                  <a:pt x="29794" y="13970"/>
                </a:lnTo>
                <a:lnTo>
                  <a:pt x="30073" y="13970"/>
                </a:lnTo>
                <a:close/>
              </a:path>
              <a:path w="49530" h="40005">
                <a:moveTo>
                  <a:pt x="30073" y="1892"/>
                </a:moveTo>
                <a:lnTo>
                  <a:pt x="28282" y="1257"/>
                </a:lnTo>
                <a:lnTo>
                  <a:pt x="27343" y="927"/>
                </a:lnTo>
                <a:lnTo>
                  <a:pt x="30073" y="1892"/>
                </a:lnTo>
                <a:close/>
              </a:path>
              <a:path w="49530" h="40005">
                <a:moveTo>
                  <a:pt x="30111" y="13970"/>
                </a:moveTo>
                <a:lnTo>
                  <a:pt x="29895" y="14224"/>
                </a:lnTo>
                <a:lnTo>
                  <a:pt x="30086" y="14224"/>
                </a:lnTo>
                <a:lnTo>
                  <a:pt x="30111" y="13970"/>
                </a:lnTo>
                <a:close/>
              </a:path>
              <a:path w="49530" h="40005">
                <a:moveTo>
                  <a:pt x="30137" y="20574"/>
                </a:moveTo>
                <a:lnTo>
                  <a:pt x="29718" y="20447"/>
                </a:lnTo>
                <a:lnTo>
                  <a:pt x="29616" y="20193"/>
                </a:lnTo>
                <a:lnTo>
                  <a:pt x="29311" y="20193"/>
                </a:lnTo>
                <a:lnTo>
                  <a:pt x="29425" y="20447"/>
                </a:lnTo>
                <a:lnTo>
                  <a:pt x="29514" y="20574"/>
                </a:lnTo>
                <a:lnTo>
                  <a:pt x="30137" y="20574"/>
                </a:lnTo>
                <a:close/>
              </a:path>
              <a:path w="49530" h="40005">
                <a:moveTo>
                  <a:pt x="30137" y="11684"/>
                </a:moveTo>
                <a:lnTo>
                  <a:pt x="29438" y="11684"/>
                </a:lnTo>
                <a:lnTo>
                  <a:pt x="29425" y="11938"/>
                </a:lnTo>
                <a:lnTo>
                  <a:pt x="29857" y="11938"/>
                </a:lnTo>
                <a:lnTo>
                  <a:pt x="30137" y="12192"/>
                </a:lnTo>
                <a:lnTo>
                  <a:pt x="30137" y="11684"/>
                </a:lnTo>
                <a:close/>
              </a:path>
              <a:path w="49530" h="40005">
                <a:moveTo>
                  <a:pt x="30175" y="18415"/>
                </a:moveTo>
                <a:lnTo>
                  <a:pt x="29794" y="18415"/>
                </a:lnTo>
                <a:lnTo>
                  <a:pt x="29845" y="18542"/>
                </a:lnTo>
                <a:lnTo>
                  <a:pt x="30022" y="18542"/>
                </a:lnTo>
                <a:lnTo>
                  <a:pt x="30010" y="18669"/>
                </a:lnTo>
                <a:lnTo>
                  <a:pt x="30149" y="18669"/>
                </a:lnTo>
                <a:lnTo>
                  <a:pt x="30175" y="18415"/>
                </a:lnTo>
                <a:close/>
              </a:path>
              <a:path w="49530" h="40005">
                <a:moveTo>
                  <a:pt x="30187" y="18161"/>
                </a:moveTo>
                <a:lnTo>
                  <a:pt x="30149" y="18034"/>
                </a:lnTo>
                <a:lnTo>
                  <a:pt x="30060" y="17653"/>
                </a:lnTo>
                <a:lnTo>
                  <a:pt x="29895" y="17653"/>
                </a:lnTo>
                <a:lnTo>
                  <a:pt x="29845" y="17780"/>
                </a:lnTo>
                <a:lnTo>
                  <a:pt x="29730" y="18034"/>
                </a:lnTo>
                <a:lnTo>
                  <a:pt x="28689" y="17780"/>
                </a:lnTo>
                <a:lnTo>
                  <a:pt x="28143" y="17780"/>
                </a:lnTo>
                <a:lnTo>
                  <a:pt x="28067" y="17653"/>
                </a:lnTo>
                <a:lnTo>
                  <a:pt x="27990" y="17526"/>
                </a:lnTo>
                <a:lnTo>
                  <a:pt x="27457" y="17526"/>
                </a:lnTo>
                <a:lnTo>
                  <a:pt x="27381" y="17399"/>
                </a:lnTo>
                <a:lnTo>
                  <a:pt x="27203" y="17526"/>
                </a:lnTo>
                <a:lnTo>
                  <a:pt x="27152" y="17653"/>
                </a:lnTo>
                <a:lnTo>
                  <a:pt x="26974" y="17780"/>
                </a:lnTo>
                <a:lnTo>
                  <a:pt x="26593" y="17780"/>
                </a:lnTo>
                <a:lnTo>
                  <a:pt x="26924" y="17907"/>
                </a:lnTo>
                <a:lnTo>
                  <a:pt x="27025" y="18161"/>
                </a:lnTo>
                <a:lnTo>
                  <a:pt x="27698" y="18161"/>
                </a:lnTo>
                <a:lnTo>
                  <a:pt x="29108" y="18161"/>
                </a:lnTo>
                <a:lnTo>
                  <a:pt x="30187" y="18161"/>
                </a:lnTo>
                <a:close/>
              </a:path>
              <a:path w="49530" h="40005">
                <a:moveTo>
                  <a:pt x="30327" y="19304"/>
                </a:moveTo>
                <a:lnTo>
                  <a:pt x="29997" y="19050"/>
                </a:lnTo>
                <a:lnTo>
                  <a:pt x="29997" y="18923"/>
                </a:lnTo>
                <a:lnTo>
                  <a:pt x="29603" y="19050"/>
                </a:lnTo>
                <a:lnTo>
                  <a:pt x="29476" y="19304"/>
                </a:lnTo>
                <a:lnTo>
                  <a:pt x="29400" y="19431"/>
                </a:lnTo>
                <a:lnTo>
                  <a:pt x="29298" y="20066"/>
                </a:lnTo>
                <a:lnTo>
                  <a:pt x="29565" y="20066"/>
                </a:lnTo>
                <a:lnTo>
                  <a:pt x="29667" y="19304"/>
                </a:lnTo>
                <a:lnTo>
                  <a:pt x="30327" y="19304"/>
                </a:lnTo>
                <a:close/>
              </a:path>
              <a:path w="49530" h="40005">
                <a:moveTo>
                  <a:pt x="30353" y="22479"/>
                </a:moveTo>
                <a:lnTo>
                  <a:pt x="29984" y="22479"/>
                </a:lnTo>
                <a:lnTo>
                  <a:pt x="29908" y="22225"/>
                </a:lnTo>
                <a:lnTo>
                  <a:pt x="28663" y="22225"/>
                </a:lnTo>
                <a:lnTo>
                  <a:pt x="28663" y="22479"/>
                </a:lnTo>
                <a:lnTo>
                  <a:pt x="28587" y="22352"/>
                </a:lnTo>
                <a:lnTo>
                  <a:pt x="28663" y="22479"/>
                </a:lnTo>
                <a:lnTo>
                  <a:pt x="28663" y="22225"/>
                </a:lnTo>
                <a:lnTo>
                  <a:pt x="28587" y="22098"/>
                </a:lnTo>
                <a:lnTo>
                  <a:pt x="28409" y="22098"/>
                </a:lnTo>
                <a:lnTo>
                  <a:pt x="28371" y="22225"/>
                </a:lnTo>
                <a:lnTo>
                  <a:pt x="27076" y="22225"/>
                </a:lnTo>
                <a:lnTo>
                  <a:pt x="26631" y="22225"/>
                </a:lnTo>
                <a:lnTo>
                  <a:pt x="26009" y="22352"/>
                </a:lnTo>
                <a:lnTo>
                  <a:pt x="25984" y="22225"/>
                </a:lnTo>
                <a:lnTo>
                  <a:pt x="25641" y="22225"/>
                </a:lnTo>
                <a:lnTo>
                  <a:pt x="25933" y="22377"/>
                </a:lnTo>
                <a:lnTo>
                  <a:pt x="25387" y="22479"/>
                </a:lnTo>
                <a:lnTo>
                  <a:pt x="26035" y="22479"/>
                </a:lnTo>
                <a:lnTo>
                  <a:pt x="26162" y="22479"/>
                </a:lnTo>
                <a:lnTo>
                  <a:pt x="26136" y="22606"/>
                </a:lnTo>
                <a:lnTo>
                  <a:pt x="26276" y="22606"/>
                </a:lnTo>
                <a:lnTo>
                  <a:pt x="26390" y="22479"/>
                </a:lnTo>
                <a:lnTo>
                  <a:pt x="26924" y="22479"/>
                </a:lnTo>
                <a:lnTo>
                  <a:pt x="27139" y="22606"/>
                </a:lnTo>
                <a:lnTo>
                  <a:pt x="27673" y="22606"/>
                </a:lnTo>
                <a:lnTo>
                  <a:pt x="27863" y="22479"/>
                </a:lnTo>
                <a:lnTo>
                  <a:pt x="27787" y="22606"/>
                </a:lnTo>
                <a:lnTo>
                  <a:pt x="28867" y="22606"/>
                </a:lnTo>
                <a:lnTo>
                  <a:pt x="30302" y="22606"/>
                </a:lnTo>
                <a:lnTo>
                  <a:pt x="30353" y="22479"/>
                </a:lnTo>
                <a:close/>
              </a:path>
              <a:path w="49530" h="40005">
                <a:moveTo>
                  <a:pt x="30353" y="14224"/>
                </a:moveTo>
                <a:lnTo>
                  <a:pt x="30086" y="14224"/>
                </a:lnTo>
                <a:lnTo>
                  <a:pt x="30060" y="14478"/>
                </a:lnTo>
                <a:lnTo>
                  <a:pt x="30353" y="14224"/>
                </a:lnTo>
                <a:close/>
              </a:path>
              <a:path w="49530" h="40005">
                <a:moveTo>
                  <a:pt x="30391" y="22733"/>
                </a:moveTo>
                <a:lnTo>
                  <a:pt x="29273" y="22733"/>
                </a:lnTo>
                <a:lnTo>
                  <a:pt x="29375" y="22860"/>
                </a:lnTo>
                <a:lnTo>
                  <a:pt x="28994" y="22987"/>
                </a:lnTo>
                <a:lnTo>
                  <a:pt x="28816" y="22987"/>
                </a:lnTo>
                <a:lnTo>
                  <a:pt x="28765" y="23114"/>
                </a:lnTo>
                <a:lnTo>
                  <a:pt x="29527" y="23114"/>
                </a:lnTo>
                <a:lnTo>
                  <a:pt x="29527" y="22987"/>
                </a:lnTo>
                <a:lnTo>
                  <a:pt x="29857" y="22987"/>
                </a:lnTo>
                <a:lnTo>
                  <a:pt x="29883" y="22860"/>
                </a:lnTo>
                <a:lnTo>
                  <a:pt x="30111" y="22987"/>
                </a:lnTo>
                <a:lnTo>
                  <a:pt x="30073" y="22860"/>
                </a:lnTo>
                <a:lnTo>
                  <a:pt x="30327" y="22860"/>
                </a:lnTo>
                <a:lnTo>
                  <a:pt x="30391" y="22733"/>
                </a:lnTo>
                <a:close/>
              </a:path>
              <a:path w="49530" h="40005">
                <a:moveTo>
                  <a:pt x="30518" y="1892"/>
                </a:moveTo>
                <a:lnTo>
                  <a:pt x="30073" y="1892"/>
                </a:lnTo>
                <a:lnTo>
                  <a:pt x="30492" y="2349"/>
                </a:lnTo>
                <a:lnTo>
                  <a:pt x="30518" y="1892"/>
                </a:lnTo>
                <a:close/>
              </a:path>
              <a:path w="49530" h="40005">
                <a:moveTo>
                  <a:pt x="30670" y="13716"/>
                </a:moveTo>
                <a:lnTo>
                  <a:pt x="30238" y="13716"/>
                </a:lnTo>
                <a:lnTo>
                  <a:pt x="30251" y="13970"/>
                </a:lnTo>
                <a:lnTo>
                  <a:pt x="30594" y="13970"/>
                </a:lnTo>
                <a:lnTo>
                  <a:pt x="30670" y="13716"/>
                </a:lnTo>
                <a:close/>
              </a:path>
              <a:path w="49530" h="40005">
                <a:moveTo>
                  <a:pt x="30746" y="20701"/>
                </a:moveTo>
                <a:lnTo>
                  <a:pt x="30657" y="20574"/>
                </a:lnTo>
                <a:lnTo>
                  <a:pt x="30137" y="20574"/>
                </a:lnTo>
                <a:lnTo>
                  <a:pt x="30746" y="20701"/>
                </a:lnTo>
                <a:close/>
              </a:path>
              <a:path w="49530" h="40005">
                <a:moveTo>
                  <a:pt x="30899" y="11430"/>
                </a:moveTo>
                <a:lnTo>
                  <a:pt x="30060" y="11430"/>
                </a:lnTo>
                <a:lnTo>
                  <a:pt x="30048" y="11049"/>
                </a:lnTo>
                <a:lnTo>
                  <a:pt x="29908" y="11430"/>
                </a:lnTo>
                <a:lnTo>
                  <a:pt x="30035" y="11430"/>
                </a:lnTo>
                <a:lnTo>
                  <a:pt x="30238" y="11684"/>
                </a:lnTo>
                <a:lnTo>
                  <a:pt x="30886" y="11684"/>
                </a:lnTo>
                <a:lnTo>
                  <a:pt x="30899" y="11430"/>
                </a:lnTo>
                <a:close/>
              </a:path>
              <a:path w="49530" h="40005">
                <a:moveTo>
                  <a:pt x="31089" y="17907"/>
                </a:moveTo>
                <a:lnTo>
                  <a:pt x="30734" y="18034"/>
                </a:lnTo>
                <a:lnTo>
                  <a:pt x="30835" y="18161"/>
                </a:lnTo>
                <a:lnTo>
                  <a:pt x="31051" y="18161"/>
                </a:lnTo>
                <a:lnTo>
                  <a:pt x="31089" y="17907"/>
                </a:lnTo>
                <a:close/>
              </a:path>
              <a:path w="49530" h="40005">
                <a:moveTo>
                  <a:pt x="31191" y="2349"/>
                </a:moveTo>
                <a:lnTo>
                  <a:pt x="31000" y="2349"/>
                </a:lnTo>
                <a:lnTo>
                  <a:pt x="31026" y="2578"/>
                </a:lnTo>
                <a:lnTo>
                  <a:pt x="31191" y="2349"/>
                </a:lnTo>
                <a:close/>
              </a:path>
              <a:path w="49530" h="40005">
                <a:moveTo>
                  <a:pt x="31559" y="30099"/>
                </a:moveTo>
                <a:lnTo>
                  <a:pt x="30111" y="29972"/>
                </a:lnTo>
                <a:lnTo>
                  <a:pt x="29768" y="29972"/>
                </a:lnTo>
                <a:lnTo>
                  <a:pt x="29616" y="29845"/>
                </a:lnTo>
                <a:lnTo>
                  <a:pt x="29514" y="29718"/>
                </a:lnTo>
                <a:lnTo>
                  <a:pt x="29413" y="29591"/>
                </a:lnTo>
                <a:lnTo>
                  <a:pt x="28994" y="29591"/>
                </a:lnTo>
                <a:lnTo>
                  <a:pt x="29083" y="29972"/>
                </a:lnTo>
                <a:lnTo>
                  <a:pt x="28879" y="30060"/>
                </a:lnTo>
                <a:lnTo>
                  <a:pt x="29349" y="30099"/>
                </a:lnTo>
                <a:lnTo>
                  <a:pt x="31559" y="30099"/>
                </a:lnTo>
                <a:close/>
              </a:path>
              <a:path w="49530" h="40005">
                <a:moveTo>
                  <a:pt x="31610" y="15113"/>
                </a:moveTo>
                <a:lnTo>
                  <a:pt x="31432" y="15113"/>
                </a:lnTo>
                <a:lnTo>
                  <a:pt x="31584" y="15240"/>
                </a:lnTo>
                <a:lnTo>
                  <a:pt x="31610" y="15113"/>
                </a:lnTo>
                <a:close/>
              </a:path>
              <a:path w="49530" h="40005">
                <a:moveTo>
                  <a:pt x="31673" y="12700"/>
                </a:moveTo>
                <a:lnTo>
                  <a:pt x="31648" y="12446"/>
                </a:lnTo>
                <a:lnTo>
                  <a:pt x="31521" y="12700"/>
                </a:lnTo>
                <a:lnTo>
                  <a:pt x="31407" y="12954"/>
                </a:lnTo>
                <a:lnTo>
                  <a:pt x="31673" y="12700"/>
                </a:lnTo>
                <a:close/>
              </a:path>
              <a:path w="49530" h="40005">
                <a:moveTo>
                  <a:pt x="31838" y="15875"/>
                </a:moveTo>
                <a:lnTo>
                  <a:pt x="29603" y="15875"/>
                </a:lnTo>
                <a:lnTo>
                  <a:pt x="30010" y="16129"/>
                </a:lnTo>
                <a:lnTo>
                  <a:pt x="29768" y="16129"/>
                </a:lnTo>
                <a:lnTo>
                  <a:pt x="29679" y="16510"/>
                </a:lnTo>
                <a:lnTo>
                  <a:pt x="29870" y="16510"/>
                </a:lnTo>
                <a:lnTo>
                  <a:pt x="29984" y="16891"/>
                </a:lnTo>
                <a:lnTo>
                  <a:pt x="30137" y="16764"/>
                </a:lnTo>
                <a:lnTo>
                  <a:pt x="30200" y="16637"/>
                </a:lnTo>
                <a:lnTo>
                  <a:pt x="30378" y="16510"/>
                </a:lnTo>
                <a:lnTo>
                  <a:pt x="30429" y="16256"/>
                </a:lnTo>
                <a:lnTo>
                  <a:pt x="31089" y="16383"/>
                </a:lnTo>
                <a:lnTo>
                  <a:pt x="31267" y="16510"/>
                </a:lnTo>
                <a:lnTo>
                  <a:pt x="31305" y="16637"/>
                </a:lnTo>
                <a:lnTo>
                  <a:pt x="31407" y="16256"/>
                </a:lnTo>
                <a:lnTo>
                  <a:pt x="31407" y="16129"/>
                </a:lnTo>
                <a:lnTo>
                  <a:pt x="31635" y="16129"/>
                </a:lnTo>
                <a:lnTo>
                  <a:pt x="31838" y="15875"/>
                </a:lnTo>
                <a:close/>
              </a:path>
              <a:path w="49530" h="40005">
                <a:moveTo>
                  <a:pt x="31851" y="10795"/>
                </a:moveTo>
                <a:lnTo>
                  <a:pt x="31191" y="10693"/>
                </a:lnTo>
                <a:lnTo>
                  <a:pt x="31076" y="10541"/>
                </a:lnTo>
                <a:lnTo>
                  <a:pt x="30899" y="10655"/>
                </a:lnTo>
                <a:lnTo>
                  <a:pt x="30276" y="10541"/>
                </a:lnTo>
                <a:lnTo>
                  <a:pt x="30276" y="9779"/>
                </a:lnTo>
                <a:lnTo>
                  <a:pt x="30124" y="10033"/>
                </a:lnTo>
                <a:lnTo>
                  <a:pt x="30048" y="11049"/>
                </a:lnTo>
                <a:lnTo>
                  <a:pt x="30124" y="10795"/>
                </a:lnTo>
                <a:lnTo>
                  <a:pt x="30657" y="10795"/>
                </a:lnTo>
                <a:lnTo>
                  <a:pt x="30949" y="10795"/>
                </a:lnTo>
                <a:lnTo>
                  <a:pt x="30899" y="11430"/>
                </a:lnTo>
                <a:lnTo>
                  <a:pt x="31267" y="11430"/>
                </a:lnTo>
                <a:lnTo>
                  <a:pt x="31280" y="10795"/>
                </a:lnTo>
                <a:lnTo>
                  <a:pt x="31851" y="10795"/>
                </a:lnTo>
                <a:close/>
              </a:path>
              <a:path w="49530" h="40005">
                <a:moveTo>
                  <a:pt x="32016" y="11430"/>
                </a:moveTo>
                <a:lnTo>
                  <a:pt x="31267" y="11430"/>
                </a:lnTo>
                <a:lnTo>
                  <a:pt x="31254" y="11684"/>
                </a:lnTo>
                <a:lnTo>
                  <a:pt x="31915" y="11684"/>
                </a:lnTo>
                <a:lnTo>
                  <a:pt x="32016" y="11430"/>
                </a:lnTo>
                <a:close/>
              </a:path>
              <a:path w="49530" h="40005">
                <a:moveTo>
                  <a:pt x="32219" y="6096"/>
                </a:moveTo>
                <a:lnTo>
                  <a:pt x="23850" y="6096"/>
                </a:lnTo>
                <a:lnTo>
                  <a:pt x="23863" y="6350"/>
                </a:lnTo>
                <a:lnTo>
                  <a:pt x="31915" y="6350"/>
                </a:lnTo>
                <a:lnTo>
                  <a:pt x="32219" y="6096"/>
                </a:lnTo>
                <a:close/>
              </a:path>
              <a:path w="49530" h="40005">
                <a:moveTo>
                  <a:pt x="32258" y="5842"/>
                </a:moveTo>
                <a:lnTo>
                  <a:pt x="32232" y="5588"/>
                </a:lnTo>
                <a:lnTo>
                  <a:pt x="23825" y="5588"/>
                </a:lnTo>
                <a:lnTo>
                  <a:pt x="23837" y="5842"/>
                </a:lnTo>
                <a:lnTo>
                  <a:pt x="32258" y="5842"/>
                </a:lnTo>
                <a:close/>
              </a:path>
              <a:path w="49530" h="40005">
                <a:moveTo>
                  <a:pt x="32448" y="15367"/>
                </a:moveTo>
                <a:lnTo>
                  <a:pt x="32359" y="15240"/>
                </a:lnTo>
                <a:lnTo>
                  <a:pt x="32283" y="15113"/>
                </a:lnTo>
                <a:lnTo>
                  <a:pt x="31610" y="15113"/>
                </a:lnTo>
                <a:lnTo>
                  <a:pt x="32194" y="15240"/>
                </a:lnTo>
                <a:lnTo>
                  <a:pt x="32181" y="15367"/>
                </a:lnTo>
                <a:lnTo>
                  <a:pt x="32448" y="15367"/>
                </a:lnTo>
                <a:close/>
              </a:path>
              <a:path w="49530" h="40005">
                <a:moveTo>
                  <a:pt x="32473" y="18669"/>
                </a:moveTo>
                <a:lnTo>
                  <a:pt x="30149" y="18669"/>
                </a:lnTo>
                <a:lnTo>
                  <a:pt x="30149" y="18796"/>
                </a:lnTo>
                <a:lnTo>
                  <a:pt x="32473" y="18796"/>
                </a:lnTo>
                <a:lnTo>
                  <a:pt x="32473" y="18669"/>
                </a:lnTo>
                <a:close/>
              </a:path>
              <a:path w="49530" h="40005">
                <a:moveTo>
                  <a:pt x="32486" y="18161"/>
                </a:moveTo>
                <a:lnTo>
                  <a:pt x="31051" y="18161"/>
                </a:lnTo>
                <a:lnTo>
                  <a:pt x="31038" y="18288"/>
                </a:lnTo>
                <a:lnTo>
                  <a:pt x="30835" y="18161"/>
                </a:lnTo>
                <a:lnTo>
                  <a:pt x="30200" y="18161"/>
                </a:lnTo>
                <a:lnTo>
                  <a:pt x="30175" y="18415"/>
                </a:lnTo>
                <a:lnTo>
                  <a:pt x="31026" y="18415"/>
                </a:lnTo>
                <a:lnTo>
                  <a:pt x="32486" y="18415"/>
                </a:lnTo>
                <a:lnTo>
                  <a:pt x="32486" y="18161"/>
                </a:lnTo>
                <a:close/>
              </a:path>
              <a:path w="49530" h="40005">
                <a:moveTo>
                  <a:pt x="32702" y="18796"/>
                </a:moveTo>
                <a:lnTo>
                  <a:pt x="32473" y="18796"/>
                </a:lnTo>
                <a:lnTo>
                  <a:pt x="32461" y="19685"/>
                </a:lnTo>
                <a:lnTo>
                  <a:pt x="32600" y="19558"/>
                </a:lnTo>
                <a:lnTo>
                  <a:pt x="32702" y="18796"/>
                </a:lnTo>
                <a:close/>
              </a:path>
              <a:path w="49530" h="40005">
                <a:moveTo>
                  <a:pt x="32715" y="18415"/>
                </a:moveTo>
                <a:lnTo>
                  <a:pt x="32486" y="18415"/>
                </a:lnTo>
                <a:lnTo>
                  <a:pt x="32473" y="18669"/>
                </a:lnTo>
                <a:lnTo>
                  <a:pt x="32702" y="18669"/>
                </a:lnTo>
                <a:lnTo>
                  <a:pt x="32715" y="18415"/>
                </a:lnTo>
                <a:close/>
              </a:path>
              <a:path w="49530" h="40005">
                <a:moveTo>
                  <a:pt x="32791" y="11201"/>
                </a:moveTo>
                <a:lnTo>
                  <a:pt x="32766" y="10960"/>
                </a:lnTo>
                <a:lnTo>
                  <a:pt x="32753" y="11201"/>
                </a:lnTo>
                <a:close/>
              </a:path>
              <a:path w="49530" h="40005">
                <a:moveTo>
                  <a:pt x="32804" y="12446"/>
                </a:moveTo>
                <a:lnTo>
                  <a:pt x="32588" y="12446"/>
                </a:lnTo>
                <a:lnTo>
                  <a:pt x="32486" y="12700"/>
                </a:lnTo>
                <a:lnTo>
                  <a:pt x="32626" y="12700"/>
                </a:lnTo>
                <a:lnTo>
                  <a:pt x="32804" y="12446"/>
                </a:lnTo>
                <a:close/>
              </a:path>
              <a:path w="49530" h="40005">
                <a:moveTo>
                  <a:pt x="32867" y="12255"/>
                </a:moveTo>
                <a:close/>
              </a:path>
              <a:path w="49530" h="40005">
                <a:moveTo>
                  <a:pt x="33032" y="6858"/>
                </a:moveTo>
                <a:lnTo>
                  <a:pt x="32651" y="7061"/>
                </a:lnTo>
                <a:lnTo>
                  <a:pt x="32778" y="7112"/>
                </a:lnTo>
                <a:lnTo>
                  <a:pt x="32905" y="7112"/>
                </a:lnTo>
                <a:lnTo>
                  <a:pt x="33032" y="6858"/>
                </a:lnTo>
                <a:close/>
              </a:path>
              <a:path w="49530" h="40005">
                <a:moveTo>
                  <a:pt x="33070" y="11531"/>
                </a:moveTo>
                <a:lnTo>
                  <a:pt x="32778" y="11925"/>
                </a:lnTo>
                <a:lnTo>
                  <a:pt x="32334" y="12306"/>
                </a:lnTo>
                <a:lnTo>
                  <a:pt x="32270" y="12433"/>
                </a:lnTo>
                <a:lnTo>
                  <a:pt x="32207" y="12585"/>
                </a:lnTo>
                <a:lnTo>
                  <a:pt x="32042" y="12700"/>
                </a:lnTo>
                <a:lnTo>
                  <a:pt x="31927" y="12954"/>
                </a:lnTo>
                <a:lnTo>
                  <a:pt x="31813" y="13208"/>
                </a:lnTo>
                <a:lnTo>
                  <a:pt x="32346" y="12700"/>
                </a:lnTo>
                <a:lnTo>
                  <a:pt x="32550" y="12446"/>
                </a:lnTo>
                <a:lnTo>
                  <a:pt x="32397" y="12407"/>
                </a:lnTo>
                <a:lnTo>
                  <a:pt x="32258" y="12547"/>
                </a:lnTo>
                <a:lnTo>
                  <a:pt x="32397" y="12446"/>
                </a:lnTo>
                <a:lnTo>
                  <a:pt x="32410" y="12306"/>
                </a:lnTo>
                <a:lnTo>
                  <a:pt x="32867" y="11925"/>
                </a:lnTo>
                <a:lnTo>
                  <a:pt x="33070" y="11531"/>
                </a:lnTo>
                <a:close/>
              </a:path>
              <a:path w="49530" h="40005">
                <a:moveTo>
                  <a:pt x="33286" y="12585"/>
                </a:moveTo>
                <a:lnTo>
                  <a:pt x="33083" y="12446"/>
                </a:lnTo>
                <a:lnTo>
                  <a:pt x="32804" y="12446"/>
                </a:lnTo>
                <a:lnTo>
                  <a:pt x="33286" y="12585"/>
                </a:lnTo>
                <a:close/>
              </a:path>
              <a:path w="49530" h="40005">
                <a:moveTo>
                  <a:pt x="33401" y="5080"/>
                </a:moveTo>
                <a:lnTo>
                  <a:pt x="23812" y="5080"/>
                </a:lnTo>
                <a:lnTo>
                  <a:pt x="23812" y="5334"/>
                </a:lnTo>
                <a:lnTo>
                  <a:pt x="30988" y="5334"/>
                </a:lnTo>
                <a:lnTo>
                  <a:pt x="33401" y="5080"/>
                </a:lnTo>
                <a:close/>
              </a:path>
              <a:path w="49530" h="40005">
                <a:moveTo>
                  <a:pt x="33477" y="10541"/>
                </a:moveTo>
                <a:lnTo>
                  <a:pt x="33096" y="10541"/>
                </a:lnTo>
                <a:lnTo>
                  <a:pt x="33134" y="10756"/>
                </a:lnTo>
                <a:lnTo>
                  <a:pt x="33032" y="10541"/>
                </a:lnTo>
                <a:lnTo>
                  <a:pt x="32854" y="10541"/>
                </a:lnTo>
                <a:lnTo>
                  <a:pt x="33134" y="10782"/>
                </a:lnTo>
                <a:lnTo>
                  <a:pt x="33439" y="10795"/>
                </a:lnTo>
                <a:lnTo>
                  <a:pt x="33477" y="10541"/>
                </a:lnTo>
                <a:close/>
              </a:path>
              <a:path w="49530" h="40005">
                <a:moveTo>
                  <a:pt x="33693" y="14224"/>
                </a:moveTo>
                <a:lnTo>
                  <a:pt x="33578" y="13970"/>
                </a:lnTo>
                <a:lnTo>
                  <a:pt x="33032" y="13970"/>
                </a:lnTo>
                <a:lnTo>
                  <a:pt x="33032" y="13716"/>
                </a:lnTo>
                <a:lnTo>
                  <a:pt x="31584" y="13716"/>
                </a:lnTo>
                <a:lnTo>
                  <a:pt x="31242" y="13716"/>
                </a:lnTo>
                <a:lnTo>
                  <a:pt x="30886" y="13462"/>
                </a:lnTo>
                <a:lnTo>
                  <a:pt x="31178" y="13462"/>
                </a:lnTo>
                <a:lnTo>
                  <a:pt x="31381" y="13208"/>
                </a:lnTo>
                <a:lnTo>
                  <a:pt x="31457" y="12954"/>
                </a:lnTo>
                <a:lnTo>
                  <a:pt x="31203" y="13208"/>
                </a:lnTo>
                <a:lnTo>
                  <a:pt x="31038" y="13208"/>
                </a:lnTo>
                <a:lnTo>
                  <a:pt x="31115" y="12954"/>
                </a:lnTo>
                <a:lnTo>
                  <a:pt x="31216" y="12700"/>
                </a:lnTo>
                <a:lnTo>
                  <a:pt x="31038" y="12446"/>
                </a:lnTo>
                <a:lnTo>
                  <a:pt x="31242" y="12446"/>
                </a:lnTo>
                <a:lnTo>
                  <a:pt x="31254" y="11684"/>
                </a:lnTo>
                <a:lnTo>
                  <a:pt x="30886" y="11684"/>
                </a:lnTo>
                <a:lnTo>
                  <a:pt x="30873" y="12700"/>
                </a:lnTo>
                <a:lnTo>
                  <a:pt x="30746" y="13462"/>
                </a:lnTo>
                <a:lnTo>
                  <a:pt x="30670" y="13716"/>
                </a:lnTo>
                <a:lnTo>
                  <a:pt x="30899" y="13716"/>
                </a:lnTo>
                <a:lnTo>
                  <a:pt x="30886" y="13970"/>
                </a:lnTo>
                <a:lnTo>
                  <a:pt x="31026" y="13766"/>
                </a:lnTo>
                <a:lnTo>
                  <a:pt x="30988" y="13970"/>
                </a:lnTo>
                <a:lnTo>
                  <a:pt x="31254" y="13970"/>
                </a:lnTo>
                <a:lnTo>
                  <a:pt x="31457" y="13817"/>
                </a:lnTo>
                <a:lnTo>
                  <a:pt x="31369" y="13970"/>
                </a:lnTo>
                <a:lnTo>
                  <a:pt x="32943" y="13970"/>
                </a:lnTo>
                <a:lnTo>
                  <a:pt x="32766" y="14224"/>
                </a:lnTo>
                <a:lnTo>
                  <a:pt x="33693" y="14224"/>
                </a:lnTo>
                <a:close/>
              </a:path>
              <a:path w="49530" h="40005">
                <a:moveTo>
                  <a:pt x="33858" y="15113"/>
                </a:moveTo>
                <a:lnTo>
                  <a:pt x="33464" y="14986"/>
                </a:lnTo>
                <a:lnTo>
                  <a:pt x="33350" y="14732"/>
                </a:lnTo>
                <a:lnTo>
                  <a:pt x="33235" y="14478"/>
                </a:lnTo>
                <a:lnTo>
                  <a:pt x="32283" y="14478"/>
                </a:lnTo>
                <a:lnTo>
                  <a:pt x="33032" y="14605"/>
                </a:lnTo>
                <a:lnTo>
                  <a:pt x="32981" y="14859"/>
                </a:lnTo>
                <a:lnTo>
                  <a:pt x="32880" y="15367"/>
                </a:lnTo>
                <a:lnTo>
                  <a:pt x="33578" y="15367"/>
                </a:lnTo>
                <a:lnTo>
                  <a:pt x="33858" y="15113"/>
                </a:lnTo>
                <a:close/>
              </a:path>
              <a:path w="49530" h="40005">
                <a:moveTo>
                  <a:pt x="34137" y="15748"/>
                </a:moveTo>
                <a:lnTo>
                  <a:pt x="33858" y="15494"/>
                </a:lnTo>
                <a:lnTo>
                  <a:pt x="32169" y="15494"/>
                </a:lnTo>
                <a:lnTo>
                  <a:pt x="32029" y="15494"/>
                </a:lnTo>
                <a:lnTo>
                  <a:pt x="31953" y="15621"/>
                </a:lnTo>
                <a:lnTo>
                  <a:pt x="31635" y="15367"/>
                </a:lnTo>
                <a:lnTo>
                  <a:pt x="31267" y="15240"/>
                </a:lnTo>
                <a:lnTo>
                  <a:pt x="31267" y="15113"/>
                </a:lnTo>
                <a:lnTo>
                  <a:pt x="31826" y="14986"/>
                </a:lnTo>
                <a:lnTo>
                  <a:pt x="32004" y="14871"/>
                </a:lnTo>
                <a:lnTo>
                  <a:pt x="32296" y="14986"/>
                </a:lnTo>
                <a:lnTo>
                  <a:pt x="32296" y="14859"/>
                </a:lnTo>
                <a:lnTo>
                  <a:pt x="32283" y="14478"/>
                </a:lnTo>
                <a:lnTo>
                  <a:pt x="32105" y="14478"/>
                </a:lnTo>
                <a:lnTo>
                  <a:pt x="32296" y="14224"/>
                </a:lnTo>
                <a:lnTo>
                  <a:pt x="30949" y="14224"/>
                </a:lnTo>
                <a:lnTo>
                  <a:pt x="30886" y="13970"/>
                </a:lnTo>
                <a:lnTo>
                  <a:pt x="30594" y="13970"/>
                </a:lnTo>
                <a:lnTo>
                  <a:pt x="30353" y="14224"/>
                </a:lnTo>
                <a:lnTo>
                  <a:pt x="30734" y="14224"/>
                </a:lnTo>
                <a:lnTo>
                  <a:pt x="30454" y="14478"/>
                </a:lnTo>
                <a:lnTo>
                  <a:pt x="30835" y="14287"/>
                </a:lnTo>
                <a:lnTo>
                  <a:pt x="30581" y="14478"/>
                </a:lnTo>
                <a:lnTo>
                  <a:pt x="31724" y="14478"/>
                </a:lnTo>
                <a:lnTo>
                  <a:pt x="31051" y="14605"/>
                </a:lnTo>
                <a:lnTo>
                  <a:pt x="30454" y="14986"/>
                </a:lnTo>
                <a:lnTo>
                  <a:pt x="29870" y="15113"/>
                </a:lnTo>
                <a:lnTo>
                  <a:pt x="30264" y="15240"/>
                </a:lnTo>
                <a:lnTo>
                  <a:pt x="29629" y="15240"/>
                </a:lnTo>
                <a:lnTo>
                  <a:pt x="29806" y="15113"/>
                </a:lnTo>
                <a:lnTo>
                  <a:pt x="29629" y="15113"/>
                </a:lnTo>
                <a:lnTo>
                  <a:pt x="29578" y="14859"/>
                </a:lnTo>
                <a:lnTo>
                  <a:pt x="29806" y="14732"/>
                </a:lnTo>
                <a:lnTo>
                  <a:pt x="29921" y="14859"/>
                </a:lnTo>
                <a:lnTo>
                  <a:pt x="30251" y="14605"/>
                </a:lnTo>
                <a:lnTo>
                  <a:pt x="30429" y="14478"/>
                </a:lnTo>
                <a:lnTo>
                  <a:pt x="30111" y="14478"/>
                </a:lnTo>
                <a:lnTo>
                  <a:pt x="29997" y="14605"/>
                </a:lnTo>
                <a:lnTo>
                  <a:pt x="30060" y="14478"/>
                </a:lnTo>
                <a:lnTo>
                  <a:pt x="29718" y="14478"/>
                </a:lnTo>
                <a:lnTo>
                  <a:pt x="29629" y="14605"/>
                </a:lnTo>
                <a:lnTo>
                  <a:pt x="29413" y="14732"/>
                </a:lnTo>
                <a:lnTo>
                  <a:pt x="29502" y="14478"/>
                </a:lnTo>
                <a:lnTo>
                  <a:pt x="29349" y="14478"/>
                </a:lnTo>
                <a:lnTo>
                  <a:pt x="29248" y="14605"/>
                </a:lnTo>
                <a:lnTo>
                  <a:pt x="29248" y="14986"/>
                </a:lnTo>
                <a:lnTo>
                  <a:pt x="29197" y="15113"/>
                </a:lnTo>
                <a:lnTo>
                  <a:pt x="29095" y="15367"/>
                </a:lnTo>
                <a:lnTo>
                  <a:pt x="28765" y="15240"/>
                </a:lnTo>
                <a:lnTo>
                  <a:pt x="28435" y="15240"/>
                </a:lnTo>
                <a:lnTo>
                  <a:pt x="28448" y="14986"/>
                </a:lnTo>
                <a:lnTo>
                  <a:pt x="28740" y="14986"/>
                </a:lnTo>
                <a:lnTo>
                  <a:pt x="28702" y="15240"/>
                </a:lnTo>
                <a:lnTo>
                  <a:pt x="28854" y="15113"/>
                </a:lnTo>
                <a:lnTo>
                  <a:pt x="28956" y="14986"/>
                </a:lnTo>
                <a:lnTo>
                  <a:pt x="29248" y="14986"/>
                </a:lnTo>
                <a:lnTo>
                  <a:pt x="29248" y="14605"/>
                </a:lnTo>
                <a:lnTo>
                  <a:pt x="29159" y="14732"/>
                </a:lnTo>
                <a:lnTo>
                  <a:pt x="28968" y="14732"/>
                </a:lnTo>
                <a:lnTo>
                  <a:pt x="28905" y="14605"/>
                </a:lnTo>
                <a:lnTo>
                  <a:pt x="28829" y="14478"/>
                </a:lnTo>
                <a:lnTo>
                  <a:pt x="28511" y="14478"/>
                </a:lnTo>
                <a:lnTo>
                  <a:pt x="28562" y="14605"/>
                </a:lnTo>
                <a:lnTo>
                  <a:pt x="28486" y="14478"/>
                </a:lnTo>
                <a:lnTo>
                  <a:pt x="28041" y="14478"/>
                </a:lnTo>
                <a:lnTo>
                  <a:pt x="28067" y="15367"/>
                </a:lnTo>
                <a:lnTo>
                  <a:pt x="27863" y="15367"/>
                </a:lnTo>
                <a:lnTo>
                  <a:pt x="27876" y="15240"/>
                </a:lnTo>
                <a:lnTo>
                  <a:pt x="27330" y="15240"/>
                </a:lnTo>
                <a:lnTo>
                  <a:pt x="27241" y="15494"/>
                </a:lnTo>
                <a:lnTo>
                  <a:pt x="27101" y="15367"/>
                </a:lnTo>
                <a:lnTo>
                  <a:pt x="26974" y="15240"/>
                </a:lnTo>
                <a:lnTo>
                  <a:pt x="27317" y="15240"/>
                </a:lnTo>
                <a:lnTo>
                  <a:pt x="26809" y="15113"/>
                </a:lnTo>
                <a:lnTo>
                  <a:pt x="26885" y="15240"/>
                </a:lnTo>
                <a:lnTo>
                  <a:pt x="26022" y="15113"/>
                </a:lnTo>
                <a:lnTo>
                  <a:pt x="25984" y="14986"/>
                </a:lnTo>
                <a:lnTo>
                  <a:pt x="25615" y="14859"/>
                </a:lnTo>
                <a:lnTo>
                  <a:pt x="25527" y="14732"/>
                </a:lnTo>
                <a:lnTo>
                  <a:pt x="25323" y="14605"/>
                </a:lnTo>
                <a:lnTo>
                  <a:pt x="25057" y="14478"/>
                </a:lnTo>
                <a:lnTo>
                  <a:pt x="25679" y="14478"/>
                </a:lnTo>
                <a:lnTo>
                  <a:pt x="25387" y="14224"/>
                </a:lnTo>
                <a:lnTo>
                  <a:pt x="25209" y="14224"/>
                </a:lnTo>
                <a:lnTo>
                  <a:pt x="24777" y="14097"/>
                </a:lnTo>
                <a:lnTo>
                  <a:pt x="24828" y="14224"/>
                </a:lnTo>
                <a:lnTo>
                  <a:pt x="24409" y="14224"/>
                </a:lnTo>
                <a:lnTo>
                  <a:pt x="24612" y="14478"/>
                </a:lnTo>
                <a:lnTo>
                  <a:pt x="7175" y="14478"/>
                </a:lnTo>
                <a:lnTo>
                  <a:pt x="7493" y="14732"/>
                </a:lnTo>
                <a:lnTo>
                  <a:pt x="7251" y="14732"/>
                </a:lnTo>
                <a:lnTo>
                  <a:pt x="7200" y="14859"/>
                </a:lnTo>
                <a:lnTo>
                  <a:pt x="7480" y="14986"/>
                </a:lnTo>
                <a:lnTo>
                  <a:pt x="8013" y="15113"/>
                </a:lnTo>
                <a:lnTo>
                  <a:pt x="7962" y="15240"/>
                </a:lnTo>
                <a:lnTo>
                  <a:pt x="8204" y="15113"/>
                </a:lnTo>
                <a:lnTo>
                  <a:pt x="8280" y="15367"/>
                </a:lnTo>
                <a:lnTo>
                  <a:pt x="8623" y="15494"/>
                </a:lnTo>
                <a:lnTo>
                  <a:pt x="8420" y="15367"/>
                </a:lnTo>
                <a:lnTo>
                  <a:pt x="8915" y="15621"/>
                </a:lnTo>
                <a:lnTo>
                  <a:pt x="9105" y="15748"/>
                </a:lnTo>
                <a:lnTo>
                  <a:pt x="9347" y="15875"/>
                </a:lnTo>
                <a:lnTo>
                  <a:pt x="9601" y="15875"/>
                </a:lnTo>
                <a:lnTo>
                  <a:pt x="9702" y="16040"/>
                </a:lnTo>
                <a:lnTo>
                  <a:pt x="9969" y="16256"/>
                </a:lnTo>
                <a:lnTo>
                  <a:pt x="10363" y="16383"/>
                </a:lnTo>
                <a:lnTo>
                  <a:pt x="10350" y="16891"/>
                </a:lnTo>
                <a:lnTo>
                  <a:pt x="8039" y="17018"/>
                </a:lnTo>
                <a:lnTo>
                  <a:pt x="5740" y="18669"/>
                </a:lnTo>
                <a:lnTo>
                  <a:pt x="5715" y="19050"/>
                </a:lnTo>
                <a:lnTo>
                  <a:pt x="5880" y="19304"/>
                </a:lnTo>
                <a:lnTo>
                  <a:pt x="5956" y="19431"/>
                </a:lnTo>
                <a:lnTo>
                  <a:pt x="6032" y="19558"/>
                </a:lnTo>
                <a:lnTo>
                  <a:pt x="6108" y="19685"/>
                </a:lnTo>
                <a:lnTo>
                  <a:pt x="6184" y="19812"/>
                </a:lnTo>
                <a:lnTo>
                  <a:pt x="6273" y="19939"/>
                </a:lnTo>
                <a:lnTo>
                  <a:pt x="6350" y="20066"/>
                </a:lnTo>
                <a:lnTo>
                  <a:pt x="6426" y="20193"/>
                </a:lnTo>
                <a:lnTo>
                  <a:pt x="6502" y="20320"/>
                </a:lnTo>
                <a:lnTo>
                  <a:pt x="6578" y="20447"/>
                </a:lnTo>
                <a:lnTo>
                  <a:pt x="6667" y="20574"/>
                </a:lnTo>
                <a:lnTo>
                  <a:pt x="7086" y="20955"/>
                </a:lnTo>
                <a:lnTo>
                  <a:pt x="7670" y="20955"/>
                </a:lnTo>
                <a:lnTo>
                  <a:pt x="7734" y="20193"/>
                </a:lnTo>
                <a:lnTo>
                  <a:pt x="7747" y="19939"/>
                </a:lnTo>
                <a:lnTo>
                  <a:pt x="7607" y="20066"/>
                </a:lnTo>
                <a:lnTo>
                  <a:pt x="7531" y="20193"/>
                </a:lnTo>
                <a:lnTo>
                  <a:pt x="7493" y="20066"/>
                </a:lnTo>
                <a:lnTo>
                  <a:pt x="7327" y="19939"/>
                </a:lnTo>
                <a:lnTo>
                  <a:pt x="7340" y="19050"/>
                </a:lnTo>
                <a:lnTo>
                  <a:pt x="7035" y="19050"/>
                </a:lnTo>
                <a:lnTo>
                  <a:pt x="7137" y="18542"/>
                </a:lnTo>
                <a:lnTo>
                  <a:pt x="7620" y="18288"/>
                </a:lnTo>
                <a:lnTo>
                  <a:pt x="7721" y="18161"/>
                </a:lnTo>
                <a:lnTo>
                  <a:pt x="7835" y="18034"/>
                </a:lnTo>
                <a:lnTo>
                  <a:pt x="8051" y="17907"/>
                </a:lnTo>
                <a:lnTo>
                  <a:pt x="8382" y="17907"/>
                </a:lnTo>
                <a:lnTo>
                  <a:pt x="8597" y="17780"/>
                </a:lnTo>
                <a:lnTo>
                  <a:pt x="8623" y="17526"/>
                </a:lnTo>
                <a:lnTo>
                  <a:pt x="9258" y="17653"/>
                </a:lnTo>
                <a:lnTo>
                  <a:pt x="9347" y="18669"/>
                </a:lnTo>
                <a:lnTo>
                  <a:pt x="9017" y="18796"/>
                </a:lnTo>
                <a:lnTo>
                  <a:pt x="9245" y="18796"/>
                </a:lnTo>
                <a:lnTo>
                  <a:pt x="9347" y="19304"/>
                </a:lnTo>
                <a:lnTo>
                  <a:pt x="9436" y="20066"/>
                </a:lnTo>
                <a:lnTo>
                  <a:pt x="10223" y="20320"/>
                </a:lnTo>
                <a:lnTo>
                  <a:pt x="10134" y="20066"/>
                </a:lnTo>
                <a:lnTo>
                  <a:pt x="9740" y="20066"/>
                </a:lnTo>
                <a:lnTo>
                  <a:pt x="9664" y="19558"/>
                </a:lnTo>
                <a:lnTo>
                  <a:pt x="9715" y="19685"/>
                </a:lnTo>
                <a:lnTo>
                  <a:pt x="9842" y="19558"/>
                </a:lnTo>
                <a:lnTo>
                  <a:pt x="9804" y="19304"/>
                </a:lnTo>
                <a:lnTo>
                  <a:pt x="9842" y="19431"/>
                </a:lnTo>
                <a:lnTo>
                  <a:pt x="9956" y="19812"/>
                </a:lnTo>
                <a:lnTo>
                  <a:pt x="10033" y="19939"/>
                </a:lnTo>
                <a:lnTo>
                  <a:pt x="10160" y="19558"/>
                </a:lnTo>
                <a:lnTo>
                  <a:pt x="10160" y="19304"/>
                </a:lnTo>
                <a:lnTo>
                  <a:pt x="10185" y="19431"/>
                </a:lnTo>
                <a:lnTo>
                  <a:pt x="10604" y="19685"/>
                </a:lnTo>
                <a:lnTo>
                  <a:pt x="10541" y="19304"/>
                </a:lnTo>
                <a:lnTo>
                  <a:pt x="10680" y="19431"/>
                </a:lnTo>
                <a:lnTo>
                  <a:pt x="10947" y="19050"/>
                </a:lnTo>
                <a:lnTo>
                  <a:pt x="10795" y="19050"/>
                </a:lnTo>
                <a:lnTo>
                  <a:pt x="10972" y="18923"/>
                </a:lnTo>
                <a:lnTo>
                  <a:pt x="11137" y="18923"/>
                </a:lnTo>
                <a:lnTo>
                  <a:pt x="11125" y="18796"/>
                </a:lnTo>
                <a:lnTo>
                  <a:pt x="10617" y="18796"/>
                </a:lnTo>
                <a:lnTo>
                  <a:pt x="10553" y="18542"/>
                </a:lnTo>
                <a:lnTo>
                  <a:pt x="11112" y="18542"/>
                </a:lnTo>
                <a:lnTo>
                  <a:pt x="11125" y="18796"/>
                </a:lnTo>
                <a:lnTo>
                  <a:pt x="11988" y="18796"/>
                </a:lnTo>
                <a:lnTo>
                  <a:pt x="11988" y="18669"/>
                </a:lnTo>
                <a:lnTo>
                  <a:pt x="11976" y="18542"/>
                </a:lnTo>
                <a:lnTo>
                  <a:pt x="11214" y="18542"/>
                </a:lnTo>
                <a:lnTo>
                  <a:pt x="11315" y="18161"/>
                </a:lnTo>
                <a:lnTo>
                  <a:pt x="11557" y="18161"/>
                </a:lnTo>
                <a:lnTo>
                  <a:pt x="11569" y="18034"/>
                </a:lnTo>
                <a:lnTo>
                  <a:pt x="11595" y="17907"/>
                </a:lnTo>
                <a:lnTo>
                  <a:pt x="11239" y="17907"/>
                </a:lnTo>
                <a:lnTo>
                  <a:pt x="11214" y="18034"/>
                </a:lnTo>
                <a:lnTo>
                  <a:pt x="11010" y="17907"/>
                </a:lnTo>
                <a:lnTo>
                  <a:pt x="10350" y="17907"/>
                </a:lnTo>
                <a:lnTo>
                  <a:pt x="10287" y="18034"/>
                </a:lnTo>
                <a:lnTo>
                  <a:pt x="10312" y="17907"/>
                </a:lnTo>
                <a:lnTo>
                  <a:pt x="10426" y="17780"/>
                </a:lnTo>
                <a:lnTo>
                  <a:pt x="11087" y="17780"/>
                </a:lnTo>
                <a:lnTo>
                  <a:pt x="11214" y="17653"/>
                </a:lnTo>
                <a:lnTo>
                  <a:pt x="11264" y="17780"/>
                </a:lnTo>
                <a:lnTo>
                  <a:pt x="11607" y="17780"/>
                </a:lnTo>
                <a:lnTo>
                  <a:pt x="11633" y="17653"/>
                </a:lnTo>
                <a:lnTo>
                  <a:pt x="11696" y="17780"/>
                </a:lnTo>
                <a:lnTo>
                  <a:pt x="11938" y="17780"/>
                </a:lnTo>
                <a:lnTo>
                  <a:pt x="11912" y="17653"/>
                </a:lnTo>
                <a:lnTo>
                  <a:pt x="11874" y="17526"/>
                </a:lnTo>
                <a:lnTo>
                  <a:pt x="12179" y="17272"/>
                </a:lnTo>
                <a:lnTo>
                  <a:pt x="12306" y="17018"/>
                </a:lnTo>
                <a:lnTo>
                  <a:pt x="12420" y="16764"/>
                </a:lnTo>
                <a:lnTo>
                  <a:pt x="12547" y="16510"/>
                </a:lnTo>
                <a:lnTo>
                  <a:pt x="13246" y="16383"/>
                </a:lnTo>
                <a:lnTo>
                  <a:pt x="13182" y="16129"/>
                </a:lnTo>
                <a:lnTo>
                  <a:pt x="13360" y="16129"/>
                </a:lnTo>
                <a:lnTo>
                  <a:pt x="13843" y="16256"/>
                </a:lnTo>
                <a:lnTo>
                  <a:pt x="13919" y="16383"/>
                </a:lnTo>
                <a:lnTo>
                  <a:pt x="14363" y="16383"/>
                </a:lnTo>
                <a:lnTo>
                  <a:pt x="14363" y="16510"/>
                </a:lnTo>
                <a:lnTo>
                  <a:pt x="14541" y="16383"/>
                </a:lnTo>
                <a:lnTo>
                  <a:pt x="14617" y="16256"/>
                </a:lnTo>
                <a:lnTo>
                  <a:pt x="14579" y="16383"/>
                </a:lnTo>
                <a:lnTo>
                  <a:pt x="14363" y="16510"/>
                </a:lnTo>
                <a:lnTo>
                  <a:pt x="14376" y="16637"/>
                </a:lnTo>
                <a:lnTo>
                  <a:pt x="14490" y="17653"/>
                </a:lnTo>
                <a:lnTo>
                  <a:pt x="14592" y="17780"/>
                </a:lnTo>
                <a:lnTo>
                  <a:pt x="14998" y="17780"/>
                </a:lnTo>
                <a:lnTo>
                  <a:pt x="15024" y="17653"/>
                </a:lnTo>
                <a:lnTo>
                  <a:pt x="15240" y="17653"/>
                </a:lnTo>
                <a:lnTo>
                  <a:pt x="15201" y="17526"/>
                </a:lnTo>
                <a:lnTo>
                  <a:pt x="15024" y="17640"/>
                </a:lnTo>
                <a:lnTo>
                  <a:pt x="15087" y="17399"/>
                </a:lnTo>
                <a:lnTo>
                  <a:pt x="15201" y="17018"/>
                </a:lnTo>
                <a:lnTo>
                  <a:pt x="15214" y="16891"/>
                </a:lnTo>
                <a:lnTo>
                  <a:pt x="15367" y="16891"/>
                </a:lnTo>
                <a:lnTo>
                  <a:pt x="15430" y="16764"/>
                </a:lnTo>
                <a:lnTo>
                  <a:pt x="15278" y="16764"/>
                </a:lnTo>
                <a:lnTo>
                  <a:pt x="15087" y="16764"/>
                </a:lnTo>
                <a:lnTo>
                  <a:pt x="15252" y="16637"/>
                </a:lnTo>
                <a:lnTo>
                  <a:pt x="14935" y="16510"/>
                </a:lnTo>
                <a:lnTo>
                  <a:pt x="14935" y="16383"/>
                </a:lnTo>
                <a:lnTo>
                  <a:pt x="14782" y="16383"/>
                </a:lnTo>
                <a:lnTo>
                  <a:pt x="14782" y="16764"/>
                </a:lnTo>
                <a:lnTo>
                  <a:pt x="14630" y="16764"/>
                </a:lnTo>
                <a:lnTo>
                  <a:pt x="14782" y="16764"/>
                </a:lnTo>
                <a:lnTo>
                  <a:pt x="14782" y="16383"/>
                </a:lnTo>
                <a:lnTo>
                  <a:pt x="14744" y="16510"/>
                </a:lnTo>
                <a:lnTo>
                  <a:pt x="14820" y="16129"/>
                </a:lnTo>
                <a:lnTo>
                  <a:pt x="15113" y="15875"/>
                </a:lnTo>
                <a:lnTo>
                  <a:pt x="14960" y="16129"/>
                </a:lnTo>
                <a:lnTo>
                  <a:pt x="15252" y="16129"/>
                </a:lnTo>
                <a:lnTo>
                  <a:pt x="15316" y="16256"/>
                </a:lnTo>
                <a:lnTo>
                  <a:pt x="15379" y="16383"/>
                </a:lnTo>
                <a:lnTo>
                  <a:pt x="15506" y="16383"/>
                </a:lnTo>
                <a:lnTo>
                  <a:pt x="15430" y="16764"/>
                </a:lnTo>
                <a:lnTo>
                  <a:pt x="15621" y="16637"/>
                </a:lnTo>
                <a:lnTo>
                  <a:pt x="15544" y="17526"/>
                </a:lnTo>
                <a:lnTo>
                  <a:pt x="15290" y="17526"/>
                </a:lnTo>
                <a:lnTo>
                  <a:pt x="15278" y="17653"/>
                </a:lnTo>
                <a:lnTo>
                  <a:pt x="15151" y="17780"/>
                </a:lnTo>
                <a:lnTo>
                  <a:pt x="15138" y="17907"/>
                </a:lnTo>
                <a:lnTo>
                  <a:pt x="14541" y="17907"/>
                </a:lnTo>
                <a:lnTo>
                  <a:pt x="14249" y="18034"/>
                </a:lnTo>
                <a:lnTo>
                  <a:pt x="14262" y="17907"/>
                </a:lnTo>
                <a:lnTo>
                  <a:pt x="13728" y="17907"/>
                </a:lnTo>
                <a:lnTo>
                  <a:pt x="13665" y="18542"/>
                </a:lnTo>
                <a:lnTo>
                  <a:pt x="16306" y="18542"/>
                </a:lnTo>
                <a:lnTo>
                  <a:pt x="16383" y="18669"/>
                </a:lnTo>
                <a:lnTo>
                  <a:pt x="17665" y="18669"/>
                </a:lnTo>
                <a:lnTo>
                  <a:pt x="17640" y="18542"/>
                </a:lnTo>
                <a:lnTo>
                  <a:pt x="17475" y="18415"/>
                </a:lnTo>
                <a:lnTo>
                  <a:pt x="17843" y="18288"/>
                </a:lnTo>
                <a:lnTo>
                  <a:pt x="16306" y="18288"/>
                </a:lnTo>
                <a:lnTo>
                  <a:pt x="16141" y="18415"/>
                </a:lnTo>
                <a:lnTo>
                  <a:pt x="16217" y="18288"/>
                </a:lnTo>
                <a:lnTo>
                  <a:pt x="16141" y="18161"/>
                </a:lnTo>
                <a:lnTo>
                  <a:pt x="18948" y="18161"/>
                </a:lnTo>
                <a:lnTo>
                  <a:pt x="18948" y="18034"/>
                </a:lnTo>
                <a:lnTo>
                  <a:pt x="18948" y="17907"/>
                </a:lnTo>
                <a:lnTo>
                  <a:pt x="19329" y="17780"/>
                </a:lnTo>
                <a:lnTo>
                  <a:pt x="19481" y="17678"/>
                </a:lnTo>
                <a:lnTo>
                  <a:pt x="19646" y="17780"/>
                </a:lnTo>
                <a:lnTo>
                  <a:pt x="19773" y="17780"/>
                </a:lnTo>
                <a:lnTo>
                  <a:pt x="20104" y="17907"/>
                </a:lnTo>
                <a:lnTo>
                  <a:pt x="20193" y="18034"/>
                </a:lnTo>
                <a:lnTo>
                  <a:pt x="20294" y="18161"/>
                </a:lnTo>
                <a:lnTo>
                  <a:pt x="20548" y="18161"/>
                </a:lnTo>
                <a:lnTo>
                  <a:pt x="20472" y="18034"/>
                </a:lnTo>
                <a:lnTo>
                  <a:pt x="20370" y="17780"/>
                </a:lnTo>
                <a:lnTo>
                  <a:pt x="20345" y="17653"/>
                </a:lnTo>
                <a:lnTo>
                  <a:pt x="20193" y="17780"/>
                </a:lnTo>
                <a:lnTo>
                  <a:pt x="20116" y="17399"/>
                </a:lnTo>
                <a:lnTo>
                  <a:pt x="20053" y="17272"/>
                </a:lnTo>
                <a:lnTo>
                  <a:pt x="19977" y="17145"/>
                </a:lnTo>
                <a:lnTo>
                  <a:pt x="19888" y="17272"/>
                </a:lnTo>
                <a:lnTo>
                  <a:pt x="19431" y="17272"/>
                </a:lnTo>
                <a:lnTo>
                  <a:pt x="19354" y="17526"/>
                </a:lnTo>
                <a:lnTo>
                  <a:pt x="19596" y="17653"/>
                </a:lnTo>
                <a:lnTo>
                  <a:pt x="19723" y="17653"/>
                </a:lnTo>
                <a:lnTo>
                  <a:pt x="19494" y="17665"/>
                </a:lnTo>
                <a:lnTo>
                  <a:pt x="19164" y="17526"/>
                </a:lnTo>
                <a:lnTo>
                  <a:pt x="18821" y="17653"/>
                </a:lnTo>
                <a:lnTo>
                  <a:pt x="18567" y="17526"/>
                </a:lnTo>
                <a:lnTo>
                  <a:pt x="18542" y="17780"/>
                </a:lnTo>
                <a:lnTo>
                  <a:pt x="18440" y="17907"/>
                </a:lnTo>
                <a:lnTo>
                  <a:pt x="18338" y="18034"/>
                </a:lnTo>
                <a:lnTo>
                  <a:pt x="18059" y="18034"/>
                </a:lnTo>
                <a:lnTo>
                  <a:pt x="17995" y="17907"/>
                </a:lnTo>
                <a:lnTo>
                  <a:pt x="17500" y="17780"/>
                </a:lnTo>
                <a:lnTo>
                  <a:pt x="17475" y="17272"/>
                </a:lnTo>
                <a:lnTo>
                  <a:pt x="17703" y="17145"/>
                </a:lnTo>
                <a:lnTo>
                  <a:pt x="17957" y="17145"/>
                </a:lnTo>
                <a:lnTo>
                  <a:pt x="18173" y="17018"/>
                </a:lnTo>
                <a:lnTo>
                  <a:pt x="18249" y="16764"/>
                </a:lnTo>
                <a:lnTo>
                  <a:pt x="18478" y="16637"/>
                </a:lnTo>
                <a:lnTo>
                  <a:pt x="18440" y="16383"/>
                </a:lnTo>
                <a:lnTo>
                  <a:pt x="19113" y="16129"/>
                </a:lnTo>
                <a:lnTo>
                  <a:pt x="19405" y="16383"/>
                </a:lnTo>
                <a:lnTo>
                  <a:pt x="19469" y="16637"/>
                </a:lnTo>
                <a:lnTo>
                  <a:pt x="19596" y="16764"/>
                </a:lnTo>
                <a:lnTo>
                  <a:pt x="19646" y="16510"/>
                </a:lnTo>
                <a:lnTo>
                  <a:pt x="19723" y="16637"/>
                </a:lnTo>
                <a:lnTo>
                  <a:pt x="19799" y="16764"/>
                </a:lnTo>
                <a:lnTo>
                  <a:pt x="19951" y="16891"/>
                </a:lnTo>
                <a:lnTo>
                  <a:pt x="19926" y="16510"/>
                </a:lnTo>
                <a:lnTo>
                  <a:pt x="19913" y="16383"/>
                </a:lnTo>
                <a:lnTo>
                  <a:pt x="20066" y="16383"/>
                </a:lnTo>
                <a:lnTo>
                  <a:pt x="20104" y="16256"/>
                </a:lnTo>
                <a:lnTo>
                  <a:pt x="20447" y="16256"/>
                </a:lnTo>
                <a:lnTo>
                  <a:pt x="20421" y="17653"/>
                </a:lnTo>
                <a:lnTo>
                  <a:pt x="20777" y="17780"/>
                </a:lnTo>
                <a:lnTo>
                  <a:pt x="21094" y="17780"/>
                </a:lnTo>
                <a:lnTo>
                  <a:pt x="20955" y="17653"/>
                </a:lnTo>
                <a:lnTo>
                  <a:pt x="20955" y="17526"/>
                </a:lnTo>
                <a:lnTo>
                  <a:pt x="21082" y="17526"/>
                </a:lnTo>
                <a:lnTo>
                  <a:pt x="21183" y="17272"/>
                </a:lnTo>
                <a:lnTo>
                  <a:pt x="21297" y="17145"/>
                </a:lnTo>
                <a:lnTo>
                  <a:pt x="21310" y="17018"/>
                </a:lnTo>
                <a:lnTo>
                  <a:pt x="21805" y="17145"/>
                </a:lnTo>
                <a:lnTo>
                  <a:pt x="21844" y="17018"/>
                </a:lnTo>
                <a:lnTo>
                  <a:pt x="21971" y="16764"/>
                </a:lnTo>
                <a:lnTo>
                  <a:pt x="21958" y="17907"/>
                </a:lnTo>
                <a:lnTo>
                  <a:pt x="22098" y="17780"/>
                </a:lnTo>
                <a:lnTo>
                  <a:pt x="22212" y="17272"/>
                </a:lnTo>
                <a:lnTo>
                  <a:pt x="22225" y="16764"/>
                </a:lnTo>
                <a:lnTo>
                  <a:pt x="22225" y="16637"/>
                </a:lnTo>
                <a:lnTo>
                  <a:pt x="22364" y="16764"/>
                </a:lnTo>
                <a:lnTo>
                  <a:pt x="22440" y="16637"/>
                </a:lnTo>
                <a:lnTo>
                  <a:pt x="22517" y="16510"/>
                </a:lnTo>
                <a:lnTo>
                  <a:pt x="22618" y="17018"/>
                </a:lnTo>
                <a:lnTo>
                  <a:pt x="22910" y="17145"/>
                </a:lnTo>
                <a:lnTo>
                  <a:pt x="22987" y="16891"/>
                </a:lnTo>
                <a:lnTo>
                  <a:pt x="23152" y="16764"/>
                </a:lnTo>
                <a:lnTo>
                  <a:pt x="23190" y="16891"/>
                </a:lnTo>
                <a:lnTo>
                  <a:pt x="23291" y="17272"/>
                </a:lnTo>
                <a:lnTo>
                  <a:pt x="23406" y="17653"/>
                </a:lnTo>
                <a:lnTo>
                  <a:pt x="23507" y="18034"/>
                </a:lnTo>
                <a:lnTo>
                  <a:pt x="23431" y="16764"/>
                </a:lnTo>
                <a:lnTo>
                  <a:pt x="23520" y="16510"/>
                </a:lnTo>
                <a:lnTo>
                  <a:pt x="23533" y="16764"/>
                </a:lnTo>
                <a:lnTo>
                  <a:pt x="23672" y="16637"/>
                </a:lnTo>
                <a:lnTo>
                  <a:pt x="23710" y="16510"/>
                </a:lnTo>
                <a:lnTo>
                  <a:pt x="23736" y="16383"/>
                </a:lnTo>
                <a:lnTo>
                  <a:pt x="23761" y="16510"/>
                </a:lnTo>
                <a:lnTo>
                  <a:pt x="23901" y="16510"/>
                </a:lnTo>
                <a:lnTo>
                  <a:pt x="23837" y="16637"/>
                </a:lnTo>
                <a:lnTo>
                  <a:pt x="24041" y="16510"/>
                </a:lnTo>
                <a:lnTo>
                  <a:pt x="24130" y="16637"/>
                </a:lnTo>
                <a:lnTo>
                  <a:pt x="24218" y="16764"/>
                </a:lnTo>
                <a:lnTo>
                  <a:pt x="24269" y="17018"/>
                </a:lnTo>
                <a:lnTo>
                  <a:pt x="24511" y="16891"/>
                </a:lnTo>
                <a:lnTo>
                  <a:pt x="24447" y="16383"/>
                </a:lnTo>
                <a:lnTo>
                  <a:pt x="24815" y="16383"/>
                </a:lnTo>
                <a:lnTo>
                  <a:pt x="24803" y="16256"/>
                </a:lnTo>
                <a:lnTo>
                  <a:pt x="24790" y="16129"/>
                </a:lnTo>
                <a:lnTo>
                  <a:pt x="24942" y="15875"/>
                </a:lnTo>
                <a:lnTo>
                  <a:pt x="25019" y="15748"/>
                </a:lnTo>
                <a:lnTo>
                  <a:pt x="25095" y="15621"/>
                </a:lnTo>
                <a:lnTo>
                  <a:pt x="25171" y="15494"/>
                </a:lnTo>
                <a:lnTo>
                  <a:pt x="25895" y="15621"/>
                </a:lnTo>
                <a:lnTo>
                  <a:pt x="25933" y="15748"/>
                </a:lnTo>
                <a:lnTo>
                  <a:pt x="26035" y="16383"/>
                </a:lnTo>
                <a:lnTo>
                  <a:pt x="26225" y="16256"/>
                </a:lnTo>
                <a:lnTo>
                  <a:pt x="26949" y="16129"/>
                </a:lnTo>
                <a:lnTo>
                  <a:pt x="27343" y="16383"/>
                </a:lnTo>
                <a:lnTo>
                  <a:pt x="27457" y="16891"/>
                </a:lnTo>
                <a:lnTo>
                  <a:pt x="27686" y="16764"/>
                </a:lnTo>
                <a:lnTo>
                  <a:pt x="28486" y="16764"/>
                </a:lnTo>
                <a:lnTo>
                  <a:pt x="28562" y="16637"/>
                </a:lnTo>
                <a:lnTo>
                  <a:pt x="28651" y="16510"/>
                </a:lnTo>
                <a:lnTo>
                  <a:pt x="28168" y="16383"/>
                </a:lnTo>
                <a:lnTo>
                  <a:pt x="27876" y="16383"/>
                </a:lnTo>
                <a:lnTo>
                  <a:pt x="27863" y="16256"/>
                </a:lnTo>
                <a:lnTo>
                  <a:pt x="27851" y="16129"/>
                </a:lnTo>
                <a:lnTo>
                  <a:pt x="27711" y="16129"/>
                </a:lnTo>
                <a:lnTo>
                  <a:pt x="27698" y="16256"/>
                </a:lnTo>
                <a:lnTo>
                  <a:pt x="27508" y="16129"/>
                </a:lnTo>
                <a:lnTo>
                  <a:pt x="27711" y="15875"/>
                </a:lnTo>
                <a:lnTo>
                  <a:pt x="29260" y="15875"/>
                </a:lnTo>
                <a:lnTo>
                  <a:pt x="29603" y="15875"/>
                </a:lnTo>
                <a:lnTo>
                  <a:pt x="29578" y="15748"/>
                </a:lnTo>
                <a:lnTo>
                  <a:pt x="29273" y="15748"/>
                </a:lnTo>
                <a:lnTo>
                  <a:pt x="28676" y="15748"/>
                </a:lnTo>
                <a:lnTo>
                  <a:pt x="28740" y="15621"/>
                </a:lnTo>
                <a:lnTo>
                  <a:pt x="29565" y="15621"/>
                </a:lnTo>
                <a:lnTo>
                  <a:pt x="29578" y="15748"/>
                </a:lnTo>
                <a:lnTo>
                  <a:pt x="31940" y="15748"/>
                </a:lnTo>
                <a:lnTo>
                  <a:pt x="31838" y="15875"/>
                </a:lnTo>
                <a:lnTo>
                  <a:pt x="32473" y="15875"/>
                </a:lnTo>
                <a:lnTo>
                  <a:pt x="32207" y="15748"/>
                </a:lnTo>
                <a:lnTo>
                  <a:pt x="34137" y="15748"/>
                </a:lnTo>
                <a:close/>
              </a:path>
              <a:path w="49530" h="40005">
                <a:moveTo>
                  <a:pt x="34175" y="18415"/>
                </a:moveTo>
                <a:lnTo>
                  <a:pt x="34163" y="18161"/>
                </a:lnTo>
                <a:lnTo>
                  <a:pt x="32715" y="18161"/>
                </a:lnTo>
                <a:lnTo>
                  <a:pt x="32715" y="18415"/>
                </a:lnTo>
                <a:lnTo>
                  <a:pt x="34175" y="18415"/>
                </a:lnTo>
                <a:close/>
              </a:path>
              <a:path w="49530" h="40005">
                <a:moveTo>
                  <a:pt x="34175" y="13462"/>
                </a:moveTo>
                <a:lnTo>
                  <a:pt x="33832" y="13462"/>
                </a:lnTo>
                <a:lnTo>
                  <a:pt x="34175" y="13716"/>
                </a:lnTo>
                <a:lnTo>
                  <a:pt x="34175" y="13462"/>
                </a:lnTo>
                <a:close/>
              </a:path>
              <a:path w="49530" h="40005">
                <a:moveTo>
                  <a:pt x="34201" y="18669"/>
                </a:moveTo>
                <a:lnTo>
                  <a:pt x="32702" y="18669"/>
                </a:lnTo>
                <a:lnTo>
                  <a:pt x="32702" y="18796"/>
                </a:lnTo>
                <a:lnTo>
                  <a:pt x="34201" y="18796"/>
                </a:lnTo>
                <a:lnTo>
                  <a:pt x="34201" y="18669"/>
                </a:lnTo>
                <a:close/>
              </a:path>
              <a:path w="49530" h="40005">
                <a:moveTo>
                  <a:pt x="34226" y="14605"/>
                </a:moveTo>
                <a:lnTo>
                  <a:pt x="34124" y="14478"/>
                </a:lnTo>
                <a:lnTo>
                  <a:pt x="33934" y="14478"/>
                </a:lnTo>
                <a:lnTo>
                  <a:pt x="33959" y="14605"/>
                </a:lnTo>
                <a:lnTo>
                  <a:pt x="34226" y="14605"/>
                </a:lnTo>
                <a:close/>
              </a:path>
              <a:path w="49530" h="40005">
                <a:moveTo>
                  <a:pt x="34290" y="12700"/>
                </a:moveTo>
                <a:lnTo>
                  <a:pt x="34175" y="12446"/>
                </a:lnTo>
                <a:lnTo>
                  <a:pt x="33883" y="12446"/>
                </a:lnTo>
                <a:lnTo>
                  <a:pt x="33655" y="12573"/>
                </a:lnTo>
                <a:lnTo>
                  <a:pt x="33667" y="12446"/>
                </a:lnTo>
                <a:lnTo>
                  <a:pt x="33515" y="12649"/>
                </a:lnTo>
                <a:lnTo>
                  <a:pt x="33274" y="12700"/>
                </a:lnTo>
                <a:lnTo>
                  <a:pt x="33286" y="12954"/>
                </a:lnTo>
                <a:lnTo>
                  <a:pt x="32804" y="13208"/>
                </a:lnTo>
                <a:lnTo>
                  <a:pt x="33045" y="13208"/>
                </a:lnTo>
                <a:lnTo>
                  <a:pt x="33032" y="13716"/>
                </a:lnTo>
                <a:lnTo>
                  <a:pt x="33464" y="13716"/>
                </a:lnTo>
                <a:lnTo>
                  <a:pt x="33832" y="13462"/>
                </a:lnTo>
                <a:lnTo>
                  <a:pt x="33807" y="12700"/>
                </a:lnTo>
                <a:lnTo>
                  <a:pt x="34290" y="12700"/>
                </a:lnTo>
                <a:close/>
              </a:path>
              <a:path w="49530" h="40005">
                <a:moveTo>
                  <a:pt x="34315" y="9779"/>
                </a:moveTo>
                <a:lnTo>
                  <a:pt x="31800" y="9779"/>
                </a:lnTo>
                <a:lnTo>
                  <a:pt x="31762" y="10007"/>
                </a:lnTo>
                <a:lnTo>
                  <a:pt x="31661" y="10350"/>
                </a:lnTo>
                <a:lnTo>
                  <a:pt x="31775" y="10033"/>
                </a:lnTo>
                <a:lnTo>
                  <a:pt x="32194" y="10033"/>
                </a:lnTo>
                <a:lnTo>
                  <a:pt x="32131" y="10541"/>
                </a:lnTo>
                <a:lnTo>
                  <a:pt x="32308" y="10287"/>
                </a:lnTo>
                <a:lnTo>
                  <a:pt x="32346" y="10033"/>
                </a:lnTo>
                <a:lnTo>
                  <a:pt x="32664" y="10033"/>
                </a:lnTo>
                <a:lnTo>
                  <a:pt x="32842" y="10287"/>
                </a:lnTo>
                <a:lnTo>
                  <a:pt x="32715" y="10490"/>
                </a:lnTo>
                <a:lnTo>
                  <a:pt x="32410" y="10287"/>
                </a:lnTo>
                <a:lnTo>
                  <a:pt x="32829" y="10795"/>
                </a:lnTo>
                <a:lnTo>
                  <a:pt x="32854" y="10541"/>
                </a:lnTo>
                <a:lnTo>
                  <a:pt x="33045" y="10287"/>
                </a:lnTo>
                <a:lnTo>
                  <a:pt x="33286" y="10287"/>
                </a:lnTo>
                <a:lnTo>
                  <a:pt x="33477" y="10033"/>
                </a:lnTo>
                <a:lnTo>
                  <a:pt x="33375" y="10287"/>
                </a:lnTo>
                <a:lnTo>
                  <a:pt x="33515" y="10287"/>
                </a:lnTo>
                <a:lnTo>
                  <a:pt x="33642" y="10033"/>
                </a:lnTo>
                <a:lnTo>
                  <a:pt x="34251" y="10033"/>
                </a:lnTo>
                <a:lnTo>
                  <a:pt x="34315" y="9779"/>
                </a:lnTo>
                <a:close/>
              </a:path>
              <a:path w="49530" h="40005">
                <a:moveTo>
                  <a:pt x="34404" y="13970"/>
                </a:moveTo>
                <a:lnTo>
                  <a:pt x="34290" y="13716"/>
                </a:lnTo>
                <a:lnTo>
                  <a:pt x="33464" y="13716"/>
                </a:lnTo>
                <a:lnTo>
                  <a:pt x="33578" y="13970"/>
                </a:lnTo>
                <a:lnTo>
                  <a:pt x="34404" y="13970"/>
                </a:lnTo>
                <a:close/>
              </a:path>
              <a:path w="49530" h="40005">
                <a:moveTo>
                  <a:pt x="34467" y="15875"/>
                </a:moveTo>
                <a:lnTo>
                  <a:pt x="34417" y="15748"/>
                </a:lnTo>
                <a:lnTo>
                  <a:pt x="34137" y="15748"/>
                </a:lnTo>
                <a:lnTo>
                  <a:pt x="34277" y="15875"/>
                </a:lnTo>
                <a:lnTo>
                  <a:pt x="34467" y="15875"/>
                </a:lnTo>
                <a:close/>
              </a:path>
              <a:path w="49530" h="40005">
                <a:moveTo>
                  <a:pt x="34480" y="10541"/>
                </a:moveTo>
                <a:lnTo>
                  <a:pt x="34429" y="10287"/>
                </a:lnTo>
                <a:lnTo>
                  <a:pt x="33515" y="10287"/>
                </a:lnTo>
                <a:lnTo>
                  <a:pt x="33477" y="10541"/>
                </a:lnTo>
                <a:lnTo>
                  <a:pt x="34480" y="10541"/>
                </a:lnTo>
                <a:close/>
              </a:path>
              <a:path w="49530" h="40005">
                <a:moveTo>
                  <a:pt x="34518" y="14986"/>
                </a:moveTo>
                <a:lnTo>
                  <a:pt x="34417" y="14859"/>
                </a:lnTo>
                <a:lnTo>
                  <a:pt x="34315" y="14732"/>
                </a:lnTo>
                <a:lnTo>
                  <a:pt x="33985" y="14732"/>
                </a:lnTo>
                <a:lnTo>
                  <a:pt x="34010" y="14859"/>
                </a:lnTo>
                <a:lnTo>
                  <a:pt x="33832" y="14732"/>
                </a:lnTo>
                <a:lnTo>
                  <a:pt x="33985" y="14732"/>
                </a:lnTo>
                <a:lnTo>
                  <a:pt x="33959" y="14605"/>
                </a:lnTo>
                <a:lnTo>
                  <a:pt x="33832" y="14605"/>
                </a:lnTo>
                <a:lnTo>
                  <a:pt x="33642" y="14732"/>
                </a:lnTo>
                <a:lnTo>
                  <a:pt x="33667" y="14986"/>
                </a:lnTo>
                <a:lnTo>
                  <a:pt x="34518" y="14986"/>
                </a:lnTo>
                <a:close/>
              </a:path>
              <a:path w="49530" h="40005">
                <a:moveTo>
                  <a:pt x="34544" y="14732"/>
                </a:moveTo>
                <a:lnTo>
                  <a:pt x="34531" y="14605"/>
                </a:lnTo>
                <a:lnTo>
                  <a:pt x="34226" y="14605"/>
                </a:lnTo>
                <a:lnTo>
                  <a:pt x="34315" y="14732"/>
                </a:lnTo>
                <a:lnTo>
                  <a:pt x="34544" y="14732"/>
                </a:lnTo>
                <a:close/>
              </a:path>
              <a:path w="49530" h="40005">
                <a:moveTo>
                  <a:pt x="34975" y="15240"/>
                </a:moveTo>
                <a:lnTo>
                  <a:pt x="34721" y="15240"/>
                </a:lnTo>
                <a:lnTo>
                  <a:pt x="34975" y="15494"/>
                </a:lnTo>
                <a:lnTo>
                  <a:pt x="34975" y="15240"/>
                </a:lnTo>
                <a:close/>
              </a:path>
              <a:path w="49530" h="40005">
                <a:moveTo>
                  <a:pt x="35001" y="9271"/>
                </a:moveTo>
                <a:lnTo>
                  <a:pt x="34556" y="9525"/>
                </a:lnTo>
                <a:lnTo>
                  <a:pt x="34391" y="9525"/>
                </a:lnTo>
                <a:lnTo>
                  <a:pt x="34429" y="10287"/>
                </a:lnTo>
                <a:lnTo>
                  <a:pt x="34645" y="10287"/>
                </a:lnTo>
                <a:lnTo>
                  <a:pt x="34569" y="10033"/>
                </a:lnTo>
                <a:lnTo>
                  <a:pt x="34747" y="9779"/>
                </a:lnTo>
                <a:lnTo>
                  <a:pt x="34721" y="9525"/>
                </a:lnTo>
                <a:lnTo>
                  <a:pt x="34950" y="9525"/>
                </a:lnTo>
                <a:lnTo>
                  <a:pt x="35001" y="9271"/>
                </a:lnTo>
                <a:close/>
              </a:path>
              <a:path w="49530" h="40005">
                <a:moveTo>
                  <a:pt x="35026" y="15748"/>
                </a:moveTo>
                <a:lnTo>
                  <a:pt x="34950" y="15494"/>
                </a:lnTo>
                <a:lnTo>
                  <a:pt x="34683" y="15240"/>
                </a:lnTo>
                <a:lnTo>
                  <a:pt x="33959" y="15240"/>
                </a:lnTo>
                <a:lnTo>
                  <a:pt x="34315" y="15494"/>
                </a:lnTo>
                <a:lnTo>
                  <a:pt x="34417" y="15748"/>
                </a:lnTo>
                <a:lnTo>
                  <a:pt x="35026" y="15748"/>
                </a:lnTo>
                <a:close/>
              </a:path>
              <a:path w="49530" h="40005">
                <a:moveTo>
                  <a:pt x="35077" y="16891"/>
                </a:moveTo>
                <a:lnTo>
                  <a:pt x="34658" y="17018"/>
                </a:lnTo>
                <a:lnTo>
                  <a:pt x="35052" y="17018"/>
                </a:lnTo>
                <a:lnTo>
                  <a:pt x="35077" y="16891"/>
                </a:lnTo>
                <a:close/>
              </a:path>
              <a:path w="49530" h="40005">
                <a:moveTo>
                  <a:pt x="35153" y="20066"/>
                </a:moveTo>
                <a:lnTo>
                  <a:pt x="32486" y="20066"/>
                </a:lnTo>
                <a:lnTo>
                  <a:pt x="29565" y="20066"/>
                </a:lnTo>
                <a:lnTo>
                  <a:pt x="29616" y="20193"/>
                </a:lnTo>
                <a:lnTo>
                  <a:pt x="32448" y="20193"/>
                </a:lnTo>
                <a:lnTo>
                  <a:pt x="35128" y="20193"/>
                </a:lnTo>
                <a:lnTo>
                  <a:pt x="35153" y="20066"/>
                </a:lnTo>
                <a:close/>
              </a:path>
              <a:path w="49530" h="40005">
                <a:moveTo>
                  <a:pt x="35344" y="5842"/>
                </a:moveTo>
                <a:lnTo>
                  <a:pt x="32258" y="5842"/>
                </a:lnTo>
                <a:lnTo>
                  <a:pt x="32283" y="6096"/>
                </a:lnTo>
                <a:lnTo>
                  <a:pt x="35217" y="6096"/>
                </a:lnTo>
                <a:lnTo>
                  <a:pt x="35344" y="5842"/>
                </a:lnTo>
                <a:close/>
              </a:path>
              <a:path w="49530" h="40005">
                <a:moveTo>
                  <a:pt x="35610" y="5588"/>
                </a:moveTo>
                <a:lnTo>
                  <a:pt x="33959" y="5334"/>
                </a:lnTo>
                <a:lnTo>
                  <a:pt x="32207" y="5334"/>
                </a:lnTo>
                <a:lnTo>
                  <a:pt x="32232" y="5588"/>
                </a:lnTo>
                <a:lnTo>
                  <a:pt x="35610" y="5588"/>
                </a:lnTo>
                <a:close/>
              </a:path>
              <a:path w="49530" h="40005">
                <a:moveTo>
                  <a:pt x="35648" y="18669"/>
                </a:moveTo>
                <a:lnTo>
                  <a:pt x="34226" y="18669"/>
                </a:lnTo>
                <a:lnTo>
                  <a:pt x="34226" y="18796"/>
                </a:lnTo>
                <a:lnTo>
                  <a:pt x="35636" y="18796"/>
                </a:lnTo>
                <a:lnTo>
                  <a:pt x="35648" y="18669"/>
                </a:lnTo>
                <a:close/>
              </a:path>
              <a:path w="49530" h="40005">
                <a:moveTo>
                  <a:pt x="35699" y="18161"/>
                </a:moveTo>
                <a:lnTo>
                  <a:pt x="34226" y="18161"/>
                </a:lnTo>
                <a:lnTo>
                  <a:pt x="34226" y="18415"/>
                </a:lnTo>
                <a:lnTo>
                  <a:pt x="35674" y="18415"/>
                </a:lnTo>
                <a:lnTo>
                  <a:pt x="35699" y="18161"/>
                </a:lnTo>
                <a:close/>
              </a:path>
              <a:path w="49530" h="40005">
                <a:moveTo>
                  <a:pt x="35725" y="17907"/>
                </a:moveTo>
                <a:lnTo>
                  <a:pt x="35572" y="17907"/>
                </a:lnTo>
                <a:lnTo>
                  <a:pt x="35598" y="18161"/>
                </a:lnTo>
                <a:lnTo>
                  <a:pt x="35712" y="18034"/>
                </a:lnTo>
                <a:lnTo>
                  <a:pt x="35725" y="17907"/>
                </a:lnTo>
                <a:close/>
              </a:path>
              <a:path w="49530" h="40005">
                <a:moveTo>
                  <a:pt x="35737" y="18923"/>
                </a:moveTo>
                <a:lnTo>
                  <a:pt x="35521" y="19050"/>
                </a:lnTo>
                <a:lnTo>
                  <a:pt x="35331" y="19304"/>
                </a:lnTo>
                <a:lnTo>
                  <a:pt x="35242" y="19431"/>
                </a:lnTo>
                <a:lnTo>
                  <a:pt x="35140" y="19558"/>
                </a:lnTo>
                <a:lnTo>
                  <a:pt x="35090" y="19939"/>
                </a:lnTo>
                <a:lnTo>
                  <a:pt x="35204" y="19812"/>
                </a:lnTo>
                <a:lnTo>
                  <a:pt x="35331" y="19685"/>
                </a:lnTo>
                <a:lnTo>
                  <a:pt x="35445" y="19558"/>
                </a:lnTo>
                <a:lnTo>
                  <a:pt x="35572" y="19431"/>
                </a:lnTo>
                <a:lnTo>
                  <a:pt x="35699" y="19304"/>
                </a:lnTo>
                <a:lnTo>
                  <a:pt x="35737" y="18923"/>
                </a:lnTo>
                <a:close/>
              </a:path>
              <a:path w="49530" h="40005">
                <a:moveTo>
                  <a:pt x="35890" y="12217"/>
                </a:moveTo>
                <a:lnTo>
                  <a:pt x="35826" y="11963"/>
                </a:lnTo>
                <a:lnTo>
                  <a:pt x="35712" y="12192"/>
                </a:lnTo>
                <a:lnTo>
                  <a:pt x="35890" y="12217"/>
                </a:lnTo>
                <a:close/>
              </a:path>
              <a:path w="49530" h="40005">
                <a:moveTo>
                  <a:pt x="36029" y="3187"/>
                </a:moveTo>
                <a:lnTo>
                  <a:pt x="33489" y="2667"/>
                </a:lnTo>
                <a:lnTo>
                  <a:pt x="32562" y="2476"/>
                </a:lnTo>
                <a:lnTo>
                  <a:pt x="32524" y="2667"/>
                </a:lnTo>
                <a:lnTo>
                  <a:pt x="32524" y="2476"/>
                </a:lnTo>
                <a:lnTo>
                  <a:pt x="32283" y="2476"/>
                </a:lnTo>
                <a:lnTo>
                  <a:pt x="32473" y="2667"/>
                </a:lnTo>
                <a:lnTo>
                  <a:pt x="32613" y="3187"/>
                </a:lnTo>
                <a:lnTo>
                  <a:pt x="32727" y="2667"/>
                </a:lnTo>
                <a:lnTo>
                  <a:pt x="33197" y="3187"/>
                </a:lnTo>
                <a:lnTo>
                  <a:pt x="34556" y="3187"/>
                </a:lnTo>
                <a:lnTo>
                  <a:pt x="36029" y="3187"/>
                </a:lnTo>
                <a:close/>
              </a:path>
              <a:path w="49530" h="40005">
                <a:moveTo>
                  <a:pt x="36055" y="13716"/>
                </a:moveTo>
                <a:lnTo>
                  <a:pt x="35966" y="13538"/>
                </a:lnTo>
                <a:lnTo>
                  <a:pt x="35864" y="13690"/>
                </a:lnTo>
                <a:lnTo>
                  <a:pt x="36029" y="13716"/>
                </a:lnTo>
                <a:close/>
              </a:path>
              <a:path w="49530" h="40005">
                <a:moveTo>
                  <a:pt x="36156" y="14986"/>
                </a:moveTo>
                <a:lnTo>
                  <a:pt x="35953" y="14859"/>
                </a:lnTo>
                <a:lnTo>
                  <a:pt x="35941" y="14986"/>
                </a:lnTo>
                <a:lnTo>
                  <a:pt x="36156" y="14986"/>
                </a:lnTo>
                <a:close/>
              </a:path>
              <a:path w="49530" h="40005">
                <a:moveTo>
                  <a:pt x="36182" y="36144"/>
                </a:moveTo>
                <a:lnTo>
                  <a:pt x="36118" y="35674"/>
                </a:lnTo>
                <a:lnTo>
                  <a:pt x="36144" y="36258"/>
                </a:lnTo>
                <a:lnTo>
                  <a:pt x="36080" y="37096"/>
                </a:lnTo>
                <a:lnTo>
                  <a:pt x="36144" y="37541"/>
                </a:lnTo>
                <a:lnTo>
                  <a:pt x="36118" y="36957"/>
                </a:lnTo>
                <a:lnTo>
                  <a:pt x="36182" y="36144"/>
                </a:lnTo>
                <a:close/>
              </a:path>
              <a:path w="49530" h="40005">
                <a:moveTo>
                  <a:pt x="36207" y="38646"/>
                </a:moveTo>
                <a:lnTo>
                  <a:pt x="36131" y="38112"/>
                </a:lnTo>
                <a:lnTo>
                  <a:pt x="36131" y="39890"/>
                </a:lnTo>
                <a:lnTo>
                  <a:pt x="36156" y="39306"/>
                </a:lnTo>
                <a:lnTo>
                  <a:pt x="36207" y="38646"/>
                </a:lnTo>
                <a:close/>
              </a:path>
              <a:path w="49530" h="40005">
                <a:moveTo>
                  <a:pt x="36271" y="12750"/>
                </a:moveTo>
                <a:lnTo>
                  <a:pt x="36182" y="12471"/>
                </a:lnTo>
                <a:lnTo>
                  <a:pt x="35979" y="12268"/>
                </a:lnTo>
                <a:lnTo>
                  <a:pt x="35852" y="12268"/>
                </a:lnTo>
                <a:lnTo>
                  <a:pt x="35991" y="12827"/>
                </a:lnTo>
                <a:lnTo>
                  <a:pt x="36271" y="12750"/>
                </a:lnTo>
                <a:close/>
              </a:path>
              <a:path w="49530" h="40005">
                <a:moveTo>
                  <a:pt x="36296" y="8255"/>
                </a:moveTo>
                <a:lnTo>
                  <a:pt x="36068" y="7874"/>
                </a:lnTo>
                <a:lnTo>
                  <a:pt x="35623" y="7874"/>
                </a:lnTo>
                <a:lnTo>
                  <a:pt x="35712" y="8178"/>
                </a:lnTo>
                <a:lnTo>
                  <a:pt x="35572" y="8128"/>
                </a:lnTo>
                <a:lnTo>
                  <a:pt x="35623" y="7874"/>
                </a:lnTo>
                <a:lnTo>
                  <a:pt x="35217" y="7874"/>
                </a:lnTo>
                <a:lnTo>
                  <a:pt x="35229" y="8001"/>
                </a:lnTo>
                <a:lnTo>
                  <a:pt x="34874" y="7874"/>
                </a:lnTo>
                <a:lnTo>
                  <a:pt x="34912" y="8737"/>
                </a:lnTo>
                <a:lnTo>
                  <a:pt x="34556" y="8509"/>
                </a:lnTo>
                <a:lnTo>
                  <a:pt x="34480" y="7874"/>
                </a:lnTo>
                <a:lnTo>
                  <a:pt x="34112" y="7620"/>
                </a:lnTo>
                <a:lnTo>
                  <a:pt x="34226" y="7874"/>
                </a:lnTo>
                <a:lnTo>
                  <a:pt x="31673" y="7874"/>
                </a:lnTo>
                <a:lnTo>
                  <a:pt x="31572" y="8763"/>
                </a:lnTo>
                <a:lnTo>
                  <a:pt x="31470" y="9017"/>
                </a:lnTo>
                <a:lnTo>
                  <a:pt x="31572" y="8763"/>
                </a:lnTo>
                <a:lnTo>
                  <a:pt x="31572" y="7962"/>
                </a:lnTo>
                <a:lnTo>
                  <a:pt x="31216" y="8255"/>
                </a:lnTo>
                <a:lnTo>
                  <a:pt x="31089" y="8509"/>
                </a:lnTo>
                <a:lnTo>
                  <a:pt x="31064" y="9017"/>
                </a:lnTo>
                <a:lnTo>
                  <a:pt x="31064" y="9144"/>
                </a:lnTo>
                <a:lnTo>
                  <a:pt x="30937" y="9017"/>
                </a:lnTo>
                <a:lnTo>
                  <a:pt x="31064" y="9017"/>
                </a:lnTo>
                <a:lnTo>
                  <a:pt x="31064" y="8572"/>
                </a:lnTo>
                <a:lnTo>
                  <a:pt x="30975" y="8763"/>
                </a:lnTo>
                <a:lnTo>
                  <a:pt x="30111" y="9525"/>
                </a:lnTo>
                <a:lnTo>
                  <a:pt x="29464" y="9525"/>
                </a:lnTo>
                <a:lnTo>
                  <a:pt x="29895" y="8496"/>
                </a:lnTo>
                <a:lnTo>
                  <a:pt x="29375" y="9525"/>
                </a:lnTo>
                <a:lnTo>
                  <a:pt x="25565" y="9525"/>
                </a:lnTo>
                <a:lnTo>
                  <a:pt x="25679" y="8839"/>
                </a:lnTo>
                <a:lnTo>
                  <a:pt x="25857" y="8788"/>
                </a:lnTo>
                <a:lnTo>
                  <a:pt x="25488" y="8864"/>
                </a:lnTo>
                <a:lnTo>
                  <a:pt x="25463" y="8648"/>
                </a:lnTo>
                <a:lnTo>
                  <a:pt x="25285" y="8648"/>
                </a:lnTo>
                <a:lnTo>
                  <a:pt x="25196" y="9029"/>
                </a:lnTo>
                <a:lnTo>
                  <a:pt x="25260" y="9525"/>
                </a:lnTo>
                <a:lnTo>
                  <a:pt x="21971" y="9525"/>
                </a:lnTo>
                <a:lnTo>
                  <a:pt x="21958" y="9779"/>
                </a:lnTo>
                <a:lnTo>
                  <a:pt x="25247" y="9779"/>
                </a:lnTo>
                <a:lnTo>
                  <a:pt x="25133" y="10198"/>
                </a:lnTo>
                <a:lnTo>
                  <a:pt x="25349" y="10020"/>
                </a:lnTo>
                <a:lnTo>
                  <a:pt x="25552" y="9817"/>
                </a:lnTo>
                <a:lnTo>
                  <a:pt x="29248" y="9779"/>
                </a:lnTo>
                <a:lnTo>
                  <a:pt x="29095" y="10312"/>
                </a:lnTo>
                <a:lnTo>
                  <a:pt x="29337" y="9855"/>
                </a:lnTo>
                <a:lnTo>
                  <a:pt x="30187" y="9779"/>
                </a:lnTo>
                <a:lnTo>
                  <a:pt x="30226" y="9525"/>
                </a:lnTo>
                <a:lnTo>
                  <a:pt x="30543" y="9525"/>
                </a:lnTo>
                <a:lnTo>
                  <a:pt x="30314" y="9779"/>
                </a:lnTo>
                <a:lnTo>
                  <a:pt x="31165" y="9779"/>
                </a:lnTo>
                <a:lnTo>
                  <a:pt x="31153" y="9918"/>
                </a:lnTo>
                <a:lnTo>
                  <a:pt x="31800" y="9779"/>
                </a:lnTo>
                <a:lnTo>
                  <a:pt x="31305" y="9779"/>
                </a:lnTo>
                <a:lnTo>
                  <a:pt x="31038" y="9525"/>
                </a:lnTo>
                <a:lnTo>
                  <a:pt x="34391" y="9525"/>
                </a:lnTo>
                <a:lnTo>
                  <a:pt x="34417" y="9271"/>
                </a:lnTo>
                <a:lnTo>
                  <a:pt x="34544" y="9271"/>
                </a:lnTo>
                <a:lnTo>
                  <a:pt x="34582" y="9017"/>
                </a:lnTo>
                <a:lnTo>
                  <a:pt x="34683" y="8763"/>
                </a:lnTo>
                <a:lnTo>
                  <a:pt x="34912" y="8763"/>
                </a:lnTo>
                <a:lnTo>
                  <a:pt x="34937" y="9017"/>
                </a:lnTo>
                <a:lnTo>
                  <a:pt x="35090" y="9017"/>
                </a:lnTo>
                <a:lnTo>
                  <a:pt x="35140" y="9271"/>
                </a:lnTo>
                <a:lnTo>
                  <a:pt x="35255" y="8255"/>
                </a:lnTo>
                <a:lnTo>
                  <a:pt x="35560" y="8255"/>
                </a:lnTo>
                <a:lnTo>
                  <a:pt x="35750" y="8255"/>
                </a:lnTo>
                <a:lnTo>
                  <a:pt x="35941" y="8255"/>
                </a:lnTo>
                <a:lnTo>
                  <a:pt x="36296" y="8255"/>
                </a:lnTo>
                <a:close/>
              </a:path>
              <a:path w="49530" h="40005">
                <a:moveTo>
                  <a:pt x="36360" y="15240"/>
                </a:moveTo>
                <a:lnTo>
                  <a:pt x="35928" y="15240"/>
                </a:lnTo>
                <a:lnTo>
                  <a:pt x="36029" y="15494"/>
                </a:lnTo>
                <a:lnTo>
                  <a:pt x="36144" y="15621"/>
                </a:lnTo>
                <a:lnTo>
                  <a:pt x="36245" y="15748"/>
                </a:lnTo>
                <a:lnTo>
                  <a:pt x="36360" y="15240"/>
                </a:lnTo>
                <a:close/>
              </a:path>
              <a:path w="49530" h="40005">
                <a:moveTo>
                  <a:pt x="36499" y="17272"/>
                </a:moveTo>
                <a:lnTo>
                  <a:pt x="36410" y="16764"/>
                </a:lnTo>
                <a:lnTo>
                  <a:pt x="36322" y="16637"/>
                </a:lnTo>
                <a:lnTo>
                  <a:pt x="36233" y="16510"/>
                </a:lnTo>
                <a:lnTo>
                  <a:pt x="36144" y="16383"/>
                </a:lnTo>
                <a:lnTo>
                  <a:pt x="35979" y="16281"/>
                </a:lnTo>
                <a:lnTo>
                  <a:pt x="36195" y="16383"/>
                </a:lnTo>
                <a:lnTo>
                  <a:pt x="36398" y="16510"/>
                </a:lnTo>
                <a:lnTo>
                  <a:pt x="36322" y="16383"/>
                </a:lnTo>
                <a:lnTo>
                  <a:pt x="36245" y="16256"/>
                </a:lnTo>
                <a:lnTo>
                  <a:pt x="36410" y="16256"/>
                </a:lnTo>
                <a:lnTo>
                  <a:pt x="36385" y="15875"/>
                </a:lnTo>
                <a:lnTo>
                  <a:pt x="36042" y="15875"/>
                </a:lnTo>
                <a:lnTo>
                  <a:pt x="36245" y="15748"/>
                </a:lnTo>
                <a:lnTo>
                  <a:pt x="35026" y="15748"/>
                </a:lnTo>
                <a:lnTo>
                  <a:pt x="35102" y="15875"/>
                </a:lnTo>
                <a:lnTo>
                  <a:pt x="34467" y="15875"/>
                </a:lnTo>
                <a:lnTo>
                  <a:pt x="34683" y="16129"/>
                </a:lnTo>
                <a:lnTo>
                  <a:pt x="34861" y="16256"/>
                </a:lnTo>
                <a:lnTo>
                  <a:pt x="34632" y="16129"/>
                </a:lnTo>
                <a:lnTo>
                  <a:pt x="34277" y="15875"/>
                </a:lnTo>
                <a:lnTo>
                  <a:pt x="32473" y="15875"/>
                </a:lnTo>
                <a:lnTo>
                  <a:pt x="32727" y="16129"/>
                </a:lnTo>
                <a:lnTo>
                  <a:pt x="32588" y="16129"/>
                </a:lnTo>
                <a:lnTo>
                  <a:pt x="32486" y="18161"/>
                </a:lnTo>
                <a:lnTo>
                  <a:pt x="32715" y="18161"/>
                </a:lnTo>
                <a:lnTo>
                  <a:pt x="32753" y="17272"/>
                </a:lnTo>
                <a:lnTo>
                  <a:pt x="32867" y="17145"/>
                </a:lnTo>
                <a:lnTo>
                  <a:pt x="32994" y="17018"/>
                </a:lnTo>
                <a:lnTo>
                  <a:pt x="33032" y="16510"/>
                </a:lnTo>
                <a:lnTo>
                  <a:pt x="33185" y="16637"/>
                </a:lnTo>
                <a:lnTo>
                  <a:pt x="33210" y="16891"/>
                </a:lnTo>
                <a:lnTo>
                  <a:pt x="33451" y="17018"/>
                </a:lnTo>
                <a:lnTo>
                  <a:pt x="33401" y="17526"/>
                </a:lnTo>
                <a:lnTo>
                  <a:pt x="33680" y="17653"/>
                </a:lnTo>
                <a:lnTo>
                  <a:pt x="33756" y="17780"/>
                </a:lnTo>
                <a:lnTo>
                  <a:pt x="33832" y="17907"/>
                </a:lnTo>
                <a:lnTo>
                  <a:pt x="34048" y="17907"/>
                </a:lnTo>
                <a:lnTo>
                  <a:pt x="34163" y="17145"/>
                </a:lnTo>
                <a:lnTo>
                  <a:pt x="34277" y="16891"/>
                </a:lnTo>
                <a:lnTo>
                  <a:pt x="34251" y="17145"/>
                </a:lnTo>
                <a:lnTo>
                  <a:pt x="34137" y="17780"/>
                </a:lnTo>
                <a:lnTo>
                  <a:pt x="34048" y="17907"/>
                </a:lnTo>
                <a:lnTo>
                  <a:pt x="33909" y="18034"/>
                </a:lnTo>
                <a:lnTo>
                  <a:pt x="34163" y="18161"/>
                </a:lnTo>
                <a:lnTo>
                  <a:pt x="34226" y="17907"/>
                </a:lnTo>
                <a:lnTo>
                  <a:pt x="34556" y="17780"/>
                </a:lnTo>
                <a:lnTo>
                  <a:pt x="34658" y="17018"/>
                </a:lnTo>
                <a:lnTo>
                  <a:pt x="34734" y="16764"/>
                </a:lnTo>
                <a:lnTo>
                  <a:pt x="34569" y="16891"/>
                </a:lnTo>
                <a:lnTo>
                  <a:pt x="34658" y="16637"/>
                </a:lnTo>
                <a:lnTo>
                  <a:pt x="34925" y="16764"/>
                </a:lnTo>
                <a:lnTo>
                  <a:pt x="34975" y="16637"/>
                </a:lnTo>
                <a:lnTo>
                  <a:pt x="35191" y="16637"/>
                </a:lnTo>
                <a:lnTo>
                  <a:pt x="35115" y="16510"/>
                </a:lnTo>
                <a:lnTo>
                  <a:pt x="35242" y="16637"/>
                </a:lnTo>
                <a:lnTo>
                  <a:pt x="35318" y="16764"/>
                </a:lnTo>
                <a:lnTo>
                  <a:pt x="35394" y="16891"/>
                </a:lnTo>
                <a:lnTo>
                  <a:pt x="35458" y="17018"/>
                </a:lnTo>
                <a:lnTo>
                  <a:pt x="35534" y="17145"/>
                </a:lnTo>
                <a:lnTo>
                  <a:pt x="35610" y="17272"/>
                </a:lnTo>
                <a:lnTo>
                  <a:pt x="35521" y="16637"/>
                </a:lnTo>
                <a:lnTo>
                  <a:pt x="35445" y="16510"/>
                </a:lnTo>
                <a:lnTo>
                  <a:pt x="35369" y="16383"/>
                </a:lnTo>
                <a:lnTo>
                  <a:pt x="35598" y="16383"/>
                </a:lnTo>
                <a:lnTo>
                  <a:pt x="35547" y="16256"/>
                </a:lnTo>
                <a:lnTo>
                  <a:pt x="35509" y="16129"/>
                </a:lnTo>
                <a:lnTo>
                  <a:pt x="35293" y="15875"/>
                </a:lnTo>
                <a:lnTo>
                  <a:pt x="35534" y="15875"/>
                </a:lnTo>
                <a:lnTo>
                  <a:pt x="35598" y="16256"/>
                </a:lnTo>
                <a:lnTo>
                  <a:pt x="35687" y="16383"/>
                </a:lnTo>
                <a:lnTo>
                  <a:pt x="35750" y="16256"/>
                </a:lnTo>
                <a:lnTo>
                  <a:pt x="35928" y="16256"/>
                </a:lnTo>
                <a:lnTo>
                  <a:pt x="35966" y="16510"/>
                </a:lnTo>
                <a:lnTo>
                  <a:pt x="36080" y="16637"/>
                </a:lnTo>
                <a:lnTo>
                  <a:pt x="36169" y="16764"/>
                </a:lnTo>
                <a:lnTo>
                  <a:pt x="36245" y="16891"/>
                </a:lnTo>
                <a:lnTo>
                  <a:pt x="36334" y="17018"/>
                </a:lnTo>
                <a:lnTo>
                  <a:pt x="36423" y="17145"/>
                </a:lnTo>
                <a:lnTo>
                  <a:pt x="36499" y="17272"/>
                </a:lnTo>
                <a:close/>
              </a:path>
              <a:path w="49530" h="40005">
                <a:moveTo>
                  <a:pt x="36601" y="7620"/>
                </a:moveTo>
                <a:lnTo>
                  <a:pt x="36487" y="7112"/>
                </a:lnTo>
                <a:lnTo>
                  <a:pt x="36080" y="7112"/>
                </a:lnTo>
                <a:lnTo>
                  <a:pt x="36055" y="6858"/>
                </a:lnTo>
                <a:lnTo>
                  <a:pt x="35801" y="6604"/>
                </a:lnTo>
                <a:lnTo>
                  <a:pt x="35661" y="6350"/>
                </a:lnTo>
                <a:lnTo>
                  <a:pt x="34213" y="6350"/>
                </a:lnTo>
                <a:lnTo>
                  <a:pt x="34213" y="7112"/>
                </a:lnTo>
                <a:lnTo>
                  <a:pt x="34213" y="6350"/>
                </a:lnTo>
                <a:lnTo>
                  <a:pt x="32029" y="6350"/>
                </a:lnTo>
                <a:lnTo>
                  <a:pt x="31953" y="6604"/>
                </a:lnTo>
                <a:lnTo>
                  <a:pt x="32346" y="6604"/>
                </a:lnTo>
                <a:lnTo>
                  <a:pt x="32270" y="6858"/>
                </a:lnTo>
                <a:lnTo>
                  <a:pt x="32524" y="6985"/>
                </a:lnTo>
                <a:lnTo>
                  <a:pt x="32829" y="6858"/>
                </a:lnTo>
                <a:lnTo>
                  <a:pt x="33007" y="6858"/>
                </a:lnTo>
                <a:lnTo>
                  <a:pt x="33261" y="6604"/>
                </a:lnTo>
                <a:lnTo>
                  <a:pt x="33642" y="6604"/>
                </a:lnTo>
                <a:lnTo>
                  <a:pt x="33553" y="7112"/>
                </a:lnTo>
                <a:lnTo>
                  <a:pt x="33553" y="7493"/>
                </a:lnTo>
                <a:lnTo>
                  <a:pt x="33299" y="7366"/>
                </a:lnTo>
                <a:lnTo>
                  <a:pt x="33528" y="7366"/>
                </a:lnTo>
                <a:lnTo>
                  <a:pt x="33553" y="7493"/>
                </a:lnTo>
                <a:lnTo>
                  <a:pt x="33553" y="7112"/>
                </a:lnTo>
                <a:lnTo>
                  <a:pt x="33121" y="7112"/>
                </a:lnTo>
                <a:lnTo>
                  <a:pt x="33121" y="7366"/>
                </a:lnTo>
                <a:lnTo>
                  <a:pt x="32956" y="7366"/>
                </a:lnTo>
                <a:lnTo>
                  <a:pt x="31686" y="7620"/>
                </a:lnTo>
                <a:lnTo>
                  <a:pt x="30594" y="7620"/>
                </a:lnTo>
                <a:lnTo>
                  <a:pt x="31026" y="7277"/>
                </a:lnTo>
                <a:lnTo>
                  <a:pt x="30289" y="7277"/>
                </a:lnTo>
                <a:lnTo>
                  <a:pt x="30149" y="7620"/>
                </a:lnTo>
                <a:lnTo>
                  <a:pt x="22961" y="7620"/>
                </a:lnTo>
                <a:lnTo>
                  <a:pt x="22961" y="7366"/>
                </a:lnTo>
                <a:lnTo>
                  <a:pt x="22809" y="7620"/>
                </a:lnTo>
                <a:lnTo>
                  <a:pt x="22059" y="7620"/>
                </a:lnTo>
                <a:lnTo>
                  <a:pt x="22047" y="7874"/>
                </a:lnTo>
                <a:lnTo>
                  <a:pt x="24320" y="7874"/>
                </a:lnTo>
                <a:lnTo>
                  <a:pt x="24320" y="8064"/>
                </a:lnTo>
                <a:lnTo>
                  <a:pt x="24307" y="8470"/>
                </a:lnTo>
                <a:lnTo>
                  <a:pt x="24422" y="8089"/>
                </a:lnTo>
                <a:lnTo>
                  <a:pt x="24422" y="8267"/>
                </a:lnTo>
                <a:lnTo>
                  <a:pt x="24523" y="8115"/>
                </a:lnTo>
                <a:lnTo>
                  <a:pt x="24663" y="7950"/>
                </a:lnTo>
                <a:lnTo>
                  <a:pt x="24485" y="7874"/>
                </a:lnTo>
                <a:lnTo>
                  <a:pt x="30048" y="7874"/>
                </a:lnTo>
                <a:lnTo>
                  <a:pt x="29946" y="8153"/>
                </a:lnTo>
                <a:lnTo>
                  <a:pt x="30289" y="7874"/>
                </a:lnTo>
                <a:lnTo>
                  <a:pt x="31673" y="7874"/>
                </a:lnTo>
                <a:lnTo>
                  <a:pt x="31889" y="7620"/>
                </a:lnTo>
                <a:lnTo>
                  <a:pt x="33591" y="7620"/>
                </a:lnTo>
                <a:lnTo>
                  <a:pt x="33832" y="7620"/>
                </a:lnTo>
                <a:lnTo>
                  <a:pt x="34036" y="7620"/>
                </a:lnTo>
                <a:lnTo>
                  <a:pt x="34163" y="7493"/>
                </a:lnTo>
                <a:lnTo>
                  <a:pt x="34150" y="7620"/>
                </a:lnTo>
                <a:lnTo>
                  <a:pt x="34455" y="7620"/>
                </a:lnTo>
                <a:lnTo>
                  <a:pt x="34480" y="7874"/>
                </a:lnTo>
                <a:lnTo>
                  <a:pt x="34861" y="7874"/>
                </a:lnTo>
                <a:lnTo>
                  <a:pt x="34759" y="7620"/>
                </a:lnTo>
                <a:lnTo>
                  <a:pt x="36601" y="7620"/>
                </a:lnTo>
                <a:close/>
              </a:path>
              <a:path w="49530" h="40005">
                <a:moveTo>
                  <a:pt x="36614" y="8255"/>
                </a:moveTo>
                <a:lnTo>
                  <a:pt x="36601" y="7874"/>
                </a:lnTo>
                <a:lnTo>
                  <a:pt x="36461" y="7874"/>
                </a:lnTo>
                <a:lnTo>
                  <a:pt x="36614" y="8255"/>
                </a:lnTo>
                <a:close/>
              </a:path>
              <a:path w="49530" h="40005">
                <a:moveTo>
                  <a:pt x="36626" y="15240"/>
                </a:moveTo>
                <a:lnTo>
                  <a:pt x="36385" y="15113"/>
                </a:lnTo>
                <a:lnTo>
                  <a:pt x="36283" y="14986"/>
                </a:lnTo>
                <a:lnTo>
                  <a:pt x="36360" y="15240"/>
                </a:lnTo>
                <a:lnTo>
                  <a:pt x="36626" y="15240"/>
                </a:lnTo>
                <a:close/>
              </a:path>
              <a:path w="49530" h="40005">
                <a:moveTo>
                  <a:pt x="36677" y="15748"/>
                </a:moveTo>
                <a:lnTo>
                  <a:pt x="36385" y="15748"/>
                </a:lnTo>
                <a:lnTo>
                  <a:pt x="36385" y="15875"/>
                </a:lnTo>
                <a:lnTo>
                  <a:pt x="36664" y="15875"/>
                </a:lnTo>
                <a:lnTo>
                  <a:pt x="36677" y="15748"/>
                </a:lnTo>
                <a:close/>
              </a:path>
              <a:path w="49530" h="40005">
                <a:moveTo>
                  <a:pt x="36715" y="15494"/>
                </a:moveTo>
                <a:lnTo>
                  <a:pt x="36512" y="15494"/>
                </a:lnTo>
                <a:lnTo>
                  <a:pt x="36690" y="15621"/>
                </a:lnTo>
                <a:lnTo>
                  <a:pt x="36715" y="15494"/>
                </a:lnTo>
                <a:close/>
              </a:path>
              <a:path w="49530" h="40005">
                <a:moveTo>
                  <a:pt x="36855" y="16129"/>
                </a:moveTo>
                <a:lnTo>
                  <a:pt x="36410" y="16256"/>
                </a:lnTo>
                <a:lnTo>
                  <a:pt x="36817" y="16256"/>
                </a:lnTo>
                <a:lnTo>
                  <a:pt x="36855" y="16129"/>
                </a:lnTo>
                <a:close/>
              </a:path>
              <a:path w="49530" h="40005">
                <a:moveTo>
                  <a:pt x="36868" y="14986"/>
                </a:moveTo>
                <a:lnTo>
                  <a:pt x="36741" y="14986"/>
                </a:lnTo>
                <a:lnTo>
                  <a:pt x="36690" y="15113"/>
                </a:lnTo>
                <a:lnTo>
                  <a:pt x="36868" y="14986"/>
                </a:lnTo>
                <a:close/>
              </a:path>
              <a:path w="49530" h="40005">
                <a:moveTo>
                  <a:pt x="37084" y="15875"/>
                </a:moveTo>
                <a:lnTo>
                  <a:pt x="36995" y="15748"/>
                </a:lnTo>
                <a:lnTo>
                  <a:pt x="36804" y="15748"/>
                </a:lnTo>
                <a:lnTo>
                  <a:pt x="36779" y="15875"/>
                </a:lnTo>
                <a:lnTo>
                  <a:pt x="37084" y="15875"/>
                </a:lnTo>
                <a:close/>
              </a:path>
              <a:path w="49530" h="40005">
                <a:moveTo>
                  <a:pt x="37122" y="16510"/>
                </a:moveTo>
                <a:lnTo>
                  <a:pt x="37020" y="16383"/>
                </a:lnTo>
                <a:lnTo>
                  <a:pt x="36893" y="16256"/>
                </a:lnTo>
                <a:lnTo>
                  <a:pt x="36804" y="16383"/>
                </a:lnTo>
                <a:lnTo>
                  <a:pt x="37122" y="16510"/>
                </a:lnTo>
                <a:close/>
              </a:path>
              <a:path w="49530" h="40005">
                <a:moveTo>
                  <a:pt x="37312" y="15748"/>
                </a:moveTo>
                <a:lnTo>
                  <a:pt x="37274" y="15367"/>
                </a:lnTo>
                <a:lnTo>
                  <a:pt x="37160" y="15240"/>
                </a:lnTo>
                <a:lnTo>
                  <a:pt x="36626" y="15240"/>
                </a:lnTo>
                <a:lnTo>
                  <a:pt x="36715" y="15494"/>
                </a:lnTo>
                <a:lnTo>
                  <a:pt x="36842" y="15494"/>
                </a:lnTo>
                <a:lnTo>
                  <a:pt x="36918" y="15621"/>
                </a:lnTo>
                <a:lnTo>
                  <a:pt x="36995" y="15748"/>
                </a:lnTo>
                <a:lnTo>
                  <a:pt x="37312" y="15748"/>
                </a:lnTo>
                <a:close/>
              </a:path>
              <a:path w="49530" h="40005">
                <a:moveTo>
                  <a:pt x="37325" y="15875"/>
                </a:moveTo>
                <a:lnTo>
                  <a:pt x="37084" y="15875"/>
                </a:lnTo>
                <a:lnTo>
                  <a:pt x="37274" y="16129"/>
                </a:lnTo>
                <a:lnTo>
                  <a:pt x="37325" y="15875"/>
                </a:lnTo>
                <a:close/>
              </a:path>
              <a:path w="49530" h="40005">
                <a:moveTo>
                  <a:pt x="37363" y="14224"/>
                </a:moveTo>
                <a:lnTo>
                  <a:pt x="36601" y="14224"/>
                </a:lnTo>
                <a:lnTo>
                  <a:pt x="36449" y="13716"/>
                </a:lnTo>
                <a:lnTo>
                  <a:pt x="36093" y="13830"/>
                </a:lnTo>
                <a:lnTo>
                  <a:pt x="36283" y="14008"/>
                </a:lnTo>
                <a:lnTo>
                  <a:pt x="36410" y="14008"/>
                </a:lnTo>
                <a:lnTo>
                  <a:pt x="36410" y="14224"/>
                </a:lnTo>
                <a:lnTo>
                  <a:pt x="36347" y="14478"/>
                </a:lnTo>
                <a:lnTo>
                  <a:pt x="36207" y="14605"/>
                </a:lnTo>
                <a:lnTo>
                  <a:pt x="35013" y="14605"/>
                </a:lnTo>
                <a:lnTo>
                  <a:pt x="34975" y="14478"/>
                </a:lnTo>
                <a:lnTo>
                  <a:pt x="36347" y="14478"/>
                </a:lnTo>
                <a:lnTo>
                  <a:pt x="36347" y="14224"/>
                </a:lnTo>
                <a:lnTo>
                  <a:pt x="34963" y="14224"/>
                </a:lnTo>
                <a:lnTo>
                  <a:pt x="35013" y="14071"/>
                </a:lnTo>
                <a:lnTo>
                  <a:pt x="34823" y="13982"/>
                </a:lnTo>
                <a:lnTo>
                  <a:pt x="34937" y="13563"/>
                </a:lnTo>
                <a:lnTo>
                  <a:pt x="34747" y="13614"/>
                </a:lnTo>
                <a:lnTo>
                  <a:pt x="34721" y="13423"/>
                </a:lnTo>
                <a:lnTo>
                  <a:pt x="34696" y="13157"/>
                </a:lnTo>
                <a:lnTo>
                  <a:pt x="34493" y="13195"/>
                </a:lnTo>
                <a:lnTo>
                  <a:pt x="34429" y="12966"/>
                </a:lnTo>
                <a:lnTo>
                  <a:pt x="34734" y="13741"/>
                </a:lnTo>
                <a:lnTo>
                  <a:pt x="34772" y="14224"/>
                </a:lnTo>
                <a:lnTo>
                  <a:pt x="34531" y="14224"/>
                </a:lnTo>
                <a:lnTo>
                  <a:pt x="33693" y="14224"/>
                </a:lnTo>
                <a:lnTo>
                  <a:pt x="34353" y="14478"/>
                </a:lnTo>
                <a:lnTo>
                  <a:pt x="34531" y="14478"/>
                </a:lnTo>
                <a:lnTo>
                  <a:pt x="34531" y="14249"/>
                </a:lnTo>
                <a:lnTo>
                  <a:pt x="34645" y="14478"/>
                </a:lnTo>
                <a:lnTo>
                  <a:pt x="34798" y="14478"/>
                </a:lnTo>
                <a:lnTo>
                  <a:pt x="34810" y="14605"/>
                </a:lnTo>
                <a:lnTo>
                  <a:pt x="34759" y="14732"/>
                </a:lnTo>
                <a:lnTo>
                  <a:pt x="34848" y="14947"/>
                </a:lnTo>
                <a:lnTo>
                  <a:pt x="34759" y="14732"/>
                </a:lnTo>
                <a:lnTo>
                  <a:pt x="34544" y="14732"/>
                </a:lnTo>
                <a:lnTo>
                  <a:pt x="34544" y="14986"/>
                </a:lnTo>
                <a:lnTo>
                  <a:pt x="34848" y="14986"/>
                </a:lnTo>
                <a:lnTo>
                  <a:pt x="34975" y="15240"/>
                </a:lnTo>
                <a:lnTo>
                  <a:pt x="35407" y="15582"/>
                </a:lnTo>
                <a:lnTo>
                  <a:pt x="35306" y="15303"/>
                </a:lnTo>
                <a:lnTo>
                  <a:pt x="35928" y="15240"/>
                </a:lnTo>
                <a:lnTo>
                  <a:pt x="35941" y="14986"/>
                </a:lnTo>
                <a:lnTo>
                  <a:pt x="35090" y="14986"/>
                </a:lnTo>
                <a:lnTo>
                  <a:pt x="35140" y="14846"/>
                </a:lnTo>
                <a:lnTo>
                  <a:pt x="36207" y="14732"/>
                </a:lnTo>
                <a:lnTo>
                  <a:pt x="36385" y="14732"/>
                </a:lnTo>
                <a:lnTo>
                  <a:pt x="36563" y="14859"/>
                </a:lnTo>
                <a:lnTo>
                  <a:pt x="36741" y="14986"/>
                </a:lnTo>
                <a:lnTo>
                  <a:pt x="36741" y="14846"/>
                </a:lnTo>
                <a:lnTo>
                  <a:pt x="37007" y="14782"/>
                </a:lnTo>
                <a:lnTo>
                  <a:pt x="37274" y="14605"/>
                </a:lnTo>
                <a:lnTo>
                  <a:pt x="36449" y="14605"/>
                </a:lnTo>
                <a:lnTo>
                  <a:pt x="36525" y="14478"/>
                </a:lnTo>
                <a:lnTo>
                  <a:pt x="37299" y="14478"/>
                </a:lnTo>
                <a:lnTo>
                  <a:pt x="37363" y="14224"/>
                </a:lnTo>
                <a:close/>
              </a:path>
              <a:path w="49530" h="40005">
                <a:moveTo>
                  <a:pt x="37477" y="14732"/>
                </a:moveTo>
                <a:lnTo>
                  <a:pt x="37109" y="14732"/>
                </a:lnTo>
                <a:lnTo>
                  <a:pt x="36957" y="14859"/>
                </a:lnTo>
                <a:lnTo>
                  <a:pt x="36868" y="14986"/>
                </a:lnTo>
                <a:lnTo>
                  <a:pt x="37287" y="14986"/>
                </a:lnTo>
                <a:lnTo>
                  <a:pt x="37414" y="14859"/>
                </a:lnTo>
                <a:lnTo>
                  <a:pt x="37477" y="14732"/>
                </a:lnTo>
                <a:close/>
              </a:path>
              <a:path w="49530" h="40005">
                <a:moveTo>
                  <a:pt x="37503" y="16383"/>
                </a:moveTo>
                <a:lnTo>
                  <a:pt x="37376" y="16256"/>
                </a:lnTo>
                <a:lnTo>
                  <a:pt x="37363" y="16129"/>
                </a:lnTo>
                <a:lnTo>
                  <a:pt x="37223" y="16256"/>
                </a:lnTo>
                <a:lnTo>
                  <a:pt x="37122" y="16510"/>
                </a:lnTo>
                <a:lnTo>
                  <a:pt x="37376" y="16383"/>
                </a:lnTo>
                <a:lnTo>
                  <a:pt x="37503" y="16383"/>
                </a:lnTo>
                <a:close/>
              </a:path>
              <a:path w="49530" h="40005">
                <a:moveTo>
                  <a:pt x="37604" y="14478"/>
                </a:moveTo>
                <a:lnTo>
                  <a:pt x="37299" y="14478"/>
                </a:lnTo>
                <a:lnTo>
                  <a:pt x="37274" y="14605"/>
                </a:lnTo>
                <a:lnTo>
                  <a:pt x="37541" y="14605"/>
                </a:lnTo>
                <a:lnTo>
                  <a:pt x="37604" y="14478"/>
                </a:lnTo>
                <a:close/>
              </a:path>
              <a:path w="49530" h="40005">
                <a:moveTo>
                  <a:pt x="37706" y="12471"/>
                </a:moveTo>
                <a:lnTo>
                  <a:pt x="37287" y="12471"/>
                </a:lnTo>
                <a:lnTo>
                  <a:pt x="37363" y="12738"/>
                </a:lnTo>
                <a:lnTo>
                  <a:pt x="37122" y="12738"/>
                </a:lnTo>
                <a:lnTo>
                  <a:pt x="37007" y="13106"/>
                </a:lnTo>
                <a:lnTo>
                  <a:pt x="36893" y="13779"/>
                </a:lnTo>
                <a:lnTo>
                  <a:pt x="37528" y="12738"/>
                </a:lnTo>
                <a:lnTo>
                  <a:pt x="37706" y="12471"/>
                </a:lnTo>
                <a:close/>
              </a:path>
              <a:path w="49530" h="40005">
                <a:moveTo>
                  <a:pt x="38735" y="11328"/>
                </a:moveTo>
                <a:lnTo>
                  <a:pt x="38430" y="11328"/>
                </a:lnTo>
                <a:lnTo>
                  <a:pt x="38265" y="11328"/>
                </a:lnTo>
                <a:lnTo>
                  <a:pt x="38061" y="11531"/>
                </a:lnTo>
                <a:lnTo>
                  <a:pt x="37947" y="11874"/>
                </a:lnTo>
                <a:lnTo>
                  <a:pt x="37744" y="11874"/>
                </a:lnTo>
                <a:lnTo>
                  <a:pt x="37642" y="12471"/>
                </a:lnTo>
                <a:lnTo>
                  <a:pt x="38354" y="11658"/>
                </a:lnTo>
                <a:lnTo>
                  <a:pt x="38735" y="11328"/>
                </a:lnTo>
                <a:close/>
              </a:path>
              <a:path w="49530" h="40005">
                <a:moveTo>
                  <a:pt x="39344" y="14287"/>
                </a:moveTo>
                <a:lnTo>
                  <a:pt x="38646" y="14833"/>
                </a:lnTo>
                <a:lnTo>
                  <a:pt x="39014" y="14833"/>
                </a:lnTo>
                <a:lnTo>
                  <a:pt x="39344" y="14287"/>
                </a:lnTo>
                <a:close/>
              </a:path>
              <a:path w="49530" h="40005">
                <a:moveTo>
                  <a:pt x="40030" y="13423"/>
                </a:moveTo>
                <a:lnTo>
                  <a:pt x="39839" y="13855"/>
                </a:lnTo>
                <a:lnTo>
                  <a:pt x="39344" y="14287"/>
                </a:lnTo>
                <a:lnTo>
                  <a:pt x="40017" y="13855"/>
                </a:lnTo>
                <a:lnTo>
                  <a:pt x="40030" y="13423"/>
                </a:lnTo>
                <a:close/>
              </a:path>
              <a:path w="49530" h="40005">
                <a:moveTo>
                  <a:pt x="40208" y="14249"/>
                </a:moveTo>
                <a:lnTo>
                  <a:pt x="39725" y="14554"/>
                </a:lnTo>
                <a:lnTo>
                  <a:pt x="38773" y="15341"/>
                </a:lnTo>
                <a:lnTo>
                  <a:pt x="39878" y="14554"/>
                </a:lnTo>
                <a:lnTo>
                  <a:pt x="40208" y="14249"/>
                </a:lnTo>
                <a:close/>
              </a:path>
              <a:path w="49530" h="40005">
                <a:moveTo>
                  <a:pt x="40246" y="13004"/>
                </a:moveTo>
                <a:lnTo>
                  <a:pt x="40055" y="13004"/>
                </a:lnTo>
                <a:lnTo>
                  <a:pt x="40030" y="13423"/>
                </a:lnTo>
                <a:lnTo>
                  <a:pt x="40233" y="13220"/>
                </a:lnTo>
                <a:lnTo>
                  <a:pt x="40246" y="13004"/>
                </a:lnTo>
                <a:close/>
              </a:path>
              <a:path w="49530" h="40005">
                <a:moveTo>
                  <a:pt x="40601" y="13970"/>
                </a:moveTo>
                <a:lnTo>
                  <a:pt x="40157" y="14249"/>
                </a:lnTo>
                <a:lnTo>
                  <a:pt x="40347" y="14249"/>
                </a:lnTo>
                <a:lnTo>
                  <a:pt x="40601" y="13970"/>
                </a:lnTo>
                <a:close/>
              </a:path>
              <a:path w="49530" h="40005">
                <a:moveTo>
                  <a:pt x="40995" y="11696"/>
                </a:moveTo>
                <a:lnTo>
                  <a:pt x="39141" y="12001"/>
                </a:lnTo>
                <a:lnTo>
                  <a:pt x="38887" y="12280"/>
                </a:lnTo>
                <a:lnTo>
                  <a:pt x="38239" y="13004"/>
                </a:lnTo>
                <a:lnTo>
                  <a:pt x="39408" y="13004"/>
                </a:lnTo>
                <a:lnTo>
                  <a:pt x="39446" y="12560"/>
                </a:lnTo>
                <a:lnTo>
                  <a:pt x="39992" y="12357"/>
                </a:lnTo>
                <a:lnTo>
                  <a:pt x="40182" y="13004"/>
                </a:lnTo>
                <a:lnTo>
                  <a:pt x="40259" y="12268"/>
                </a:lnTo>
                <a:lnTo>
                  <a:pt x="40970" y="12001"/>
                </a:lnTo>
                <a:lnTo>
                  <a:pt x="40995" y="11696"/>
                </a:lnTo>
                <a:close/>
              </a:path>
              <a:path w="49530" h="40005">
                <a:moveTo>
                  <a:pt x="41198" y="10312"/>
                </a:moveTo>
                <a:lnTo>
                  <a:pt x="41135" y="9931"/>
                </a:lnTo>
                <a:lnTo>
                  <a:pt x="40881" y="9728"/>
                </a:lnTo>
                <a:lnTo>
                  <a:pt x="40563" y="9804"/>
                </a:lnTo>
                <a:lnTo>
                  <a:pt x="40538" y="10147"/>
                </a:lnTo>
                <a:lnTo>
                  <a:pt x="40703" y="10198"/>
                </a:lnTo>
                <a:lnTo>
                  <a:pt x="40843" y="10388"/>
                </a:lnTo>
                <a:lnTo>
                  <a:pt x="41071" y="10426"/>
                </a:lnTo>
                <a:lnTo>
                  <a:pt x="41008" y="10287"/>
                </a:lnTo>
                <a:lnTo>
                  <a:pt x="41198" y="10312"/>
                </a:lnTo>
                <a:close/>
              </a:path>
              <a:path w="49530" h="40005">
                <a:moveTo>
                  <a:pt x="41351" y="9029"/>
                </a:moveTo>
                <a:lnTo>
                  <a:pt x="40779" y="9232"/>
                </a:lnTo>
                <a:lnTo>
                  <a:pt x="40182" y="9956"/>
                </a:lnTo>
                <a:lnTo>
                  <a:pt x="39217" y="10121"/>
                </a:lnTo>
                <a:lnTo>
                  <a:pt x="38430" y="11328"/>
                </a:lnTo>
                <a:lnTo>
                  <a:pt x="38900" y="10960"/>
                </a:lnTo>
                <a:lnTo>
                  <a:pt x="38773" y="11328"/>
                </a:lnTo>
                <a:lnTo>
                  <a:pt x="39446" y="11328"/>
                </a:lnTo>
                <a:lnTo>
                  <a:pt x="39611" y="10401"/>
                </a:lnTo>
                <a:lnTo>
                  <a:pt x="39966" y="10121"/>
                </a:lnTo>
                <a:lnTo>
                  <a:pt x="40373" y="9956"/>
                </a:lnTo>
                <a:lnTo>
                  <a:pt x="41351" y="9029"/>
                </a:lnTo>
                <a:close/>
              </a:path>
              <a:path w="49530" h="40005">
                <a:moveTo>
                  <a:pt x="41579" y="8877"/>
                </a:moveTo>
                <a:lnTo>
                  <a:pt x="41236" y="9029"/>
                </a:lnTo>
                <a:lnTo>
                  <a:pt x="41427" y="8978"/>
                </a:lnTo>
                <a:lnTo>
                  <a:pt x="41579" y="8877"/>
                </a:lnTo>
                <a:close/>
              </a:path>
              <a:path w="49530" h="40005">
                <a:moveTo>
                  <a:pt x="41948" y="11214"/>
                </a:moveTo>
                <a:lnTo>
                  <a:pt x="41808" y="11188"/>
                </a:lnTo>
                <a:lnTo>
                  <a:pt x="41948" y="11214"/>
                </a:lnTo>
                <a:close/>
              </a:path>
              <a:path w="49530" h="40005">
                <a:moveTo>
                  <a:pt x="42875" y="8509"/>
                </a:moveTo>
                <a:lnTo>
                  <a:pt x="42240" y="8509"/>
                </a:lnTo>
                <a:lnTo>
                  <a:pt x="42049" y="8699"/>
                </a:lnTo>
                <a:lnTo>
                  <a:pt x="41795" y="8877"/>
                </a:lnTo>
                <a:lnTo>
                  <a:pt x="42875" y="8509"/>
                </a:lnTo>
                <a:close/>
              </a:path>
              <a:path w="49530" h="40005">
                <a:moveTo>
                  <a:pt x="44323" y="10668"/>
                </a:moveTo>
                <a:lnTo>
                  <a:pt x="44132" y="10274"/>
                </a:lnTo>
                <a:lnTo>
                  <a:pt x="44221" y="10502"/>
                </a:lnTo>
                <a:lnTo>
                  <a:pt x="44323" y="10668"/>
                </a:lnTo>
                <a:close/>
              </a:path>
              <a:path w="49530" h="40005">
                <a:moveTo>
                  <a:pt x="44996" y="9245"/>
                </a:moveTo>
                <a:lnTo>
                  <a:pt x="44069" y="9245"/>
                </a:lnTo>
                <a:lnTo>
                  <a:pt x="42049" y="10909"/>
                </a:lnTo>
                <a:lnTo>
                  <a:pt x="42202" y="10909"/>
                </a:lnTo>
                <a:lnTo>
                  <a:pt x="42456" y="11582"/>
                </a:lnTo>
                <a:lnTo>
                  <a:pt x="42468" y="11811"/>
                </a:lnTo>
                <a:lnTo>
                  <a:pt x="42633" y="11811"/>
                </a:lnTo>
                <a:lnTo>
                  <a:pt x="42875" y="10909"/>
                </a:lnTo>
                <a:lnTo>
                  <a:pt x="42494" y="10909"/>
                </a:lnTo>
                <a:lnTo>
                  <a:pt x="44996" y="9245"/>
                </a:lnTo>
                <a:close/>
              </a:path>
              <a:path w="49530" h="40005">
                <a:moveTo>
                  <a:pt x="45542" y="5295"/>
                </a:moveTo>
                <a:lnTo>
                  <a:pt x="45339" y="5270"/>
                </a:lnTo>
                <a:lnTo>
                  <a:pt x="45542" y="5295"/>
                </a:lnTo>
                <a:close/>
              </a:path>
              <a:path w="49530" h="40005">
                <a:moveTo>
                  <a:pt x="46278" y="8509"/>
                </a:moveTo>
                <a:lnTo>
                  <a:pt x="46228" y="8953"/>
                </a:lnTo>
                <a:lnTo>
                  <a:pt x="46278" y="8813"/>
                </a:lnTo>
                <a:lnTo>
                  <a:pt x="46278" y="8509"/>
                </a:lnTo>
                <a:close/>
              </a:path>
              <a:path w="49530" h="40005">
                <a:moveTo>
                  <a:pt x="46380" y="5613"/>
                </a:moveTo>
                <a:lnTo>
                  <a:pt x="46151" y="5461"/>
                </a:lnTo>
                <a:lnTo>
                  <a:pt x="46164" y="5613"/>
                </a:lnTo>
                <a:lnTo>
                  <a:pt x="46380" y="5613"/>
                </a:lnTo>
                <a:close/>
              </a:path>
              <a:path w="49530" h="40005">
                <a:moveTo>
                  <a:pt x="46786" y="5765"/>
                </a:moveTo>
                <a:lnTo>
                  <a:pt x="46596" y="5765"/>
                </a:lnTo>
                <a:lnTo>
                  <a:pt x="46786" y="5930"/>
                </a:lnTo>
                <a:lnTo>
                  <a:pt x="46786" y="5765"/>
                </a:lnTo>
                <a:close/>
              </a:path>
              <a:path w="49530" h="40005">
                <a:moveTo>
                  <a:pt x="47117" y="10909"/>
                </a:moveTo>
                <a:lnTo>
                  <a:pt x="46291" y="9245"/>
                </a:lnTo>
                <a:lnTo>
                  <a:pt x="45453" y="9245"/>
                </a:lnTo>
                <a:lnTo>
                  <a:pt x="47117" y="10909"/>
                </a:lnTo>
                <a:close/>
              </a:path>
              <a:path w="49530" h="40005">
                <a:moveTo>
                  <a:pt x="47536" y="8458"/>
                </a:moveTo>
                <a:lnTo>
                  <a:pt x="47447" y="8242"/>
                </a:lnTo>
                <a:lnTo>
                  <a:pt x="47345" y="8394"/>
                </a:lnTo>
                <a:lnTo>
                  <a:pt x="47104" y="8483"/>
                </a:lnTo>
                <a:lnTo>
                  <a:pt x="47053" y="8204"/>
                </a:lnTo>
                <a:lnTo>
                  <a:pt x="46939" y="8331"/>
                </a:lnTo>
                <a:lnTo>
                  <a:pt x="46532" y="8242"/>
                </a:lnTo>
                <a:lnTo>
                  <a:pt x="46164" y="8153"/>
                </a:lnTo>
                <a:lnTo>
                  <a:pt x="46113" y="8013"/>
                </a:lnTo>
                <a:lnTo>
                  <a:pt x="45974" y="8039"/>
                </a:lnTo>
                <a:lnTo>
                  <a:pt x="45847" y="8166"/>
                </a:lnTo>
                <a:lnTo>
                  <a:pt x="45669" y="8204"/>
                </a:lnTo>
                <a:lnTo>
                  <a:pt x="45453" y="8166"/>
                </a:lnTo>
                <a:lnTo>
                  <a:pt x="45275" y="8267"/>
                </a:lnTo>
                <a:lnTo>
                  <a:pt x="44907" y="8369"/>
                </a:lnTo>
                <a:lnTo>
                  <a:pt x="45199" y="8318"/>
                </a:lnTo>
                <a:lnTo>
                  <a:pt x="45326" y="8420"/>
                </a:lnTo>
                <a:lnTo>
                  <a:pt x="45567" y="8331"/>
                </a:lnTo>
                <a:lnTo>
                  <a:pt x="45999" y="8420"/>
                </a:lnTo>
                <a:lnTo>
                  <a:pt x="46151" y="8267"/>
                </a:lnTo>
                <a:lnTo>
                  <a:pt x="46380" y="8509"/>
                </a:lnTo>
                <a:lnTo>
                  <a:pt x="46659" y="8483"/>
                </a:lnTo>
                <a:lnTo>
                  <a:pt x="46850" y="8483"/>
                </a:lnTo>
                <a:lnTo>
                  <a:pt x="47053" y="8661"/>
                </a:lnTo>
                <a:lnTo>
                  <a:pt x="47269" y="8699"/>
                </a:lnTo>
                <a:lnTo>
                  <a:pt x="47307" y="8572"/>
                </a:lnTo>
                <a:lnTo>
                  <a:pt x="47536" y="8458"/>
                </a:lnTo>
                <a:close/>
              </a:path>
              <a:path w="49530" h="40005">
                <a:moveTo>
                  <a:pt x="47904" y="9207"/>
                </a:moveTo>
                <a:lnTo>
                  <a:pt x="47244" y="8788"/>
                </a:lnTo>
                <a:lnTo>
                  <a:pt x="47904" y="9207"/>
                </a:lnTo>
                <a:close/>
              </a:path>
              <a:path w="49530" h="40005">
                <a:moveTo>
                  <a:pt x="48514" y="13525"/>
                </a:moveTo>
                <a:lnTo>
                  <a:pt x="47726" y="13258"/>
                </a:lnTo>
                <a:lnTo>
                  <a:pt x="47828" y="12674"/>
                </a:lnTo>
                <a:lnTo>
                  <a:pt x="47574" y="13208"/>
                </a:lnTo>
                <a:lnTo>
                  <a:pt x="47358" y="13131"/>
                </a:lnTo>
                <a:lnTo>
                  <a:pt x="47942" y="12001"/>
                </a:lnTo>
                <a:lnTo>
                  <a:pt x="47980" y="11811"/>
                </a:lnTo>
                <a:lnTo>
                  <a:pt x="47929" y="10909"/>
                </a:lnTo>
                <a:lnTo>
                  <a:pt x="47713" y="10909"/>
                </a:lnTo>
                <a:lnTo>
                  <a:pt x="47371" y="9245"/>
                </a:lnTo>
                <a:lnTo>
                  <a:pt x="46888" y="9245"/>
                </a:lnTo>
                <a:lnTo>
                  <a:pt x="47332" y="10909"/>
                </a:lnTo>
                <a:lnTo>
                  <a:pt x="47117" y="10909"/>
                </a:lnTo>
                <a:lnTo>
                  <a:pt x="46075" y="10909"/>
                </a:lnTo>
                <a:lnTo>
                  <a:pt x="46609" y="11582"/>
                </a:lnTo>
                <a:lnTo>
                  <a:pt x="47256" y="11582"/>
                </a:lnTo>
                <a:lnTo>
                  <a:pt x="47485" y="11582"/>
                </a:lnTo>
                <a:lnTo>
                  <a:pt x="47421" y="11811"/>
                </a:lnTo>
                <a:lnTo>
                  <a:pt x="47155" y="11811"/>
                </a:lnTo>
                <a:lnTo>
                  <a:pt x="47155" y="13055"/>
                </a:lnTo>
                <a:lnTo>
                  <a:pt x="46482" y="12827"/>
                </a:lnTo>
                <a:lnTo>
                  <a:pt x="46583" y="11811"/>
                </a:lnTo>
                <a:lnTo>
                  <a:pt x="46609" y="11582"/>
                </a:lnTo>
                <a:lnTo>
                  <a:pt x="46164" y="11582"/>
                </a:lnTo>
                <a:lnTo>
                  <a:pt x="45008" y="10909"/>
                </a:lnTo>
                <a:lnTo>
                  <a:pt x="45300" y="11582"/>
                </a:lnTo>
                <a:lnTo>
                  <a:pt x="45834" y="11582"/>
                </a:lnTo>
                <a:lnTo>
                  <a:pt x="45821" y="11811"/>
                </a:lnTo>
                <a:lnTo>
                  <a:pt x="44424" y="11811"/>
                </a:lnTo>
                <a:lnTo>
                  <a:pt x="44729" y="11582"/>
                </a:lnTo>
                <a:lnTo>
                  <a:pt x="45300" y="11582"/>
                </a:lnTo>
                <a:lnTo>
                  <a:pt x="44983" y="10909"/>
                </a:lnTo>
                <a:lnTo>
                  <a:pt x="44170" y="10909"/>
                </a:lnTo>
                <a:lnTo>
                  <a:pt x="44081" y="11811"/>
                </a:lnTo>
                <a:lnTo>
                  <a:pt x="44208" y="11811"/>
                </a:lnTo>
                <a:lnTo>
                  <a:pt x="44170" y="12026"/>
                </a:lnTo>
                <a:lnTo>
                  <a:pt x="43561" y="11811"/>
                </a:lnTo>
                <a:lnTo>
                  <a:pt x="43586" y="12255"/>
                </a:lnTo>
                <a:lnTo>
                  <a:pt x="43243" y="11912"/>
                </a:lnTo>
                <a:lnTo>
                  <a:pt x="40322" y="13525"/>
                </a:lnTo>
                <a:lnTo>
                  <a:pt x="40881" y="13525"/>
                </a:lnTo>
                <a:lnTo>
                  <a:pt x="40703" y="13970"/>
                </a:lnTo>
                <a:lnTo>
                  <a:pt x="41656" y="13970"/>
                </a:lnTo>
                <a:lnTo>
                  <a:pt x="40728" y="14592"/>
                </a:lnTo>
                <a:lnTo>
                  <a:pt x="39852" y="15100"/>
                </a:lnTo>
                <a:lnTo>
                  <a:pt x="40944" y="14592"/>
                </a:lnTo>
                <a:lnTo>
                  <a:pt x="41681" y="13970"/>
                </a:lnTo>
                <a:lnTo>
                  <a:pt x="44526" y="13970"/>
                </a:lnTo>
                <a:lnTo>
                  <a:pt x="43078" y="13525"/>
                </a:lnTo>
                <a:lnTo>
                  <a:pt x="43700" y="13525"/>
                </a:lnTo>
                <a:lnTo>
                  <a:pt x="44005" y="13525"/>
                </a:lnTo>
                <a:lnTo>
                  <a:pt x="44894" y="13525"/>
                </a:lnTo>
                <a:lnTo>
                  <a:pt x="46037" y="13525"/>
                </a:lnTo>
                <a:lnTo>
                  <a:pt x="45351" y="13970"/>
                </a:lnTo>
                <a:lnTo>
                  <a:pt x="44526" y="13970"/>
                </a:lnTo>
                <a:lnTo>
                  <a:pt x="45427" y="14249"/>
                </a:lnTo>
                <a:lnTo>
                  <a:pt x="46024" y="13970"/>
                </a:lnTo>
                <a:lnTo>
                  <a:pt x="47066" y="13525"/>
                </a:lnTo>
                <a:lnTo>
                  <a:pt x="47421" y="13525"/>
                </a:lnTo>
                <a:lnTo>
                  <a:pt x="47688" y="13525"/>
                </a:lnTo>
                <a:lnTo>
                  <a:pt x="48514" y="13525"/>
                </a:lnTo>
                <a:close/>
              </a:path>
              <a:path w="49530" h="40005">
                <a:moveTo>
                  <a:pt x="48729" y="10579"/>
                </a:moveTo>
                <a:lnTo>
                  <a:pt x="48463" y="9766"/>
                </a:lnTo>
                <a:lnTo>
                  <a:pt x="47904" y="9207"/>
                </a:lnTo>
                <a:lnTo>
                  <a:pt x="48387" y="9829"/>
                </a:lnTo>
                <a:lnTo>
                  <a:pt x="48729" y="10579"/>
                </a:lnTo>
                <a:close/>
              </a:path>
              <a:path w="49530" h="40005">
                <a:moveTo>
                  <a:pt x="48945" y="4381"/>
                </a:moveTo>
                <a:lnTo>
                  <a:pt x="36728" y="3378"/>
                </a:lnTo>
                <a:lnTo>
                  <a:pt x="39065" y="4381"/>
                </a:lnTo>
                <a:lnTo>
                  <a:pt x="48945" y="4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2011730" y="1032179"/>
            <a:ext cx="39370" cy="25400"/>
          </a:xfrm>
          <a:custGeom>
            <a:avLst/>
            <a:gdLst/>
            <a:ahLst/>
            <a:cxnLst/>
            <a:rect l="l" t="t" r="r" b="b"/>
            <a:pathLst>
              <a:path w="39369" h="25400">
                <a:moveTo>
                  <a:pt x="1384" y="1003"/>
                </a:moveTo>
                <a:lnTo>
                  <a:pt x="1016" y="812"/>
                </a:lnTo>
                <a:lnTo>
                  <a:pt x="292" y="927"/>
                </a:lnTo>
                <a:lnTo>
                  <a:pt x="76" y="1143"/>
                </a:lnTo>
                <a:lnTo>
                  <a:pt x="0" y="1282"/>
                </a:lnTo>
                <a:lnTo>
                  <a:pt x="330" y="1066"/>
                </a:lnTo>
                <a:lnTo>
                  <a:pt x="812" y="876"/>
                </a:lnTo>
                <a:lnTo>
                  <a:pt x="1384" y="1003"/>
                </a:lnTo>
                <a:close/>
              </a:path>
              <a:path w="39369" h="25400">
                <a:moveTo>
                  <a:pt x="2857" y="5372"/>
                </a:moveTo>
                <a:lnTo>
                  <a:pt x="2781" y="5549"/>
                </a:lnTo>
                <a:lnTo>
                  <a:pt x="2717" y="5765"/>
                </a:lnTo>
                <a:lnTo>
                  <a:pt x="2514" y="5854"/>
                </a:lnTo>
                <a:lnTo>
                  <a:pt x="2806" y="5880"/>
                </a:lnTo>
                <a:lnTo>
                  <a:pt x="2832" y="5511"/>
                </a:lnTo>
                <a:lnTo>
                  <a:pt x="2857" y="5372"/>
                </a:lnTo>
                <a:close/>
              </a:path>
              <a:path w="39369" h="25400">
                <a:moveTo>
                  <a:pt x="10375" y="17221"/>
                </a:moveTo>
                <a:lnTo>
                  <a:pt x="10185" y="17348"/>
                </a:lnTo>
                <a:lnTo>
                  <a:pt x="10375" y="17284"/>
                </a:lnTo>
                <a:close/>
              </a:path>
              <a:path w="39369" h="25400">
                <a:moveTo>
                  <a:pt x="10782" y="11912"/>
                </a:moveTo>
                <a:lnTo>
                  <a:pt x="10591" y="11912"/>
                </a:lnTo>
                <a:lnTo>
                  <a:pt x="10718" y="12090"/>
                </a:lnTo>
                <a:lnTo>
                  <a:pt x="10782" y="11912"/>
                </a:lnTo>
                <a:close/>
              </a:path>
              <a:path w="39369" h="25400">
                <a:moveTo>
                  <a:pt x="11849" y="12700"/>
                </a:moveTo>
                <a:close/>
              </a:path>
              <a:path w="39369" h="25400">
                <a:moveTo>
                  <a:pt x="12153" y="12179"/>
                </a:moveTo>
                <a:lnTo>
                  <a:pt x="12026" y="12230"/>
                </a:lnTo>
                <a:lnTo>
                  <a:pt x="12052" y="12509"/>
                </a:lnTo>
                <a:lnTo>
                  <a:pt x="12052" y="12687"/>
                </a:lnTo>
                <a:lnTo>
                  <a:pt x="12153" y="12192"/>
                </a:lnTo>
                <a:close/>
              </a:path>
              <a:path w="39369" h="25400">
                <a:moveTo>
                  <a:pt x="12369" y="20764"/>
                </a:moveTo>
                <a:lnTo>
                  <a:pt x="12369" y="20929"/>
                </a:lnTo>
                <a:lnTo>
                  <a:pt x="12369" y="20764"/>
                </a:lnTo>
                <a:close/>
              </a:path>
              <a:path w="39369" h="25400">
                <a:moveTo>
                  <a:pt x="13398" y="15989"/>
                </a:moveTo>
                <a:lnTo>
                  <a:pt x="13373" y="15824"/>
                </a:lnTo>
                <a:lnTo>
                  <a:pt x="13220" y="15938"/>
                </a:lnTo>
                <a:lnTo>
                  <a:pt x="13398" y="15989"/>
                </a:lnTo>
                <a:close/>
              </a:path>
              <a:path w="39369" h="25400">
                <a:moveTo>
                  <a:pt x="13538" y="15913"/>
                </a:moveTo>
                <a:close/>
              </a:path>
              <a:path w="39369" h="25400">
                <a:moveTo>
                  <a:pt x="14465" y="19596"/>
                </a:moveTo>
                <a:lnTo>
                  <a:pt x="14439" y="19291"/>
                </a:lnTo>
                <a:lnTo>
                  <a:pt x="14427" y="19481"/>
                </a:lnTo>
                <a:lnTo>
                  <a:pt x="14262" y="19481"/>
                </a:lnTo>
                <a:lnTo>
                  <a:pt x="14109" y="19583"/>
                </a:lnTo>
                <a:lnTo>
                  <a:pt x="14198" y="19723"/>
                </a:lnTo>
                <a:lnTo>
                  <a:pt x="14198" y="19951"/>
                </a:lnTo>
                <a:lnTo>
                  <a:pt x="14401" y="20015"/>
                </a:lnTo>
                <a:lnTo>
                  <a:pt x="14427" y="19519"/>
                </a:lnTo>
                <a:close/>
              </a:path>
              <a:path w="39369" h="25400">
                <a:moveTo>
                  <a:pt x="14668" y="20269"/>
                </a:moveTo>
                <a:lnTo>
                  <a:pt x="14490" y="19977"/>
                </a:lnTo>
                <a:lnTo>
                  <a:pt x="14452" y="20142"/>
                </a:lnTo>
                <a:lnTo>
                  <a:pt x="14338" y="20535"/>
                </a:lnTo>
                <a:lnTo>
                  <a:pt x="14528" y="20535"/>
                </a:lnTo>
                <a:lnTo>
                  <a:pt x="14503" y="20320"/>
                </a:lnTo>
                <a:lnTo>
                  <a:pt x="14668" y="20612"/>
                </a:lnTo>
                <a:lnTo>
                  <a:pt x="14668" y="20269"/>
                </a:lnTo>
                <a:close/>
              </a:path>
              <a:path w="39369" h="25400">
                <a:moveTo>
                  <a:pt x="14973" y="20218"/>
                </a:moveTo>
                <a:lnTo>
                  <a:pt x="14846" y="20154"/>
                </a:lnTo>
                <a:lnTo>
                  <a:pt x="14973" y="20218"/>
                </a:lnTo>
                <a:close/>
              </a:path>
              <a:path w="39369" h="25400">
                <a:moveTo>
                  <a:pt x="14973" y="19342"/>
                </a:moveTo>
                <a:lnTo>
                  <a:pt x="14706" y="19126"/>
                </a:lnTo>
                <a:lnTo>
                  <a:pt x="14770" y="19481"/>
                </a:lnTo>
                <a:lnTo>
                  <a:pt x="14973" y="19342"/>
                </a:lnTo>
                <a:close/>
              </a:path>
              <a:path w="39369" h="25400">
                <a:moveTo>
                  <a:pt x="14998" y="23317"/>
                </a:moveTo>
                <a:lnTo>
                  <a:pt x="14973" y="23088"/>
                </a:lnTo>
                <a:lnTo>
                  <a:pt x="14820" y="23037"/>
                </a:lnTo>
                <a:lnTo>
                  <a:pt x="14922" y="23215"/>
                </a:lnTo>
                <a:lnTo>
                  <a:pt x="14871" y="23380"/>
                </a:lnTo>
                <a:lnTo>
                  <a:pt x="14998" y="23317"/>
                </a:lnTo>
                <a:close/>
              </a:path>
              <a:path w="39369" h="25400">
                <a:moveTo>
                  <a:pt x="15087" y="22974"/>
                </a:moveTo>
                <a:lnTo>
                  <a:pt x="15024" y="22834"/>
                </a:lnTo>
                <a:lnTo>
                  <a:pt x="15036" y="23012"/>
                </a:lnTo>
                <a:close/>
              </a:path>
              <a:path w="39369" h="25400">
                <a:moveTo>
                  <a:pt x="15100" y="25082"/>
                </a:moveTo>
                <a:lnTo>
                  <a:pt x="14947" y="25082"/>
                </a:lnTo>
                <a:lnTo>
                  <a:pt x="15100" y="25133"/>
                </a:lnTo>
                <a:close/>
              </a:path>
              <a:path w="39369" h="25400">
                <a:moveTo>
                  <a:pt x="15113" y="24777"/>
                </a:moveTo>
                <a:lnTo>
                  <a:pt x="14973" y="24587"/>
                </a:lnTo>
                <a:lnTo>
                  <a:pt x="14947" y="24866"/>
                </a:lnTo>
                <a:lnTo>
                  <a:pt x="15100" y="24866"/>
                </a:lnTo>
                <a:close/>
              </a:path>
              <a:path w="39369" h="25400">
                <a:moveTo>
                  <a:pt x="15189" y="24041"/>
                </a:moveTo>
                <a:lnTo>
                  <a:pt x="15087" y="23914"/>
                </a:lnTo>
                <a:lnTo>
                  <a:pt x="15113" y="23787"/>
                </a:lnTo>
                <a:lnTo>
                  <a:pt x="14973" y="23672"/>
                </a:lnTo>
                <a:lnTo>
                  <a:pt x="14871" y="23799"/>
                </a:lnTo>
                <a:lnTo>
                  <a:pt x="14947" y="23926"/>
                </a:lnTo>
                <a:lnTo>
                  <a:pt x="14846" y="24206"/>
                </a:lnTo>
                <a:lnTo>
                  <a:pt x="14871" y="24345"/>
                </a:lnTo>
                <a:lnTo>
                  <a:pt x="14846" y="24549"/>
                </a:lnTo>
                <a:lnTo>
                  <a:pt x="14947" y="24295"/>
                </a:lnTo>
                <a:lnTo>
                  <a:pt x="15113" y="24371"/>
                </a:lnTo>
                <a:lnTo>
                  <a:pt x="15163" y="24180"/>
                </a:lnTo>
                <a:lnTo>
                  <a:pt x="15189" y="24041"/>
                </a:lnTo>
                <a:close/>
              </a:path>
              <a:path w="39369" h="25400">
                <a:moveTo>
                  <a:pt x="15201" y="18821"/>
                </a:moveTo>
                <a:lnTo>
                  <a:pt x="15074" y="18846"/>
                </a:lnTo>
                <a:lnTo>
                  <a:pt x="15100" y="19037"/>
                </a:lnTo>
                <a:lnTo>
                  <a:pt x="15201" y="18821"/>
                </a:lnTo>
                <a:close/>
              </a:path>
              <a:path w="39369" h="25400">
                <a:moveTo>
                  <a:pt x="15303" y="17983"/>
                </a:moveTo>
                <a:lnTo>
                  <a:pt x="15125" y="18046"/>
                </a:lnTo>
                <a:lnTo>
                  <a:pt x="15303" y="17983"/>
                </a:lnTo>
                <a:close/>
              </a:path>
              <a:path w="39369" h="25400">
                <a:moveTo>
                  <a:pt x="15417" y="17970"/>
                </a:moveTo>
                <a:lnTo>
                  <a:pt x="15201" y="18034"/>
                </a:lnTo>
                <a:lnTo>
                  <a:pt x="15214" y="18186"/>
                </a:lnTo>
                <a:lnTo>
                  <a:pt x="15417" y="17970"/>
                </a:lnTo>
                <a:close/>
              </a:path>
              <a:path w="39369" h="25400">
                <a:moveTo>
                  <a:pt x="15430" y="23025"/>
                </a:moveTo>
                <a:lnTo>
                  <a:pt x="15392" y="22847"/>
                </a:lnTo>
                <a:lnTo>
                  <a:pt x="15430" y="23025"/>
                </a:lnTo>
                <a:close/>
              </a:path>
              <a:path w="39369" h="25400">
                <a:moveTo>
                  <a:pt x="15570" y="13766"/>
                </a:moveTo>
                <a:lnTo>
                  <a:pt x="14757" y="13766"/>
                </a:lnTo>
                <a:lnTo>
                  <a:pt x="14808" y="14274"/>
                </a:lnTo>
                <a:lnTo>
                  <a:pt x="15341" y="14274"/>
                </a:lnTo>
                <a:lnTo>
                  <a:pt x="15494" y="14274"/>
                </a:lnTo>
                <a:lnTo>
                  <a:pt x="15519" y="14097"/>
                </a:lnTo>
                <a:lnTo>
                  <a:pt x="15570" y="13766"/>
                </a:lnTo>
                <a:close/>
              </a:path>
              <a:path w="39369" h="25400">
                <a:moveTo>
                  <a:pt x="15684" y="20472"/>
                </a:moveTo>
                <a:lnTo>
                  <a:pt x="15532" y="20447"/>
                </a:lnTo>
                <a:lnTo>
                  <a:pt x="15659" y="20637"/>
                </a:lnTo>
                <a:lnTo>
                  <a:pt x="15684" y="20472"/>
                </a:lnTo>
                <a:close/>
              </a:path>
              <a:path w="39369" h="25400">
                <a:moveTo>
                  <a:pt x="15786" y="18440"/>
                </a:moveTo>
                <a:lnTo>
                  <a:pt x="15570" y="18529"/>
                </a:lnTo>
                <a:lnTo>
                  <a:pt x="15367" y="18440"/>
                </a:lnTo>
                <a:lnTo>
                  <a:pt x="15163" y="18453"/>
                </a:lnTo>
                <a:lnTo>
                  <a:pt x="15341" y="18808"/>
                </a:lnTo>
                <a:lnTo>
                  <a:pt x="15214" y="18834"/>
                </a:lnTo>
                <a:lnTo>
                  <a:pt x="15379" y="18808"/>
                </a:lnTo>
                <a:lnTo>
                  <a:pt x="15354" y="18656"/>
                </a:lnTo>
                <a:lnTo>
                  <a:pt x="15481" y="18796"/>
                </a:lnTo>
                <a:lnTo>
                  <a:pt x="15659" y="18681"/>
                </a:lnTo>
                <a:lnTo>
                  <a:pt x="15786" y="18440"/>
                </a:lnTo>
                <a:close/>
              </a:path>
              <a:path w="39369" h="25400">
                <a:moveTo>
                  <a:pt x="15875" y="18643"/>
                </a:moveTo>
                <a:lnTo>
                  <a:pt x="15659" y="18681"/>
                </a:lnTo>
                <a:lnTo>
                  <a:pt x="15824" y="18770"/>
                </a:lnTo>
                <a:lnTo>
                  <a:pt x="15875" y="18643"/>
                </a:lnTo>
                <a:close/>
              </a:path>
              <a:path w="39369" h="25400">
                <a:moveTo>
                  <a:pt x="15938" y="21450"/>
                </a:moveTo>
                <a:lnTo>
                  <a:pt x="15811" y="21336"/>
                </a:lnTo>
                <a:lnTo>
                  <a:pt x="15938" y="21450"/>
                </a:lnTo>
                <a:close/>
              </a:path>
              <a:path w="39369" h="25400">
                <a:moveTo>
                  <a:pt x="16027" y="18567"/>
                </a:moveTo>
                <a:lnTo>
                  <a:pt x="15875" y="18567"/>
                </a:lnTo>
                <a:lnTo>
                  <a:pt x="15976" y="18948"/>
                </a:lnTo>
                <a:lnTo>
                  <a:pt x="16027" y="18567"/>
                </a:lnTo>
                <a:close/>
              </a:path>
              <a:path w="39369" h="25400">
                <a:moveTo>
                  <a:pt x="16065" y="21234"/>
                </a:moveTo>
                <a:lnTo>
                  <a:pt x="15849" y="21234"/>
                </a:lnTo>
                <a:lnTo>
                  <a:pt x="16065" y="21234"/>
                </a:lnTo>
                <a:close/>
              </a:path>
              <a:path w="39369" h="25400">
                <a:moveTo>
                  <a:pt x="16243" y="18567"/>
                </a:moveTo>
                <a:lnTo>
                  <a:pt x="16103" y="18630"/>
                </a:lnTo>
                <a:lnTo>
                  <a:pt x="16243" y="18567"/>
                </a:lnTo>
                <a:close/>
              </a:path>
              <a:path w="39369" h="25400">
                <a:moveTo>
                  <a:pt x="16484" y="5334"/>
                </a:moveTo>
                <a:lnTo>
                  <a:pt x="16421" y="5143"/>
                </a:lnTo>
                <a:lnTo>
                  <a:pt x="16421" y="5346"/>
                </a:lnTo>
                <a:lnTo>
                  <a:pt x="16281" y="5486"/>
                </a:lnTo>
                <a:lnTo>
                  <a:pt x="16395" y="5638"/>
                </a:lnTo>
                <a:lnTo>
                  <a:pt x="16383" y="5410"/>
                </a:lnTo>
                <a:close/>
              </a:path>
              <a:path w="39369" h="25400">
                <a:moveTo>
                  <a:pt x="16878" y="21424"/>
                </a:moveTo>
                <a:lnTo>
                  <a:pt x="16865" y="21285"/>
                </a:lnTo>
                <a:lnTo>
                  <a:pt x="16764" y="21412"/>
                </a:lnTo>
                <a:lnTo>
                  <a:pt x="16776" y="21196"/>
                </a:lnTo>
                <a:lnTo>
                  <a:pt x="16865" y="20955"/>
                </a:lnTo>
                <a:lnTo>
                  <a:pt x="16675" y="21082"/>
                </a:lnTo>
                <a:lnTo>
                  <a:pt x="16611" y="20929"/>
                </a:lnTo>
                <a:lnTo>
                  <a:pt x="16611" y="21069"/>
                </a:lnTo>
                <a:lnTo>
                  <a:pt x="16649" y="21310"/>
                </a:lnTo>
                <a:lnTo>
                  <a:pt x="16522" y="21336"/>
                </a:lnTo>
                <a:lnTo>
                  <a:pt x="16598" y="21590"/>
                </a:lnTo>
                <a:lnTo>
                  <a:pt x="16738" y="21463"/>
                </a:lnTo>
                <a:lnTo>
                  <a:pt x="16878" y="21424"/>
                </a:lnTo>
                <a:close/>
              </a:path>
              <a:path w="39369" h="25400">
                <a:moveTo>
                  <a:pt x="16878" y="20815"/>
                </a:moveTo>
                <a:lnTo>
                  <a:pt x="16738" y="20713"/>
                </a:lnTo>
                <a:lnTo>
                  <a:pt x="16624" y="20840"/>
                </a:lnTo>
                <a:lnTo>
                  <a:pt x="16878" y="20815"/>
                </a:lnTo>
                <a:close/>
              </a:path>
              <a:path w="39369" h="25400">
                <a:moveTo>
                  <a:pt x="17513" y="23685"/>
                </a:moveTo>
                <a:lnTo>
                  <a:pt x="17424" y="23837"/>
                </a:lnTo>
                <a:lnTo>
                  <a:pt x="17386" y="24041"/>
                </a:lnTo>
                <a:lnTo>
                  <a:pt x="17411" y="24180"/>
                </a:lnTo>
                <a:lnTo>
                  <a:pt x="17513" y="23685"/>
                </a:lnTo>
                <a:close/>
              </a:path>
              <a:path w="39369" h="25400">
                <a:moveTo>
                  <a:pt x="17894" y="23075"/>
                </a:moveTo>
                <a:lnTo>
                  <a:pt x="17691" y="23114"/>
                </a:lnTo>
                <a:lnTo>
                  <a:pt x="17741" y="23749"/>
                </a:lnTo>
                <a:lnTo>
                  <a:pt x="17818" y="23495"/>
                </a:lnTo>
                <a:lnTo>
                  <a:pt x="17856" y="23304"/>
                </a:lnTo>
                <a:lnTo>
                  <a:pt x="17894" y="23075"/>
                </a:lnTo>
                <a:close/>
              </a:path>
              <a:path w="39369" h="25400">
                <a:moveTo>
                  <a:pt x="17932" y="22999"/>
                </a:moveTo>
                <a:lnTo>
                  <a:pt x="17907" y="22682"/>
                </a:lnTo>
                <a:lnTo>
                  <a:pt x="17780" y="23050"/>
                </a:lnTo>
                <a:lnTo>
                  <a:pt x="17932" y="22999"/>
                </a:lnTo>
                <a:close/>
              </a:path>
              <a:path w="39369" h="25400">
                <a:moveTo>
                  <a:pt x="18275" y="22047"/>
                </a:moveTo>
                <a:lnTo>
                  <a:pt x="18249" y="21805"/>
                </a:lnTo>
                <a:lnTo>
                  <a:pt x="18224" y="22047"/>
                </a:lnTo>
                <a:close/>
              </a:path>
              <a:path w="39369" h="25400">
                <a:moveTo>
                  <a:pt x="20523" y="24777"/>
                </a:moveTo>
                <a:lnTo>
                  <a:pt x="20383" y="24752"/>
                </a:lnTo>
                <a:lnTo>
                  <a:pt x="20396" y="24892"/>
                </a:lnTo>
                <a:lnTo>
                  <a:pt x="20523" y="24777"/>
                </a:lnTo>
                <a:close/>
              </a:path>
              <a:path w="39369" h="25400">
                <a:moveTo>
                  <a:pt x="20637" y="6578"/>
                </a:moveTo>
                <a:lnTo>
                  <a:pt x="20523" y="6756"/>
                </a:lnTo>
                <a:lnTo>
                  <a:pt x="20637" y="6578"/>
                </a:lnTo>
                <a:close/>
              </a:path>
              <a:path w="39369" h="25400">
                <a:moveTo>
                  <a:pt x="20662" y="6515"/>
                </a:moveTo>
                <a:close/>
              </a:path>
              <a:path w="39369" h="25400">
                <a:moveTo>
                  <a:pt x="21894" y="5918"/>
                </a:moveTo>
                <a:lnTo>
                  <a:pt x="21844" y="5778"/>
                </a:lnTo>
                <a:lnTo>
                  <a:pt x="21691" y="5600"/>
                </a:lnTo>
                <a:lnTo>
                  <a:pt x="21564" y="5486"/>
                </a:lnTo>
                <a:lnTo>
                  <a:pt x="21196" y="5791"/>
                </a:lnTo>
                <a:lnTo>
                  <a:pt x="20789" y="6007"/>
                </a:lnTo>
                <a:lnTo>
                  <a:pt x="20612" y="6400"/>
                </a:lnTo>
                <a:lnTo>
                  <a:pt x="20739" y="6477"/>
                </a:lnTo>
                <a:lnTo>
                  <a:pt x="20713" y="6299"/>
                </a:lnTo>
                <a:lnTo>
                  <a:pt x="20878" y="6413"/>
                </a:lnTo>
                <a:lnTo>
                  <a:pt x="20815" y="6261"/>
                </a:lnTo>
                <a:lnTo>
                  <a:pt x="20955" y="6197"/>
                </a:lnTo>
                <a:lnTo>
                  <a:pt x="21221" y="6032"/>
                </a:lnTo>
                <a:lnTo>
                  <a:pt x="21475" y="6083"/>
                </a:lnTo>
                <a:lnTo>
                  <a:pt x="21729" y="6146"/>
                </a:lnTo>
                <a:lnTo>
                  <a:pt x="21729" y="5918"/>
                </a:lnTo>
                <a:lnTo>
                  <a:pt x="21894" y="5918"/>
                </a:lnTo>
                <a:close/>
              </a:path>
              <a:path w="39369" h="25400">
                <a:moveTo>
                  <a:pt x="22580" y="5880"/>
                </a:moveTo>
                <a:lnTo>
                  <a:pt x="22542" y="5689"/>
                </a:lnTo>
                <a:lnTo>
                  <a:pt x="22504" y="5880"/>
                </a:lnTo>
                <a:close/>
              </a:path>
              <a:path w="39369" h="25400">
                <a:moveTo>
                  <a:pt x="24498" y="14185"/>
                </a:moveTo>
                <a:lnTo>
                  <a:pt x="24358" y="14185"/>
                </a:lnTo>
                <a:lnTo>
                  <a:pt x="24371" y="14528"/>
                </a:lnTo>
                <a:lnTo>
                  <a:pt x="24498" y="14185"/>
                </a:lnTo>
                <a:close/>
              </a:path>
              <a:path w="39369" h="25400">
                <a:moveTo>
                  <a:pt x="24917" y="6108"/>
                </a:moveTo>
                <a:lnTo>
                  <a:pt x="24777" y="6019"/>
                </a:lnTo>
                <a:lnTo>
                  <a:pt x="24777" y="6146"/>
                </a:lnTo>
                <a:lnTo>
                  <a:pt x="24917" y="6108"/>
                </a:lnTo>
                <a:close/>
              </a:path>
              <a:path w="39369" h="25400">
                <a:moveTo>
                  <a:pt x="26073" y="13843"/>
                </a:moveTo>
                <a:lnTo>
                  <a:pt x="25514" y="13944"/>
                </a:lnTo>
                <a:lnTo>
                  <a:pt x="25476" y="15100"/>
                </a:lnTo>
                <a:lnTo>
                  <a:pt x="25844" y="15519"/>
                </a:lnTo>
                <a:lnTo>
                  <a:pt x="25641" y="15100"/>
                </a:lnTo>
                <a:lnTo>
                  <a:pt x="25641" y="14554"/>
                </a:lnTo>
                <a:lnTo>
                  <a:pt x="25869" y="14135"/>
                </a:lnTo>
                <a:lnTo>
                  <a:pt x="26073" y="13843"/>
                </a:lnTo>
                <a:close/>
              </a:path>
              <a:path w="39369" h="25400">
                <a:moveTo>
                  <a:pt x="26377" y="774"/>
                </a:moveTo>
                <a:lnTo>
                  <a:pt x="26352" y="635"/>
                </a:lnTo>
                <a:lnTo>
                  <a:pt x="26377" y="774"/>
                </a:lnTo>
                <a:close/>
              </a:path>
              <a:path w="39369" h="25400">
                <a:moveTo>
                  <a:pt x="26924" y="10109"/>
                </a:moveTo>
                <a:lnTo>
                  <a:pt x="26822" y="10972"/>
                </a:lnTo>
                <a:lnTo>
                  <a:pt x="26631" y="11988"/>
                </a:lnTo>
                <a:lnTo>
                  <a:pt x="26670" y="12700"/>
                </a:lnTo>
                <a:lnTo>
                  <a:pt x="26746" y="11798"/>
                </a:lnTo>
                <a:lnTo>
                  <a:pt x="26860" y="10960"/>
                </a:lnTo>
                <a:lnTo>
                  <a:pt x="26924" y="10109"/>
                </a:lnTo>
                <a:close/>
              </a:path>
              <a:path w="39369" h="25400">
                <a:moveTo>
                  <a:pt x="27495" y="5981"/>
                </a:moveTo>
                <a:lnTo>
                  <a:pt x="27470" y="5816"/>
                </a:lnTo>
                <a:lnTo>
                  <a:pt x="27330" y="6311"/>
                </a:lnTo>
                <a:lnTo>
                  <a:pt x="27292" y="6858"/>
                </a:lnTo>
                <a:lnTo>
                  <a:pt x="27241" y="7391"/>
                </a:lnTo>
                <a:lnTo>
                  <a:pt x="27279" y="7099"/>
                </a:lnTo>
                <a:lnTo>
                  <a:pt x="27470" y="6261"/>
                </a:lnTo>
                <a:lnTo>
                  <a:pt x="27495" y="5981"/>
                </a:lnTo>
                <a:close/>
              </a:path>
              <a:path w="39369" h="25400">
                <a:moveTo>
                  <a:pt x="28867" y="10604"/>
                </a:moveTo>
                <a:lnTo>
                  <a:pt x="28676" y="10490"/>
                </a:lnTo>
                <a:lnTo>
                  <a:pt x="28854" y="10744"/>
                </a:lnTo>
                <a:lnTo>
                  <a:pt x="28867" y="10604"/>
                </a:lnTo>
                <a:close/>
              </a:path>
              <a:path w="39369" h="25400">
                <a:moveTo>
                  <a:pt x="29146" y="16929"/>
                </a:moveTo>
                <a:lnTo>
                  <a:pt x="28943" y="16865"/>
                </a:lnTo>
                <a:lnTo>
                  <a:pt x="29146" y="16929"/>
                </a:lnTo>
                <a:close/>
              </a:path>
              <a:path w="39369" h="25400">
                <a:moveTo>
                  <a:pt x="29527" y="8382"/>
                </a:moveTo>
                <a:lnTo>
                  <a:pt x="29171" y="9753"/>
                </a:lnTo>
                <a:lnTo>
                  <a:pt x="29425" y="8788"/>
                </a:lnTo>
                <a:lnTo>
                  <a:pt x="29527" y="8382"/>
                </a:lnTo>
                <a:close/>
              </a:path>
              <a:path w="39369" h="25400">
                <a:moveTo>
                  <a:pt x="30353" y="152"/>
                </a:moveTo>
                <a:lnTo>
                  <a:pt x="30251" y="0"/>
                </a:lnTo>
                <a:lnTo>
                  <a:pt x="30238" y="177"/>
                </a:lnTo>
                <a:close/>
              </a:path>
              <a:path w="39369" h="25400">
                <a:moveTo>
                  <a:pt x="30467" y="8788"/>
                </a:moveTo>
                <a:close/>
              </a:path>
              <a:path w="39369" h="25400">
                <a:moveTo>
                  <a:pt x="30708" y="16967"/>
                </a:moveTo>
                <a:lnTo>
                  <a:pt x="30543" y="16992"/>
                </a:lnTo>
                <a:lnTo>
                  <a:pt x="30276" y="16865"/>
                </a:lnTo>
                <a:lnTo>
                  <a:pt x="30137" y="16852"/>
                </a:lnTo>
                <a:lnTo>
                  <a:pt x="29933" y="16852"/>
                </a:lnTo>
                <a:lnTo>
                  <a:pt x="29959" y="16992"/>
                </a:lnTo>
                <a:lnTo>
                  <a:pt x="30099" y="17018"/>
                </a:lnTo>
                <a:lnTo>
                  <a:pt x="30518" y="17119"/>
                </a:lnTo>
                <a:lnTo>
                  <a:pt x="30238" y="17094"/>
                </a:lnTo>
                <a:lnTo>
                  <a:pt x="30530" y="17195"/>
                </a:lnTo>
                <a:lnTo>
                  <a:pt x="30708" y="16967"/>
                </a:lnTo>
                <a:close/>
              </a:path>
              <a:path w="39369" h="25400">
                <a:moveTo>
                  <a:pt x="31394" y="18618"/>
                </a:moveTo>
                <a:lnTo>
                  <a:pt x="31140" y="18719"/>
                </a:lnTo>
                <a:lnTo>
                  <a:pt x="31140" y="19215"/>
                </a:lnTo>
                <a:lnTo>
                  <a:pt x="31191" y="18796"/>
                </a:lnTo>
                <a:lnTo>
                  <a:pt x="31394" y="18618"/>
                </a:lnTo>
                <a:close/>
              </a:path>
              <a:path w="39369" h="25400">
                <a:moveTo>
                  <a:pt x="31648" y="8293"/>
                </a:moveTo>
                <a:lnTo>
                  <a:pt x="31559" y="8051"/>
                </a:lnTo>
                <a:lnTo>
                  <a:pt x="31623" y="7874"/>
                </a:lnTo>
                <a:lnTo>
                  <a:pt x="31419" y="7899"/>
                </a:lnTo>
                <a:lnTo>
                  <a:pt x="31178" y="8674"/>
                </a:lnTo>
                <a:lnTo>
                  <a:pt x="30822" y="9512"/>
                </a:lnTo>
                <a:lnTo>
                  <a:pt x="30797" y="10439"/>
                </a:lnTo>
                <a:lnTo>
                  <a:pt x="30937" y="10337"/>
                </a:lnTo>
                <a:lnTo>
                  <a:pt x="30822" y="10185"/>
                </a:lnTo>
                <a:lnTo>
                  <a:pt x="31178" y="10185"/>
                </a:lnTo>
                <a:lnTo>
                  <a:pt x="31369" y="10312"/>
                </a:lnTo>
                <a:lnTo>
                  <a:pt x="31216" y="10147"/>
                </a:lnTo>
                <a:lnTo>
                  <a:pt x="31216" y="9944"/>
                </a:lnTo>
                <a:lnTo>
                  <a:pt x="31280" y="9601"/>
                </a:lnTo>
                <a:lnTo>
                  <a:pt x="31305" y="9372"/>
                </a:lnTo>
                <a:lnTo>
                  <a:pt x="31496" y="9283"/>
                </a:lnTo>
                <a:lnTo>
                  <a:pt x="31369" y="8724"/>
                </a:lnTo>
                <a:lnTo>
                  <a:pt x="31521" y="8483"/>
                </a:lnTo>
                <a:lnTo>
                  <a:pt x="31648" y="8293"/>
                </a:lnTo>
                <a:close/>
              </a:path>
              <a:path w="39369" h="25400">
                <a:moveTo>
                  <a:pt x="33070" y="3695"/>
                </a:moveTo>
                <a:lnTo>
                  <a:pt x="32715" y="3708"/>
                </a:lnTo>
                <a:lnTo>
                  <a:pt x="32537" y="3924"/>
                </a:lnTo>
                <a:lnTo>
                  <a:pt x="32270" y="4013"/>
                </a:lnTo>
                <a:lnTo>
                  <a:pt x="32080" y="3873"/>
                </a:lnTo>
                <a:lnTo>
                  <a:pt x="32105" y="4089"/>
                </a:lnTo>
                <a:lnTo>
                  <a:pt x="32410" y="4229"/>
                </a:lnTo>
                <a:lnTo>
                  <a:pt x="32499" y="4445"/>
                </a:lnTo>
                <a:lnTo>
                  <a:pt x="32524" y="4191"/>
                </a:lnTo>
                <a:lnTo>
                  <a:pt x="32651" y="4241"/>
                </a:lnTo>
                <a:lnTo>
                  <a:pt x="32740" y="3835"/>
                </a:lnTo>
                <a:lnTo>
                  <a:pt x="33070" y="3695"/>
                </a:lnTo>
                <a:close/>
              </a:path>
              <a:path w="39369" h="25400">
                <a:moveTo>
                  <a:pt x="35356" y="4724"/>
                </a:moveTo>
                <a:lnTo>
                  <a:pt x="35052" y="4699"/>
                </a:lnTo>
                <a:lnTo>
                  <a:pt x="35344" y="4838"/>
                </a:lnTo>
                <a:close/>
              </a:path>
              <a:path w="39369" h="25400">
                <a:moveTo>
                  <a:pt x="36220" y="7531"/>
                </a:moveTo>
                <a:lnTo>
                  <a:pt x="36156" y="7353"/>
                </a:lnTo>
                <a:lnTo>
                  <a:pt x="36144" y="7594"/>
                </a:lnTo>
                <a:lnTo>
                  <a:pt x="35941" y="7823"/>
                </a:lnTo>
                <a:lnTo>
                  <a:pt x="35979" y="8013"/>
                </a:lnTo>
                <a:lnTo>
                  <a:pt x="36017" y="7772"/>
                </a:lnTo>
                <a:lnTo>
                  <a:pt x="36220" y="7531"/>
                </a:lnTo>
                <a:close/>
              </a:path>
              <a:path w="39369" h="25400">
                <a:moveTo>
                  <a:pt x="36563" y="5270"/>
                </a:moveTo>
                <a:lnTo>
                  <a:pt x="36309" y="5092"/>
                </a:lnTo>
                <a:lnTo>
                  <a:pt x="36410" y="5245"/>
                </a:lnTo>
                <a:lnTo>
                  <a:pt x="36563" y="5270"/>
                </a:lnTo>
                <a:close/>
              </a:path>
              <a:path w="39369" h="25400">
                <a:moveTo>
                  <a:pt x="38976" y="2667"/>
                </a:moveTo>
                <a:lnTo>
                  <a:pt x="38836" y="2743"/>
                </a:lnTo>
                <a:lnTo>
                  <a:pt x="38696" y="2882"/>
                </a:lnTo>
                <a:lnTo>
                  <a:pt x="38938" y="2933"/>
                </a:lnTo>
                <a:lnTo>
                  <a:pt x="38976" y="26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2018474" y="1022679"/>
            <a:ext cx="36195" cy="43180"/>
          </a:xfrm>
          <a:custGeom>
            <a:avLst/>
            <a:gdLst/>
            <a:ahLst/>
            <a:cxnLst/>
            <a:rect l="l" t="t" r="r" b="b"/>
            <a:pathLst>
              <a:path w="36194" h="43180">
                <a:moveTo>
                  <a:pt x="6146" y="39255"/>
                </a:moveTo>
                <a:lnTo>
                  <a:pt x="0" y="39255"/>
                </a:lnTo>
                <a:lnTo>
                  <a:pt x="0" y="41719"/>
                </a:lnTo>
                <a:lnTo>
                  <a:pt x="5981" y="41719"/>
                </a:lnTo>
                <a:lnTo>
                  <a:pt x="5981" y="41490"/>
                </a:lnTo>
                <a:lnTo>
                  <a:pt x="5524" y="41490"/>
                </a:lnTo>
                <a:lnTo>
                  <a:pt x="6146" y="39255"/>
                </a:lnTo>
                <a:close/>
              </a:path>
              <a:path w="36194" h="43180">
                <a:moveTo>
                  <a:pt x="6337" y="41617"/>
                </a:moveTo>
                <a:lnTo>
                  <a:pt x="6146" y="41490"/>
                </a:lnTo>
                <a:lnTo>
                  <a:pt x="6235" y="41617"/>
                </a:lnTo>
                <a:close/>
              </a:path>
              <a:path w="36194" h="43180">
                <a:moveTo>
                  <a:pt x="6451" y="42125"/>
                </a:moveTo>
                <a:lnTo>
                  <a:pt x="0" y="42125"/>
                </a:lnTo>
                <a:lnTo>
                  <a:pt x="0" y="42265"/>
                </a:lnTo>
                <a:lnTo>
                  <a:pt x="6451" y="42265"/>
                </a:lnTo>
                <a:lnTo>
                  <a:pt x="6451" y="42125"/>
                </a:lnTo>
                <a:close/>
              </a:path>
              <a:path w="36194" h="43180">
                <a:moveTo>
                  <a:pt x="7315" y="30048"/>
                </a:moveTo>
                <a:lnTo>
                  <a:pt x="7213" y="30289"/>
                </a:lnTo>
                <a:lnTo>
                  <a:pt x="7315" y="30048"/>
                </a:lnTo>
                <a:close/>
              </a:path>
              <a:path w="36194" h="43180">
                <a:moveTo>
                  <a:pt x="7378" y="43116"/>
                </a:moveTo>
                <a:lnTo>
                  <a:pt x="7327" y="42786"/>
                </a:lnTo>
                <a:lnTo>
                  <a:pt x="7035" y="42786"/>
                </a:lnTo>
                <a:lnTo>
                  <a:pt x="6883" y="42621"/>
                </a:lnTo>
                <a:lnTo>
                  <a:pt x="6718" y="42418"/>
                </a:lnTo>
                <a:lnTo>
                  <a:pt x="6451" y="42418"/>
                </a:lnTo>
                <a:lnTo>
                  <a:pt x="0" y="42418"/>
                </a:lnTo>
                <a:lnTo>
                  <a:pt x="0" y="43116"/>
                </a:lnTo>
                <a:lnTo>
                  <a:pt x="7378" y="43116"/>
                </a:lnTo>
                <a:close/>
              </a:path>
              <a:path w="36194" h="43180">
                <a:moveTo>
                  <a:pt x="7493" y="41656"/>
                </a:moveTo>
                <a:lnTo>
                  <a:pt x="7429" y="41833"/>
                </a:lnTo>
                <a:lnTo>
                  <a:pt x="7493" y="41656"/>
                </a:lnTo>
                <a:close/>
              </a:path>
              <a:path w="36194" h="43180">
                <a:moveTo>
                  <a:pt x="7531" y="41173"/>
                </a:moveTo>
                <a:lnTo>
                  <a:pt x="7429" y="41046"/>
                </a:lnTo>
                <a:lnTo>
                  <a:pt x="7404" y="41173"/>
                </a:lnTo>
                <a:lnTo>
                  <a:pt x="7531" y="41173"/>
                </a:lnTo>
                <a:close/>
              </a:path>
              <a:path w="36194" h="43180">
                <a:moveTo>
                  <a:pt x="7569" y="42443"/>
                </a:moveTo>
                <a:lnTo>
                  <a:pt x="7505" y="41998"/>
                </a:lnTo>
                <a:lnTo>
                  <a:pt x="7289" y="42062"/>
                </a:lnTo>
                <a:lnTo>
                  <a:pt x="7391" y="42418"/>
                </a:lnTo>
                <a:lnTo>
                  <a:pt x="7289" y="42291"/>
                </a:lnTo>
                <a:lnTo>
                  <a:pt x="7213" y="42443"/>
                </a:lnTo>
                <a:lnTo>
                  <a:pt x="7340" y="42557"/>
                </a:lnTo>
                <a:lnTo>
                  <a:pt x="7531" y="42557"/>
                </a:lnTo>
                <a:lnTo>
                  <a:pt x="7556" y="42735"/>
                </a:lnTo>
                <a:lnTo>
                  <a:pt x="7569" y="42443"/>
                </a:lnTo>
                <a:close/>
              </a:path>
              <a:path w="36194" h="43180">
                <a:moveTo>
                  <a:pt x="7810" y="38633"/>
                </a:moveTo>
                <a:lnTo>
                  <a:pt x="6413" y="38633"/>
                </a:lnTo>
                <a:lnTo>
                  <a:pt x="6337" y="38379"/>
                </a:lnTo>
                <a:lnTo>
                  <a:pt x="0" y="38379"/>
                </a:lnTo>
                <a:lnTo>
                  <a:pt x="0" y="39103"/>
                </a:lnTo>
                <a:lnTo>
                  <a:pt x="7696" y="39103"/>
                </a:lnTo>
                <a:lnTo>
                  <a:pt x="7607" y="38874"/>
                </a:lnTo>
                <a:lnTo>
                  <a:pt x="7785" y="38874"/>
                </a:lnTo>
                <a:lnTo>
                  <a:pt x="7810" y="38633"/>
                </a:lnTo>
                <a:close/>
              </a:path>
              <a:path w="36194" h="43180">
                <a:moveTo>
                  <a:pt x="7899" y="42430"/>
                </a:moveTo>
                <a:lnTo>
                  <a:pt x="7835" y="42252"/>
                </a:lnTo>
                <a:lnTo>
                  <a:pt x="7835" y="42405"/>
                </a:lnTo>
                <a:close/>
              </a:path>
              <a:path w="36194" h="43180">
                <a:moveTo>
                  <a:pt x="7962" y="42202"/>
                </a:moveTo>
                <a:lnTo>
                  <a:pt x="7924" y="41935"/>
                </a:lnTo>
                <a:lnTo>
                  <a:pt x="7861" y="42227"/>
                </a:lnTo>
                <a:close/>
              </a:path>
              <a:path w="36194" h="43180">
                <a:moveTo>
                  <a:pt x="7975" y="37503"/>
                </a:moveTo>
                <a:lnTo>
                  <a:pt x="7861" y="37071"/>
                </a:lnTo>
                <a:lnTo>
                  <a:pt x="7772" y="36868"/>
                </a:lnTo>
                <a:lnTo>
                  <a:pt x="7594" y="37071"/>
                </a:lnTo>
                <a:lnTo>
                  <a:pt x="7670" y="36868"/>
                </a:lnTo>
                <a:lnTo>
                  <a:pt x="7899" y="36537"/>
                </a:lnTo>
                <a:lnTo>
                  <a:pt x="0" y="36537"/>
                </a:lnTo>
                <a:lnTo>
                  <a:pt x="0" y="37503"/>
                </a:lnTo>
                <a:lnTo>
                  <a:pt x="7975" y="37503"/>
                </a:lnTo>
                <a:close/>
              </a:path>
              <a:path w="36194" h="43180">
                <a:moveTo>
                  <a:pt x="8039" y="42926"/>
                </a:moveTo>
                <a:lnTo>
                  <a:pt x="7975" y="43129"/>
                </a:lnTo>
                <a:lnTo>
                  <a:pt x="8039" y="42926"/>
                </a:lnTo>
                <a:close/>
              </a:path>
              <a:path w="36194" h="43180">
                <a:moveTo>
                  <a:pt x="8064" y="42684"/>
                </a:moveTo>
                <a:lnTo>
                  <a:pt x="7861" y="42557"/>
                </a:lnTo>
                <a:lnTo>
                  <a:pt x="7772" y="42799"/>
                </a:lnTo>
                <a:lnTo>
                  <a:pt x="8064" y="42684"/>
                </a:lnTo>
                <a:close/>
              </a:path>
              <a:path w="36194" h="43180">
                <a:moveTo>
                  <a:pt x="8064" y="41808"/>
                </a:moveTo>
                <a:lnTo>
                  <a:pt x="7975" y="41973"/>
                </a:lnTo>
                <a:lnTo>
                  <a:pt x="8064" y="41808"/>
                </a:lnTo>
                <a:close/>
              </a:path>
              <a:path w="36194" h="43180">
                <a:moveTo>
                  <a:pt x="8115" y="38493"/>
                </a:moveTo>
                <a:lnTo>
                  <a:pt x="8064" y="38366"/>
                </a:lnTo>
                <a:lnTo>
                  <a:pt x="7962" y="38620"/>
                </a:lnTo>
                <a:lnTo>
                  <a:pt x="8115" y="38493"/>
                </a:lnTo>
                <a:close/>
              </a:path>
              <a:path w="36194" h="43180">
                <a:moveTo>
                  <a:pt x="8178" y="34937"/>
                </a:moveTo>
                <a:lnTo>
                  <a:pt x="8001" y="34798"/>
                </a:lnTo>
                <a:lnTo>
                  <a:pt x="8001" y="35026"/>
                </a:lnTo>
                <a:lnTo>
                  <a:pt x="8178" y="35052"/>
                </a:lnTo>
                <a:close/>
              </a:path>
              <a:path w="36194" h="43180">
                <a:moveTo>
                  <a:pt x="8267" y="43129"/>
                </a:moveTo>
                <a:lnTo>
                  <a:pt x="8216" y="42976"/>
                </a:lnTo>
                <a:lnTo>
                  <a:pt x="8191" y="43129"/>
                </a:lnTo>
                <a:close/>
              </a:path>
              <a:path w="36194" h="43180">
                <a:moveTo>
                  <a:pt x="8369" y="43129"/>
                </a:moveTo>
                <a:close/>
              </a:path>
              <a:path w="36194" h="43180">
                <a:moveTo>
                  <a:pt x="8394" y="41490"/>
                </a:moveTo>
                <a:lnTo>
                  <a:pt x="8089" y="40513"/>
                </a:lnTo>
                <a:lnTo>
                  <a:pt x="8013" y="40055"/>
                </a:lnTo>
                <a:lnTo>
                  <a:pt x="7988" y="40208"/>
                </a:lnTo>
                <a:lnTo>
                  <a:pt x="7899" y="39890"/>
                </a:lnTo>
                <a:lnTo>
                  <a:pt x="7721" y="41490"/>
                </a:lnTo>
                <a:lnTo>
                  <a:pt x="7683" y="41643"/>
                </a:lnTo>
                <a:lnTo>
                  <a:pt x="7632" y="41490"/>
                </a:lnTo>
                <a:lnTo>
                  <a:pt x="6692" y="39763"/>
                </a:lnTo>
                <a:lnTo>
                  <a:pt x="7048" y="41490"/>
                </a:lnTo>
                <a:lnTo>
                  <a:pt x="7442" y="41490"/>
                </a:lnTo>
                <a:lnTo>
                  <a:pt x="7493" y="41656"/>
                </a:lnTo>
                <a:lnTo>
                  <a:pt x="7569" y="41833"/>
                </a:lnTo>
                <a:lnTo>
                  <a:pt x="7594" y="42049"/>
                </a:lnTo>
                <a:lnTo>
                  <a:pt x="7721" y="41783"/>
                </a:lnTo>
                <a:lnTo>
                  <a:pt x="7759" y="41490"/>
                </a:lnTo>
                <a:lnTo>
                  <a:pt x="8255" y="41490"/>
                </a:lnTo>
                <a:lnTo>
                  <a:pt x="8394" y="41490"/>
                </a:lnTo>
                <a:close/>
              </a:path>
              <a:path w="36194" h="43180">
                <a:moveTo>
                  <a:pt x="8394" y="32092"/>
                </a:moveTo>
                <a:lnTo>
                  <a:pt x="8280" y="31877"/>
                </a:lnTo>
                <a:lnTo>
                  <a:pt x="8255" y="32016"/>
                </a:lnTo>
                <a:lnTo>
                  <a:pt x="8394" y="32092"/>
                </a:lnTo>
                <a:close/>
              </a:path>
              <a:path w="36194" h="43180">
                <a:moveTo>
                  <a:pt x="8547" y="41275"/>
                </a:moveTo>
                <a:lnTo>
                  <a:pt x="8496" y="41490"/>
                </a:lnTo>
                <a:lnTo>
                  <a:pt x="8547" y="41275"/>
                </a:lnTo>
                <a:close/>
              </a:path>
              <a:path w="36194" h="43180">
                <a:moveTo>
                  <a:pt x="8610" y="41617"/>
                </a:moveTo>
                <a:lnTo>
                  <a:pt x="8470" y="41516"/>
                </a:lnTo>
                <a:lnTo>
                  <a:pt x="8445" y="41719"/>
                </a:lnTo>
                <a:lnTo>
                  <a:pt x="8585" y="41719"/>
                </a:lnTo>
                <a:close/>
              </a:path>
              <a:path w="36194" h="43180">
                <a:moveTo>
                  <a:pt x="8623" y="32791"/>
                </a:moveTo>
                <a:lnTo>
                  <a:pt x="8597" y="32956"/>
                </a:lnTo>
                <a:lnTo>
                  <a:pt x="8623" y="32791"/>
                </a:lnTo>
                <a:close/>
              </a:path>
              <a:path w="36194" h="43180">
                <a:moveTo>
                  <a:pt x="8636" y="40830"/>
                </a:moveTo>
                <a:lnTo>
                  <a:pt x="8534" y="41084"/>
                </a:lnTo>
                <a:lnTo>
                  <a:pt x="8382" y="41173"/>
                </a:lnTo>
                <a:lnTo>
                  <a:pt x="8585" y="41249"/>
                </a:lnTo>
                <a:lnTo>
                  <a:pt x="8636" y="40830"/>
                </a:lnTo>
                <a:close/>
              </a:path>
              <a:path w="36194" h="43180">
                <a:moveTo>
                  <a:pt x="8775" y="41554"/>
                </a:moveTo>
                <a:lnTo>
                  <a:pt x="8737" y="41376"/>
                </a:lnTo>
                <a:lnTo>
                  <a:pt x="8636" y="41579"/>
                </a:lnTo>
                <a:lnTo>
                  <a:pt x="8775" y="41554"/>
                </a:lnTo>
                <a:close/>
              </a:path>
              <a:path w="36194" h="43180">
                <a:moveTo>
                  <a:pt x="8978" y="43129"/>
                </a:moveTo>
                <a:lnTo>
                  <a:pt x="8953" y="42976"/>
                </a:lnTo>
                <a:lnTo>
                  <a:pt x="8928" y="43129"/>
                </a:lnTo>
                <a:close/>
              </a:path>
              <a:path w="36194" h="43180">
                <a:moveTo>
                  <a:pt x="9067" y="43065"/>
                </a:moveTo>
                <a:close/>
              </a:path>
              <a:path w="36194" h="43180">
                <a:moveTo>
                  <a:pt x="9067" y="38239"/>
                </a:moveTo>
                <a:lnTo>
                  <a:pt x="8928" y="38455"/>
                </a:lnTo>
                <a:lnTo>
                  <a:pt x="8864" y="38277"/>
                </a:lnTo>
                <a:lnTo>
                  <a:pt x="8813" y="38760"/>
                </a:lnTo>
                <a:lnTo>
                  <a:pt x="8966" y="38531"/>
                </a:lnTo>
                <a:lnTo>
                  <a:pt x="8991" y="38303"/>
                </a:lnTo>
                <a:close/>
              </a:path>
              <a:path w="36194" h="43180">
                <a:moveTo>
                  <a:pt x="9321" y="41681"/>
                </a:moveTo>
                <a:lnTo>
                  <a:pt x="9245" y="41554"/>
                </a:lnTo>
                <a:lnTo>
                  <a:pt x="9144" y="41681"/>
                </a:lnTo>
                <a:lnTo>
                  <a:pt x="9321" y="41681"/>
                </a:lnTo>
                <a:close/>
              </a:path>
              <a:path w="36194" h="43180">
                <a:moveTo>
                  <a:pt x="9512" y="39331"/>
                </a:moveTo>
                <a:lnTo>
                  <a:pt x="9385" y="39331"/>
                </a:lnTo>
                <a:lnTo>
                  <a:pt x="9385" y="39497"/>
                </a:lnTo>
                <a:lnTo>
                  <a:pt x="9512" y="39331"/>
                </a:lnTo>
                <a:close/>
              </a:path>
              <a:path w="36194" h="43180">
                <a:moveTo>
                  <a:pt x="9525" y="35775"/>
                </a:moveTo>
                <a:lnTo>
                  <a:pt x="9474" y="36118"/>
                </a:lnTo>
                <a:lnTo>
                  <a:pt x="9525" y="35775"/>
                </a:lnTo>
                <a:close/>
              </a:path>
              <a:path w="36194" h="43180">
                <a:moveTo>
                  <a:pt x="9575" y="41910"/>
                </a:moveTo>
                <a:lnTo>
                  <a:pt x="9537" y="41630"/>
                </a:lnTo>
                <a:lnTo>
                  <a:pt x="9423" y="41783"/>
                </a:lnTo>
                <a:lnTo>
                  <a:pt x="9575" y="41910"/>
                </a:lnTo>
                <a:close/>
              </a:path>
              <a:path w="36194" h="43180">
                <a:moveTo>
                  <a:pt x="9639" y="41008"/>
                </a:moveTo>
                <a:lnTo>
                  <a:pt x="9575" y="41236"/>
                </a:lnTo>
                <a:lnTo>
                  <a:pt x="9639" y="41008"/>
                </a:lnTo>
                <a:close/>
              </a:path>
              <a:path w="36194" h="43180">
                <a:moveTo>
                  <a:pt x="9842" y="39916"/>
                </a:moveTo>
                <a:lnTo>
                  <a:pt x="9804" y="39763"/>
                </a:lnTo>
                <a:lnTo>
                  <a:pt x="9690" y="39941"/>
                </a:lnTo>
                <a:lnTo>
                  <a:pt x="9842" y="39916"/>
                </a:lnTo>
                <a:close/>
              </a:path>
              <a:path w="36194" h="43180">
                <a:moveTo>
                  <a:pt x="9982" y="41211"/>
                </a:moveTo>
                <a:lnTo>
                  <a:pt x="9728" y="41148"/>
                </a:lnTo>
                <a:lnTo>
                  <a:pt x="9855" y="41287"/>
                </a:lnTo>
                <a:lnTo>
                  <a:pt x="9982" y="41211"/>
                </a:lnTo>
                <a:close/>
              </a:path>
              <a:path w="36194" h="43180">
                <a:moveTo>
                  <a:pt x="9982" y="40589"/>
                </a:moveTo>
                <a:lnTo>
                  <a:pt x="9855" y="40589"/>
                </a:lnTo>
                <a:lnTo>
                  <a:pt x="9702" y="40436"/>
                </a:lnTo>
                <a:lnTo>
                  <a:pt x="9652" y="40690"/>
                </a:lnTo>
                <a:lnTo>
                  <a:pt x="9702" y="40830"/>
                </a:lnTo>
                <a:lnTo>
                  <a:pt x="9829" y="40855"/>
                </a:lnTo>
                <a:lnTo>
                  <a:pt x="9728" y="40995"/>
                </a:lnTo>
                <a:lnTo>
                  <a:pt x="9969" y="41059"/>
                </a:lnTo>
                <a:lnTo>
                  <a:pt x="9969" y="40919"/>
                </a:lnTo>
                <a:lnTo>
                  <a:pt x="9931" y="40754"/>
                </a:lnTo>
                <a:lnTo>
                  <a:pt x="9982" y="40589"/>
                </a:lnTo>
                <a:close/>
              </a:path>
              <a:path w="36194" h="43180">
                <a:moveTo>
                  <a:pt x="10033" y="36728"/>
                </a:moveTo>
                <a:lnTo>
                  <a:pt x="9893" y="36880"/>
                </a:lnTo>
                <a:lnTo>
                  <a:pt x="10033" y="36868"/>
                </a:lnTo>
                <a:lnTo>
                  <a:pt x="10033" y="36728"/>
                </a:lnTo>
                <a:close/>
              </a:path>
              <a:path w="36194" h="43180">
                <a:moveTo>
                  <a:pt x="10134" y="41465"/>
                </a:moveTo>
                <a:lnTo>
                  <a:pt x="9969" y="41325"/>
                </a:lnTo>
                <a:lnTo>
                  <a:pt x="10020" y="41516"/>
                </a:lnTo>
                <a:close/>
              </a:path>
              <a:path w="36194" h="43180">
                <a:moveTo>
                  <a:pt x="10236" y="38963"/>
                </a:moveTo>
                <a:lnTo>
                  <a:pt x="10058" y="38785"/>
                </a:lnTo>
                <a:lnTo>
                  <a:pt x="10033" y="39103"/>
                </a:lnTo>
                <a:lnTo>
                  <a:pt x="10236" y="38963"/>
                </a:lnTo>
                <a:close/>
              </a:path>
              <a:path w="36194" h="43180">
                <a:moveTo>
                  <a:pt x="10502" y="30607"/>
                </a:moveTo>
                <a:lnTo>
                  <a:pt x="10375" y="30581"/>
                </a:lnTo>
                <a:lnTo>
                  <a:pt x="10426" y="30746"/>
                </a:lnTo>
                <a:lnTo>
                  <a:pt x="10502" y="30607"/>
                </a:lnTo>
                <a:close/>
              </a:path>
              <a:path w="36194" h="43180">
                <a:moveTo>
                  <a:pt x="10591" y="35699"/>
                </a:moveTo>
                <a:lnTo>
                  <a:pt x="10515" y="35458"/>
                </a:lnTo>
                <a:lnTo>
                  <a:pt x="10439" y="35623"/>
                </a:lnTo>
                <a:lnTo>
                  <a:pt x="10591" y="35699"/>
                </a:lnTo>
                <a:close/>
              </a:path>
              <a:path w="36194" h="43180">
                <a:moveTo>
                  <a:pt x="10668" y="38354"/>
                </a:moveTo>
                <a:lnTo>
                  <a:pt x="10541" y="38531"/>
                </a:lnTo>
                <a:lnTo>
                  <a:pt x="10668" y="38354"/>
                </a:lnTo>
                <a:close/>
              </a:path>
              <a:path w="36194" h="43180">
                <a:moveTo>
                  <a:pt x="10795" y="39154"/>
                </a:moveTo>
                <a:lnTo>
                  <a:pt x="10769" y="38950"/>
                </a:lnTo>
                <a:lnTo>
                  <a:pt x="10718" y="39154"/>
                </a:lnTo>
                <a:close/>
              </a:path>
              <a:path w="36194" h="43180">
                <a:moveTo>
                  <a:pt x="10833" y="37579"/>
                </a:moveTo>
                <a:lnTo>
                  <a:pt x="10807" y="37452"/>
                </a:lnTo>
                <a:lnTo>
                  <a:pt x="10642" y="37655"/>
                </a:lnTo>
                <a:lnTo>
                  <a:pt x="10718" y="37782"/>
                </a:lnTo>
                <a:lnTo>
                  <a:pt x="10833" y="37579"/>
                </a:lnTo>
                <a:close/>
              </a:path>
              <a:path w="36194" h="43180">
                <a:moveTo>
                  <a:pt x="10985" y="36372"/>
                </a:moveTo>
                <a:lnTo>
                  <a:pt x="10858" y="36233"/>
                </a:lnTo>
                <a:lnTo>
                  <a:pt x="10883" y="36372"/>
                </a:lnTo>
                <a:close/>
              </a:path>
              <a:path w="36194" h="43180">
                <a:moveTo>
                  <a:pt x="12204" y="2120"/>
                </a:moveTo>
                <a:lnTo>
                  <a:pt x="11976" y="2019"/>
                </a:lnTo>
                <a:lnTo>
                  <a:pt x="11836" y="1803"/>
                </a:lnTo>
                <a:lnTo>
                  <a:pt x="11658" y="2298"/>
                </a:lnTo>
                <a:lnTo>
                  <a:pt x="11658" y="2971"/>
                </a:lnTo>
                <a:lnTo>
                  <a:pt x="11607" y="3581"/>
                </a:lnTo>
                <a:lnTo>
                  <a:pt x="11734" y="3441"/>
                </a:lnTo>
                <a:lnTo>
                  <a:pt x="11912" y="3035"/>
                </a:lnTo>
                <a:lnTo>
                  <a:pt x="11734" y="2298"/>
                </a:lnTo>
                <a:lnTo>
                  <a:pt x="12204" y="2120"/>
                </a:lnTo>
                <a:close/>
              </a:path>
              <a:path w="36194" h="43180">
                <a:moveTo>
                  <a:pt x="13779" y="34277"/>
                </a:moveTo>
                <a:lnTo>
                  <a:pt x="13639" y="34251"/>
                </a:lnTo>
                <a:lnTo>
                  <a:pt x="13652" y="34391"/>
                </a:lnTo>
                <a:lnTo>
                  <a:pt x="13779" y="34277"/>
                </a:lnTo>
                <a:close/>
              </a:path>
              <a:path w="36194" h="43180">
                <a:moveTo>
                  <a:pt x="15024" y="4876"/>
                </a:moveTo>
                <a:lnTo>
                  <a:pt x="14820" y="4686"/>
                </a:lnTo>
                <a:lnTo>
                  <a:pt x="14846" y="5194"/>
                </a:lnTo>
                <a:lnTo>
                  <a:pt x="15024" y="5308"/>
                </a:lnTo>
                <a:lnTo>
                  <a:pt x="14998" y="4965"/>
                </a:lnTo>
                <a:close/>
              </a:path>
              <a:path w="36194" h="43180">
                <a:moveTo>
                  <a:pt x="23710" y="39522"/>
                </a:moveTo>
                <a:lnTo>
                  <a:pt x="23660" y="38684"/>
                </a:lnTo>
                <a:lnTo>
                  <a:pt x="23685" y="38100"/>
                </a:lnTo>
                <a:lnTo>
                  <a:pt x="23622" y="38544"/>
                </a:lnTo>
                <a:lnTo>
                  <a:pt x="23672" y="39382"/>
                </a:lnTo>
                <a:lnTo>
                  <a:pt x="23647" y="39966"/>
                </a:lnTo>
                <a:lnTo>
                  <a:pt x="23710" y="39522"/>
                </a:lnTo>
                <a:close/>
              </a:path>
              <a:path w="36194" h="43180">
                <a:moveTo>
                  <a:pt x="24282" y="43129"/>
                </a:moveTo>
                <a:lnTo>
                  <a:pt x="24244" y="42799"/>
                </a:lnTo>
                <a:lnTo>
                  <a:pt x="24244" y="43129"/>
                </a:lnTo>
                <a:close/>
              </a:path>
              <a:path w="36194" h="43180">
                <a:moveTo>
                  <a:pt x="25438" y="20104"/>
                </a:moveTo>
                <a:lnTo>
                  <a:pt x="25298" y="19773"/>
                </a:lnTo>
                <a:lnTo>
                  <a:pt x="24942" y="19799"/>
                </a:lnTo>
                <a:lnTo>
                  <a:pt x="25019" y="20269"/>
                </a:lnTo>
                <a:lnTo>
                  <a:pt x="25209" y="20269"/>
                </a:lnTo>
                <a:lnTo>
                  <a:pt x="25247" y="20396"/>
                </a:lnTo>
                <a:lnTo>
                  <a:pt x="25438" y="20104"/>
                </a:lnTo>
                <a:close/>
              </a:path>
              <a:path w="36194" h="43180">
                <a:moveTo>
                  <a:pt x="26250" y="12433"/>
                </a:moveTo>
                <a:lnTo>
                  <a:pt x="26225" y="12242"/>
                </a:lnTo>
                <a:lnTo>
                  <a:pt x="25857" y="12293"/>
                </a:lnTo>
                <a:lnTo>
                  <a:pt x="25590" y="12446"/>
                </a:lnTo>
                <a:lnTo>
                  <a:pt x="25311" y="12585"/>
                </a:lnTo>
                <a:lnTo>
                  <a:pt x="25552" y="12801"/>
                </a:lnTo>
                <a:lnTo>
                  <a:pt x="25755" y="12598"/>
                </a:lnTo>
                <a:lnTo>
                  <a:pt x="25895" y="12585"/>
                </a:lnTo>
                <a:lnTo>
                  <a:pt x="26022" y="12484"/>
                </a:lnTo>
                <a:lnTo>
                  <a:pt x="26250" y="12433"/>
                </a:lnTo>
                <a:close/>
              </a:path>
              <a:path w="36194" h="43180">
                <a:moveTo>
                  <a:pt x="30238" y="165"/>
                </a:moveTo>
                <a:lnTo>
                  <a:pt x="30099" y="165"/>
                </a:lnTo>
                <a:lnTo>
                  <a:pt x="30099" y="317"/>
                </a:lnTo>
                <a:lnTo>
                  <a:pt x="30238" y="317"/>
                </a:lnTo>
                <a:lnTo>
                  <a:pt x="30238" y="165"/>
                </a:lnTo>
                <a:close/>
              </a:path>
              <a:path w="36194" h="43180">
                <a:moveTo>
                  <a:pt x="30594" y="0"/>
                </a:moveTo>
                <a:lnTo>
                  <a:pt x="30416" y="76"/>
                </a:lnTo>
                <a:lnTo>
                  <a:pt x="30416" y="381"/>
                </a:lnTo>
                <a:lnTo>
                  <a:pt x="30568" y="355"/>
                </a:lnTo>
                <a:lnTo>
                  <a:pt x="30594" y="0"/>
                </a:lnTo>
                <a:close/>
              </a:path>
              <a:path w="36194" h="43180">
                <a:moveTo>
                  <a:pt x="32385" y="11747"/>
                </a:moveTo>
                <a:lnTo>
                  <a:pt x="32372" y="11506"/>
                </a:lnTo>
                <a:lnTo>
                  <a:pt x="32156" y="11531"/>
                </a:lnTo>
                <a:lnTo>
                  <a:pt x="32131" y="11277"/>
                </a:lnTo>
                <a:lnTo>
                  <a:pt x="31953" y="11303"/>
                </a:lnTo>
                <a:lnTo>
                  <a:pt x="31775" y="11836"/>
                </a:lnTo>
                <a:lnTo>
                  <a:pt x="31864" y="11671"/>
                </a:lnTo>
                <a:lnTo>
                  <a:pt x="32385" y="11747"/>
                </a:lnTo>
                <a:close/>
              </a:path>
              <a:path w="36194" h="43180">
                <a:moveTo>
                  <a:pt x="35725" y="6045"/>
                </a:moveTo>
                <a:lnTo>
                  <a:pt x="35560" y="5461"/>
                </a:lnTo>
                <a:lnTo>
                  <a:pt x="35433" y="5816"/>
                </a:lnTo>
                <a:lnTo>
                  <a:pt x="35610" y="5880"/>
                </a:lnTo>
                <a:lnTo>
                  <a:pt x="35585" y="6134"/>
                </a:lnTo>
                <a:lnTo>
                  <a:pt x="35725" y="60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2018487" y="1058481"/>
            <a:ext cx="24765" cy="14604"/>
          </a:xfrm>
          <a:custGeom>
            <a:avLst/>
            <a:gdLst/>
            <a:ahLst/>
            <a:cxnLst/>
            <a:rect l="l" t="t" r="r" b="b"/>
            <a:pathLst>
              <a:path w="24764" h="14605">
                <a:moveTo>
                  <a:pt x="5461" y="5283"/>
                </a:moveTo>
                <a:lnTo>
                  <a:pt x="5334" y="5372"/>
                </a:lnTo>
                <a:lnTo>
                  <a:pt x="5461" y="5448"/>
                </a:lnTo>
                <a:lnTo>
                  <a:pt x="5461" y="5283"/>
                </a:lnTo>
                <a:close/>
              </a:path>
              <a:path w="24764" h="14605">
                <a:moveTo>
                  <a:pt x="6324" y="13004"/>
                </a:moveTo>
                <a:lnTo>
                  <a:pt x="6134" y="12903"/>
                </a:lnTo>
                <a:lnTo>
                  <a:pt x="5969" y="12903"/>
                </a:lnTo>
                <a:lnTo>
                  <a:pt x="6121" y="13525"/>
                </a:lnTo>
                <a:lnTo>
                  <a:pt x="6121" y="12992"/>
                </a:lnTo>
                <a:lnTo>
                  <a:pt x="6248" y="13144"/>
                </a:lnTo>
                <a:lnTo>
                  <a:pt x="6324" y="13004"/>
                </a:lnTo>
                <a:close/>
              </a:path>
              <a:path w="24764" h="14605">
                <a:moveTo>
                  <a:pt x="6438" y="13525"/>
                </a:moveTo>
                <a:lnTo>
                  <a:pt x="6121" y="13525"/>
                </a:lnTo>
                <a:lnTo>
                  <a:pt x="101" y="13525"/>
                </a:lnTo>
                <a:lnTo>
                  <a:pt x="101" y="13665"/>
                </a:lnTo>
                <a:lnTo>
                  <a:pt x="6438" y="13665"/>
                </a:lnTo>
                <a:lnTo>
                  <a:pt x="6438" y="13525"/>
                </a:lnTo>
                <a:close/>
              </a:path>
              <a:path w="24764" h="14605">
                <a:moveTo>
                  <a:pt x="7112" y="5600"/>
                </a:moveTo>
                <a:lnTo>
                  <a:pt x="7048" y="5435"/>
                </a:lnTo>
                <a:lnTo>
                  <a:pt x="7048" y="5664"/>
                </a:lnTo>
                <a:close/>
              </a:path>
              <a:path w="24764" h="14605">
                <a:moveTo>
                  <a:pt x="7366" y="14516"/>
                </a:moveTo>
                <a:lnTo>
                  <a:pt x="7315" y="14185"/>
                </a:lnTo>
                <a:lnTo>
                  <a:pt x="7023" y="14185"/>
                </a:lnTo>
                <a:lnTo>
                  <a:pt x="6870" y="14020"/>
                </a:lnTo>
                <a:lnTo>
                  <a:pt x="6705" y="13817"/>
                </a:lnTo>
                <a:lnTo>
                  <a:pt x="6438" y="13817"/>
                </a:lnTo>
                <a:lnTo>
                  <a:pt x="101" y="13817"/>
                </a:lnTo>
                <a:lnTo>
                  <a:pt x="114" y="14516"/>
                </a:lnTo>
                <a:lnTo>
                  <a:pt x="7366" y="14516"/>
                </a:lnTo>
                <a:close/>
              </a:path>
              <a:path w="24764" h="14605">
                <a:moveTo>
                  <a:pt x="7480" y="13042"/>
                </a:moveTo>
                <a:lnTo>
                  <a:pt x="7416" y="13220"/>
                </a:lnTo>
                <a:lnTo>
                  <a:pt x="7480" y="13042"/>
                </a:lnTo>
                <a:close/>
              </a:path>
              <a:path w="24764" h="14605">
                <a:moveTo>
                  <a:pt x="7556" y="13817"/>
                </a:moveTo>
                <a:lnTo>
                  <a:pt x="7493" y="13385"/>
                </a:lnTo>
                <a:lnTo>
                  <a:pt x="7277" y="13462"/>
                </a:lnTo>
                <a:lnTo>
                  <a:pt x="7378" y="13792"/>
                </a:lnTo>
                <a:lnTo>
                  <a:pt x="7200" y="13830"/>
                </a:lnTo>
                <a:lnTo>
                  <a:pt x="7327" y="13944"/>
                </a:lnTo>
                <a:lnTo>
                  <a:pt x="7518" y="13944"/>
                </a:lnTo>
                <a:lnTo>
                  <a:pt x="7543" y="14109"/>
                </a:lnTo>
                <a:lnTo>
                  <a:pt x="7556" y="13817"/>
                </a:lnTo>
                <a:close/>
              </a:path>
              <a:path w="24764" h="14605">
                <a:moveTo>
                  <a:pt x="7886" y="13817"/>
                </a:moveTo>
                <a:lnTo>
                  <a:pt x="7823" y="13639"/>
                </a:lnTo>
                <a:lnTo>
                  <a:pt x="7823" y="13792"/>
                </a:lnTo>
                <a:close/>
              </a:path>
              <a:path w="24764" h="14605">
                <a:moveTo>
                  <a:pt x="7950" y="13589"/>
                </a:moveTo>
                <a:lnTo>
                  <a:pt x="7912" y="13347"/>
                </a:lnTo>
                <a:lnTo>
                  <a:pt x="7848" y="13614"/>
                </a:lnTo>
                <a:close/>
              </a:path>
              <a:path w="24764" h="14605">
                <a:moveTo>
                  <a:pt x="7950" y="8877"/>
                </a:moveTo>
                <a:lnTo>
                  <a:pt x="7848" y="8470"/>
                </a:lnTo>
                <a:lnTo>
                  <a:pt x="7759" y="8267"/>
                </a:lnTo>
                <a:lnTo>
                  <a:pt x="7581" y="8470"/>
                </a:lnTo>
                <a:lnTo>
                  <a:pt x="7658" y="8267"/>
                </a:lnTo>
                <a:lnTo>
                  <a:pt x="7886" y="7962"/>
                </a:lnTo>
                <a:lnTo>
                  <a:pt x="0" y="7962"/>
                </a:lnTo>
                <a:lnTo>
                  <a:pt x="12" y="8877"/>
                </a:lnTo>
                <a:lnTo>
                  <a:pt x="7950" y="8877"/>
                </a:lnTo>
                <a:close/>
              </a:path>
              <a:path w="24764" h="14605">
                <a:moveTo>
                  <a:pt x="8001" y="673"/>
                </a:moveTo>
                <a:lnTo>
                  <a:pt x="7823" y="685"/>
                </a:lnTo>
                <a:lnTo>
                  <a:pt x="7823" y="927"/>
                </a:lnTo>
                <a:lnTo>
                  <a:pt x="8001" y="800"/>
                </a:lnTo>
                <a:lnTo>
                  <a:pt x="8001" y="673"/>
                </a:lnTo>
                <a:close/>
              </a:path>
              <a:path w="24764" h="14605">
                <a:moveTo>
                  <a:pt x="8026" y="14312"/>
                </a:moveTo>
                <a:lnTo>
                  <a:pt x="7962" y="14516"/>
                </a:lnTo>
                <a:lnTo>
                  <a:pt x="8026" y="14312"/>
                </a:lnTo>
                <a:close/>
              </a:path>
              <a:path w="24764" h="14605">
                <a:moveTo>
                  <a:pt x="8051" y="14071"/>
                </a:moveTo>
                <a:lnTo>
                  <a:pt x="7848" y="13944"/>
                </a:lnTo>
                <a:lnTo>
                  <a:pt x="7759" y="14185"/>
                </a:lnTo>
                <a:lnTo>
                  <a:pt x="8051" y="14071"/>
                </a:lnTo>
                <a:close/>
              </a:path>
              <a:path w="24764" h="14605">
                <a:moveTo>
                  <a:pt x="8077" y="2895"/>
                </a:moveTo>
                <a:lnTo>
                  <a:pt x="7950" y="2857"/>
                </a:lnTo>
                <a:lnTo>
                  <a:pt x="8001" y="3009"/>
                </a:lnTo>
                <a:lnTo>
                  <a:pt x="7912" y="3175"/>
                </a:lnTo>
                <a:lnTo>
                  <a:pt x="8051" y="3124"/>
                </a:lnTo>
                <a:lnTo>
                  <a:pt x="8051" y="2959"/>
                </a:lnTo>
                <a:close/>
              </a:path>
              <a:path w="24764" h="14605">
                <a:moveTo>
                  <a:pt x="8102" y="9893"/>
                </a:moveTo>
                <a:lnTo>
                  <a:pt x="8051" y="9740"/>
                </a:lnTo>
                <a:lnTo>
                  <a:pt x="7950" y="10007"/>
                </a:lnTo>
                <a:lnTo>
                  <a:pt x="8102" y="9893"/>
                </a:lnTo>
                <a:close/>
              </a:path>
              <a:path w="24764" h="14605">
                <a:moveTo>
                  <a:pt x="8178" y="3251"/>
                </a:moveTo>
                <a:lnTo>
                  <a:pt x="8102" y="3403"/>
                </a:lnTo>
                <a:lnTo>
                  <a:pt x="8178" y="3251"/>
                </a:lnTo>
                <a:close/>
              </a:path>
              <a:path w="24764" h="14605">
                <a:moveTo>
                  <a:pt x="8178" y="1079"/>
                </a:moveTo>
                <a:lnTo>
                  <a:pt x="8001" y="1079"/>
                </a:lnTo>
                <a:lnTo>
                  <a:pt x="8178" y="1130"/>
                </a:lnTo>
                <a:close/>
              </a:path>
              <a:path w="24764" h="14605">
                <a:moveTo>
                  <a:pt x="8204" y="1447"/>
                </a:moveTo>
                <a:lnTo>
                  <a:pt x="8077" y="1371"/>
                </a:lnTo>
                <a:lnTo>
                  <a:pt x="8051" y="1625"/>
                </a:lnTo>
                <a:lnTo>
                  <a:pt x="8204" y="1447"/>
                </a:lnTo>
                <a:close/>
              </a:path>
              <a:path w="24764" h="14605">
                <a:moveTo>
                  <a:pt x="8242" y="3606"/>
                </a:moveTo>
                <a:lnTo>
                  <a:pt x="8089" y="3695"/>
                </a:lnTo>
                <a:lnTo>
                  <a:pt x="8102" y="3848"/>
                </a:lnTo>
                <a:lnTo>
                  <a:pt x="8242" y="3606"/>
                </a:lnTo>
                <a:close/>
              </a:path>
              <a:path w="24764" h="14605">
                <a:moveTo>
                  <a:pt x="8255" y="14516"/>
                </a:moveTo>
                <a:lnTo>
                  <a:pt x="8204" y="14363"/>
                </a:lnTo>
                <a:lnTo>
                  <a:pt x="8178" y="14516"/>
                </a:lnTo>
                <a:close/>
              </a:path>
              <a:path w="24764" h="14605">
                <a:moveTo>
                  <a:pt x="8280" y="2171"/>
                </a:moveTo>
                <a:lnTo>
                  <a:pt x="8255" y="2019"/>
                </a:lnTo>
                <a:lnTo>
                  <a:pt x="8204" y="1828"/>
                </a:lnTo>
                <a:lnTo>
                  <a:pt x="8026" y="1892"/>
                </a:lnTo>
                <a:lnTo>
                  <a:pt x="8026" y="1663"/>
                </a:lnTo>
                <a:lnTo>
                  <a:pt x="7950" y="1866"/>
                </a:lnTo>
                <a:lnTo>
                  <a:pt x="8001" y="2070"/>
                </a:lnTo>
                <a:lnTo>
                  <a:pt x="7924" y="2311"/>
                </a:lnTo>
                <a:lnTo>
                  <a:pt x="8051" y="2578"/>
                </a:lnTo>
                <a:lnTo>
                  <a:pt x="8102" y="2324"/>
                </a:lnTo>
                <a:lnTo>
                  <a:pt x="8255" y="2298"/>
                </a:lnTo>
                <a:lnTo>
                  <a:pt x="8280" y="2171"/>
                </a:lnTo>
                <a:close/>
              </a:path>
              <a:path w="24764" h="14605">
                <a:moveTo>
                  <a:pt x="8356" y="14516"/>
                </a:moveTo>
                <a:close/>
              </a:path>
              <a:path w="24764" h="14605">
                <a:moveTo>
                  <a:pt x="8382" y="12903"/>
                </a:moveTo>
                <a:lnTo>
                  <a:pt x="8064" y="11887"/>
                </a:lnTo>
                <a:lnTo>
                  <a:pt x="8001" y="11455"/>
                </a:lnTo>
                <a:lnTo>
                  <a:pt x="7874" y="10668"/>
                </a:lnTo>
                <a:lnTo>
                  <a:pt x="7835" y="11112"/>
                </a:lnTo>
                <a:lnTo>
                  <a:pt x="7708" y="10668"/>
                </a:lnTo>
                <a:lnTo>
                  <a:pt x="7797" y="10033"/>
                </a:lnTo>
                <a:lnTo>
                  <a:pt x="6400" y="10033"/>
                </a:lnTo>
                <a:lnTo>
                  <a:pt x="6324" y="9791"/>
                </a:lnTo>
                <a:lnTo>
                  <a:pt x="25" y="9791"/>
                </a:lnTo>
                <a:lnTo>
                  <a:pt x="88" y="12903"/>
                </a:lnTo>
                <a:lnTo>
                  <a:pt x="5499" y="12903"/>
                </a:lnTo>
                <a:lnTo>
                  <a:pt x="6121" y="10668"/>
                </a:lnTo>
                <a:lnTo>
                  <a:pt x="7353" y="10668"/>
                </a:lnTo>
                <a:lnTo>
                  <a:pt x="7353" y="12801"/>
                </a:lnTo>
                <a:lnTo>
                  <a:pt x="7696" y="12903"/>
                </a:lnTo>
                <a:lnTo>
                  <a:pt x="7835" y="12903"/>
                </a:lnTo>
                <a:lnTo>
                  <a:pt x="8242" y="12903"/>
                </a:lnTo>
                <a:lnTo>
                  <a:pt x="8382" y="12903"/>
                </a:lnTo>
                <a:close/>
              </a:path>
              <a:path w="24764" h="14605">
                <a:moveTo>
                  <a:pt x="8458" y="2921"/>
                </a:moveTo>
                <a:lnTo>
                  <a:pt x="8432" y="2755"/>
                </a:lnTo>
                <a:lnTo>
                  <a:pt x="8394" y="2895"/>
                </a:lnTo>
                <a:close/>
              </a:path>
              <a:path w="24764" h="14605">
                <a:moveTo>
                  <a:pt x="8534" y="12674"/>
                </a:moveTo>
                <a:lnTo>
                  <a:pt x="8483" y="12877"/>
                </a:lnTo>
                <a:lnTo>
                  <a:pt x="8534" y="12674"/>
                </a:lnTo>
                <a:close/>
              </a:path>
              <a:path w="24764" h="14605">
                <a:moveTo>
                  <a:pt x="8534" y="3175"/>
                </a:moveTo>
                <a:lnTo>
                  <a:pt x="8394" y="3276"/>
                </a:lnTo>
                <a:lnTo>
                  <a:pt x="8534" y="3175"/>
                </a:lnTo>
                <a:close/>
              </a:path>
              <a:path w="24764" h="14605">
                <a:moveTo>
                  <a:pt x="8597" y="13017"/>
                </a:moveTo>
                <a:lnTo>
                  <a:pt x="8458" y="12928"/>
                </a:lnTo>
                <a:lnTo>
                  <a:pt x="8432" y="13119"/>
                </a:lnTo>
                <a:lnTo>
                  <a:pt x="8572" y="13119"/>
                </a:lnTo>
                <a:close/>
              </a:path>
              <a:path w="24764" h="14605">
                <a:moveTo>
                  <a:pt x="8623" y="12217"/>
                </a:moveTo>
                <a:lnTo>
                  <a:pt x="8521" y="12471"/>
                </a:lnTo>
                <a:lnTo>
                  <a:pt x="8369" y="12573"/>
                </a:lnTo>
                <a:lnTo>
                  <a:pt x="8572" y="12649"/>
                </a:lnTo>
                <a:lnTo>
                  <a:pt x="8623" y="12217"/>
                </a:lnTo>
                <a:close/>
              </a:path>
              <a:path w="24764" h="14605">
                <a:moveTo>
                  <a:pt x="8801" y="7899"/>
                </a:moveTo>
                <a:lnTo>
                  <a:pt x="8674" y="7670"/>
                </a:lnTo>
                <a:lnTo>
                  <a:pt x="8686" y="7467"/>
                </a:lnTo>
                <a:lnTo>
                  <a:pt x="8559" y="7645"/>
                </a:lnTo>
                <a:lnTo>
                  <a:pt x="8623" y="7404"/>
                </a:lnTo>
                <a:lnTo>
                  <a:pt x="8686" y="7239"/>
                </a:lnTo>
                <a:lnTo>
                  <a:pt x="8483" y="7175"/>
                </a:lnTo>
                <a:lnTo>
                  <a:pt x="8534" y="7505"/>
                </a:lnTo>
                <a:lnTo>
                  <a:pt x="8293" y="7874"/>
                </a:lnTo>
                <a:lnTo>
                  <a:pt x="8343" y="8318"/>
                </a:lnTo>
                <a:lnTo>
                  <a:pt x="8343" y="8559"/>
                </a:lnTo>
                <a:lnTo>
                  <a:pt x="8280" y="9004"/>
                </a:lnTo>
                <a:lnTo>
                  <a:pt x="8115" y="8978"/>
                </a:lnTo>
                <a:lnTo>
                  <a:pt x="8267" y="9017"/>
                </a:lnTo>
                <a:lnTo>
                  <a:pt x="8445" y="9220"/>
                </a:lnTo>
                <a:lnTo>
                  <a:pt x="8521" y="8966"/>
                </a:lnTo>
                <a:lnTo>
                  <a:pt x="8356" y="8864"/>
                </a:lnTo>
                <a:lnTo>
                  <a:pt x="8534" y="8940"/>
                </a:lnTo>
                <a:lnTo>
                  <a:pt x="8458" y="8636"/>
                </a:lnTo>
                <a:lnTo>
                  <a:pt x="8699" y="8407"/>
                </a:lnTo>
                <a:lnTo>
                  <a:pt x="8559" y="8064"/>
                </a:lnTo>
                <a:lnTo>
                  <a:pt x="8801" y="7899"/>
                </a:lnTo>
                <a:close/>
              </a:path>
              <a:path w="24764" h="14605">
                <a:moveTo>
                  <a:pt x="8966" y="14516"/>
                </a:moveTo>
                <a:lnTo>
                  <a:pt x="8940" y="14363"/>
                </a:lnTo>
                <a:lnTo>
                  <a:pt x="8915" y="14516"/>
                </a:lnTo>
                <a:close/>
              </a:path>
              <a:path w="24764" h="14605">
                <a:moveTo>
                  <a:pt x="9017" y="4787"/>
                </a:moveTo>
                <a:lnTo>
                  <a:pt x="8864" y="4826"/>
                </a:lnTo>
                <a:lnTo>
                  <a:pt x="8915" y="4991"/>
                </a:lnTo>
                <a:lnTo>
                  <a:pt x="9017" y="4787"/>
                </a:lnTo>
                <a:close/>
              </a:path>
              <a:path w="24764" h="14605">
                <a:moveTo>
                  <a:pt x="9055" y="14465"/>
                </a:moveTo>
                <a:close/>
              </a:path>
              <a:path w="24764" h="14605">
                <a:moveTo>
                  <a:pt x="9055" y="9626"/>
                </a:moveTo>
                <a:lnTo>
                  <a:pt x="8915" y="9855"/>
                </a:lnTo>
                <a:lnTo>
                  <a:pt x="8851" y="9664"/>
                </a:lnTo>
                <a:lnTo>
                  <a:pt x="8801" y="10147"/>
                </a:lnTo>
                <a:lnTo>
                  <a:pt x="8953" y="9931"/>
                </a:lnTo>
                <a:lnTo>
                  <a:pt x="8978" y="9690"/>
                </a:lnTo>
                <a:close/>
              </a:path>
              <a:path w="24764" h="14605">
                <a:moveTo>
                  <a:pt x="9131" y="4991"/>
                </a:moveTo>
                <a:lnTo>
                  <a:pt x="8953" y="4991"/>
                </a:lnTo>
                <a:lnTo>
                  <a:pt x="9131" y="4991"/>
                </a:lnTo>
                <a:close/>
              </a:path>
              <a:path w="24764" h="14605">
                <a:moveTo>
                  <a:pt x="9309" y="13081"/>
                </a:moveTo>
                <a:lnTo>
                  <a:pt x="9232" y="12954"/>
                </a:lnTo>
                <a:lnTo>
                  <a:pt x="9131" y="13081"/>
                </a:lnTo>
                <a:lnTo>
                  <a:pt x="9309" y="13081"/>
                </a:lnTo>
                <a:close/>
              </a:path>
              <a:path w="24764" h="14605">
                <a:moveTo>
                  <a:pt x="9499" y="10731"/>
                </a:moveTo>
                <a:lnTo>
                  <a:pt x="9372" y="10731"/>
                </a:lnTo>
                <a:lnTo>
                  <a:pt x="9372" y="10909"/>
                </a:lnTo>
                <a:lnTo>
                  <a:pt x="9499" y="10731"/>
                </a:lnTo>
                <a:close/>
              </a:path>
              <a:path w="24764" h="14605">
                <a:moveTo>
                  <a:pt x="9512" y="7162"/>
                </a:moveTo>
                <a:lnTo>
                  <a:pt x="9461" y="7518"/>
                </a:lnTo>
                <a:lnTo>
                  <a:pt x="9512" y="7162"/>
                </a:lnTo>
                <a:close/>
              </a:path>
              <a:path w="24764" h="14605">
                <a:moveTo>
                  <a:pt x="9626" y="12382"/>
                </a:moveTo>
                <a:lnTo>
                  <a:pt x="9563" y="12623"/>
                </a:lnTo>
                <a:lnTo>
                  <a:pt x="9626" y="12382"/>
                </a:lnTo>
                <a:close/>
              </a:path>
              <a:path w="24764" h="14605">
                <a:moveTo>
                  <a:pt x="9804" y="7531"/>
                </a:moveTo>
                <a:close/>
              </a:path>
              <a:path w="24764" h="14605">
                <a:moveTo>
                  <a:pt x="9829" y="11303"/>
                </a:moveTo>
                <a:lnTo>
                  <a:pt x="9791" y="11150"/>
                </a:lnTo>
                <a:lnTo>
                  <a:pt x="9677" y="11328"/>
                </a:lnTo>
                <a:lnTo>
                  <a:pt x="9829" y="11303"/>
                </a:lnTo>
                <a:close/>
              </a:path>
              <a:path w="24764" h="14605">
                <a:moveTo>
                  <a:pt x="9956" y="7175"/>
                </a:moveTo>
                <a:lnTo>
                  <a:pt x="9829" y="7175"/>
                </a:lnTo>
                <a:lnTo>
                  <a:pt x="9880" y="7302"/>
                </a:lnTo>
                <a:lnTo>
                  <a:pt x="9804" y="7531"/>
                </a:lnTo>
                <a:lnTo>
                  <a:pt x="9829" y="7772"/>
                </a:lnTo>
                <a:lnTo>
                  <a:pt x="9664" y="7581"/>
                </a:lnTo>
                <a:lnTo>
                  <a:pt x="9791" y="7531"/>
                </a:lnTo>
                <a:lnTo>
                  <a:pt x="9779" y="7327"/>
                </a:lnTo>
                <a:lnTo>
                  <a:pt x="9715" y="7175"/>
                </a:lnTo>
                <a:lnTo>
                  <a:pt x="9537" y="7175"/>
                </a:lnTo>
                <a:lnTo>
                  <a:pt x="9588" y="7493"/>
                </a:lnTo>
                <a:lnTo>
                  <a:pt x="9588" y="7683"/>
                </a:lnTo>
                <a:lnTo>
                  <a:pt x="9588" y="7975"/>
                </a:lnTo>
                <a:lnTo>
                  <a:pt x="9537" y="8280"/>
                </a:lnTo>
                <a:lnTo>
                  <a:pt x="9639" y="8064"/>
                </a:lnTo>
                <a:lnTo>
                  <a:pt x="9588" y="7874"/>
                </a:lnTo>
                <a:lnTo>
                  <a:pt x="9715" y="7772"/>
                </a:lnTo>
                <a:lnTo>
                  <a:pt x="9690" y="7975"/>
                </a:lnTo>
                <a:lnTo>
                  <a:pt x="9931" y="8039"/>
                </a:lnTo>
                <a:lnTo>
                  <a:pt x="9867" y="7772"/>
                </a:lnTo>
                <a:lnTo>
                  <a:pt x="9956" y="7378"/>
                </a:lnTo>
                <a:lnTo>
                  <a:pt x="9956" y="7175"/>
                </a:lnTo>
                <a:close/>
              </a:path>
              <a:path w="24764" h="14605">
                <a:moveTo>
                  <a:pt x="10020" y="8102"/>
                </a:moveTo>
                <a:lnTo>
                  <a:pt x="9880" y="8280"/>
                </a:lnTo>
                <a:lnTo>
                  <a:pt x="10020" y="8255"/>
                </a:lnTo>
                <a:lnTo>
                  <a:pt x="10020" y="8102"/>
                </a:lnTo>
                <a:close/>
              </a:path>
              <a:path w="24764" h="14605">
                <a:moveTo>
                  <a:pt x="10121" y="12852"/>
                </a:moveTo>
                <a:lnTo>
                  <a:pt x="9956" y="12725"/>
                </a:lnTo>
                <a:lnTo>
                  <a:pt x="10007" y="12915"/>
                </a:lnTo>
                <a:close/>
              </a:path>
              <a:path w="24764" h="14605">
                <a:moveTo>
                  <a:pt x="10223" y="10350"/>
                </a:moveTo>
                <a:lnTo>
                  <a:pt x="10045" y="10172"/>
                </a:lnTo>
                <a:lnTo>
                  <a:pt x="10020" y="10490"/>
                </a:lnTo>
                <a:lnTo>
                  <a:pt x="10223" y="10350"/>
                </a:lnTo>
                <a:close/>
              </a:path>
              <a:path w="24764" h="14605">
                <a:moveTo>
                  <a:pt x="10337" y="5105"/>
                </a:moveTo>
                <a:lnTo>
                  <a:pt x="10236" y="4965"/>
                </a:lnTo>
                <a:lnTo>
                  <a:pt x="10210" y="5143"/>
                </a:lnTo>
                <a:lnTo>
                  <a:pt x="10337" y="5105"/>
                </a:lnTo>
                <a:close/>
              </a:path>
              <a:path w="24764" h="14605">
                <a:moveTo>
                  <a:pt x="10426" y="25"/>
                </a:moveTo>
                <a:lnTo>
                  <a:pt x="10287" y="88"/>
                </a:lnTo>
                <a:lnTo>
                  <a:pt x="10337" y="266"/>
                </a:lnTo>
                <a:lnTo>
                  <a:pt x="10426" y="25"/>
                </a:lnTo>
                <a:close/>
              </a:path>
              <a:path w="24764" h="14605">
                <a:moveTo>
                  <a:pt x="10604" y="2527"/>
                </a:moveTo>
                <a:lnTo>
                  <a:pt x="10502" y="2032"/>
                </a:lnTo>
                <a:lnTo>
                  <a:pt x="10477" y="2171"/>
                </a:lnTo>
                <a:lnTo>
                  <a:pt x="10502" y="2374"/>
                </a:lnTo>
                <a:lnTo>
                  <a:pt x="10528" y="2590"/>
                </a:lnTo>
                <a:close/>
              </a:path>
              <a:path w="24764" h="14605">
                <a:moveTo>
                  <a:pt x="10655" y="9740"/>
                </a:moveTo>
                <a:lnTo>
                  <a:pt x="10528" y="9931"/>
                </a:lnTo>
                <a:lnTo>
                  <a:pt x="10655" y="9740"/>
                </a:lnTo>
                <a:close/>
              </a:path>
              <a:path w="24764" h="14605">
                <a:moveTo>
                  <a:pt x="10782" y="10553"/>
                </a:moveTo>
                <a:lnTo>
                  <a:pt x="10756" y="10363"/>
                </a:lnTo>
                <a:lnTo>
                  <a:pt x="10706" y="10553"/>
                </a:lnTo>
                <a:close/>
              </a:path>
              <a:path w="24764" h="14605">
                <a:moveTo>
                  <a:pt x="10820" y="8953"/>
                </a:moveTo>
                <a:lnTo>
                  <a:pt x="10629" y="9055"/>
                </a:lnTo>
                <a:lnTo>
                  <a:pt x="10706" y="9182"/>
                </a:lnTo>
                <a:lnTo>
                  <a:pt x="10820" y="8953"/>
                </a:lnTo>
                <a:close/>
              </a:path>
              <a:path w="24764" h="14605">
                <a:moveTo>
                  <a:pt x="10960" y="3136"/>
                </a:moveTo>
                <a:lnTo>
                  <a:pt x="10934" y="2908"/>
                </a:lnTo>
                <a:lnTo>
                  <a:pt x="10896" y="2730"/>
                </a:lnTo>
                <a:lnTo>
                  <a:pt x="10820" y="2476"/>
                </a:lnTo>
                <a:lnTo>
                  <a:pt x="10769" y="3111"/>
                </a:lnTo>
                <a:lnTo>
                  <a:pt x="10960" y="3136"/>
                </a:lnTo>
                <a:close/>
              </a:path>
              <a:path w="24764" h="14605">
                <a:moveTo>
                  <a:pt x="10972" y="7759"/>
                </a:moveTo>
                <a:lnTo>
                  <a:pt x="10845" y="7620"/>
                </a:lnTo>
                <a:lnTo>
                  <a:pt x="10871" y="7759"/>
                </a:lnTo>
                <a:close/>
              </a:path>
              <a:path w="24764" h="14605">
                <a:moveTo>
                  <a:pt x="11010" y="3213"/>
                </a:moveTo>
                <a:lnTo>
                  <a:pt x="10871" y="3149"/>
                </a:lnTo>
                <a:lnTo>
                  <a:pt x="10985" y="3530"/>
                </a:lnTo>
                <a:lnTo>
                  <a:pt x="11010" y="3213"/>
                </a:lnTo>
                <a:close/>
              </a:path>
              <a:path w="24764" h="14605">
                <a:moveTo>
                  <a:pt x="11379" y="4178"/>
                </a:moveTo>
                <a:lnTo>
                  <a:pt x="11303" y="4305"/>
                </a:lnTo>
                <a:lnTo>
                  <a:pt x="11379" y="4178"/>
                </a:lnTo>
                <a:close/>
              </a:path>
              <a:path w="24764" h="14605">
                <a:moveTo>
                  <a:pt x="13627" y="1447"/>
                </a:moveTo>
                <a:lnTo>
                  <a:pt x="13500" y="1346"/>
                </a:lnTo>
                <a:lnTo>
                  <a:pt x="13627" y="1447"/>
                </a:lnTo>
                <a:close/>
              </a:path>
              <a:path w="24764" h="14605">
                <a:moveTo>
                  <a:pt x="23698" y="10896"/>
                </a:moveTo>
                <a:lnTo>
                  <a:pt x="23647" y="10083"/>
                </a:lnTo>
                <a:lnTo>
                  <a:pt x="23672" y="9499"/>
                </a:lnTo>
                <a:lnTo>
                  <a:pt x="23609" y="9944"/>
                </a:lnTo>
                <a:lnTo>
                  <a:pt x="23660" y="10769"/>
                </a:lnTo>
                <a:lnTo>
                  <a:pt x="23634" y="11366"/>
                </a:lnTo>
                <a:lnTo>
                  <a:pt x="23698" y="10896"/>
                </a:lnTo>
                <a:close/>
              </a:path>
              <a:path w="24764" h="14605">
                <a:moveTo>
                  <a:pt x="24269" y="14516"/>
                </a:moveTo>
                <a:lnTo>
                  <a:pt x="24231" y="14185"/>
                </a:lnTo>
                <a:lnTo>
                  <a:pt x="24231" y="145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2018487" y="1065669"/>
            <a:ext cx="24130" cy="15240"/>
          </a:xfrm>
          <a:custGeom>
            <a:avLst/>
            <a:gdLst/>
            <a:ahLst/>
            <a:cxnLst/>
            <a:rect l="l" t="t" r="r" b="b"/>
            <a:pathLst>
              <a:path w="24130" h="15240">
                <a:moveTo>
                  <a:pt x="5461" y="5283"/>
                </a:moveTo>
                <a:lnTo>
                  <a:pt x="5334" y="5384"/>
                </a:lnTo>
                <a:lnTo>
                  <a:pt x="5461" y="5461"/>
                </a:lnTo>
                <a:lnTo>
                  <a:pt x="5461" y="5283"/>
                </a:lnTo>
                <a:close/>
              </a:path>
              <a:path w="24130" h="15240">
                <a:moveTo>
                  <a:pt x="7112" y="5600"/>
                </a:moveTo>
                <a:lnTo>
                  <a:pt x="7048" y="5435"/>
                </a:lnTo>
                <a:lnTo>
                  <a:pt x="7048" y="5664"/>
                </a:lnTo>
                <a:close/>
              </a:path>
              <a:path w="24130" h="15240">
                <a:moveTo>
                  <a:pt x="7378" y="7264"/>
                </a:moveTo>
                <a:lnTo>
                  <a:pt x="127" y="7264"/>
                </a:lnTo>
                <a:lnTo>
                  <a:pt x="114" y="8064"/>
                </a:lnTo>
                <a:lnTo>
                  <a:pt x="6451" y="8064"/>
                </a:lnTo>
                <a:lnTo>
                  <a:pt x="6604" y="8064"/>
                </a:lnTo>
                <a:lnTo>
                  <a:pt x="6832" y="7797"/>
                </a:lnTo>
                <a:lnTo>
                  <a:pt x="7010" y="7594"/>
                </a:lnTo>
                <a:lnTo>
                  <a:pt x="7327" y="7594"/>
                </a:lnTo>
                <a:lnTo>
                  <a:pt x="7378" y="7264"/>
                </a:lnTo>
                <a:close/>
              </a:path>
              <a:path w="24130" h="15240">
                <a:moveTo>
                  <a:pt x="7556" y="6629"/>
                </a:moveTo>
                <a:lnTo>
                  <a:pt x="7493" y="6197"/>
                </a:lnTo>
                <a:lnTo>
                  <a:pt x="7277" y="6273"/>
                </a:lnTo>
                <a:lnTo>
                  <a:pt x="7378" y="6604"/>
                </a:lnTo>
                <a:lnTo>
                  <a:pt x="7200" y="6642"/>
                </a:lnTo>
                <a:lnTo>
                  <a:pt x="7327" y="6756"/>
                </a:lnTo>
                <a:lnTo>
                  <a:pt x="7518" y="6756"/>
                </a:lnTo>
                <a:lnTo>
                  <a:pt x="7543" y="6921"/>
                </a:lnTo>
                <a:lnTo>
                  <a:pt x="7556" y="6629"/>
                </a:lnTo>
                <a:close/>
              </a:path>
              <a:path w="24130" h="15240">
                <a:moveTo>
                  <a:pt x="7747" y="5638"/>
                </a:moveTo>
                <a:lnTo>
                  <a:pt x="7670" y="5867"/>
                </a:lnTo>
                <a:lnTo>
                  <a:pt x="7620" y="5702"/>
                </a:lnTo>
                <a:lnTo>
                  <a:pt x="7429" y="5702"/>
                </a:lnTo>
                <a:lnTo>
                  <a:pt x="7556" y="6045"/>
                </a:lnTo>
                <a:lnTo>
                  <a:pt x="7581" y="6273"/>
                </a:lnTo>
                <a:lnTo>
                  <a:pt x="7708" y="6007"/>
                </a:lnTo>
                <a:lnTo>
                  <a:pt x="7747" y="5638"/>
                </a:lnTo>
                <a:close/>
              </a:path>
              <a:path w="24130" h="15240">
                <a:moveTo>
                  <a:pt x="7886" y="12471"/>
                </a:moveTo>
                <a:lnTo>
                  <a:pt x="7632" y="12471"/>
                </a:lnTo>
                <a:lnTo>
                  <a:pt x="38" y="12471"/>
                </a:lnTo>
                <a:lnTo>
                  <a:pt x="0" y="14592"/>
                </a:lnTo>
                <a:lnTo>
                  <a:pt x="7874" y="14592"/>
                </a:lnTo>
                <a:lnTo>
                  <a:pt x="7874" y="13500"/>
                </a:lnTo>
                <a:lnTo>
                  <a:pt x="7861" y="13296"/>
                </a:lnTo>
                <a:lnTo>
                  <a:pt x="7874" y="12827"/>
                </a:lnTo>
                <a:lnTo>
                  <a:pt x="7886" y="12636"/>
                </a:lnTo>
                <a:lnTo>
                  <a:pt x="7696" y="12827"/>
                </a:lnTo>
                <a:lnTo>
                  <a:pt x="7658" y="12636"/>
                </a:lnTo>
                <a:lnTo>
                  <a:pt x="7886" y="12636"/>
                </a:lnTo>
                <a:lnTo>
                  <a:pt x="7886" y="12471"/>
                </a:lnTo>
                <a:close/>
              </a:path>
              <a:path w="24130" h="15240">
                <a:moveTo>
                  <a:pt x="7886" y="7962"/>
                </a:moveTo>
                <a:lnTo>
                  <a:pt x="7823" y="8140"/>
                </a:lnTo>
                <a:lnTo>
                  <a:pt x="7886" y="7962"/>
                </a:lnTo>
                <a:close/>
              </a:path>
              <a:path w="24130" h="15240">
                <a:moveTo>
                  <a:pt x="7950" y="8191"/>
                </a:moveTo>
                <a:lnTo>
                  <a:pt x="7912" y="8458"/>
                </a:lnTo>
                <a:lnTo>
                  <a:pt x="7950" y="8191"/>
                </a:lnTo>
                <a:close/>
              </a:path>
              <a:path w="24130" h="15240">
                <a:moveTo>
                  <a:pt x="8001" y="673"/>
                </a:moveTo>
                <a:lnTo>
                  <a:pt x="7823" y="698"/>
                </a:lnTo>
                <a:lnTo>
                  <a:pt x="7823" y="927"/>
                </a:lnTo>
                <a:lnTo>
                  <a:pt x="8001" y="800"/>
                </a:lnTo>
                <a:lnTo>
                  <a:pt x="8001" y="673"/>
                </a:lnTo>
                <a:close/>
              </a:path>
              <a:path w="24130" h="15240">
                <a:moveTo>
                  <a:pt x="8026" y="7378"/>
                </a:moveTo>
                <a:lnTo>
                  <a:pt x="7937" y="7581"/>
                </a:lnTo>
                <a:lnTo>
                  <a:pt x="8026" y="7378"/>
                </a:lnTo>
                <a:close/>
              </a:path>
              <a:path w="24130" h="15240">
                <a:moveTo>
                  <a:pt x="8051" y="6007"/>
                </a:moveTo>
                <a:lnTo>
                  <a:pt x="7962" y="6184"/>
                </a:lnTo>
                <a:lnTo>
                  <a:pt x="8051" y="6007"/>
                </a:lnTo>
                <a:close/>
              </a:path>
              <a:path w="24130" h="15240">
                <a:moveTo>
                  <a:pt x="8077" y="2895"/>
                </a:moveTo>
                <a:lnTo>
                  <a:pt x="7950" y="2844"/>
                </a:lnTo>
                <a:lnTo>
                  <a:pt x="8001" y="2997"/>
                </a:lnTo>
                <a:lnTo>
                  <a:pt x="7912" y="3187"/>
                </a:lnTo>
                <a:lnTo>
                  <a:pt x="8051" y="3136"/>
                </a:lnTo>
                <a:lnTo>
                  <a:pt x="8051" y="2959"/>
                </a:lnTo>
                <a:close/>
              </a:path>
              <a:path w="24130" h="15240">
                <a:moveTo>
                  <a:pt x="8102" y="11912"/>
                </a:moveTo>
                <a:lnTo>
                  <a:pt x="7950" y="11785"/>
                </a:lnTo>
                <a:lnTo>
                  <a:pt x="8051" y="12039"/>
                </a:lnTo>
                <a:lnTo>
                  <a:pt x="8102" y="11912"/>
                </a:lnTo>
                <a:close/>
              </a:path>
              <a:path w="24130" h="15240">
                <a:moveTo>
                  <a:pt x="8178" y="3263"/>
                </a:moveTo>
                <a:lnTo>
                  <a:pt x="8102" y="3390"/>
                </a:lnTo>
                <a:lnTo>
                  <a:pt x="8178" y="3263"/>
                </a:lnTo>
                <a:close/>
              </a:path>
              <a:path w="24130" h="15240">
                <a:moveTo>
                  <a:pt x="8178" y="1092"/>
                </a:moveTo>
                <a:lnTo>
                  <a:pt x="8001" y="1092"/>
                </a:lnTo>
                <a:lnTo>
                  <a:pt x="8178" y="1143"/>
                </a:lnTo>
                <a:close/>
              </a:path>
              <a:path w="24130" h="15240">
                <a:moveTo>
                  <a:pt x="8191" y="8597"/>
                </a:moveTo>
                <a:lnTo>
                  <a:pt x="7416" y="8597"/>
                </a:lnTo>
                <a:lnTo>
                  <a:pt x="7188" y="8597"/>
                </a:lnTo>
                <a:lnTo>
                  <a:pt x="7124" y="9525"/>
                </a:lnTo>
                <a:lnTo>
                  <a:pt x="6858" y="8597"/>
                </a:lnTo>
                <a:lnTo>
                  <a:pt x="6858" y="10083"/>
                </a:lnTo>
                <a:lnTo>
                  <a:pt x="6629" y="10083"/>
                </a:lnTo>
                <a:lnTo>
                  <a:pt x="6591" y="9486"/>
                </a:lnTo>
                <a:lnTo>
                  <a:pt x="6858" y="10083"/>
                </a:lnTo>
                <a:lnTo>
                  <a:pt x="6858" y="8597"/>
                </a:lnTo>
                <a:lnTo>
                  <a:pt x="6565" y="8991"/>
                </a:lnTo>
                <a:lnTo>
                  <a:pt x="6553" y="8597"/>
                </a:lnTo>
                <a:lnTo>
                  <a:pt x="6451" y="9156"/>
                </a:lnTo>
                <a:lnTo>
                  <a:pt x="6324" y="9334"/>
                </a:lnTo>
                <a:lnTo>
                  <a:pt x="6324" y="8839"/>
                </a:lnTo>
                <a:lnTo>
                  <a:pt x="6451" y="9156"/>
                </a:lnTo>
                <a:lnTo>
                  <a:pt x="6451" y="8597"/>
                </a:lnTo>
                <a:lnTo>
                  <a:pt x="6324" y="8597"/>
                </a:lnTo>
                <a:lnTo>
                  <a:pt x="5588" y="8597"/>
                </a:lnTo>
                <a:lnTo>
                  <a:pt x="5867" y="9969"/>
                </a:lnTo>
                <a:lnTo>
                  <a:pt x="5562" y="10083"/>
                </a:lnTo>
                <a:lnTo>
                  <a:pt x="5207" y="8597"/>
                </a:lnTo>
                <a:lnTo>
                  <a:pt x="101" y="8597"/>
                </a:lnTo>
                <a:lnTo>
                  <a:pt x="38" y="12090"/>
                </a:lnTo>
                <a:lnTo>
                  <a:pt x="6311" y="12090"/>
                </a:lnTo>
                <a:lnTo>
                  <a:pt x="6426" y="11772"/>
                </a:lnTo>
                <a:lnTo>
                  <a:pt x="7810" y="11772"/>
                </a:lnTo>
                <a:lnTo>
                  <a:pt x="7785" y="10998"/>
                </a:lnTo>
                <a:lnTo>
                  <a:pt x="7912" y="10998"/>
                </a:lnTo>
                <a:lnTo>
                  <a:pt x="7950" y="10655"/>
                </a:lnTo>
                <a:lnTo>
                  <a:pt x="7797" y="10414"/>
                </a:lnTo>
                <a:lnTo>
                  <a:pt x="7353" y="10414"/>
                </a:lnTo>
                <a:lnTo>
                  <a:pt x="7353" y="10083"/>
                </a:lnTo>
                <a:lnTo>
                  <a:pt x="7835" y="10083"/>
                </a:lnTo>
                <a:lnTo>
                  <a:pt x="8191" y="8597"/>
                </a:lnTo>
                <a:close/>
              </a:path>
              <a:path w="24130" h="15240">
                <a:moveTo>
                  <a:pt x="8204" y="1447"/>
                </a:moveTo>
                <a:lnTo>
                  <a:pt x="8077" y="1384"/>
                </a:lnTo>
                <a:lnTo>
                  <a:pt x="8051" y="1625"/>
                </a:lnTo>
                <a:lnTo>
                  <a:pt x="8204" y="1447"/>
                </a:lnTo>
                <a:close/>
              </a:path>
              <a:path w="24130" h="15240">
                <a:moveTo>
                  <a:pt x="8242" y="3632"/>
                </a:moveTo>
                <a:lnTo>
                  <a:pt x="8089" y="3708"/>
                </a:lnTo>
                <a:lnTo>
                  <a:pt x="8102" y="3835"/>
                </a:lnTo>
                <a:lnTo>
                  <a:pt x="8242" y="3632"/>
                </a:lnTo>
                <a:close/>
              </a:path>
              <a:path w="24130" h="15240">
                <a:moveTo>
                  <a:pt x="8280" y="2171"/>
                </a:moveTo>
                <a:lnTo>
                  <a:pt x="8255" y="2019"/>
                </a:lnTo>
                <a:lnTo>
                  <a:pt x="8204" y="1841"/>
                </a:lnTo>
                <a:lnTo>
                  <a:pt x="8026" y="1892"/>
                </a:lnTo>
                <a:lnTo>
                  <a:pt x="8026" y="1663"/>
                </a:lnTo>
                <a:lnTo>
                  <a:pt x="7950" y="1854"/>
                </a:lnTo>
                <a:lnTo>
                  <a:pt x="8001" y="2057"/>
                </a:lnTo>
                <a:lnTo>
                  <a:pt x="7924" y="2298"/>
                </a:lnTo>
                <a:lnTo>
                  <a:pt x="8051" y="2552"/>
                </a:lnTo>
                <a:lnTo>
                  <a:pt x="8102" y="2336"/>
                </a:lnTo>
                <a:lnTo>
                  <a:pt x="8255" y="2298"/>
                </a:lnTo>
                <a:lnTo>
                  <a:pt x="8280" y="2171"/>
                </a:lnTo>
                <a:close/>
              </a:path>
              <a:path w="24130" h="15240">
                <a:moveTo>
                  <a:pt x="8305" y="14592"/>
                </a:moveTo>
                <a:lnTo>
                  <a:pt x="7988" y="13500"/>
                </a:lnTo>
                <a:lnTo>
                  <a:pt x="8102" y="14592"/>
                </a:lnTo>
                <a:lnTo>
                  <a:pt x="8305" y="14592"/>
                </a:lnTo>
                <a:close/>
              </a:path>
              <a:path w="24130" h="15240">
                <a:moveTo>
                  <a:pt x="8458" y="2921"/>
                </a:moveTo>
                <a:lnTo>
                  <a:pt x="8432" y="2768"/>
                </a:lnTo>
                <a:lnTo>
                  <a:pt x="8394" y="2908"/>
                </a:lnTo>
                <a:close/>
              </a:path>
              <a:path w="24130" h="15240">
                <a:moveTo>
                  <a:pt x="8534" y="9118"/>
                </a:moveTo>
                <a:lnTo>
                  <a:pt x="8483" y="8915"/>
                </a:lnTo>
                <a:lnTo>
                  <a:pt x="8420" y="9055"/>
                </a:lnTo>
                <a:close/>
              </a:path>
              <a:path w="24130" h="15240">
                <a:moveTo>
                  <a:pt x="8534" y="3187"/>
                </a:moveTo>
                <a:lnTo>
                  <a:pt x="8394" y="3289"/>
                </a:lnTo>
                <a:lnTo>
                  <a:pt x="8534" y="3187"/>
                </a:lnTo>
                <a:close/>
              </a:path>
              <a:path w="24130" h="15240">
                <a:moveTo>
                  <a:pt x="8597" y="8763"/>
                </a:moveTo>
                <a:lnTo>
                  <a:pt x="8432" y="8686"/>
                </a:lnTo>
                <a:lnTo>
                  <a:pt x="8458" y="8877"/>
                </a:lnTo>
                <a:lnTo>
                  <a:pt x="8597" y="8763"/>
                </a:lnTo>
                <a:close/>
              </a:path>
              <a:path w="24130" h="15240">
                <a:moveTo>
                  <a:pt x="8623" y="9563"/>
                </a:moveTo>
                <a:lnTo>
                  <a:pt x="8572" y="9131"/>
                </a:lnTo>
                <a:lnTo>
                  <a:pt x="8369" y="9232"/>
                </a:lnTo>
                <a:lnTo>
                  <a:pt x="8521" y="9309"/>
                </a:lnTo>
                <a:lnTo>
                  <a:pt x="8623" y="9563"/>
                </a:lnTo>
                <a:close/>
              </a:path>
              <a:path w="24130" h="15240">
                <a:moveTo>
                  <a:pt x="8763" y="5753"/>
                </a:moveTo>
                <a:lnTo>
                  <a:pt x="8724" y="5575"/>
                </a:lnTo>
                <a:lnTo>
                  <a:pt x="8623" y="5791"/>
                </a:lnTo>
                <a:lnTo>
                  <a:pt x="8763" y="5753"/>
                </a:lnTo>
                <a:close/>
              </a:path>
              <a:path w="24130" h="15240">
                <a:moveTo>
                  <a:pt x="8966" y="7277"/>
                </a:moveTo>
                <a:lnTo>
                  <a:pt x="8940" y="7416"/>
                </a:lnTo>
                <a:lnTo>
                  <a:pt x="8966" y="7277"/>
                </a:lnTo>
                <a:close/>
              </a:path>
              <a:path w="24130" h="15240">
                <a:moveTo>
                  <a:pt x="9042" y="4762"/>
                </a:moveTo>
                <a:lnTo>
                  <a:pt x="8864" y="4826"/>
                </a:lnTo>
                <a:lnTo>
                  <a:pt x="8915" y="4965"/>
                </a:lnTo>
                <a:lnTo>
                  <a:pt x="9042" y="4762"/>
                </a:lnTo>
                <a:close/>
              </a:path>
              <a:path w="24130" h="15240">
                <a:moveTo>
                  <a:pt x="9055" y="12153"/>
                </a:moveTo>
                <a:lnTo>
                  <a:pt x="9029" y="11899"/>
                </a:lnTo>
                <a:lnTo>
                  <a:pt x="8801" y="11633"/>
                </a:lnTo>
                <a:lnTo>
                  <a:pt x="8851" y="12103"/>
                </a:lnTo>
                <a:lnTo>
                  <a:pt x="8915" y="11950"/>
                </a:lnTo>
                <a:lnTo>
                  <a:pt x="8978" y="12217"/>
                </a:lnTo>
                <a:close/>
              </a:path>
              <a:path w="24130" h="15240">
                <a:moveTo>
                  <a:pt x="9131" y="5003"/>
                </a:moveTo>
                <a:lnTo>
                  <a:pt x="8953" y="5003"/>
                </a:lnTo>
                <a:lnTo>
                  <a:pt x="9131" y="5003"/>
                </a:lnTo>
                <a:close/>
              </a:path>
              <a:path w="24130" h="15240">
                <a:moveTo>
                  <a:pt x="9309" y="8712"/>
                </a:moveTo>
                <a:lnTo>
                  <a:pt x="9131" y="8712"/>
                </a:lnTo>
                <a:lnTo>
                  <a:pt x="9309" y="8712"/>
                </a:lnTo>
                <a:close/>
              </a:path>
              <a:path w="24130" h="15240">
                <a:moveTo>
                  <a:pt x="9499" y="11074"/>
                </a:moveTo>
                <a:lnTo>
                  <a:pt x="9448" y="10896"/>
                </a:lnTo>
                <a:lnTo>
                  <a:pt x="9372" y="11074"/>
                </a:lnTo>
                <a:lnTo>
                  <a:pt x="9499" y="11074"/>
                </a:lnTo>
                <a:close/>
              </a:path>
              <a:path w="24130" h="15240">
                <a:moveTo>
                  <a:pt x="9512" y="14617"/>
                </a:moveTo>
                <a:lnTo>
                  <a:pt x="9461" y="14262"/>
                </a:lnTo>
                <a:lnTo>
                  <a:pt x="9461" y="14617"/>
                </a:lnTo>
                <a:close/>
              </a:path>
              <a:path w="24130" h="15240">
                <a:moveTo>
                  <a:pt x="9626" y="9398"/>
                </a:moveTo>
                <a:lnTo>
                  <a:pt x="9563" y="9156"/>
                </a:lnTo>
                <a:lnTo>
                  <a:pt x="9563" y="9398"/>
                </a:lnTo>
                <a:close/>
              </a:path>
              <a:path w="24130" h="15240">
                <a:moveTo>
                  <a:pt x="9829" y="10490"/>
                </a:moveTo>
                <a:lnTo>
                  <a:pt x="9677" y="10464"/>
                </a:lnTo>
                <a:lnTo>
                  <a:pt x="9791" y="10629"/>
                </a:lnTo>
                <a:lnTo>
                  <a:pt x="9829" y="10490"/>
                </a:lnTo>
                <a:close/>
              </a:path>
              <a:path w="24130" h="15240">
                <a:moveTo>
                  <a:pt x="9956" y="14401"/>
                </a:moveTo>
                <a:lnTo>
                  <a:pt x="9867" y="14008"/>
                </a:lnTo>
                <a:lnTo>
                  <a:pt x="9931" y="13741"/>
                </a:lnTo>
                <a:lnTo>
                  <a:pt x="9740" y="13779"/>
                </a:lnTo>
                <a:lnTo>
                  <a:pt x="9715" y="14008"/>
                </a:lnTo>
                <a:lnTo>
                  <a:pt x="9588" y="13919"/>
                </a:lnTo>
                <a:lnTo>
                  <a:pt x="9639" y="13716"/>
                </a:lnTo>
                <a:lnTo>
                  <a:pt x="9537" y="13500"/>
                </a:lnTo>
                <a:lnTo>
                  <a:pt x="9588" y="13817"/>
                </a:lnTo>
                <a:lnTo>
                  <a:pt x="9512" y="14084"/>
                </a:lnTo>
                <a:lnTo>
                  <a:pt x="9588" y="14274"/>
                </a:lnTo>
                <a:lnTo>
                  <a:pt x="9537" y="14605"/>
                </a:lnTo>
                <a:lnTo>
                  <a:pt x="9715" y="14605"/>
                </a:lnTo>
                <a:lnTo>
                  <a:pt x="9779" y="14465"/>
                </a:lnTo>
                <a:lnTo>
                  <a:pt x="9791" y="14249"/>
                </a:lnTo>
                <a:lnTo>
                  <a:pt x="9664" y="14198"/>
                </a:lnTo>
                <a:lnTo>
                  <a:pt x="9829" y="14008"/>
                </a:lnTo>
                <a:lnTo>
                  <a:pt x="9804" y="14249"/>
                </a:lnTo>
                <a:lnTo>
                  <a:pt x="9880" y="14490"/>
                </a:lnTo>
                <a:close/>
              </a:path>
              <a:path w="24130" h="15240">
                <a:moveTo>
                  <a:pt x="9969" y="5410"/>
                </a:moveTo>
                <a:lnTo>
                  <a:pt x="9715" y="5384"/>
                </a:lnTo>
                <a:lnTo>
                  <a:pt x="9842" y="5499"/>
                </a:lnTo>
                <a:lnTo>
                  <a:pt x="9969" y="5410"/>
                </a:lnTo>
                <a:close/>
              </a:path>
              <a:path w="24130" h="15240">
                <a:moveTo>
                  <a:pt x="9969" y="4787"/>
                </a:moveTo>
                <a:lnTo>
                  <a:pt x="9842" y="4724"/>
                </a:lnTo>
                <a:lnTo>
                  <a:pt x="9690" y="4622"/>
                </a:lnTo>
                <a:lnTo>
                  <a:pt x="9639" y="4876"/>
                </a:lnTo>
                <a:lnTo>
                  <a:pt x="9690" y="5016"/>
                </a:lnTo>
                <a:lnTo>
                  <a:pt x="9817" y="5041"/>
                </a:lnTo>
                <a:lnTo>
                  <a:pt x="9715" y="5321"/>
                </a:lnTo>
                <a:lnTo>
                  <a:pt x="9779" y="5143"/>
                </a:lnTo>
                <a:lnTo>
                  <a:pt x="9956" y="5245"/>
                </a:lnTo>
                <a:lnTo>
                  <a:pt x="9956" y="5118"/>
                </a:lnTo>
                <a:lnTo>
                  <a:pt x="9918" y="4940"/>
                </a:lnTo>
                <a:lnTo>
                  <a:pt x="9969" y="4787"/>
                </a:lnTo>
                <a:close/>
              </a:path>
              <a:path w="24130" h="15240">
                <a:moveTo>
                  <a:pt x="10020" y="13525"/>
                </a:moveTo>
                <a:lnTo>
                  <a:pt x="9880" y="13500"/>
                </a:lnTo>
                <a:lnTo>
                  <a:pt x="10020" y="13677"/>
                </a:lnTo>
                <a:lnTo>
                  <a:pt x="10020" y="13525"/>
                </a:lnTo>
                <a:close/>
              </a:path>
              <a:path w="24130" h="15240">
                <a:moveTo>
                  <a:pt x="10121" y="8928"/>
                </a:moveTo>
                <a:lnTo>
                  <a:pt x="9956" y="9055"/>
                </a:lnTo>
                <a:lnTo>
                  <a:pt x="10121" y="8928"/>
                </a:lnTo>
                <a:close/>
              </a:path>
              <a:path w="24130" h="15240">
                <a:moveTo>
                  <a:pt x="10223" y="11442"/>
                </a:moveTo>
                <a:lnTo>
                  <a:pt x="10020" y="11290"/>
                </a:lnTo>
                <a:lnTo>
                  <a:pt x="10045" y="11607"/>
                </a:lnTo>
                <a:lnTo>
                  <a:pt x="10223" y="11442"/>
                </a:lnTo>
                <a:close/>
              </a:path>
              <a:path w="24130" h="15240">
                <a:moveTo>
                  <a:pt x="10337" y="5118"/>
                </a:moveTo>
                <a:lnTo>
                  <a:pt x="10236" y="4965"/>
                </a:lnTo>
                <a:lnTo>
                  <a:pt x="10210" y="5143"/>
                </a:lnTo>
                <a:lnTo>
                  <a:pt x="10337" y="5118"/>
                </a:lnTo>
                <a:close/>
              </a:path>
              <a:path w="24130" h="15240">
                <a:moveTo>
                  <a:pt x="10426" y="25"/>
                </a:moveTo>
                <a:lnTo>
                  <a:pt x="10287" y="88"/>
                </a:lnTo>
                <a:lnTo>
                  <a:pt x="10337" y="266"/>
                </a:lnTo>
                <a:lnTo>
                  <a:pt x="10426" y="25"/>
                </a:lnTo>
                <a:close/>
              </a:path>
              <a:path w="24130" h="15240">
                <a:moveTo>
                  <a:pt x="10604" y="2540"/>
                </a:moveTo>
                <a:lnTo>
                  <a:pt x="10502" y="2057"/>
                </a:lnTo>
                <a:lnTo>
                  <a:pt x="10477" y="2184"/>
                </a:lnTo>
                <a:lnTo>
                  <a:pt x="10528" y="2590"/>
                </a:lnTo>
                <a:close/>
              </a:path>
              <a:path w="24130" h="15240">
                <a:moveTo>
                  <a:pt x="10655" y="12039"/>
                </a:moveTo>
                <a:lnTo>
                  <a:pt x="10629" y="11874"/>
                </a:lnTo>
                <a:lnTo>
                  <a:pt x="10655" y="12039"/>
                </a:lnTo>
                <a:close/>
              </a:path>
              <a:path w="24130" h="15240">
                <a:moveTo>
                  <a:pt x="10782" y="11226"/>
                </a:moveTo>
                <a:lnTo>
                  <a:pt x="10668" y="11366"/>
                </a:lnTo>
                <a:lnTo>
                  <a:pt x="10782" y="11226"/>
                </a:lnTo>
                <a:close/>
              </a:path>
              <a:path w="24130" h="15240">
                <a:moveTo>
                  <a:pt x="10820" y="12827"/>
                </a:moveTo>
                <a:lnTo>
                  <a:pt x="10706" y="12611"/>
                </a:lnTo>
                <a:lnTo>
                  <a:pt x="10795" y="12928"/>
                </a:lnTo>
                <a:close/>
              </a:path>
              <a:path w="24130" h="15240">
                <a:moveTo>
                  <a:pt x="10960" y="3149"/>
                </a:moveTo>
                <a:lnTo>
                  <a:pt x="10934" y="2908"/>
                </a:lnTo>
                <a:lnTo>
                  <a:pt x="10896" y="2743"/>
                </a:lnTo>
                <a:lnTo>
                  <a:pt x="10820" y="2476"/>
                </a:lnTo>
                <a:lnTo>
                  <a:pt x="10769" y="3098"/>
                </a:lnTo>
                <a:lnTo>
                  <a:pt x="10960" y="3149"/>
                </a:lnTo>
                <a:close/>
              </a:path>
              <a:path w="24130" h="15240">
                <a:moveTo>
                  <a:pt x="10972" y="14033"/>
                </a:moveTo>
                <a:lnTo>
                  <a:pt x="10845" y="14173"/>
                </a:lnTo>
                <a:lnTo>
                  <a:pt x="10909" y="14046"/>
                </a:lnTo>
                <a:close/>
              </a:path>
              <a:path w="24130" h="15240">
                <a:moveTo>
                  <a:pt x="11010" y="3225"/>
                </a:moveTo>
                <a:lnTo>
                  <a:pt x="10871" y="3175"/>
                </a:lnTo>
                <a:lnTo>
                  <a:pt x="10985" y="3543"/>
                </a:lnTo>
                <a:lnTo>
                  <a:pt x="11010" y="3225"/>
                </a:lnTo>
                <a:close/>
              </a:path>
              <a:path w="24130" h="15240">
                <a:moveTo>
                  <a:pt x="11379" y="4165"/>
                </a:moveTo>
                <a:lnTo>
                  <a:pt x="11303" y="4305"/>
                </a:lnTo>
                <a:lnTo>
                  <a:pt x="11379" y="4165"/>
                </a:lnTo>
                <a:close/>
              </a:path>
              <a:path w="24130" h="15240">
                <a:moveTo>
                  <a:pt x="13627" y="1460"/>
                </a:moveTo>
                <a:lnTo>
                  <a:pt x="13500" y="1358"/>
                </a:lnTo>
                <a:lnTo>
                  <a:pt x="13627" y="1460"/>
                </a:lnTo>
                <a:close/>
              </a:path>
              <a:path w="24130" h="15240">
                <a:moveTo>
                  <a:pt x="23698" y="10871"/>
                </a:moveTo>
                <a:lnTo>
                  <a:pt x="23634" y="10426"/>
                </a:lnTo>
                <a:lnTo>
                  <a:pt x="23660" y="11023"/>
                </a:lnTo>
                <a:lnTo>
                  <a:pt x="23609" y="11861"/>
                </a:lnTo>
                <a:lnTo>
                  <a:pt x="23672" y="12293"/>
                </a:lnTo>
                <a:lnTo>
                  <a:pt x="23647" y="11696"/>
                </a:lnTo>
                <a:lnTo>
                  <a:pt x="23698" y="108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2023821" y="1072946"/>
            <a:ext cx="19050" cy="14604"/>
          </a:xfrm>
          <a:custGeom>
            <a:avLst/>
            <a:gdLst/>
            <a:ahLst/>
            <a:cxnLst/>
            <a:rect l="l" t="t" r="r" b="b"/>
            <a:pathLst>
              <a:path w="19050" h="14605">
                <a:moveTo>
                  <a:pt x="127" y="1854"/>
                </a:moveTo>
                <a:lnTo>
                  <a:pt x="0" y="1955"/>
                </a:lnTo>
                <a:lnTo>
                  <a:pt x="127" y="2032"/>
                </a:lnTo>
                <a:lnTo>
                  <a:pt x="127" y="1854"/>
                </a:lnTo>
                <a:close/>
              </a:path>
              <a:path w="19050" h="14605">
                <a:moveTo>
                  <a:pt x="990" y="13093"/>
                </a:moveTo>
                <a:lnTo>
                  <a:pt x="800" y="12941"/>
                </a:lnTo>
                <a:lnTo>
                  <a:pt x="889" y="13093"/>
                </a:lnTo>
                <a:close/>
              </a:path>
              <a:path w="19050" h="14605">
                <a:moveTo>
                  <a:pt x="1778" y="1714"/>
                </a:moveTo>
                <a:lnTo>
                  <a:pt x="1714" y="1879"/>
                </a:lnTo>
                <a:lnTo>
                  <a:pt x="1778" y="1714"/>
                </a:lnTo>
                <a:close/>
              </a:path>
              <a:path w="19050" h="14605">
                <a:moveTo>
                  <a:pt x="2146" y="13119"/>
                </a:moveTo>
                <a:lnTo>
                  <a:pt x="2082" y="13284"/>
                </a:lnTo>
                <a:lnTo>
                  <a:pt x="2146" y="13119"/>
                </a:lnTo>
                <a:close/>
              </a:path>
              <a:path w="19050" h="14605">
                <a:moveTo>
                  <a:pt x="2184" y="12636"/>
                </a:moveTo>
                <a:lnTo>
                  <a:pt x="2082" y="12509"/>
                </a:lnTo>
                <a:lnTo>
                  <a:pt x="2057" y="12636"/>
                </a:lnTo>
                <a:lnTo>
                  <a:pt x="2184" y="12636"/>
                </a:lnTo>
                <a:close/>
              </a:path>
              <a:path w="19050" h="14605">
                <a:moveTo>
                  <a:pt x="2222" y="711"/>
                </a:moveTo>
                <a:lnTo>
                  <a:pt x="2209" y="381"/>
                </a:lnTo>
                <a:lnTo>
                  <a:pt x="2184" y="571"/>
                </a:lnTo>
                <a:lnTo>
                  <a:pt x="1993" y="571"/>
                </a:lnTo>
                <a:lnTo>
                  <a:pt x="1866" y="673"/>
                </a:lnTo>
                <a:lnTo>
                  <a:pt x="1943" y="825"/>
                </a:lnTo>
                <a:lnTo>
                  <a:pt x="1943" y="1054"/>
                </a:lnTo>
                <a:lnTo>
                  <a:pt x="2159" y="1117"/>
                </a:lnTo>
                <a:lnTo>
                  <a:pt x="2184" y="622"/>
                </a:lnTo>
                <a:close/>
              </a:path>
              <a:path w="19050" h="14605">
                <a:moveTo>
                  <a:pt x="2413" y="1358"/>
                </a:moveTo>
                <a:lnTo>
                  <a:pt x="2247" y="1054"/>
                </a:lnTo>
                <a:lnTo>
                  <a:pt x="2222" y="1219"/>
                </a:lnTo>
                <a:lnTo>
                  <a:pt x="2298" y="1397"/>
                </a:lnTo>
                <a:lnTo>
                  <a:pt x="2095" y="1638"/>
                </a:lnTo>
                <a:lnTo>
                  <a:pt x="2286" y="1638"/>
                </a:lnTo>
                <a:lnTo>
                  <a:pt x="2260" y="1409"/>
                </a:lnTo>
                <a:lnTo>
                  <a:pt x="2413" y="1676"/>
                </a:lnTo>
                <a:lnTo>
                  <a:pt x="2413" y="1358"/>
                </a:lnTo>
                <a:close/>
              </a:path>
              <a:path w="19050" h="14605">
                <a:moveTo>
                  <a:pt x="2552" y="13906"/>
                </a:moveTo>
                <a:lnTo>
                  <a:pt x="2489" y="13741"/>
                </a:lnTo>
                <a:lnTo>
                  <a:pt x="2489" y="13881"/>
                </a:lnTo>
                <a:close/>
              </a:path>
              <a:path w="19050" h="14605">
                <a:moveTo>
                  <a:pt x="2616" y="13665"/>
                </a:moveTo>
                <a:lnTo>
                  <a:pt x="2578" y="13411"/>
                </a:lnTo>
                <a:lnTo>
                  <a:pt x="2514" y="13677"/>
                </a:lnTo>
                <a:close/>
              </a:path>
              <a:path w="19050" h="14605">
                <a:moveTo>
                  <a:pt x="2667" y="6515"/>
                </a:moveTo>
                <a:lnTo>
                  <a:pt x="2489" y="6400"/>
                </a:lnTo>
                <a:lnTo>
                  <a:pt x="2489" y="6616"/>
                </a:lnTo>
                <a:lnTo>
                  <a:pt x="2667" y="6654"/>
                </a:lnTo>
                <a:lnTo>
                  <a:pt x="2667" y="6515"/>
                </a:lnTo>
                <a:close/>
              </a:path>
              <a:path w="19050" h="14605">
                <a:moveTo>
                  <a:pt x="2692" y="101"/>
                </a:moveTo>
                <a:lnTo>
                  <a:pt x="2603" y="304"/>
                </a:lnTo>
                <a:lnTo>
                  <a:pt x="2692" y="101"/>
                </a:lnTo>
                <a:close/>
              </a:path>
              <a:path w="19050" h="14605">
                <a:moveTo>
                  <a:pt x="2717" y="1320"/>
                </a:moveTo>
                <a:lnTo>
                  <a:pt x="2628" y="1130"/>
                </a:lnTo>
                <a:lnTo>
                  <a:pt x="2603" y="1257"/>
                </a:lnTo>
                <a:close/>
              </a:path>
              <a:path w="19050" h="14605">
                <a:moveTo>
                  <a:pt x="2717" y="431"/>
                </a:moveTo>
                <a:lnTo>
                  <a:pt x="2463" y="215"/>
                </a:lnTo>
                <a:lnTo>
                  <a:pt x="2514" y="571"/>
                </a:lnTo>
                <a:lnTo>
                  <a:pt x="2717" y="431"/>
                </a:lnTo>
                <a:close/>
              </a:path>
              <a:path w="19050" h="14605">
                <a:moveTo>
                  <a:pt x="2743" y="4406"/>
                </a:moveTo>
                <a:lnTo>
                  <a:pt x="2717" y="4191"/>
                </a:lnTo>
                <a:lnTo>
                  <a:pt x="2578" y="4140"/>
                </a:lnTo>
                <a:lnTo>
                  <a:pt x="2667" y="4318"/>
                </a:lnTo>
                <a:lnTo>
                  <a:pt x="2616" y="4483"/>
                </a:lnTo>
                <a:lnTo>
                  <a:pt x="2743" y="4406"/>
                </a:lnTo>
                <a:close/>
              </a:path>
              <a:path w="19050" h="14605">
                <a:moveTo>
                  <a:pt x="2768" y="9956"/>
                </a:moveTo>
                <a:lnTo>
                  <a:pt x="2717" y="9829"/>
                </a:lnTo>
                <a:lnTo>
                  <a:pt x="2616" y="10058"/>
                </a:lnTo>
                <a:lnTo>
                  <a:pt x="2768" y="9956"/>
                </a:lnTo>
                <a:close/>
              </a:path>
              <a:path w="19050" h="14605">
                <a:moveTo>
                  <a:pt x="2844" y="4064"/>
                </a:moveTo>
                <a:lnTo>
                  <a:pt x="2768" y="3924"/>
                </a:lnTo>
                <a:lnTo>
                  <a:pt x="2794" y="4114"/>
                </a:lnTo>
                <a:close/>
              </a:path>
              <a:path w="19050" h="14605">
                <a:moveTo>
                  <a:pt x="2870" y="5880"/>
                </a:moveTo>
                <a:lnTo>
                  <a:pt x="2717" y="5676"/>
                </a:lnTo>
                <a:lnTo>
                  <a:pt x="2679" y="5994"/>
                </a:lnTo>
                <a:lnTo>
                  <a:pt x="2844" y="5969"/>
                </a:lnTo>
                <a:close/>
              </a:path>
              <a:path w="19050" h="14605">
                <a:moveTo>
                  <a:pt x="2895" y="6019"/>
                </a:moveTo>
                <a:lnTo>
                  <a:pt x="2844" y="6172"/>
                </a:lnTo>
                <a:lnTo>
                  <a:pt x="2692" y="6172"/>
                </a:lnTo>
                <a:lnTo>
                  <a:pt x="2844" y="6223"/>
                </a:lnTo>
                <a:lnTo>
                  <a:pt x="2895" y="6019"/>
                </a:lnTo>
                <a:close/>
              </a:path>
              <a:path w="19050" h="14605">
                <a:moveTo>
                  <a:pt x="2908" y="3695"/>
                </a:moveTo>
                <a:lnTo>
                  <a:pt x="2768" y="3467"/>
                </a:lnTo>
                <a:lnTo>
                  <a:pt x="2755" y="3606"/>
                </a:lnTo>
                <a:lnTo>
                  <a:pt x="2908" y="3695"/>
                </a:lnTo>
                <a:close/>
              </a:path>
              <a:path w="19050" h="14605">
                <a:moveTo>
                  <a:pt x="2921" y="0"/>
                </a:moveTo>
                <a:lnTo>
                  <a:pt x="2870" y="139"/>
                </a:lnTo>
                <a:lnTo>
                  <a:pt x="2921" y="0"/>
                </a:lnTo>
                <a:close/>
              </a:path>
              <a:path w="19050" h="14605">
                <a:moveTo>
                  <a:pt x="2946" y="5130"/>
                </a:moveTo>
                <a:lnTo>
                  <a:pt x="2844" y="5003"/>
                </a:lnTo>
                <a:lnTo>
                  <a:pt x="2870" y="4864"/>
                </a:lnTo>
                <a:lnTo>
                  <a:pt x="2717" y="4762"/>
                </a:lnTo>
                <a:lnTo>
                  <a:pt x="2616" y="4889"/>
                </a:lnTo>
                <a:lnTo>
                  <a:pt x="2692" y="5016"/>
                </a:lnTo>
                <a:lnTo>
                  <a:pt x="2590" y="5321"/>
                </a:lnTo>
                <a:lnTo>
                  <a:pt x="2590" y="5626"/>
                </a:lnTo>
                <a:lnTo>
                  <a:pt x="2692" y="5410"/>
                </a:lnTo>
                <a:lnTo>
                  <a:pt x="2870" y="5461"/>
                </a:lnTo>
                <a:lnTo>
                  <a:pt x="2921" y="5270"/>
                </a:lnTo>
                <a:lnTo>
                  <a:pt x="2946" y="5130"/>
                </a:lnTo>
                <a:close/>
              </a:path>
              <a:path w="19050" h="14605">
                <a:moveTo>
                  <a:pt x="3022" y="0"/>
                </a:moveTo>
                <a:close/>
              </a:path>
              <a:path w="19050" h="14605">
                <a:moveTo>
                  <a:pt x="3124" y="4381"/>
                </a:moveTo>
                <a:lnTo>
                  <a:pt x="3098" y="4559"/>
                </a:lnTo>
                <a:lnTo>
                  <a:pt x="3124" y="4381"/>
                </a:lnTo>
                <a:close/>
              </a:path>
              <a:path w="19050" h="14605">
                <a:moveTo>
                  <a:pt x="3200" y="12750"/>
                </a:moveTo>
                <a:lnTo>
                  <a:pt x="3149" y="12928"/>
                </a:lnTo>
                <a:lnTo>
                  <a:pt x="3200" y="12750"/>
                </a:lnTo>
                <a:close/>
              </a:path>
              <a:path w="19050" h="14605">
                <a:moveTo>
                  <a:pt x="3200" y="4127"/>
                </a:moveTo>
                <a:lnTo>
                  <a:pt x="3162" y="3949"/>
                </a:lnTo>
                <a:lnTo>
                  <a:pt x="3200" y="4127"/>
                </a:lnTo>
                <a:close/>
              </a:path>
              <a:path w="19050" h="14605">
                <a:moveTo>
                  <a:pt x="3263" y="13106"/>
                </a:moveTo>
                <a:lnTo>
                  <a:pt x="3124" y="12979"/>
                </a:lnTo>
                <a:lnTo>
                  <a:pt x="3098" y="13182"/>
                </a:lnTo>
                <a:lnTo>
                  <a:pt x="3238" y="13182"/>
                </a:lnTo>
                <a:close/>
              </a:path>
              <a:path w="19050" h="14605">
                <a:moveTo>
                  <a:pt x="3289" y="12293"/>
                </a:moveTo>
                <a:lnTo>
                  <a:pt x="3187" y="12547"/>
                </a:lnTo>
                <a:lnTo>
                  <a:pt x="3035" y="12611"/>
                </a:lnTo>
                <a:lnTo>
                  <a:pt x="3238" y="12725"/>
                </a:lnTo>
                <a:lnTo>
                  <a:pt x="3289" y="12293"/>
                </a:lnTo>
                <a:close/>
              </a:path>
              <a:path w="19050" h="14605">
                <a:moveTo>
                  <a:pt x="3429" y="1574"/>
                </a:moveTo>
                <a:lnTo>
                  <a:pt x="3289" y="1536"/>
                </a:lnTo>
                <a:lnTo>
                  <a:pt x="3390" y="1727"/>
                </a:lnTo>
                <a:lnTo>
                  <a:pt x="3429" y="1574"/>
                </a:lnTo>
                <a:close/>
              </a:path>
              <a:path w="19050" h="14605">
                <a:moveTo>
                  <a:pt x="3619" y="9982"/>
                </a:moveTo>
                <a:lnTo>
                  <a:pt x="3517" y="9779"/>
                </a:lnTo>
                <a:lnTo>
                  <a:pt x="3467" y="10223"/>
                </a:lnTo>
                <a:lnTo>
                  <a:pt x="3619" y="9982"/>
                </a:lnTo>
                <a:close/>
              </a:path>
              <a:path w="19050" h="14605">
                <a:moveTo>
                  <a:pt x="3632" y="14579"/>
                </a:moveTo>
                <a:lnTo>
                  <a:pt x="3606" y="14439"/>
                </a:lnTo>
                <a:lnTo>
                  <a:pt x="3581" y="14579"/>
                </a:lnTo>
                <a:close/>
              </a:path>
              <a:path w="19050" h="14605">
                <a:moveTo>
                  <a:pt x="3708" y="2552"/>
                </a:moveTo>
                <a:lnTo>
                  <a:pt x="3581" y="2438"/>
                </a:lnTo>
                <a:lnTo>
                  <a:pt x="3708" y="2552"/>
                </a:lnTo>
                <a:close/>
              </a:path>
              <a:path w="19050" h="14605">
                <a:moveTo>
                  <a:pt x="3721" y="0"/>
                </a:moveTo>
                <a:close/>
              </a:path>
              <a:path w="19050" h="14605">
                <a:moveTo>
                  <a:pt x="3797" y="2324"/>
                </a:moveTo>
                <a:lnTo>
                  <a:pt x="3619" y="2324"/>
                </a:lnTo>
                <a:lnTo>
                  <a:pt x="3797" y="2324"/>
                </a:lnTo>
                <a:close/>
              </a:path>
              <a:path w="19050" h="14605">
                <a:moveTo>
                  <a:pt x="3975" y="13157"/>
                </a:moveTo>
                <a:lnTo>
                  <a:pt x="3898" y="13030"/>
                </a:lnTo>
                <a:lnTo>
                  <a:pt x="3797" y="13157"/>
                </a:lnTo>
                <a:lnTo>
                  <a:pt x="3975" y="13157"/>
                </a:lnTo>
                <a:close/>
              </a:path>
              <a:path w="19050" h="14605">
                <a:moveTo>
                  <a:pt x="4165" y="10795"/>
                </a:moveTo>
                <a:lnTo>
                  <a:pt x="4038" y="10795"/>
                </a:lnTo>
                <a:lnTo>
                  <a:pt x="4038" y="10972"/>
                </a:lnTo>
                <a:lnTo>
                  <a:pt x="4165" y="10795"/>
                </a:lnTo>
                <a:close/>
              </a:path>
              <a:path w="19050" h="14605">
                <a:moveTo>
                  <a:pt x="4292" y="12458"/>
                </a:moveTo>
                <a:lnTo>
                  <a:pt x="4229" y="12687"/>
                </a:lnTo>
                <a:lnTo>
                  <a:pt x="4292" y="12458"/>
                </a:lnTo>
                <a:close/>
              </a:path>
              <a:path w="19050" h="14605">
                <a:moveTo>
                  <a:pt x="4495" y="11366"/>
                </a:moveTo>
                <a:lnTo>
                  <a:pt x="4457" y="11226"/>
                </a:lnTo>
                <a:lnTo>
                  <a:pt x="4343" y="11404"/>
                </a:lnTo>
                <a:lnTo>
                  <a:pt x="4495" y="11366"/>
                </a:lnTo>
                <a:close/>
              </a:path>
              <a:path w="19050" h="14605">
                <a:moveTo>
                  <a:pt x="4635" y="2514"/>
                </a:moveTo>
                <a:lnTo>
                  <a:pt x="4622" y="2374"/>
                </a:lnTo>
                <a:lnTo>
                  <a:pt x="4622" y="2197"/>
                </a:lnTo>
                <a:lnTo>
                  <a:pt x="4622" y="2057"/>
                </a:lnTo>
                <a:lnTo>
                  <a:pt x="4445" y="2171"/>
                </a:lnTo>
                <a:lnTo>
                  <a:pt x="4381" y="2019"/>
                </a:lnTo>
                <a:lnTo>
                  <a:pt x="4381" y="2159"/>
                </a:lnTo>
                <a:lnTo>
                  <a:pt x="4406" y="2400"/>
                </a:lnTo>
                <a:lnTo>
                  <a:pt x="4356" y="2679"/>
                </a:lnTo>
                <a:lnTo>
                  <a:pt x="4508" y="2565"/>
                </a:lnTo>
                <a:lnTo>
                  <a:pt x="4635" y="2514"/>
                </a:lnTo>
                <a:close/>
              </a:path>
              <a:path w="19050" h="14605">
                <a:moveTo>
                  <a:pt x="4635" y="1930"/>
                </a:moveTo>
                <a:lnTo>
                  <a:pt x="4508" y="1828"/>
                </a:lnTo>
                <a:lnTo>
                  <a:pt x="4381" y="1955"/>
                </a:lnTo>
                <a:lnTo>
                  <a:pt x="4635" y="1930"/>
                </a:lnTo>
                <a:close/>
              </a:path>
              <a:path w="19050" h="14605">
                <a:moveTo>
                  <a:pt x="4686" y="8166"/>
                </a:moveTo>
                <a:lnTo>
                  <a:pt x="4546" y="8343"/>
                </a:lnTo>
                <a:lnTo>
                  <a:pt x="4686" y="8318"/>
                </a:lnTo>
                <a:lnTo>
                  <a:pt x="4686" y="8166"/>
                </a:lnTo>
                <a:close/>
              </a:path>
              <a:path w="19050" h="14605">
                <a:moveTo>
                  <a:pt x="4787" y="12915"/>
                </a:moveTo>
                <a:lnTo>
                  <a:pt x="4622" y="12801"/>
                </a:lnTo>
                <a:lnTo>
                  <a:pt x="4673" y="12966"/>
                </a:lnTo>
                <a:close/>
              </a:path>
              <a:path w="19050" h="14605">
                <a:moveTo>
                  <a:pt x="4889" y="10414"/>
                </a:moveTo>
                <a:lnTo>
                  <a:pt x="4711" y="10248"/>
                </a:lnTo>
                <a:lnTo>
                  <a:pt x="4686" y="10566"/>
                </a:lnTo>
                <a:lnTo>
                  <a:pt x="4889" y="10414"/>
                </a:lnTo>
                <a:close/>
              </a:path>
              <a:path w="19050" h="14605">
                <a:moveTo>
                  <a:pt x="5003" y="2197"/>
                </a:moveTo>
                <a:lnTo>
                  <a:pt x="4876" y="2171"/>
                </a:lnTo>
                <a:lnTo>
                  <a:pt x="4902" y="2349"/>
                </a:lnTo>
                <a:lnTo>
                  <a:pt x="5003" y="2197"/>
                </a:lnTo>
                <a:close/>
              </a:path>
              <a:path w="19050" h="14605">
                <a:moveTo>
                  <a:pt x="5092" y="7302"/>
                </a:moveTo>
                <a:lnTo>
                  <a:pt x="5003" y="7048"/>
                </a:lnTo>
                <a:lnTo>
                  <a:pt x="4953" y="7175"/>
                </a:lnTo>
                <a:lnTo>
                  <a:pt x="4978" y="7315"/>
                </a:lnTo>
                <a:close/>
              </a:path>
              <a:path w="19050" h="14605">
                <a:moveTo>
                  <a:pt x="5270" y="4787"/>
                </a:moveTo>
                <a:lnTo>
                  <a:pt x="5168" y="4927"/>
                </a:lnTo>
                <a:lnTo>
                  <a:pt x="5143" y="5143"/>
                </a:lnTo>
                <a:lnTo>
                  <a:pt x="5168" y="5283"/>
                </a:lnTo>
                <a:lnTo>
                  <a:pt x="5270" y="4787"/>
                </a:lnTo>
                <a:close/>
              </a:path>
              <a:path w="19050" h="14605">
                <a:moveTo>
                  <a:pt x="5321" y="9829"/>
                </a:moveTo>
                <a:lnTo>
                  <a:pt x="5194" y="9982"/>
                </a:lnTo>
                <a:lnTo>
                  <a:pt x="5321" y="9829"/>
                </a:lnTo>
                <a:close/>
              </a:path>
              <a:path w="19050" h="14605">
                <a:moveTo>
                  <a:pt x="5448" y="10629"/>
                </a:moveTo>
                <a:lnTo>
                  <a:pt x="5422" y="10426"/>
                </a:lnTo>
                <a:lnTo>
                  <a:pt x="5372" y="10629"/>
                </a:lnTo>
                <a:close/>
              </a:path>
              <a:path w="19050" h="14605">
                <a:moveTo>
                  <a:pt x="5486" y="9029"/>
                </a:moveTo>
                <a:lnTo>
                  <a:pt x="5295" y="9131"/>
                </a:lnTo>
                <a:lnTo>
                  <a:pt x="5372" y="9258"/>
                </a:lnTo>
                <a:lnTo>
                  <a:pt x="5486" y="9029"/>
                </a:lnTo>
                <a:close/>
              </a:path>
              <a:path w="19050" h="14605">
                <a:moveTo>
                  <a:pt x="5626" y="4178"/>
                </a:moveTo>
                <a:lnTo>
                  <a:pt x="5435" y="4216"/>
                </a:lnTo>
                <a:lnTo>
                  <a:pt x="5410" y="4787"/>
                </a:lnTo>
                <a:lnTo>
                  <a:pt x="5588" y="4597"/>
                </a:lnTo>
                <a:lnTo>
                  <a:pt x="5600" y="4406"/>
                </a:lnTo>
                <a:lnTo>
                  <a:pt x="5626" y="4178"/>
                </a:lnTo>
                <a:close/>
              </a:path>
              <a:path w="19050" h="14605">
                <a:moveTo>
                  <a:pt x="5638" y="7848"/>
                </a:moveTo>
                <a:lnTo>
                  <a:pt x="5511" y="7696"/>
                </a:lnTo>
                <a:lnTo>
                  <a:pt x="5537" y="7848"/>
                </a:lnTo>
                <a:close/>
              </a:path>
              <a:path w="19050" h="14605">
                <a:moveTo>
                  <a:pt x="5676" y="4102"/>
                </a:moveTo>
                <a:lnTo>
                  <a:pt x="5651" y="3797"/>
                </a:lnTo>
                <a:lnTo>
                  <a:pt x="5537" y="4165"/>
                </a:lnTo>
                <a:lnTo>
                  <a:pt x="5676" y="4102"/>
                </a:lnTo>
                <a:close/>
              </a:path>
              <a:path w="19050" h="14605">
                <a:moveTo>
                  <a:pt x="6045" y="3136"/>
                </a:moveTo>
                <a:lnTo>
                  <a:pt x="6007" y="2921"/>
                </a:lnTo>
                <a:lnTo>
                  <a:pt x="5969" y="3136"/>
                </a:lnTo>
                <a:close/>
              </a:path>
              <a:path w="19050" h="14605">
                <a:moveTo>
                  <a:pt x="8293" y="5880"/>
                </a:moveTo>
                <a:lnTo>
                  <a:pt x="8153" y="5854"/>
                </a:lnTo>
                <a:lnTo>
                  <a:pt x="8166" y="5994"/>
                </a:lnTo>
                <a:lnTo>
                  <a:pt x="8293" y="5880"/>
                </a:lnTo>
                <a:close/>
              </a:path>
              <a:path w="19050" h="14605">
                <a:moveTo>
                  <a:pt x="18364" y="10985"/>
                </a:moveTo>
                <a:lnTo>
                  <a:pt x="18313" y="10147"/>
                </a:lnTo>
                <a:lnTo>
                  <a:pt x="18338" y="9563"/>
                </a:lnTo>
                <a:lnTo>
                  <a:pt x="18275" y="10007"/>
                </a:lnTo>
                <a:lnTo>
                  <a:pt x="18326" y="10833"/>
                </a:lnTo>
                <a:lnTo>
                  <a:pt x="18300" y="11430"/>
                </a:lnTo>
                <a:lnTo>
                  <a:pt x="18364" y="10985"/>
                </a:lnTo>
                <a:close/>
              </a:path>
              <a:path w="19050" h="14605">
                <a:moveTo>
                  <a:pt x="18935" y="0"/>
                </a:moveTo>
                <a:lnTo>
                  <a:pt x="18897" y="317"/>
                </a:lnTo>
                <a:lnTo>
                  <a:pt x="189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2018487" y="1080185"/>
            <a:ext cx="24765" cy="14604"/>
          </a:xfrm>
          <a:custGeom>
            <a:avLst/>
            <a:gdLst/>
            <a:ahLst/>
            <a:cxnLst/>
            <a:rect l="l" t="t" r="r" b="b"/>
            <a:pathLst>
              <a:path w="24764" h="14605">
                <a:moveTo>
                  <a:pt x="6108" y="3530"/>
                </a:moveTo>
                <a:lnTo>
                  <a:pt x="50" y="3530"/>
                </a:lnTo>
                <a:lnTo>
                  <a:pt x="88" y="5727"/>
                </a:lnTo>
                <a:lnTo>
                  <a:pt x="5499" y="5727"/>
                </a:lnTo>
                <a:lnTo>
                  <a:pt x="6108" y="3530"/>
                </a:lnTo>
                <a:close/>
              </a:path>
              <a:path w="24764" h="14605">
                <a:moveTo>
                  <a:pt x="6146" y="5727"/>
                </a:moveTo>
                <a:lnTo>
                  <a:pt x="5969" y="5727"/>
                </a:lnTo>
                <a:lnTo>
                  <a:pt x="6134" y="6375"/>
                </a:lnTo>
                <a:lnTo>
                  <a:pt x="6146" y="5727"/>
                </a:lnTo>
                <a:close/>
              </a:path>
              <a:path w="24764" h="14605">
                <a:moveTo>
                  <a:pt x="6324" y="13068"/>
                </a:moveTo>
                <a:lnTo>
                  <a:pt x="6134" y="12941"/>
                </a:lnTo>
                <a:lnTo>
                  <a:pt x="6223" y="13068"/>
                </a:lnTo>
                <a:close/>
              </a:path>
              <a:path w="24764" h="14605">
                <a:moveTo>
                  <a:pt x="7366" y="7340"/>
                </a:moveTo>
                <a:lnTo>
                  <a:pt x="7315" y="7010"/>
                </a:lnTo>
                <a:lnTo>
                  <a:pt x="6997" y="7010"/>
                </a:lnTo>
                <a:lnTo>
                  <a:pt x="6870" y="6858"/>
                </a:lnTo>
                <a:lnTo>
                  <a:pt x="6578" y="6502"/>
                </a:lnTo>
                <a:lnTo>
                  <a:pt x="6438" y="6502"/>
                </a:lnTo>
                <a:lnTo>
                  <a:pt x="6438" y="6375"/>
                </a:lnTo>
                <a:lnTo>
                  <a:pt x="6134" y="6375"/>
                </a:lnTo>
                <a:lnTo>
                  <a:pt x="101" y="6375"/>
                </a:lnTo>
                <a:lnTo>
                  <a:pt x="114" y="7340"/>
                </a:lnTo>
                <a:lnTo>
                  <a:pt x="7366" y="7340"/>
                </a:lnTo>
                <a:close/>
              </a:path>
              <a:path w="24764" h="14605">
                <a:moveTo>
                  <a:pt x="7480" y="13106"/>
                </a:moveTo>
                <a:lnTo>
                  <a:pt x="7416" y="13271"/>
                </a:lnTo>
                <a:lnTo>
                  <a:pt x="7480" y="13106"/>
                </a:lnTo>
                <a:close/>
              </a:path>
              <a:path w="24764" h="14605">
                <a:moveTo>
                  <a:pt x="7518" y="12611"/>
                </a:moveTo>
                <a:lnTo>
                  <a:pt x="7391" y="12611"/>
                </a:lnTo>
                <a:lnTo>
                  <a:pt x="7518" y="12611"/>
                </a:lnTo>
                <a:close/>
              </a:path>
              <a:path w="24764" h="14605">
                <a:moveTo>
                  <a:pt x="7556" y="6654"/>
                </a:moveTo>
                <a:lnTo>
                  <a:pt x="7493" y="6210"/>
                </a:lnTo>
                <a:lnTo>
                  <a:pt x="7277" y="6286"/>
                </a:lnTo>
                <a:lnTo>
                  <a:pt x="7378" y="6642"/>
                </a:lnTo>
                <a:lnTo>
                  <a:pt x="7200" y="6667"/>
                </a:lnTo>
                <a:lnTo>
                  <a:pt x="7327" y="6769"/>
                </a:lnTo>
                <a:lnTo>
                  <a:pt x="7518" y="6769"/>
                </a:lnTo>
                <a:lnTo>
                  <a:pt x="7543" y="6946"/>
                </a:lnTo>
                <a:lnTo>
                  <a:pt x="7556" y="6654"/>
                </a:lnTo>
                <a:close/>
              </a:path>
              <a:path w="24764" h="14605">
                <a:moveTo>
                  <a:pt x="7810" y="2832"/>
                </a:moveTo>
                <a:lnTo>
                  <a:pt x="6400" y="2832"/>
                </a:lnTo>
                <a:lnTo>
                  <a:pt x="6324" y="2603"/>
                </a:lnTo>
                <a:lnTo>
                  <a:pt x="25" y="2603"/>
                </a:lnTo>
                <a:lnTo>
                  <a:pt x="50" y="3390"/>
                </a:lnTo>
                <a:lnTo>
                  <a:pt x="7683" y="3390"/>
                </a:lnTo>
                <a:lnTo>
                  <a:pt x="7594" y="3149"/>
                </a:lnTo>
                <a:lnTo>
                  <a:pt x="7772" y="3149"/>
                </a:lnTo>
                <a:lnTo>
                  <a:pt x="7810" y="2832"/>
                </a:lnTo>
                <a:close/>
              </a:path>
              <a:path w="24764" h="14605">
                <a:moveTo>
                  <a:pt x="7886" y="13881"/>
                </a:moveTo>
                <a:lnTo>
                  <a:pt x="7823" y="13716"/>
                </a:lnTo>
                <a:lnTo>
                  <a:pt x="7823" y="13855"/>
                </a:lnTo>
                <a:close/>
              </a:path>
              <a:path w="24764" h="14605">
                <a:moveTo>
                  <a:pt x="7886" y="7340"/>
                </a:moveTo>
                <a:close/>
              </a:path>
              <a:path w="24764" h="14605">
                <a:moveTo>
                  <a:pt x="7950" y="13652"/>
                </a:moveTo>
                <a:lnTo>
                  <a:pt x="7912" y="13385"/>
                </a:lnTo>
                <a:lnTo>
                  <a:pt x="7848" y="13690"/>
                </a:lnTo>
                <a:close/>
              </a:path>
              <a:path w="24764" h="14605">
                <a:moveTo>
                  <a:pt x="8001" y="685"/>
                </a:moveTo>
                <a:lnTo>
                  <a:pt x="7835" y="723"/>
                </a:lnTo>
                <a:lnTo>
                  <a:pt x="0" y="660"/>
                </a:lnTo>
                <a:lnTo>
                  <a:pt x="0" y="939"/>
                </a:lnTo>
                <a:lnTo>
                  <a:pt x="7810" y="939"/>
                </a:lnTo>
                <a:lnTo>
                  <a:pt x="8001" y="812"/>
                </a:lnTo>
                <a:lnTo>
                  <a:pt x="8001" y="685"/>
                </a:lnTo>
                <a:close/>
              </a:path>
              <a:path w="24764" h="14605">
                <a:moveTo>
                  <a:pt x="8026" y="7150"/>
                </a:moveTo>
                <a:lnTo>
                  <a:pt x="7962" y="7340"/>
                </a:lnTo>
                <a:lnTo>
                  <a:pt x="8026" y="7150"/>
                </a:lnTo>
                <a:close/>
              </a:path>
              <a:path w="24764" h="14605">
                <a:moveTo>
                  <a:pt x="8051" y="6896"/>
                </a:moveTo>
                <a:lnTo>
                  <a:pt x="7848" y="6769"/>
                </a:lnTo>
                <a:lnTo>
                  <a:pt x="7759" y="7023"/>
                </a:lnTo>
                <a:lnTo>
                  <a:pt x="8051" y="6896"/>
                </a:lnTo>
                <a:close/>
              </a:path>
              <a:path w="24764" h="14605">
                <a:moveTo>
                  <a:pt x="8051" y="6032"/>
                </a:moveTo>
                <a:lnTo>
                  <a:pt x="7962" y="6197"/>
                </a:lnTo>
                <a:lnTo>
                  <a:pt x="8051" y="6032"/>
                </a:lnTo>
                <a:close/>
              </a:path>
              <a:path w="24764" h="14605">
                <a:moveTo>
                  <a:pt x="8077" y="2933"/>
                </a:moveTo>
                <a:lnTo>
                  <a:pt x="7950" y="2870"/>
                </a:lnTo>
                <a:lnTo>
                  <a:pt x="8001" y="3035"/>
                </a:lnTo>
                <a:lnTo>
                  <a:pt x="7912" y="3213"/>
                </a:lnTo>
                <a:lnTo>
                  <a:pt x="8051" y="3162"/>
                </a:lnTo>
                <a:lnTo>
                  <a:pt x="8051" y="2984"/>
                </a:lnTo>
                <a:close/>
              </a:path>
              <a:path w="24764" h="14605">
                <a:moveTo>
                  <a:pt x="8102" y="9944"/>
                </a:moveTo>
                <a:lnTo>
                  <a:pt x="8051" y="9804"/>
                </a:lnTo>
                <a:lnTo>
                  <a:pt x="7950" y="10058"/>
                </a:lnTo>
                <a:lnTo>
                  <a:pt x="8102" y="9944"/>
                </a:lnTo>
                <a:close/>
              </a:path>
              <a:path w="24764" h="14605">
                <a:moveTo>
                  <a:pt x="8178" y="3263"/>
                </a:moveTo>
                <a:lnTo>
                  <a:pt x="8102" y="3416"/>
                </a:lnTo>
                <a:lnTo>
                  <a:pt x="8178" y="3263"/>
                </a:lnTo>
                <a:close/>
              </a:path>
              <a:path w="24764" h="14605">
                <a:moveTo>
                  <a:pt x="8178" y="1104"/>
                </a:moveTo>
                <a:lnTo>
                  <a:pt x="8001" y="1104"/>
                </a:lnTo>
                <a:lnTo>
                  <a:pt x="8178" y="1155"/>
                </a:lnTo>
                <a:close/>
              </a:path>
              <a:path w="24764" h="14605">
                <a:moveTo>
                  <a:pt x="8204" y="1447"/>
                </a:moveTo>
                <a:lnTo>
                  <a:pt x="8077" y="1397"/>
                </a:lnTo>
                <a:lnTo>
                  <a:pt x="8051" y="1651"/>
                </a:lnTo>
                <a:lnTo>
                  <a:pt x="8204" y="1447"/>
                </a:lnTo>
                <a:close/>
              </a:path>
              <a:path w="24764" h="14605">
                <a:moveTo>
                  <a:pt x="8242" y="3632"/>
                </a:moveTo>
                <a:lnTo>
                  <a:pt x="8089" y="3733"/>
                </a:lnTo>
                <a:lnTo>
                  <a:pt x="8102" y="3860"/>
                </a:lnTo>
                <a:lnTo>
                  <a:pt x="8242" y="3632"/>
                </a:lnTo>
                <a:close/>
              </a:path>
              <a:path w="24764" h="14605">
                <a:moveTo>
                  <a:pt x="8255" y="7340"/>
                </a:moveTo>
                <a:lnTo>
                  <a:pt x="8204" y="7200"/>
                </a:lnTo>
                <a:lnTo>
                  <a:pt x="8178" y="7340"/>
                </a:lnTo>
                <a:close/>
              </a:path>
              <a:path w="24764" h="14605">
                <a:moveTo>
                  <a:pt x="8280" y="2184"/>
                </a:moveTo>
                <a:lnTo>
                  <a:pt x="8255" y="2057"/>
                </a:lnTo>
                <a:lnTo>
                  <a:pt x="8204" y="1854"/>
                </a:lnTo>
                <a:lnTo>
                  <a:pt x="8026" y="1917"/>
                </a:lnTo>
                <a:lnTo>
                  <a:pt x="8026" y="1689"/>
                </a:lnTo>
                <a:lnTo>
                  <a:pt x="7835" y="1295"/>
                </a:lnTo>
                <a:lnTo>
                  <a:pt x="7747" y="1092"/>
                </a:lnTo>
                <a:lnTo>
                  <a:pt x="7581" y="1295"/>
                </a:lnTo>
                <a:lnTo>
                  <a:pt x="7658" y="1092"/>
                </a:lnTo>
                <a:lnTo>
                  <a:pt x="0" y="1092"/>
                </a:lnTo>
                <a:lnTo>
                  <a:pt x="12" y="1701"/>
                </a:lnTo>
                <a:lnTo>
                  <a:pt x="7924" y="1701"/>
                </a:lnTo>
                <a:lnTo>
                  <a:pt x="7950" y="1879"/>
                </a:lnTo>
                <a:lnTo>
                  <a:pt x="8001" y="2082"/>
                </a:lnTo>
                <a:lnTo>
                  <a:pt x="7924" y="2324"/>
                </a:lnTo>
                <a:lnTo>
                  <a:pt x="8051" y="2590"/>
                </a:lnTo>
                <a:lnTo>
                  <a:pt x="8102" y="2349"/>
                </a:lnTo>
                <a:lnTo>
                  <a:pt x="8255" y="2324"/>
                </a:lnTo>
                <a:lnTo>
                  <a:pt x="8280" y="2184"/>
                </a:lnTo>
                <a:close/>
              </a:path>
              <a:path w="24764" h="14605">
                <a:moveTo>
                  <a:pt x="8356" y="7340"/>
                </a:moveTo>
                <a:close/>
              </a:path>
              <a:path w="24764" h="14605">
                <a:moveTo>
                  <a:pt x="8369" y="5727"/>
                </a:moveTo>
                <a:lnTo>
                  <a:pt x="8064" y="4762"/>
                </a:lnTo>
                <a:lnTo>
                  <a:pt x="8001" y="4330"/>
                </a:lnTo>
                <a:lnTo>
                  <a:pt x="7975" y="4483"/>
                </a:lnTo>
                <a:lnTo>
                  <a:pt x="7874" y="4152"/>
                </a:lnTo>
                <a:lnTo>
                  <a:pt x="7708" y="5727"/>
                </a:lnTo>
                <a:lnTo>
                  <a:pt x="7670" y="5880"/>
                </a:lnTo>
                <a:lnTo>
                  <a:pt x="7620" y="5715"/>
                </a:lnTo>
                <a:lnTo>
                  <a:pt x="7480" y="5715"/>
                </a:lnTo>
                <a:lnTo>
                  <a:pt x="6692" y="4064"/>
                </a:lnTo>
                <a:lnTo>
                  <a:pt x="7010" y="5727"/>
                </a:lnTo>
                <a:lnTo>
                  <a:pt x="7429" y="5727"/>
                </a:lnTo>
                <a:lnTo>
                  <a:pt x="7556" y="6070"/>
                </a:lnTo>
                <a:lnTo>
                  <a:pt x="7581" y="6286"/>
                </a:lnTo>
                <a:lnTo>
                  <a:pt x="7708" y="6045"/>
                </a:lnTo>
                <a:lnTo>
                  <a:pt x="7747" y="5727"/>
                </a:lnTo>
                <a:lnTo>
                  <a:pt x="8229" y="5727"/>
                </a:lnTo>
                <a:lnTo>
                  <a:pt x="8369" y="5727"/>
                </a:lnTo>
                <a:close/>
              </a:path>
              <a:path w="24764" h="14605">
                <a:moveTo>
                  <a:pt x="8458" y="2946"/>
                </a:moveTo>
                <a:lnTo>
                  <a:pt x="8432" y="2768"/>
                </a:lnTo>
                <a:lnTo>
                  <a:pt x="8394" y="2921"/>
                </a:lnTo>
                <a:close/>
              </a:path>
              <a:path w="24764" h="14605">
                <a:moveTo>
                  <a:pt x="8534" y="12738"/>
                </a:moveTo>
                <a:lnTo>
                  <a:pt x="8483" y="12928"/>
                </a:lnTo>
                <a:lnTo>
                  <a:pt x="8534" y="12738"/>
                </a:lnTo>
                <a:close/>
              </a:path>
              <a:path w="24764" h="14605">
                <a:moveTo>
                  <a:pt x="8534" y="3187"/>
                </a:moveTo>
                <a:lnTo>
                  <a:pt x="8394" y="3289"/>
                </a:lnTo>
                <a:lnTo>
                  <a:pt x="8534" y="3187"/>
                </a:lnTo>
                <a:close/>
              </a:path>
              <a:path w="24764" h="14605">
                <a:moveTo>
                  <a:pt x="8597" y="13081"/>
                </a:moveTo>
                <a:lnTo>
                  <a:pt x="8458" y="12954"/>
                </a:lnTo>
                <a:lnTo>
                  <a:pt x="8432" y="13157"/>
                </a:lnTo>
                <a:lnTo>
                  <a:pt x="8572" y="13157"/>
                </a:lnTo>
                <a:close/>
              </a:path>
              <a:path w="24764" h="14605">
                <a:moveTo>
                  <a:pt x="8623" y="12268"/>
                </a:moveTo>
                <a:lnTo>
                  <a:pt x="8521" y="12534"/>
                </a:lnTo>
                <a:lnTo>
                  <a:pt x="8369" y="12611"/>
                </a:lnTo>
                <a:lnTo>
                  <a:pt x="8572" y="12712"/>
                </a:lnTo>
                <a:lnTo>
                  <a:pt x="8623" y="12268"/>
                </a:lnTo>
                <a:close/>
              </a:path>
              <a:path w="24764" h="14605">
                <a:moveTo>
                  <a:pt x="8763" y="5765"/>
                </a:moveTo>
                <a:lnTo>
                  <a:pt x="8724" y="5600"/>
                </a:lnTo>
                <a:lnTo>
                  <a:pt x="8623" y="5791"/>
                </a:lnTo>
                <a:lnTo>
                  <a:pt x="8763" y="5765"/>
                </a:lnTo>
                <a:close/>
              </a:path>
              <a:path w="24764" h="14605">
                <a:moveTo>
                  <a:pt x="8953" y="9969"/>
                </a:moveTo>
                <a:lnTo>
                  <a:pt x="8851" y="9740"/>
                </a:lnTo>
                <a:lnTo>
                  <a:pt x="8801" y="10210"/>
                </a:lnTo>
                <a:lnTo>
                  <a:pt x="8953" y="9969"/>
                </a:lnTo>
                <a:close/>
              </a:path>
              <a:path w="24764" h="14605">
                <a:moveTo>
                  <a:pt x="8966" y="14579"/>
                </a:moveTo>
                <a:lnTo>
                  <a:pt x="8940" y="14427"/>
                </a:lnTo>
                <a:lnTo>
                  <a:pt x="8915" y="14579"/>
                </a:lnTo>
                <a:close/>
              </a:path>
              <a:path w="24764" h="14605">
                <a:moveTo>
                  <a:pt x="9042" y="4775"/>
                </a:moveTo>
                <a:lnTo>
                  <a:pt x="8864" y="4851"/>
                </a:lnTo>
                <a:lnTo>
                  <a:pt x="8915" y="4978"/>
                </a:lnTo>
                <a:lnTo>
                  <a:pt x="9042" y="4775"/>
                </a:lnTo>
                <a:close/>
              </a:path>
              <a:path w="24764" h="14605">
                <a:moveTo>
                  <a:pt x="9055" y="7289"/>
                </a:moveTo>
                <a:close/>
              </a:path>
              <a:path w="24764" h="14605">
                <a:moveTo>
                  <a:pt x="9055" y="2451"/>
                </a:moveTo>
                <a:lnTo>
                  <a:pt x="8915" y="2692"/>
                </a:lnTo>
                <a:lnTo>
                  <a:pt x="8978" y="2527"/>
                </a:lnTo>
                <a:close/>
              </a:path>
              <a:path w="24764" h="14605">
                <a:moveTo>
                  <a:pt x="9131" y="5029"/>
                </a:moveTo>
                <a:lnTo>
                  <a:pt x="8953" y="5029"/>
                </a:lnTo>
                <a:lnTo>
                  <a:pt x="9131" y="5029"/>
                </a:lnTo>
                <a:close/>
              </a:path>
              <a:path w="24764" h="14605">
                <a:moveTo>
                  <a:pt x="9309" y="13131"/>
                </a:moveTo>
                <a:lnTo>
                  <a:pt x="9232" y="13004"/>
                </a:lnTo>
                <a:lnTo>
                  <a:pt x="9131" y="13131"/>
                </a:lnTo>
                <a:lnTo>
                  <a:pt x="9309" y="13131"/>
                </a:lnTo>
                <a:close/>
              </a:path>
              <a:path w="24764" h="14605">
                <a:moveTo>
                  <a:pt x="9499" y="10782"/>
                </a:moveTo>
                <a:lnTo>
                  <a:pt x="9372" y="10782"/>
                </a:lnTo>
                <a:lnTo>
                  <a:pt x="9372" y="10947"/>
                </a:lnTo>
                <a:lnTo>
                  <a:pt x="9499" y="10782"/>
                </a:lnTo>
                <a:close/>
              </a:path>
              <a:path w="24764" h="14605">
                <a:moveTo>
                  <a:pt x="9512" y="0"/>
                </a:moveTo>
                <a:lnTo>
                  <a:pt x="9461" y="330"/>
                </a:lnTo>
                <a:lnTo>
                  <a:pt x="9512" y="0"/>
                </a:lnTo>
                <a:close/>
              </a:path>
              <a:path w="24764" h="14605">
                <a:moveTo>
                  <a:pt x="9626" y="12446"/>
                </a:moveTo>
                <a:lnTo>
                  <a:pt x="9563" y="12674"/>
                </a:lnTo>
                <a:lnTo>
                  <a:pt x="9626" y="12446"/>
                </a:lnTo>
                <a:close/>
              </a:path>
              <a:path w="24764" h="14605">
                <a:moveTo>
                  <a:pt x="9829" y="11353"/>
                </a:moveTo>
                <a:lnTo>
                  <a:pt x="9791" y="11201"/>
                </a:lnTo>
                <a:lnTo>
                  <a:pt x="9677" y="11379"/>
                </a:lnTo>
                <a:lnTo>
                  <a:pt x="9829" y="11353"/>
                </a:lnTo>
                <a:close/>
              </a:path>
              <a:path w="24764" h="14605">
                <a:moveTo>
                  <a:pt x="9956" y="25"/>
                </a:moveTo>
                <a:lnTo>
                  <a:pt x="9829" y="25"/>
                </a:lnTo>
                <a:lnTo>
                  <a:pt x="9804" y="368"/>
                </a:lnTo>
                <a:lnTo>
                  <a:pt x="9829" y="635"/>
                </a:lnTo>
                <a:lnTo>
                  <a:pt x="9664" y="431"/>
                </a:lnTo>
                <a:lnTo>
                  <a:pt x="9791" y="381"/>
                </a:lnTo>
                <a:lnTo>
                  <a:pt x="9779" y="165"/>
                </a:lnTo>
                <a:lnTo>
                  <a:pt x="9715" y="25"/>
                </a:lnTo>
                <a:lnTo>
                  <a:pt x="9537" y="25"/>
                </a:lnTo>
                <a:lnTo>
                  <a:pt x="9588" y="304"/>
                </a:lnTo>
                <a:lnTo>
                  <a:pt x="9588" y="508"/>
                </a:lnTo>
                <a:lnTo>
                  <a:pt x="9588" y="800"/>
                </a:lnTo>
                <a:lnTo>
                  <a:pt x="9537" y="1117"/>
                </a:lnTo>
                <a:lnTo>
                  <a:pt x="9639" y="901"/>
                </a:lnTo>
                <a:lnTo>
                  <a:pt x="9588" y="711"/>
                </a:lnTo>
                <a:lnTo>
                  <a:pt x="9715" y="622"/>
                </a:lnTo>
                <a:lnTo>
                  <a:pt x="9690" y="838"/>
                </a:lnTo>
                <a:lnTo>
                  <a:pt x="9931" y="889"/>
                </a:lnTo>
                <a:lnTo>
                  <a:pt x="9867" y="647"/>
                </a:lnTo>
                <a:lnTo>
                  <a:pt x="9956" y="228"/>
                </a:lnTo>
                <a:lnTo>
                  <a:pt x="9956" y="25"/>
                </a:lnTo>
                <a:close/>
              </a:path>
              <a:path w="24764" h="14605">
                <a:moveTo>
                  <a:pt x="9969" y="5422"/>
                </a:moveTo>
                <a:lnTo>
                  <a:pt x="9715" y="5397"/>
                </a:lnTo>
                <a:lnTo>
                  <a:pt x="9842" y="5524"/>
                </a:lnTo>
                <a:lnTo>
                  <a:pt x="9969" y="5422"/>
                </a:lnTo>
                <a:close/>
              </a:path>
              <a:path w="24764" h="14605">
                <a:moveTo>
                  <a:pt x="9969" y="4826"/>
                </a:moveTo>
                <a:lnTo>
                  <a:pt x="9842" y="4775"/>
                </a:lnTo>
                <a:lnTo>
                  <a:pt x="9690" y="4673"/>
                </a:lnTo>
                <a:lnTo>
                  <a:pt x="9639" y="4902"/>
                </a:lnTo>
                <a:lnTo>
                  <a:pt x="9690" y="5054"/>
                </a:lnTo>
                <a:lnTo>
                  <a:pt x="9817" y="5080"/>
                </a:lnTo>
                <a:lnTo>
                  <a:pt x="9715" y="5346"/>
                </a:lnTo>
                <a:lnTo>
                  <a:pt x="9779" y="5168"/>
                </a:lnTo>
                <a:lnTo>
                  <a:pt x="9956" y="5283"/>
                </a:lnTo>
                <a:lnTo>
                  <a:pt x="9956" y="5156"/>
                </a:lnTo>
                <a:lnTo>
                  <a:pt x="9918" y="4978"/>
                </a:lnTo>
                <a:lnTo>
                  <a:pt x="9969" y="4826"/>
                </a:lnTo>
                <a:close/>
              </a:path>
              <a:path w="24764" h="14605">
                <a:moveTo>
                  <a:pt x="10121" y="12903"/>
                </a:moveTo>
                <a:lnTo>
                  <a:pt x="9956" y="12776"/>
                </a:lnTo>
                <a:lnTo>
                  <a:pt x="10007" y="12954"/>
                </a:lnTo>
                <a:close/>
              </a:path>
              <a:path w="24764" h="14605">
                <a:moveTo>
                  <a:pt x="10223" y="10414"/>
                </a:moveTo>
                <a:lnTo>
                  <a:pt x="10045" y="10236"/>
                </a:lnTo>
                <a:lnTo>
                  <a:pt x="10020" y="10553"/>
                </a:lnTo>
                <a:lnTo>
                  <a:pt x="10223" y="10414"/>
                </a:lnTo>
                <a:close/>
              </a:path>
              <a:path w="24764" h="14605">
                <a:moveTo>
                  <a:pt x="10337" y="5130"/>
                </a:moveTo>
                <a:lnTo>
                  <a:pt x="10236" y="4991"/>
                </a:lnTo>
                <a:lnTo>
                  <a:pt x="10210" y="5156"/>
                </a:lnTo>
                <a:lnTo>
                  <a:pt x="10337" y="5130"/>
                </a:lnTo>
                <a:close/>
              </a:path>
              <a:path w="24764" h="14605">
                <a:moveTo>
                  <a:pt x="10426" y="50"/>
                </a:moveTo>
                <a:lnTo>
                  <a:pt x="10287" y="101"/>
                </a:lnTo>
                <a:lnTo>
                  <a:pt x="10337" y="292"/>
                </a:lnTo>
                <a:lnTo>
                  <a:pt x="10426" y="50"/>
                </a:lnTo>
                <a:close/>
              </a:path>
              <a:path w="24764" h="14605">
                <a:moveTo>
                  <a:pt x="10604" y="2565"/>
                </a:moveTo>
                <a:lnTo>
                  <a:pt x="10502" y="2070"/>
                </a:lnTo>
                <a:lnTo>
                  <a:pt x="10477" y="2197"/>
                </a:lnTo>
                <a:lnTo>
                  <a:pt x="10502" y="2400"/>
                </a:lnTo>
                <a:lnTo>
                  <a:pt x="10528" y="2616"/>
                </a:lnTo>
                <a:close/>
              </a:path>
              <a:path w="24764" h="14605">
                <a:moveTo>
                  <a:pt x="10655" y="9804"/>
                </a:moveTo>
                <a:lnTo>
                  <a:pt x="10528" y="9969"/>
                </a:lnTo>
                <a:lnTo>
                  <a:pt x="10655" y="9804"/>
                </a:lnTo>
                <a:close/>
              </a:path>
              <a:path w="24764" h="14605">
                <a:moveTo>
                  <a:pt x="10782" y="10604"/>
                </a:moveTo>
                <a:lnTo>
                  <a:pt x="10756" y="10414"/>
                </a:lnTo>
                <a:lnTo>
                  <a:pt x="10706" y="10604"/>
                </a:lnTo>
                <a:close/>
              </a:path>
              <a:path w="24764" h="14605">
                <a:moveTo>
                  <a:pt x="10960" y="3149"/>
                </a:moveTo>
                <a:lnTo>
                  <a:pt x="10934" y="2921"/>
                </a:lnTo>
                <a:lnTo>
                  <a:pt x="10896" y="2730"/>
                </a:lnTo>
                <a:lnTo>
                  <a:pt x="10820" y="2489"/>
                </a:lnTo>
                <a:lnTo>
                  <a:pt x="10769" y="3111"/>
                </a:lnTo>
                <a:lnTo>
                  <a:pt x="10960" y="3149"/>
                </a:lnTo>
                <a:close/>
              </a:path>
              <a:path w="24764" h="14605">
                <a:moveTo>
                  <a:pt x="11010" y="3238"/>
                </a:moveTo>
                <a:lnTo>
                  <a:pt x="10871" y="3187"/>
                </a:lnTo>
                <a:lnTo>
                  <a:pt x="10985" y="3556"/>
                </a:lnTo>
                <a:lnTo>
                  <a:pt x="11010" y="3238"/>
                </a:lnTo>
                <a:close/>
              </a:path>
              <a:path w="24764" h="14605">
                <a:moveTo>
                  <a:pt x="11379" y="4216"/>
                </a:moveTo>
                <a:lnTo>
                  <a:pt x="11303" y="4343"/>
                </a:lnTo>
                <a:lnTo>
                  <a:pt x="11328" y="4660"/>
                </a:lnTo>
                <a:lnTo>
                  <a:pt x="11379" y="4216"/>
                </a:lnTo>
                <a:close/>
              </a:path>
              <a:path w="24764" h="14605">
                <a:moveTo>
                  <a:pt x="13627" y="1460"/>
                </a:moveTo>
                <a:lnTo>
                  <a:pt x="13500" y="1371"/>
                </a:lnTo>
                <a:lnTo>
                  <a:pt x="13627" y="1460"/>
                </a:lnTo>
                <a:close/>
              </a:path>
              <a:path w="24764" h="14605">
                <a:moveTo>
                  <a:pt x="23685" y="10871"/>
                </a:moveTo>
                <a:lnTo>
                  <a:pt x="23647" y="10096"/>
                </a:lnTo>
                <a:lnTo>
                  <a:pt x="23672" y="9525"/>
                </a:lnTo>
                <a:lnTo>
                  <a:pt x="23609" y="9956"/>
                </a:lnTo>
                <a:lnTo>
                  <a:pt x="23647" y="10731"/>
                </a:lnTo>
                <a:lnTo>
                  <a:pt x="23634" y="11303"/>
                </a:lnTo>
                <a:lnTo>
                  <a:pt x="23685" y="10871"/>
                </a:lnTo>
                <a:close/>
              </a:path>
              <a:path w="24764" h="14605">
                <a:moveTo>
                  <a:pt x="24269" y="7353"/>
                </a:moveTo>
                <a:lnTo>
                  <a:pt x="24231" y="7023"/>
                </a:lnTo>
                <a:lnTo>
                  <a:pt x="24231" y="73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2018487" y="1087411"/>
            <a:ext cx="13970" cy="12700"/>
          </a:xfrm>
          <a:custGeom>
            <a:avLst/>
            <a:gdLst/>
            <a:ahLst/>
            <a:cxnLst/>
            <a:rect l="l" t="t" r="r" b="b"/>
            <a:pathLst>
              <a:path w="13969" h="12700">
                <a:moveTo>
                  <a:pt x="6324" y="8788"/>
                </a:moveTo>
                <a:lnTo>
                  <a:pt x="6172" y="8724"/>
                </a:lnTo>
                <a:lnTo>
                  <a:pt x="5956" y="8750"/>
                </a:lnTo>
                <a:lnTo>
                  <a:pt x="6134" y="8915"/>
                </a:lnTo>
                <a:lnTo>
                  <a:pt x="6324" y="8788"/>
                </a:lnTo>
                <a:close/>
              </a:path>
              <a:path w="13969" h="12700">
                <a:moveTo>
                  <a:pt x="7366" y="7353"/>
                </a:moveTo>
                <a:lnTo>
                  <a:pt x="7315" y="7023"/>
                </a:lnTo>
                <a:lnTo>
                  <a:pt x="7010" y="7023"/>
                </a:lnTo>
                <a:lnTo>
                  <a:pt x="6870" y="6858"/>
                </a:lnTo>
                <a:lnTo>
                  <a:pt x="6705" y="6667"/>
                </a:lnTo>
                <a:lnTo>
                  <a:pt x="6438" y="6667"/>
                </a:lnTo>
                <a:lnTo>
                  <a:pt x="6438" y="6400"/>
                </a:lnTo>
                <a:lnTo>
                  <a:pt x="101" y="6400"/>
                </a:lnTo>
                <a:lnTo>
                  <a:pt x="114" y="7353"/>
                </a:lnTo>
                <a:lnTo>
                  <a:pt x="7366" y="7353"/>
                </a:lnTo>
                <a:close/>
              </a:path>
              <a:path w="13969" h="12700">
                <a:moveTo>
                  <a:pt x="7480" y="8750"/>
                </a:moveTo>
                <a:lnTo>
                  <a:pt x="7416" y="8572"/>
                </a:lnTo>
                <a:lnTo>
                  <a:pt x="7391" y="8699"/>
                </a:lnTo>
                <a:close/>
              </a:path>
              <a:path w="13969" h="12700">
                <a:moveTo>
                  <a:pt x="7518" y="9245"/>
                </a:moveTo>
                <a:lnTo>
                  <a:pt x="7391" y="9245"/>
                </a:lnTo>
                <a:lnTo>
                  <a:pt x="7518" y="9245"/>
                </a:lnTo>
                <a:close/>
              </a:path>
              <a:path w="13969" h="12700">
                <a:moveTo>
                  <a:pt x="7556" y="6654"/>
                </a:moveTo>
                <a:lnTo>
                  <a:pt x="7493" y="6210"/>
                </a:lnTo>
                <a:lnTo>
                  <a:pt x="7277" y="6273"/>
                </a:lnTo>
                <a:lnTo>
                  <a:pt x="7378" y="6629"/>
                </a:lnTo>
                <a:lnTo>
                  <a:pt x="7200" y="6654"/>
                </a:lnTo>
                <a:lnTo>
                  <a:pt x="7327" y="6769"/>
                </a:lnTo>
                <a:lnTo>
                  <a:pt x="7518" y="6769"/>
                </a:lnTo>
                <a:lnTo>
                  <a:pt x="7543" y="6934"/>
                </a:lnTo>
                <a:lnTo>
                  <a:pt x="7556" y="6654"/>
                </a:lnTo>
                <a:close/>
              </a:path>
              <a:path w="13969" h="12700">
                <a:moveTo>
                  <a:pt x="7886" y="7975"/>
                </a:moveTo>
                <a:lnTo>
                  <a:pt x="7823" y="8140"/>
                </a:lnTo>
                <a:lnTo>
                  <a:pt x="7886" y="7975"/>
                </a:lnTo>
                <a:close/>
              </a:path>
              <a:path w="13969" h="12700">
                <a:moveTo>
                  <a:pt x="7886" y="7353"/>
                </a:moveTo>
                <a:close/>
              </a:path>
              <a:path w="13969" h="12700">
                <a:moveTo>
                  <a:pt x="7950" y="8191"/>
                </a:moveTo>
                <a:lnTo>
                  <a:pt x="7912" y="8470"/>
                </a:lnTo>
                <a:lnTo>
                  <a:pt x="7950" y="8191"/>
                </a:lnTo>
                <a:close/>
              </a:path>
              <a:path w="13969" h="12700">
                <a:moveTo>
                  <a:pt x="8026" y="7162"/>
                </a:moveTo>
                <a:lnTo>
                  <a:pt x="7962" y="7353"/>
                </a:lnTo>
                <a:lnTo>
                  <a:pt x="8026" y="7162"/>
                </a:lnTo>
                <a:close/>
              </a:path>
              <a:path w="13969" h="12700">
                <a:moveTo>
                  <a:pt x="8051" y="6908"/>
                </a:moveTo>
                <a:lnTo>
                  <a:pt x="7848" y="6781"/>
                </a:lnTo>
                <a:lnTo>
                  <a:pt x="7759" y="7035"/>
                </a:lnTo>
                <a:lnTo>
                  <a:pt x="8051" y="6908"/>
                </a:lnTo>
                <a:close/>
              </a:path>
              <a:path w="13969" h="12700">
                <a:moveTo>
                  <a:pt x="8051" y="6019"/>
                </a:moveTo>
                <a:lnTo>
                  <a:pt x="7962" y="6197"/>
                </a:lnTo>
                <a:lnTo>
                  <a:pt x="8051" y="6019"/>
                </a:lnTo>
                <a:close/>
              </a:path>
              <a:path w="13969" h="12700">
                <a:moveTo>
                  <a:pt x="8077" y="2921"/>
                </a:moveTo>
                <a:lnTo>
                  <a:pt x="7950" y="2857"/>
                </a:lnTo>
                <a:lnTo>
                  <a:pt x="8001" y="3022"/>
                </a:lnTo>
                <a:lnTo>
                  <a:pt x="7912" y="3200"/>
                </a:lnTo>
                <a:lnTo>
                  <a:pt x="8051" y="3149"/>
                </a:lnTo>
                <a:lnTo>
                  <a:pt x="8051" y="2984"/>
                </a:lnTo>
                <a:close/>
              </a:path>
              <a:path w="13969" h="12700">
                <a:moveTo>
                  <a:pt x="8178" y="3263"/>
                </a:moveTo>
                <a:lnTo>
                  <a:pt x="8102" y="3403"/>
                </a:lnTo>
                <a:lnTo>
                  <a:pt x="8178" y="3263"/>
                </a:lnTo>
                <a:close/>
              </a:path>
              <a:path w="13969" h="12700">
                <a:moveTo>
                  <a:pt x="8178" y="1117"/>
                </a:moveTo>
                <a:lnTo>
                  <a:pt x="8001" y="1117"/>
                </a:lnTo>
                <a:lnTo>
                  <a:pt x="8178" y="1155"/>
                </a:lnTo>
                <a:close/>
              </a:path>
              <a:path w="13969" h="12700">
                <a:moveTo>
                  <a:pt x="8204" y="1473"/>
                </a:moveTo>
                <a:lnTo>
                  <a:pt x="8077" y="1409"/>
                </a:lnTo>
                <a:lnTo>
                  <a:pt x="8051" y="1651"/>
                </a:lnTo>
                <a:lnTo>
                  <a:pt x="8204" y="1473"/>
                </a:lnTo>
                <a:close/>
              </a:path>
              <a:path w="13969" h="12700">
                <a:moveTo>
                  <a:pt x="8242" y="3644"/>
                </a:moveTo>
                <a:lnTo>
                  <a:pt x="8089" y="3721"/>
                </a:lnTo>
                <a:lnTo>
                  <a:pt x="8102" y="3873"/>
                </a:lnTo>
                <a:lnTo>
                  <a:pt x="8242" y="3644"/>
                </a:lnTo>
                <a:close/>
              </a:path>
              <a:path w="13969" h="12700">
                <a:moveTo>
                  <a:pt x="8255" y="7353"/>
                </a:moveTo>
                <a:lnTo>
                  <a:pt x="8204" y="7200"/>
                </a:lnTo>
                <a:lnTo>
                  <a:pt x="8178" y="7353"/>
                </a:lnTo>
                <a:close/>
              </a:path>
              <a:path w="13969" h="12700">
                <a:moveTo>
                  <a:pt x="8280" y="2197"/>
                </a:moveTo>
                <a:lnTo>
                  <a:pt x="8255" y="2044"/>
                </a:lnTo>
                <a:lnTo>
                  <a:pt x="8204" y="1866"/>
                </a:lnTo>
                <a:lnTo>
                  <a:pt x="8026" y="1917"/>
                </a:lnTo>
                <a:lnTo>
                  <a:pt x="8026" y="1701"/>
                </a:lnTo>
                <a:lnTo>
                  <a:pt x="7823" y="1295"/>
                </a:lnTo>
                <a:lnTo>
                  <a:pt x="7734" y="1092"/>
                </a:lnTo>
                <a:lnTo>
                  <a:pt x="7581" y="1295"/>
                </a:lnTo>
                <a:lnTo>
                  <a:pt x="7658" y="1092"/>
                </a:lnTo>
                <a:lnTo>
                  <a:pt x="7823" y="901"/>
                </a:lnTo>
                <a:lnTo>
                  <a:pt x="8001" y="812"/>
                </a:lnTo>
                <a:lnTo>
                  <a:pt x="7823" y="711"/>
                </a:lnTo>
                <a:lnTo>
                  <a:pt x="0" y="812"/>
                </a:lnTo>
                <a:lnTo>
                  <a:pt x="12" y="1714"/>
                </a:lnTo>
                <a:lnTo>
                  <a:pt x="7924" y="1714"/>
                </a:lnTo>
                <a:lnTo>
                  <a:pt x="7950" y="1905"/>
                </a:lnTo>
                <a:lnTo>
                  <a:pt x="8001" y="2095"/>
                </a:lnTo>
                <a:lnTo>
                  <a:pt x="7924" y="2336"/>
                </a:lnTo>
                <a:lnTo>
                  <a:pt x="8051" y="2590"/>
                </a:lnTo>
                <a:lnTo>
                  <a:pt x="8102" y="2349"/>
                </a:lnTo>
                <a:lnTo>
                  <a:pt x="8255" y="2324"/>
                </a:lnTo>
                <a:lnTo>
                  <a:pt x="8280" y="2197"/>
                </a:lnTo>
                <a:close/>
              </a:path>
              <a:path w="13969" h="12700">
                <a:moveTo>
                  <a:pt x="8356" y="7353"/>
                </a:moveTo>
                <a:close/>
              </a:path>
              <a:path w="13969" h="12700">
                <a:moveTo>
                  <a:pt x="8369" y="5740"/>
                </a:moveTo>
                <a:lnTo>
                  <a:pt x="8064" y="4775"/>
                </a:lnTo>
                <a:lnTo>
                  <a:pt x="8001" y="4343"/>
                </a:lnTo>
                <a:lnTo>
                  <a:pt x="8013" y="4140"/>
                </a:lnTo>
                <a:lnTo>
                  <a:pt x="7874" y="3543"/>
                </a:lnTo>
                <a:lnTo>
                  <a:pt x="7835" y="4013"/>
                </a:lnTo>
                <a:lnTo>
                  <a:pt x="7708" y="3594"/>
                </a:lnTo>
                <a:lnTo>
                  <a:pt x="7708" y="5740"/>
                </a:lnTo>
                <a:lnTo>
                  <a:pt x="7670" y="5867"/>
                </a:lnTo>
                <a:lnTo>
                  <a:pt x="7607" y="5740"/>
                </a:lnTo>
                <a:lnTo>
                  <a:pt x="7708" y="3594"/>
                </a:lnTo>
                <a:lnTo>
                  <a:pt x="7810" y="2844"/>
                </a:lnTo>
                <a:lnTo>
                  <a:pt x="6845" y="2844"/>
                </a:lnTo>
                <a:lnTo>
                  <a:pt x="6845" y="3543"/>
                </a:lnTo>
                <a:lnTo>
                  <a:pt x="6667" y="3962"/>
                </a:lnTo>
                <a:lnTo>
                  <a:pt x="6451" y="3543"/>
                </a:lnTo>
                <a:lnTo>
                  <a:pt x="6591" y="3543"/>
                </a:lnTo>
                <a:lnTo>
                  <a:pt x="6845" y="3543"/>
                </a:lnTo>
                <a:lnTo>
                  <a:pt x="6845" y="2844"/>
                </a:lnTo>
                <a:lnTo>
                  <a:pt x="6400" y="2844"/>
                </a:lnTo>
                <a:lnTo>
                  <a:pt x="6337" y="2628"/>
                </a:lnTo>
                <a:lnTo>
                  <a:pt x="25" y="2628"/>
                </a:lnTo>
                <a:lnTo>
                  <a:pt x="88" y="5994"/>
                </a:lnTo>
                <a:lnTo>
                  <a:pt x="6032" y="5994"/>
                </a:lnTo>
                <a:lnTo>
                  <a:pt x="5969" y="5740"/>
                </a:lnTo>
                <a:lnTo>
                  <a:pt x="7035" y="5740"/>
                </a:lnTo>
                <a:lnTo>
                  <a:pt x="7366" y="5740"/>
                </a:lnTo>
                <a:lnTo>
                  <a:pt x="7556" y="6045"/>
                </a:lnTo>
                <a:lnTo>
                  <a:pt x="7581" y="6273"/>
                </a:lnTo>
                <a:lnTo>
                  <a:pt x="7708" y="6007"/>
                </a:lnTo>
                <a:lnTo>
                  <a:pt x="7747" y="5740"/>
                </a:lnTo>
                <a:lnTo>
                  <a:pt x="8229" y="5740"/>
                </a:lnTo>
                <a:lnTo>
                  <a:pt x="8369" y="5740"/>
                </a:lnTo>
                <a:close/>
              </a:path>
              <a:path w="13969" h="12700">
                <a:moveTo>
                  <a:pt x="8458" y="2946"/>
                </a:moveTo>
                <a:lnTo>
                  <a:pt x="8432" y="2781"/>
                </a:lnTo>
                <a:lnTo>
                  <a:pt x="8394" y="2921"/>
                </a:lnTo>
                <a:close/>
              </a:path>
              <a:path w="13969" h="12700">
                <a:moveTo>
                  <a:pt x="8534" y="9131"/>
                </a:moveTo>
                <a:lnTo>
                  <a:pt x="8483" y="8915"/>
                </a:lnTo>
                <a:lnTo>
                  <a:pt x="8420" y="9055"/>
                </a:lnTo>
                <a:close/>
              </a:path>
              <a:path w="13969" h="12700">
                <a:moveTo>
                  <a:pt x="8534" y="3213"/>
                </a:moveTo>
                <a:lnTo>
                  <a:pt x="8394" y="3289"/>
                </a:lnTo>
                <a:lnTo>
                  <a:pt x="8534" y="3213"/>
                </a:lnTo>
                <a:close/>
              </a:path>
              <a:path w="13969" h="12700">
                <a:moveTo>
                  <a:pt x="8597" y="8775"/>
                </a:moveTo>
                <a:lnTo>
                  <a:pt x="8432" y="8699"/>
                </a:lnTo>
                <a:lnTo>
                  <a:pt x="8458" y="8890"/>
                </a:lnTo>
                <a:lnTo>
                  <a:pt x="8597" y="8775"/>
                </a:lnTo>
                <a:close/>
              </a:path>
              <a:path w="13969" h="12700">
                <a:moveTo>
                  <a:pt x="8623" y="9575"/>
                </a:moveTo>
                <a:lnTo>
                  <a:pt x="8572" y="9156"/>
                </a:lnTo>
                <a:lnTo>
                  <a:pt x="8369" y="9258"/>
                </a:lnTo>
                <a:lnTo>
                  <a:pt x="8521" y="9334"/>
                </a:lnTo>
                <a:lnTo>
                  <a:pt x="8623" y="9575"/>
                </a:lnTo>
                <a:close/>
              </a:path>
              <a:path w="13969" h="12700">
                <a:moveTo>
                  <a:pt x="8763" y="5765"/>
                </a:moveTo>
                <a:lnTo>
                  <a:pt x="8724" y="5588"/>
                </a:lnTo>
                <a:lnTo>
                  <a:pt x="8623" y="5791"/>
                </a:lnTo>
                <a:lnTo>
                  <a:pt x="8763" y="5765"/>
                </a:lnTo>
                <a:close/>
              </a:path>
              <a:path w="13969" h="12700">
                <a:moveTo>
                  <a:pt x="8953" y="11874"/>
                </a:moveTo>
                <a:lnTo>
                  <a:pt x="8801" y="11633"/>
                </a:lnTo>
                <a:lnTo>
                  <a:pt x="8851" y="12115"/>
                </a:lnTo>
                <a:lnTo>
                  <a:pt x="8953" y="11874"/>
                </a:lnTo>
                <a:close/>
              </a:path>
              <a:path w="13969" h="12700">
                <a:moveTo>
                  <a:pt x="8966" y="7277"/>
                </a:moveTo>
                <a:lnTo>
                  <a:pt x="8940" y="7429"/>
                </a:lnTo>
                <a:lnTo>
                  <a:pt x="8966" y="7277"/>
                </a:lnTo>
                <a:close/>
              </a:path>
              <a:path w="13969" h="12700">
                <a:moveTo>
                  <a:pt x="9042" y="4775"/>
                </a:moveTo>
                <a:lnTo>
                  <a:pt x="8864" y="4838"/>
                </a:lnTo>
                <a:lnTo>
                  <a:pt x="8915" y="4978"/>
                </a:lnTo>
                <a:lnTo>
                  <a:pt x="9042" y="4775"/>
                </a:lnTo>
                <a:close/>
              </a:path>
              <a:path w="13969" h="12700">
                <a:moveTo>
                  <a:pt x="9055" y="7289"/>
                </a:moveTo>
                <a:close/>
              </a:path>
              <a:path w="13969" h="12700">
                <a:moveTo>
                  <a:pt x="9055" y="2451"/>
                </a:moveTo>
                <a:lnTo>
                  <a:pt x="8915" y="2692"/>
                </a:lnTo>
                <a:lnTo>
                  <a:pt x="8978" y="2527"/>
                </a:lnTo>
                <a:close/>
              </a:path>
              <a:path w="13969" h="12700">
                <a:moveTo>
                  <a:pt x="9131" y="5016"/>
                </a:moveTo>
                <a:lnTo>
                  <a:pt x="8953" y="5016"/>
                </a:lnTo>
                <a:lnTo>
                  <a:pt x="9131" y="5016"/>
                </a:lnTo>
                <a:close/>
              </a:path>
              <a:path w="13969" h="12700">
                <a:moveTo>
                  <a:pt x="9309" y="8724"/>
                </a:moveTo>
                <a:lnTo>
                  <a:pt x="9131" y="8724"/>
                </a:lnTo>
                <a:lnTo>
                  <a:pt x="9309" y="8724"/>
                </a:lnTo>
                <a:close/>
              </a:path>
              <a:path w="13969" h="12700">
                <a:moveTo>
                  <a:pt x="9499" y="11061"/>
                </a:moveTo>
                <a:lnTo>
                  <a:pt x="9448" y="10896"/>
                </a:lnTo>
                <a:lnTo>
                  <a:pt x="9372" y="11061"/>
                </a:lnTo>
                <a:lnTo>
                  <a:pt x="9499" y="11061"/>
                </a:lnTo>
                <a:close/>
              </a:path>
              <a:path w="13969" h="12700">
                <a:moveTo>
                  <a:pt x="9512" y="0"/>
                </a:moveTo>
                <a:lnTo>
                  <a:pt x="9461" y="330"/>
                </a:lnTo>
                <a:lnTo>
                  <a:pt x="9512" y="0"/>
                </a:lnTo>
                <a:close/>
              </a:path>
              <a:path w="13969" h="12700">
                <a:moveTo>
                  <a:pt x="9626" y="9410"/>
                </a:moveTo>
                <a:lnTo>
                  <a:pt x="9563" y="9194"/>
                </a:lnTo>
                <a:lnTo>
                  <a:pt x="9563" y="9410"/>
                </a:lnTo>
                <a:close/>
              </a:path>
              <a:path w="13969" h="12700">
                <a:moveTo>
                  <a:pt x="9829" y="10515"/>
                </a:moveTo>
                <a:lnTo>
                  <a:pt x="9677" y="10477"/>
                </a:lnTo>
                <a:lnTo>
                  <a:pt x="9791" y="10642"/>
                </a:lnTo>
                <a:lnTo>
                  <a:pt x="9829" y="10515"/>
                </a:lnTo>
                <a:close/>
              </a:path>
              <a:path w="13969" h="12700">
                <a:moveTo>
                  <a:pt x="9969" y="5410"/>
                </a:moveTo>
                <a:lnTo>
                  <a:pt x="9715" y="5384"/>
                </a:lnTo>
                <a:lnTo>
                  <a:pt x="9842" y="5511"/>
                </a:lnTo>
                <a:lnTo>
                  <a:pt x="9969" y="5410"/>
                </a:lnTo>
                <a:close/>
              </a:path>
              <a:path w="13969" h="12700">
                <a:moveTo>
                  <a:pt x="9969" y="4813"/>
                </a:moveTo>
                <a:lnTo>
                  <a:pt x="9842" y="4762"/>
                </a:lnTo>
                <a:lnTo>
                  <a:pt x="9690" y="4648"/>
                </a:lnTo>
                <a:lnTo>
                  <a:pt x="9639" y="4902"/>
                </a:lnTo>
                <a:lnTo>
                  <a:pt x="9690" y="5041"/>
                </a:lnTo>
                <a:lnTo>
                  <a:pt x="9817" y="5054"/>
                </a:lnTo>
                <a:lnTo>
                  <a:pt x="9715" y="5181"/>
                </a:lnTo>
                <a:lnTo>
                  <a:pt x="9715" y="5334"/>
                </a:lnTo>
                <a:lnTo>
                  <a:pt x="9779" y="5156"/>
                </a:lnTo>
                <a:lnTo>
                  <a:pt x="9956" y="5270"/>
                </a:lnTo>
                <a:lnTo>
                  <a:pt x="9956" y="5130"/>
                </a:lnTo>
                <a:lnTo>
                  <a:pt x="9918" y="4965"/>
                </a:lnTo>
                <a:lnTo>
                  <a:pt x="9969" y="4813"/>
                </a:lnTo>
                <a:close/>
              </a:path>
              <a:path w="13969" h="12700">
                <a:moveTo>
                  <a:pt x="10020" y="939"/>
                </a:moveTo>
                <a:lnTo>
                  <a:pt x="9880" y="1117"/>
                </a:lnTo>
                <a:lnTo>
                  <a:pt x="10020" y="1079"/>
                </a:lnTo>
                <a:lnTo>
                  <a:pt x="10020" y="939"/>
                </a:lnTo>
                <a:close/>
              </a:path>
              <a:path w="13969" h="12700">
                <a:moveTo>
                  <a:pt x="10121" y="8940"/>
                </a:moveTo>
                <a:lnTo>
                  <a:pt x="9956" y="9055"/>
                </a:lnTo>
                <a:lnTo>
                  <a:pt x="10121" y="8940"/>
                </a:lnTo>
                <a:close/>
              </a:path>
              <a:path w="13969" h="12700">
                <a:moveTo>
                  <a:pt x="10223" y="11442"/>
                </a:moveTo>
                <a:lnTo>
                  <a:pt x="10020" y="11303"/>
                </a:lnTo>
                <a:lnTo>
                  <a:pt x="10045" y="11620"/>
                </a:lnTo>
                <a:lnTo>
                  <a:pt x="10223" y="11442"/>
                </a:lnTo>
                <a:close/>
              </a:path>
              <a:path w="13969" h="12700">
                <a:moveTo>
                  <a:pt x="10337" y="5118"/>
                </a:moveTo>
                <a:lnTo>
                  <a:pt x="10236" y="4991"/>
                </a:lnTo>
                <a:lnTo>
                  <a:pt x="10210" y="5156"/>
                </a:lnTo>
                <a:lnTo>
                  <a:pt x="10337" y="5118"/>
                </a:lnTo>
                <a:close/>
              </a:path>
              <a:path w="13969" h="12700">
                <a:moveTo>
                  <a:pt x="10426" y="50"/>
                </a:moveTo>
                <a:lnTo>
                  <a:pt x="10287" y="114"/>
                </a:lnTo>
                <a:lnTo>
                  <a:pt x="10337" y="292"/>
                </a:lnTo>
                <a:lnTo>
                  <a:pt x="10426" y="50"/>
                </a:lnTo>
                <a:close/>
              </a:path>
              <a:path w="13969" h="12700">
                <a:moveTo>
                  <a:pt x="10604" y="2565"/>
                </a:moveTo>
                <a:lnTo>
                  <a:pt x="10502" y="2057"/>
                </a:lnTo>
                <a:lnTo>
                  <a:pt x="10477" y="2197"/>
                </a:lnTo>
                <a:lnTo>
                  <a:pt x="10502" y="2400"/>
                </a:lnTo>
                <a:lnTo>
                  <a:pt x="10528" y="2616"/>
                </a:lnTo>
                <a:close/>
              </a:path>
              <a:path w="13969" h="12700">
                <a:moveTo>
                  <a:pt x="10782" y="11252"/>
                </a:moveTo>
                <a:lnTo>
                  <a:pt x="10668" y="11391"/>
                </a:lnTo>
                <a:lnTo>
                  <a:pt x="10782" y="11252"/>
                </a:lnTo>
                <a:close/>
              </a:path>
              <a:path w="13969" h="12700">
                <a:moveTo>
                  <a:pt x="10820" y="1790"/>
                </a:moveTo>
                <a:lnTo>
                  <a:pt x="10629" y="1892"/>
                </a:lnTo>
                <a:lnTo>
                  <a:pt x="10820" y="1790"/>
                </a:lnTo>
                <a:close/>
              </a:path>
              <a:path w="13969" h="12700">
                <a:moveTo>
                  <a:pt x="10960" y="3149"/>
                </a:moveTo>
                <a:lnTo>
                  <a:pt x="10934" y="2921"/>
                </a:lnTo>
                <a:lnTo>
                  <a:pt x="10896" y="2730"/>
                </a:lnTo>
                <a:lnTo>
                  <a:pt x="10820" y="2489"/>
                </a:lnTo>
                <a:lnTo>
                  <a:pt x="10769" y="3111"/>
                </a:lnTo>
                <a:lnTo>
                  <a:pt x="10960" y="3149"/>
                </a:lnTo>
                <a:close/>
              </a:path>
              <a:path w="13969" h="12700">
                <a:moveTo>
                  <a:pt x="10972" y="596"/>
                </a:moveTo>
                <a:lnTo>
                  <a:pt x="10845" y="457"/>
                </a:lnTo>
                <a:lnTo>
                  <a:pt x="10871" y="596"/>
                </a:lnTo>
                <a:close/>
              </a:path>
              <a:path w="13969" h="12700">
                <a:moveTo>
                  <a:pt x="11010" y="3225"/>
                </a:moveTo>
                <a:lnTo>
                  <a:pt x="10871" y="3187"/>
                </a:lnTo>
                <a:lnTo>
                  <a:pt x="10985" y="3543"/>
                </a:lnTo>
                <a:lnTo>
                  <a:pt x="11010" y="3225"/>
                </a:lnTo>
                <a:close/>
              </a:path>
              <a:path w="13969" h="12700">
                <a:moveTo>
                  <a:pt x="11379" y="4178"/>
                </a:moveTo>
                <a:lnTo>
                  <a:pt x="11303" y="4330"/>
                </a:lnTo>
                <a:lnTo>
                  <a:pt x="11379" y="4178"/>
                </a:lnTo>
                <a:close/>
              </a:path>
              <a:path w="13969" h="12700">
                <a:moveTo>
                  <a:pt x="13627" y="1473"/>
                </a:moveTo>
                <a:lnTo>
                  <a:pt x="13500" y="1358"/>
                </a:lnTo>
                <a:lnTo>
                  <a:pt x="13487" y="1485"/>
                </a:lnTo>
                <a:lnTo>
                  <a:pt x="13627" y="14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2018487" y="1065847"/>
            <a:ext cx="23495" cy="43180"/>
          </a:xfrm>
          <a:custGeom>
            <a:avLst/>
            <a:gdLst/>
            <a:ahLst/>
            <a:cxnLst/>
            <a:rect l="l" t="t" r="r" b="b"/>
            <a:pathLst>
              <a:path w="23494" h="43180">
                <a:moveTo>
                  <a:pt x="7378" y="28829"/>
                </a:moveTo>
                <a:lnTo>
                  <a:pt x="0" y="28829"/>
                </a:lnTo>
                <a:lnTo>
                  <a:pt x="0" y="29679"/>
                </a:lnTo>
                <a:lnTo>
                  <a:pt x="6350" y="29679"/>
                </a:lnTo>
                <a:lnTo>
                  <a:pt x="6743" y="29400"/>
                </a:lnTo>
                <a:lnTo>
                  <a:pt x="7302" y="29400"/>
                </a:lnTo>
                <a:lnTo>
                  <a:pt x="7327" y="29197"/>
                </a:lnTo>
                <a:lnTo>
                  <a:pt x="7378" y="28829"/>
                </a:lnTo>
                <a:close/>
              </a:path>
              <a:path w="23494" h="43180">
                <a:moveTo>
                  <a:pt x="7556" y="29578"/>
                </a:moveTo>
                <a:lnTo>
                  <a:pt x="7543" y="29248"/>
                </a:lnTo>
                <a:lnTo>
                  <a:pt x="7518" y="29438"/>
                </a:lnTo>
                <a:lnTo>
                  <a:pt x="7327" y="29438"/>
                </a:lnTo>
                <a:lnTo>
                  <a:pt x="7200" y="29540"/>
                </a:lnTo>
                <a:lnTo>
                  <a:pt x="7277" y="29679"/>
                </a:lnTo>
                <a:lnTo>
                  <a:pt x="7277" y="29908"/>
                </a:lnTo>
                <a:lnTo>
                  <a:pt x="7493" y="29984"/>
                </a:lnTo>
                <a:lnTo>
                  <a:pt x="7518" y="29489"/>
                </a:lnTo>
                <a:close/>
              </a:path>
              <a:path w="23494" h="43180">
                <a:moveTo>
                  <a:pt x="7658" y="38011"/>
                </a:moveTo>
                <a:lnTo>
                  <a:pt x="38" y="38011"/>
                </a:lnTo>
                <a:lnTo>
                  <a:pt x="25" y="37884"/>
                </a:lnTo>
                <a:lnTo>
                  <a:pt x="38" y="38277"/>
                </a:lnTo>
                <a:lnTo>
                  <a:pt x="101" y="42773"/>
                </a:lnTo>
                <a:lnTo>
                  <a:pt x="4254" y="40233"/>
                </a:lnTo>
                <a:lnTo>
                  <a:pt x="6400" y="38849"/>
                </a:lnTo>
                <a:lnTo>
                  <a:pt x="6819" y="38569"/>
                </a:lnTo>
                <a:lnTo>
                  <a:pt x="7658" y="38011"/>
                </a:lnTo>
                <a:close/>
              </a:path>
              <a:path w="23494" h="43180">
                <a:moveTo>
                  <a:pt x="7747" y="30213"/>
                </a:moveTo>
                <a:lnTo>
                  <a:pt x="7581" y="29908"/>
                </a:lnTo>
                <a:lnTo>
                  <a:pt x="7556" y="30073"/>
                </a:lnTo>
                <a:lnTo>
                  <a:pt x="7632" y="30251"/>
                </a:lnTo>
                <a:lnTo>
                  <a:pt x="7556" y="30124"/>
                </a:lnTo>
                <a:lnTo>
                  <a:pt x="7429" y="30480"/>
                </a:lnTo>
                <a:lnTo>
                  <a:pt x="7620" y="30480"/>
                </a:lnTo>
                <a:lnTo>
                  <a:pt x="7594" y="30264"/>
                </a:lnTo>
                <a:lnTo>
                  <a:pt x="7747" y="30556"/>
                </a:lnTo>
                <a:lnTo>
                  <a:pt x="7747" y="30213"/>
                </a:lnTo>
                <a:close/>
              </a:path>
              <a:path w="23494" h="43180">
                <a:moveTo>
                  <a:pt x="7785" y="36753"/>
                </a:moveTo>
                <a:lnTo>
                  <a:pt x="12" y="36753"/>
                </a:lnTo>
                <a:lnTo>
                  <a:pt x="25" y="37884"/>
                </a:lnTo>
                <a:lnTo>
                  <a:pt x="7683" y="37884"/>
                </a:lnTo>
                <a:lnTo>
                  <a:pt x="7645" y="37185"/>
                </a:lnTo>
                <a:lnTo>
                  <a:pt x="7785" y="36753"/>
                </a:lnTo>
                <a:close/>
              </a:path>
              <a:path w="23494" h="43180">
                <a:moveTo>
                  <a:pt x="7975" y="30810"/>
                </a:moveTo>
                <a:lnTo>
                  <a:pt x="7112" y="32004"/>
                </a:lnTo>
                <a:lnTo>
                  <a:pt x="7048" y="30759"/>
                </a:lnTo>
                <a:lnTo>
                  <a:pt x="7150" y="30518"/>
                </a:lnTo>
                <a:lnTo>
                  <a:pt x="7073" y="30238"/>
                </a:lnTo>
                <a:lnTo>
                  <a:pt x="6743" y="31711"/>
                </a:lnTo>
                <a:lnTo>
                  <a:pt x="7061" y="30238"/>
                </a:lnTo>
                <a:lnTo>
                  <a:pt x="6692" y="30238"/>
                </a:lnTo>
                <a:lnTo>
                  <a:pt x="6515" y="31153"/>
                </a:lnTo>
                <a:lnTo>
                  <a:pt x="6146" y="30238"/>
                </a:lnTo>
                <a:lnTo>
                  <a:pt x="6121" y="32004"/>
                </a:lnTo>
                <a:lnTo>
                  <a:pt x="6121" y="30238"/>
                </a:lnTo>
                <a:lnTo>
                  <a:pt x="5892" y="30238"/>
                </a:lnTo>
                <a:lnTo>
                  <a:pt x="5892" y="30086"/>
                </a:lnTo>
                <a:lnTo>
                  <a:pt x="0" y="30086"/>
                </a:lnTo>
                <a:lnTo>
                  <a:pt x="0" y="35217"/>
                </a:lnTo>
                <a:lnTo>
                  <a:pt x="7721" y="35217"/>
                </a:lnTo>
                <a:lnTo>
                  <a:pt x="7721" y="34404"/>
                </a:lnTo>
                <a:lnTo>
                  <a:pt x="7861" y="34213"/>
                </a:lnTo>
                <a:lnTo>
                  <a:pt x="7721" y="34213"/>
                </a:lnTo>
                <a:lnTo>
                  <a:pt x="7721" y="33020"/>
                </a:lnTo>
                <a:lnTo>
                  <a:pt x="7531" y="33020"/>
                </a:lnTo>
                <a:lnTo>
                  <a:pt x="7721" y="32791"/>
                </a:lnTo>
                <a:lnTo>
                  <a:pt x="7696" y="32004"/>
                </a:lnTo>
                <a:lnTo>
                  <a:pt x="7899" y="32004"/>
                </a:lnTo>
                <a:lnTo>
                  <a:pt x="7975" y="30810"/>
                </a:lnTo>
                <a:close/>
              </a:path>
              <a:path w="23494" h="43180">
                <a:moveTo>
                  <a:pt x="8001" y="36791"/>
                </a:moveTo>
                <a:lnTo>
                  <a:pt x="7823" y="36817"/>
                </a:lnTo>
                <a:lnTo>
                  <a:pt x="7823" y="37033"/>
                </a:lnTo>
                <a:lnTo>
                  <a:pt x="8001" y="36906"/>
                </a:lnTo>
                <a:close/>
              </a:path>
              <a:path w="23494" h="43180">
                <a:moveTo>
                  <a:pt x="8013" y="37782"/>
                </a:moveTo>
                <a:close/>
              </a:path>
              <a:path w="23494" h="43180">
                <a:moveTo>
                  <a:pt x="8013" y="35217"/>
                </a:moveTo>
                <a:lnTo>
                  <a:pt x="7721" y="35217"/>
                </a:lnTo>
                <a:lnTo>
                  <a:pt x="7594" y="36055"/>
                </a:lnTo>
                <a:lnTo>
                  <a:pt x="8013" y="36055"/>
                </a:lnTo>
                <a:lnTo>
                  <a:pt x="8013" y="35318"/>
                </a:lnTo>
                <a:close/>
              </a:path>
              <a:path w="23494" h="43180">
                <a:moveTo>
                  <a:pt x="8026" y="28956"/>
                </a:moveTo>
                <a:lnTo>
                  <a:pt x="7937" y="29133"/>
                </a:lnTo>
                <a:lnTo>
                  <a:pt x="8026" y="28956"/>
                </a:lnTo>
                <a:close/>
              </a:path>
              <a:path w="23494" h="43180">
                <a:moveTo>
                  <a:pt x="8051" y="30162"/>
                </a:moveTo>
                <a:lnTo>
                  <a:pt x="7962" y="29997"/>
                </a:lnTo>
                <a:lnTo>
                  <a:pt x="7988" y="30213"/>
                </a:lnTo>
                <a:close/>
              </a:path>
              <a:path w="23494" h="43180">
                <a:moveTo>
                  <a:pt x="8051" y="29286"/>
                </a:moveTo>
                <a:lnTo>
                  <a:pt x="7797" y="29057"/>
                </a:lnTo>
                <a:lnTo>
                  <a:pt x="7848" y="29425"/>
                </a:lnTo>
                <a:lnTo>
                  <a:pt x="8051" y="29286"/>
                </a:lnTo>
                <a:close/>
              </a:path>
              <a:path w="23494" h="43180">
                <a:moveTo>
                  <a:pt x="8077" y="33261"/>
                </a:moveTo>
                <a:lnTo>
                  <a:pt x="8051" y="33032"/>
                </a:lnTo>
                <a:lnTo>
                  <a:pt x="7912" y="32981"/>
                </a:lnTo>
                <a:lnTo>
                  <a:pt x="8001" y="33159"/>
                </a:lnTo>
                <a:lnTo>
                  <a:pt x="7950" y="33337"/>
                </a:lnTo>
                <a:lnTo>
                  <a:pt x="8077" y="33261"/>
                </a:lnTo>
                <a:close/>
              </a:path>
              <a:path w="23494" h="43180">
                <a:moveTo>
                  <a:pt x="8178" y="37211"/>
                </a:moveTo>
                <a:lnTo>
                  <a:pt x="8001" y="37211"/>
                </a:lnTo>
                <a:lnTo>
                  <a:pt x="8178" y="37261"/>
                </a:lnTo>
                <a:close/>
              </a:path>
              <a:path w="23494" h="43180">
                <a:moveTo>
                  <a:pt x="8178" y="35026"/>
                </a:moveTo>
                <a:lnTo>
                  <a:pt x="8026" y="35026"/>
                </a:lnTo>
                <a:lnTo>
                  <a:pt x="8178" y="35064"/>
                </a:lnTo>
                <a:close/>
              </a:path>
              <a:path w="23494" h="43180">
                <a:moveTo>
                  <a:pt x="8178" y="32931"/>
                </a:moveTo>
                <a:lnTo>
                  <a:pt x="8102" y="32791"/>
                </a:lnTo>
                <a:lnTo>
                  <a:pt x="8128" y="32981"/>
                </a:lnTo>
                <a:close/>
              </a:path>
              <a:path w="23494" h="43180">
                <a:moveTo>
                  <a:pt x="8204" y="37553"/>
                </a:moveTo>
                <a:lnTo>
                  <a:pt x="8077" y="37515"/>
                </a:lnTo>
                <a:lnTo>
                  <a:pt x="8051" y="37757"/>
                </a:lnTo>
                <a:lnTo>
                  <a:pt x="8204" y="37553"/>
                </a:lnTo>
                <a:close/>
              </a:path>
              <a:path w="23494" h="43180">
                <a:moveTo>
                  <a:pt x="8204" y="34734"/>
                </a:moveTo>
                <a:lnTo>
                  <a:pt x="8051" y="34531"/>
                </a:lnTo>
                <a:lnTo>
                  <a:pt x="8013" y="34848"/>
                </a:lnTo>
                <a:lnTo>
                  <a:pt x="8178" y="34823"/>
                </a:lnTo>
                <a:close/>
              </a:path>
              <a:path w="23494" h="43180">
                <a:moveTo>
                  <a:pt x="8242" y="32550"/>
                </a:moveTo>
                <a:lnTo>
                  <a:pt x="8102" y="32321"/>
                </a:lnTo>
                <a:lnTo>
                  <a:pt x="8089" y="32461"/>
                </a:lnTo>
                <a:lnTo>
                  <a:pt x="8242" y="32550"/>
                </a:lnTo>
                <a:close/>
              </a:path>
              <a:path w="23494" h="43180">
                <a:moveTo>
                  <a:pt x="8255" y="28841"/>
                </a:moveTo>
                <a:lnTo>
                  <a:pt x="8204" y="28994"/>
                </a:lnTo>
                <a:lnTo>
                  <a:pt x="8255" y="28841"/>
                </a:lnTo>
                <a:close/>
              </a:path>
              <a:path w="23494" h="43180">
                <a:moveTo>
                  <a:pt x="8280" y="33985"/>
                </a:moveTo>
                <a:lnTo>
                  <a:pt x="8178" y="33858"/>
                </a:lnTo>
                <a:lnTo>
                  <a:pt x="8204" y="33731"/>
                </a:lnTo>
                <a:lnTo>
                  <a:pt x="8051" y="33604"/>
                </a:lnTo>
                <a:lnTo>
                  <a:pt x="8102" y="33464"/>
                </a:lnTo>
                <a:lnTo>
                  <a:pt x="7950" y="33362"/>
                </a:lnTo>
                <a:lnTo>
                  <a:pt x="8039" y="33591"/>
                </a:lnTo>
                <a:lnTo>
                  <a:pt x="7950" y="33731"/>
                </a:lnTo>
                <a:lnTo>
                  <a:pt x="8026" y="33858"/>
                </a:lnTo>
                <a:lnTo>
                  <a:pt x="7924" y="34163"/>
                </a:lnTo>
                <a:lnTo>
                  <a:pt x="7950" y="34290"/>
                </a:lnTo>
                <a:lnTo>
                  <a:pt x="7924" y="34480"/>
                </a:lnTo>
                <a:lnTo>
                  <a:pt x="8026" y="34264"/>
                </a:lnTo>
                <a:lnTo>
                  <a:pt x="8204" y="34328"/>
                </a:lnTo>
                <a:lnTo>
                  <a:pt x="8255" y="34137"/>
                </a:lnTo>
                <a:lnTo>
                  <a:pt x="8280" y="33985"/>
                </a:lnTo>
                <a:close/>
              </a:path>
              <a:path w="23494" h="43180">
                <a:moveTo>
                  <a:pt x="8356" y="28841"/>
                </a:moveTo>
                <a:close/>
              </a:path>
              <a:path w="23494" h="43180">
                <a:moveTo>
                  <a:pt x="8458" y="33235"/>
                </a:moveTo>
                <a:lnTo>
                  <a:pt x="8432" y="33413"/>
                </a:lnTo>
                <a:lnTo>
                  <a:pt x="8458" y="33235"/>
                </a:lnTo>
                <a:close/>
              </a:path>
              <a:path w="23494" h="43180">
                <a:moveTo>
                  <a:pt x="8534" y="32969"/>
                </a:moveTo>
                <a:lnTo>
                  <a:pt x="8496" y="32816"/>
                </a:lnTo>
                <a:lnTo>
                  <a:pt x="8534" y="32969"/>
                </a:lnTo>
                <a:close/>
              </a:path>
              <a:path w="23494" h="43180">
                <a:moveTo>
                  <a:pt x="8763" y="30429"/>
                </a:moveTo>
                <a:lnTo>
                  <a:pt x="8623" y="30403"/>
                </a:lnTo>
                <a:lnTo>
                  <a:pt x="8724" y="30607"/>
                </a:lnTo>
                <a:lnTo>
                  <a:pt x="8763" y="30429"/>
                </a:lnTo>
                <a:close/>
              </a:path>
              <a:path w="23494" h="43180">
                <a:moveTo>
                  <a:pt x="8826" y="36830"/>
                </a:moveTo>
                <a:lnTo>
                  <a:pt x="8699" y="36601"/>
                </a:lnTo>
                <a:lnTo>
                  <a:pt x="8712" y="36398"/>
                </a:lnTo>
                <a:lnTo>
                  <a:pt x="8597" y="36563"/>
                </a:lnTo>
                <a:lnTo>
                  <a:pt x="8648" y="36334"/>
                </a:lnTo>
                <a:lnTo>
                  <a:pt x="8775" y="36334"/>
                </a:lnTo>
                <a:lnTo>
                  <a:pt x="8712" y="36156"/>
                </a:lnTo>
                <a:lnTo>
                  <a:pt x="8496" y="36106"/>
                </a:lnTo>
                <a:lnTo>
                  <a:pt x="8534" y="36423"/>
                </a:lnTo>
                <a:lnTo>
                  <a:pt x="8293" y="36804"/>
                </a:lnTo>
                <a:lnTo>
                  <a:pt x="8343" y="37236"/>
                </a:lnTo>
                <a:lnTo>
                  <a:pt x="8343" y="37477"/>
                </a:lnTo>
                <a:lnTo>
                  <a:pt x="8242" y="37642"/>
                </a:lnTo>
                <a:lnTo>
                  <a:pt x="8623" y="37388"/>
                </a:lnTo>
                <a:lnTo>
                  <a:pt x="8648" y="37147"/>
                </a:lnTo>
                <a:lnTo>
                  <a:pt x="8597" y="36995"/>
                </a:lnTo>
                <a:lnTo>
                  <a:pt x="8826" y="36830"/>
                </a:lnTo>
                <a:close/>
              </a:path>
              <a:path w="23494" h="43180">
                <a:moveTo>
                  <a:pt x="9042" y="31419"/>
                </a:moveTo>
                <a:lnTo>
                  <a:pt x="8915" y="31292"/>
                </a:lnTo>
                <a:lnTo>
                  <a:pt x="9042" y="31419"/>
                </a:lnTo>
                <a:close/>
              </a:path>
              <a:path w="23494" h="43180">
                <a:moveTo>
                  <a:pt x="9055" y="33731"/>
                </a:moveTo>
                <a:lnTo>
                  <a:pt x="9029" y="33464"/>
                </a:lnTo>
                <a:lnTo>
                  <a:pt x="8801" y="33197"/>
                </a:lnTo>
                <a:lnTo>
                  <a:pt x="8851" y="33680"/>
                </a:lnTo>
                <a:lnTo>
                  <a:pt x="8915" y="33528"/>
                </a:lnTo>
                <a:lnTo>
                  <a:pt x="8978" y="33782"/>
                </a:lnTo>
                <a:close/>
              </a:path>
              <a:path w="23494" h="43180">
                <a:moveTo>
                  <a:pt x="9055" y="28841"/>
                </a:moveTo>
                <a:close/>
              </a:path>
              <a:path w="23494" h="43180">
                <a:moveTo>
                  <a:pt x="9131" y="31165"/>
                </a:moveTo>
                <a:lnTo>
                  <a:pt x="8953" y="31165"/>
                </a:lnTo>
                <a:lnTo>
                  <a:pt x="9131" y="31165"/>
                </a:lnTo>
                <a:close/>
              </a:path>
              <a:path w="23494" h="43180">
                <a:moveTo>
                  <a:pt x="9512" y="36093"/>
                </a:moveTo>
                <a:lnTo>
                  <a:pt x="9461" y="35852"/>
                </a:lnTo>
                <a:lnTo>
                  <a:pt x="9461" y="36093"/>
                </a:lnTo>
                <a:lnTo>
                  <a:pt x="9461" y="36423"/>
                </a:lnTo>
                <a:lnTo>
                  <a:pt x="9486" y="36195"/>
                </a:lnTo>
                <a:close/>
              </a:path>
              <a:path w="23494" h="43180">
                <a:moveTo>
                  <a:pt x="9969" y="31381"/>
                </a:moveTo>
                <a:lnTo>
                  <a:pt x="9956" y="31229"/>
                </a:lnTo>
                <a:lnTo>
                  <a:pt x="9880" y="31356"/>
                </a:lnTo>
                <a:lnTo>
                  <a:pt x="9880" y="31191"/>
                </a:lnTo>
                <a:lnTo>
                  <a:pt x="9956" y="31064"/>
                </a:lnTo>
                <a:lnTo>
                  <a:pt x="9956" y="30924"/>
                </a:lnTo>
                <a:lnTo>
                  <a:pt x="9779" y="31051"/>
                </a:lnTo>
                <a:lnTo>
                  <a:pt x="9715" y="30873"/>
                </a:lnTo>
                <a:lnTo>
                  <a:pt x="9715" y="31026"/>
                </a:lnTo>
                <a:lnTo>
                  <a:pt x="9740" y="31280"/>
                </a:lnTo>
                <a:lnTo>
                  <a:pt x="9690" y="31153"/>
                </a:lnTo>
                <a:lnTo>
                  <a:pt x="9639" y="31305"/>
                </a:lnTo>
                <a:lnTo>
                  <a:pt x="9690" y="31572"/>
                </a:lnTo>
                <a:lnTo>
                  <a:pt x="9842" y="31457"/>
                </a:lnTo>
                <a:lnTo>
                  <a:pt x="9969" y="31381"/>
                </a:lnTo>
                <a:close/>
              </a:path>
              <a:path w="23494" h="43180">
                <a:moveTo>
                  <a:pt x="9969" y="30784"/>
                </a:moveTo>
                <a:lnTo>
                  <a:pt x="9842" y="30695"/>
                </a:lnTo>
                <a:lnTo>
                  <a:pt x="9715" y="30810"/>
                </a:lnTo>
                <a:lnTo>
                  <a:pt x="9969" y="30784"/>
                </a:lnTo>
                <a:close/>
              </a:path>
              <a:path w="23494" h="43180">
                <a:moveTo>
                  <a:pt x="10020" y="35090"/>
                </a:moveTo>
                <a:lnTo>
                  <a:pt x="9880" y="35077"/>
                </a:lnTo>
                <a:lnTo>
                  <a:pt x="10020" y="35242"/>
                </a:lnTo>
                <a:lnTo>
                  <a:pt x="10020" y="35090"/>
                </a:lnTo>
                <a:close/>
              </a:path>
              <a:path w="23494" h="43180">
                <a:moveTo>
                  <a:pt x="10337" y="31051"/>
                </a:moveTo>
                <a:lnTo>
                  <a:pt x="10210" y="31038"/>
                </a:lnTo>
                <a:lnTo>
                  <a:pt x="10236" y="31191"/>
                </a:lnTo>
                <a:lnTo>
                  <a:pt x="10337" y="31051"/>
                </a:lnTo>
                <a:close/>
              </a:path>
              <a:path w="23494" h="43180">
                <a:moveTo>
                  <a:pt x="10414" y="36131"/>
                </a:moveTo>
                <a:lnTo>
                  <a:pt x="10337" y="35915"/>
                </a:lnTo>
                <a:lnTo>
                  <a:pt x="10287" y="36042"/>
                </a:lnTo>
                <a:lnTo>
                  <a:pt x="10287" y="36195"/>
                </a:lnTo>
                <a:lnTo>
                  <a:pt x="10414" y="36156"/>
                </a:lnTo>
                <a:close/>
              </a:path>
              <a:path w="23494" h="43180">
                <a:moveTo>
                  <a:pt x="10604" y="33629"/>
                </a:moveTo>
                <a:lnTo>
                  <a:pt x="10502" y="33782"/>
                </a:lnTo>
                <a:lnTo>
                  <a:pt x="10477" y="33985"/>
                </a:lnTo>
                <a:lnTo>
                  <a:pt x="10502" y="34124"/>
                </a:lnTo>
                <a:lnTo>
                  <a:pt x="10604" y="33629"/>
                </a:lnTo>
                <a:close/>
              </a:path>
              <a:path w="23494" h="43180">
                <a:moveTo>
                  <a:pt x="10617" y="35941"/>
                </a:moveTo>
                <a:lnTo>
                  <a:pt x="10490" y="35737"/>
                </a:lnTo>
                <a:lnTo>
                  <a:pt x="10579" y="36042"/>
                </a:lnTo>
                <a:close/>
              </a:path>
              <a:path w="23494" h="43180">
                <a:moveTo>
                  <a:pt x="10655" y="33604"/>
                </a:moveTo>
                <a:lnTo>
                  <a:pt x="10629" y="33439"/>
                </a:lnTo>
                <a:lnTo>
                  <a:pt x="10655" y="33604"/>
                </a:lnTo>
                <a:close/>
              </a:path>
              <a:path w="23494" h="43180">
                <a:moveTo>
                  <a:pt x="10820" y="34378"/>
                </a:moveTo>
                <a:lnTo>
                  <a:pt x="10706" y="34188"/>
                </a:lnTo>
                <a:lnTo>
                  <a:pt x="10629" y="34315"/>
                </a:lnTo>
                <a:lnTo>
                  <a:pt x="10795" y="34493"/>
                </a:lnTo>
                <a:close/>
              </a:path>
              <a:path w="23494" h="43180">
                <a:moveTo>
                  <a:pt x="10960" y="33032"/>
                </a:moveTo>
                <a:lnTo>
                  <a:pt x="10769" y="33070"/>
                </a:lnTo>
                <a:lnTo>
                  <a:pt x="10744" y="33655"/>
                </a:lnTo>
                <a:lnTo>
                  <a:pt x="10922" y="33451"/>
                </a:lnTo>
                <a:lnTo>
                  <a:pt x="10934" y="33261"/>
                </a:lnTo>
                <a:lnTo>
                  <a:pt x="10960" y="33032"/>
                </a:lnTo>
                <a:close/>
              </a:path>
              <a:path w="23494" h="43180">
                <a:moveTo>
                  <a:pt x="10972" y="35585"/>
                </a:moveTo>
                <a:lnTo>
                  <a:pt x="10845" y="35737"/>
                </a:lnTo>
                <a:lnTo>
                  <a:pt x="10909" y="35610"/>
                </a:lnTo>
                <a:close/>
              </a:path>
              <a:path w="23494" h="43180">
                <a:moveTo>
                  <a:pt x="11010" y="32956"/>
                </a:moveTo>
                <a:lnTo>
                  <a:pt x="10985" y="32626"/>
                </a:lnTo>
                <a:lnTo>
                  <a:pt x="10871" y="33007"/>
                </a:lnTo>
                <a:lnTo>
                  <a:pt x="11010" y="32956"/>
                </a:lnTo>
                <a:close/>
              </a:path>
              <a:path w="23494" h="43180">
                <a:moveTo>
                  <a:pt x="11379" y="32004"/>
                </a:moveTo>
                <a:lnTo>
                  <a:pt x="11341" y="31762"/>
                </a:lnTo>
                <a:lnTo>
                  <a:pt x="11303" y="32004"/>
                </a:lnTo>
                <a:close/>
              </a:path>
              <a:path w="23494" h="43180">
                <a:moveTo>
                  <a:pt x="21069" y="3009"/>
                </a:moveTo>
                <a:lnTo>
                  <a:pt x="20942" y="2870"/>
                </a:lnTo>
                <a:lnTo>
                  <a:pt x="20802" y="3035"/>
                </a:lnTo>
                <a:lnTo>
                  <a:pt x="20955" y="3162"/>
                </a:lnTo>
                <a:lnTo>
                  <a:pt x="21069" y="3009"/>
                </a:lnTo>
                <a:close/>
              </a:path>
              <a:path w="23494" h="43180">
                <a:moveTo>
                  <a:pt x="21107" y="2146"/>
                </a:moveTo>
                <a:lnTo>
                  <a:pt x="20878" y="2044"/>
                </a:lnTo>
                <a:lnTo>
                  <a:pt x="20751" y="2286"/>
                </a:lnTo>
                <a:lnTo>
                  <a:pt x="21005" y="2400"/>
                </a:lnTo>
                <a:lnTo>
                  <a:pt x="21107" y="2146"/>
                </a:lnTo>
                <a:close/>
              </a:path>
              <a:path w="23494" h="43180">
                <a:moveTo>
                  <a:pt x="21336" y="952"/>
                </a:moveTo>
                <a:lnTo>
                  <a:pt x="21209" y="749"/>
                </a:lnTo>
                <a:lnTo>
                  <a:pt x="21031" y="850"/>
                </a:lnTo>
                <a:lnTo>
                  <a:pt x="21132" y="1041"/>
                </a:lnTo>
                <a:lnTo>
                  <a:pt x="21336" y="952"/>
                </a:lnTo>
                <a:close/>
              </a:path>
              <a:path w="23494" h="43180">
                <a:moveTo>
                  <a:pt x="21475" y="127"/>
                </a:moveTo>
                <a:lnTo>
                  <a:pt x="21310" y="0"/>
                </a:lnTo>
                <a:lnTo>
                  <a:pt x="21170" y="177"/>
                </a:lnTo>
                <a:lnTo>
                  <a:pt x="21348" y="304"/>
                </a:lnTo>
                <a:lnTo>
                  <a:pt x="21475" y="127"/>
                </a:lnTo>
                <a:close/>
              </a:path>
              <a:path w="23494" h="43180">
                <a:moveTo>
                  <a:pt x="21488" y="1778"/>
                </a:moveTo>
                <a:lnTo>
                  <a:pt x="21297" y="1676"/>
                </a:lnTo>
                <a:lnTo>
                  <a:pt x="21196" y="1866"/>
                </a:lnTo>
                <a:lnTo>
                  <a:pt x="21386" y="1968"/>
                </a:lnTo>
                <a:lnTo>
                  <a:pt x="21488" y="1778"/>
                </a:lnTo>
                <a:close/>
              </a:path>
              <a:path w="23494" h="43180">
                <a:moveTo>
                  <a:pt x="21551" y="2362"/>
                </a:moveTo>
                <a:lnTo>
                  <a:pt x="21348" y="2260"/>
                </a:lnTo>
                <a:lnTo>
                  <a:pt x="21221" y="2476"/>
                </a:lnTo>
                <a:lnTo>
                  <a:pt x="21450" y="2603"/>
                </a:lnTo>
                <a:lnTo>
                  <a:pt x="21551" y="2362"/>
                </a:lnTo>
                <a:close/>
              </a:path>
              <a:path w="23494" h="43180">
                <a:moveTo>
                  <a:pt x="21844" y="2082"/>
                </a:moveTo>
                <a:lnTo>
                  <a:pt x="21678" y="1828"/>
                </a:lnTo>
                <a:lnTo>
                  <a:pt x="21450" y="2006"/>
                </a:lnTo>
                <a:lnTo>
                  <a:pt x="21615" y="2247"/>
                </a:lnTo>
                <a:lnTo>
                  <a:pt x="21844" y="2082"/>
                </a:lnTo>
                <a:close/>
              </a:path>
              <a:path w="23494" h="43180">
                <a:moveTo>
                  <a:pt x="22021" y="406"/>
                </a:moveTo>
                <a:lnTo>
                  <a:pt x="21856" y="228"/>
                </a:lnTo>
                <a:lnTo>
                  <a:pt x="21666" y="381"/>
                </a:lnTo>
                <a:lnTo>
                  <a:pt x="21831" y="571"/>
                </a:lnTo>
                <a:lnTo>
                  <a:pt x="22021" y="406"/>
                </a:lnTo>
                <a:close/>
              </a:path>
              <a:path w="23494" h="43180">
                <a:moveTo>
                  <a:pt x="22047" y="1320"/>
                </a:moveTo>
                <a:lnTo>
                  <a:pt x="21920" y="1130"/>
                </a:lnTo>
                <a:lnTo>
                  <a:pt x="21717" y="1270"/>
                </a:lnTo>
                <a:lnTo>
                  <a:pt x="21805" y="1409"/>
                </a:lnTo>
                <a:lnTo>
                  <a:pt x="21844" y="1612"/>
                </a:lnTo>
                <a:lnTo>
                  <a:pt x="21996" y="1485"/>
                </a:lnTo>
                <a:lnTo>
                  <a:pt x="22047" y="1320"/>
                </a:lnTo>
                <a:close/>
              </a:path>
              <a:path w="23494" h="43180">
                <a:moveTo>
                  <a:pt x="22466" y="2717"/>
                </a:moveTo>
                <a:lnTo>
                  <a:pt x="22326" y="2565"/>
                </a:lnTo>
                <a:lnTo>
                  <a:pt x="22174" y="2692"/>
                </a:lnTo>
                <a:lnTo>
                  <a:pt x="22301" y="2844"/>
                </a:lnTo>
                <a:lnTo>
                  <a:pt x="22466" y="2717"/>
                </a:lnTo>
                <a:close/>
              </a:path>
              <a:path w="23494" h="43180">
                <a:moveTo>
                  <a:pt x="22606" y="1016"/>
                </a:moveTo>
                <a:lnTo>
                  <a:pt x="22364" y="914"/>
                </a:lnTo>
                <a:lnTo>
                  <a:pt x="22263" y="1155"/>
                </a:lnTo>
                <a:lnTo>
                  <a:pt x="22491" y="1270"/>
                </a:lnTo>
                <a:lnTo>
                  <a:pt x="22606" y="1016"/>
                </a:lnTo>
                <a:close/>
              </a:path>
              <a:path w="23494" h="43180">
                <a:moveTo>
                  <a:pt x="22669" y="2578"/>
                </a:moveTo>
                <a:lnTo>
                  <a:pt x="22542" y="2413"/>
                </a:lnTo>
                <a:lnTo>
                  <a:pt x="22402" y="2540"/>
                </a:lnTo>
                <a:lnTo>
                  <a:pt x="22529" y="2692"/>
                </a:lnTo>
                <a:lnTo>
                  <a:pt x="22669" y="2578"/>
                </a:lnTo>
                <a:close/>
              </a:path>
              <a:path w="23494" h="43180">
                <a:moveTo>
                  <a:pt x="22923" y="3251"/>
                </a:moveTo>
                <a:lnTo>
                  <a:pt x="22682" y="3136"/>
                </a:lnTo>
                <a:lnTo>
                  <a:pt x="22542" y="3390"/>
                </a:lnTo>
                <a:lnTo>
                  <a:pt x="22796" y="3530"/>
                </a:lnTo>
                <a:lnTo>
                  <a:pt x="22923" y="3251"/>
                </a:lnTo>
                <a:close/>
              </a:path>
              <a:path w="23494" h="43180">
                <a:moveTo>
                  <a:pt x="23190" y="508"/>
                </a:moveTo>
                <a:lnTo>
                  <a:pt x="22961" y="419"/>
                </a:lnTo>
                <a:lnTo>
                  <a:pt x="22885" y="609"/>
                </a:lnTo>
                <a:lnTo>
                  <a:pt x="22745" y="520"/>
                </a:lnTo>
                <a:lnTo>
                  <a:pt x="22593" y="749"/>
                </a:lnTo>
                <a:lnTo>
                  <a:pt x="22809" y="901"/>
                </a:lnTo>
                <a:lnTo>
                  <a:pt x="22948" y="673"/>
                </a:lnTo>
                <a:lnTo>
                  <a:pt x="23088" y="736"/>
                </a:lnTo>
                <a:lnTo>
                  <a:pt x="23190" y="508"/>
                </a:lnTo>
                <a:close/>
              </a:path>
              <a:path w="23494" h="43180">
                <a:moveTo>
                  <a:pt x="23368" y="1524"/>
                </a:moveTo>
                <a:lnTo>
                  <a:pt x="23152" y="1422"/>
                </a:lnTo>
                <a:lnTo>
                  <a:pt x="23063" y="1638"/>
                </a:lnTo>
                <a:lnTo>
                  <a:pt x="23279" y="1727"/>
                </a:lnTo>
                <a:lnTo>
                  <a:pt x="23368" y="15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2039200" y="1049997"/>
            <a:ext cx="3175" cy="16510"/>
          </a:xfrm>
          <a:custGeom>
            <a:avLst/>
            <a:gdLst/>
            <a:ahLst/>
            <a:cxnLst/>
            <a:rect l="l" t="t" r="r" b="b"/>
            <a:pathLst>
              <a:path w="3175" h="16509">
                <a:moveTo>
                  <a:pt x="393" y="15519"/>
                </a:moveTo>
                <a:lnTo>
                  <a:pt x="139" y="15405"/>
                </a:lnTo>
                <a:lnTo>
                  <a:pt x="0" y="15659"/>
                </a:lnTo>
                <a:lnTo>
                  <a:pt x="266" y="15798"/>
                </a:lnTo>
                <a:lnTo>
                  <a:pt x="393" y="15519"/>
                </a:lnTo>
                <a:close/>
              </a:path>
              <a:path w="3175" h="16509">
                <a:moveTo>
                  <a:pt x="393" y="11925"/>
                </a:moveTo>
                <a:lnTo>
                  <a:pt x="215" y="11747"/>
                </a:lnTo>
                <a:lnTo>
                  <a:pt x="25" y="11950"/>
                </a:lnTo>
                <a:lnTo>
                  <a:pt x="228" y="12115"/>
                </a:lnTo>
                <a:lnTo>
                  <a:pt x="393" y="11925"/>
                </a:lnTo>
                <a:close/>
              </a:path>
              <a:path w="3175" h="16509">
                <a:moveTo>
                  <a:pt x="393" y="9321"/>
                </a:moveTo>
                <a:lnTo>
                  <a:pt x="165" y="9182"/>
                </a:lnTo>
                <a:lnTo>
                  <a:pt x="25" y="9423"/>
                </a:lnTo>
                <a:lnTo>
                  <a:pt x="266" y="9550"/>
                </a:lnTo>
                <a:lnTo>
                  <a:pt x="393" y="9321"/>
                </a:lnTo>
                <a:close/>
              </a:path>
              <a:path w="3175" h="16509">
                <a:moveTo>
                  <a:pt x="393" y="7670"/>
                </a:moveTo>
                <a:lnTo>
                  <a:pt x="254" y="7581"/>
                </a:lnTo>
                <a:lnTo>
                  <a:pt x="152" y="7747"/>
                </a:lnTo>
                <a:lnTo>
                  <a:pt x="317" y="7848"/>
                </a:lnTo>
                <a:lnTo>
                  <a:pt x="393" y="7670"/>
                </a:lnTo>
                <a:close/>
              </a:path>
              <a:path w="3175" h="16509">
                <a:moveTo>
                  <a:pt x="482" y="9740"/>
                </a:moveTo>
                <a:lnTo>
                  <a:pt x="266" y="9639"/>
                </a:lnTo>
                <a:lnTo>
                  <a:pt x="190" y="9855"/>
                </a:lnTo>
                <a:lnTo>
                  <a:pt x="393" y="9956"/>
                </a:lnTo>
                <a:lnTo>
                  <a:pt x="482" y="9740"/>
                </a:lnTo>
                <a:close/>
              </a:path>
              <a:path w="3175" h="16509">
                <a:moveTo>
                  <a:pt x="533" y="4191"/>
                </a:moveTo>
                <a:lnTo>
                  <a:pt x="317" y="4089"/>
                </a:lnTo>
                <a:lnTo>
                  <a:pt x="215" y="4305"/>
                </a:lnTo>
                <a:lnTo>
                  <a:pt x="406" y="4419"/>
                </a:lnTo>
                <a:lnTo>
                  <a:pt x="533" y="4191"/>
                </a:lnTo>
                <a:close/>
              </a:path>
              <a:path w="3175" h="16509">
                <a:moveTo>
                  <a:pt x="571" y="4508"/>
                </a:moveTo>
                <a:lnTo>
                  <a:pt x="317" y="4394"/>
                </a:lnTo>
                <a:lnTo>
                  <a:pt x="203" y="4660"/>
                </a:lnTo>
                <a:lnTo>
                  <a:pt x="444" y="4775"/>
                </a:lnTo>
                <a:lnTo>
                  <a:pt x="571" y="4508"/>
                </a:lnTo>
                <a:close/>
              </a:path>
              <a:path w="3175" h="16509">
                <a:moveTo>
                  <a:pt x="673" y="10680"/>
                </a:moveTo>
                <a:lnTo>
                  <a:pt x="508" y="10553"/>
                </a:lnTo>
                <a:lnTo>
                  <a:pt x="381" y="10718"/>
                </a:lnTo>
                <a:lnTo>
                  <a:pt x="546" y="10845"/>
                </a:lnTo>
                <a:lnTo>
                  <a:pt x="673" y="10680"/>
                </a:lnTo>
                <a:close/>
              </a:path>
              <a:path w="3175" h="16509">
                <a:moveTo>
                  <a:pt x="711" y="15138"/>
                </a:moveTo>
                <a:lnTo>
                  <a:pt x="546" y="14909"/>
                </a:lnTo>
                <a:lnTo>
                  <a:pt x="317" y="15087"/>
                </a:lnTo>
                <a:lnTo>
                  <a:pt x="495" y="15316"/>
                </a:lnTo>
                <a:lnTo>
                  <a:pt x="711" y="15138"/>
                </a:lnTo>
                <a:close/>
              </a:path>
              <a:path w="3175" h="16509">
                <a:moveTo>
                  <a:pt x="711" y="1600"/>
                </a:moveTo>
                <a:lnTo>
                  <a:pt x="584" y="1384"/>
                </a:lnTo>
                <a:lnTo>
                  <a:pt x="355" y="1524"/>
                </a:lnTo>
                <a:lnTo>
                  <a:pt x="495" y="1752"/>
                </a:lnTo>
                <a:lnTo>
                  <a:pt x="711" y="1600"/>
                </a:lnTo>
                <a:close/>
              </a:path>
              <a:path w="3175" h="16509">
                <a:moveTo>
                  <a:pt x="736" y="2489"/>
                </a:moveTo>
                <a:lnTo>
                  <a:pt x="584" y="2336"/>
                </a:lnTo>
                <a:lnTo>
                  <a:pt x="393" y="2197"/>
                </a:lnTo>
                <a:lnTo>
                  <a:pt x="215" y="2311"/>
                </a:lnTo>
                <a:lnTo>
                  <a:pt x="330" y="2514"/>
                </a:lnTo>
                <a:lnTo>
                  <a:pt x="482" y="2438"/>
                </a:lnTo>
                <a:lnTo>
                  <a:pt x="596" y="2654"/>
                </a:lnTo>
                <a:lnTo>
                  <a:pt x="736" y="2489"/>
                </a:lnTo>
                <a:close/>
              </a:path>
              <a:path w="3175" h="16509">
                <a:moveTo>
                  <a:pt x="762" y="15976"/>
                </a:moveTo>
                <a:lnTo>
                  <a:pt x="596" y="15849"/>
                </a:lnTo>
                <a:lnTo>
                  <a:pt x="457" y="16027"/>
                </a:lnTo>
                <a:lnTo>
                  <a:pt x="635" y="16154"/>
                </a:lnTo>
                <a:lnTo>
                  <a:pt x="762" y="15976"/>
                </a:lnTo>
                <a:close/>
              </a:path>
              <a:path w="3175" h="16509">
                <a:moveTo>
                  <a:pt x="762" y="8890"/>
                </a:moveTo>
                <a:lnTo>
                  <a:pt x="533" y="8813"/>
                </a:lnTo>
                <a:lnTo>
                  <a:pt x="469" y="9017"/>
                </a:lnTo>
                <a:lnTo>
                  <a:pt x="368" y="9271"/>
                </a:lnTo>
                <a:lnTo>
                  <a:pt x="622" y="9410"/>
                </a:lnTo>
                <a:lnTo>
                  <a:pt x="762" y="9156"/>
                </a:lnTo>
                <a:lnTo>
                  <a:pt x="762" y="8890"/>
                </a:lnTo>
                <a:close/>
              </a:path>
              <a:path w="3175" h="16509">
                <a:moveTo>
                  <a:pt x="990" y="1485"/>
                </a:moveTo>
                <a:lnTo>
                  <a:pt x="825" y="1270"/>
                </a:lnTo>
                <a:lnTo>
                  <a:pt x="622" y="1422"/>
                </a:lnTo>
                <a:lnTo>
                  <a:pt x="774" y="1625"/>
                </a:lnTo>
                <a:lnTo>
                  <a:pt x="990" y="1485"/>
                </a:lnTo>
                <a:close/>
              </a:path>
              <a:path w="3175" h="16509">
                <a:moveTo>
                  <a:pt x="1016" y="3314"/>
                </a:moveTo>
                <a:lnTo>
                  <a:pt x="863" y="3124"/>
                </a:lnTo>
                <a:lnTo>
                  <a:pt x="685" y="3289"/>
                </a:lnTo>
                <a:lnTo>
                  <a:pt x="825" y="3454"/>
                </a:lnTo>
                <a:lnTo>
                  <a:pt x="1016" y="3314"/>
                </a:lnTo>
                <a:close/>
              </a:path>
              <a:path w="3175" h="16509">
                <a:moveTo>
                  <a:pt x="1016" y="444"/>
                </a:moveTo>
                <a:lnTo>
                  <a:pt x="825" y="241"/>
                </a:lnTo>
                <a:lnTo>
                  <a:pt x="635" y="431"/>
                </a:lnTo>
                <a:lnTo>
                  <a:pt x="812" y="635"/>
                </a:lnTo>
                <a:lnTo>
                  <a:pt x="1016" y="444"/>
                </a:lnTo>
                <a:close/>
              </a:path>
              <a:path w="3175" h="16509">
                <a:moveTo>
                  <a:pt x="1079" y="11404"/>
                </a:moveTo>
                <a:lnTo>
                  <a:pt x="876" y="11188"/>
                </a:lnTo>
                <a:lnTo>
                  <a:pt x="660" y="11379"/>
                </a:lnTo>
                <a:lnTo>
                  <a:pt x="787" y="11544"/>
                </a:lnTo>
                <a:lnTo>
                  <a:pt x="965" y="11772"/>
                </a:lnTo>
                <a:lnTo>
                  <a:pt x="1079" y="11518"/>
                </a:lnTo>
                <a:close/>
              </a:path>
              <a:path w="3175" h="16509">
                <a:moveTo>
                  <a:pt x="1104" y="7899"/>
                </a:moveTo>
                <a:lnTo>
                  <a:pt x="863" y="7785"/>
                </a:lnTo>
                <a:lnTo>
                  <a:pt x="762" y="8026"/>
                </a:lnTo>
                <a:lnTo>
                  <a:pt x="1003" y="8128"/>
                </a:lnTo>
                <a:lnTo>
                  <a:pt x="1104" y="7899"/>
                </a:lnTo>
                <a:close/>
              </a:path>
              <a:path w="3175" h="16509">
                <a:moveTo>
                  <a:pt x="1117" y="12827"/>
                </a:moveTo>
                <a:lnTo>
                  <a:pt x="914" y="12623"/>
                </a:lnTo>
                <a:lnTo>
                  <a:pt x="711" y="12852"/>
                </a:lnTo>
                <a:lnTo>
                  <a:pt x="825" y="12979"/>
                </a:lnTo>
                <a:lnTo>
                  <a:pt x="660" y="13106"/>
                </a:lnTo>
                <a:lnTo>
                  <a:pt x="800" y="13309"/>
                </a:lnTo>
                <a:lnTo>
                  <a:pt x="1016" y="13169"/>
                </a:lnTo>
                <a:lnTo>
                  <a:pt x="1117" y="12827"/>
                </a:lnTo>
                <a:close/>
              </a:path>
              <a:path w="3175" h="16509">
                <a:moveTo>
                  <a:pt x="1219" y="5499"/>
                </a:moveTo>
                <a:lnTo>
                  <a:pt x="1041" y="5283"/>
                </a:lnTo>
                <a:lnTo>
                  <a:pt x="812" y="5486"/>
                </a:lnTo>
                <a:lnTo>
                  <a:pt x="1016" y="5702"/>
                </a:lnTo>
                <a:lnTo>
                  <a:pt x="1219" y="5499"/>
                </a:lnTo>
                <a:close/>
              </a:path>
              <a:path w="3175" h="16509">
                <a:moveTo>
                  <a:pt x="1282" y="673"/>
                </a:moveTo>
                <a:lnTo>
                  <a:pt x="1117" y="520"/>
                </a:lnTo>
                <a:lnTo>
                  <a:pt x="965" y="698"/>
                </a:lnTo>
                <a:lnTo>
                  <a:pt x="1130" y="838"/>
                </a:lnTo>
                <a:lnTo>
                  <a:pt x="1282" y="673"/>
                </a:lnTo>
                <a:close/>
              </a:path>
              <a:path w="3175" h="16509">
                <a:moveTo>
                  <a:pt x="1320" y="114"/>
                </a:moveTo>
                <a:lnTo>
                  <a:pt x="1130" y="0"/>
                </a:lnTo>
                <a:lnTo>
                  <a:pt x="1016" y="190"/>
                </a:lnTo>
                <a:lnTo>
                  <a:pt x="1219" y="317"/>
                </a:lnTo>
                <a:lnTo>
                  <a:pt x="1320" y="114"/>
                </a:lnTo>
                <a:close/>
              </a:path>
              <a:path w="3175" h="16509">
                <a:moveTo>
                  <a:pt x="1397" y="9525"/>
                </a:moveTo>
                <a:lnTo>
                  <a:pt x="1193" y="9372"/>
                </a:lnTo>
                <a:lnTo>
                  <a:pt x="1028" y="9563"/>
                </a:lnTo>
                <a:lnTo>
                  <a:pt x="1231" y="9740"/>
                </a:lnTo>
                <a:lnTo>
                  <a:pt x="1397" y="9525"/>
                </a:lnTo>
                <a:close/>
              </a:path>
              <a:path w="3175" h="16509">
                <a:moveTo>
                  <a:pt x="1409" y="15887"/>
                </a:moveTo>
                <a:lnTo>
                  <a:pt x="1320" y="15697"/>
                </a:lnTo>
                <a:lnTo>
                  <a:pt x="1117" y="15824"/>
                </a:lnTo>
                <a:lnTo>
                  <a:pt x="1231" y="16014"/>
                </a:lnTo>
                <a:lnTo>
                  <a:pt x="1409" y="15887"/>
                </a:lnTo>
                <a:close/>
              </a:path>
              <a:path w="3175" h="16509">
                <a:moveTo>
                  <a:pt x="1460" y="5118"/>
                </a:moveTo>
                <a:lnTo>
                  <a:pt x="1282" y="4902"/>
                </a:lnTo>
                <a:lnTo>
                  <a:pt x="1079" y="5105"/>
                </a:lnTo>
                <a:lnTo>
                  <a:pt x="1257" y="5308"/>
                </a:lnTo>
                <a:lnTo>
                  <a:pt x="1460" y="5118"/>
                </a:lnTo>
                <a:close/>
              </a:path>
              <a:path w="3175" h="16509">
                <a:moveTo>
                  <a:pt x="1460" y="2044"/>
                </a:moveTo>
                <a:lnTo>
                  <a:pt x="1320" y="1854"/>
                </a:lnTo>
                <a:lnTo>
                  <a:pt x="1130" y="2006"/>
                </a:lnTo>
                <a:lnTo>
                  <a:pt x="1270" y="2197"/>
                </a:lnTo>
                <a:lnTo>
                  <a:pt x="1460" y="2044"/>
                </a:lnTo>
                <a:close/>
              </a:path>
              <a:path w="3175" h="16509">
                <a:moveTo>
                  <a:pt x="1498" y="8483"/>
                </a:moveTo>
                <a:lnTo>
                  <a:pt x="1346" y="8216"/>
                </a:lnTo>
                <a:lnTo>
                  <a:pt x="1219" y="8293"/>
                </a:lnTo>
                <a:lnTo>
                  <a:pt x="1117" y="8140"/>
                </a:lnTo>
                <a:lnTo>
                  <a:pt x="927" y="8255"/>
                </a:lnTo>
                <a:lnTo>
                  <a:pt x="1066" y="8470"/>
                </a:lnTo>
                <a:lnTo>
                  <a:pt x="1244" y="8636"/>
                </a:lnTo>
                <a:lnTo>
                  <a:pt x="1498" y="8483"/>
                </a:lnTo>
                <a:close/>
              </a:path>
              <a:path w="3175" h="16509">
                <a:moveTo>
                  <a:pt x="1524" y="15062"/>
                </a:moveTo>
                <a:lnTo>
                  <a:pt x="1397" y="14795"/>
                </a:lnTo>
                <a:lnTo>
                  <a:pt x="1155" y="14935"/>
                </a:lnTo>
                <a:lnTo>
                  <a:pt x="1295" y="15163"/>
                </a:lnTo>
                <a:lnTo>
                  <a:pt x="1524" y="15062"/>
                </a:lnTo>
                <a:close/>
              </a:path>
              <a:path w="3175" h="16509">
                <a:moveTo>
                  <a:pt x="1549" y="14376"/>
                </a:moveTo>
                <a:lnTo>
                  <a:pt x="1346" y="14198"/>
                </a:lnTo>
                <a:lnTo>
                  <a:pt x="1168" y="14389"/>
                </a:lnTo>
                <a:lnTo>
                  <a:pt x="1371" y="14566"/>
                </a:lnTo>
                <a:lnTo>
                  <a:pt x="1549" y="14376"/>
                </a:lnTo>
                <a:close/>
              </a:path>
              <a:path w="3175" h="16509">
                <a:moveTo>
                  <a:pt x="1549" y="12433"/>
                </a:moveTo>
                <a:lnTo>
                  <a:pt x="1397" y="12382"/>
                </a:lnTo>
                <a:lnTo>
                  <a:pt x="1524" y="12192"/>
                </a:lnTo>
                <a:lnTo>
                  <a:pt x="1308" y="12026"/>
                </a:lnTo>
                <a:lnTo>
                  <a:pt x="1130" y="12242"/>
                </a:lnTo>
                <a:lnTo>
                  <a:pt x="1320" y="12420"/>
                </a:lnTo>
                <a:lnTo>
                  <a:pt x="1257" y="12560"/>
                </a:lnTo>
                <a:lnTo>
                  <a:pt x="1460" y="12636"/>
                </a:lnTo>
                <a:lnTo>
                  <a:pt x="1549" y="12433"/>
                </a:lnTo>
                <a:close/>
              </a:path>
              <a:path w="3175" h="16509">
                <a:moveTo>
                  <a:pt x="1562" y="1320"/>
                </a:moveTo>
                <a:lnTo>
                  <a:pt x="1422" y="1104"/>
                </a:lnTo>
                <a:lnTo>
                  <a:pt x="1219" y="1244"/>
                </a:lnTo>
                <a:lnTo>
                  <a:pt x="1371" y="1460"/>
                </a:lnTo>
                <a:lnTo>
                  <a:pt x="1562" y="1320"/>
                </a:lnTo>
                <a:close/>
              </a:path>
              <a:path w="3175" h="16509">
                <a:moveTo>
                  <a:pt x="1574" y="3644"/>
                </a:moveTo>
                <a:lnTo>
                  <a:pt x="1422" y="3492"/>
                </a:lnTo>
                <a:lnTo>
                  <a:pt x="1270" y="3644"/>
                </a:lnTo>
                <a:lnTo>
                  <a:pt x="1422" y="3797"/>
                </a:lnTo>
                <a:lnTo>
                  <a:pt x="1574" y="3644"/>
                </a:lnTo>
                <a:close/>
              </a:path>
              <a:path w="3175" h="16509">
                <a:moveTo>
                  <a:pt x="1600" y="4025"/>
                </a:moveTo>
                <a:lnTo>
                  <a:pt x="1460" y="3835"/>
                </a:lnTo>
                <a:lnTo>
                  <a:pt x="1257" y="3975"/>
                </a:lnTo>
                <a:lnTo>
                  <a:pt x="1397" y="4165"/>
                </a:lnTo>
                <a:lnTo>
                  <a:pt x="1600" y="4025"/>
                </a:lnTo>
                <a:close/>
              </a:path>
              <a:path w="3175" h="16509">
                <a:moveTo>
                  <a:pt x="1676" y="6527"/>
                </a:moveTo>
                <a:lnTo>
                  <a:pt x="1498" y="6400"/>
                </a:lnTo>
                <a:lnTo>
                  <a:pt x="1371" y="6578"/>
                </a:lnTo>
                <a:lnTo>
                  <a:pt x="1536" y="6718"/>
                </a:lnTo>
                <a:lnTo>
                  <a:pt x="1676" y="6527"/>
                </a:lnTo>
                <a:close/>
              </a:path>
              <a:path w="3175" h="16509">
                <a:moveTo>
                  <a:pt x="1727" y="5194"/>
                </a:moveTo>
                <a:lnTo>
                  <a:pt x="1498" y="5092"/>
                </a:lnTo>
                <a:lnTo>
                  <a:pt x="1371" y="5334"/>
                </a:lnTo>
                <a:lnTo>
                  <a:pt x="1625" y="5461"/>
                </a:lnTo>
                <a:lnTo>
                  <a:pt x="1727" y="5194"/>
                </a:lnTo>
                <a:close/>
              </a:path>
              <a:path w="3175" h="16509">
                <a:moveTo>
                  <a:pt x="1816" y="10858"/>
                </a:moveTo>
                <a:lnTo>
                  <a:pt x="1651" y="10655"/>
                </a:lnTo>
                <a:lnTo>
                  <a:pt x="1473" y="10820"/>
                </a:lnTo>
                <a:lnTo>
                  <a:pt x="1625" y="11023"/>
                </a:lnTo>
                <a:lnTo>
                  <a:pt x="1816" y="10858"/>
                </a:lnTo>
                <a:close/>
              </a:path>
              <a:path w="3175" h="16509">
                <a:moveTo>
                  <a:pt x="1892" y="2222"/>
                </a:moveTo>
                <a:lnTo>
                  <a:pt x="1727" y="2006"/>
                </a:lnTo>
                <a:lnTo>
                  <a:pt x="1524" y="2159"/>
                </a:lnTo>
                <a:lnTo>
                  <a:pt x="1676" y="2362"/>
                </a:lnTo>
                <a:lnTo>
                  <a:pt x="1892" y="2222"/>
                </a:lnTo>
                <a:close/>
              </a:path>
              <a:path w="3175" h="16509">
                <a:moveTo>
                  <a:pt x="1968" y="14617"/>
                </a:moveTo>
                <a:lnTo>
                  <a:pt x="1765" y="14541"/>
                </a:lnTo>
                <a:lnTo>
                  <a:pt x="1663" y="14719"/>
                </a:lnTo>
                <a:lnTo>
                  <a:pt x="1841" y="14833"/>
                </a:lnTo>
                <a:lnTo>
                  <a:pt x="1968" y="14617"/>
                </a:lnTo>
                <a:close/>
              </a:path>
              <a:path w="3175" h="16509">
                <a:moveTo>
                  <a:pt x="1993" y="4711"/>
                </a:moveTo>
                <a:lnTo>
                  <a:pt x="1778" y="4572"/>
                </a:lnTo>
                <a:lnTo>
                  <a:pt x="1638" y="4775"/>
                </a:lnTo>
                <a:lnTo>
                  <a:pt x="1651" y="4902"/>
                </a:lnTo>
                <a:lnTo>
                  <a:pt x="1765" y="5067"/>
                </a:lnTo>
                <a:lnTo>
                  <a:pt x="1917" y="4953"/>
                </a:lnTo>
                <a:lnTo>
                  <a:pt x="1993" y="4711"/>
                </a:lnTo>
                <a:close/>
              </a:path>
              <a:path w="3175" h="16509">
                <a:moveTo>
                  <a:pt x="2019" y="10223"/>
                </a:moveTo>
                <a:lnTo>
                  <a:pt x="1803" y="10134"/>
                </a:lnTo>
                <a:lnTo>
                  <a:pt x="1701" y="10325"/>
                </a:lnTo>
                <a:lnTo>
                  <a:pt x="1536" y="10452"/>
                </a:lnTo>
                <a:lnTo>
                  <a:pt x="1714" y="10693"/>
                </a:lnTo>
                <a:lnTo>
                  <a:pt x="1955" y="10502"/>
                </a:lnTo>
                <a:lnTo>
                  <a:pt x="2019" y="10223"/>
                </a:lnTo>
                <a:close/>
              </a:path>
              <a:path w="3175" h="16509">
                <a:moveTo>
                  <a:pt x="2032" y="7150"/>
                </a:moveTo>
                <a:lnTo>
                  <a:pt x="1866" y="7010"/>
                </a:lnTo>
                <a:lnTo>
                  <a:pt x="1701" y="7162"/>
                </a:lnTo>
                <a:lnTo>
                  <a:pt x="1879" y="7327"/>
                </a:lnTo>
                <a:lnTo>
                  <a:pt x="2032" y="7150"/>
                </a:lnTo>
                <a:close/>
              </a:path>
              <a:path w="3175" h="16509">
                <a:moveTo>
                  <a:pt x="2082" y="8674"/>
                </a:moveTo>
                <a:lnTo>
                  <a:pt x="1955" y="8585"/>
                </a:lnTo>
                <a:lnTo>
                  <a:pt x="1778" y="8432"/>
                </a:lnTo>
                <a:lnTo>
                  <a:pt x="1701" y="8636"/>
                </a:lnTo>
                <a:lnTo>
                  <a:pt x="1943" y="8851"/>
                </a:lnTo>
                <a:lnTo>
                  <a:pt x="2082" y="8674"/>
                </a:lnTo>
                <a:close/>
              </a:path>
              <a:path w="3175" h="16509">
                <a:moveTo>
                  <a:pt x="2082" y="3873"/>
                </a:moveTo>
                <a:lnTo>
                  <a:pt x="1930" y="3695"/>
                </a:lnTo>
                <a:lnTo>
                  <a:pt x="1752" y="3848"/>
                </a:lnTo>
                <a:lnTo>
                  <a:pt x="1905" y="4025"/>
                </a:lnTo>
                <a:lnTo>
                  <a:pt x="2082" y="3873"/>
                </a:lnTo>
                <a:close/>
              </a:path>
              <a:path w="3175" h="16509">
                <a:moveTo>
                  <a:pt x="2095" y="901"/>
                </a:moveTo>
                <a:lnTo>
                  <a:pt x="1892" y="762"/>
                </a:lnTo>
                <a:lnTo>
                  <a:pt x="1727" y="952"/>
                </a:lnTo>
                <a:lnTo>
                  <a:pt x="1943" y="1117"/>
                </a:lnTo>
                <a:lnTo>
                  <a:pt x="2095" y="901"/>
                </a:lnTo>
                <a:close/>
              </a:path>
              <a:path w="3175" h="16509">
                <a:moveTo>
                  <a:pt x="2146" y="8191"/>
                </a:moveTo>
                <a:lnTo>
                  <a:pt x="2019" y="8001"/>
                </a:lnTo>
                <a:lnTo>
                  <a:pt x="1816" y="8128"/>
                </a:lnTo>
                <a:lnTo>
                  <a:pt x="1955" y="8331"/>
                </a:lnTo>
                <a:lnTo>
                  <a:pt x="2146" y="8191"/>
                </a:lnTo>
                <a:close/>
              </a:path>
              <a:path w="3175" h="16509">
                <a:moveTo>
                  <a:pt x="2159" y="14097"/>
                </a:moveTo>
                <a:lnTo>
                  <a:pt x="1955" y="13944"/>
                </a:lnTo>
                <a:lnTo>
                  <a:pt x="1790" y="14160"/>
                </a:lnTo>
                <a:lnTo>
                  <a:pt x="2019" y="14312"/>
                </a:lnTo>
                <a:lnTo>
                  <a:pt x="2159" y="14097"/>
                </a:lnTo>
                <a:close/>
              </a:path>
              <a:path w="3175" h="16509">
                <a:moveTo>
                  <a:pt x="2184" y="15341"/>
                </a:moveTo>
                <a:lnTo>
                  <a:pt x="2019" y="15138"/>
                </a:lnTo>
                <a:lnTo>
                  <a:pt x="1828" y="15303"/>
                </a:lnTo>
                <a:lnTo>
                  <a:pt x="1993" y="15519"/>
                </a:lnTo>
                <a:lnTo>
                  <a:pt x="2184" y="15341"/>
                </a:lnTo>
                <a:close/>
              </a:path>
              <a:path w="3175" h="16509">
                <a:moveTo>
                  <a:pt x="2184" y="9918"/>
                </a:moveTo>
                <a:lnTo>
                  <a:pt x="2070" y="9766"/>
                </a:lnTo>
                <a:lnTo>
                  <a:pt x="1917" y="9880"/>
                </a:lnTo>
                <a:lnTo>
                  <a:pt x="2032" y="10033"/>
                </a:lnTo>
                <a:lnTo>
                  <a:pt x="2184" y="9918"/>
                </a:lnTo>
                <a:close/>
              </a:path>
              <a:path w="3175" h="16509">
                <a:moveTo>
                  <a:pt x="2197" y="6350"/>
                </a:moveTo>
                <a:lnTo>
                  <a:pt x="2082" y="6172"/>
                </a:lnTo>
                <a:lnTo>
                  <a:pt x="1905" y="6311"/>
                </a:lnTo>
                <a:lnTo>
                  <a:pt x="2032" y="6502"/>
                </a:lnTo>
                <a:lnTo>
                  <a:pt x="2197" y="6350"/>
                </a:lnTo>
                <a:close/>
              </a:path>
              <a:path w="3175" h="16509">
                <a:moveTo>
                  <a:pt x="2222" y="1778"/>
                </a:moveTo>
                <a:lnTo>
                  <a:pt x="2070" y="1574"/>
                </a:lnTo>
                <a:lnTo>
                  <a:pt x="1866" y="1739"/>
                </a:lnTo>
                <a:lnTo>
                  <a:pt x="2032" y="1955"/>
                </a:lnTo>
                <a:lnTo>
                  <a:pt x="2222" y="1778"/>
                </a:lnTo>
                <a:close/>
              </a:path>
              <a:path w="3175" h="16509">
                <a:moveTo>
                  <a:pt x="2247" y="7366"/>
                </a:moveTo>
                <a:lnTo>
                  <a:pt x="2044" y="7213"/>
                </a:lnTo>
                <a:lnTo>
                  <a:pt x="1892" y="7416"/>
                </a:lnTo>
                <a:lnTo>
                  <a:pt x="2095" y="7581"/>
                </a:lnTo>
                <a:lnTo>
                  <a:pt x="2247" y="7366"/>
                </a:lnTo>
                <a:close/>
              </a:path>
              <a:path w="3175" h="16509">
                <a:moveTo>
                  <a:pt x="2273" y="2717"/>
                </a:moveTo>
                <a:lnTo>
                  <a:pt x="2082" y="2527"/>
                </a:lnTo>
                <a:lnTo>
                  <a:pt x="1879" y="2705"/>
                </a:lnTo>
                <a:lnTo>
                  <a:pt x="2070" y="2921"/>
                </a:lnTo>
                <a:lnTo>
                  <a:pt x="2273" y="2717"/>
                </a:lnTo>
                <a:close/>
              </a:path>
              <a:path w="3175" h="16509">
                <a:moveTo>
                  <a:pt x="2336" y="5664"/>
                </a:moveTo>
                <a:lnTo>
                  <a:pt x="2095" y="5549"/>
                </a:lnTo>
                <a:lnTo>
                  <a:pt x="1993" y="5791"/>
                </a:lnTo>
                <a:lnTo>
                  <a:pt x="2235" y="5892"/>
                </a:lnTo>
                <a:lnTo>
                  <a:pt x="2336" y="5664"/>
                </a:lnTo>
                <a:close/>
              </a:path>
              <a:path w="3175" h="16509">
                <a:moveTo>
                  <a:pt x="2349" y="6845"/>
                </a:moveTo>
                <a:lnTo>
                  <a:pt x="2120" y="6680"/>
                </a:lnTo>
                <a:lnTo>
                  <a:pt x="1968" y="6908"/>
                </a:lnTo>
                <a:lnTo>
                  <a:pt x="2171" y="7061"/>
                </a:lnTo>
                <a:lnTo>
                  <a:pt x="2349" y="6845"/>
                </a:lnTo>
                <a:close/>
              </a:path>
              <a:path w="3175" h="16509">
                <a:moveTo>
                  <a:pt x="2413" y="13614"/>
                </a:moveTo>
                <a:lnTo>
                  <a:pt x="2247" y="13411"/>
                </a:lnTo>
                <a:lnTo>
                  <a:pt x="2057" y="13576"/>
                </a:lnTo>
                <a:lnTo>
                  <a:pt x="2159" y="13716"/>
                </a:lnTo>
                <a:lnTo>
                  <a:pt x="2006" y="13817"/>
                </a:lnTo>
                <a:lnTo>
                  <a:pt x="2120" y="13957"/>
                </a:lnTo>
                <a:lnTo>
                  <a:pt x="2260" y="13868"/>
                </a:lnTo>
                <a:lnTo>
                  <a:pt x="2413" y="13614"/>
                </a:lnTo>
                <a:close/>
              </a:path>
              <a:path w="3175" h="16509">
                <a:moveTo>
                  <a:pt x="2527" y="6032"/>
                </a:moveTo>
                <a:lnTo>
                  <a:pt x="2349" y="5829"/>
                </a:lnTo>
                <a:lnTo>
                  <a:pt x="2133" y="6007"/>
                </a:lnTo>
                <a:lnTo>
                  <a:pt x="2311" y="6223"/>
                </a:lnTo>
                <a:lnTo>
                  <a:pt x="2527" y="6032"/>
                </a:lnTo>
                <a:close/>
              </a:path>
              <a:path w="3175" h="16509">
                <a:moveTo>
                  <a:pt x="2540" y="3556"/>
                </a:moveTo>
                <a:lnTo>
                  <a:pt x="2387" y="3340"/>
                </a:lnTo>
                <a:lnTo>
                  <a:pt x="2159" y="3479"/>
                </a:lnTo>
                <a:lnTo>
                  <a:pt x="2311" y="3708"/>
                </a:lnTo>
                <a:lnTo>
                  <a:pt x="2540" y="3556"/>
                </a:lnTo>
                <a:close/>
              </a:path>
              <a:path w="3175" h="16509">
                <a:moveTo>
                  <a:pt x="2552" y="3035"/>
                </a:moveTo>
                <a:lnTo>
                  <a:pt x="2362" y="2857"/>
                </a:lnTo>
                <a:lnTo>
                  <a:pt x="2171" y="3048"/>
                </a:lnTo>
                <a:lnTo>
                  <a:pt x="2374" y="3238"/>
                </a:lnTo>
                <a:lnTo>
                  <a:pt x="2552" y="3035"/>
                </a:lnTo>
                <a:close/>
              </a:path>
              <a:path w="3175" h="16509">
                <a:moveTo>
                  <a:pt x="2603" y="11125"/>
                </a:moveTo>
                <a:lnTo>
                  <a:pt x="2387" y="10934"/>
                </a:lnTo>
                <a:lnTo>
                  <a:pt x="2197" y="11150"/>
                </a:lnTo>
                <a:lnTo>
                  <a:pt x="2413" y="11328"/>
                </a:lnTo>
                <a:lnTo>
                  <a:pt x="2603" y="11125"/>
                </a:lnTo>
                <a:close/>
              </a:path>
              <a:path w="3175" h="16509">
                <a:moveTo>
                  <a:pt x="2628" y="13449"/>
                </a:moveTo>
                <a:lnTo>
                  <a:pt x="2489" y="13271"/>
                </a:lnTo>
                <a:lnTo>
                  <a:pt x="2324" y="13411"/>
                </a:lnTo>
                <a:lnTo>
                  <a:pt x="2463" y="13576"/>
                </a:lnTo>
                <a:lnTo>
                  <a:pt x="2628" y="13449"/>
                </a:lnTo>
                <a:close/>
              </a:path>
              <a:path w="3175" h="16509">
                <a:moveTo>
                  <a:pt x="2641" y="13919"/>
                </a:moveTo>
                <a:lnTo>
                  <a:pt x="2387" y="13792"/>
                </a:lnTo>
                <a:lnTo>
                  <a:pt x="2235" y="14033"/>
                </a:lnTo>
                <a:lnTo>
                  <a:pt x="2489" y="14185"/>
                </a:lnTo>
                <a:lnTo>
                  <a:pt x="2641" y="139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2039200" y="1048676"/>
            <a:ext cx="3175" cy="41275"/>
          </a:xfrm>
          <a:custGeom>
            <a:avLst/>
            <a:gdLst/>
            <a:ahLst/>
            <a:cxnLst/>
            <a:rect l="l" t="t" r="r" b="b"/>
            <a:pathLst>
              <a:path w="3175" h="41275">
                <a:moveTo>
                  <a:pt x="355" y="40259"/>
                </a:moveTo>
                <a:lnTo>
                  <a:pt x="228" y="40144"/>
                </a:lnTo>
                <a:lnTo>
                  <a:pt x="88" y="40284"/>
                </a:lnTo>
                <a:lnTo>
                  <a:pt x="241" y="40411"/>
                </a:lnTo>
                <a:lnTo>
                  <a:pt x="355" y="40259"/>
                </a:lnTo>
                <a:close/>
              </a:path>
              <a:path w="3175" h="41275">
                <a:moveTo>
                  <a:pt x="393" y="39408"/>
                </a:moveTo>
                <a:lnTo>
                  <a:pt x="165" y="39293"/>
                </a:lnTo>
                <a:lnTo>
                  <a:pt x="38" y="39547"/>
                </a:lnTo>
                <a:lnTo>
                  <a:pt x="292" y="39674"/>
                </a:lnTo>
                <a:lnTo>
                  <a:pt x="393" y="39408"/>
                </a:lnTo>
                <a:close/>
              </a:path>
              <a:path w="3175" h="41275">
                <a:moveTo>
                  <a:pt x="393" y="36957"/>
                </a:moveTo>
                <a:lnTo>
                  <a:pt x="139" y="36830"/>
                </a:lnTo>
                <a:lnTo>
                  <a:pt x="0" y="37084"/>
                </a:lnTo>
                <a:lnTo>
                  <a:pt x="266" y="37223"/>
                </a:lnTo>
                <a:lnTo>
                  <a:pt x="393" y="36957"/>
                </a:lnTo>
                <a:close/>
              </a:path>
              <a:path w="3175" h="41275">
                <a:moveTo>
                  <a:pt x="393" y="33324"/>
                </a:moveTo>
                <a:lnTo>
                  <a:pt x="215" y="33147"/>
                </a:lnTo>
                <a:lnTo>
                  <a:pt x="25" y="33350"/>
                </a:lnTo>
                <a:lnTo>
                  <a:pt x="228" y="33528"/>
                </a:lnTo>
                <a:lnTo>
                  <a:pt x="393" y="33324"/>
                </a:lnTo>
                <a:close/>
              </a:path>
              <a:path w="3175" h="41275">
                <a:moveTo>
                  <a:pt x="393" y="30759"/>
                </a:moveTo>
                <a:lnTo>
                  <a:pt x="165" y="30594"/>
                </a:lnTo>
                <a:lnTo>
                  <a:pt x="25" y="30835"/>
                </a:lnTo>
                <a:lnTo>
                  <a:pt x="266" y="30988"/>
                </a:lnTo>
                <a:lnTo>
                  <a:pt x="393" y="30759"/>
                </a:lnTo>
                <a:close/>
              </a:path>
              <a:path w="3175" h="41275">
                <a:moveTo>
                  <a:pt x="393" y="29083"/>
                </a:moveTo>
                <a:lnTo>
                  <a:pt x="254" y="28994"/>
                </a:lnTo>
                <a:lnTo>
                  <a:pt x="152" y="29184"/>
                </a:lnTo>
                <a:lnTo>
                  <a:pt x="317" y="29260"/>
                </a:lnTo>
                <a:lnTo>
                  <a:pt x="393" y="29083"/>
                </a:lnTo>
                <a:close/>
              </a:path>
              <a:path w="3175" h="41275">
                <a:moveTo>
                  <a:pt x="482" y="31153"/>
                </a:moveTo>
                <a:lnTo>
                  <a:pt x="266" y="31051"/>
                </a:lnTo>
                <a:lnTo>
                  <a:pt x="190" y="31254"/>
                </a:lnTo>
                <a:lnTo>
                  <a:pt x="393" y="31356"/>
                </a:lnTo>
                <a:lnTo>
                  <a:pt x="482" y="31153"/>
                </a:lnTo>
                <a:close/>
              </a:path>
              <a:path w="3175" h="41275">
                <a:moveTo>
                  <a:pt x="622" y="38214"/>
                </a:moveTo>
                <a:lnTo>
                  <a:pt x="495" y="38011"/>
                </a:lnTo>
                <a:lnTo>
                  <a:pt x="317" y="38112"/>
                </a:lnTo>
                <a:lnTo>
                  <a:pt x="419" y="38303"/>
                </a:lnTo>
                <a:lnTo>
                  <a:pt x="622" y="38214"/>
                </a:lnTo>
                <a:close/>
              </a:path>
              <a:path w="3175" h="41275">
                <a:moveTo>
                  <a:pt x="673" y="32105"/>
                </a:moveTo>
                <a:lnTo>
                  <a:pt x="508" y="31978"/>
                </a:lnTo>
                <a:lnTo>
                  <a:pt x="381" y="32143"/>
                </a:lnTo>
                <a:lnTo>
                  <a:pt x="546" y="32283"/>
                </a:lnTo>
                <a:lnTo>
                  <a:pt x="673" y="32105"/>
                </a:lnTo>
                <a:close/>
              </a:path>
              <a:path w="3175" h="41275">
                <a:moveTo>
                  <a:pt x="711" y="36563"/>
                </a:moveTo>
                <a:lnTo>
                  <a:pt x="546" y="36322"/>
                </a:lnTo>
                <a:lnTo>
                  <a:pt x="317" y="36487"/>
                </a:lnTo>
                <a:lnTo>
                  <a:pt x="495" y="36728"/>
                </a:lnTo>
                <a:lnTo>
                  <a:pt x="711" y="36563"/>
                </a:lnTo>
                <a:close/>
              </a:path>
              <a:path w="3175" h="41275">
                <a:moveTo>
                  <a:pt x="711" y="342"/>
                </a:moveTo>
                <a:lnTo>
                  <a:pt x="495" y="266"/>
                </a:lnTo>
                <a:lnTo>
                  <a:pt x="419" y="444"/>
                </a:lnTo>
                <a:lnTo>
                  <a:pt x="609" y="546"/>
                </a:lnTo>
                <a:lnTo>
                  <a:pt x="711" y="342"/>
                </a:lnTo>
                <a:close/>
              </a:path>
              <a:path w="3175" h="41275">
                <a:moveTo>
                  <a:pt x="762" y="37414"/>
                </a:moveTo>
                <a:lnTo>
                  <a:pt x="596" y="37274"/>
                </a:lnTo>
                <a:lnTo>
                  <a:pt x="457" y="37452"/>
                </a:lnTo>
                <a:lnTo>
                  <a:pt x="635" y="37579"/>
                </a:lnTo>
                <a:lnTo>
                  <a:pt x="762" y="37414"/>
                </a:lnTo>
                <a:close/>
              </a:path>
              <a:path w="3175" h="41275">
                <a:moveTo>
                  <a:pt x="762" y="30314"/>
                </a:moveTo>
                <a:lnTo>
                  <a:pt x="533" y="30238"/>
                </a:lnTo>
                <a:lnTo>
                  <a:pt x="469" y="30441"/>
                </a:lnTo>
                <a:lnTo>
                  <a:pt x="355" y="30670"/>
                </a:lnTo>
                <a:lnTo>
                  <a:pt x="609" y="30797"/>
                </a:lnTo>
                <a:lnTo>
                  <a:pt x="749" y="30530"/>
                </a:lnTo>
                <a:lnTo>
                  <a:pt x="762" y="30314"/>
                </a:lnTo>
                <a:close/>
              </a:path>
              <a:path w="3175" h="41275">
                <a:moveTo>
                  <a:pt x="800" y="39014"/>
                </a:moveTo>
                <a:lnTo>
                  <a:pt x="596" y="38938"/>
                </a:lnTo>
                <a:lnTo>
                  <a:pt x="495" y="39141"/>
                </a:lnTo>
                <a:lnTo>
                  <a:pt x="698" y="39217"/>
                </a:lnTo>
                <a:lnTo>
                  <a:pt x="800" y="39014"/>
                </a:lnTo>
                <a:close/>
              </a:path>
              <a:path w="3175" h="41275">
                <a:moveTo>
                  <a:pt x="838" y="39624"/>
                </a:moveTo>
                <a:lnTo>
                  <a:pt x="635" y="39522"/>
                </a:lnTo>
                <a:lnTo>
                  <a:pt x="508" y="39738"/>
                </a:lnTo>
                <a:lnTo>
                  <a:pt x="736" y="39852"/>
                </a:lnTo>
                <a:lnTo>
                  <a:pt x="838" y="39624"/>
                </a:lnTo>
                <a:close/>
              </a:path>
              <a:path w="3175" h="41275">
                <a:moveTo>
                  <a:pt x="1016" y="34582"/>
                </a:moveTo>
                <a:lnTo>
                  <a:pt x="850" y="34391"/>
                </a:lnTo>
                <a:lnTo>
                  <a:pt x="660" y="34518"/>
                </a:lnTo>
                <a:lnTo>
                  <a:pt x="800" y="34734"/>
                </a:lnTo>
                <a:lnTo>
                  <a:pt x="1016" y="34582"/>
                </a:lnTo>
                <a:close/>
              </a:path>
              <a:path w="3175" h="41275">
                <a:moveTo>
                  <a:pt x="1079" y="32816"/>
                </a:moveTo>
                <a:lnTo>
                  <a:pt x="876" y="32600"/>
                </a:lnTo>
                <a:lnTo>
                  <a:pt x="660" y="32791"/>
                </a:lnTo>
                <a:lnTo>
                  <a:pt x="787" y="32969"/>
                </a:lnTo>
                <a:lnTo>
                  <a:pt x="965" y="33197"/>
                </a:lnTo>
                <a:lnTo>
                  <a:pt x="1079" y="32943"/>
                </a:lnTo>
                <a:lnTo>
                  <a:pt x="1079" y="32816"/>
                </a:lnTo>
                <a:close/>
              </a:path>
              <a:path w="3175" h="41275">
                <a:moveTo>
                  <a:pt x="1117" y="34226"/>
                </a:moveTo>
                <a:lnTo>
                  <a:pt x="914" y="34036"/>
                </a:lnTo>
                <a:lnTo>
                  <a:pt x="711" y="34251"/>
                </a:lnTo>
                <a:lnTo>
                  <a:pt x="850" y="34391"/>
                </a:lnTo>
                <a:lnTo>
                  <a:pt x="1117" y="34226"/>
                </a:lnTo>
                <a:close/>
              </a:path>
              <a:path w="3175" h="41275">
                <a:moveTo>
                  <a:pt x="1130" y="39344"/>
                </a:moveTo>
                <a:lnTo>
                  <a:pt x="965" y="39103"/>
                </a:lnTo>
                <a:lnTo>
                  <a:pt x="736" y="39268"/>
                </a:lnTo>
                <a:lnTo>
                  <a:pt x="901" y="39522"/>
                </a:lnTo>
                <a:lnTo>
                  <a:pt x="1130" y="39344"/>
                </a:lnTo>
                <a:close/>
              </a:path>
              <a:path w="3175" h="41275">
                <a:moveTo>
                  <a:pt x="1219" y="26924"/>
                </a:moveTo>
                <a:lnTo>
                  <a:pt x="1041" y="26695"/>
                </a:lnTo>
                <a:lnTo>
                  <a:pt x="812" y="26898"/>
                </a:lnTo>
                <a:lnTo>
                  <a:pt x="1016" y="27114"/>
                </a:lnTo>
                <a:lnTo>
                  <a:pt x="1219" y="26924"/>
                </a:lnTo>
                <a:close/>
              </a:path>
              <a:path w="3175" h="41275">
                <a:moveTo>
                  <a:pt x="1308" y="37680"/>
                </a:moveTo>
                <a:lnTo>
                  <a:pt x="1143" y="37490"/>
                </a:lnTo>
                <a:lnTo>
                  <a:pt x="952" y="37655"/>
                </a:lnTo>
                <a:lnTo>
                  <a:pt x="1117" y="37833"/>
                </a:lnTo>
                <a:lnTo>
                  <a:pt x="1308" y="37680"/>
                </a:lnTo>
                <a:close/>
              </a:path>
              <a:path w="3175" h="41275">
                <a:moveTo>
                  <a:pt x="1320" y="1435"/>
                </a:moveTo>
                <a:lnTo>
                  <a:pt x="1130" y="1320"/>
                </a:lnTo>
                <a:lnTo>
                  <a:pt x="1016" y="1511"/>
                </a:lnTo>
                <a:lnTo>
                  <a:pt x="1219" y="1638"/>
                </a:lnTo>
                <a:lnTo>
                  <a:pt x="1320" y="1435"/>
                </a:lnTo>
                <a:close/>
              </a:path>
              <a:path w="3175" h="41275">
                <a:moveTo>
                  <a:pt x="1346" y="38595"/>
                </a:moveTo>
                <a:lnTo>
                  <a:pt x="1206" y="38417"/>
                </a:lnTo>
                <a:lnTo>
                  <a:pt x="1016" y="38544"/>
                </a:lnTo>
                <a:lnTo>
                  <a:pt x="1003" y="38709"/>
                </a:lnTo>
                <a:lnTo>
                  <a:pt x="1130" y="38862"/>
                </a:lnTo>
                <a:lnTo>
                  <a:pt x="1270" y="38735"/>
                </a:lnTo>
                <a:lnTo>
                  <a:pt x="1346" y="38595"/>
                </a:lnTo>
                <a:close/>
              </a:path>
              <a:path w="3175" h="41275">
                <a:moveTo>
                  <a:pt x="1397" y="30962"/>
                </a:moveTo>
                <a:lnTo>
                  <a:pt x="1193" y="30784"/>
                </a:lnTo>
                <a:lnTo>
                  <a:pt x="1028" y="31000"/>
                </a:lnTo>
                <a:lnTo>
                  <a:pt x="1231" y="31153"/>
                </a:lnTo>
                <a:lnTo>
                  <a:pt x="1397" y="30962"/>
                </a:lnTo>
                <a:close/>
              </a:path>
              <a:path w="3175" h="41275">
                <a:moveTo>
                  <a:pt x="1409" y="37312"/>
                </a:moveTo>
                <a:lnTo>
                  <a:pt x="1320" y="37122"/>
                </a:lnTo>
                <a:lnTo>
                  <a:pt x="1117" y="37236"/>
                </a:lnTo>
                <a:lnTo>
                  <a:pt x="1231" y="37426"/>
                </a:lnTo>
                <a:lnTo>
                  <a:pt x="1409" y="37312"/>
                </a:lnTo>
                <a:close/>
              </a:path>
              <a:path w="3175" h="41275">
                <a:moveTo>
                  <a:pt x="1435" y="876"/>
                </a:moveTo>
                <a:lnTo>
                  <a:pt x="1257" y="698"/>
                </a:lnTo>
                <a:lnTo>
                  <a:pt x="1079" y="876"/>
                </a:lnTo>
                <a:lnTo>
                  <a:pt x="1257" y="1041"/>
                </a:lnTo>
                <a:lnTo>
                  <a:pt x="1435" y="876"/>
                </a:lnTo>
                <a:close/>
              </a:path>
              <a:path w="3175" h="41275">
                <a:moveTo>
                  <a:pt x="1460" y="26517"/>
                </a:moveTo>
                <a:lnTo>
                  <a:pt x="1282" y="26327"/>
                </a:lnTo>
                <a:lnTo>
                  <a:pt x="1079" y="26504"/>
                </a:lnTo>
                <a:lnTo>
                  <a:pt x="1257" y="26720"/>
                </a:lnTo>
                <a:lnTo>
                  <a:pt x="1460" y="26517"/>
                </a:lnTo>
                <a:close/>
              </a:path>
              <a:path w="3175" h="41275">
                <a:moveTo>
                  <a:pt x="1485" y="29870"/>
                </a:moveTo>
                <a:lnTo>
                  <a:pt x="1346" y="29603"/>
                </a:lnTo>
                <a:lnTo>
                  <a:pt x="1206" y="29692"/>
                </a:lnTo>
                <a:lnTo>
                  <a:pt x="1117" y="29540"/>
                </a:lnTo>
                <a:lnTo>
                  <a:pt x="1143" y="29349"/>
                </a:lnTo>
                <a:lnTo>
                  <a:pt x="914" y="29248"/>
                </a:lnTo>
                <a:lnTo>
                  <a:pt x="800" y="29489"/>
                </a:lnTo>
                <a:lnTo>
                  <a:pt x="1016" y="29616"/>
                </a:lnTo>
                <a:lnTo>
                  <a:pt x="1066" y="29870"/>
                </a:lnTo>
                <a:lnTo>
                  <a:pt x="1231" y="30022"/>
                </a:lnTo>
                <a:lnTo>
                  <a:pt x="1485" y="29870"/>
                </a:lnTo>
                <a:close/>
              </a:path>
              <a:path w="3175" h="41275">
                <a:moveTo>
                  <a:pt x="1524" y="36474"/>
                </a:moveTo>
                <a:lnTo>
                  <a:pt x="1397" y="36220"/>
                </a:lnTo>
                <a:lnTo>
                  <a:pt x="1155" y="36360"/>
                </a:lnTo>
                <a:lnTo>
                  <a:pt x="1295" y="36601"/>
                </a:lnTo>
                <a:lnTo>
                  <a:pt x="1524" y="36474"/>
                </a:lnTo>
                <a:close/>
              </a:path>
              <a:path w="3175" h="41275">
                <a:moveTo>
                  <a:pt x="1549" y="35788"/>
                </a:moveTo>
                <a:lnTo>
                  <a:pt x="1346" y="35598"/>
                </a:lnTo>
                <a:lnTo>
                  <a:pt x="1168" y="35814"/>
                </a:lnTo>
                <a:lnTo>
                  <a:pt x="1371" y="35991"/>
                </a:lnTo>
                <a:lnTo>
                  <a:pt x="1549" y="35788"/>
                </a:lnTo>
                <a:close/>
              </a:path>
              <a:path w="3175" h="41275">
                <a:moveTo>
                  <a:pt x="1549" y="33845"/>
                </a:moveTo>
                <a:lnTo>
                  <a:pt x="1384" y="33794"/>
                </a:lnTo>
                <a:lnTo>
                  <a:pt x="1524" y="33616"/>
                </a:lnTo>
                <a:lnTo>
                  <a:pt x="1308" y="33426"/>
                </a:lnTo>
                <a:lnTo>
                  <a:pt x="1130" y="33655"/>
                </a:lnTo>
                <a:lnTo>
                  <a:pt x="1333" y="33820"/>
                </a:lnTo>
                <a:lnTo>
                  <a:pt x="1257" y="33985"/>
                </a:lnTo>
                <a:lnTo>
                  <a:pt x="1460" y="34061"/>
                </a:lnTo>
                <a:lnTo>
                  <a:pt x="1549" y="33845"/>
                </a:lnTo>
                <a:close/>
              </a:path>
              <a:path w="3175" h="41275">
                <a:moveTo>
                  <a:pt x="1676" y="27940"/>
                </a:moveTo>
                <a:lnTo>
                  <a:pt x="1498" y="27800"/>
                </a:lnTo>
                <a:lnTo>
                  <a:pt x="1371" y="27990"/>
                </a:lnTo>
                <a:lnTo>
                  <a:pt x="1536" y="28130"/>
                </a:lnTo>
                <a:lnTo>
                  <a:pt x="1676" y="27940"/>
                </a:lnTo>
                <a:close/>
              </a:path>
              <a:path w="3175" h="41275">
                <a:moveTo>
                  <a:pt x="1727" y="26593"/>
                </a:moveTo>
                <a:lnTo>
                  <a:pt x="1498" y="26504"/>
                </a:lnTo>
                <a:lnTo>
                  <a:pt x="1371" y="26746"/>
                </a:lnTo>
                <a:lnTo>
                  <a:pt x="1625" y="26847"/>
                </a:lnTo>
                <a:lnTo>
                  <a:pt x="1727" y="26593"/>
                </a:lnTo>
                <a:close/>
              </a:path>
              <a:path w="3175" h="41275">
                <a:moveTo>
                  <a:pt x="1752" y="40005"/>
                </a:moveTo>
                <a:lnTo>
                  <a:pt x="1625" y="39827"/>
                </a:lnTo>
                <a:lnTo>
                  <a:pt x="1460" y="39992"/>
                </a:lnTo>
                <a:lnTo>
                  <a:pt x="1600" y="40144"/>
                </a:lnTo>
                <a:lnTo>
                  <a:pt x="1752" y="40005"/>
                </a:lnTo>
                <a:close/>
              </a:path>
              <a:path w="3175" h="41275">
                <a:moveTo>
                  <a:pt x="1752" y="584"/>
                </a:moveTo>
                <a:lnTo>
                  <a:pt x="1536" y="482"/>
                </a:lnTo>
                <a:lnTo>
                  <a:pt x="1422" y="723"/>
                </a:lnTo>
                <a:lnTo>
                  <a:pt x="1651" y="825"/>
                </a:lnTo>
                <a:lnTo>
                  <a:pt x="1752" y="584"/>
                </a:lnTo>
                <a:close/>
              </a:path>
              <a:path w="3175" h="41275">
                <a:moveTo>
                  <a:pt x="1803" y="32308"/>
                </a:moveTo>
                <a:lnTo>
                  <a:pt x="1651" y="32118"/>
                </a:lnTo>
                <a:lnTo>
                  <a:pt x="1460" y="32270"/>
                </a:lnTo>
                <a:lnTo>
                  <a:pt x="1612" y="32461"/>
                </a:lnTo>
                <a:lnTo>
                  <a:pt x="1803" y="32308"/>
                </a:lnTo>
                <a:close/>
              </a:path>
              <a:path w="3175" h="41275">
                <a:moveTo>
                  <a:pt x="1892" y="38277"/>
                </a:moveTo>
                <a:lnTo>
                  <a:pt x="1651" y="38176"/>
                </a:lnTo>
                <a:lnTo>
                  <a:pt x="1549" y="38417"/>
                </a:lnTo>
                <a:lnTo>
                  <a:pt x="1778" y="38519"/>
                </a:lnTo>
                <a:lnTo>
                  <a:pt x="1892" y="38277"/>
                </a:lnTo>
                <a:close/>
              </a:path>
              <a:path w="3175" h="41275">
                <a:moveTo>
                  <a:pt x="1917" y="26377"/>
                </a:moveTo>
                <a:lnTo>
                  <a:pt x="1803" y="26212"/>
                </a:lnTo>
                <a:lnTo>
                  <a:pt x="1651" y="26314"/>
                </a:lnTo>
                <a:lnTo>
                  <a:pt x="1765" y="26479"/>
                </a:lnTo>
                <a:lnTo>
                  <a:pt x="1917" y="26377"/>
                </a:lnTo>
                <a:close/>
              </a:path>
              <a:path w="3175" h="41275">
                <a:moveTo>
                  <a:pt x="1955" y="39839"/>
                </a:moveTo>
                <a:lnTo>
                  <a:pt x="1828" y="39674"/>
                </a:lnTo>
                <a:lnTo>
                  <a:pt x="1689" y="39814"/>
                </a:lnTo>
                <a:lnTo>
                  <a:pt x="1816" y="39954"/>
                </a:lnTo>
                <a:lnTo>
                  <a:pt x="1955" y="39839"/>
                </a:lnTo>
                <a:close/>
              </a:path>
              <a:path w="3175" h="41275">
                <a:moveTo>
                  <a:pt x="1968" y="36055"/>
                </a:moveTo>
                <a:lnTo>
                  <a:pt x="1765" y="35953"/>
                </a:lnTo>
                <a:lnTo>
                  <a:pt x="1663" y="36156"/>
                </a:lnTo>
                <a:lnTo>
                  <a:pt x="1841" y="36258"/>
                </a:lnTo>
                <a:lnTo>
                  <a:pt x="1968" y="36055"/>
                </a:lnTo>
                <a:close/>
              </a:path>
              <a:path w="3175" h="41275">
                <a:moveTo>
                  <a:pt x="1968" y="1193"/>
                </a:moveTo>
                <a:lnTo>
                  <a:pt x="1803" y="1016"/>
                </a:lnTo>
                <a:lnTo>
                  <a:pt x="1638" y="1193"/>
                </a:lnTo>
                <a:lnTo>
                  <a:pt x="1803" y="1358"/>
                </a:lnTo>
                <a:lnTo>
                  <a:pt x="1968" y="1193"/>
                </a:lnTo>
                <a:close/>
              </a:path>
              <a:path w="3175" h="41275">
                <a:moveTo>
                  <a:pt x="2019" y="31635"/>
                </a:moveTo>
                <a:lnTo>
                  <a:pt x="1803" y="31559"/>
                </a:lnTo>
                <a:lnTo>
                  <a:pt x="1714" y="31737"/>
                </a:lnTo>
                <a:lnTo>
                  <a:pt x="1536" y="31864"/>
                </a:lnTo>
                <a:lnTo>
                  <a:pt x="1714" y="32105"/>
                </a:lnTo>
                <a:lnTo>
                  <a:pt x="1955" y="31902"/>
                </a:lnTo>
                <a:lnTo>
                  <a:pt x="2019" y="31635"/>
                </a:lnTo>
                <a:close/>
              </a:path>
              <a:path w="3175" h="41275">
                <a:moveTo>
                  <a:pt x="2019" y="203"/>
                </a:moveTo>
                <a:lnTo>
                  <a:pt x="1828" y="0"/>
                </a:lnTo>
                <a:lnTo>
                  <a:pt x="1625" y="177"/>
                </a:lnTo>
                <a:lnTo>
                  <a:pt x="1803" y="406"/>
                </a:lnTo>
                <a:lnTo>
                  <a:pt x="2019" y="203"/>
                </a:lnTo>
                <a:close/>
              </a:path>
              <a:path w="3175" h="41275">
                <a:moveTo>
                  <a:pt x="2032" y="28562"/>
                </a:moveTo>
                <a:lnTo>
                  <a:pt x="1866" y="28409"/>
                </a:lnTo>
                <a:lnTo>
                  <a:pt x="1701" y="28562"/>
                </a:lnTo>
                <a:lnTo>
                  <a:pt x="1879" y="28727"/>
                </a:lnTo>
                <a:lnTo>
                  <a:pt x="2032" y="28562"/>
                </a:lnTo>
                <a:close/>
              </a:path>
              <a:path w="3175" h="41275">
                <a:moveTo>
                  <a:pt x="2082" y="30086"/>
                </a:moveTo>
                <a:lnTo>
                  <a:pt x="1955" y="30010"/>
                </a:lnTo>
                <a:lnTo>
                  <a:pt x="1778" y="29832"/>
                </a:lnTo>
                <a:lnTo>
                  <a:pt x="1701" y="30035"/>
                </a:lnTo>
                <a:lnTo>
                  <a:pt x="1943" y="30264"/>
                </a:lnTo>
                <a:lnTo>
                  <a:pt x="2082" y="30086"/>
                </a:lnTo>
                <a:close/>
              </a:path>
              <a:path w="3175" h="41275">
                <a:moveTo>
                  <a:pt x="2146" y="29616"/>
                </a:moveTo>
                <a:lnTo>
                  <a:pt x="2019" y="29425"/>
                </a:lnTo>
                <a:lnTo>
                  <a:pt x="1816" y="29552"/>
                </a:lnTo>
                <a:lnTo>
                  <a:pt x="1955" y="29756"/>
                </a:lnTo>
                <a:lnTo>
                  <a:pt x="2146" y="29616"/>
                </a:lnTo>
                <a:close/>
              </a:path>
              <a:path w="3175" h="41275">
                <a:moveTo>
                  <a:pt x="2159" y="35509"/>
                </a:moveTo>
                <a:lnTo>
                  <a:pt x="1955" y="35369"/>
                </a:lnTo>
                <a:lnTo>
                  <a:pt x="1790" y="35585"/>
                </a:lnTo>
                <a:lnTo>
                  <a:pt x="2019" y="35737"/>
                </a:lnTo>
                <a:lnTo>
                  <a:pt x="2159" y="35509"/>
                </a:lnTo>
                <a:close/>
              </a:path>
              <a:path w="3175" h="41275">
                <a:moveTo>
                  <a:pt x="2184" y="36766"/>
                </a:moveTo>
                <a:lnTo>
                  <a:pt x="2019" y="36563"/>
                </a:lnTo>
                <a:lnTo>
                  <a:pt x="1828" y="36741"/>
                </a:lnTo>
                <a:lnTo>
                  <a:pt x="1993" y="36931"/>
                </a:lnTo>
                <a:lnTo>
                  <a:pt x="2184" y="36766"/>
                </a:lnTo>
                <a:close/>
              </a:path>
              <a:path w="3175" h="41275">
                <a:moveTo>
                  <a:pt x="2184" y="31419"/>
                </a:moveTo>
                <a:lnTo>
                  <a:pt x="2070" y="31254"/>
                </a:lnTo>
                <a:lnTo>
                  <a:pt x="1917" y="31369"/>
                </a:lnTo>
                <a:lnTo>
                  <a:pt x="2044" y="31534"/>
                </a:lnTo>
                <a:lnTo>
                  <a:pt x="2184" y="31419"/>
                </a:lnTo>
                <a:close/>
              </a:path>
              <a:path w="3175" h="41275">
                <a:moveTo>
                  <a:pt x="2197" y="27787"/>
                </a:moveTo>
                <a:lnTo>
                  <a:pt x="2082" y="27597"/>
                </a:lnTo>
                <a:lnTo>
                  <a:pt x="1905" y="27736"/>
                </a:lnTo>
                <a:lnTo>
                  <a:pt x="2032" y="27914"/>
                </a:lnTo>
                <a:lnTo>
                  <a:pt x="2197" y="27787"/>
                </a:lnTo>
                <a:close/>
              </a:path>
              <a:path w="3175" h="41275">
                <a:moveTo>
                  <a:pt x="2209" y="40525"/>
                </a:moveTo>
                <a:lnTo>
                  <a:pt x="1968" y="40386"/>
                </a:lnTo>
                <a:lnTo>
                  <a:pt x="1828" y="40640"/>
                </a:lnTo>
                <a:lnTo>
                  <a:pt x="2082" y="40779"/>
                </a:lnTo>
                <a:lnTo>
                  <a:pt x="2209" y="40525"/>
                </a:lnTo>
                <a:close/>
              </a:path>
              <a:path w="3175" h="41275">
                <a:moveTo>
                  <a:pt x="2247" y="28790"/>
                </a:moveTo>
                <a:lnTo>
                  <a:pt x="2044" y="28625"/>
                </a:lnTo>
                <a:lnTo>
                  <a:pt x="1892" y="28841"/>
                </a:lnTo>
                <a:lnTo>
                  <a:pt x="2095" y="29006"/>
                </a:lnTo>
                <a:lnTo>
                  <a:pt x="2247" y="28790"/>
                </a:lnTo>
                <a:close/>
              </a:path>
              <a:path w="3175" h="41275">
                <a:moveTo>
                  <a:pt x="2349" y="28244"/>
                </a:moveTo>
                <a:lnTo>
                  <a:pt x="2120" y="28092"/>
                </a:lnTo>
                <a:lnTo>
                  <a:pt x="1968" y="28321"/>
                </a:lnTo>
                <a:lnTo>
                  <a:pt x="2171" y="28486"/>
                </a:lnTo>
                <a:lnTo>
                  <a:pt x="2349" y="28244"/>
                </a:lnTo>
                <a:close/>
              </a:path>
              <a:path w="3175" h="41275">
                <a:moveTo>
                  <a:pt x="2413" y="35001"/>
                </a:moveTo>
                <a:lnTo>
                  <a:pt x="2247" y="34823"/>
                </a:lnTo>
                <a:lnTo>
                  <a:pt x="2057" y="34988"/>
                </a:lnTo>
                <a:lnTo>
                  <a:pt x="2146" y="35115"/>
                </a:lnTo>
                <a:lnTo>
                  <a:pt x="2006" y="35229"/>
                </a:lnTo>
                <a:lnTo>
                  <a:pt x="2120" y="35407"/>
                </a:lnTo>
                <a:lnTo>
                  <a:pt x="2260" y="35280"/>
                </a:lnTo>
                <a:lnTo>
                  <a:pt x="2413" y="35001"/>
                </a:lnTo>
                <a:close/>
              </a:path>
              <a:path w="3175" h="41275">
                <a:moveTo>
                  <a:pt x="2476" y="37782"/>
                </a:moveTo>
                <a:lnTo>
                  <a:pt x="2247" y="37680"/>
                </a:lnTo>
                <a:lnTo>
                  <a:pt x="2171" y="37884"/>
                </a:lnTo>
                <a:lnTo>
                  <a:pt x="2044" y="37795"/>
                </a:lnTo>
                <a:lnTo>
                  <a:pt x="1892" y="38023"/>
                </a:lnTo>
                <a:lnTo>
                  <a:pt x="2120" y="38176"/>
                </a:lnTo>
                <a:lnTo>
                  <a:pt x="2273" y="37947"/>
                </a:lnTo>
                <a:lnTo>
                  <a:pt x="2476" y="37782"/>
                </a:lnTo>
                <a:close/>
              </a:path>
              <a:path w="3175" h="41275">
                <a:moveTo>
                  <a:pt x="2527" y="27457"/>
                </a:moveTo>
                <a:lnTo>
                  <a:pt x="2349" y="27228"/>
                </a:lnTo>
                <a:lnTo>
                  <a:pt x="2133" y="27025"/>
                </a:lnTo>
                <a:lnTo>
                  <a:pt x="2019" y="27254"/>
                </a:lnTo>
                <a:lnTo>
                  <a:pt x="2197" y="27355"/>
                </a:lnTo>
                <a:lnTo>
                  <a:pt x="2311" y="27635"/>
                </a:lnTo>
                <a:lnTo>
                  <a:pt x="2527" y="27457"/>
                </a:lnTo>
                <a:close/>
              </a:path>
              <a:path w="3175" h="41275">
                <a:moveTo>
                  <a:pt x="2616" y="32550"/>
                </a:moveTo>
                <a:lnTo>
                  <a:pt x="2387" y="32372"/>
                </a:lnTo>
                <a:lnTo>
                  <a:pt x="2209" y="32588"/>
                </a:lnTo>
                <a:lnTo>
                  <a:pt x="2425" y="32766"/>
                </a:lnTo>
                <a:lnTo>
                  <a:pt x="2616" y="32550"/>
                </a:lnTo>
                <a:close/>
              </a:path>
              <a:path w="3175" h="41275">
                <a:moveTo>
                  <a:pt x="2628" y="34861"/>
                </a:moveTo>
                <a:lnTo>
                  <a:pt x="2489" y="34683"/>
                </a:lnTo>
                <a:lnTo>
                  <a:pt x="2324" y="34823"/>
                </a:lnTo>
                <a:lnTo>
                  <a:pt x="2463" y="34988"/>
                </a:lnTo>
                <a:lnTo>
                  <a:pt x="2628" y="34861"/>
                </a:lnTo>
                <a:close/>
              </a:path>
              <a:path w="3175" h="41275">
                <a:moveTo>
                  <a:pt x="2641" y="35344"/>
                </a:moveTo>
                <a:lnTo>
                  <a:pt x="2387" y="35204"/>
                </a:lnTo>
                <a:lnTo>
                  <a:pt x="2235" y="35458"/>
                </a:lnTo>
                <a:lnTo>
                  <a:pt x="2489" y="35598"/>
                </a:lnTo>
                <a:lnTo>
                  <a:pt x="2641" y="35344"/>
                </a:lnTo>
                <a:close/>
              </a:path>
              <a:path w="3175" h="41275">
                <a:moveTo>
                  <a:pt x="2667" y="38785"/>
                </a:moveTo>
                <a:lnTo>
                  <a:pt x="2451" y="38684"/>
                </a:lnTo>
                <a:lnTo>
                  <a:pt x="2362" y="38900"/>
                </a:lnTo>
                <a:lnTo>
                  <a:pt x="2578" y="38989"/>
                </a:lnTo>
                <a:lnTo>
                  <a:pt x="2667" y="387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2039404" y="1027798"/>
            <a:ext cx="57785" cy="66040"/>
          </a:xfrm>
          <a:custGeom>
            <a:avLst/>
            <a:gdLst/>
            <a:ahLst/>
            <a:cxnLst/>
            <a:rect l="l" t="t" r="r" b="b"/>
            <a:pathLst>
              <a:path w="57785" h="66040">
                <a:moveTo>
                  <a:pt x="317" y="44691"/>
                </a:moveTo>
                <a:lnTo>
                  <a:pt x="190" y="44488"/>
                </a:lnTo>
                <a:lnTo>
                  <a:pt x="12" y="44615"/>
                </a:lnTo>
                <a:lnTo>
                  <a:pt x="127" y="44805"/>
                </a:lnTo>
                <a:lnTo>
                  <a:pt x="317" y="44691"/>
                </a:lnTo>
                <a:close/>
              </a:path>
              <a:path w="57785" h="66040">
                <a:moveTo>
                  <a:pt x="330" y="46494"/>
                </a:moveTo>
                <a:lnTo>
                  <a:pt x="114" y="46393"/>
                </a:lnTo>
                <a:lnTo>
                  <a:pt x="12" y="46609"/>
                </a:lnTo>
                <a:lnTo>
                  <a:pt x="203" y="46723"/>
                </a:lnTo>
                <a:lnTo>
                  <a:pt x="330" y="46494"/>
                </a:lnTo>
                <a:close/>
              </a:path>
              <a:path w="57785" h="66040">
                <a:moveTo>
                  <a:pt x="368" y="46812"/>
                </a:moveTo>
                <a:lnTo>
                  <a:pt x="114" y="46697"/>
                </a:lnTo>
                <a:lnTo>
                  <a:pt x="0" y="46951"/>
                </a:lnTo>
                <a:lnTo>
                  <a:pt x="241" y="47091"/>
                </a:lnTo>
                <a:lnTo>
                  <a:pt x="368" y="46812"/>
                </a:lnTo>
                <a:close/>
              </a:path>
              <a:path w="57785" h="66040">
                <a:moveTo>
                  <a:pt x="508" y="64541"/>
                </a:moveTo>
                <a:lnTo>
                  <a:pt x="381" y="64325"/>
                </a:lnTo>
                <a:lnTo>
                  <a:pt x="152" y="64465"/>
                </a:lnTo>
                <a:lnTo>
                  <a:pt x="292" y="64681"/>
                </a:lnTo>
                <a:lnTo>
                  <a:pt x="508" y="64541"/>
                </a:lnTo>
                <a:close/>
              </a:path>
              <a:path w="57785" h="66040">
                <a:moveTo>
                  <a:pt x="508" y="61950"/>
                </a:moveTo>
                <a:lnTo>
                  <a:pt x="292" y="61874"/>
                </a:lnTo>
                <a:lnTo>
                  <a:pt x="215" y="62064"/>
                </a:lnTo>
                <a:lnTo>
                  <a:pt x="406" y="62141"/>
                </a:lnTo>
                <a:lnTo>
                  <a:pt x="508" y="61950"/>
                </a:lnTo>
                <a:close/>
              </a:path>
              <a:path w="57785" h="66040">
                <a:moveTo>
                  <a:pt x="508" y="43903"/>
                </a:moveTo>
                <a:lnTo>
                  <a:pt x="381" y="43688"/>
                </a:lnTo>
                <a:lnTo>
                  <a:pt x="152" y="43827"/>
                </a:lnTo>
                <a:lnTo>
                  <a:pt x="292" y="44043"/>
                </a:lnTo>
                <a:lnTo>
                  <a:pt x="508" y="43903"/>
                </a:lnTo>
                <a:close/>
              </a:path>
              <a:path w="57785" h="66040">
                <a:moveTo>
                  <a:pt x="533" y="65417"/>
                </a:moveTo>
                <a:lnTo>
                  <a:pt x="381" y="65278"/>
                </a:lnTo>
                <a:lnTo>
                  <a:pt x="190" y="65112"/>
                </a:lnTo>
                <a:lnTo>
                  <a:pt x="12" y="65239"/>
                </a:lnTo>
                <a:lnTo>
                  <a:pt x="127" y="65443"/>
                </a:lnTo>
                <a:lnTo>
                  <a:pt x="304" y="65354"/>
                </a:lnTo>
                <a:lnTo>
                  <a:pt x="393" y="65582"/>
                </a:lnTo>
                <a:lnTo>
                  <a:pt x="533" y="65417"/>
                </a:lnTo>
                <a:close/>
              </a:path>
              <a:path w="57785" h="66040">
                <a:moveTo>
                  <a:pt x="533" y="44780"/>
                </a:moveTo>
                <a:lnTo>
                  <a:pt x="381" y="44627"/>
                </a:lnTo>
                <a:lnTo>
                  <a:pt x="215" y="44792"/>
                </a:lnTo>
                <a:lnTo>
                  <a:pt x="393" y="44945"/>
                </a:lnTo>
                <a:lnTo>
                  <a:pt x="533" y="44780"/>
                </a:lnTo>
                <a:close/>
              </a:path>
              <a:path w="57785" h="66040">
                <a:moveTo>
                  <a:pt x="533" y="41376"/>
                </a:moveTo>
                <a:lnTo>
                  <a:pt x="330" y="41275"/>
                </a:lnTo>
                <a:lnTo>
                  <a:pt x="241" y="41478"/>
                </a:lnTo>
                <a:lnTo>
                  <a:pt x="444" y="41567"/>
                </a:lnTo>
                <a:lnTo>
                  <a:pt x="533" y="41376"/>
                </a:lnTo>
                <a:close/>
              </a:path>
              <a:path w="57785" h="66040">
                <a:moveTo>
                  <a:pt x="787" y="64401"/>
                </a:moveTo>
                <a:lnTo>
                  <a:pt x="622" y="64185"/>
                </a:lnTo>
                <a:lnTo>
                  <a:pt x="419" y="64338"/>
                </a:lnTo>
                <a:lnTo>
                  <a:pt x="571" y="64554"/>
                </a:lnTo>
                <a:lnTo>
                  <a:pt x="787" y="64401"/>
                </a:lnTo>
                <a:close/>
              </a:path>
              <a:path w="57785" h="66040">
                <a:moveTo>
                  <a:pt x="787" y="43764"/>
                </a:moveTo>
                <a:lnTo>
                  <a:pt x="622" y="43561"/>
                </a:lnTo>
                <a:lnTo>
                  <a:pt x="419" y="43713"/>
                </a:lnTo>
                <a:lnTo>
                  <a:pt x="571" y="43916"/>
                </a:lnTo>
                <a:lnTo>
                  <a:pt x="787" y="43764"/>
                </a:lnTo>
                <a:close/>
              </a:path>
              <a:path w="57785" h="66040">
                <a:moveTo>
                  <a:pt x="812" y="63373"/>
                </a:moveTo>
                <a:lnTo>
                  <a:pt x="622" y="63182"/>
                </a:lnTo>
                <a:lnTo>
                  <a:pt x="431" y="63360"/>
                </a:lnTo>
                <a:lnTo>
                  <a:pt x="609" y="63576"/>
                </a:lnTo>
                <a:lnTo>
                  <a:pt x="812" y="63373"/>
                </a:lnTo>
                <a:close/>
              </a:path>
              <a:path w="57785" h="66040">
                <a:moveTo>
                  <a:pt x="812" y="45593"/>
                </a:moveTo>
                <a:lnTo>
                  <a:pt x="660" y="45427"/>
                </a:lnTo>
                <a:lnTo>
                  <a:pt x="482" y="45567"/>
                </a:lnTo>
                <a:lnTo>
                  <a:pt x="622" y="45745"/>
                </a:lnTo>
                <a:lnTo>
                  <a:pt x="812" y="45593"/>
                </a:lnTo>
                <a:close/>
              </a:path>
              <a:path w="57785" h="66040">
                <a:moveTo>
                  <a:pt x="812" y="42735"/>
                </a:moveTo>
                <a:lnTo>
                  <a:pt x="622" y="42545"/>
                </a:lnTo>
                <a:lnTo>
                  <a:pt x="431" y="42735"/>
                </a:lnTo>
                <a:lnTo>
                  <a:pt x="609" y="42926"/>
                </a:lnTo>
                <a:lnTo>
                  <a:pt x="812" y="42735"/>
                </a:lnTo>
                <a:close/>
              </a:path>
              <a:path w="57785" h="66040">
                <a:moveTo>
                  <a:pt x="1079" y="63614"/>
                </a:moveTo>
                <a:lnTo>
                  <a:pt x="914" y="63461"/>
                </a:lnTo>
                <a:lnTo>
                  <a:pt x="762" y="63639"/>
                </a:lnTo>
                <a:lnTo>
                  <a:pt x="927" y="63779"/>
                </a:lnTo>
                <a:lnTo>
                  <a:pt x="1079" y="63614"/>
                </a:lnTo>
                <a:close/>
              </a:path>
              <a:path w="57785" h="66040">
                <a:moveTo>
                  <a:pt x="1079" y="43027"/>
                </a:moveTo>
                <a:lnTo>
                  <a:pt x="914" y="42887"/>
                </a:lnTo>
                <a:lnTo>
                  <a:pt x="774" y="43053"/>
                </a:lnTo>
                <a:lnTo>
                  <a:pt x="939" y="43192"/>
                </a:lnTo>
                <a:lnTo>
                  <a:pt x="1079" y="43027"/>
                </a:lnTo>
                <a:close/>
              </a:path>
              <a:path w="57785" h="66040">
                <a:moveTo>
                  <a:pt x="1117" y="63055"/>
                </a:moveTo>
                <a:lnTo>
                  <a:pt x="927" y="62941"/>
                </a:lnTo>
                <a:lnTo>
                  <a:pt x="812" y="63119"/>
                </a:lnTo>
                <a:lnTo>
                  <a:pt x="1016" y="63246"/>
                </a:lnTo>
                <a:lnTo>
                  <a:pt x="1117" y="63055"/>
                </a:lnTo>
                <a:close/>
              </a:path>
              <a:path w="57785" h="66040">
                <a:moveTo>
                  <a:pt x="1117" y="42379"/>
                </a:moveTo>
                <a:lnTo>
                  <a:pt x="927" y="42278"/>
                </a:lnTo>
                <a:lnTo>
                  <a:pt x="812" y="42481"/>
                </a:lnTo>
                <a:lnTo>
                  <a:pt x="1016" y="42595"/>
                </a:lnTo>
                <a:lnTo>
                  <a:pt x="1117" y="42379"/>
                </a:lnTo>
                <a:close/>
              </a:path>
              <a:path w="57785" h="66040">
                <a:moveTo>
                  <a:pt x="1219" y="41770"/>
                </a:moveTo>
                <a:lnTo>
                  <a:pt x="1041" y="41592"/>
                </a:lnTo>
                <a:lnTo>
                  <a:pt x="863" y="41757"/>
                </a:lnTo>
                <a:lnTo>
                  <a:pt x="1041" y="41948"/>
                </a:lnTo>
                <a:lnTo>
                  <a:pt x="1219" y="41770"/>
                </a:lnTo>
                <a:close/>
              </a:path>
              <a:path w="57785" h="66040">
                <a:moveTo>
                  <a:pt x="1231" y="62471"/>
                </a:moveTo>
                <a:lnTo>
                  <a:pt x="1054" y="62293"/>
                </a:lnTo>
                <a:lnTo>
                  <a:pt x="876" y="62471"/>
                </a:lnTo>
                <a:lnTo>
                  <a:pt x="1054" y="62661"/>
                </a:lnTo>
                <a:lnTo>
                  <a:pt x="1231" y="62471"/>
                </a:lnTo>
                <a:close/>
              </a:path>
              <a:path w="57785" h="66040">
                <a:moveTo>
                  <a:pt x="1257" y="64973"/>
                </a:moveTo>
                <a:lnTo>
                  <a:pt x="1117" y="64795"/>
                </a:lnTo>
                <a:lnTo>
                  <a:pt x="927" y="64935"/>
                </a:lnTo>
                <a:lnTo>
                  <a:pt x="1066" y="65138"/>
                </a:lnTo>
                <a:lnTo>
                  <a:pt x="1257" y="64973"/>
                </a:lnTo>
                <a:close/>
              </a:path>
              <a:path w="57785" h="66040">
                <a:moveTo>
                  <a:pt x="1257" y="44335"/>
                </a:moveTo>
                <a:lnTo>
                  <a:pt x="1117" y="44145"/>
                </a:lnTo>
                <a:lnTo>
                  <a:pt x="927" y="44272"/>
                </a:lnTo>
                <a:lnTo>
                  <a:pt x="1066" y="44475"/>
                </a:lnTo>
                <a:lnTo>
                  <a:pt x="1257" y="44335"/>
                </a:lnTo>
                <a:close/>
              </a:path>
              <a:path w="57785" h="66040">
                <a:moveTo>
                  <a:pt x="1371" y="45935"/>
                </a:moveTo>
                <a:lnTo>
                  <a:pt x="1219" y="45796"/>
                </a:lnTo>
                <a:lnTo>
                  <a:pt x="1066" y="45935"/>
                </a:lnTo>
                <a:lnTo>
                  <a:pt x="1219" y="46075"/>
                </a:lnTo>
                <a:lnTo>
                  <a:pt x="1371" y="45935"/>
                </a:lnTo>
                <a:close/>
              </a:path>
              <a:path w="57785" h="66040">
                <a:moveTo>
                  <a:pt x="1384" y="64211"/>
                </a:moveTo>
                <a:lnTo>
                  <a:pt x="1231" y="63995"/>
                </a:lnTo>
                <a:lnTo>
                  <a:pt x="1028" y="64147"/>
                </a:lnTo>
                <a:lnTo>
                  <a:pt x="1168" y="64363"/>
                </a:lnTo>
                <a:lnTo>
                  <a:pt x="1384" y="64211"/>
                </a:lnTo>
                <a:close/>
              </a:path>
              <a:path w="57785" h="66040">
                <a:moveTo>
                  <a:pt x="1384" y="43573"/>
                </a:moveTo>
                <a:lnTo>
                  <a:pt x="1231" y="43370"/>
                </a:lnTo>
                <a:lnTo>
                  <a:pt x="1028" y="43510"/>
                </a:lnTo>
                <a:lnTo>
                  <a:pt x="1168" y="43726"/>
                </a:lnTo>
                <a:lnTo>
                  <a:pt x="1384" y="43573"/>
                </a:lnTo>
                <a:close/>
              </a:path>
              <a:path w="57785" h="66040">
                <a:moveTo>
                  <a:pt x="1397" y="46304"/>
                </a:moveTo>
                <a:lnTo>
                  <a:pt x="1257" y="46126"/>
                </a:lnTo>
                <a:lnTo>
                  <a:pt x="1054" y="46266"/>
                </a:lnTo>
                <a:lnTo>
                  <a:pt x="1193" y="46456"/>
                </a:lnTo>
                <a:lnTo>
                  <a:pt x="1397" y="46304"/>
                </a:lnTo>
                <a:close/>
              </a:path>
              <a:path w="57785" h="66040">
                <a:moveTo>
                  <a:pt x="1549" y="62191"/>
                </a:moveTo>
                <a:lnTo>
                  <a:pt x="1333" y="62090"/>
                </a:lnTo>
                <a:lnTo>
                  <a:pt x="1219" y="62318"/>
                </a:lnTo>
                <a:lnTo>
                  <a:pt x="1447" y="62433"/>
                </a:lnTo>
                <a:lnTo>
                  <a:pt x="1549" y="62191"/>
                </a:lnTo>
                <a:close/>
              </a:path>
              <a:path w="57785" h="66040">
                <a:moveTo>
                  <a:pt x="1549" y="41554"/>
                </a:moveTo>
                <a:lnTo>
                  <a:pt x="1333" y="41465"/>
                </a:lnTo>
                <a:lnTo>
                  <a:pt x="1219" y="41681"/>
                </a:lnTo>
                <a:lnTo>
                  <a:pt x="1447" y="41795"/>
                </a:lnTo>
                <a:lnTo>
                  <a:pt x="1549" y="41554"/>
                </a:lnTo>
                <a:close/>
              </a:path>
              <a:path w="57785" h="66040">
                <a:moveTo>
                  <a:pt x="1689" y="44513"/>
                </a:moveTo>
                <a:lnTo>
                  <a:pt x="1524" y="44284"/>
                </a:lnTo>
                <a:lnTo>
                  <a:pt x="1320" y="44462"/>
                </a:lnTo>
                <a:lnTo>
                  <a:pt x="1473" y="44665"/>
                </a:lnTo>
                <a:lnTo>
                  <a:pt x="1689" y="44513"/>
                </a:lnTo>
                <a:close/>
              </a:path>
              <a:path w="57785" h="66040">
                <a:moveTo>
                  <a:pt x="1765" y="62814"/>
                </a:moveTo>
                <a:lnTo>
                  <a:pt x="1600" y="62636"/>
                </a:lnTo>
                <a:lnTo>
                  <a:pt x="1435" y="62801"/>
                </a:lnTo>
                <a:lnTo>
                  <a:pt x="1600" y="62979"/>
                </a:lnTo>
                <a:lnTo>
                  <a:pt x="1765" y="62814"/>
                </a:lnTo>
                <a:close/>
              </a:path>
              <a:path w="57785" h="66040">
                <a:moveTo>
                  <a:pt x="1765" y="42164"/>
                </a:moveTo>
                <a:lnTo>
                  <a:pt x="1600" y="42011"/>
                </a:lnTo>
                <a:lnTo>
                  <a:pt x="1435" y="42164"/>
                </a:lnTo>
                <a:lnTo>
                  <a:pt x="1600" y="42341"/>
                </a:lnTo>
                <a:lnTo>
                  <a:pt x="1765" y="42164"/>
                </a:lnTo>
                <a:close/>
              </a:path>
              <a:path w="57785" h="66040">
                <a:moveTo>
                  <a:pt x="1790" y="46990"/>
                </a:moveTo>
                <a:lnTo>
                  <a:pt x="1574" y="46850"/>
                </a:lnTo>
                <a:lnTo>
                  <a:pt x="1435" y="47066"/>
                </a:lnTo>
                <a:lnTo>
                  <a:pt x="1447" y="47193"/>
                </a:lnTo>
                <a:lnTo>
                  <a:pt x="1562" y="47358"/>
                </a:lnTo>
                <a:lnTo>
                  <a:pt x="1714" y="47256"/>
                </a:lnTo>
                <a:lnTo>
                  <a:pt x="1790" y="46990"/>
                </a:lnTo>
                <a:close/>
              </a:path>
              <a:path w="57785" h="66040">
                <a:moveTo>
                  <a:pt x="1816" y="61836"/>
                </a:moveTo>
                <a:lnTo>
                  <a:pt x="1625" y="61607"/>
                </a:lnTo>
                <a:lnTo>
                  <a:pt x="1422" y="61798"/>
                </a:lnTo>
                <a:lnTo>
                  <a:pt x="1600" y="62014"/>
                </a:lnTo>
                <a:lnTo>
                  <a:pt x="1816" y="61836"/>
                </a:lnTo>
                <a:close/>
              </a:path>
              <a:path w="57785" h="66040">
                <a:moveTo>
                  <a:pt x="1816" y="41186"/>
                </a:moveTo>
                <a:lnTo>
                  <a:pt x="1625" y="40957"/>
                </a:lnTo>
                <a:lnTo>
                  <a:pt x="1422" y="41160"/>
                </a:lnTo>
                <a:lnTo>
                  <a:pt x="1600" y="41363"/>
                </a:lnTo>
                <a:lnTo>
                  <a:pt x="1816" y="41186"/>
                </a:lnTo>
                <a:close/>
              </a:path>
              <a:path w="57785" h="66040">
                <a:moveTo>
                  <a:pt x="1892" y="63855"/>
                </a:moveTo>
                <a:lnTo>
                  <a:pt x="1689" y="63677"/>
                </a:lnTo>
                <a:lnTo>
                  <a:pt x="1524" y="63881"/>
                </a:lnTo>
                <a:lnTo>
                  <a:pt x="1739" y="64058"/>
                </a:lnTo>
                <a:lnTo>
                  <a:pt x="1892" y="63855"/>
                </a:lnTo>
                <a:close/>
              </a:path>
              <a:path w="57785" h="66040">
                <a:moveTo>
                  <a:pt x="1892" y="46126"/>
                </a:moveTo>
                <a:lnTo>
                  <a:pt x="1739" y="45948"/>
                </a:lnTo>
                <a:lnTo>
                  <a:pt x="1562" y="46088"/>
                </a:lnTo>
                <a:lnTo>
                  <a:pt x="1701" y="46266"/>
                </a:lnTo>
                <a:lnTo>
                  <a:pt x="1892" y="46126"/>
                </a:lnTo>
                <a:close/>
              </a:path>
              <a:path w="57785" h="66040">
                <a:moveTo>
                  <a:pt x="1892" y="43218"/>
                </a:moveTo>
                <a:lnTo>
                  <a:pt x="1689" y="43053"/>
                </a:lnTo>
                <a:lnTo>
                  <a:pt x="1524" y="43256"/>
                </a:lnTo>
                <a:lnTo>
                  <a:pt x="1739" y="43421"/>
                </a:lnTo>
                <a:lnTo>
                  <a:pt x="1892" y="43218"/>
                </a:lnTo>
                <a:close/>
              </a:path>
              <a:path w="57785" h="66040">
                <a:moveTo>
                  <a:pt x="2019" y="44081"/>
                </a:moveTo>
                <a:lnTo>
                  <a:pt x="1866" y="43865"/>
                </a:lnTo>
                <a:lnTo>
                  <a:pt x="1663" y="44043"/>
                </a:lnTo>
                <a:lnTo>
                  <a:pt x="1828" y="44246"/>
                </a:lnTo>
                <a:lnTo>
                  <a:pt x="2019" y="44081"/>
                </a:lnTo>
                <a:close/>
              </a:path>
              <a:path w="57785" h="66040">
                <a:moveTo>
                  <a:pt x="2070" y="45008"/>
                </a:moveTo>
                <a:lnTo>
                  <a:pt x="1879" y="44792"/>
                </a:lnTo>
                <a:lnTo>
                  <a:pt x="1676" y="44996"/>
                </a:lnTo>
                <a:lnTo>
                  <a:pt x="1866" y="45212"/>
                </a:lnTo>
                <a:lnTo>
                  <a:pt x="2070" y="45008"/>
                </a:lnTo>
                <a:close/>
              </a:path>
              <a:path w="57785" h="66040">
                <a:moveTo>
                  <a:pt x="2336" y="45847"/>
                </a:moveTo>
                <a:lnTo>
                  <a:pt x="2184" y="45618"/>
                </a:lnTo>
                <a:lnTo>
                  <a:pt x="1955" y="45770"/>
                </a:lnTo>
                <a:lnTo>
                  <a:pt x="2108" y="45986"/>
                </a:lnTo>
                <a:lnTo>
                  <a:pt x="2336" y="45847"/>
                </a:lnTo>
                <a:close/>
              </a:path>
              <a:path w="57785" h="66040">
                <a:moveTo>
                  <a:pt x="2349" y="45339"/>
                </a:moveTo>
                <a:lnTo>
                  <a:pt x="2159" y="45148"/>
                </a:lnTo>
                <a:lnTo>
                  <a:pt x="1968" y="45339"/>
                </a:lnTo>
                <a:lnTo>
                  <a:pt x="2171" y="45529"/>
                </a:lnTo>
                <a:lnTo>
                  <a:pt x="2349" y="45339"/>
                </a:lnTo>
                <a:close/>
              </a:path>
              <a:path w="57785" h="66040">
                <a:moveTo>
                  <a:pt x="38722" y="419"/>
                </a:moveTo>
                <a:lnTo>
                  <a:pt x="38709" y="292"/>
                </a:lnTo>
                <a:lnTo>
                  <a:pt x="38722" y="419"/>
                </a:lnTo>
                <a:close/>
              </a:path>
              <a:path w="57785" h="66040">
                <a:moveTo>
                  <a:pt x="40513" y="25"/>
                </a:moveTo>
                <a:lnTo>
                  <a:pt x="40373" y="50"/>
                </a:lnTo>
                <a:lnTo>
                  <a:pt x="40513" y="25"/>
                </a:lnTo>
                <a:close/>
              </a:path>
              <a:path w="57785" h="66040">
                <a:moveTo>
                  <a:pt x="41186" y="0"/>
                </a:moveTo>
                <a:close/>
              </a:path>
              <a:path w="57785" h="66040">
                <a:moveTo>
                  <a:pt x="45161" y="4279"/>
                </a:moveTo>
                <a:lnTo>
                  <a:pt x="45161" y="4470"/>
                </a:lnTo>
                <a:lnTo>
                  <a:pt x="45161" y="4279"/>
                </a:lnTo>
                <a:close/>
              </a:path>
              <a:path w="57785" h="66040">
                <a:moveTo>
                  <a:pt x="47269" y="5067"/>
                </a:moveTo>
                <a:lnTo>
                  <a:pt x="47142" y="5003"/>
                </a:lnTo>
                <a:lnTo>
                  <a:pt x="47269" y="5067"/>
                </a:lnTo>
                <a:close/>
              </a:path>
              <a:path w="57785" h="66040">
                <a:moveTo>
                  <a:pt x="47548" y="3479"/>
                </a:moveTo>
                <a:lnTo>
                  <a:pt x="47282" y="3429"/>
                </a:lnTo>
                <a:lnTo>
                  <a:pt x="47142" y="3416"/>
                </a:lnTo>
                <a:lnTo>
                  <a:pt x="46837" y="3352"/>
                </a:lnTo>
                <a:lnTo>
                  <a:pt x="47078" y="3505"/>
                </a:lnTo>
                <a:lnTo>
                  <a:pt x="47548" y="3479"/>
                </a:lnTo>
                <a:close/>
              </a:path>
              <a:path w="57785" h="66040">
                <a:moveTo>
                  <a:pt x="48196" y="2565"/>
                </a:moveTo>
                <a:lnTo>
                  <a:pt x="48018" y="2616"/>
                </a:lnTo>
                <a:lnTo>
                  <a:pt x="48196" y="2565"/>
                </a:lnTo>
                <a:close/>
              </a:path>
              <a:path w="57785" h="66040">
                <a:moveTo>
                  <a:pt x="50825" y="3200"/>
                </a:moveTo>
                <a:lnTo>
                  <a:pt x="50584" y="3124"/>
                </a:lnTo>
                <a:lnTo>
                  <a:pt x="50825" y="3200"/>
                </a:lnTo>
                <a:close/>
              </a:path>
              <a:path w="57785" h="66040">
                <a:moveTo>
                  <a:pt x="51041" y="3035"/>
                </a:moveTo>
                <a:lnTo>
                  <a:pt x="50914" y="2933"/>
                </a:lnTo>
                <a:lnTo>
                  <a:pt x="50977" y="3060"/>
                </a:lnTo>
                <a:close/>
              </a:path>
              <a:path w="57785" h="66040">
                <a:moveTo>
                  <a:pt x="51269" y="3251"/>
                </a:moveTo>
                <a:lnTo>
                  <a:pt x="51066" y="3213"/>
                </a:lnTo>
                <a:lnTo>
                  <a:pt x="51269" y="3251"/>
                </a:lnTo>
                <a:close/>
              </a:path>
              <a:path w="57785" h="66040">
                <a:moveTo>
                  <a:pt x="51612" y="3606"/>
                </a:moveTo>
                <a:lnTo>
                  <a:pt x="51422" y="3632"/>
                </a:lnTo>
                <a:lnTo>
                  <a:pt x="51612" y="3606"/>
                </a:lnTo>
                <a:close/>
              </a:path>
              <a:path w="57785" h="66040">
                <a:moveTo>
                  <a:pt x="54673" y="3187"/>
                </a:moveTo>
                <a:lnTo>
                  <a:pt x="54635" y="3035"/>
                </a:lnTo>
                <a:lnTo>
                  <a:pt x="54495" y="3200"/>
                </a:lnTo>
                <a:lnTo>
                  <a:pt x="54673" y="3187"/>
                </a:lnTo>
                <a:close/>
              </a:path>
              <a:path w="57785" h="66040">
                <a:moveTo>
                  <a:pt x="56794" y="5016"/>
                </a:moveTo>
                <a:lnTo>
                  <a:pt x="56718" y="4864"/>
                </a:lnTo>
                <a:lnTo>
                  <a:pt x="56705" y="5003"/>
                </a:lnTo>
                <a:close/>
              </a:path>
              <a:path w="57785" h="66040">
                <a:moveTo>
                  <a:pt x="56997" y="4927"/>
                </a:moveTo>
                <a:close/>
              </a:path>
              <a:path w="57785" h="66040">
                <a:moveTo>
                  <a:pt x="57416" y="3136"/>
                </a:moveTo>
                <a:lnTo>
                  <a:pt x="57124" y="3149"/>
                </a:lnTo>
                <a:lnTo>
                  <a:pt x="57353" y="32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2069744" y="1032789"/>
            <a:ext cx="26034" cy="12700"/>
          </a:xfrm>
          <a:custGeom>
            <a:avLst/>
            <a:gdLst/>
            <a:ahLst/>
            <a:cxnLst/>
            <a:rect l="l" t="t" r="r" b="b"/>
            <a:pathLst>
              <a:path w="26035" h="12700">
                <a:moveTo>
                  <a:pt x="76" y="9296"/>
                </a:moveTo>
                <a:close/>
              </a:path>
              <a:path w="26035" h="12700">
                <a:moveTo>
                  <a:pt x="1879" y="2959"/>
                </a:moveTo>
                <a:lnTo>
                  <a:pt x="1714" y="2921"/>
                </a:lnTo>
                <a:lnTo>
                  <a:pt x="1879" y="2959"/>
                </a:lnTo>
                <a:close/>
              </a:path>
              <a:path w="26035" h="12700">
                <a:moveTo>
                  <a:pt x="7937" y="12153"/>
                </a:moveTo>
                <a:lnTo>
                  <a:pt x="7810" y="12192"/>
                </a:lnTo>
                <a:lnTo>
                  <a:pt x="7937" y="12153"/>
                </a:lnTo>
                <a:close/>
              </a:path>
              <a:path w="26035" h="12700">
                <a:moveTo>
                  <a:pt x="8394" y="11036"/>
                </a:moveTo>
                <a:lnTo>
                  <a:pt x="8382" y="10680"/>
                </a:lnTo>
                <a:lnTo>
                  <a:pt x="8382" y="10274"/>
                </a:lnTo>
                <a:lnTo>
                  <a:pt x="8293" y="9867"/>
                </a:lnTo>
                <a:lnTo>
                  <a:pt x="8318" y="10248"/>
                </a:lnTo>
                <a:lnTo>
                  <a:pt x="8305" y="10642"/>
                </a:lnTo>
                <a:lnTo>
                  <a:pt x="8394" y="11036"/>
                </a:lnTo>
                <a:close/>
              </a:path>
              <a:path w="26035" h="12700">
                <a:moveTo>
                  <a:pt x="8788" y="7531"/>
                </a:moveTo>
                <a:lnTo>
                  <a:pt x="8661" y="7569"/>
                </a:lnTo>
                <a:lnTo>
                  <a:pt x="8788" y="7531"/>
                </a:lnTo>
                <a:close/>
              </a:path>
              <a:path w="26035" h="12700">
                <a:moveTo>
                  <a:pt x="8953" y="3619"/>
                </a:moveTo>
                <a:close/>
              </a:path>
              <a:path w="26035" h="12700">
                <a:moveTo>
                  <a:pt x="10236" y="9372"/>
                </a:moveTo>
                <a:lnTo>
                  <a:pt x="10071" y="10033"/>
                </a:lnTo>
                <a:lnTo>
                  <a:pt x="10058" y="10718"/>
                </a:lnTo>
                <a:lnTo>
                  <a:pt x="10109" y="11201"/>
                </a:lnTo>
                <a:lnTo>
                  <a:pt x="10121" y="10464"/>
                </a:lnTo>
                <a:lnTo>
                  <a:pt x="10172" y="10096"/>
                </a:lnTo>
                <a:lnTo>
                  <a:pt x="10236" y="9385"/>
                </a:lnTo>
                <a:close/>
              </a:path>
              <a:path w="26035" h="12700">
                <a:moveTo>
                  <a:pt x="10566" y="7493"/>
                </a:moveTo>
                <a:lnTo>
                  <a:pt x="10401" y="7442"/>
                </a:lnTo>
                <a:lnTo>
                  <a:pt x="10477" y="7620"/>
                </a:lnTo>
                <a:lnTo>
                  <a:pt x="10566" y="7493"/>
                </a:lnTo>
                <a:close/>
              </a:path>
              <a:path w="26035" h="12700">
                <a:moveTo>
                  <a:pt x="12103" y="3035"/>
                </a:moveTo>
                <a:lnTo>
                  <a:pt x="11798" y="2743"/>
                </a:lnTo>
                <a:lnTo>
                  <a:pt x="11798" y="3213"/>
                </a:lnTo>
                <a:lnTo>
                  <a:pt x="12103" y="3035"/>
                </a:lnTo>
                <a:close/>
              </a:path>
              <a:path w="26035" h="12700">
                <a:moveTo>
                  <a:pt x="12217" y="1422"/>
                </a:moveTo>
                <a:close/>
              </a:path>
              <a:path w="26035" h="12700">
                <a:moveTo>
                  <a:pt x="12611" y="2857"/>
                </a:moveTo>
                <a:close/>
              </a:path>
              <a:path w="26035" h="12700">
                <a:moveTo>
                  <a:pt x="12966" y="5791"/>
                </a:moveTo>
                <a:close/>
              </a:path>
              <a:path w="26035" h="12700">
                <a:moveTo>
                  <a:pt x="13004" y="9639"/>
                </a:moveTo>
                <a:close/>
              </a:path>
              <a:path w="26035" h="12700">
                <a:moveTo>
                  <a:pt x="14224" y="3416"/>
                </a:moveTo>
                <a:lnTo>
                  <a:pt x="14160" y="3200"/>
                </a:lnTo>
                <a:lnTo>
                  <a:pt x="14147" y="3365"/>
                </a:lnTo>
                <a:close/>
              </a:path>
              <a:path w="26035" h="12700">
                <a:moveTo>
                  <a:pt x="15722" y="5461"/>
                </a:moveTo>
                <a:lnTo>
                  <a:pt x="15468" y="5689"/>
                </a:lnTo>
                <a:lnTo>
                  <a:pt x="15151" y="5867"/>
                </a:lnTo>
                <a:lnTo>
                  <a:pt x="14884" y="6108"/>
                </a:lnTo>
                <a:lnTo>
                  <a:pt x="15087" y="6045"/>
                </a:lnTo>
                <a:lnTo>
                  <a:pt x="15176" y="5892"/>
                </a:lnTo>
                <a:lnTo>
                  <a:pt x="15392" y="5842"/>
                </a:lnTo>
                <a:lnTo>
                  <a:pt x="15722" y="5461"/>
                </a:lnTo>
                <a:close/>
              </a:path>
              <a:path w="26035" h="12700">
                <a:moveTo>
                  <a:pt x="15900" y="2590"/>
                </a:moveTo>
                <a:lnTo>
                  <a:pt x="15798" y="2844"/>
                </a:lnTo>
                <a:lnTo>
                  <a:pt x="15900" y="2590"/>
                </a:lnTo>
                <a:close/>
              </a:path>
              <a:path w="26035" h="12700">
                <a:moveTo>
                  <a:pt x="16256" y="2921"/>
                </a:moveTo>
                <a:close/>
              </a:path>
              <a:path w="26035" h="12700">
                <a:moveTo>
                  <a:pt x="16408" y="2730"/>
                </a:moveTo>
                <a:lnTo>
                  <a:pt x="16395" y="2603"/>
                </a:lnTo>
                <a:lnTo>
                  <a:pt x="16408" y="2730"/>
                </a:lnTo>
                <a:close/>
              </a:path>
              <a:path w="26035" h="12700">
                <a:moveTo>
                  <a:pt x="16459" y="10668"/>
                </a:moveTo>
                <a:lnTo>
                  <a:pt x="16357" y="11074"/>
                </a:lnTo>
                <a:lnTo>
                  <a:pt x="16268" y="11607"/>
                </a:lnTo>
                <a:lnTo>
                  <a:pt x="16306" y="12090"/>
                </a:lnTo>
                <a:lnTo>
                  <a:pt x="16294" y="11620"/>
                </a:lnTo>
                <a:lnTo>
                  <a:pt x="16433" y="11074"/>
                </a:lnTo>
                <a:lnTo>
                  <a:pt x="16459" y="10668"/>
                </a:lnTo>
                <a:close/>
              </a:path>
              <a:path w="26035" h="12700">
                <a:moveTo>
                  <a:pt x="16929" y="76"/>
                </a:moveTo>
                <a:lnTo>
                  <a:pt x="16802" y="12"/>
                </a:lnTo>
                <a:lnTo>
                  <a:pt x="16929" y="76"/>
                </a:lnTo>
                <a:close/>
              </a:path>
              <a:path w="26035" h="12700">
                <a:moveTo>
                  <a:pt x="17627" y="2997"/>
                </a:moveTo>
                <a:close/>
              </a:path>
              <a:path w="26035" h="12700">
                <a:moveTo>
                  <a:pt x="17907" y="3263"/>
                </a:moveTo>
                <a:lnTo>
                  <a:pt x="17843" y="3771"/>
                </a:lnTo>
                <a:lnTo>
                  <a:pt x="17907" y="3263"/>
                </a:lnTo>
                <a:close/>
              </a:path>
              <a:path w="26035" h="12700">
                <a:moveTo>
                  <a:pt x="18224" y="5041"/>
                </a:moveTo>
                <a:lnTo>
                  <a:pt x="18110" y="4343"/>
                </a:lnTo>
                <a:lnTo>
                  <a:pt x="17843" y="3784"/>
                </a:lnTo>
                <a:lnTo>
                  <a:pt x="17856" y="3937"/>
                </a:lnTo>
                <a:lnTo>
                  <a:pt x="18034" y="4508"/>
                </a:lnTo>
                <a:lnTo>
                  <a:pt x="18224" y="5041"/>
                </a:lnTo>
                <a:close/>
              </a:path>
              <a:path w="26035" h="12700">
                <a:moveTo>
                  <a:pt x="19608" y="571"/>
                </a:moveTo>
                <a:lnTo>
                  <a:pt x="19367" y="431"/>
                </a:lnTo>
                <a:lnTo>
                  <a:pt x="19481" y="584"/>
                </a:lnTo>
                <a:lnTo>
                  <a:pt x="19608" y="571"/>
                </a:lnTo>
                <a:close/>
              </a:path>
              <a:path w="26035" h="12700">
                <a:moveTo>
                  <a:pt x="19964" y="10185"/>
                </a:moveTo>
                <a:lnTo>
                  <a:pt x="19850" y="10350"/>
                </a:lnTo>
                <a:lnTo>
                  <a:pt x="19697" y="10706"/>
                </a:lnTo>
                <a:lnTo>
                  <a:pt x="19824" y="10668"/>
                </a:lnTo>
                <a:lnTo>
                  <a:pt x="19837" y="10541"/>
                </a:lnTo>
                <a:lnTo>
                  <a:pt x="19964" y="10185"/>
                </a:lnTo>
                <a:close/>
              </a:path>
              <a:path w="26035" h="12700">
                <a:moveTo>
                  <a:pt x="20675" y="5143"/>
                </a:moveTo>
                <a:lnTo>
                  <a:pt x="20535" y="4775"/>
                </a:lnTo>
                <a:lnTo>
                  <a:pt x="20154" y="5168"/>
                </a:lnTo>
                <a:lnTo>
                  <a:pt x="20154" y="5372"/>
                </a:lnTo>
                <a:lnTo>
                  <a:pt x="20231" y="5143"/>
                </a:lnTo>
                <a:lnTo>
                  <a:pt x="20485" y="4902"/>
                </a:lnTo>
                <a:lnTo>
                  <a:pt x="20675" y="5143"/>
                </a:lnTo>
                <a:close/>
              </a:path>
              <a:path w="26035" h="12700">
                <a:moveTo>
                  <a:pt x="20904" y="4076"/>
                </a:moveTo>
                <a:close/>
              </a:path>
              <a:path w="26035" h="12700">
                <a:moveTo>
                  <a:pt x="23215" y="6172"/>
                </a:moveTo>
                <a:lnTo>
                  <a:pt x="23075" y="6184"/>
                </a:lnTo>
                <a:lnTo>
                  <a:pt x="23215" y="6172"/>
                </a:lnTo>
                <a:close/>
              </a:path>
              <a:path w="26035" h="12700">
                <a:moveTo>
                  <a:pt x="23876" y="1892"/>
                </a:moveTo>
                <a:lnTo>
                  <a:pt x="23698" y="1739"/>
                </a:lnTo>
                <a:lnTo>
                  <a:pt x="23837" y="1981"/>
                </a:lnTo>
                <a:close/>
              </a:path>
              <a:path w="26035" h="12700">
                <a:moveTo>
                  <a:pt x="23888" y="2921"/>
                </a:moveTo>
                <a:close/>
              </a:path>
              <a:path w="26035" h="12700">
                <a:moveTo>
                  <a:pt x="25844" y="3556"/>
                </a:moveTo>
                <a:close/>
              </a:path>
              <a:path w="26035" h="12700">
                <a:moveTo>
                  <a:pt x="25958" y="876"/>
                </a:moveTo>
                <a:lnTo>
                  <a:pt x="25806" y="838"/>
                </a:lnTo>
                <a:lnTo>
                  <a:pt x="25869" y="9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2059381" y="1027620"/>
            <a:ext cx="31750" cy="30480"/>
          </a:xfrm>
          <a:custGeom>
            <a:avLst/>
            <a:gdLst/>
            <a:ahLst/>
            <a:cxnLst/>
            <a:rect l="l" t="t" r="r" b="b"/>
            <a:pathLst>
              <a:path w="31750" h="30480">
                <a:moveTo>
                  <a:pt x="3314" y="5448"/>
                </a:moveTo>
                <a:lnTo>
                  <a:pt x="2946" y="5321"/>
                </a:lnTo>
                <a:lnTo>
                  <a:pt x="2819" y="5194"/>
                </a:lnTo>
                <a:lnTo>
                  <a:pt x="2705" y="5067"/>
                </a:lnTo>
                <a:lnTo>
                  <a:pt x="2717" y="5321"/>
                </a:lnTo>
                <a:lnTo>
                  <a:pt x="3314" y="5448"/>
                </a:lnTo>
                <a:close/>
              </a:path>
              <a:path w="31750" h="30480">
                <a:moveTo>
                  <a:pt x="3759" y="5829"/>
                </a:moveTo>
                <a:lnTo>
                  <a:pt x="3505" y="5702"/>
                </a:lnTo>
                <a:lnTo>
                  <a:pt x="3505" y="5829"/>
                </a:lnTo>
                <a:lnTo>
                  <a:pt x="3759" y="5829"/>
                </a:lnTo>
                <a:close/>
              </a:path>
              <a:path w="31750" h="30480">
                <a:moveTo>
                  <a:pt x="5219" y="12052"/>
                </a:moveTo>
                <a:lnTo>
                  <a:pt x="5181" y="11925"/>
                </a:lnTo>
                <a:lnTo>
                  <a:pt x="5054" y="11798"/>
                </a:lnTo>
                <a:lnTo>
                  <a:pt x="5041" y="11925"/>
                </a:lnTo>
                <a:lnTo>
                  <a:pt x="5219" y="12052"/>
                </a:lnTo>
                <a:close/>
              </a:path>
              <a:path w="31750" h="30480">
                <a:moveTo>
                  <a:pt x="6134" y="10655"/>
                </a:moveTo>
                <a:lnTo>
                  <a:pt x="5740" y="10655"/>
                </a:lnTo>
                <a:lnTo>
                  <a:pt x="5943" y="10782"/>
                </a:lnTo>
                <a:lnTo>
                  <a:pt x="6134" y="10655"/>
                </a:lnTo>
                <a:close/>
              </a:path>
              <a:path w="31750" h="30480">
                <a:moveTo>
                  <a:pt x="6400" y="10414"/>
                </a:moveTo>
                <a:lnTo>
                  <a:pt x="6134" y="10528"/>
                </a:lnTo>
                <a:lnTo>
                  <a:pt x="6375" y="10528"/>
                </a:lnTo>
                <a:close/>
              </a:path>
              <a:path w="31750" h="30480">
                <a:moveTo>
                  <a:pt x="6553" y="10528"/>
                </a:moveTo>
                <a:lnTo>
                  <a:pt x="6375" y="10528"/>
                </a:lnTo>
                <a:lnTo>
                  <a:pt x="6515" y="10655"/>
                </a:lnTo>
                <a:lnTo>
                  <a:pt x="6553" y="10528"/>
                </a:lnTo>
                <a:close/>
              </a:path>
              <a:path w="31750" h="30480">
                <a:moveTo>
                  <a:pt x="7937" y="16370"/>
                </a:moveTo>
                <a:lnTo>
                  <a:pt x="7670" y="16116"/>
                </a:lnTo>
                <a:lnTo>
                  <a:pt x="7632" y="16243"/>
                </a:lnTo>
                <a:lnTo>
                  <a:pt x="7937" y="16370"/>
                </a:lnTo>
                <a:close/>
              </a:path>
              <a:path w="31750" h="30480">
                <a:moveTo>
                  <a:pt x="9639" y="19164"/>
                </a:moveTo>
                <a:lnTo>
                  <a:pt x="9271" y="18910"/>
                </a:lnTo>
                <a:lnTo>
                  <a:pt x="9334" y="19291"/>
                </a:lnTo>
                <a:lnTo>
                  <a:pt x="9639" y="19164"/>
                </a:lnTo>
                <a:close/>
              </a:path>
              <a:path w="31750" h="30480">
                <a:moveTo>
                  <a:pt x="10236" y="19291"/>
                </a:moveTo>
                <a:lnTo>
                  <a:pt x="10045" y="19418"/>
                </a:lnTo>
                <a:lnTo>
                  <a:pt x="10210" y="19418"/>
                </a:lnTo>
                <a:lnTo>
                  <a:pt x="10236" y="19291"/>
                </a:lnTo>
                <a:close/>
              </a:path>
              <a:path w="31750" h="30480">
                <a:moveTo>
                  <a:pt x="10375" y="19519"/>
                </a:moveTo>
                <a:lnTo>
                  <a:pt x="10210" y="19418"/>
                </a:lnTo>
                <a:lnTo>
                  <a:pt x="10375" y="19519"/>
                </a:lnTo>
                <a:close/>
              </a:path>
              <a:path w="31750" h="30480">
                <a:moveTo>
                  <a:pt x="10871" y="14719"/>
                </a:moveTo>
                <a:lnTo>
                  <a:pt x="10566" y="14592"/>
                </a:lnTo>
                <a:lnTo>
                  <a:pt x="10668" y="14719"/>
                </a:lnTo>
                <a:lnTo>
                  <a:pt x="10706" y="14846"/>
                </a:lnTo>
                <a:lnTo>
                  <a:pt x="10871" y="14719"/>
                </a:lnTo>
                <a:close/>
              </a:path>
              <a:path w="31750" h="30480">
                <a:moveTo>
                  <a:pt x="11176" y="14084"/>
                </a:moveTo>
                <a:lnTo>
                  <a:pt x="10553" y="14084"/>
                </a:lnTo>
                <a:lnTo>
                  <a:pt x="10566" y="14211"/>
                </a:lnTo>
                <a:lnTo>
                  <a:pt x="11176" y="14211"/>
                </a:lnTo>
                <a:lnTo>
                  <a:pt x="11176" y="14084"/>
                </a:lnTo>
                <a:close/>
              </a:path>
              <a:path w="31750" h="30480">
                <a:moveTo>
                  <a:pt x="12319" y="8369"/>
                </a:moveTo>
                <a:lnTo>
                  <a:pt x="12230" y="8242"/>
                </a:lnTo>
                <a:lnTo>
                  <a:pt x="12026" y="8242"/>
                </a:lnTo>
                <a:lnTo>
                  <a:pt x="11963" y="8369"/>
                </a:lnTo>
                <a:lnTo>
                  <a:pt x="12319" y="8369"/>
                </a:lnTo>
                <a:close/>
              </a:path>
              <a:path w="31750" h="30480">
                <a:moveTo>
                  <a:pt x="12941" y="8115"/>
                </a:moveTo>
                <a:lnTo>
                  <a:pt x="12674" y="8115"/>
                </a:lnTo>
                <a:lnTo>
                  <a:pt x="12661" y="8242"/>
                </a:lnTo>
                <a:lnTo>
                  <a:pt x="12941" y="8242"/>
                </a:lnTo>
                <a:lnTo>
                  <a:pt x="12941" y="8115"/>
                </a:lnTo>
                <a:close/>
              </a:path>
              <a:path w="31750" h="30480">
                <a:moveTo>
                  <a:pt x="13271" y="8115"/>
                </a:moveTo>
                <a:lnTo>
                  <a:pt x="13119" y="7988"/>
                </a:lnTo>
                <a:lnTo>
                  <a:pt x="13093" y="8115"/>
                </a:lnTo>
                <a:lnTo>
                  <a:pt x="13271" y="8115"/>
                </a:lnTo>
                <a:close/>
              </a:path>
              <a:path w="31750" h="30480">
                <a:moveTo>
                  <a:pt x="13449" y="7988"/>
                </a:moveTo>
                <a:lnTo>
                  <a:pt x="13233" y="7861"/>
                </a:lnTo>
                <a:lnTo>
                  <a:pt x="13106" y="7988"/>
                </a:lnTo>
                <a:lnTo>
                  <a:pt x="13449" y="7988"/>
                </a:lnTo>
                <a:close/>
              </a:path>
              <a:path w="31750" h="30480">
                <a:moveTo>
                  <a:pt x="13716" y="7861"/>
                </a:moveTo>
                <a:lnTo>
                  <a:pt x="13487" y="7861"/>
                </a:lnTo>
                <a:lnTo>
                  <a:pt x="13716" y="7988"/>
                </a:lnTo>
                <a:lnTo>
                  <a:pt x="13716" y="7861"/>
                </a:lnTo>
                <a:close/>
              </a:path>
              <a:path w="31750" h="30480">
                <a:moveTo>
                  <a:pt x="13804" y="12687"/>
                </a:moveTo>
                <a:lnTo>
                  <a:pt x="13677" y="12687"/>
                </a:lnTo>
                <a:lnTo>
                  <a:pt x="13677" y="12814"/>
                </a:lnTo>
                <a:lnTo>
                  <a:pt x="13804" y="12687"/>
                </a:lnTo>
                <a:close/>
              </a:path>
              <a:path w="31750" h="30480">
                <a:moveTo>
                  <a:pt x="14020" y="5194"/>
                </a:moveTo>
                <a:lnTo>
                  <a:pt x="13792" y="5194"/>
                </a:lnTo>
                <a:lnTo>
                  <a:pt x="13881" y="5321"/>
                </a:lnTo>
                <a:lnTo>
                  <a:pt x="14020" y="5194"/>
                </a:lnTo>
                <a:close/>
              </a:path>
              <a:path w="31750" h="30480">
                <a:moveTo>
                  <a:pt x="14528" y="22987"/>
                </a:moveTo>
                <a:lnTo>
                  <a:pt x="14287" y="23164"/>
                </a:lnTo>
                <a:lnTo>
                  <a:pt x="14503" y="23088"/>
                </a:lnTo>
                <a:close/>
              </a:path>
              <a:path w="31750" h="30480">
                <a:moveTo>
                  <a:pt x="14681" y="20180"/>
                </a:moveTo>
                <a:lnTo>
                  <a:pt x="14452" y="20180"/>
                </a:lnTo>
                <a:lnTo>
                  <a:pt x="14465" y="20307"/>
                </a:lnTo>
                <a:lnTo>
                  <a:pt x="14681" y="20307"/>
                </a:lnTo>
                <a:lnTo>
                  <a:pt x="14681" y="20180"/>
                </a:lnTo>
                <a:close/>
              </a:path>
              <a:path w="31750" h="30480">
                <a:moveTo>
                  <a:pt x="15227" y="18529"/>
                </a:moveTo>
                <a:lnTo>
                  <a:pt x="14820" y="18529"/>
                </a:lnTo>
                <a:lnTo>
                  <a:pt x="14808" y="18656"/>
                </a:lnTo>
                <a:lnTo>
                  <a:pt x="15227" y="18529"/>
                </a:lnTo>
                <a:close/>
              </a:path>
              <a:path w="31750" h="30480">
                <a:moveTo>
                  <a:pt x="15303" y="18910"/>
                </a:moveTo>
                <a:lnTo>
                  <a:pt x="15278" y="18783"/>
                </a:lnTo>
                <a:lnTo>
                  <a:pt x="15252" y="18656"/>
                </a:lnTo>
                <a:lnTo>
                  <a:pt x="14986" y="18656"/>
                </a:lnTo>
                <a:lnTo>
                  <a:pt x="14986" y="19037"/>
                </a:lnTo>
                <a:lnTo>
                  <a:pt x="14922" y="18910"/>
                </a:lnTo>
                <a:lnTo>
                  <a:pt x="14770" y="18910"/>
                </a:lnTo>
                <a:lnTo>
                  <a:pt x="14922" y="18796"/>
                </a:lnTo>
                <a:lnTo>
                  <a:pt x="14986" y="19037"/>
                </a:lnTo>
                <a:lnTo>
                  <a:pt x="14986" y="18656"/>
                </a:lnTo>
                <a:lnTo>
                  <a:pt x="14833" y="18656"/>
                </a:lnTo>
                <a:lnTo>
                  <a:pt x="14922" y="18783"/>
                </a:lnTo>
                <a:lnTo>
                  <a:pt x="14795" y="18783"/>
                </a:lnTo>
                <a:lnTo>
                  <a:pt x="14808" y="18656"/>
                </a:lnTo>
                <a:lnTo>
                  <a:pt x="14147" y="18656"/>
                </a:lnTo>
                <a:lnTo>
                  <a:pt x="14198" y="18783"/>
                </a:lnTo>
                <a:lnTo>
                  <a:pt x="14300" y="19037"/>
                </a:lnTo>
                <a:lnTo>
                  <a:pt x="14427" y="19164"/>
                </a:lnTo>
                <a:lnTo>
                  <a:pt x="14478" y="19291"/>
                </a:lnTo>
                <a:lnTo>
                  <a:pt x="14579" y="19672"/>
                </a:lnTo>
                <a:lnTo>
                  <a:pt x="14681" y="20180"/>
                </a:lnTo>
                <a:lnTo>
                  <a:pt x="15138" y="20180"/>
                </a:lnTo>
                <a:lnTo>
                  <a:pt x="15138" y="20053"/>
                </a:lnTo>
                <a:lnTo>
                  <a:pt x="14986" y="20053"/>
                </a:lnTo>
                <a:lnTo>
                  <a:pt x="15125" y="19926"/>
                </a:lnTo>
                <a:lnTo>
                  <a:pt x="15227" y="19418"/>
                </a:lnTo>
                <a:lnTo>
                  <a:pt x="15227" y="19291"/>
                </a:lnTo>
                <a:lnTo>
                  <a:pt x="15227" y="19164"/>
                </a:lnTo>
                <a:lnTo>
                  <a:pt x="15201" y="19037"/>
                </a:lnTo>
                <a:lnTo>
                  <a:pt x="15214" y="18859"/>
                </a:lnTo>
                <a:close/>
              </a:path>
              <a:path w="31750" h="30480">
                <a:moveTo>
                  <a:pt x="15443" y="20307"/>
                </a:moveTo>
                <a:lnTo>
                  <a:pt x="15278" y="20434"/>
                </a:lnTo>
                <a:lnTo>
                  <a:pt x="15430" y="20434"/>
                </a:lnTo>
                <a:lnTo>
                  <a:pt x="15443" y="20307"/>
                </a:lnTo>
                <a:close/>
              </a:path>
              <a:path w="31750" h="30480">
                <a:moveTo>
                  <a:pt x="15455" y="18529"/>
                </a:moveTo>
                <a:lnTo>
                  <a:pt x="15227" y="18529"/>
                </a:lnTo>
                <a:lnTo>
                  <a:pt x="15252" y="18656"/>
                </a:lnTo>
                <a:lnTo>
                  <a:pt x="15455" y="18656"/>
                </a:lnTo>
                <a:lnTo>
                  <a:pt x="15455" y="18529"/>
                </a:lnTo>
                <a:close/>
              </a:path>
              <a:path w="31750" h="30480">
                <a:moveTo>
                  <a:pt x="15621" y="17767"/>
                </a:moveTo>
                <a:lnTo>
                  <a:pt x="15341" y="17767"/>
                </a:lnTo>
                <a:lnTo>
                  <a:pt x="15405" y="18148"/>
                </a:lnTo>
                <a:lnTo>
                  <a:pt x="15621" y="18148"/>
                </a:lnTo>
                <a:lnTo>
                  <a:pt x="15621" y="17767"/>
                </a:lnTo>
                <a:close/>
              </a:path>
              <a:path w="31750" h="30480">
                <a:moveTo>
                  <a:pt x="15684" y="19164"/>
                </a:moveTo>
                <a:lnTo>
                  <a:pt x="15671" y="18656"/>
                </a:lnTo>
                <a:lnTo>
                  <a:pt x="15455" y="18656"/>
                </a:lnTo>
                <a:lnTo>
                  <a:pt x="15455" y="19164"/>
                </a:lnTo>
                <a:lnTo>
                  <a:pt x="15684" y="19164"/>
                </a:lnTo>
                <a:close/>
              </a:path>
              <a:path w="31750" h="30480">
                <a:moveTo>
                  <a:pt x="15709" y="19799"/>
                </a:moveTo>
                <a:lnTo>
                  <a:pt x="15697" y="19291"/>
                </a:lnTo>
                <a:lnTo>
                  <a:pt x="15468" y="19291"/>
                </a:lnTo>
                <a:lnTo>
                  <a:pt x="15227" y="19291"/>
                </a:lnTo>
                <a:lnTo>
                  <a:pt x="15354" y="19418"/>
                </a:lnTo>
                <a:lnTo>
                  <a:pt x="15532" y="19418"/>
                </a:lnTo>
                <a:lnTo>
                  <a:pt x="15557" y="19799"/>
                </a:lnTo>
                <a:lnTo>
                  <a:pt x="15709" y="19799"/>
                </a:lnTo>
                <a:close/>
              </a:path>
              <a:path w="31750" h="30480">
                <a:moveTo>
                  <a:pt x="16205" y="13449"/>
                </a:moveTo>
                <a:lnTo>
                  <a:pt x="15354" y="13449"/>
                </a:lnTo>
                <a:lnTo>
                  <a:pt x="15709" y="13576"/>
                </a:lnTo>
                <a:lnTo>
                  <a:pt x="16090" y="13576"/>
                </a:lnTo>
                <a:lnTo>
                  <a:pt x="16205" y="13449"/>
                </a:lnTo>
                <a:close/>
              </a:path>
              <a:path w="31750" h="30480">
                <a:moveTo>
                  <a:pt x="16281" y="18529"/>
                </a:moveTo>
                <a:lnTo>
                  <a:pt x="15671" y="18529"/>
                </a:lnTo>
                <a:lnTo>
                  <a:pt x="15671" y="18656"/>
                </a:lnTo>
                <a:lnTo>
                  <a:pt x="16281" y="18656"/>
                </a:lnTo>
                <a:lnTo>
                  <a:pt x="16281" y="18529"/>
                </a:lnTo>
                <a:close/>
              </a:path>
              <a:path w="31750" h="30480">
                <a:moveTo>
                  <a:pt x="16294" y="13957"/>
                </a:moveTo>
                <a:lnTo>
                  <a:pt x="15430" y="13957"/>
                </a:lnTo>
                <a:lnTo>
                  <a:pt x="15468" y="14211"/>
                </a:lnTo>
                <a:lnTo>
                  <a:pt x="16281" y="14211"/>
                </a:lnTo>
                <a:lnTo>
                  <a:pt x="16294" y="13957"/>
                </a:lnTo>
                <a:close/>
              </a:path>
              <a:path w="31750" h="30480">
                <a:moveTo>
                  <a:pt x="16383" y="19926"/>
                </a:moveTo>
                <a:lnTo>
                  <a:pt x="16370" y="19799"/>
                </a:lnTo>
                <a:lnTo>
                  <a:pt x="15709" y="19799"/>
                </a:lnTo>
                <a:lnTo>
                  <a:pt x="15709" y="19926"/>
                </a:lnTo>
                <a:lnTo>
                  <a:pt x="16383" y="19926"/>
                </a:lnTo>
                <a:close/>
              </a:path>
              <a:path w="31750" h="30480">
                <a:moveTo>
                  <a:pt x="16446" y="21069"/>
                </a:moveTo>
                <a:lnTo>
                  <a:pt x="16433" y="20815"/>
                </a:lnTo>
                <a:lnTo>
                  <a:pt x="15735" y="20815"/>
                </a:lnTo>
                <a:lnTo>
                  <a:pt x="15722" y="20561"/>
                </a:lnTo>
                <a:lnTo>
                  <a:pt x="16421" y="20561"/>
                </a:lnTo>
                <a:lnTo>
                  <a:pt x="16395" y="20053"/>
                </a:lnTo>
                <a:lnTo>
                  <a:pt x="15709" y="20053"/>
                </a:lnTo>
                <a:lnTo>
                  <a:pt x="15709" y="19926"/>
                </a:lnTo>
                <a:lnTo>
                  <a:pt x="15544" y="19926"/>
                </a:lnTo>
                <a:lnTo>
                  <a:pt x="15455" y="20180"/>
                </a:lnTo>
                <a:lnTo>
                  <a:pt x="15722" y="20180"/>
                </a:lnTo>
                <a:lnTo>
                  <a:pt x="15722" y="20434"/>
                </a:lnTo>
                <a:lnTo>
                  <a:pt x="15430" y="20434"/>
                </a:lnTo>
                <a:lnTo>
                  <a:pt x="15328" y="21450"/>
                </a:lnTo>
                <a:lnTo>
                  <a:pt x="15214" y="22085"/>
                </a:lnTo>
                <a:lnTo>
                  <a:pt x="15798" y="22085"/>
                </a:lnTo>
                <a:lnTo>
                  <a:pt x="15748" y="21069"/>
                </a:lnTo>
                <a:lnTo>
                  <a:pt x="16446" y="21069"/>
                </a:lnTo>
                <a:close/>
              </a:path>
              <a:path w="31750" h="30480">
                <a:moveTo>
                  <a:pt x="16586" y="12306"/>
                </a:moveTo>
                <a:lnTo>
                  <a:pt x="13843" y="12306"/>
                </a:lnTo>
                <a:lnTo>
                  <a:pt x="13804" y="12687"/>
                </a:lnTo>
                <a:lnTo>
                  <a:pt x="13754" y="13195"/>
                </a:lnTo>
                <a:lnTo>
                  <a:pt x="13677" y="13449"/>
                </a:lnTo>
                <a:lnTo>
                  <a:pt x="15354" y="13449"/>
                </a:lnTo>
                <a:lnTo>
                  <a:pt x="15481" y="13068"/>
                </a:lnTo>
                <a:lnTo>
                  <a:pt x="15697" y="13068"/>
                </a:lnTo>
                <a:lnTo>
                  <a:pt x="16040" y="13195"/>
                </a:lnTo>
                <a:lnTo>
                  <a:pt x="16052" y="13068"/>
                </a:lnTo>
                <a:lnTo>
                  <a:pt x="16078" y="12560"/>
                </a:lnTo>
                <a:lnTo>
                  <a:pt x="15570" y="12560"/>
                </a:lnTo>
                <a:lnTo>
                  <a:pt x="16586" y="12306"/>
                </a:lnTo>
                <a:close/>
              </a:path>
              <a:path w="31750" h="30480">
                <a:moveTo>
                  <a:pt x="16624" y="19926"/>
                </a:moveTo>
                <a:lnTo>
                  <a:pt x="16383" y="19926"/>
                </a:lnTo>
                <a:lnTo>
                  <a:pt x="16395" y="20053"/>
                </a:lnTo>
                <a:lnTo>
                  <a:pt x="16624" y="20053"/>
                </a:lnTo>
                <a:lnTo>
                  <a:pt x="16624" y="19926"/>
                </a:lnTo>
                <a:close/>
              </a:path>
              <a:path w="31750" h="30480">
                <a:moveTo>
                  <a:pt x="16649" y="22212"/>
                </a:moveTo>
                <a:lnTo>
                  <a:pt x="16611" y="22085"/>
                </a:lnTo>
                <a:lnTo>
                  <a:pt x="15798" y="22085"/>
                </a:lnTo>
                <a:lnTo>
                  <a:pt x="15836" y="22212"/>
                </a:lnTo>
                <a:lnTo>
                  <a:pt x="16649" y="22212"/>
                </a:lnTo>
                <a:close/>
              </a:path>
              <a:path w="31750" h="30480">
                <a:moveTo>
                  <a:pt x="16700" y="18529"/>
                </a:moveTo>
                <a:lnTo>
                  <a:pt x="16357" y="18529"/>
                </a:lnTo>
                <a:lnTo>
                  <a:pt x="16395" y="18656"/>
                </a:lnTo>
                <a:lnTo>
                  <a:pt x="16700" y="18656"/>
                </a:lnTo>
                <a:lnTo>
                  <a:pt x="16700" y="18529"/>
                </a:lnTo>
                <a:close/>
              </a:path>
              <a:path w="31750" h="30480">
                <a:moveTo>
                  <a:pt x="16725" y="17640"/>
                </a:moveTo>
                <a:lnTo>
                  <a:pt x="15875" y="17640"/>
                </a:lnTo>
                <a:lnTo>
                  <a:pt x="15621" y="17767"/>
                </a:lnTo>
                <a:lnTo>
                  <a:pt x="16713" y="17767"/>
                </a:lnTo>
                <a:lnTo>
                  <a:pt x="16725" y="17640"/>
                </a:lnTo>
                <a:close/>
              </a:path>
              <a:path w="31750" h="30480">
                <a:moveTo>
                  <a:pt x="16929" y="26149"/>
                </a:moveTo>
                <a:lnTo>
                  <a:pt x="16789" y="26276"/>
                </a:lnTo>
                <a:lnTo>
                  <a:pt x="16751" y="26403"/>
                </a:lnTo>
                <a:lnTo>
                  <a:pt x="16929" y="26276"/>
                </a:lnTo>
                <a:lnTo>
                  <a:pt x="16929" y="26149"/>
                </a:lnTo>
                <a:close/>
              </a:path>
              <a:path w="31750" h="30480">
                <a:moveTo>
                  <a:pt x="17005" y="20561"/>
                </a:moveTo>
                <a:lnTo>
                  <a:pt x="16421" y="20561"/>
                </a:lnTo>
                <a:lnTo>
                  <a:pt x="16433" y="20815"/>
                </a:lnTo>
                <a:lnTo>
                  <a:pt x="16992" y="20815"/>
                </a:lnTo>
                <a:lnTo>
                  <a:pt x="17005" y="20561"/>
                </a:lnTo>
                <a:close/>
              </a:path>
              <a:path w="31750" h="30480">
                <a:moveTo>
                  <a:pt x="17018" y="13449"/>
                </a:moveTo>
                <a:lnTo>
                  <a:pt x="16891" y="13322"/>
                </a:lnTo>
                <a:lnTo>
                  <a:pt x="16713" y="13322"/>
                </a:lnTo>
                <a:lnTo>
                  <a:pt x="16129" y="13322"/>
                </a:lnTo>
                <a:lnTo>
                  <a:pt x="16205" y="13449"/>
                </a:lnTo>
                <a:lnTo>
                  <a:pt x="16510" y="13449"/>
                </a:lnTo>
                <a:lnTo>
                  <a:pt x="16675" y="13347"/>
                </a:lnTo>
                <a:lnTo>
                  <a:pt x="17018" y="13449"/>
                </a:lnTo>
                <a:close/>
              </a:path>
              <a:path w="31750" h="30480">
                <a:moveTo>
                  <a:pt x="17043" y="18275"/>
                </a:moveTo>
                <a:lnTo>
                  <a:pt x="16700" y="18275"/>
                </a:lnTo>
                <a:lnTo>
                  <a:pt x="16700" y="18529"/>
                </a:lnTo>
                <a:lnTo>
                  <a:pt x="17043" y="18529"/>
                </a:lnTo>
                <a:lnTo>
                  <a:pt x="17043" y="18275"/>
                </a:lnTo>
                <a:close/>
              </a:path>
              <a:path w="31750" h="30480">
                <a:moveTo>
                  <a:pt x="17056" y="17767"/>
                </a:moveTo>
                <a:lnTo>
                  <a:pt x="16713" y="17767"/>
                </a:lnTo>
                <a:lnTo>
                  <a:pt x="16713" y="18148"/>
                </a:lnTo>
                <a:lnTo>
                  <a:pt x="17043" y="18148"/>
                </a:lnTo>
                <a:lnTo>
                  <a:pt x="17056" y="17767"/>
                </a:lnTo>
                <a:close/>
              </a:path>
              <a:path w="31750" h="30480">
                <a:moveTo>
                  <a:pt x="17119" y="19926"/>
                </a:moveTo>
                <a:lnTo>
                  <a:pt x="16662" y="19926"/>
                </a:lnTo>
                <a:lnTo>
                  <a:pt x="16662" y="20053"/>
                </a:lnTo>
                <a:lnTo>
                  <a:pt x="17119" y="20053"/>
                </a:lnTo>
                <a:lnTo>
                  <a:pt x="17119" y="19926"/>
                </a:lnTo>
                <a:close/>
              </a:path>
              <a:path w="31750" h="30480">
                <a:moveTo>
                  <a:pt x="17157" y="26022"/>
                </a:moveTo>
                <a:lnTo>
                  <a:pt x="16929" y="26022"/>
                </a:lnTo>
                <a:lnTo>
                  <a:pt x="16954" y="26149"/>
                </a:lnTo>
                <a:lnTo>
                  <a:pt x="17132" y="26149"/>
                </a:lnTo>
                <a:lnTo>
                  <a:pt x="17157" y="26022"/>
                </a:lnTo>
                <a:close/>
              </a:path>
              <a:path w="31750" h="30480">
                <a:moveTo>
                  <a:pt x="17157" y="22923"/>
                </a:moveTo>
                <a:lnTo>
                  <a:pt x="16979" y="22885"/>
                </a:lnTo>
                <a:lnTo>
                  <a:pt x="17157" y="22923"/>
                </a:lnTo>
                <a:close/>
              </a:path>
              <a:path w="31750" h="30480">
                <a:moveTo>
                  <a:pt x="17183" y="25539"/>
                </a:moveTo>
                <a:lnTo>
                  <a:pt x="17145" y="25400"/>
                </a:lnTo>
                <a:lnTo>
                  <a:pt x="17183" y="25539"/>
                </a:lnTo>
                <a:close/>
              </a:path>
              <a:path w="31750" h="30480">
                <a:moveTo>
                  <a:pt x="17221" y="25895"/>
                </a:moveTo>
                <a:close/>
              </a:path>
              <a:path w="31750" h="30480">
                <a:moveTo>
                  <a:pt x="17272" y="19037"/>
                </a:moveTo>
                <a:lnTo>
                  <a:pt x="17030" y="19037"/>
                </a:lnTo>
                <a:lnTo>
                  <a:pt x="17030" y="18783"/>
                </a:lnTo>
                <a:lnTo>
                  <a:pt x="16687" y="18783"/>
                </a:lnTo>
                <a:lnTo>
                  <a:pt x="16662" y="19799"/>
                </a:lnTo>
                <a:lnTo>
                  <a:pt x="17018" y="19799"/>
                </a:lnTo>
                <a:lnTo>
                  <a:pt x="17030" y="19164"/>
                </a:lnTo>
                <a:lnTo>
                  <a:pt x="17233" y="19164"/>
                </a:lnTo>
                <a:lnTo>
                  <a:pt x="17272" y="19037"/>
                </a:lnTo>
                <a:close/>
              </a:path>
              <a:path w="31750" h="30480">
                <a:moveTo>
                  <a:pt x="17272" y="15989"/>
                </a:moveTo>
                <a:lnTo>
                  <a:pt x="17145" y="15862"/>
                </a:lnTo>
                <a:lnTo>
                  <a:pt x="16814" y="15862"/>
                </a:lnTo>
                <a:lnTo>
                  <a:pt x="16598" y="15989"/>
                </a:lnTo>
                <a:lnTo>
                  <a:pt x="17272" y="15989"/>
                </a:lnTo>
                <a:close/>
              </a:path>
              <a:path w="31750" h="30480">
                <a:moveTo>
                  <a:pt x="17360" y="13449"/>
                </a:moveTo>
                <a:lnTo>
                  <a:pt x="17246" y="13068"/>
                </a:lnTo>
                <a:lnTo>
                  <a:pt x="16802" y="13068"/>
                </a:lnTo>
                <a:lnTo>
                  <a:pt x="16751" y="13195"/>
                </a:lnTo>
                <a:lnTo>
                  <a:pt x="16891" y="13322"/>
                </a:lnTo>
                <a:lnTo>
                  <a:pt x="17106" y="13322"/>
                </a:lnTo>
                <a:lnTo>
                  <a:pt x="17360" y="13449"/>
                </a:lnTo>
                <a:close/>
              </a:path>
              <a:path w="31750" h="30480">
                <a:moveTo>
                  <a:pt x="17373" y="18529"/>
                </a:moveTo>
                <a:lnTo>
                  <a:pt x="17043" y="18529"/>
                </a:lnTo>
                <a:lnTo>
                  <a:pt x="17030" y="18783"/>
                </a:lnTo>
                <a:lnTo>
                  <a:pt x="17335" y="18783"/>
                </a:lnTo>
                <a:lnTo>
                  <a:pt x="17373" y="18529"/>
                </a:lnTo>
                <a:close/>
              </a:path>
              <a:path w="31750" h="30480">
                <a:moveTo>
                  <a:pt x="17386" y="21069"/>
                </a:moveTo>
                <a:lnTo>
                  <a:pt x="17043" y="21069"/>
                </a:lnTo>
                <a:lnTo>
                  <a:pt x="16979" y="21450"/>
                </a:lnTo>
                <a:lnTo>
                  <a:pt x="16992" y="21069"/>
                </a:lnTo>
                <a:lnTo>
                  <a:pt x="16446" y="21069"/>
                </a:lnTo>
                <a:lnTo>
                  <a:pt x="16497" y="21704"/>
                </a:lnTo>
                <a:lnTo>
                  <a:pt x="16611" y="22085"/>
                </a:lnTo>
                <a:lnTo>
                  <a:pt x="17106" y="22085"/>
                </a:lnTo>
                <a:lnTo>
                  <a:pt x="17132" y="21577"/>
                </a:lnTo>
                <a:lnTo>
                  <a:pt x="17348" y="21577"/>
                </a:lnTo>
                <a:lnTo>
                  <a:pt x="17360" y="21450"/>
                </a:lnTo>
                <a:lnTo>
                  <a:pt x="17386" y="21069"/>
                </a:lnTo>
                <a:close/>
              </a:path>
              <a:path w="31750" h="30480">
                <a:moveTo>
                  <a:pt x="17449" y="20434"/>
                </a:moveTo>
                <a:lnTo>
                  <a:pt x="17106" y="20434"/>
                </a:lnTo>
                <a:lnTo>
                  <a:pt x="17056" y="20942"/>
                </a:lnTo>
                <a:lnTo>
                  <a:pt x="17399" y="20942"/>
                </a:lnTo>
                <a:lnTo>
                  <a:pt x="17449" y="20434"/>
                </a:lnTo>
                <a:close/>
              </a:path>
              <a:path w="31750" h="30480">
                <a:moveTo>
                  <a:pt x="17449" y="18148"/>
                </a:moveTo>
                <a:lnTo>
                  <a:pt x="17043" y="18148"/>
                </a:lnTo>
                <a:lnTo>
                  <a:pt x="17043" y="18275"/>
                </a:lnTo>
                <a:lnTo>
                  <a:pt x="17424" y="18275"/>
                </a:lnTo>
                <a:lnTo>
                  <a:pt x="17449" y="18148"/>
                </a:lnTo>
                <a:close/>
              </a:path>
              <a:path w="31750" h="30480">
                <a:moveTo>
                  <a:pt x="17462" y="20180"/>
                </a:moveTo>
                <a:lnTo>
                  <a:pt x="17119" y="20180"/>
                </a:lnTo>
                <a:lnTo>
                  <a:pt x="17106" y="20307"/>
                </a:lnTo>
                <a:lnTo>
                  <a:pt x="17449" y="20307"/>
                </a:lnTo>
                <a:lnTo>
                  <a:pt x="17462" y="20180"/>
                </a:lnTo>
                <a:close/>
              </a:path>
              <a:path w="31750" h="30480">
                <a:moveTo>
                  <a:pt x="17475" y="24955"/>
                </a:moveTo>
                <a:lnTo>
                  <a:pt x="17437" y="25082"/>
                </a:lnTo>
                <a:lnTo>
                  <a:pt x="17475" y="24955"/>
                </a:lnTo>
                <a:close/>
              </a:path>
              <a:path w="31750" h="30480">
                <a:moveTo>
                  <a:pt x="17475" y="15862"/>
                </a:moveTo>
                <a:lnTo>
                  <a:pt x="17424" y="15735"/>
                </a:lnTo>
                <a:lnTo>
                  <a:pt x="17018" y="15735"/>
                </a:lnTo>
                <a:lnTo>
                  <a:pt x="17145" y="15862"/>
                </a:lnTo>
                <a:lnTo>
                  <a:pt x="17475" y="15862"/>
                </a:lnTo>
                <a:close/>
              </a:path>
              <a:path w="31750" h="30480">
                <a:moveTo>
                  <a:pt x="17475" y="13576"/>
                </a:moveTo>
                <a:lnTo>
                  <a:pt x="17360" y="13449"/>
                </a:lnTo>
                <a:lnTo>
                  <a:pt x="17043" y="13449"/>
                </a:lnTo>
                <a:lnTo>
                  <a:pt x="16510" y="13449"/>
                </a:lnTo>
                <a:lnTo>
                  <a:pt x="16510" y="13576"/>
                </a:lnTo>
                <a:lnTo>
                  <a:pt x="17221" y="13576"/>
                </a:lnTo>
                <a:lnTo>
                  <a:pt x="17475" y="13576"/>
                </a:lnTo>
                <a:close/>
              </a:path>
              <a:path w="31750" h="30480">
                <a:moveTo>
                  <a:pt x="17526" y="25120"/>
                </a:moveTo>
                <a:lnTo>
                  <a:pt x="17513" y="25323"/>
                </a:lnTo>
                <a:lnTo>
                  <a:pt x="17526" y="25120"/>
                </a:lnTo>
                <a:close/>
              </a:path>
              <a:path w="31750" h="30480">
                <a:moveTo>
                  <a:pt x="17589" y="16370"/>
                </a:moveTo>
                <a:lnTo>
                  <a:pt x="17526" y="15989"/>
                </a:lnTo>
                <a:lnTo>
                  <a:pt x="17272" y="15989"/>
                </a:lnTo>
                <a:lnTo>
                  <a:pt x="17348" y="16116"/>
                </a:lnTo>
                <a:lnTo>
                  <a:pt x="17411" y="16243"/>
                </a:lnTo>
                <a:lnTo>
                  <a:pt x="17589" y="16370"/>
                </a:lnTo>
                <a:close/>
              </a:path>
              <a:path w="31750" h="30480">
                <a:moveTo>
                  <a:pt x="17653" y="27889"/>
                </a:moveTo>
                <a:close/>
              </a:path>
              <a:path w="31750" h="30480">
                <a:moveTo>
                  <a:pt x="17653" y="25895"/>
                </a:moveTo>
                <a:lnTo>
                  <a:pt x="17348" y="26149"/>
                </a:lnTo>
                <a:lnTo>
                  <a:pt x="17653" y="26149"/>
                </a:lnTo>
                <a:lnTo>
                  <a:pt x="17653" y="25895"/>
                </a:lnTo>
                <a:close/>
              </a:path>
              <a:path w="31750" h="30480">
                <a:moveTo>
                  <a:pt x="17703" y="19164"/>
                </a:moveTo>
                <a:lnTo>
                  <a:pt x="17233" y="19164"/>
                </a:lnTo>
                <a:lnTo>
                  <a:pt x="17119" y="19926"/>
                </a:lnTo>
                <a:lnTo>
                  <a:pt x="17500" y="19926"/>
                </a:lnTo>
                <a:lnTo>
                  <a:pt x="17602" y="19418"/>
                </a:lnTo>
                <a:lnTo>
                  <a:pt x="17703" y="19164"/>
                </a:lnTo>
                <a:close/>
              </a:path>
              <a:path w="31750" h="30480">
                <a:moveTo>
                  <a:pt x="17729" y="17513"/>
                </a:moveTo>
                <a:lnTo>
                  <a:pt x="17068" y="17513"/>
                </a:lnTo>
                <a:lnTo>
                  <a:pt x="17056" y="17767"/>
                </a:lnTo>
                <a:lnTo>
                  <a:pt x="17640" y="17767"/>
                </a:lnTo>
                <a:lnTo>
                  <a:pt x="17729" y="17513"/>
                </a:lnTo>
                <a:close/>
              </a:path>
              <a:path w="31750" h="30480">
                <a:moveTo>
                  <a:pt x="17780" y="13449"/>
                </a:moveTo>
                <a:lnTo>
                  <a:pt x="17526" y="13449"/>
                </a:lnTo>
                <a:lnTo>
                  <a:pt x="17576" y="13576"/>
                </a:lnTo>
                <a:lnTo>
                  <a:pt x="17741" y="13576"/>
                </a:lnTo>
                <a:lnTo>
                  <a:pt x="17780" y="13449"/>
                </a:lnTo>
                <a:close/>
              </a:path>
              <a:path w="31750" h="30480">
                <a:moveTo>
                  <a:pt x="17805" y="7988"/>
                </a:moveTo>
                <a:lnTo>
                  <a:pt x="13716" y="7988"/>
                </a:lnTo>
                <a:lnTo>
                  <a:pt x="13449" y="7988"/>
                </a:lnTo>
                <a:lnTo>
                  <a:pt x="13500" y="8115"/>
                </a:lnTo>
                <a:lnTo>
                  <a:pt x="13309" y="8115"/>
                </a:lnTo>
                <a:lnTo>
                  <a:pt x="13296" y="8242"/>
                </a:lnTo>
                <a:lnTo>
                  <a:pt x="13804" y="8242"/>
                </a:lnTo>
                <a:lnTo>
                  <a:pt x="13728" y="8115"/>
                </a:lnTo>
                <a:lnTo>
                  <a:pt x="13855" y="8115"/>
                </a:lnTo>
                <a:lnTo>
                  <a:pt x="13804" y="8242"/>
                </a:lnTo>
                <a:lnTo>
                  <a:pt x="17780" y="8242"/>
                </a:lnTo>
                <a:lnTo>
                  <a:pt x="17805" y="7988"/>
                </a:lnTo>
                <a:close/>
              </a:path>
              <a:path w="31750" h="30480">
                <a:moveTo>
                  <a:pt x="17818" y="18783"/>
                </a:moveTo>
                <a:lnTo>
                  <a:pt x="17335" y="18783"/>
                </a:lnTo>
                <a:lnTo>
                  <a:pt x="17272" y="19037"/>
                </a:lnTo>
                <a:lnTo>
                  <a:pt x="17741" y="19037"/>
                </a:lnTo>
                <a:lnTo>
                  <a:pt x="17818" y="18783"/>
                </a:lnTo>
                <a:close/>
              </a:path>
              <a:path w="31750" h="30480">
                <a:moveTo>
                  <a:pt x="17830" y="29451"/>
                </a:moveTo>
                <a:lnTo>
                  <a:pt x="17564" y="29324"/>
                </a:lnTo>
                <a:lnTo>
                  <a:pt x="17538" y="29832"/>
                </a:lnTo>
                <a:lnTo>
                  <a:pt x="17830" y="29832"/>
                </a:lnTo>
                <a:lnTo>
                  <a:pt x="17830" y="29451"/>
                </a:lnTo>
                <a:close/>
              </a:path>
              <a:path w="31750" h="30480">
                <a:moveTo>
                  <a:pt x="17843" y="27851"/>
                </a:moveTo>
                <a:lnTo>
                  <a:pt x="17792" y="27711"/>
                </a:lnTo>
                <a:lnTo>
                  <a:pt x="17678" y="28016"/>
                </a:lnTo>
                <a:lnTo>
                  <a:pt x="17843" y="28155"/>
                </a:lnTo>
                <a:lnTo>
                  <a:pt x="17843" y="27851"/>
                </a:lnTo>
                <a:close/>
              </a:path>
              <a:path w="31750" h="30480">
                <a:moveTo>
                  <a:pt x="17970" y="28460"/>
                </a:moveTo>
                <a:lnTo>
                  <a:pt x="17919" y="28270"/>
                </a:lnTo>
                <a:lnTo>
                  <a:pt x="17970" y="28460"/>
                </a:lnTo>
                <a:close/>
              </a:path>
              <a:path w="31750" h="30480">
                <a:moveTo>
                  <a:pt x="17970" y="25819"/>
                </a:moveTo>
                <a:lnTo>
                  <a:pt x="17932" y="25666"/>
                </a:lnTo>
                <a:lnTo>
                  <a:pt x="17970" y="25819"/>
                </a:lnTo>
                <a:close/>
              </a:path>
              <a:path w="31750" h="30480">
                <a:moveTo>
                  <a:pt x="18008" y="17513"/>
                </a:moveTo>
                <a:lnTo>
                  <a:pt x="17818" y="17513"/>
                </a:lnTo>
                <a:lnTo>
                  <a:pt x="17729" y="17640"/>
                </a:lnTo>
                <a:lnTo>
                  <a:pt x="17653" y="17767"/>
                </a:lnTo>
                <a:lnTo>
                  <a:pt x="17881" y="17640"/>
                </a:lnTo>
                <a:lnTo>
                  <a:pt x="18008" y="17513"/>
                </a:lnTo>
                <a:close/>
              </a:path>
              <a:path w="31750" h="30480">
                <a:moveTo>
                  <a:pt x="18021" y="25552"/>
                </a:moveTo>
                <a:lnTo>
                  <a:pt x="17881" y="25488"/>
                </a:lnTo>
                <a:lnTo>
                  <a:pt x="17907" y="25641"/>
                </a:lnTo>
                <a:close/>
              </a:path>
              <a:path w="31750" h="30480">
                <a:moveTo>
                  <a:pt x="18046" y="5194"/>
                </a:moveTo>
                <a:lnTo>
                  <a:pt x="14058" y="5194"/>
                </a:lnTo>
                <a:lnTo>
                  <a:pt x="14122" y="5321"/>
                </a:lnTo>
                <a:lnTo>
                  <a:pt x="14185" y="5448"/>
                </a:lnTo>
                <a:lnTo>
                  <a:pt x="13677" y="5448"/>
                </a:lnTo>
                <a:lnTo>
                  <a:pt x="13665" y="5575"/>
                </a:lnTo>
                <a:lnTo>
                  <a:pt x="13512" y="5702"/>
                </a:lnTo>
                <a:lnTo>
                  <a:pt x="18008" y="5702"/>
                </a:lnTo>
                <a:lnTo>
                  <a:pt x="18046" y="5194"/>
                </a:lnTo>
                <a:close/>
              </a:path>
              <a:path w="31750" h="30480">
                <a:moveTo>
                  <a:pt x="18059" y="18275"/>
                </a:moveTo>
                <a:lnTo>
                  <a:pt x="17424" y="18275"/>
                </a:lnTo>
                <a:lnTo>
                  <a:pt x="17373" y="18529"/>
                </a:lnTo>
                <a:lnTo>
                  <a:pt x="18034" y="18529"/>
                </a:lnTo>
                <a:lnTo>
                  <a:pt x="18059" y="18275"/>
                </a:lnTo>
                <a:close/>
              </a:path>
              <a:path w="31750" h="30480">
                <a:moveTo>
                  <a:pt x="18110" y="15862"/>
                </a:moveTo>
                <a:lnTo>
                  <a:pt x="18059" y="15735"/>
                </a:lnTo>
                <a:lnTo>
                  <a:pt x="17957" y="15481"/>
                </a:lnTo>
                <a:lnTo>
                  <a:pt x="17830" y="15227"/>
                </a:lnTo>
                <a:lnTo>
                  <a:pt x="17767" y="15100"/>
                </a:lnTo>
                <a:lnTo>
                  <a:pt x="17640" y="14846"/>
                </a:lnTo>
                <a:lnTo>
                  <a:pt x="17576" y="14719"/>
                </a:lnTo>
                <a:lnTo>
                  <a:pt x="17500" y="14592"/>
                </a:lnTo>
                <a:lnTo>
                  <a:pt x="17411" y="14465"/>
                </a:lnTo>
                <a:lnTo>
                  <a:pt x="17297" y="14338"/>
                </a:lnTo>
                <a:lnTo>
                  <a:pt x="17170" y="14211"/>
                </a:lnTo>
                <a:lnTo>
                  <a:pt x="16281" y="14211"/>
                </a:lnTo>
                <a:lnTo>
                  <a:pt x="16129" y="14338"/>
                </a:lnTo>
                <a:lnTo>
                  <a:pt x="15963" y="14338"/>
                </a:lnTo>
                <a:lnTo>
                  <a:pt x="15925" y="14465"/>
                </a:lnTo>
                <a:lnTo>
                  <a:pt x="15836" y="14719"/>
                </a:lnTo>
                <a:lnTo>
                  <a:pt x="15532" y="14592"/>
                </a:lnTo>
                <a:lnTo>
                  <a:pt x="15468" y="14211"/>
                </a:lnTo>
                <a:lnTo>
                  <a:pt x="11176" y="14211"/>
                </a:lnTo>
                <a:lnTo>
                  <a:pt x="11188" y="14719"/>
                </a:lnTo>
                <a:lnTo>
                  <a:pt x="10934" y="14973"/>
                </a:lnTo>
                <a:lnTo>
                  <a:pt x="10934" y="15227"/>
                </a:lnTo>
                <a:lnTo>
                  <a:pt x="10718" y="15354"/>
                </a:lnTo>
                <a:lnTo>
                  <a:pt x="10147" y="15481"/>
                </a:lnTo>
                <a:lnTo>
                  <a:pt x="10261" y="15862"/>
                </a:lnTo>
                <a:lnTo>
                  <a:pt x="16814" y="15862"/>
                </a:lnTo>
                <a:lnTo>
                  <a:pt x="17018" y="15735"/>
                </a:lnTo>
                <a:lnTo>
                  <a:pt x="16383" y="15227"/>
                </a:lnTo>
                <a:lnTo>
                  <a:pt x="16268" y="15100"/>
                </a:lnTo>
                <a:lnTo>
                  <a:pt x="16243" y="14846"/>
                </a:lnTo>
                <a:lnTo>
                  <a:pt x="16433" y="14719"/>
                </a:lnTo>
                <a:lnTo>
                  <a:pt x="16611" y="14719"/>
                </a:lnTo>
                <a:lnTo>
                  <a:pt x="16713" y="14846"/>
                </a:lnTo>
                <a:lnTo>
                  <a:pt x="17043" y="14973"/>
                </a:lnTo>
                <a:lnTo>
                  <a:pt x="17145" y="14846"/>
                </a:lnTo>
                <a:lnTo>
                  <a:pt x="17208" y="15100"/>
                </a:lnTo>
                <a:lnTo>
                  <a:pt x="17411" y="15227"/>
                </a:lnTo>
                <a:lnTo>
                  <a:pt x="17538" y="15481"/>
                </a:lnTo>
                <a:lnTo>
                  <a:pt x="17653" y="15862"/>
                </a:lnTo>
                <a:lnTo>
                  <a:pt x="18110" y="15862"/>
                </a:lnTo>
                <a:close/>
              </a:path>
              <a:path w="31750" h="30480">
                <a:moveTo>
                  <a:pt x="18300" y="24422"/>
                </a:moveTo>
                <a:lnTo>
                  <a:pt x="18275" y="24549"/>
                </a:lnTo>
                <a:lnTo>
                  <a:pt x="18300" y="24422"/>
                </a:lnTo>
                <a:close/>
              </a:path>
              <a:path w="31750" h="30480">
                <a:moveTo>
                  <a:pt x="18300" y="17322"/>
                </a:moveTo>
                <a:lnTo>
                  <a:pt x="18173" y="17360"/>
                </a:lnTo>
                <a:lnTo>
                  <a:pt x="18300" y="17322"/>
                </a:lnTo>
                <a:close/>
              </a:path>
              <a:path w="31750" h="30480">
                <a:moveTo>
                  <a:pt x="18313" y="4813"/>
                </a:moveTo>
                <a:lnTo>
                  <a:pt x="18249" y="4686"/>
                </a:lnTo>
                <a:lnTo>
                  <a:pt x="18110" y="4686"/>
                </a:lnTo>
                <a:lnTo>
                  <a:pt x="18097" y="4813"/>
                </a:lnTo>
                <a:lnTo>
                  <a:pt x="18313" y="4813"/>
                </a:lnTo>
                <a:close/>
              </a:path>
              <a:path w="31750" h="30480">
                <a:moveTo>
                  <a:pt x="18351" y="28092"/>
                </a:moveTo>
                <a:lnTo>
                  <a:pt x="18326" y="27901"/>
                </a:lnTo>
                <a:lnTo>
                  <a:pt x="18173" y="27698"/>
                </a:lnTo>
                <a:lnTo>
                  <a:pt x="18211" y="28067"/>
                </a:lnTo>
                <a:lnTo>
                  <a:pt x="18351" y="28092"/>
                </a:lnTo>
                <a:close/>
              </a:path>
              <a:path w="31750" h="30480">
                <a:moveTo>
                  <a:pt x="18402" y="15735"/>
                </a:moveTo>
                <a:lnTo>
                  <a:pt x="18300" y="14719"/>
                </a:lnTo>
                <a:lnTo>
                  <a:pt x="18275" y="14592"/>
                </a:lnTo>
                <a:lnTo>
                  <a:pt x="18161" y="14465"/>
                </a:lnTo>
                <a:lnTo>
                  <a:pt x="18046" y="14338"/>
                </a:lnTo>
                <a:lnTo>
                  <a:pt x="18161" y="14973"/>
                </a:lnTo>
                <a:lnTo>
                  <a:pt x="18288" y="15354"/>
                </a:lnTo>
                <a:lnTo>
                  <a:pt x="18402" y="15735"/>
                </a:lnTo>
                <a:close/>
              </a:path>
              <a:path w="31750" h="30480">
                <a:moveTo>
                  <a:pt x="18427" y="15989"/>
                </a:moveTo>
                <a:lnTo>
                  <a:pt x="18415" y="15862"/>
                </a:lnTo>
                <a:lnTo>
                  <a:pt x="18110" y="15862"/>
                </a:lnTo>
                <a:lnTo>
                  <a:pt x="18148" y="15989"/>
                </a:lnTo>
                <a:lnTo>
                  <a:pt x="18427" y="15989"/>
                </a:lnTo>
                <a:close/>
              </a:path>
              <a:path w="31750" h="30480">
                <a:moveTo>
                  <a:pt x="18465" y="5067"/>
                </a:moveTo>
                <a:lnTo>
                  <a:pt x="18059" y="5067"/>
                </a:lnTo>
                <a:lnTo>
                  <a:pt x="18046" y="5194"/>
                </a:lnTo>
                <a:lnTo>
                  <a:pt x="18465" y="5194"/>
                </a:lnTo>
                <a:lnTo>
                  <a:pt x="18465" y="5067"/>
                </a:lnTo>
                <a:close/>
              </a:path>
              <a:path w="31750" h="30480">
                <a:moveTo>
                  <a:pt x="18478" y="5702"/>
                </a:moveTo>
                <a:lnTo>
                  <a:pt x="18008" y="5702"/>
                </a:lnTo>
                <a:lnTo>
                  <a:pt x="17995" y="5829"/>
                </a:lnTo>
                <a:lnTo>
                  <a:pt x="18478" y="5829"/>
                </a:lnTo>
                <a:lnTo>
                  <a:pt x="18478" y="5702"/>
                </a:lnTo>
                <a:close/>
              </a:path>
              <a:path w="31750" h="30480">
                <a:moveTo>
                  <a:pt x="18491" y="8242"/>
                </a:moveTo>
                <a:lnTo>
                  <a:pt x="17780" y="8242"/>
                </a:lnTo>
                <a:lnTo>
                  <a:pt x="17767" y="8369"/>
                </a:lnTo>
                <a:lnTo>
                  <a:pt x="18491" y="8369"/>
                </a:lnTo>
                <a:lnTo>
                  <a:pt x="18491" y="8242"/>
                </a:lnTo>
                <a:close/>
              </a:path>
              <a:path w="31750" h="30480">
                <a:moveTo>
                  <a:pt x="18491" y="7861"/>
                </a:moveTo>
                <a:lnTo>
                  <a:pt x="17818" y="7861"/>
                </a:lnTo>
                <a:lnTo>
                  <a:pt x="17805" y="7988"/>
                </a:lnTo>
                <a:lnTo>
                  <a:pt x="18491" y="7988"/>
                </a:lnTo>
                <a:lnTo>
                  <a:pt x="18491" y="7861"/>
                </a:lnTo>
                <a:close/>
              </a:path>
              <a:path w="31750" h="30480">
                <a:moveTo>
                  <a:pt x="18491" y="7353"/>
                </a:moveTo>
                <a:lnTo>
                  <a:pt x="18478" y="7099"/>
                </a:lnTo>
                <a:lnTo>
                  <a:pt x="17881" y="7099"/>
                </a:lnTo>
                <a:lnTo>
                  <a:pt x="17856" y="7353"/>
                </a:lnTo>
                <a:lnTo>
                  <a:pt x="18491" y="7353"/>
                </a:lnTo>
                <a:close/>
              </a:path>
              <a:path w="31750" h="30480">
                <a:moveTo>
                  <a:pt x="18554" y="25501"/>
                </a:moveTo>
                <a:lnTo>
                  <a:pt x="18427" y="25501"/>
                </a:lnTo>
                <a:lnTo>
                  <a:pt x="18554" y="25501"/>
                </a:lnTo>
                <a:close/>
              </a:path>
              <a:path w="31750" h="30480">
                <a:moveTo>
                  <a:pt x="18618" y="7353"/>
                </a:moveTo>
                <a:lnTo>
                  <a:pt x="18491" y="7353"/>
                </a:lnTo>
                <a:lnTo>
                  <a:pt x="18491" y="7607"/>
                </a:lnTo>
                <a:lnTo>
                  <a:pt x="18618" y="7480"/>
                </a:lnTo>
                <a:lnTo>
                  <a:pt x="18618" y="7353"/>
                </a:lnTo>
                <a:close/>
              </a:path>
              <a:path w="31750" h="30480">
                <a:moveTo>
                  <a:pt x="18681" y="27279"/>
                </a:moveTo>
                <a:lnTo>
                  <a:pt x="18656" y="27152"/>
                </a:lnTo>
                <a:lnTo>
                  <a:pt x="18605" y="27279"/>
                </a:lnTo>
                <a:close/>
              </a:path>
              <a:path w="31750" h="30480">
                <a:moveTo>
                  <a:pt x="18694" y="29959"/>
                </a:moveTo>
                <a:lnTo>
                  <a:pt x="18656" y="29705"/>
                </a:lnTo>
                <a:lnTo>
                  <a:pt x="18656" y="29959"/>
                </a:lnTo>
                <a:close/>
              </a:path>
              <a:path w="31750" h="30480">
                <a:moveTo>
                  <a:pt x="18719" y="5829"/>
                </a:moveTo>
                <a:lnTo>
                  <a:pt x="18478" y="5829"/>
                </a:lnTo>
                <a:lnTo>
                  <a:pt x="18478" y="7099"/>
                </a:lnTo>
                <a:lnTo>
                  <a:pt x="18630" y="7099"/>
                </a:lnTo>
                <a:lnTo>
                  <a:pt x="18719" y="5829"/>
                </a:lnTo>
                <a:close/>
              </a:path>
              <a:path w="31750" h="30480">
                <a:moveTo>
                  <a:pt x="18745" y="17005"/>
                </a:moveTo>
                <a:lnTo>
                  <a:pt x="18656" y="16624"/>
                </a:lnTo>
                <a:lnTo>
                  <a:pt x="18503" y="16624"/>
                </a:lnTo>
                <a:lnTo>
                  <a:pt x="18440" y="16497"/>
                </a:lnTo>
                <a:lnTo>
                  <a:pt x="18364" y="16370"/>
                </a:lnTo>
                <a:lnTo>
                  <a:pt x="18199" y="16243"/>
                </a:lnTo>
                <a:lnTo>
                  <a:pt x="18148" y="15989"/>
                </a:lnTo>
                <a:lnTo>
                  <a:pt x="17665" y="15989"/>
                </a:lnTo>
                <a:lnTo>
                  <a:pt x="17754" y="16751"/>
                </a:lnTo>
                <a:lnTo>
                  <a:pt x="17551" y="16878"/>
                </a:lnTo>
                <a:lnTo>
                  <a:pt x="17399" y="16751"/>
                </a:lnTo>
                <a:lnTo>
                  <a:pt x="17411" y="17005"/>
                </a:lnTo>
                <a:lnTo>
                  <a:pt x="17754" y="17005"/>
                </a:lnTo>
                <a:lnTo>
                  <a:pt x="17729" y="17513"/>
                </a:lnTo>
                <a:lnTo>
                  <a:pt x="17894" y="17386"/>
                </a:lnTo>
                <a:lnTo>
                  <a:pt x="17970" y="16878"/>
                </a:lnTo>
                <a:lnTo>
                  <a:pt x="18745" y="17005"/>
                </a:lnTo>
                <a:close/>
              </a:path>
              <a:path w="31750" h="30480">
                <a:moveTo>
                  <a:pt x="18745" y="13449"/>
                </a:moveTo>
                <a:lnTo>
                  <a:pt x="17957" y="13449"/>
                </a:lnTo>
                <a:lnTo>
                  <a:pt x="17932" y="13576"/>
                </a:lnTo>
                <a:lnTo>
                  <a:pt x="18732" y="13576"/>
                </a:lnTo>
                <a:lnTo>
                  <a:pt x="18745" y="13449"/>
                </a:lnTo>
                <a:close/>
              </a:path>
              <a:path w="31750" h="30480">
                <a:moveTo>
                  <a:pt x="18796" y="26022"/>
                </a:moveTo>
                <a:lnTo>
                  <a:pt x="18757" y="25857"/>
                </a:lnTo>
                <a:lnTo>
                  <a:pt x="18757" y="26022"/>
                </a:lnTo>
                <a:close/>
              </a:path>
              <a:path w="31750" h="30480">
                <a:moveTo>
                  <a:pt x="18935" y="26847"/>
                </a:moveTo>
                <a:close/>
              </a:path>
              <a:path w="31750" h="30480">
                <a:moveTo>
                  <a:pt x="19050" y="20942"/>
                </a:moveTo>
                <a:lnTo>
                  <a:pt x="17399" y="20942"/>
                </a:lnTo>
                <a:lnTo>
                  <a:pt x="17386" y="21069"/>
                </a:lnTo>
                <a:lnTo>
                  <a:pt x="19050" y="21069"/>
                </a:lnTo>
                <a:lnTo>
                  <a:pt x="19050" y="20942"/>
                </a:lnTo>
                <a:close/>
              </a:path>
              <a:path w="31750" h="30480">
                <a:moveTo>
                  <a:pt x="19050" y="20307"/>
                </a:moveTo>
                <a:lnTo>
                  <a:pt x="17449" y="20307"/>
                </a:lnTo>
                <a:lnTo>
                  <a:pt x="17449" y="20434"/>
                </a:lnTo>
                <a:lnTo>
                  <a:pt x="19050" y="20434"/>
                </a:lnTo>
                <a:lnTo>
                  <a:pt x="19050" y="20307"/>
                </a:lnTo>
                <a:close/>
              </a:path>
              <a:path w="31750" h="30480">
                <a:moveTo>
                  <a:pt x="19050" y="19926"/>
                </a:moveTo>
                <a:lnTo>
                  <a:pt x="17500" y="19926"/>
                </a:lnTo>
                <a:lnTo>
                  <a:pt x="17462" y="20180"/>
                </a:lnTo>
                <a:lnTo>
                  <a:pt x="19050" y="20180"/>
                </a:lnTo>
                <a:lnTo>
                  <a:pt x="19050" y="19926"/>
                </a:lnTo>
                <a:close/>
              </a:path>
              <a:path w="31750" h="30480">
                <a:moveTo>
                  <a:pt x="19050" y="18148"/>
                </a:moveTo>
                <a:lnTo>
                  <a:pt x="18364" y="18148"/>
                </a:lnTo>
                <a:lnTo>
                  <a:pt x="18402" y="17894"/>
                </a:lnTo>
                <a:lnTo>
                  <a:pt x="18249" y="17894"/>
                </a:lnTo>
                <a:lnTo>
                  <a:pt x="18148" y="17767"/>
                </a:lnTo>
                <a:lnTo>
                  <a:pt x="17741" y="17767"/>
                </a:lnTo>
                <a:lnTo>
                  <a:pt x="17691" y="17894"/>
                </a:lnTo>
                <a:lnTo>
                  <a:pt x="17589" y="18148"/>
                </a:lnTo>
                <a:lnTo>
                  <a:pt x="18059" y="18148"/>
                </a:lnTo>
                <a:lnTo>
                  <a:pt x="18059" y="18275"/>
                </a:lnTo>
                <a:lnTo>
                  <a:pt x="19050" y="18275"/>
                </a:lnTo>
                <a:lnTo>
                  <a:pt x="19050" y="18148"/>
                </a:lnTo>
                <a:close/>
              </a:path>
              <a:path w="31750" h="30480">
                <a:moveTo>
                  <a:pt x="19050" y="17513"/>
                </a:moveTo>
                <a:lnTo>
                  <a:pt x="18008" y="17513"/>
                </a:lnTo>
                <a:lnTo>
                  <a:pt x="18046" y="17640"/>
                </a:lnTo>
                <a:lnTo>
                  <a:pt x="18148" y="17767"/>
                </a:lnTo>
                <a:lnTo>
                  <a:pt x="18415" y="17767"/>
                </a:lnTo>
                <a:lnTo>
                  <a:pt x="18427" y="17640"/>
                </a:lnTo>
                <a:lnTo>
                  <a:pt x="18427" y="17767"/>
                </a:lnTo>
                <a:lnTo>
                  <a:pt x="19050" y="17767"/>
                </a:lnTo>
                <a:lnTo>
                  <a:pt x="19050" y="17640"/>
                </a:lnTo>
                <a:lnTo>
                  <a:pt x="19050" y="17513"/>
                </a:lnTo>
                <a:close/>
              </a:path>
              <a:path w="31750" h="30480">
                <a:moveTo>
                  <a:pt x="19050" y="15862"/>
                </a:moveTo>
                <a:lnTo>
                  <a:pt x="18554" y="15862"/>
                </a:lnTo>
                <a:lnTo>
                  <a:pt x="18567" y="15989"/>
                </a:lnTo>
                <a:lnTo>
                  <a:pt x="19050" y="15989"/>
                </a:lnTo>
                <a:lnTo>
                  <a:pt x="19050" y="15862"/>
                </a:lnTo>
                <a:close/>
              </a:path>
              <a:path w="31750" h="30480">
                <a:moveTo>
                  <a:pt x="19075" y="9639"/>
                </a:moveTo>
                <a:lnTo>
                  <a:pt x="18846" y="9512"/>
                </a:lnTo>
                <a:lnTo>
                  <a:pt x="18732" y="9766"/>
                </a:lnTo>
                <a:lnTo>
                  <a:pt x="19075" y="9639"/>
                </a:lnTo>
                <a:close/>
              </a:path>
              <a:path w="31750" h="30480">
                <a:moveTo>
                  <a:pt x="19100" y="29133"/>
                </a:moveTo>
                <a:close/>
              </a:path>
              <a:path w="31750" h="30480">
                <a:moveTo>
                  <a:pt x="19151" y="25692"/>
                </a:moveTo>
                <a:lnTo>
                  <a:pt x="19024" y="25768"/>
                </a:lnTo>
                <a:lnTo>
                  <a:pt x="19151" y="25692"/>
                </a:lnTo>
                <a:close/>
              </a:path>
              <a:path w="31750" h="30480">
                <a:moveTo>
                  <a:pt x="19177" y="18910"/>
                </a:moveTo>
                <a:lnTo>
                  <a:pt x="19050" y="19037"/>
                </a:lnTo>
                <a:lnTo>
                  <a:pt x="17741" y="19037"/>
                </a:lnTo>
                <a:lnTo>
                  <a:pt x="17703" y="19164"/>
                </a:lnTo>
                <a:lnTo>
                  <a:pt x="19050" y="19164"/>
                </a:lnTo>
                <a:lnTo>
                  <a:pt x="19050" y="19799"/>
                </a:lnTo>
                <a:lnTo>
                  <a:pt x="19177" y="18910"/>
                </a:lnTo>
                <a:close/>
              </a:path>
              <a:path w="31750" h="30480">
                <a:moveTo>
                  <a:pt x="19215" y="9385"/>
                </a:moveTo>
                <a:lnTo>
                  <a:pt x="19138" y="9131"/>
                </a:lnTo>
                <a:lnTo>
                  <a:pt x="18935" y="9004"/>
                </a:lnTo>
                <a:lnTo>
                  <a:pt x="18884" y="9385"/>
                </a:lnTo>
                <a:lnTo>
                  <a:pt x="19215" y="9385"/>
                </a:lnTo>
                <a:close/>
              </a:path>
              <a:path w="31750" h="30480">
                <a:moveTo>
                  <a:pt x="19240" y="27571"/>
                </a:moveTo>
                <a:lnTo>
                  <a:pt x="19100" y="27444"/>
                </a:lnTo>
                <a:lnTo>
                  <a:pt x="19113" y="27686"/>
                </a:lnTo>
                <a:lnTo>
                  <a:pt x="19240" y="27571"/>
                </a:lnTo>
                <a:close/>
              </a:path>
              <a:path w="31750" h="30480">
                <a:moveTo>
                  <a:pt x="19240" y="18529"/>
                </a:moveTo>
                <a:lnTo>
                  <a:pt x="19202" y="18402"/>
                </a:lnTo>
                <a:lnTo>
                  <a:pt x="19050" y="18402"/>
                </a:lnTo>
                <a:lnTo>
                  <a:pt x="19050" y="18529"/>
                </a:lnTo>
                <a:lnTo>
                  <a:pt x="19240" y="18529"/>
                </a:lnTo>
                <a:close/>
              </a:path>
              <a:path w="31750" h="30480">
                <a:moveTo>
                  <a:pt x="19265" y="17259"/>
                </a:moveTo>
                <a:lnTo>
                  <a:pt x="19050" y="17259"/>
                </a:lnTo>
                <a:lnTo>
                  <a:pt x="19050" y="17513"/>
                </a:lnTo>
                <a:lnTo>
                  <a:pt x="19240" y="17513"/>
                </a:lnTo>
                <a:lnTo>
                  <a:pt x="19265" y="17259"/>
                </a:lnTo>
                <a:close/>
              </a:path>
              <a:path w="31750" h="30480">
                <a:moveTo>
                  <a:pt x="19291" y="20942"/>
                </a:moveTo>
                <a:lnTo>
                  <a:pt x="19253" y="20434"/>
                </a:lnTo>
                <a:lnTo>
                  <a:pt x="19050" y="20434"/>
                </a:lnTo>
                <a:lnTo>
                  <a:pt x="19050" y="20942"/>
                </a:lnTo>
                <a:lnTo>
                  <a:pt x="19291" y="20942"/>
                </a:lnTo>
                <a:close/>
              </a:path>
              <a:path w="31750" h="30480">
                <a:moveTo>
                  <a:pt x="19291" y="18783"/>
                </a:moveTo>
                <a:lnTo>
                  <a:pt x="19050" y="18656"/>
                </a:lnTo>
                <a:lnTo>
                  <a:pt x="19050" y="18529"/>
                </a:lnTo>
                <a:lnTo>
                  <a:pt x="18034" y="18529"/>
                </a:lnTo>
                <a:lnTo>
                  <a:pt x="17843" y="18656"/>
                </a:lnTo>
                <a:lnTo>
                  <a:pt x="17818" y="18783"/>
                </a:lnTo>
                <a:lnTo>
                  <a:pt x="19291" y="18783"/>
                </a:lnTo>
                <a:close/>
              </a:path>
              <a:path w="31750" h="30480">
                <a:moveTo>
                  <a:pt x="19304" y="16624"/>
                </a:moveTo>
                <a:lnTo>
                  <a:pt x="19050" y="16624"/>
                </a:lnTo>
                <a:lnTo>
                  <a:pt x="19050" y="17132"/>
                </a:lnTo>
                <a:lnTo>
                  <a:pt x="19278" y="17132"/>
                </a:lnTo>
                <a:lnTo>
                  <a:pt x="19304" y="16624"/>
                </a:lnTo>
                <a:close/>
              </a:path>
              <a:path w="31750" h="30480">
                <a:moveTo>
                  <a:pt x="19329" y="15989"/>
                </a:moveTo>
                <a:lnTo>
                  <a:pt x="19050" y="15989"/>
                </a:lnTo>
                <a:lnTo>
                  <a:pt x="19050" y="16370"/>
                </a:lnTo>
                <a:lnTo>
                  <a:pt x="19316" y="16370"/>
                </a:lnTo>
                <a:lnTo>
                  <a:pt x="19329" y="15989"/>
                </a:lnTo>
                <a:close/>
              </a:path>
              <a:path w="31750" h="30480">
                <a:moveTo>
                  <a:pt x="19367" y="17767"/>
                </a:moveTo>
                <a:lnTo>
                  <a:pt x="19202" y="17894"/>
                </a:lnTo>
                <a:lnTo>
                  <a:pt x="19215" y="17767"/>
                </a:lnTo>
                <a:lnTo>
                  <a:pt x="19050" y="17767"/>
                </a:lnTo>
                <a:lnTo>
                  <a:pt x="19050" y="18148"/>
                </a:lnTo>
                <a:lnTo>
                  <a:pt x="19342" y="18148"/>
                </a:lnTo>
                <a:lnTo>
                  <a:pt x="19354" y="17894"/>
                </a:lnTo>
                <a:lnTo>
                  <a:pt x="19367" y="17767"/>
                </a:lnTo>
                <a:close/>
              </a:path>
              <a:path w="31750" h="30480">
                <a:moveTo>
                  <a:pt x="19367" y="14846"/>
                </a:moveTo>
                <a:lnTo>
                  <a:pt x="19050" y="14846"/>
                </a:lnTo>
                <a:lnTo>
                  <a:pt x="19050" y="15862"/>
                </a:lnTo>
                <a:lnTo>
                  <a:pt x="19329" y="15862"/>
                </a:lnTo>
                <a:lnTo>
                  <a:pt x="19367" y="14846"/>
                </a:lnTo>
                <a:close/>
              </a:path>
              <a:path w="31750" h="30480">
                <a:moveTo>
                  <a:pt x="19469" y="5829"/>
                </a:moveTo>
                <a:lnTo>
                  <a:pt x="19253" y="5702"/>
                </a:lnTo>
                <a:lnTo>
                  <a:pt x="18732" y="5702"/>
                </a:lnTo>
                <a:lnTo>
                  <a:pt x="18719" y="5829"/>
                </a:lnTo>
                <a:lnTo>
                  <a:pt x="19469" y="5829"/>
                </a:lnTo>
                <a:close/>
              </a:path>
              <a:path w="31750" h="30480">
                <a:moveTo>
                  <a:pt x="19519" y="5194"/>
                </a:moveTo>
                <a:lnTo>
                  <a:pt x="18465" y="5194"/>
                </a:lnTo>
                <a:lnTo>
                  <a:pt x="18478" y="5702"/>
                </a:lnTo>
                <a:lnTo>
                  <a:pt x="18732" y="5702"/>
                </a:lnTo>
                <a:lnTo>
                  <a:pt x="18796" y="5321"/>
                </a:lnTo>
                <a:lnTo>
                  <a:pt x="18859" y="5448"/>
                </a:lnTo>
                <a:lnTo>
                  <a:pt x="19291" y="5448"/>
                </a:lnTo>
                <a:lnTo>
                  <a:pt x="19253" y="5702"/>
                </a:lnTo>
                <a:lnTo>
                  <a:pt x="19481" y="5702"/>
                </a:lnTo>
                <a:lnTo>
                  <a:pt x="19507" y="5321"/>
                </a:lnTo>
                <a:lnTo>
                  <a:pt x="19519" y="5194"/>
                </a:lnTo>
                <a:close/>
              </a:path>
              <a:path w="31750" h="30480">
                <a:moveTo>
                  <a:pt x="19558" y="28003"/>
                </a:moveTo>
                <a:close/>
              </a:path>
              <a:path w="31750" h="30480">
                <a:moveTo>
                  <a:pt x="19659" y="27393"/>
                </a:moveTo>
                <a:lnTo>
                  <a:pt x="19570" y="27520"/>
                </a:lnTo>
                <a:lnTo>
                  <a:pt x="19659" y="27393"/>
                </a:lnTo>
                <a:close/>
              </a:path>
              <a:path w="31750" h="30480">
                <a:moveTo>
                  <a:pt x="19685" y="28575"/>
                </a:moveTo>
                <a:lnTo>
                  <a:pt x="19596" y="28448"/>
                </a:lnTo>
                <a:lnTo>
                  <a:pt x="19672" y="28676"/>
                </a:lnTo>
                <a:close/>
              </a:path>
              <a:path w="31750" h="30480">
                <a:moveTo>
                  <a:pt x="19786" y="29502"/>
                </a:moveTo>
                <a:close/>
              </a:path>
              <a:path w="31750" h="30480">
                <a:moveTo>
                  <a:pt x="19913" y="5194"/>
                </a:moveTo>
                <a:lnTo>
                  <a:pt x="19545" y="5194"/>
                </a:lnTo>
                <a:lnTo>
                  <a:pt x="19558" y="5321"/>
                </a:lnTo>
                <a:lnTo>
                  <a:pt x="19875" y="5321"/>
                </a:lnTo>
                <a:lnTo>
                  <a:pt x="19913" y="5194"/>
                </a:lnTo>
                <a:close/>
              </a:path>
              <a:path w="31750" h="30480">
                <a:moveTo>
                  <a:pt x="19939" y="12560"/>
                </a:moveTo>
                <a:lnTo>
                  <a:pt x="19913" y="12306"/>
                </a:lnTo>
                <a:lnTo>
                  <a:pt x="16586" y="12306"/>
                </a:lnTo>
                <a:lnTo>
                  <a:pt x="17106" y="12687"/>
                </a:lnTo>
                <a:lnTo>
                  <a:pt x="17233" y="12560"/>
                </a:lnTo>
                <a:lnTo>
                  <a:pt x="17538" y="12560"/>
                </a:lnTo>
                <a:lnTo>
                  <a:pt x="17513" y="13322"/>
                </a:lnTo>
                <a:lnTo>
                  <a:pt x="17780" y="13449"/>
                </a:lnTo>
                <a:lnTo>
                  <a:pt x="17957" y="13449"/>
                </a:lnTo>
                <a:lnTo>
                  <a:pt x="18046" y="13068"/>
                </a:lnTo>
                <a:lnTo>
                  <a:pt x="18097" y="12941"/>
                </a:lnTo>
                <a:lnTo>
                  <a:pt x="18237" y="12941"/>
                </a:lnTo>
                <a:lnTo>
                  <a:pt x="18249" y="12814"/>
                </a:lnTo>
                <a:lnTo>
                  <a:pt x="18618" y="12687"/>
                </a:lnTo>
                <a:lnTo>
                  <a:pt x="18745" y="12560"/>
                </a:lnTo>
                <a:lnTo>
                  <a:pt x="18745" y="13195"/>
                </a:lnTo>
                <a:lnTo>
                  <a:pt x="18910" y="13068"/>
                </a:lnTo>
                <a:lnTo>
                  <a:pt x="19011" y="12560"/>
                </a:lnTo>
                <a:lnTo>
                  <a:pt x="19227" y="12560"/>
                </a:lnTo>
                <a:lnTo>
                  <a:pt x="19291" y="12687"/>
                </a:lnTo>
                <a:lnTo>
                  <a:pt x="19151" y="12814"/>
                </a:lnTo>
                <a:lnTo>
                  <a:pt x="19469" y="12814"/>
                </a:lnTo>
                <a:lnTo>
                  <a:pt x="19570" y="12687"/>
                </a:lnTo>
                <a:lnTo>
                  <a:pt x="19659" y="12560"/>
                </a:lnTo>
                <a:lnTo>
                  <a:pt x="19773" y="13068"/>
                </a:lnTo>
                <a:lnTo>
                  <a:pt x="19888" y="13322"/>
                </a:lnTo>
                <a:lnTo>
                  <a:pt x="19939" y="12560"/>
                </a:lnTo>
                <a:close/>
              </a:path>
              <a:path w="31750" h="30480">
                <a:moveTo>
                  <a:pt x="19977" y="13576"/>
                </a:moveTo>
                <a:lnTo>
                  <a:pt x="19939" y="13449"/>
                </a:lnTo>
                <a:lnTo>
                  <a:pt x="18808" y="13449"/>
                </a:lnTo>
                <a:lnTo>
                  <a:pt x="18783" y="13576"/>
                </a:lnTo>
                <a:lnTo>
                  <a:pt x="19977" y="13576"/>
                </a:lnTo>
                <a:close/>
              </a:path>
              <a:path w="31750" h="30480">
                <a:moveTo>
                  <a:pt x="20015" y="4559"/>
                </a:moveTo>
                <a:lnTo>
                  <a:pt x="20002" y="4305"/>
                </a:lnTo>
                <a:lnTo>
                  <a:pt x="19964" y="3543"/>
                </a:lnTo>
                <a:lnTo>
                  <a:pt x="18402" y="3543"/>
                </a:lnTo>
                <a:lnTo>
                  <a:pt x="18453" y="2654"/>
                </a:lnTo>
                <a:lnTo>
                  <a:pt x="18630" y="2273"/>
                </a:lnTo>
                <a:lnTo>
                  <a:pt x="18427" y="2019"/>
                </a:lnTo>
                <a:lnTo>
                  <a:pt x="17995" y="2273"/>
                </a:lnTo>
                <a:lnTo>
                  <a:pt x="18059" y="2019"/>
                </a:lnTo>
                <a:lnTo>
                  <a:pt x="18148" y="1638"/>
                </a:lnTo>
                <a:lnTo>
                  <a:pt x="18046" y="1511"/>
                </a:lnTo>
                <a:lnTo>
                  <a:pt x="17399" y="1638"/>
                </a:lnTo>
                <a:lnTo>
                  <a:pt x="17475" y="1130"/>
                </a:lnTo>
                <a:lnTo>
                  <a:pt x="17043" y="749"/>
                </a:lnTo>
                <a:lnTo>
                  <a:pt x="17043" y="0"/>
                </a:lnTo>
                <a:lnTo>
                  <a:pt x="13893" y="2273"/>
                </a:lnTo>
                <a:lnTo>
                  <a:pt x="13550" y="2273"/>
                </a:lnTo>
                <a:lnTo>
                  <a:pt x="8305" y="3543"/>
                </a:lnTo>
                <a:lnTo>
                  <a:pt x="4318" y="3543"/>
                </a:lnTo>
                <a:lnTo>
                  <a:pt x="0" y="3797"/>
                </a:lnTo>
                <a:lnTo>
                  <a:pt x="2209" y="3797"/>
                </a:lnTo>
                <a:lnTo>
                  <a:pt x="2286" y="4051"/>
                </a:lnTo>
                <a:lnTo>
                  <a:pt x="2400" y="4559"/>
                </a:lnTo>
                <a:lnTo>
                  <a:pt x="2692" y="4559"/>
                </a:lnTo>
                <a:lnTo>
                  <a:pt x="2641" y="4051"/>
                </a:lnTo>
                <a:lnTo>
                  <a:pt x="2895" y="4051"/>
                </a:lnTo>
                <a:lnTo>
                  <a:pt x="3378" y="3797"/>
                </a:lnTo>
                <a:lnTo>
                  <a:pt x="3327" y="4051"/>
                </a:lnTo>
                <a:lnTo>
                  <a:pt x="3136" y="4051"/>
                </a:lnTo>
                <a:lnTo>
                  <a:pt x="3035" y="4241"/>
                </a:lnTo>
                <a:lnTo>
                  <a:pt x="2908" y="4178"/>
                </a:lnTo>
                <a:lnTo>
                  <a:pt x="2857" y="4305"/>
                </a:lnTo>
                <a:lnTo>
                  <a:pt x="3009" y="4305"/>
                </a:lnTo>
                <a:lnTo>
                  <a:pt x="3454" y="4533"/>
                </a:lnTo>
                <a:lnTo>
                  <a:pt x="3657" y="4559"/>
                </a:lnTo>
                <a:lnTo>
                  <a:pt x="3619" y="4686"/>
                </a:lnTo>
                <a:lnTo>
                  <a:pt x="3403" y="4813"/>
                </a:lnTo>
                <a:lnTo>
                  <a:pt x="3263" y="4940"/>
                </a:lnTo>
                <a:lnTo>
                  <a:pt x="3060" y="5067"/>
                </a:lnTo>
                <a:lnTo>
                  <a:pt x="3200" y="5067"/>
                </a:lnTo>
                <a:lnTo>
                  <a:pt x="3238" y="5194"/>
                </a:lnTo>
                <a:lnTo>
                  <a:pt x="3340" y="5448"/>
                </a:lnTo>
                <a:lnTo>
                  <a:pt x="3492" y="5575"/>
                </a:lnTo>
                <a:lnTo>
                  <a:pt x="3505" y="5702"/>
                </a:lnTo>
                <a:lnTo>
                  <a:pt x="11976" y="5702"/>
                </a:lnTo>
                <a:lnTo>
                  <a:pt x="12268" y="5448"/>
                </a:lnTo>
                <a:lnTo>
                  <a:pt x="12636" y="5321"/>
                </a:lnTo>
                <a:lnTo>
                  <a:pt x="12738" y="5194"/>
                </a:lnTo>
                <a:lnTo>
                  <a:pt x="12839" y="5067"/>
                </a:lnTo>
                <a:lnTo>
                  <a:pt x="18059" y="5067"/>
                </a:lnTo>
                <a:lnTo>
                  <a:pt x="18097" y="4813"/>
                </a:lnTo>
                <a:lnTo>
                  <a:pt x="3835" y="4813"/>
                </a:lnTo>
                <a:lnTo>
                  <a:pt x="3835" y="4559"/>
                </a:lnTo>
                <a:lnTo>
                  <a:pt x="20015" y="4559"/>
                </a:lnTo>
                <a:close/>
              </a:path>
              <a:path w="31750" h="30480">
                <a:moveTo>
                  <a:pt x="20027" y="4813"/>
                </a:moveTo>
                <a:lnTo>
                  <a:pt x="18313" y="4813"/>
                </a:lnTo>
                <a:lnTo>
                  <a:pt x="18465" y="4940"/>
                </a:lnTo>
                <a:lnTo>
                  <a:pt x="18465" y="5067"/>
                </a:lnTo>
                <a:lnTo>
                  <a:pt x="19951" y="5067"/>
                </a:lnTo>
                <a:lnTo>
                  <a:pt x="20027" y="4813"/>
                </a:lnTo>
                <a:close/>
              </a:path>
              <a:path w="31750" h="30480">
                <a:moveTo>
                  <a:pt x="20104" y="15862"/>
                </a:moveTo>
                <a:lnTo>
                  <a:pt x="19329" y="15862"/>
                </a:lnTo>
                <a:lnTo>
                  <a:pt x="19329" y="15989"/>
                </a:lnTo>
                <a:lnTo>
                  <a:pt x="20104" y="15989"/>
                </a:lnTo>
                <a:lnTo>
                  <a:pt x="20104" y="15862"/>
                </a:lnTo>
                <a:close/>
              </a:path>
              <a:path w="31750" h="30480">
                <a:moveTo>
                  <a:pt x="20154" y="18529"/>
                </a:moveTo>
                <a:lnTo>
                  <a:pt x="19240" y="18529"/>
                </a:lnTo>
                <a:lnTo>
                  <a:pt x="19265" y="18656"/>
                </a:lnTo>
                <a:lnTo>
                  <a:pt x="20142" y="18656"/>
                </a:lnTo>
                <a:lnTo>
                  <a:pt x="20154" y="18529"/>
                </a:lnTo>
                <a:close/>
              </a:path>
              <a:path w="31750" h="30480">
                <a:moveTo>
                  <a:pt x="20167" y="16624"/>
                </a:moveTo>
                <a:lnTo>
                  <a:pt x="20142" y="16370"/>
                </a:lnTo>
                <a:lnTo>
                  <a:pt x="19316" y="16370"/>
                </a:lnTo>
                <a:lnTo>
                  <a:pt x="19304" y="16624"/>
                </a:lnTo>
                <a:lnTo>
                  <a:pt x="20167" y="16624"/>
                </a:lnTo>
                <a:close/>
              </a:path>
              <a:path w="31750" h="30480">
                <a:moveTo>
                  <a:pt x="20180" y="12306"/>
                </a:moveTo>
                <a:lnTo>
                  <a:pt x="19913" y="12306"/>
                </a:lnTo>
                <a:lnTo>
                  <a:pt x="19964" y="12560"/>
                </a:lnTo>
                <a:lnTo>
                  <a:pt x="20180" y="12306"/>
                </a:lnTo>
                <a:close/>
              </a:path>
              <a:path w="31750" h="30480">
                <a:moveTo>
                  <a:pt x="20243" y="17259"/>
                </a:moveTo>
                <a:lnTo>
                  <a:pt x="20218" y="17132"/>
                </a:lnTo>
                <a:lnTo>
                  <a:pt x="19278" y="17132"/>
                </a:lnTo>
                <a:lnTo>
                  <a:pt x="19265" y="17259"/>
                </a:lnTo>
                <a:lnTo>
                  <a:pt x="20243" y="17259"/>
                </a:lnTo>
                <a:close/>
              </a:path>
              <a:path w="31750" h="30480">
                <a:moveTo>
                  <a:pt x="20294" y="19799"/>
                </a:moveTo>
                <a:lnTo>
                  <a:pt x="19227" y="19799"/>
                </a:lnTo>
                <a:lnTo>
                  <a:pt x="19253" y="20434"/>
                </a:lnTo>
                <a:lnTo>
                  <a:pt x="20294" y="20434"/>
                </a:lnTo>
                <a:lnTo>
                  <a:pt x="20294" y="19799"/>
                </a:lnTo>
                <a:close/>
              </a:path>
              <a:path w="31750" h="30480">
                <a:moveTo>
                  <a:pt x="20294" y="18529"/>
                </a:moveTo>
                <a:lnTo>
                  <a:pt x="20154" y="18529"/>
                </a:lnTo>
                <a:lnTo>
                  <a:pt x="20154" y="18656"/>
                </a:lnTo>
                <a:lnTo>
                  <a:pt x="20294" y="18656"/>
                </a:lnTo>
                <a:lnTo>
                  <a:pt x="20294" y="18529"/>
                </a:lnTo>
                <a:close/>
              </a:path>
              <a:path w="31750" h="30480">
                <a:moveTo>
                  <a:pt x="20294" y="18275"/>
                </a:moveTo>
                <a:lnTo>
                  <a:pt x="20053" y="18275"/>
                </a:lnTo>
                <a:lnTo>
                  <a:pt x="20053" y="18148"/>
                </a:lnTo>
                <a:lnTo>
                  <a:pt x="19342" y="18148"/>
                </a:lnTo>
                <a:lnTo>
                  <a:pt x="19215" y="18402"/>
                </a:lnTo>
                <a:lnTo>
                  <a:pt x="20294" y="18402"/>
                </a:lnTo>
                <a:lnTo>
                  <a:pt x="20294" y="18275"/>
                </a:lnTo>
                <a:close/>
              </a:path>
              <a:path w="31750" h="30480">
                <a:moveTo>
                  <a:pt x="20294" y="17894"/>
                </a:moveTo>
                <a:lnTo>
                  <a:pt x="20053" y="17894"/>
                </a:lnTo>
                <a:lnTo>
                  <a:pt x="20053" y="18148"/>
                </a:lnTo>
                <a:lnTo>
                  <a:pt x="20294" y="18148"/>
                </a:lnTo>
                <a:lnTo>
                  <a:pt x="20294" y="17894"/>
                </a:lnTo>
                <a:close/>
              </a:path>
              <a:path w="31750" h="30480">
                <a:moveTo>
                  <a:pt x="20294" y="17767"/>
                </a:moveTo>
                <a:lnTo>
                  <a:pt x="20269" y="17513"/>
                </a:lnTo>
                <a:lnTo>
                  <a:pt x="19240" y="17513"/>
                </a:lnTo>
                <a:lnTo>
                  <a:pt x="19215" y="17767"/>
                </a:lnTo>
                <a:lnTo>
                  <a:pt x="19367" y="17767"/>
                </a:lnTo>
                <a:lnTo>
                  <a:pt x="20294" y="17767"/>
                </a:lnTo>
                <a:close/>
              </a:path>
              <a:path w="31750" h="30480">
                <a:moveTo>
                  <a:pt x="20434" y="21577"/>
                </a:moveTo>
                <a:lnTo>
                  <a:pt x="19469" y="21577"/>
                </a:lnTo>
                <a:lnTo>
                  <a:pt x="19392" y="21450"/>
                </a:lnTo>
                <a:lnTo>
                  <a:pt x="19291" y="21069"/>
                </a:lnTo>
                <a:lnTo>
                  <a:pt x="19050" y="21069"/>
                </a:lnTo>
                <a:lnTo>
                  <a:pt x="19050" y="21323"/>
                </a:lnTo>
                <a:lnTo>
                  <a:pt x="18884" y="21450"/>
                </a:lnTo>
                <a:lnTo>
                  <a:pt x="19367" y="21831"/>
                </a:lnTo>
                <a:lnTo>
                  <a:pt x="20231" y="21831"/>
                </a:lnTo>
                <a:lnTo>
                  <a:pt x="20332" y="21704"/>
                </a:lnTo>
                <a:lnTo>
                  <a:pt x="20434" y="21577"/>
                </a:lnTo>
                <a:close/>
              </a:path>
              <a:path w="31750" h="30480">
                <a:moveTo>
                  <a:pt x="20497" y="10020"/>
                </a:moveTo>
                <a:lnTo>
                  <a:pt x="20383" y="9893"/>
                </a:lnTo>
                <a:lnTo>
                  <a:pt x="19392" y="9893"/>
                </a:lnTo>
                <a:lnTo>
                  <a:pt x="19494" y="9512"/>
                </a:lnTo>
                <a:lnTo>
                  <a:pt x="19532" y="9385"/>
                </a:lnTo>
                <a:lnTo>
                  <a:pt x="19735" y="9131"/>
                </a:lnTo>
                <a:lnTo>
                  <a:pt x="19837" y="9004"/>
                </a:lnTo>
                <a:lnTo>
                  <a:pt x="19939" y="8877"/>
                </a:lnTo>
                <a:lnTo>
                  <a:pt x="20066" y="8877"/>
                </a:lnTo>
                <a:lnTo>
                  <a:pt x="19900" y="8750"/>
                </a:lnTo>
                <a:lnTo>
                  <a:pt x="19723" y="8877"/>
                </a:lnTo>
                <a:lnTo>
                  <a:pt x="19392" y="8750"/>
                </a:lnTo>
                <a:lnTo>
                  <a:pt x="19278" y="9512"/>
                </a:lnTo>
                <a:lnTo>
                  <a:pt x="19075" y="9639"/>
                </a:lnTo>
                <a:lnTo>
                  <a:pt x="19050" y="10020"/>
                </a:lnTo>
                <a:lnTo>
                  <a:pt x="18846" y="10020"/>
                </a:lnTo>
                <a:lnTo>
                  <a:pt x="18821" y="9766"/>
                </a:lnTo>
                <a:lnTo>
                  <a:pt x="18630" y="9893"/>
                </a:lnTo>
                <a:lnTo>
                  <a:pt x="18529" y="10020"/>
                </a:lnTo>
                <a:lnTo>
                  <a:pt x="18453" y="9893"/>
                </a:lnTo>
                <a:lnTo>
                  <a:pt x="18300" y="10020"/>
                </a:lnTo>
                <a:lnTo>
                  <a:pt x="18262" y="10147"/>
                </a:lnTo>
                <a:lnTo>
                  <a:pt x="18021" y="10020"/>
                </a:lnTo>
                <a:lnTo>
                  <a:pt x="17767" y="9893"/>
                </a:lnTo>
                <a:lnTo>
                  <a:pt x="17348" y="9766"/>
                </a:lnTo>
                <a:lnTo>
                  <a:pt x="17437" y="9639"/>
                </a:lnTo>
                <a:lnTo>
                  <a:pt x="17170" y="9766"/>
                </a:lnTo>
                <a:lnTo>
                  <a:pt x="17208" y="9131"/>
                </a:lnTo>
                <a:lnTo>
                  <a:pt x="17208" y="9004"/>
                </a:lnTo>
                <a:lnTo>
                  <a:pt x="17348" y="9004"/>
                </a:lnTo>
                <a:lnTo>
                  <a:pt x="17297" y="9131"/>
                </a:lnTo>
                <a:lnTo>
                  <a:pt x="17475" y="9004"/>
                </a:lnTo>
                <a:lnTo>
                  <a:pt x="17589" y="8877"/>
                </a:lnTo>
                <a:lnTo>
                  <a:pt x="17576" y="9004"/>
                </a:lnTo>
                <a:lnTo>
                  <a:pt x="17729" y="8877"/>
                </a:lnTo>
                <a:lnTo>
                  <a:pt x="17741" y="8750"/>
                </a:lnTo>
                <a:lnTo>
                  <a:pt x="17767" y="8496"/>
                </a:lnTo>
                <a:lnTo>
                  <a:pt x="17767" y="8369"/>
                </a:lnTo>
                <a:lnTo>
                  <a:pt x="13487" y="8369"/>
                </a:lnTo>
                <a:lnTo>
                  <a:pt x="13474" y="8496"/>
                </a:lnTo>
                <a:lnTo>
                  <a:pt x="13487" y="8369"/>
                </a:lnTo>
                <a:lnTo>
                  <a:pt x="13271" y="8369"/>
                </a:lnTo>
                <a:lnTo>
                  <a:pt x="13246" y="8496"/>
                </a:lnTo>
                <a:lnTo>
                  <a:pt x="13182" y="8369"/>
                </a:lnTo>
                <a:lnTo>
                  <a:pt x="12636" y="8369"/>
                </a:lnTo>
                <a:lnTo>
                  <a:pt x="12661" y="8242"/>
                </a:lnTo>
                <a:lnTo>
                  <a:pt x="12369" y="8242"/>
                </a:lnTo>
                <a:lnTo>
                  <a:pt x="12357" y="8623"/>
                </a:lnTo>
                <a:lnTo>
                  <a:pt x="12039" y="8623"/>
                </a:lnTo>
                <a:lnTo>
                  <a:pt x="11963" y="8369"/>
                </a:lnTo>
                <a:lnTo>
                  <a:pt x="11633" y="8369"/>
                </a:lnTo>
                <a:lnTo>
                  <a:pt x="4432" y="8369"/>
                </a:lnTo>
                <a:lnTo>
                  <a:pt x="4279" y="8369"/>
                </a:lnTo>
                <a:lnTo>
                  <a:pt x="4279" y="8623"/>
                </a:lnTo>
                <a:lnTo>
                  <a:pt x="4102" y="8750"/>
                </a:lnTo>
                <a:lnTo>
                  <a:pt x="4025" y="8623"/>
                </a:lnTo>
                <a:lnTo>
                  <a:pt x="4279" y="8623"/>
                </a:lnTo>
                <a:lnTo>
                  <a:pt x="4279" y="8369"/>
                </a:lnTo>
                <a:lnTo>
                  <a:pt x="4279" y="8242"/>
                </a:lnTo>
                <a:lnTo>
                  <a:pt x="12026" y="8242"/>
                </a:lnTo>
                <a:lnTo>
                  <a:pt x="11899" y="8115"/>
                </a:lnTo>
                <a:lnTo>
                  <a:pt x="12128" y="8115"/>
                </a:lnTo>
                <a:lnTo>
                  <a:pt x="12230" y="8242"/>
                </a:lnTo>
                <a:lnTo>
                  <a:pt x="12319" y="8115"/>
                </a:lnTo>
                <a:lnTo>
                  <a:pt x="12687" y="7988"/>
                </a:lnTo>
                <a:lnTo>
                  <a:pt x="12674" y="8115"/>
                </a:lnTo>
                <a:lnTo>
                  <a:pt x="12827" y="7988"/>
                </a:lnTo>
                <a:lnTo>
                  <a:pt x="12941" y="7734"/>
                </a:lnTo>
                <a:lnTo>
                  <a:pt x="13131" y="7734"/>
                </a:lnTo>
                <a:lnTo>
                  <a:pt x="13119" y="7861"/>
                </a:lnTo>
                <a:lnTo>
                  <a:pt x="13385" y="7861"/>
                </a:lnTo>
                <a:lnTo>
                  <a:pt x="13449" y="7480"/>
                </a:lnTo>
                <a:lnTo>
                  <a:pt x="13716" y="7480"/>
                </a:lnTo>
                <a:lnTo>
                  <a:pt x="13716" y="7861"/>
                </a:lnTo>
                <a:lnTo>
                  <a:pt x="17818" y="7861"/>
                </a:lnTo>
                <a:lnTo>
                  <a:pt x="17830" y="7607"/>
                </a:lnTo>
                <a:lnTo>
                  <a:pt x="17856" y="7353"/>
                </a:lnTo>
                <a:lnTo>
                  <a:pt x="14211" y="7353"/>
                </a:lnTo>
                <a:lnTo>
                  <a:pt x="14160" y="7607"/>
                </a:lnTo>
                <a:lnTo>
                  <a:pt x="14135" y="7480"/>
                </a:lnTo>
                <a:lnTo>
                  <a:pt x="14097" y="7353"/>
                </a:lnTo>
                <a:lnTo>
                  <a:pt x="4432" y="7353"/>
                </a:lnTo>
                <a:lnTo>
                  <a:pt x="4432" y="7988"/>
                </a:lnTo>
                <a:lnTo>
                  <a:pt x="4152" y="8115"/>
                </a:lnTo>
                <a:lnTo>
                  <a:pt x="4330" y="7988"/>
                </a:lnTo>
                <a:lnTo>
                  <a:pt x="4432" y="7353"/>
                </a:lnTo>
                <a:lnTo>
                  <a:pt x="3733" y="7353"/>
                </a:lnTo>
                <a:lnTo>
                  <a:pt x="3683" y="7607"/>
                </a:lnTo>
                <a:lnTo>
                  <a:pt x="3314" y="7607"/>
                </a:lnTo>
                <a:lnTo>
                  <a:pt x="3276" y="7734"/>
                </a:lnTo>
                <a:lnTo>
                  <a:pt x="3340" y="7480"/>
                </a:lnTo>
                <a:lnTo>
                  <a:pt x="3403" y="7353"/>
                </a:lnTo>
                <a:lnTo>
                  <a:pt x="3568" y="7226"/>
                </a:lnTo>
                <a:lnTo>
                  <a:pt x="3873" y="7226"/>
                </a:lnTo>
                <a:lnTo>
                  <a:pt x="3911" y="7099"/>
                </a:lnTo>
                <a:lnTo>
                  <a:pt x="17881" y="7099"/>
                </a:lnTo>
                <a:lnTo>
                  <a:pt x="17894" y="6972"/>
                </a:lnTo>
                <a:lnTo>
                  <a:pt x="17995" y="5829"/>
                </a:lnTo>
                <a:lnTo>
                  <a:pt x="13093" y="5829"/>
                </a:lnTo>
                <a:lnTo>
                  <a:pt x="13512" y="5702"/>
                </a:lnTo>
                <a:lnTo>
                  <a:pt x="13017" y="5702"/>
                </a:lnTo>
                <a:lnTo>
                  <a:pt x="13017" y="6845"/>
                </a:lnTo>
                <a:lnTo>
                  <a:pt x="12827" y="6972"/>
                </a:lnTo>
                <a:lnTo>
                  <a:pt x="12890" y="6718"/>
                </a:lnTo>
                <a:lnTo>
                  <a:pt x="13017" y="6845"/>
                </a:lnTo>
                <a:lnTo>
                  <a:pt x="13017" y="5702"/>
                </a:lnTo>
                <a:lnTo>
                  <a:pt x="11976" y="5702"/>
                </a:lnTo>
                <a:lnTo>
                  <a:pt x="11823" y="5829"/>
                </a:lnTo>
                <a:lnTo>
                  <a:pt x="12865" y="5829"/>
                </a:lnTo>
                <a:lnTo>
                  <a:pt x="12268" y="6337"/>
                </a:lnTo>
                <a:lnTo>
                  <a:pt x="12255" y="6718"/>
                </a:lnTo>
                <a:lnTo>
                  <a:pt x="12179" y="6591"/>
                </a:lnTo>
                <a:lnTo>
                  <a:pt x="12065" y="6845"/>
                </a:lnTo>
                <a:lnTo>
                  <a:pt x="11899" y="6845"/>
                </a:lnTo>
                <a:lnTo>
                  <a:pt x="11899" y="6972"/>
                </a:lnTo>
                <a:lnTo>
                  <a:pt x="11823" y="5829"/>
                </a:lnTo>
                <a:lnTo>
                  <a:pt x="3810" y="5829"/>
                </a:lnTo>
                <a:lnTo>
                  <a:pt x="3898" y="6591"/>
                </a:lnTo>
                <a:lnTo>
                  <a:pt x="3225" y="7099"/>
                </a:lnTo>
                <a:lnTo>
                  <a:pt x="3124" y="7226"/>
                </a:lnTo>
                <a:lnTo>
                  <a:pt x="3022" y="7353"/>
                </a:lnTo>
                <a:lnTo>
                  <a:pt x="2908" y="7480"/>
                </a:lnTo>
                <a:lnTo>
                  <a:pt x="2806" y="7607"/>
                </a:lnTo>
                <a:lnTo>
                  <a:pt x="2705" y="7734"/>
                </a:lnTo>
                <a:lnTo>
                  <a:pt x="2628" y="9131"/>
                </a:lnTo>
                <a:lnTo>
                  <a:pt x="2730" y="8877"/>
                </a:lnTo>
                <a:lnTo>
                  <a:pt x="2806" y="8750"/>
                </a:lnTo>
                <a:lnTo>
                  <a:pt x="2908" y="8496"/>
                </a:lnTo>
                <a:lnTo>
                  <a:pt x="2959" y="8623"/>
                </a:lnTo>
                <a:lnTo>
                  <a:pt x="2946" y="9131"/>
                </a:lnTo>
                <a:lnTo>
                  <a:pt x="3048" y="9004"/>
                </a:lnTo>
                <a:lnTo>
                  <a:pt x="2984" y="9385"/>
                </a:lnTo>
                <a:lnTo>
                  <a:pt x="2717" y="9512"/>
                </a:lnTo>
                <a:lnTo>
                  <a:pt x="2844" y="9893"/>
                </a:lnTo>
                <a:lnTo>
                  <a:pt x="2946" y="9766"/>
                </a:lnTo>
                <a:lnTo>
                  <a:pt x="2971" y="9639"/>
                </a:lnTo>
                <a:lnTo>
                  <a:pt x="3086" y="9512"/>
                </a:lnTo>
                <a:lnTo>
                  <a:pt x="4419" y="9512"/>
                </a:lnTo>
                <a:lnTo>
                  <a:pt x="4406" y="9385"/>
                </a:lnTo>
                <a:lnTo>
                  <a:pt x="4686" y="9512"/>
                </a:lnTo>
                <a:lnTo>
                  <a:pt x="4686" y="9766"/>
                </a:lnTo>
                <a:lnTo>
                  <a:pt x="4635" y="9512"/>
                </a:lnTo>
                <a:lnTo>
                  <a:pt x="4457" y="9639"/>
                </a:lnTo>
                <a:lnTo>
                  <a:pt x="3086" y="9639"/>
                </a:lnTo>
                <a:lnTo>
                  <a:pt x="3086" y="9893"/>
                </a:lnTo>
                <a:lnTo>
                  <a:pt x="2895" y="10020"/>
                </a:lnTo>
                <a:lnTo>
                  <a:pt x="2946" y="10147"/>
                </a:lnTo>
                <a:lnTo>
                  <a:pt x="3175" y="10020"/>
                </a:lnTo>
                <a:lnTo>
                  <a:pt x="3289" y="10528"/>
                </a:lnTo>
                <a:lnTo>
                  <a:pt x="3403" y="10655"/>
                </a:lnTo>
                <a:lnTo>
                  <a:pt x="3505" y="10782"/>
                </a:lnTo>
                <a:lnTo>
                  <a:pt x="3619" y="10909"/>
                </a:lnTo>
                <a:lnTo>
                  <a:pt x="3733" y="11036"/>
                </a:lnTo>
                <a:lnTo>
                  <a:pt x="3975" y="11036"/>
                </a:lnTo>
                <a:lnTo>
                  <a:pt x="4127" y="11163"/>
                </a:lnTo>
                <a:lnTo>
                  <a:pt x="4902" y="11163"/>
                </a:lnTo>
                <a:lnTo>
                  <a:pt x="4279" y="11290"/>
                </a:lnTo>
                <a:lnTo>
                  <a:pt x="5029" y="11290"/>
                </a:lnTo>
                <a:lnTo>
                  <a:pt x="4914" y="11671"/>
                </a:lnTo>
                <a:lnTo>
                  <a:pt x="5448" y="11925"/>
                </a:lnTo>
                <a:lnTo>
                  <a:pt x="5410" y="12077"/>
                </a:lnTo>
                <a:lnTo>
                  <a:pt x="5245" y="12052"/>
                </a:lnTo>
                <a:lnTo>
                  <a:pt x="5397" y="12179"/>
                </a:lnTo>
                <a:lnTo>
                  <a:pt x="6197" y="12179"/>
                </a:lnTo>
                <a:lnTo>
                  <a:pt x="6096" y="12306"/>
                </a:lnTo>
                <a:lnTo>
                  <a:pt x="5918" y="12306"/>
                </a:lnTo>
                <a:lnTo>
                  <a:pt x="6311" y="12433"/>
                </a:lnTo>
                <a:lnTo>
                  <a:pt x="6273" y="11925"/>
                </a:lnTo>
                <a:lnTo>
                  <a:pt x="6223" y="11798"/>
                </a:lnTo>
                <a:lnTo>
                  <a:pt x="6083" y="11925"/>
                </a:lnTo>
                <a:lnTo>
                  <a:pt x="6134" y="11798"/>
                </a:lnTo>
                <a:lnTo>
                  <a:pt x="6184" y="11671"/>
                </a:lnTo>
                <a:lnTo>
                  <a:pt x="6515" y="11417"/>
                </a:lnTo>
                <a:lnTo>
                  <a:pt x="6146" y="11417"/>
                </a:lnTo>
                <a:lnTo>
                  <a:pt x="6248" y="11290"/>
                </a:lnTo>
                <a:lnTo>
                  <a:pt x="5778" y="11417"/>
                </a:lnTo>
                <a:lnTo>
                  <a:pt x="5727" y="11798"/>
                </a:lnTo>
                <a:lnTo>
                  <a:pt x="5791" y="10909"/>
                </a:lnTo>
                <a:lnTo>
                  <a:pt x="5969" y="10782"/>
                </a:lnTo>
                <a:lnTo>
                  <a:pt x="5765" y="10782"/>
                </a:lnTo>
                <a:lnTo>
                  <a:pt x="5740" y="10655"/>
                </a:lnTo>
                <a:lnTo>
                  <a:pt x="3594" y="10655"/>
                </a:lnTo>
                <a:lnTo>
                  <a:pt x="3441" y="10528"/>
                </a:lnTo>
                <a:lnTo>
                  <a:pt x="3733" y="10528"/>
                </a:lnTo>
                <a:lnTo>
                  <a:pt x="3606" y="10401"/>
                </a:lnTo>
                <a:lnTo>
                  <a:pt x="6400" y="10401"/>
                </a:lnTo>
                <a:lnTo>
                  <a:pt x="6553" y="10528"/>
                </a:lnTo>
                <a:lnTo>
                  <a:pt x="6819" y="10401"/>
                </a:lnTo>
                <a:lnTo>
                  <a:pt x="6731" y="10528"/>
                </a:lnTo>
                <a:lnTo>
                  <a:pt x="20332" y="10528"/>
                </a:lnTo>
                <a:lnTo>
                  <a:pt x="19951" y="10401"/>
                </a:lnTo>
                <a:lnTo>
                  <a:pt x="19926" y="10147"/>
                </a:lnTo>
                <a:lnTo>
                  <a:pt x="19900" y="10020"/>
                </a:lnTo>
                <a:lnTo>
                  <a:pt x="20497" y="10020"/>
                </a:lnTo>
                <a:close/>
              </a:path>
              <a:path w="31750" h="30480">
                <a:moveTo>
                  <a:pt x="20535" y="20942"/>
                </a:moveTo>
                <a:lnTo>
                  <a:pt x="19291" y="20942"/>
                </a:lnTo>
                <a:lnTo>
                  <a:pt x="19291" y="21069"/>
                </a:lnTo>
                <a:lnTo>
                  <a:pt x="20510" y="21069"/>
                </a:lnTo>
                <a:lnTo>
                  <a:pt x="20535" y="20942"/>
                </a:lnTo>
                <a:close/>
              </a:path>
              <a:path w="31750" h="30480">
                <a:moveTo>
                  <a:pt x="20548" y="22085"/>
                </a:moveTo>
                <a:lnTo>
                  <a:pt x="18567" y="22085"/>
                </a:lnTo>
                <a:lnTo>
                  <a:pt x="19126" y="22212"/>
                </a:lnTo>
                <a:lnTo>
                  <a:pt x="20523" y="22212"/>
                </a:lnTo>
                <a:lnTo>
                  <a:pt x="20548" y="22085"/>
                </a:lnTo>
                <a:close/>
              </a:path>
              <a:path w="31750" h="30480">
                <a:moveTo>
                  <a:pt x="20586" y="19799"/>
                </a:moveTo>
                <a:lnTo>
                  <a:pt x="20485" y="19418"/>
                </a:lnTo>
                <a:lnTo>
                  <a:pt x="20421" y="18910"/>
                </a:lnTo>
                <a:lnTo>
                  <a:pt x="20294" y="19799"/>
                </a:lnTo>
                <a:lnTo>
                  <a:pt x="20586" y="19799"/>
                </a:lnTo>
                <a:close/>
              </a:path>
              <a:path w="31750" h="30480">
                <a:moveTo>
                  <a:pt x="20612" y="21704"/>
                </a:moveTo>
                <a:lnTo>
                  <a:pt x="20561" y="21323"/>
                </a:lnTo>
                <a:lnTo>
                  <a:pt x="20434" y="21577"/>
                </a:lnTo>
                <a:lnTo>
                  <a:pt x="20612" y="21704"/>
                </a:lnTo>
                <a:close/>
              </a:path>
              <a:path w="31750" h="30480">
                <a:moveTo>
                  <a:pt x="20675" y="12306"/>
                </a:moveTo>
                <a:lnTo>
                  <a:pt x="20294" y="12306"/>
                </a:lnTo>
                <a:lnTo>
                  <a:pt x="20434" y="12560"/>
                </a:lnTo>
                <a:lnTo>
                  <a:pt x="20599" y="12395"/>
                </a:lnTo>
                <a:lnTo>
                  <a:pt x="20523" y="12941"/>
                </a:lnTo>
                <a:lnTo>
                  <a:pt x="20675" y="13068"/>
                </a:lnTo>
                <a:lnTo>
                  <a:pt x="20612" y="12369"/>
                </a:lnTo>
                <a:close/>
              </a:path>
              <a:path w="31750" h="30480">
                <a:moveTo>
                  <a:pt x="20701" y="17005"/>
                </a:moveTo>
                <a:lnTo>
                  <a:pt x="20650" y="16878"/>
                </a:lnTo>
                <a:lnTo>
                  <a:pt x="20193" y="16878"/>
                </a:lnTo>
                <a:lnTo>
                  <a:pt x="20205" y="17005"/>
                </a:lnTo>
                <a:lnTo>
                  <a:pt x="20701" y="17005"/>
                </a:lnTo>
                <a:close/>
              </a:path>
              <a:path w="31750" h="30480">
                <a:moveTo>
                  <a:pt x="20701" y="10655"/>
                </a:moveTo>
                <a:lnTo>
                  <a:pt x="20332" y="10528"/>
                </a:lnTo>
                <a:lnTo>
                  <a:pt x="20434" y="10655"/>
                </a:lnTo>
                <a:lnTo>
                  <a:pt x="20701" y="10655"/>
                </a:lnTo>
                <a:close/>
              </a:path>
              <a:path w="31750" h="30480">
                <a:moveTo>
                  <a:pt x="20764" y="18529"/>
                </a:moveTo>
                <a:lnTo>
                  <a:pt x="20383" y="18529"/>
                </a:lnTo>
                <a:lnTo>
                  <a:pt x="20396" y="18656"/>
                </a:lnTo>
                <a:lnTo>
                  <a:pt x="20637" y="18656"/>
                </a:lnTo>
                <a:lnTo>
                  <a:pt x="20764" y="18529"/>
                </a:lnTo>
                <a:close/>
              </a:path>
              <a:path w="31750" h="30480">
                <a:moveTo>
                  <a:pt x="20777" y="17259"/>
                </a:moveTo>
                <a:lnTo>
                  <a:pt x="20739" y="17132"/>
                </a:lnTo>
                <a:lnTo>
                  <a:pt x="20307" y="17132"/>
                </a:lnTo>
                <a:lnTo>
                  <a:pt x="20307" y="17259"/>
                </a:lnTo>
                <a:lnTo>
                  <a:pt x="20777" y="17259"/>
                </a:lnTo>
                <a:close/>
              </a:path>
              <a:path w="31750" h="30480">
                <a:moveTo>
                  <a:pt x="20828" y="17640"/>
                </a:moveTo>
                <a:lnTo>
                  <a:pt x="20802" y="17513"/>
                </a:lnTo>
                <a:lnTo>
                  <a:pt x="20320" y="17513"/>
                </a:lnTo>
                <a:lnTo>
                  <a:pt x="20320" y="17640"/>
                </a:lnTo>
                <a:lnTo>
                  <a:pt x="20828" y="17640"/>
                </a:lnTo>
                <a:close/>
              </a:path>
              <a:path w="31750" h="30480">
                <a:moveTo>
                  <a:pt x="20866" y="17005"/>
                </a:moveTo>
                <a:lnTo>
                  <a:pt x="20701" y="17005"/>
                </a:lnTo>
                <a:lnTo>
                  <a:pt x="20739" y="17132"/>
                </a:lnTo>
                <a:lnTo>
                  <a:pt x="20866" y="17132"/>
                </a:lnTo>
                <a:lnTo>
                  <a:pt x="20866" y="17005"/>
                </a:lnTo>
                <a:close/>
              </a:path>
              <a:path w="31750" h="30480">
                <a:moveTo>
                  <a:pt x="20866" y="16243"/>
                </a:moveTo>
                <a:lnTo>
                  <a:pt x="20281" y="16243"/>
                </a:lnTo>
                <a:lnTo>
                  <a:pt x="20269" y="15989"/>
                </a:lnTo>
                <a:lnTo>
                  <a:pt x="20104" y="15989"/>
                </a:lnTo>
                <a:lnTo>
                  <a:pt x="20142" y="16370"/>
                </a:lnTo>
                <a:lnTo>
                  <a:pt x="20281" y="16370"/>
                </a:lnTo>
                <a:lnTo>
                  <a:pt x="20294" y="16751"/>
                </a:lnTo>
                <a:lnTo>
                  <a:pt x="20713" y="16751"/>
                </a:lnTo>
                <a:lnTo>
                  <a:pt x="20840" y="16497"/>
                </a:lnTo>
                <a:lnTo>
                  <a:pt x="20866" y="16243"/>
                </a:lnTo>
                <a:close/>
              </a:path>
              <a:path w="31750" h="30480">
                <a:moveTo>
                  <a:pt x="20904" y="15862"/>
                </a:moveTo>
                <a:lnTo>
                  <a:pt x="20269" y="15862"/>
                </a:lnTo>
                <a:lnTo>
                  <a:pt x="20269" y="15989"/>
                </a:lnTo>
                <a:lnTo>
                  <a:pt x="20891" y="15989"/>
                </a:lnTo>
                <a:lnTo>
                  <a:pt x="20904" y="15862"/>
                </a:lnTo>
                <a:close/>
              </a:path>
              <a:path w="31750" h="30480">
                <a:moveTo>
                  <a:pt x="20929" y="17894"/>
                </a:moveTo>
                <a:lnTo>
                  <a:pt x="20332" y="17894"/>
                </a:lnTo>
                <a:lnTo>
                  <a:pt x="20345" y="18148"/>
                </a:lnTo>
                <a:lnTo>
                  <a:pt x="20878" y="18148"/>
                </a:lnTo>
                <a:lnTo>
                  <a:pt x="20929" y="17894"/>
                </a:lnTo>
                <a:close/>
              </a:path>
              <a:path w="31750" h="30480">
                <a:moveTo>
                  <a:pt x="20993" y="18275"/>
                </a:moveTo>
                <a:lnTo>
                  <a:pt x="20358" y="18275"/>
                </a:lnTo>
                <a:lnTo>
                  <a:pt x="20370" y="18402"/>
                </a:lnTo>
                <a:lnTo>
                  <a:pt x="20878" y="18402"/>
                </a:lnTo>
                <a:lnTo>
                  <a:pt x="20993" y="18275"/>
                </a:lnTo>
                <a:close/>
              </a:path>
              <a:path w="31750" h="30480">
                <a:moveTo>
                  <a:pt x="21005" y="18656"/>
                </a:moveTo>
                <a:lnTo>
                  <a:pt x="20637" y="18656"/>
                </a:lnTo>
                <a:lnTo>
                  <a:pt x="20586" y="19799"/>
                </a:lnTo>
                <a:lnTo>
                  <a:pt x="20739" y="19799"/>
                </a:lnTo>
                <a:lnTo>
                  <a:pt x="20840" y="19037"/>
                </a:lnTo>
                <a:lnTo>
                  <a:pt x="20929" y="18910"/>
                </a:lnTo>
                <a:lnTo>
                  <a:pt x="21005" y="18656"/>
                </a:lnTo>
                <a:close/>
              </a:path>
              <a:path w="31750" h="30480">
                <a:moveTo>
                  <a:pt x="21018" y="10655"/>
                </a:moveTo>
                <a:lnTo>
                  <a:pt x="20866" y="10528"/>
                </a:lnTo>
                <a:lnTo>
                  <a:pt x="20396" y="10528"/>
                </a:lnTo>
                <a:lnTo>
                  <a:pt x="20701" y="10655"/>
                </a:lnTo>
                <a:lnTo>
                  <a:pt x="21018" y="10655"/>
                </a:lnTo>
                <a:close/>
              </a:path>
              <a:path w="31750" h="30480">
                <a:moveTo>
                  <a:pt x="21031" y="16243"/>
                </a:moveTo>
                <a:lnTo>
                  <a:pt x="21018" y="15862"/>
                </a:lnTo>
                <a:lnTo>
                  <a:pt x="20891" y="15989"/>
                </a:lnTo>
                <a:lnTo>
                  <a:pt x="20866" y="16243"/>
                </a:lnTo>
                <a:lnTo>
                  <a:pt x="21031" y="16243"/>
                </a:lnTo>
                <a:close/>
              </a:path>
              <a:path w="31750" h="30480">
                <a:moveTo>
                  <a:pt x="21094" y="13957"/>
                </a:moveTo>
                <a:lnTo>
                  <a:pt x="16738" y="13957"/>
                </a:lnTo>
                <a:lnTo>
                  <a:pt x="17170" y="14211"/>
                </a:lnTo>
                <a:lnTo>
                  <a:pt x="21069" y="14211"/>
                </a:lnTo>
                <a:lnTo>
                  <a:pt x="21094" y="13957"/>
                </a:lnTo>
                <a:close/>
              </a:path>
              <a:path w="31750" h="30480">
                <a:moveTo>
                  <a:pt x="21120" y="16751"/>
                </a:moveTo>
                <a:lnTo>
                  <a:pt x="20713" y="16751"/>
                </a:lnTo>
                <a:lnTo>
                  <a:pt x="20650" y="16878"/>
                </a:lnTo>
                <a:lnTo>
                  <a:pt x="20993" y="16878"/>
                </a:lnTo>
                <a:lnTo>
                  <a:pt x="21120" y="16751"/>
                </a:lnTo>
                <a:close/>
              </a:path>
              <a:path w="31750" h="30480">
                <a:moveTo>
                  <a:pt x="21145" y="18148"/>
                </a:moveTo>
                <a:lnTo>
                  <a:pt x="20980" y="18148"/>
                </a:lnTo>
                <a:lnTo>
                  <a:pt x="20993" y="18275"/>
                </a:lnTo>
                <a:lnTo>
                  <a:pt x="21145" y="18148"/>
                </a:lnTo>
                <a:close/>
              </a:path>
              <a:path w="31750" h="30480">
                <a:moveTo>
                  <a:pt x="21272" y="18529"/>
                </a:moveTo>
                <a:lnTo>
                  <a:pt x="21069" y="18402"/>
                </a:lnTo>
                <a:lnTo>
                  <a:pt x="20878" y="18402"/>
                </a:lnTo>
                <a:lnTo>
                  <a:pt x="20764" y="18529"/>
                </a:lnTo>
                <a:lnTo>
                  <a:pt x="21272" y="18529"/>
                </a:lnTo>
                <a:close/>
              </a:path>
              <a:path w="31750" h="30480">
                <a:moveTo>
                  <a:pt x="21310" y="14211"/>
                </a:moveTo>
                <a:lnTo>
                  <a:pt x="21069" y="14211"/>
                </a:lnTo>
                <a:lnTo>
                  <a:pt x="21056" y="14338"/>
                </a:lnTo>
                <a:lnTo>
                  <a:pt x="20942" y="15481"/>
                </a:lnTo>
                <a:lnTo>
                  <a:pt x="21069" y="15481"/>
                </a:lnTo>
                <a:lnTo>
                  <a:pt x="21196" y="14338"/>
                </a:lnTo>
                <a:lnTo>
                  <a:pt x="21310" y="14211"/>
                </a:lnTo>
                <a:close/>
              </a:path>
              <a:path w="31750" h="30480">
                <a:moveTo>
                  <a:pt x="21348" y="13449"/>
                </a:moveTo>
                <a:lnTo>
                  <a:pt x="20015" y="13449"/>
                </a:lnTo>
                <a:lnTo>
                  <a:pt x="20015" y="13576"/>
                </a:lnTo>
                <a:lnTo>
                  <a:pt x="21234" y="13576"/>
                </a:lnTo>
                <a:lnTo>
                  <a:pt x="21348" y="13449"/>
                </a:lnTo>
                <a:close/>
              </a:path>
              <a:path w="31750" h="30480">
                <a:moveTo>
                  <a:pt x="21437" y="16243"/>
                </a:moveTo>
                <a:lnTo>
                  <a:pt x="21031" y="16243"/>
                </a:lnTo>
                <a:lnTo>
                  <a:pt x="21399" y="16370"/>
                </a:lnTo>
                <a:lnTo>
                  <a:pt x="21437" y="16243"/>
                </a:lnTo>
                <a:close/>
              </a:path>
              <a:path w="31750" h="30480">
                <a:moveTo>
                  <a:pt x="21450" y="17640"/>
                </a:moveTo>
                <a:lnTo>
                  <a:pt x="21183" y="17767"/>
                </a:lnTo>
                <a:lnTo>
                  <a:pt x="20866" y="17640"/>
                </a:lnTo>
                <a:lnTo>
                  <a:pt x="20955" y="17894"/>
                </a:lnTo>
                <a:lnTo>
                  <a:pt x="21374" y="17894"/>
                </a:lnTo>
                <a:lnTo>
                  <a:pt x="21412" y="17767"/>
                </a:lnTo>
                <a:lnTo>
                  <a:pt x="21450" y="17640"/>
                </a:lnTo>
                <a:close/>
              </a:path>
              <a:path w="31750" h="30480">
                <a:moveTo>
                  <a:pt x="21475" y="14084"/>
                </a:moveTo>
                <a:lnTo>
                  <a:pt x="21310" y="14211"/>
                </a:lnTo>
                <a:lnTo>
                  <a:pt x="21463" y="14211"/>
                </a:lnTo>
                <a:lnTo>
                  <a:pt x="21475" y="14084"/>
                </a:lnTo>
                <a:close/>
              </a:path>
              <a:path w="31750" h="30480">
                <a:moveTo>
                  <a:pt x="21526" y="15862"/>
                </a:moveTo>
                <a:lnTo>
                  <a:pt x="21056" y="15862"/>
                </a:lnTo>
                <a:lnTo>
                  <a:pt x="21056" y="15989"/>
                </a:lnTo>
                <a:lnTo>
                  <a:pt x="21488" y="15989"/>
                </a:lnTo>
                <a:lnTo>
                  <a:pt x="21526" y="15862"/>
                </a:lnTo>
                <a:close/>
              </a:path>
              <a:path w="31750" h="30480">
                <a:moveTo>
                  <a:pt x="21564" y="13576"/>
                </a:moveTo>
                <a:lnTo>
                  <a:pt x="21234" y="13576"/>
                </a:lnTo>
                <a:lnTo>
                  <a:pt x="21120" y="13703"/>
                </a:lnTo>
                <a:lnTo>
                  <a:pt x="21094" y="13957"/>
                </a:lnTo>
                <a:lnTo>
                  <a:pt x="21488" y="13957"/>
                </a:lnTo>
                <a:lnTo>
                  <a:pt x="21564" y="13576"/>
                </a:lnTo>
                <a:close/>
              </a:path>
              <a:path w="31750" h="30480">
                <a:moveTo>
                  <a:pt x="21640" y="17513"/>
                </a:moveTo>
                <a:lnTo>
                  <a:pt x="20866" y="17513"/>
                </a:lnTo>
                <a:lnTo>
                  <a:pt x="20866" y="17640"/>
                </a:lnTo>
                <a:lnTo>
                  <a:pt x="21412" y="17640"/>
                </a:lnTo>
                <a:lnTo>
                  <a:pt x="21640" y="17513"/>
                </a:lnTo>
                <a:close/>
              </a:path>
              <a:path w="31750" h="30480">
                <a:moveTo>
                  <a:pt x="21640" y="13322"/>
                </a:moveTo>
                <a:lnTo>
                  <a:pt x="21463" y="13322"/>
                </a:lnTo>
                <a:lnTo>
                  <a:pt x="21348" y="13449"/>
                </a:lnTo>
                <a:lnTo>
                  <a:pt x="21602" y="13449"/>
                </a:lnTo>
                <a:lnTo>
                  <a:pt x="21640" y="13322"/>
                </a:lnTo>
                <a:close/>
              </a:path>
              <a:path w="31750" h="30480">
                <a:moveTo>
                  <a:pt x="21666" y="20434"/>
                </a:moveTo>
                <a:lnTo>
                  <a:pt x="21577" y="20307"/>
                </a:lnTo>
                <a:lnTo>
                  <a:pt x="21285" y="20053"/>
                </a:lnTo>
                <a:lnTo>
                  <a:pt x="20497" y="20053"/>
                </a:lnTo>
                <a:lnTo>
                  <a:pt x="20523" y="20434"/>
                </a:lnTo>
                <a:lnTo>
                  <a:pt x="21666" y="20434"/>
                </a:lnTo>
                <a:close/>
              </a:path>
              <a:path w="31750" h="30480">
                <a:moveTo>
                  <a:pt x="21678" y="15989"/>
                </a:moveTo>
                <a:lnTo>
                  <a:pt x="21488" y="15989"/>
                </a:lnTo>
                <a:lnTo>
                  <a:pt x="21463" y="16116"/>
                </a:lnTo>
                <a:lnTo>
                  <a:pt x="21678" y="15989"/>
                </a:lnTo>
                <a:close/>
              </a:path>
              <a:path w="31750" h="30480">
                <a:moveTo>
                  <a:pt x="21678" y="368"/>
                </a:moveTo>
                <a:lnTo>
                  <a:pt x="21285" y="0"/>
                </a:lnTo>
                <a:lnTo>
                  <a:pt x="20802" y="0"/>
                </a:lnTo>
                <a:lnTo>
                  <a:pt x="20726" y="368"/>
                </a:lnTo>
                <a:lnTo>
                  <a:pt x="21678" y="368"/>
                </a:lnTo>
                <a:close/>
              </a:path>
              <a:path w="31750" h="30480">
                <a:moveTo>
                  <a:pt x="21691" y="16751"/>
                </a:moveTo>
                <a:lnTo>
                  <a:pt x="21666" y="16624"/>
                </a:lnTo>
                <a:lnTo>
                  <a:pt x="21247" y="16624"/>
                </a:lnTo>
                <a:lnTo>
                  <a:pt x="21120" y="16751"/>
                </a:lnTo>
                <a:lnTo>
                  <a:pt x="21691" y="16751"/>
                </a:lnTo>
                <a:close/>
              </a:path>
              <a:path w="31750" h="30480">
                <a:moveTo>
                  <a:pt x="21717" y="20942"/>
                </a:moveTo>
                <a:lnTo>
                  <a:pt x="20548" y="20942"/>
                </a:lnTo>
                <a:lnTo>
                  <a:pt x="20548" y="21069"/>
                </a:lnTo>
                <a:lnTo>
                  <a:pt x="21717" y="21069"/>
                </a:lnTo>
                <a:lnTo>
                  <a:pt x="21717" y="20942"/>
                </a:lnTo>
                <a:close/>
              </a:path>
              <a:path w="31750" h="30480">
                <a:moveTo>
                  <a:pt x="21831" y="16116"/>
                </a:moveTo>
                <a:lnTo>
                  <a:pt x="21590" y="16243"/>
                </a:lnTo>
                <a:lnTo>
                  <a:pt x="21818" y="16243"/>
                </a:lnTo>
                <a:lnTo>
                  <a:pt x="21831" y="16116"/>
                </a:lnTo>
                <a:close/>
              </a:path>
              <a:path w="31750" h="30480">
                <a:moveTo>
                  <a:pt x="21844" y="19418"/>
                </a:moveTo>
                <a:lnTo>
                  <a:pt x="21755" y="19037"/>
                </a:lnTo>
                <a:lnTo>
                  <a:pt x="21666" y="18910"/>
                </a:lnTo>
                <a:lnTo>
                  <a:pt x="21564" y="18783"/>
                </a:lnTo>
                <a:lnTo>
                  <a:pt x="21463" y="18656"/>
                </a:lnTo>
                <a:lnTo>
                  <a:pt x="21005" y="18656"/>
                </a:lnTo>
                <a:lnTo>
                  <a:pt x="21209" y="18783"/>
                </a:lnTo>
                <a:lnTo>
                  <a:pt x="21336" y="18910"/>
                </a:lnTo>
                <a:lnTo>
                  <a:pt x="21577" y="19037"/>
                </a:lnTo>
                <a:lnTo>
                  <a:pt x="21666" y="19164"/>
                </a:lnTo>
                <a:lnTo>
                  <a:pt x="21755" y="19291"/>
                </a:lnTo>
                <a:lnTo>
                  <a:pt x="21844" y="19418"/>
                </a:lnTo>
                <a:close/>
              </a:path>
              <a:path w="31750" h="30480">
                <a:moveTo>
                  <a:pt x="21882" y="15862"/>
                </a:moveTo>
                <a:lnTo>
                  <a:pt x="21704" y="15862"/>
                </a:lnTo>
                <a:lnTo>
                  <a:pt x="21678" y="15989"/>
                </a:lnTo>
                <a:lnTo>
                  <a:pt x="21831" y="15989"/>
                </a:lnTo>
                <a:lnTo>
                  <a:pt x="21882" y="15862"/>
                </a:lnTo>
                <a:close/>
              </a:path>
              <a:path w="31750" h="30480">
                <a:moveTo>
                  <a:pt x="21882" y="15100"/>
                </a:moveTo>
                <a:lnTo>
                  <a:pt x="21666" y="15227"/>
                </a:lnTo>
                <a:lnTo>
                  <a:pt x="21640" y="15354"/>
                </a:lnTo>
                <a:lnTo>
                  <a:pt x="21526" y="15862"/>
                </a:lnTo>
                <a:lnTo>
                  <a:pt x="21704" y="15862"/>
                </a:lnTo>
                <a:lnTo>
                  <a:pt x="21818" y="15354"/>
                </a:lnTo>
                <a:lnTo>
                  <a:pt x="21882" y="15100"/>
                </a:lnTo>
                <a:close/>
              </a:path>
              <a:path w="31750" h="30480">
                <a:moveTo>
                  <a:pt x="21907" y="17513"/>
                </a:moveTo>
                <a:lnTo>
                  <a:pt x="21640" y="17513"/>
                </a:lnTo>
                <a:lnTo>
                  <a:pt x="21793" y="17640"/>
                </a:lnTo>
                <a:lnTo>
                  <a:pt x="21907" y="17513"/>
                </a:lnTo>
                <a:close/>
              </a:path>
              <a:path w="31750" h="30480">
                <a:moveTo>
                  <a:pt x="22021" y="17894"/>
                </a:moveTo>
                <a:lnTo>
                  <a:pt x="21932" y="17767"/>
                </a:lnTo>
                <a:lnTo>
                  <a:pt x="21793" y="17640"/>
                </a:lnTo>
                <a:lnTo>
                  <a:pt x="21450" y="17640"/>
                </a:lnTo>
                <a:lnTo>
                  <a:pt x="22021" y="17894"/>
                </a:lnTo>
                <a:close/>
              </a:path>
              <a:path w="31750" h="30480">
                <a:moveTo>
                  <a:pt x="22047" y="20942"/>
                </a:moveTo>
                <a:lnTo>
                  <a:pt x="21729" y="20942"/>
                </a:lnTo>
                <a:lnTo>
                  <a:pt x="21717" y="21069"/>
                </a:lnTo>
                <a:lnTo>
                  <a:pt x="22034" y="21069"/>
                </a:lnTo>
                <a:lnTo>
                  <a:pt x="22047" y="20942"/>
                </a:lnTo>
                <a:close/>
              </a:path>
              <a:path w="31750" h="30480">
                <a:moveTo>
                  <a:pt x="22047" y="13322"/>
                </a:moveTo>
                <a:lnTo>
                  <a:pt x="21717" y="13322"/>
                </a:lnTo>
                <a:lnTo>
                  <a:pt x="21666" y="13449"/>
                </a:lnTo>
                <a:lnTo>
                  <a:pt x="21958" y="13449"/>
                </a:lnTo>
                <a:lnTo>
                  <a:pt x="22047" y="13322"/>
                </a:lnTo>
                <a:close/>
              </a:path>
              <a:path w="31750" h="30480">
                <a:moveTo>
                  <a:pt x="22059" y="18148"/>
                </a:moveTo>
                <a:lnTo>
                  <a:pt x="22021" y="17894"/>
                </a:lnTo>
                <a:lnTo>
                  <a:pt x="21374" y="17894"/>
                </a:lnTo>
                <a:lnTo>
                  <a:pt x="21285" y="18148"/>
                </a:lnTo>
                <a:lnTo>
                  <a:pt x="22059" y="18148"/>
                </a:lnTo>
                <a:close/>
              </a:path>
              <a:path w="31750" h="30480">
                <a:moveTo>
                  <a:pt x="22059" y="16878"/>
                </a:moveTo>
                <a:lnTo>
                  <a:pt x="21717" y="16878"/>
                </a:lnTo>
                <a:lnTo>
                  <a:pt x="20993" y="16878"/>
                </a:lnTo>
                <a:lnTo>
                  <a:pt x="20866" y="17005"/>
                </a:lnTo>
                <a:lnTo>
                  <a:pt x="22021" y="17005"/>
                </a:lnTo>
                <a:lnTo>
                  <a:pt x="22059" y="16878"/>
                </a:lnTo>
                <a:close/>
              </a:path>
              <a:path w="31750" h="30480">
                <a:moveTo>
                  <a:pt x="22059" y="12941"/>
                </a:moveTo>
                <a:lnTo>
                  <a:pt x="21805" y="12941"/>
                </a:lnTo>
                <a:lnTo>
                  <a:pt x="21691" y="13195"/>
                </a:lnTo>
                <a:lnTo>
                  <a:pt x="21831" y="13195"/>
                </a:lnTo>
                <a:lnTo>
                  <a:pt x="21945" y="13068"/>
                </a:lnTo>
                <a:lnTo>
                  <a:pt x="22059" y="12941"/>
                </a:lnTo>
                <a:close/>
              </a:path>
              <a:path w="31750" h="30480">
                <a:moveTo>
                  <a:pt x="22072" y="20434"/>
                </a:moveTo>
                <a:lnTo>
                  <a:pt x="21983" y="19799"/>
                </a:lnTo>
                <a:lnTo>
                  <a:pt x="20739" y="19799"/>
                </a:lnTo>
                <a:lnTo>
                  <a:pt x="20726" y="19926"/>
                </a:lnTo>
                <a:lnTo>
                  <a:pt x="21564" y="19926"/>
                </a:lnTo>
                <a:lnTo>
                  <a:pt x="21691" y="20434"/>
                </a:lnTo>
                <a:lnTo>
                  <a:pt x="22072" y="20434"/>
                </a:lnTo>
                <a:close/>
              </a:path>
              <a:path w="31750" h="30480">
                <a:moveTo>
                  <a:pt x="22098" y="17640"/>
                </a:moveTo>
                <a:lnTo>
                  <a:pt x="21869" y="17640"/>
                </a:lnTo>
                <a:lnTo>
                  <a:pt x="22059" y="17767"/>
                </a:lnTo>
                <a:lnTo>
                  <a:pt x="22098" y="17640"/>
                </a:lnTo>
                <a:close/>
              </a:path>
              <a:path w="31750" h="30480">
                <a:moveTo>
                  <a:pt x="22174" y="495"/>
                </a:moveTo>
                <a:lnTo>
                  <a:pt x="21894" y="368"/>
                </a:lnTo>
                <a:lnTo>
                  <a:pt x="21983" y="495"/>
                </a:lnTo>
                <a:lnTo>
                  <a:pt x="22174" y="495"/>
                </a:lnTo>
                <a:close/>
              </a:path>
              <a:path w="31750" h="30480">
                <a:moveTo>
                  <a:pt x="22313" y="13296"/>
                </a:moveTo>
                <a:lnTo>
                  <a:pt x="22136" y="13195"/>
                </a:lnTo>
                <a:lnTo>
                  <a:pt x="22313" y="13296"/>
                </a:lnTo>
                <a:close/>
              </a:path>
              <a:path w="31750" h="30480">
                <a:moveTo>
                  <a:pt x="22567" y="16624"/>
                </a:moveTo>
                <a:lnTo>
                  <a:pt x="21805" y="16624"/>
                </a:lnTo>
                <a:lnTo>
                  <a:pt x="22085" y="16751"/>
                </a:lnTo>
                <a:lnTo>
                  <a:pt x="21691" y="16751"/>
                </a:lnTo>
                <a:lnTo>
                  <a:pt x="21717" y="16878"/>
                </a:lnTo>
                <a:lnTo>
                  <a:pt x="22072" y="16789"/>
                </a:lnTo>
                <a:lnTo>
                  <a:pt x="22212" y="16878"/>
                </a:lnTo>
                <a:lnTo>
                  <a:pt x="22339" y="16751"/>
                </a:lnTo>
                <a:lnTo>
                  <a:pt x="22491" y="16751"/>
                </a:lnTo>
                <a:lnTo>
                  <a:pt x="22567" y="16624"/>
                </a:lnTo>
                <a:close/>
              </a:path>
              <a:path w="31750" h="30480">
                <a:moveTo>
                  <a:pt x="22631" y="22085"/>
                </a:moveTo>
                <a:lnTo>
                  <a:pt x="20599" y="22085"/>
                </a:lnTo>
                <a:lnTo>
                  <a:pt x="20612" y="22212"/>
                </a:lnTo>
                <a:lnTo>
                  <a:pt x="22529" y="22212"/>
                </a:lnTo>
                <a:lnTo>
                  <a:pt x="22631" y="22085"/>
                </a:lnTo>
                <a:close/>
              </a:path>
              <a:path w="31750" h="30480">
                <a:moveTo>
                  <a:pt x="22707" y="13576"/>
                </a:moveTo>
                <a:lnTo>
                  <a:pt x="22644" y="13449"/>
                </a:lnTo>
                <a:lnTo>
                  <a:pt x="21958" y="13449"/>
                </a:lnTo>
                <a:lnTo>
                  <a:pt x="21628" y="13576"/>
                </a:lnTo>
                <a:lnTo>
                  <a:pt x="22707" y="13576"/>
                </a:lnTo>
                <a:close/>
              </a:path>
              <a:path w="31750" h="30480">
                <a:moveTo>
                  <a:pt x="22796" y="15989"/>
                </a:moveTo>
                <a:lnTo>
                  <a:pt x="22694" y="15862"/>
                </a:lnTo>
                <a:lnTo>
                  <a:pt x="21996" y="15862"/>
                </a:lnTo>
                <a:lnTo>
                  <a:pt x="21856" y="15989"/>
                </a:lnTo>
                <a:lnTo>
                  <a:pt x="22796" y="15989"/>
                </a:lnTo>
                <a:close/>
              </a:path>
              <a:path w="31750" h="30480">
                <a:moveTo>
                  <a:pt x="22821" y="16243"/>
                </a:moveTo>
                <a:lnTo>
                  <a:pt x="21818" y="16243"/>
                </a:lnTo>
                <a:lnTo>
                  <a:pt x="21818" y="16370"/>
                </a:lnTo>
                <a:lnTo>
                  <a:pt x="21755" y="16497"/>
                </a:lnTo>
                <a:lnTo>
                  <a:pt x="22644" y="16497"/>
                </a:lnTo>
                <a:lnTo>
                  <a:pt x="22745" y="16370"/>
                </a:lnTo>
                <a:lnTo>
                  <a:pt x="22821" y="16243"/>
                </a:lnTo>
                <a:close/>
              </a:path>
              <a:path w="31750" h="30480">
                <a:moveTo>
                  <a:pt x="22847" y="17005"/>
                </a:moveTo>
                <a:lnTo>
                  <a:pt x="22821" y="16878"/>
                </a:lnTo>
                <a:lnTo>
                  <a:pt x="22212" y="16878"/>
                </a:lnTo>
                <a:lnTo>
                  <a:pt x="22072" y="17005"/>
                </a:lnTo>
                <a:lnTo>
                  <a:pt x="22847" y="17005"/>
                </a:lnTo>
                <a:close/>
              </a:path>
              <a:path w="31750" h="30480">
                <a:moveTo>
                  <a:pt x="22860" y="10655"/>
                </a:moveTo>
                <a:lnTo>
                  <a:pt x="22847" y="10528"/>
                </a:lnTo>
                <a:lnTo>
                  <a:pt x="20891" y="10528"/>
                </a:lnTo>
                <a:lnTo>
                  <a:pt x="21082" y="10655"/>
                </a:lnTo>
                <a:lnTo>
                  <a:pt x="22466" y="10655"/>
                </a:lnTo>
                <a:lnTo>
                  <a:pt x="22860" y="10655"/>
                </a:lnTo>
                <a:close/>
              </a:path>
              <a:path w="31750" h="30480">
                <a:moveTo>
                  <a:pt x="22885" y="17259"/>
                </a:moveTo>
                <a:lnTo>
                  <a:pt x="22860" y="17132"/>
                </a:lnTo>
                <a:lnTo>
                  <a:pt x="22021" y="17132"/>
                </a:lnTo>
                <a:lnTo>
                  <a:pt x="20866" y="17132"/>
                </a:lnTo>
                <a:lnTo>
                  <a:pt x="20866" y="17259"/>
                </a:lnTo>
                <a:lnTo>
                  <a:pt x="21958" y="17259"/>
                </a:lnTo>
                <a:lnTo>
                  <a:pt x="22885" y="17259"/>
                </a:lnTo>
                <a:close/>
              </a:path>
              <a:path w="31750" h="30480">
                <a:moveTo>
                  <a:pt x="22923" y="12306"/>
                </a:moveTo>
                <a:lnTo>
                  <a:pt x="22707" y="12179"/>
                </a:lnTo>
                <a:lnTo>
                  <a:pt x="21932" y="12179"/>
                </a:lnTo>
                <a:lnTo>
                  <a:pt x="21869" y="12306"/>
                </a:lnTo>
                <a:lnTo>
                  <a:pt x="22923" y="12306"/>
                </a:lnTo>
                <a:close/>
              </a:path>
              <a:path w="31750" h="30480">
                <a:moveTo>
                  <a:pt x="22936" y="18529"/>
                </a:moveTo>
                <a:lnTo>
                  <a:pt x="21272" y="18529"/>
                </a:lnTo>
                <a:lnTo>
                  <a:pt x="21463" y="18656"/>
                </a:lnTo>
                <a:lnTo>
                  <a:pt x="22923" y="18656"/>
                </a:lnTo>
                <a:lnTo>
                  <a:pt x="22936" y="18529"/>
                </a:lnTo>
                <a:close/>
              </a:path>
              <a:path w="31750" h="30480">
                <a:moveTo>
                  <a:pt x="22936" y="13957"/>
                </a:moveTo>
                <a:lnTo>
                  <a:pt x="22860" y="13830"/>
                </a:lnTo>
                <a:lnTo>
                  <a:pt x="22694" y="13830"/>
                </a:lnTo>
                <a:lnTo>
                  <a:pt x="22466" y="13830"/>
                </a:lnTo>
                <a:lnTo>
                  <a:pt x="22555" y="13957"/>
                </a:lnTo>
                <a:lnTo>
                  <a:pt x="21551" y="13957"/>
                </a:lnTo>
                <a:lnTo>
                  <a:pt x="21488" y="14211"/>
                </a:lnTo>
                <a:lnTo>
                  <a:pt x="22783" y="14211"/>
                </a:lnTo>
                <a:lnTo>
                  <a:pt x="22707" y="13957"/>
                </a:lnTo>
                <a:lnTo>
                  <a:pt x="22936" y="13957"/>
                </a:lnTo>
                <a:close/>
              </a:path>
              <a:path w="31750" h="30480">
                <a:moveTo>
                  <a:pt x="22948" y="17640"/>
                </a:moveTo>
                <a:lnTo>
                  <a:pt x="22923" y="17513"/>
                </a:lnTo>
                <a:lnTo>
                  <a:pt x="22059" y="17513"/>
                </a:lnTo>
                <a:lnTo>
                  <a:pt x="22098" y="17640"/>
                </a:lnTo>
                <a:lnTo>
                  <a:pt x="22948" y="17640"/>
                </a:lnTo>
                <a:close/>
              </a:path>
              <a:path w="31750" h="30480">
                <a:moveTo>
                  <a:pt x="22961" y="20942"/>
                </a:moveTo>
                <a:lnTo>
                  <a:pt x="22072" y="20942"/>
                </a:lnTo>
                <a:lnTo>
                  <a:pt x="22047" y="21069"/>
                </a:lnTo>
                <a:lnTo>
                  <a:pt x="22923" y="21069"/>
                </a:lnTo>
                <a:lnTo>
                  <a:pt x="22961" y="20942"/>
                </a:lnTo>
                <a:close/>
              </a:path>
              <a:path w="31750" h="30480">
                <a:moveTo>
                  <a:pt x="22999" y="14211"/>
                </a:moveTo>
                <a:lnTo>
                  <a:pt x="22783" y="14211"/>
                </a:lnTo>
                <a:lnTo>
                  <a:pt x="22923" y="14338"/>
                </a:lnTo>
                <a:lnTo>
                  <a:pt x="22999" y="14211"/>
                </a:lnTo>
                <a:close/>
              </a:path>
              <a:path w="31750" h="30480">
                <a:moveTo>
                  <a:pt x="23088" y="17132"/>
                </a:moveTo>
                <a:lnTo>
                  <a:pt x="23050" y="17005"/>
                </a:lnTo>
                <a:lnTo>
                  <a:pt x="22847" y="17005"/>
                </a:lnTo>
                <a:lnTo>
                  <a:pt x="22860" y="17132"/>
                </a:lnTo>
                <a:lnTo>
                  <a:pt x="23088" y="17132"/>
                </a:lnTo>
                <a:close/>
              </a:path>
              <a:path w="31750" h="30480">
                <a:moveTo>
                  <a:pt x="23114" y="17259"/>
                </a:moveTo>
                <a:lnTo>
                  <a:pt x="22885" y="17259"/>
                </a:lnTo>
                <a:lnTo>
                  <a:pt x="22923" y="17513"/>
                </a:lnTo>
                <a:lnTo>
                  <a:pt x="23063" y="17513"/>
                </a:lnTo>
                <a:lnTo>
                  <a:pt x="23114" y="17259"/>
                </a:lnTo>
                <a:close/>
              </a:path>
              <a:path w="31750" h="30480">
                <a:moveTo>
                  <a:pt x="23126" y="12179"/>
                </a:moveTo>
                <a:lnTo>
                  <a:pt x="22898" y="12179"/>
                </a:lnTo>
                <a:lnTo>
                  <a:pt x="23050" y="12306"/>
                </a:lnTo>
                <a:lnTo>
                  <a:pt x="23126" y="12179"/>
                </a:lnTo>
                <a:close/>
              </a:path>
              <a:path w="31750" h="30480">
                <a:moveTo>
                  <a:pt x="23177" y="19799"/>
                </a:moveTo>
                <a:lnTo>
                  <a:pt x="22072" y="19799"/>
                </a:lnTo>
                <a:lnTo>
                  <a:pt x="22161" y="20434"/>
                </a:lnTo>
                <a:lnTo>
                  <a:pt x="23075" y="20434"/>
                </a:lnTo>
                <a:lnTo>
                  <a:pt x="23177" y="19799"/>
                </a:lnTo>
                <a:close/>
              </a:path>
              <a:path w="31750" h="30480">
                <a:moveTo>
                  <a:pt x="23228" y="12560"/>
                </a:moveTo>
                <a:lnTo>
                  <a:pt x="23164" y="12306"/>
                </a:lnTo>
                <a:lnTo>
                  <a:pt x="22923" y="12306"/>
                </a:lnTo>
                <a:lnTo>
                  <a:pt x="22847" y="12687"/>
                </a:lnTo>
                <a:lnTo>
                  <a:pt x="23025" y="12560"/>
                </a:lnTo>
                <a:lnTo>
                  <a:pt x="23228" y="12560"/>
                </a:lnTo>
                <a:close/>
              </a:path>
              <a:path w="31750" h="30480">
                <a:moveTo>
                  <a:pt x="23241" y="14719"/>
                </a:moveTo>
                <a:lnTo>
                  <a:pt x="23088" y="14592"/>
                </a:lnTo>
                <a:lnTo>
                  <a:pt x="23075" y="14973"/>
                </a:lnTo>
                <a:lnTo>
                  <a:pt x="23241" y="15100"/>
                </a:lnTo>
                <a:lnTo>
                  <a:pt x="23241" y="14719"/>
                </a:lnTo>
                <a:close/>
              </a:path>
              <a:path w="31750" h="30480">
                <a:moveTo>
                  <a:pt x="23291" y="18529"/>
                </a:moveTo>
                <a:lnTo>
                  <a:pt x="22987" y="18529"/>
                </a:lnTo>
                <a:lnTo>
                  <a:pt x="23012" y="18656"/>
                </a:lnTo>
                <a:lnTo>
                  <a:pt x="23253" y="18656"/>
                </a:lnTo>
                <a:lnTo>
                  <a:pt x="23291" y="18529"/>
                </a:lnTo>
                <a:close/>
              </a:path>
              <a:path w="31750" h="30480">
                <a:moveTo>
                  <a:pt x="23355" y="15862"/>
                </a:moveTo>
                <a:lnTo>
                  <a:pt x="23329" y="15735"/>
                </a:lnTo>
                <a:lnTo>
                  <a:pt x="23050" y="15481"/>
                </a:lnTo>
                <a:lnTo>
                  <a:pt x="22974" y="15354"/>
                </a:lnTo>
                <a:lnTo>
                  <a:pt x="22898" y="15227"/>
                </a:lnTo>
                <a:lnTo>
                  <a:pt x="22098" y="15354"/>
                </a:lnTo>
                <a:lnTo>
                  <a:pt x="22047" y="15481"/>
                </a:lnTo>
                <a:lnTo>
                  <a:pt x="21945" y="15735"/>
                </a:lnTo>
                <a:lnTo>
                  <a:pt x="21882" y="15862"/>
                </a:lnTo>
                <a:lnTo>
                  <a:pt x="22123" y="15735"/>
                </a:lnTo>
                <a:lnTo>
                  <a:pt x="22390" y="15481"/>
                </a:lnTo>
                <a:lnTo>
                  <a:pt x="22593" y="15735"/>
                </a:lnTo>
                <a:lnTo>
                  <a:pt x="22694" y="15862"/>
                </a:lnTo>
                <a:lnTo>
                  <a:pt x="23355" y="15862"/>
                </a:lnTo>
                <a:close/>
              </a:path>
              <a:path w="31750" h="30480">
                <a:moveTo>
                  <a:pt x="23368" y="18275"/>
                </a:moveTo>
                <a:lnTo>
                  <a:pt x="22948" y="18275"/>
                </a:lnTo>
                <a:lnTo>
                  <a:pt x="21107" y="18275"/>
                </a:lnTo>
                <a:lnTo>
                  <a:pt x="21069" y="18402"/>
                </a:lnTo>
                <a:lnTo>
                  <a:pt x="22936" y="18402"/>
                </a:lnTo>
                <a:lnTo>
                  <a:pt x="23329" y="18402"/>
                </a:lnTo>
                <a:lnTo>
                  <a:pt x="23368" y="18275"/>
                </a:lnTo>
                <a:close/>
              </a:path>
              <a:path w="31750" h="30480">
                <a:moveTo>
                  <a:pt x="23380" y="18910"/>
                </a:moveTo>
                <a:lnTo>
                  <a:pt x="23241" y="18910"/>
                </a:lnTo>
                <a:lnTo>
                  <a:pt x="23215" y="19291"/>
                </a:lnTo>
                <a:lnTo>
                  <a:pt x="23342" y="19291"/>
                </a:lnTo>
                <a:lnTo>
                  <a:pt x="23380" y="18910"/>
                </a:lnTo>
                <a:close/>
              </a:path>
              <a:path w="31750" h="30480">
                <a:moveTo>
                  <a:pt x="23380" y="16243"/>
                </a:moveTo>
                <a:lnTo>
                  <a:pt x="23368" y="15989"/>
                </a:lnTo>
                <a:lnTo>
                  <a:pt x="22796" y="15989"/>
                </a:lnTo>
                <a:lnTo>
                  <a:pt x="22821" y="16243"/>
                </a:lnTo>
                <a:lnTo>
                  <a:pt x="23380" y="16243"/>
                </a:lnTo>
                <a:close/>
              </a:path>
              <a:path w="31750" h="30480">
                <a:moveTo>
                  <a:pt x="23406" y="18656"/>
                </a:moveTo>
                <a:lnTo>
                  <a:pt x="23253" y="18656"/>
                </a:lnTo>
                <a:lnTo>
                  <a:pt x="23253" y="18783"/>
                </a:lnTo>
                <a:lnTo>
                  <a:pt x="23393" y="18783"/>
                </a:lnTo>
                <a:lnTo>
                  <a:pt x="23406" y="18656"/>
                </a:lnTo>
                <a:close/>
              </a:path>
              <a:path w="31750" h="30480">
                <a:moveTo>
                  <a:pt x="23482" y="17894"/>
                </a:moveTo>
                <a:lnTo>
                  <a:pt x="22974" y="17894"/>
                </a:lnTo>
                <a:lnTo>
                  <a:pt x="22072" y="17894"/>
                </a:lnTo>
                <a:lnTo>
                  <a:pt x="22072" y="18148"/>
                </a:lnTo>
                <a:lnTo>
                  <a:pt x="22910" y="18148"/>
                </a:lnTo>
                <a:lnTo>
                  <a:pt x="22948" y="17957"/>
                </a:lnTo>
                <a:lnTo>
                  <a:pt x="22948" y="18148"/>
                </a:lnTo>
                <a:lnTo>
                  <a:pt x="23406" y="18148"/>
                </a:lnTo>
                <a:lnTo>
                  <a:pt x="23482" y="17894"/>
                </a:lnTo>
                <a:close/>
              </a:path>
              <a:path w="31750" h="30480">
                <a:moveTo>
                  <a:pt x="23596" y="17259"/>
                </a:moveTo>
                <a:lnTo>
                  <a:pt x="23190" y="17259"/>
                </a:lnTo>
                <a:lnTo>
                  <a:pt x="23291" y="17386"/>
                </a:lnTo>
                <a:lnTo>
                  <a:pt x="23393" y="17513"/>
                </a:lnTo>
                <a:lnTo>
                  <a:pt x="23495" y="17386"/>
                </a:lnTo>
                <a:lnTo>
                  <a:pt x="23596" y="17259"/>
                </a:lnTo>
                <a:close/>
              </a:path>
              <a:path w="31750" h="30480">
                <a:moveTo>
                  <a:pt x="23799" y="17513"/>
                </a:moveTo>
                <a:lnTo>
                  <a:pt x="23393" y="17513"/>
                </a:lnTo>
                <a:lnTo>
                  <a:pt x="23063" y="17513"/>
                </a:lnTo>
                <a:lnTo>
                  <a:pt x="23025" y="17640"/>
                </a:lnTo>
                <a:lnTo>
                  <a:pt x="23520" y="17640"/>
                </a:lnTo>
                <a:lnTo>
                  <a:pt x="23799" y="17640"/>
                </a:lnTo>
                <a:lnTo>
                  <a:pt x="23799" y="17513"/>
                </a:lnTo>
                <a:close/>
              </a:path>
              <a:path w="31750" h="30480">
                <a:moveTo>
                  <a:pt x="23964" y="15862"/>
                </a:moveTo>
                <a:lnTo>
                  <a:pt x="23355" y="15862"/>
                </a:lnTo>
                <a:lnTo>
                  <a:pt x="23368" y="15989"/>
                </a:lnTo>
                <a:lnTo>
                  <a:pt x="23761" y="15989"/>
                </a:lnTo>
                <a:lnTo>
                  <a:pt x="23964" y="15862"/>
                </a:lnTo>
                <a:close/>
              </a:path>
              <a:path w="31750" h="30480">
                <a:moveTo>
                  <a:pt x="23977" y="17640"/>
                </a:moveTo>
                <a:lnTo>
                  <a:pt x="23799" y="17640"/>
                </a:lnTo>
                <a:lnTo>
                  <a:pt x="23787" y="17767"/>
                </a:lnTo>
                <a:lnTo>
                  <a:pt x="23952" y="17767"/>
                </a:lnTo>
                <a:lnTo>
                  <a:pt x="23977" y="17640"/>
                </a:lnTo>
                <a:close/>
              </a:path>
              <a:path w="31750" h="30480">
                <a:moveTo>
                  <a:pt x="24028" y="17259"/>
                </a:moveTo>
                <a:lnTo>
                  <a:pt x="23812" y="17259"/>
                </a:lnTo>
                <a:lnTo>
                  <a:pt x="23799" y="17513"/>
                </a:lnTo>
                <a:lnTo>
                  <a:pt x="23990" y="17513"/>
                </a:lnTo>
                <a:lnTo>
                  <a:pt x="24028" y="17259"/>
                </a:lnTo>
                <a:close/>
              </a:path>
              <a:path w="31750" h="30480">
                <a:moveTo>
                  <a:pt x="24130" y="10274"/>
                </a:moveTo>
                <a:lnTo>
                  <a:pt x="24104" y="10147"/>
                </a:lnTo>
                <a:lnTo>
                  <a:pt x="23863" y="10020"/>
                </a:lnTo>
                <a:lnTo>
                  <a:pt x="23672" y="9893"/>
                </a:lnTo>
                <a:lnTo>
                  <a:pt x="23609" y="10020"/>
                </a:lnTo>
                <a:lnTo>
                  <a:pt x="23545" y="10401"/>
                </a:lnTo>
                <a:lnTo>
                  <a:pt x="23202" y="10401"/>
                </a:lnTo>
                <a:lnTo>
                  <a:pt x="22923" y="10274"/>
                </a:lnTo>
                <a:lnTo>
                  <a:pt x="22745" y="10147"/>
                </a:lnTo>
                <a:lnTo>
                  <a:pt x="22821" y="10401"/>
                </a:lnTo>
                <a:lnTo>
                  <a:pt x="22847" y="10528"/>
                </a:lnTo>
                <a:lnTo>
                  <a:pt x="23622" y="10528"/>
                </a:lnTo>
                <a:lnTo>
                  <a:pt x="23787" y="10401"/>
                </a:lnTo>
                <a:lnTo>
                  <a:pt x="23812" y="10274"/>
                </a:lnTo>
                <a:lnTo>
                  <a:pt x="24130" y="10274"/>
                </a:lnTo>
                <a:close/>
              </a:path>
              <a:path w="31750" h="30480">
                <a:moveTo>
                  <a:pt x="24168" y="22085"/>
                </a:moveTo>
                <a:lnTo>
                  <a:pt x="24091" y="21297"/>
                </a:lnTo>
                <a:lnTo>
                  <a:pt x="23952" y="20104"/>
                </a:lnTo>
                <a:lnTo>
                  <a:pt x="23952" y="19100"/>
                </a:lnTo>
                <a:lnTo>
                  <a:pt x="23926" y="20180"/>
                </a:lnTo>
                <a:lnTo>
                  <a:pt x="24015" y="21297"/>
                </a:lnTo>
                <a:lnTo>
                  <a:pt x="24168" y="22085"/>
                </a:lnTo>
                <a:close/>
              </a:path>
              <a:path w="31750" h="30480">
                <a:moveTo>
                  <a:pt x="24218" y="10528"/>
                </a:moveTo>
                <a:lnTo>
                  <a:pt x="23622" y="10528"/>
                </a:lnTo>
                <a:lnTo>
                  <a:pt x="23710" y="10655"/>
                </a:lnTo>
                <a:lnTo>
                  <a:pt x="24218" y="10655"/>
                </a:lnTo>
                <a:lnTo>
                  <a:pt x="24218" y="10528"/>
                </a:lnTo>
                <a:close/>
              </a:path>
              <a:path w="31750" h="30480">
                <a:moveTo>
                  <a:pt x="24257" y="9131"/>
                </a:moveTo>
                <a:lnTo>
                  <a:pt x="23926" y="9385"/>
                </a:lnTo>
                <a:lnTo>
                  <a:pt x="24104" y="9385"/>
                </a:lnTo>
                <a:lnTo>
                  <a:pt x="24257" y="9131"/>
                </a:lnTo>
                <a:close/>
              </a:path>
              <a:path w="31750" h="30480">
                <a:moveTo>
                  <a:pt x="24333" y="22085"/>
                </a:moveTo>
                <a:lnTo>
                  <a:pt x="24180" y="22085"/>
                </a:lnTo>
                <a:lnTo>
                  <a:pt x="22694" y="22085"/>
                </a:lnTo>
                <a:lnTo>
                  <a:pt x="22529" y="22212"/>
                </a:lnTo>
                <a:lnTo>
                  <a:pt x="22428" y="22339"/>
                </a:lnTo>
                <a:lnTo>
                  <a:pt x="20497" y="22339"/>
                </a:lnTo>
                <a:lnTo>
                  <a:pt x="19126" y="22212"/>
                </a:lnTo>
                <a:lnTo>
                  <a:pt x="16649" y="22212"/>
                </a:lnTo>
                <a:lnTo>
                  <a:pt x="16611" y="22339"/>
                </a:lnTo>
                <a:lnTo>
                  <a:pt x="15913" y="22466"/>
                </a:lnTo>
                <a:lnTo>
                  <a:pt x="15836" y="22212"/>
                </a:lnTo>
                <a:lnTo>
                  <a:pt x="15125" y="22212"/>
                </a:lnTo>
                <a:lnTo>
                  <a:pt x="15074" y="22466"/>
                </a:lnTo>
                <a:lnTo>
                  <a:pt x="14998" y="22212"/>
                </a:lnTo>
                <a:lnTo>
                  <a:pt x="15125" y="22212"/>
                </a:lnTo>
                <a:lnTo>
                  <a:pt x="15214" y="22085"/>
                </a:lnTo>
                <a:lnTo>
                  <a:pt x="14998" y="22085"/>
                </a:lnTo>
                <a:lnTo>
                  <a:pt x="14986" y="20688"/>
                </a:lnTo>
                <a:lnTo>
                  <a:pt x="15138" y="20815"/>
                </a:lnTo>
                <a:lnTo>
                  <a:pt x="15138" y="20688"/>
                </a:lnTo>
                <a:lnTo>
                  <a:pt x="15138" y="20434"/>
                </a:lnTo>
                <a:lnTo>
                  <a:pt x="14693" y="20434"/>
                </a:lnTo>
                <a:lnTo>
                  <a:pt x="14732" y="21450"/>
                </a:lnTo>
                <a:lnTo>
                  <a:pt x="14859" y="22212"/>
                </a:lnTo>
                <a:lnTo>
                  <a:pt x="14262" y="22212"/>
                </a:lnTo>
                <a:lnTo>
                  <a:pt x="14173" y="21831"/>
                </a:lnTo>
                <a:lnTo>
                  <a:pt x="14325" y="21704"/>
                </a:lnTo>
                <a:lnTo>
                  <a:pt x="14376" y="21450"/>
                </a:lnTo>
                <a:lnTo>
                  <a:pt x="14287" y="22085"/>
                </a:lnTo>
                <a:lnTo>
                  <a:pt x="14643" y="22085"/>
                </a:lnTo>
                <a:lnTo>
                  <a:pt x="14617" y="21450"/>
                </a:lnTo>
                <a:lnTo>
                  <a:pt x="14592" y="20942"/>
                </a:lnTo>
                <a:lnTo>
                  <a:pt x="14490" y="20561"/>
                </a:lnTo>
                <a:lnTo>
                  <a:pt x="14465" y="20307"/>
                </a:lnTo>
                <a:lnTo>
                  <a:pt x="14160" y="20307"/>
                </a:lnTo>
                <a:lnTo>
                  <a:pt x="14160" y="21577"/>
                </a:lnTo>
                <a:lnTo>
                  <a:pt x="14160" y="21704"/>
                </a:lnTo>
                <a:lnTo>
                  <a:pt x="14033" y="21577"/>
                </a:lnTo>
                <a:lnTo>
                  <a:pt x="14160" y="21577"/>
                </a:lnTo>
                <a:lnTo>
                  <a:pt x="14160" y="20307"/>
                </a:lnTo>
                <a:lnTo>
                  <a:pt x="14109" y="20561"/>
                </a:lnTo>
                <a:lnTo>
                  <a:pt x="14020" y="20815"/>
                </a:lnTo>
                <a:lnTo>
                  <a:pt x="13970" y="21323"/>
                </a:lnTo>
                <a:lnTo>
                  <a:pt x="13970" y="21551"/>
                </a:lnTo>
                <a:lnTo>
                  <a:pt x="13817" y="21450"/>
                </a:lnTo>
                <a:lnTo>
                  <a:pt x="13703" y="20815"/>
                </a:lnTo>
                <a:lnTo>
                  <a:pt x="14020" y="20815"/>
                </a:lnTo>
                <a:lnTo>
                  <a:pt x="14046" y="20688"/>
                </a:lnTo>
                <a:lnTo>
                  <a:pt x="13995" y="20561"/>
                </a:lnTo>
                <a:lnTo>
                  <a:pt x="14109" y="20307"/>
                </a:lnTo>
                <a:lnTo>
                  <a:pt x="14058" y="20434"/>
                </a:lnTo>
                <a:lnTo>
                  <a:pt x="13881" y="20535"/>
                </a:lnTo>
                <a:lnTo>
                  <a:pt x="13855" y="20307"/>
                </a:lnTo>
                <a:lnTo>
                  <a:pt x="13817" y="20053"/>
                </a:lnTo>
                <a:lnTo>
                  <a:pt x="13868" y="20180"/>
                </a:lnTo>
                <a:lnTo>
                  <a:pt x="14452" y="20180"/>
                </a:lnTo>
                <a:lnTo>
                  <a:pt x="14427" y="20053"/>
                </a:lnTo>
                <a:lnTo>
                  <a:pt x="14414" y="19926"/>
                </a:lnTo>
                <a:lnTo>
                  <a:pt x="14287" y="19926"/>
                </a:lnTo>
                <a:lnTo>
                  <a:pt x="14249" y="19672"/>
                </a:lnTo>
                <a:lnTo>
                  <a:pt x="14097" y="19418"/>
                </a:lnTo>
                <a:lnTo>
                  <a:pt x="14008" y="19291"/>
                </a:lnTo>
                <a:lnTo>
                  <a:pt x="13919" y="18910"/>
                </a:lnTo>
                <a:lnTo>
                  <a:pt x="14097" y="18783"/>
                </a:lnTo>
                <a:lnTo>
                  <a:pt x="14033" y="18529"/>
                </a:lnTo>
                <a:lnTo>
                  <a:pt x="14820" y="18529"/>
                </a:lnTo>
                <a:lnTo>
                  <a:pt x="14846" y="18275"/>
                </a:lnTo>
                <a:lnTo>
                  <a:pt x="15151" y="18148"/>
                </a:lnTo>
                <a:lnTo>
                  <a:pt x="15278" y="18148"/>
                </a:lnTo>
                <a:lnTo>
                  <a:pt x="15341" y="17767"/>
                </a:lnTo>
                <a:lnTo>
                  <a:pt x="14605" y="17767"/>
                </a:lnTo>
                <a:lnTo>
                  <a:pt x="14605" y="18402"/>
                </a:lnTo>
                <a:lnTo>
                  <a:pt x="14376" y="18402"/>
                </a:lnTo>
                <a:lnTo>
                  <a:pt x="14490" y="18148"/>
                </a:lnTo>
                <a:lnTo>
                  <a:pt x="14605" y="18402"/>
                </a:lnTo>
                <a:lnTo>
                  <a:pt x="14605" y="17767"/>
                </a:lnTo>
                <a:lnTo>
                  <a:pt x="13754" y="17767"/>
                </a:lnTo>
                <a:lnTo>
                  <a:pt x="13779" y="18148"/>
                </a:lnTo>
                <a:lnTo>
                  <a:pt x="13589" y="18148"/>
                </a:lnTo>
                <a:lnTo>
                  <a:pt x="13538" y="17894"/>
                </a:lnTo>
                <a:lnTo>
                  <a:pt x="13500" y="17767"/>
                </a:lnTo>
                <a:lnTo>
                  <a:pt x="13754" y="17767"/>
                </a:lnTo>
                <a:lnTo>
                  <a:pt x="13741" y="17640"/>
                </a:lnTo>
                <a:lnTo>
                  <a:pt x="15875" y="17640"/>
                </a:lnTo>
                <a:lnTo>
                  <a:pt x="16116" y="17513"/>
                </a:lnTo>
                <a:lnTo>
                  <a:pt x="16230" y="17386"/>
                </a:lnTo>
                <a:lnTo>
                  <a:pt x="16383" y="17259"/>
                </a:lnTo>
                <a:lnTo>
                  <a:pt x="16497" y="17132"/>
                </a:lnTo>
                <a:lnTo>
                  <a:pt x="16598" y="17005"/>
                </a:lnTo>
                <a:lnTo>
                  <a:pt x="16725" y="17513"/>
                </a:lnTo>
                <a:lnTo>
                  <a:pt x="17068" y="17513"/>
                </a:lnTo>
                <a:lnTo>
                  <a:pt x="17106" y="17005"/>
                </a:lnTo>
                <a:lnTo>
                  <a:pt x="17119" y="16878"/>
                </a:lnTo>
                <a:lnTo>
                  <a:pt x="17322" y="16751"/>
                </a:lnTo>
                <a:lnTo>
                  <a:pt x="17284" y="16624"/>
                </a:lnTo>
                <a:lnTo>
                  <a:pt x="17195" y="16497"/>
                </a:lnTo>
                <a:lnTo>
                  <a:pt x="17094" y="16370"/>
                </a:lnTo>
                <a:lnTo>
                  <a:pt x="16764" y="16370"/>
                </a:lnTo>
                <a:lnTo>
                  <a:pt x="16687" y="16243"/>
                </a:lnTo>
                <a:lnTo>
                  <a:pt x="16598" y="15989"/>
                </a:lnTo>
                <a:lnTo>
                  <a:pt x="10299" y="15989"/>
                </a:lnTo>
                <a:lnTo>
                  <a:pt x="10337" y="16116"/>
                </a:lnTo>
                <a:lnTo>
                  <a:pt x="10452" y="16497"/>
                </a:lnTo>
                <a:lnTo>
                  <a:pt x="10566" y="16878"/>
                </a:lnTo>
                <a:lnTo>
                  <a:pt x="10655" y="17640"/>
                </a:lnTo>
                <a:lnTo>
                  <a:pt x="10414" y="17767"/>
                </a:lnTo>
                <a:lnTo>
                  <a:pt x="9944" y="17894"/>
                </a:lnTo>
                <a:lnTo>
                  <a:pt x="9194" y="18148"/>
                </a:lnTo>
                <a:lnTo>
                  <a:pt x="9271" y="18910"/>
                </a:lnTo>
                <a:lnTo>
                  <a:pt x="9753" y="19037"/>
                </a:lnTo>
                <a:lnTo>
                  <a:pt x="9766" y="18275"/>
                </a:lnTo>
                <a:lnTo>
                  <a:pt x="9931" y="18148"/>
                </a:lnTo>
                <a:lnTo>
                  <a:pt x="10248" y="18148"/>
                </a:lnTo>
                <a:lnTo>
                  <a:pt x="10477" y="17894"/>
                </a:lnTo>
                <a:lnTo>
                  <a:pt x="11366" y="18148"/>
                </a:lnTo>
                <a:lnTo>
                  <a:pt x="11061" y="18148"/>
                </a:lnTo>
                <a:lnTo>
                  <a:pt x="11099" y="18402"/>
                </a:lnTo>
                <a:lnTo>
                  <a:pt x="10731" y="18402"/>
                </a:lnTo>
                <a:lnTo>
                  <a:pt x="10629" y="18783"/>
                </a:lnTo>
                <a:lnTo>
                  <a:pt x="10566" y="18529"/>
                </a:lnTo>
                <a:lnTo>
                  <a:pt x="10363" y="18529"/>
                </a:lnTo>
                <a:lnTo>
                  <a:pt x="10248" y="19037"/>
                </a:lnTo>
                <a:lnTo>
                  <a:pt x="10185" y="19164"/>
                </a:lnTo>
                <a:lnTo>
                  <a:pt x="10109" y="19291"/>
                </a:lnTo>
                <a:lnTo>
                  <a:pt x="10236" y="19291"/>
                </a:lnTo>
                <a:lnTo>
                  <a:pt x="10350" y="19418"/>
                </a:lnTo>
                <a:lnTo>
                  <a:pt x="10477" y="19418"/>
                </a:lnTo>
                <a:lnTo>
                  <a:pt x="10477" y="19570"/>
                </a:lnTo>
                <a:lnTo>
                  <a:pt x="10680" y="19672"/>
                </a:lnTo>
                <a:lnTo>
                  <a:pt x="10807" y="22212"/>
                </a:lnTo>
                <a:lnTo>
                  <a:pt x="10883" y="22339"/>
                </a:lnTo>
                <a:lnTo>
                  <a:pt x="10947" y="23101"/>
                </a:lnTo>
                <a:lnTo>
                  <a:pt x="10477" y="23355"/>
                </a:lnTo>
                <a:lnTo>
                  <a:pt x="10566" y="23609"/>
                </a:lnTo>
                <a:lnTo>
                  <a:pt x="10655" y="23863"/>
                </a:lnTo>
                <a:lnTo>
                  <a:pt x="10744" y="24117"/>
                </a:lnTo>
                <a:lnTo>
                  <a:pt x="11214" y="24117"/>
                </a:lnTo>
                <a:lnTo>
                  <a:pt x="11264" y="24498"/>
                </a:lnTo>
                <a:lnTo>
                  <a:pt x="11442" y="24371"/>
                </a:lnTo>
                <a:lnTo>
                  <a:pt x="12103" y="24244"/>
                </a:lnTo>
                <a:lnTo>
                  <a:pt x="11785" y="24371"/>
                </a:lnTo>
                <a:lnTo>
                  <a:pt x="11582" y="24498"/>
                </a:lnTo>
                <a:lnTo>
                  <a:pt x="11480" y="29832"/>
                </a:lnTo>
                <a:lnTo>
                  <a:pt x="17538" y="29832"/>
                </a:lnTo>
                <a:lnTo>
                  <a:pt x="17526" y="29197"/>
                </a:lnTo>
                <a:lnTo>
                  <a:pt x="17526" y="29070"/>
                </a:lnTo>
                <a:lnTo>
                  <a:pt x="17513" y="28689"/>
                </a:lnTo>
                <a:lnTo>
                  <a:pt x="17513" y="28562"/>
                </a:lnTo>
                <a:lnTo>
                  <a:pt x="17335" y="28689"/>
                </a:lnTo>
                <a:lnTo>
                  <a:pt x="17297" y="28435"/>
                </a:lnTo>
                <a:lnTo>
                  <a:pt x="17500" y="28435"/>
                </a:lnTo>
                <a:lnTo>
                  <a:pt x="17500" y="28181"/>
                </a:lnTo>
                <a:lnTo>
                  <a:pt x="17360" y="28181"/>
                </a:lnTo>
                <a:lnTo>
                  <a:pt x="16281" y="28181"/>
                </a:lnTo>
                <a:lnTo>
                  <a:pt x="16281" y="28308"/>
                </a:lnTo>
                <a:lnTo>
                  <a:pt x="16281" y="28435"/>
                </a:lnTo>
                <a:lnTo>
                  <a:pt x="16281" y="28308"/>
                </a:lnTo>
                <a:lnTo>
                  <a:pt x="16281" y="28181"/>
                </a:lnTo>
                <a:lnTo>
                  <a:pt x="16370" y="27927"/>
                </a:lnTo>
                <a:lnTo>
                  <a:pt x="17487" y="27927"/>
                </a:lnTo>
                <a:lnTo>
                  <a:pt x="17386" y="27292"/>
                </a:lnTo>
                <a:lnTo>
                  <a:pt x="17551" y="27165"/>
                </a:lnTo>
                <a:lnTo>
                  <a:pt x="17589" y="26911"/>
                </a:lnTo>
                <a:lnTo>
                  <a:pt x="17614" y="26784"/>
                </a:lnTo>
                <a:lnTo>
                  <a:pt x="17627" y="26657"/>
                </a:lnTo>
                <a:lnTo>
                  <a:pt x="17678" y="26403"/>
                </a:lnTo>
                <a:lnTo>
                  <a:pt x="17399" y="26403"/>
                </a:lnTo>
                <a:lnTo>
                  <a:pt x="17373" y="26657"/>
                </a:lnTo>
                <a:lnTo>
                  <a:pt x="17373" y="26530"/>
                </a:lnTo>
                <a:lnTo>
                  <a:pt x="17373" y="26403"/>
                </a:lnTo>
                <a:lnTo>
                  <a:pt x="16751" y="26403"/>
                </a:lnTo>
                <a:lnTo>
                  <a:pt x="15976" y="26403"/>
                </a:lnTo>
                <a:lnTo>
                  <a:pt x="15951" y="26657"/>
                </a:lnTo>
                <a:lnTo>
                  <a:pt x="15849" y="26403"/>
                </a:lnTo>
                <a:lnTo>
                  <a:pt x="15976" y="26403"/>
                </a:lnTo>
                <a:lnTo>
                  <a:pt x="15989" y="26276"/>
                </a:lnTo>
                <a:lnTo>
                  <a:pt x="16141" y="26276"/>
                </a:lnTo>
                <a:lnTo>
                  <a:pt x="16141" y="26149"/>
                </a:lnTo>
                <a:lnTo>
                  <a:pt x="16827" y="26149"/>
                </a:lnTo>
                <a:lnTo>
                  <a:pt x="16891" y="26022"/>
                </a:lnTo>
                <a:lnTo>
                  <a:pt x="16992" y="25768"/>
                </a:lnTo>
                <a:lnTo>
                  <a:pt x="16814" y="25641"/>
                </a:lnTo>
                <a:lnTo>
                  <a:pt x="16675" y="25768"/>
                </a:lnTo>
                <a:lnTo>
                  <a:pt x="16611" y="26022"/>
                </a:lnTo>
                <a:lnTo>
                  <a:pt x="16497" y="25768"/>
                </a:lnTo>
                <a:lnTo>
                  <a:pt x="16408" y="25895"/>
                </a:lnTo>
                <a:lnTo>
                  <a:pt x="16306" y="25641"/>
                </a:lnTo>
                <a:lnTo>
                  <a:pt x="16065" y="25641"/>
                </a:lnTo>
                <a:lnTo>
                  <a:pt x="16141" y="25387"/>
                </a:lnTo>
                <a:lnTo>
                  <a:pt x="16217" y="25133"/>
                </a:lnTo>
                <a:lnTo>
                  <a:pt x="16281" y="25006"/>
                </a:lnTo>
                <a:lnTo>
                  <a:pt x="16471" y="25006"/>
                </a:lnTo>
                <a:lnTo>
                  <a:pt x="16484" y="24879"/>
                </a:lnTo>
                <a:lnTo>
                  <a:pt x="16662" y="24879"/>
                </a:lnTo>
                <a:lnTo>
                  <a:pt x="16929" y="24625"/>
                </a:lnTo>
                <a:lnTo>
                  <a:pt x="17284" y="24625"/>
                </a:lnTo>
                <a:lnTo>
                  <a:pt x="17170" y="24371"/>
                </a:lnTo>
                <a:lnTo>
                  <a:pt x="16624" y="24371"/>
                </a:lnTo>
                <a:lnTo>
                  <a:pt x="16802" y="24244"/>
                </a:lnTo>
                <a:lnTo>
                  <a:pt x="17246" y="24244"/>
                </a:lnTo>
                <a:lnTo>
                  <a:pt x="17322" y="24117"/>
                </a:lnTo>
                <a:lnTo>
                  <a:pt x="17068" y="23863"/>
                </a:lnTo>
                <a:lnTo>
                  <a:pt x="16992" y="23736"/>
                </a:lnTo>
                <a:lnTo>
                  <a:pt x="16357" y="23990"/>
                </a:lnTo>
                <a:lnTo>
                  <a:pt x="16217" y="23863"/>
                </a:lnTo>
                <a:lnTo>
                  <a:pt x="16827" y="23736"/>
                </a:lnTo>
                <a:lnTo>
                  <a:pt x="16992" y="23609"/>
                </a:lnTo>
                <a:lnTo>
                  <a:pt x="17627" y="23609"/>
                </a:lnTo>
                <a:lnTo>
                  <a:pt x="18643" y="23482"/>
                </a:lnTo>
                <a:lnTo>
                  <a:pt x="19011" y="23533"/>
                </a:lnTo>
                <a:lnTo>
                  <a:pt x="19265" y="23431"/>
                </a:lnTo>
                <a:lnTo>
                  <a:pt x="19037" y="23456"/>
                </a:lnTo>
                <a:lnTo>
                  <a:pt x="18821" y="23418"/>
                </a:lnTo>
                <a:lnTo>
                  <a:pt x="18986" y="23355"/>
                </a:lnTo>
                <a:lnTo>
                  <a:pt x="17640" y="23228"/>
                </a:lnTo>
                <a:lnTo>
                  <a:pt x="15900" y="23228"/>
                </a:lnTo>
                <a:lnTo>
                  <a:pt x="15900" y="26149"/>
                </a:lnTo>
                <a:lnTo>
                  <a:pt x="15494" y="26022"/>
                </a:lnTo>
                <a:lnTo>
                  <a:pt x="15519" y="25895"/>
                </a:lnTo>
                <a:lnTo>
                  <a:pt x="15836" y="25895"/>
                </a:lnTo>
                <a:lnTo>
                  <a:pt x="15900" y="26149"/>
                </a:lnTo>
                <a:lnTo>
                  <a:pt x="15900" y="23228"/>
                </a:lnTo>
                <a:lnTo>
                  <a:pt x="13385" y="23228"/>
                </a:lnTo>
                <a:lnTo>
                  <a:pt x="11442" y="23609"/>
                </a:lnTo>
                <a:lnTo>
                  <a:pt x="11341" y="23863"/>
                </a:lnTo>
                <a:lnTo>
                  <a:pt x="11150" y="23736"/>
                </a:lnTo>
                <a:lnTo>
                  <a:pt x="10883" y="23736"/>
                </a:lnTo>
                <a:lnTo>
                  <a:pt x="10947" y="23355"/>
                </a:lnTo>
                <a:lnTo>
                  <a:pt x="11912" y="23355"/>
                </a:lnTo>
                <a:lnTo>
                  <a:pt x="11963" y="23228"/>
                </a:lnTo>
                <a:lnTo>
                  <a:pt x="12242" y="23101"/>
                </a:lnTo>
                <a:lnTo>
                  <a:pt x="12941" y="23101"/>
                </a:lnTo>
                <a:lnTo>
                  <a:pt x="14160" y="22974"/>
                </a:lnTo>
                <a:lnTo>
                  <a:pt x="14300" y="22847"/>
                </a:lnTo>
                <a:lnTo>
                  <a:pt x="14732" y="22847"/>
                </a:lnTo>
                <a:lnTo>
                  <a:pt x="14770" y="22593"/>
                </a:lnTo>
                <a:lnTo>
                  <a:pt x="15519" y="22593"/>
                </a:lnTo>
                <a:lnTo>
                  <a:pt x="14859" y="22974"/>
                </a:lnTo>
                <a:lnTo>
                  <a:pt x="15354" y="22974"/>
                </a:lnTo>
                <a:lnTo>
                  <a:pt x="15506" y="22847"/>
                </a:lnTo>
                <a:lnTo>
                  <a:pt x="15468" y="23101"/>
                </a:lnTo>
                <a:lnTo>
                  <a:pt x="15849" y="22847"/>
                </a:lnTo>
                <a:lnTo>
                  <a:pt x="16065" y="22593"/>
                </a:lnTo>
                <a:lnTo>
                  <a:pt x="16217" y="22593"/>
                </a:lnTo>
                <a:lnTo>
                  <a:pt x="16383" y="22847"/>
                </a:lnTo>
                <a:lnTo>
                  <a:pt x="16852" y="22847"/>
                </a:lnTo>
                <a:lnTo>
                  <a:pt x="17030" y="22593"/>
                </a:lnTo>
                <a:lnTo>
                  <a:pt x="17119" y="22466"/>
                </a:lnTo>
                <a:lnTo>
                  <a:pt x="17640" y="22466"/>
                </a:lnTo>
                <a:lnTo>
                  <a:pt x="17500" y="22593"/>
                </a:lnTo>
                <a:lnTo>
                  <a:pt x="20154" y="22466"/>
                </a:lnTo>
                <a:lnTo>
                  <a:pt x="20078" y="22593"/>
                </a:lnTo>
                <a:lnTo>
                  <a:pt x="24091" y="22593"/>
                </a:lnTo>
                <a:lnTo>
                  <a:pt x="23977" y="22466"/>
                </a:lnTo>
                <a:lnTo>
                  <a:pt x="23850" y="22339"/>
                </a:lnTo>
                <a:lnTo>
                  <a:pt x="23050" y="22339"/>
                </a:lnTo>
                <a:lnTo>
                  <a:pt x="22771" y="22212"/>
                </a:lnTo>
                <a:lnTo>
                  <a:pt x="24193" y="22212"/>
                </a:lnTo>
                <a:lnTo>
                  <a:pt x="24333" y="22212"/>
                </a:lnTo>
                <a:lnTo>
                  <a:pt x="24333" y="22085"/>
                </a:lnTo>
                <a:close/>
              </a:path>
              <a:path w="31750" h="30480">
                <a:moveTo>
                  <a:pt x="24345" y="13449"/>
                </a:moveTo>
                <a:lnTo>
                  <a:pt x="23977" y="13322"/>
                </a:lnTo>
                <a:lnTo>
                  <a:pt x="23571" y="13322"/>
                </a:lnTo>
                <a:lnTo>
                  <a:pt x="23469" y="13195"/>
                </a:lnTo>
                <a:lnTo>
                  <a:pt x="23050" y="13068"/>
                </a:lnTo>
                <a:lnTo>
                  <a:pt x="22936" y="12941"/>
                </a:lnTo>
                <a:lnTo>
                  <a:pt x="22872" y="13068"/>
                </a:lnTo>
                <a:lnTo>
                  <a:pt x="22809" y="13195"/>
                </a:lnTo>
                <a:lnTo>
                  <a:pt x="22542" y="13322"/>
                </a:lnTo>
                <a:lnTo>
                  <a:pt x="22390" y="13322"/>
                </a:lnTo>
                <a:lnTo>
                  <a:pt x="22644" y="13449"/>
                </a:lnTo>
                <a:lnTo>
                  <a:pt x="24345" y="13449"/>
                </a:lnTo>
                <a:close/>
              </a:path>
              <a:path w="31750" h="30480">
                <a:moveTo>
                  <a:pt x="24409" y="9512"/>
                </a:moveTo>
                <a:lnTo>
                  <a:pt x="24104" y="9385"/>
                </a:lnTo>
                <a:lnTo>
                  <a:pt x="24180" y="9512"/>
                </a:lnTo>
                <a:lnTo>
                  <a:pt x="24282" y="9639"/>
                </a:lnTo>
                <a:lnTo>
                  <a:pt x="24384" y="9766"/>
                </a:lnTo>
                <a:lnTo>
                  <a:pt x="24409" y="9512"/>
                </a:lnTo>
                <a:close/>
              </a:path>
              <a:path w="31750" h="30480">
                <a:moveTo>
                  <a:pt x="24434" y="17005"/>
                </a:moveTo>
                <a:lnTo>
                  <a:pt x="24117" y="16878"/>
                </a:lnTo>
                <a:lnTo>
                  <a:pt x="24168" y="17005"/>
                </a:lnTo>
                <a:lnTo>
                  <a:pt x="24434" y="17005"/>
                </a:lnTo>
                <a:close/>
              </a:path>
              <a:path w="31750" h="30480">
                <a:moveTo>
                  <a:pt x="24472" y="10401"/>
                </a:moveTo>
                <a:lnTo>
                  <a:pt x="24218" y="10274"/>
                </a:lnTo>
                <a:lnTo>
                  <a:pt x="24218" y="10528"/>
                </a:lnTo>
                <a:lnTo>
                  <a:pt x="24472" y="10528"/>
                </a:lnTo>
                <a:lnTo>
                  <a:pt x="24472" y="10401"/>
                </a:lnTo>
                <a:close/>
              </a:path>
              <a:path w="31750" h="30480">
                <a:moveTo>
                  <a:pt x="24625" y="15989"/>
                </a:moveTo>
                <a:lnTo>
                  <a:pt x="24041" y="15989"/>
                </a:lnTo>
                <a:lnTo>
                  <a:pt x="23977" y="16116"/>
                </a:lnTo>
                <a:lnTo>
                  <a:pt x="23990" y="15989"/>
                </a:lnTo>
                <a:lnTo>
                  <a:pt x="23761" y="15989"/>
                </a:lnTo>
                <a:lnTo>
                  <a:pt x="23799" y="16243"/>
                </a:lnTo>
                <a:lnTo>
                  <a:pt x="24612" y="16243"/>
                </a:lnTo>
                <a:lnTo>
                  <a:pt x="24612" y="16116"/>
                </a:lnTo>
                <a:lnTo>
                  <a:pt x="24625" y="15989"/>
                </a:lnTo>
                <a:close/>
              </a:path>
              <a:path w="31750" h="30480">
                <a:moveTo>
                  <a:pt x="24625" y="15735"/>
                </a:moveTo>
                <a:lnTo>
                  <a:pt x="24142" y="15735"/>
                </a:lnTo>
                <a:lnTo>
                  <a:pt x="24091" y="15862"/>
                </a:lnTo>
                <a:lnTo>
                  <a:pt x="24625" y="15862"/>
                </a:lnTo>
                <a:lnTo>
                  <a:pt x="24625" y="15735"/>
                </a:lnTo>
                <a:close/>
              </a:path>
              <a:path w="31750" h="30480">
                <a:moveTo>
                  <a:pt x="24638" y="8369"/>
                </a:moveTo>
                <a:lnTo>
                  <a:pt x="24612" y="8242"/>
                </a:lnTo>
                <a:lnTo>
                  <a:pt x="18554" y="8242"/>
                </a:lnTo>
                <a:lnTo>
                  <a:pt x="18542" y="8369"/>
                </a:lnTo>
                <a:lnTo>
                  <a:pt x="24638" y="8369"/>
                </a:lnTo>
                <a:close/>
              </a:path>
              <a:path w="31750" h="30480">
                <a:moveTo>
                  <a:pt x="24650" y="12179"/>
                </a:moveTo>
                <a:lnTo>
                  <a:pt x="23126" y="12179"/>
                </a:lnTo>
                <a:lnTo>
                  <a:pt x="23164" y="12306"/>
                </a:lnTo>
                <a:lnTo>
                  <a:pt x="23761" y="12306"/>
                </a:lnTo>
                <a:lnTo>
                  <a:pt x="24612" y="12306"/>
                </a:lnTo>
                <a:lnTo>
                  <a:pt x="24650" y="12179"/>
                </a:lnTo>
                <a:close/>
              </a:path>
              <a:path w="31750" h="30480">
                <a:moveTo>
                  <a:pt x="24676" y="17259"/>
                </a:moveTo>
                <a:lnTo>
                  <a:pt x="24498" y="17132"/>
                </a:lnTo>
                <a:lnTo>
                  <a:pt x="24218" y="17132"/>
                </a:lnTo>
                <a:lnTo>
                  <a:pt x="24168" y="17005"/>
                </a:lnTo>
                <a:lnTo>
                  <a:pt x="23139" y="17005"/>
                </a:lnTo>
                <a:lnTo>
                  <a:pt x="23164" y="17132"/>
                </a:lnTo>
                <a:lnTo>
                  <a:pt x="23660" y="17132"/>
                </a:lnTo>
                <a:lnTo>
                  <a:pt x="23596" y="17259"/>
                </a:lnTo>
                <a:lnTo>
                  <a:pt x="23812" y="17259"/>
                </a:lnTo>
                <a:lnTo>
                  <a:pt x="23812" y="17132"/>
                </a:lnTo>
                <a:lnTo>
                  <a:pt x="24041" y="17132"/>
                </a:lnTo>
                <a:lnTo>
                  <a:pt x="24028" y="17259"/>
                </a:lnTo>
                <a:lnTo>
                  <a:pt x="24676" y="17259"/>
                </a:lnTo>
                <a:close/>
              </a:path>
              <a:path w="31750" h="30480">
                <a:moveTo>
                  <a:pt x="24676" y="7861"/>
                </a:moveTo>
                <a:lnTo>
                  <a:pt x="18592" y="7861"/>
                </a:lnTo>
                <a:lnTo>
                  <a:pt x="18592" y="7988"/>
                </a:lnTo>
                <a:lnTo>
                  <a:pt x="24638" y="7988"/>
                </a:lnTo>
                <a:lnTo>
                  <a:pt x="24676" y="7861"/>
                </a:lnTo>
                <a:close/>
              </a:path>
              <a:path w="31750" h="30480">
                <a:moveTo>
                  <a:pt x="24701" y="13957"/>
                </a:moveTo>
                <a:lnTo>
                  <a:pt x="24523" y="13957"/>
                </a:lnTo>
                <a:lnTo>
                  <a:pt x="24180" y="13830"/>
                </a:lnTo>
                <a:lnTo>
                  <a:pt x="23926" y="13830"/>
                </a:lnTo>
                <a:lnTo>
                  <a:pt x="24003" y="13957"/>
                </a:lnTo>
                <a:lnTo>
                  <a:pt x="22936" y="13957"/>
                </a:lnTo>
                <a:lnTo>
                  <a:pt x="22999" y="14211"/>
                </a:lnTo>
                <a:lnTo>
                  <a:pt x="24701" y="14211"/>
                </a:lnTo>
                <a:lnTo>
                  <a:pt x="24701" y="13957"/>
                </a:lnTo>
                <a:close/>
              </a:path>
              <a:path w="31750" h="30480">
                <a:moveTo>
                  <a:pt x="24777" y="10528"/>
                </a:moveTo>
                <a:lnTo>
                  <a:pt x="24472" y="10528"/>
                </a:lnTo>
                <a:lnTo>
                  <a:pt x="24472" y="10655"/>
                </a:lnTo>
                <a:lnTo>
                  <a:pt x="24777" y="10655"/>
                </a:lnTo>
                <a:lnTo>
                  <a:pt x="24777" y="10528"/>
                </a:lnTo>
                <a:close/>
              </a:path>
              <a:path w="31750" h="30480">
                <a:moveTo>
                  <a:pt x="24803" y="8750"/>
                </a:moveTo>
                <a:lnTo>
                  <a:pt x="24536" y="8623"/>
                </a:lnTo>
                <a:lnTo>
                  <a:pt x="24371" y="8496"/>
                </a:lnTo>
                <a:lnTo>
                  <a:pt x="24295" y="8623"/>
                </a:lnTo>
                <a:lnTo>
                  <a:pt x="24218" y="9004"/>
                </a:lnTo>
                <a:lnTo>
                  <a:pt x="24549" y="9004"/>
                </a:lnTo>
                <a:lnTo>
                  <a:pt x="24739" y="9131"/>
                </a:lnTo>
                <a:lnTo>
                  <a:pt x="24803" y="8750"/>
                </a:lnTo>
                <a:close/>
              </a:path>
              <a:path w="31750" h="30480">
                <a:moveTo>
                  <a:pt x="24853" y="7607"/>
                </a:moveTo>
                <a:lnTo>
                  <a:pt x="24714" y="7734"/>
                </a:lnTo>
                <a:lnTo>
                  <a:pt x="24676" y="7861"/>
                </a:lnTo>
                <a:lnTo>
                  <a:pt x="24853" y="7861"/>
                </a:lnTo>
                <a:lnTo>
                  <a:pt x="24853" y="7607"/>
                </a:lnTo>
                <a:close/>
              </a:path>
              <a:path w="31750" h="30480">
                <a:moveTo>
                  <a:pt x="24866" y="17259"/>
                </a:moveTo>
                <a:lnTo>
                  <a:pt x="24676" y="17259"/>
                </a:lnTo>
                <a:lnTo>
                  <a:pt x="24853" y="17386"/>
                </a:lnTo>
                <a:lnTo>
                  <a:pt x="24866" y="17259"/>
                </a:lnTo>
                <a:close/>
              </a:path>
              <a:path w="31750" h="30480">
                <a:moveTo>
                  <a:pt x="24892" y="17005"/>
                </a:moveTo>
                <a:lnTo>
                  <a:pt x="24434" y="17005"/>
                </a:lnTo>
                <a:lnTo>
                  <a:pt x="24498" y="17132"/>
                </a:lnTo>
                <a:lnTo>
                  <a:pt x="24879" y="17132"/>
                </a:lnTo>
                <a:lnTo>
                  <a:pt x="24892" y="17005"/>
                </a:lnTo>
                <a:close/>
              </a:path>
              <a:path w="31750" h="30480">
                <a:moveTo>
                  <a:pt x="24968" y="7353"/>
                </a:moveTo>
                <a:lnTo>
                  <a:pt x="24828" y="7353"/>
                </a:lnTo>
                <a:lnTo>
                  <a:pt x="24815" y="7480"/>
                </a:lnTo>
                <a:lnTo>
                  <a:pt x="24968" y="7353"/>
                </a:lnTo>
                <a:close/>
              </a:path>
              <a:path w="31750" h="30480">
                <a:moveTo>
                  <a:pt x="24980" y="7099"/>
                </a:moveTo>
                <a:lnTo>
                  <a:pt x="18630" y="7099"/>
                </a:lnTo>
                <a:lnTo>
                  <a:pt x="18618" y="7353"/>
                </a:lnTo>
                <a:lnTo>
                  <a:pt x="24828" y="7353"/>
                </a:lnTo>
                <a:lnTo>
                  <a:pt x="24841" y="7226"/>
                </a:lnTo>
                <a:lnTo>
                  <a:pt x="24980" y="7099"/>
                </a:lnTo>
                <a:close/>
              </a:path>
              <a:path w="31750" h="30480">
                <a:moveTo>
                  <a:pt x="24993" y="10782"/>
                </a:moveTo>
                <a:lnTo>
                  <a:pt x="24841" y="10909"/>
                </a:lnTo>
                <a:lnTo>
                  <a:pt x="24752" y="11036"/>
                </a:lnTo>
                <a:lnTo>
                  <a:pt x="24993" y="10909"/>
                </a:lnTo>
                <a:lnTo>
                  <a:pt x="24993" y="10782"/>
                </a:lnTo>
                <a:close/>
              </a:path>
              <a:path w="31750" h="30480">
                <a:moveTo>
                  <a:pt x="25069" y="15354"/>
                </a:moveTo>
                <a:lnTo>
                  <a:pt x="24739" y="15227"/>
                </a:lnTo>
                <a:lnTo>
                  <a:pt x="24739" y="14338"/>
                </a:lnTo>
                <a:lnTo>
                  <a:pt x="24980" y="14338"/>
                </a:lnTo>
                <a:lnTo>
                  <a:pt x="24968" y="14211"/>
                </a:lnTo>
                <a:lnTo>
                  <a:pt x="24701" y="14211"/>
                </a:lnTo>
                <a:lnTo>
                  <a:pt x="24688" y="14338"/>
                </a:lnTo>
                <a:lnTo>
                  <a:pt x="24384" y="14338"/>
                </a:lnTo>
                <a:lnTo>
                  <a:pt x="24333" y="14465"/>
                </a:lnTo>
                <a:lnTo>
                  <a:pt x="24206" y="15481"/>
                </a:lnTo>
                <a:lnTo>
                  <a:pt x="24612" y="15735"/>
                </a:lnTo>
                <a:lnTo>
                  <a:pt x="24638" y="15354"/>
                </a:lnTo>
                <a:lnTo>
                  <a:pt x="25069" y="15354"/>
                </a:lnTo>
                <a:close/>
              </a:path>
              <a:path w="31750" h="30480">
                <a:moveTo>
                  <a:pt x="25082" y="13449"/>
                </a:moveTo>
                <a:lnTo>
                  <a:pt x="25019" y="13195"/>
                </a:lnTo>
                <a:lnTo>
                  <a:pt x="24879" y="13195"/>
                </a:lnTo>
                <a:lnTo>
                  <a:pt x="24815" y="13322"/>
                </a:lnTo>
                <a:lnTo>
                  <a:pt x="24752" y="13449"/>
                </a:lnTo>
                <a:lnTo>
                  <a:pt x="25082" y="13449"/>
                </a:lnTo>
                <a:close/>
              </a:path>
              <a:path w="31750" h="30480">
                <a:moveTo>
                  <a:pt x="25095" y="16878"/>
                </a:moveTo>
                <a:lnTo>
                  <a:pt x="24917" y="16751"/>
                </a:lnTo>
                <a:lnTo>
                  <a:pt x="23685" y="16751"/>
                </a:lnTo>
                <a:lnTo>
                  <a:pt x="23736" y="16624"/>
                </a:lnTo>
                <a:lnTo>
                  <a:pt x="23799" y="16243"/>
                </a:lnTo>
                <a:lnTo>
                  <a:pt x="23380" y="16243"/>
                </a:lnTo>
                <a:lnTo>
                  <a:pt x="23482" y="16370"/>
                </a:lnTo>
                <a:lnTo>
                  <a:pt x="23507" y="16751"/>
                </a:lnTo>
                <a:lnTo>
                  <a:pt x="22669" y="16751"/>
                </a:lnTo>
                <a:lnTo>
                  <a:pt x="22821" y="16878"/>
                </a:lnTo>
                <a:lnTo>
                  <a:pt x="23634" y="16878"/>
                </a:lnTo>
                <a:lnTo>
                  <a:pt x="24117" y="16878"/>
                </a:lnTo>
                <a:lnTo>
                  <a:pt x="25095" y="16878"/>
                </a:lnTo>
                <a:close/>
              </a:path>
              <a:path w="31750" h="30480">
                <a:moveTo>
                  <a:pt x="25120" y="10528"/>
                </a:moveTo>
                <a:lnTo>
                  <a:pt x="24866" y="10528"/>
                </a:lnTo>
                <a:lnTo>
                  <a:pt x="24777" y="10655"/>
                </a:lnTo>
                <a:lnTo>
                  <a:pt x="25031" y="10655"/>
                </a:lnTo>
                <a:lnTo>
                  <a:pt x="25120" y="10528"/>
                </a:lnTo>
                <a:close/>
              </a:path>
              <a:path w="31750" h="30480">
                <a:moveTo>
                  <a:pt x="25260" y="17005"/>
                </a:moveTo>
                <a:lnTo>
                  <a:pt x="24892" y="17005"/>
                </a:lnTo>
                <a:lnTo>
                  <a:pt x="25222" y="17132"/>
                </a:lnTo>
                <a:lnTo>
                  <a:pt x="25260" y="17005"/>
                </a:lnTo>
                <a:close/>
              </a:path>
              <a:path w="31750" h="30480">
                <a:moveTo>
                  <a:pt x="25349" y="10655"/>
                </a:moveTo>
                <a:lnTo>
                  <a:pt x="25031" y="10655"/>
                </a:lnTo>
                <a:lnTo>
                  <a:pt x="24930" y="10782"/>
                </a:lnTo>
                <a:lnTo>
                  <a:pt x="25120" y="10782"/>
                </a:lnTo>
                <a:lnTo>
                  <a:pt x="25349" y="10655"/>
                </a:lnTo>
                <a:close/>
              </a:path>
              <a:path w="31750" h="30480">
                <a:moveTo>
                  <a:pt x="25387" y="8369"/>
                </a:moveTo>
                <a:lnTo>
                  <a:pt x="25374" y="8242"/>
                </a:lnTo>
                <a:lnTo>
                  <a:pt x="24739" y="8242"/>
                </a:lnTo>
                <a:lnTo>
                  <a:pt x="24701" y="8369"/>
                </a:lnTo>
                <a:lnTo>
                  <a:pt x="25387" y="8369"/>
                </a:lnTo>
                <a:close/>
              </a:path>
              <a:path w="31750" h="30480">
                <a:moveTo>
                  <a:pt x="25450" y="13449"/>
                </a:moveTo>
                <a:lnTo>
                  <a:pt x="25082" y="13449"/>
                </a:lnTo>
                <a:lnTo>
                  <a:pt x="25107" y="13576"/>
                </a:lnTo>
                <a:lnTo>
                  <a:pt x="22707" y="13576"/>
                </a:lnTo>
                <a:lnTo>
                  <a:pt x="22783" y="13703"/>
                </a:lnTo>
                <a:lnTo>
                  <a:pt x="22860" y="13830"/>
                </a:lnTo>
                <a:lnTo>
                  <a:pt x="23926" y="13830"/>
                </a:lnTo>
                <a:lnTo>
                  <a:pt x="23837" y="13703"/>
                </a:lnTo>
                <a:lnTo>
                  <a:pt x="24180" y="13830"/>
                </a:lnTo>
                <a:lnTo>
                  <a:pt x="25095" y="13830"/>
                </a:lnTo>
                <a:lnTo>
                  <a:pt x="25107" y="13703"/>
                </a:lnTo>
                <a:lnTo>
                  <a:pt x="25120" y="13576"/>
                </a:lnTo>
                <a:lnTo>
                  <a:pt x="25450" y="13449"/>
                </a:lnTo>
                <a:close/>
              </a:path>
              <a:path w="31750" h="30480">
                <a:moveTo>
                  <a:pt x="25476" y="9893"/>
                </a:moveTo>
                <a:lnTo>
                  <a:pt x="25450" y="9766"/>
                </a:lnTo>
                <a:lnTo>
                  <a:pt x="25323" y="9893"/>
                </a:lnTo>
                <a:lnTo>
                  <a:pt x="25285" y="10020"/>
                </a:lnTo>
                <a:lnTo>
                  <a:pt x="25476" y="9893"/>
                </a:lnTo>
                <a:close/>
              </a:path>
              <a:path w="31750" h="30480">
                <a:moveTo>
                  <a:pt x="25539" y="15481"/>
                </a:moveTo>
                <a:lnTo>
                  <a:pt x="25450" y="15354"/>
                </a:lnTo>
                <a:lnTo>
                  <a:pt x="25069" y="15354"/>
                </a:lnTo>
                <a:lnTo>
                  <a:pt x="25539" y="15481"/>
                </a:lnTo>
                <a:close/>
              </a:path>
              <a:path w="31750" h="30480">
                <a:moveTo>
                  <a:pt x="25565" y="12560"/>
                </a:moveTo>
                <a:lnTo>
                  <a:pt x="24968" y="12484"/>
                </a:lnTo>
                <a:lnTo>
                  <a:pt x="25057" y="12306"/>
                </a:lnTo>
                <a:lnTo>
                  <a:pt x="24612" y="12306"/>
                </a:lnTo>
                <a:lnTo>
                  <a:pt x="23761" y="12306"/>
                </a:lnTo>
                <a:lnTo>
                  <a:pt x="23634" y="12560"/>
                </a:lnTo>
                <a:lnTo>
                  <a:pt x="24523" y="12560"/>
                </a:lnTo>
                <a:lnTo>
                  <a:pt x="24714" y="12560"/>
                </a:lnTo>
                <a:lnTo>
                  <a:pt x="24752" y="12687"/>
                </a:lnTo>
                <a:lnTo>
                  <a:pt x="24930" y="12560"/>
                </a:lnTo>
                <a:lnTo>
                  <a:pt x="25565" y="12560"/>
                </a:lnTo>
                <a:close/>
              </a:path>
              <a:path w="31750" h="30480">
                <a:moveTo>
                  <a:pt x="25577" y="9766"/>
                </a:moveTo>
                <a:lnTo>
                  <a:pt x="25450" y="9639"/>
                </a:lnTo>
                <a:lnTo>
                  <a:pt x="25336" y="9766"/>
                </a:lnTo>
                <a:lnTo>
                  <a:pt x="25577" y="9766"/>
                </a:lnTo>
                <a:close/>
              </a:path>
              <a:path w="31750" h="30480">
                <a:moveTo>
                  <a:pt x="25603" y="8369"/>
                </a:moveTo>
                <a:lnTo>
                  <a:pt x="25387" y="8369"/>
                </a:lnTo>
                <a:lnTo>
                  <a:pt x="25336" y="9639"/>
                </a:lnTo>
                <a:lnTo>
                  <a:pt x="25514" y="9512"/>
                </a:lnTo>
                <a:lnTo>
                  <a:pt x="25603" y="8369"/>
                </a:lnTo>
                <a:close/>
              </a:path>
              <a:path w="31750" h="30480">
                <a:moveTo>
                  <a:pt x="25628" y="13576"/>
                </a:moveTo>
                <a:lnTo>
                  <a:pt x="25527" y="13449"/>
                </a:lnTo>
                <a:lnTo>
                  <a:pt x="25120" y="13576"/>
                </a:lnTo>
                <a:lnTo>
                  <a:pt x="25628" y="13576"/>
                </a:lnTo>
                <a:close/>
              </a:path>
              <a:path w="31750" h="30480">
                <a:moveTo>
                  <a:pt x="25768" y="9893"/>
                </a:moveTo>
                <a:lnTo>
                  <a:pt x="25590" y="10020"/>
                </a:lnTo>
                <a:lnTo>
                  <a:pt x="25476" y="10248"/>
                </a:lnTo>
                <a:lnTo>
                  <a:pt x="25374" y="10020"/>
                </a:lnTo>
                <a:lnTo>
                  <a:pt x="25247" y="10147"/>
                </a:lnTo>
                <a:lnTo>
                  <a:pt x="25120" y="10528"/>
                </a:lnTo>
                <a:lnTo>
                  <a:pt x="25361" y="10528"/>
                </a:lnTo>
                <a:lnTo>
                  <a:pt x="25361" y="10401"/>
                </a:lnTo>
                <a:lnTo>
                  <a:pt x="25514" y="10274"/>
                </a:lnTo>
                <a:lnTo>
                  <a:pt x="25666" y="10147"/>
                </a:lnTo>
                <a:lnTo>
                  <a:pt x="25768" y="9893"/>
                </a:lnTo>
                <a:close/>
              </a:path>
              <a:path w="31750" h="30480">
                <a:moveTo>
                  <a:pt x="25781" y="13322"/>
                </a:moveTo>
                <a:lnTo>
                  <a:pt x="25450" y="13449"/>
                </a:lnTo>
                <a:lnTo>
                  <a:pt x="25768" y="13449"/>
                </a:lnTo>
                <a:lnTo>
                  <a:pt x="25781" y="13322"/>
                </a:lnTo>
                <a:close/>
              </a:path>
              <a:path w="31750" h="30480">
                <a:moveTo>
                  <a:pt x="25793" y="18910"/>
                </a:moveTo>
                <a:lnTo>
                  <a:pt x="25641" y="18935"/>
                </a:lnTo>
                <a:lnTo>
                  <a:pt x="25793" y="18910"/>
                </a:lnTo>
                <a:close/>
              </a:path>
              <a:path w="31750" h="30480">
                <a:moveTo>
                  <a:pt x="25844" y="12306"/>
                </a:moveTo>
                <a:lnTo>
                  <a:pt x="25603" y="12560"/>
                </a:lnTo>
                <a:lnTo>
                  <a:pt x="25755" y="12560"/>
                </a:lnTo>
                <a:lnTo>
                  <a:pt x="25844" y="12306"/>
                </a:lnTo>
                <a:close/>
              </a:path>
              <a:path w="31750" h="30480">
                <a:moveTo>
                  <a:pt x="25882" y="18402"/>
                </a:moveTo>
                <a:lnTo>
                  <a:pt x="25641" y="18186"/>
                </a:lnTo>
                <a:lnTo>
                  <a:pt x="25298" y="18440"/>
                </a:lnTo>
                <a:lnTo>
                  <a:pt x="25260" y="18669"/>
                </a:lnTo>
                <a:lnTo>
                  <a:pt x="25400" y="18542"/>
                </a:lnTo>
                <a:lnTo>
                  <a:pt x="25527" y="18288"/>
                </a:lnTo>
                <a:lnTo>
                  <a:pt x="25882" y="18402"/>
                </a:lnTo>
                <a:close/>
              </a:path>
              <a:path w="31750" h="30480">
                <a:moveTo>
                  <a:pt x="26009" y="9512"/>
                </a:moveTo>
                <a:lnTo>
                  <a:pt x="25831" y="9512"/>
                </a:lnTo>
                <a:lnTo>
                  <a:pt x="25768" y="9639"/>
                </a:lnTo>
                <a:lnTo>
                  <a:pt x="25654" y="9893"/>
                </a:lnTo>
                <a:lnTo>
                  <a:pt x="25857" y="9766"/>
                </a:lnTo>
                <a:lnTo>
                  <a:pt x="25933" y="9639"/>
                </a:lnTo>
                <a:lnTo>
                  <a:pt x="26009" y="9512"/>
                </a:lnTo>
                <a:close/>
              </a:path>
              <a:path w="31750" h="30480">
                <a:moveTo>
                  <a:pt x="26174" y="4559"/>
                </a:moveTo>
                <a:lnTo>
                  <a:pt x="20015" y="4559"/>
                </a:lnTo>
                <a:lnTo>
                  <a:pt x="20027" y="4813"/>
                </a:lnTo>
                <a:lnTo>
                  <a:pt x="26136" y="4813"/>
                </a:lnTo>
                <a:lnTo>
                  <a:pt x="26174" y="4559"/>
                </a:lnTo>
                <a:close/>
              </a:path>
              <a:path w="31750" h="30480">
                <a:moveTo>
                  <a:pt x="26200" y="8242"/>
                </a:moveTo>
                <a:lnTo>
                  <a:pt x="25603" y="8242"/>
                </a:lnTo>
                <a:lnTo>
                  <a:pt x="25603" y="8369"/>
                </a:lnTo>
                <a:lnTo>
                  <a:pt x="26174" y="8369"/>
                </a:lnTo>
                <a:lnTo>
                  <a:pt x="26200" y="8242"/>
                </a:lnTo>
                <a:close/>
              </a:path>
              <a:path w="31750" h="30480">
                <a:moveTo>
                  <a:pt x="26263" y="7861"/>
                </a:moveTo>
                <a:lnTo>
                  <a:pt x="25501" y="7861"/>
                </a:lnTo>
                <a:lnTo>
                  <a:pt x="24853" y="7861"/>
                </a:lnTo>
                <a:lnTo>
                  <a:pt x="25158" y="7988"/>
                </a:lnTo>
                <a:lnTo>
                  <a:pt x="25323" y="7988"/>
                </a:lnTo>
                <a:lnTo>
                  <a:pt x="25158" y="7988"/>
                </a:lnTo>
                <a:lnTo>
                  <a:pt x="24638" y="7988"/>
                </a:lnTo>
                <a:lnTo>
                  <a:pt x="24612" y="8242"/>
                </a:lnTo>
                <a:lnTo>
                  <a:pt x="24765" y="8115"/>
                </a:lnTo>
                <a:lnTo>
                  <a:pt x="25349" y="8115"/>
                </a:lnTo>
                <a:lnTo>
                  <a:pt x="25527" y="8115"/>
                </a:lnTo>
                <a:lnTo>
                  <a:pt x="25501" y="7988"/>
                </a:lnTo>
                <a:lnTo>
                  <a:pt x="26238" y="7988"/>
                </a:lnTo>
                <a:lnTo>
                  <a:pt x="26263" y="7861"/>
                </a:lnTo>
                <a:close/>
              </a:path>
              <a:path w="31750" h="30480">
                <a:moveTo>
                  <a:pt x="26365" y="5702"/>
                </a:moveTo>
                <a:lnTo>
                  <a:pt x="19481" y="5702"/>
                </a:lnTo>
                <a:lnTo>
                  <a:pt x="19469" y="5829"/>
                </a:lnTo>
                <a:lnTo>
                  <a:pt x="26047" y="5829"/>
                </a:lnTo>
                <a:lnTo>
                  <a:pt x="26365" y="5702"/>
                </a:lnTo>
                <a:close/>
              </a:path>
              <a:path w="31750" h="30480">
                <a:moveTo>
                  <a:pt x="26377" y="7988"/>
                </a:moveTo>
                <a:lnTo>
                  <a:pt x="26238" y="7988"/>
                </a:lnTo>
                <a:lnTo>
                  <a:pt x="26225" y="8115"/>
                </a:lnTo>
                <a:lnTo>
                  <a:pt x="26377" y="7988"/>
                </a:lnTo>
                <a:close/>
              </a:path>
              <a:path w="31750" h="30480">
                <a:moveTo>
                  <a:pt x="26593" y="13830"/>
                </a:moveTo>
                <a:lnTo>
                  <a:pt x="25095" y="13830"/>
                </a:lnTo>
                <a:lnTo>
                  <a:pt x="25044" y="14211"/>
                </a:lnTo>
                <a:lnTo>
                  <a:pt x="26593" y="14211"/>
                </a:lnTo>
                <a:lnTo>
                  <a:pt x="26593" y="13830"/>
                </a:lnTo>
                <a:close/>
              </a:path>
              <a:path w="31750" h="30480">
                <a:moveTo>
                  <a:pt x="26593" y="13449"/>
                </a:moveTo>
                <a:lnTo>
                  <a:pt x="25768" y="13449"/>
                </a:lnTo>
                <a:lnTo>
                  <a:pt x="25755" y="13576"/>
                </a:lnTo>
                <a:lnTo>
                  <a:pt x="26593" y="13576"/>
                </a:lnTo>
                <a:lnTo>
                  <a:pt x="26593" y="13449"/>
                </a:lnTo>
                <a:close/>
              </a:path>
              <a:path w="31750" h="30480">
                <a:moveTo>
                  <a:pt x="26593" y="12179"/>
                </a:moveTo>
                <a:lnTo>
                  <a:pt x="25958" y="12179"/>
                </a:lnTo>
                <a:lnTo>
                  <a:pt x="25844" y="12306"/>
                </a:lnTo>
                <a:lnTo>
                  <a:pt x="26593" y="12306"/>
                </a:lnTo>
                <a:lnTo>
                  <a:pt x="26593" y="12179"/>
                </a:lnTo>
                <a:close/>
              </a:path>
              <a:path w="31750" h="30480">
                <a:moveTo>
                  <a:pt x="26708" y="9512"/>
                </a:moveTo>
                <a:lnTo>
                  <a:pt x="26377" y="9512"/>
                </a:lnTo>
                <a:lnTo>
                  <a:pt x="26200" y="9639"/>
                </a:lnTo>
                <a:lnTo>
                  <a:pt x="26098" y="9893"/>
                </a:lnTo>
                <a:lnTo>
                  <a:pt x="26301" y="9766"/>
                </a:lnTo>
                <a:lnTo>
                  <a:pt x="26428" y="9639"/>
                </a:lnTo>
                <a:lnTo>
                  <a:pt x="26644" y="9639"/>
                </a:lnTo>
                <a:lnTo>
                  <a:pt x="26708" y="9512"/>
                </a:lnTo>
                <a:close/>
              </a:path>
              <a:path w="31750" h="30480">
                <a:moveTo>
                  <a:pt x="26784" y="14211"/>
                </a:moveTo>
                <a:lnTo>
                  <a:pt x="26593" y="14211"/>
                </a:lnTo>
                <a:lnTo>
                  <a:pt x="26581" y="14719"/>
                </a:lnTo>
                <a:lnTo>
                  <a:pt x="26720" y="14592"/>
                </a:lnTo>
                <a:lnTo>
                  <a:pt x="26784" y="14211"/>
                </a:lnTo>
                <a:close/>
              </a:path>
              <a:path w="31750" h="30480">
                <a:moveTo>
                  <a:pt x="26784" y="7861"/>
                </a:moveTo>
                <a:lnTo>
                  <a:pt x="26479" y="7861"/>
                </a:lnTo>
                <a:lnTo>
                  <a:pt x="26746" y="7988"/>
                </a:lnTo>
                <a:lnTo>
                  <a:pt x="26784" y="7861"/>
                </a:lnTo>
                <a:close/>
              </a:path>
              <a:path w="31750" h="30480">
                <a:moveTo>
                  <a:pt x="26835" y="13576"/>
                </a:moveTo>
                <a:lnTo>
                  <a:pt x="26593" y="13576"/>
                </a:lnTo>
                <a:lnTo>
                  <a:pt x="26593" y="13830"/>
                </a:lnTo>
                <a:lnTo>
                  <a:pt x="26809" y="13830"/>
                </a:lnTo>
                <a:lnTo>
                  <a:pt x="26835" y="13576"/>
                </a:lnTo>
                <a:close/>
              </a:path>
              <a:path w="31750" h="30480">
                <a:moveTo>
                  <a:pt x="26885" y="9131"/>
                </a:moveTo>
                <a:lnTo>
                  <a:pt x="26543" y="9385"/>
                </a:lnTo>
                <a:lnTo>
                  <a:pt x="26784" y="9385"/>
                </a:lnTo>
                <a:lnTo>
                  <a:pt x="26885" y="9131"/>
                </a:lnTo>
                <a:close/>
              </a:path>
              <a:path w="31750" h="30480">
                <a:moveTo>
                  <a:pt x="26936" y="7988"/>
                </a:moveTo>
                <a:lnTo>
                  <a:pt x="26746" y="7988"/>
                </a:lnTo>
                <a:lnTo>
                  <a:pt x="26581" y="7988"/>
                </a:lnTo>
                <a:lnTo>
                  <a:pt x="26682" y="8115"/>
                </a:lnTo>
                <a:lnTo>
                  <a:pt x="26847" y="8242"/>
                </a:lnTo>
                <a:lnTo>
                  <a:pt x="26936" y="7988"/>
                </a:lnTo>
                <a:close/>
              </a:path>
              <a:path w="31750" h="30480">
                <a:moveTo>
                  <a:pt x="27012" y="22593"/>
                </a:moveTo>
                <a:lnTo>
                  <a:pt x="25082" y="22466"/>
                </a:lnTo>
                <a:lnTo>
                  <a:pt x="24853" y="22466"/>
                </a:lnTo>
                <a:lnTo>
                  <a:pt x="24726" y="22339"/>
                </a:lnTo>
                <a:lnTo>
                  <a:pt x="24460" y="22212"/>
                </a:lnTo>
                <a:lnTo>
                  <a:pt x="24333" y="22212"/>
                </a:lnTo>
                <a:lnTo>
                  <a:pt x="24307" y="22466"/>
                </a:lnTo>
                <a:lnTo>
                  <a:pt x="24091" y="22593"/>
                </a:lnTo>
                <a:lnTo>
                  <a:pt x="27012" y="22593"/>
                </a:lnTo>
                <a:close/>
              </a:path>
              <a:path w="31750" h="30480">
                <a:moveTo>
                  <a:pt x="27228" y="8115"/>
                </a:moveTo>
                <a:lnTo>
                  <a:pt x="27178" y="7988"/>
                </a:lnTo>
                <a:lnTo>
                  <a:pt x="26936" y="7988"/>
                </a:lnTo>
                <a:lnTo>
                  <a:pt x="27000" y="8115"/>
                </a:lnTo>
                <a:lnTo>
                  <a:pt x="27228" y="8115"/>
                </a:lnTo>
                <a:close/>
              </a:path>
              <a:path w="31750" h="30480">
                <a:moveTo>
                  <a:pt x="27305" y="22885"/>
                </a:moveTo>
                <a:lnTo>
                  <a:pt x="26974" y="22809"/>
                </a:lnTo>
                <a:lnTo>
                  <a:pt x="27305" y="22885"/>
                </a:lnTo>
                <a:close/>
              </a:path>
              <a:path w="31750" h="30480">
                <a:moveTo>
                  <a:pt x="27686" y="13576"/>
                </a:moveTo>
                <a:lnTo>
                  <a:pt x="27597" y="13449"/>
                </a:lnTo>
                <a:lnTo>
                  <a:pt x="26847" y="13449"/>
                </a:lnTo>
                <a:lnTo>
                  <a:pt x="26835" y="13576"/>
                </a:lnTo>
                <a:lnTo>
                  <a:pt x="27686" y="13576"/>
                </a:lnTo>
                <a:close/>
              </a:path>
              <a:path w="31750" h="30480">
                <a:moveTo>
                  <a:pt x="27901" y="14211"/>
                </a:moveTo>
                <a:lnTo>
                  <a:pt x="27787" y="13830"/>
                </a:lnTo>
                <a:lnTo>
                  <a:pt x="26809" y="13830"/>
                </a:lnTo>
                <a:lnTo>
                  <a:pt x="26784" y="14211"/>
                </a:lnTo>
                <a:lnTo>
                  <a:pt x="27901" y="14211"/>
                </a:lnTo>
                <a:close/>
              </a:path>
              <a:path w="31750" h="30480">
                <a:moveTo>
                  <a:pt x="27901" y="7353"/>
                </a:moveTo>
                <a:lnTo>
                  <a:pt x="25539" y="7353"/>
                </a:lnTo>
                <a:lnTo>
                  <a:pt x="25527" y="7480"/>
                </a:lnTo>
                <a:lnTo>
                  <a:pt x="26009" y="7480"/>
                </a:lnTo>
                <a:lnTo>
                  <a:pt x="25984" y="7607"/>
                </a:lnTo>
                <a:lnTo>
                  <a:pt x="26200" y="7607"/>
                </a:lnTo>
                <a:lnTo>
                  <a:pt x="26314" y="7480"/>
                </a:lnTo>
                <a:lnTo>
                  <a:pt x="26263" y="7861"/>
                </a:lnTo>
                <a:lnTo>
                  <a:pt x="26454" y="7861"/>
                </a:lnTo>
                <a:lnTo>
                  <a:pt x="26504" y="7480"/>
                </a:lnTo>
                <a:lnTo>
                  <a:pt x="26657" y="7607"/>
                </a:lnTo>
                <a:lnTo>
                  <a:pt x="26720" y="7734"/>
                </a:lnTo>
                <a:lnTo>
                  <a:pt x="26784" y="7861"/>
                </a:lnTo>
                <a:lnTo>
                  <a:pt x="27000" y="7861"/>
                </a:lnTo>
                <a:lnTo>
                  <a:pt x="26962" y="7734"/>
                </a:lnTo>
                <a:lnTo>
                  <a:pt x="27203" y="7607"/>
                </a:lnTo>
                <a:lnTo>
                  <a:pt x="27343" y="7480"/>
                </a:lnTo>
                <a:lnTo>
                  <a:pt x="27254" y="7607"/>
                </a:lnTo>
                <a:lnTo>
                  <a:pt x="27152" y="7734"/>
                </a:lnTo>
                <a:lnTo>
                  <a:pt x="27406" y="7607"/>
                </a:lnTo>
                <a:lnTo>
                  <a:pt x="27546" y="7480"/>
                </a:lnTo>
                <a:lnTo>
                  <a:pt x="27774" y="7607"/>
                </a:lnTo>
                <a:lnTo>
                  <a:pt x="27901" y="7353"/>
                </a:lnTo>
                <a:close/>
              </a:path>
              <a:path w="31750" h="30480">
                <a:moveTo>
                  <a:pt x="27927" y="13576"/>
                </a:moveTo>
                <a:lnTo>
                  <a:pt x="27686" y="13576"/>
                </a:lnTo>
                <a:lnTo>
                  <a:pt x="27787" y="13830"/>
                </a:lnTo>
                <a:lnTo>
                  <a:pt x="27927" y="13830"/>
                </a:lnTo>
                <a:lnTo>
                  <a:pt x="27927" y="13576"/>
                </a:lnTo>
                <a:close/>
              </a:path>
              <a:path w="31750" h="30480">
                <a:moveTo>
                  <a:pt x="27952" y="10401"/>
                </a:moveTo>
                <a:lnTo>
                  <a:pt x="27851" y="10147"/>
                </a:lnTo>
                <a:lnTo>
                  <a:pt x="27546" y="9893"/>
                </a:lnTo>
                <a:lnTo>
                  <a:pt x="27571" y="9639"/>
                </a:lnTo>
                <a:lnTo>
                  <a:pt x="27686" y="9512"/>
                </a:lnTo>
                <a:lnTo>
                  <a:pt x="27876" y="9512"/>
                </a:lnTo>
                <a:lnTo>
                  <a:pt x="27787" y="9385"/>
                </a:lnTo>
                <a:lnTo>
                  <a:pt x="27444" y="9512"/>
                </a:lnTo>
                <a:lnTo>
                  <a:pt x="27457" y="9385"/>
                </a:lnTo>
                <a:lnTo>
                  <a:pt x="27292" y="9512"/>
                </a:lnTo>
                <a:lnTo>
                  <a:pt x="27000" y="9385"/>
                </a:lnTo>
                <a:lnTo>
                  <a:pt x="26974" y="9766"/>
                </a:lnTo>
                <a:lnTo>
                  <a:pt x="26860" y="10528"/>
                </a:lnTo>
                <a:lnTo>
                  <a:pt x="27381" y="10528"/>
                </a:lnTo>
                <a:lnTo>
                  <a:pt x="27317" y="10401"/>
                </a:lnTo>
                <a:lnTo>
                  <a:pt x="27597" y="10147"/>
                </a:lnTo>
                <a:lnTo>
                  <a:pt x="27952" y="10401"/>
                </a:lnTo>
                <a:close/>
              </a:path>
              <a:path w="31750" h="30480">
                <a:moveTo>
                  <a:pt x="28028" y="22923"/>
                </a:moveTo>
                <a:lnTo>
                  <a:pt x="27774" y="22910"/>
                </a:lnTo>
                <a:lnTo>
                  <a:pt x="27901" y="22987"/>
                </a:lnTo>
                <a:lnTo>
                  <a:pt x="28028" y="22923"/>
                </a:lnTo>
                <a:close/>
              </a:path>
              <a:path w="31750" h="30480">
                <a:moveTo>
                  <a:pt x="28067" y="22580"/>
                </a:moveTo>
                <a:lnTo>
                  <a:pt x="27927" y="22479"/>
                </a:lnTo>
                <a:lnTo>
                  <a:pt x="28067" y="22580"/>
                </a:lnTo>
                <a:close/>
              </a:path>
              <a:path w="31750" h="30480">
                <a:moveTo>
                  <a:pt x="28067" y="10655"/>
                </a:moveTo>
                <a:lnTo>
                  <a:pt x="28016" y="10528"/>
                </a:lnTo>
                <a:lnTo>
                  <a:pt x="27381" y="10528"/>
                </a:lnTo>
                <a:lnTo>
                  <a:pt x="27432" y="10655"/>
                </a:lnTo>
                <a:lnTo>
                  <a:pt x="28067" y="10655"/>
                </a:lnTo>
                <a:close/>
              </a:path>
              <a:path w="31750" h="30480">
                <a:moveTo>
                  <a:pt x="28079" y="7988"/>
                </a:moveTo>
                <a:lnTo>
                  <a:pt x="28067" y="7861"/>
                </a:lnTo>
                <a:lnTo>
                  <a:pt x="27127" y="7861"/>
                </a:lnTo>
                <a:lnTo>
                  <a:pt x="27178" y="7988"/>
                </a:lnTo>
                <a:lnTo>
                  <a:pt x="28079" y="7988"/>
                </a:lnTo>
                <a:close/>
              </a:path>
              <a:path w="31750" h="30480">
                <a:moveTo>
                  <a:pt x="28130" y="11290"/>
                </a:moveTo>
                <a:lnTo>
                  <a:pt x="27940" y="11163"/>
                </a:lnTo>
                <a:lnTo>
                  <a:pt x="27838" y="11036"/>
                </a:lnTo>
                <a:lnTo>
                  <a:pt x="27736" y="10909"/>
                </a:lnTo>
                <a:lnTo>
                  <a:pt x="27609" y="11163"/>
                </a:lnTo>
                <a:lnTo>
                  <a:pt x="27559" y="11417"/>
                </a:lnTo>
                <a:lnTo>
                  <a:pt x="28130" y="11417"/>
                </a:lnTo>
                <a:lnTo>
                  <a:pt x="28130" y="11290"/>
                </a:lnTo>
                <a:close/>
              </a:path>
              <a:path w="31750" h="30480">
                <a:moveTo>
                  <a:pt x="28143" y="7480"/>
                </a:moveTo>
                <a:lnTo>
                  <a:pt x="27914" y="7607"/>
                </a:lnTo>
                <a:lnTo>
                  <a:pt x="27978" y="7734"/>
                </a:lnTo>
                <a:lnTo>
                  <a:pt x="28041" y="7607"/>
                </a:lnTo>
                <a:lnTo>
                  <a:pt x="28143" y="7480"/>
                </a:lnTo>
                <a:close/>
              </a:path>
              <a:path w="31750" h="30480">
                <a:moveTo>
                  <a:pt x="28232" y="12179"/>
                </a:moveTo>
                <a:lnTo>
                  <a:pt x="27520" y="11671"/>
                </a:lnTo>
                <a:lnTo>
                  <a:pt x="27711" y="11544"/>
                </a:lnTo>
                <a:lnTo>
                  <a:pt x="27330" y="11290"/>
                </a:lnTo>
                <a:lnTo>
                  <a:pt x="27254" y="11163"/>
                </a:lnTo>
                <a:lnTo>
                  <a:pt x="27178" y="11036"/>
                </a:lnTo>
                <a:lnTo>
                  <a:pt x="27101" y="10909"/>
                </a:lnTo>
                <a:lnTo>
                  <a:pt x="27736" y="10909"/>
                </a:lnTo>
                <a:lnTo>
                  <a:pt x="27482" y="10782"/>
                </a:lnTo>
                <a:lnTo>
                  <a:pt x="27432" y="10655"/>
                </a:lnTo>
                <a:lnTo>
                  <a:pt x="27000" y="10655"/>
                </a:lnTo>
                <a:lnTo>
                  <a:pt x="27000" y="11036"/>
                </a:lnTo>
                <a:lnTo>
                  <a:pt x="26974" y="11163"/>
                </a:lnTo>
                <a:lnTo>
                  <a:pt x="26873" y="11544"/>
                </a:lnTo>
                <a:lnTo>
                  <a:pt x="26543" y="11544"/>
                </a:lnTo>
                <a:lnTo>
                  <a:pt x="26416" y="11417"/>
                </a:lnTo>
                <a:lnTo>
                  <a:pt x="25831" y="11417"/>
                </a:lnTo>
                <a:lnTo>
                  <a:pt x="26390" y="11544"/>
                </a:lnTo>
                <a:lnTo>
                  <a:pt x="26390" y="11798"/>
                </a:lnTo>
                <a:lnTo>
                  <a:pt x="25806" y="11544"/>
                </a:lnTo>
                <a:lnTo>
                  <a:pt x="25717" y="11417"/>
                </a:lnTo>
                <a:lnTo>
                  <a:pt x="26212" y="11303"/>
                </a:lnTo>
                <a:lnTo>
                  <a:pt x="26416" y="11417"/>
                </a:lnTo>
                <a:lnTo>
                  <a:pt x="26428" y="11290"/>
                </a:lnTo>
                <a:lnTo>
                  <a:pt x="26416" y="11036"/>
                </a:lnTo>
                <a:lnTo>
                  <a:pt x="27000" y="11036"/>
                </a:lnTo>
                <a:lnTo>
                  <a:pt x="27000" y="10655"/>
                </a:lnTo>
                <a:lnTo>
                  <a:pt x="26835" y="10655"/>
                </a:lnTo>
                <a:lnTo>
                  <a:pt x="26860" y="10528"/>
                </a:lnTo>
                <a:lnTo>
                  <a:pt x="25717" y="10528"/>
                </a:lnTo>
                <a:lnTo>
                  <a:pt x="25361" y="10528"/>
                </a:lnTo>
                <a:lnTo>
                  <a:pt x="25349" y="10655"/>
                </a:lnTo>
                <a:lnTo>
                  <a:pt x="25552" y="10655"/>
                </a:lnTo>
                <a:lnTo>
                  <a:pt x="26492" y="10655"/>
                </a:lnTo>
                <a:lnTo>
                  <a:pt x="26377" y="10782"/>
                </a:lnTo>
                <a:lnTo>
                  <a:pt x="26263" y="10909"/>
                </a:lnTo>
                <a:lnTo>
                  <a:pt x="25463" y="11036"/>
                </a:lnTo>
                <a:lnTo>
                  <a:pt x="25031" y="11290"/>
                </a:lnTo>
                <a:lnTo>
                  <a:pt x="24574" y="11417"/>
                </a:lnTo>
                <a:lnTo>
                  <a:pt x="24866" y="11417"/>
                </a:lnTo>
                <a:lnTo>
                  <a:pt x="24739" y="11544"/>
                </a:lnTo>
                <a:lnTo>
                  <a:pt x="24358" y="11290"/>
                </a:lnTo>
                <a:lnTo>
                  <a:pt x="24625" y="11290"/>
                </a:lnTo>
                <a:lnTo>
                  <a:pt x="24752" y="11163"/>
                </a:lnTo>
                <a:lnTo>
                  <a:pt x="24676" y="10909"/>
                </a:lnTo>
                <a:lnTo>
                  <a:pt x="24282" y="11163"/>
                </a:lnTo>
                <a:lnTo>
                  <a:pt x="24409" y="10909"/>
                </a:lnTo>
                <a:lnTo>
                  <a:pt x="24472" y="10655"/>
                </a:lnTo>
                <a:lnTo>
                  <a:pt x="24218" y="10655"/>
                </a:lnTo>
                <a:lnTo>
                  <a:pt x="24155" y="11036"/>
                </a:lnTo>
                <a:lnTo>
                  <a:pt x="24066" y="11544"/>
                </a:lnTo>
                <a:lnTo>
                  <a:pt x="23558" y="11544"/>
                </a:lnTo>
                <a:lnTo>
                  <a:pt x="23571" y="11290"/>
                </a:lnTo>
                <a:lnTo>
                  <a:pt x="23787" y="11417"/>
                </a:lnTo>
                <a:lnTo>
                  <a:pt x="24015" y="11290"/>
                </a:lnTo>
                <a:lnTo>
                  <a:pt x="23939" y="11163"/>
                </a:lnTo>
                <a:lnTo>
                  <a:pt x="23990" y="11036"/>
                </a:lnTo>
                <a:lnTo>
                  <a:pt x="23901" y="10909"/>
                </a:lnTo>
                <a:lnTo>
                  <a:pt x="23812" y="10782"/>
                </a:lnTo>
                <a:lnTo>
                  <a:pt x="23710" y="10655"/>
                </a:lnTo>
                <a:lnTo>
                  <a:pt x="23355" y="10655"/>
                </a:lnTo>
                <a:lnTo>
                  <a:pt x="23355" y="11671"/>
                </a:lnTo>
                <a:lnTo>
                  <a:pt x="23114" y="11671"/>
                </a:lnTo>
                <a:lnTo>
                  <a:pt x="23126" y="11544"/>
                </a:lnTo>
                <a:lnTo>
                  <a:pt x="23241" y="11036"/>
                </a:lnTo>
                <a:lnTo>
                  <a:pt x="23355" y="11671"/>
                </a:lnTo>
                <a:lnTo>
                  <a:pt x="23355" y="10655"/>
                </a:lnTo>
                <a:lnTo>
                  <a:pt x="22860" y="10655"/>
                </a:lnTo>
                <a:lnTo>
                  <a:pt x="22872" y="10782"/>
                </a:lnTo>
                <a:lnTo>
                  <a:pt x="22466" y="10655"/>
                </a:lnTo>
                <a:lnTo>
                  <a:pt x="22809" y="10909"/>
                </a:lnTo>
                <a:lnTo>
                  <a:pt x="22885" y="11290"/>
                </a:lnTo>
                <a:lnTo>
                  <a:pt x="22987" y="11544"/>
                </a:lnTo>
                <a:lnTo>
                  <a:pt x="22606" y="11544"/>
                </a:lnTo>
                <a:lnTo>
                  <a:pt x="22237" y="11417"/>
                </a:lnTo>
                <a:lnTo>
                  <a:pt x="22313" y="11544"/>
                </a:lnTo>
                <a:lnTo>
                  <a:pt x="22161" y="11544"/>
                </a:lnTo>
                <a:lnTo>
                  <a:pt x="22047" y="11417"/>
                </a:lnTo>
                <a:lnTo>
                  <a:pt x="21805" y="11417"/>
                </a:lnTo>
                <a:lnTo>
                  <a:pt x="21463" y="11290"/>
                </a:lnTo>
                <a:lnTo>
                  <a:pt x="20891" y="10909"/>
                </a:lnTo>
                <a:lnTo>
                  <a:pt x="20485" y="10909"/>
                </a:lnTo>
                <a:lnTo>
                  <a:pt x="20434" y="10655"/>
                </a:lnTo>
                <a:lnTo>
                  <a:pt x="10693" y="10655"/>
                </a:lnTo>
                <a:lnTo>
                  <a:pt x="10693" y="13322"/>
                </a:lnTo>
                <a:lnTo>
                  <a:pt x="10617" y="13576"/>
                </a:lnTo>
                <a:lnTo>
                  <a:pt x="10617" y="13449"/>
                </a:lnTo>
                <a:lnTo>
                  <a:pt x="10617" y="13322"/>
                </a:lnTo>
                <a:lnTo>
                  <a:pt x="10693" y="10655"/>
                </a:lnTo>
                <a:lnTo>
                  <a:pt x="10033" y="10655"/>
                </a:lnTo>
                <a:lnTo>
                  <a:pt x="10033" y="13449"/>
                </a:lnTo>
                <a:lnTo>
                  <a:pt x="9944" y="13703"/>
                </a:lnTo>
                <a:lnTo>
                  <a:pt x="9944" y="13449"/>
                </a:lnTo>
                <a:lnTo>
                  <a:pt x="10033" y="10655"/>
                </a:lnTo>
                <a:lnTo>
                  <a:pt x="6515" y="10655"/>
                </a:lnTo>
                <a:lnTo>
                  <a:pt x="6159" y="10655"/>
                </a:lnTo>
                <a:lnTo>
                  <a:pt x="6184" y="10782"/>
                </a:lnTo>
                <a:lnTo>
                  <a:pt x="6959" y="10782"/>
                </a:lnTo>
                <a:lnTo>
                  <a:pt x="7073" y="10909"/>
                </a:lnTo>
                <a:lnTo>
                  <a:pt x="7188" y="11036"/>
                </a:lnTo>
                <a:lnTo>
                  <a:pt x="7569" y="11036"/>
                </a:lnTo>
                <a:lnTo>
                  <a:pt x="7683" y="11163"/>
                </a:lnTo>
                <a:lnTo>
                  <a:pt x="7785" y="11290"/>
                </a:lnTo>
                <a:lnTo>
                  <a:pt x="7975" y="11290"/>
                </a:lnTo>
                <a:lnTo>
                  <a:pt x="8064" y="11417"/>
                </a:lnTo>
                <a:lnTo>
                  <a:pt x="8140" y="11544"/>
                </a:lnTo>
                <a:lnTo>
                  <a:pt x="8318" y="11417"/>
                </a:lnTo>
                <a:lnTo>
                  <a:pt x="8343" y="11544"/>
                </a:lnTo>
                <a:lnTo>
                  <a:pt x="8661" y="11798"/>
                </a:lnTo>
                <a:lnTo>
                  <a:pt x="9042" y="11925"/>
                </a:lnTo>
                <a:lnTo>
                  <a:pt x="8813" y="11798"/>
                </a:lnTo>
                <a:lnTo>
                  <a:pt x="9093" y="11925"/>
                </a:lnTo>
                <a:lnTo>
                  <a:pt x="9296" y="11925"/>
                </a:lnTo>
                <a:lnTo>
                  <a:pt x="9359" y="12052"/>
                </a:lnTo>
                <a:lnTo>
                  <a:pt x="10020" y="12560"/>
                </a:lnTo>
                <a:lnTo>
                  <a:pt x="9791" y="12560"/>
                </a:lnTo>
                <a:lnTo>
                  <a:pt x="9791" y="12941"/>
                </a:lnTo>
                <a:lnTo>
                  <a:pt x="8191" y="12814"/>
                </a:lnTo>
                <a:lnTo>
                  <a:pt x="6515" y="14084"/>
                </a:lnTo>
                <a:lnTo>
                  <a:pt x="6591" y="14592"/>
                </a:lnTo>
                <a:lnTo>
                  <a:pt x="7289" y="15735"/>
                </a:lnTo>
                <a:lnTo>
                  <a:pt x="7607" y="15862"/>
                </a:lnTo>
                <a:lnTo>
                  <a:pt x="7327" y="15862"/>
                </a:lnTo>
                <a:lnTo>
                  <a:pt x="7531" y="15989"/>
                </a:lnTo>
                <a:lnTo>
                  <a:pt x="8039" y="16116"/>
                </a:lnTo>
                <a:lnTo>
                  <a:pt x="8128" y="15989"/>
                </a:lnTo>
                <a:lnTo>
                  <a:pt x="7924" y="15862"/>
                </a:lnTo>
                <a:lnTo>
                  <a:pt x="7975" y="15227"/>
                </a:lnTo>
                <a:lnTo>
                  <a:pt x="7988" y="15100"/>
                </a:lnTo>
                <a:lnTo>
                  <a:pt x="7810" y="15227"/>
                </a:lnTo>
                <a:lnTo>
                  <a:pt x="7734" y="14973"/>
                </a:lnTo>
                <a:lnTo>
                  <a:pt x="7632" y="14592"/>
                </a:lnTo>
                <a:lnTo>
                  <a:pt x="7505" y="14084"/>
                </a:lnTo>
                <a:lnTo>
                  <a:pt x="8039" y="13703"/>
                </a:lnTo>
                <a:lnTo>
                  <a:pt x="8610" y="13449"/>
                </a:lnTo>
                <a:lnTo>
                  <a:pt x="8648" y="13322"/>
                </a:lnTo>
                <a:lnTo>
                  <a:pt x="9118" y="13322"/>
                </a:lnTo>
                <a:lnTo>
                  <a:pt x="9131" y="14338"/>
                </a:lnTo>
                <a:lnTo>
                  <a:pt x="9245" y="15227"/>
                </a:lnTo>
                <a:lnTo>
                  <a:pt x="9779" y="15227"/>
                </a:lnTo>
                <a:lnTo>
                  <a:pt x="9398" y="14846"/>
                </a:lnTo>
                <a:lnTo>
                  <a:pt x="9525" y="14846"/>
                </a:lnTo>
                <a:lnTo>
                  <a:pt x="9525" y="14465"/>
                </a:lnTo>
                <a:lnTo>
                  <a:pt x="9563" y="14592"/>
                </a:lnTo>
                <a:lnTo>
                  <a:pt x="9664" y="14973"/>
                </a:lnTo>
                <a:lnTo>
                  <a:pt x="9779" y="14846"/>
                </a:lnTo>
                <a:lnTo>
                  <a:pt x="9817" y="14592"/>
                </a:lnTo>
                <a:lnTo>
                  <a:pt x="10147" y="14846"/>
                </a:lnTo>
                <a:lnTo>
                  <a:pt x="10134" y="14592"/>
                </a:lnTo>
                <a:lnTo>
                  <a:pt x="10121" y="14465"/>
                </a:lnTo>
                <a:lnTo>
                  <a:pt x="10261" y="14592"/>
                </a:lnTo>
                <a:lnTo>
                  <a:pt x="10287" y="14338"/>
                </a:lnTo>
                <a:lnTo>
                  <a:pt x="10566" y="14338"/>
                </a:lnTo>
                <a:lnTo>
                  <a:pt x="10566" y="14211"/>
                </a:lnTo>
                <a:lnTo>
                  <a:pt x="10160" y="14211"/>
                </a:lnTo>
                <a:lnTo>
                  <a:pt x="10109" y="14084"/>
                </a:lnTo>
                <a:lnTo>
                  <a:pt x="10553" y="14084"/>
                </a:lnTo>
                <a:lnTo>
                  <a:pt x="10655" y="13830"/>
                </a:lnTo>
                <a:lnTo>
                  <a:pt x="10693" y="13703"/>
                </a:lnTo>
                <a:lnTo>
                  <a:pt x="10731" y="13830"/>
                </a:lnTo>
                <a:lnTo>
                  <a:pt x="10883" y="13703"/>
                </a:lnTo>
                <a:lnTo>
                  <a:pt x="10909" y="13576"/>
                </a:lnTo>
                <a:lnTo>
                  <a:pt x="10934" y="13322"/>
                </a:lnTo>
                <a:lnTo>
                  <a:pt x="10998" y="13576"/>
                </a:lnTo>
                <a:lnTo>
                  <a:pt x="11163" y="13576"/>
                </a:lnTo>
                <a:lnTo>
                  <a:pt x="11176" y="14084"/>
                </a:lnTo>
                <a:lnTo>
                  <a:pt x="12509" y="14084"/>
                </a:lnTo>
                <a:lnTo>
                  <a:pt x="12420" y="13957"/>
                </a:lnTo>
                <a:lnTo>
                  <a:pt x="12344" y="13830"/>
                </a:lnTo>
                <a:lnTo>
                  <a:pt x="12230" y="13576"/>
                </a:lnTo>
                <a:lnTo>
                  <a:pt x="12204" y="13449"/>
                </a:lnTo>
                <a:lnTo>
                  <a:pt x="12179" y="13322"/>
                </a:lnTo>
                <a:lnTo>
                  <a:pt x="11899" y="13068"/>
                </a:lnTo>
                <a:lnTo>
                  <a:pt x="11823" y="13195"/>
                </a:lnTo>
                <a:lnTo>
                  <a:pt x="11734" y="13322"/>
                </a:lnTo>
                <a:lnTo>
                  <a:pt x="11328" y="13195"/>
                </a:lnTo>
                <a:lnTo>
                  <a:pt x="11226" y="13449"/>
                </a:lnTo>
                <a:lnTo>
                  <a:pt x="11252" y="13322"/>
                </a:lnTo>
                <a:lnTo>
                  <a:pt x="11290" y="13068"/>
                </a:lnTo>
                <a:lnTo>
                  <a:pt x="11442" y="12941"/>
                </a:lnTo>
                <a:lnTo>
                  <a:pt x="11531" y="12814"/>
                </a:lnTo>
                <a:lnTo>
                  <a:pt x="11633" y="12687"/>
                </a:lnTo>
                <a:lnTo>
                  <a:pt x="11722" y="12560"/>
                </a:lnTo>
                <a:lnTo>
                  <a:pt x="12039" y="12560"/>
                </a:lnTo>
                <a:lnTo>
                  <a:pt x="12153" y="12179"/>
                </a:lnTo>
                <a:lnTo>
                  <a:pt x="13335" y="12179"/>
                </a:lnTo>
                <a:lnTo>
                  <a:pt x="13385" y="12052"/>
                </a:lnTo>
                <a:lnTo>
                  <a:pt x="13398" y="12179"/>
                </a:lnTo>
                <a:lnTo>
                  <a:pt x="13398" y="12560"/>
                </a:lnTo>
                <a:lnTo>
                  <a:pt x="13309" y="12687"/>
                </a:lnTo>
                <a:lnTo>
                  <a:pt x="13169" y="12687"/>
                </a:lnTo>
                <a:lnTo>
                  <a:pt x="13195" y="12560"/>
                </a:lnTo>
                <a:lnTo>
                  <a:pt x="13398" y="12560"/>
                </a:lnTo>
                <a:lnTo>
                  <a:pt x="13398" y="12179"/>
                </a:lnTo>
                <a:lnTo>
                  <a:pt x="13246" y="12306"/>
                </a:lnTo>
                <a:lnTo>
                  <a:pt x="12585" y="12306"/>
                </a:lnTo>
                <a:lnTo>
                  <a:pt x="13195" y="12509"/>
                </a:lnTo>
                <a:lnTo>
                  <a:pt x="13004" y="12560"/>
                </a:lnTo>
                <a:lnTo>
                  <a:pt x="13017" y="12687"/>
                </a:lnTo>
                <a:lnTo>
                  <a:pt x="13131" y="13576"/>
                </a:lnTo>
                <a:lnTo>
                  <a:pt x="12979" y="13576"/>
                </a:lnTo>
                <a:lnTo>
                  <a:pt x="12877" y="13703"/>
                </a:lnTo>
                <a:lnTo>
                  <a:pt x="12814" y="13449"/>
                </a:lnTo>
                <a:lnTo>
                  <a:pt x="12750" y="13322"/>
                </a:lnTo>
                <a:lnTo>
                  <a:pt x="12611" y="13195"/>
                </a:lnTo>
                <a:lnTo>
                  <a:pt x="12623" y="14084"/>
                </a:lnTo>
                <a:lnTo>
                  <a:pt x="14465" y="14084"/>
                </a:lnTo>
                <a:lnTo>
                  <a:pt x="14427" y="13957"/>
                </a:lnTo>
                <a:lnTo>
                  <a:pt x="15290" y="13957"/>
                </a:lnTo>
                <a:lnTo>
                  <a:pt x="15570" y="13830"/>
                </a:lnTo>
                <a:lnTo>
                  <a:pt x="16294" y="13830"/>
                </a:lnTo>
                <a:lnTo>
                  <a:pt x="16294" y="13957"/>
                </a:lnTo>
                <a:lnTo>
                  <a:pt x="16738" y="13957"/>
                </a:lnTo>
                <a:lnTo>
                  <a:pt x="16510" y="13830"/>
                </a:lnTo>
                <a:lnTo>
                  <a:pt x="16510" y="13703"/>
                </a:lnTo>
                <a:lnTo>
                  <a:pt x="16510" y="13576"/>
                </a:lnTo>
                <a:lnTo>
                  <a:pt x="16090" y="13576"/>
                </a:lnTo>
                <a:lnTo>
                  <a:pt x="15963" y="13703"/>
                </a:lnTo>
                <a:lnTo>
                  <a:pt x="15709" y="13576"/>
                </a:lnTo>
                <a:lnTo>
                  <a:pt x="13462" y="13576"/>
                </a:lnTo>
                <a:lnTo>
                  <a:pt x="13576" y="13195"/>
                </a:lnTo>
                <a:lnTo>
                  <a:pt x="13677" y="12687"/>
                </a:lnTo>
                <a:lnTo>
                  <a:pt x="13601" y="12560"/>
                </a:lnTo>
                <a:lnTo>
                  <a:pt x="13423" y="12560"/>
                </a:lnTo>
                <a:lnTo>
                  <a:pt x="13423" y="12306"/>
                </a:lnTo>
                <a:lnTo>
                  <a:pt x="13843" y="12306"/>
                </a:lnTo>
                <a:lnTo>
                  <a:pt x="13627" y="12179"/>
                </a:lnTo>
                <a:lnTo>
                  <a:pt x="20701" y="12179"/>
                </a:lnTo>
                <a:lnTo>
                  <a:pt x="20675" y="12306"/>
                </a:lnTo>
                <a:lnTo>
                  <a:pt x="20916" y="12306"/>
                </a:lnTo>
                <a:lnTo>
                  <a:pt x="21793" y="12306"/>
                </a:lnTo>
                <a:lnTo>
                  <a:pt x="21805" y="12179"/>
                </a:lnTo>
                <a:lnTo>
                  <a:pt x="20916" y="12179"/>
                </a:lnTo>
                <a:lnTo>
                  <a:pt x="20853" y="12052"/>
                </a:lnTo>
                <a:lnTo>
                  <a:pt x="21031" y="11798"/>
                </a:lnTo>
                <a:lnTo>
                  <a:pt x="21145" y="11671"/>
                </a:lnTo>
                <a:lnTo>
                  <a:pt x="21691" y="11671"/>
                </a:lnTo>
                <a:lnTo>
                  <a:pt x="21805" y="12179"/>
                </a:lnTo>
                <a:lnTo>
                  <a:pt x="21932" y="12179"/>
                </a:lnTo>
                <a:lnTo>
                  <a:pt x="22491" y="12052"/>
                </a:lnTo>
                <a:lnTo>
                  <a:pt x="22707" y="12179"/>
                </a:lnTo>
                <a:lnTo>
                  <a:pt x="22898" y="12179"/>
                </a:lnTo>
                <a:lnTo>
                  <a:pt x="22987" y="12052"/>
                </a:lnTo>
                <a:lnTo>
                  <a:pt x="23495" y="12052"/>
                </a:lnTo>
                <a:lnTo>
                  <a:pt x="23812" y="11925"/>
                </a:lnTo>
                <a:lnTo>
                  <a:pt x="23863" y="11798"/>
                </a:lnTo>
                <a:lnTo>
                  <a:pt x="24155" y="11798"/>
                </a:lnTo>
                <a:lnTo>
                  <a:pt x="24472" y="11925"/>
                </a:lnTo>
                <a:lnTo>
                  <a:pt x="24498" y="12052"/>
                </a:lnTo>
                <a:lnTo>
                  <a:pt x="24650" y="12179"/>
                </a:lnTo>
                <a:lnTo>
                  <a:pt x="25069" y="12179"/>
                </a:lnTo>
                <a:lnTo>
                  <a:pt x="25057" y="12306"/>
                </a:lnTo>
                <a:lnTo>
                  <a:pt x="25641" y="12306"/>
                </a:lnTo>
                <a:lnTo>
                  <a:pt x="25577" y="12179"/>
                </a:lnTo>
                <a:lnTo>
                  <a:pt x="25958" y="12179"/>
                </a:lnTo>
                <a:lnTo>
                  <a:pt x="25958" y="12052"/>
                </a:lnTo>
                <a:lnTo>
                  <a:pt x="26136" y="11925"/>
                </a:lnTo>
                <a:lnTo>
                  <a:pt x="26212" y="11798"/>
                </a:lnTo>
                <a:lnTo>
                  <a:pt x="26593" y="11925"/>
                </a:lnTo>
                <a:lnTo>
                  <a:pt x="26593" y="12179"/>
                </a:lnTo>
                <a:lnTo>
                  <a:pt x="28232" y="12179"/>
                </a:lnTo>
                <a:close/>
              </a:path>
              <a:path w="31750" h="30480">
                <a:moveTo>
                  <a:pt x="28232" y="7099"/>
                </a:moveTo>
                <a:lnTo>
                  <a:pt x="28016" y="7099"/>
                </a:lnTo>
                <a:lnTo>
                  <a:pt x="27901" y="7353"/>
                </a:lnTo>
                <a:lnTo>
                  <a:pt x="28219" y="7353"/>
                </a:lnTo>
                <a:lnTo>
                  <a:pt x="28232" y="7099"/>
                </a:lnTo>
                <a:close/>
              </a:path>
              <a:path w="31750" h="30480">
                <a:moveTo>
                  <a:pt x="28257" y="5829"/>
                </a:moveTo>
                <a:lnTo>
                  <a:pt x="28016" y="5702"/>
                </a:lnTo>
                <a:lnTo>
                  <a:pt x="27990" y="5829"/>
                </a:lnTo>
                <a:lnTo>
                  <a:pt x="27863" y="5829"/>
                </a:lnTo>
                <a:lnTo>
                  <a:pt x="26047" y="5829"/>
                </a:lnTo>
                <a:lnTo>
                  <a:pt x="25552" y="6210"/>
                </a:lnTo>
                <a:lnTo>
                  <a:pt x="25463" y="6718"/>
                </a:lnTo>
                <a:lnTo>
                  <a:pt x="25247" y="6845"/>
                </a:lnTo>
                <a:lnTo>
                  <a:pt x="25120" y="6972"/>
                </a:lnTo>
                <a:lnTo>
                  <a:pt x="25069" y="7099"/>
                </a:lnTo>
                <a:lnTo>
                  <a:pt x="24968" y="7353"/>
                </a:lnTo>
                <a:lnTo>
                  <a:pt x="25539" y="7353"/>
                </a:lnTo>
                <a:lnTo>
                  <a:pt x="25450" y="7226"/>
                </a:lnTo>
                <a:lnTo>
                  <a:pt x="25361" y="7099"/>
                </a:lnTo>
                <a:lnTo>
                  <a:pt x="28016" y="7099"/>
                </a:lnTo>
                <a:lnTo>
                  <a:pt x="28130" y="6718"/>
                </a:lnTo>
                <a:lnTo>
                  <a:pt x="28130" y="6591"/>
                </a:lnTo>
                <a:lnTo>
                  <a:pt x="28117" y="5956"/>
                </a:lnTo>
                <a:lnTo>
                  <a:pt x="28003" y="5829"/>
                </a:lnTo>
                <a:lnTo>
                  <a:pt x="28257" y="5829"/>
                </a:lnTo>
                <a:close/>
              </a:path>
              <a:path w="31750" h="30480">
                <a:moveTo>
                  <a:pt x="28397" y="11417"/>
                </a:moveTo>
                <a:lnTo>
                  <a:pt x="28282" y="11163"/>
                </a:lnTo>
                <a:lnTo>
                  <a:pt x="28232" y="11036"/>
                </a:lnTo>
                <a:lnTo>
                  <a:pt x="28143" y="11417"/>
                </a:lnTo>
                <a:lnTo>
                  <a:pt x="28397" y="11417"/>
                </a:lnTo>
                <a:close/>
              </a:path>
              <a:path w="31750" h="30480">
                <a:moveTo>
                  <a:pt x="28448" y="11544"/>
                </a:moveTo>
                <a:lnTo>
                  <a:pt x="28270" y="11544"/>
                </a:lnTo>
                <a:lnTo>
                  <a:pt x="28409" y="11671"/>
                </a:lnTo>
                <a:lnTo>
                  <a:pt x="28448" y="11544"/>
                </a:lnTo>
                <a:close/>
              </a:path>
              <a:path w="31750" h="30480">
                <a:moveTo>
                  <a:pt x="28473" y="6921"/>
                </a:moveTo>
                <a:lnTo>
                  <a:pt x="28232" y="7099"/>
                </a:lnTo>
                <a:lnTo>
                  <a:pt x="28422" y="7099"/>
                </a:lnTo>
                <a:lnTo>
                  <a:pt x="28473" y="6921"/>
                </a:lnTo>
                <a:close/>
              </a:path>
              <a:path w="31750" h="30480">
                <a:moveTo>
                  <a:pt x="28727" y="22860"/>
                </a:moveTo>
                <a:lnTo>
                  <a:pt x="28511" y="22809"/>
                </a:lnTo>
                <a:lnTo>
                  <a:pt x="28270" y="22783"/>
                </a:lnTo>
                <a:lnTo>
                  <a:pt x="28206" y="22593"/>
                </a:lnTo>
                <a:lnTo>
                  <a:pt x="28219" y="22860"/>
                </a:lnTo>
                <a:lnTo>
                  <a:pt x="28562" y="22948"/>
                </a:lnTo>
                <a:lnTo>
                  <a:pt x="28727" y="22860"/>
                </a:lnTo>
                <a:close/>
              </a:path>
              <a:path w="31750" h="30480">
                <a:moveTo>
                  <a:pt x="28841" y="4305"/>
                </a:moveTo>
                <a:lnTo>
                  <a:pt x="27597" y="4051"/>
                </a:lnTo>
                <a:lnTo>
                  <a:pt x="26263" y="4051"/>
                </a:lnTo>
                <a:lnTo>
                  <a:pt x="26174" y="4559"/>
                </a:lnTo>
                <a:lnTo>
                  <a:pt x="28587" y="4559"/>
                </a:lnTo>
                <a:lnTo>
                  <a:pt x="28651" y="4305"/>
                </a:lnTo>
                <a:lnTo>
                  <a:pt x="28841" y="4305"/>
                </a:lnTo>
                <a:close/>
              </a:path>
              <a:path w="31750" h="30480">
                <a:moveTo>
                  <a:pt x="28879" y="12179"/>
                </a:moveTo>
                <a:lnTo>
                  <a:pt x="28473" y="11925"/>
                </a:lnTo>
                <a:lnTo>
                  <a:pt x="28422" y="11798"/>
                </a:lnTo>
                <a:lnTo>
                  <a:pt x="28333" y="11671"/>
                </a:lnTo>
                <a:lnTo>
                  <a:pt x="28244" y="11544"/>
                </a:lnTo>
                <a:lnTo>
                  <a:pt x="27736" y="11544"/>
                </a:lnTo>
                <a:lnTo>
                  <a:pt x="28003" y="11671"/>
                </a:lnTo>
                <a:lnTo>
                  <a:pt x="28054" y="11798"/>
                </a:lnTo>
                <a:lnTo>
                  <a:pt x="28143" y="12052"/>
                </a:lnTo>
                <a:lnTo>
                  <a:pt x="28282" y="12179"/>
                </a:lnTo>
                <a:lnTo>
                  <a:pt x="28879" y="12179"/>
                </a:lnTo>
                <a:close/>
              </a:path>
              <a:path w="31750" h="30480">
                <a:moveTo>
                  <a:pt x="28943" y="12560"/>
                </a:moveTo>
                <a:lnTo>
                  <a:pt x="28676" y="12560"/>
                </a:lnTo>
                <a:lnTo>
                  <a:pt x="28752" y="12687"/>
                </a:lnTo>
                <a:lnTo>
                  <a:pt x="28841" y="12814"/>
                </a:lnTo>
                <a:lnTo>
                  <a:pt x="28943" y="12560"/>
                </a:lnTo>
                <a:close/>
              </a:path>
              <a:path w="31750" h="30480">
                <a:moveTo>
                  <a:pt x="28981" y="13449"/>
                </a:moveTo>
                <a:lnTo>
                  <a:pt x="28054" y="13449"/>
                </a:lnTo>
                <a:lnTo>
                  <a:pt x="27927" y="13576"/>
                </a:lnTo>
                <a:lnTo>
                  <a:pt x="28981" y="13576"/>
                </a:lnTo>
                <a:lnTo>
                  <a:pt x="28981" y="13449"/>
                </a:lnTo>
                <a:close/>
              </a:path>
              <a:path w="31750" h="30480">
                <a:moveTo>
                  <a:pt x="29006" y="13830"/>
                </a:moveTo>
                <a:lnTo>
                  <a:pt x="27927" y="13830"/>
                </a:lnTo>
                <a:lnTo>
                  <a:pt x="27927" y="14211"/>
                </a:lnTo>
                <a:lnTo>
                  <a:pt x="28968" y="14211"/>
                </a:lnTo>
                <a:lnTo>
                  <a:pt x="29006" y="13830"/>
                </a:lnTo>
                <a:close/>
              </a:path>
              <a:path w="31750" h="30480">
                <a:moveTo>
                  <a:pt x="29019" y="14592"/>
                </a:moveTo>
                <a:lnTo>
                  <a:pt x="29006" y="14338"/>
                </a:lnTo>
                <a:lnTo>
                  <a:pt x="28854" y="14465"/>
                </a:lnTo>
                <a:lnTo>
                  <a:pt x="28740" y="14592"/>
                </a:lnTo>
                <a:lnTo>
                  <a:pt x="28638" y="14719"/>
                </a:lnTo>
                <a:lnTo>
                  <a:pt x="28549" y="14973"/>
                </a:lnTo>
                <a:lnTo>
                  <a:pt x="28765" y="14846"/>
                </a:lnTo>
                <a:lnTo>
                  <a:pt x="29019" y="14592"/>
                </a:lnTo>
                <a:close/>
              </a:path>
              <a:path w="31750" h="30480">
                <a:moveTo>
                  <a:pt x="29057" y="12052"/>
                </a:moveTo>
                <a:lnTo>
                  <a:pt x="28879" y="12179"/>
                </a:lnTo>
                <a:lnTo>
                  <a:pt x="29057" y="12179"/>
                </a:lnTo>
                <a:lnTo>
                  <a:pt x="29057" y="12052"/>
                </a:lnTo>
                <a:close/>
              </a:path>
              <a:path w="31750" h="30480">
                <a:moveTo>
                  <a:pt x="29070" y="12306"/>
                </a:moveTo>
                <a:lnTo>
                  <a:pt x="26593" y="12306"/>
                </a:lnTo>
                <a:lnTo>
                  <a:pt x="26593" y="13449"/>
                </a:lnTo>
                <a:lnTo>
                  <a:pt x="26847" y="13449"/>
                </a:lnTo>
                <a:lnTo>
                  <a:pt x="26962" y="12687"/>
                </a:lnTo>
                <a:lnTo>
                  <a:pt x="27000" y="12560"/>
                </a:lnTo>
                <a:lnTo>
                  <a:pt x="27152" y="12560"/>
                </a:lnTo>
                <a:lnTo>
                  <a:pt x="27152" y="12814"/>
                </a:lnTo>
                <a:lnTo>
                  <a:pt x="27343" y="12814"/>
                </a:lnTo>
                <a:lnTo>
                  <a:pt x="27305" y="13195"/>
                </a:lnTo>
                <a:lnTo>
                  <a:pt x="27508" y="13322"/>
                </a:lnTo>
                <a:lnTo>
                  <a:pt x="27597" y="13449"/>
                </a:lnTo>
                <a:lnTo>
                  <a:pt x="27762" y="13449"/>
                </a:lnTo>
                <a:lnTo>
                  <a:pt x="28054" y="13449"/>
                </a:lnTo>
                <a:lnTo>
                  <a:pt x="28308" y="13195"/>
                </a:lnTo>
                <a:lnTo>
                  <a:pt x="28244" y="12941"/>
                </a:lnTo>
                <a:lnTo>
                  <a:pt x="28562" y="12814"/>
                </a:lnTo>
                <a:lnTo>
                  <a:pt x="28244" y="12814"/>
                </a:lnTo>
                <a:lnTo>
                  <a:pt x="28295" y="12687"/>
                </a:lnTo>
                <a:lnTo>
                  <a:pt x="28498" y="12687"/>
                </a:lnTo>
                <a:lnTo>
                  <a:pt x="28498" y="12560"/>
                </a:lnTo>
                <a:lnTo>
                  <a:pt x="29070" y="12306"/>
                </a:lnTo>
                <a:close/>
              </a:path>
              <a:path w="31750" h="30480">
                <a:moveTo>
                  <a:pt x="29159" y="11417"/>
                </a:moveTo>
                <a:lnTo>
                  <a:pt x="28397" y="11417"/>
                </a:lnTo>
                <a:lnTo>
                  <a:pt x="28448" y="11544"/>
                </a:lnTo>
                <a:lnTo>
                  <a:pt x="29146" y="11544"/>
                </a:lnTo>
                <a:lnTo>
                  <a:pt x="29159" y="11417"/>
                </a:lnTo>
                <a:close/>
              </a:path>
              <a:path w="31750" h="30480">
                <a:moveTo>
                  <a:pt x="29349" y="27139"/>
                </a:moveTo>
                <a:lnTo>
                  <a:pt x="29298" y="26797"/>
                </a:lnTo>
                <a:lnTo>
                  <a:pt x="29324" y="27241"/>
                </a:lnTo>
                <a:lnTo>
                  <a:pt x="29273" y="27851"/>
                </a:lnTo>
                <a:lnTo>
                  <a:pt x="29324" y="28219"/>
                </a:lnTo>
                <a:lnTo>
                  <a:pt x="29311" y="27762"/>
                </a:lnTo>
                <a:lnTo>
                  <a:pt x="29349" y="27139"/>
                </a:lnTo>
                <a:close/>
              </a:path>
              <a:path w="31750" h="30480">
                <a:moveTo>
                  <a:pt x="29400" y="11417"/>
                </a:moveTo>
                <a:lnTo>
                  <a:pt x="29311" y="11290"/>
                </a:lnTo>
                <a:lnTo>
                  <a:pt x="29159" y="11290"/>
                </a:lnTo>
                <a:lnTo>
                  <a:pt x="29159" y="11417"/>
                </a:lnTo>
                <a:lnTo>
                  <a:pt x="29400" y="11417"/>
                </a:lnTo>
                <a:close/>
              </a:path>
              <a:path w="31750" h="30480">
                <a:moveTo>
                  <a:pt x="29464" y="5448"/>
                </a:moveTo>
                <a:lnTo>
                  <a:pt x="29438" y="5321"/>
                </a:lnTo>
                <a:lnTo>
                  <a:pt x="29210" y="5321"/>
                </a:lnTo>
                <a:lnTo>
                  <a:pt x="29171" y="5194"/>
                </a:lnTo>
                <a:lnTo>
                  <a:pt x="29070" y="5067"/>
                </a:lnTo>
                <a:lnTo>
                  <a:pt x="28956" y="4940"/>
                </a:lnTo>
                <a:lnTo>
                  <a:pt x="28841" y="4813"/>
                </a:lnTo>
                <a:lnTo>
                  <a:pt x="26136" y="4813"/>
                </a:lnTo>
                <a:lnTo>
                  <a:pt x="26098" y="5067"/>
                </a:lnTo>
                <a:lnTo>
                  <a:pt x="19951" y="5067"/>
                </a:lnTo>
                <a:lnTo>
                  <a:pt x="19913" y="5194"/>
                </a:lnTo>
                <a:lnTo>
                  <a:pt x="26441" y="5194"/>
                </a:lnTo>
                <a:lnTo>
                  <a:pt x="26390" y="5067"/>
                </a:lnTo>
                <a:lnTo>
                  <a:pt x="26733" y="5067"/>
                </a:lnTo>
                <a:lnTo>
                  <a:pt x="26568" y="5194"/>
                </a:lnTo>
                <a:lnTo>
                  <a:pt x="26441" y="5194"/>
                </a:lnTo>
                <a:lnTo>
                  <a:pt x="26492" y="5321"/>
                </a:lnTo>
                <a:lnTo>
                  <a:pt x="26746" y="5194"/>
                </a:lnTo>
                <a:lnTo>
                  <a:pt x="27012" y="5194"/>
                </a:lnTo>
                <a:lnTo>
                  <a:pt x="27089" y="5067"/>
                </a:lnTo>
                <a:lnTo>
                  <a:pt x="26860" y="4940"/>
                </a:lnTo>
                <a:lnTo>
                  <a:pt x="27368" y="5067"/>
                </a:lnTo>
                <a:lnTo>
                  <a:pt x="27343" y="5194"/>
                </a:lnTo>
                <a:lnTo>
                  <a:pt x="27343" y="5575"/>
                </a:lnTo>
                <a:lnTo>
                  <a:pt x="27152" y="5575"/>
                </a:lnTo>
                <a:lnTo>
                  <a:pt x="27305" y="5448"/>
                </a:lnTo>
                <a:lnTo>
                  <a:pt x="27343" y="5575"/>
                </a:lnTo>
                <a:lnTo>
                  <a:pt x="27343" y="5194"/>
                </a:lnTo>
                <a:lnTo>
                  <a:pt x="27317" y="5321"/>
                </a:lnTo>
                <a:lnTo>
                  <a:pt x="26962" y="5321"/>
                </a:lnTo>
                <a:lnTo>
                  <a:pt x="26962" y="5448"/>
                </a:lnTo>
                <a:lnTo>
                  <a:pt x="26809" y="5448"/>
                </a:lnTo>
                <a:lnTo>
                  <a:pt x="26860" y="5702"/>
                </a:lnTo>
                <a:lnTo>
                  <a:pt x="27787" y="5702"/>
                </a:lnTo>
                <a:lnTo>
                  <a:pt x="27813" y="5575"/>
                </a:lnTo>
                <a:lnTo>
                  <a:pt x="27838" y="5448"/>
                </a:lnTo>
                <a:lnTo>
                  <a:pt x="29464" y="5448"/>
                </a:lnTo>
                <a:close/>
              </a:path>
              <a:path w="31750" h="30480">
                <a:moveTo>
                  <a:pt x="29476" y="11544"/>
                </a:moveTo>
                <a:lnTo>
                  <a:pt x="29146" y="11544"/>
                </a:lnTo>
                <a:lnTo>
                  <a:pt x="29248" y="11671"/>
                </a:lnTo>
                <a:lnTo>
                  <a:pt x="29337" y="11798"/>
                </a:lnTo>
                <a:lnTo>
                  <a:pt x="29425" y="11925"/>
                </a:lnTo>
                <a:lnTo>
                  <a:pt x="29476" y="11544"/>
                </a:lnTo>
                <a:close/>
              </a:path>
              <a:path w="31750" h="30480">
                <a:moveTo>
                  <a:pt x="29502" y="12179"/>
                </a:moveTo>
                <a:lnTo>
                  <a:pt x="29489" y="11925"/>
                </a:lnTo>
                <a:lnTo>
                  <a:pt x="29095" y="12052"/>
                </a:lnTo>
                <a:lnTo>
                  <a:pt x="29235" y="12052"/>
                </a:lnTo>
                <a:lnTo>
                  <a:pt x="29057" y="12179"/>
                </a:lnTo>
                <a:lnTo>
                  <a:pt x="29502" y="12179"/>
                </a:lnTo>
                <a:close/>
              </a:path>
              <a:path w="31750" h="30480">
                <a:moveTo>
                  <a:pt x="29514" y="5702"/>
                </a:moveTo>
                <a:lnTo>
                  <a:pt x="29489" y="5575"/>
                </a:lnTo>
                <a:lnTo>
                  <a:pt x="27952" y="5575"/>
                </a:lnTo>
                <a:lnTo>
                  <a:pt x="27787" y="5702"/>
                </a:lnTo>
                <a:lnTo>
                  <a:pt x="28016" y="5702"/>
                </a:lnTo>
                <a:lnTo>
                  <a:pt x="29514" y="5702"/>
                </a:lnTo>
                <a:close/>
              </a:path>
              <a:path w="31750" h="30480">
                <a:moveTo>
                  <a:pt x="29552" y="23202"/>
                </a:moveTo>
                <a:lnTo>
                  <a:pt x="29387" y="23101"/>
                </a:lnTo>
                <a:lnTo>
                  <a:pt x="29552" y="23202"/>
                </a:lnTo>
                <a:close/>
              </a:path>
              <a:path w="31750" h="30480">
                <a:moveTo>
                  <a:pt x="29552" y="5956"/>
                </a:moveTo>
                <a:lnTo>
                  <a:pt x="29540" y="5829"/>
                </a:lnTo>
                <a:lnTo>
                  <a:pt x="28257" y="5829"/>
                </a:lnTo>
                <a:lnTo>
                  <a:pt x="28308" y="5956"/>
                </a:lnTo>
                <a:lnTo>
                  <a:pt x="28384" y="6845"/>
                </a:lnTo>
                <a:lnTo>
                  <a:pt x="28613" y="6845"/>
                </a:lnTo>
                <a:lnTo>
                  <a:pt x="28524" y="5956"/>
                </a:lnTo>
                <a:lnTo>
                  <a:pt x="29552" y="5956"/>
                </a:lnTo>
                <a:close/>
              </a:path>
              <a:path w="31750" h="30480">
                <a:moveTo>
                  <a:pt x="29641" y="13068"/>
                </a:moveTo>
                <a:lnTo>
                  <a:pt x="29540" y="12687"/>
                </a:lnTo>
                <a:lnTo>
                  <a:pt x="29337" y="12306"/>
                </a:lnTo>
                <a:lnTo>
                  <a:pt x="29070" y="12306"/>
                </a:lnTo>
                <a:lnTo>
                  <a:pt x="29324" y="12560"/>
                </a:lnTo>
                <a:lnTo>
                  <a:pt x="29413" y="12687"/>
                </a:lnTo>
                <a:lnTo>
                  <a:pt x="29502" y="12814"/>
                </a:lnTo>
                <a:lnTo>
                  <a:pt x="29578" y="12941"/>
                </a:lnTo>
                <a:lnTo>
                  <a:pt x="29641" y="13068"/>
                </a:lnTo>
                <a:close/>
              </a:path>
              <a:path w="31750" h="30480">
                <a:moveTo>
                  <a:pt x="29692" y="11544"/>
                </a:moveTo>
                <a:lnTo>
                  <a:pt x="29489" y="11417"/>
                </a:lnTo>
                <a:lnTo>
                  <a:pt x="29476" y="11544"/>
                </a:lnTo>
                <a:lnTo>
                  <a:pt x="29692" y="11544"/>
                </a:lnTo>
                <a:close/>
              </a:path>
              <a:path w="31750" h="30480">
                <a:moveTo>
                  <a:pt x="29705" y="11417"/>
                </a:moveTo>
                <a:lnTo>
                  <a:pt x="29654" y="11290"/>
                </a:lnTo>
                <a:lnTo>
                  <a:pt x="29337" y="11290"/>
                </a:lnTo>
                <a:lnTo>
                  <a:pt x="29489" y="11417"/>
                </a:lnTo>
                <a:lnTo>
                  <a:pt x="29705" y="11417"/>
                </a:lnTo>
                <a:close/>
              </a:path>
              <a:path w="31750" h="30480">
                <a:moveTo>
                  <a:pt x="30175" y="12306"/>
                </a:moveTo>
                <a:lnTo>
                  <a:pt x="29629" y="12255"/>
                </a:lnTo>
                <a:lnTo>
                  <a:pt x="29502" y="12230"/>
                </a:lnTo>
                <a:lnTo>
                  <a:pt x="29337" y="12306"/>
                </a:lnTo>
                <a:lnTo>
                  <a:pt x="29502" y="12306"/>
                </a:lnTo>
                <a:lnTo>
                  <a:pt x="29845" y="12306"/>
                </a:lnTo>
                <a:lnTo>
                  <a:pt x="29895" y="12560"/>
                </a:lnTo>
                <a:lnTo>
                  <a:pt x="30073" y="12560"/>
                </a:lnTo>
                <a:lnTo>
                  <a:pt x="30175" y="12306"/>
                </a:lnTo>
                <a:close/>
              </a:path>
              <a:path w="31750" h="30480">
                <a:moveTo>
                  <a:pt x="30378" y="11544"/>
                </a:moveTo>
                <a:lnTo>
                  <a:pt x="29692" y="11544"/>
                </a:lnTo>
                <a:lnTo>
                  <a:pt x="29679" y="11671"/>
                </a:lnTo>
                <a:lnTo>
                  <a:pt x="29895" y="11798"/>
                </a:lnTo>
                <a:lnTo>
                  <a:pt x="30010" y="11925"/>
                </a:lnTo>
                <a:lnTo>
                  <a:pt x="30124" y="12052"/>
                </a:lnTo>
                <a:lnTo>
                  <a:pt x="30226" y="12179"/>
                </a:lnTo>
                <a:lnTo>
                  <a:pt x="30340" y="11798"/>
                </a:lnTo>
                <a:lnTo>
                  <a:pt x="30378" y="11544"/>
                </a:lnTo>
                <a:close/>
              </a:path>
              <a:path w="31750" h="30480">
                <a:moveTo>
                  <a:pt x="30454" y="10782"/>
                </a:moveTo>
                <a:lnTo>
                  <a:pt x="30276" y="10909"/>
                </a:lnTo>
                <a:lnTo>
                  <a:pt x="30175" y="11036"/>
                </a:lnTo>
                <a:lnTo>
                  <a:pt x="29933" y="11163"/>
                </a:lnTo>
                <a:lnTo>
                  <a:pt x="29819" y="11417"/>
                </a:lnTo>
                <a:lnTo>
                  <a:pt x="30391" y="11417"/>
                </a:lnTo>
                <a:lnTo>
                  <a:pt x="30454" y="10782"/>
                </a:lnTo>
                <a:close/>
              </a:path>
              <a:path w="31750" h="30480">
                <a:moveTo>
                  <a:pt x="30670" y="19011"/>
                </a:moveTo>
                <a:lnTo>
                  <a:pt x="30543" y="18783"/>
                </a:lnTo>
                <a:lnTo>
                  <a:pt x="30543" y="18935"/>
                </a:lnTo>
                <a:lnTo>
                  <a:pt x="30670" y="19011"/>
                </a:lnTo>
                <a:close/>
              </a:path>
              <a:path w="31750" h="30480">
                <a:moveTo>
                  <a:pt x="30924" y="19596"/>
                </a:moveTo>
                <a:lnTo>
                  <a:pt x="30797" y="19583"/>
                </a:lnTo>
                <a:lnTo>
                  <a:pt x="30924" y="19596"/>
                </a:lnTo>
                <a:close/>
              </a:path>
              <a:path w="31750" h="30480">
                <a:moveTo>
                  <a:pt x="31013" y="19900"/>
                </a:moveTo>
                <a:lnTo>
                  <a:pt x="30911" y="19646"/>
                </a:lnTo>
                <a:lnTo>
                  <a:pt x="31013" y="19900"/>
                </a:lnTo>
                <a:close/>
              </a:path>
              <a:path w="31750" h="30480">
                <a:moveTo>
                  <a:pt x="31470" y="18745"/>
                </a:moveTo>
                <a:lnTo>
                  <a:pt x="31394" y="18923"/>
                </a:lnTo>
                <a:lnTo>
                  <a:pt x="31267" y="19100"/>
                </a:lnTo>
                <a:lnTo>
                  <a:pt x="31153" y="19265"/>
                </a:lnTo>
                <a:lnTo>
                  <a:pt x="31356" y="19037"/>
                </a:lnTo>
                <a:lnTo>
                  <a:pt x="31470" y="187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2059381" y="1027620"/>
            <a:ext cx="38735" cy="29845"/>
          </a:xfrm>
          <a:custGeom>
            <a:avLst/>
            <a:gdLst/>
            <a:ahLst/>
            <a:cxnLst/>
            <a:rect l="l" t="t" r="r" b="b"/>
            <a:pathLst>
              <a:path w="38735" h="29844">
                <a:moveTo>
                  <a:pt x="3314" y="5448"/>
                </a:moveTo>
                <a:lnTo>
                  <a:pt x="2946" y="5321"/>
                </a:lnTo>
                <a:lnTo>
                  <a:pt x="2819" y="5194"/>
                </a:lnTo>
                <a:lnTo>
                  <a:pt x="2705" y="5067"/>
                </a:lnTo>
                <a:lnTo>
                  <a:pt x="2717" y="5321"/>
                </a:lnTo>
                <a:lnTo>
                  <a:pt x="3314" y="5448"/>
                </a:lnTo>
                <a:close/>
              </a:path>
              <a:path w="38735" h="29844">
                <a:moveTo>
                  <a:pt x="3759" y="5829"/>
                </a:moveTo>
                <a:lnTo>
                  <a:pt x="3505" y="5702"/>
                </a:lnTo>
                <a:lnTo>
                  <a:pt x="3505" y="5829"/>
                </a:lnTo>
                <a:lnTo>
                  <a:pt x="3759" y="5829"/>
                </a:lnTo>
                <a:close/>
              </a:path>
              <a:path w="38735" h="29844">
                <a:moveTo>
                  <a:pt x="5219" y="12052"/>
                </a:moveTo>
                <a:lnTo>
                  <a:pt x="5181" y="11925"/>
                </a:lnTo>
                <a:lnTo>
                  <a:pt x="5054" y="11798"/>
                </a:lnTo>
                <a:lnTo>
                  <a:pt x="5041" y="11925"/>
                </a:lnTo>
                <a:lnTo>
                  <a:pt x="5219" y="12052"/>
                </a:lnTo>
                <a:close/>
              </a:path>
              <a:path w="38735" h="29844">
                <a:moveTo>
                  <a:pt x="6134" y="10655"/>
                </a:moveTo>
                <a:lnTo>
                  <a:pt x="5740" y="10655"/>
                </a:lnTo>
                <a:lnTo>
                  <a:pt x="5943" y="10782"/>
                </a:lnTo>
                <a:lnTo>
                  <a:pt x="6134" y="10655"/>
                </a:lnTo>
                <a:close/>
              </a:path>
              <a:path w="38735" h="29844">
                <a:moveTo>
                  <a:pt x="6400" y="10414"/>
                </a:moveTo>
                <a:lnTo>
                  <a:pt x="6134" y="10528"/>
                </a:lnTo>
                <a:lnTo>
                  <a:pt x="6375" y="10528"/>
                </a:lnTo>
                <a:close/>
              </a:path>
              <a:path w="38735" h="29844">
                <a:moveTo>
                  <a:pt x="6553" y="10528"/>
                </a:moveTo>
                <a:lnTo>
                  <a:pt x="6375" y="10528"/>
                </a:lnTo>
                <a:lnTo>
                  <a:pt x="6515" y="10655"/>
                </a:lnTo>
                <a:lnTo>
                  <a:pt x="6553" y="10528"/>
                </a:lnTo>
                <a:close/>
              </a:path>
              <a:path w="38735" h="29844">
                <a:moveTo>
                  <a:pt x="7010" y="10922"/>
                </a:moveTo>
                <a:lnTo>
                  <a:pt x="6629" y="10960"/>
                </a:lnTo>
                <a:lnTo>
                  <a:pt x="6451" y="11150"/>
                </a:lnTo>
                <a:lnTo>
                  <a:pt x="6642" y="11087"/>
                </a:lnTo>
                <a:lnTo>
                  <a:pt x="7010" y="10922"/>
                </a:lnTo>
                <a:close/>
              </a:path>
              <a:path w="38735" h="29844">
                <a:moveTo>
                  <a:pt x="7937" y="16370"/>
                </a:moveTo>
                <a:lnTo>
                  <a:pt x="7670" y="16116"/>
                </a:lnTo>
                <a:lnTo>
                  <a:pt x="7632" y="16243"/>
                </a:lnTo>
                <a:lnTo>
                  <a:pt x="7937" y="16370"/>
                </a:lnTo>
                <a:close/>
              </a:path>
              <a:path w="38735" h="29844">
                <a:moveTo>
                  <a:pt x="8547" y="14287"/>
                </a:moveTo>
                <a:lnTo>
                  <a:pt x="8293" y="14655"/>
                </a:lnTo>
                <a:lnTo>
                  <a:pt x="8509" y="14668"/>
                </a:lnTo>
                <a:lnTo>
                  <a:pt x="8521" y="14414"/>
                </a:lnTo>
                <a:lnTo>
                  <a:pt x="8547" y="14287"/>
                </a:lnTo>
                <a:close/>
              </a:path>
              <a:path w="38735" h="29844">
                <a:moveTo>
                  <a:pt x="9639" y="19164"/>
                </a:moveTo>
                <a:lnTo>
                  <a:pt x="9271" y="18910"/>
                </a:lnTo>
                <a:lnTo>
                  <a:pt x="9334" y="19291"/>
                </a:lnTo>
                <a:lnTo>
                  <a:pt x="9639" y="19164"/>
                </a:lnTo>
                <a:close/>
              </a:path>
              <a:path w="38735" h="29844">
                <a:moveTo>
                  <a:pt x="10236" y="19291"/>
                </a:moveTo>
                <a:lnTo>
                  <a:pt x="10045" y="19418"/>
                </a:lnTo>
                <a:lnTo>
                  <a:pt x="10210" y="19418"/>
                </a:lnTo>
                <a:lnTo>
                  <a:pt x="10236" y="19291"/>
                </a:lnTo>
                <a:close/>
              </a:path>
              <a:path w="38735" h="29844">
                <a:moveTo>
                  <a:pt x="10375" y="19519"/>
                </a:moveTo>
                <a:lnTo>
                  <a:pt x="10210" y="19418"/>
                </a:lnTo>
                <a:lnTo>
                  <a:pt x="10375" y="19519"/>
                </a:lnTo>
                <a:close/>
              </a:path>
              <a:path w="38735" h="29844">
                <a:moveTo>
                  <a:pt x="10871" y="14719"/>
                </a:moveTo>
                <a:lnTo>
                  <a:pt x="10566" y="14592"/>
                </a:lnTo>
                <a:lnTo>
                  <a:pt x="10668" y="14719"/>
                </a:lnTo>
                <a:lnTo>
                  <a:pt x="10706" y="14846"/>
                </a:lnTo>
                <a:lnTo>
                  <a:pt x="10871" y="14719"/>
                </a:lnTo>
                <a:close/>
              </a:path>
              <a:path w="38735" h="29844">
                <a:moveTo>
                  <a:pt x="11176" y="14084"/>
                </a:moveTo>
                <a:lnTo>
                  <a:pt x="10553" y="14084"/>
                </a:lnTo>
                <a:lnTo>
                  <a:pt x="10566" y="14211"/>
                </a:lnTo>
                <a:lnTo>
                  <a:pt x="11176" y="14211"/>
                </a:lnTo>
                <a:lnTo>
                  <a:pt x="11176" y="14084"/>
                </a:lnTo>
                <a:close/>
              </a:path>
              <a:path w="38735" h="29844">
                <a:moveTo>
                  <a:pt x="12319" y="8369"/>
                </a:moveTo>
                <a:lnTo>
                  <a:pt x="12230" y="8242"/>
                </a:lnTo>
                <a:lnTo>
                  <a:pt x="12026" y="8242"/>
                </a:lnTo>
                <a:lnTo>
                  <a:pt x="11963" y="8369"/>
                </a:lnTo>
                <a:lnTo>
                  <a:pt x="12319" y="8369"/>
                </a:lnTo>
                <a:close/>
              </a:path>
              <a:path w="38735" h="29844">
                <a:moveTo>
                  <a:pt x="12941" y="8115"/>
                </a:moveTo>
                <a:lnTo>
                  <a:pt x="12674" y="8115"/>
                </a:lnTo>
                <a:lnTo>
                  <a:pt x="12661" y="8242"/>
                </a:lnTo>
                <a:lnTo>
                  <a:pt x="12941" y="8242"/>
                </a:lnTo>
                <a:lnTo>
                  <a:pt x="12941" y="8115"/>
                </a:lnTo>
                <a:close/>
              </a:path>
              <a:path w="38735" h="29844">
                <a:moveTo>
                  <a:pt x="13271" y="8115"/>
                </a:moveTo>
                <a:lnTo>
                  <a:pt x="13119" y="7988"/>
                </a:lnTo>
                <a:lnTo>
                  <a:pt x="13093" y="8115"/>
                </a:lnTo>
                <a:lnTo>
                  <a:pt x="13271" y="8115"/>
                </a:lnTo>
                <a:close/>
              </a:path>
              <a:path w="38735" h="29844">
                <a:moveTo>
                  <a:pt x="13449" y="7988"/>
                </a:moveTo>
                <a:lnTo>
                  <a:pt x="13233" y="7861"/>
                </a:lnTo>
                <a:lnTo>
                  <a:pt x="13106" y="7988"/>
                </a:lnTo>
                <a:lnTo>
                  <a:pt x="13449" y="7988"/>
                </a:lnTo>
                <a:close/>
              </a:path>
              <a:path w="38735" h="29844">
                <a:moveTo>
                  <a:pt x="13716" y="7861"/>
                </a:moveTo>
                <a:lnTo>
                  <a:pt x="13487" y="7861"/>
                </a:lnTo>
                <a:lnTo>
                  <a:pt x="13716" y="7988"/>
                </a:lnTo>
                <a:lnTo>
                  <a:pt x="13716" y="7861"/>
                </a:lnTo>
                <a:close/>
              </a:path>
              <a:path w="38735" h="29844">
                <a:moveTo>
                  <a:pt x="13804" y="12687"/>
                </a:moveTo>
                <a:lnTo>
                  <a:pt x="13677" y="12687"/>
                </a:lnTo>
                <a:lnTo>
                  <a:pt x="13677" y="12814"/>
                </a:lnTo>
                <a:lnTo>
                  <a:pt x="13804" y="12687"/>
                </a:lnTo>
                <a:close/>
              </a:path>
              <a:path w="38735" h="29844">
                <a:moveTo>
                  <a:pt x="14020" y="5194"/>
                </a:moveTo>
                <a:lnTo>
                  <a:pt x="13792" y="5194"/>
                </a:lnTo>
                <a:lnTo>
                  <a:pt x="13881" y="5321"/>
                </a:lnTo>
                <a:lnTo>
                  <a:pt x="14020" y="5194"/>
                </a:lnTo>
                <a:close/>
              </a:path>
              <a:path w="38735" h="29844">
                <a:moveTo>
                  <a:pt x="14681" y="20180"/>
                </a:moveTo>
                <a:lnTo>
                  <a:pt x="14452" y="20180"/>
                </a:lnTo>
                <a:lnTo>
                  <a:pt x="14465" y="20307"/>
                </a:lnTo>
                <a:lnTo>
                  <a:pt x="14681" y="20307"/>
                </a:lnTo>
                <a:lnTo>
                  <a:pt x="14681" y="20180"/>
                </a:lnTo>
                <a:close/>
              </a:path>
              <a:path w="38735" h="29844">
                <a:moveTo>
                  <a:pt x="15227" y="18529"/>
                </a:moveTo>
                <a:lnTo>
                  <a:pt x="14820" y="18529"/>
                </a:lnTo>
                <a:lnTo>
                  <a:pt x="14808" y="18656"/>
                </a:lnTo>
                <a:lnTo>
                  <a:pt x="15227" y="18529"/>
                </a:lnTo>
                <a:close/>
              </a:path>
              <a:path w="38735" h="29844">
                <a:moveTo>
                  <a:pt x="15278" y="19799"/>
                </a:moveTo>
                <a:close/>
              </a:path>
              <a:path w="38735" h="29844">
                <a:moveTo>
                  <a:pt x="15303" y="18910"/>
                </a:moveTo>
                <a:lnTo>
                  <a:pt x="15278" y="18783"/>
                </a:lnTo>
                <a:lnTo>
                  <a:pt x="15252" y="18656"/>
                </a:lnTo>
                <a:lnTo>
                  <a:pt x="14986" y="18656"/>
                </a:lnTo>
                <a:lnTo>
                  <a:pt x="14986" y="19037"/>
                </a:lnTo>
                <a:lnTo>
                  <a:pt x="14922" y="18910"/>
                </a:lnTo>
                <a:lnTo>
                  <a:pt x="14770" y="18910"/>
                </a:lnTo>
                <a:lnTo>
                  <a:pt x="14922" y="18796"/>
                </a:lnTo>
                <a:lnTo>
                  <a:pt x="14986" y="19037"/>
                </a:lnTo>
                <a:lnTo>
                  <a:pt x="14986" y="18656"/>
                </a:lnTo>
                <a:lnTo>
                  <a:pt x="14833" y="18656"/>
                </a:lnTo>
                <a:lnTo>
                  <a:pt x="14922" y="18783"/>
                </a:lnTo>
                <a:lnTo>
                  <a:pt x="14795" y="18783"/>
                </a:lnTo>
                <a:lnTo>
                  <a:pt x="14808" y="18656"/>
                </a:lnTo>
                <a:lnTo>
                  <a:pt x="14147" y="18656"/>
                </a:lnTo>
                <a:lnTo>
                  <a:pt x="14198" y="18783"/>
                </a:lnTo>
                <a:lnTo>
                  <a:pt x="14300" y="19037"/>
                </a:lnTo>
                <a:lnTo>
                  <a:pt x="14427" y="19164"/>
                </a:lnTo>
                <a:lnTo>
                  <a:pt x="14427" y="19342"/>
                </a:lnTo>
                <a:lnTo>
                  <a:pt x="14579" y="19672"/>
                </a:lnTo>
                <a:lnTo>
                  <a:pt x="14681" y="20180"/>
                </a:lnTo>
                <a:lnTo>
                  <a:pt x="15138" y="20180"/>
                </a:lnTo>
                <a:lnTo>
                  <a:pt x="15138" y="20053"/>
                </a:lnTo>
                <a:lnTo>
                  <a:pt x="14986" y="20053"/>
                </a:lnTo>
                <a:lnTo>
                  <a:pt x="15125" y="19926"/>
                </a:lnTo>
                <a:lnTo>
                  <a:pt x="15227" y="19418"/>
                </a:lnTo>
                <a:lnTo>
                  <a:pt x="15227" y="19291"/>
                </a:lnTo>
                <a:lnTo>
                  <a:pt x="15227" y="19164"/>
                </a:lnTo>
                <a:lnTo>
                  <a:pt x="15201" y="19037"/>
                </a:lnTo>
                <a:lnTo>
                  <a:pt x="15214" y="18859"/>
                </a:lnTo>
                <a:close/>
              </a:path>
              <a:path w="38735" h="29844">
                <a:moveTo>
                  <a:pt x="15443" y="20307"/>
                </a:moveTo>
                <a:lnTo>
                  <a:pt x="15278" y="20434"/>
                </a:lnTo>
                <a:lnTo>
                  <a:pt x="15430" y="20434"/>
                </a:lnTo>
                <a:lnTo>
                  <a:pt x="15443" y="20307"/>
                </a:lnTo>
                <a:close/>
              </a:path>
              <a:path w="38735" h="29844">
                <a:moveTo>
                  <a:pt x="15455" y="18529"/>
                </a:moveTo>
                <a:lnTo>
                  <a:pt x="15227" y="18529"/>
                </a:lnTo>
                <a:lnTo>
                  <a:pt x="15252" y="18656"/>
                </a:lnTo>
                <a:lnTo>
                  <a:pt x="15455" y="18656"/>
                </a:lnTo>
                <a:lnTo>
                  <a:pt x="15455" y="18529"/>
                </a:lnTo>
                <a:close/>
              </a:path>
              <a:path w="38735" h="29844">
                <a:moveTo>
                  <a:pt x="15506" y="19431"/>
                </a:moveTo>
                <a:lnTo>
                  <a:pt x="15455" y="19659"/>
                </a:lnTo>
                <a:lnTo>
                  <a:pt x="15506" y="19431"/>
                </a:lnTo>
                <a:close/>
              </a:path>
              <a:path w="38735" h="29844">
                <a:moveTo>
                  <a:pt x="15519" y="19773"/>
                </a:moveTo>
                <a:lnTo>
                  <a:pt x="15392" y="19646"/>
                </a:lnTo>
                <a:lnTo>
                  <a:pt x="15455" y="19799"/>
                </a:lnTo>
                <a:close/>
              </a:path>
              <a:path w="38735" h="29844">
                <a:moveTo>
                  <a:pt x="15621" y="17767"/>
                </a:moveTo>
                <a:lnTo>
                  <a:pt x="15341" y="17767"/>
                </a:lnTo>
                <a:lnTo>
                  <a:pt x="15405" y="18148"/>
                </a:lnTo>
                <a:lnTo>
                  <a:pt x="15621" y="18148"/>
                </a:lnTo>
                <a:lnTo>
                  <a:pt x="15621" y="17767"/>
                </a:lnTo>
                <a:close/>
              </a:path>
              <a:path w="38735" h="29844">
                <a:moveTo>
                  <a:pt x="15684" y="19164"/>
                </a:moveTo>
                <a:lnTo>
                  <a:pt x="15671" y="18656"/>
                </a:lnTo>
                <a:lnTo>
                  <a:pt x="15455" y="18656"/>
                </a:lnTo>
                <a:lnTo>
                  <a:pt x="15455" y="19164"/>
                </a:lnTo>
                <a:lnTo>
                  <a:pt x="15684" y="19164"/>
                </a:lnTo>
                <a:close/>
              </a:path>
              <a:path w="38735" h="29844">
                <a:moveTo>
                  <a:pt x="15709" y="19799"/>
                </a:moveTo>
                <a:lnTo>
                  <a:pt x="15697" y="19291"/>
                </a:lnTo>
                <a:lnTo>
                  <a:pt x="15468" y="19291"/>
                </a:lnTo>
                <a:lnTo>
                  <a:pt x="15227" y="19291"/>
                </a:lnTo>
                <a:lnTo>
                  <a:pt x="15354" y="19418"/>
                </a:lnTo>
                <a:lnTo>
                  <a:pt x="15506" y="19418"/>
                </a:lnTo>
                <a:lnTo>
                  <a:pt x="15557" y="19799"/>
                </a:lnTo>
                <a:lnTo>
                  <a:pt x="15709" y="19799"/>
                </a:lnTo>
                <a:close/>
              </a:path>
              <a:path w="38735" h="29844">
                <a:moveTo>
                  <a:pt x="16205" y="13449"/>
                </a:moveTo>
                <a:lnTo>
                  <a:pt x="15354" y="13449"/>
                </a:lnTo>
                <a:lnTo>
                  <a:pt x="15709" y="13576"/>
                </a:lnTo>
                <a:lnTo>
                  <a:pt x="16090" y="13576"/>
                </a:lnTo>
                <a:lnTo>
                  <a:pt x="16205" y="13449"/>
                </a:lnTo>
                <a:close/>
              </a:path>
              <a:path w="38735" h="29844">
                <a:moveTo>
                  <a:pt x="16281" y="18529"/>
                </a:moveTo>
                <a:lnTo>
                  <a:pt x="15671" y="18529"/>
                </a:lnTo>
                <a:lnTo>
                  <a:pt x="15671" y="18656"/>
                </a:lnTo>
                <a:lnTo>
                  <a:pt x="16281" y="18656"/>
                </a:lnTo>
                <a:lnTo>
                  <a:pt x="16281" y="18529"/>
                </a:lnTo>
                <a:close/>
              </a:path>
              <a:path w="38735" h="29844">
                <a:moveTo>
                  <a:pt x="16294" y="13957"/>
                </a:moveTo>
                <a:lnTo>
                  <a:pt x="15430" y="13957"/>
                </a:lnTo>
                <a:lnTo>
                  <a:pt x="15468" y="14211"/>
                </a:lnTo>
                <a:lnTo>
                  <a:pt x="16281" y="14211"/>
                </a:lnTo>
                <a:lnTo>
                  <a:pt x="16294" y="13957"/>
                </a:lnTo>
                <a:close/>
              </a:path>
              <a:path w="38735" h="29844">
                <a:moveTo>
                  <a:pt x="16383" y="19926"/>
                </a:moveTo>
                <a:lnTo>
                  <a:pt x="16370" y="19799"/>
                </a:lnTo>
                <a:lnTo>
                  <a:pt x="15709" y="19799"/>
                </a:lnTo>
                <a:lnTo>
                  <a:pt x="15709" y="19926"/>
                </a:lnTo>
                <a:lnTo>
                  <a:pt x="16383" y="19926"/>
                </a:lnTo>
                <a:close/>
              </a:path>
              <a:path w="38735" h="29844">
                <a:moveTo>
                  <a:pt x="16446" y="21069"/>
                </a:moveTo>
                <a:lnTo>
                  <a:pt x="16433" y="20815"/>
                </a:lnTo>
                <a:lnTo>
                  <a:pt x="15735" y="20815"/>
                </a:lnTo>
                <a:lnTo>
                  <a:pt x="15722" y="20561"/>
                </a:lnTo>
                <a:lnTo>
                  <a:pt x="16421" y="20561"/>
                </a:lnTo>
                <a:lnTo>
                  <a:pt x="16395" y="20053"/>
                </a:lnTo>
                <a:lnTo>
                  <a:pt x="15709" y="20053"/>
                </a:lnTo>
                <a:lnTo>
                  <a:pt x="15709" y="19926"/>
                </a:lnTo>
                <a:lnTo>
                  <a:pt x="15544" y="19926"/>
                </a:lnTo>
                <a:lnTo>
                  <a:pt x="15455" y="20180"/>
                </a:lnTo>
                <a:lnTo>
                  <a:pt x="15722" y="20180"/>
                </a:lnTo>
                <a:lnTo>
                  <a:pt x="15722" y="20434"/>
                </a:lnTo>
                <a:lnTo>
                  <a:pt x="15430" y="20434"/>
                </a:lnTo>
                <a:lnTo>
                  <a:pt x="15328" y="21450"/>
                </a:lnTo>
                <a:lnTo>
                  <a:pt x="15214" y="22085"/>
                </a:lnTo>
                <a:lnTo>
                  <a:pt x="15798" y="22085"/>
                </a:lnTo>
                <a:lnTo>
                  <a:pt x="15748" y="21069"/>
                </a:lnTo>
                <a:lnTo>
                  <a:pt x="16446" y="21069"/>
                </a:lnTo>
                <a:close/>
              </a:path>
              <a:path w="38735" h="29844">
                <a:moveTo>
                  <a:pt x="16586" y="12306"/>
                </a:moveTo>
                <a:lnTo>
                  <a:pt x="13843" y="12306"/>
                </a:lnTo>
                <a:lnTo>
                  <a:pt x="13804" y="12687"/>
                </a:lnTo>
                <a:lnTo>
                  <a:pt x="13754" y="13195"/>
                </a:lnTo>
                <a:lnTo>
                  <a:pt x="13677" y="13449"/>
                </a:lnTo>
                <a:lnTo>
                  <a:pt x="15354" y="13449"/>
                </a:lnTo>
                <a:lnTo>
                  <a:pt x="15481" y="13068"/>
                </a:lnTo>
                <a:lnTo>
                  <a:pt x="15697" y="13068"/>
                </a:lnTo>
                <a:lnTo>
                  <a:pt x="16040" y="13195"/>
                </a:lnTo>
                <a:lnTo>
                  <a:pt x="16052" y="13068"/>
                </a:lnTo>
                <a:lnTo>
                  <a:pt x="16078" y="12560"/>
                </a:lnTo>
                <a:lnTo>
                  <a:pt x="15570" y="12560"/>
                </a:lnTo>
                <a:lnTo>
                  <a:pt x="16586" y="12306"/>
                </a:lnTo>
                <a:close/>
              </a:path>
              <a:path w="38735" h="29844">
                <a:moveTo>
                  <a:pt x="16624" y="19926"/>
                </a:moveTo>
                <a:lnTo>
                  <a:pt x="16383" y="19926"/>
                </a:lnTo>
                <a:lnTo>
                  <a:pt x="16395" y="20053"/>
                </a:lnTo>
                <a:lnTo>
                  <a:pt x="16624" y="20053"/>
                </a:lnTo>
                <a:lnTo>
                  <a:pt x="16624" y="19926"/>
                </a:lnTo>
                <a:close/>
              </a:path>
              <a:path w="38735" h="29844">
                <a:moveTo>
                  <a:pt x="16649" y="22212"/>
                </a:moveTo>
                <a:lnTo>
                  <a:pt x="16611" y="22085"/>
                </a:lnTo>
                <a:lnTo>
                  <a:pt x="15798" y="22085"/>
                </a:lnTo>
                <a:lnTo>
                  <a:pt x="15836" y="22212"/>
                </a:lnTo>
                <a:lnTo>
                  <a:pt x="16649" y="22212"/>
                </a:lnTo>
                <a:close/>
              </a:path>
              <a:path w="38735" h="29844">
                <a:moveTo>
                  <a:pt x="16700" y="18529"/>
                </a:moveTo>
                <a:lnTo>
                  <a:pt x="16357" y="18529"/>
                </a:lnTo>
                <a:lnTo>
                  <a:pt x="16395" y="18656"/>
                </a:lnTo>
                <a:lnTo>
                  <a:pt x="16700" y="18656"/>
                </a:lnTo>
                <a:lnTo>
                  <a:pt x="16700" y="18529"/>
                </a:lnTo>
                <a:close/>
              </a:path>
              <a:path w="38735" h="29844">
                <a:moveTo>
                  <a:pt x="16725" y="17640"/>
                </a:moveTo>
                <a:lnTo>
                  <a:pt x="15875" y="17640"/>
                </a:lnTo>
                <a:lnTo>
                  <a:pt x="15621" y="17767"/>
                </a:lnTo>
                <a:lnTo>
                  <a:pt x="16713" y="17767"/>
                </a:lnTo>
                <a:lnTo>
                  <a:pt x="16725" y="17640"/>
                </a:lnTo>
                <a:close/>
              </a:path>
              <a:path w="38735" h="29844">
                <a:moveTo>
                  <a:pt x="16929" y="26149"/>
                </a:moveTo>
                <a:lnTo>
                  <a:pt x="16789" y="26276"/>
                </a:lnTo>
                <a:lnTo>
                  <a:pt x="16751" y="26403"/>
                </a:lnTo>
                <a:lnTo>
                  <a:pt x="16929" y="26276"/>
                </a:lnTo>
                <a:lnTo>
                  <a:pt x="16929" y="26149"/>
                </a:lnTo>
                <a:close/>
              </a:path>
              <a:path w="38735" h="29844">
                <a:moveTo>
                  <a:pt x="17005" y="20561"/>
                </a:moveTo>
                <a:lnTo>
                  <a:pt x="16421" y="20561"/>
                </a:lnTo>
                <a:lnTo>
                  <a:pt x="16433" y="20815"/>
                </a:lnTo>
                <a:lnTo>
                  <a:pt x="16992" y="20815"/>
                </a:lnTo>
                <a:lnTo>
                  <a:pt x="17005" y="20561"/>
                </a:lnTo>
                <a:close/>
              </a:path>
              <a:path w="38735" h="29844">
                <a:moveTo>
                  <a:pt x="17018" y="13449"/>
                </a:moveTo>
                <a:lnTo>
                  <a:pt x="16891" y="13322"/>
                </a:lnTo>
                <a:lnTo>
                  <a:pt x="16713" y="13322"/>
                </a:lnTo>
                <a:lnTo>
                  <a:pt x="16129" y="13322"/>
                </a:lnTo>
                <a:lnTo>
                  <a:pt x="16205" y="13449"/>
                </a:lnTo>
                <a:lnTo>
                  <a:pt x="16510" y="13449"/>
                </a:lnTo>
                <a:lnTo>
                  <a:pt x="16675" y="13347"/>
                </a:lnTo>
                <a:lnTo>
                  <a:pt x="17018" y="13449"/>
                </a:lnTo>
                <a:close/>
              </a:path>
              <a:path w="38735" h="29844">
                <a:moveTo>
                  <a:pt x="17043" y="18275"/>
                </a:moveTo>
                <a:lnTo>
                  <a:pt x="16700" y="18275"/>
                </a:lnTo>
                <a:lnTo>
                  <a:pt x="16700" y="18529"/>
                </a:lnTo>
                <a:lnTo>
                  <a:pt x="17043" y="18529"/>
                </a:lnTo>
                <a:lnTo>
                  <a:pt x="17043" y="18275"/>
                </a:lnTo>
                <a:close/>
              </a:path>
              <a:path w="38735" h="29844">
                <a:moveTo>
                  <a:pt x="17056" y="17767"/>
                </a:moveTo>
                <a:lnTo>
                  <a:pt x="16713" y="17767"/>
                </a:lnTo>
                <a:lnTo>
                  <a:pt x="16713" y="18148"/>
                </a:lnTo>
                <a:lnTo>
                  <a:pt x="17043" y="18148"/>
                </a:lnTo>
                <a:lnTo>
                  <a:pt x="17056" y="17767"/>
                </a:lnTo>
                <a:close/>
              </a:path>
              <a:path w="38735" h="29844">
                <a:moveTo>
                  <a:pt x="17119" y="19926"/>
                </a:moveTo>
                <a:lnTo>
                  <a:pt x="16662" y="19926"/>
                </a:lnTo>
                <a:lnTo>
                  <a:pt x="16662" y="20053"/>
                </a:lnTo>
                <a:lnTo>
                  <a:pt x="17119" y="20053"/>
                </a:lnTo>
                <a:lnTo>
                  <a:pt x="17119" y="19926"/>
                </a:lnTo>
                <a:close/>
              </a:path>
              <a:path w="38735" h="29844">
                <a:moveTo>
                  <a:pt x="17157" y="26022"/>
                </a:moveTo>
                <a:lnTo>
                  <a:pt x="16929" y="26022"/>
                </a:lnTo>
                <a:lnTo>
                  <a:pt x="16954" y="26149"/>
                </a:lnTo>
                <a:lnTo>
                  <a:pt x="17132" y="26149"/>
                </a:lnTo>
                <a:lnTo>
                  <a:pt x="17157" y="26022"/>
                </a:lnTo>
                <a:close/>
              </a:path>
              <a:path w="38735" h="29844">
                <a:moveTo>
                  <a:pt x="17272" y="19037"/>
                </a:moveTo>
                <a:lnTo>
                  <a:pt x="17030" y="19037"/>
                </a:lnTo>
                <a:lnTo>
                  <a:pt x="17030" y="18783"/>
                </a:lnTo>
                <a:lnTo>
                  <a:pt x="16687" y="18783"/>
                </a:lnTo>
                <a:lnTo>
                  <a:pt x="16662" y="19799"/>
                </a:lnTo>
                <a:lnTo>
                  <a:pt x="17018" y="19799"/>
                </a:lnTo>
                <a:lnTo>
                  <a:pt x="17030" y="19164"/>
                </a:lnTo>
                <a:lnTo>
                  <a:pt x="17233" y="19164"/>
                </a:lnTo>
                <a:lnTo>
                  <a:pt x="17272" y="19037"/>
                </a:lnTo>
                <a:close/>
              </a:path>
              <a:path w="38735" h="29844">
                <a:moveTo>
                  <a:pt x="17272" y="15989"/>
                </a:moveTo>
                <a:lnTo>
                  <a:pt x="17145" y="15862"/>
                </a:lnTo>
                <a:lnTo>
                  <a:pt x="16814" y="15862"/>
                </a:lnTo>
                <a:lnTo>
                  <a:pt x="16598" y="15989"/>
                </a:lnTo>
                <a:lnTo>
                  <a:pt x="17272" y="15989"/>
                </a:lnTo>
                <a:close/>
              </a:path>
              <a:path w="38735" h="29844">
                <a:moveTo>
                  <a:pt x="17360" y="13449"/>
                </a:moveTo>
                <a:lnTo>
                  <a:pt x="17246" y="13068"/>
                </a:lnTo>
                <a:lnTo>
                  <a:pt x="16802" y="13068"/>
                </a:lnTo>
                <a:lnTo>
                  <a:pt x="16751" y="13195"/>
                </a:lnTo>
                <a:lnTo>
                  <a:pt x="16891" y="13322"/>
                </a:lnTo>
                <a:lnTo>
                  <a:pt x="17106" y="13322"/>
                </a:lnTo>
                <a:lnTo>
                  <a:pt x="17360" y="13449"/>
                </a:lnTo>
                <a:close/>
              </a:path>
              <a:path w="38735" h="29844">
                <a:moveTo>
                  <a:pt x="17373" y="18529"/>
                </a:moveTo>
                <a:lnTo>
                  <a:pt x="17043" y="18529"/>
                </a:lnTo>
                <a:lnTo>
                  <a:pt x="17030" y="18783"/>
                </a:lnTo>
                <a:lnTo>
                  <a:pt x="17335" y="18783"/>
                </a:lnTo>
                <a:lnTo>
                  <a:pt x="17373" y="18529"/>
                </a:lnTo>
                <a:close/>
              </a:path>
              <a:path w="38735" h="29844">
                <a:moveTo>
                  <a:pt x="17386" y="21069"/>
                </a:moveTo>
                <a:lnTo>
                  <a:pt x="17043" y="21069"/>
                </a:lnTo>
                <a:lnTo>
                  <a:pt x="16979" y="21450"/>
                </a:lnTo>
                <a:lnTo>
                  <a:pt x="16992" y="21069"/>
                </a:lnTo>
                <a:lnTo>
                  <a:pt x="16446" y="21069"/>
                </a:lnTo>
                <a:lnTo>
                  <a:pt x="16497" y="21704"/>
                </a:lnTo>
                <a:lnTo>
                  <a:pt x="16611" y="22085"/>
                </a:lnTo>
                <a:lnTo>
                  <a:pt x="17106" y="22085"/>
                </a:lnTo>
                <a:lnTo>
                  <a:pt x="17132" y="21577"/>
                </a:lnTo>
                <a:lnTo>
                  <a:pt x="17348" y="21577"/>
                </a:lnTo>
                <a:lnTo>
                  <a:pt x="17360" y="21450"/>
                </a:lnTo>
                <a:lnTo>
                  <a:pt x="17386" y="21069"/>
                </a:lnTo>
                <a:close/>
              </a:path>
              <a:path w="38735" h="29844">
                <a:moveTo>
                  <a:pt x="17449" y="20434"/>
                </a:moveTo>
                <a:lnTo>
                  <a:pt x="17106" y="20434"/>
                </a:lnTo>
                <a:lnTo>
                  <a:pt x="17056" y="20942"/>
                </a:lnTo>
                <a:lnTo>
                  <a:pt x="17399" y="20942"/>
                </a:lnTo>
                <a:lnTo>
                  <a:pt x="17449" y="20434"/>
                </a:lnTo>
                <a:close/>
              </a:path>
              <a:path w="38735" h="29844">
                <a:moveTo>
                  <a:pt x="17449" y="18148"/>
                </a:moveTo>
                <a:lnTo>
                  <a:pt x="17043" y="18148"/>
                </a:lnTo>
                <a:lnTo>
                  <a:pt x="17043" y="18275"/>
                </a:lnTo>
                <a:lnTo>
                  <a:pt x="17424" y="18275"/>
                </a:lnTo>
                <a:lnTo>
                  <a:pt x="17449" y="18148"/>
                </a:lnTo>
                <a:close/>
              </a:path>
              <a:path w="38735" h="29844">
                <a:moveTo>
                  <a:pt x="17462" y="20180"/>
                </a:moveTo>
                <a:lnTo>
                  <a:pt x="17119" y="20180"/>
                </a:lnTo>
                <a:lnTo>
                  <a:pt x="17106" y="20307"/>
                </a:lnTo>
                <a:lnTo>
                  <a:pt x="17449" y="20307"/>
                </a:lnTo>
                <a:lnTo>
                  <a:pt x="17462" y="20180"/>
                </a:lnTo>
                <a:close/>
              </a:path>
              <a:path w="38735" h="29844">
                <a:moveTo>
                  <a:pt x="17475" y="15862"/>
                </a:moveTo>
                <a:lnTo>
                  <a:pt x="17424" y="15735"/>
                </a:lnTo>
                <a:lnTo>
                  <a:pt x="17018" y="15735"/>
                </a:lnTo>
                <a:lnTo>
                  <a:pt x="17145" y="15862"/>
                </a:lnTo>
                <a:lnTo>
                  <a:pt x="17475" y="15862"/>
                </a:lnTo>
                <a:close/>
              </a:path>
              <a:path w="38735" h="29844">
                <a:moveTo>
                  <a:pt x="17475" y="13576"/>
                </a:moveTo>
                <a:lnTo>
                  <a:pt x="17360" y="13449"/>
                </a:lnTo>
                <a:lnTo>
                  <a:pt x="17043" y="13449"/>
                </a:lnTo>
                <a:lnTo>
                  <a:pt x="16510" y="13449"/>
                </a:lnTo>
                <a:lnTo>
                  <a:pt x="16510" y="13576"/>
                </a:lnTo>
                <a:lnTo>
                  <a:pt x="17221" y="13576"/>
                </a:lnTo>
                <a:lnTo>
                  <a:pt x="17475" y="13576"/>
                </a:lnTo>
                <a:close/>
              </a:path>
              <a:path w="38735" h="29844">
                <a:moveTo>
                  <a:pt x="17589" y="16370"/>
                </a:moveTo>
                <a:lnTo>
                  <a:pt x="17526" y="15989"/>
                </a:lnTo>
                <a:lnTo>
                  <a:pt x="17272" y="15989"/>
                </a:lnTo>
                <a:lnTo>
                  <a:pt x="17348" y="16116"/>
                </a:lnTo>
                <a:lnTo>
                  <a:pt x="17411" y="16243"/>
                </a:lnTo>
                <a:lnTo>
                  <a:pt x="17589" y="16370"/>
                </a:lnTo>
                <a:close/>
              </a:path>
              <a:path w="38735" h="29844">
                <a:moveTo>
                  <a:pt x="17653" y="25895"/>
                </a:moveTo>
                <a:lnTo>
                  <a:pt x="17348" y="26149"/>
                </a:lnTo>
                <a:lnTo>
                  <a:pt x="17653" y="26149"/>
                </a:lnTo>
                <a:lnTo>
                  <a:pt x="17653" y="25895"/>
                </a:lnTo>
                <a:close/>
              </a:path>
              <a:path w="38735" h="29844">
                <a:moveTo>
                  <a:pt x="17703" y="19164"/>
                </a:moveTo>
                <a:lnTo>
                  <a:pt x="17233" y="19164"/>
                </a:lnTo>
                <a:lnTo>
                  <a:pt x="17119" y="19926"/>
                </a:lnTo>
                <a:lnTo>
                  <a:pt x="17500" y="19926"/>
                </a:lnTo>
                <a:lnTo>
                  <a:pt x="17602" y="19418"/>
                </a:lnTo>
                <a:lnTo>
                  <a:pt x="17703" y="19164"/>
                </a:lnTo>
                <a:close/>
              </a:path>
              <a:path w="38735" h="29844">
                <a:moveTo>
                  <a:pt x="17729" y="17513"/>
                </a:moveTo>
                <a:lnTo>
                  <a:pt x="17068" y="17513"/>
                </a:lnTo>
                <a:lnTo>
                  <a:pt x="17056" y="17767"/>
                </a:lnTo>
                <a:lnTo>
                  <a:pt x="17640" y="17767"/>
                </a:lnTo>
                <a:lnTo>
                  <a:pt x="17729" y="17513"/>
                </a:lnTo>
                <a:close/>
              </a:path>
              <a:path w="38735" h="29844">
                <a:moveTo>
                  <a:pt x="17780" y="13449"/>
                </a:moveTo>
                <a:lnTo>
                  <a:pt x="17526" y="13449"/>
                </a:lnTo>
                <a:lnTo>
                  <a:pt x="17576" y="13576"/>
                </a:lnTo>
                <a:lnTo>
                  <a:pt x="17741" y="13576"/>
                </a:lnTo>
                <a:lnTo>
                  <a:pt x="17780" y="13449"/>
                </a:lnTo>
                <a:close/>
              </a:path>
              <a:path w="38735" h="29844">
                <a:moveTo>
                  <a:pt x="17805" y="7988"/>
                </a:moveTo>
                <a:lnTo>
                  <a:pt x="13716" y="7988"/>
                </a:lnTo>
                <a:lnTo>
                  <a:pt x="13449" y="7988"/>
                </a:lnTo>
                <a:lnTo>
                  <a:pt x="13500" y="8115"/>
                </a:lnTo>
                <a:lnTo>
                  <a:pt x="13309" y="8115"/>
                </a:lnTo>
                <a:lnTo>
                  <a:pt x="13296" y="8242"/>
                </a:lnTo>
                <a:lnTo>
                  <a:pt x="13804" y="8242"/>
                </a:lnTo>
                <a:lnTo>
                  <a:pt x="13728" y="8115"/>
                </a:lnTo>
                <a:lnTo>
                  <a:pt x="13855" y="8115"/>
                </a:lnTo>
                <a:lnTo>
                  <a:pt x="13804" y="8242"/>
                </a:lnTo>
                <a:lnTo>
                  <a:pt x="17780" y="8242"/>
                </a:lnTo>
                <a:lnTo>
                  <a:pt x="17805" y="7988"/>
                </a:lnTo>
                <a:close/>
              </a:path>
              <a:path w="38735" h="29844">
                <a:moveTo>
                  <a:pt x="17818" y="18783"/>
                </a:moveTo>
                <a:lnTo>
                  <a:pt x="17335" y="18783"/>
                </a:lnTo>
                <a:lnTo>
                  <a:pt x="17272" y="19037"/>
                </a:lnTo>
                <a:lnTo>
                  <a:pt x="17741" y="19037"/>
                </a:lnTo>
                <a:lnTo>
                  <a:pt x="17818" y="18783"/>
                </a:lnTo>
                <a:close/>
              </a:path>
              <a:path w="38735" h="29844">
                <a:moveTo>
                  <a:pt x="17830" y="29451"/>
                </a:moveTo>
                <a:lnTo>
                  <a:pt x="17564" y="29324"/>
                </a:lnTo>
                <a:lnTo>
                  <a:pt x="17538" y="29832"/>
                </a:lnTo>
                <a:lnTo>
                  <a:pt x="17830" y="29832"/>
                </a:lnTo>
                <a:lnTo>
                  <a:pt x="17830" y="29451"/>
                </a:lnTo>
                <a:close/>
              </a:path>
              <a:path w="38735" h="29844">
                <a:moveTo>
                  <a:pt x="18008" y="17513"/>
                </a:moveTo>
                <a:lnTo>
                  <a:pt x="17818" y="17513"/>
                </a:lnTo>
                <a:lnTo>
                  <a:pt x="17729" y="17640"/>
                </a:lnTo>
                <a:lnTo>
                  <a:pt x="17653" y="17767"/>
                </a:lnTo>
                <a:lnTo>
                  <a:pt x="17881" y="17640"/>
                </a:lnTo>
                <a:lnTo>
                  <a:pt x="18008" y="17513"/>
                </a:lnTo>
                <a:close/>
              </a:path>
              <a:path w="38735" h="29844">
                <a:moveTo>
                  <a:pt x="18046" y="5194"/>
                </a:moveTo>
                <a:lnTo>
                  <a:pt x="14058" y="5194"/>
                </a:lnTo>
                <a:lnTo>
                  <a:pt x="14122" y="5321"/>
                </a:lnTo>
                <a:lnTo>
                  <a:pt x="14185" y="5448"/>
                </a:lnTo>
                <a:lnTo>
                  <a:pt x="13677" y="5448"/>
                </a:lnTo>
                <a:lnTo>
                  <a:pt x="13665" y="5575"/>
                </a:lnTo>
                <a:lnTo>
                  <a:pt x="13512" y="5702"/>
                </a:lnTo>
                <a:lnTo>
                  <a:pt x="18008" y="5702"/>
                </a:lnTo>
                <a:lnTo>
                  <a:pt x="18046" y="5194"/>
                </a:lnTo>
                <a:close/>
              </a:path>
              <a:path w="38735" h="29844">
                <a:moveTo>
                  <a:pt x="18059" y="18275"/>
                </a:moveTo>
                <a:lnTo>
                  <a:pt x="17424" y="18275"/>
                </a:lnTo>
                <a:lnTo>
                  <a:pt x="17373" y="18529"/>
                </a:lnTo>
                <a:lnTo>
                  <a:pt x="18034" y="18529"/>
                </a:lnTo>
                <a:lnTo>
                  <a:pt x="18059" y="18275"/>
                </a:lnTo>
                <a:close/>
              </a:path>
              <a:path w="38735" h="29844">
                <a:moveTo>
                  <a:pt x="18110" y="15862"/>
                </a:moveTo>
                <a:lnTo>
                  <a:pt x="18059" y="15735"/>
                </a:lnTo>
                <a:lnTo>
                  <a:pt x="17957" y="15481"/>
                </a:lnTo>
                <a:lnTo>
                  <a:pt x="17830" y="15227"/>
                </a:lnTo>
                <a:lnTo>
                  <a:pt x="17767" y="15100"/>
                </a:lnTo>
                <a:lnTo>
                  <a:pt x="17640" y="14846"/>
                </a:lnTo>
                <a:lnTo>
                  <a:pt x="17576" y="14719"/>
                </a:lnTo>
                <a:lnTo>
                  <a:pt x="17500" y="14592"/>
                </a:lnTo>
                <a:lnTo>
                  <a:pt x="17411" y="14465"/>
                </a:lnTo>
                <a:lnTo>
                  <a:pt x="17297" y="14338"/>
                </a:lnTo>
                <a:lnTo>
                  <a:pt x="17170" y="14211"/>
                </a:lnTo>
                <a:lnTo>
                  <a:pt x="16281" y="14211"/>
                </a:lnTo>
                <a:lnTo>
                  <a:pt x="16129" y="14338"/>
                </a:lnTo>
                <a:lnTo>
                  <a:pt x="15963" y="14338"/>
                </a:lnTo>
                <a:lnTo>
                  <a:pt x="15925" y="14465"/>
                </a:lnTo>
                <a:lnTo>
                  <a:pt x="15836" y="14719"/>
                </a:lnTo>
                <a:lnTo>
                  <a:pt x="15532" y="14592"/>
                </a:lnTo>
                <a:lnTo>
                  <a:pt x="15468" y="14211"/>
                </a:lnTo>
                <a:lnTo>
                  <a:pt x="11176" y="14211"/>
                </a:lnTo>
                <a:lnTo>
                  <a:pt x="11188" y="14719"/>
                </a:lnTo>
                <a:lnTo>
                  <a:pt x="10934" y="14973"/>
                </a:lnTo>
                <a:lnTo>
                  <a:pt x="10934" y="15227"/>
                </a:lnTo>
                <a:lnTo>
                  <a:pt x="10718" y="15354"/>
                </a:lnTo>
                <a:lnTo>
                  <a:pt x="10147" y="15481"/>
                </a:lnTo>
                <a:lnTo>
                  <a:pt x="10261" y="15862"/>
                </a:lnTo>
                <a:lnTo>
                  <a:pt x="16814" y="15862"/>
                </a:lnTo>
                <a:lnTo>
                  <a:pt x="17018" y="15735"/>
                </a:lnTo>
                <a:lnTo>
                  <a:pt x="16383" y="15227"/>
                </a:lnTo>
                <a:lnTo>
                  <a:pt x="16268" y="15100"/>
                </a:lnTo>
                <a:lnTo>
                  <a:pt x="16243" y="14846"/>
                </a:lnTo>
                <a:lnTo>
                  <a:pt x="16433" y="14719"/>
                </a:lnTo>
                <a:lnTo>
                  <a:pt x="16611" y="14719"/>
                </a:lnTo>
                <a:lnTo>
                  <a:pt x="16713" y="14846"/>
                </a:lnTo>
                <a:lnTo>
                  <a:pt x="17043" y="14973"/>
                </a:lnTo>
                <a:lnTo>
                  <a:pt x="17145" y="14846"/>
                </a:lnTo>
                <a:lnTo>
                  <a:pt x="17208" y="15100"/>
                </a:lnTo>
                <a:lnTo>
                  <a:pt x="17411" y="15227"/>
                </a:lnTo>
                <a:lnTo>
                  <a:pt x="17538" y="15481"/>
                </a:lnTo>
                <a:lnTo>
                  <a:pt x="17653" y="15862"/>
                </a:lnTo>
                <a:lnTo>
                  <a:pt x="18110" y="15862"/>
                </a:lnTo>
                <a:close/>
              </a:path>
              <a:path w="38735" h="29844">
                <a:moveTo>
                  <a:pt x="18313" y="4813"/>
                </a:moveTo>
                <a:lnTo>
                  <a:pt x="18249" y="4686"/>
                </a:lnTo>
                <a:lnTo>
                  <a:pt x="18110" y="4686"/>
                </a:lnTo>
                <a:lnTo>
                  <a:pt x="18097" y="4813"/>
                </a:lnTo>
                <a:lnTo>
                  <a:pt x="18313" y="4813"/>
                </a:lnTo>
                <a:close/>
              </a:path>
              <a:path w="38735" h="29844">
                <a:moveTo>
                  <a:pt x="18402" y="15735"/>
                </a:moveTo>
                <a:lnTo>
                  <a:pt x="18300" y="14719"/>
                </a:lnTo>
                <a:lnTo>
                  <a:pt x="18275" y="14592"/>
                </a:lnTo>
                <a:lnTo>
                  <a:pt x="18161" y="14465"/>
                </a:lnTo>
                <a:lnTo>
                  <a:pt x="18046" y="14338"/>
                </a:lnTo>
                <a:lnTo>
                  <a:pt x="18161" y="14973"/>
                </a:lnTo>
                <a:lnTo>
                  <a:pt x="18288" y="15354"/>
                </a:lnTo>
                <a:lnTo>
                  <a:pt x="18402" y="15735"/>
                </a:lnTo>
                <a:close/>
              </a:path>
              <a:path w="38735" h="29844">
                <a:moveTo>
                  <a:pt x="18427" y="15989"/>
                </a:moveTo>
                <a:lnTo>
                  <a:pt x="18415" y="15862"/>
                </a:lnTo>
                <a:lnTo>
                  <a:pt x="18110" y="15862"/>
                </a:lnTo>
                <a:lnTo>
                  <a:pt x="18148" y="15989"/>
                </a:lnTo>
                <a:lnTo>
                  <a:pt x="18427" y="15989"/>
                </a:lnTo>
                <a:close/>
              </a:path>
              <a:path w="38735" h="29844">
                <a:moveTo>
                  <a:pt x="18465" y="5067"/>
                </a:moveTo>
                <a:lnTo>
                  <a:pt x="18059" y="5067"/>
                </a:lnTo>
                <a:lnTo>
                  <a:pt x="18046" y="5194"/>
                </a:lnTo>
                <a:lnTo>
                  <a:pt x="18465" y="5194"/>
                </a:lnTo>
                <a:lnTo>
                  <a:pt x="18465" y="5067"/>
                </a:lnTo>
                <a:close/>
              </a:path>
              <a:path w="38735" h="29844">
                <a:moveTo>
                  <a:pt x="18478" y="5702"/>
                </a:moveTo>
                <a:lnTo>
                  <a:pt x="18008" y="5702"/>
                </a:lnTo>
                <a:lnTo>
                  <a:pt x="17995" y="5829"/>
                </a:lnTo>
                <a:lnTo>
                  <a:pt x="18478" y="5829"/>
                </a:lnTo>
                <a:lnTo>
                  <a:pt x="18478" y="5702"/>
                </a:lnTo>
                <a:close/>
              </a:path>
              <a:path w="38735" h="29844">
                <a:moveTo>
                  <a:pt x="18491" y="8242"/>
                </a:moveTo>
                <a:lnTo>
                  <a:pt x="17780" y="8242"/>
                </a:lnTo>
                <a:lnTo>
                  <a:pt x="17767" y="8369"/>
                </a:lnTo>
                <a:lnTo>
                  <a:pt x="18491" y="8369"/>
                </a:lnTo>
                <a:lnTo>
                  <a:pt x="18491" y="8242"/>
                </a:lnTo>
                <a:close/>
              </a:path>
              <a:path w="38735" h="29844">
                <a:moveTo>
                  <a:pt x="18491" y="7861"/>
                </a:moveTo>
                <a:lnTo>
                  <a:pt x="17818" y="7861"/>
                </a:lnTo>
                <a:lnTo>
                  <a:pt x="17805" y="7988"/>
                </a:lnTo>
                <a:lnTo>
                  <a:pt x="18491" y="7988"/>
                </a:lnTo>
                <a:lnTo>
                  <a:pt x="18491" y="7861"/>
                </a:lnTo>
                <a:close/>
              </a:path>
              <a:path w="38735" h="29844">
                <a:moveTo>
                  <a:pt x="18491" y="7353"/>
                </a:moveTo>
                <a:lnTo>
                  <a:pt x="18478" y="7099"/>
                </a:lnTo>
                <a:lnTo>
                  <a:pt x="17881" y="7099"/>
                </a:lnTo>
                <a:lnTo>
                  <a:pt x="17856" y="7353"/>
                </a:lnTo>
                <a:lnTo>
                  <a:pt x="18491" y="7353"/>
                </a:lnTo>
                <a:close/>
              </a:path>
              <a:path w="38735" h="29844">
                <a:moveTo>
                  <a:pt x="18618" y="7353"/>
                </a:moveTo>
                <a:lnTo>
                  <a:pt x="18491" y="7353"/>
                </a:lnTo>
                <a:lnTo>
                  <a:pt x="18491" y="7607"/>
                </a:lnTo>
                <a:lnTo>
                  <a:pt x="18618" y="7480"/>
                </a:lnTo>
                <a:lnTo>
                  <a:pt x="18618" y="7353"/>
                </a:lnTo>
                <a:close/>
              </a:path>
              <a:path w="38735" h="29844">
                <a:moveTo>
                  <a:pt x="18719" y="5829"/>
                </a:moveTo>
                <a:lnTo>
                  <a:pt x="18478" y="5829"/>
                </a:lnTo>
                <a:lnTo>
                  <a:pt x="18478" y="7099"/>
                </a:lnTo>
                <a:lnTo>
                  <a:pt x="18630" y="7099"/>
                </a:lnTo>
                <a:lnTo>
                  <a:pt x="18719" y="5829"/>
                </a:lnTo>
                <a:close/>
              </a:path>
              <a:path w="38735" h="29844">
                <a:moveTo>
                  <a:pt x="18745" y="17005"/>
                </a:moveTo>
                <a:lnTo>
                  <a:pt x="18656" y="16624"/>
                </a:lnTo>
                <a:lnTo>
                  <a:pt x="18503" y="16624"/>
                </a:lnTo>
                <a:lnTo>
                  <a:pt x="18440" y="16497"/>
                </a:lnTo>
                <a:lnTo>
                  <a:pt x="18364" y="16370"/>
                </a:lnTo>
                <a:lnTo>
                  <a:pt x="18199" y="16243"/>
                </a:lnTo>
                <a:lnTo>
                  <a:pt x="18148" y="15989"/>
                </a:lnTo>
                <a:lnTo>
                  <a:pt x="17665" y="15989"/>
                </a:lnTo>
                <a:lnTo>
                  <a:pt x="17754" y="16751"/>
                </a:lnTo>
                <a:lnTo>
                  <a:pt x="17551" y="16878"/>
                </a:lnTo>
                <a:lnTo>
                  <a:pt x="17399" y="16751"/>
                </a:lnTo>
                <a:lnTo>
                  <a:pt x="17411" y="17005"/>
                </a:lnTo>
                <a:lnTo>
                  <a:pt x="17754" y="17005"/>
                </a:lnTo>
                <a:lnTo>
                  <a:pt x="17729" y="17513"/>
                </a:lnTo>
                <a:lnTo>
                  <a:pt x="17894" y="17386"/>
                </a:lnTo>
                <a:lnTo>
                  <a:pt x="17970" y="16878"/>
                </a:lnTo>
                <a:lnTo>
                  <a:pt x="18745" y="17005"/>
                </a:lnTo>
                <a:close/>
              </a:path>
              <a:path w="38735" h="29844">
                <a:moveTo>
                  <a:pt x="18745" y="13449"/>
                </a:moveTo>
                <a:lnTo>
                  <a:pt x="17957" y="13449"/>
                </a:lnTo>
                <a:lnTo>
                  <a:pt x="17932" y="13576"/>
                </a:lnTo>
                <a:lnTo>
                  <a:pt x="18732" y="13576"/>
                </a:lnTo>
                <a:lnTo>
                  <a:pt x="18745" y="13449"/>
                </a:lnTo>
                <a:close/>
              </a:path>
              <a:path w="38735" h="29844">
                <a:moveTo>
                  <a:pt x="19050" y="20942"/>
                </a:moveTo>
                <a:lnTo>
                  <a:pt x="17399" y="20942"/>
                </a:lnTo>
                <a:lnTo>
                  <a:pt x="17386" y="21069"/>
                </a:lnTo>
                <a:lnTo>
                  <a:pt x="19050" y="21069"/>
                </a:lnTo>
                <a:lnTo>
                  <a:pt x="19050" y="20942"/>
                </a:lnTo>
                <a:close/>
              </a:path>
              <a:path w="38735" h="29844">
                <a:moveTo>
                  <a:pt x="19050" y="20307"/>
                </a:moveTo>
                <a:lnTo>
                  <a:pt x="17449" y="20307"/>
                </a:lnTo>
                <a:lnTo>
                  <a:pt x="17449" y="20434"/>
                </a:lnTo>
                <a:lnTo>
                  <a:pt x="19050" y="20434"/>
                </a:lnTo>
                <a:lnTo>
                  <a:pt x="19050" y="20307"/>
                </a:lnTo>
                <a:close/>
              </a:path>
              <a:path w="38735" h="29844">
                <a:moveTo>
                  <a:pt x="19050" y="19926"/>
                </a:moveTo>
                <a:lnTo>
                  <a:pt x="17500" y="19926"/>
                </a:lnTo>
                <a:lnTo>
                  <a:pt x="17462" y="20180"/>
                </a:lnTo>
                <a:lnTo>
                  <a:pt x="19050" y="20180"/>
                </a:lnTo>
                <a:lnTo>
                  <a:pt x="19050" y="19926"/>
                </a:lnTo>
                <a:close/>
              </a:path>
              <a:path w="38735" h="29844">
                <a:moveTo>
                  <a:pt x="19050" y="18148"/>
                </a:moveTo>
                <a:lnTo>
                  <a:pt x="18364" y="18148"/>
                </a:lnTo>
                <a:lnTo>
                  <a:pt x="18402" y="17894"/>
                </a:lnTo>
                <a:lnTo>
                  <a:pt x="18249" y="17894"/>
                </a:lnTo>
                <a:lnTo>
                  <a:pt x="18148" y="17767"/>
                </a:lnTo>
                <a:lnTo>
                  <a:pt x="17741" y="17767"/>
                </a:lnTo>
                <a:lnTo>
                  <a:pt x="17691" y="17894"/>
                </a:lnTo>
                <a:lnTo>
                  <a:pt x="17589" y="18148"/>
                </a:lnTo>
                <a:lnTo>
                  <a:pt x="18059" y="18148"/>
                </a:lnTo>
                <a:lnTo>
                  <a:pt x="18059" y="18275"/>
                </a:lnTo>
                <a:lnTo>
                  <a:pt x="19050" y="18275"/>
                </a:lnTo>
                <a:lnTo>
                  <a:pt x="19050" y="18148"/>
                </a:lnTo>
                <a:close/>
              </a:path>
              <a:path w="38735" h="29844">
                <a:moveTo>
                  <a:pt x="19050" y="17513"/>
                </a:moveTo>
                <a:lnTo>
                  <a:pt x="18008" y="17513"/>
                </a:lnTo>
                <a:lnTo>
                  <a:pt x="18046" y="17640"/>
                </a:lnTo>
                <a:lnTo>
                  <a:pt x="18148" y="17767"/>
                </a:lnTo>
                <a:lnTo>
                  <a:pt x="18415" y="17767"/>
                </a:lnTo>
                <a:lnTo>
                  <a:pt x="18427" y="17640"/>
                </a:lnTo>
                <a:lnTo>
                  <a:pt x="18427" y="17767"/>
                </a:lnTo>
                <a:lnTo>
                  <a:pt x="19050" y="17767"/>
                </a:lnTo>
                <a:lnTo>
                  <a:pt x="19050" y="17640"/>
                </a:lnTo>
                <a:lnTo>
                  <a:pt x="19050" y="17513"/>
                </a:lnTo>
                <a:close/>
              </a:path>
              <a:path w="38735" h="29844">
                <a:moveTo>
                  <a:pt x="19050" y="15862"/>
                </a:moveTo>
                <a:lnTo>
                  <a:pt x="18554" y="15862"/>
                </a:lnTo>
                <a:lnTo>
                  <a:pt x="18567" y="15989"/>
                </a:lnTo>
                <a:lnTo>
                  <a:pt x="19050" y="15989"/>
                </a:lnTo>
                <a:lnTo>
                  <a:pt x="19050" y="15862"/>
                </a:lnTo>
                <a:close/>
              </a:path>
              <a:path w="38735" h="29844">
                <a:moveTo>
                  <a:pt x="19075" y="9639"/>
                </a:moveTo>
                <a:lnTo>
                  <a:pt x="18846" y="9512"/>
                </a:lnTo>
                <a:lnTo>
                  <a:pt x="18732" y="9766"/>
                </a:lnTo>
                <a:lnTo>
                  <a:pt x="19075" y="9639"/>
                </a:lnTo>
                <a:close/>
              </a:path>
              <a:path w="38735" h="29844">
                <a:moveTo>
                  <a:pt x="19177" y="18910"/>
                </a:moveTo>
                <a:lnTo>
                  <a:pt x="19050" y="19037"/>
                </a:lnTo>
                <a:lnTo>
                  <a:pt x="17741" y="19037"/>
                </a:lnTo>
                <a:lnTo>
                  <a:pt x="17703" y="19164"/>
                </a:lnTo>
                <a:lnTo>
                  <a:pt x="19050" y="19164"/>
                </a:lnTo>
                <a:lnTo>
                  <a:pt x="19050" y="19799"/>
                </a:lnTo>
                <a:lnTo>
                  <a:pt x="19177" y="18910"/>
                </a:lnTo>
                <a:close/>
              </a:path>
              <a:path w="38735" h="29844">
                <a:moveTo>
                  <a:pt x="19215" y="9385"/>
                </a:moveTo>
                <a:lnTo>
                  <a:pt x="19138" y="9131"/>
                </a:lnTo>
                <a:lnTo>
                  <a:pt x="18935" y="9004"/>
                </a:lnTo>
                <a:lnTo>
                  <a:pt x="18884" y="9385"/>
                </a:lnTo>
                <a:lnTo>
                  <a:pt x="19215" y="9385"/>
                </a:lnTo>
                <a:close/>
              </a:path>
              <a:path w="38735" h="29844">
                <a:moveTo>
                  <a:pt x="19240" y="18529"/>
                </a:moveTo>
                <a:lnTo>
                  <a:pt x="19202" y="18402"/>
                </a:lnTo>
                <a:lnTo>
                  <a:pt x="19050" y="18402"/>
                </a:lnTo>
                <a:lnTo>
                  <a:pt x="19050" y="18529"/>
                </a:lnTo>
                <a:lnTo>
                  <a:pt x="19240" y="18529"/>
                </a:lnTo>
                <a:close/>
              </a:path>
              <a:path w="38735" h="29844">
                <a:moveTo>
                  <a:pt x="19265" y="17259"/>
                </a:moveTo>
                <a:lnTo>
                  <a:pt x="19050" y="17259"/>
                </a:lnTo>
                <a:lnTo>
                  <a:pt x="19050" y="17513"/>
                </a:lnTo>
                <a:lnTo>
                  <a:pt x="19240" y="17513"/>
                </a:lnTo>
                <a:lnTo>
                  <a:pt x="19265" y="17259"/>
                </a:lnTo>
                <a:close/>
              </a:path>
              <a:path w="38735" h="29844">
                <a:moveTo>
                  <a:pt x="19291" y="20942"/>
                </a:moveTo>
                <a:lnTo>
                  <a:pt x="19253" y="20434"/>
                </a:lnTo>
                <a:lnTo>
                  <a:pt x="19050" y="20434"/>
                </a:lnTo>
                <a:lnTo>
                  <a:pt x="19050" y="20942"/>
                </a:lnTo>
                <a:lnTo>
                  <a:pt x="19291" y="20942"/>
                </a:lnTo>
                <a:close/>
              </a:path>
              <a:path w="38735" h="29844">
                <a:moveTo>
                  <a:pt x="19291" y="18783"/>
                </a:moveTo>
                <a:lnTo>
                  <a:pt x="19050" y="18656"/>
                </a:lnTo>
                <a:lnTo>
                  <a:pt x="19050" y="18529"/>
                </a:lnTo>
                <a:lnTo>
                  <a:pt x="18034" y="18529"/>
                </a:lnTo>
                <a:lnTo>
                  <a:pt x="17843" y="18656"/>
                </a:lnTo>
                <a:lnTo>
                  <a:pt x="17818" y="18783"/>
                </a:lnTo>
                <a:lnTo>
                  <a:pt x="19291" y="18783"/>
                </a:lnTo>
                <a:close/>
              </a:path>
              <a:path w="38735" h="29844">
                <a:moveTo>
                  <a:pt x="19304" y="16624"/>
                </a:moveTo>
                <a:lnTo>
                  <a:pt x="19050" y="16624"/>
                </a:lnTo>
                <a:lnTo>
                  <a:pt x="19050" y="17132"/>
                </a:lnTo>
                <a:lnTo>
                  <a:pt x="19278" y="17132"/>
                </a:lnTo>
                <a:lnTo>
                  <a:pt x="19304" y="16624"/>
                </a:lnTo>
                <a:close/>
              </a:path>
              <a:path w="38735" h="29844">
                <a:moveTo>
                  <a:pt x="19329" y="15989"/>
                </a:moveTo>
                <a:lnTo>
                  <a:pt x="19050" y="15989"/>
                </a:lnTo>
                <a:lnTo>
                  <a:pt x="19050" y="16370"/>
                </a:lnTo>
                <a:lnTo>
                  <a:pt x="19316" y="16370"/>
                </a:lnTo>
                <a:lnTo>
                  <a:pt x="19329" y="15989"/>
                </a:lnTo>
                <a:close/>
              </a:path>
              <a:path w="38735" h="29844">
                <a:moveTo>
                  <a:pt x="19367" y="17767"/>
                </a:moveTo>
                <a:lnTo>
                  <a:pt x="19202" y="17894"/>
                </a:lnTo>
                <a:lnTo>
                  <a:pt x="19215" y="17767"/>
                </a:lnTo>
                <a:lnTo>
                  <a:pt x="19050" y="17767"/>
                </a:lnTo>
                <a:lnTo>
                  <a:pt x="19050" y="18148"/>
                </a:lnTo>
                <a:lnTo>
                  <a:pt x="19342" y="18148"/>
                </a:lnTo>
                <a:lnTo>
                  <a:pt x="19354" y="17894"/>
                </a:lnTo>
                <a:lnTo>
                  <a:pt x="19367" y="17767"/>
                </a:lnTo>
                <a:close/>
              </a:path>
              <a:path w="38735" h="29844">
                <a:moveTo>
                  <a:pt x="19367" y="14846"/>
                </a:moveTo>
                <a:lnTo>
                  <a:pt x="19050" y="14846"/>
                </a:lnTo>
                <a:lnTo>
                  <a:pt x="19050" y="15862"/>
                </a:lnTo>
                <a:lnTo>
                  <a:pt x="19329" y="15862"/>
                </a:lnTo>
                <a:lnTo>
                  <a:pt x="19367" y="14846"/>
                </a:lnTo>
                <a:close/>
              </a:path>
              <a:path w="38735" h="29844">
                <a:moveTo>
                  <a:pt x="19469" y="5829"/>
                </a:moveTo>
                <a:lnTo>
                  <a:pt x="19253" y="5702"/>
                </a:lnTo>
                <a:lnTo>
                  <a:pt x="18732" y="5702"/>
                </a:lnTo>
                <a:lnTo>
                  <a:pt x="18719" y="5829"/>
                </a:lnTo>
                <a:lnTo>
                  <a:pt x="19469" y="5829"/>
                </a:lnTo>
                <a:close/>
              </a:path>
              <a:path w="38735" h="29844">
                <a:moveTo>
                  <a:pt x="19519" y="5194"/>
                </a:moveTo>
                <a:lnTo>
                  <a:pt x="18465" y="5194"/>
                </a:lnTo>
                <a:lnTo>
                  <a:pt x="18478" y="5702"/>
                </a:lnTo>
                <a:lnTo>
                  <a:pt x="18732" y="5702"/>
                </a:lnTo>
                <a:lnTo>
                  <a:pt x="18796" y="5321"/>
                </a:lnTo>
                <a:lnTo>
                  <a:pt x="18859" y="5448"/>
                </a:lnTo>
                <a:lnTo>
                  <a:pt x="19291" y="5448"/>
                </a:lnTo>
                <a:lnTo>
                  <a:pt x="19253" y="5702"/>
                </a:lnTo>
                <a:lnTo>
                  <a:pt x="19481" y="5702"/>
                </a:lnTo>
                <a:lnTo>
                  <a:pt x="19507" y="5321"/>
                </a:lnTo>
                <a:lnTo>
                  <a:pt x="19519" y="5194"/>
                </a:lnTo>
                <a:close/>
              </a:path>
              <a:path w="38735" h="29844">
                <a:moveTo>
                  <a:pt x="19621" y="457"/>
                </a:moveTo>
                <a:close/>
              </a:path>
              <a:path w="38735" h="29844">
                <a:moveTo>
                  <a:pt x="19634" y="6489"/>
                </a:moveTo>
                <a:lnTo>
                  <a:pt x="19596" y="6680"/>
                </a:lnTo>
                <a:lnTo>
                  <a:pt x="19634" y="6489"/>
                </a:lnTo>
                <a:close/>
              </a:path>
              <a:path w="38735" h="29844">
                <a:moveTo>
                  <a:pt x="19634" y="6426"/>
                </a:moveTo>
                <a:close/>
              </a:path>
              <a:path w="38735" h="29844">
                <a:moveTo>
                  <a:pt x="19913" y="5194"/>
                </a:moveTo>
                <a:lnTo>
                  <a:pt x="19545" y="5194"/>
                </a:lnTo>
                <a:lnTo>
                  <a:pt x="19558" y="5321"/>
                </a:lnTo>
                <a:lnTo>
                  <a:pt x="19875" y="5321"/>
                </a:lnTo>
                <a:lnTo>
                  <a:pt x="19913" y="5194"/>
                </a:lnTo>
                <a:close/>
              </a:path>
              <a:path w="38735" h="29844">
                <a:moveTo>
                  <a:pt x="19939" y="12560"/>
                </a:moveTo>
                <a:lnTo>
                  <a:pt x="19913" y="12306"/>
                </a:lnTo>
                <a:lnTo>
                  <a:pt x="16586" y="12306"/>
                </a:lnTo>
                <a:lnTo>
                  <a:pt x="17106" y="12687"/>
                </a:lnTo>
                <a:lnTo>
                  <a:pt x="17233" y="12560"/>
                </a:lnTo>
                <a:lnTo>
                  <a:pt x="17538" y="12560"/>
                </a:lnTo>
                <a:lnTo>
                  <a:pt x="17513" y="13322"/>
                </a:lnTo>
                <a:lnTo>
                  <a:pt x="17780" y="13449"/>
                </a:lnTo>
                <a:lnTo>
                  <a:pt x="17957" y="13449"/>
                </a:lnTo>
                <a:lnTo>
                  <a:pt x="18046" y="13068"/>
                </a:lnTo>
                <a:lnTo>
                  <a:pt x="18097" y="12941"/>
                </a:lnTo>
                <a:lnTo>
                  <a:pt x="18237" y="12941"/>
                </a:lnTo>
                <a:lnTo>
                  <a:pt x="18249" y="12814"/>
                </a:lnTo>
                <a:lnTo>
                  <a:pt x="18618" y="12687"/>
                </a:lnTo>
                <a:lnTo>
                  <a:pt x="18745" y="12560"/>
                </a:lnTo>
                <a:lnTo>
                  <a:pt x="18745" y="13195"/>
                </a:lnTo>
                <a:lnTo>
                  <a:pt x="18910" y="13068"/>
                </a:lnTo>
                <a:lnTo>
                  <a:pt x="19011" y="12560"/>
                </a:lnTo>
                <a:lnTo>
                  <a:pt x="19227" y="12560"/>
                </a:lnTo>
                <a:lnTo>
                  <a:pt x="19291" y="12687"/>
                </a:lnTo>
                <a:lnTo>
                  <a:pt x="19151" y="12814"/>
                </a:lnTo>
                <a:lnTo>
                  <a:pt x="19469" y="12814"/>
                </a:lnTo>
                <a:lnTo>
                  <a:pt x="19570" y="12687"/>
                </a:lnTo>
                <a:lnTo>
                  <a:pt x="19659" y="12560"/>
                </a:lnTo>
                <a:lnTo>
                  <a:pt x="19773" y="13068"/>
                </a:lnTo>
                <a:lnTo>
                  <a:pt x="19888" y="13322"/>
                </a:lnTo>
                <a:lnTo>
                  <a:pt x="19939" y="12560"/>
                </a:lnTo>
                <a:close/>
              </a:path>
              <a:path w="38735" h="29844">
                <a:moveTo>
                  <a:pt x="19977" y="13576"/>
                </a:moveTo>
                <a:lnTo>
                  <a:pt x="19939" y="13449"/>
                </a:lnTo>
                <a:lnTo>
                  <a:pt x="18808" y="13449"/>
                </a:lnTo>
                <a:lnTo>
                  <a:pt x="18783" y="13576"/>
                </a:lnTo>
                <a:lnTo>
                  <a:pt x="19977" y="13576"/>
                </a:lnTo>
                <a:close/>
              </a:path>
              <a:path w="38735" h="29844">
                <a:moveTo>
                  <a:pt x="20015" y="4559"/>
                </a:moveTo>
                <a:lnTo>
                  <a:pt x="20002" y="4305"/>
                </a:lnTo>
                <a:lnTo>
                  <a:pt x="19964" y="3543"/>
                </a:lnTo>
                <a:lnTo>
                  <a:pt x="18402" y="3543"/>
                </a:lnTo>
                <a:lnTo>
                  <a:pt x="18453" y="2654"/>
                </a:lnTo>
                <a:lnTo>
                  <a:pt x="18630" y="2273"/>
                </a:lnTo>
                <a:lnTo>
                  <a:pt x="18427" y="2019"/>
                </a:lnTo>
                <a:lnTo>
                  <a:pt x="17995" y="2273"/>
                </a:lnTo>
                <a:lnTo>
                  <a:pt x="18059" y="2019"/>
                </a:lnTo>
                <a:lnTo>
                  <a:pt x="18148" y="1638"/>
                </a:lnTo>
                <a:lnTo>
                  <a:pt x="18046" y="1511"/>
                </a:lnTo>
                <a:lnTo>
                  <a:pt x="17399" y="1638"/>
                </a:lnTo>
                <a:lnTo>
                  <a:pt x="17475" y="1130"/>
                </a:lnTo>
                <a:lnTo>
                  <a:pt x="17043" y="749"/>
                </a:lnTo>
                <a:lnTo>
                  <a:pt x="17043" y="0"/>
                </a:lnTo>
                <a:lnTo>
                  <a:pt x="13893" y="2273"/>
                </a:lnTo>
                <a:lnTo>
                  <a:pt x="13550" y="2273"/>
                </a:lnTo>
                <a:lnTo>
                  <a:pt x="8305" y="3543"/>
                </a:lnTo>
                <a:lnTo>
                  <a:pt x="4318" y="3543"/>
                </a:lnTo>
                <a:lnTo>
                  <a:pt x="0" y="3797"/>
                </a:lnTo>
                <a:lnTo>
                  <a:pt x="2209" y="3797"/>
                </a:lnTo>
                <a:lnTo>
                  <a:pt x="2286" y="4051"/>
                </a:lnTo>
                <a:lnTo>
                  <a:pt x="2400" y="4559"/>
                </a:lnTo>
                <a:lnTo>
                  <a:pt x="2692" y="4559"/>
                </a:lnTo>
                <a:lnTo>
                  <a:pt x="2641" y="4051"/>
                </a:lnTo>
                <a:lnTo>
                  <a:pt x="2895" y="4051"/>
                </a:lnTo>
                <a:lnTo>
                  <a:pt x="3378" y="3797"/>
                </a:lnTo>
                <a:lnTo>
                  <a:pt x="3327" y="4051"/>
                </a:lnTo>
                <a:lnTo>
                  <a:pt x="3136" y="4051"/>
                </a:lnTo>
                <a:lnTo>
                  <a:pt x="3035" y="4241"/>
                </a:lnTo>
                <a:lnTo>
                  <a:pt x="2908" y="4178"/>
                </a:lnTo>
                <a:lnTo>
                  <a:pt x="2819" y="4330"/>
                </a:lnTo>
                <a:lnTo>
                  <a:pt x="3009" y="4305"/>
                </a:lnTo>
                <a:lnTo>
                  <a:pt x="3454" y="4533"/>
                </a:lnTo>
                <a:lnTo>
                  <a:pt x="3657" y="4559"/>
                </a:lnTo>
                <a:lnTo>
                  <a:pt x="3619" y="4686"/>
                </a:lnTo>
                <a:lnTo>
                  <a:pt x="3403" y="4813"/>
                </a:lnTo>
                <a:lnTo>
                  <a:pt x="3263" y="4940"/>
                </a:lnTo>
                <a:lnTo>
                  <a:pt x="3060" y="5067"/>
                </a:lnTo>
                <a:lnTo>
                  <a:pt x="3200" y="5067"/>
                </a:lnTo>
                <a:lnTo>
                  <a:pt x="3238" y="5194"/>
                </a:lnTo>
                <a:lnTo>
                  <a:pt x="3340" y="5448"/>
                </a:lnTo>
                <a:lnTo>
                  <a:pt x="3492" y="5575"/>
                </a:lnTo>
                <a:lnTo>
                  <a:pt x="3505" y="5702"/>
                </a:lnTo>
                <a:lnTo>
                  <a:pt x="11976" y="5702"/>
                </a:lnTo>
                <a:lnTo>
                  <a:pt x="12268" y="5448"/>
                </a:lnTo>
                <a:lnTo>
                  <a:pt x="12636" y="5321"/>
                </a:lnTo>
                <a:lnTo>
                  <a:pt x="12738" y="5194"/>
                </a:lnTo>
                <a:lnTo>
                  <a:pt x="12839" y="5067"/>
                </a:lnTo>
                <a:lnTo>
                  <a:pt x="18059" y="5067"/>
                </a:lnTo>
                <a:lnTo>
                  <a:pt x="18097" y="4813"/>
                </a:lnTo>
                <a:lnTo>
                  <a:pt x="3835" y="4813"/>
                </a:lnTo>
                <a:lnTo>
                  <a:pt x="3835" y="4559"/>
                </a:lnTo>
                <a:lnTo>
                  <a:pt x="20015" y="4559"/>
                </a:lnTo>
                <a:close/>
              </a:path>
              <a:path w="38735" h="29844">
                <a:moveTo>
                  <a:pt x="20027" y="4813"/>
                </a:moveTo>
                <a:lnTo>
                  <a:pt x="18313" y="4813"/>
                </a:lnTo>
                <a:lnTo>
                  <a:pt x="18465" y="4940"/>
                </a:lnTo>
                <a:lnTo>
                  <a:pt x="18465" y="5067"/>
                </a:lnTo>
                <a:lnTo>
                  <a:pt x="19951" y="5067"/>
                </a:lnTo>
                <a:lnTo>
                  <a:pt x="20027" y="4813"/>
                </a:lnTo>
                <a:close/>
              </a:path>
              <a:path w="38735" h="29844">
                <a:moveTo>
                  <a:pt x="20104" y="15862"/>
                </a:moveTo>
                <a:lnTo>
                  <a:pt x="19329" y="15862"/>
                </a:lnTo>
                <a:lnTo>
                  <a:pt x="19329" y="15989"/>
                </a:lnTo>
                <a:lnTo>
                  <a:pt x="20104" y="15989"/>
                </a:lnTo>
                <a:lnTo>
                  <a:pt x="20104" y="15862"/>
                </a:lnTo>
                <a:close/>
              </a:path>
              <a:path w="38735" h="29844">
                <a:moveTo>
                  <a:pt x="20154" y="18529"/>
                </a:moveTo>
                <a:lnTo>
                  <a:pt x="19240" y="18529"/>
                </a:lnTo>
                <a:lnTo>
                  <a:pt x="19265" y="18656"/>
                </a:lnTo>
                <a:lnTo>
                  <a:pt x="20142" y="18656"/>
                </a:lnTo>
                <a:lnTo>
                  <a:pt x="20154" y="18529"/>
                </a:lnTo>
                <a:close/>
              </a:path>
              <a:path w="38735" h="29844">
                <a:moveTo>
                  <a:pt x="20167" y="16624"/>
                </a:moveTo>
                <a:lnTo>
                  <a:pt x="20142" y="16370"/>
                </a:lnTo>
                <a:lnTo>
                  <a:pt x="19316" y="16370"/>
                </a:lnTo>
                <a:lnTo>
                  <a:pt x="19304" y="16624"/>
                </a:lnTo>
                <a:lnTo>
                  <a:pt x="20167" y="16624"/>
                </a:lnTo>
                <a:close/>
              </a:path>
              <a:path w="38735" h="29844">
                <a:moveTo>
                  <a:pt x="20180" y="12306"/>
                </a:moveTo>
                <a:lnTo>
                  <a:pt x="19913" y="12306"/>
                </a:lnTo>
                <a:lnTo>
                  <a:pt x="19964" y="12560"/>
                </a:lnTo>
                <a:lnTo>
                  <a:pt x="20180" y="12306"/>
                </a:lnTo>
                <a:close/>
              </a:path>
              <a:path w="38735" h="29844">
                <a:moveTo>
                  <a:pt x="20243" y="17259"/>
                </a:moveTo>
                <a:lnTo>
                  <a:pt x="20218" y="17132"/>
                </a:lnTo>
                <a:lnTo>
                  <a:pt x="19278" y="17132"/>
                </a:lnTo>
                <a:lnTo>
                  <a:pt x="19265" y="17259"/>
                </a:lnTo>
                <a:lnTo>
                  <a:pt x="20243" y="17259"/>
                </a:lnTo>
                <a:close/>
              </a:path>
              <a:path w="38735" h="29844">
                <a:moveTo>
                  <a:pt x="20294" y="19799"/>
                </a:moveTo>
                <a:lnTo>
                  <a:pt x="19227" y="19799"/>
                </a:lnTo>
                <a:lnTo>
                  <a:pt x="19253" y="20434"/>
                </a:lnTo>
                <a:lnTo>
                  <a:pt x="20294" y="20434"/>
                </a:lnTo>
                <a:lnTo>
                  <a:pt x="20294" y="19799"/>
                </a:lnTo>
                <a:close/>
              </a:path>
              <a:path w="38735" h="29844">
                <a:moveTo>
                  <a:pt x="20294" y="18529"/>
                </a:moveTo>
                <a:lnTo>
                  <a:pt x="20154" y="18529"/>
                </a:lnTo>
                <a:lnTo>
                  <a:pt x="20154" y="18656"/>
                </a:lnTo>
                <a:lnTo>
                  <a:pt x="20294" y="18656"/>
                </a:lnTo>
                <a:lnTo>
                  <a:pt x="20294" y="18529"/>
                </a:lnTo>
                <a:close/>
              </a:path>
              <a:path w="38735" h="29844">
                <a:moveTo>
                  <a:pt x="20294" y="18275"/>
                </a:moveTo>
                <a:lnTo>
                  <a:pt x="20053" y="18275"/>
                </a:lnTo>
                <a:lnTo>
                  <a:pt x="20053" y="18148"/>
                </a:lnTo>
                <a:lnTo>
                  <a:pt x="19342" y="18148"/>
                </a:lnTo>
                <a:lnTo>
                  <a:pt x="19215" y="18402"/>
                </a:lnTo>
                <a:lnTo>
                  <a:pt x="20294" y="18402"/>
                </a:lnTo>
                <a:lnTo>
                  <a:pt x="20294" y="18275"/>
                </a:lnTo>
                <a:close/>
              </a:path>
              <a:path w="38735" h="29844">
                <a:moveTo>
                  <a:pt x="20294" y="17894"/>
                </a:moveTo>
                <a:lnTo>
                  <a:pt x="20053" y="17894"/>
                </a:lnTo>
                <a:lnTo>
                  <a:pt x="20053" y="18148"/>
                </a:lnTo>
                <a:lnTo>
                  <a:pt x="20294" y="18148"/>
                </a:lnTo>
                <a:lnTo>
                  <a:pt x="20294" y="17894"/>
                </a:lnTo>
                <a:close/>
              </a:path>
              <a:path w="38735" h="29844">
                <a:moveTo>
                  <a:pt x="20294" y="17767"/>
                </a:moveTo>
                <a:lnTo>
                  <a:pt x="20269" y="17513"/>
                </a:lnTo>
                <a:lnTo>
                  <a:pt x="19240" y="17513"/>
                </a:lnTo>
                <a:lnTo>
                  <a:pt x="19215" y="17767"/>
                </a:lnTo>
                <a:lnTo>
                  <a:pt x="19367" y="17767"/>
                </a:lnTo>
                <a:lnTo>
                  <a:pt x="20294" y="17767"/>
                </a:lnTo>
                <a:close/>
              </a:path>
              <a:path w="38735" h="29844">
                <a:moveTo>
                  <a:pt x="20434" y="21577"/>
                </a:moveTo>
                <a:lnTo>
                  <a:pt x="19469" y="21577"/>
                </a:lnTo>
                <a:lnTo>
                  <a:pt x="19392" y="21450"/>
                </a:lnTo>
                <a:lnTo>
                  <a:pt x="19291" y="21069"/>
                </a:lnTo>
                <a:lnTo>
                  <a:pt x="19050" y="21069"/>
                </a:lnTo>
                <a:lnTo>
                  <a:pt x="19050" y="21323"/>
                </a:lnTo>
                <a:lnTo>
                  <a:pt x="18884" y="21450"/>
                </a:lnTo>
                <a:lnTo>
                  <a:pt x="19367" y="21831"/>
                </a:lnTo>
                <a:lnTo>
                  <a:pt x="20231" y="21831"/>
                </a:lnTo>
                <a:lnTo>
                  <a:pt x="20332" y="21704"/>
                </a:lnTo>
                <a:lnTo>
                  <a:pt x="20434" y="21577"/>
                </a:lnTo>
                <a:close/>
              </a:path>
              <a:path w="38735" h="29844">
                <a:moveTo>
                  <a:pt x="20497" y="10020"/>
                </a:moveTo>
                <a:lnTo>
                  <a:pt x="20383" y="9893"/>
                </a:lnTo>
                <a:lnTo>
                  <a:pt x="19392" y="9893"/>
                </a:lnTo>
                <a:lnTo>
                  <a:pt x="19494" y="9512"/>
                </a:lnTo>
                <a:lnTo>
                  <a:pt x="19532" y="9385"/>
                </a:lnTo>
                <a:lnTo>
                  <a:pt x="19735" y="9131"/>
                </a:lnTo>
                <a:lnTo>
                  <a:pt x="19837" y="9004"/>
                </a:lnTo>
                <a:lnTo>
                  <a:pt x="19939" y="8877"/>
                </a:lnTo>
                <a:lnTo>
                  <a:pt x="20066" y="8877"/>
                </a:lnTo>
                <a:lnTo>
                  <a:pt x="19900" y="8750"/>
                </a:lnTo>
                <a:lnTo>
                  <a:pt x="19723" y="8877"/>
                </a:lnTo>
                <a:lnTo>
                  <a:pt x="19392" y="8750"/>
                </a:lnTo>
                <a:lnTo>
                  <a:pt x="19329" y="8991"/>
                </a:lnTo>
                <a:lnTo>
                  <a:pt x="19278" y="9512"/>
                </a:lnTo>
                <a:lnTo>
                  <a:pt x="19075" y="9639"/>
                </a:lnTo>
                <a:lnTo>
                  <a:pt x="19050" y="10020"/>
                </a:lnTo>
                <a:lnTo>
                  <a:pt x="18846" y="10020"/>
                </a:lnTo>
                <a:lnTo>
                  <a:pt x="18821" y="9766"/>
                </a:lnTo>
                <a:lnTo>
                  <a:pt x="18630" y="9893"/>
                </a:lnTo>
                <a:lnTo>
                  <a:pt x="18529" y="10020"/>
                </a:lnTo>
                <a:lnTo>
                  <a:pt x="18453" y="9893"/>
                </a:lnTo>
                <a:lnTo>
                  <a:pt x="18300" y="10020"/>
                </a:lnTo>
                <a:lnTo>
                  <a:pt x="18262" y="10147"/>
                </a:lnTo>
                <a:lnTo>
                  <a:pt x="18021" y="10020"/>
                </a:lnTo>
                <a:lnTo>
                  <a:pt x="17767" y="9893"/>
                </a:lnTo>
                <a:lnTo>
                  <a:pt x="17348" y="9766"/>
                </a:lnTo>
                <a:lnTo>
                  <a:pt x="17437" y="9639"/>
                </a:lnTo>
                <a:lnTo>
                  <a:pt x="17170" y="9766"/>
                </a:lnTo>
                <a:lnTo>
                  <a:pt x="17208" y="9131"/>
                </a:lnTo>
                <a:lnTo>
                  <a:pt x="17208" y="9004"/>
                </a:lnTo>
                <a:lnTo>
                  <a:pt x="17348" y="9004"/>
                </a:lnTo>
                <a:lnTo>
                  <a:pt x="17297" y="9131"/>
                </a:lnTo>
                <a:lnTo>
                  <a:pt x="17475" y="9004"/>
                </a:lnTo>
                <a:lnTo>
                  <a:pt x="17589" y="8877"/>
                </a:lnTo>
                <a:lnTo>
                  <a:pt x="17576" y="9004"/>
                </a:lnTo>
                <a:lnTo>
                  <a:pt x="17729" y="8877"/>
                </a:lnTo>
                <a:lnTo>
                  <a:pt x="17741" y="8750"/>
                </a:lnTo>
                <a:lnTo>
                  <a:pt x="17767" y="8496"/>
                </a:lnTo>
                <a:lnTo>
                  <a:pt x="17767" y="8369"/>
                </a:lnTo>
                <a:lnTo>
                  <a:pt x="13487" y="8369"/>
                </a:lnTo>
                <a:lnTo>
                  <a:pt x="13474" y="8496"/>
                </a:lnTo>
                <a:lnTo>
                  <a:pt x="13487" y="8369"/>
                </a:lnTo>
                <a:lnTo>
                  <a:pt x="13271" y="8369"/>
                </a:lnTo>
                <a:lnTo>
                  <a:pt x="13246" y="8496"/>
                </a:lnTo>
                <a:lnTo>
                  <a:pt x="13182" y="8369"/>
                </a:lnTo>
                <a:lnTo>
                  <a:pt x="12636" y="8369"/>
                </a:lnTo>
                <a:lnTo>
                  <a:pt x="12661" y="8242"/>
                </a:lnTo>
                <a:lnTo>
                  <a:pt x="12369" y="8242"/>
                </a:lnTo>
                <a:lnTo>
                  <a:pt x="12357" y="8623"/>
                </a:lnTo>
                <a:lnTo>
                  <a:pt x="12039" y="8623"/>
                </a:lnTo>
                <a:lnTo>
                  <a:pt x="11963" y="8369"/>
                </a:lnTo>
                <a:lnTo>
                  <a:pt x="11633" y="8369"/>
                </a:lnTo>
                <a:lnTo>
                  <a:pt x="4432" y="8369"/>
                </a:lnTo>
                <a:lnTo>
                  <a:pt x="4279" y="8369"/>
                </a:lnTo>
                <a:lnTo>
                  <a:pt x="4279" y="8623"/>
                </a:lnTo>
                <a:lnTo>
                  <a:pt x="4102" y="8750"/>
                </a:lnTo>
                <a:lnTo>
                  <a:pt x="4025" y="8623"/>
                </a:lnTo>
                <a:lnTo>
                  <a:pt x="4279" y="8623"/>
                </a:lnTo>
                <a:lnTo>
                  <a:pt x="4279" y="8369"/>
                </a:lnTo>
                <a:lnTo>
                  <a:pt x="4279" y="8242"/>
                </a:lnTo>
                <a:lnTo>
                  <a:pt x="12026" y="8242"/>
                </a:lnTo>
                <a:lnTo>
                  <a:pt x="11899" y="8115"/>
                </a:lnTo>
                <a:lnTo>
                  <a:pt x="12128" y="8115"/>
                </a:lnTo>
                <a:lnTo>
                  <a:pt x="12230" y="8242"/>
                </a:lnTo>
                <a:lnTo>
                  <a:pt x="12319" y="8115"/>
                </a:lnTo>
                <a:lnTo>
                  <a:pt x="12687" y="7988"/>
                </a:lnTo>
                <a:lnTo>
                  <a:pt x="12674" y="8115"/>
                </a:lnTo>
                <a:lnTo>
                  <a:pt x="12827" y="7988"/>
                </a:lnTo>
                <a:lnTo>
                  <a:pt x="12941" y="7734"/>
                </a:lnTo>
                <a:lnTo>
                  <a:pt x="13131" y="7734"/>
                </a:lnTo>
                <a:lnTo>
                  <a:pt x="13119" y="7861"/>
                </a:lnTo>
                <a:lnTo>
                  <a:pt x="13385" y="7861"/>
                </a:lnTo>
                <a:lnTo>
                  <a:pt x="13449" y="7480"/>
                </a:lnTo>
                <a:lnTo>
                  <a:pt x="13716" y="7480"/>
                </a:lnTo>
                <a:lnTo>
                  <a:pt x="13716" y="7861"/>
                </a:lnTo>
                <a:lnTo>
                  <a:pt x="17818" y="7861"/>
                </a:lnTo>
                <a:lnTo>
                  <a:pt x="17830" y="7607"/>
                </a:lnTo>
                <a:lnTo>
                  <a:pt x="17856" y="7353"/>
                </a:lnTo>
                <a:lnTo>
                  <a:pt x="14211" y="7353"/>
                </a:lnTo>
                <a:lnTo>
                  <a:pt x="14160" y="7607"/>
                </a:lnTo>
                <a:lnTo>
                  <a:pt x="14135" y="7480"/>
                </a:lnTo>
                <a:lnTo>
                  <a:pt x="14097" y="7353"/>
                </a:lnTo>
                <a:lnTo>
                  <a:pt x="4432" y="7353"/>
                </a:lnTo>
                <a:lnTo>
                  <a:pt x="4432" y="7988"/>
                </a:lnTo>
                <a:lnTo>
                  <a:pt x="4152" y="8115"/>
                </a:lnTo>
                <a:lnTo>
                  <a:pt x="4330" y="7988"/>
                </a:lnTo>
                <a:lnTo>
                  <a:pt x="4432" y="7353"/>
                </a:lnTo>
                <a:lnTo>
                  <a:pt x="3733" y="7353"/>
                </a:lnTo>
                <a:lnTo>
                  <a:pt x="3683" y="7607"/>
                </a:lnTo>
                <a:lnTo>
                  <a:pt x="3314" y="7607"/>
                </a:lnTo>
                <a:lnTo>
                  <a:pt x="3276" y="7734"/>
                </a:lnTo>
                <a:lnTo>
                  <a:pt x="3340" y="7480"/>
                </a:lnTo>
                <a:lnTo>
                  <a:pt x="3403" y="7353"/>
                </a:lnTo>
                <a:lnTo>
                  <a:pt x="3568" y="7226"/>
                </a:lnTo>
                <a:lnTo>
                  <a:pt x="3873" y="7226"/>
                </a:lnTo>
                <a:lnTo>
                  <a:pt x="3911" y="7099"/>
                </a:lnTo>
                <a:lnTo>
                  <a:pt x="17881" y="7099"/>
                </a:lnTo>
                <a:lnTo>
                  <a:pt x="17894" y="6972"/>
                </a:lnTo>
                <a:lnTo>
                  <a:pt x="17995" y="5829"/>
                </a:lnTo>
                <a:lnTo>
                  <a:pt x="13093" y="5829"/>
                </a:lnTo>
                <a:lnTo>
                  <a:pt x="13512" y="5702"/>
                </a:lnTo>
                <a:lnTo>
                  <a:pt x="13017" y="5702"/>
                </a:lnTo>
                <a:lnTo>
                  <a:pt x="13017" y="6845"/>
                </a:lnTo>
                <a:lnTo>
                  <a:pt x="12827" y="6972"/>
                </a:lnTo>
                <a:lnTo>
                  <a:pt x="12890" y="6718"/>
                </a:lnTo>
                <a:lnTo>
                  <a:pt x="13017" y="6845"/>
                </a:lnTo>
                <a:lnTo>
                  <a:pt x="13017" y="5702"/>
                </a:lnTo>
                <a:lnTo>
                  <a:pt x="11976" y="5702"/>
                </a:lnTo>
                <a:lnTo>
                  <a:pt x="11823" y="5829"/>
                </a:lnTo>
                <a:lnTo>
                  <a:pt x="12865" y="5829"/>
                </a:lnTo>
                <a:lnTo>
                  <a:pt x="12268" y="6337"/>
                </a:lnTo>
                <a:lnTo>
                  <a:pt x="12255" y="6718"/>
                </a:lnTo>
                <a:lnTo>
                  <a:pt x="12179" y="6591"/>
                </a:lnTo>
                <a:lnTo>
                  <a:pt x="12065" y="6845"/>
                </a:lnTo>
                <a:lnTo>
                  <a:pt x="11899" y="6845"/>
                </a:lnTo>
                <a:lnTo>
                  <a:pt x="11899" y="6972"/>
                </a:lnTo>
                <a:lnTo>
                  <a:pt x="11823" y="5829"/>
                </a:lnTo>
                <a:lnTo>
                  <a:pt x="3810" y="5829"/>
                </a:lnTo>
                <a:lnTo>
                  <a:pt x="3898" y="6591"/>
                </a:lnTo>
                <a:lnTo>
                  <a:pt x="3225" y="7099"/>
                </a:lnTo>
                <a:lnTo>
                  <a:pt x="3124" y="7226"/>
                </a:lnTo>
                <a:lnTo>
                  <a:pt x="3022" y="7353"/>
                </a:lnTo>
                <a:lnTo>
                  <a:pt x="2908" y="7480"/>
                </a:lnTo>
                <a:lnTo>
                  <a:pt x="2806" y="7607"/>
                </a:lnTo>
                <a:lnTo>
                  <a:pt x="2705" y="7734"/>
                </a:lnTo>
                <a:lnTo>
                  <a:pt x="2628" y="9131"/>
                </a:lnTo>
                <a:lnTo>
                  <a:pt x="2730" y="8877"/>
                </a:lnTo>
                <a:lnTo>
                  <a:pt x="2806" y="8750"/>
                </a:lnTo>
                <a:lnTo>
                  <a:pt x="2908" y="8496"/>
                </a:lnTo>
                <a:lnTo>
                  <a:pt x="2959" y="8623"/>
                </a:lnTo>
                <a:lnTo>
                  <a:pt x="2946" y="9131"/>
                </a:lnTo>
                <a:lnTo>
                  <a:pt x="3048" y="9004"/>
                </a:lnTo>
                <a:lnTo>
                  <a:pt x="2984" y="9385"/>
                </a:lnTo>
                <a:lnTo>
                  <a:pt x="2717" y="9512"/>
                </a:lnTo>
                <a:lnTo>
                  <a:pt x="2844" y="9893"/>
                </a:lnTo>
                <a:lnTo>
                  <a:pt x="2946" y="9766"/>
                </a:lnTo>
                <a:lnTo>
                  <a:pt x="2971" y="9639"/>
                </a:lnTo>
                <a:lnTo>
                  <a:pt x="3086" y="9512"/>
                </a:lnTo>
                <a:lnTo>
                  <a:pt x="4419" y="9512"/>
                </a:lnTo>
                <a:lnTo>
                  <a:pt x="4406" y="9385"/>
                </a:lnTo>
                <a:lnTo>
                  <a:pt x="4686" y="9512"/>
                </a:lnTo>
                <a:lnTo>
                  <a:pt x="4686" y="9766"/>
                </a:lnTo>
                <a:lnTo>
                  <a:pt x="4635" y="9512"/>
                </a:lnTo>
                <a:lnTo>
                  <a:pt x="4457" y="9639"/>
                </a:lnTo>
                <a:lnTo>
                  <a:pt x="3086" y="9639"/>
                </a:lnTo>
                <a:lnTo>
                  <a:pt x="3086" y="9893"/>
                </a:lnTo>
                <a:lnTo>
                  <a:pt x="2895" y="10020"/>
                </a:lnTo>
                <a:lnTo>
                  <a:pt x="2946" y="10147"/>
                </a:lnTo>
                <a:lnTo>
                  <a:pt x="3175" y="10020"/>
                </a:lnTo>
                <a:lnTo>
                  <a:pt x="3289" y="10528"/>
                </a:lnTo>
                <a:lnTo>
                  <a:pt x="3403" y="10655"/>
                </a:lnTo>
                <a:lnTo>
                  <a:pt x="3505" y="10782"/>
                </a:lnTo>
                <a:lnTo>
                  <a:pt x="3619" y="10909"/>
                </a:lnTo>
                <a:lnTo>
                  <a:pt x="3733" y="11036"/>
                </a:lnTo>
                <a:lnTo>
                  <a:pt x="3975" y="11036"/>
                </a:lnTo>
                <a:lnTo>
                  <a:pt x="4127" y="11163"/>
                </a:lnTo>
                <a:lnTo>
                  <a:pt x="4902" y="11163"/>
                </a:lnTo>
                <a:lnTo>
                  <a:pt x="4279" y="11290"/>
                </a:lnTo>
                <a:lnTo>
                  <a:pt x="5029" y="11290"/>
                </a:lnTo>
                <a:lnTo>
                  <a:pt x="4914" y="11671"/>
                </a:lnTo>
                <a:lnTo>
                  <a:pt x="5448" y="11925"/>
                </a:lnTo>
                <a:lnTo>
                  <a:pt x="5410" y="12077"/>
                </a:lnTo>
                <a:lnTo>
                  <a:pt x="5245" y="12052"/>
                </a:lnTo>
                <a:lnTo>
                  <a:pt x="5397" y="12179"/>
                </a:lnTo>
                <a:lnTo>
                  <a:pt x="6197" y="12179"/>
                </a:lnTo>
                <a:lnTo>
                  <a:pt x="6096" y="12306"/>
                </a:lnTo>
                <a:lnTo>
                  <a:pt x="5918" y="12306"/>
                </a:lnTo>
                <a:lnTo>
                  <a:pt x="6311" y="12433"/>
                </a:lnTo>
                <a:lnTo>
                  <a:pt x="6273" y="11925"/>
                </a:lnTo>
                <a:lnTo>
                  <a:pt x="6223" y="11798"/>
                </a:lnTo>
                <a:lnTo>
                  <a:pt x="6083" y="11925"/>
                </a:lnTo>
                <a:lnTo>
                  <a:pt x="6134" y="11798"/>
                </a:lnTo>
                <a:lnTo>
                  <a:pt x="6184" y="11671"/>
                </a:lnTo>
                <a:lnTo>
                  <a:pt x="6515" y="11417"/>
                </a:lnTo>
                <a:lnTo>
                  <a:pt x="6146" y="11417"/>
                </a:lnTo>
                <a:lnTo>
                  <a:pt x="6248" y="11290"/>
                </a:lnTo>
                <a:lnTo>
                  <a:pt x="5778" y="11417"/>
                </a:lnTo>
                <a:lnTo>
                  <a:pt x="5727" y="11798"/>
                </a:lnTo>
                <a:lnTo>
                  <a:pt x="5791" y="10909"/>
                </a:lnTo>
                <a:lnTo>
                  <a:pt x="5969" y="10782"/>
                </a:lnTo>
                <a:lnTo>
                  <a:pt x="5765" y="10782"/>
                </a:lnTo>
                <a:lnTo>
                  <a:pt x="5740" y="10655"/>
                </a:lnTo>
                <a:lnTo>
                  <a:pt x="3594" y="10655"/>
                </a:lnTo>
                <a:lnTo>
                  <a:pt x="3441" y="10528"/>
                </a:lnTo>
                <a:lnTo>
                  <a:pt x="3733" y="10528"/>
                </a:lnTo>
                <a:lnTo>
                  <a:pt x="3606" y="10401"/>
                </a:lnTo>
                <a:lnTo>
                  <a:pt x="6400" y="10401"/>
                </a:lnTo>
                <a:lnTo>
                  <a:pt x="6553" y="10528"/>
                </a:lnTo>
                <a:lnTo>
                  <a:pt x="6819" y="10401"/>
                </a:lnTo>
                <a:lnTo>
                  <a:pt x="6731" y="10528"/>
                </a:lnTo>
                <a:lnTo>
                  <a:pt x="20332" y="10528"/>
                </a:lnTo>
                <a:lnTo>
                  <a:pt x="19951" y="10401"/>
                </a:lnTo>
                <a:lnTo>
                  <a:pt x="19926" y="10147"/>
                </a:lnTo>
                <a:lnTo>
                  <a:pt x="19900" y="10020"/>
                </a:lnTo>
                <a:lnTo>
                  <a:pt x="20497" y="10020"/>
                </a:lnTo>
                <a:close/>
              </a:path>
              <a:path w="38735" h="29844">
                <a:moveTo>
                  <a:pt x="20535" y="20942"/>
                </a:moveTo>
                <a:lnTo>
                  <a:pt x="19291" y="20942"/>
                </a:lnTo>
                <a:lnTo>
                  <a:pt x="19291" y="21069"/>
                </a:lnTo>
                <a:lnTo>
                  <a:pt x="20510" y="21069"/>
                </a:lnTo>
                <a:lnTo>
                  <a:pt x="20535" y="20942"/>
                </a:lnTo>
                <a:close/>
              </a:path>
              <a:path w="38735" h="29844">
                <a:moveTo>
                  <a:pt x="20548" y="22085"/>
                </a:moveTo>
                <a:lnTo>
                  <a:pt x="18567" y="22085"/>
                </a:lnTo>
                <a:lnTo>
                  <a:pt x="19126" y="22212"/>
                </a:lnTo>
                <a:lnTo>
                  <a:pt x="20523" y="22212"/>
                </a:lnTo>
                <a:lnTo>
                  <a:pt x="20548" y="22085"/>
                </a:lnTo>
                <a:close/>
              </a:path>
              <a:path w="38735" h="29844">
                <a:moveTo>
                  <a:pt x="20586" y="19799"/>
                </a:moveTo>
                <a:lnTo>
                  <a:pt x="20485" y="19418"/>
                </a:lnTo>
                <a:lnTo>
                  <a:pt x="20421" y="18910"/>
                </a:lnTo>
                <a:lnTo>
                  <a:pt x="20294" y="19799"/>
                </a:lnTo>
                <a:lnTo>
                  <a:pt x="20586" y="19799"/>
                </a:lnTo>
                <a:close/>
              </a:path>
              <a:path w="38735" h="29844">
                <a:moveTo>
                  <a:pt x="20612" y="21704"/>
                </a:moveTo>
                <a:lnTo>
                  <a:pt x="20561" y="21323"/>
                </a:lnTo>
                <a:lnTo>
                  <a:pt x="20434" y="21577"/>
                </a:lnTo>
                <a:lnTo>
                  <a:pt x="20612" y="21704"/>
                </a:lnTo>
                <a:close/>
              </a:path>
              <a:path w="38735" h="29844">
                <a:moveTo>
                  <a:pt x="20675" y="12306"/>
                </a:moveTo>
                <a:lnTo>
                  <a:pt x="20294" y="12306"/>
                </a:lnTo>
                <a:lnTo>
                  <a:pt x="20434" y="12560"/>
                </a:lnTo>
                <a:lnTo>
                  <a:pt x="20599" y="12395"/>
                </a:lnTo>
                <a:lnTo>
                  <a:pt x="20523" y="12941"/>
                </a:lnTo>
                <a:lnTo>
                  <a:pt x="20675" y="13068"/>
                </a:lnTo>
                <a:lnTo>
                  <a:pt x="20637" y="12674"/>
                </a:lnTo>
                <a:lnTo>
                  <a:pt x="20612" y="12369"/>
                </a:lnTo>
                <a:close/>
              </a:path>
              <a:path w="38735" h="29844">
                <a:moveTo>
                  <a:pt x="20701" y="17005"/>
                </a:moveTo>
                <a:lnTo>
                  <a:pt x="20650" y="16878"/>
                </a:lnTo>
                <a:lnTo>
                  <a:pt x="20193" y="16878"/>
                </a:lnTo>
                <a:lnTo>
                  <a:pt x="20205" y="17005"/>
                </a:lnTo>
                <a:lnTo>
                  <a:pt x="20701" y="17005"/>
                </a:lnTo>
                <a:close/>
              </a:path>
              <a:path w="38735" h="29844">
                <a:moveTo>
                  <a:pt x="20701" y="10655"/>
                </a:moveTo>
                <a:lnTo>
                  <a:pt x="20332" y="10528"/>
                </a:lnTo>
                <a:lnTo>
                  <a:pt x="20434" y="10655"/>
                </a:lnTo>
                <a:lnTo>
                  <a:pt x="20701" y="10655"/>
                </a:lnTo>
                <a:close/>
              </a:path>
              <a:path w="38735" h="29844">
                <a:moveTo>
                  <a:pt x="20764" y="18529"/>
                </a:moveTo>
                <a:lnTo>
                  <a:pt x="20383" y="18529"/>
                </a:lnTo>
                <a:lnTo>
                  <a:pt x="20396" y="18656"/>
                </a:lnTo>
                <a:lnTo>
                  <a:pt x="20637" y="18656"/>
                </a:lnTo>
                <a:lnTo>
                  <a:pt x="20764" y="18529"/>
                </a:lnTo>
                <a:close/>
              </a:path>
              <a:path w="38735" h="29844">
                <a:moveTo>
                  <a:pt x="20777" y="17259"/>
                </a:moveTo>
                <a:lnTo>
                  <a:pt x="20739" y="17132"/>
                </a:lnTo>
                <a:lnTo>
                  <a:pt x="20307" y="17132"/>
                </a:lnTo>
                <a:lnTo>
                  <a:pt x="20307" y="17259"/>
                </a:lnTo>
                <a:lnTo>
                  <a:pt x="20777" y="17259"/>
                </a:lnTo>
                <a:close/>
              </a:path>
              <a:path w="38735" h="29844">
                <a:moveTo>
                  <a:pt x="20828" y="17640"/>
                </a:moveTo>
                <a:lnTo>
                  <a:pt x="20802" y="17513"/>
                </a:lnTo>
                <a:lnTo>
                  <a:pt x="20320" y="17513"/>
                </a:lnTo>
                <a:lnTo>
                  <a:pt x="20320" y="17640"/>
                </a:lnTo>
                <a:lnTo>
                  <a:pt x="20828" y="17640"/>
                </a:lnTo>
                <a:close/>
              </a:path>
              <a:path w="38735" h="29844">
                <a:moveTo>
                  <a:pt x="20866" y="17005"/>
                </a:moveTo>
                <a:lnTo>
                  <a:pt x="20701" y="17005"/>
                </a:lnTo>
                <a:lnTo>
                  <a:pt x="20739" y="17132"/>
                </a:lnTo>
                <a:lnTo>
                  <a:pt x="20866" y="17132"/>
                </a:lnTo>
                <a:lnTo>
                  <a:pt x="20866" y="17005"/>
                </a:lnTo>
                <a:close/>
              </a:path>
              <a:path w="38735" h="29844">
                <a:moveTo>
                  <a:pt x="20866" y="16243"/>
                </a:moveTo>
                <a:lnTo>
                  <a:pt x="20281" y="16243"/>
                </a:lnTo>
                <a:lnTo>
                  <a:pt x="20269" y="15989"/>
                </a:lnTo>
                <a:lnTo>
                  <a:pt x="20104" y="15989"/>
                </a:lnTo>
                <a:lnTo>
                  <a:pt x="20142" y="16370"/>
                </a:lnTo>
                <a:lnTo>
                  <a:pt x="20281" y="16370"/>
                </a:lnTo>
                <a:lnTo>
                  <a:pt x="20294" y="16751"/>
                </a:lnTo>
                <a:lnTo>
                  <a:pt x="20713" y="16751"/>
                </a:lnTo>
                <a:lnTo>
                  <a:pt x="20840" y="16497"/>
                </a:lnTo>
                <a:lnTo>
                  <a:pt x="20866" y="16243"/>
                </a:lnTo>
                <a:close/>
              </a:path>
              <a:path w="38735" h="29844">
                <a:moveTo>
                  <a:pt x="20904" y="15862"/>
                </a:moveTo>
                <a:lnTo>
                  <a:pt x="20269" y="15862"/>
                </a:lnTo>
                <a:lnTo>
                  <a:pt x="20269" y="15989"/>
                </a:lnTo>
                <a:lnTo>
                  <a:pt x="20891" y="15989"/>
                </a:lnTo>
                <a:lnTo>
                  <a:pt x="20904" y="15862"/>
                </a:lnTo>
                <a:close/>
              </a:path>
              <a:path w="38735" h="29844">
                <a:moveTo>
                  <a:pt x="20929" y="17894"/>
                </a:moveTo>
                <a:lnTo>
                  <a:pt x="20332" y="17894"/>
                </a:lnTo>
                <a:lnTo>
                  <a:pt x="20345" y="18148"/>
                </a:lnTo>
                <a:lnTo>
                  <a:pt x="20878" y="18148"/>
                </a:lnTo>
                <a:lnTo>
                  <a:pt x="20929" y="17894"/>
                </a:lnTo>
                <a:close/>
              </a:path>
              <a:path w="38735" h="29844">
                <a:moveTo>
                  <a:pt x="20993" y="18275"/>
                </a:moveTo>
                <a:lnTo>
                  <a:pt x="20358" y="18275"/>
                </a:lnTo>
                <a:lnTo>
                  <a:pt x="20370" y="18402"/>
                </a:lnTo>
                <a:lnTo>
                  <a:pt x="20878" y="18402"/>
                </a:lnTo>
                <a:lnTo>
                  <a:pt x="20993" y="18275"/>
                </a:lnTo>
                <a:close/>
              </a:path>
              <a:path w="38735" h="29844">
                <a:moveTo>
                  <a:pt x="21005" y="18656"/>
                </a:moveTo>
                <a:lnTo>
                  <a:pt x="20637" y="18656"/>
                </a:lnTo>
                <a:lnTo>
                  <a:pt x="20586" y="19799"/>
                </a:lnTo>
                <a:lnTo>
                  <a:pt x="20739" y="19799"/>
                </a:lnTo>
                <a:lnTo>
                  <a:pt x="20840" y="19037"/>
                </a:lnTo>
                <a:lnTo>
                  <a:pt x="20929" y="18910"/>
                </a:lnTo>
                <a:lnTo>
                  <a:pt x="21005" y="18656"/>
                </a:lnTo>
                <a:close/>
              </a:path>
              <a:path w="38735" h="29844">
                <a:moveTo>
                  <a:pt x="21018" y="10655"/>
                </a:moveTo>
                <a:lnTo>
                  <a:pt x="20866" y="10528"/>
                </a:lnTo>
                <a:lnTo>
                  <a:pt x="20396" y="10528"/>
                </a:lnTo>
                <a:lnTo>
                  <a:pt x="20701" y="10655"/>
                </a:lnTo>
                <a:lnTo>
                  <a:pt x="21018" y="10655"/>
                </a:lnTo>
                <a:close/>
              </a:path>
              <a:path w="38735" h="29844">
                <a:moveTo>
                  <a:pt x="21031" y="16243"/>
                </a:moveTo>
                <a:lnTo>
                  <a:pt x="21018" y="15862"/>
                </a:lnTo>
                <a:lnTo>
                  <a:pt x="20891" y="15989"/>
                </a:lnTo>
                <a:lnTo>
                  <a:pt x="20866" y="16243"/>
                </a:lnTo>
                <a:lnTo>
                  <a:pt x="21031" y="16243"/>
                </a:lnTo>
                <a:close/>
              </a:path>
              <a:path w="38735" h="29844">
                <a:moveTo>
                  <a:pt x="21094" y="13957"/>
                </a:moveTo>
                <a:lnTo>
                  <a:pt x="16738" y="13957"/>
                </a:lnTo>
                <a:lnTo>
                  <a:pt x="17170" y="14211"/>
                </a:lnTo>
                <a:lnTo>
                  <a:pt x="18694" y="14211"/>
                </a:lnTo>
                <a:lnTo>
                  <a:pt x="21069" y="14211"/>
                </a:lnTo>
                <a:lnTo>
                  <a:pt x="21094" y="13957"/>
                </a:lnTo>
                <a:close/>
              </a:path>
              <a:path w="38735" h="29844">
                <a:moveTo>
                  <a:pt x="21120" y="16751"/>
                </a:moveTo>
                <a:lnTo>
                  <a:pt x="20713" y="16751"/>
                </a:lnTo>
                <a:lnTo>
                  <a:pt x="20650" y="16878"/>
                </a:lnTo>
                <a:lnTo>
                  <a:pt x="20993" y="16878"/>
                </a:lnTo>
                <a:lnTo>
                  <a:pt x="21120" y="16751"/>
                </a:lnTo>
                <a:close/>
              </a:path>
              <a:path w="38735" h="29844">
                <a:moveTo>
                  <a:pt x="21145" y="18148"/>
                </a:moveTo>
                <a:lnTo>
                  <a:pt x="20980" y="18148"/>
                </a:lnTo>
                <a:lnTo>
                  <a:pt x="20993" y="18275"/>
                </a:lnTo>
                <a:lnTo>
                  <a:pt x="21145" y="18148"/>
                </a:lnTo>
                <a:close/>
              </a:path>
              <a:path w="38735" h="29844">
                <a:moveTo>
                  <a:pt x="21272" y="18529"/>
                </a:moveTo>
                <a:lnTo>
                  <a:pt x="21069" y="18402"/>
                </a:lnTo>
                <a:lnTo>
                  <a:pt x="20878" y="18402"/>
                </a:lnTo>
                <a:lnTo>
                  <a:pt x="20764" y="18529"/>
                </a:lnTo>
                <a:lnTo>
                  <a:pt x="21272" y="18529"/>
                </a:lnTo>
                <a:close/>
              </a:path>
              <a:path w="38735" h="29844">
                <a:moveTo>
                  <a:pt x="21310" y="14211"/>
                </a:moveTo>
                <a:lnTo>
                  <a:pt x="21069" y="14211"/>
                </a:lnTo>
                <a:lnTo>
                  <a:pt x="21056" y="14338"/>
                </a:lnTo>
                <a:lnTo>
                  <a:pt x="20942" y="15481"/>
                </a:lnTo>
                <a:lnTo>
                  <a:pt x="21069" y="15481"/>
                </a:lnTo>
                <a:lnTo>
                  <a:pt x="21196" y="14338"/>
                </a:lnTo>
                <a:lnTo>
                  <a:pt x="21310" y="14211"/>
                </a:lnTo>
                <a:close/>
              </a:path>
              <a:path w="38735" h="29844">
                <a:moveTo>
                  <a:pt x="21348" y="13449"/>
                </a:moveTo>
                <a:lnTo>
                  <a:pt x="20015" y="13449"/>
                </a:lnTo>
                <a:lnTo>
                  <a:pt x="20015" y="13576"/>
                </a:lnTo>
                <a:lnTo>
                  <a:pt x="21234" y="13576"/>
                </a:lnTo>
                <a:lnTo>
                  <a:pt x="21348" y="13449"/>
                </a:lnTo>
                <a:close/>
              </a:path>
              <a:path w="38735" h="29844">
                <a:moveTo>
                  <a:pt x="21437" y="16243"/>
                </a:moveTo>
                <a:lnTo>
                  <a:pt x="21031" y="16243"/>
                </a:lnTo>
                <a:lnTo>
                  <a:pt x="21399" y="16370"/>
                </a:lnTo>
                <a:lnTo>
                  <a:pt x="21437" y="16243"/>
                </a:lnTo>
                <a:close/>
              </a:path>
              <a:path w="38735" h="29844">
                <a:moveTo>
                  <a:pt x="21450" y="17640"/>
                </a:moveTo>
                <a:lnTo>
                  <a:pt x="21183" y="17767"/>
                </a:lnTo>
                <a:lnTo>
                  <a:pt x="20866" y="17640"/>
                </a:lnTo>
                <a:lnTo>
                  <a:pt x="20955" y="17894"/>
                </a:lnTo>
                <a:lnTo>
                  <a:pt x="21374" y="17894"/>
                </a:lnTo>
                <a:lnTo>
                  <a:pt x="21412" y="17767"/>
                </a:lnTo>
                <a:lnTo>
                  <a:pt x="21450" y="17640"/>
                </a:lnTo>
                <a:close/>
              </a:path>
              <a:path w="38735" h="29844">
                <a:moveTo>
                  <a:pt x="21475" y="14084"/>
                </a:moveTo>
                <a:lnTo>
                  <a:pt x="21310" y="14211"/>
                </a:lnTo>
                <a:lnTo>
                  <a:pt x="21463" y="14211"/>
                </a:lnTo>
                <a:lnTo>
                  <a:pt x="21475" y="14084"/>
                </a:lnTo>
                <a:close/>
              </a:path>
              <a:path w="38735" h="29844">
                <a:moveTo>
                  <a:pt x="21526" y="15862"/>
                </a:moveTo>
                <a:lnTo>
                  <a:pt x="21056" y="15862"/>
                </a:lnTo>
                <a:lnTo>
                  <a:pt x="21056" y="15989"/>
                </a:lnTo>
                <a:lnTo>
                  <a:pt x="21488" y="15989"/>
                </a:lnTo>
                <a:lnTo>
                  <a:pt x="21526" y="15862"/>
                </a:lnTo>
                <a:close/>
              </a:path>
              <a:path w="38735" h="29844">
                <a:moveTo>
                  <a:pt x="21564" y="13576"/>
                </a:moveTo>
                <a:lnTo>
                  <a:pt x="21234" y="13576"/>
                </a:lnTo>
                <a:lnTo>
                  <a:pt x="21120" y="13703"/>
                </a:lnTo>
                <a:lnTo>
                  <a:pt x="21094" y="13957"/>
                </a:lnTo>
                <a:lnTo>
                  <a:pt x="21488" y="13957"/>
                </a:lnTo>
                <a:lnTo>
                  <a:pt x="21564" y="13576"/>
                </a:lnTo>
                <a:close/>
              </a:path>
              <a:path w="38735" h="29844">
                <a:moveTo>
                  <a:pt x="21640" y="17513"/>
                </a:moveTo>
                <a:lnTo>
                  <a:pt x="20866" y="17513"/>
                </a:lnTo>
                <a:lnTo>
                  <a:pt x="20866" y="17640"/>
                </a:lnTo>
                <a:lnTo>
                  <a:pt x="21412" y="17640"/>
                </a:lnTo>
                <a:lnTo>
                  <a:pt x="21640" y="17513"/>
                </a:lnTo>
                <a:close/>
              </a:path>
              <a:path w="38735" h="29844">
                <a:moveTo>
                  <a:pt x="21640" y="13322"/>
                </a:moveTo>
                <a:lnTo>
                  <a:pt x="21463" y="13322"/>
                </a:lnTo>
                <a:lnTo>
                  <a:pt x="21348" y="13449"/>
                </a:lnTo>
                <a:lnTo>
                  <a:pt x="21602" y="13449"/>
                </a:lnTo>
                <a:lnTo>
                  <a:pt x="21640" y="13322"/>
                </a:lnTo>
                <a:close/>
              </a:path>
              <a:path w="38735" h="29844">
                <a:moveTo>
                  <a:pt x="21666" y="20434"/>
                </a:moveTo>
                <a:lnTo>
                  <a:pt x="21577" y="20307"/>
                </a:lnTo>
                <a:lnTo>
                  <a:pt x="21285" y="20053"/>
                </a:lnTo>
                <a:lnTo>
                  <a:pt x="20497" y="20053"/>
                </a:lnTo>
                <a:lnTo>
                  <a:pt x="20523" y="20434"/>
                </a:lnTo>
                <a:lnTo>
                  <a:pt x="21666" y="20434"/>
                </a:lnTo>
                <a:close/>
              </a:path>
              <a:path w="38735" h="29844">
                <a:moveTo>
                  <a:pt x="21678" y="15989"/>
                </a:moveTo>
                <a:lnTo>
                  <a:pt x="21488" y="15989"/>
                </a:lnTo>
                <a:lnTo>
                  <a:pt x="21463" y="16116"/>
                </a:lnTo>
                <a:lnTo>
                  <a:pt x="21678" y="15989"/>
                </a:lnTo>
                <a:close/>
              </a:path>
              <a:path w="38735" h="29844">
                <a:moveTo>
                  <a:pt x="21678" y="7569"/>
                </a:moveTo>
                <a:lnTo>
                  <a:pt x="21551" y="7556"/>
                </a:lnTo>
                <a:lnTo>
                  <a:pt x="21513" y="7861"/>
                </a:lnTo>
                <a:lnTo>
                  <a:pt x="21678" y="7569"/>
                </a:lnTo>
                <a:close/>
              </a:path>
              <a:path w="38735" h="29844">
                <a:moveTo>
                  <a:pt x="21678" y="368"/>
                </a:moveTo>
                <a:lnTo>
                  <a:pt x="21285" y="0"/>
                </a:lnTo>
                <a:lnTo>
                  <a:pt x="20802" y="0"/>
                </a:lnTo>
                <a:lnTo>
                  <a:pt x="20726" y="368"/>
                </a:lnTo>
                <a:lnTo>
                  <a:pt x="21678" y="368"/>
                </a:lnTo>
                <a:close/>
              </a:path>
              <a:path w="38735" h="29844">
                <a:moveTo>
                  <a:pt x="21691" y="16751"/>
                </a:moveTo>
                <a:lnTo>
                  <a:pt x="21666" y="16624"/>
                </a:lnTo>
                <a:lnTo>
                  <a:pt x="21247" y="16624"/>
                </a:lnTo>
                <a:lnTo>
                  <a:pt x="21120" y="16751"/>
                </a:lnTo>
                <a:lnTo>
                  <a:pt x="21691" y="16751"/>
                </a:lnTo>
                <a:close/>
              </a:path>
              <a:path w="38735" h="29844">
                <a:moveTo>
                  <a:pt x="21717" y="20942"/>
                </a:moveTo>
                <a:lnTo>
                  <a:pt x="20548" y="20942"/>
                </a:lnTo>
                <a:lnTo>
                  <a:pt x="20548" y="21069"/>
                </a:lnTo>
                <a:lnTo>
                  <a:pt x="21717" y="21069"/>
                </a:lnTo>
                <a:lnTo>
                  <a:pt x="21717" y="20942"/>
                </a:lnTo>
                <a:close/>
              </a:path>
              <a:path w="38735" h="29844">
                <a:moveTo>
                  <a:pt x="21831" y="16116"/>
                </a:moveTo>
                <a:lnTo>
                  <a:pt x="21590" y="16243"/>
                </a:lnTo>
                <a:lnTo>
                  <a:pt x="21818" y="16243"/>
                </a:lnTo>
                <a:lnTo>
                  <a:pt x="21831" y="16116"/>
                </a:lnTo>
                <a:close/>
              </a:path>
              <a:path w="38735" h="29844">
                <a:moveTo>
                  <a:pt x="21844" y="19418"/>
                </a:moveTo>
                <a:lnTo>
                  <a:pt x="21755" y="19037"/>
                </a:lnTo>
                <a:lnTo>
                  <a:pt x="21666" y="18910"/>
                </a:lnTo>
                <a:lnTo>
                  <a:pt x="21564" y="18783"/>
                </a:lnTo>
                <a:lnTo>
                  <a:pt x="21463" y="18656"/>
                </a:lnTo>
                <a:lnTo>
                  <a:pt x="21005" y="18656"/>
                </a:lnTo>
                <a:lnTo>
                  <a:pt x="21209" y="18783"/>
                </a:lnTo>
                <a:lnTo>
                  <a:pt x="21336" y="18910"/>
                </a:lnTo>
                <a:lnTo>
                  <a:pt x="21577" y="19037"/>
                </a:lnTo>
                <a:lnTo>
                  <a:pt x="21666" y="19164"/>
                </a:lnTo>
                <a:lnTo>
                  <a:pt x="21755" y="19291"/>
                </a:lnTo>
                <a:lnTo>
                  <a:pt x="21844" y="19418"/>
                </a:lnTo>
                <a:close/>
              </a:path>
              <a:path w="38735" h="29844">
                <a:moveTo>
                  <a:pt x="21882" y="15862"/>
                </a:moveTo>
                <a:lnTo>
                  <a:pt x="21704" y="15862"/>
                </a:lnTo>
                <a:lnTo>
                  <a:pt x="21678" y="15989"/>
                </a:lnTo>
                <a:lnTo>
                  <a:pt x="21831" y="15989"/>
                </a:lnTo>
                <a:lnTo>
                  <a:pt x="21882" y="15862"/>
                </a:lnTo>
                <a:close/>
              </a:path>
              <a:path w="38735" h="29844">
                <a:moveTo>
                  <a:pt x="21882" y="15100"/>
                </a:moveTo>
                <a:lnTo>
                  <a:pt x="21666" y="15227"/>
                </a:lnTo>
                <a:lnTo>
                  <a:pt x="21640" y="15354"/>
                </a:lnTo>
                <a:lnTo>
                  <a:pt x="21526" y="15862"/>
                </a:lnTo>
                <a:lnTo>
                  <a:pt x="21704" y="15862"/>
                </a:lnTo>
                <a:lnTo>
                  <a:pt x="21818" y="15354"/>
                </a:lnTo>
                <a:lnTo>
                  <a:pt x="21844" y="15227"/>
                </a:lnTo>
                <a:lnTo>
                  <a:pt x="21882" y="15100"/>
                </a:lnTo>
                <a:close/>
              </a:path>
              <a:path w="38735" h="29844">
                <a:moveTo>
                  <a:pt x="21907" y="17513"/>
                </a:moveTo>
                <a:lnTo>
                  <a:pt x="21640" y="17513"/>
                </a:lnTo>
                <a:lnTo>
                  <a:pt x="21793" y="17640"/>
                </a:lnTo>
                <a:lnTo>
                  <a:pt x="21907" y="17513"/>
                </a:lnTo>
                <a:close/>
              </a:path>
              <a:path w="38735" h="29844">
                <a:moveTo>
                  <a:pt x="22021" y="17894"/>
                </a:moveTo>
                <a:lnTo>
                  <a:pt x="21932" y="17767"/>
                </a:lnTo>
                <a:lnTo>
                  <a:pt x="21793" y="17640"/>
                </a:lnTo>
                <a:lnTo>
                  <a:pt x="21450" y="17640"/>
                </a:lnTo>
                <a:lnTo>
                  <a:pt x="22021" y="17894"/>
                </a:lnTo>
                <a:close/>
              </a:path>
              <a:path w="38735" h="29844">
                <a:moveTo>
                  <a:pt x="22047" y="20942"/>
                </a:moveTo>
                <a:lnTo>
                  <a:pt x="21729" y="20942"/>
                </a:lnTo>
                <a:lnTo>
                  <a:pt x="21717" y="21069"/>
                </a:lnTo>
                <a:lnTo>
                  <a:pt x="22034" y="21069"/>
                </a:lnTo>
                <a:lnTo>
                  <a:pt x="22047" y="20942"/>
                </a:lnTo>
                <a:close/>
              </a:path>
              <a:path w="38735" h="29844">
                <a:moveTo>
                  <a:pt x="22047" y="13322"/>
                </a:moveTo>
                <a:lnTo>
                  <a:pt x="21717" y="13322"/>
                </a:lnTo>
                <a:lnTo>
                  <a:pt x="21666" y="13449"/>
                </a:lnTo>
                <a:lnTo>
                  <a:pt x="21958" y="13449"/>
                </a:lnTo>
                <a:lnTo>
                  <a:pt x="22047" y="13322"/>
                </a:lnTo>
                <a:close/>
              </a:path>
              <a:path w="38735" h="29844">
                <a:moveTo>
                  <a:pt x="22059" y="16878"/>
                </a:moveTo>
                <a:lnTo>
                  <a:pt x="21717" y="16878"/>
                </a:lnTo>
                <a:lnTo>
                  <a:pt x="20993" y="16878"/>
                </a:lnTo>
                <a:lnTo>
                  <a:pt x="20866" y="17005"/>
                </a:lnTo>
                <a:lnTo>
                  <a:pt x="22021" y="17005"/>
                </a:lnTo>
                <a:lnTo>
                  <a:pt x="22059" y="16878"/>
                </a:lnTo>
                <a:close/>
              </a:path>
              <a:path w="38735" h="29844">
                <a:moveTo>
                  <a:pt x="22059" y="12941"/>
                </a:moveTo>
                <a:lnTo>
                  <a:pt x="21805" y="12941"/>
                </a:lnTo>
                <a:lnTo>
                  <a:pt x="21691" y="13195"/>
                </a:lnTo>
                <a:lnTo>
                  <a:pt x="21831" y="13195"/>
                </a:lnTo>
                <a:lnTo>
                  <a:pt x="21945" y="13068"/>
                </a:lnTo>
                <a:lnTo>
                  <a:pt x="22059" y="12941"/>
                </a:lnTo>
                <a:close/>
              </a:path>
              <a:path w="38735" h="29844">
                <a:moveTo>
                  <a:pt x="22072" y="20434"/>
                </a:moveTo>
                <a:lnTo>
                  <a:pt x="21983" y="19799"/>
                </a:lnTo>
                <a:lnTo>
                  <a:pt x="20739" y="19799"/>
                </a:lnTo>
                <a:lnTo>
                  <a:pt x="20726" y="19926"/>
                </a:lnTo>
                <a:lnTo>
                  <a:pt x="21564" y="19926"/>
                </a:lnTo>
                <a:lnTo>
                  <a:pt x="21691" y="20434"/>
                </a:lnTo>
                <a:lnTo>
                  <a:pt x="22072" y="20434"/>
                </a:lnTo>
                <a:close/>
              </a:path>
              <a:path w="38735" h="29844">
                <a:moveTo>
                  <a:pt x="22098" y="17640"/>
                </a:moveTo>
                <a:lnTo>
                  <a:pt x="21869" y="17640"/>
                </a:lnTo>
                <a:lnTo>
                  <a:pt x="22059" y="17767"/>
                </a:lnTo>
                <a:lnTo>
                  <a:pt x="22098" y="17640"/>
                </a:lnTo>
                <a:close/>
              </a:path>
              <a:path w="38735" h="29844">
                <a:moveTo>
                  <a:pt x="22174" y="495"/>
                </a:moveTo>
                <a:lnTo>
                  <a:pt x="21894" y="368"/>
                </a:lnTo>
                <a:lnTo>
                  <a:pt x="21983" y="495"/>
                </a:lnTo>
                <a:lnTo>
                  <a:pt x="22174" y="495"/>
                </a:lnTo>
                <a:close/>
              </a:path>
              <a:path w="38735" h="29844">
                <a:moveTo>
                  <a:pt x="22313" y="13296"/>
                </a:moveTo>
                <a:lnTo>
                  <a:pt x="22136" y="13195"/>
                </a:lnTo>
                <a:lnTo>
                  <a:pt x="22313" y="13296"/>
                </a:lnTo>
                <a:close/>
              </a:path>
              <a:path w="38735" h="29844">
                <a:moveTo>
                  <a:pt x="22529" y="9017"/>
                </a:moveTo>
                <a:lnTo>
                  <a:pt x="22504" y="8877"/>
                </a:lnTo>
                <a:lnTo>
                  <a:pt x="22326" y="8915"/>
                </a:lnTo>
                <a:lnTo>
                  <a:pt x="22174" y="9080"/>
                </a:lnTo>
                <a:lnTo>
                  <a:pt x="22263" y="9283"/>
                </a:lnTo>
                <a:lnTo>
                  <a:pt x="22529" y="9017"/>
                </a:lnTo>
                <a:close/>
              </a:path>
              <a:path w="38735" h="29844">
                <a:moveTo>
                  <a:pt x="22567" y="16624"/>
                </a:moveTo>
                <a:lnTo>
                  <a:pt x="21805" y="16624"/>
                </a:lnTo>
                <a:lnTo>
                  <a:pt x="22085" y="16751"/>
                </a:lnTo>
                <a:lnTo>
                  <a:pt x="21691" y="16751"/>
                </a:lnTo>
                <a:lnTo>
                  <a:pt x="21717" y="16878"/>
                </a:lnTo>
                <a:lnTo>
                  <a:pt x="22072" y="16789"/>
                </a:lnTo>
                <a:lnTo>
                  <a:pt x="22212" y="16878"/>
                </a:lnTo>
                <a:lnTo>
                  <a:pt x="22339" y="16751"/>
                </a:lnTo>
                <a:lnTo>
                  <a:pt x="22491" y="16751"/>
                </a:lnTo>
                <a:lnTo>
                  <a:pt x="22567" y="16624"/>
                </a:lnTo>
                <a:close/>
              </a:path>
              <a:path w="38735" h="29844">
                <a:moveTo>
                  <a:pt x="22631" y="22085"/>
                </a:moveTo>
                <a:lnTo>
                  <a:pt x="20599" y="22085"/>
                </a:lnTo>
                <a:lnTo>
                  <a:pt x="20612" y="22212"/>
                </a:lnTo>
                <a:lnTo>
                  <a:pt x="22529" y="22212"/>
                </a:lnTo>
                <a:lnTo>
                  <a:pt x="22631" y="22085"/>
                </a:lnTo>
                <a:close/>
              </a:path>
              <a:path w="38735" h="29844">
                <a:moveTo>
                  <a:pt x="22707" y="13576"/>
                </a:moveTo>
                <a:lnTo>
                  <a:pt x="22644" y="13449"/>
                </a:lnTo>
                <a:lnTo>
                  <a:pt x="21958" y="13449"/>
                </a:lnTo>
                <a:lnTo>
                  <a:pt x="21628" y="13576"/>
                </a:lnTo>
                <a:lnTo>
                  <a:pt x="22707" y="13576"/>
                </a:lnTo>
                <a:close/>
              </a:path>
              <a:path w="38735" h="29844">
                <a:moveTo>
                  <a:pt x="22796" y="15989"/>
                </a:moveTo>
                <a:lnTo>
                  <a:pt x="22694" y="15862"/>
                </a:lnTo>
                <a:lnTo>
                  <a:pt x="21996" y="15862"/>
                </a:lnTo>
                <a:lnTo>
                  <a:pt x="21856" y="15989"/>
                </a:lnTo>
                <a:lnTo>
                  <a:pt x="22796" y="15989"/>
                </a:lnTo>
                <a:close/>
              </a:path>
              <a:path w="38735" h="29844">
                <a:moveTo>
                  <a:pt x="22821" y="16243"/>
                </a:moveTo>
                <a:lnTo>
                  <a:pt x="21818" y="16243"/>
                </a:lnTo>
                <a:lnTo>
                  <a:pt x="21818" y="16370"/>
                </a:lnTo>
                <a:lnTo>
                  <a:pt x="21755" y="16497"/>
                </a:lnTo>
                <a:lnTo>
                  <a:pt x="22644" y="16497"/>
                </a:lnTo>
                <a:lnTo>
                  <a:pt x="22745" y="16370"/>
                </a:lnTo>
                <a:lnTo>
                  <a:pt x="22821" y="16243"/>
                </a:lnTo>
                <a:close/>
              </a:path>
              <a:path w="38735" h="29844">
                <a:moveTo>
                  <a:pt x="22847" y="17005"/>
                </a:moveTo>
                <a:lnTo>
                  <a:pt x="22821" y="16878"/>
                </a:lnTo>
                <a:lnTo>
                  <a:pt x="22212" y="16878"/>
                </a:lnTo>
                <a:lnTo>
                  <a:pt x="22072" y="17005"/>
                </a:lnTo>
                <a:lnTo>
                  <a:pt x="22847" y="17005"/>
                </a:lnTo>
                <a:close/>
              </a:path>
              <a:path w="38735" h="29844">
                <a:moveTo>
                  <a:pt x="22860" y="10655"/>
                </a:moveTo>
                <a:lnTo>
                  <a:pt x="22847" y="10528"/>
                </a:lnTo>
                <a:lnTo>
                  <a:pt x="20891" y="10528"/>
                </a:lnTo>
                <a:lnTo>
                  <a:pt x="21082" y="10655"/>
                </a:lnTo>
                <a:lnTo>
                  <a:pt x="22466" y="10655"/>
                </a:lnTo>
                <a:lnTo>
                  <a:pt x="22860" y="10655"/>
                </a:lnTo>
                <a:close/>
              </a:path>
              <a:path w="38735" h="29844">
                <a:moveTo>
                  <a:pt x="22885" y="17259"/>
                </a:moveTo>
                <a:lnTo>
                  <a:pt x="22860" y="17132"/>
                </a:lnTo>
                <a:lnTo>
                  <a:pt x="22021" y="17132"/>
                </a:lnTo>
                <a:lnTo>
                  <a:pt x="20866" y="17132"/>
                </a:lnTo>
                <a:lnTo>
                  <a:pt x="20866" y="17259"/>
                </a:lnTo>
                <a:lnTo>
                  <a:pt x="21958" y="17259"/>
                </a:lnTo>
                <a:lnTo>
                  <a:pt x="22885" y="17259"/>
                </a:lnTo>
                <a:close/>
              </a:path>
              <a:path w="38735" h="29844">
                <a:moveTo>
                  <a:pt x="22923" y="12306"/>
                </a:moveTo>
                <a:lnTo>
                  <a:pt x="22707" y="12179"/>
                </a:lnTo>
                <a:lnTo>
                  <a:pt x="21932" y="12179"/>
                </a:lnTo>
                <a:lnTo>
                  <a:pt x="21869" y="12306"/>
                </a:lnTo>
                <a:lnTo>
                  <a:pt x="22923" y="12306"/>
                </a:lnTo>
                <a:close/>
              </a:path>
              <a:path w="38735" h="29844">
                <a:moveTo>
                  <a:pt x="22936" y="13957"/>
                </a:moveTo>
                <a:lnTo>
                  <a:pt x="22860" y="13830"/>
                </a:lnTo>
                <a:lnTo>
                  <a:pt x="22694" y="13830"/>
                </a:lnTo>
                <a:lnTo>
                  <a:pt x="22466" y="13830"/>
                </a:lnTo>
                <a:lnTo>
                  <a:pt x="22555" y="13957"/>
                </a:lnTo>
                <a:lnTo>
                  <a:pt x="21551" y="13957"/>
                </a:lnTo>
                <a:lnTo>
                  <a:pt x="21488" y="14211"/>
                </a:lnTo>
                <a:lnTo>
                  <a:pt x="22783" y="14211"/>
                </a:lnTo>
                <a:lnTo>
                  <a:pt x="22707" y="13957"/>
                </a:lnTo>
                <a:lnTo>
                  <a:pt x="22936" y="13957"/>
                </a:lnTo>
                <a:close/>
              </a:path>
              <a:path w="38735" h="29844">
                <a:moveTo>
                  <a:pt x="22948" y="17640"/>
                </a:moveTo>
                <a:lnTo>
                  <a:pt x="22923" y="17513"/>
                </a:lnTo>
                <a:lnTo>
                  <a:pt x="22059" y="17513"/>
                </a:lnTo>
                <a:lnTo>
                  <a:pt x="22098" y="17640"/>
                </a:lnTo>
                <a:lnTo>
                  <a:pt x="22948" y="17640"/>
                </a:lnTo>
                <a:close/>
              </a:path>
              <a:path w="38735" h="29844">
                <a:moveTo>
                  <a:pt x="22999" y="14211"/>
                </a:moveTo>
                <a:lnTo>
                  <a:pt x="22783" y="14211"/>
                </a:lnTo>
                <a:lnTo>
                  <a:pt x="22923" y="14338"/>
                </a:lnTo>
                <a:lnTo>
                  <a:pt x="22999" y="14211"/>
                </a:lnTo>
                <a:close/>
              </a:path>
              <a:path w="38735" h="29844">
                <a:moveTo>
                  <a:pt x="23025" y="8204"/>
                </a:moveTo>
                <a:close/>
              </a:path>
              <a:path w="38735" h="29844">
                <a:moveTo>
                  <a:pt x="23088" y="17132"/>
                </a:moveTo>
                <a:lnTo>
                  <a:pt x="23050" y="17005"/>
                </a:lnTo>
                <a:lnTo>
                  <a:pt x="22847" y="17005"/>
                </a:lnTo>
                <a:lnTo>
                  <a:pt x="22860" y="17132"/>
                </a:lnTo>
                <a:lnTo>
                  <a:pt x="23088" y="17132"/>
                </a:lnTo>
                <a:close/>
              </a:path>
              <a:path w="38735" h="29844">
                <a:moveTo>
                  <a:pt x="23114" y="17259"/>
                </a:moveTo>
                <a:lnTo>
                  <a:pt x="22885" y="17259"/>
                </a:lnTo>
                <a:lnTo>
                  <a:pt x="22923" y="17513"/>
                </a:lnTo>
                <a:lnTo>
                  <a:pt x="23063" y="17513"/>
                </a:lnTo>
                <a:lnTo>
                  <a:pt x="23114" y="17259"/>
                </a:lnTo>
                <a:close/>
              </a:path>
              <a:path w="38735" h="29844">
                <a:moveTo>
                  <a:pt x="23126" y="12179"/>
                </a:moveTo>
                <a:lnTo>
                  <a:pt x="22898" y="12179"/>
                </a:lnTo>
                <a:lnTo>
                  <a:pt x="23050" y="12306"/>
                </a:lnTo>
                <a:lnTo>
                  <a:pt x="23126" y="12179"/>
                </a:lnTo>
                <a:close/>
              </a:path>
              <a:path w="38735" h="29844">
                <a:moveTo>
                  <a:pt x="23228" y="12560"/>
                </a:moveTo>
                <a:lnTo>
                  <a:pt x="23164" y="12306"/>
                </a:lnTo>
                <a:lnTo>
                  <a:pt x="22923" y="12306"/>
                </a:lnTo>
                <a:lnTo>
                  <a:pt x="22847" y="12687"/>
                </a:lnTo>
                <a:lnTo>
                  <a:pt x="23025" y="12560"/>
                </a:lnTo>
                <a:lnTo>
                  <a:pt x="23228" y="12560"/>
                </a:lnTo>
                <a:close/>
              </a:path>
              <a:path w="38735" h="29844">
                <a:moveTo>
                  <a:pt x="23241" y="14719"/>
                </a:moveTo>
                <a:lnTo>
                  <a:pt x="23088" y="14592"/>
                </a:lnTo>
                <a:lnTo>
                  <a:pt x="23075" y="14973"/>
                </a:lnTo>
                <a:lnTo>
                  <a:pt x="23241" y="15100"/>
                </a:lnTo>
                <a:lnTo>
                  <a:pt x="23241" y="14719"/>
                </a:lnTo>
                <a:close/>
              </a:path>
              <a:path w="38735" h="29844">
                <a:moveTo>
                  <a:pt x="23291" y="18529"/>
                </a:moveTo>
                <a:lnTo>
                  <a:pt x="22987" y="18529"/>
                </a:lnTo>
                <a:lnTo>
                  <a:pt x="23012" y="18656"/>
                </a:lnTo>
                <a:lnTo>
                  <a:pt x="23253" y="18656"/>
                </a:lnTo>
                <a:lnTo>
                  <a:pt x="23291" y="18529"/>
                </a:lnTo>
                <a:close/>
              </a:path>
              <a:path w="38735" h="29844">
                <a:moveTo>
                  <a:pt x="23355" y="15862"/>
                </a:moveTo>
                <a:lnTo>
                  <a:pt x="23329" y="15735"/>
                </a:lnTo>
                <a:lnTo>
                  <a:pt x="23050" y="15481"/>
                </a:lnTo>
                <a:lnTo>
                  <a:pt x="22974" y="15354"/>
                </a:lnTo>
                <a:lnTo>
                  <a:pt x="22898" y="15227"/>
                </a:lnTo>
                <a:lnTo>
                  <a:pt x="22098" y="15354"/>
                </a:lnTo>
                <a:lnTo>
                  <a:pt x="22047" y="15481"/>
                </a:lnTo>
                <a:lnTo>
                  <a:pt x="21945" y="15735"/>
                </a:lnTo>
                <a:lnTo>
                  <a:pt x="21882" y="15862"/>
                </a:lnTo>
                <a:lnTo>
                  <a:pt x="22123" y="15735"/>
                </a:lnTo>
                <a:lnTo>
                  <a:pt x="22390" y="15481"/>
                </a:lnTo>
                <a:lnTo>
                  <a:pt x="22593" y="15735"/>
                </a:lnTo>
                <a:lnTo>
                  <a:pt x="22694" y="15862"/>
                </a:lnTo>
                <a:lnTo>
                  <a:pt x="23355" y="15862"/>
                </a:lnTo>
                <a:close/>
              </a:path>
              <a:path w="38735" h="29844">
                <a:moveTo>
                  <a:pt x="23368" y="18275"/>
                </a:moveTo>
                <a:lnTo>
                  <a:pt x="22948" y="18275"/>
                </a:lnTo>
                <a:lnTo>
                  <a:pt x="22021" y="18275"/>
                </a:lnTo>
                <a:lnTo>
                  <a:pt x="21983" y="18148"/>
                </a:lnTo>
                <a:lnTo>
                  <a:pt x="22021" y="17894"/>
                </a:lnTo>
                <a:lnTo>
                  <a:pt x="21729" y="17894"/>
                </a:lnTo>
                <a:lnTo>
                  <a:pt x="21374" y="17894"/>
                </a:lnTo>
                <a:lnTo>
                  <a:pt x="21285" y="18148"/>
                </a:lnTo>
                <a:lnTo>
                  <a:pt x="21856" y="18148"/>
                </a:lnTo>
                <a:lnTo>
                  <a:pt x="21932" y="18275"/>
                </a:lnTo>
                <a:lnTo>
                  <a:pt x="21107" y="18275"/>
                </a:lnTo>
                <a:lnTo>
                  <a:pt x="21069" y="18402"/>
                </a:lnTo>
                <a:lnTo>
                  <a:pt x="21996" y="18402"/>
                </a:lnTo>
                <a:lnTo>
                  <a:pt x="22034" y="18529"/>
                </a:lnTo>
                <a:lnTo>
                  <a:pt x="21272" y="18529"/>
                </a:lnTo>
                <a:lnTo>
                  <a:pt x="21463" y="18656"/>
                </a:lnTo>
                <a:lnTo>
                  <a:pt x="22085" y="18656"/>
                </a:lnTo>
                <a:lnTo>
                  <a:pt x="22212" y="19024"/>
                </a:lnTo>
                <a:lnTo>
                  <a:pt x="22275" y="19799"/>
                </a:lnTo>
                <a:lnTo>
                  <a:pt x="22072" y="19799"/>
                </a:lnTo>
                <a:lnTo>
                  <a:pt x="22161" y="20434"/>
                </a:lnTo>
                <a:lnTo>
                  <a:pt x="22313" y="20434"/>
                </a:lnTo>
                <a:lnTo>
                  <a:pt x="22313" y="20942"/>
                </a:lnTo>
                <a:lnTo>
                  <a:pt x="22072" y="20942"/>
                </a:lnTo>
                <a:lnTo>
                  <a:pt x="22047" y="21069"/>
                </a:lnTo>
                <a:lnTo>
                  <a:pt x="22923" y="21069"/>
                </a:lnTo>
                <a:lnTo>
                  <a:pt x="22961" y="20942"/>
                </a:lnTo>
                <a:lnTo>
                  <a:pt x="22326" y="20942"/>
                </a:lnTo>
                <a:lnTo>
                  <a:pt x="22390" y="20535"/>
                </a:lnTo>
                <a:lnTo>
                  <a:pt x="23075" y="20434"/>
                </a:lnTo>
                <a:lnTo>
                  <a:pt x="23177" y="19799"/>
                </a:lnTo>
                <a:lnTo>
                  <a:pt x="22326" y="19799"/>
                </a:lnTo>
                <a:lnTo>
                  <a:pt x="22288" y="19151"/>
                </a:lnTo>
                <a:lnTo>
                  <a:pt x="22148" y="18656"/>
                </a:lnTo>
                <a:lnTo>
                  <a:pt x="22923" y="18656"/>
                </a:lnTo>
                <a:lnTo>
                  <a:pt x="22936" y="18529"/>
                </a:lnTo>
                <a:lnTo>
                  <a:pt x="22110" y="18529"/>
                </a:lnTo>
                <a:lnTo>
                  <a:pt x="22072" y="18402"/>
                </a:lnTo>
                <a:lnTo>
                  <a:pt x="22936" y="18402"/>
                </a:lnTo>
                <a:lnTo>
                  <a:pt x="23329" y="18402"/>
                </a:lnTo>
                <a:lnTo>
                  <a:pt x="23368" y="18275"/>
                </a:lnTo>
                <a:close/>
              </a:path>
              <a:path w="38735" h="29844">
                <a:moveTo>
                  <a:pt x="23380" y="18910"/>
                </a:moveTo>
                <a:lnTo>
                  <a:pt x="23241" y="18910"/>
                </a:lnTo>
                <a:lnTo>
                  <a:pt x="23215" y="19291"/>
                </a:lnTo>
                <a:lnTo>
                  <a:pt x="23342" y="19291"/>
                </a:lnTo>
                <a:lnTo>
                  <a:pt x="23380" y="18910"/>
                </a:lnTo>
                <a:close/>
              </a:path>
              <a:path w="38735" h="29844">
                <a:moveTo>
                  <a:pt x="23380" y="16243"/>
                </a:moveTo>
                <a:lnTo>
                  <a:pt x="23368" y="15989"/>
                </a:lnTo>
                <a:lnTo>
                  <a:pt x="22796" y="15989"/>
                </a:lnTo>
                <a:lnTo>
                  <a:pt x="22821" y="16243"/>
                </a:lnTo>
                <a:lnTo>
                  <a:pt x="23380" y="16243"/>
                </a:lnTo>
                <a:close/>
              </a:path>
              <a:path w="38735" h="29844">
                <a:moveTo>
                  <a:pt x="23406" y="18656"/>
                </a:moveTo>
                <a:lnTo>
                  <a:pt x="23253" y="18656"/>
                </a:lnTo>
                <a:lnTo>
                  <a:pt x="23253" y="18783"/>
                </a:lnTo>
                <a:lnTo>
                  <a:pt x="23393" y="18783"/>
                </a:lnTo>
                <a:lnTo>
                  <a:pt x="23406" y="18656"/>
                </a:lnTo>
                <a:close/>
              </a:path>
              <a:path w="38735" h="29844">
                <a:moveTo>
                  <a:pt x="23482" y="17894"/>
                </a:moveTo>
                <a:lnTo>
                  <a:pt x="22974" y="17894"/>
                </a:lnTo>
                <a:lnTo>
                  <a:pt x="22072" y="17894"/>
                </a:lnTo>
                <a:lnTo>
                  <a:pt x="22072" y="18148"/>
                </a:lnTo>
                <a:lnTo>
                  <a:pt x="22910" y="18148"/>
                </a:lnTo>
                <a:lnTo>
                  <a:pt x="22948" y="17957"/>
                </a:lnTo>
                <a:lnTo>
                  <a:pt x="22948" y="18148"/>
                </a:lnTo>
                <a:lnTo>
                  <a:pt x="23406" y="18148"/>
                </a:lnTo>
                <a:lnTo>
                  <a:pt x="23482" y="17894"/>
                </a:lnTo>
                <a:close/>
              </a:path>
              <a:path w="38735" h="29844">
                <a:moveTo>
                  <a:pt x="23596" y="17259"/>
                </a:moveTo>
                <a:lnTo>
                  <a:pt x="23190" y="17259"/>
                </a:lnTo>
                <a:lnTo>
                  <a:pt x="23291" y="17386"/>
                </a:lnTo>
                <a:lnTo>
                  <a:pt x="23393" y="17513"/>
                </a:lnTo>
                <a:lnTo>
                  <a:pt x="23495" y="17386"/>
                </a:lnTo>
                <a:lnTo>
                  <a:pt x="23596" y="17259"/>
                </a:lnTo>
                <a:close/>
              </a:path>
              <a:path w="38735" h="29844">
                <a:moveTo>
                  <a:pt x="23799" y="17513"/>
                </a:moveTo>
                <a:lnTo>
                  <a:pt x="23393" y="17513"/>
                </a:lnTo>
                <a:lnTo>
                  <a:pt x="23063" y="17513"/>
                </a:lnTo>
                <a:lnTo>
                  <a:pt x="23025" y="17640"/>
                </a:lnTo>
                <a:lnTo>
                  <a:pt x="23799" y="17640"/>
                </a:lnTo>
                <a:lnTo>
                  <a:pt x="23799" y="17513"/>
                </a:lnTo>
                <a:close/>
              </a:path>
              <a:path w="38735" h="29844">
                <a:moveTo>
                  <a:pt x="23964" y="15862"/>
                </a:moveTo>
                <a:lnTo>
                  <a:pt x="23355" y="15862"/>
                </a:lnTo>
                <a:lnTo>
                  <a:pt x="23368" y="15989"/>
                </a:lnTo>
                <a:lnTo>
                  <a:pt x="23761" y="15989"/>
                </a:lnTo>
                <a:lnTo>
                  <a:pt x="23964" y="15862"/>
                </a:lnTo>
                <a:close/>
              </a:path>
              <a:path w="38735" h="29844">
                <a:moveTo>
                  <a:pt x="23977" y="17640"/>
                </a:moveTo>
                <a:lnTo>
                  <a:pt x="23799" y="17640"/>
                </a:lnTo>
                <a:lnTo>
                  <a:pt x="23787" y="17767"/>
                </a:lnTo>
                <a:lnTo>
                  <a:pt x="23952" y="17767"/>
                </a:lnTo>
                <a:lnTo>
                  <a:pt x="23977" y="17640"/>
                </a:lnTo>
                <a:close/>
              </a:path>
              <a:path w="38735" h="29844">
                <a:moveTo>
                  <a:pt x="24028" y="17259"/>
                </a:moveTo>
                <a:lnTo>
                  <a:pt x="23812" y="17259"/>
                </a:lnTo>
                <a:lnTo>
                  <a:pt x="23799" y="17513"/>
                </a:lnTo>
                <a:lnTo>
                  <a:pt x="23990" y="17513"/>
                </a:lnTo>
                <a:lnTo>
                  <a:pt x="24028" y="17259"/>
                </a:lnTo>
                <a:close/>
              </a:path>
              <a:path w="38735" h="29844">
                <a:moveTo>
                  <a:pt x="24130" y="10274"/>
                </a:moveTo>
                <a:lnTo>
                  <a:pt x="24104" y="10147"/>
                </a:lnTo>
                <a:lnTo>
                  <a:pt x="23863" y="10020"/>
                </a:lnTo>
                <a:lnTo>
                  <a:pt x="23672" y="9893"/>
                </a:lnTo>
                <a:lnTo>
                  <a:pt x="23609" y="10020"/>
                </a:lnTo>
                <a:lnTo>
                  <a:pt x="23545" y="10401"/>
                </a:lnTo>
                <a:lnTo>
                  <a:pt x="23202" y="10401"/>
                </a:lnTo>
                <a:lnTo>
                  <a:pt x="22923" y="10274"/>
                </a:lnTo>
                <a:lnTo>
                  <a:pt x="22745" y="10147"/>
                </a:lnTo>
                <a:lnTo>
                  <a:pt x="22821" y="10401"/>
                </a:lnTo>
                <a:lnTo>
                  <a:pt x="22847" y="10528"/>
                </a:lnTo>
                <a:lnTo>
                  <a:pt x="23622" y="10528"/>
                </a:lnTo>
                <a:lnTo>
                  <a:pt x="23787" y="10401"/>
                </a:lnTo>
                <a:lnTo>
                  <a:pt x="23812" y="10274"/>
                </a:lnTo>
                <a:lnTo>
                  <a:pt x="24130" y="10274"/>
                </a:lnTo>
                <a:close/>
              </a:path>
              <a:path w="38735" h="29844">
                <a:moveTo>
                  <a:pt x="24218" y="10528"/>
                </a:moveTo>
                <a:lnTo>
                  <a:pt x="23622" y="10528"/>
                </a:lnTo>
                <a:lnTo>
                  <a:pt x="23710" y="10655"/>
                </a:lnTo>
                <a:lnTo>
                  <a:pt x="24218" y="10655"/>
                </a:lnTo>
                <a:lnTo>
                  <a:pt x="24218" y="10528"/>
                </a:lnTo>
                <a:close/>
              </a:path>
              <a:path w="38735" h="29844">
                <a:moveTo>
                  <a:pt x="24257" y="9131"/>
                </a:moveTo>
                <a:lnTo>
                  <a:pt x="23926" y="9385"/>
                </a:lnTo>
                <a:lnTo>
                  <a:pt x="24104" y="9385"/>
                </a:lnTo>
                <a:lnTo>
                  <a:pt x="24257" y="9131"/>
                </a:lnTo>
                <a:close/>
              </a:path>
              <a:path w="38735" h="29844">
                <a:moveTo>
                  <a:pt x="24333" y="22085"/>
                </a:moveTo>
                <a:lnTo>
                  <a:pt x="22694" y="22085"/>
                </a:lnTo>
                <a:lnTo>
                  <a:pt x="22529" y="22212"/>
                </a:lnTo>
                <a:lnTo>
                  <a:pt x="22428" y="22339"/>
                </a:lnTo>
                <a:lnTo>
                  <a:pt x="20497" y="22339"/>
                </a:lnTo>
                <a:lnTo>
                  <a:pt x="19126" y="22212"/>
                </a:lnTo>
                <a:lnTo>
                  <a:pt x="16649" y="22212"/>
                </a:lnTo>
                <a:lnTo>
                  <a:pt x="16611" y="22339"/>
                </a:lnTo>
                <a:lnTo>
                  <a:pt x="15913" y="22466"/>
                </a:lnTo>
                <a:lnTo>
                  <a:pt x="15836" y="22212"/>
                </a:lnTo>
                <a:lnTo>
                  <a:pt x="15125" y="22212"/>
                </a:lnTo>
                <a:lnTo>
                  <a:pt x="15074" y="22466"/>
                </a:lnTo>
                <a:lnTo>
                  <a:pt x="14998" y="22212"/>
                </a:lnTo>
                <a:lnTo>
                  <a:pt x="15125" y="22212"/>
                </a:lnTo>
                <a:lnTo>
                  <a:pt x="15214" y="22085"/>
                </a:lnTo>
                <a:lnTo>
                  <a:pt x="14998" y="22085"/>
                </a:lnTo>
                <a:lnTo>
                  <a:pt x="14986" y="20688"/>
                </a:lnTo>
                <a:lnTo>
                  <a:pt x="15138" y="20815"/>
                </a:lnTo>
                <a:lnTo>
                  <a:pt x="15138" y="20688"/>
                </a:lnTo>
                <a:lnTo>
                  <a:pt x="15138" y="20434"/>
                </a:lnTo>
                <a:lnTo>
                  <a:pt x="14693" y="20434"/>
                </a:lnTo>
                <a:lnTo>
                  <a:pt x="14732" y="21450"/>
                </a:lnTo>
                <a:lnTo>
                  <a:pt x="14859" y="22212"/>
                </a:lnTo>
                <a:lnTo>
                  <a:pt x="14262" y="22212"/>
                </a:lnTo>
                <a:lnTo>
                  <a:pt x="14173" y="21831"/>
                </a:lnTo>
                <a:lnTo>
                  <a:pt x="14325" y="21704"/>
                </a:lnTo>
                <a:lnTo>
                  <a:pt x="14376" y="21450"/>
                </a:lnTo>
                <a:lnTo>
                  <a:pt x="14287" y="22085"/>
                </a:lnTo>
                <a:lnTo>
                  <a:pt x="14643" y="22085"/>
                </a:lnTo>
                <a:lnTo>
                  <a:pt x="14617" y="21450"/>
                </a:lnTo>
                <a:lnTo>
                  <a:pt x="14592" y="20942"/>
                </a:lnTo>
                <a:lnTo>
                  <a:pt x="14490" y="20561"/>
                </a:lnTo>
                <a:lnTo>
                  <a:pt x="14465" y="20307"/>
                </a:lnTo>
                <a:lnTo>
                  <a:pt x="14160" y="20307"/>
                </a:lnTo>
                <a:lnTo>
                  <a:pt x="14160" y="21577"/>
                </a:lnTo>
                <a:lnTo>
                  <a:pt x="14160" y="21704"/>
                </a:lnTo>
                <a:lnTo>
                  <a:pt x="14033" y="21577"/>
                </a:lnTo>
                <a:lnTo>
                  <a:pt x="14160" y="21577"/>
                </a:lnTo>
                <a:lnTo>
                  <a:pt x="14160" y="20307"/>
                </a:lnTo>
                <a:lnTo>
                  <a:pt x="14109" y="20561"/>
                </a:lnTo>
                <a:lnTo>
                  <a:pt x="14020" y="20815"/>
                </a:lnTo>
                <a:lnTo>
                  <a:pt x="13970" y="21323"/>
                </a:lnTo>
                <a:lnTo>
                  <a:pt x="13970" y="21551"/>
                </a:lnTo>
                <a:lnTo>
                  <a:pt x="13817" y="21450"/>
                </a:lnTo>
                <a:lnTo>
                  <a:pt x="13703" y="20815"/>
                </a:lnTo>
                <a:lnTo>
                  <a:pt x="14020" y="20815"/>
                </a:lnTo>
                <a:lnTo>
                  <a:pt x="14046" y="20688"/>
                </a:lnTo>
                <a:lnTo>
                  <a:pt x="13995" y="20561"/>
                </a:lnTo>
                <a:lnTo>
                  <a:pt x="14109" y="20307"/>
                </a:lnTo>
                <a:lnTo>
                  <a:pt x="14058" y="20434"/>
                </a:lnTo>
                <a:lnTo>
                  <a:pt x="13881" y="20535"/>
                </a:lnTo>
                <a:lnTo>
                  <a:pt x="13855" y="20307"/>
                </a:lnTo>
                <a:lnTo>
                  <a:pt x="13817" y="20053"/>
                </a:lnTo>
                <a:lnTo>
                  <a:pt x="13868" y="20180"/>
                </a:lnTo>
                <a:lnTo>
                  <a:pt x="14452" y="20180"/>
                </a:lnTo>
                <a:lnTo>
                  <a:pt x="14427" y="20053"/>
                </a:lnTo>
                <a:lnTo>
                  <a:pt x="14414" y="19926"/>
                </a:lnTo>
                <a:lnTo>
                  <a:pt x="14287" y="19926"/>
                </a:lnTo>
                <a:lnTo>
                  <a:pt x="14249" y="19672"/>
                </a:lnTo>
                <a:lnTo>
                  <a:pt x="14097" y="19418"/>
                </a:lnTo>
                <a:lnTo>
                  <a:pt x="14008" y="19291"/>
                </a:lnTo>
                <a:lnTo>
                  <a:pt x="13919" y="18910"/>
                </a:lnTo>
                <a:lnTo>
                  <a:pt x="14097" y="18783"/>
                </a:lnTo>
                <a:lnTo>
                  <a:pt x="14033" y="18529"/>
                </a:lnTo>
                <a:lnTo>
                  <a:pt x="14820" y="18529"/>
                </a:lnTo>
                <a:lnTo>
                  <a:pt x="14846" y="18275"/>
                </a:lnTo>
                <a:lnTo>
                  <a:pt x="15151" y="18148"/>
                </a:lnTo>
                <a:lnTo>
                  <a:pt x="15278" y="18148"/>
                </a:lnTo>
                <a:lnTo>
                  <a:pt x="15341" y="17767"/>
                </a:lnTo>
                <a:lnTo>
                  <a:pt x="14605" y="17767"/>
                </a:lnTo>
                <a:lnTo>
                  <a:pt x="14605" y="18402"/>
                </a:lnTo>
                <a:lnTo>
                  <a:pt x="14376" y="18402"/>
                </a:lnTo>
                <a:lnTo>
                  <a:pt x="14490" y="18148"/>
                </a:lnTo>
                <a:lnTo>
                  <a:pt x="14605" y="18402"/>
                </a:lnTo>
                <a:lnTo>
                  <a:pt x="14605" y="17767"/>
                </a:lnTo>
                <a:lnTo>
                  <a:pt x="13754" y="17767"/>
                </a:lnTo>
                <a:lnTo>
                  <a:pt x="13779" y="18148"/>
                </a:lnTo>
                <a:lnTo>
                  <a:pt x="13589" y="18148"/>
                </a:lnTo>
                <a:lnTo>
                  <a:pt x="13538" y="17894"/>
                </a:lnTo>
                <a:lnTo>
                  <a:pt x="13500" y="17767"/>
                </a:lnTo>
                <a:lnTo>
                  <a:pt x="13754" y="17767"/>
                </a:lnTo>
                <a:lnTo>
                  <a:pt x="13741" y="17640"/>
                </a:lnTo>
                <a:lnTo>
                  <a:pt x="15875" y="17640"/>
                </a:lnTo>
                <a:lnTo>
                  <a:pt x="16116" y="17513"/>
                </a:lnTo>
                <a:lnTo>
                  <a:pt x="16230" y="17386"/>
                </a:lnTo>
                <a:lnTo>
                  <a:pt x="16383" y="17259"/>
                </a:lnTo>
                <a:lnTo>
                  <a:pt x="16497" y="17132"/>
                </a:lnTo>
                <a:lnTo>
                  <a:pt x="16598" y="17005"/>
                </a:lnTo>
                <a:lnTo>
                  <a:pt x="16725" y="17513"/>
                </a:lnTo>
                <a:lnTo>
                  <a:pt x="17068" y="17513"/>
                </a:lnTo>
                <a:lnTo>
                  <a:pt x="17106" y="17005"/>
                </a:lnTo>
                <a:lnTo>
                  <a:pt x="17119" y="16878"/>
                </a:lnTo>
                <a:lnTo>
                  <a:pt x="17322" y="16751"/>
                </a:lnTo>
                <a:lnTo>
                  <a:pt x="17284" y="16624"/>
                </a:lnTo>
                <a:lnTo>
                  <a:pt x="17195" y="16497"/>
                </a:lnTo>
                <a:lnTo>
                  <a:pt x="17094" y="16370"/>
                </a:lnTo>
                <a:lnTo>
                  <a:pt x="16764" y="16370"/>
                </a:lnTo>
                <a:lnTo>
                  <a:pt x="16687" y="16243"/>
                </a:lnTo>
                <a:lnTo>
                  <a:pt x="16598" y="15989"/>
                </a:lnTo>
                <a:lnTo>
                  <a:pt x="10299" y="15989"/>
                </a:lnTo>
                <a:lnTo>
                  <a:pt x="10337" y="16116"/>
                </a:lnTo>
                <a:lnTo>
                  <a:pt x="10452" y="16497"/>
                </a:lnTo>
                <a:lnTo>
                  <a:pt x="10566" y="16878"/>
                </a:lnTo>
                <a:lnTo>
                  <a:pt x="10655" y="17640"/>
                </a:lnTo>
                <a:lnTo>
                  <a:pt x="10414" y="17767"/>
                </a:lnTo>
                <a:lnTo>
                  <a:pt x="9944" y="17894"/>
                </a:lnTo>
                <a:lnTo>
                  <a:pt x="9194" y="18148"/>
                </a:lnTo>
                <a:lnTo>
                  <a:pt x="9271" y="18910"/>
                </a:lnTo>
                <a:lnTo>
                  <a:pt x="9753" y="19037"/>
                </a:lnTo>
                <a:lnTo>
                  <a:pt x="9766" y="18275"/>
                </a:lnTo>
                <a:lnTo>
                  <a:pt x="9931" y="18148"/>
                </a:lnTo>
                <a:lnTo>
                  <a:pt x="10248" y="18148"/>
                </a:lnTo>
                <a:lnTo>
                  <a:pt x="10477" y="17894"/>
                </a:lnTo>
                <a:lnTo>
                  <a:pt x="11366" y="18148"/>
                </a:lnTo>
                <a:lnTo>
                  <a:pt x="11061" y="18148"/>
                </a:lnTo>
                <a:lnTo>
                  <a:pt x="11099" y="18402"/>
                </a:lnTo>
                <a:lnTo>
                  <a:pt x="10731" y="18402"/>
                </a:lnTo>
                <a:lnTo>
                  <a:pt x="10629" y="18783"/>
                </a:lnTo>
                <a:lnTo>
                  <a:pt x="10566" y="18529"/>
                </a:lnTo>
                <a:lnTo>
                  <a:pt x="10363" y="18529"/>
                </a:lnTo>
                <a:lnTo>
                  <a:pt x="10248" y="19037"/>
                </a:lnTo>
                <a:lnTo>
                  <a:pt x="10185" y="19164"/>
                </a:lnTo>
                <a:lnTo>
                  <a:pt x="10109" y="19291"/>
                </a:lnTo>
                <a:lnTo>
                  <a:pt x="10236" y="19291"/>
                </a:lnTo>
                <a:lnTo>
                  <a:pt x="10350" y="19418"/>
                </a:lnTo>
                <a:lnTo>
                  <a:pt x="10477" y="19418"/>
                </a:lnTo>
                <a:lnTo>
                  <a:pt x="10477" y="19570"/>
                </a:lnTo>
                <a:lnTo>
                  <a:pt x="10680" y="19672"/>
                </a:lnTo>
                <a:lnTo>
                  <a:pt x="10807" y="22212"/>
                </a:lnTo>
                <a:lnTo>
                  <a:pt x="10883" y="22339"/>
                </a:lnTo>
                <a:lnTo>
                  <a:pt x="10947" y="23101"/>
                </a:lnTo>
                <a:lnTo>
                  <a:pt x="10477" y="23355"/>
                </a:lnTo>
                <a:lnTo>
                  <a:pt x="10566" y="23609"/>
                </a:lnTo>
                <a:lnTo>
                  <a:pt x="10655" y="23863"/>
                </a:lnTo>
                <a:lnTo>
                  <a:pt x="10744" y="24117"/>
                </a:lnTo>
                <a:lnTo>
                  <a:pt x="11214" y="24117"/>
                </a:lnTo>
                <a:lnTo>
                  <a:pt x="11264" y="24498"/>
                </a:lnTo>
                <a:lnTo>
                  <a:pt x="11442" y="24371"/>
                </a:lnTo>
                <a:lnTo>
                  <a:pt x="12103" y="24244"/>
                </a:lnTo>
                <a:lnTo>
                  <a:pt x="11785" y="24371"/>
                </a:lnTo>
                <a:lnTo>
                  <a:pt x="11582" y="24498"/>
                </a:lnTo>
                <a:lnTo>
                  <a:pt x="11480" y="29832"/>
                </a:lnTo>
                <a:lnTo>
                  <a:pt x="17538" y="29832"/>
                </a:lnTo>
                <a:lnTo>
                  <a:pt x="17526" y="29197"/>
                </a:lnTo>
                <a:lnTo>
                  <a:pt x="17526" y="29070"/>
                </a:lnTo>
                <a:lnTo>
                  <a:pt x="17513" y="28689"/>
                </a:lnTo>
                <a:lnTo>
                  <a:pt x="17513" y="28562"/>
                </a:lnTo>
                <a:lnTo>
                  <a:pt x="17335" y="28689"/>
                </a:lnTo>
                <a:lnTo>
                  <a:pt x="17297" y="28435"/>
                </a:lnTo>
                <a:lnTo>
                  <a:pt x="17500" y="28435"/>
                </a:lnTo>
                <a:lnTo>
                  <a:pt x="17500" y="28181"/>
                </a:lnTo>
                <a:lnTo>
                  <a:pt x="17360" y="28181"/>
                </a:lnTo>
                <a:lnTo>
                  <a:pt x="16281" y="28181"/>
                </a:lnTo>
                <a:lnTo>
                  <a:pt x="16281" y="28308"/>
                </a:lnTo>
                <a:lnTo>
                  <a:pt x="16281" y="28435"/>
                </a:lnTo>
                <a:lnTo>
                  <a:pt x="16281" y="28308"/>
                </a:lnTo>
                <a:lnTo>
                  <a:pt x="16281" y="28181"/>
                </a:lnTo>
                <a:lnTo>
                  <a:pt x="16370" y="27927"/>
                </a:lnTo>
                <a:lnTo>
                  <a:pt x="17487" y="27927"/>
                </a:lnTo>
                <a:lnTo>
                  <a:pt x="17386" y="27292"/>
                </a:lnTo>
                <a:lnTo>
                  <a:pt x="17551" y="27165"/>
                </a:lnTo>
                <a:lnTo>
                  <a:pt x="17589" y="26911"/>
                </a:lnTo>
                <a:lnTo>
                  <a:pt x="17614" y="26784"/>
                </a:lnTo>
                <a:lnTo>
                  <a:pt x="17627" y="26657"/>
                </a:lnTo>
                <a:lnTo>
                  <a:pt x="17678" y="26403"/>
                </a:lnTo>
                <a:lnTo>
                  <a:pt x="17399" y="26403"/>
                </a:lnTo>
                <a:lnTo>
                  <a:pt x="17373" y="26657"/>
                </a:lnTo>
                <a:lnTo>
                  <a:pt x="17373" y="26530"/>
                </a:lnTo>
                <a:lnTo>
                  <a:pt x="17373" y="26403"/>
                </a:lnTo>
                <a:lnTo>
                  <a:pt x="16751" y="26403"/>
                </a:lnTo>
                <a:lnTo>
                  <a:pt x="15976" y="26403"/>
                </a:lnTo>
                <a:lnTo>
                  <a:pt x="15951" y="26657"/>
                </a:lnTo>
                <a:lnTo>
                  <a:pt x="15849" y="26403"/>
                </a:lnTo>
                <a:lnTo>
                  <a:pt x="15976" y="26403"/>
                </a:lnTo>
                <a:lnTo>
                  <a:pt x="15989" y="26276"/>
                </a:lnTo>
                <a:lnTo>
                  <a:pt x="16141" y="26276"/>
                </a:lnTo>
                <a:lnTo>
                  <a:pt x="16141" y="26149"/>
                </a:lnTo>
                <a:lnTo>
                  <a:pt x="16827" y="26149"/>
                </a:lnTo>
                <a:lnTo>
                  <a:pt x="16891" y="26022"/>
                </a:lnTo>
                <a:lnTo>
                  <a:pt x="16992" y="25768"/>
                </a:lnTo>
                <a:lnTo>
                  <a:pt x="16814" y="25641"/>
                </a:lnTo>
                <a:lnTo>
                  <a:pt x="16675" y="25768"/>
                </a:lnTo>
                <a:lnTo>
                  <a:pt x="16611" y="26022"/>
                </a:lnTo>
                <a:lnTo>
                  <a:pt x="16497" y="25768"/>
                </a:lnTo>
                <a:lnTo>
                  <a:pt x="16408" y="25895"/>
                </a:lnTo>
                <a:lnTo>
                  <a:pt x="16306" y="25641"/>
                </a:lnTo>
                <a:lnTo>
                  <a:pt x="16065" y="25641"/>
                </a:lnTo>
                <a:lnTo>
                  <a:pt x="16141" y="25387"/>
                </a:lnTo>
                <a:lnTo>
                  <a:pt x="16217" y="25133"/>
                </a:lnTo>
                <a:lnTo>
                  <a:pt x="16281" y="25006"/>
                </a:lnTo>
                <a:lnTo>
                  <a:pt x="16471" y="25006"/>
                </a:lnTo>
                <a:lnTo>
                  <a:pt x="16484" y="24879"/>
                </a:lnTo>
                <a:lnTo>
                  <a:pt x="16662" y="24879"/>
                </a:lnTo>
                <a:lnTo>
                  <a:pt x="16929" y="24625"/>
                </a:lnTo>
                <a:lnTo>
                  <a:pt x="17284" y="24625"/>
                </a:lnTo>
                <a:lnTo>
                  <a:pt x="17170" y="24371"/>
                </a:lnTo>
                <a:lnTo>
                  <a:pt x="16624" y="24371"/>
                </a:lnTo>
                <a:lnTo>
                  <a:pt x="16802" y="24244"/>
                </a:lnTo>
                <a:lnTo>
                  <a:pt x="17246" y="24244"/>
                </a:lnTo>
                <a:lnTo>
                  <a:pt x="17322" y="24117"/>
                </a:lnTo>
                <a:lnTo>
                  <a:pt x="17068" y="23863"/>
                </a:lnTo>
                <a:lnTo>
                  <a:pt x="16992" y="23736"/>
                </a:lnTo>
                <a:lnTo>
                  <a:pt x="16357" y="23990"/>
                </a:lnTo>
                <a:lnTo>
                  <a:pt x="16217" y="23863"/>
                </a:lnTo>
                <a:lnTo>
                  <a:pt x="16827" y="23736"/>
                </a:lnTo>
                <a:lnTo>
                  <a:pt x="16992" y="23609"/>
                </a:lnTo>
                <a:lnTo>
                  <a:pt x="17627" y="23609"/>
                </a:lnTo>
                <a:lnTo>
                  <a:pt x="18643" y="23482"/>
                </a:lnTo>
                <a:lnTo>
                  <a:pt x="18986" y="23355"/>
                </a:lnTo>
                <a:lnTo>
                  <a:pt x="17640" y="23228"/>
                </a:lnTo>
                <a:lnTo>
                  <a:pt x="15900" y="23228"/>
                </a:lnTo>
                <a:lnTo>
                  <a:pt x="15900" y="26149"/>
                </a:lnTo>
                <a:lnTo>
                  <a:pt x="15494" y="26022"/>
                </a:lnTo>
                <a:lnTo>
                  <a:pt x="15519" y="25895"/>
                </a:lnTo>
                <a:lnTo>
                  <a:pt x="15836" y="25895"/>
                </a:lnTo>
                <a:lnTo>
                  <a:pt x="15900" y="26149"/>
                </a:lnTo>
                <a:lnTo>
                  <a:pt x="15900" y="23228"/>
                </a:lnTo>
                <a:lnTo>
                  <a:pt x="13385" y="23228"/>
                </a:lnTo>
                <a:lnTo>
                  <a:pt x="11442" y="23609"/>
                </a:lnTo>
                <a:lnTo>
                  <a:pt x="11341" y="23863"/>
                </a:lnTo>
                <a:lnTo>
                  <a:pt x="11150" y="23736"/>
                </a:lnTo>
                <a:lnTo>
                  <a:pt x="10883" y="23736"/>
                </a:lnTo>
                <a:lnTo>
                  <a:pt x="10947" y="23355"/>
                </a:lnTo>
                <a:lnTo>
                  <a:pt x="11912" y="23355"/>
                </a:lnTo>
                <a:lnTo>
                  <a:pt x="11963" y="23228"/>
                </a:lnTo>
                <a:lnTo>
                  <a:pt x="12242" y="23101"/>
                </a:lnTo>
                <a:lnTo>
                  <a:pt x="12941" y="23101"/>
                </a:lnTo>
                <a:lnTo>
                  <a:pt x="14160" y="22974"/>
                </a:lnTo>
                <a:lnTo>
                  <a:pt x="14300" y="22847"/>
                </a:lnTo>
                <a:lnTo>
                  <a:pt x="14732" y="22847"/>
                </a:lnTo>
                <a:lnTo>
                  <a:pt x="14770" y="22593"/>
                </a:lnTo>
                <a:lnTo>
                  <a:pt x="15519" y="22593"/>
                </a:lnTo>
                <a:lnTo>
                  <a:pt x="14859" y="22974"/>
                </a:lnTo>
                <a:lnTo>
                  <a:pt x="15354" y="22974"/>
                </a:lnTo>
                <a:lnTo>
                  <a:pt x="15506" y="22847"/>
                </a:lnTo>
                <a:lnTo>
                  <a:pt x="15468" y="23101"/>
                </a:lnTo>
                <a:lnTo>
                  <a:pt x="15849" y="22847"/>
                </a:lnTo>
                <a:lnTo>
                  <a:pt x="16065" y="22593"/>
                </a:lnTo>
                <a:lnTo>
                  <a:pt x="16217" y="22593"/>
                </a:lnTo>
                <a:lnTo>
                  <a:pt x="16383" y="22847"/>
                </a:lnTo>
                <a:lnTo>
                  <a:pt x="16852" y="22847"/>
                </a:lnTo>
                <a:lnTo>
                  <a:pt x="17030" y="22593"/>
                </a:lnTo>
                <a:lnTo>
                  <a:pt x="17119" y="22466"/>
                </a:lnTo>
                <a:lnTo>
                  <a:pt x="17640" y="22466"/>
                </a:lnTo>
                <a:lnTo>
                  <a:pt x="17500" y="22593"/>
                </a:lnTo>
                <a:lnTo>
                  <a:pt x="20154" y="22466"/>
                </a:lnTo>
                <a:lnTo>
                  <a:pt x="20078" y="22593"/>
                </a:lnTo>
                <a:lnTo>
                  <a:pt x="24091" y="22593"/>
                </a:lnTo>
                <a:lnTo>
                  <a:pt x="23977" y="22466"/>
                </a:lnTo>
                <a:lnTo>
                  <a:pt x="23850" y="22339"/>
                </a:lnTo>
                <a:lnTo>
                  <a:pt x="23050" y="22339"/>
                </a:lnTo>
                <a:lnTo>
                  <a:pt x="22771" y="22212"/>
                </a:lnTo>
                <a:lnTo>
                  <a:pt x="24333" y="22212"/>
                </a:lnTo>
                <a:lnTo>
                  <a:pt x="24333" y="22085"/>
                </a:lnTo>
                <a:close/>
              </a:path>
              <a:path w="38735" h="29844">
                <a:moveTo>
                  <a:pt x="24345" y="13449"/>
                </a:moveTo>
                <a:lnTo>
                  <a:pt x="23977" y="13322"/>
                </a:lnTo>
                <a:lnTo>
                  <a:pt x="23571" y="13322"/>
                </a:lnTo>
                <a:lnTo>
                  <a:pt x="23469" y="13195"/>
                </a:lnTo>
                <a:lnTo>
                  <a:pt x="23050" y="13068"/>
                </a:lnTo>
                <a:lnTo>
                  <a:pt x="22936" y="12941"/>
                </a:lnTo>
                <a:lnTo>
                  <a:pt x="22872" y="13068"/>
                </a:lnTo>
                <a:lnTo>
                  <a:pt x="22809" y="13195"/>
                </a:lnTo>
                <a:lnTo>
                  <a:pt x="22542" y="13322"/>
                </a:lnTo>
                <a:lnTo>
                  <a:pt x="22390" y="13322"/>
                </a:lnTo>
                <a:lnTo>
                  <a:pt x="22644" y="13449"/>
                </a:lnTo>
                <a:lnTo>
                  <a:pt x="24345" y="13449"/>
                </a:lnTo>
                <a:close/>
              </a:path>
              <a:path w="38735" h="29844">
                <a:moveTo>
                  <a:pt x="24409" y="9512"/>
                </a:moveTo>
                <a:lnTo>
                  <a:pt x="24104" y="9385"/>
                </a:lnTo>
                <a:lnTo>
                  <a:pt x="24180" y="9512"/>
                </a:lnTo>
                <a:lnTo>
                  <a:pt x="24282" y="9639"/>
                </a:lnTo>
                <a:lnTo>
                  <a:pt x="24384" y="9766"/>
                </a:lnTo>
                <a:lnTo>
                  <a:pt x="24409" y="9512"/>
                </a:lnTo>
                <a:close/>
              </a:path>
              <a:path w="38735" h="29844">
                <a:moveTo>
                  <a:pt x="24434" y="17005"/>
                </a:moveTo>
                <a:lnTo>
                  <a:pt x="24117" y="16878"/>
                </a:lnTo>
                <a:lnTo>
                  <a:pt x="24168" y="17005"/>
                </a:lnTo>
                <a:lnTo>
                  <a:pt x="24434" y="17005"/>
                </a:lnTo>
                <a:close/>
              </a:path>
              <a:path w="38735" h="29844">
                <a:moveTo>
                  <a:pt x="24472" y="10401"/>
                </a:moveTo>
                <a:lnTo>
                  <a:pt x="24218" y="10274"/>
                </a:lnTo>
                <a:lnTo>
                  <a:pt x="24218" y="10528"/>
                </a:lnTo>
                <a:lnTo>
                  <a:pt x="24472" y="10528"/>
                </a:lnTo>
                <a:lnTo>
                  <a:pt x="24472" y="10401"/>
                </a:lnTo>
                <a:close/>
              </a:path>
              <a:path w="38735" h="29844">
                <a:moveTo>
                  <a:pt x="24625" y="15989"/>
                </a:moveTo>
                <a:lnTo>
                  <a:pt x="24041" y="15989"/>
                </a:lnTo>
                <a:lnTo>
                  <a:pt x="23977" y="16116"/>
                </a:lnTo>
                <a:lnTo>
                  <a:pt x="23990" y="15989"/>
                </a:lnTo>
                <a:lnTo>
                  <a:pt x="23761" y="15989"/>
                </a:lnTo>
                <a:lnTo>
                  <a:pt x="23799" y="16243"/>
                </a:lnTo>
                <a:lnTo>
                  <a:pt x="24612" y="16243"/>
                </a:lnTo>
                <a:lnTo>
                  <a:pt x="24612" y="16116"/>
                </a:lnTo>
                <a:lnTo>
                  <a:pt x="24625" y="15989"/>
                </a:lnTo>
                <a:close/>
              </a:path>
              <a:path w="38735" h="29844">
                <a:moveTo>
                  <a:pt x="24625" y="15735"/>
                </a:moveTo>
                <a:lnTo>
                  <a:pt x="24142" y="15735"/>
                </a:lnTo>
                <a:lnTo>
                  <a:pt x="24091" y="15862"/>
                </a:lnTo>
                <a:lnTo>
                  <a:pt x="24625" y="15862"/>
                </a:lnTo>
                <a:lnTo>
                  <a:pt x="24625" y="15735"/>
                </a:lnTo>
                <a:close/>
              </a:path>
              <a:path w="38735" h="29844">
                <a:moveTo>
                  <a:pt x="24638" y="8369"/>
                </a:moveTo>
                <a:lnTo>
                  <a:pt x="24612" y="8242"/>
                </a:lnTo>
                <a:lnTo>
                  <a:pt x="18554" y="8242"/>
                </a:lnTo>
                <a:lnTo>
                  <a:pt x="18542" y="8369"/>
                </a:lnTo>
                <a:lnTo>
                  <a:pt x="24638" y="8369"/>
                </a:lnTo>
                <a:close/>
              </a:path>
              <a:path w="38735" h="29844">
                <a:moveTo>
                  <a:pt x="24650" y="12179"/>
                </a:moveTo>
                <a:lnTo>
                  <a:pt x="23126" y="12179"/>
                </a:lnTo>
                <a:lnTo>
                  <a:pt x="23164" y="12306"/>
                </a:lnTo>
                <a:lnTo>
                  <a:pt x="23761" y="12306"/>
                </a:lnTo>
                <a:lnTo>
                  <a:pt x="24612" y="12306"/>
                </a:lnTo>
                <a:lnTo>
                  <a:pt x="24650" y="12179"/>
                </a:lnTo>
                <a:close/>
              </a:path>
              <a:path w="38735" h="29844">
                <a:moveTo>
                  <a:pt x="24676" y="17259"/>
                </a:moveTo>
                <a:lnTo>
                  <a:pt x="24498" y="17132"/>
                </a:lnTo>
                <a:lnTo>
                  <a:pt x="24218" y="17132"/>
                </a:lnTo>
                <a:lnTo>
                  <a:pt x="24168" y="17005"/>
                </a:lnTo>
                <a:lnTo>
                  <a:pt x="23139" y="17005"/>
                </a:lnTo>
                <a:lnTo>
                  <a:pt x="23164" y="17132"/>
                </a:lnTo>
                <a:lnTo>
                  <a:pt x="23660" y="17132"/>
                </a:lnTo>
                <a:lnTo>
                  <a:pt x="23596" y="17259"/>
                </a:lnTo>
                <a:lnTo>
                  <a:pt x="23812" y="17259"/>
                </a:lnTo>
                <a:lnTo>
                  <a:pt x="23812" y="17132"/>
                </a:lnTo>
                <a:lnTo>
                  <a:pt x="24041" y="17132"/>
                </a:lnTo>
                <a:lnTo>
                  <a:pt x="24028" y="17259"/>
                </a:lnTo>
                <a:lnTo>
                  <a:pt x="24676" y="17259"/>
                </a:lnTo>
                <a:close/>
              </a:path>
              <a:path w="38735" h="29844">
                <a:moveTo>
                  <a:pt x="24676" y="7861"/>
                </a:moveTo>
                <a:lnTo>
                  <a:pt x="24066" y="7861"/>
                </a:lnTo>
                <a:lnTo>
                  <a:pt x="24218" y="7442"/>
                </a:lnTo>
                <a:lnTo>
                  <a:pt x="23901" y="7861"/>
                </a:lnTo>
                <a:lnTo>
                  <a:pt x="21513" y="7861"/>
                </a:lnTo>
                <a:lnTo>
                  <a:pt x="18592" y="7861"/>
                </a:lnTo>
                <a:lnTo>
                  <a:pt x="18592" y="7988"/>
                </a:lnTo>
                <a:lnTo>
                  <a:pt x="24638" y="7988"/>
                </a:lnTo>
                <a:lnTo>
                  <a:pt x="24676" y="7861"/>
                </a:lnTo>
                <a:close/>
              </a:path>
              <a:path w="38735" h="29844">
                <a:moveTo>
                  <a:pt x="24701" y="13957"/>
                </a:moveTo>
                <a:lnTo>
                  <a:pt x="24523" y="13957"/>
                </a:lnTo>
                <a:lnTo>
                  <a:pt x="24180" y="13830"/>
                </a:lnTo>
                <a:lnTo>
                  <a:pt x="23926" y="13830"/>
                </a:lnTo>
                <a:lnTo>
                  <a:pt x="24003" y="13957"/>
                </a:lnTo>
                <a:lnTo>
                  <a:pt x="22936" y="13957"/>
                </a:lnTo>
                <a:lnTo>
                  <a:pt x="22999" y="14211"/>
                </a:lnTo>
                <a:lnTo>
                  <a:pt x="24701" y="14211"/>
                </a:lnTo>
                <a:lnTo>
                  <a:pt x="24701" y="13957"/>
                </a:lnTo>
                <a:close/>
              </a:path>
              <a:path w="38735" h="29844">
                <a:moveTo>
                  <a:pt x="24777" y="10528"/>
                </a:moveTo>
                <a:lnTo>
                  <a:pt x="24472" y="10528"/>
                </a:lnTo>
                <a:lnTo>
                  <a:pt x="24472" y="10655"/>
                </a:lnTo>
                <a:lnTo>
                  <a:pt x="24777" y="10655"/>
                </a:lnTo>
                <a:lnTo>
                  <a:pt x="24777" y="10528"/>
                </a:lnTo>
                <a:close/>
              </a:path>
              <a:path w="38735" h="29844">
                <a:moveTo>
                  <a:pt x="24803" y="8750"/>
                </a:moveTo>
                <a:lnTo>
                  <a:pt x="24536" y="8623"/>
                </a:lnTo>
                <a:lnTo>
                  <a:pt x="24371" y="8496"/>
                </a:lnTo>
                <a:lnTo>
                  <a:pt x="24295" y="8623"/>
                </a:lnTo>
                <a:lnTo>
                  <a:pt x="24218" y="9004"/>
                </a:lnTo>
                <a:lnTo>
                  <a:pt x="24549" y="9004"/>
                </a:lnTo>
                <a:lnTo>
                  <a:pt x="24739" y="9131"/>
                </a:lnTo>
                <a:lnTo>
                  <a:pt x="24803" y="8750"/>
                </a:lnTo>
                <a:close/>
              </a:path>
              <a:path w="38735" h="29844">
                <a:moveTo>
                  <a:pt x="24853" y="7607"/>
                </a:moveTo>
                <a:lnTo>
                  <a:pt x="24714" y="7734"/>
                </a:lnTo>
                <a:lnTo>
                  <a:pt x="24676" y="7861"/>
                </a:lnTo>
                <a:lnTo>
                  <a:pt x="24853" y="7861"/>
                </a:lnTo>
                <a:lnTo>
                  <a:pt x="24853" y="7607"/>
                </a:lnTo>
                <a:close/>
              </a:path>
              <a:path w="38735" h="29844">
                <a:moveTo>
                  <a:pt x="24866" y="17259"/>
                </a:moveTo>
                <a:lnTo>
                  <a:pt x="24676" y="17259"/>
                </a:lnTo>
                <a:lnTo>
                  <a:pt x="24853" y="17386"/>
                </a:lnTo>
                <a:lnTo>
                  <a:pt x="24866" y="17259"/>
                </a:lnTo>
                <a:close/>
              </a:path>
              <a:path w="38735" h="29844">
                <a:moveTo>
                  <a:pt x="24892" y="17005"/>
                </a:moveTo>
                <a:lnTo>
                  <a:pt x="24434" y="17005"/>
                </a:lnTo>
                <a:lnTo>
                  <a:pt x="24498" y="17132"/>
                </a:lnTo>
                <a:lnTo>
                  <a:pt x="24879" y="17132"/>
                </a:lnTo>
                <a:lnTo>
                  <a:pt x="24892" y="17005"/>
                </a:lnTo>
                <a:close/>
              </a:path>
              <a:path w="38735" h="29844">
                <a:moveTo>
                  <a:pt x="24968" y="7353"/>
                </a:moveTo>
                <a:lnTo>
                  <a:pt x="24828" y="7353"/>
                </a:lnTo>
                <a:lnTo>
                  <a:pt x="24815" y="7480"/>
                </a:lnTo>
                <a:lnTo>
                  <a:pt x="24968" y="7353"/>
                </a:lnTo>
                <a:close/>
              </a:path>
              <a:path w="38735" h="29844">
                <a:moveTo>
                  <a:pt x="24980" y="7099"/>
                </a:moveTo>
                <a:lnTo>
                  <a:pt x="21336" y="7099"/>
                </a:lnTo>
                <a:lnTo>
                  <a:pt x="21437" y="6667"/>
                </a:lnTo>
                <a:lnTo>
                  <a:pt x="21297" y="6515"/>
                </a:lnTo>
                <a:lnTo>
                  <a:pt x="21170" y="6515"/>
                </a:lnTo>
                <a:lnTo>
                  <a:pt x="21094" y="6807"/>
                </a:lnTo>
                <a:lnTo>
                  <a:pt x="21132" y="7099"/>
                </a:lnTo>
                <a:lnTo>
                  <a:pt x="18630" y="7099"/>
                </a:lnTo>
                <a:lnTo>
                  <a:pt x="18618" y="7353"/>
                </a:lnTo>
                <a:lnTo>
                  <a:pt x="21145" y="7353"/>
                </a:lnTo>
                <a:lnTo>
                  <a:pt x="21056" y="7683"/>
                </a:lnTo>
                <a:lnTo>
                  <a:pt x="21386" y="7353"/>
                </a:lnTo>
                <a:lnTo>
                  <a:pt x="24828" y="7353"/>
                </a:lnTo>
                <a:lnTo>
                  <a:pt x="24841" y="7226"/>
                </a:lnTo>
                <a:lnTo>
                  <a:pt x="24980" y="7099"/>
                </a:lnTo>
                <a:close/>
              </a:path>
              <a:path w="38735" h="29844">
                <a:moveTo>
                  <a:pt x="24993" y="10782"/>
                </a:moveTo>
                <a:lnTo>
                  <a:pt x="24841" y="10909"/>
                </a:lnTo>
                <a:lnTo>
                  <a:pt x="24752" y="11036"/>
                </a:lnTo>
                <a:lnTo>
                  <a:pt x="24993" y="10909"/>
                </a:lnTo>
                <a:lnTo>
                  <a:pt x="24993" y="10782"/>
                </a:lnTo>
                <a:close/>
              </a:path>
              <a:path w="38735" h="29844">
                <a:moveTo>
                  <a:pt x="25069" y="15354"/>
                </a:moveTo>
                <a:lnTo>
                  <a:pt x="24739" y="15227"/>
                </a:lnTo>
                <a:lnTo>
                  <a:pt x="24739" y="14338"/>
                </a:lnTo>
                <a:lnTo>
                  <a:pt x="24980" y="14338"/>
                </a:lnTo>
                <a:lnTo>
                  <a:pt x="24968" y="14211"/>
                </a:lnTo>
                <a:lnTo>
                  <a:pt x="24701" y="14211"/>
                </a:lnTo>
                <a:lnTo>
                  <a:pt x="24688" y="14338"/>
                </a:lnTo>
                <a:lnTo>
                  <a:pt x="24384" y="14338"/>
                </a:lnTo>
                <a:lnTo>
                  <a:pt x="24333" y="14465"/>
                </a:lnTo>
                <a:lnTo>
                  <a:pt x="24206" y="15481"/>
                </a:lnTo>
                <a:lnTo>
                  <a:pt x="24612" y="15735"/>
                </a:lnTo>
                <a:lnTo>
                  <a:pt x="24638" y="15354"/>
                </a:lnTo>
                <a:lnTo>
                  <a:pt x="25069" y="15354"/>
                </a:lnTo>
                <a:close/>
              </a:path>
              <a:path w="38735" h="29844">
                <a:moveTo>
                  <a:pt x="25082" y="13449"/>
                </a:moveTo>
                <a:lnTo>
                  <a:pt x="25019" y="13195"/>
                </a:lnTo>
                <a:lnTo>
                  <a:pt x="24879" y="13195"/>
                </a:lnTo>
                <a:lnTo>
                  <a:pt x="24815" y="13322"/>
                </a:lnTo>
                <a:lnTo>
                  <a:pt x="24752" y="13449"/>
                </a:lnTo>
                <a:lnTo>
                  <a:pt x="25082" y="13449"/>
                </a:lnTo>
                <a:close/>
              </a:path>
              <a:path w="38735" h="29844">
                <a:moveTo>
                  <a:pt x="25095" y="16878"/>
                </a:moveTo>
                <a:lnTo>
                  <a:pt x="24917" y="16751"/>
                </a:lnTo>
                <a:lnTo>
                  <a:pt x="23685" y="16751"/>
                </a:lnTo>
                <a:lnTo>
                  <a:pt x="23736" y="16624"/>
                </a:lnTo>
                <a:lnTo>
                  <a:pt x="23799" y="16243"/>
                </a:lnTo>
                <a:lnTo>
                  <a:pt x="23380" y="16243"/>
                </a:lnTo>
                <a:lnTo>
                  <a:pt x="23482" y="16370"/>
                </a:lnTo>
                <a:lnTo>
                  <a:pt x="23507" y="16751"/>
                </a:lnTo>
                <a:lnTo>
                  <a:pt x="22669" y="16751"/>
                </a:lnTo>
                <a:lnTo>
                  <a:pt x="22821" y="16878"/>
                </a:lnTo>
                <a:lnTo>
                  <a:pt x="23634" y="16878"/>
                </a:lnTo>
                <a:lnTo>
                  <a:pt x="24117" y="16878"/>
                </a:lnTo>
                <a:lnTo>
                  <a:pt x="25095" y="16878"/>
                </a:lnTo>
                <a:close/>
              </a:path>
              <a:path w="38735" h="29844">
                <a:moveTo>
                  <a:pt x="25095" y="14859"/>
                </a:moveTo>
                <a:close/>
              </a:path>
              <a:path w="38735" h="29844">
                <a:moveTo>
                  <a:pt x="25120" y="10528"/>
                </a:moveTo>
                <a:lnTo>
                  <a:pt x="24866" y="10528"/>
                </a:lnTo>
                <a:lnTo>
                  <a:pt x="24777" y="10655"/>
                </a:lnTo>
                <a:lnTo>
                  <a:pt x="25031" y="10655"/>
                </a:lnTo>
                <a:lnTo>
                  <a:pt x="25120" y="10528"/>
                </a:lnTo>
                <a:close/>
              </a:path>
              <a:path w="38735" h="29844">
                <a:moveTo>
                  <a:pt x="25260" y="17005"/>
                </a:moveTo>
                <a:lnTo>
                  <a:pt x="24892" y="17005"/>
                </a:lnTo>
                <a:lnTo>
                  <a:pt x="25222" y="17132"/>
                </a:lnTo>
                <a:lnTo>
                  <a:pt x="25260" y="17005"/>
                </a:lnTo>
                <a:close/>
              </a:path>
              <a:path w="38735" h="29844">
                <a:moveTo>
                  <a:pt x="25349" y="10655"/>
                </a:moveTo>
                <a:lnTo>
                  <a:pt x="25031" y="10655"/>
                </a:lnTo>
                <a:lnTo>
                  <a:pt x="24930" y="10782"/>
                </a:lnTo>
                <a:lnTo>
                  <a:pt x="25120" y="10782"/>
                </a:lnTo>
                <a:lnTo>
                  <a:pt x="25349" y="10655"/>
                </a:lnTo>
                <a:close/>
              </a:path>
              <a:path w="38735" h="29844">
                <a:moveTo>
                  <a:pt x="25387" y="8369"/>
                </a:moveTo>
                <a:lnTo>
                  <a:pt x="25374" y="8242"/>
                </a:lnTo>
                <a:lnTo>
                  <a:pt x="24739" y="8242"/>
                </a:lnTo>
                <a:lnTo>
                  <a:pt x="24701" y="8369"/>
                </a:lnTo>
                <a:lnTo>
                  <a:pt x="25387" y="8369"/>
                </a:lnTo>
                <a:close/>
              </a:path>
              <a:path w="38735" h="29844">
                <a:moveTo>
                  <a:pt x="25450" y="13449"/>
                </a:moveTo>
                <a:lnTo>
                  <a:pt x="25082" y="13449"/>
                </a:lnTo>
                <a:lnTo>
                  <a:pt x="25107" y="13576"/>
                </a:lnTo>
                <a:lnTo>
                  <a:pt x="22707" y="13576"/>
                </a:lnTo>
                <a:lnTo>
                  <a:pt x="22783" y="13703"/>
                </a:lnTo>
                <a:lnTo>
                  <a:pt x="22860" y="13830"/>
                </a:lnTo>
                <a:lnTo>
                  <a:pt x="23926" y="13830"/>
                </a:lnTo>
                <a:lnTo>
                  <a:pt x="23837" y="13703"/>
                </a:lnTo>
                <a:lnTo>
                  <a:pt x="24180" y="13830"/>
                </a:lnTo>
                <a:lnTo>
                  <a:pt x="25095" y="13830"/>
                </a:lnTo>
                <a:lnTo>
                  <a:pt x="25107" y="13703"/>
                </a:lnTo>
                <a:lnTo>
                  <a:pt x="25120" y="13576"/>
                </a:lnTo>
                <a:lnTo>
                  <a:pt x="25450" y="13449"/>
                </a:lnTo>
                <a:close/>
              </a:path>
              <a:path w="38735" h="29844">
                <a:moveTo>
                  <a:pt x="25476" y="9893"/>
                </a:moveTo>
                <a:lnTo>
                  <a:pt x="25450" y="9766"/>
                </a:lnTo>
                <a:lnTo>
                  <a:pt x="25323" y="9893"/>
                </a:lnTo>
                <a:lnTo>
                  <a:pt x="25285" y="10020"/>
                </a:lnTo>
                <a:lnTo>
                  <a:pt x="25476" y="9893"/>
                </a:lnTo>
                <a:close/>
              </a:path>
              <a:path w="38735" h="29844">
                <a:moveTo>
                  <a:pt x="25539" y="15481"/>
                </a:moveTo>
                <a:lnTo>
                  <a:pt x="25450" y="15354"/>
                </a:lnTo>
                <a:lnTo>
                  <a:pt x="25069" y="15354"/>
                </a:lnTo>
                <a:lnTo>
                  <a:pt x="25539" y="15481"/>
                </a:lnTo>
                <a:close/>
              </a:path>
              <a:path w="38735" h="29844">
                <a:moveTo>
                  <a:pt x="25565" y="12560"/>
                </a:moveTo>
                <a:lnTo>
                  <a:pt x="24968" y="12484"/>
                </a:lnTo>
                <a:lnTo>
                  <a:pt x="25057" y="12306"/>
                </a:lnTo>
                <a:lnTo>
                  <a:pt x="24612" y="12306"/>
                </a:lnTo>
                <a:lnTo>
                  <a:pt x="23761" y="12306"/>
                </a:lnTo>
                <a:lnTo>
                  <a:pt x="23634" y="12560"/>
                </a:lnTo>
                <a:lnTo>
                  <a:pt x="24523" y="12560"/>
                </a:lnTo>
                <a:lnTo>
                  <a:pt x="24714" y="12560"/>
                </a:lnTo>
                <a:lnTo>
                  <a:pt x="24752" y="12687"/>
                </a:lnTo>
                <a:lnTo>
                  <a:pt x="24930" y="12560"/>
                </a:lnTo>
                <a:lnTo>
                  <a:pt x="25565" y="12560"/>
                </a:lnTo>
                <a:close/>
              </a:path>
              <a:path w="38735" h="29844">
                <a:moveTo>
                  <a:pt x="25577" y="9766"/>
                </a:moveTo>
                <a:lnTo>
                  <a:pt x="25450" y="9639"/>
                </a:lnTo>
                <a:lnTo>
                  <a:pt x="25336" y="9766"/>
                </a:lnTo>
                <a:lnTo>
                  <a:pt x="25577" y="9766"/>
                </a:lnTo>
                <a:close/>
              </a:path>
              <a:path w="38735" h="29844">
                <a:moveTo>
                  <a:pt x="25603" y="8369"/>
                </a:moveTo>
                <a:lnTo>
                  <a:pt x="25387" y="8369"/>
                </a:lnTo>
                <a:lnTo>
                  <a:pt x="25336" y="9639"/>
                </a:lnTo>
                <a:lnTo>
                  <a:pt x="25514" y="9512"/>
                </a:lnTo>
                <a:lnTo>
                  <a:pt x="25603" y="8369"/>
                </a:lnTo>
                <a:close/>
              </a:path>
              <a:path w="38735" h="29844">
                <a:moveTo>
                  <a:pt x="25628" y="13576"/>
                </a:moveTo>
                <a:lnTo>
                  <a:pt x="25527" y="13449"/>
                </a:lnTo>
                <a:lnTo>
                  <a:pt x="25120" y="13576"/>
                </a:lnTo>
                <a:lnTo>
                  <a:pt x="25628" y="13576"/>
                </a:lnTo>
                <a:close/>
              </a:path>
              <a:path w="38735" h="29844">
                <a:moveTo>
                  <a:pt x="25768" y="9893"/>
                </a:moveTo>
                <a:lnTo>
                  <a:pt x="25590" y="10020"/>
                </a:lnTo>
                <a:lnTo>
                  <a:pt x="25476" y="10248"/>
                </a:lnTo>
                <a:lnTo>
                  <a:pt x="25374" y="10020"/>
                </a:lnTo>
                <a:lnTo>
                  <a:pt x="25247" y="10147"/>
                </a:lnTo>
                <a:lnTo>
                  <a:pt x="25120" y="10528"/>
                </a:lnTo>
                <a:lnTo>
                  <a:pt x="25361" y="10528"/>
                </a:lnTo>
                <a:lnTo>
                  <a:pt x="25361" y="10401"/>
                </a:lnTo>
                <a:lnTo>
                  <a:pt x="25514" y="10274"/>
                </a:lnTo>
                <a:lnTo>
                  <a:pt x="25666" y="10147"/>
                </a:lnTo>
                <a:lnTo>
                  <a:pt x="25768" y="9893"/>
                </a:lnTo>
                <a:close/>
              </a:path>
              <a:path w="38735" h="29844">
                <a:moveTo>
                  <a:pt x="25781" y="13322"/>
                </a:moveTo>
                <a:lnTo>
                  <a:pt x="25450" y="13449"/>
                </a:lnTo>
                <a:lnTo>
                  <a:pt x="25768" y="13449"/>
                </a:lnTo>
                <a:lnTo>
                  <a:pt x="25781" y="13322"/>
                </a:lnTo>
                <a:close/>
              </a:path>
              <a:path w="38735" h="29844">
                <a:moveTo>
                  <a:pt x="25844" y="12306"/>
                </a:moveTo>
                <a:lnTo>
                  <a:pt x="25603" y="12560"/>
                </a:lnTo>
                <a:lnTo>
                  <a:pt x="25755" y="12560"/>
                </a:lnTo>
                <a:lnTo>
                  <a:pt x="25844" y="12306"/>
                </a:lnTo>
                <a:close/>
              </a:path>
              <a:path w="38735" h="29844">
                <a:moveTo>
                  <a:pt x="26009" y="9512"/>
                </a:moveTo>
                <a:lnTo>
                  <a:pt x="25831" y="9512"/>
                </a:lnTo>
                <a:lnTo>
                  <a:pt x="25768" y="9639"/>
                </a:lnTo>
                <a:lnTo>
                  <a:pt x="25654" y="9893"/>
                </a:lnTo>
                <a:lnTo>
                  <a:pt x="25857" y="9766"/>
                </a:lnTo>
                <a:lnTo>
                  <a:pt x="25933" y="9639"/>
                </a:lnTo>
                <a:lnTo>
                  <a:pt x="26009" y="9512"/>
                </a:lnTo>
                <a:close/>
              </a:path>
              <a:path w="38735" h="29844">
                <a:moveTo>
                  <a:pt x="26098" y="1968"/>
                </a:moveTo>
                <a:lnTo>
                  <a:pt x="23368" y="990"/>
                </a:lnTo>
                <a:lnTo>
                  <a:pt x="22618" y="723"/>
                </a:lnTo>
                <a:lnTo>
                  <a:pt x="26098" y="1968"/>
                </a:lnTo>
                <a:close/>
              </a:path>
              <a:path w="38735" h="29844">
                <a:moveTo>
                  <a:pt x="26162" y="10858"/>
                </a:moveTo>
                <a:close/>
              </a:path>
              <a:path w="38735" h="29844">
                <a:moveTo>
                  <a:pt x="26174" y="4559"/>
                </a:moveTo>
                <a:lnTo>
                  <a:pt x="20015" y="4559"/>
                </a:lnTo>
                <a:lnTo>
                  <a:pt x="20027" y="4813"/>
                </a:lnTo>
                <a:lnTo>
                  <a:pt x="26136" y="4813"/>
                </a:lnTo>
                <a:lnTo>
                  <a:pt x="26174" y="4559"/>
                </a:lnTo>
                <a:close/>
              </a:path>
              <a:path w="38735" h="29844">
                <a:moveTo>
                  <a:pt x="26200" y="8242"/>
                </a:moveTo>
                <a:lnTo>
                  <a:pt x="25603" y="8242"/>
                </a:lnTo>
                <a:lnTo>
                  <a:pt x="25603" y="8369"/>
                </a:lnTo>
                <a:lnTo>
                  <a:pt x="26174" y="8369"/>
                </a:lnTo>
                <a:lnTo>
                  <a:pt x="26200" y="8242"/>
                </a:lnTo>
                <a:close/>
              </a:path>
              <a:path w="38735" h="29844">
                <a:moveTo>
                  <a:pt x="26263" y="7861"/>
                </a:moveTo>
                <a:lnTo>
                  <a:pt x="25501" y="7861"/>
                </a:lnTo>
                <a:lnTo>
                  <a:pt x="24853" y="7861"/>
                </a:lnTo>
                <a:lnTo>
                  <a:pt x="25158" y="7988"/>
                </a:lnTo>
                <a:lnTo>
                  <a:pt x="25323" y="7988"/>
                </a:lnTo>
                <a:lnTo>
                  <a:pt x="25158" y="7988"/>
                </a:lnTo>
                <a:lnTo>
                  <a:pt x="24638" y="7988"/>
                </a:lnTo>
                <a:lnTo>
                  <a:pt x="24612" y="8242"/>
                </a:lnTo>
                <a:lnTo>
                  <a:pt x="24765" y="8115"/>
                </a:lnTo>
                <a:lnTo>
                  <a:pt x="25349" y="8115"/>
                </a:lnTo>
                <a:lnTo>
                  <a:pt x="25527" y="8115"/>
                </a:lnTo>
                <a:lnTo>
                  <a:pt x="25501" y="7988"/>
                </a:lnTo>
                <a:lnTo>
                  <a:pt x="26238" y="7988"/>
                </a:lnTo>
                <a:lnTo>
                  <a:pt x="26263" y="7861"/>
                </a:lnTo>
                <a:close/>
              </a:path>
              <a:path w="38735" h="29844">
                <a:moveTo>
                  <a:pt x="26365" y="5702"/>
                </a:moveTo>
                <a:lnTo>
                  <a:pt x="25209" y="5702"/>
                </a:lnTo>
                <a:lnTo>
                  <a:pt x="25488" y="5486"/>
                </a:lnTo>
                <a:lnTo>
                  <a:pt x="24904" y="5486"/>
                </a:lnTo>
                <a:lnTo>
                  <a:pt x="24815" y="5702"/>
                </a:lnTo>
                <a:lnTo>
                  <a:pt x="19481" y="5702"/>
                </a:lnTo>
                <a:lnTo>
                  <a:pt x="19469" y="5829"/>
                </a:lnTo>
                <a:lnTo>
                  <a:pt x="24765" y="5829"/>
                </a:lnTo>
                <a:lnTo>
                  <a:pt x="24650" y="6159"/>
                </a:lnTo>
                <a:lnTo>
                  <a:pt x="25057" y="5829"/>
                </a:lnTo>
                <a:lnTo>
                  <a:pt x="26047" y="5829"/>
                </a:lnTo>
                <a:lnTo>
                  <a:pt x="26365" y="5702"/>
                </a:lnTo>
                <a:close/>
              </a:path>
              <a:path w="38735" h="29844">
                <a:moveTo>
                  <a:pt x="26377" y="7988"/>
                </a:moveTo>
                <a:lnTo>
                  <a:pt x="26238" y="7988"/>
                </a:lnTo>
                <a:lnTo>
                  <a:pt x="26225" y="8115"/>
                </a:lnTo>
                <a:lnTo>
                  <a:pt x="26377" y="7988"/>
                </a:lnTo>
                <a:close/>
              </a:path>
              <a:path w="38735" h="29844">
                <a:moveTo>
                  <a:pt x="26517" y="18478"/>
                </a:moveTo>
                <a:lnTo>
                  <a:pt x="26352" y="19240"/>
                </a:lnTo>
                <a:lnTo>
                  <a:pt x="26390" y="19786"/>
                </a:lnTo>
                <a:lnTo>
                  <a:pt x="26441" y="19113"/>
                </a:lnTo>
                <a:lnTo>
                  <a:pt x="26517" y="18478"/>
                </a:lnTo>
                <a:close/>
              </a:path>
              <a:path w="38735" h="29844">
                <a:moveTo>
                  <a:pt x="26568" y="17843"/>
                </a:moveTo>
                <a:lnTo>
                  <a:pt x="26517" y="18478"/>
                </a:lnTo>
                <a:lnTo>
                  <a:pt x="26568" y="17843"/>
                </a:lnTo>
                <a:close/>
              </a:path>
              <a:path w="38735" h="29844">
                <a:moveTo>
                  <a:pt x="26593" y="13830"/>
                </a:moveTo>
                <a:lnTo>
                  <a:pt x="25095" y="13830"/>
                </a:lnTo>
                <a:lnTo>
                  <a:pt x="25044" y="14211"/>
                </a:lnTo>
                <a:lnTo>
                  <a:pt x="26593" y="14211"/>
                </a:lnTo>
                <a:lnTo>
                  <a:pt x="26593" y="13830"/>
                </a:lnTo>
                <a:close/>
              </a:path>
              <a:path w="38735" h="29844">
                <a:moveTo>
                  <a:pt x="26593" y="13449"/>
                </a:moveTo>
                <a:lnTo>
                  <a:pt x="25768" y="13449"/>
                </a:lnTo>
                <a:lnTo>
                  <a:pt x="25755" y="13576"/>
                </a:lnTo>
                <a:lnTo>
                  <a:pt x="26593" y="13576"/>
                </a:lnTo>
                <a:lnTo>
                  <a:pt x="26593" y="13449"/>
                </a:lnTo>
                <a:close/>
              </a:path>
              <a:path w="38735" h="29844">
                <a:moveTo>
                  <a:pt x="26593" y="12179"/>
                </a:moveTo>
                <a:lnTo>
                  <a:pt x="25958" y="12179"/>
                </a:lnTo>
                <a:lnTo>
                  <a:pt x="25844" y="12306"/>
                </a:lnTo>
                <a:lnTo>
                  <a:pt x="26593" y="12306"/>
                </a:lnTo>
                <a:lnTo>
                  <a:pt x="26593" y="12179"/>
                </a:lnTo>
                <a:close/>
              </a:path>
              <a:path w="38735" h="29844">
                <a:moveTo>
                  <a:pt x="26784" y="14211"/>
                </a:moveTo>
                <a:lnTo>
                  <a:pt x="26593" y="14211"/>
                </a:lnTo>
                <a:lnTo>
                  <a:pt x="26581" y="14719"/>
                </a:lnTo>
                <a:lnTo>
                  <a:pt x="26720" y="14592"/>
                </a:lnTo>
                <a:lnTo>
                  <a:pt x="26784" y="14211"/>
                </a:lnTo>
                <a:close/>
              </a:path>
              <a:path w="38735" h="29844">
                <a:moveTo>
                  <a:pt x="26784" y="7861"/>
                </a:moveTo>
                <a:lnTo>
                  <a:pt x="26479" y="7861"/>
                </a:lnTo>
                <a:lnTo>
                  <a:pt x="26746" y="7988"/>
                </a:lnTo>
                <a:lnTo>
                  <a:pt x="26784" y="7861"/>
                </a:lnTo>
                <a:close/>
              </a:path>
              <a:path w="38735" h="29844">
                <a:moveTo>
                  <a:pt x="26797" y="2095"/>
                </a:moveTo>
                <a:lnTo>
                  <a:pt x="26619" y="2095"/>
                </a:lnTo>
                <a:lnTo>
                  <a:pt x="26771" y="2438"/>
                </a:lnTo>
                <a:lnTo>
                  <a:pt x="26797" y="2095"/>
                </a:lnTo>
                <a:close/>
              </a:path>
              <a:path w="38735" h="29844">
                <a:moveTo>
                  <a:pt x="26822" y="8458"/>
                </a:moveTo>
                <a:lnTo>
                  <a:pt x="26797" y="8255"/>
                </a:lnTo>
                <a:lnTo>
                  <a:pt x="26771" y="8458"/>
                </a:lnTo>
                <a:close/>
              </a:path>
              <a:path w="38735" h="29844">
                <a:moveTo>
                  <a:pt x="26835" y="13576"/>
                </a:moveTo>
                <a:lnTo>
                  <a:pt x="26593" y="13576"/>
                </a:lnTo>
                <a:lnTo>
                  <a:pt x="26593" y="13830"/>
                </a:lnTo>
                <a:lnTo>
                  <a:pt x="26809" y="13830"/>
                </a:lnTo>
                <a:lnTo>
                  <a:pt x="26835" y="13576"/>
                </a:lnTo>
                <a:close/>
              </a:path>
              <a:path w="38735" h="29844">
                <a:moveTo>
                  <a:pt x="26885" y="9131"/>
                </a:moveTo>
                <a:lnTo>
                  <a:pt x="26543" y="9385"/>
                </a:lnTo>
                <a:lnTo>
                  <a:pt x="26784" y="9385"/>
                </a:lnTo>
                <a:lnTo>
                  <a:pt x="26885" y="9131"/>
                </a:lnTo>
                <a:close/>
              </a:path>
              <a:path w="38735" h="29844">
                <a:moveTo>
                  <a:pt x="26936" y="7988"/>
                </a:moveTo>
                <a:lnTo>
                  <a:pt x="26746" y="7988"/>
                </a:lnTo>
                <a:lnTo>
                  <a:pt x="26581" y="7988"/>
                </a:lnTo>
                <a:lnTo>
                  <a:pt x="26682" y="8115"/>
                </a:lnTo>
                <a:lnTo>
                  <a:pt x="26847" y="8242"/>
                </a:lnTo>
                <a:lnTo>
                  <a:pt x="26936" y="7988"/>
                </a:lnTo>
                <a:close/>
              </a:path>
              <a:path w="38735" h="29844">
                <a:moveTo>
                  <a:pt x="27000" y="8712"/>
                </a:moveTo>
                <a:lnTo>
                  <a:pt x="26784" y="8991"/>
                </a:lnTo>
                <a:lnTo>
                  <a:pt x="26454" y="9283"/>
                </a:lnTo>
                <a:lnTo>
                  <a:pt x="26339" y="9537"/>
                </a:lnTo>
                <a:lnTo>
                  <a:pt x="26200" y="9639"/>
                </a:lnTo>
                <a:lnTo>
                  <a:pt x="26098" y="9893"/>
                </a:lnTo>
                <a:lnTo>
                  <a:pt x="26301" y="9766"/>
                </a:lnTo>
                <a:lnTo>
                  <a:pt x="26428" y="9639"/>
                </a:lnTo>
                <a:lnTo>
                  <a:pt x="26644" y="9639"/>
                </a:lnTo>
                <a:lnTo>
                  <a:pt x="26708" y="9512"/>
                </a:lnTo>
                <a:lnTo>
                  <a:pt x="26377" y="9512"/>
                </a:lnTo>
                <a:lnTo>
                  <a:pt x="26517" y="9283"/>
                </a:lnTo>
                <a:lnTo>
                  <a:pt x="26860" y="8991"/>
                </a:lnTo>
                <a:lnTo>
                  <a:pt x="27000" y="8712"/>
                </a:lnTo>
                <a:close/>
              </a:path>
              <a:path w="38735" h="29844">
                <a:moveTo>
                  <a:pt x="27012" y="22593"/>
                </a:moveTo>
                <a:lnTo>
                  <a:pt x="25082" y="22466"/>
                </a:lnTo>
                <a:lnTo>
                  <a:pt x="24853" y="22466"/>
                </a:lnTo>
                <a:lnTo>
                  <a:pt x="24726" y="22339"/>
                </a:lnTo>
                <a:lnTo>
                  <a:pt x="24460" y="22212"/>
                </a:lnTo>
                <a:lnTo>
                  <a:pt x="24333" y="22212"/>
                </a:lnTo>
                <a:lnTo>
                  <a:pt x="24307" y="22466"/>
                </a:lnTo>
                <a:lnTo>
                  <a:pt x="24091" y="22593"/>
                </a:lnTo>
                <a:lnTo>
                  <a:pt x="27012" y="22593"/>
                </a:lnTo>
                <a:close/>
              </a:path>
              <a:path w="38735" h="29844">
                <a:moveTo>
                  <a:pt x="27012" y="14757"/>
                </a:moveTo>
                <a:lnTo>
                  <a:pt x="26911" y="14998"/>
                </a:lnTo>
                <a:lnTo>
                  <a:pt x="26860" y="15405"/>
                </a:lnTo>
                <a:lnTo>
                  <a:pt x="26835" y="15811"/>
                </a:lnTo>
                <a:lnTo>
                  <a:pt x="26860" y="15582"/>
                </a:lnTo>
                <a:lnTo>
                  <a:pt x="26987" y="14960"/>
                </a:lnTo>
                <a:lnTo>
                  <a:pt x="27012" y="14757"/>
                </a:lnTo>
                <a:close/>
              </a:path>
              <a:path w="38735" h="29844">
                <a:moveTo>
                  <a:pt x="27228" y="8115"/>
                </a:moveTo>
                <a:lnTo>
                  <a:pt x="27178" y="7988"/>
                </a:lnTo>
                <a:lnTo>
                  <a:pt x="26936" y="7988"/>
                </a:lnTo>
                <a:lnTo>
                  <a:pt x="27000" y="8115"/>
                </a:lnTo>
                <a:lnTo>
                  <a:pt x="27228" y="8115"/>
                </a:lnTo>
                <a:close/>
              </a:path>
              <a:path w="38735" h="29844">
                <a:moveTo>
                  <a:pt x="27686" y="13576"/>
                </a:moveTo>
                <a:lnTo>
                  <a:pt x="27597" y="13449"/>
                </a:lnTo>
                <a:lnTo>
                  <a:pt x="26847" y="13449"/>
                </a:lnTo>
                <a:lnTo>
                  <a:pt x="26835" y="13576"/>
                </a:lnTo>
                <a:lnTo>
                  <a:pt x="27686" y="13576"/>
                </a:lnTo>
                <a:close/>
              </a:path>
              <a:path w="38735" h="29844">
                <a:moveTo>
                  <a:pt x="27901" y="14211"/>
                </a:moveTo>
                <a:lnTo>
                  <a:pt x="27787" y="13830"/>
                </a:lnTo>
                <a:lnTo>
                  <a:pt x="26809" y="13830"/>
                </a:lnTo>
                <a:lnTo>
                  <a:pt x="26784" y="14211"/>
                </a:lnTo>
                <a:lnTo>
                  <a:pt x="27901" y="14211"/>
                </a:lnTo>
                <a:close/>
              </a:path>
              <a:path w="38735" h="29844">
                <a:moveTo>
                  <a:pt x="27901" y="7353"/>
                </a:moveTo>
                <a:lnTo>
                  <a:pt x="25539" y="7353"/>
                </a:lnTo>
                <a:lnTo>
                  <a:pt x="25527" y="7480"/>
                </a:lnTo>
                <a:lnTo>
                  <a:pt x="26009" y="7480"/>
                </a:lnTo>
                <a:lnTo>
                  <a:pt x="25946" y="7810"/>
                </a:lnTo>
                <a:lnTo>
                  <a:pt x="26022" y="7607"/>
                </a:lnTo>
                <a:lnTo>
                  <a:pt x="26200" y="7607"/>
                </a:lnTo>
                <a:lnTo>
                  <a:pt x="26314" y="7480"/>
                </a:lnTo>
                <a:lnTo>
                  <a:pt x="26263" y="7861"/>
                </a:lnTo>
                <a:lnTo>
                  <a:pt x="26454" y="7861"/>
                </a:lnTo>
                <a:lnTo>
                  <a:pt x="26504" y="7480"/>
                </a:lnTo>
                <a:lnTo>
                  <a:pt x="26657" y="7607"/>
                </a:lnTo>
                <a:lnTo>
                  <a:pt x="26720" y="7734"/>
                </a:lnTo>
                <a:lnTo>
                  <a:pt x="26784" y="7861"/>
                </a:lnTo>
                <a:lnTo>
                  <a:pt x="27000" y="7861"/>
                </a:lnTo>
                <a:lnTo>
                  <a:pt x="26962" y="7734"/>
                </a:lnTo>
                <a:lnTo>
                  <a:pt x="27203" y="7607"/>
                </a:lnTo>
                <a:lnTo>
                  <a:pt x="27343" y="7480"/>
                </a:lnTo>
                <a:lnTo>
                  <a:pt x="27254" y="7607"/>
                </a:lnTo>
                <a:lnTo>
                  <a:pt x="27152" y="7734"/>
                </a:lnTo>
                <a:lnTo>
                  <a:pt x="27406" y="7607"/>
                </a:lnTo>
                <a:lnTo>
                  <a:pt x="27546" y="7480"/>
                </a:lnTo>
                <a:lnTo>
                  <a:pt x="27774" y="7607"/>
                </a:lnTo>
                <a:lnTo>
                  <a:pt x="27901" y="7353"/>
                </a:lnTo>
                <a:close/>
              </a:path>
              <a:path w="38735" h="29844">
                <a:moveTo>
                  <a:pt x="27927" y="13576"/>
                </a:moveTo>
                <a:lnTo>
                  <a:pt x="27686" y="13576"/>
                </a:lnTo>
                <a:lnTo>
                  <a:pt x="27787" y="13830"/>
                </a:lnTo>
                <a:lnTo>
                  <a:pt x="27927" y="13830"/>
                </a:lnTo>
                <a:lnTo>
                  <a:pt x="27927" y="13576"/>
                </a:lnTo>
                <a:close/>
              </a:path>
              <a:path w="38735" h="29844">
                <a:moveTo>
                  <a:pt x="27952" y="10401"/>
                </a:moveTo>
                <a:lnTo>
                  <a:pt x="27851" y="10147"/>
                </a:lnTo>
                <a:lnTo>
                  <a:pt x="27546" y="9893"/>
                </a:lnTo>
                <a:lnTo>
                  <a:pt x="27571" y="9639"/>
                </a:lnTo>
                <a:lnTo>
                  <a:pt x="27686" y="9512"/>
                </a:lnTo>
                <a:lnTo>
                  <a:pt x="27876" y="9512"/>
                </a:lnTo>
                <a:lnTo>
                  <a:pt x="27787" y="9385"/>
                </a:lnTo>
                <a:lnTo>
                  <a:pt x="27444" y="9512"/>
                </a:lnTo>
                <a:lnTo>
                  <a:pt x="27457" y="9385"/>
                </a:lnTo>
                <a:lnTo>
                  <a:pt x="27292" y="9512"/>
                </a:lnTo>
                <a:lnTo>
                  <a:pt x="27000" y="9385"/>
                </a:lnTo>
                <a:lnTo>
                  <a:pt x="26974" y="9766"/>
                </a:lnTo>
                <a:lnTo>
                  <a:pt x="26860" y="10528"/>
                </a:lnTo>
                <a:lnTo>
                  <a:pt x="27381" y="10528"/>
                </a:lnTo>
                <a:lnTo>
                  <a:pt x="27317" y="10401"/>
                </a:lnTo>
                <a:lnTo>
                  <a:pt x="27597" y="10147"/>
                </a:lnTo>
                <a:lnTo>
                  <a:pt x="27952" y="10401"/>
                </a:lnTo>
                <a:close/>
              </a:path>
              <a:path w="38735" h="29844">
                <a:moveTo>
                  <a:pt x="28054" y="18211"/>
                </a:moveTo>
                <a:lnTo>
                  <a:pt x="27914" y="18110"/>
                </a:lnTo>
                <a:lnTo>
                  <a:pt x="28041" y="18326"/>
                </a:lnTo>
                <a:close/>
              </a:path>
              <a:path w="38735" h="29844">
                <a:moveTo>
                  <a:pt x="28067" y="10655"/>
                </a:moveTo>
                <a:lnTo>
                  <a:pt x="28016" y="10528"/>
                </a:lnTo>
                <a:lnTo>
                  <a:pt x="27381" y="10528"/>
                </a:lnTo>
                <a:lnTo>
                  <a:pt x="27432" y="10655"/>
                </a:lnTo>
                <a:lnTo>
                  <a:pt x="28067" y="10655"/>
                </a:lnTo>
                <a:close/>
              </a:path>
              <a:path w="38735" h="29844">
                <a:moveTo>
                  <a:pt x="28079" y="7988"/>
                </a:moveTo>
                <a:lnTo>
                  <a:pt x="28067" y="7861"/>
                </a:lnTo>
                <a:lnTo>
                  <a:pt x="27127" y="7861"/>
                </a:lnTo>
                <a:lnTo>
                  <a:pt x="27178" y="7988"/>
                </a:lnTo>
                <a:lnTo>
                  <a:pt x="28079" y="7988"/>
                </a:lnTo>
                <a:close/>
              </a:path>
              <a:path w="38735" h="29844">
                <a:moveTo>
                  <a:pt x="28130" y="11290"/>
                </a:moveTo>
                <a:lnTo>
                  <a:pt x="27940" y="11163"/>
                </a:lnTo>
                <a:lnTo>
                  <a:pt x="27838" y="11036"/>
                </a:lnTo>
                <a:lnTo>
                  <a:pt x="27736" y="10909"/>
                </a:lnTo>
                <a:lnTo>
                  <a:pt x="27609" y="11163"/>
                </a:lnTo>
                <a:lnTo>
                  <a:pt x="27559" y="11417"/>
                </a:lnTo>
                <a:lnTo>
                  <a:pt x="28130" y="11417"/>
                </a:lnTo>
                <a:lnTo>
                  <a:pt x="28130" y="11290"/>
                </a:lnTo>
                <a:close/>
              </a:path>
              <a:path w="38735" h="29844">
                <a:moveTo>
                  <a:pt x="28143" y="7480"/>
                </a:moveTo>
                <a:lnTo>
                  <a:pt x="27914" y="7607"/>
                </a:lnTo>
                <a:lnTo>
                  <a:pt x="27978" y="7734"/>
                </a:lnTo>
                <a:lnTo>
                  <a:pt x="28041" y="7607"/>
                </a:lnTo>
                <a:lnTo>
                  <a:pt x="28143" y="7480"/>
                </a:lnTo>
                <a:close/>
              </a:path>
              <a:path w="38735" h="29844">
                <a:moveTo>
                  <a:pt x="28232" y="12179"/>
                </a:moveTo>
                <a:lnTo>
                  <a:pt x="27520" y="11671"/>
                </a:lnTo>
                <a:lnTo>
                  <a:pt x="27711" y="11544"/>
                </a:lnTo>
                <a:lnTo>
                  <a:pt x="27330" y="11290"/>
                </a:lnTo>
                <a:lnTo>
                  <a:pt x="27254" y="11163"/>
                </a:lnTo>
                <a:lnTo>
                  <a:pt x="27178" y="11036"/>
                </a:lnTo>
                <a:lnTo>
                  <a:pt x="27101" y="10909"/>
                </a:lnTo>
                <a:lnTo>
                  <a:pt x="27736" y="10909"/>
                </a:lnTo>
                <a:lnTo>
                  <a:pt x="27482" y="10782"/>
                </a:lnTo>
                <a:lnTo>
                  <a:pt x="27432" y="10655"/>
                </a:lnTo>
                <a:lnTo>
                  <a:pt x="27000" y="10655"/>
                </a:lnTo>
                <a:lnTo>
                  <a:pt x="27000" y="11036"/>
                </a:lnTo>
                <a:lnTo>
                  <a:pt x="26974" y="11163"/>
                </a:lnTo>
                <a:lnTo>
                  <a:pt x="26873" y="11544"/>
                </a:lnTo>
                <a:lnTo>
                  <a:pt x="26543" y="11544"/>
                </a:lnTo>
                <a:lnTo>
                  <a:pt x="26416" y="11417"/>
                </a:lnTo>
                <a:lnTo>
                  <a:pt x="25831" y="11417"/>
                </a:lnTo>
                <a:lnTo>
                  <a:pt x="26390" y="11544"/>
                </a:lnTo>
                <a:lnTo>
                  <a:pt x="26390" y="11798"/>
                </a:lnTo>
                <a:lnTo>
                  <a:pt x="25806" y="11544"/>
                </a:lnTo>
                <a:lnTo>
                  <a:pt x="25717" y="11417"/>
                </a:lnTo>
                <a:lnTo>
                  <a:pt x="26212" y="11303"/>
                </a:lnTo>
                <a:lnTo>
                  <a:pt x="26416" y="11417"/>
                </a:lnTo>
                <a:lnTo>
                  <a:pt x="26428" y="11290"/>
                </a:lnTo>
                <a:lnTo>
                  <a:pt x="26416" y="11036"/>
                </a:lnTo>
                <a:lnTo>
                  <a:pt x="27000" y="11036"/>
                </a:lnTo>
                <a:lnTo>
                  <a:pt x="27000" y="10655"/>
                </a:lnTo>
                <a:lnTo>
                  <a:pt x="26835" y="10655"/>
                </a:lnTo>
                <a:lnTo>
                  <a:pt x="26860" y="10528"/>
                </a:lnTo>
                <a:lnTo>
                  <a:pt x="25717" y="10528"/>
                </a:lnTo>
                <a:lnTo>
                  <a:pt x="25361" y="10528"/>
                </a:lnTo>
                <a:lnTo>
                  <a:pt x="25349" y="10655"/>
                </a:lnTo>
                <a:lnTo>
                  <a:pt x="25552" y="10655"/>
                </a:lnTo>
                <a:lnTo>
                  <a:pt x="26492" y="10655"/>
                </a:lnTo>
                <a:lnTo>
                  <a:pt x="26377" y="10782"/>
                </a:lnTo>
                <a:lnTo>
                  <a:pt x="26263" y="10909"/>
                </a:lnTo>
                <a:lnTo>
                  <a:pt x="25463" y="11036"/>
                </a:lnTo>
                <a:lnTo>
                  <a:pt x="25031" y="11290"/>
                </a:lnTo>
                <a:lnTo>
                  <a:pt x="24574" y="11417"/>
                </a:lnTo>
                <a:lnTo>
                  <a:pt x="24866" y="11417"/>
                </a:lnTo>
                <a:lnTo>
                  <a:pt x="24739" y="11544"/>
                </a:lnTo>
                <a:lnTo>
                  <a:pt x="24358" y="11290"/>
                </a:lnTo>
                <a:lnTo>
                  <a:pt x="24625" y="11290"/>
                </a:lnTo>
                <a:lnTo>
                  <a:pt x="24752" y="11163"/>
                </a:lnTo>
                <a:lnTo>
                  <a:pt x="24676" y="10909"/>
                </a:lnTo>
                <a:lnTo>
                  <a:pt x="24282" y="11163"/>
                </a:lnTo>
                <a:lnTo>
                  <a:pt x="24409" y="10909"/>
                </a:lnTo>
                <a:lnTo>
                  <a:pt x="24472" y="10655"/>
                </a:lnTo>
                <a:lnTo>
                  <a:pt x="24218" y="10655"/>
                </a:lnTo>
                <a:lnTo>
                  <a:pt x="24155" y="11036"/>
                </a:lnTo>
                <a:lnTo>
                  <a:pt x="24066" y="11544"/>
                </a:lnTo>
                <a:lnTo>
                  <a:pt x="23558" y="11544"/>
                </a:lnTo>
                <a:lnTo>
                  <a:pt x="23571" y="11290"/>
                </a:lnTo>
                <a:lnTo>
                  <a:pt x="23787" y="11417"/>
                </a:lnTo>
                <a:lnTo>
                  <a:pt x="24015" y="11290"/>
                </a:lnTo>
                <a:lnTo>
                  <a:pt x="23939" y="11163"/>
                </a:lnTo>
                <a:lnTo>
                  <a:pt x="23990" y="11036"/>
                </a:lnTo>
                <a:lnTo>
                  <a:pt x="23901" y="10909"/>
                </a:lnTo>
                <a:lnTo>
                  <a:pt x="23812" y="10782"/>
                </a:lnTo>
                <a:lnTo>
                  <a:pt x="23710" y="10655"/>
                </a:lnTo>
                <a:lnTo>
                  <a:pt x="23355" y="10655"/>
                </a:lnTo>
                <a:lnTo>
                  <a:pt x="23355" y="11671"/>
                </a:lnTo>
                <a:lnTo>
                  <a:pt x="23114" y="11671"/>
                </a:lnTo>
                <a:lnTo>
                  <a:pt x="23126" y="11544"/>
                </a:lnTo>
                <a:lnTo>
                  <a:pt x="23241" y="11036"/>
                </a:lnTo>
                <a:lnTo>
                  <a:pt x="23355" y="11671"/>
                </a:lnTo>
                <a:lnTo>
                  <a:pt x="23355" y="10655"/>
                </a:lnTo>
                <a:lnTo>
                  <a:pt x="22860" y="10655"/>
                </a:lnTo>
                <a:lnTo>
                  <a:pt x="22872" y="10782"/>
                </a:lnTo>
                <a:lnTo>
                  <a:pt x="22466" y="10655"/>
                </a:lnTo>
                <a:lnTo>
                  <a:pt x="22809" y="10909"/>
                </a:lnTo>
                <a:lnTo>
                  <a:pt x="22885" y="11290"/>
                </a:lnTo>
                <a:lnTo>
                  <a:pt x="22987" y="11544"/>
                </a:lnTo>
                <a:lnTo>
                  <a:pt x="22606" y="11544"/>
                </a:lnTo>
                <a:lnTo>
                  <a:pt x="22237" y="11417"/>
                </a:lnTo>
                <a:lnTo>
                  <a:pt x="22313" y="11544"/>
                </a:lnTo>
                <a:lnTo>
                  <a:pt x="22161" y="11544"/>
                </a:lnTo>
                <a:lnTo>
                  <a:pt x="22047" y="11417"/>
                </a:lnTo>
                <a:lnTo>
                  <a:pt x="21805" y="11417"/>
                </a:lnTo>
                <a:lnTo>
                  <a:pt x="21463" y="11290"/>
                </a:lnTo>
                <a:lnTo>
                  <a:pt x="20891" y="10909"/>
                </a:lnTo>
                <a:lnTo>
                  <a:pt x="20485" y="10909"/>
                </a:lnTo>
                <a:lnTo>
                  <a:pt x="20434" y="10655"/>
                </a:lnTo>
                <a:lnTo>
                  <a:pt x="10693" y="10655"/>
                </a:lnTo>
                <a:lnTo>
                  <a:pt x="10693" y="13322"/>
                </a:lnTo>
                <a:lnTo>
                  <a:pt x="10617" y="13576"/>
                </a:lnTo>
                <a:lnTo>
                  <a:pt x="10617" y="13449"/>
                </a:lnTo>
                <a:lnTo>
                  <a:pt x="10617" y="13322"/>
                </a:lnTo>
                <a:lnTo>
                  <a:pt x="10693" y="10655"/>
                </a:lnTo>
                <a:lnTo>
                  <a:pt x="10033" y="10655"/>
                </a:lnTo>
                <a:lnTo>
                  <a:pt x="10033" y="13449"/>
                </a:lnTo>
                <a:lnTo>
                  <a:pt x="9944" y="13703"/>
                </a:lnTo>
                <a:lnTo>
                  <a:pt x="9944" y="13449"/>
                </a:lnTo>
                <a:lnTo>
                  <a:pt x="10033" y="10655"/>
                </a:lnTo>
                <a:lnTo>
                  <a:pt x="6515" y="10655"/>
                </a:lnTo>
                <a:lnTo>
                  <a:pt x="6159" y="10655"/>
                </a:lnTo>
                <a:lnTo>
                  <a:pt x="6184" y="10782"/>
                </a:lnTo>
                <a:lnTo>
                  <a:pt x="6959" y="10782"/>
                </a:lnTo>
                <a:lnTo>
                  <a:pt x="7061" y="10909"/>
                </a:lnTo>
                <a:lnTo>
                  <a:pt x="7188" y="11036"/>
                </a:lnTo>
                <a:lnTo>
                  <a:pt x="7569" y="11036"/>
                </a:lnTo>
                <a:lnTo>
                  <a:pt x="7683" y="11163"/>
                </a:lnTo>
                <a:lnTo>
                  <a:pt x="7785" y="11290"/>
                </a:lnTo>
                <a:lnTo>
                  <a:pt x="7975" y="11290"/>
                </a:lnTo>
                <a:lnTo>
                  <a:pt x="8064" y="11417"/>
                </a:lnTo>
                <a:lnTo>
                  <a:pt x="8140" y="11544"/>
                </a:lnTo>
                <a:lnTo>
                  <a:pt x="8318" y="11417"/>
                </a:lnTo>
                <a:lnTo>
                  <a:pt x="8343" y="11544"/>
                </a:lnTo>
                <a:lnTo>
                  <a:pt x="8661" y="11798"/>
                </a:lnTo>
                <a:lnTo>
                  <a:pt x="9042" y="11925"/>
                </a:lnTo>
                <a:lnTo>
                  <a:pt x="8813" y="11798"/>
                </a:lnTo>
                <a:lnTo>
                  <a:pt x="9093" y="11925"/>
                </a:lnTo>
                <a:lnTo>
                  <a:pt x="9296" y="11925"/>
                </a:lnTo>
                <a:lnTo>
                  <a:pt x="9359" y="12052"/>
                </a:lnTo>
                <a:lnTo>
                  <a:pt x="10020" y="12560"/>
                </a:lnTo>
                <a:lnTo>
                  <a:pt x="9791" y="12560"/>
                </a:lnTo>
                <a:lnTo>
                  <a:pt x="9791" y="12941"/>
                </a:lnTo>
                <a:lnTo>
                  <a:pt x="8191" y="12814"/>
                </a:lnTo>
                <a:lnTo>
                  <a:pt x="6515" y="14084"/>
                </a:lnTo>
                <a:lnTo>
                  <a:pt x="6591" y="14592"/>
                </a:lnTo>
                <a:lnTo>
                  <a:pt x="7289" y="15735"/>
                </a:lnTo>
                <a:lnTo>
                  <a:pt x="7607" y="15862"/>
                </a:lnTo>
                <a:lnTo>
                  <a:pt x="7327" y="15862"/>
                </a:lnTo>
                <a:lnTo>
                  <a:pt x="7531" y="15989"/>
                </a:lnTo>
                <a:lnTo>
                  <a:pt x="8039" y="16116"/>
                </a:lnTo>
                <a:lnTo>
                  <a:pt x="8128" y="15989"/>
                </a:lnTo>
                <a:lnTo>
                  <a:pt x="7924" y="15862"/>
                </a:lnTo>
                <a:lnTo>
                  <a:pt x="7975" y="15227"/>
                </a:lnTo>
                <a:lnTo>
                  <a:pt x="7988" y="15100"/>
                </a:lnTo>
                <a:lnTo>
                  <a:pt x="7810" y="15227"/>
                </a:lnTo>
                <a:lnTo>
                  <a:pt x="7734" y="14973"/>
                </a:lnTo>
                <a:lnTo>
                  <a:pt x="7632" y="14592"/>
                </a:lnTo>
                <a:lnTo>
                  <a:pt x="7505" y="14084"/>
                </a:lnTo>
                <a:lnTo>
                  <a:pt x="8039" y="13703"/>
                </a:lnTo>
                <a:lnTo>
                  <a:pt x="8610" y="13449"/>
                </a:lnTo>
                <a:lnTo>
                  <a:pt x="8648" y="13322"/>
                </a:lnTo>
                <a:lnTo>
                  <a:pt x="9118" y="13322"/>
                </a:lnTo>
                <a:lnTo>
                  <a:pt x="9131" y="14338"/>
                </a:lnTo>
                <a:lnTo>
                  <a:pt x="9245" y="15227"/>
                </a:lnTo>
                <a:lnTo>
                  <a:pt x="9779" y="15227"/>
                </a:lnTo>
                <a:lnTo>
                  <a:pt x="9398" y="14846"/>
                </a:lnTo>
                <a:lnTo>
                  <a:pt x="9525" y="14846"/>
                </a:lnTo>
                <a:lnTo>
                  <a:pt x="9525" y="14465"/>
                </a:lnTo>
                <a:lnTo>
                  <a:pt x="9563" y="14592"/>
                </a:lnTo>
                <a:lnTo>
                  <a:pt x="9664" y="14973"/>
                </a:lnTo>
                <a:lnTo>
                  <a:pt x="9779" y="14846"/>
                </a:lnTo>
                <a:lnTo>
                  <a:pt x="9817" y="14592"/>
                </a:lnTo>
                <a:lnTo>
                  <a:pt x="10147" y="14846"/>
                </a:lnTo>
                <a:lnTo>
                  <a:pt x="10134" y="14592"/>
                </a:lnTo>
                <a:lnTo>
                  <a:pt x="10121" y="14465"/>
                </a:lnTo>
                <a:lnTo>
                  <a:pt x="10261" y="14592"/>
                </a:lnTo>
                <a:lnTo>
                  <a:pt x="10287" y="14338"/>
                </a:lnTo>
                <a:lnTo>
                  <a:pt x="10566" y="14338"/>
                </a:lnTo>
                <a:lnTo>
                  <a:pt x="10566" y="14211"/>
                </a:lnTo>
                <a:lnTo>
                  <a:pt x="10160" y="14211"/>
                </a:lnTo>
                <a:lnTo>
                  <a:pt x="10109" y="14084"/>
                </a:lnTo>
                <a:lnTo>
                  <a:pt x="10553" y="14084"/>
                </a:lnTo>
                <a:lnTo>
                  <a:pt x="10655" y="13830"/>
                </a:lnTo>
                <a:lnTo>
                  <a:pt x="10693" y="13703"/>
                </a:lnTo>
                <a:lnTo>
                  <a:pt x="10731" y="13830"/>
                </a:lnTo>
                <a:lnTo>
                  <a:pt x="10883" y="13703"/>
                </a:lnTo>
                <a:lnTo>
                  <a:pt x="10909" y="13576"/>
                </a:lnTo>
                <a:lnTo>
                  <a:pt x="10934" y="13322"/>
                </a:lnTo>
                <a:lnTo>
                  <a:pt x="10998" y="13576"/>
                </a:lnTo>
                <a:lnTo>
                  <a:pt x="11163" y="13576"/>
                </a:lnTo>
                <a:lnTo>
                  <a:pt x="11176" y="14084"/>
                </a:lnTo>
                <a:lnTo>
                  <a:pt x="12509" y="14084"/>
                </a:lnTo>
                <a:lnTo>
                  <a:pt x="12420" y="13957"/>
                </a:lnTo>
                <a:lnTo>
                  <a:pt x="12344" y="13830"/>
                </a:lnTo>
                <a:lnTo>
                  <a:pt x="12230" y="13576"/>
                </a:lnTo>
                <a:lnTo>
                  <a:pt x="12204" y="13449"/>
                </a:lnTo>
                <a:lnTo>
                  <a:pt x="12179" y="13322"/>
                </a:lnTo>
                <a:lnTo>
                  <a:pt x="11899" y="13068"/>
                </a:lnTo>
                <a:lnTo>
                  <a:pt x="11823" y="13195"/>
                </a:lnTo>
                <a:lnTo>
                  <a:pt x="11734" y="13322"/>
                </a:lnTo>
                <a:lnTo>
                  <a:pt x="11328" y="13195"/>
                </a:lnTo>
                <a:lnTo>
                  <a:pt x="11226" y="13449"/>
                </a:lnTo>
                <a:lnTo>
                  <a:pt x="11252" y="13322"/>
                </a:lnTo>
                <a:lnTo>
                  <a:pt x="11290" y="13068"/>
                </a:lnTo>
                <a:lnTo>
                  <a:pt x="11442" y="12941"/>
                </a:lnTo>
                <a:lnTo>
                  <a:pt x="11531" y="12814"/>
                </a:lnTo>
                <a:lnTo>
                  <a:pt x="11633" y="12687"/>
                </a:lnTo>
                <a:lnTo>
                  <a:pt x="11722" y="12560"/>
                </a:lnTo>
                <a:lnTo>
                  <a:pt x="12039" y="12560"/>
                </a:lnTo>
                <a:lnTo>
                  <a:pt x="12153" y="12179"/>
                </a:lnTo>
                <a:lnTo>
                  <a:pt x="13335" y="12179"/>
                </a:lnTo>
                <a:lnTo>
                  <a:pt x="13385" y="12052"/>
                </a:lnTo>
                <a:lnTo>
                  <a:pt x="13398" y="12179"/>
                </a:lnTo>
                <a:lnTo>
                  <a:pt x="13398" y="12560"/>
                </a:lnTo>
                <a:lnTo>
                  <a:pt x="13309" y="12687"/>
                </a:lnTo>
                <a:lnTo>
                  <a:pt x="13169" y="12687"/>
                </a:lnTo>
                <a:lnTo>
                  <a:pt x="13195" y="12560"/>
                </a:lnTo>
                <a:lnTo>
                  <a:pt x="13398" y="12560"/>
                </a:lnTo>
                <a:lnTo>
                  <a:pt x="13398" y="12179"/>
                </a:lnTo>
                <a:lnTo>
                  <a:pt x="13246" y="12306"/>
                </a:lnTo>
                <a:lnTo>
                  <a:pt x="12585" y="12306"/>
                </a:lnTo>
                <a:lnTo>
                  <a:pt x="13195" y="12509"/>
                </a:lnTo>
                <a:lnTo>
                  <a:pt x="13004" y="12560"/>
                </a:lnTo>
                <a:lnTo>
                  <a:pt x="13017" y="12687"/>
                </a:lnTo>
                <a:lnTo>
                  <a:pt x="13131" y="13576"/>
                </a:lnTo>
                <a:lnTo>
                  <a:pt x="12979" y="13576"/>
                </a:lnTo>
                <a:lnTo>
                  <a:pt x="12877" y="13703"/>
                </a:lnTo>
                <a:lnTo>
                  <a:pt x="12814" y="13449"/>
                </a:lnTo>
                <a:lnTo>
                  <a:pt x="12750" y="13322"/>
                </a:lnTo>
                <a:lnTo>
                  <a:pt x="12611" y="13195"/>
                </a:lnTo>
                <a:lnTo>
                  <a:pt x="12623" y="14084"/>
                </a:lnTo>
                <a:lnTo>
                  <a:pt x="14465" y="14084"/>
                </a:lnTo>
                <a:lnTo>
                  <a:pt x="14427" y="13957"/>
                </a:lnTo>
                <a:lnTo>
                  <a:pt x="15290" y="13957"/>
                </a:lnTo>
                <a:lnTo>
                  <a:pt x="15570" y="13830"/>
                </a:lnTo>
                <a:lnTo>
                  <a:pt x="16294" y="13830"/>
                </a:lnTo>
                <a:lnTo>
                  <a:pt x="16294" y="13957"/>
                </a:lnTo>
                <a:lnTo>
                  <a:pt x="16738" y="13957"/>
                </a:lnTo>
                <a:lnTo>
                  <a:pt x="16510" y="13830"/>
                </a:lnTo>
                <a:lnTo>
                  <a:pt x="16510" y="13703"/>
                </a:lnTo>
                <a:lnTo>
                  <a:pt x="16510" y="13576"/>
                </a:lnTo>
                <a:lnTo>
                  <a:pt x="16090" y="13576"/>
                </a:lnTo>
                <a:lnTo>
                  <a:pt x="15963" y="13703"/>
                </a:lnTo>
                <a:lnTo>
                  <a:pt x="15709" y="13576"/>
                </a:lnTo>
                <a:lnTo>
                  <a:pt x="13462" y="13576"/>
                </a:lnTo>
                <a:lnTo>
                  <a:pt x="13576" y="13195"/>
                </a:lnTo>
                <a:lnTo>
                  <a:pt x="13677" y="12687"/>
                </a:lnTo>
                <a:lnTo>
                  <a:pt x="13601" y="12560"/>
                </a:lnTo>
                <a:lnTo>
                  <a:pt x="13423" y="12560"/>
                </a:lnTo>
                <a:lnTo>
                  <a:pt x="13423" y="12306"/>
                </a:lnTo>
                <a:lnTo>
                  <a:pt x="13843" y="12306"/>
                </a:lnTo>
                <a:lnTo>
                  <a:pt x="13627" y="12179"/>
                </a:lnTo>
                <a:lnTo>
                  <a:pt x="20701" y="12179"/>
                </a:lnTo>
                <a:lnTo>
                  <a:pt x="20675" y="12306"/>
                </a:lnTo>
                <a:lnTo>
                  <a:pt x="20916" y="12306"/>
                </a:lnTo>
                <a:lnTo>
                  <a:pt x="21793" y="12306"/>
                </a:lnTo>
                <a:lnTo>
                  <a:pt x="21805" y="12179"/>
                </a:lnTo>
                <a:lnTo>
                  <a:pt x="20916" y="12179"/>
                </a:lnTo>
                <a:lnTo>
                  <a:pt x="20853" y="12052"/>
                </a:lnTo>
                <a:lnTo>
                  <a:pt x="21031" y="11798"/>
                </a:lnTo>
                <a:lnTo>
                  <a:pt x="21145" y="11671"/>
                </a:lnTo>
                <a:lnTo>
                  <a:pt x="21691" y="11671"/>
                </a:lnTo>
                <a:lnTo>
                  <a:pt x="21805" y="12179"/>
                </a:lnTo>
                <a:lnTo>
                  <a:pt x="21932" y="12179"/>
                </a:lnTo>
                <a:lnTo>
                  <a:pt x="22491" y="12052"/>
                </a:lnTo>
                <a:lnTo>
                  <a:pt x="22707" y="12179"/>
                </a:lnTo>
                <a:lnTo>
                  <a:pt x="22898" y="12179"/>
                </a:lnTo>
                <a:lnTo>
                  <a:pt x="22987" y="12052"/>
                </a:lnTo>
                <a:lnTo>
                  <a:pt x="23495" y="12052"/>
                </a:lnTo>
                <a:lnTo>
                  <a:pt x="23812" y="11925"/>
                </a:lnTo>
                <a:lnTo>
                  <a:pt x="23863" y="11798"/>
                </a:lnTo>
                <a:lnTo>
                  <a:pt x="24155" y="11798"/>
                </a:lnTo>
                <a:lnTo>
                  <a:pt x="24472" y="11925"/>
                </a:lnTo>
                <a:lnTo>
                  <a:pt x="24498" y="12052"/>
                </a:lnTo>
                <a:lnTo>
                  <a:pt x="24650" y="12179"/>
                </a:lnTo>
                <a:lnTo>
                  <a:pt x="25069" y="12179"/>
                </a:lnTo>
                <a:lnTo>
                  <a:pt x="25057" y="12306"/>
                </a:lnTo>
                <a:lnTo>
                  <a:pt x="25641" y="12306"/>
                </a:lnTo>
                <a:lnTo>
                  <a:pt x="25577" y="12179"/>
                </a:lnTo>
                <a:lnTo>
                  <a:pt x="25958" y="12179"/>
                </a:lnTo>
                <a:lnTo>
                  <a:pt x="25958" y="12052"/>
                </a:lnTo>
                <a:lnTo>
                  <a:pt x="26136" y="11925"/>
                </a:lnTo>
                <a:lnTo>
                  <a:pt x="26212" y="11798"/>
                </a:lnTo>
                <a:lnTo>
                  <a:pt x="26593" y="11925"/>
                </a:lnTo>
                <a:lnTo>
                  <a:pt x="26593" y="12179"/>
                </a:lnTo>
                <a:lnTo>
                  <a:pt x="28232" y="12179"/>
                </a:lnTo>
                <a:close/>
              </a:path>
              <a:path w="38735" h="29844">
                <a:moveTo>
                  <a:pt x="28232" y="7099"/>
                </a:moveTo>
                <a:lnTo>
                  <a:pt x="28016" y="7099"/>
                </a:lnTo>
                <a:lnTo>
                  <a:pt x="27901" y="7353"/>
                </a:lnTo>
                <a:lnTo>
                  <a:pt x="28219" y="7353"/>
                </a:lnTo>
                <a:lnTo>
                  <a:pt x="28232" y="7099"/>
                </a:lnTo>
                <a:close/>
              </a:path>
              <a:path w="38735" h="29844">
                <a:moveTo>
                  <a:pt x="28257" y="5829"/>
                </a:moveTo>
                <a:lnTo>
                  <a:pt x="28016" y="5702"/>
                </a:lnTo>
                <a:lnTo>
                  <a:pt x="27990" y="5829"/>
                </a:lnTo>
                <a:lnTo>
                  <a:pt x="27863" y="5829"/>
                </a:lnTo>
                <a:lnTo>
                  <a:pt x="26047" y="5829"/>
                </a:lnTo>
                <a:lnTo>
                  <a:pt x="25552" y="6210"/>
                </a:lnTo>
                <a:lnTo>
                  <a:pt x="25463" y="6718"/>
                </a:lnTo>
                <a:lnTo>
                  <a:pt x="25247" y="6845"/>
                </a:lnTo>
                <a:lnTo>
                  <a:pt x="25120" y="6972"/>
                </a:lnTo>
                <a:lnTo>
                  <a:pt x="25069" y="7099"/>
                </a:lnTo>
                <a:lnTo>
                  <a:pt x="24968" y="7353"/>
                </a:lnTo>
                <a:lnTo>
                  <a:pt x="25539" y="7353"/>
                </a:lnTo>
                <a:lnTo>
                  <a:pt x="25450" y="7226"/>
                </a:lnTo>
                <a:lnTo>
                  <a:pt x="25361" y="7099"/>
                </a:lnTo>
                <a:lnTo>
                  <a:pt x="28016" y="7099"/>
                </a:lnTo>
                <a:lnTo>
                  <a:pt x="28130" y="6718"/>
                </a:lnTo>
                <a:lnTo>
                  <a:pt x="28130" y="6591"/>
                </a:lnTo>
                <a:lnTo>
                  <a:pt x="28117" y="5956"/>
                </a:lnTo>
                <a:lnTo>
                  <a:pt x="28003" y="5829"/>
                </a:lnTo>
                <a:lnTo>
                  <a:pt x="28257" y="5829"/>
                </a:lnTo>
                <a:close/>
              </a:path>
              <a:path w="38735" h="29844">
                <a:moveTo>
                  <a:pt x="28397" y="11417"/>
                </a:moveTo>
                <a:lnTo>
                  <a:pt x="28282" y="11163"/>
                </a:lnTo>
                <a:lnTo>
                  <a:pt x="28232" y="11036"/>
                </a:lnTo>
                <a:lnTo>
                  <a:pt x="28143" y="11417"/>
                </a:lnTo>
                <a:lnTo>
                  <a:pt x="28397" y="11417"/>
                </a:lnTo>
                <a:close/>
              </a:path>
              <a:path w="38735" h="29844">
                <a:moveTo>
                  <a:pt x="28448" y="11544"/>
                </a:moveTo>
                <a:lnTo>
                  <a:pt x="28270" y="11544"/>
                </a:lnTo>
                <a:lnTo>
                  <a:pt x="28409" y="11671"/>
                </a:lnTo>
                <a:lnTo>
                  <a:pt x="28448" y="11544"/>
                </a:lnTo>
                <a:close/>
              </a:path>
              <a:path w="38735" h="29844">
                <a:moveTo>
                  <a:pt x="28473" y="6921"/>
                </a:moveTo>
                <a:lnTo>
                  <a:pt x="28232" y="7099"/>
                </a:lnTo>
                <a:lnTo>
                  <a:pt x="28422" y="7099"/>
                </a:lnTo>
                <a:lnTo>
                  <a:pt x="28473" y="6921"/>
                </a:lnTo>
                <a:close/>
              </a:path>
              <a:path w="38735" h="29844">
                <a:moveTo>
                  <a:pt x="28740" y="18529"/>
                </a:moveTo>
                <a:lnTo>
                  <a:pt x="28676" y="18402"/>
                </a:lnTo>
                <a:lnTo>
                  <a:pt x="28448" y="18465"/>
                </a:lnTo>
                <a:lnTo>
                  <a:pt x="28270" y="18364"/>
                </a:lnTo>
                <a:lnTo>
                  <a:pt x="28117" y="18364"/>
                </a:lnTo>
                <a:lnTo>
                  <a:pt x="28054" y="18554"/>
                </a:lnTo>
                <a:lnTo>
                  <a:pt x="28003" y="18732"/>
                </a:lnTo>
                <a:lnTo>
                  <a:pt x="27901" y="19062"/>
                </a:lnTo>
                <a:lnTo>
                  <a:pt x="27851" y="19418"/>
                </a:lnTo>
                <a:lnTo>
                  <a:pt x="27647" y="19507"/>
                </a:lnTo>
                <a:lnTo>
                  <a:pt x="27749" y="19685"/>
                </a:lnTo>
                <a:lnTo>
                  <a:pt x="28079" y="19354"/>
                </a:lnTo>
                <a:lnTo>
                  <a:pt x="28168" y="19151"/>
                </a:lnTo>
                <a:lnTo>
                  <a:pt x="28194" y="19278"/>
                </a:lnTo>
                <a:lnTo>
                  <a:pt x="28219" y="18923"/>
                </a:lnTo>
                <a:lnTo>
                  <a:pt x="28346" y="18897"/>
                </a:lnTo>
                <a:lnTo>
                  <a:pt x="28562" y="18503"/>
                </a:lnTo>
                <a:lnTo>
                  <a:pt x="28740" y="18529"/>
                </a:lnTo>
                <a:close/>
              </a:path>
              <a:path w="38735" h="29844">
                <a:moveTo>
                  <a:pt x="28841" y="4305"/>
                </a:moveTo>
                <a:lnTo>
                  <a:pt x="27597" y="4051"/>
                </a:lnTo>
                <a:lnTo>
                  <a:pt x="26263" y="4051"/>
                </a:lnTo>
                <a:lnTo>
                  <a:pt x="26174" y="4559"/>
                </a:lnTo>
                <a:lnTo>
                  <a:pt x="28587" y="4559"/>
                </a:lnTo>
                <a:lnTo>
                  <a:pt x="28651" y="4305"/>
                </a:lnTo>
                <a:lnTo>
                  <a:pt x="28841" y="4305"/>
                </a:lnTo>
                <a:close/>
              </a:path>
              <a:path w="38735" h="29844">
                <a:moveTo>
                  <a:pt x="28879" y="12179"/>
                </a:moveTo>
                <a:lnTo>
                  <a:pt x="28473" y="11925"/>
                </a:lnTo>
                <a:lnTo>
                  <a:pt x="28422" y="11798"/>
                </a:lnTo>
                <a:lnTo>
                  <a:pt x="28333" y="11671"/>
                </a:lnTo>
                <a:lnTo>
                  <a:pt x="28244" y="11544"/>
                </a:lnTo>
                <a:lnTo>
                  <a:pt x="27736" y="11544"/>
                </a:lnTo>
                <a:lnTo>
                  <a:pt x="28003" y="11671"/>
                </a:lnTo>
                <a:lnTo>
                  <a:pt x="28054" y="11798"/>
                </a:lnTo>
                <a:lnTo>
                  <a:pt x="28143" y="12052"/>
                </a:lnTo>
                <a:lnTo>
                  <a:pt x="28282" y="12179"/>
                </a:lnTo>
                <a:lnTo>
                  <a:pt x="28879" y="12179"/>
                </a:lnTo>
                <a:close/>
              </a:path>
              <a:path w="38735" h="29844">
                <a:moveTo>
                  <a:pt x="28943" y="12560"/>
                </a:moveTo>
                <a:lnTo>
                  <a:pt x="28676" y="12560"/>
                </a:lnTo>
                <a:lnTo>
                  <a:pt x="28752" y="12687"/>
                </a:lnTo>
                <a:lnTo>
                  <a:pt x="28841" y="12814"/>
                </a:lnTo>
                <a:lnTo>
                  <a:pt x="28943" y="12560"/>
                </a:lnTo>
                <a:close/>
              </a:path>
              <a:path w="38735" h="29844">
                <a:moveTo>
                  <a:pt x="28981" y="13449"/>
                </a:moveTo>
                <a:lnTo>
                  <a:pt x="28054" y="13449"/>
                </a:lnTo>
                <a:lnTo>
                  <a:pt x="27927" y="13576"/>
                </a:lnTo>
                <a:lnTo>
                  <a:pt x="28981" y="13576"/>
                </a:lnTo>
                <a:lnTo>
                  <a:pt x="28981" y="13449"/>
                </a:lnTo>
                <a:close/>
              </a:path>
              <a:path w="38735" h="29844">
                <a:moveTo>
                  <a:pt x="29006" y="13830"/>
                </a:moveTo>
                <a:lnTo>
                  <a:pt x="27927" y="13830"/>
                </a:lnTo>
                <a:lnTo>
                  <a:pt x="27927" y="14211"/>
                </a:lnTo>
                <a:lnTo>
                  <a:pt x="28968" y="14211"/>
                </a:lnTo>
                <a:lnTo>
                  <a:pt x="29006" y="13830"/>
                </a:lnTo>
                <a:close/>
              </a:path>
              <a:path w="38735" h="29844">
                <a:moveTo>
                  <a:pt x="29019" y="14592"/>
                </a:moveTo>
                <a:lnTo>
                  <a:pt x="29006" y="14338"/>
                </a:lnTo>
                <a:lnTo>
                  <a:pt x="28854" y="14465"/>
                </a:lnTo>
                <a:lnTo>
                  <a:pt x="28740" y="14592"/>
                </a:lnTo>
                <a:lnTo>
                  <a:pt x="28638" y="14719"/>
                </a:lnTo>
                <a:lnTo>
                  <a:pt x="28549" y="14973"/>
                </a:lnTo>
                <a:lnTo>
                  <a:pt x="28765" y="14846"/>
                </a:lnTo>
                <a:lnTo>
                  <a:pt x="29019" y="14592"/>
                </a:lnTo>
                <a:close/>
              </a:path>
              <a:path w="38735" h="29844">
                <a:moveTo>
                  <a:pt x="29057" y="12052"/>
                </a:moveTo>
                <a:lnTo>
                  <a:pt x="28879" y="12179"/>
                </a:lnTo>
                <a:lnTo>
                  <a:pt x="29057" y="12179"/>
                </a:lnTo>
                <a:lnTo>
                  <a:pt x="29057" y="12052"/>
                </a:lnTo>
                <a:close/>
              </a:path>
              <a:path w="38735" h="29844">
                <a:moveTo>
                  <a:pt x="29070" y="12306"/>
                </a:moveTo>
                <a:lnTo>
                  <a:pt x="26593" y="12306"/>
                </a:lnTo>
                <a:lnTo>
                  <a:pt x="26593" y="13449"/>
                </a:lnTo>
                <a:lnTo>
                  <a:pt x="26847" y="13449"/>
                </a:lnTo>
                <a:lnTo>
                  <a:pt x="26962" y="12687"/>
                </a:lnTo>
                <a:lnTo>
                  <a:pt x="27000" y="12560"/>
                </a:lnTo>
                <a:lnTo>
                  <a:pt x="27152" y="12560"/>
                </a:lnTo>
                <a:lnTo>
                  <a:pt x="27152" y="12814"/>
                </a:lnTo>
                <a:lnTo>
                  <a:pt x="27343" y="12814"/>
                </a:lnTo>
                <a:lnTo>
                  <a:pt x="27305" y="13195"/>
                </a:lnTo>
                <a:lnTo>
                  <a:pt x="27508" y="13322"/>
                </a:lnTo>
                <a:lnTo>
                  <a:pt x="27597" y="13449"/>
                </a:lnTo>
                <a:lnTo>
                  <a:pt x="27762" y="13449"/>
                </a:lnTo>
                <a:lnTo>
                  <a:pt x="28054" y="13449"/>
                </a:lnTo>
                <a:lnTo>
                  <a:pt x="28308" y="13195"/>
                </a:lnTo>
                <a:lnTo>
                  <a:pt x="28244" y="12941"/>
                </a:lnTo>
                <a:lnTo>
                  <a:pt x="28562" y="12814"/>
                </a:lnTo>
                <a:lnTo>
                  <a:pt x="28244" y="12814"/>
                </a:lnTo>
                <a:lnTo>
                  <a:pt x="28295" y="12687"/>
                </a:lnTo>
                <a:lnTo>
                  <a:pt x="28498" y="12687"/>
                </a:lnTo>
                <a:lnTo>
                  <a:pt x="28498" y="12560"/>
                </a:lnTo>
                <a:lnTo>
                  <a:pt x="29070" y="12306"/>
                </a:lnTo>
                <a:close/>
              </a:path>
              <a:path w="38735" h="29844">
                <a:moveTo>
                  <a:pt x="29121" y="9220"/>
                </a:moveTo>
                <a:lnTo>
                  <a:pt x="29083" y="9017"/>
                </a:lnTo>
                <a:lnTo>
                  <a:pt x="29006" y="9194"/>
                </a:lnTo>
                <a:close/>
              </a:path>
              <a:path w="38735" h="29844">
                <a:moveTo>
                  <a:pt x="29159" y="11417"/>
                </a:moveTo>
                <a:lnTo>
                  <a:pt x="28524" y="11417"/>
                </a:lnTo>
                <a:lnTo>
                  <a:pt x="28562" y="11188"/>
                </a:lnTo>
                <a:lnTo>
                  <a:pt x="28473" y="10617"/>
                </a:lnTo>
                <a:lnTo>
                  <a:pt x="28244" y="10274"/>
                </a:lnTo>
                <a:lnTo>
                  <a:pt x="28244" y="10109"/>
                </a:lnTo>
                <a:lnTo>
                  <a:pt x="28219" y="9931"/>
                </a:lnTo>
                <a:lnTo>
                  <a:pt x="28079" y="9956"/>
                </a:lnTo>
                <a:lnTo>
                  <a:pt x="28041" y="9779"/>
                </a:lnTo>
                <a:lnTo>
                  <a:pt x="28270" y="10363"/>
                </a:lnTo>
                <a:lnTo>
                  <a:pt x="28359" y="11328"/>
                </a:lnTo>
                <a:lnTo>
                  <a:pt x="28448" y="11544"/>
                </a:lnTo>
                <a:lnTo>
                  <a:pt x="28765" y="11747"/>
                </a:lnTo>
                <a:lnTo>
                  <a:pt x="28702" y="11544"/>
                </a:lnTo>
                <a:lnTo>
                  <a:pt x="29146" y="11544"/>
                </a:lnTo>
                <a:lnTo>
                  <a:pt x="29159" y="11417"/>
                </a:lnTo>
                <a:close/>
              </a:path>
              <a:path w="38735" h="29844">
                <a:moveTo>
                  <a:pt x="29235" y="16840"/>
                </a:moveTo>
                <a:close/>
              </a:path>
              <a:path w="38735" h="29844">
                <a:moveTo>
                  <a:pt x="29260" y="10325"/>
                </a:moveTo>
                <a:lnTo>
                  <a:pt x="29210" y="10198"/>
                </a:lnTo>
                <a:lnTo>
                  <a:pt x="29083" y="10261"/>
                </a:lnTo>
                <a:lnTo>
                  <a:pt x="29070" y="10388"/>
                </a:lnTo>
                <a:lnTo>
                  <a:pt x="29235" y="10325"/>
                </a:lnTo>
                <a:close/>
              </a:path>
              <a:path w="38735" h="29844">
                <a:moveTo>
                  <a:pt x="29400" y="18821"/>
                </a:moveTo>
                <a:lnTo>
                  <a:pt x="29324" y="18961"/>
                </a:lnTo>
                <a:lnTo>
                  <a:pt x="29400" y="18821"/>
                </a:lnTo>
                <a:close/>
              </a:path>
              <a:path w="38735" h="29844">
                <a:moveTo>
                  <a:pt x="29400" y="11417"/>
                </a:moveTo>
                <a:lnTo>
                  <a:pt x="29311" y="11290"/>
                </a:lnTo>
                <a:lnTo>
                  <a:pt x="29159" y="11290"/>
                </a:lnTo>
                <a:lnTo>
                  <a:pt x="29159" y="11417"/>
                </a:lnTo>
                <a:lnTo>
                  <a:pt x="29400" y="11417"/>
                </a:lnTo>
                <a:close/>
              </a:path>
              <a:path w="38735" h="29844">
                <a:moveTo>
                  <a:pt x="29400" y="9588"/>
                </a:moveTo>
                <a:lnTo>
                  <a:pt x="29337" y="9372"/>
                </a:lnTo>
                <a:lnTo>
                  <a:pt x="29197" y="9232"/>
                </a:lnTo>
                <a:lnTo>
                  <a:pt x="29222" y="9664"/>
                </a:lnTo>
                <a:lnTo>
                  <a:pt x="29400" y="9588"/>
                </a:lnTo>
                <a:close/>
              </a:path>
              <a:path w="38735" h="29844">
                <a:moveTo>
                  <a:pt x="29464" y="5448"/>
                </a:moveTo>
                <a:lnTo>
                  <a:pt x="29438" y="5321"/>
                </a:lnTo>
                <a:lnTo>
                  <a:pt x="29210" y="5321"/>
                </a:lnTo>
                <a:lnTo>
                  <a:pt x="29171" y="5194"/>
                </a:lnTo>
                <a:lnTo>
                  <a:pt x="29070" y="5067"/>
                </a:lnTo>
                <a:lnTo>
                  <a:pt x="28956" y="4940"/>
                </a:lnTo>
                <a:lnTo>
                  <a:pt x="28841" y="4813"/>
                </a:lnTo>
                <a:lnTo>
                  <a:pt x="26136" y="4813"/>
                </a:lnTo>
                <a:lnTo>
                  <a:pt x="26098" y="5067"/>
                </a:lnTo>
                <a:lnTo>
                  <a:pt x="19951" y="5067"/>
                </a:lnTo>
                <a:lnTo>
                  <a:pt x="19913" y="5194"/>
                </a:lnTo>
                <a:lnTo>
                  <a:pt x="26441" y="5194"/>
                </a:lnTo>
                <a:lnTo>
                  <a:pt x="26390" y="5067"/>
                </a:lnTo>
                <a:lnTo>
                  <a:pt x="26733" y="5067"/>
                </a:lnTo>
                <a:lnTo>
                  <a:pt x="26568" y="5194"/>
                </a:lnTo>
                <a:lnTo>
                  <a:pt x="26441" y="5194"/>
                </a:lnTo>
                <a:lnTo>
                  <a:pt x="26492" y="5321"/>
                </a:lnTo>
                <a:lnTo>
                  <a:pt x="26746" y="5194"/>
                </a:lnTo>
                <a:lnTo>
                  <a:pt x="27012" y="5194"/>
                </a:lnTo>
                <a:lnTo>
                  <a:pt x="27089" y="5067"/>
                </a:lnTo>
                <a:lnTo>
                  <a:pt x="26860" y="4940"/>
                </a:lnTo>
                <a:lnTo>
                  <a:pt x="27368" y="5067"/>
                </a:lnTo>
                <a:lnTo>
                  <a:pt x="27343" y="5194"/>
                </a:lnTo>
                <a:lnTo>
                  <a:pt x="27343" y="5575"/>
                </a:lnTo>
                <a:lnTo>
                  <a:pt x="27152" y="5575"/>
                </a:lnTo>
                <a:lnTo>
                  <a:pt x="27305" y="5448"/>
                </a:lnTo>
                <a:lnTo>
                  <a:pt x="27343" y="5575"/>
                </a:lnTo>
                <a:lnTo>
                  <a:pt x="27343" y="5194"/>
                </a:lnTo>
                <a:lnTo>
                  <a:pt x="27317" y="5321"/>
                </a:lnTo>
                <a:lnTo>
                  <a:pt x="26962" y="5321"/>
                </a:lnTo>
                <a:lnTo>
                  <a:pt x="26962" y="5448"/>
                </a:lnTo>
                <a:lnTo>
                  <a:pt x="26809" y="5448"/>
                </a:lnTo>
                <a:lnTo>
                  <a:pt x="26860" y="5702"/>
                </a:lnTo>
                <a:lnTo>
                  <a:pt x="27787" y="5702"/>
                </a:lnTo>
                <a:lnTo>
                  <a:pt x="27813" y="5575"/>
                </a:lnTo>
                <a:lnTo>
                  <a:pt x="27838" y="5448"/>
                </a:lnTo>
                <a:lnTo>
                  <a:pt x="29464" y="5448"/>
                </a:lnTo>
                <a:close/>
              </a:path>
              <a:path w="38735" h="29844">
                <a:moveTo>
                  <a:pt x="29476" y="11544"/>
                </a:moveTo>
                <a:lnTo>
                  <a:pt x="29146" y="11544"/>
                </a:lnTo>
                <a:lnTo>
                  <a:pt x="29248" y="11671"/>
                </a:lnTo>
                <a:lnTo>
                  <a:pt x="29337" y="11798"/>
                </a:lnTo>
                <a:lnTo>
                  <a:pt x="29425" y="11925"/>
                </a:lnTo>
                <a:lnTo>
                  <a:pt x="29476" y="11544"/>
                </a:lnTo>
                <a:close/>
              </a:path>
              <a:path w="38735" h="29844">
                <a:moveTo>
                  <a:pt x="29502" y="12179"/>
                </a:moveTo>
                <a:lnTo>
                  <a:pt x="29489" y="11925"/>
                </a:lnTo>
                <a:lnTo>
                  <a:pt x="29095" y="12052"/>
                </a:lnTo>
                <a:lnTo>
                  <a:pt x="29235" y="12052"/>
                </a:lnTo>
                <a:lnTo>
                  <a:pt x="29057" y="12179"/>
                </a:lnTo>
                <a:lnTo>
                  <a:pt x="29502" y="12179"/>
                </a:lnTo>
                <a:close/>
              </a:path>
              <a:path w="38735" h="29844">
                <a:moveTo>
                  <a:pt x="29514" y="5702"/>
                </a:moveTo>
                <a:lnTo>
                  <a:pt x="29489" y="5575"/>
                </a:lnTo>
                <a:lnTo>
                  <a:pt x="27952" y="5575"/>
                </a:lnTo>
                <a:lnTo>
                  <a:pt x="27787" y="5702"/>
                </a:lnTo>
                <a:lnTo>
                  <a:pt x="28016" y="5702"/>
                </a:lnTo>
                <a:lnTo>
                  <a:pt x="29514" y="5702"/>
                </a:lnTo>
                <a:close/>
              </a:path>
              <a:path w="38735" h="29844">
                <a:moveTo>
                  <a:pt x="29552" y="5956"/>
                </a:moveTo>
                <a:lnTo>
                  <a:pt x="29540" y="5829"/>
                </a:lnTo>
                <a:lnTo>
                  <a:pt x="28257" y="5829"/>
                </a:lnTo>
                <a:lnTo>
                  <a:pt x="28308" y="5956"/>
                </a:lnTo>
                <a:lnTo>
                  <a:pt x="28384" y="6845"/>
                </a:lnTo>
                <a:lnTo>
                  <a:pt x="28613" y="6845"/>
                </a:lnTo>
                <a:lnTo>
                  <a:pt x="28524" y="5956"/>
                </a:lnTo>
                <a:lnTo>
                  <a:pt x="29552" y="5956"/>
                </a:lnTo>
                <a:close/>
              </a:path>
              <a:path w="38735" h="29844">
                <a:moveTo>
                  <a:pt x="29641" y="13068"/>
                </a:moveTo>
                <a:lnTo>
                  <a:pt x="29540" y="12687"/>
                </a:lnTo>
                <a:lnTo>
                  <a:pt x="29337" y="12306"/>
                </a:lnTo>
                <a:lnTo>
                  <a:pt x="29070" y="12306"/>
                </a:lnTo>
                <a:lnTo>
                  <a:pt x="29324" y="12560"/>
                </a:lnTo>
                <a:lnTo>
                  <a:pt x="29413" y="12687"/>
                </a:lnTo>
                <a:lnTo>
                  <a:pt x="29502" y="12814"/>
                </a:lnTo>
                <a:lnTo>
                  <a:pt x="29578" y="12941"/>
                </a:lnTo>
                <a:lnTo>
                  <a:pt x="29641" y="13068"/>
                </a:lnTo>
                <a:close/>
              </a:path>
              <a:path w="38735" h="29844">
                <a:moveTo>
                  <a:pt x="29692" y="11544"/>
                </a:moveTo>
                <a:lnTo>
                  <a:pt x="29489" y="11417"/>
                </a:lnTo>
                <a:lnTo>
                  <a:pt x="29476" y="11544"/>
                </a:lnTo>
                <a:lnTo>
                  <a:pt x="29692" y="11544"/>
                </a:lnTo>
                <a:close/>
              </a:path>
              <a:path w="38735" h="29844">
                <a:moveTo>
                  <a:pt x="29705" y="11417"/>
                </a:moveTo>
                <a:lnTo>
                  <a:pt x="29654" y="11290"/>
                </a:lnTo>
                <a:lnTo>
                  <a:pt x="29337" y="11290"/>
                </a:lnTo>
                <a:lnTo>
                  <a:pt x="29489" y="11417"/>
                </a:lnTo>
                <a:lnTo>
                  <a:pt x="29705" y="11417"/>
                </a:lnTo>
                <a:close/>
              </a:path>
              <a:path w="38735" h="29844">
                <a:moveTo>
                  <a:pt x="30073" y="10071"/>
                </a:moveTo>
                <a:lnTo>
                  <a:pt x="29845" y="10071"/>
                </a:lnTo>
                <a:lnTo>
                  <a:pt x="29946" y="10363"/>
                </a:lnTo>
                <a:lnTo>
                  <a:pt x="30073" y="10071"/>
                </a:lnTo>
                <a:close/>
              </a:path>
              <a:path w="38735" h="29844">
                <a:moveTo>
                  <a:pt x="30124" y="16167"/>
                </a:moveTo>
                <a:lnTo>
                  <a:pt x="29959" y="16192"/>
                </a:lnTo>
                <a:lnTo>
                  <a:pt x="29768" y="16764"/>
                </a:lnTo>
                <a:lnTo>
                  <a:pt x="29476" y="17411"/>
                </a:lnTo>
                <a:lnTo>
                  <a:pt x="29476" y="18084"/>
                </a:lnTo>
                <a:lnTo>
                  <a:pt x="29514" y="17881"/>
                </a:lnTo>
                <a:lnTo>
                  <a:pt x="29781" y="17881"/>
                </a:lnTo>
                <a:lnTo>
                  <a:pt x="29921" y="17995"/>
                </a:lnTo>
                <a:lnTo>
                  <a:pt x="29819" y="17856"/>
                </a:lnTo>
                <a:lnTo>
                  <a:pt x="29883" y="17284"/>
                </a:lnTo>
                <a:lnTo>
                  <a:pt x="30022" y="16637"/>
                </a:lnTo>
                <a:lnTo>
                  <a:pt x="30124" y="16167"/>
                </a:lnTo>
                <a:close/>
              </a:path>
              <a:path w="38735" h="29844">
                <a:moveTo>
                  <a:pt x="30175" y="12306"/>
                </a:moveTo>
                <a:lnTo>
                  <a:pt x="29629" y="12255"/>
                </a:lnTo>
                <a:lnTo>
                  <a:pt x="29502" y="12230"/>
                </a:lnTo>
                <a:lnTo>
                  <a:pt x="29337" y="12306"/>
                </a:lnTo>
                <a:lnTo>
                  <a:pt x="29502" y="12306"/>
                </a:lnTo>
                <a:lnTo>
                  <a:pt x="29845" y="12306"/>
                </a:lnTo>
                <a:lnTo>
                  <a:pt x="29895" y="12560"/>
                </a:lnTo>
                <a:lnTo>
                  <a:pt x="30073" y="12560"/>
                </a:lnTo>
                <a:lnTo>
                  <a:pt x="30175" y="12306"/>
                </a:lnTo>
                <a:close/>
              </a:path>
              <a:path w="38735" h="29844">
                <a:moveTo>
                  <a:pt x="30378" y="11544"/>
                </a:moveTo>
                <a:lnTo>
                  <a:pt x="29692" y="11544"/>
                </a:lnTo>
                <a:lnTo>
                  <a:pt x="29679" y="11671"/>
                </a:lnTo>
                <a:lnTo>
                  <a:pt x="29895" y="11798"/>
                </a:lnTo>
                <a:lnTo>
                  <a:pt x="30010" y="11925"/>
                </a:lnTo>
                <a:lnTo>
                  <a:pt x="30124" y="12052"/>
                </a:lnTo>
                <a:lnTo>
                  <a:pt x="30226" y="12179"/>
                </a:lnTo>
                <a:lnTo>
                  <a:pt x="30340" y="11798"/>
                </a:lnTo>
                <a:lnTo>
                  <a:pt x="30378" y="11544"/>
                </a:lnTo>
                <a:close/>
              </a:path>
              <a:path w="38735" h="29844">
                <a:moveTo>
                  <a:pt x="30454" y="10782"/>
                </a:moveTo>
                <a:lnTo>
                  <a:pt x="30276" y="10909"/>
                </a:lnTo>
                <a:lnTo>
                  <a:pt x="30175" y="11036"/>
                </a:lnTo>
                <a:lnTo>
                  <a:pt x="29946" y="11150"/>
                </a:lnTo>
                <a:lnTo>
                  <a:pt x="29718" y="11049"/>
                </a:lnTo>
                <a:lnTo>
                  <a:pt x="29565" y="10998"/>
                </a:lnTo>
                <a:lnTo>
                  <a:pt x="29730" y="10756"/>
                </a:lnTo>
                <a:lnTo>
                  <a:pt x="29603" y="10655"/>
                </a:lnTo>
                <a:lnTo>
                  <a:pt x="29565" y="10312"/>
                </a:lnTo>
                <a:lnTo>
                  <a:pt x="29298" y="10375"/>
                </a:lnTo>
                <a:lnTo>
                  <a:pt x="29451" y="10528"/>
                </a:lnTo>
                <a:lnTo>
                  <a:pt x="29425" y="11125"/>
                </a:lnTo>
                <a:lnTo>
                  <a:pt x="29641" y="11163"/>
                </a:lnTo>
                <a:lnTo>
                  <a:pt x="29794" y="11315"/>
                </a:lnTo>
                <a:lnTo>
                  <a:pt x="29768" y="11176"/>
                </a:lnTo>
                <a:lnTo>
                  <a:pt x="29933" y="11163"/>
                </a:lnTo>
                <a:lnTo>
                  <a:pt x="29819" y="11417"/>
                </a:lnTo>
                <a:lnTo>
                  <a:pt x="30391" y="11417"/>
                </a:lnTo>
                <a:lnTo>
                  <a:pt x="30454" y="10782"/>
                </a:lnTo>
                <a:close/>
              </a:path>
              <a:path w="38735" h="29844">
                <a:moveTo>
                  <a:pt x="30848" y="8915"/>
                </a:moveTo>
                <a:lnTo>
                  <a:pt x="30657" y="8915"/>
                </a:lnTo>
                <a:lnTo>
                  <a:pt x="30302" y="9385"/>
                </a:lnTo>
                <a:lnTo>
                  <a:pt x="30480" y="9385"/>
                </a:lnTo>
                <a:lnTo>
                  <a:pt x="30848" y="8915"/>
                </a:lnTo>
                <a:close/>
              </a:path>
              <a:path w="38735" h="29844">
                <a:moveTo>
                  <a:pt x="31203" y="13042"/>
                </a:moveTo>
                <a:lnTo>
                  <a:pt x="30937" y="13055"/>
                </a:lnTo>
                <a:lnTo>
                  <a:pt x="30797" y="13220"/>
                </a:lnTo>
                <a:lnTo>
                  <a:pt x="30594" y="13284"/>
                </a:lnTo>
                <a:lnTo>
                  <a:pt x="30441" y="13182"/>
                </a:lnTo>
                <a:lnTo>
                  <a:pt x="30772" y="13601"/>
                </a:lnTo>
                <a:lnTo>
                  <a:pt x="30797" y="13411"/>
                </a:lnTo>
                <a:lnTo>
                  <a:pt x="30949" y="13169"/>
                </a:lnTo>
                <a:lnTo>
                  <a:pt x="31203" y="13042"/>
                </a:lnTo>
                <a:close/>
              </a:path>
              <a:path w="38735" h="29844">
                <a:moveTo>
                  <a:pt x="31280" y="8509"/>
                </a:moveTo>
                <a:lnTo>
                  <a:pt x="30911" y="8509"/>
                </a:lnTo>
                <a:lnTo>
                  <a:pt x="30759" y="8648"/>
                </a:lnTo>
                <a:lnTo>
                  <a:pt x="31115" y="8648"/>
                </a:lnTo>
                <a:lnTo>
                  <a:pt x="31280" y="8509"/>
                </a:lnTo>
                <a:close/>
              </a:path>
              <a:path w="38735" h="29844">
                <a:moveTo>
                  <a:pt x="32219" y="10464"/>
                </a:moveTo>
                <a:lnTo>
                  <a:pt x="32207" y="10147"/>
                </a:lnTo>
                <a:lnTo>
                  <a:pt x="31775" y="10782"/>
                </a:lnTo>
                <a:lnTo>
                  <a:pt x="32219" y="10464"/>
                </a:lnTo>
                <a:close/>
              </a:path>
              <a:path w="38735" h="29844">
                <a:moveTo>
                  <a:pt x="32918" y="13792"/>
                </a:moveTo>
                <a:lnTo>
                  <a:pt x="32689" y="13779"/>
                </a:lnTo>
                <a:lnTo>
                  <a:pt x="32893" y="13893"/>
                </a:lnTo>
                <a:close/>
              </a:path>
              <a:path w="38735" h="29844">
                <a:moveTo>
                  <a:pt x="32994" y="8432"/>
                </a:moveTo>
                <a:lnTo>
                  <a:pt x="31127" y="9359"/>
                </a:lnTo>
                <a:lnTo>
                  <a:pt x="31026" y="9677"/>
                </a:lnTo>
                <a:lnTo>
                  <a:pt x="30911" y="9982"/>
                </a:lnTo>
                <a:lnTo>
                  <a:pt x="31788" y="9982"/>
                </a:lnTo>
                <a:lnTo>
                  <a:pt x="31584" y="10464"/>
                </a:lnTo>
                <a:lnTo>
                  <a:pt x="31724" y="10147"/>
                </a:lnTo>
                <a:lnTo>
                  <a:pt x="32207" y="10147"/>
                </a:lnTo>
                <a:lnTo>
                  <a:pt x="32207" y="9982"/>
                </a:lnTo>
                <a:lnTo>
                  <a:pt x="31889" y="9982"/>
                </a:lnTo>
                <a:lnTo>
                  <a:pt x="31927" y="9359"/>
                </a:lnTo>
                <a:lnTo>
                  <a:pt x="32169" y="9359"/>
                </a:lnTo>
                <a:lnTo>
                  <a:pt x="32207" y="9982"/>
                </a:lnTo>
                <a:lnTo>
                  <a:pt x="32346" y="9982"/>
                </a:lnTo>
                <a:lnTo>
                  <a:pt x="32423" y="9359"/>
                </a:lnTo>
                <a:lnTo>
                  <a:pt x="32880" y="9359"/>
                </a:lnTo>
                <a:lnTo>
                  <a:pt x="32994" y="8432"/>
                </a:lnTo>
                <a:close/>
              </a:path>
              <a:path w="38735" h="29844">
                <a:moveTo>
                  <a:pt x="33108" y="7759"/>
                </a:moveTo>
                <a:lnTo>
                  <a:pt x="33070" y="7493"/>
                </a:lnTo>
                <a:lnTo>
                  <a:pt x="32867" y="7340"/>
                </a:lnTo>
                <a:lnTo>
                  <a:pt x="32626" y="7391"/>
                </a:lnTo>
                <a:lnTo>
                  <a:pt x="32600" y="7645"/>
                </a:lnTo>
                <a:lnTo>
                  <a:pt x="32740" y="7696"/>
                </a:lnTo>
                <a:lnTo>
                  <a:pt x="32854" y="7835"/>
                </a:lnTo>
                <a:lnTo>
                  <a:pt x="33007" y="7861"/>
                </a:lnTo>
                <a:close/>
              </a:path>
              <a:path w="38735" h="29844">
                <a:moveTo>
                  <a:pt x="33108" y="6921"/>
                </a:moveTo>
                <a:lnTo>
                  <a:pt x="31572" y="7708"/>
                </a:lnTo>
                <a:lnTo>
                  <a:pt x="31280" y="8509"/>
                </a:lnTo>
                <a:lnTo>
                  <a:pt x="32054" y="8509"/>
                </a:lnTo>
                <a:lnTo>
                  <a:pt x="31864" y="7708"/>
                </a:lnTo>
                <a:lnTo>
                  <a:pt x="32296" y="7708"/>
                </a:lnTo>
                <a:lnTo>
                  <a:pt x="32626" y="7391"/>
                </a:lnTo>
                <a:lnTo>
                  <a:pt x="33108" y="6921"/>
                </a:lnTo>
                <a:close/>
              </a:path>
              <a:path w="38735" h="29844">
                <a:moveTo>
                  <a:pt x="33426" y="16027"/>
                </a:moveTo>
                <a:lnTo>
                  <a:pt x="33350" y="16268"/>
                </a:lnTo>
                <a:lnTo>
                  <a:pt x="33426" y="16027"/>
                </a:lnTo>
                <a:close/>
              </a:path>
              <a:path w="38735" h="29844">
                <a:moveTo>
                  <a:pt x="33667" y="8458"/>
                </a:moveTo>
                <a:close/>
              </a:path>
              <a:path w="38735" h="29844">
                <a:moveTo>
                  <a:pt x="34963" y="8890"/>
                </a:moveTo>
                <a:lnTo>
                  <a:pt x="34607" y="8890"/>
                </a:lnTo>
                <a:lnTo>
                  <a:pt x="34963" y="9258"/>
                </a:lnTo>
                <a:lnTo>
                  <a:pt x="34963" y="8890"/>
                </a:lnTo>
                <a:close/>
              </a:path>
              <a:path w="38735" h="29844">
                <a:moveTo>
                  <a:pt x="35458" y="8051"/>
                </a:moveTo>
                <a:lnTo>
                  <a:pt x="35394" y="7912"/>
                </a:lnTo>
                <a:lnTo>
                  <a:pt x="35318" y="7747"/>
                </a:lnTo>
                <a:lnTo>
                  <a:pt x="35458" y="8051"/>
                </a:lnTo>
                <a:close/>
              </a:path>
              <a:path w="38735" h="29844">
                <a:moveTo>
                  <a:pt x="35636" y="12255"/>
                </a:moveTo>
                <a:lnTo>
                  <a:pt x="35433" y="12255"/>
                </a:lnTo>
                <a:lnTo>
                  <a:pt x="35420" y="12433"/>
                </a:lnTo>
                <a:lnTo>
                  <a:pt x="35598" y="12458"/>
                </a:lnTo>
                <a:lnTo>
                  <a:pt x="35636" y="12255"/>
                </a:lnTo>
                <a:close/>
              </a:path>
              <a:path w="38735" h="29844">
                <a:moveTo>
                  <a:pt x="36360" y="4025"/>
                </a:moveTo>
                <a:lnTo>
                  <a:pt x="36207" y="4000"/>
                </a:lnTo>
                <a:lnTo>
                  <a:pt x="36360" y="4025"/>
                </a:lnTo>
                <a:close/>
              </a:path>
              <a:path w="38735" h="29844">
                <a:moveTo>
                  <a:pt x="36372" y="10629"/>
                </a:moveTo>
                <a:lnTo>
                  <a:pt x="36144" y="10579"/>
                </a:lnTo>
                <a:lnTo>
                  <a:pt x="33756" y="10033"/>
                </a:lnTo>
                <a:lnTo>
                  <a:pt x="33248" y="10033"/>
                </a:lnTo>
                <a:lnTo>
                  <a:pt x="33477" y="9740"/>
                </a:lnTo>
                <a:lnTo>
                  <a:pt x="34340" y="9740"/>
                </a:lnTo>
                <a:lnTo>
                  <a:pt x="34239" y="8890"/>
                </a:lnTo>
                <a:lnTo>
                  <a:pt x="33756" y="8890"/>
                </a:lnTo>
                <a:lnTo>
                  <a:pt x="33451" y="9296"/>
                </a:lnTo>
                <a:lnTo>
                  <a:pt x="33439" y="8890"/>
                </a:lnTo>
                <a:lnTo>
                  <a:pt x="33375" y="9385"/>
                </a:lnTo>
                <a:lnTo>
                  <a:pt x="33121" y="9740"/>
                </a:lnTo>
                <a:lnTo>
                  <a:pt x="32715" y="10782"/>
                </a:lnTo>
                <a:lnTo>
                  <a:pt x="35814" y="10782"/>
                </a:lnTo>
                <a:lnTo>
                  <a:pt x="35953" y="10782"/>
                </a:lnTo>
                <a:lnTo>
                  <a:pt x="36372" y="10629"/>
                </a:lnTo>
                <a:close/>
              </a:path>
              <a:path w="38735" h="29844">
                <a:moveTo>
                  <a:pt x="36703" y="3162"/>
                </a:moveTo>
                <a:lnTo>
                  <a:pt x="28651" y="2438"/>
                </a:lnTo>
                <a:lnTo>
                  <a:pt x="29400" y="2438"/>
                </a:lnTo>
                <a:lnTo>
                  <a:pt x="27190" y="2095"/>
                </a:lnTo>
                <a:lnTo>
                  <a:pt x="26797" y="2095"/>
                </a:lnTo>
                <a:lnTo>
                  <a:pt x="27114" y="2438"/>
                </a:lnTo>
                <a:lnTo>
                  <a:pt x="28333" y="2438"/>
                </a:lnTo>
                <a:lnTo>
                  <a:pt x="28155" y="3162"/>
                </a:lnTo>
                <a:lnTo>
                  <a:pt x="36703" y="3162"/>
                </a:lnTo>
                <a:close/>
              </a:path>
              <a:path w="38735" h="29844">
                <a:moveTo>
                  <a:pt x="36918" y="6426"/>
                </a:moveTo>
                <a:lnTo>
                  <a:pt x="36868" y="6756"/>
                </a:lnTo>
                <a:lnTo>
                  <a:pt x="36918" y="6426"/>
                </a:lnTo>
                <a:close/>
              </a:path>
              <a:path w="38735" h="29844">
                <a:moveTo>
                  <a:pt x="37007" y="4279"/>
                </a:moveTo>
                <a:lnTo>
                  <a:pt x="36817" y="4140"/>
                </a:lnTo>
                <a:lnTo>
                  <a:pt x="36639" y="4241"/>
                </a:lnTo>
                <a:lnTo>
                  <a:pt x="37007" y="4279"/>
                </a:lnTo>
                <a:close/>
              </a:path>
              <a:path w="38735" h="29844">
                <a:moveTo>
                  <a:pt x="37096" y="10782"/>
                </a:moveTo>
                <a:lnTo>
                  <a:pt x="36385" y="10629"/>
                </a:lnTo>
                <a:lnTo>
                  <a:pt x="36550" y="10782"/>
                </a:lnTo>
                <a:lnTo>
                  <a:pt x="37096" y="10782"/>
                </a:lnTo>
                <a:close/>
              </a:path>
              <a:path w="38735" h="29844">
                <a:moveTo>
                  <a:pt x="37299" y="4368"/>
                </a:moveTo>
                <a:lnTo>
                  <a:pt x="37147" y="4368"/>
                </a:lnTo>
                <a:lnTo>
                  <a:pt x="37299" y="4495"/>
                </a:lnTo>
                <a:lnTo>
                  <a:pt x="37299" y="4368"/>
                </a:lnTo>
                <a:close/>
              </a:path>
              <a:path w="38735" h="29844">
                <a:moveTo>
                  <a:pt x="37668" y="7226"/>
                </a:moveTo>
                <a:close/>
              </a:path>
              <a:path w="38735" h="29844">
                <a:moveTo>
                  <a:pt x="37731" y="8636"/>
                </a:moveTo>
                <a:close/>
              </a:path>
              <a:path w="38735" h="29844">
                <a:moveTo>
                  <a:pt x="37795" y="6235"/>
                </a:moveTo>
                <a:lnTo>
                  <a:pt x="37528" y="6400"/>
                </a:lnTo>
                <a:lnTo>
                  <a:pt x="37490" y="6223"/>
                </a:lnTo>
                <a:lnTo>
                  <a:pt x="36957" y="6184"/>
                </a:lnTo>
                <a:lnTo>
                  <a:pt x="36830" y="6134"/>
                </a:lnTo>
                <a:lnTo>
                  <a:pt x="36690" y="6057"/>
                </a:lnTo>
                <a:lnTo>
                  <a:pt x="36525" y="6108"/>
                </a:lnTo>
                <a:lnTo>
                  <a:pt x="36309" y="6146"/>
                </a:lnTo>
                <a:lnTo>
                  <a:pt x="36169" y="6248"/>
                </a:lnTo>
                <a:lnTo>
                  <a:pt x="36385" y="6286"/>
                </a:lnTo>
                <a:lnTo>
                  <a:pt x="36715" y="6350"/>
                </a:lnTo>
                <a:lnTo>
                  <a:pt x="37007" y="6413"/>
                </a:lnTo>
                <a:lnTo>
                  <a:pt x="37198" y="6400"/>
                </a:lnTo>
                <a:lnTo>
                  <a:pt x="37655" y="6565"/>
                </a:lnTo>
                <a:lnTo>
                  <a:pt x="37795" y="6235"/>
                </a:lnTo>
                <a:close/>
              </a:path>
              <a:path w="38735" h="29844">
                <a:moveTo>
                  <a:pt x="38112" y="8890"/>
                </a:moveTo>
                <a:lnTo>
                  <a:pt x="37693" y="8890"/>
                </a:lnTo>
                <a:lnTo>
                  <a:pt x="37642" y="9740"/>
                </a:lnTo>
                <a:lnTo>
                  <a:pt x="35483" y="9740"/>
                </a:lnTo>
                <a:lnTo>
                  <a:pt x="34988" y="9740"/>
                </a:lnTo>
                <a:lnTo>
                  <a:pt x="35001" y="10033"/>
                </a:lnTo>
                <a:lnTo>
                  <a:pt x="35775" y="10033"/>
                </a:lnTo>
                <a:lnTo>
                  <a:pt x="36258" y="10502"/>
                </a:lnTo>
                <a:lnTo>
                  <a:pt x="36372" y="10629"/>
                </a:lnTo>
                <a:lnTo>
                  <a:pt x="37934" y="10033"/>
                </a:lnTo>
                <a:lnTo>
                  <a:pt x="37655" y="10033"/>
                </a:lnTo>
                <a:lnTo>
                  <a:pt x="37909" y="9740"/>
                </a:lnTo>
                <a:lnTo>
                  <a:pt x="38074" y="9740"/>
                </a:lnTo>
                <a:lnTo>
                  <a:pt x="38112" y="88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2073402" y="1030757"/>
            <a:ext cx="24765" cy="32384"/>
          </a:xfrm>
          <a:custGeom>
            <a:avLst/>
            <a:gdLst/>
            <a:ahLst/>
            <a:cxnLst/>
            <a:rect l="l" t="t" r="r" b="b"/>
            <a:pathLst>
              <a:path w="24764" h="32384">
                <a:moveTo>
                  <a:pt x="152" y="20040"/>
                </a:moveTo>
                <a:lnTo>
                  <a:pt x="0" y="20142"/>
                </a:lnTo>
                <a:lnTo>
                  <a:pt x="152" y="20091"/>
                </a:lnTo>
                <a:close/>
              </a:path>
              <a:path w="24764" h="32384">
                <a:moveTo>
                  <a:pt x="1257" y="16662"/>
                </a:moveTo>
                <a:close/>
              </a:path>
              <a:path w="24764" h="32384">
                <a:moveTo>
                  <a:pt x="1651" y="22694"/>
                </a:moveTo>
                <a:lnTo>
                  <a:pt x="1651" y="22834"/>
                </a:lnTo>
                <a:lnTo>
                  <a:pt x="1651" y="22694"/>
                </a:lnTo>
                <a:close/>
              </a:path>
              <a:path w="24764" h="32384">
                <a:moveTo>
                  <a:pt x="2413" y="19126"/>
                </a:moveTo>
                <a:lnTo>
                  <a:pt x="2400" y="18986"/>
                </a:lnTo>
                <a:lnTo>
                  <a:pt x="2273" y="19088"/>
                </a:lnTo>
                <a:lnTo>
                  <a:pt x="2413" y="19126"/>
                </a:lnTo>
                <a:close/>
              </a:path>
              <a:path w="24764" h="32384">
                <a:moveTo>
                  <a:pt x="2527" y="19062"/>
                </a:moveTo>
                <a:close/>
              </a:path>
              <a:path w="24764" h="32384">
                <a:moveTo>
                  <a:pt x="2908" y="22555"/>
                </a:moveTo>
                <a:lnTo>
                  <a:pt x="2844" y="22720"/>
                </a:lnTo>
                <a:lnTo>
                  <a:pt x="2908" y="22555"/>
                </a:lnTo>
                <a:close/>
              </a:path>
              <a:path w="24764" h="32384">
                <a:moveTo>
                  <a:pt x="3035" y="31242"/>
                </a:moveTo>
                <a:lnTo>
                  <a:pt x="2997" y="31369"/>
                </a:lnTo>
                <a:lnTo>
                  <a:pt x="3035" y="31242"/>
                </a:lnTo>
                <a:close/>
              </a:path>
              <a:path w="24764" h="32384">
                <a:moveTo>
                  <a:pt x="3060" y="30873"/>
                </a:moveTo>
                <a:close/>
              </a:path>
              <a:path w="24764" h="32384">
                <a:moveTo>
                  <a:pt x="3213" y="21602"/>
                </a:moveTo>
                <a:lnTo>
                  <a:pt x="3187" y="21742"/>
                </a:lnTo>
                <a:lnTo>
                  <a:pt x="3048" y="21742"/>
                </a:lnTo>
                <a:lnTo>
                  <a:pt x="3009" y="21920"/>
                </a:lnTo>
                <a:lnTo>
                  <a:pt x="3009" y="22098"/>
                </a:lnTo>
                <a:lnTo>
                  <a:pt x="3162" y="22136"/>
                </a:lnTo>
                <a:lnTo>
                  <a:pt x="3187" y="21780"/>
                </a:lnTo>
                <a:lnTo>
                  <a:pt x="3213" y="21602"/>
                </a:lnTo>
                <a:close/>
              </a:path>
              <a:path w="24764" h="32384">
                <a:moveTo>
                  <a:pt x="3352" y="31838"/>
                </a:moveTo>
                <a:lnTo>
                  <a:pt x="3314" y="31699"/>
                </a:lnTo>
                <a:lnTo>
                  <a:pt x="3314" y="31826"/>
                </a:lnTo>
                <a:close/>
              </a:path>
              <a:path w="24764" h="32384">
                <a:moveTo>
                  <a:pt x="3378" y="22301"/>
                </a:moveTo>
                <a:lnTo>
                  <a:pt x="3238" y="22098"/>
                </a:lnTo>
                <a:lnTo>
                  <a:pt x="3238" y="22250"/>
                </a:lnTo>
                <a:lnTo>
                  <a:pt x="3136" y="22529"/>
                </a:lnTo>
                <a:lnTo>
                  <a:pt x="3289" y="22529"/>
                </a:lnTo>
                <a:lnTo>
                  <a:pt x="3263" y="22352"/>
                </a:lnTo>
                <a:lnTo>
                  <a:pt x="3378" y="22567"/>
                </a:lnTo>
                <a:lnTo>
                  <a:pt x="3378" y="22301"/>
                </a:lnTo>
                <a:close/>
              </a:path>
              <a:path w="24764" h="32384">
                <a:moveTo>
                  <a:pt x="3390" y="31661"/>
                </a:moveTo>
                <a:lnTo>
                  <a:pt x="3365" y="31457"/>
                </a:lnTo>
                <a:lnTo>
                  <a:pt x="3327" y="31686"/>
                </a:lnTo>
                <a:close/>
              </a:path>
              <a:path w="24764" h="32384">
                <a:moveTo>
                  <a:pt x="3454" y="21297"/>
                </a:moveTo>
                <a:lnTo>
                  <a:pt x="3378" y="21526"/>
                </a:lnTo>
                <a:lnTo>
                  <a:pt x="3441" y="21729"/>
                </a:lnTo>
                <a:lnTo>
                  <a:pt x="3454" y="21297"/>
                </a:lnTo>
                <a:close/>
              </a:path>
              <a:path w="24764" h="32384">
                <a:moveTo>
                  <a:pt x="3556" y="26174"/>
                </a:moveTo>
                <a:lnTo>
                  <a:pt x="3416" y="26098"/>
                </a:lnTo>
                <a:lnTo>
                  <a:pt x="3416" y="26263"/>
                </a:lnTo>
                <a:lnTo>
                  <a:pt x="3556" y="26289"/>
                </a:lnTo>
                <a:close/>
              </a:path>
              <a:path w="24764" h="32384">
                <a:moveTo>
                  <a:pt x="3581" y="22275"/>
                </a:moveTo>
                <a:close/>
              </a:path>
              <a:path w="24764" h="32384">
                <a:moveTo>
                  <a:pt x="3619" y="24625"/>
                </a:moveTo>
                <a:lnTo>
                  <a:pt x="3594" y="24447"/>
                </a:lnTo>
                <a:lnTo>
                  <a:pt x="3454" y="24472"/>
                </a:lnTo>
                <a:lnTo>
                  <a:pt x="3517" y="24625"/>
                </a:lnTo>
                <a:close/>
              </a:path>
              <a:path w="24764" h="32384">
                <a:moveTo>
                  <a:pt x="3670" y="24358"/>
                </a:moveTo>
                <a:close/>
              </a:path>
              <a:path w="24764" h="32384">
                <a:moveTo>
                  <a:pt x="3695" y="25920"/>
                </a:moveTo>
                <a:lnTo>
                  <a:pt x="3568" y="25882"/>
                </a:lnTo>
                <a:lnTo>
                  <a:pt x="3695" y="25958"/>
                </a:lnTo>
                <a:close/>
              </a:path>
              <a:path w="24764" h="32384">
                <a:moveTo>
                  <a:pt x="3708" y="25704"/>
                </a:moveTo>
                <a:lnTo>
                  <a:pt x="3594" y="25552"/>
                </a:lnTo>
                <a:lnTo>
                  <a:pt x="3568" y="25806"/>
                </a:lnTo>
                <a:lnTo>
                  <a:pt x="3695" y="25781"/>
                </a:lnTo>
                <a:close/>
              </a:path>
              <a:path w="24764" h="32384">
                <a:moveTo>
                  <a:pt x="3733" y="24066"/>
                </a:moveTo>
                <a:lnTo>
                  <a:pt x="3632" y="23901"/>
                </a:lnTo>
                <a:lnTo>
                  <a:pt x="3733" y="24066"/>
                </a:lnTo>
                <a:close/>
              </a:path>
              <a:path w="24764" h="32384">
                <a:moveTo>
                  <a:pt x="3746" y="25082"/>
                </a:moveTo>
                <a:lnTo>
                  <a:pt x="3594" y="24866"/>
                </a:lnTo>
                <a:lnTo>
                  <a:pt x="3543" y="24993"/>
                </a:lnTo>
                <a:lnTo>
                  <a:pt x="3517" y="25298"/>
                </a:lnTo>
                <a:lnTo>
                  <a:pt x="3517" y="25539"/>
                </a:lnTo>
                <a:lnTo>
                  <a:pt x="3581" y="25374"/>
                </a:lnTo>
                <a:lnTo>
                  <a:pt x="3708" y="25425"/>
                </a:lnTo>
                <a:lnTo>
                  <a:pt x="3695" y="25082"/>
                </a:lnTo>
                <a:close/>
              </a:path>
              <a:path w="24764" h="32384">
                <a:moveTo>
                  <a:pt x="3771" y="21259"/>
                </a:moveTo>
                <a:lnTo>
                  <a:pt x="3708" y="21412"/>
                </a:lnTo>
                <a:lnTo>
                  <a:pt x="3771" y="21259"/>
                </a:lnTo>
                <a:close/>
              </a:path>
              <a:path w="24764" h="32384">
                <a:moveTo>
                  <a:pt x="3835" y="30975"/>
                </a:moveTo>
                <a:lnTo>
                  <a:pt x="3810" y="31127"/>
                </a:lnTo>
                <a:lnTo>
                  <a:pt x="3835" y="30975"/>
                </a:lnTo>
                <a:close/>
              </a:path>
              <a:path w="24764" h="32384">
                <a:moveTo>
                  <a:pt x="3848" y="20612"/>
                </a:moveTo>
                <a:lnTo>
                  <a:pt x="3708" y="20662"/>
                </a:lnTo>
                <a:lnTo>
                  <a:pt x="3848" y="20612"/>
                </a:lnTo>
                <a:close/>
              </a:path>
              <a:path w="24764" h="32384">
                <a:moveTo>
                  <a:pt x="3886" y="24599"/>
                </a:moveTo>
                <a:lnTo>
                  <a:pt x="3873" y="24726"/>
                </a:lnTo>
                <a:lnTo>
                  <a:pt x="3886" y="24599"/>
                </a:lnTo>
                <a:close/>
              </a:path>
              <a:path w="24764" h="32384">
                <a:moveTo>
                  <a:pt x="3898" y="31229"/>
                </a:moveTo>
                <a:lnTo>
                  <a:pt x="3759" y="31305"/>
                </a:lnTo>
                <a:lnTo>
                  <a:pt x="3886" y="31305"/>
                </a:lnTo>
                <a:close/>
              </a:path>
              <a:path w="24764" h="32384">
                <a:moveTo>
                  <a:pt x="3937" y="20612"/>
                </a:moveTo>
                <a:lnTo>
                  <a:pt x="3759" y="20650"/>
                </a:lnTo>
                <a:lnTo>
                  <a:pt x="3937" y="20612"/>
                </a:lnTo>
                <a:close/>
              </a:path>
              <a:path w="24764" h="32384">
                <a:moveTo>
                  <a:pt x="3949" y="24409"/>
                </a:moveTo>
                <a:lnTo>
                  <a:pt x="3911" y="24269"/>
                </a:lnTo>
                <a:lnTo>
                  <a:pt x="3949" y="24409"/>
                </a:lnTo>
                <a:close/>
              </a:path>
              <a:path w="24764" h="32384">
                <a:moveTo>
                  <a:pt x="4140" y="22491"/>
                </a:moveTo>
                <a:lnTo>
                  <a:pt x="4114" y="22618"/>
                </a:lnTo>
                <a:lnTo>
                  <a:pt x="4140" y="22491"/>
                </a:lnTo>
                <a:close/>
              </a:path>
              <a:path w="24764" h="32384">
                <a:moveTo>
                  <a:pt x="4165" y="32346"/>
                </a:moveTo>
                <a:lnTo>
                  <a:pt x="4152" y="32219"/>
                </a:lnTo>
                <a:lnTo>
                  <a:pt x="4127" y="32346"/>
                </a:lnTo>
                <a:close/>
              </a:path>
              <a:path w="24764" h="32384">
                <a:moveTo>
                  <a:pt x="4330" y="23228"/>
                </a:moveTo>
                <a:lnTo>
                  <a:pt x="4229" y="23075"/>
                </a:lnTo>
                <a:lnTo>
                  <a:pt x="4330" y="23228"/>
                </a:lnTo>
                <a:close/>
              </a:path>
              <a:path w="24764" h="32384">
                <a:moveTo>
                  <a:pt x="4381" y="21056"/>
                </a:moveTo>
                <a:lnTo>
                  <a:pt x="4343" y="21348"/>
                </a:lnTo>
                <a:lnTo>
                  <a:pt x="4381" y="21056"/>
                </a:lnTo>
                <a:close/>
              </a:path>
              <a:path w="24764" h="32384">
                <a:moveTo>
                  <a:pt x="4394" y="23050"/>
                </a:moveTo>
                <a:lnTo>
                  <a:pt x="4254" y="23050"/>
                </a:lnTo>
                <a:lnTo>
                  <a:pt x="4394" y="23050"/>
                </a:lnTo>
                <a:close/>
              </a:path>
              <a:path w="24764" h="32384">
                <a:moveTo>
                  <a:pt x="4419" y="31280"/>
                </a:moveTo>
                <a:lnTo>
                  <a:pt x="4279" y="31280"/>
                </a:lnTo>
                <a:lnTo>
                  <a:pt x="4419" y="31280"/>
                </a:lnTo>
                <a:close/>
              </a:path>
              <a:path w="24764" h="32384">
                <a:moveTo>
                  <a:pt x="4572" y="21056"/>
                </a:moveTo>
                <a:lnTo>
                  <a:pt x="4445" y="21107"/>
                </a:lnTo>
                <a:lnTo>
                  <a:pt x="4572" y="21056"/>
                </a:lnTo>
                <a:close/>
              </a:path>
              <a:path w="24764" h="32384">
                <a:moveTo>
                  <a:pt x="4648" y="30746"/>
                </a:moveTo>
                <a:lnTo>
                  <a:pt x="4610" y="30924"/>
                </a:lnTo>
                <a:lnTo>
                  <a:pt x="4648" y="30746"/>
                </a:lnTo>
                <a:close/>
              </a:path>
              <a:path w="24764" h="32384">
                <a:moveTo>
                  <a:pt x="4737" y="22440"/>
                </a:moveTo>
                <a:lnTo>
                  <a:pt x="4622" y="22313"/>
                </a:lnTo>
                <a:lnTo>
                  <a:pt x="4686" y="22555"/>
                </a:lnTo>
                <a:close/>
              </a:path>
              <a:path w="24764" h="32384">
                <a:moveTo>
                  <a:pt x="5016" y="31102"/>
                </a:moveTo>
                <a:close/>
              </a:path>
              <a:path w="24764" h="32384">
                <a:moveTo>
                  <a:pt x="5029" y="23202"/>
                </a:moveTo>
                <a:lnTo>
                  <a:pt x="4940" y="23012"/>
                </a:lnTo>
                <a:lnTo>
                  <a:pt x="4991" y="22860"/>
                </a:lnTo>
                <a:lnTo>
                  <a:pt x="4914" y="22656"/>
                </a:lnTo>
                <a:lnTo>
                  <a:pt x="4864" y="23114"/>
                </a:lnTo>
                <a:lnTo>
                  <a:pt x="4813" y="23317"/>
                </a:lnTo>
                <a:lnTo>
                  <a:pt x="4953" y="23152"/>
                </a:lnTo>
                <a:close/>
              </a:path>
              <a:path w="24764" h="32384">
                <a:moveTo>
                  <a:pt x="5257" y="26365"/>
                </a:moveTo>
                <a:lnTo>
                  <a:pt x="5168" y="26657"/>
                </a:lnTo>
                <a:lnTo>
                  <a:pt x="5257" y="26365"/>
                </a:lnTo>
                <a:close/>
              </a:path>
              <a:path w="24764" h="32384">
                <a:moveTo>
                  <a:pt x="5308" y="22948"/>
                </a:moveTo>
                <a:lnTo>
                  <a:pt x="5245" y="23075"/>
                </a:lnTo>
                <a:lnTo>
                  <a:pt x="5308" y="22948"/>
                </a:lnTo>
                <a:close/>
              </a:path>
              <a:path w="24764" h="32384">
                <a:moveTo>
                  <a:pt x="5321" y="26339"/>
                </a:moveTo>
                <a:lnTo>
                  <a:pt x="5283" y="26111"/>
                </a:lnTo>
                <a:lnTo>
                  <a:pt x="5257" y="26365"/>
                </a:lnTo>
                <a:close/>
              </a:path>
              <a:path w="24764" h="32384">
                <a:moveTo>
                  <a:pt x="5384" y="26746"/>
                </a:moveTo>
                <a:lnTo>
                  <a:pt x="5308" y="26593"/>
                </a:lnTo>
                <a:lnTo>
                  <a:pt x="5270" y="26720"/>
                </a:lnTo>
                <a:close/>
              </a:path>
              <a:path w="24764" h="32384">
                <a:moveTo>
                  <a:pt x="5499" y="24892"/>
                </a:moveTo>
                <a:lnTo>
                  <a:pt x="5435" y="25260"/>
                </a:lnTo>
                <a:lnTo>
                  <a:pt x="5499" y="24892"/>
                </a:lnTo>
                <a:close/>
              </a:path>
              <a:path w="24764" h="32384">
                <a:moveTo>
                  <a:pt x="5740" y="24612"/>
                </a:moveTo>
                <a:lnTo>
                  <a:pt x="5664" y="24942"/>
                </a:lnTo>
                <a:lnTo>
                  <a:pt x="5727" y="24765"/>
                </a:lnTo>
                <a:lnTo>
                  <a:pt x="5740" y="24612"/>
                </a:lnTo>
                <a:close/>
              </a:path>
              <a:path w="24764" h="32384">
                <a:moveTo>
                  <a:pt x="5816" y="24384"/>
                </a:moveTo>
                <a:lnTo>
                  <a:pt x="5803" y="24142"/>
                </a:lnTo>
                <a:lnTo>
                  <a:pt x="5727" y="24434"/>
                </a:lnTo>
                <a:close/>
              </a:path>
              <a:path w="24764" h="32384">
                <a:moveTo>
                  <a:pt x="6057" y="23317"/>
                </a:moveTo>
                <a:lnTo>
                  <a:pt x="6032" y="23672"/>
                </a:lnTo>
                <a:lnTo>
                  <a:pt x="6057" y="23317"/>
                </a:lnTo>
                <a:close/>
              </a:path>
              <a:path w="24764" h="32384">
                <a:moveTo>
                  <a:pt x="6591" y="1600"/>
                </a:moveTo>
                <a:lnTo>
                  <a:pt x="6299" y="1371"/>
                </a:lnTo>
                <a:lnTo>
                  <a:pt x="6172" y="1714"/>
                </a:lnTo>
                <a:lnTo>
                  <a:pt x="6184" y="2247"/>
                </a:lnTo>
                <a:lnTo>
                  <a:pt x="6146" y="2692"/>
                </a:lnTo>
                <a:lnTo>
                  <a:pt x="6362" y="2273"/>
                </a:lnTo>
                <a:lnTo>
                  <a:pt x="6248" y="1714"/>
                </a:lnTo>
                <a:lnTo>
                  <a:pt x="6591" y="1600"/>
                </a:lnTo>
                <a:close/>
              </a:path>
              <a:path w="24764" h="32384">
                <a:moveTo>
                  <a:pt x="7785" y="25704"/>
                </a:moveTo>
                <a:lnTo>
                  <a:pt x="7658" y="25692"/>
                </a:lnTo>
                <a:lnTo>
                  <a:pt x="7785" y="25704"/>
                </a:lnTo>
                <a:close/>
              </a:path>
              <a:path w="24764" h="32384">
                <a:moveTo>
                  <a:pt x="8699" y="4000"/>
                </a:moveTo>
                <a:lnTo>
                  <a:pt x="8661" y="3733"/>
                </a:lnTo>
                <a:lnTo>
                  <a:pt x="8521" y="3517"/>
                </a:lnTo>
                <a:lnTo>
                  <a:pt x="8547" y="3924"/>
                </a:lnTo>
                <a:lnTo>
                  <a:pt x="8699" y="4000"/>
                </a:lnTo>
                <a:close/>
              </a:path>
              <a:path w="24764" h="32384">
                <a:moveTo>
                  <a:pt x="10744" y="17767"/>
                </a:moveTo>
                <a:lnTo>
                  <a:pt x="10668" y="18021"/>
                </a:lnTo>
                <a:lnTo>
                  <a:pt x="10744" y="17767"/>
                </a:lnTo>
                <a:close/>
              </a:path>
              <a:path w="24764" h="32384">
                <a:moveTo>
                  <a:pt x="11912" y="17513"/>
                </a:moveTo>
                <a:lnTo>
                  <a:pt x="11480" y="17564"/>
                </a:lnTo>
                <a:lnTo>
                  <a:pt x="11480" y="18440"/>
                </a:lnTo>
                <a:lnTo>
                  <a:pt x="11747" y="18770"/>
                </a:lnTo>
                <a:lnTo>
                  <a:pt x="11569" y="18427"/>
                </a:lnTo>
                <a:lnTo>
                  <a:pt x="11569" y="18046"/>
                </a:lnTo>
                <a:lnTo>
                  <a:pt x="11760" y="17729"/>
                </a:lnTo>
                <a:lnTo>
                  <a:pt x="11912" y="17513"/>
                </a:lnTo>
                <a:close/>
              </a:path>
              <a:path w="24764" h="32384">
                <a:moveTo>
                  <a:pt x="14236" y="19837"/>
                </a:moveTo>
                <a:lnTo>
                  <a:pt x="14071" y="19773"/>
                </a:lnTo>
                <a:lnTo>
                  <a:pt x="14236" y="19837"/>
                </a:lnTo>
                <a:close/>
              </a:path>
              <a:path w="24764" h="32384">
                <a:moveTo>
                  <a:pt x="15392" y="19850"/>
                </a:moveTo>
                <a:lnTo>
                  <a:pt x="15087" y="19786"/>
                </a:lnTo>
                <a:lnTo>
                  <a:pt x="14833" y="19773"/>
                </a:lnTo>
                <a:lnTo>
                  <a:pt x="14833" y="19951"/>
                </a:lnTo>
                <a:lnTo>
                  <a:pt x="15252" y="19964"/>
                </a:lnTo>
                <a:lnTo>
                  <a:pt x="15049" y="19951"/>
                </a:lnTo>
                <a:lnTo>
                  <a:pt x="15278" y="20027"/>
                </a:lnTo>
                <a:lnTo>
                  <a:pt x="15392" y="19850"/>
                </a:lnTo>
                <a:close/>
              </a:path>
              <a:path w="24764" h="32384">
                <a:moveTo>
                  <a:pt x="15913" y="21082"/>
                </a:moveTo>
                <a:lnTo>
                  <a:pt x="15735" y="21170"/>
                </a:lnTo>
                <a:lnTo>
                  <a:pt x="15735" y="21526"/>
                </a:lnTo>
                <a:lnTo>
                  <a:pt x="15773" y="21209"/>
                </a:lnTo>
                <a:lnTo>
                  <a:pt x="15913" y="21082"/>
                </a:lnTo>
                <a:close/>
              </a:path>
              <a:path w="24764" h="32384">
                <a:moveTo>
                  <a:pt x="16484" y="15074"/>
                </a:moveTo>
                <a:lnTo>
                  <a:pt x="16383" y="14846"/>
                </a:lnTo>
                <a:lnTo>
                  <a:pt x="16129" y="14859"/>
                </a:lnTo>
                <a:lnTo>
                  <a:pt x="16179" y="15214"/>
                </a:lnTo>
                <a:lnTo>
                  <a:pt x="16446" y="15367"/>
                </a:lnTo>
                <a:lnTo>
                  <a:pt x="16484" y="15074"/>
                </a:lnTo>
                <a:close/>
              </a:path>
              <a:path w="24764" h="32384">
                <a:moveTo>
                  <a:pt x="17094" y="9169"/>
                </a:moveTo>
                <a:lnTo>
                  <a:pt x="16802" y="9220"/>
                </a:lnTo>
                <a:lnTo>
                  <a:pt x="16395" y="9436"/>
                </a:lnTo>
                <a:lnTo>
                  <a:pt x="16598" y="9601"/>
                </a:lnTo>
                <a:lnTo>
                  <a:pt x="16738" y="9461"/>
                </a:lnTo>
                <a:lnTo>
                  <a:pt x="17094" y="9321"/>
                </a:lnTo>
                <a:lnTo>
                  <a:pt x="17094" y="9169"/>
                </a:lnTo>
                <a:close/>
              </a:path>
              <a:path w="24764" h="32384">
                <a:moveTo>
                  <a:pt x="20116" y="139"/>
                </a:moveTo>
                <a:close/>
              </a:path>
              <a:path w="24764" h="32384">
                <a:moveTo>
                  <a:pt x="20370" y="0"/>
                </a:moveTo>
                <a:lnTo>
                  <a:pt x="20231" y="63"/>
                </a:lnTo>
                <a:lnTo>
                  <a:pt x="20231" y="292"/>
                </a:lnTo>
                <a:lnTo>
                  <a:pt x="20370" y="0"/>
                </a:lnTo>
                <a:close/>
              </a:path>
              <a:path w="24764" h="32384">
                <a:moveTo>
                  <a:pt x="21704" y="8636"/>
                </a:moveTo>
                <a:lnTo>
                  <a:pt x="21539" y="8661"/>
                </a:lnTo>
                <a:lnTo>
                  <a:pt x="21513" y="8458"/>
                </a:lnTo>
                <a:lnTo>
                  <a:pt x="21386" y="8483"/>
                </a:lnTo>
                <a:lnTo>
                  <a:pt x="21272" y="8890"/>
                </a:lnTo>
                <a:lnTo>
                  <a:pt x="21704" y="8636"/>
                </a:lnTo>
                <a:close/>
              </a:path>
              <a:path w="24764" h="32384">
                <a:moveTo>
                  <a:pt x="24231" y="4546"/>
                </a:moveTo>
                <a:lnTo>
                  <a:pt x="24079" y="4114"/>
                </a:lnTo>
                <a:lnTo>
                  <a:pt x="23990" y="4368"/>
                </a:lnTo>
                <a:lnTo>
                  <a:pt x="24117" y="4419"/>
                </a:lnTo>
                <a:lnTo>
                  <a:pt x="24104" y="4610"/>
                </a:lnTo>
                <a:lnTo>
                  <a:pt x="24231" y="45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2070823" y="1057592"/>
            <a:ext cx="18415" cy="11430"/>
          </a:xfrm>
          <a:custGeom>
            <a:avLst/>
            <a:gdLst/>
            <a:ahLst/>
            <a:cxnLst/>
            <a:rect l="l" t="t" r="r" b="b"/>
            <a:pathLst>
              <a:path w="18414" h="11430">
                <a:moveTo>
                  <a:pt x="5613" y="9791"/>
                </a:moveTo>
                <a:lnTo>
                  <a:pt x="5575" y="9931"/>
                </a:lnTo>
                <a:lnTo>
                  <a:pt x="5613" y="9791"/>
                </a:lnTo>
                <a:close/>
              </a:path>
              <a:path w="18414" h="11430">
                <a:moveTo>
                  <a:pt x="5676" y="4991"/>
                </a:moveTo>
                <a:lnTo>
                  <a:pt x="5626" y="4673"/>
                </a:lnTo>
                <a:lnTo>
                  <a:pt x="5473" y="4711"/>
                </a:lnTo>
                <a:lnTo>
                  <a:pt x="5562" y="4978"/>
                </a:lnTo>
                <a:lnTo>
                  <a:pt x="5410" y="5003"/>
                </a:lnTo>
                <a:lnTo>
                  <a:pt x="5638" y="5080"/>
                </a:lnTo>
                <a:lnTo>
                  <a:pt x="5664" y="5219"/>
                </a:lnTo>
                <a:lnTo>
                  <a:pt x="5676" y="4991"/>
                </a:lnTo>
                <a:close/>
              </a:path>
              <a:path w="18414" h="11430">
                <a:moveTo>
                  <a:pt x="5930" y="10388"/>
                </a:moveTo>
                <a:lnTo>
                  <a:pt x="5892" y="10248"/>
                </a:lnTo>
                <a:lnTo>
                  <a:pt x="5892" y="10375"/>
                </a:lnTo>
                <a:close/>
              </a:path>
              <a:path w="18414" h="11430">
                <a:moveTo>
                  <a:pt x="5930" y="5511"/>
                </a:moveTo>
                <a:lnTo>
                  <a:pt x="5892" y="5080"/>
                </a:lnTo>
                <a:lnTo>
                  <a:pt x="5829" y="5270"/>
                </a:lnTo>
                <a:lnTo>
                  <a:pt x="5930" y="5511"/>
                </a:lnTo>
                <a:close/>
              </a:path>
              <a:path w="18414" h="11430">
                <a:moveTo>
                  <a:pt x="5969" y="10210"/>
                </a:moveTo>
                <a:lnTo>
                  <a:pt x="5943" y="10033"/>
                </a:lnTo>
                <a:lnTo>
                  <a:pt x="5905" y="10236"/>
                </a:lnTo>
                <a:close/>
              </a:path>
              <a:path w="18414" h="11430">
                <a:moveTo>
                  <a:pt x="6007" y="520"/>
                </a:moveTo>
                <a:lnTo>
                  <a:pt x="5892" y="698"/>
                </a:lnTo>
                <a:lnTo>
                  <a:pt x="6007" y="520"/>
                </a:lnTo>
                <a:close/>
              </a:path>
              <a:path w="18414" h="11430">
                <a:moveTo>
                  <a:pt x="6057" y="4521"/>
                </a:moveTo>
                <a:lnTo>
                  <a:pt x="5994" y="4660"/>
                </a:lnTo>
                <a:lnTo>
                  <a:pt x="6057" y="4521"/>
                </a:lnTo>
                <a:close/>
              </a:path>
              <a:path w="18414" h="11430">
                <a:moveTo>
                  <a:pt x="6134" y="2438"/>
                </a:moveTo>
                <a:lnTo>
                  <a:pt x="6108" y="2565"/>
                </a:lnTo>
                <a:lnTo>
                  <a:pt x="6134" y="2438"/>
                </a:lnTo>
                <a:close/>
              </a:path>
              <a:path w="18414" h="11430">
                <a:moveTo>
                  <a:pt x="6134" y="850"/>
                </a:moveTo>
                <a:lnTo>
                  <a:pt x="6007" y="850"/>
                </a:lnTo>
                <a:lnTo>
                  <a:pt x="6134" y="876"/>
                </a:lnTo>
                <a:close/>
              </a:path>
              <a:path w="18414" h="11430">
                <a:moveTo>
                  <a:pt x="6134" y="63"/>
                </a:moveTo>
                <a:lnTo>
                  <a:pt x="5867" y="63"/>
                </a:lnTo>
                <a:lnTo>
                  <a:pt x="5892" y="495"/>
                </a:lnTo>
                <a:lnTo>
                  <a:pt x="6134" y="495"/>
                </a:lnTo>
                <a:lnTo>
                  <a:pt x="6134" y="63"/>
                </a:lnTo>
                <a:close/>
              </a:path>
              <a:path w="18414" h="11430">
                <a:moveTo>
                  <a:pt x="6172" y="2730"/>
                </a:moveTo>
                <a:lnTo>
                  <a:pt x="6108" y="2908"/>
                </a:lnTo>
                <a:lnTo>
                  <a:pt x="6172" y="2730"/>
                </a:lnTo>
                <a:close/>
              </a:path>
              <a:path w="18414" h="11430">
                <a:moveTo>
                  <a:pt x="6172" y="1092"/>
                </a:moveTo>
                <a:lnTo>
                  <a:pt x="6032" y="1028"/>
                </a:lnTo>
                <a:lnTo>
                  <a:pt x="6057" y="1244"/>
                </a:lnTo>
                <a:lnTo>
                  <a:pt x="6172" y="1092"/>
                </a:lnTo>
                <a:close/>
              </a:path>
              <a:path w="18414" h="11430">
                <a:moveTo>
                  <a:pt x="6197" y="1739"/>
                </a:moveTo>
                <a:lnTo>
                  <a:pt x="6172" y="1397"/>
                </a:lnTo>
                <a:lnTo>
                  <a:pt x="6032" y="1422"/>
                </a:lnTo>
                <a:lnTo>
                  <a:pt x="6032" y="1727"/>
                </a:lnTo>
                <a:lnTo>
                  <a:pt x="6032" y="1422"/>
                </a:lnTo>
                <a:lnTo>
                  <a:pt x="6032" y="1270"/>
                </a:lnTo>
                <a:lnTo>
                  <a:pt x="6007" y="1574"/>
                </a:lnTo>
                <a:lnTo>
                  <a:pt x="5727" y="1612"/>
                </a:lnTo>
                <a:lnTo>
                  <a:pt x="5803" y="1295"/>
                </a:lnTo>
                <a:lnTo>
                  <a:pt x="5867" y="63"/>
                </a:lnTo>
                <a:lnTo>
                  <a:pt x="0" y="63"/>
                </a:lnTo>
                <a:lnTo>
                  <a:pt x="0" y="5257"/>
                </a:lnTo>
                <a:lnTo>
                  <a:pt x="4864" y="5257"/>
                </a:lnTo>
                <a:lnTo>
                  <a:pt x="4800" y="4445"/>
                </a:lnTo>
                <a:lnTo>
                  <a:pt x="4559" y="4445"/>
                </a:lnTo>
                <a:lnTo>
                  <a:pt x="4546" y="4254"/>
                </a:lnTo>
                <a:lnTo>
                  <a:pt x="5308" y="4254"/>
                </a:lnTo>
                <a:lnTo>
                  <a:pt x="5461" y="4254"/>
                </a:lnTo>
                <a:lnTo>
                  <a:pt x="5842" y="4254"/>
                </a:lnTo>
                <a:lnTo>
                  <a:pt x="5765" y="4419"/>
                </a:lnTo>
                <a:lnTo>
                  <a:pt x="5740" y="4292"/>
                </a:lnTo>
                <a:lnTo>
                  <a:pt x="5588" y="4292"/>
                </a:lnTo>
                <a:lnTo>
                  <a:pt x="5689" y="4546"/>
                </a:lnTo>
                <a:lnTo>
                  <a:pt x="5715" y="4711"/>
                </a:lnTo>
                <a:lnTo>
                  <a:pt x="5829" y="4521"/>
                </a:lnTo>
                <a:lnTo>
                  <a:pt x="5854" y="4254"/>
                </a:lnTo>
                <a:lnTo>
                  <a:pt x="6070" y="4254"/>
                </a:lnTo>
                <a:lnTo>
                  <a:pt x="5969" y="3111"/>
                </a:lnTo>
                <a:lnTo>
                  <a:pt x="6019" y="2374"/>
                </a:lnTo>
                <a:lnTo>
                  <a:pt x="6057" y="2222"/>
                </a:lnTo>
                <a:lnTo>
                  <a:pt x="6108" y="2044"/>
                </a:lnTo>
                <a:lnTo>
                  <a:pt x="4800" y="2120"/>
                </a:lnTo>
                <a:lnTo>
                  <a:pt x="4749" y="1943"/>
                </a:lnTo>
                <a:lnTo>
                  <a:pt x="6007" y="1943"/>
                </a:lnTo>
                <a:lnTo>
                  <a:pt x="6108" y="1765"/>
                </a:lnTo>
                <a:close/>
              </a:path>
              <a:path w="18414" h="11430">
                <a:moveTo>
                  <a:pt x="6210" y="5511"/>
                </a:moveTo>
                <a:lnTo>
                  <a:pt x="6172" y="5384"/>
                </a:lnTo>
                <a:lnTo>
                  <a:pt x="6146" y="5511"/>
                </a:lnTo>
                <a:close/>
              </a:path>
              <a:path w="18414" h="11430">
                <a:moveTo>
                  <a:pt x="6261" y="5511"/>
                </a:moveTo>
                <a:close/>
              </a:path>
              <a:path w="18414" h="11430">
                <a:moveTo>
                  <a:pt x="6350" y="2209"/>
                </a:moveTo>
                <a:lnTo>
                  <a:pt x="6337" y="2082"/>
                </a:lnTo>
                <a:lnTo>
                  <a:pt x="6350" y="2209"/>
                </a:lnTo>
                <a:close/>
              </a:path>
              <a:path w="18414" h="11430">
                <a:moveTo>
                  <a:pt x="6400" y="2413"/>
                </a:moveTo>
                <a:lnTo>
                  <a:pt x="6375" y="2540"/>
                </a:lnTo>
                <a:lnTo>
                  <a:pt x="6400" y="2413"/>
                </a:lnTo>
                <a:close/>
              </a:path>
              <a:path w="18414" h="11430">
                <a:moveTo>
                  <a:pt x="6477" y="9779"/>
                </a:moveTo>
                <a:lnTo>
                  <a:pt x="6337" y="9842"/>
                </a:lnTo>
                <a:lnTo>
                  <a:pt x="6464" y="9842"/>
                </a:lnTo>
                <a:close/>
              </a:path>
              <a:path w="18414" h="11430">
                <a:moveTo>
                  <a:pt x="6604" y="4330"/>
                </a:moveTo>
                <a:lnTo>
                  <a:pt x="6565" y="4191"/>
                </a:lnTo>
                <a:lnTo>
                  <a:pt x="6477" y="4356"/>
                </a:lnTo>
                <a:lnTo>
                  <a:pt x="6604" y="4330"/>
                </a:lnTo>
                <a:close/>
              </a:path>
              <a:path w="18414" h="11430">
                <a:moveTo>
                  <a:pt x="6743" y="10909"/>
                </a:moveTo>
                <a:close/>
              </a:path>
              <a:path w="18414" h="11430">
                <a:moveTo>
                  <a:pt x="6756" y="3619"/>
                </a:moveTo>
                <a:close/>
              </a:path>
              <a:path w="18414" h="11430">
                <a:moveTo>
                  <a:pt x="6807" y="1841"/>
                </a:moveTo>
                <a:lnTo>
                  <a:pt x="6705" y="2006"/>
                </a:lnTo>
                <a:lnTo>
                  <a:pt x="6616" y="2247"/>
                </a:lnTo>
                <a:lnTo>
                  <a:pt x="6731" y="2057"/>
                </a:lnTo>
                <a:lnTo>
                  <a:pt x="6743" y="1892"/>
                </a:lnTo>
                <a:close/>
              </a:path>
              <a:path w="18414" h="11430">
                <a:moveTo>
                  <a:pt x="6870" y="3771"/>
                </a:moveTo>
                <a:lnTo>
                  <a:pt x="6731" y="3771"/>
                </a:lnTo>
                <a:lnTo>
                  <a:pt x="6870" y="3771"/>
                </a:lnTo>
                <a:close/>
              </a:path>
              <a:path w="18414" h="11430">
                <a:moveTo>
                  <a:pt x="6997" y="9829"/>
                </a:moveTo>
                <a:lnTo>
                  <a:pt x="6858" y="9829"/>
                </a:lnTo>
                <a:lnTo>
                  <a:pt x="6997" y="9829"/>
                </a:lnTo>
                <a:close/>
              </a:path>
              <a:path w="18414" h="11430">
                <a:moveTo>
                  <a:pt x="7137" y="2654"/>
                </a:moveTo>
                <a:lnTo>
                  <a:pt x="7035" y="2781"/>
                </a:lnTo>
                <a:lnTo>
                  <a:pt x="7137" y="2654"/>
                </a:lnTo>
                <a:close/>
              </a:path>
              <a:path w="18414" h="11430">
                <a:moveTo>
                  <a:pt x="7150" y="0"/>
                </a:moveTo>
                <a:lnTo>
                  <a:pt x="7112" y="254"/>
                </a:lnTo>
                <a:lnTo>
                  <a:pt x="7150" y="0"/>
                </a:lnTo>
                <a:close/>
              </a:path>
              <a:path w="18414" h="11430">
                <a:moveTo>
                  <a:pt x="7391" y="3098"/>
                </a:moveTo>
                <a:close/>
              </a:path>
              <a:path w="18414" h="11430">
                <a:moveTo>
                  <a:pt x="7493" y="3619"/>
                </a:moveTo>
                <a:lnTo>
                  <a:pt x="7277" y="3479"/>
                </a:lnTo>
                <a:lnTo>
                  <a:pt x="7239" y="3670"/>
                </a:lnTo>
                <a:lnTo>
                  <a:pt x="7289" y="4038"/>
                </a:lnTo>
                <a:lnTo>
                  <a:pt x="7327" y="3860"/>
                </a:lnTo>
                <a:lnTo>
                  <a:pt x="7480" y="3937"/>
                </a:lnTo>
                <a:lnTo>
                  <a:pt x="7416" y="3784"/>
                </a:lnTo>
                <a:lnTo>
                  <a:pt x="7493" y="3619"/>
                </a:lnTo>
                <a:close/>
              </a:path>
              <a:path w="18414" h="11430">
                <a:moveTo>
                  <a:pt x="7531" y="711"/>
                </a:moveTo>
                <a:lnTo>
                  <a:pt x="7416" y="850"/>
                </a:lnTo>
                <a:lnTo>
                  <a:pt x="7531" y="711"/>
                </a:lnTo>
                <a:close/>
              </a:path>
              <a:path w="18414" h="11430">
                <a:moveTo>
                  <a:pt x="7594" y="9652"/>
                </a:moveTo>
                <a:close/>
              </a:path>
              <a:path w="18414" h="11430">
                <a:moveTo>
                  <a:pt x="7670" y="2387"/>
                </a:moveTo>
                <a:lnTo>
                  <a:pt x="7556" y="2260"/>
                </a:lnTo>
                <a:lnTo>
                  <a:pt x="7531" y="2489"/>
                </a:lnTo>
                <a:lnTo>
                  <a:pt x="7670" y="2387"/>
                </a:lnTo>
                <a:close/>
              </a:path>
              <a:path w="18414" h="11430">
                <a:moveTo>
                  <a:pt x="7721" y="431"/>
                </a:moveTo>
                <a:lnTo>
                  <a:pt x="7620" y="127"/>
                </a:lnTo>
                <a:lnTo>
                  <a:pt x="7607" y="330"/>
                </a:lnTo>
                <a:close/>
              </a:path>
              <a:path w="18414" h="11430">
                <a:moveTo>
                  <a:pt x="7772" y="3848"/>
                </a:moveTo>
                <a:close/>
              </a:path>
              <a:path w="18414" h="11430">
                <a:moveTo>
                  <a:pt x="7785" y="444"/>
                </a:moveTo>
                <a:lnTo>
                  <a:pt x="7683" y="647"/>
                </a:lnTo>
                <a:lnTo>
                  <a:pt x="7785" y="444"/>
                </a:lnTo>
                <a:close/>
              </a:path>
              <a:path w="18414" h="11430">
                <a:moveTo>
                  <a:pt x="7835" y="25"/>
                </a:moveTo>
                <a:lnTo>
                  <a:pt x="7772" y="228"/>
                </a:lnTo>
                <a:lnTo>
                  <a:pt x="7835" y="25"/>
                </a:lnTo>
                <a:close/>
              </a:path>
              <a:path w="18414" h="11430">
                <a:moveTo>
                  <a:pt x="7962" y="1917"/>
                </a:moveTo>
                <a:lnTo>
                  <a:pt x="7899" y="1549"/>
                </a:lnTo>
                <a:lnTo>
                  <a:pt x="7924" y="1955"/>
                </a:lnTo>
                <a:close/>
              </a:path>
              <a:path w="18414" h="11430">
                <a:moveTo>
                  <a:pt x="8001" y="1930"/>
                </a:moveTo>
                <a:lnTo>
                  <a:pt x="7924" y="2070"/>
                </a:lnTo>
                <a:lnTo>
                  <a:pt x="8001" y="1930"/>
                </a:lnTo>
                <a:close/>
              </a:path>
              <a:path w="18414" h="11430">
                <a:moveTo>
                  <a:pt x="8115" y="2540"/>
                </a:moveTo>
                <a:lnTo>
                  <a:pt x="8077" y="2387"/>
                </a:lnTo>
                <a:lnTo>
                  <a:pt x="8051" y="2540"/>
                </a:lnTo>
                <a:close/>
              </a:path>
              <a:path w="18414" h="11430">
                <a:moveTo>
                  <a:pt x="8115" y="1270"/>
                </a:moveTo>
                <a:lnTo>
                  <a:pt x="7975" y="1422"/>
                </a:lnTo>
                <a:lnTo>
                  <a:pt x="8115" y="1358"/>
                </a:lnTo>
                <a:close/>
              </a:path>
              <a:path w="18414" h="11430">
                <a:moveTo>
                  <a:pt x="8242" y="2374"/>
                </a:moveTo>
                <a:lnTo>
                  <a:pt x="8216" y="2209"/>
                </a:lnTo>
                <a:lnTo>
                  <a:pt x="8178" y="2057"/>
                </a:lnTo>
                <a:lnTo>
                  <a:pt x="8115" y="1879"/>
                </a:lnTo>
                <a:lnTo>
                  <a:pt x="8242" y="2374"/>
                </a:lnTo>
                <a:close/>
              </a:path>
              <a:path w="18414" h="11430">
                <a:moveTo>
                  <a:pt x="8242" y="457"/>
                </a:moveTo>
                <a:close/>
              </a:path>
              <a:path w="18414" h="11430">
                <a:moveTo>
                  <a:pt x="8280" y="2425"/>
                </a:moveTo>
                <a:lnTo>
                  <a:pt x="8255" y="2667"/>
                </a:lnTo>
                <a:lnTo>
                  <a:pt x="8280" y="2425"/>
                </a:lnTo>
                <a:close/>
              </a:path>
              <a:path w="18414" h="11430">
                <a:moveTo>
                  <a:pt x="8534" y="3136"/>
                </a:moveTo>
                <a:lnTo>
                  <a:pt x="8509" y="3479"/>
                </a:lnTo>
                <a:lnTo>
                  <a:pt x="8534" y="3136"/>
                </a:lnTo>
                <a:close/>
              </a:path>
              <a:path w="18414" h="11430">
                <a:moveTo>
                  <a:pt x="10210" y="1092"/>
                </a:moveTo>
                <a:close/>
              </a:path>
              <a:path w="18414" h="11430">
                <a:moveTo>
                  <a:pt x="17805" y="2794"/>
                </a:moveTo>
                <a:lnTo>
                  <a:pt x="17767" y="2197"/>
                </a:lnTo>
                <a:lnTo>
                  <a:pt x="17780" y="1727"/>
                </a:lnTo>
                <a:lnTo>
                  <a:pt x="17716" y="2070"/>
                </a:lnTo>
                <a:lnTo>
                  <a:pt x="17780" y="2692"/>
                </a:lnTo>
                <a:lnTo>
                  <a:pt x="17741" y="3136"/>
                </a:lnTo>
                <a:lnTo>
                  <a:pt x="17805" y="27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2070823" y="1062976"/>
            <a:ext cx="18415" cy="6985"/>
          </a:xfrm>
          <a:custGeom>
            <a:avLst/>
            <a:gdLst/>
            <a:ahLst/>
            <a:cxnLst/>
            <a:rect l="l" t="t" r="r" b="b"/>
            <a:pathLst>
              <a:path w="18414" h="6984">
                <a:moveTo>
                  <a:pt x="5676" y="5003"/>
                </a:moveTo>
                <a:lnTo>
                  <a:pt x="5626" y="4686"/>
                </a:lnTo>
                <a:lnTo>
                  <a:pt x="5473" y="4724"/>
                </a:lnTo>
                <a:lnTo>
                  <a:pt x="5562" y="4991"/>
                </a:lnTo>
                <a:lnTo>
                  <a:pt x="5410" y="5003"/>
                </a:lnTo>
                <a:lnTo>
                  <a:pt x="5638" y="5080"/>
                </a:lnTo>
                <a:lnTo>
                  <a:pt x="5664" y="5219"/>
                </a:lnTo>
                <a:lnTo>
                  <a:pt x="5676" y="5003"/>
                </a:lnTo>
                <a:close/>
              </a:path>
              <a:path w="18414" h="6984">
                <a:moveTo>
                  <a:pt x="5930" y="5994"/>
                </a:moveTo>
                <a:lnTo>
                  <a:pt x="5892" y="6121"/>
                </a:lnTo>
                <a:lnTo>
                  <a:pt x="5930" y="5994"/>
                </a:lnTo>
                <a:close/>
              </a:path>
              <a:path w="18414" h="6984">
                <a:moveTo>
                  <a:pt x="5930" y="5524"/>
                </a:moveTo>
                <a:lnTo>
                  <a:pt x="5892" y="5092"/>
                </a:lnTo>
                <a:lnTo>
                  <a:pt x="5829" y="5283"/>
                </a:lnTo>
                <a:lnTo>
                  <a:pt x="5930" y="5524"/>
                </a:lnTo>
                <a:close/>
              </a:path>
              <a:path w="18414" h="6984">
                <a:moveTo>
                  <a:pt x="5969" y="6159"/>
                </a:moveTo>
                <a:lnTo>
                  <a:pt x="5943" y="6362"/>
                </a:lnTo>
                <a:lnTo>
                  <a:pt x="5969" y="6159"/>
                </a:lnTo>
                <a:close/>
              </a:path>
              <a:path w="18414" h="6984">
                <a:moveTo>
                  <a:pt x="6007" y="520"/>
                </a:moveTo>
                <a:lnTo>
                  <a:pt x="5892" y="723"/>
                </a:lnTo>
                <a:lnTo>
                  <a:pt x="6007" y="520"/>
                </a:lnTo>
                <a:close/>
              </a:path>
              <a:path w="18414" h="6984">
                <a:moveTo>
                  <a:pt x="6057" y="4521"/>
                </a:moveTo>
                <a:lnTo>
                  <a:pt x="5994" y="4660"/>
                </a:lnTo>
                <a:lnTo>
                  <a:pt x="6057" y="4521"/>
                </a:lnTo>
                <a:close/>
              </a:path>
              <a:path w="18414" h="6984">
                <a:moveTo>
                  <a:pt x="6108" y="2057"/>
                </a:moveTo>
                <a:close/>
              </a:path>
              <a:path w="18414" h="6984">
                <a:moveTo>
                  <a:pt x="6134" y="2476"/>
                </a:moveTo>
                <a:close/>
              </a:path>
              <a:path w="18414" h="6984">
                <a:moveTo>
                  <a:pt x="6134" y="76"/>
                </a:moveTo>
                <a:lnTo>
                  <a:pt x="5867" y="76"/>
                </a:lnTo>
                <a:lnTo>
                  <a:pt x="5880" y="482"/>
                </a:lnTo>
                <a:lnTo>
                  <a:pt x="6134" y="482"/>
                </a:lnTo>
                <a:lnTo>
                  <a:pt x="6134" y="76"/>
                </a:lnTo>
                <a:close/>
              </a:path>
              <a:path w="18414" h="6984">
                <a:moveTo>
                  <a:pt x="6172" y="2755"/>
                </a:moveTo>
                <a:lnTo>
                  <a:pt x="6108" y="2921"/>
                </a:lnTo>
                <a:lnTo>
                  <a:pt x="6172" y="2755"/>
                </a:lnTo>
                <a:close/>
              </a:path>
              <a:path w="18414" h="6984">
                <a:moveTo>
                  <a:pt x="6172" y="1104"/>
                </a:moveTo>
                <a:lnTo>
                  <a:pt x="6032" y="1028"/>
                </a:lnTo>
                <a:lnTo>
                  <a:pt x="6057" y="1244"/>
                </a:lnTo>
                <a:lnTo>
                  <a:pt x="6172" y="1104"/>
                </a:lnTo>
                <a:close/>
              </a:path>
              <a:path w="18414" h="6984">
                <a:moveTo>
                  <a:pt x="6197" y="5524"/>
                </a:moveTo>
                <a:close/>
              </a:path>
              <a:path w="18414" h="6984">
                <a:moveTo>
                  <a:pt x="6197" y="1752"/>
                </a:moveTo>
                <a:lnTo>
                  <a:pt x="6172" y="1397"/>
                </a:lnTo>
                <a:lnTo>
                  <a:pt x="6032" y="1435"/>
                </a:lnTo>
                <a:lnTo>
                  <a:pt x="6032" y="1727"/>
                </a:lnTo>
                <a:lnTo>
                  <a:pt x="6032" y="1435"/>
                </a:lnTo>
                <a:lnTo>
                  <a:pt x="6032" y="1282"/>
                </a:lnTo>
                <a:lnTo>
                  <a:pt x="6007" y="1587"/>
                </a:lnTo>
                <a:lnTo>
                  <a:pt x="5727" y="1651"/>
                </a:lnTo>
                <a:lnTo>
                  <a:pt x="5791" y="1333"/>
                </a:lnTo>
                <a:lnTo>
                  <a:pt x="5867" y="76"/>
                </a:lnTo>
                <a:lnTo>
                  <a:pt x="0" y="76"/>
                </a:lnTo>
                <a:lnTo>
                  <a:pt x="0" y="5295"/>
                </a:lnTo>
                <a:lnTo>
                  <a:pt x="4864" y="5295"/>
                </a:lnTo>
                <a:lnTo>
                  <a:pt x="4826" y="4813"/>
                </a:lnTo>
                <a:lnTo>
                  <a:pt x="4584" y="4813"/>
                </a:lnTo>
                <a:lnTo>
                  <a:pt x="4546" y="4292"/>
                </a:lnTo>
                <a:lnTo>
                  <a:pt x="5588" y="4292"/>
                </a:lnTo>
                <a:lnTo>
                  <a:pt x="5689" y="4559"/>
                </a:lnTo>
                <a:lnTo>
                  <a:pt x="5715" y="4711"/>
                </a:lnTo>
                <a:lnTo>
                  <a:pt x="5829" y="4521"/>
                </a:lnTo>
                <a:lnTo>
                  <a:pt x="5854" y="4292"/>
                </a:lnTo>
                <a:lnTo>
                  <a:pt x="6096" y="4292"/>
                </a:lnTo>
                <a:lnTo>
                  <a:pt x="6019" y="2400"/>
                </a:lnTo>
                <a:lnTo>
                  <a:pt x="6057" y="2247"/>
                </a:lnTo>
                <a:lnTo>
                  <a:pt x="5829" y="2159"/>
                </a:lnTo>
                <a:lnTo>
                  <a:pt x="5829" y="4292"/>
                </a:lnTo>
                <a:lnTo>
                  <a:pt x="5765" y="4419"/>
                </a:lnTo>
                <a:lnTo>
                  <a:pt x="5727" y="4292"/>
                </a:lnTo>
                <a:lnTo>
                  <a:pt x="5829" y="2159"/>
                </a:lnTo>
                <a:lnTo>
                  <a:pt x="4800" y="2159"/>
                </a:lnTo>
                <a:lnTo>
                  <a:pt x="4749" y="1981"/>
                </a:lnTo>
                <a:lnTo>
                  <a:pt x="6007" y="1981"/>
                </a:lnTo>
                <a:lnTo>
                  <a:pt x="5994" y="1854"/>
                </a:lnTo>
                <a:lnTo>
                  <a:pt x="6172" y="1841"/>
                </a:lnTo>
                <a:close/>
              </a:path>
              <a:path w="18414" h="6984">
                <a:moveTo>
                  <a:pt x="6197" y="990"/>
                </a:moveTo>
                <a:lnTo>
                  <a:pt x="6134" y="838"/>
                </a:lnTo>
                <a:lnTo>
                  <a:pt x="6007" y="838"/>
                </a:lnTo>
                <a:lnTo>
                  <a:pt x="6134" y="889"/>
                </a:lnTo>
                <a:close/>
              </a:path>
              <a:path w="18414" h="6984">
                <a:moveTo>
                  <a:pt x="6261" y="5524"/>
                </a:moveTo>
                <a:close/>
              </a:path>
              <a:path w="18414" h="6984">
                <a:moveTo>
                  <a:pt x="6286" y="1803"/>
                </a:moveTo>
                <a:lnTo>
                  <a:pt x="6197" y="2006"/>
                </a:lnTo>
                <a:lnTo>
                  <a:pt x="6134" y="2374"/>
                </a:lnTo>
                <a:lnTo>
                  <a:pt x="6235" y="2247"/>
                </a:lnTo>
                <a:lnTo>
                  <a:pt x="6286" y="2108"/>
                </a:lnTo>
                <a:lnTo>
                  <a:pt x="6235" y="1892"/>
                </a:lnTo>
                <a:close/>
              </a:path>
              <a:path w="18414" h="6984">
                <a:moveTo>
                  <a:pt x="6350" y="2235"/>
                </a:moveTo>
                <a:lnTo>
                  <a:pt x="6337" y="2095"/>
                </a:lnTo>
                <a:lnTo>
                  <a:pt x="6350" y="2235"/>
                </a:lnTo>
                <a:close/>
              </a:path>
              <a:path w="18414" h="6984">
                <a:moveTo>
                  <a:pt x="6400" y="2425"/>
                </a:moveTo>
                <a:close/>
              </a:path>
              <a:path w="18414" h="6984">
                <a:moveTo>
                  <a:pt x="6413" y="4152"/>
                </a:moveTo>
                <a:lnTo>
                  <a:pt x="6388" y="4292"/>
                </a:lnTo>
                <a:lnTo>
                  <a:pt x="6413" y="4152"/>
                </a:lnTo>
                <a:close/>
              </a:path>
              <a:path w="18414" h="6984">
                <a:moveTo>
                  <a:pt x="6426" y="1498"/>
                </a:moveTo>
                <a:lnTo>
                  <a:pt x="6248" y="1612"/>
                </a:lnTo>
                <a:lnTo>
                  <a:pt x="6286" y="1803"/>
                </a:lnTo>
                <a:lnTo>
                  <a:pt x="6362" y="1676"/>
                </a:lnTo>
                <a:lnTo>
                  <a:pt x="6426" y="1498"/>
                </a:lnTo>
                <a:close/>
              </a:path>
              <a:path w="18414" h="6984">
                <a:moveTo>
                  <a:pt x="6604" y="4330"/>
                </a:moveTo>
                <a:lnTo>
                  <a:pt x="6565" y="4203"/>
                </a:lnTo>
                <a:lnTo>
                  <a:pt x="6477" y="4356"/>
                </a:lnTo>
                <a:lnTo>
                  <a:pt x="6604" y="4330"/>
                </a:lnTo>
                <a:close/>
              </a:path>
              <a:path w="18414" h="6984">
                <a:moveTo>
                  <a:pt x="6743" y="5473"/>
                </a:moveTo>
                <a:close/>
              </a:path>
              <a:path w="18414" h="6984">
                <a:moveTo>
                  <a:pt x="6807" y="3594"/>
                </a:moveTo>
                <a:lnTo>
                  <a:pt x="6667" y="3644"/>
                </a:lnTo>
                <a:lnTo>
                  <a:pt x="6807" y="3594"/>
                </a:lnTo>
                <a:close/>
              </a:path>
              <a:path w="18414" h="6984">
                <a:moveTo>
                  <a:pt x="6807" y="1841"/>
                </a:moveTo>
                <a:lnTo>
                  <a:pt x="6705" y="2032"/>
                </a:lnTo>
                <a:lnTo>
                  <a:pt x="6654" y="1892"/>
                </a:lnTo>
                <a:lnTo>
                  <a:pt x="6616" y="2247"/>
                </a:lnTo>
                <a:lnTo>
                  <a:pt x="6731" y="2082"/>
                </a:lnTo>
                <a:lnTo>
                  <a:pt x="6743" y="1879"/>
                </a:lnTo>
                <a:close/>
              </a:path>
              <a:path w="18414" h="6984">
                <a:moveTo>
                  <a:pt x="6870" y="3771"/>
                </a:moveTo>
                <a:lnTo>
                  <a:pt x="6731" y="3771"/>
                </a:lnTo>
                <a:lnTo>
                  <a:pt x="6870" y="3771"/>
                </a:lnTo>
                <a:close/>
              </a:path>
              <a:path w="18414" h="6984">
                <a:moveTo>
                  <a:pt x="7137" y="2679"/>
                </a:moveTo>
                <a:lnTo>
                  <a:pt x="7035" y="2819"/>
                </a:lnTo>
                <a:lnTo>
                  <a:pt x="7137" y="2679"/>
                </a:lnTo>
                <a:close/>
              </a:path>
              <a:path w="18414" h="6984">
                <a:moveTo>
                  <a:pt x="7150" y="0"/>
                </a:moveTo>
                <a:lnTo>
                  <a:pt x="7112" y="266"/>
                </a:lnTo>
                <a:lnTo>
                  <a:pt x="7150" y="0"/>
                </a:lnTo>
                <a:close/>
              </a:path>
              <a:path w="18414" h="6984">
                <a:moveTo>
                  <a:pt x="7226" y="3924"/>
                </a:moveTo>
                <a:lnTo>
                  <a:pt x="7188" y="4102"/>
                </a:lnTo>
                <a:lnTo>
                  <a:pt x="7226" y="3924"/>
                </a:lnTo>
                <a:close/>
              </a:path>
              <a:path w="18414" h="6984">
                <a:moveTo>
                  <a:pt x="7391" y="3111"/>
                </a:moveTo>
                <a:close/>
              </a:path>
              <a:path w="18414" h="6984">
                <a:moveTo>
                  <a:pt x="7493" y="3619"/>
                </a:moveTo>
                <a:lnTo>
                  <a:pt x="7277" y="3505"/>
                </a:lnTo>
                <a:lnTo>
                  <a:pt x="7239" y="3695"/>
                </a:lnTo>
                <a:lnTo>
                  <a:pt x="7289" y="4051"/>
                </a:lnTo>
                <a:lnTo>
                  <a:pt x="7327" y="3886"/>
                </a:lnTo>
                <a:lnTo>
                  <a:pt x="7480" y="3975"/>
                </a:lnTo>
                <a:lnTo>
                  <a:pt x="7416" y="3797"/>
                </a:lnTo>
                <a:lnTo>
                  <a:pt x="7493" y="3619"/>
                </a:lnTo>
                <a:close/>
              </a:path>
              <a:path w="18414" h="6984">
                <a:moveTo>
                  <a:pt x="7531" y="711"/>
                </a:moveTo>
                <a:lnTo>
                  <a:pt x="7416" y="838"/>
                </a:lnTo>
                <a:lnTo>
                  <a:pt x="7531" y="711"/>
                </a:lnTo>
                <a:close/>
              </a:path>
              <a:path w="18414" h="6984">
                <a:moveTo>
                  <a:pt x="7594" y="4267"/>
                </a:moveTo>
                <a:close/>
              </a:path>
              <a:path w="18414" h="6984">
                <a:moveTo>
                  <a:pt x="7670" y="2387"/>
                </a:moveTo>
                <a:lnTo>
                  <a:pt x="7556" y="2260"/>
                </a:lnTo>
                <a:lnTo>
                  <a:pt x="7531" y="2501"/>
                </a:lnTo>
                <a:lnTo>
                  <a:pt x="7670" y="2387"/>
                </a:lnTo>
                <a:close/>
              </a:path>
              <a:path w="18414" h="6984">
                <a:moveTo>
                  <a:pt x="7721" y="431"/>
                </a:moveTo>
                <a:lnTo>
                  <a:pt x="7620" y="139"/>
                </a:lnTo>
                <a:lnTo>
                  <a:pt x="7607" y="330"/>
                </a:lnTo>
                <a:close/>
              </a:path>
              <a:path w="18414" h="6984">
                <a:moveTo>
                  <a:pt x="7772" y="3873"/>
                </a:moveTo>
                <a:lnTo>
                  <a:pt x="7708" y="3746"/>
                </a:lnTo>
                <a:lnTo>
                  <a:pt x="7670" y="3886"/>
                </a:lnTo>
                <a:close/>
              </a:path>
              <a:path w="18414" h="6984">
                <a:moveTo>
                  <a:pt x="7785" y="457"/>
                </a:moveTo>
                <a:lnTo>
                  <a:pt x="7683" y="660"/>
                </a:lnTo>
                <a:lnTo>
                  <a:pt x="7785" y="457"/>
                </a:lnTo>
                <a:close/>
              </a:path>
              <a:path w="18414" h="6984">
                <a:moveTo>
                  <a:pt x="7835" y="38"/>
                </a:moveTo>
                <a:lnTo>
                  <a:pt x="7772" y="215"/>
                </a:lnTo>
                <a:lnTo>
                  <a:pt x="7835" y="38"/>
                </a:lnTo>
                <a:close/>
              </a:path>
              <a:path w="18414" h="6984">
                <a:moveTo>
                  <a:pt x="7962" y="1917"/>
                </a:moveTo>
                <a:lnTo>
                  <a:pt x="7899" y="1562"/>
                </a:lnTo>
                <a:lnTo>
                  <a:pt x="7924" y="1955"/>
                </a:lnTo>
                <a:close/>
              </a:path>
              <a:path w="18414" h="6984">
                <a:moveTo>
                  <a:pt x="8001" y="1943"/>
                </a:moveTo>
                <a:lnTo>
                  <a:pt x="7924" y="2082"/>
                </a:lnTo>
                <a:lnTo>
                  <a:pt x="8001" y="1943"/>
                </a:lnTo>
                <a:close/>
              </a:path>
              <a:path w="18414" h="6984">
                <a:moveTo>
                  <a:pt x="8115" y="2540"/>
                </a:moveTo>
                <a:lnTo>
                  <a:pt x="8077" y="2387"/>
                </a:lnTo>
                <a:lnTo>
                  <a:pt x="8051" y="2540"/>
                </a:lnTo>
                <a:close/>
              </a:path>
              <a:path w="18414" h="6984">
                <a:moveTo>
                  <a:pt x="8115" y="1270"/>
                </a:moveTo>
                <a:lnTo>
                  <a:pt x="7975" y="1422"/>
                </a:lnTo>
                <a:lnTo>
                  <a:pt x="8115" y="1371"/>
                </a:lnTo>
                <a:close/>
              </a:path>
              <a:path w="18414" h="6984">
                <a:moveTo>
                  <a:pt x="8242" y="2387"/>
                </a:moveTo>
                <a:lnTo>
                  <a:pt x="8216" y="2209"/>
                </a:lnTo>
                <a:lnTo>
                  <a:pt x="8178" y="2082"/>
                </a:lnTo>
                <a:lnTo>
                  <a:pt x="8115" y="1879"/>
                </a:lnTo>
                <a:lnTo>
                  <a:pt x="8242" y="2387"/>
                </a:lnTo>
                <a:close/>
              </a:path>
              <a:path w="18414" h="6984">
                <a:moveTo>
                  <a:pt x="8242" y="457"/>
                </a:moveTo>
                <a:close/>
              </a:path>
              <a:path w="18414" h="6984">
                <a:moveTo>
                  <a:pt x="8280" y="2438"/>
                </a:moveTo>
                <a:lnTo>
                  <a:pt x="8255" y="2679"/>
                </a:lnTo>
                <a:lnTo>
                  <a:pt x="8280" y="2438"/>
                </a:lnTo>
                <a:close/>
              </a:path>
              <a:path w="18414" h="6984">
                <a:moveTo>
                  <a:pt x="8534" y="3149"/>
                </a:moveTo>
                <a:lnTo>
                  <a:pt x="8509" y="3505"/>
                </a:lnTo>
                <a:lnTo>
                  <a:pt x="8534" y="3149"/>
                </a:lnTo>
                <a:close/>
              </a:path>
              <a:path w="18414" h="6984">
                <a:moveTo>
                  <a:pt x="10210" y="1104"/>
                </a:moveTo>
                <a:close/>
              </a:path>
              <a:path w="18414" h="6984">
                <a:moveTo>
                  <a:pt x="17792" y="0"/>
                </a:moveTo>
                <a:lnTo>
                  <a:pt x="17767" y="241"/>
                </a:lnTo>
                <a:lnTo>
                  <a:pt x="1779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2070849" y="1068450"/>
            <a:ext cx="8890" cy="8255"/>
          </a:xfrm>
          <a:custGeom>
            <a:avLst/>
            <a:gdLst/>
            <a:ahLst/>
            <a:cxnLst/>
            <a:rect l="l" t="t" r="r" b="b"/>
            <a:pathLst>
              <a:path w="8889" h="8255">
                <a:moveTo>
                  <a:pt x="4076" y="1409"/>
                </a:moveTo>
                <a:lnTo>
                  <a:pt x="4076" y="1549"/>
                </a:lnTo>
                <a:lnTo>
                  <a:pt x="4076" y="1409"/>
                </a:lnTo>
                <a:close/>
              </a:path>
              <a:path w="8889" h="8255">
                <a:moveTo>
                  <a:pt x="5486" y="406"/>
                </a:moveTo>
                <a:lnTo>
                  <a:pt x="5473" y="76"/>
                </a:lnTo>
                <a:lnTo>
                  <a:pt x="0" y="76"/>
                </a:lnTo>
                <a:lnTo>
                  <a:pt x="0" y="622"/>
                </a:lnTo>
                <a:lnTo>
                  <a:pt x="4762" y="622"/>
                </a:lnTo>
                <a:lnTo>
                  <a:pt x="4889" y="622"/>
                </a:lnTo>
                <a:lnTo>
                  <a:pt x="5067" y="406"/>
                </a:lnTo>
                <a:lnTo>
                  <a:pt x="5486" y="406"/>
                </a:lnTo>
                <a:close/>
              </a:path>
              <a:path w="8889" h="8255">
                <a:moveTo>
                  <a:pt x="5600" y="1117"/>
                </a:moveTo>
                <a:lnTo>
                  <a:pt x="5549" y="977"/>
                </a:lnTo>
                <a:lnTo>
                  <a:pt x="5600" y="1117"/>
                </a:lnTo>
                <a:close/>
              </a:path>
              <a:path w="8889" h="8255">
                <a:moveTo>
                  <a:pt x="5613" y="1460"/>
                </a:moveTo>
                <a:close/>
              </a:path>
              <a:path w="8889" h="8255">
                <a:moveTo>
                  <a:pt x="5651" y="533"/>
                </a:moveTo>
                <a:lnTo>
                  <a:pt x="5638" y="304"/>
                </a:lnTo>
                <a:lnTo>
                  <a:pt x="5613" y="444"/>
                </a:lnTo>
                <a:lnTo>
                  <a:pt x="5384" y="520"/>
                </a:lnTo>
                <a:lnTo>
                  <a:pt x="5537" y="533"/>
                </a:lnTo>
                <a:lnTo>
                  <a:pt x="5448" y="812"/>
                </a:lnTo>
                <a:lnTo>
                  <a:pt x="5600" y="838"/>
                </a:lnTo>
                <a:lnTo>
                  <a:pt x="5613" y="482"/>
                </a:lnTo>
                <a:close/>
              </a:path>
              <a:path w="8889" h="8255">
                <a:moveTo>
                  <a:pt x="5829" y="1003"/>
                </a:moveTo>
                <a:lnTo>
                  <a:pt x="5689" y="800"/>
                </a:lnTo>
                <a:lnTo>
                  <a:pt x="5727" y="1041"/>
                </a:lnTo>
                <a:lnTo>
                  <a:pt x="5600" y="1117"/>
                </a:lnTo>
                <a:lnTo>
                  <a:pt x="5740" y="1079"/>
                </a:lnTo>
                <a:lnTo>
                  <a:pt x="5829" y="1257"/>
                </a:lnTo>
                <a:lnTo>
                  <a:pt x="5829" y="1003"/>
                </a:lnTo>
                <a:close/>
              </a:path>
              <a:path w="8889" h="8255">
                <a:moveTo>
                  <a:pt x="5842" y="5511"/>
                </a:moveTo>
                <a:lnTo>
                  <a:pt x="5816" y="3187"/>
                </a:lnTo>
                <a:lnTo>
                  <a:pt x="0" y="3187"/>
                </a:lnTo>
                <a:lnTo>
                  <a:pt x="0" y="5511"/>
                </a:lnTo>
                <a:lnTo>
                  <a:pt x="5842" y="5511"/>
                </a:lnTo>
                <a:close/>
              </a:path>
              <a:path w="8889" h="8255">
                <a:moveTo>
                  <a:pt x="5905" y="0"/>
                </a:moveTo>
                <a:lnTo>
                  <a:pt x="5803" y="228"/>
                </a:lnTo>
                <a:lnTo>
                  <a:pt x="5867" y="431"/>
                </a:lnTo>
                <a:lnTo>
                  <a:pt x="5905" y="0"/>
                </a:lnTo>
                <a:close/>
              </a:path>
              <a:path w="8889" h="8255">
                <a:moveTo>
                  <a:pt x="5981" y="4914"/>
                </a:moveTo>
                <a:close/>
              </a:path>
              <a:path w="8889" h="8255">
                <a:moveTo>
                  <a:pt x="6032" y="990"/>
                </a:moveTo>
                <a:lnTo>
                  <a:pt x="5499" y="2413"/>
                </a:lnTo>
                <a:lnTo>
                  <a:pt x="5245" y="2413"/>
                </a:lnTo>
                <a:lnTo>
                  <a:pt x="5283" y="1422"/>
                </a:lnTo>
                <a:lnTo>
                  <a:pt x="5308" y="1295"/>
                </a:lnTo>
                <a:lnTo>
                  <a:pt x="5308" y="939"/>
                </a:lnTo>
                <a:lnTo>
                  <a:pt x="4305" y="939"/>
                </a:lnTo>
                <a:lnTo>
                  <a:pt x="4178" y="2006"/>
                </a:lnTo>
                <a:lnTo>
                  <a:pt x="3759" y="939"/>
                </a:lnTo>
                <a:lnTo>
                  <a:pt x="0" y="939"/>
                </a:lnTo>
                <a:lnTo>
                  <a:pt x="0" y="2997"/>
                </a:lnTo>
                <a:lnTo>
                  <a:pt x="5816" y="2997"/>
                </a:lnTo>
                <a:lnTo>
                  <a:pt x="5791" y="2413"/>
                </a:lnTo>
                <a:lnTo>
                  <a:pt x="5943" y="2413"/>
                </a:lnTo>
                <a:lnTo>
                  <a:pt x="5969" y="1016"/>
                </a:lnTo>
                <a:close/>
              </a:path>
              <a:path w="8889" h="8255">
                <a:moveTo>
                  <a:pt x="6045" y="3327"/>
                </a:moveTo>
                <a:lnTo>
                  <a:pt x="6032" y="3162"/>
                </a:lnTo>
                <a:lnTo>
                  <a:pt x="5905" y="3187"/>
                </a:lnTo>
                <a:lnTo>
                  <a:pt x="5956" y="3327"/>
                </a:lnTo>
                <a:close/>
              </a:path>
              <a:path w="8889" h="8255">
                <a:moveTo>
                  <a:pt x="6083" y="7493"/>
                </a:moveTo>
                <a:close/>
              </a:path>
              <a:path w="8889" h="8255">
                <a:moveTo>
                  <a:pt x="6083" y="3467"/>
                </a:moveTo>
                <a:close/>
              </a:path>
              <a:path w="8889" h="8255">
                <a:moveTo>
                  <a:pt x="6108" y="3073"/>
                </a:moveTo>
                <a:close/>
              </a:path>
              <a:path w="8889" h="8255">
                <a:moveTo>
                  <a:pt x="6146" y="4419"/>
                </a:moveTo>
                <a:lnTo>
                  <a:pt x="6032" y="4279"/>
                </a:lnTo>
                <a:lnTo>
                  <a:pt x="5994" y="4508"/>
                </a:lnTo>
                <a:lnTo>
                  <a:pt x="6146" y="4419"/>
                </a:lnTo>
                <a:close/>
              </a:path>
              <a:path w="8889" h="8255">
                <a:moveTo>
                  <a:pt x="6146" y="2781"/>
                </a:moveTo>
                <a:lnTo>
                  <a:pt x="6083" y="2616"/>
                </a:lnTo>
                <a:lnTo>
                  <a:pt x="6146" y="2781"/>
                </a:lnTo>
                <a:close/>
              </a:path>
              <a:path w="8889" h="8255">
                <a:moveTo>
                  <a:pt x="6172" y="4533"/>
                </a:moveTo>
                <a:lnTo>
                  <a:pt x="6007" y="4635"/>
                </a:lnTo>
                <a:lnTo>
                  <a:pt x="6172" y="4533"/>
                </a:lnTo>
                <a:close/>
              </a:path>
              <a:path w="8889" h="8255">
                <a:moveTo>
                  <a:pt x="6172" y="3771"/>
                </a:moveTo>
                <a:lnTo>
                  <a:pt x="6032" y="3581"/>
                </a:lnTo>
                <a:lnTo>
                  <a:pt x="6007" y="3797"/>
                </a:lnTo>
                <a:lnTo>
                  <a:pt x="5956" y="4013"/>
                </a:lnTo>
                <a:lnTo>
                  <a:pt x="5956" y="4254"/>
                </a:lnTo>
                <a:lnTo>
                  <a:pt x="6007" y="4076"/>
                </a:lnTo>
                <a:lnTo>
                  <a:pt x="6146" y="4114"/>
                </a:lnTo>
                <a:lnTo>
                  <a:pt x="6108" y="3771"/>
                </a:lnTo>
                <a:close/>
              </a:path>
              <a:path w="8889" h="8255">
                <a:moveTo>
                  <a:pt x="6184" y="0"/>
                </a:moveTo>
                <a:close/>
              </a:path>
              <a:path w="8889" h="8255">
                <a:moveTo>
                  <a:pt x="6235" y="0"/>
                </a:moveTo>
                <a:close/>
              </a:path>
              <a:path w="8889" h="8255">
                <a:moveTo>
                  <a:pt x="6324" y="3289"/>
                </a:moveTo>
                <a:lnTo>
                  <a:pt x="6311" y="3429"/>
                </a:lnTo>
                <a:lnTo>
                  <a:pt x="6324" y="3289"/>
                </a:lnTo>
                <a:close/>
              </a:path>
              <a:path w="8889" h="8255">
                <a:moveTo>
                  <a:pt x="6375" y="3111"/>
                </a:moveTo>
                <a:lnTo>
                  <a:pt x="6350" y="2984"/>
                </a:lnTo>
                <a:lnTo>
                  <a:pt x="6375" y="3111"/>
                </a:lnTo>
                <a:close/>
              </a:path>
              <a:path w="8889" h="8255">
                <a:moveTo>
                  <a:pt x="6388" y="1384"/>
                </a:moveTo>
                <a:lnTo>
                  <a:pt x="6362" y="1231"/>
                </a:lnTo>
                <a:lnTo>
                  <a:pt x="6388" y="1384"/>
                </a:lnTo>
                <a:close/>
              </a:path>
              <a:path w="8889" h="8255">
                <a:moveTo>
                  <a:pt x="6451" y="1117"/>
                </a:moveTo>
                <a:lnTo>
                  <a:pt x="6311" y="1054"/>
                </a:lnTo>
                <a:lnTo>
                  <a:pt x="6337" y="1206"/>
                </a:lnTo>
                <a:close/>
              </a:path>
              <a:path w="8889" h="8255">
                <a:moveTo>
                  <a:pt x="6578" y="1193"/>
                </a:moveTo>
                <a:lnTo>
                  <a:pt x="6451" y="1168"/>
                </a:lnTo>
                <a:lnTo>
                  <a:pt x="6540" y="1320"/>
                </a:lnTo>
                <a:lnTo>
                  <a:pt x="6578" y="1193"/>
                </a:lnTo>
                <a:close/>
              </a:path>
              <a:path w="8889" h="8255">
                <a:moveTo>
                  <a:pt x="6705" y="7493"/>
                </a:moveTo>
                <a:lnTo>
                  <a:pt x="6629" y="7327"/>
                </a:lnTo>
                <a:lnTo>
                  <a:pt x="6591" y="7670"/>
                </a:lnTo>
                <a:lnTo>
                  <a:pt x="6705" y="7493"/>
                </a:lnTo>
                <a:close/>
              </a:path>
              <a:path w="8889" h="8255">
                <a:moveTo>
                  <a:pt x="6781" y="3683"/>
                </a:moveTo>
                <a:lnTo>
                  <a:pt x="6756" y="3479"/>
                </a:lnTo>
                <a:lnTo>
                  <a:pt x="6591" y="3276"/>
                </a:lnTo>
                <a:lnTo>
                  <a:pt x="6629" y="3619"/>
                </a:lnTo>
                <a:lnTo>
                  <a:pt x="6781" y="3683"/>
                </a:lnTo>
                <a:close/>
              </a:path>
              <a:path w="8889" h="8255">
                <a:moveTo>
                  <a:pt x="6781" y="1905"/>
                </a:moveTo>
                <a:lnTo>
                  <a:pt x="6680" y="1778"/>
                </a:lnTo>
                <a:lnTo>
                  <a:pt x="6781" y="1905"/>
                </a:lnTo>
                <a:close/>
              </a:path>
              <a:path w="8889" h="8255">
                <a:moveTo>
                  <a:pt x="6781" y="0"/>
                </a:moveTo>
                <a:close/>
              </a:path>
              <a:path w="8889" h="8255">
                <a:moveTo>
                  <a:pt x="6845" y="1752"/>
                </a:moveTo>
                <a:lnTo>
                  <a:pt x="6705" y="1752"/>
                </a:lnTo>
                <a:lnTo>
                  <a:pt x="6845" y="1752"/>
                </a:lnTo>
                <a:close/>
              </a:path>
              <a:path w="8889" h="8255">
                <a:moveTo>
                  <a:pt x="6972" y="1079"/>
                </a:moveTo>
                <a:lnTo>
                  <a:pt x="6832" y="1079"/>
                </a:lnTo>
                <a:lnTo>
                  <a:pt x="6972" y="1079"/>
                </a:lnTo>
                <a:close/>
              </a:path>
              <a:path w="8889" h="8255">
                <a:moveTo>
                  <a:pt x="7112" y="2857"/>
                </a:moveTo>
                <a:lnTo>
                  <a:pt x="7073" y="2717"/>
                </a:lnTo>
                <a:lnTo>
                  <a:pt x="7010" y="2857"/>
                </a:lnTo>
                <a:close/>
              </a:path>
              <a:path w="8889" h="8255">
                <a:moveTo>
                  <a:pt x="7124" y="5499"/>
                </a:moveTo>
                <a:lnTo>
                  <a:pt x="7086" y="5257"/>
                </a:lnTo>
                <a:lnTo>
                  <a:pt x="7086" y="5499"/>
                </a:lnTo>
                <a:close/>
              </a:path>
              <a:path w="8889" h="8255">
                <a:moveTo>
                  <a:pt x="7200" y="1600"/>
                </a:moveTo>
                <a:lnTo>
                  <a:pt x="7162" y="1422"/>
                </a:lnTo>
                <a:lnTo>
                  <a:pt x="7162" y="1600"/>
                </a:lnTo>
                <a:close/>
              </a:path>
              <a:path w="8889" h="8255">
                <a:moveTo>
                  <a:pt x="7366" y="2413"/>
                </a:moveTo>
                <a:close/>
              </a:path>
              <a:path w="8889" h="8255">
                <a:moveTo>
                  <a:pt x="7467" y="1651"/>
                </a:moveTo>
                <a:lnTo>
                  <a:pt x="7302" y="1638"/>
                </a:lnTo>
                <a:lnTo>
                  <a:pt x="7366" y="1397"/>
                </a:lnTo>
                <a:lnTo>
                  <a:pt x="7289" y="1816"/>
                </a:lnTo>
                <a:lnTo>
                  <a:pt x="7251" y="2019"/>
                </a:lnTo>
                <a:lnTo>
                  <a:pt x="7378" y="1905"/>
                </a:lnTo>
                <a:lnTo>
                  <a:pt x="7391" y="1714"/>
                </a:lnTo>
                <a:close/>
              </a:path>
              <a:path w="8889" h="8255">
                <a:moveTo>
                  <a:pt x="7505" y="4699"/>
                </a:moveTo>
                <a:close/>
              </a:path>
              <a:path w="8889" h="8255">
                <a:moveTo>
                  <a:pt x="7569" y="1257"/>
                </a:moveTo>
                <a:close/>
              </a:path>
              <a:path w="8889" h="8255">
                <a:moveTo>
                  <a:pt x="7645" y="3149"/>
                </a:moveTo>
                <a:lnTo>
                  <a:pt x="7505" y="3022"/>
                </a:lnTo>
                <a:lnTo>
                  <a:pt x="7531" y="3251"/>
                </a:lnTo>
                <a:close/>
              </a:path>
              <a:path w="8889" h="8255">
                <a:moveTo>
                  <a:pt x="7696" y="5067"/>
                </a:moveTo>
                <a:lnTo>
                  <a:pt x="7594" y="5372"/>
                </a:lnTo>
                <a:lnTo>
                  <a:pt x="7696" y="5067"/>
                </a:lnTo>
                <a:close/>
              </a:path>
              <a:path w="8889" h="8255">
                <a:moveTo>
                  <a:pt x="7747" y="1651"/>
                </a:moveTo>
                <a:lnTo>
                  <a:pt x="7683" y="1778"/>
                </a:lnTo>
                <a:lnTo>
                  <a:pt x="7747" y="1651"/>
                </a:lnTo>
                <a:close/>
              </a:path>
              <a:path w="8889" h="8255">
                <a:moveTo>
                  <a:pt x="7759" y="5054"/>
                </a:moveTo>
                <a:lnTo>
                  <a:pt x="7721" y="4826"/>
                </a:lnTo>
                <a:lnTo>
                  <a:pt x="7696" y="5067"/>
                </a:lnTo>
                <a:close/>
              </a:path>
              <a:path w="8889" h="8255">
                <a:moveTo>
                  <a:pt x="7810" y="5486"/>
                </a:moveTo>
                <a:lnTo>
                  <a:pt x="7747" y="5308"/>
                </a:lnTo>
                <a:lnTo>
                  <a:pt x="7696" y="5435"/>
                </a:lnTo>
                <a:close/>
              </a:path>
              <a:path w="8889" h="8255">
                <a:moveTo>
                  <a:pt x="7937" y="3594"/>
                </a:moveTo>
                <a:lnTo>
                  <a:pt x="7874" y="3975"/>
                </a:lnTo>
                <a:lnTo>
                  <a:pt x="7937" y="3594"/>
                </a:lnTo>
                <a:close/>
              </a:path>
              <a:path w="8889" h="8255">
                <a:moveTo>
                  <a:pt x="7975" y="3581"/>
                </a:moveTo>
                <a:lnTo>
                  <a:pt x="7950" y="3454"/>
                </a:lnTo>
                <a:lnTo>
                  <a:pt x="7975" y="3581"/>
                </a:lnTo>
                <a:close/>
              </a:path>
              <a:path w="8889" h="8255">
                <a:moveTo>
                  <a:pt x="8089" y="4152"/>
                </a:moveTo>
                <a:lnTo>
                  <a:pt x="8013" y="4025"/>
                </a:lnTo>
                <a:lnTo>
                  <a:pt x="8089" y="4254"/>
                </a:lnTo>
                <a:close/>
              </a:path>
              <a:path w="8889" h="8255">
                <a:moveTo>
                  <a:pt x="8089" y="2984"/>
                </a:moveTo>
                <a:lnTo>
                  <a:pt x="8051" y="3136"/>
                </a:lnTo>
                <a:lnTo>
                  <a:pt x="8089" y="2984"/>
                </a:lnTo>
                <a:close/>
              </a:path>
              <a:path w="8889" h="8255">
                <a:moveTo>
                  <a:pt x="8216" y="5054"/>
                </a:moveTo>
                <a:lnTo>
                  <a:pt x="8128" y="5181"/>
                </a:lnTo>
                <a:lnTo>
                  <a:pt x="8216" y="5054"/>
                </a:lnTo>
                <a:close/>
              </a:path>
              <a:path w="8889" h="8255">
                <a:moveTo>
                  <a:pt x="8216" y="3149"/>
                </a:moveTo>
                <a:lnTo>
                  <a:pt x="8089" y="3644"/>
                </a:lnTo>
                <a:lnTo>
                  <a:pt x="8166" y="3467"/>
                </a:lnTo>
                <a:lnTo>
                  <a:pt x="8191" y="3314"/>
                </a:lnTo>
                <a:lnTo>
                  <a:pt x="8216" y="3149"/>
                </a:lnTo>
                <a:close/>
              </a:path>
              <a:path w="8889" h="8255">
                <a:moveTo>
                  <a:pt x="8255" y="3086"/>
                </a:moveTo>
                <a:lnTo>
                  <a:pt x="8229" y="2857"/>
                </a:lnTo>
                <a:lnTo>
                  <a:pt x="8153" y="3124"/>
                </a:lnTo>
                <a:close/>
              </a:path>
              <a:path w="8889" h="8255">
                <a:moveTo>
                  <a:pt x="8394" y="5511"/>
                </a:moveTo>
                <a:lnTo>
                  <a:pt x="8267" y="5321"/>
                </a:lnTo>
                <a:lnTo>
                  <a:pt x="8102" y="5346"/>
                </a:lnTo>
                <a:lnTo>
                  <a:pt x="8140" y="5511"/>
                </a:lnTo>
                <a:lnTo>
                  <a:pt x="8394" y="5511"/>
                </a:lnTo>
                <a:close/>
              </a:path>
              <a:path w="8889" h="8255">
                <a:moveTo>
                  <a:pt x="8509" y="2374"/>
                </a:moveTo>
                <a:lnTo>
                  <a:pt x="8483" y="2019"/>
                </a:lnTo>
                <a:lnTo>
                  <a:pt x="8470" y="23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2070785" y="1057262"/>
            <a:ext cx="17780" cy="26034"/>
          </a:xfrm>
          <a:custGeom>
            <a:avLst/>
            <a:gdLst/>
            <a:ahLst/>
            <a:cxnLst/>
            <a:rect l="l" t="t" r="r" b="b"/>
            <a:pathLst>
              <a:path w="17780" h="26034">
                <a:moveTo>
                  <a:pt x="5880" y="18580"/>
                </a:moveTo>
                <a:lnTo>
                  <a:pt x="5791" y="18110"/>
                </a:lnTo>
                <a:lnTo>
                  <a:pt x="0" y="18110"/>
                </a:lnTo>
                <a:lnTo>
                  <a:pt x="0" y="22136"/>
                </a:lnTo>
                <a:lnTo>
                  <a:pt x="63" y="24447"/>
                </a:lnTo>
                <a:lnTo>
                  <a:pt x="88" y="25476"/>
                </a:lnTo>
                <a:lnTo>
                  <a:pt x="927" y="25895"/>
                </a:lnTo>
                <a:lnTo>
                  <a:pt x="4191" y="22034"/>
                </a:lnTo>
                <a:lnTo>
                  <a:pt x="4711" y="21386"/>
                </a:lnTo>
                <a:lnTo>
                  <a:pt x="4597" y="20866"/>
                </a:lnTo>
                <a:lnTo>
                  <a:pt x="5473" y="20866"/>
                </a:lnTo>
                <a:lnTo>
                  <a:pt x="4965" y="19735"/>
                </a:lnTo>
                <a:lnTo>
                  <a:pt x="5867" y="19735"/>
                </a:lnTo>
                <a:lnTo>
                  <a:pt x="5880" y="18732"/>
                </a:lnTo>
                <a:lnTo>
                  <a:pt x="4851" y="18732"/>
                </a:lnTo>
                <a:lnTo>
                  <a:pt x="4813" y="18580"/>
                </a:lnTo>
                <a:lnTo>
                  <a:pt x="5880" y="18580"/>
                </a:lnTo>
                <a:close/>
              </a:path>
              <a:path w="17780" h="26034">
                <a:moveTo>
                  <a:pt x="5880" y="16713"/>
                </a:moveTo>
                <a:lnTo>
                  <a:pt x="0" y="16713"/>
                </a:lnTo>
                <a:lnTo>
                  <a:pt x="0" y="17919"/>
                </a:lnTo>
                <a:lnTo>
                  <a:pt x="5880" y="17919"/>
                </a:lnTo>
                <a:lnTo>
                  <a:pt x="5880" y="16713"/>
                </a:lnTo>
                <a:close/>
              </a:path>
              <a:path w="17780" h="26034">
                <a:moveTo>
                  <a:pt x="6045" y="17145"/>
                </a:moveTo>
                <a:lnTo>
                  <a:pt x="5930" y="17335"/>
                </a:lnTo>
                <a:lnTo>
                  <a:pt x="6045" y="17145"/>
                </a:lnTo>
                <a:close/>
              </a:path>
              <a:path w="17780" h="26034">
                <a:moveTo>
                  <a:pt x="6108" y="18808"/>
                </a:moveTo>
                <a:lnTo>
                  <a:pt x="5969" y="18961"/>
                </a:lnTo>
                <a:lnTo>
                  <a:pt x="6096" y="18986"/>
                </a:lnTo>
                <a:lnTo>
                  <a:pt x="6096" y="18859"/>
                </a:lnTo>
                <a:close/>
              </a:path>
              <a:path w="17780" h="26034">
                <a:moveTo>
                  <a:pt x="6146" y="18681"/>
                </a:moveTo>
                <a:close/>
              </a:path>
              <a:path w="17780" h="26034">
                <a:moveTo>
                  <a:pt x="6146" y="16713"/>
                </a:moveTo>
                <a:lnTo>
                  <a:pt x="5880" y="16713"/>
                </a:lnTo>
                <a:lnTo>
                  <a:pt x="5905" y="17119"/>
                </a:lnTo>
                <a:lnTo>
                  <a:pt x="6146" y="17119"/>
                </a:lnTo>
                <a:lnTo>
                  <a:pt x="6146" y="16713"/>
                </a:lnTo>
                <a:close/>
              </a:path>
              <a:path w="17780" h="26034">
                <a:moveTo>
                  <a:pt x="6172" y="19062"/>
                </a:moveTo>
                <a:lnTo>
                  <a:pt x="6146" y="19189"/>
                </a:lnTo>
                <a:lnTo>
                  <a:pt x="6172" y="19062"/>
                </a:lnTo>
                <a:close/>
              </a:path>
              <a:path w="17780" h="26034">
                <a:moveTo>
                  <a:pt x="6172" y="17462"/>
                </a:moveTo>
                <a:lnTo>
                  <a:pt x="6045" y="17462"/>
                </a:lnTo>
                <a:lnTo>
                  <a:pt x="6172" y="17500"/>
                </a:lnTo>
                <a:close/>
              </a:path>
              <a:path w="17780" h="26034">
                <a:moveTo>
                  <a:pt x="6210" y="19367"/>
                </a:moveTo>
                <a:lnTo>
                  <a:pt x="6146" y="19532"/>
                </a:lnTo>
                <a:lnTo>
                  <a:pt x="6210" y="19367"/>
                </a:lnTo>
                <a:close/>
              </a:path>
              <a:path w="17780" h="26034">
                <a:moveTo>
                  <a:pt x="6210" y="17729"/>
                </a:moveTo>
                <a:lnTo>
                  <a:pt x="6070" y="17665"/>
                </a:lnTo>
                <a:lnTo>
                  <a:pt x="6096" y="17868"/>
                </a:lnTo>
                <a:lnTo>
                  <a:pt x="6210" y="17729"/>
                </a:lnTo>
                <a:close/>
              </a:path>
              <a:path w="17780" h="26034">
                <a:moveTo>
                  <a:pt x="6235" y="18376"/>
                </a:moveTo>
                <a:lnTo>
                  <a:pt x="6210" y="18021"/>
                </a:lnTo>
                <a:lnTo>
                  <a:pt x="6070" y="18072"/>
                </a:lnTo>
                <a:lnTo>
                  <a:pt x="6070" y="17894"/>
                </a:lnTo>
                <a:lnTo>
                  <a:pt x="6045" y="18199"/>
                </a:lnTo>
                <a:lnTo>
                  <a:pt x="6019" y="18376"/>
                </a:lnTo>
                <a:lnTo>
                  <a:pt x="6096" y="18567"/>
                </a:lnTo>
                <a:lnTo>
                  <a:pt x="6146" y="18389"/>
                </a:lnTo>
                <a:close/>
              </a:path>
              <a:path w="17780" h="26034">
                <a:moveTo>
                  <a:pt x="6324" y="18440"/>
                </a:moveTo>
                <a:lnTo>
                  <a:pt x="6235" y="18618"/>
                </a:lnTo>
                <a:lnTo>
                  <a:pt x="6172" y="18999"/>
                </a:lnTo>
                <a:lnTo>
                  <a:pt x="6273" y="18872"/>
                </a:lnTo>
                <a:lnTo>
                  <a:pt x="6324" y="18732"/>
                </a:lnTo>
                <a:lnTo>
                  <a:pt x="6273" y="18529"/>
                </a:lnTo>
                <a:close/>
              </a:path>
              <a:path w="17780" h="26034">
                <a:moveTo>
                  <a:pt x="6388" y="18846"/>
                </a:moveTo>
                <a:lnTo>
                  <a:pt x="6375" y="18707"/>
                </a:lnTo>
                <a:lnTo>
                  <a:pt x="6388" y="18846"/>
                </a:lnTo>
                <a:close/>
              </a:path>
              <a:path w="17780" h="26034">
                <a:moveTo>
                  <a:pt x="6438" y="19050"/>
                </a:moveTo>
                <a:close/>
              </a:path>
              <a:path w="17780" h="26034">
                <a:moveTo>
                  <a:pt x="6464" y="18122"/>
                </a:moveTo>
                <a:lnTo>
                  <a:pt x="6286" y="18237"/>
                </a:lnTo>
                <a:lnTo>
                  <a:pt x="6324" y="18440"/>
                </a:lnTo>
                <a:lnTo>
                  <a:pt x="6400" y="18313"/>
                </a:lnTo>
                <a:lnTo>
                  <a:pt x="6464" y="18122"/>
                </a:lnTo>
                <a:close/>
              </a:path>
              <a:path w="17780" h="26034">
                <a:moveTo>
                  <a:pt x="6845" y="18465"/>
                </a:moveTo>
                <a:lnTo>
                  <a:pt x="6743" y="18643"/>
                </a:lnTo>
                <a:lnTo>
                  <a:pt x="6781" y="18516"/>
                </a:lnTo>
                <a:close/>
              </a:path>
              <a:path w="17780" h="26034">
                <a:moveTo>
                  <a:pt x="7188" y="16624"/>
                </a:moveTo>
                <a:lnTo>
                  <a:pt x="7150" y="16878"/>
                </a:lnTo>
                <a:lnTo>
                  <a:pt x="7188" y="16624"/>
                </a:lnTo>
                <a:close/>
              </a:path>
              <a:path w="17780" h="26034">
                <a:moveTo>
                  <a:pt x="7569" y="17335"/>
                </a:moveTo>
                <a:lnTo>
                  <a:pt x="7454" y="17462"/>
                </a:lnTo>
                <a:lnTo>
                  <a:pt x="7569" y="17335"/>
                </a:lnTo>
                <a:close/>
              </a:path>
              <a:path w="17780" h="26034">
                <a:moveTo>
                  <a:pt x="7759" y="17068"/>
                </a:moveTo>
                <a:lnTo>
                  <a:pt x="7658" y="16776"/>
                </a:lnTo>
                <a:lnTo>
                  <a:pt x="7645" y="16967"/>
                </a:lnTo>
                <a:close/>
              </a:path>
              <a:path w="17780" h="26034">
                <a:moveTo>
                  <a:pt x="7823" y="17094"/>
                </a:moveTo>
                <a:lnTo>
                  <a:pt x="7721" y="17297"/>
                </a:lnTo>
                <a:lnTo>
                  <a:pt x="7823" y="17094"/>
                </a:lnTo>
                <a:close/>
              </a:path>
              <a:path w="17780" h="26034">
                <a:moveTo>
                  <a:pt x="7874" y="16662"/>
                </a:moveTo>
                <a:lnTo>
                  <a:pt x="7810" y="16840"/>
                </a:lnTo>
                <a:lnTo>
                  <a:pt x="7874" y="16662"/>
                </a:lnTo>
                <a:close/>
              </a:path>
              <a:path w="17780" h="26034">
                <a:moveTo>
                  <a:pt x="8280" y="17068"/>
                </a:moveTo>
                <a:close/>
              </a:path>
              <a:path w="17780" h="26034">
                <a:moveTo>
                  <a:pt x="15862" y="8128"/>
                </a:moveTo>
                <a:lnTo>
                  <a:pt x="15659" y="8153"/>
                </a:lnTo>
                <a:lnTo>
                  <a:pt x="15786" y="8229"/>
                </a:lnTo>
                <a:close/>
              </a:path>
              <a:path w="17780" h="26034">
                <a:moveTo>
                  <a:pt x="15875" y="2933"/>
                </a:moveTo>
                <a:lnTo>
                  <a:pt x="15748" y="2806"/>
                </a:lnTo>
                <a:lnTo>
                  <a:pt x="15608" y="2946"/>
                </a:lnTo>
                <a:lnTo>
                  <a:pt x="15760" y="3086"/>
                </a:lnTo>
                <a:lnTo>
                  <a:pt x="15875" y="2933"/>
                </a:lnTo>
                <a:close/>
              </a:path>
              <a:path w="17780" h="26034">
                <a:moveTo>
                  <a:pt x="15887" y="7480"/>
                </a:moveTo>
                <a:lnTo>
                  <a:pt x="15722" y="7391"/>
                </a:lnTo>
                <a:lnTo>
                  <a:pt x="15621" y="7581"/>
                </a:lnTo>
                <a:lnTo>
                  <a:pt x="15824" y="7683"/>
                </a:lnTo>
                <a:lnTo>
                  <a:pt x="15887" y="7480"/>
                </a:lnTo>
                <a:close/>
              </a:path>
              <a:path w="17780" h="26034">
                <a:moveTo>
                  <a:pt x="15887" y="5626"/>
                </a:moveTo>
                <a:lnTo>
                  <a:pt x="15709" y="5537"/>
                </a:lnTo>
                <a:lnTo>
                  <a:pt x="15582" y="5727"/>
                </a:lnTo>
                <a:lnTo>
                  <a:pt x="15798" y="5854"/>
                </a:lnTo>
                <a:lnTo>
                  <a:pt x="15887" y="5626"/>
                </a:lnTo>
                <a:close/>
              </a:path>
              <a:path w="17780" h="26034">
                <a:moveTo>
                  <a:pt x="15951" y="1308"/>
                </a:moveTo>
                <a:lnTo>
                  <a:pt x="15786" y="1219"/>
                </a:lnTo>
                <a:lnTo>
                  <a:pt x="15722" y="1371"/>
                </a:lnTo>
                <a:lnTo>
                  <a:pt x="15862" y="1447"/>
                </a:lnTo>
                <a:lnTo>
                  <a:pt x="15951" y="1308"/>
                </a:lnTo>
                <a:close/>
              </a:path>
              <a:path w="17780" h="26034">
                <a:moveTo>
                  <a:pt x="16027" y="6578"/>
                </a:moveTo>
                <a:lnTo>
                  <a:pt x="15963" y="6451"/>
                </a:lnTo>
                <a:lnTo>
                  <a:pt x="15824" y="6515"/>
                </a:lnTo>
                <a:lnTo>
                  <a:pt x="15900" y="6654"/>
                </a:lnTo>
                <a:lnTo>
                  <a:pt x="16027" y="6578"/>
                </a:lnTo>
                <a:close/>
              </a:path>
              <a:path w="17780" h="26034">
                <a:moveTo>
                  <a:pt x="16090" y="2019"/>
                </a:moveTo>
                <a:lnTo>
                  <a:pt x="15963" y="1917"/>
                </a:lnTo>
                <a:lnTo>
                  <a:pt x="15875" y="2044"/>
                </a:lnTo>
                <a:lnTo>
                  <a:pt x="16002" y="2146"/>
                </a:lnTo>
                <a:lnTo>
                  <a:pt x="16090" y="2019"/>
                </a:lnTo>
                <a:close/>
              </a:path>
              <a:path w="17780" h="26034">
                <a:moveTo>
                  <a:pt x="16129" y="5346"/>
                </a:moveTo>
                <a:lnTo>
                  <a:pt x="16002" y="5156"/>
                </a:lnTo>
                <a:lnTo>
                  <a:pt x="15824" y="5295"/>
                </a:lnTo>
                <a:lnTo>
                  <a:pt x="15963" y="5473"/>
                </a:lnTo>
                <a:lnTo>
                  <a:pt x="16129" y="5346"/>
                </a:lnTo>
                <a:close/>
              </a:path>
              <a:path w="17780" h="26034">
                <a:moveTo>
                  <a:pt x="16167" y="5981"/>
                </a:moveTo>
                <a:lnTo>
                  <a:pt x="16040" y="5854"/>
                </a:lnTo>
                <a:lnTo>
                  <a:pt x="15938" y="5994"/>
                </a:lnTo>
                <a:lnTo>
                  <a:pt x="16078" y="6108"/>
                </a:lnTo>
                <a:lnTo>
                  <a:pt x="16167" y="5981"/>
                </a:lnTo>
                <a:close/>
              </a:path>
              <a:path w="17780" h="26034">
                <a:moveTo>
                  <a:pt x="16167" y="901"/>
                </a:moveTo>
                <a:lnTo>
                  <a:pt x="15976" y="800"/>
                </a:lnTo>
                <a:lnTo>
                  <a:pt x="15900" y="952"/>
                </a:lnTo>
                <a:lnTo>
                  <a:pt x="15735" y="863"/>
                </a:lnTo>
                <a:lnTo>
                  <a:pt x="15595" y="1054"/>
                </a:lnTo>
                <a:lnTo>
                  <a:pt x="15786" y="1168"/>
                </a:lnTo>
                <a:lnTo>
                  <a:pt x="15875" y="1003"/>
                </a:lnTo>
                <a:lnTo>
                  <a:pt x="16065" y="1092"/>
                </a:lnTo>
                <a:lnTo>
                  <a:pt x="16167" y="901"/>
                </a:lnTo>
                <a:close/>
              </a:path>
              <a:path w="17780" h="26034">
                <a:moveTo>
                  <a:pt x="16167" y="660"/>
                </a:moveTo>
                <a:lnTo>
                  <a:pt x="16014" y="596"/>
                </a:lnTo>
                <a:lnTo>
                  <a:pt x="15951" y="762"/>
                </a:lnTo>
                <a:lnTo>
                  <a:pt x="16103" y="825"/>
                </a:lnTo>
                <a:lnTo>
                  <a:pt x="16167" y="660"/>
                </a:lnTo>
                <a:close/>
              </a:path>
              <a:path w="17780" h="26034">
                <a:moveTo>
                  <a:pt x="16179" y="7200"/>
                </a:moveTo>
                <a:lnTo>
                  <a:pt x="16027" y="7112"/>
                </a:lnTo>
                <a:lnTo>
                  <a:pt x="15963" y="7277"/>
                </a:lnTo>
                <a:lnTo>
                  <a:pt x="16103" y="7340"/>
                </a:lnTo>
                <a:lnTo>
                  <a:pt x="16179" y="7200"/>
                </a:lnTo>
                <a:close/>
              </a:path>
              <a:path w="17780" h="26034">
                <a:moveTo>
                  <a:pt x="16205" y="7658"/>
                </a:moveTo>
                <a:lnTo>
                  <a:pt x="16052" y="7569"/>
                </a:lnTo>
                <a:lnTo>
                  <a:pt x="15976" y="7734"/>
                </a:lnTo>
                <a:lnTo>
                  <a:pt x="16129" y="7810"/>
                </a:lnTo>
                <a:lnTo>
                  <a:pt x="16205" y="7658"/>
                </a:lnTo>
                <a:close/>
              </a:path>
              <a:path w="17780" h="26034">
                <a:moveTo>
                  <a:pt x="16395" y="2540"/>
                </a:moveTo>
                <a:lnTo>
                  <a:pt x="16256" y="2362"/>
                </a:lnTo>
                <a:lnTo>
                  <a:pt x="16078" y="2527"/>
                </a:lnTo>
                <a:lnTo>
                  <a:pt x="16141" y="2717"/>
                </a:lnTo>
                <a:lnTo>
                  <a:pt x="16319" y="2819"/>
                </a:lnTo>
                <a:lnTo>
                  <a:pt x="16383" y="2641"/>
                </a:lnTo>
                <a:close/>
              </a:path>
              <a:path w="17780" h="26034">
                <a:moveTo>
                  <a:pt x="16433" y="3594"/>
                </a:moveTo>
                <a:lnTo>
                  <a:pt x="16268" y="3441"/>
                </a:lnTo>
                <a:lnTo>
                  <a:pt x="16129" y="3619"/>
                </a:lnTo>
                <a:lnTo>
                  <a:pt x="16078" y="3822"/>
                </a:lnTo>
                <a:lnTo>
                  <a:pt x="16192" y="3975"/>
                </a:lnTo>
                <a:lnTo>
                  <a:pt x="16332" y="3860"/>
                </a:lnTo>
                <a:lnTo>
                  <a:pt x="16433" y="3594"/>
                </a:lnTo>
                <a:close/>
              </a:path>
              <a:path w="17780" h="26034">
                <a:moveTo>
                  <a:pt x="16446" y="7429"/>
                </a:moveTo>
                <a:lnTo>
                  <a:pt x="16319" y="7251"/>
                </a:lnTo>
                <a:lnTo>
                  <a:pt x="16141" y="7378"/>
                </a:lnTo>
                <a:lnTo>
                  <a:pt x="16281" y="7569"/>
                </a:lnTo>
                <a:lnTo>
                  <a:pt x="16446" y="7429"/>
                </a:lnTo>
                <a:close/>
              </a:path>
              <a:path w="17780" h="26034">
                <a:moveTo>
                  <a:pt x="16573" y="6184"/>
                </a:moveTo>
                <a:lnTo>
                  <a:pt x="16459" y="6045"/>
                </a:lnTo>
                <a:lnTo>
                  <a:pt x="16319" y="6172"/>
                </a:lnTo>
                <a:lnTo>
                  <a:pt x="16433" y="6311"/>
                </a:lnTo>
                <a:lnTo>
                  <a:pt x="16573" y="6184"/>
                </a:lnTo>
                <a:close/>
              </a:path>
              <a:path w="17780" h="26034">
                <a:moveTo>
                  <a:pt x="16598" y="6883"/>
                </a:moveTo>
                <a:lnTo>
                  <a:pt x="16497" y="6718"/>
                </a:lnTo>
                <a:lnTo>
                  <a:pt x="16357" y="6845"/>
                </a:lnTo>
                <a:lnTo>
                  <a:pt x="16446" y="7061"/>
                </a:lnTo>
                <a:lnTo>
                  <a:pt x="16535" y="6934"/>
                </a:lnTo>
                <a:close/>
              </a:path>
              <a:path w="17780" h="26034">
                <a:moveTo>
                  <a:pt x="16624" y="1143"/>
                </a:moveTo>
                <a:lnTo>
                  <a:pt x="16497" y="1003"/>
                </a:lnTo>
                <a:lnTo>
                  <a:pt x="16370" y="1168"/>
                </a:lnTo>
                <a:lnTo>
                  <a:pt x="16522" y="1295"/>
                </a:lnTo>
                <a:lnTo>
                  <a:pt x="16624" y="1143"/>
                </a:lnTo>
                <a:close/>
              </a:path>
              <a:path w="17780" h="26034">
                <a:moveTo>
                  <a:pt x="16637" y="5892"/>
                </a:moveTo>
                <a:lnTo>
                  <a:pt x="16421" y="5854"/>
                </a:lnTo>
                <a:lnTo>
                  <a:pt x="16497" y="5994"/>
                </a:lnTo>
                <a:lnTo>
                  <a:pt x="16637" y="5892"/>
                </a:lnTo>
                <a:close/>
              </a:path>
              <a:path w="17780" h="26034">
                <a:moveTo>
                  <a:pt x="16713" y="5283"/>
                </a:moveTo>
                <a:lnTo>
                  <a:pt x="16637" y="5092"/>
                </a:lnTo>
                <a:lnTo>
                  <a:pt x="16446" y="5207"/>
                </a:lnTo>
                <a:lnTo>
                  <a:pt x="16560" y="5372"/>
                </a:lnTo>
                <a:lnTo>
                  <a:pt x="16713" y="5283"/>
                </a:lnTo>
                <a:close/>
              </a:path>
              <a:path w="17780" h="26034">
                <a:moveTo>
                  <a:pt x="16713" y="355"/>
                </a:moveTo>
                <a:lnTo>
                  <a:pt x="16598" y="139"/>
                </a:lnTo>
                <a:lnTo>
                  <a:pt x="16433" y="88"/>
                </a:lnTo>
                <a:lnTo>
                  <a:pt x="16294" y="190"/>
                </a:lnTo>
                <a:lnTo>
                  <a:pt x="16395" y="355"/>
                </a:lnTo>
                <a:lnTo>
                  <a:pt x="16522" y="457"/>
                </a:lnTo>
                <a:lnTo>
                  <a:pt x="16713" y="355"/>
                </a:lnTo>
                <a:close/>
              </a:path>
              <a:path w="17780" h="26034">
                <a:moveTo>
                  <a:pt x="16738" y="3314"/>
                </a:moveTo>
                <a:lnTo>
                  <a:pt x="16611" y="3276"/>
                </a:lnTo>
                <a:lnTo>
                  <a:pt x="16725" y="3124"/>
                </a:lnTo>
                <a:lnTo>
                  <a:pt x="16560" y="2997"/>
                </a:lnTo>
                <a:lnTo>
                  <a:pt x="16433" y="3175"/>
                </a:lnTo>
                <a:lnTo>
                  <a:pt x="16586" y="3302"/>
                </a:lnTo>
                <a:lnTo>
                  <a:pt x="16675" y="3467"/>
                </a:lnTo>
                <a:lnTo>
                  <a:pt x="16738" y="3314"/>
                </a:lnTo>
                <a:close/>
              </a:path>
              <a:path w="17780" h="26034">
                <a:moveTo>
                  <a:pt x="16751" y="4775"/>
                </a:moveTo>
                <a:lnTo>
                  <a:pt x="16598" y="4635"/>
                </a:lnTo>
                <a:lnTo>
                  <a:pt x="16459" y="4787"/>
                </a:lnTo>
                <a:lnTo>
                  <a:pt x="16624" y="4927"/>
                </a:lnTo>
                <a:lnTo>
                  <a:pt x="16751" y="4775"/>
                </a:lnTo>
                <a:close/>
              </a:path>
              <a:path w="17780" h="26034">
                <a:moveTo>
                  <a:pt x="16954" y="2133"/>
                </a:moveTo>
                <a:lnTo>
                  <a:pt x="16827" y="1981"/>
                </a:lnTo>
                <a:lnTo>
                  <a:pt x="16687" y="2108"/>
                </a:lnTo>
                <a:lnTo>
                  <a:pt x="16814" y="2247"/>
                </a:lnTo>
                <a:lnTo>
                  <a:pt x="16954" y="2133"/>
                </a:lnTo>
                <a:close/>
              </a:path>
              <a:path w="17780" h="26034">
                <a:moveTo>
                  <a:pt x="17005" y="6629"/>
                </a:moveTo>
                <a:lnTo>
                  <a:pt x="16827" y="6553"/>
                </a:lnTo>
                <a:lnTo>
                  <a:pt x="16751" y="6731"/>
                </a:lnTo>
                <a:lnTo>
                  <a:pt x="16929" y="6807"/>
                </a:lnTo>
                <a:lnTo>
                  <a:pt x="17005" y="6629"/>
                </a:lnTo>
                <a:close/>
              </a:path>
              <a:path w="17780" h="26034">
                <a:moveTo>
                  <a:pt x="17056" y="4965"/>
                </a:moveTo>
                <a:lnTo>
                  <a:pt x="16891" y="4876"/>
                </a:lnTo>
                <a:lnTo>
                  <a:pt x="16827" y="5029"/>
                </a:lnTo>
                <a:lnTo>
                  <a:pt x="16967" y="5105"/>
                </a:lnTo>
                <a:lnTo>
                  <a:pt x="17056" y="4965"/>
                </a:lnTo>
                <a:close/>
              </a:path>
              <a:path w="17780" h="26034">
                <a:moveTo>
                  <a:pt x="17106" y="1676"/>
                </a:moveTo>
                <a:lnTo>
                  <a:pt x="16967" y="1587"/>
                </a:lnTo>
                <a:lnTo>
                  <a:pt x="16865" y="1739"/>
                </a:lnTo>
                <a:lnTo>
                  <a:pt x="16738" y="1841"/>
                </a:lnTo>
                <a:lnTo>
                  <a:pt x="16878" y="2006"/>
                </a:lnTo>
                <a:lnTo>
                  <a:pt x="17068" y="1866"/>
                </a:lnTo>
                <a:lnTo>
                  <a:pt x="17106" y="1676"/>
                </a:lnTo>
                <a:close/>
              </a:path>
              <a:path w="17780" h="26034">
                <a:moveTo>
                  <a:pt x="17145" y="495"/>
                </a:moveTo>
                <a:lnTo>
                  <a:pt x="17094" y="355"/>
                </a:lnTo>
                <a:lnTo>
                  <a:pt x="16929" y="304"/>
                </a:lnTo>
                <a:lnTo>
                  <a:pt x="16865" y="457"/>
                </a:lnTo>
                <a:lnTo>
                  <a:pt x="17056" y="622"/>
                </a:lnTo>
                <a:lnTo>
                  <a:pt x="17145" y="495"/>
                </a:lnTo>
                <a:close/>
              </a:path>
              <a:path w="17780" h="26034">
                <a:moveTo>
                  <a:pt x="17183" y="139"/>
                </a:moveTo>
                <a:lnTo>
                  <a:pt x="17094" y="0"/>
                </a:lnTo>
                <a:lnTo>
                  <a:pt x="16954" y="88"/>
                </a:lnTo>
                <a:lnTo>
                  <a:pt x="17043" y="228"/>
                </a:lnTo>
                <a:lnTo>
                  <a:pt x="17183" y="139"/>
                </a:lnTo>
                <a:close/>
              </a:path>
              <a:path w="17780" h="26034">
                <a:moveTo>
                  <a:pt x="17195" y="4572"/>
                </a:moveTo>
                <a:lnTo>
                  <a:pt x="17056" y="4445"/>
                </a:lnTo>
                <a:lnTo>
                  <a:pt x="16941" y="4622"/>
                </a:lnTo>
                <a:lnTo>
                  <a:pt x="17094" y="4737"/>
                </a:lnTo>
                <a:lnTo>
                  <a:pt x="17195" y="4572"/>
                </a:lnTo>
                <a:close/>
              </a:path>
              <a:path w="17780" h="26034">
                <a:moveTo>
                  <a:pt x="17208" y="5499"/>
                </a:moveTo>
                <a:lnTo>
                  <a:pt x="17106" y="5334"/>
                </a:lnTo>
                <a:lnTo>
                  <a:pt x="16954" y="5473"/>
                </a:lnTo>
                <a:lnTo>
                  <a:pt x="17094" y="5613"/>
                </a:lnTo>
                <a:close/>
              </a:path>
              <a:path w="17780" h="26034">
                <a:moveTo>
                  <a:pt x="17233" y="1460"/>
                </a:moveTo>
                <a:lnTo>
                  <a:pt x="17043" y="1447"/>
                </a:lnTo>
                <a:lnTo>
                  <a:pt x="17233" y="1460"/>
                </a:lnTo>
                <a:close/>
              </a:path>
              <a:path w="17780" h="26034">
                <a:moveTo>
                  <a:pt x="17386" y="4178"/>
                </a:moveTo>
                <a:lnTo>
                  <a:pt x="17272" y="4038"/>
                </a:lnTo>
                <a:lnTo>
                  <a:pt x="17132" y="4152"/>
                </a:lnTo>
                <a:lnTo>
                  <a:pt x="17081" y="4330"/>
                </a:lnTo>
                <a:lnTo>
                  <a:pt x="17170" y="4457"/>
                </a:lnTo>
                <a:lnTo>
                  <a:pt x="17233" y="4292"/>
                </a:lnTo>
                <a:lnTo>
                  <a:pt x="17386" y="4178"/>
                </a:lnTo>
                <a:close/>
              </a:path>
              <a:path w="17780" h="26034">
                <a:moveTo>
                  <a:pt x="17449" y="6248"/>
                </a:moveTo>
                <a:lnTo>
                  <a:pt x="17310" y="6184"/>
                </a:lnTo>
                <a:lnTo>
                  <a:pt x="17208" y="6350"/>
                </a:lnTo>
                <a:lnTo>
                  <a:pt x="16992" y="6438"/>
                </a:lnTo>
                <a:lnTo>
                  <a:pt x="17157" y="6565"/>
                </a:lnTo>
                <a:lnTo>
                  <a:pt x="17284" y="6400"/>
                </a:lnTo>
                <a:lnTo>
                  <a:pt x="17449" y="6248"/>
                </a:lnTo>
                <a:close/>
              </a:path>
              <a:path w="17780" h="26034">
                <a:moveTo>
                  <a:pt x="17538" y="2311"/>
                </a:moveTo>
                <a:lnTo>
                  <a:pt x="17386" y="2184"/>
                </a:lnTo>
                <a:lnTo>
                  <a:pt x="17246" y="2336"/>
                </a:lnTo>
                <a:lnTo>
                  <a:pt x="17399" y="2489"/>
                </a:lnTo>
                <a:lnTo>
                  <a:pt x="17538" y="2311"/>
                </a:lnTo>
                <a:close/>
              </a:path>
              <a:path w="17780" h="26034">
                <a:moveTo>
                  <a:pt x="17551" y="4102"/>
                </a:moveTo>
                <a:lnTo>
                  <a:pt x="17462" y="3962"/>
                </a:lnTo>
                <a:lnTo>
                  <a:pt x="17322" y="4076"/>
                </a:lnTo>
                <a:lnTo>
                  <a:pt x="17437" y="4203"/>
                </a:lnTo>
                <a:close/>
              </a:path>
              <a:path w="17780" h="26034">
                <a:moveTo>
                  <a:pt x="17576" y="4419"/>
                </a:moveTo>
                <a:lnTo>
                  <a:pt x="17386" y="4318"/>
                </a:lnTo>
                <a:lnTo>
                  <a:pt x="17272" y="4521"/>
                </a:lnTo>
                <a:lnTo>
                  <a:pt x="17449" y="4635"/>
                </a:lnTo>
                <a:lnTo>
                  <a:pt x="17576" y="44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2086483" y="1050251"/>
            <a:ext cx="1905" cy="7620"/>
          </a:xfrm>
          <a:custGeom>
            <a:avLst/>
            <a:gdLst/>
            <a:ahLst/>
            <a:cxnLst/>
            <a:rect l="l" t="t" r="r" b="b"/>
            <a:pathLst>
              <a:path w="1905" h="7619">
                <a:moveTo>
                  <a:pt x="190" y="6743"/>
                </a:moveTo>
                <a:lnTo>
                  <a:pt x="63" y="6667"/>
                </a:lnTo>
                <a:lnTo>
                  <a:pt x="0" y="6794"/>
                </a:lnTo>
                <a:lnTo>
                  <a:pt x="139" y="6870"/>
                </a:lnTo>
                <a:lnTo>
                  <a:pt x="190" y="6743"/>
                </a:lnTo>
                <a:close/>
              </a:path>
              <a:path w="1905" h="7619">
                <a:moveTo>
                  <a:pt x="279" y="2730"/>
                </a:moveTo>
                <a:lnTo>
                  <a:pt x="190" y="2590"/>
                </a:lnTo>
                <a:lnTo>
                  <a:pt x="50" y="2679"/>
                </a:lnTo>
                <a:lnTo>
                  <a:pt x="139" y="2819"/>
                </a:lnTo>
                <a:lnTo>
                  <a:pt x="279" y="2730"/>
                </a:lnTo>
                <a:close/>
              </a:path>
              <a:path w="1905" h="7619">
                <a:moveTo>
                  <a:pt x="317" y="4381"/>
                </a:moveTo>
                <a:lnTo>
                  <a:pt x="292" y="4127"/>
                </a:lnTo>
                <a:lnTo>
                  <a:pt x="127" y="4064"/>
                </a:lnTo>
                <a:lnTo>
                  <a:pt x="50" y="4229"/>
                </a:lnTo>
                <a:lnTo>
                  <a:pt x="50" y="4495"/>
                </a:lnTo>
                <a:lnTo>
                  <a:pt x="241" y="4572"/>
                </a:lnTo>
                <a:lnTo>
                  <a:pt x="317" y="4381"/>
                </a:lnTo>
                <a:close/>
              </a:path>
              <a:path w="1905" h="7619">
                <a:moveTo>
                  <a:pt x="406" y="266"/>
                </a:moveTo>
                <a:lnTo>
                  <a:pt x="266" y="203"/>
                </a:lnTo>
                <a:lnTo>
                  <a:pt x="203" y="342"/>
                </a:lnTo>
                <a:lnTo>
                  <a:pt x="342" y="406"/>
                </a:lnTo>
                <a:lnTo>
                  <a:pt x="406" y="266"/>
                </a:lnTo>
                <a:close/>
              </a:path>
              <a:path w="1905" h="7619">
                <a:moveTo>
                  <a:pt x="419" y="2197"/>
                </a:moveTo>
                <a:lnTo>
                  <a:pt x="317" y="2019"/>
                </a:lnTo>
                <a:lnTo>
                  <a:pt x="152" y="2133"/>
                </a:lnTo>
                <a:lnTo>
                  <a:pt x="266" y="2311"/>
                </a:lnTo>
                <a:lnTo>
                  <a:pt x="419" y="2197"/>
                </a:lnTo>
                <a:close/>
              </a:path>
              <a:path w="1905" h="7619">
                <a:moveTo>
                  <a:pt x="444" y="2870"/>
                </a:moveTo>
                <a:lnTo>
                  <a:pt x="317" y="2743"/>
                </a:lnTo>
                <a:lnTo>
                  <a:pt x="203" y="2870"/>
                </a:lnTo>
                <a:lnTo>
                  <a:pt x="330" y="2997"/>
                </a:lnTo>
                <a:lnTo>
                  <a:pt x="444" y="2870"/>
                </a:lnTo>
                <a:close/>
              </a:path>
              <a:path w="1905" h="7619">
                <a:moveTo>
                  <a:pt x="622" y="3517"/>
                </a:moveTo>
                <a:lnTo>
                  <a:pt x="520" y="3390"/>
                </a:lnTo>
                <a:lnTo>
                  <a:pt x="393" y="3492"/>
                </a:lnTo>
                <a:lnTo>
                  <a:pt x="495" y="3619"/>
                </a:lnTo>
                <a:lnTo>
                  <a:pt x="622" y="3517"/>
                </a:lnTo>
                <a:close/>
              </a:path>
              <a:path w="1905" h="7619">
                <a:moveTo>
                  <a:pt x="635" y="2108"/>
                </a:moveTo>
                <a:lnTo>
                  <a:pt x="520" y="1943"/>
                </a:lnTo>
                <a:lnTo>
                  <a:pt x="342" y="2057"/>
                </a:lnTo>
                <a:lnTo>
                  <a:pt x="482" y="2235"/>
                </a:lnTo>
                <a:lnTo>
                  <a:pt x="635" y="2108"/>
                </a:lnTo>
                <a:close/>
              </a:path>
              <a:path w="1905" h="7619">
                <a:moveTo>
                  <a:pt x="673" y="1397"/>
                </a:moveTo>
                <a:lnTo>
                  <a:pt x="533" y="1244"/>
                </a:lnTo>
                <a:lnTo>
                  <a:pt x="381" y="1384"/>
                </a:lnTo>
                <a:lnTo>
                  <a:pt x="520" y="1536"/>
                </a:lnTo>
                <a:lnTo>
                  <a:pt x="673" y="1397"/>
                </a:lnTo>
                <a:close/>
              </a:path>
              <a:path w="1905" h="7619">
                <a:moveTo>
                  <a:pt x="749" y="6959"/>
                </a:moveTo>
                <a:lnTo>
                  <a:pt x="571" y="6883"/>
                </a:lnTo>
                <a:lnTo>
                  <a:pt x="495" y="7073"/>
                </a:lnTo>
                <a:lnTo>
                  <a:pt x="673" y="7137"/>
                </a:lnTo>
                <a:lnTo>
                  <a:pt x="749" y="6959"/>
                </a:lnTo>
                <a:close/>
              </a:path>
              <a:path w="1905" h="7619">
                <a:moveTo>
                  <a:pt x="825" y="5130"/>
                </a:moveTo>
                <a:lnTo>
                  <a:pt x="660" y="4953"/>
                </a:lnTo>
                <a:lnTo>
                  <a:pt x="508" y="5118"/>
                </a:lnTo>
                <a:lnTo>
                  <a:pt x="647" y="5270"/>
                </a:lnTo>
                <a:lnTo>
                  <a:pt x="825" y="5130"/>
                </a:lnTo>
                <a:close/>
              </a:path>
              <a:path w="1905" h="7619">
                <a:moveTo>
                  <a:pt x="863" y="1511"/>
                </a:moveTo>
                <a:lnTo>
                  <a:pt x="736" y="1397"/>
                </a:lnTo>
                <a:lnTo>
                  <a:pt x="749" y="1638"/>
                </a:lnTo>
                <a:lnTo>
                  <a:pt x="863" y="1511"/>
                </a:lnTo>
                <a:close/>
              </a:path>
              <a:path w="1905" h="7619">
                <a:moveTo>
                  <a:pt x="889" y="1092"/>
                </a:moveTo>
                <a:lnTo>
                  <a:pt x="762" y="1003"/>
                </a:lnTo>
                <a:lnTo>
                  <a:pt x="660" y="1143"/>
                </a:lnTo>
                <a:lnTo>
                  <a:pt x="812" y="1244"/>
                </a:lnTo>
                <a:lnTo>
                  <a:pt x="889" y="1092"/>
                </a:lnTo>
                <a:close/>
              </a:path>
              <a:path w="1905" h="7619">
                <a:moveTo>
                  <a:pt x="952" y="660"/>
                </a:moveTo>
                <a:lnTo>
                  <a:pt x="838" y="520"/>
                </a:lnTo>
                <a:lnTo>
                  <a:pt x="685" y="660"/>
                </a:lnTo>
                <a:lnTo>
                  <a:pt x="838" y="787"/>
                </a:lnTo>
                <a:lnTo>
                  <a:pt x="952" y="660"/>
                </a:lnTo>
                <a:close/>
              </a:path>
              <a:path w="1905" h="7619">
                <a:moveTo>
                  <a:pt x="977" y="2540"/>
                </a:moveTo>
                <a:lnTo>
                  <a:pt x="876" y="2387"/>
                </a:lnTo>
                <a:lnTo>
                  <a:pt x="723" y="2489"/>
                </a:lnTo>
                <a:lnTo>
                  <a:pt x="850" y="2641"/>
                </a:lnTo>
                <a:lnTo>
                  <a:pt x="977" y="2540"/>
                </a:lnTo>
                <a:close/>
              </a:path>
              <a:path w="1905" h="7619">
                <a:moveTo>
                  <a:pt x="1054" y="3784"/>
                </a:moveTo>
                <a:lnTo>
                  <a:pt x="838" y="3771"/>
                </a:lnTo>
                <a:lnTo>
                  <a:pt x="1054" y="3784"/>
                </a:lnTo>
                <a:close/>
              </a:path>
              <a:path w="1905" h="7619">
                <a:moveTo>
                  <a:pt x="1079" y="4000"/>
                </a:moveTo>
                <a:lnTo>
                  <a:pt x="977" y="3873"/>
                </a:lnTo>
                <a:lnTo>
                  <a:pt x="838" y="3975"/>
                </a:lnTo>
                <a:lnTo>
                  <a:pt x="952" y="4114"/>
                </a:lnTo>
                <a:lnTo>
                  <a:pt x="1079" y="4000"/>
                </a:lnTo>
                <a:close/>
              </a:path>
              <a:path w="1905" h="7619">
                <a:moveTo>
                  <a:pt x="1079" y="1917"/>
                </a:moveTo>
                <a:lnTo>
                  <a:pt x="977" y="1752"/>
                </a:lnTo>
                <a:lnTo>
                  <a:pt x="825" y="1854"/>
                </a:lnTo>
                <a:lnTo>
                  <a:pt x="927" y="2019"/>
                </a:lnTo>
                <a:lnTo>
                  <a:pt x="1079" y="1917"/>
                </a:lnTo>
                <a:close/>
              </a:path>
              <a:path w="1905" h="7619">
                <a:moveTo>
                  <a:pt x="1155" y="5969"/>
                </a:moveTo>
                <a:lnTo>
                  <a:pt x="1028" y="5880"/>
                </a:lnTo>
                <a:lnTo>
                  <a:pt x="927" y="6007"/>
                </a:lnTo>
                <a:lnTo>
                  <a:pt x="1054" y="6108"/>
                </a:lnTo>
                <a:lnTo>
                  <a:pt x="1155" y="5969"/>
                </a:lnTo>
                <a:close/>
              </a:path>
              <a:path w="1905" h="7619">
                <a:moveTo>
                  <a:pt x="1181" y="4889"/>
                </a:moveTo>
                <a:lnTo>
                  <a:pt x="990" y="4813"/>
                </a:lnTo>
                <a:lnTo>
                  <a:pt x="863" y="4724"/>
                </a:lnTo>
                <a:lnTo>
                  <a:pt x="698" y="4876"/>
                </a:lnTo>
                <a:lnTo>
                  <a:pt x="850" y="5041"/>
                </a:lnTo>
                <a:lnTo>
                  <a:pt x="1104" y="5080"/>
                </a:lnTo>
                <a:lnTo>
                  <a:pt x="1181" y="4889"/>
                </a:lnTo>
                <a:close/>
              </a:path>
              <a:path w="1905" h="7619">
                <a:moveTo>
                  <a:pt x="1206" y="457"/>
                </a:moveTo>
                <a:lnTo>
                  <a:pt x="1041" y="368"/>
                </a:lnTo>
                <a:lnTo>
                  <a:pt x="965" y="533"/>
                </a:lnTo>
                <a:lnTo>
                  <a:pt x="1117" y="635"/>
                </a:lnTo>
                <a:lnTo>
                  <a:pt x="1206" y="457"/>
                </a:lnTo>
                <a:close/>
              </a:path>
              <a:path w="1905" h="7619">
                <a:moveTo>
                  <a:pt x="1320" y="2654"/>
                </a:moveTo>
                <a:lnTo>
                  <a:pt x="1193" y="2501"/>
                </a:lnTo>
                <a:lnTo>
                  <a:pt x="1028" y="2616"/>
                </a:lnTo>
                <a:lnTo>
                  <a:pt x="1143" y="2781"/>
                </a:lnTo>
                <a:lnTo>
                  <a:pt x="1320" y="2654"/>
                </a:lnTo>
                <a:close/>
              </a:path>
              <a:path w="1905" h="7619">
                <a:moveTo>
                  <a:pt x="1371" y="4521"/>
                </a:moveTo>
                <a:lnTo>
                  <a:pt x="1206" y="4419"/>
                </a:lnTo>
                <a:lnTo>
                  <a:pt x="1104" y="4572"/>
                </a:lnTo>
                <a:lnTo>
                  <a:pt x="1193" y="4800"/>
                </a:lnTo>
                <a:lnTo>
                  <a:pt x="1333" y="4711"/>
                </a:lnTo>
                <a:lnTo>
                  <a:pt x="1371" y="4521"/>
                </a:lnTo>
                <a:close/>
              </a:path>
              <a:path w="1905" h="7619">
                <a:moveTo>
                  <a:pt x="1371" y="901"/>
                </a:moveTo>
                <a:lnTo>
                  <a:pt x="1244" y="762"/>
                </a:lnTo>
                <a:lnTo>
                  <a:pt x="1117" y="889"/>
                </a:lnTo>
                <a:lnTo>
                  <a:pt x="1244" y="1028"/>
                </a:lnTo>
                <a:lnTo>
                  <a:pt x="1371" y="901"/>
                </a:lnTo>
                <a:close/>
              </a:path>
              <a:path w="1905" h="7619">
                <a:moveTo>
                  <a:pt x="1409" y="165"/>
                </a:moveTo>
                <a:lnTo>
                  <a:pt x="1270" y="0"/>
                </a:lnTo>
                <a:lnTo>
                  <a:pt x="1092" y="139"/>
                </a:lnTo>
                <a:lnTo>
                  <a:pt x="1244" y="304"/>
                </a:lnTo>
                <a:lnTo>
                  <a:pt x="1409" y="165"/>
                </a:lnTo>
                <a:close/>
              </a:path>
              <a:path w="1905" h="7619">
                <a:moveTo>
                  <a:pt x="1447" y="3898"/>
                </a:moveTo>
                <a:lnTo>
                  <a:pt x="1346" y="3746"/>
                </a:lnTo>
                <a:lnTo>
                  <a:pt x="1206" y="3873"/>
                </a:lnTo>
                <a:lnTo>
                  <a:pt x="1346" y="4013"/>
                </a:lnTo>
                <a:close/>
              </a:path>
              <a:path w="1905" h="7619">
                <a:moveTo>
                  <a:pt x="1473" y="1689"/>
                </a:moveTo>
                <a:lnTo>
                  <a:pt x="1320" y="1562"/>
                </a:lnTo>
                <a:lnTo>
                  <a:pt x="1181" y="1727"/>
                </a:lnTo>
                <a:lnTo>
                  <a:pt x="1346" y="1841"/>
                </a:lnTo>
                <a:lnTo>
                  <a:pt x="1473" y="1689"/>
                </a:lnTo>
                <a:close/>
              </a:path>
              <a:path w="1905" h="7619">
                <a:moveTo>
                  <a:pt x="1485" y="7150"/>
                </a:moveTo>
                <a:lnTo>
                  <a:pt x="1397" y="7010"/>
                </a:lnTo>
                <a:lnTo>
                  <a:pt x="1257" y="7099"/>
                </a:lnTo>
                <a:lnTo>
                  <a:pt x="1346" y="7239"/>
                </a:lnTo>
                <a:lnTo>
                  <a:pt x="1485" y="7150"/>
                </a:lnTo>
                <a:close/>
              </a:path>
              <a:path w="1905" h="7619">
                <a:moveTo>
                  <a:pt x="1549" y="5765"/>
                </a:moveTo>
                <a:lnTo>
                  <a:pt x="1333" y="5740"/>
                </a:lnTo>
                <a:lnTo>
                  <a:pt x="1409" y="5880"/>
                </a:lnTo>
                <a:lnTo>
                  <a:pt x="1549" y="5765"/>
                </a:lnTo>
                <a:close/>
              </a:path>
              <a:path w="1905" h="7619">
                <a:moveTo>
                  <a:pt x="1562" y="6515"/>
                </a:moveTo>
                <a:lnTo>
                  <a:pt x="1435" y="6413"/>
                </a:lnTo>
                <a:lnTo>
                  <a:pt x="1308" y="6286"/>
                </a:lnTo>
                <a:lnTo>
                  <a:pt x="1181" y="6413"/>
                </a:lnTo>
                <a:lnTo>
                  <a:pt x="1308" y="6540"/>
                </a:lnTo>
                <a:lnTo>
                  <a:pt x="1447" y="6692"/>
                </a:lnTo>
                <a:lnTo>
                  <a:pt x="1562" y="6515"/>
                </a:lnTo>
                <a:close/>
              </a:path>
              <a:path w="1905" h="7619">
                <a:moveTo>
                  <a:pt x="1574" y="2336"/>
                </a:moveTo>
                <a:lnTo>
                  <a:pt x="1435" y="2171"/>
                </a:lnTo>
                <a:lnTo>
                  <a:pt x="1282" y="2311"/>
                </a:lnTo>
                <a:lnTo>
                  <a:pt x="1422" y="2463"/>
                </a:lnTo>
                <a:lnTo>
                  <a:pt x="1574" y="2336"/>
                </a:lnTo>
                <a:close/>
              </a:path>
              <a:path w="1905" h="7619">
                <a:moveTo>
                  <a:pt x="1600" y="3048"/>
                </a:moveTo>
                <a:lnTo>
                  <a:pt x="1447" y="2882"/>
                </a:lnTo>
                <a:lnTo>
                  <a:pt x="1308" y="3035"/>
                </a:lnTo>
                <a:lnTo>
                  <a:pt x="1447" y="3187"/>
                </a:lnTo>
                <a:lnTo>
                  <a:pt x="1600" y="3048"/>
                </a:lnTo>
                <a:close/>
              </a:path>
              <a:path w="1905" h="7619">
                <a:moveTo>
                  <a:pt x="1625" y="6121"/>
                </a:moveTo>
                <a:lnTo>
                  <a:pt x="1498" y="6019"/>
                </a:lnTo>
                <a:lnTo>
                  <a:pt x="1371" y="6184"/>
                </a:lnTo>
                <a:lnTo>
                  <a:pt x="1524" y="6299"/>
                </a:lnTo>
                <a:lnTo>
                  <a:pt x="1625" y="6121"/>
                </a:lnTo>
                <a:close/>
              </a:path>
              <a:path w="1905" h="7619">
                <a:moveTo>
                  <a:pt x="1778" y="5524"/>
                </a:moveTo>
                <a:lnTo>
                  <a:pt x="1663" y="5359"/>
                </a:lnTo>
                <a:lnTo>
                  <a:pt x="1485" y="5219"/>
                </a:lnTo>
                <a:lnTo>
                  <a:pt x="1409" y="5384"/>
                </a:lnTo>
                <a:lnTo>
                  <a:pt x="1549" y="5448"/>
                </a:lnTo>
                <a:lnTo>
                  <a:pt x="1625" y="5664"/>
                </a:lnTo>
                <a:lnTo>
                  <a:pt x="1778" y="5524"/>
                </a:lnTo>
                <a:close/>
              </a:path>
              <a:path w="1905" h="7619">
                <a:moveTo>
                  <a:pt x="1778" y="3657"/>
                </a:moveTo>
                <a:lnTo>
                  <a:pt x="1689" y="3479"/>
                </a:lnTo>
                <a:lnTo>
                  <a:pt x="1511" y="3606"/>
                </a:lnTo>
                <a:lnTo>
                  <a:pt x="1625" y="3771"/>
                </a:lnTo>
                <a:lnTo>
                  <a:pt x="1778" y="3657"/>
                </a:lnTo>
                <a:close/>
              </a:path>
              <a:path w="1905" h="7619">
                <a:moveTo>
                  <a:pt x="1790" y="3263"/>
                </a:moveTo>
                <a:lnTo>
                  <a:pt x="1676" y="3136"/>
                </a:lnTo>
                <a:lnTo>
                  <a:pt x="1524" y="3276"/>
                </a:lnTo>
                <a:lnTo>
                  <a:pt x="1676" y="3416"/>
                </a:lnTo>
                <a:lnTo>
                  <a:pt x="1790" y="32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1929611" y="945484"/>
            <a:ext cx="184150" cy="211454"/>
          </a:xfrm>
          <a:custGeom>
            <a:avLst/>
            <a:gdLst/>
            <a:ahLst/>
            <a:cxnLst/>
            <a:rect l="l" t="t" r="r" b="b"/>
            <a:pathLst>
              <a:path w="184150" h="211455">
                <a:moveTo>
                  <a:pt x="136969" y="0"/>
                </a:moveTo>
                <a:lnTo>
                  <a:pt x="596" y="0"/>
                </a:lnTo>
                <a:lnTo>
                  <a:pt x="470" y="44589"/>
                </a:lnTo>
                <a:lnTo>
                  <a:pt x="353" y="86004"/>
                </a:lnTo>
                <a:lnTo>
                  <a:pt x="233" y="128574"/>
                </a:lnTo>
                <a:lnTo>
                  <a:pt x="120" y="168452"/>
                </a:lnTo>
                <a:lnTo>
                  <a:pt x="0" y="210934"/>
                </a:lnTo>
                <a:lnTo>
                  <a:pt x="1836" y="208572"/>
                </a:lnTo>
                <a:lnTo>
                  <a:pt x="990" y="207911"/>
                </a:lnTo>
                <a:lnTo>
                  <a:pt x="203" y="207238"/>
                </a:lnTo>
                <a:lnTo>
                  <a:pt x="2089" y="205324"/>
                </a:lnTo>
                <a:lnTo>
                  <a:pt x="2210" y="161924"/>
                </a:lnTo>
                <a:lnTo>
                  <a:pt x="2303" y="128574"/>
                </a:lnTo>
                <a:lnTo>
                  <a:pt x="2428" y="83554"/>
                </a:lnTo>
                <a:lnTo>
                  <a:pt x="2554" y="38008"/>
                </a:lnTo>
                <a:lnTo>
                  <a:pt x="2654" y="2070"/>
                </a:lnTo>
                <a:lnTo>
                  <a:pt x="135268" y="2070"/>
                </a:lnTo>
                <a:lnTo>
                  <a:pt x="135102" y="1244"/>
                </a:lnTo>
                <a:lnTo>
                  <a:pt x="136118" y="1041"/>
                </a:lnTo>
                <a:lnTo>
                  <a:pt x="137178" y="1041"/>
                </a:lnTo>
                <a:lnTo>
                  <a:pt x="136969" y="0"/>
                </a:lnTo>
                <a:close/>
              </a:path>
              <a:path w="184150" h="211455">
                <a:moveTo>
                  <a:pt x="2089" y="205324"/>
                </a:moveTo>
                <a:lnTo>
                  <a:pt x="203" y="207238"/>
                </a:lnTo>
                <a:lnTo>
                  <a:pt x="1926" y="208572"/>
                </a:lnTo>
                <a:lnTo>
                  <a:pt x="1776" y="208572"/>
                </a:lnTo>
                <a:lnTo>
                  <a:pt x="2450" y="207911"/>
                </a:lnTo>
                <a:lnTo>
                  <a:pt x="2082" y="207911"/>
                </a:lnTo>
                <a:lnTo>
                  <a:pt x="2089" y="205324"/>
                </a:lnTo>
                <a:close/>
              </a:path>
              <a:path w="184150" h="211455">
                <a:moveTo>
                  <a:pt x="126415" y="128574"/>
                </a:moveTo>
                <a:lnTo>
                  <a:pt x="98641" y="155689"/>
                </a:lnTo>
                <a:lnTo>
                  <a:pt x="66535" y="173151"/>
                </a:lnTo>
                <a:lnTo>
                  <a:pt x="66865" y="174129"/>
                </a:lnTo>
                <a:lnTo>
                  <a:pt x="63981" y="174129"/>
                </a:lnTo>
                <a:lnTo>
                  <a:pt x="33764" y="185698"/>
                </a:lnTo>
                <a:lnTo>
                  <a:pt x="13490" y="196562"/>
                </a:lnTo>
                <a:lnTo>
                  <a:pt x="3155" y="204243"/>
                </a:lnTo>
                <a:lnTo>
                  <a:pt x="2089" y="205324"/>
                </a:lnTo>
                <a:lnTo>
                  <a:pt x="2082" y="207911"/>
                </a:lnTo>
                <a:lnTo>
                  <a:pt x="2450" y="207911"/>
                </a:lnTo>
                <a:lnTo>
                  <a:pt x="5087" y="205324"/>
                </a:lnTo>
                <a:lnTo>
                  <a:pt x="15514" y="197756"/>
                </a:lnTo>
                <a:lnTo>
                  <a:pt x="35411" y="187252"/>
                </a:lnTo>
                <a:lnTo>
                  <a:pt x="67144" y="175171"/>
                </a:lnTo>
                <a:lnTo>
                  <a:pt x="69027" y="174404"/>
                </a:lnTo>
                <a:lnTo>
                  <a:pt x="69646" y="174129"/>
                </a:lnTo>
                <a:lnTo>
                  <a:pt x="66865" y="174129"/>
                </a:lnTo>
                <a:lnTo>
                  <a:pt x="66630" y="173151"/>
                </a:lnTo>
                <a:lnTo>
                  <a:pt x="71849" y="173151"/>
                </a:lnTo>
                <a:lnTo>
                  <a:pt x="73909" y="172237"/>
                </a:lnTo>
                <a:lnTo>
                  <a:pt x="109818" y="149775"/>
                </a:lnTo>
                <a:lnTo>
                  <a:pt x="127042" y="131221"/>
                </a:lnTo>
                <a:lnTo>
                  <a:pt x="126301" y="130848"/>
                </a:lnTo>
                <a:lnTo>
                  <a:pt x="126758" y="129933"/>
                </a:lnTo>
                <a:lnTo>
                  <a:pt x="129122" y="129933"/>
                </a:lnTo>
                <a:lnTo>
                  <a:pt x="126415" y="128574"/>
                </a:lnTo>
                <a:close/>
              </a:path>
              <a:path w="184150" h="211455">
                <a:moveTo>
                  <a:pt x="129122" y="129933"/>
                </a:moveTo>
                <a:lnTo>
                  <a:pt x="126758" y="129933"/>
                </a:lnTo>
                <a:lnTo>
                  <a:pt x="127609" y="130517"/>
                </a:lnTo>
                <a:lnTo>
                  <a:pt x="127042" y="131221"/>
                </a:lnTo>
                <a:lnTo>
                  <a:pt x="142405" y="138963"/>
                </a:lnTo>
                <a:lnTo>
                  <a:pt x="144616" y="136347"/>
                </a:lnTo>
                <a:lnTo>
                  <a:pt x="141897" y="136347"/>
                </a:lnTo>
                <a:lnTo>
                  <a:pt x="129122" y="129933"/>
                </a:lnTo>
                <a:close/>
              </a:path>
              <a:path w="184150" h="211455">
                <a:moveTo>
                  <a:pt x="182041" y="88861"/>
                </a:moveTo>
                <a:lnTo>
                  <a:pt x="141897" y="136347"/>
                </a:lnTo>
                <a:lnTo>
                  <a:pt x="144616" y="136347"/>
                </a:lnTo>
                <a:lnTo>
                  <a:pt x="183734" y="90068"/>
                </a:lnTo>
                <a:lnTo>
                  <a:pt x="181952" y="90068"/>
                </a:lnTo>
                <a:lnTo>
                  <a:pt x="181688" y="89636"/>
                </a:lnTo>
                <a:lnTo>
                  <a:pt x="182965" y="89636"/>
                </a:lnTo>
                <a:lnTo>
                  <a:pt x="182041" y="88861"/>
                </a:lnTo>
                <a:close/>
              </a:path>
              <a:path w="184150" h="211455">
                <a:moveTo>
                  <a:pt x="126758" y="129933"/>
                </a:moveTo>
                <a:lnTo>
                  <a:pt x="126301" y="130848"/>
                </a:lnTo>
                <a:lnTo>
                  <a:pt x="127042" y="131221"/>
                </a:lnTo>
                <a:lnTo>
                  <a:pt x="127609" y="130517"/>
                </a:lnTo>
                <a:lnTo>
                  <a:pt x="126758" y="129933"/>
                </a:lnTo>
                <a:close/>
              </a:path>
              <a:path w="184150" h="211455">
                <a:moveTo>
                  <a:pt x="136118" y="1041"/>
                </a:moveTo>
                <a:lnTo>
                  <a:pt x="135102" y="1244"/>
                </a:lnTo>
                <a:lnTo>
                  <a:pt x="136118" y="6286"/>
                </a:lnTo>
                <a:lnTo>
                  <a:pt x="139534" y="14223"/>
                </a:lnTo>
                <a:lnTo>
                  <a:pt x="168178" y="67157"/>
                </a:lnTo>
                <a:lnTo>
                  <a:pt x="181952" y="90068"/>
                </a:lnTo>
                <a:lnTo>
                  <a:pt x="182645" y="89636"/>
                </a:lnTo>
                <a:lnTo>
                  <a:pt x="181386" y="89636"/>
                </a:lnTo>
                <a:lnTo>
                  <a:pt x="182041" y="88861"/>
                </a:lnTo>
                <a:lnTo>
                  <a:pt x="183619" y="88861"/>
                </a:lnTo>
                <a:lnTo>
                  <a:pt x="181851" y="86004"/>
                </a:lnTo>
                <a:lnTo>
                  <a:pt x="177700" y="79149"/>
                </a:lnTo>
                <a:lnTo>
                  <a:pt x="157619" y="44589"/>
                </a:lnTo>
                <a:lnTo>
                  <a:pt x="137947" y="4876"/>
                </a:lnTo>
                <a:lnTo>
                  <a:pt x="137384" y="2070"/>
                </a:lnTo>
                <a:lnTo>
                  <a:pt x="136118" y="2070"/>
                </a:lnTo>
                <a:lnTo>
                  <a:pt x="136118" y="1041"/>
                </a:lnTo>
                <a:close/>
              </a:path>
              <a:path w="184150" h="211455">
                <a:moveTo>
                  <a:pt x="183619" y="88861"/>
                </a:moveTo>
                <a:lnTo>
                  <a:pt x="182041" y="88861"/>
                </a:lnTo>
                <a:lnTo>
                  <a:pt x="182965" y="89636"/>
                </a:lnTo>
                <a:lnTo>
                  <a:pt x="182645" y="89636"/>
                </a:lnTo>
                <a:lnTo>
                  <a:pt x="181952" y="90068"/>
                </a:lnTo>
                <a:lnTo>
                  <a:pt x="183734" y="90068"/>
                </a:lnTo>
                <a:lnTo>
                  <a:pt x="184099" y="89636"/>
                </a:lnTo>
                <a:lnTo>
                  <a:pt x="183619" y="88861"/>
                </a:lnTo>
                <a:close/>
              </a:path>
              <a:path w="184150" h="211455">
                <a:moveTo>
                  <a:pt x="137178" y="1041"/>
                </a:moveTo>
                <a:lnTo>
                  <a:pt x="136118" y="1041"/>
                </a:lnTo>
                <a:lnTo>
                  <a:pt x="136118" y="2070"/>
                </a:lnTo>
                <a:lnTo>
                  <a:pt x="137384" y="2070"/>
                </a:lnTo>
                <a:lnTo>
                  <a:pt x="137219" y="1244"/>
                </a:lnTo>
                <a:lnTo>
                  <a:pt x="137178" y="1041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1740912" y="946005"/>
            <a:ext cx="181610" cy="207645"/>
          </a:xfrm>
          <a:custGeom>
            <a:avLst/>
            <a:gdLst/>
            <a:ahLst/>
            <a:cxnLst/>
            <a:rect l="l" t="t" r="r" b="b"/>
            <a:pathLst>
              <a:path w="181610" h="207644">
                <a:moveTo>
                  <a:pt x="181203" y="0"/>
                </a:moveTo>
                <a:lnTo>
                  <a:pt x="46710" y="0"/>
                </a:lnTo>
                <a:lnTo>
                  <a:pt x="43816" y="12189"/>
                </a:lnTo>
                <a:lnTo>
                  <a:pt x="37985" y="25409"/>
                </a:lnTo>
                <a:lnTo>
                  <a:pt x="24840" y="47902"/>
                </a:lnTo>
                <a:lnTo>
                  <a:pt x="0" y="87909"/>
                </a:lnTo>
                <a:lnTo>
                  <a:pt x="40665" y="135737"/>
                </a:lnTo>
                <a:lnTo>
                  <a:pt x="56032" y="128041"/>
                </a:lnTo>
                <a:lnTo>
                  <a:pt x="67948" y="144808"/>
                </a:lnTo>
                <a:lnTo>
                  <a:pt x="78160" y="154976"/>
                </a:lnTo>
                <a:lnTo>
                  <a:pt x="92285" y="162665"/>
                </a:lnTo>
                <a:lnTo>
                  <a:pt x="115938" y="171996"/>
                </a:lnTo>
                <a:lnTo>
                  <a:pt x="146783" y="182136"/>
                </a:lnTo>
                <a:lnTo>
                  <a:pt x="163863" y="189203"/>
                </a:lnTo>
                <a:lnTo>
                  <a:pt x="173297" y="196515"/>
                </a:lnTo>
                <a:lnTo>
                  <a:pt x="181203" y="207390"/>
                </a:lnTo>
                <a:lnTo>
                  <a:pt x="181203" y="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1757602" y="845273"/>
            <a:ext cx="29209" cy="27305"/>
          </a:xfrm>
          <a:custGeom>
            <a:avLst/>
            <a:gdLst/>
            <a:ahLst/>
            <a:cxnLst/>
            <a:rect l="l" t="t" r="r" b="b"/>
            <a:pathLst>
              <a:path w="29210" h="27305">
                <a:moveTo>
                  <a:pt x="22352" y="0"/>
                </a:moveTo>
                <a:lnTo>
                  <a:pt x="17119" y="3467"/>
                </a:lnTo>
                <a:lnTo>
                  <a:pt x="15937" y="12132"/>
                </a:lnTo>
                <a:lnTo>
                  <a:pt x="13760" y="16116"/>
                </a:lnTo>
                <a:lnTo>
                  <a:pt x="8982" y="16404"/>
                </a:lnTo>
                <a:lnTo>
                  <a:pt x="0" y="13969"/>
                </a:lnTo>
                <a:lnTo>
                  <a:pt x="2832" y="19672"/>
                </a:lnTo>
                <a:lnTo>
                  <a:pt x="13004" y="26822"/>
                </a:lnTo>
                <a:lnTo>
                  <a:pt x="23723" y="24891"/>
                </a:lnTo>
                <a:lnTo>
                  <a:pt x="28676" y="17208"/>
                </a:lnTo>
                <a:lnTo>
                  <a:pt x="28676" y="8420"/>
                </a:lnTo>
                <a:lnTo>
                  <a:pt x="22352" y="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1748985" y="791674"/>
            <a:ext cx="38735" cy="83820"/>
          </a:xfrm>
          <a:custGeom>
            <a:avLst/>
            <a:gdLst/>
            <a:ahLst/>
            <a:cxnLst/>
            <a:rect l="l" t="t" r="r" b="b"/>
            <a:pathLst>
              <a:path w="38735" h="83819">
                <a:moveTo>
                  <a:pt x="7463" y="66521"/>
                </a:moveTo>
                <a:lnTo>
                  <a:pt x="9824" y="71207"/>
                </a:lnTo>
                <a:lnTo>
                  <a:pt x="11414" y="74305"/>
                </a:lnTo>
                <a:lnTo>
                  <a:pt x="18232" y="80911"/>
                </a:lnTo>
                <a:lnTo>
                  <a:pt x="26431" y="83574"/>
                </a:lnTo>
                <a:lnTo>
                  <a:pt x="32987" y="80429"/>
                </a:lnTo>
                <a:lnTo>
                  <a:pt x="21636" y="80429"/>
                </a:lnTo>
                <a:lnTo>
                  <a:pt x="7463" y="66521"/>
                </a:lnTo>
                <a:close/>
              </a:path>
              <a:path w="38735" h="83819">
                <a:moveTo>
                  <a:pt x="17787" y="0"/>
                </a:moveTo>
                <a:lnTo>
                  <a:pt x="8893" y="4434"/>
                </a:lnTo>
                <a:lnTo>
                  <a:pt x="2808" y="10360"/>
                </a:lnTo>
                <a:lnTo>
                  <a:pt x="0" y="17566"/>
                </a:lnTo>
                <a:lnTo>
                  <a:pt x="935" y="25844"/>
                </a:lnTo>
                <a:lnTo>
                  <a:pt x="3271" y="32765"/>
                </a:lnTo>
                <a:lnTo>
                  <a:pt x="7716" y="38709"/>
                </a:lnTo>
                <a:lnTo>
                  <a:pt x="13139" y="43446"/>
                </a:lnTo>
                <a:lnTo>
                  <a:pt x="20624" y="50463"/>
                </a:lnTo>
                <a:lnTo>
                  <a:pt x="29430" y="60880"/>
                </a:lnTo>
                <a:lnTo>
                  <a:pt x="33317" y="71207"/>
                </a:lnTo>
                <a:lnTo>
                  <a:pt x="26042" y="77952"/>
                </a:lnTo>
                <a:lnTo>
                  <a:pt x="21636" y="80429"/>
                </a:lnTo>
                <a:lnTo>
                  <a:pt x="32987" y="80429"/>
                </a:lnTo>
                <a:lnTo>
                  <a:pt x="34628" y="79641"/>
                </a:lnTo>
                <a:lnTo>
                  <a:pt x="38433" y="73052"/>
                </a:lnTo>
                <a:lnTo>
                  <a:pt x="38185" y="66521"/>
                </a:lnTo>
                <a:lnTo>
                  <a:pt x="35158" y="60130"/>
                </a:lnTo>
                <a:lnTo>
                  <a:pt x="30627" y="53962"/>
                </a:lnTo>
                <a:lnTo>
                  <a:pt x="24464" y="47440"/>
                </a:lnTo>
                <a:lnTo>
                  <a:pt x="17433" y="40786"/>
                </a:lnTo>
                <a:lnTo>
                  <a:pt x="10948" y="33788"/>
                </a:lnTo>
                <a:lnTo>
                  <a:pt x="6421" y="26238"/>
                </a:lnTo>
                <a:lnTo>
                  <a:pt x="4198" y="20510"/>
                </a:lnTo>
                <a:lnTo>
                  <a:pt x="5253" y="14401"/>
                </a:lnTo>
                <a:lnTo>
                  <a:pt x="8859" y="9029"/>
                </a:lnTo>
                <a:lnTo>
                  <a:pt x="17826" y="393"/>
                </a:lnTo>
                <a:lnTo>
                  <a:pt x="177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1748130" y="790938"/>
            <a:ext cx="40640" cy="85090"/>
          </a:xfrm>
          <a:custGeom>
            <a:avLst/>
            <a:gdLst/>
            <a:ahLst/>
            <a:cxnLst/>
            <a:rect l="l" t="t" r="r" b="b"/>
            <a:pathLst>
              <a:path w="40639" h="85090">
                <a:moveTo>
                  <a:pt x="7658" y="67703"/>
                </a:moveTo>
                <a:lnTo>
                  <a:pt x="22602" y="85090"/>
                </a:lnTo>
                <a:lnTo>
                  <a:pt x="30162" y="85090"/>
                </a:lnTo>
                <a:lnTo>
                  <a:pt x="33299" y="83820"/>
                </a:lnTo>
                <a:lnTo>
                  <a:pt x="33576" y="83527"/>
                </a:lnTo>
                <a:lnTo>
                  <a:pt x="23190" y="83527"/>
                </a:lnTo>
                <a:lnTo>
                  <a:pt x="19189" y="81267"/>
                </a:lnTo>
                <a:lnTo>
                  <a:pt x="12765" y="74917"/>
                </a:lnTo>
                <a:lnTo>
                  <a:pt x="12343" y="74345"/>
                </a:lnTo>
                <a:lnTo>
                  <a:pt x="10090" y="70675"/>
                </a:lnTo>
                <a:lnTo>
                  <a:pt x="9795" y="69788"/>
                </a:lnTo>
                <a:lnTo>
                  <a:pt x="7658" y="67703"/>
                </a:lnTo>
                <a:close/>
              </a:path>
              <a:path w="40639" h="85090">
                <a:moveTo>
                  <a:pt x="19020" y="406"/>
                </a:moveTo>
                <a:lnTo>
                  <a:pt x="17970" y="406"/>
                </a:lnTo>
                <a:lnTo>
                  <a:pt x="18700" y="825"/>
                </a:lnTo>
                <a:lnTo>
                  <a:pt x="18816" y="1155"/>
                </a:lnTo>
                <a:lnTo>
                  <a:pt x="18923" y="1460"/>
                </a:lnTo>
                <a:lnTo>
                  <a:pt x="16076" y="2480"/>
                </a:lnTo>
                <a:lnTo>
                  <a:pt x="14376" y="4191"/>
                </a:lnTo>
                <a:lnTo>
                  <a:pt x="9055" y="9448"/>
                </a:lnTo>
                <a:lnTo>
                  <a:pt x="8877" y="9664"/>
                </a:lnTo>
                <a:lnTo>
                  <a:pt x="6616" y="13004"/>
                </a:lnTo>
                <a:lnTo>
                  <a:pt x="5346" y="16814"/>
                </a:lnTo>
                <a:lnTo>
                  <a:pt x="5346" y="22898"/>
                </a:lnTo>
                <a:lnTo>
                  <a:pt x="5590" y="24257"/>
                </a:lnTo>
                <a:lnTo>
                  <a:pt x="5651" y="24599"/>
                </a:lnTo>
                <a:lnTo>
                  <a:pt x="27470" y="50888"/>
                </a:lnTo>
                <a:lnTo>
                  <a:pt x="35090" y="60325"/>
                </a:lnTo>
                <a:lnTo>
                  <a:pt x="38874" y="65786"/>
                </a:lnTo>
                <a:lnTo>
                  <a:pt x="38766" y="74129"/>
                </a:lnTo>
                <a:lnTo>
                  <a:pt x="37952" y="76339"/>
                </a:lnTo>
                <a:lnTo>
                  <a:pt x="37830" y="76669"/>
                </a:lnTo>
                <a:lnTo>
                  <a:pt x="37769" y="76835"/>
                </a:lnTo>
                <a:lnTo>
                  <a:pt x="33557" y="81267"/>
                </a:lnTo>
                <a:lnTo>
                  <a:pt x="32237" y="82537"/>
                </a:lnTo>
                <a:lnTo>
                  <a:pt x="29743" y="83527"/>
                </a:lnTo>
                <a:lnTo>
                  <a:pt x="33576" y="83527"/>
                </a:lnTo>
                <a:lnTo>
                  <a:pt x="39116" y="77685"/>
                </a:lnTo>
                <a:lnTo>
                  <a:pt x="40398" y="74345"/>
                </a:lnTo>
                <a:lnTo>
                  <a:pt x="40373" y="65062"/>
                </a:lnTo>
                <a:lnTo>
                  <a:pt x="36296" y="59436"/>
                </a:lnTo>
                <a:lnTo>
                  <a:pt x="28536" y="49784"/>
                </a:lnTo>
                <a:lnTo>
                  <a:pt x="23482" y="45478"/>
                </a:lnTo>
                <a:lnTo>
                  <a:pt x="14211" y="36461"/>
                </a:lnTo>
                <a:lnTo>
                  <a:pt x="9994" y="31762"/>
                </a:lnTo>
                <a:lnTo>
                  <a:pt x="7264" y="24726"/>
                </a:lnTo>
                <a:lnTo>
                  <a:pt x="6938" y="22898"/>
                </a:lnTo>
                <a:lnTo>
                  <a:pt x="7033" y="16814"/>
                </a:lnTo>
                <a:lnTo>
                  <a:pt x="8064" y="13652"/>
                </a:lnTo>
                <a:lnTo>
                  <a:pt x="10146" y="10591"/>
                </a:lnTo>
                <a:lnTo>
                  <a:pt x="9753" y="10261"/>
                </a:lnTo>
                <a:lnTo>
                  <a:pt x="10479" y="10261"/>
                </a:lnTo>
                <a:lnTo>
                  <a:pt x="11620" y="9080"/>
                </a:lnTo>
                <a:lnTo>
                  <a:pt x="16585" y="4191"/>
                </a:lnTo>
                <a:lnTo>
                  <a:pt x="18576" y="2120"/>
                </a:lnTo>
                <a:lnTo>
                  <a:pt x="19149" y="1460"/>
                </a:lnTo>
                <a:lnTo>
                  <a:pt x="19367" y="1155"/>
                </a:lnTo>
                <a:lnTo>
                  <a:pt x="19457" y="825"/>
                </a:lnTo>
                <a:lnTo>
                  <a:pt x="19605" y="825"/>
                </a:lnTo>
                <a:lnTo>
                  <a:pt x="19020" y="406"/>
                </a:lnTo>
                <a:close/>
              </a:path>
              <a:path w="40639" h="85090">
                <a:moveTo>
                  <a:pt x="9615" y="67348"/>
                </a:moveTo>
                <a:lnTo>
                  <a:pt x="9087" y="67348"/>
                </a:lnTo>
                <a:lnTo>
                  <a:pt x="9795" y="69788"/>
                </a:lnTo>
                <a:lnTo>
                  <a:pt x="24227" y="79832"/>
                </a:lnTo>
                <a:lnTo>
                  <a:pt x="26461" y="79832"/>
                </a:lnTo>
                <a:lnTo>
                  <a:pt x="27128" y="79438"/>
                </a:lnTo>
                <a:lnTo>
                  <a:pt x="26972" y="78930"/>
                </a:lnTo>
                <a:lnTo>
                  <a:pt x="26924" y="78740"/>
                </a:lnTo>
                <a:lnTo>
                  <a:pt x="29819" y="78740"/>
                </a:lnTo>
                <a:lnTo>
                  <a:pt x="30803" y="78206"/>
                </a:lnTo>
                <a:lnTo>
                  <a:pt x="24650" y="78206"/>
                </a:lnTo>
                <a:lnTo>
                  <a:pt x="22948" y="77546"/>
                </a:lnTo>
                <a:lnTo>
                  <a:pt x="18493" y="74917"/>
                </a:lnTo>
                <a:lnTo>
                  <a:pt x="17744" y="74345"/>
                </a:lnTo>
                <a:lnTo>
                  <a:pt x="15265" y="72364"/>
                </a:lnTo>
                <a:lnTo>
                  <a:pt x="11784" y="69329"/>
                </a:lnTo>
                <a:lnTo>
                  <a:pt x="9615" y="67348"/>
                </a:lnTo>
                <a:close/>
              </a:path>
              <a:path w="40639" h="85090">
                <a:moveTo>
                  <a:pt x="27045" y="78930"/>
                </a:moveTo>
                <a:lnTo>
                  <a:pt x="27101" y="79438"/>
                </a:lnTo>
                <a:lnTo>
                  <a:pt x="27329" y="79438"/>
                </a:lnTo>
                <a:lnTo>
                  <a:pt x="27045" y="78930"/>
                </a:lnTo>
                <a:close/>
              </a:path>
              <a:path w="40639" h="85090">
                <a:moveTo>
                  <a:pt x="29819" y="78740"/>
                </a:moveTo>
                <a:lnTo>
                  <a:pt x="26939" y="78740"/>
                </a:lnTo>
                <a:lnTo>
                  <a:pt x="27329" y="79438"/>
                </a:lnTo>
                <a:lnTo>
                  <a:pt x="27101" y="79438"/>
                </a:lnTo>
                <a:lnTo>
                  <a:pt x="29819" y="78740"/>
                </a:lnTo>
                <a:close/>
              </a:path>
              <a:path w="40639" h="85090">
                <a:moveTo>
                  <a:pt x="18453" y="0"/>
                </a:moveTo>
                <a:lnTo>
                  <a:pt x="12839" y="1993"/>
                </a:lnTo>
                <a:lnTo>
                  <a:pt x="8242" y="4775"/>
                </a:lnTo>
                <a:lnTo>
                  <a:pt x="1816" y="11658"/>
                </a:lnTo>
                <a:lnTo>
                  <a:pt x="0" y="15798"/>
                </a:lnTo>
                <a:lnTo>
                  <a:pt x="71" y="22898"/>
                </a:lnTo>
                <a:lnTo>
                  <a:pt x="15944" y="46849"/>
                </a:lnTo>
                <a:lnTo>
                  <a:pt x="20878" y="51295"/>
                </a:lnTo>
                <a:lnTo>
                  <a:pt x="33338" y="73202"/>
                </a:lnTo>
                <a:lnTo>
                  <a:pt x="33095" y="73939"/>
                </a:lnTo>
                <a:lnTo>
                  <a:pt x="33032" y="74129"/>
                </a:lnTo>
                <a:lnTo>
                  <a:pt x="32029" y="75234"/>
                </a:lnTo>
                <a:lnTo>
                  <a:pt x="30988" y="76339"/>
                </a:lnTo>
                <a:lnTo>
                  <a:pt x="29324" y="77279"/>
                </a:lnTo>
                <a:lnTo>
                  <a:pt x="27714" y="77685"/>
                </a:lnTo>
                <a:lnTo>
                  <a:pt x="27321" y="77685"/>
                </a:lnTo>
                <a:lnTo>
                  <a:pt x="26106" y="78206"/>
                </a:lnTo>
                <a:lnTo>
                  <a:pt x="30803" y="78206"/>
                </a:lnTo>
                <a:lnTo>
                  <a:pt x="31764" y="77685"/>
                </a:lnTo>
                <a:lnTo>
                  <a:pt x="33084" y="76339"/>
                </a:lnTo>
                <a:lnTo>
                  <a:pt x="34417" y="74917"/>
                </a:lnTo>
                <a:lnTo>
                  <a:pt x="34988" y="73202"/>
                </a:lnTo>
                <a:lnTo>
                  <a:pt x="34975" y="68872"/>
                </a:lnTo>
                <a:lnTo>
                  <a:pt x="9194" y="38938"/>
                </a:lnTo>
                <a:lnTo>
                  <a:pt x="4851" y="33096"/>
                </a:lnTo>
                <a:lnTo>
                  <a:pt x="2138" y="25095"/>
                </a:lnTo>
                <a:lnTo>
                  <a:pt x="2013" y="24726"/>
                </a:lnTo>
                <a:lnTo>
                  <a:pt x="1970" y="24599"/>
                </a:lnTo>
                <a:lnTo>
                  <a:pt x="1854" y="24257"/>
                </a:lnTo>
                <a:lnTo>
                  <a:pt x="1626" y="22898"/>
                </a:lnTo>
                <a:lnTo>
                  <a:pt x="1524" y="16243"/>
                </a:lnTo>
                <a:lnTo>
                  <a:pt x="3149" y="12522"/>
                </a:lnTo>
                <a:lnTo>
                  <a:pt x="9118" y="6096"/>
                </a:lnTo>
                <a:lnTo>
                  <a:pt x="13500" y="3403"/>
                </a:lnTo>
                <a:lnTo>
                  <a:pt x="16076" y="2480"/>
                </a:lnTo>
                <a:lnTo>
                  <a:pt x="16433" y="2120"/>
                </a:lnTo>
                <a:lnTo>
                  <a:pt x="17634" y="825"/>
                </a:lnTo>
                <a:lnTo>
                  <a:pt x="17970" y="406"/>
                </a:lnTo>
                <a:lnTo>
                  <a:pt x="19020" y="406"/>
                </a:lnTo>
                <a:lnTo>
                  <a:pt x="18453" y="0"/>
                </a:lnTo>
                <a:close/>
              </a:path>
              <a:path w="40639" h="85090">
                <a:moveTo>
                  <a:pt x="9070" y="66821"/>
                </a:moveTo>
                <a:lnTo>
                  <a:pt x="7493" y="67348"/>
                </a:lnTo>
                <a:lnTo>
                  <a:pt x="7658" y="67703"/>
                </a:lnTo>
                <a:lnTo>
                  <a:pt x="9795" y="69788"/>
                </a:lnTo>
                <a:lnTo>
                  <a:pt x="9191" y="67703"/>
                </a:lnTo>
                <a:lnTo>
                  <a:pt x="7721" y="67703"/>
                </a:lnTo>
                <a:lnTo>
                  <a:pt x="8073" y="67348"/>
                </a:lnTo>
                <a:lnTo>
                  <a:pt x="9615" y="67348"/>
                </a:lnTo>
                <a:lnTo>
                  <a:pt x="9070" y="66821"/>
                </a:lnTo>
                <a:close/>
              </a:path>
              <a:path w="40639" h="85090">
                <a:moveTo>
                  <a:pt x="8882" y="66640"/>
                </a:moveTo>
                <a:lnTo>
                  <a:pt x="8593" y="66821"/>
                </a:lnTo>
                <a:lnTo>
                  <a:pt x="7721" y="67703"/>
                </a:lnTo>
                <a:lnTo>
                  <a:pt x="9191" y="67703"/>
                </a:lnTo>
                <a:lnTo>
                  <a:pt x="8934" y="66821"/>
                </a:lnTo>
                <a:lnTo>
                  <a:pt x="8882" y="66640"/>
                </a:lnTo>
                <a:close/>
              </a:path>
              <a:path w="40639" h="85090">
                <a:moveTo>
                  <a:pt x="10479" y="10261"/>
                </a:moveTo>
                <a:lnTo>
                  <a:pt x="9753" y="10261"/>
                </a:lnTo>
                <a:lnTo>
                  <a:pt x="10227" y="10591"/>
                </a:lnTo>
                <a:lnTo>
                  <a:pt x="10479" y="10261"/>
                </a:lnTo>
                <a:close/>
              </a:path>
              <a:path w="40639" h="85090">
                <a:moveTo>
                  <a:pt x="17970" y="406"/>
                </a:moveTo>
                <a:lnTo>
                  <a:pt x="17877" y="825"/>
                </a:lnTo>
                <a:lnTo>
                  <a:pt x="17634" y="825"/>
                </a:lnTo>
                <a:lnTo>
                  <a:pt x="16076" y="2480"/>
                </a:lnTo>
                <a:lnTo>
                  <a:pt x="18923" y="1460"/>
                </a:lnTo>
                <a:lnTo>
                  <a:pt x="18816" y="1155"/>
                </a:lnTo>
                <a:lnTo>
                  <a:pt x="18700" y="825"/>
                </a:lnTo>
                <a:lnTo>
                  <a:pt x="17877" y="825"/>
                </a:lnTo>
                <a:lnTo>
                  <a:pt x="17970" y="406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bg object 83"/>
          <p:cNvSpPr/>
          <p:nvPr/>
        </p:nvSpPr>
        <p:spPr>
          <a:xfrm>
            <a:off x="1766731" y="759836"/>
            <a:ext cx="155575" cy="179705"/>
          </a:xfrm>
          <a:custGeom>
            <a:avLst/>
            <a:gdLst/>
            <a:ahLst/>
            <a:cxnLst/>
            <a:rect l="l" t="t" r="r" b="b"/>
            <a:pathLst>
              <a:path w="155575" h="179705">
                <a:moveTo>
                  <a:pt x="48840" y="0"/>
                </a:moveTo>
                <a:lnTo>
                  <a:pt x="37909" y="2258"/>
                </a:lnTo>
                <a:lnTo>
                  <a:pt x="0" y="31404"/>
                </a:lnTo>
                <a:lnTo>
                  <a:pt x="17230" y="34194"/>
                </a:lnTo>
                <a:lnTo>
                  <a:pt x="26636" y="37242"/>
                </a:lnTo>
                <a:lnTo>
                  <a:pt x="31516" y="42454"/>
                </a:lnTo>
                <a:lnTo>
                  <a:pt x="35166" y="51737"/>
                </a:lnTo>
                <a:lnTo>
                  <a:pt x="45460" y="72581"/>
                </a:lnTo>
                <a:lnTo>
                  <a:pt x="47461" y="92809"/>
                </a:lnTo>
                <a:lnTo>
                  <a:pt x="39882" y="124371"/>
                </a:lnTo>
                <a:lnTo>
                  <a:pt x="21437" y="179220"/>
                </a:lnTo>
                <a:lnTo>
                  <a:pt x="155384" y="179220"/>
                </a:lnTo>
                <a:lnTo>
                  <a:pt x="155384" y="51851"/>
                </a:lnTo>
                <a:lnTo>
                  <a:pt x="136283" y="30287"/>
                </a:lnTo>
                <a:lnTo>
                  <a:pt x="125275" y="30369"/>
                </a:lnTo>
                <a:lnTo>
                  <a:pt x="116225" y="28852"/>
                </a:lnTo>
                <a:lnTo>
                  <a:pt x="104292" y="24343"/>
                </a:lnTo>
                <a:lnTo>
                  <a:pt x="84632" y="15453"/>
                </a:lnTo>
                <a:lnTo>
                  <a:pt x="67822" y="5360"/>
                </a:lnTo>
                <a:lnTo>
                  <a:pt x="57351" y="621"/>
                </a:lnTo>
                <a:lnTo>
                  <a:pt x="48840" y="0"/>
                </a:lnTo>
                <a:close/>
              </a:path>
            </a:pathLst>
          </a:custGeom>
          <a:solidFill>
            <a:srgbClr val="0F1D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bg object 84"/>
          <p:cNvSpPr/>
          <p:nvPr/>
        </p:nvSpPr>
        <p:spPr>
          <a:xfrm>
            <a:off x="1775790" y="762749"/>
            <a:ext cx="147320" cy="176530"/>
          </a:xfrm>
          <a:custGeom>
            <a:avLst/>
            <a:gdLst/>
            <a:ahLst/>
            <a:cxnLst/>
            <a:rect l="l" t="t" r="r" b="b"/>
            <a:pathLst>
              <a:path w="147319" h="176530">
                <a:moveTo>
                  <a:pt x="7594" y="29337"/>
                </a:moveTo>
                <a:lnTo>
                  <a:pt x="7391" y="29337"/>
                </a:lnTo>
                <a:lnTo>
                  <a:pt x="5410" y="31889"/>
                </a:lnTo>
                <a:lnTo>
                  <a:pt x="4483" y="33020"/>
                </a:lnTo>
                <a:lnTo>
                  <a:pt x="4991" y="33020"/>
                </a:lnTo>
                <a:lnTo>
                  <a:pt x="6845" y="30480"/>
                </a:lnTo>
                <a:lnTo>
                  <a:pt x="7594" y="29337"/>
                </a:lnTo>
                <a:close/>
              </a:path>
              <a:path w="147319" h="176530">
                <a:moveTo>
                  <a:pt x="18072" y="19113"/>
                </a:moveTo>
                <a:lnTo>
                  <a:pt x="17919" y="19113"/>
                </a:lnTo>
                <a:lnTo>
                  <a:pt x="14655" y="21666"/>
                </a:lnTo>
                <a:lnTo>
                  <a:pt x="12827" y="24130"/>
                </a:lnTo>
                <a:lnTo>
                  <a:pt x="14008" y="22860"/>
                </a:lnTo>
                <a:lnTo>
                  <a:pt x="15011" y="21666"/>
                </a:lnTo>
                <a:lnTo>
                  <a:pt x="18072" y="19113"/>
                </a:lnTo>
                <a:close/>
              </a:path>
              <a:path w="147319" h="176530">
                <a:moveTo>
                  <a:pt x="20789" y="176530"/>
                </a:moveTo>
                <a:lnTo>
                  <a:pt x="18351" y="175260"/>
                </a:lnTo>
                <a:lnTo>
                  <a:pt x="16560" y="172720"/>
                </a:lnTo>
                <a:lnTo>
                  <a:pt x="14541" y="171450"/>
                </a:lnTo>
                <a:lnTo>
                  <a:pt x="14274" y="171450"/>
                </a:lnTo>
                <a:lnTo>
                  <a:pt x="15989" y="173990"/>
                </a:lnTo>
                <a:lnTo>
                  <a:pt x="17513" y="175260"/>
                </a:lnTo>
                <a:lnTo>
                  <a:pt x="19431" y="176530"/>
                </a:lnTo>
                <a:lnTo>
                  <a:pt x="20789" y="176530"/>
                </a:lnTo>
                <a:close/>
              </a:path>
              <a:path w="147319" h="176530">
                <a:moveTo>
                  <a:pt x="29095" y="113157"/>
                </a:moveTo>
                <a:lnTo>
                  <a:pt x="28536" y="113157"/>
                </a:lnTo>
                <a:lnTo>
                  <a:pt x="29095" y="114096"/>
                </a:lnTo>
                <a:lnTo>
                  <a:pt x="29095" y="113157"/>
                </a:lnTo>
                <a:close/>
              </a:path>
              <a:path w="147319" h="176530">
                <a:moveTo>
                  <a:pt x="29984" y="115570"/>
                </a:moveTo>
                <a:lnTo>
                  <a:pt x="29095" y="114096"/>
                </a:lnTo>
                <a:lnTo>
                  <a:pt x="29083" y="114312"/>
                </a:lnTo>
                <a:lnTo>
                  <a:pt x="28854" y="114312"/>
                </a:lnTo>
                <a:lnTo>
                  <a:pt x="29108" y="115570"/>
                </a:lnTo>
                <a:lnTo>
                  <a:pt x="29984" y="115570"/>
                </a:lnTo>
                <a:close/>
              </a:path>
              <a:path w="147319" h="176530">
                <a:moveTo>
                  <a:pt x="32461" y="80022"/>
                </a:moveTo>
                <a:lnTo>
                  <a:pt x="32054" y="80022"/>
                </a:lnTo>
                <a:lnTo>
                  <a:pt x="32054" y="80899"/>
                </a:lnTo>
                <a:lnTo>
                  <a:pt x="32245" y="80670"/>
                </a:lnTo>
                <a:lnTo>
                  <a:pt x="32461" y="80022"/>
                </a:lnTo>
                <a:close/>
              </a:path>
              <a:path w="147319" h="176530">
                <a:moveTo>
                  <a:pt x="32613" y="119380"/>
                </a:moveTo>
                <a:lnTo>
                  <a:pt x="30568" y="119380"/>
                </a:lnTo>
                <a:lnTo>
                  <a:pt x="30378" y="118237"/>
                </a:lnTo>
                <a:lnTo>
                  <a:pt x="29591" y="119202"/>
                </a:lnTo>
                <a:lnTo>
                  <a:pt x="29476" y="119380"/>
                </a:lnTo>
                <a:lnTo>
                  <a:pt x="27673" y="119380"/>
                </a:lnTo>
                <a:lnTo>
                  <a:pt x="27635" y="119634"/>
                </a:lnTo>
                <a:lnTo>
                  <a:pt x="27508" y="120650"/>
                </a:lnTo>
                <a:lnTo>
                  <a:pt x="27381" y="121653"/>
                </a:lnTo>
                <a:lnTo>
                  <a:pt x="27343" y="121983"/>
                </a:lnTo>
                <a:lnTo>
                  <a:pt x="27546" y="121653"/>
                </a:lnTo>
                <a:lnTo>
                  <a:pt x="28270" y="120650"/>
                </a:lnTo>
                <a:lnTo>
                  <a:pt x="30035" y="120650"/>
                </a:lnTo>
                <a:lnTo>
                  <a:pt x="31267" y="121653"/>
                </a:lnTo>
                <a:lnTo>
                  <a:pt x="31623" y="121983"/>
                </a:lnTo>
                <a:lnTo>
                  <a:pt x="32105" y="123240"/>
                </a:lnTo>
                <a:lnTo>
                  <a:pt x="32219" y="122377"/>
                </a:lnTo>
                <a:lnTo>
                  <a:pt x="32270" y="121983"/>
                </a:lnTo>
                <a:lnTo>
                  <a:pt x="31965" y="121653"/>
                </a:lnTo>
                <a:lnTo>
                  <a:pt x="30772" y="120650"/>
                </a:lnTo>
                <a:lnTo>
                  <a:pt x="32613" y="119380"/>
                </a:lnTo>
                <a:close/>
              </a:path>
              <a:path w="147319" h="176530">
                <a:moveTo>
                  <a:pt x="32740" y="125526"/>
                </a:moveTo>
                <a:lnTo>
                  <a:pt x="32600" y="124650"/>
                </a:lnTo>
                <a:lnTo>
                  <a:pt x="32575" y="124485"/>
                </a:lnTo>
                <a:lnTo>
                  <a:pt x="32105" y="123240"/>
                </a:lnTo>
                <a:lnTo>
                  <a:pt x="32054" y="123583"/>
                </a:lnTo>
                <a:lnTo>
                  <a:pt x="31953" y="124485"/>
                </a:lnTo>
                <a:lnTo>
                  <a:pt x="32740" y="125526"/>
                </a:lnTo>
                <a:close/>
              </a:path>
              <a:path w="147319" h="176530">
                <a:moveTo>
                  <a:pt x="33007" y="57480"/>
                </a:moveTo>
                <a:lnTo>
                  <a:pt x="32029" y="58140"/>
                </a:lnTo>
                <a:lnTo>
                  <a:pt x="30175" y="59690"/>
                </a:lnTo>
                <a:lnTo>
                  <a:pt x="30314" y="60960"/>
                </a:lnTo>
                <a:lnTo>
                  <a:pt x="31813" y="58496"/>
                </a:lnTo>
                <a:lnTo>
                  <a:pt x="33007" y="57480"/>
                </a:lnTo>
                <a:close/>
              </a:path>
              <a:path w="147319" h="176530">
                <a:moveTo>
                  <a:pt x="33642" y="56946"/>
                </a:moveTo>
                <a:lnTo>
                  <a:pt x="33007" y="57480"/>
                </a:lnTo>
                <a:lnTo>
                  <a:pt x="33477" y="57226"/>
                </a:lnTo>
                <a:lnTo>
                  <a:pt x="33642" y="56946"/>
                </a:lnTo>
                <a:close/>
              </a:path>
              <a:path w="147319" h="176530">
                <a:moveTo>
                  <a:pt x="34823" y="83947"/>
                </a:moveTo>
                <a:lnTo>
                  <a:pt x="32258" y="82638"/>
                </a:lnTo>
                <a:lnTo>
                  <a:pt x="32067" y="82638"/>
                </a:lnTo>
                <a:lnTo>
                  <a:pt x="32029" y="83947"/>
                </a:lnTo>
                <a:lnTo>
                  <a:pt x="32194" y="83947"/>
                </a:lnTo>
                <a:lnTo>
                  <a:pt x="33756" y="85140"/>
                </a:lnTo>
                <a:lnTo>
                  <a:pt x="34823" y="83947"/>
                </a:lnTo>
                <a:close/>
              </a:path>
              <a:path w="147319" h="176530">
                <a:moveTo>
                  <a:pt x="35775" y="118110"/>
                </a:moveTo>
                <a:lnTo>
                  <a:pt x="34455" y="118110"/>
                </a:lnTo>
                <a:lnTo>
                  <a:pt x="32613" y="119380"/>
                </a:lnTo>
                <a:lnTo>
                  <a:pt x="34544" y="119380"/>
                </a:lnTo>
                <a:lnTo>
                  <a:pt x="35661" y="118237"/>
                </a:lnTo>
                <a:lnTo>
                  <a:pt x="35775" y="118110"/>
                </a:lnTo>
                <a:close/>
              </a:path>
              <a:path w="147319" h="176530">
                <a:moveTo>
                  <a:pt x="35991" y="131483"/>
                </a:moveTo>
                <a:lnTo>
                  <a:pt x="35763" y="129540"/>
                </a:lnTo>
                <a:lnTo>
                  <a:pt x="34112" y="128270"/>
                </a:lnTo>
                <a:lnTo>
                  <a:pt x="35915" y="127000"/>
                </a:lnTo>
                <a:lnTo>
                  <a:pt x="33870" y="127000"/>
                </a:lnTo>
                <a:lnTo>
                  <a:pt x="32981" y="127000"/>
                </a:lnTo>
                <a:lnTo>
                  <a:pt x="27901" y="129540"/>
                </a:lnTo>
                <a:lnTo>
                  <a:pt x="25247" y="130810"/>
                </a:lnTo>
                <a:lnTo>
                  <a:pt x="24968" y="132080"/>
                </a:lnTo>
                <a:lnTo>
                  <a:pt x="27825" y="130810"/>
                </a:lnTo>
                <a:lnTo>
                  <a:pt x="30810" y="129540"/>
                </a:lnTo>
                <a:lnTo>
                  <a:pt x="33705" y="128270"/>
                </a:lnTo>
                <a:lnTo>
                  <a:pt x="35280" y="129540"/>
                </a:lnTo>
                <a:lnTo>
                  <a:pt x="35991" y="131483"/>
                </a:lnTo>
                <a:close/>
              </a:path>
              <a:path w="147319" h="176530">
                <a:moveTo>
                  <a:pt x="36868" y="110490"/>
                </a:moveTo>
                <a:lnTo>
                  <a:pt x="33299" y="111760"/>
                </a:lnTo>
                <a:lnTo>
                  <a:pt x="29108" y="111760"/>
                </a:lnTo>
                <a:lnTo>
                  <a:pt x="29095" y="113157"/>
                </a:lnTo>
                <a:lnTo>
                  <a:pt x="33248" y="113157"/>
                </a:lnTo>
                <a:lnTo>
                  <a:pt x="36868" y="110490"/>
                </a:lnTo>
                <a:close/>
              </a:path>
              <a:path w="147319" h="176530">
                <a:moveTo>
                  <a:pt x="38265" y="99060"/>
                </a:moveTo>
                <a:lnTo>
                  <a:pt x="34645" y="97790"/>
                </a:lnTo>
                <a:lnTo>
                  <a:pt x="31064" y="97790"/>
                </a:lnTo>
                <a:lnTo>
                  <a:pt x="30937" y="99060"/>
                </a:lnTo>
                <a:lnTo>
                  <a:pt x="38265" y="99060"/>
                </a:lnTo>
                <a:close/>
              </a:path>
              <a:path w="147319" h="176530">
                <a:moveTo>
                  <a:pt x="39293" y="93980"/>
                </a:moveTo>
                <a:lnTo>
                  <a:pt x="38303" y="91440"/>
                </a:lnTo>
                <a:lnTo>
                  <a:pt x="34721" y="91440"/>
                </a:lnTo>
                <a:lnTo>
                  <a:pt x="31978" y="90297"/>
                </a:lnTo>
                <a:lnTo>
                  <a:pt x="31648" y="90297"/>
                </a:lnTo>
                <a:lnTo>
                  <a:pt x="31610" y="91440"/>
                </a:lnTo>
                <a:lnTo>
                  <a:pt x="34036" y="91440"/>
                </a:lnTo>
                <a:lnTo>
                  <a:pt x="36195" y="92710"/>
                </a:lnTo>
                <a:lnTo>
                  <a:pt x="39293" y="93980"/>
                </a:lnTo>
                <a:close/>
              </a:path>
              <a:path w="147319" h="176530">
                <a:moveTo>
                  <a:pt x="39954" y="86182"/>
                </a:moveTo>
                <a:lnTo>
                  <a:pt x="38036" y="85242"/>
                </a:lnTo>
                <a:lnTo>
                  <a:pt x="37553" y="85242"/>
                </a:lnTo>
                <a:lnTo>
                  <a:pt x="34899" y="83947"/>
                </a:lnTo>
                <a:lnTo>
                  <a:pt x="34582" y="85242"/>
                </a:lnTo>
                <a:lnTo>
                  <a:pt x="34340" y="85242"/>
                </a:lnTo>
                <a:lnTo>
                  <a:pt x="39954" y="86182"/>
                </a:lnTo>
                <a:close/>
              </a:path>
              <a:path w="147319" h="176530">
                <a:moveTo>
                  <a:pt x="40170" y="50939"/>
                </a:moveTo>
                <a:lnTo>
                  <a:pt x="37630" y="52171"/>
                </a:lnTo>
                <a:lnTo>
                  <a:pt x="37680" y="52298"/>
                </a:lnTo>
                <a:lnTo>
                  <a:pt x="40170" y="50939"/>
                </a:lnTo>
                <a:close/>
              </a:path>
              <a:path w="147319" h="176530">
                <a:moveTo>
                  <a:pt x="40906" y="102870"/>
                </a:moveTo>
                <a:lnTo>
                  <a:pt x="40805" y="102450"/>
                </a:lnTo>
                <a:lnTo>
                  <a:pt x="40665" y="101600"/>
                </a:lnTo>
                <a:lnTo>
                  <a:pt x="40830" y="100457"/>
                </a:lnTo>
                <a:lnTo>
                  <a:pt x="39509" y="101600"/>
                </a:lnTo>
                <a:lnTo>
                  <a:pt x="40881" y="102870"/>
                </a:lnTo>
                <a:close/>
              </a:path>
              <a:path w="147319" h="176530">
                <a:moveTo>
                  <a:pt x="41008" y="107518"/>
                </a:moveTo>
                <a:lnTo>
                  <a:pt x="40868" y="106680"/>
                </a:lnTo>
                <a:lnTo>
                  <a:pt x="40474" y="105549"/>
                </a:lnTo>
                <a:lnTo>
                  <a:pt x="40259" y="106680"/>
                </a:lnTo>
                <a:lnTo>
                  <a:pt x="41008" y="107518"/>
                </a:lnTo>
                <a:close/>
              </a:path>
              <a:path w="147319" h="176530">
                <a:moveTo>
                  <a:pt x="41211" y="86804"/>
                </a:moveTo>
                <a:lnTo>
                  <a:pt x="40995" y="86360"/>
                </a:lnTo>
                <a:lnTo>
                  <a:pt x="39954" y="86182"/>
                </a:lnTo>
                <a:lnTo>
                  <a:pt x="41211" y="86804"/>
                </a:lnTo>
                <a:close/>
              </a:path>
              <a:path w="147319" h="176530">
                <a:moveTo>
                  <a:pt x="41351" y="49530"/>
                </a:moveTo>
                <a:lnTo>
                  <a:pt x="40830" y="50063"/>
                </a:lnTo>
                <a:lnTo>
                  <a:pt x="40157" y="50939"/>
                </a:lnTo>
                <a:lnTo>
                  <a:pt x="40640" y="50546"/>
                </a:lnTo>
                <a:lnTo>
                  <a:pt x="41351" y="49530"/>
                </a:lnTo>
                <a:close/>
              </a:path>
              <a:path w="147319" h="176530">
                <a:moveTo>
                  <a:pt x="42125" y="91440"/>
                </a:moveTo>
                <a:lnTo>
                  <a:pt x="41440" y="91440"/>
                </a:lnTo>
                <a:lnTo>
                  <a:pt x="40017" y="92710"/>
                </a:lnTo>
                <a:lnTo>
                  <a:pt x="39370" y="92710"/>
                </a:lnTo>
                <a:lnTo>
                  <a:pt x="39293" y="93980"/>
                </a:lnTo>
                <a:lnTo>
                  <a:pt x="41452" y="92710"/>
                </a:lnTo>
                <a:lnTo>
                  <a:pt x="42125" y="91440"/>
                </a:lnTo>
                <a:close/>
              </a:path>
              <a:path w="147319" h="176530">
                <a:moveTo>
                  <a:pt x="42278" y="111760"/>
                </a:moveTo>
                <a:lnTo>
                  <a:pt x="41719" y="111290"/>
                </a:lnTo>
                <a:lnTo>
                  <a:pt x="41605" y="111760"/>
                </a:lnTo>
                <a:lnTo>
                  <a:pt x="42049" y="112280"/>
                </a:lnTo>
                <a:lnTo>
                  <a:pt x="42278" y="111760"/>
                </a:lnTo>
                <a:close/>
              </a:path>
              <a:path w="147319" h="176530">
                <a:moveTo>
                  <a:pt x="42341" y="99060"/>
                </a:moveTo>
                <a:lnTo>
                  <a:pt x="41071" y="97790"/>
                </a:lnTo>
                <a:lnTo>
                  <a:pt x="38265" y="99060"/>
                </a:lnTo>
                <a:lnTo>
                  <a:pt x="38481" y="99060"/>
                </a:lnTo>
                <a:lnTo>
                  <a:pt x="40830" y="100457"/>
                </a:lnTo>
                <a:lnTo>
                  <a:pt x="40665" y="99453"/>
                </a:lnTo>
                <a:lnTo>
                  <a:pt x="40614" y="99060"/>
                </a:lnTo>
                <a:lnTo>
                  <a:pt x="42341" y="99060"/>
                </a:lnTo>
                <a:close/>
              </a:path>
              <a:path w="147319" h="176530">
                <a:moveTo>
                  <a:pt x="43853" y="85242"/>
                </a:moveTo>
                <a:lnTo>
                  <a:pt x="43218" y="85242"/>
                </a:lnTo>
                <a:lnTo>
                  <a:pt x="43281" y="86360"/>
                </a:lnTo>
                <a:lnTo>
                  <a:pt x="43141" y="86804"/>
                </a:lnTo>
                <a:lnTo>
                  <a:pt x="43446" y="86804"/>
                </a:lnTo>
                <a:lnTo>
                  <a:pt x="43853" y="85242"/>
                </a:lnTo>
                <a:close/>
              </a:path>
              <a:path w="147319" h="176530">
                <a:moveTo>
                  <a:pt x="44246" y="104140"/>
                </a:moveTo>
                <a:lnTo>
                  <a:pt x="40805" y="104140"/>
                </a:lnTo>
                <a:lnTo>
                  <a:pt x="40881" y="102870"/>
                </a:lnTo>
                <a:lnTo>
                  <a:pt x="40335" y="104140"/>
                </a:lnTo>
                <a:lnTo>
                  <a:pt x="30162" y="104140"/>
                </a:lnTo>
                <a:lnTo>
                  <a:pt x="29997" y="105549"/>
                </a:lnTo>
                <a:lnTo>
                  <a:pt x="40017" y="105549"/>
                </a:lnTo>
                <a:lnTo>
                  <a:pt x="44246" y="104140"/>
                </a:lnTo>
                <a:close/>
              </a:path>
              <a:path w="147319" h="176530">
                <a:moveTo>
                  <a:pt x="44399" y="119634"/>
                </a:moveTo>
                <a:lnTo>
                  <a:pt x="44208" y="118237"/>
                </a:lnTo>
                <a:lnTo>
                  <a:pt x="44094" y="119380"/>
                </a:lnTo>
                <a:lnTo>
                  <a:pt x="44399" y="119634"/>
                </a:lnTo>
                <a:close/>
              </a:path>
              <a:path w="147319" h="176530">
                <a:moveTo>
                  <a:pt x="45364" y="82638"/>
                </a:moveTo>
                <a:lnTo>
                  <a:pt x="45135" y="82638"/>
                </a:lnTo>
                <a:lnTo>
                  <a:pt x="44335" y="83947"/>
                </a:lnTo>
                <a:lnTo>
                  <a:pt x="44475" y="83947"/>
                </a:lnTo>
                <a:lnTo>
                  <a:pt x="45161" y="85242"/>
                </a:lnTo>
                <a:lnTo>
                  <a:pt x="45021" y="83947"/>
                </a:lnTo>
                <a:lnTo>
                  <a:pt x="45364" y="82638"/>
                </a:lnTo>
                <a:close/>
              </a:path>
              <a:path w="147319" h="176530">
                <a:moveTo>
                  <a:pt x="45821" y="62230"/>
                </a:moveTo>
                <a:lnTo>
                  <a:pt x="44996" y="62230"/>
                </a:lnTo>
                <a:lnTo>
                  <a:pt x="45059" y="63500"/>
                </a:lnTo>
                <a:lnTo>
                  <a:pt x="45643" y="63500"/>
                </a:lnTo>
                <a:lnTo>
                  <a:pt x="45707" y="63068"/>
                </a:lnTo>
                <a:lnTo>
                  <a:pt x="45821" y="62230"/>
                </a:lnTo>
                <a:close/>
              </a:path>
              <a:path w="147319" h="176530">
                <a:moveTo>
                  <a:pt x="45961" y="45720"/>
                </a:moveTo>
                <a:lnTo>
                  <a:pt x="45580" y="45720"/>
                </a:lnTo>
                <a:lnTo>
                  <a:pt x="45288" y="46075"/>
                </a:lnTo>
                <a:lnTo>
                  <a:pt x="45961" y="45720"/>
                </a:lnTo>
                <a:close/>
              </a:path>
              <a:path w="147319" h="176530">
                <a:moveTo>
                  <a:pt x="46075" y="16294"/>
                </a:moveTo>
                <a:lnTo>
                  <a:pt x="45453" y="16510"/>
                </a:lnTo>
                <a:lnTo>
                  <a:pt x="45123" y="16751"/>
                </a:lnTo>
                <a:lnTo>
                  <a:pt x="45821" y="16510"/>
                </a:lnTo>
                <a:lnTo>
                  <a:pt x="46075" y="16294"/>
                </a:lnTo>
                <a:close/>
              </a:path>
              <a:path w="147319" h="176530">
                <a:moveTo>
                  <a:pt x="48475" y="59690"/>
                </a:moveTo>
                <a:lnTo>
                  <a:pt x="47129" y="60960"/>
                </a:lnTo>
                <a:lnTo>
                  <a:pt x="45948" y="62230"/>
                </a:lnTo>
                <a:lnTo>
                  <a:pt x="47485" y="62230"/>
                </a:lnTo>
                <a:lnTo>
                  <a:pt x="48475" y="59690"/>
                </a:lnTo>
                <a:close/>
              </a:path>
              <a:path w="147319" h="176530">
                <a:moveTo>
                  <a:pt x="52006" y="73939"/>
                </a:moveTo>
                <a:lnTo>
                  <a:pt x="51269" y="74561"/>
                </a:lnTo>
                <a:lnTo>
                  <a:pt x="50850" y="75044"/>
                </a:lnTo>
                <a:lnTo>
                  <a:pt x="50241" y="76200"/>
                </a:lnTo>
                <a:lnTo>
                  <a:pt x="51257" y="75044"/>
                </a:lnTo>
                <a:lnTo>
                  <a:pt x="52006" y="73939"/>
                </a:lnTo>
                <a:close/>
              </a:path>
              <a:path w="147319" h="176530">
                <a:moveTo>
                  <a:pt x="52590" y="57226"/>
                </a:moveTo>
                <a:lnTo>
                  <a:pt x="52400" y="57226"/>
                </a:lnTo>
                <a:lnTo>
                  <a:pt x="51333" y="58140"/>
                </a:lnTo>
                <a:lnTo>
                  <a:pt x="52590" y="57226"/>
                </a:lnTo>
                <a:close/>
              </a:path>
              <a:path w="147319" h="176530">
                <a:moveTo>
                  <a:pt x="53721" y="96685"/>
                </a:moveTo>
                <a:lnTo>
                  <a:pt x="53428" y="96685"/>
                </a:lnTo>
                <a:lnTo>
                  <a:pt x="52933" y="97790"/>
                </a:lnTo>
                <a:lnTo>
                  <a:pt x="53454" y="97790"/>
                </a:lnTo>
                <a:lnTo>
                  <a:pt x="53721" y="96685"/>
                </a:lnTo>
                <a:close/>
              </a:path>
              <a:path w="147319" h="176530">
                <a:moveTo>
                  <a:pt x="54203" y="109321"/>
                </a:moveTo>
                <a:lnTo>
                  <a:pt x="54013" y="107950"/>
                </a:lnTo>
                <a:lnTo>
                  <a:pt x="53835" y="109321"/>
                </a:lnTo>
                <a:lnTo>
                  <a:pt x="54203" y="109321"/>
                </a:lnTo>
                <a:close/>
              </a:path>
              <a:path w="147319" h="176530">
                <a:moveTo>
                  <a:pt x="54317" y="26835"/>
                </a:moveTo>
                <a:lnTo>
                  <a:pt x="53911" y="26670"/>
                </a:lnTo>
                <a:lnTo>
                  <a:pt x="50571" y="29337"/>
                </a:lnTo>
                <a:lnTo>
                  <a:pt x="51600" y="29337"/>
                </a:lnTo>
                <a:lnTo>
                  <a:pt x="54317" y="26835"/>
                </a:lnTo>
                <a:close/>
              </a:path>
              <a:path w="147319" h="176530">
                <a:moveTo>
                  <a:pt x="55092" y="56946"/>
                </a:moveTo>
                <a:lnTo>
                  <a:pt x="54698" y="57226"/>
                </a:lnTo>
                <a:lnTo>
                  <a:pt x="54914" y="57226"/>
                </a:lnTo>
                <a:lnTo>
                  <a:pt x="55092" y="56946"/>
                </a:lnTo>
                <a:close/>
              </a:path>
              <a:path w="147319" h="176530">
                <a:moveTo>
                  <a:pt x="55994" y="90297"/>
                </a:moveTo>
                <a:lnTo>
                  <a:pt x="55194" y="90297"/>
                </a:lnTo>
                <a:lnTo>
                  <a:pt x="55118" y="90779"/>
                </a:lnTo>
                <a:lnTo>
                  <a:pt x="55003" y="91440"/>
                </a:lnTo>
                <a:lnTo>
                  <a:pt x="51523" y="90297"/>
                </a:lnTo>
                <a:lnTo>
                  <a:pt x="46113" y="88900"/>
                </a:lnTo>
                <a:lnTo>
                  <a:pt x="43230" y="87630"/>
                </a:lnTo>
                <a:lnTo>
                  <a:pt x="42913" y="87630"/>
                </a:lnTo>
                <a:lnTo>
                  <a:pt x="41630" y="87630"/>
                </a:lnTo>
                <a:lnTo>
                  <a:pt x="42265" y="88900"/>
                </a:lnTo>
                <a:lnTo>
                  <a:pt x="45631" y="88900"/>
                </a:lnTo>
                <a:lnTo>
                  <a:pt x="50609" y="91440"/>
                </a:lnTo>
                <a:lnTo>
                  <a:pt x="54622" y="92710"/>
                </a:lnTo>
                <a:lnTo>
                  <a:pt x="54406" y="93687"/>
                </a:lnTo>
                <a:lnTo>
                  <a:pt x="55194" y="92710"/>
                </a:lnTo>
                <a:lnTo>
                  <a:pt x="55638" y="91440"/>
                </a:lnTo>
                <a:lnTo>
                  <a:pt x="55841" y="90779"/>
                </a:lnTo>
                <a:lnTo>
                  <a:pt x="55918" y="90538"/>
                </a:lnTo>
                <a:lnTo>
                  <a:pt x="55994" y="90297"/>
                </a:lnTo>
                <a:close/>
              </a:path>
              <a:path w="147319" h="176530">
                <a:moveTo>
                  <a:pt x="56108" y="113157"/>
                </a:moveTo>
                <a:lnTo>
                  <a:pt x="54203" y="109321"/>
                </a:lnTo>
                <a:lnTo>
                  <a:pt x="50723" y="111760"/>
                </a:lnTo>
                <a:lnTo>
                  <a:pt x="46342" y="113157"/>
                </a:lnTo>
                <a:lnTo>
                  <a:pt x="43243" y="114096"/>
                </a:lnTo>
                <a:lnTo>
                  <a:pt x="42506" y="114312"/>
                </a:lnTo>
                <a:lnTo>
                  <a:pt x="42608" y="114096"/>
                </a:lnTo>
                <a:lnTo>
                  <a:pt x="42672" y="113157"/>
                </a:lnTo>
                <a:lnTo>
                  <a:pt x="42049" y="112280"/>
                </a:lnTo>
                <a:lnTo>
                  <a:pt x="41668" y="113157"/>
                </a:lnTo>
                <a:lnTo>
                  <a:pt x="41795" y="113157"/>
                </a:lnTo>
                <a:lnTo>
                  <a:pt x="42494" y="114312"/>
                </a:lnTo>
                <a:lnTo>
                  <a:pt x="38265" y="115570"/>
                </a:lnTo>
                <a:lnTo>
                  <a:pt x="35775" y="118110"/>
                </a:lnTo>
                <a:lnTo>
                  <a:pt x="38468" y="118110"/>
                </a:lnTo>
                <a:lnTo>
                  <a:pt x="42278" y="115570"/>
                </a:lnTo>
                <a:lnTo>
                  <a:pt x="44018" y="116840"/>
                </a:lnTo>
                <a:lnTo>
                  <a:pt x="44157" y="117932"/>
                </a:lnTo>
                <a:lnTo>
                  <a:pt x="44335" y="116840"/>
                </a:lnTo>
                <a:lnTo>
                  <a:pt x="43192" y="115570"/>
                </a:lnTo>
                <a:lnTo>
                  <a:pt x="46888" y="114312"/>
                </a:lnTo>
                <a:lnTo>
                  <a:pt x="50495" y="113157"/>
                </a:lnTo>
                <a:lnTo>
                  <a:pt x="54495" y="111760"/>
                </a:lnTo>
                <a:lnTo>
                  <a:pt x="55613" y="111760"/>
                </a:lnTo>
                <a:lnTo>
                  <a:pt x="55245" y="113157"/>
                </a:lnTo>
                <a:lnTo>
                  <a:pt x="56108" y="113157"/>
                </a:lnTo>
                <a:close/>
              </a:path>
              <a:path w="147319" h="176530">
                <a:moveTo>
                  <a:pt x="56680" y="69875"/>
                </a:moveTo>
                <a:lnTo>
                  <a:pt x="55905" y="71221"/>
                </a:lnTo>
                <a:lnTo>
                  <a:pt x="54254" y="71221"/>
                </a:lnTo>
                <a:lnTo>
                  <a:pt x="55880" y="72390"/>
                </a:lnTo>
                <a:lnTo>
                  <a:pt x="56680" y="69875"/>
                </a:lnTo>
                <a:close/>
              </a:path>
              <a:path w="147319" h="176530">
                <a:moveTo>
                  <a:pt x="57048" y="29044"/>
                </a:moveTo>
                <a:lnTo>
                  <a:pt x="57023" y="27940"/>
                </a:lnTo>
                <a:lnTo>
                  <a:pt x="56324" y="27660"/>
                </a:lnTo>
                <a:lnTo>
                  <a:pt x="57048" y="29044"/>
                </a:lnTo>
                <a:close/>
              </a:path>
              <a:path w="147319" h="176530">
                <a:moveTo>
                  <a:pt x="57416" y="40640"/>
                </a:moveTo>
                <a:lnTo>
                  <a:pt x="56756" y="40640"/>
                </a:lnTo>
                <a:lnTo>
                  <a:pt x="54305" y="41910"/>
                </a:lnTo>
                <a:lnTo>
                  <a:pt x="57416" y="40640"/>
                </a:lnTo>
                <a:close/>
              </a:path>
              <a:path w="147319" h="176530">
                <a:moveTo>
                  <a:pt x="58077" y="86804"/>
                </a:moveTo>
                <a:lnTo>
                  <a:pt x="57848" y="87630"/>
                </a:lnTo>
                <a:lnTo>
                  <a:pt x="58026" y="87630"/>
                </a:lnTo>
                <a:lnTo>
                  <a:pt x="58077" y="86804"/>
                </a:lnTo>
                <a:close/>
              </a:path>
              <a:path w="147319" h="176530">
                <a:moveTo>
                  <a:pt x="58508" y="11430"/>
                </a:moveTo>
                <a:lnTo>
                  <a:pt x="58293" y="11430"/>
                </a:lnTo>
                <a:lnTo>
                  <a:pt x="53975" y="12763"/>
                </a:lnTo>
                <a:lnTo>
                  <a:pt x="53619" y="13004"/>
                </a:lnTo>
                <a:lnTo>
                  <a:pt x="58508" y="11430"/>
                </a:lnTo>
                <a:close/>
              </a:path>
              <a:path w="147319" h="176530">
                <a:moveTo>
                  <a:pt x="58864" y="25514"/>
                </a:moveTo>
                <a:lnTo>
                  <a:pt x="55981" y="25514"/>
                </a:lnTo>
                <a:lnTo>
                  <a:pt x="53225" y="22860"/>
                </a:lnTo>
                <a:lnTo>
                  <a:pt x="53111" y="20320"/>
                </a:lnTo>
                <a:lnTo>
                  <a:pt x="52997" y="17780"/>
                </a:lnTo>
                <a:lnTo>
                  <a:pt x="50368" y="15240"/>
                </a:lnTo>
                <a:lnTo>
                  <a:pt x="52209" y="13970"/>
                </a:lnTo>
                <a:lnTo>
                  <a:pt x="53619" y="13004"/>
                </a:lnTo>
                <a:lnTo>
                  <a:pt x="50622" y="13970"/>
                </a:lnTo>
                <a:lnTo>
                  <a:pt x="47637" y="10160"/>
                </a:lnTo>
                <a:lnTo>
                  <a:pt x="46913" y="6350"/>
                </a:lnTo>
                <a:lnTo>
                  <a:pt x="44335" y="2540"/>
                </a:lnTo>
                <a:lnTo>
                  <a:pt x="45250" y="2540"/>
                </a:lnTo>
                <a:lnTo>
                  <a:pt x="46228" y="1270"/>
                </a:lnTo>
                <a:lnTo>
                  <a:pt x="44196" y="1270"/>
                </a:lnTo>
                <a:lnTo>
                  <a:pt x="43522" y="0"/>
                </a:lnTo>
                <a:lnTo>
                  <a:pt x="41351" y="0"/>
                </a:lnTo>
                <a:lnTo>
                  <a:pt x="42227" y="1270"/>
                </a:lnTo>
                <a:lnTo>
                  <a:pt x="42710" y="2540"/>
                </a:lnTo>
                <a:lnTo>
                  <a:pt x="45199" y="6350"/>
                </a:lnTo>
                <a:lnTo>
                  <a:pt x="46710" y="10160"/>
                </a:lnTo>
                <a:lnTo>
                  <a:pt x="48869" y="13970"/>
                </a:lnTo>
                <a:lnTo>
                  <a:pt x="46075" y="16294"/>
                </a:lnTo>
                <a:lnTo>
                  <a:pt x="49123" y="15240"/>
                </a:lnTo>
                <a:lnTo>
                  <a:pt x="51473" y="18796"/>
                </a:lnTo>
                <a:lnTo>
                  <a:pt x="51650" y="19113"/>
                </a:lnTo>
                <a:lnTo>
                  <a:pt x="52374" y="22860"/>
                </a:lnTo>
                <a:lnTo>
                  <a:pt x="54495" y="26670"/>
                </a:lnTo>
                <a:lnTo>
                  <a:pt x="54317" y="26835"/>
                </a:lnTo>
                <a:lnTo>
                  <a:pt x="56324" y="27660"/>
                </a:lnTo>
                <a:lnTo>
                  <a:pt x="55905" y="26835"/>
                </a:lnTo>
                <a:lnTo>
                  <a:pt x="55816" y="26670"/>
                </a:lnTo>
                <a:lnTo>
                  <a:pt x="58864" y="25514"/>
                </a:lnTo>
                <a:close/>
              </a:path>
              <a:path w="147319" h="176530">
                <a:moveTo>
                  <a:pt x="60058" y="149860"/>
                </a:moveTo>
                <a:lnTo>
                  <a:pt x="58889" y="149212"/>
                </a:lnTo>
                <a:lnTo>
                  <a:pt x="59448" y="149860"/>
                </a:lnTo>
                <a:lnTo>
                  <a:pt x="60058" y="149860"/>
                </a:lnTo>
                <a:close/>
              </a:path>
              <a:path w="147319" h="176530">
                <a:moveTo>
                  <a:pt x="60553" y="83947"/>
                </a:moveTo>
                <a:lnTo>
                  <a:pt x="60236" y="83947"/>
                </a:lnTo>
                <a:lnTo>
                  <a:pt x="59613" y="85242"/>
                </a:lnTo>
                <a:lnTo>
                  <a:pt x="60248" y="85242"/>
                </a:lnTo>
                <a:lnTo>
                  <a:pt x="60553" y="83947"/>
                </a:lnTo>
                <a:close/>
              </a:path>
              <a:path w="147319" h="176530">
                <a:moveTo>
                  <a:pt x="61163" y="68160"/>
                </a:moveTo>
                <a:lnTo>
                  <a:pt x="61061" y="67310"/>
                </a:lnTo>
                <a:lnTo>
                  <a:pt x="60299" y="67310"/>
                </a:lnTo>
                <a:lnTo>
                  <a:pt x="59372" y="68707"/>
                </a:lnTo>
                <a:lnTo>
                  <a:pt x="60617" y="68707"/>
                </a:lnTo>
                <a:lnTo>
                  <a:pt x="61163" y="68160"/>
                </a:lnTo>
                <a:close/>
              </a:path>
              <a:path w="147319" h="176530">
                <a:moveTo>
                  <a:pt x="61671" y="67310"/>
                </a:moveTo>
                <a:lnTo>
                  <a:pt x="60655" y="63893"/>
                </a:lnTo>
                <a:lnTo>
                  <a:pt x="60909" y="66040"/>
                </a:lnTo>
                <a:lnTo>
                  <a:pt x="60985" y="66611"/>
                </a:lnTo>
                <a:lnTo>
                  <a:pt x="61061" y="67310"/>
                </a:lnTo>
                <a:lnTo>
                  <a:pt x="61671" y="67310"/>
                </a:lnTo>
                <a:close/>
              </a:path>
              <a:path w="147319" h="176530">
                <a:moveTo>
                  <a:pt x="61798" y="53340"/>
                </a:moveTo>
                <a:lnTo>
                  <a:pt x="59994" y="53340"/>
                </a:lnTo>
                <a:lnTo>
                  <a:pt x="57912" y="54622"/>
                </a:lnTo>
                <a:lnTo>
                  <a:pt x="55587" y="50939"/>
                </a:lnTo>
                <a:lnTo>
                  <a:pt x="55397" y="50546"/>
                </a:lnTo>
                <a:lnTo>
                  <a:pt x="54038" y="46990"/>
                </a:lnTo>
                <a:lnTo>
                  <a:pt x="52298" y="43802"/>
                </a:lnTo>
                <a:lnTo>
                  <a:pt x="49352" y="39370"/>
                </a:lnTo>
                <a:lnTo>
                  <a:pt x="48069" y="35712"/>
                </a:lnTo>
                <a:lnTo>
                  <a:pt x="47167" y="34290"/>
                </a:lnTo>
                <a:lnTo>
                  <a:pt x="46316" y="33020"/>
                </a:lnTo>
                <a:lnTo>
                  <a:pt x="45567" y="31889"/>
                </a:lnTo>
                <a:lnTo>
                  <a:pt x="45186" y="31889"/>
                </a:lnTo>
                <a:lnTo>
                  <a:pt x="48056" y="30480"/>
                </a:lnTo>
                <a:lnTo>
                  <a:pt x="50457" y="29337"/>
                </a:lnTo>
                <a:lnTo>
                  <a:pt x="48196" y="29337"/>
                </a:lnTo>
                <a:lnTo>
                  <a:pt x="45554" y="30480"/>
                </a:lnTo>
                <a:lnTo>
                  <a:pt x="42697" y="27940"/>
                </a:lnTo>
                <a:lnTo>
                  <a:pt x="41071" y="24130"/>
                </a:lnTo>
                <a:lnTo>
                  <a:pt x="39522" y="21666"/>
                </a:lnTo>
                <a:lnTo>
                  <a:pt x="38671" y="20320"/>
                </a:lnTo>
                <a:lnTo>
                  <a:pt x="41808" y="19113"/>
                </a:lnTo>
                <a:lnTo>
                  <a:pt x="45123" y="16751"/>
                </a:lnTo>
                <a:lnTo>
                  <a:pt x="42138" y="17780"/>
                </a:lnTo>
                <a:lnTo>
                  <a:pt x="38735" y="19062"/>
                </a:lnTo>
                <a:lnTo>
                  <a:pt x="35293" y="16510"/>
                </a:lnTo>
                <a:lnTo>
                  <a:pt x="34124" y="13004"/>
                </a:lnTo>
                <a:lnTo>
                  <a:pt x="34036" y="12763"/>
                </a:lnTo>
                <a:lnTo>
                  <a:pt x="32651" y="11430"/>
                </a:lnTo>
                <a:lnTo>
                  <a:pt x="31292" y="10160"/>
                </a:lnTo>
                <a:lnTo>
                  <a:pt x="33083" y="8890"/>
                </a:lnTo>
                <a:lnTo>
                  <a:pt x="34886" y="7620"/>
                </a:lnTo>
                <a:lnTo>
                  <a:pt x="39001" y="5080"/>
                </a:lnTo>
                <a:lnTo>
                  <a:pt x="42710" y="2540"/>
                </a:lnTo>
                <a:lnTo>
                  <a:pt x="35102" y="6350"/>
                </a:lnTo>
                <a:lnTo>
                  <a:pt x="31076" y="8890"/>
                </a:lnTo>
                <a:lnTo>
                  <a:pt x="29146" y="6350"/>
                </a:lnTo>
                <a:lnTo>
                  <a:pt x="27432" y="5080"/>
                </a:lnTo>
                <a:lnTo>
                  <a:pt x="25958" y="2540"/>
                </a:lnTo>
                <a:lnTo>
                  <a:pt x="24917" y="3810"/>
                </a:lnTo>
                <a:lnTo>
                  <a:pt x="26479" y="5080"/>
                </a:lnTo>
                <a:lnTo>
                  <a:pt x="27749" y="7620"/>
                </a:lnTo>
                <a:lnTo>
                  <a:pt x="29565" y="8890"/>
                </a:lnTo>
                <a:lnTo>
                  <a:pt x="27406" y="11430"/>
                </a:lnTo>
                <a:lnTo>
                  <a:pt x="26200" y="12763"/>
                </a:lnTo>
                <a:lnTo>
                  <a:pt x="24460" y="13970"/>
                </a:lnTo>
                <a:lnTo>
                  <a:pt x="26365" y="12763"/>
                </a:lnTo>
                <a:lnTo>
                  <a:pt x="29921" y="10160"/>
                </a:lnTo>
                <a:lnTo>
                  <a:pt x="34328" y="16510"/>
                </a:lnTo>
                <a:lnTo>
                  <a:pt x="37045" y="20320"/>
                </a:lnTo>
                <a:lnTo>
                  <a:pt x="34213" y="22860"/>
                </a:lnTo>
                <a:lnTo>
                  <a:pt x="37109" y="21666"/>
                </a:lnTo>
                <a:lnTo>
                  <a:pt x="37388" y="21666"/>
                </a:lnTo>
                <a:lnTo>
                  <a:pt x="40246" y="24130"/>
                </a:lnTo>
                <a:lnTo>
                  <a:pt x="41541" y="27660"/>
                </a:lnTo>
                <a:lnTo>
                  <a:pt x="41643" y="27940"/>
                </a:lnTo>
                <a:lnTo>
                  <a:pt x="44272" y="31889"/>
                </a:lnTo>
                <a:lnTo>
                  <a:pt x="43967" y="31889"/>
                </a:lnTo>
                <a:lnTo>
                  <a:pt x="38747" y="35496"/>
                </a:lnTo>
                <a:lnTo>
                  <a:pt x="41529" y="34290"/>
                </a:lnTo>
                <a:lnTo>
                  <a:pt x="44221" y="33020"/>
                </a:lnTo>
                <a:lnTo>
                  <a:pt x="45466" y="34290"/>
                </a:lnTo>
                <a:lnTo>
                  <a:pt x="46812" y="35712"/>
                </a:lnTo>
                <a:lnTo>
                  <a:pt x="49047" y="39370"/>
                </a:lnTo>
                <a:lnTo>
                  <a:pt x="50444" y="43357"/>
                </a:lnTo>
                <a:lnTo>
                  <a:pt x="50038" y="43357"/>
                </a:lnTo>
                <a:lnTo>
                  <a:pt x="47967" y="44450"/>
                </a:lnTo>
                <a:lnTo>
                  <a:pt x="45961" y="45720"/>
                </a:lnTo>
                <a:lnTo>
                  <a:pt x="48310" y="45720"/>
                </a:lnTo>
                <a:lnTo>
                  <a:pt x="50520" y="43357"/>
                </a:lnTo>
                <a:lnTo>
                  <a:pt x="50787" y="43357"/>
                </a:lnTo>
                <a:lnTo>
                  <a:pt x="52946" y="46990"/>
                </a:lnTo>
                <a:lnTo>
                  <a:pt x="54648" y="50939"/>
                </a:lnTo>
                <a:lnTo>
                  <a:pt x="55854" y="53340"/>
                </a:lnTo>
                <a:lnTo>
                  <a:pt x="56438" y="54737"/>
                </a:lnTo>
                <a:lnTo>
                  <a:pt x="55092" y="56946"/>
                </a:lnTo>
                <a:lnTo>
                  <a:pt x="56578" y="55880"/>
                </a:lnTo>
                <a:lnTo>
                  <a:pt x="58839" y="59690"/>
                </a:lnTo>
                <a:lnTo>
                  <a:pt x="60617" y="63500"/>
                </a:lnTo>
                <a:lnTo>
                  <a:pt x="60159" y="59690"/>
                </a:lnTo>
                <a:lnTo>
                  <a:pt x="58166" y="54737"/>
                </a:lnTo>
                <a:lnTo>
                  <a:pt x="60159" y="54737"/>
                </a:lnTo>
                <a:lnTo>
                  <a:pt x="61798" y="53340"/>
                </a:lnTo>
                <a:close/>
              </a:path>
              <a:path w="147319" h="176530">
                <a:moveTo>
                  <a:pt x="62712" y="68707"/>
                </a:moveTo>
                <a:lnTo>
                  <a:pt x="62014" y="67310"/>
                </a:lnTo>
                <a:lnTo>
                  <a:pt x="61163" y="68160"/>
                </a:lnTo>
                <a:lnTo>
                  <a:pt x="61226" y="68707"/>
                </a:lnTo>
                <a:lnTo>
                  <a:pt x="61328" y="69545"/>
                </a:lnTo>
                <a:lnTo>
                  <a:pt x="61366" y="69875"/>
                </a:lnTo>
                <a:lnTo>
                  <a:pt x="61722" y="69545"/>
                </a:lnTo>
                <a:lnTo>
                  <a:pt x="62712" y="68707"/>
                </a:lnTo>
                <a:close/>
              </a:path>
              <a:path w="147319" h="176530">
                <a:moveTo>
                  <a:pt x="63360" y="25196"/>
                </a:moveTo>
                <a:lnTo>
                  <a:pt x="62458" y="25514"/>
                </a:lnTo>
                <a:lnTo>
                  <a:pt x="62979" y="25514"/>
                </a:lnTo>
                <a:lnTo>
                  <a:pt x="63360" y="25196"/>
                </a:lnTo>
                <a:close/>
              </a:path>
              <a:path w="147319" h="176530">
                <a:moveTo>
                  <a:pt x="64782" y="80899"/>
                </a:moveTo>
                <a:lnTo>
                  <a:pt x="62395" y="77470"/>
                </a:lnTo>
                <a:lnTo>
                  <a:pt x="60820" y="73939"/>
                </a:lnTo>
                <a:lnTo>
                  <a:pt x="60693" y="73672"/>
                </a:lnTo>
                <a:lnTo>
                  <a:pt x="58127" y="69875"/>
                </a:lnTo>
                <a:lnTo>
                  <a:pt x="58369" y="69545"/>
                </a:lnTo>
                <a:lnTo>
                  <a:pt x="59131" y="68707"/>
                </a:lnTo>
                <a:lnTo>
                  <a:pt x="58166" y="68707"/>
                </a:lnTo>
                <a:lnTo>
                  <a:pt x="55105" y="66040"/>
                </a:lnTo>
                <a:lnTo>
                  <a:pt x="53568" y="62230"/>
                </a:lnTo>
                <a:lnTo>
                  <a:pt x="51206" y="58724"/>
                </a:lnTo>
                <a:lnTo>
                  <a:pt x="47866" y="54737"/>
                </a:lnTo>
                <a:lnTo>
                  <a:pt x="47129" y="53340"/>
                </a:lnTo>
                <a:lnTo>
                  <a:pt x="46621" y="52298"/>
                </a:lnTo>
                <a:lnTo>
                  <a:pt x="46558" y="52171"/>
                </a:lnTo>
                <a:lnTo>
                  <a:pt x="45618" y="50939"/>
                </a:lnTo>
                <a:lnTo>
                  <a:pt x="43522" y="48272"/>
                </a:lnTo>
                <a:lnTo>
                  <a:pt x="43764" y="47955"/>
                </a:lnTo>
                <a:lnTo>
                  <a:pt x="44538" y="46990"/>
                </a:lnTo>
                <a:lnTo>
                  <a:pt x="45288" y="46075"/>
                </a:lnTo>
                <a:lnTo>
                  <a:pt x="43573" y="46990"/>
                </a:lnTo>
                <a:lnTo>
                  <a:pt x="40208" y="44450"/>
                </a:lnTo>
                <a:lnTo>
                  <a:pt x="38811" y="40640"/>
                </a:lnTo>
                <a:lnTo>
                  <a:pt x="36068" y="38176"/>
                </a:lnTo>
                <a:lnTo>
                  <a:pt x="35890" y="38176"/>
                </a:lnTo>
                <a:lnTo>
                  <a:pt x="37274" y="36830"/>
                </a:lnTo>
                <a:lnTo>
                  <a:pt x="38430" y="35712"/>
                </a:lnTo>
                <a:lnTo>
                  <a:pt x="38239" y="35712"/>
                </a:lnTo>
                <a:lnTo>
                  <a:pt x="35623" y="36830"/>
                </a:lnTo>
                <a:lnTo>
                  <a:pt x="32791" y="34290"/>
                </a:lnTo>
                <a:lnTo>
                  <a:pt x="30505" y="30480"/>
                </a:lnTo>
                <a:lnTo>
                  <a:pt x="27901" y="27940"/>
                </a:lnTo>
                <a:lnTo>
                  <a:pt x="29375" y="26670"/>
                </a:lnTo>
                <a:lnTo>
                  <a:pt x="30721" y="25514"/>
                </a:lnTo>
                <a:lnTo>
                  <a:pt x="30518" y="25514"/>
                </a:lnTo>
                <a:lnTo>
                  <a:pt x="27508" y="26670"/>
                </a:lnTo>
                <a:lnTo>
                  <a:pt x="24511" y="24130"/>
                </a:lnTo>
                <a:lnTo>
                  <a:pt x="19532" y="17780"/>
                </a:lnTo>
                <a:lnTo>
                  <a:pt x="22631" y="15240"/>
                </a:lnTo>
                <a:lnTo>
                  <a:pt x="19189" y="17780"/>
                </a:lnTo>
                <a:lnTo>
                  <a:pt x="17233" y="15240"/>
                </a:lnTo>
                <a:lnTo>
                  <a:pt x="15557" y="13970"/>
                </a:lnTo>
                <a:lnTo>
                  <a:pt x="13792" y="11430"/>
                </a:lnTo>
                <a:lnTo>
                  <a:pt x="12598" y="12763"/>
                </a:lnTo>
                <a:lnTo>
                  <a:pt x="14427" y="15240"/>
                </a:lnTo>
                <a:lnTo>
                  <a:pt x="16256" y="16510"/>
                </a:lnTo>
                <a:lnTo>
                  <a:pt x="17856" y="18796"/>
                </a:lnTo>
                <a:lnTo>
                  <a:pt x="18072" y="19113"/>
                </a:lnTo>
                <a:lnTo>
                  <a:pt x="18224" y="19113"/>
                </a:lnTo>
                <a:lnTo>
                  <a:pt x="21272" y="21666"/>
                </a:lnTo>
                <a:lnTo>
                  <a:pt x="23787" y="25196"/>
                </a:lnTo>
                <a:lnTo>
                  <a:pt x="24041" y="25514"/>
                </a:lnTo>
                <a:lnTo>
                  <a:pt x="26327" y="27940"/>
                </a:lnTo>
                <a:lnTo>
                  <a:pt x="23545" y="31889"/>
                </a:lnTo>
                <a:lnTo>
                  <a:pt x="23799" y="31889"/>
                </a:lnTo>
                <a:lnTo>
                  <a:pt x="26809" y="27940"/>
                </a:lnTo>
                <a:lnTo>
                  <a:pt x="28575" y="30480"/>
                </a:lnTo>
                <a:lnTo>
                  <a:pt x="29616" y="31889"/>
                </a:lnTo>
                <a:lnTo>
                  <a:pt x="32232" y="34290"/>
                </a:lnTo>
                <a:lnTo>
                  <a:pt x="34455" y="38176"/>
                </a:lnTo>
                <a:lnTo>
                  <a:pt x="34328" y="38176"/>
                </a:lnTo>
                <a:lnTo>
                  <a:pt x="31953" y="40640"/>
                </a:lnTo>
                <a:lnTo>
                  <a:pt x="29933" y="42862"/>
                </a:lnTo>
                <a:lnTo>
                  <a:pt x="30962" y="41910"/>
                </a:lnTo>
                <a:lnTo>
                  <a:pt x="34861" y="38176"/>
                </a:lnTo>
                <a:lnTo>
                  <a:pt x="35001" y="38176"/>
                </a:lnTo>
                <a:lnTo>
                  <a:pt x="37693" y="41910"/>
                </a:lnTo>
                <a:lnTo>
                  <a:pt x="39636" y="44450"/>
                </a:lnTo>
                <a:lnTo>
                  <a:pt x="42011" y="47955"/>
                </a:lnTo>
                <a:lnTo>
                  <a:pt x="44424" y="50939"/>
                </a:lnTo>
                <a:lnTo>
                  <a:pt x="45364" y="52171"/>
                </a:lnTo>
                <a:lnTo>
                  <a:pt x="47015" y="55880"/>
                </a:lnTo>
                <a:lnTo>
                  <a:pt x="49669" y="58496"/>
                </a:lnTo>
                <a:lnTo>
                  <a:pt x="49530" y="58496"/>
                </a:lnTo>
                <a:lnTo>
                  <a:pt x="48514" y="59690"/>
                </a:lnTo>
                <a:lnTo>
                  <a:pt x="49796" y="59690"/>
                </a:lnTo>
                <a:lnTo>
                  <a:pt x="52349" y="62230"/>
                </a:lnTo>
                <a:lnTo>
                  <a:pt x="54432" y="66040"/>
                </a:lnTo>
                <a:lnTo>
                  <a:pt x="56489" y="69545"/>
                </a:lnTo>
                <a:lnTo>
                  <a:pt x="59766" y="73672"/>
                </a:lnTo>
                <a:lnTo>
                  <a:pt x="61556" y="77470"/>
                </a:lnTo>
                <a:lnTo>
                  <a:pt x="63449" y="80899"/>
                </a:lnTo>
                <a:lnTo>
                  <a:pt x="63550" y="81686"/>
                </a:lnTo>
                <a:lnTo>
                  <a:pt x="63258" y="82638"/>
                </a:lnTo>
                <a:lnTo>
                  <a:pt x="63385" y="82638"/>
                </a:lnTo>
                <a:lnTo>
                  <a:pt x="63715" y="81686"/>
                </a:lnTo>
                <a:lnTo>
                  <a:pt x="63792" y="81470"/>
                </a:lnTo>
                <a:lnTo>
                  <a:pt x="63842" y="81318"/>
                </a:lnTo>
                <a:lnTo>
                  <a:pt x="64782" y="80899"/>
                </a:lnTo>
                <a:close/>
              </a:path>
              <a:path w="147319" h="176530">
                <a:moveTo>
                  <a:pt x="65163" y="66611"/>
                </a:moveTo>
                <a:lnTo>
                  <a:pt x="64401" y="66040"/>
                </a:lnTo>
                <a:lnTo>
                  <a:pt x="63284" y="67310"/>
                </a:lnTo>
                <a:lnTo>
                  <a:pt x="63652" y="67906"/>
                </a:lnTo>
                <a:lnTo>
                  <a:pt x="65163" y="66611"/>
                </a:lnTo>
                <a:close/>
              </a:path>
              <a:path w="147319" h="176530">
                <a:moveTo>
                  <a:pt x="65925" y="75425"/>
                </a:moveTo>
                <a:lnTo>
                  <a:pt x="63652" y="67906"/>
                </a:lnTo>
                <a:lnTo>
                  <a:pt x="62712" y="68707"/>
                </a:lnTo>
                <a:lnTo>
                  <a:pt x="65633" y="74561"/>
                </a:lnTo>
                <a:lnTo>
                  <a:pt x="65836" y="75044"/>
                </a:lnTo>
                <a:lnTo>
                  <a:pt x="65925" y="75425"/>
                </a:lnTo>
                <a:close/>
              </a:path>
              <a:path w="147319" h="176530">
                <a:moveTo>
                  <a:pt x="66205" y="136652"/>
                </a:moveTo>
                <a:lnTo>
                  <a:pt x="65062" y="135890"/>
                </a:lnTo>
                <a:lnTo>
                  <a:pt x="64668" y="135890"/>
                </a:lnTo>
                <a:lnTo>
                  <a:pt x="66205" y="136652"/>
                </a:lnTo>
                <a:close/>
              </a:path>
              <a:path w="147319" h="176530">
                <a:moveTo>
                  <a:pt x="67437" y="137261"/>
                </a:moveTo>
                <a:lnTo>
                  <a:pt x="66205" y="136652"/>
                </a:lnTo>
                <a:lnTo>
                  <a:pt x="67094" y="137261"/>
                </a:lnTo>
                <a:lnTo>
                  <a:pt x="67437" y="137261"/>
                </a:lnTo>
                <a:close/>
              </a:path>
              <a:path w="147319" h="176530">
                <a:moveTo>
                  <a:pt x="68961" y="50939"/>
                </a:moveTo>
                <a:lnTo>
                  <a:pt x="66903" y="52171"/>
                </a:lnTo>
                <a:lnTo>
                  <a:pt x="67297" y="52171"/>
                </a:lnTo>
                <a:lnTo>
                  <a:pt x="68961" y="50939"/>
                </a:lnTo>
                <a:close/>
              </a:path>
              <a:path w="147319" h="176530">
                <a:moveTo>
                  <a:pt x="70065" y="124485"/>
                </a:moveTo>
                <a:lnTo>
                  <a:pt x="69596" y="124206"/>
                </a:lnTo>
                <a:lnTo>
                  <a:pt x="68694" y="123723"/>
                </a:lnTo>
                <a:lnTo>
                  <a:pt x="67449" y="127000"/>
                </a:lnTo>
                <a:lnTo>
                  <a:pt x="68821" y="125730"/>
                </a:lnTo>
                <a:lnTo>
                  <a:pt x="70065" y="124485"/>
                </a:lnTo>
                <a:close/>
              </a:path>
              <a:path w="147319" h="176530">
                <a:moveTo>
                  <a:pt x="70485" y="79730"/>
                </a:moveTo>
                <a:lnTo>
                  <a:pt x="69811" y="78740"/>
                </a:lnTo>
                <a:lnTo>
                  <a:pt x="69735" y="79171"/>
                </a:lnTo>
                <a:lnTo>
                  <a:pt x="70434" y="80022"/>
                </a:lnTo>
                <a:lnTo>
                  <a:pt x="70485" y="79730"/>
                </a:lnTo>
                <a:close/>
              </a:path>
              <a:path w="147319" h="176530">
                <a:moveTo>
                  <a:pt x="70764" y="124015"/>
                </a:moveTo>
                <a:lnTo>
                  <a:pt x="69824" y="123240"/>
                </a:lnTo>
                <a:lnTo>
                  <a:pt x="69570" y="123240"/>
                </a:lnTo>
                <a:lnTo>
                  <a:pt x="70675" y="124485"/>
                </a:lnTo>
                <a:lnTo>
                  <a:pt x="70764" y="124015"/>
                </a:lnTo>
                <a:close/>
              </a:path>
              <a:path w="147319" h="176530">
                <a:moveTo>
                  <a:pt x="70993" y="124206"/>
                </a:moveTo>
                <a:lnTo>
                  <a:pt x="70980" y="123583"/>
                </a:lnTo>
                <a:lnTo>
                  <a:pt x="70840" y="123723"/>
                </a:lnTo>
                <a:lnTo>
                  <a:pt x="70764" y="124015"/>
                </a:lnTo>
                <a:lnTo>
                  <a:pt x="70993" y="124206"/>
                </a:lnTo>
                <a:close/>
              </a:path>
              <a:path w="147319" h="176530">
                <a:moveTo>
                  <a:pt x="71310" y="114490"/>
                </a:moveTo>
                <a:lnTo>
                  <a:pt x="67665" y="121983"/>
                </a:lnTo>
                <a:lnTo>
                  <a:pt x="65366" y="121983"/>
                </a:lnTo>
                <a:lnTo>
                  <a:pt x="68694" y="123723"/>
                </a:lnTo>
                <a:lnTo>
                  <a:pt x="69202" y="122377"/>
                </a:lnTo>
                <a:lnTo>
                  <a:pt x="70281" y="118237"/>
                </a:lnTo>
                <a:lnTo>
                  <a:pt x="71310" y="114490"/>
                </a:lnTo>
                <a:close/>
              </a:path>
              <a:path w="147319" h="176530">
                <a:moveTo>
                  <a:pt x="71869" y="64770"/>
                </a:moveTo>
                <a:lnTo>
                  <a:pt x="68935" y="64770"/>
                </a:lnTo>
                <a:lnTo>
                  <a:pt x="70599" y="66040"/>
                </a:lnTo>
                <a:lnTo>
                  <a:pt x="71869" y="64770"/>
                </a:lnTo>
                <a:close/>
              </a:path>
              <a:path w="147319" h="176530">
                <a:moveTo>
                  <a:pt x="71970" y="85242"/>
                </a:moveTo>
                <a:lnTo>
                  <a:pt x="70700" y="85242"/>
                </a:lnTo>
                <a:lnTo>
                  <a:pt x="70942" y="86182"/>
                </a:lnTo>
                <a:lnTo>
                  <a:pt x="70993" y="86360"/>
                </a:lnTo>
                <a:lnTo>
                  <a:pt x="71780" y="86360"/>
                </a:lnTo>
                <a:lnTo>
                  <a:pt x="71970" y="85242"/>
                </a:lnTo>
                <a:close/>
              </a:path>
              <a:path w="147319" h="176530">
                <a:moveTo>
                  <a:pt x="72720" y="137756"/>
                </a:moveTo>
                <a:lnTo>
                  <a:pt x="71767" y="137261"/>
                </a:lnTo>
                <a:lnTo>
                  <a:pt x="70065" y="137261"/>
                </a:lnTo>
                <a:lnTo>
                  <a:pt x="71996" y="138430"/>
                </a:lnTo>
                <a:lnTo>
                  <a:pt x="72720" y="137756"/>
                </a:lnTo>
                <a:close/>
              </a:path>
              <a:path w="147319" h="176530">
                <a:moveTo>
                  <a:pt x="72974" y="85242"/>
                </a:moveTo>
                <a:lnTo>
                  <a:pt x="72898" y="82638"/>
                </a:lnTo>
                <a:lnTo>
                  <a:pt x="71691" y="78740"/>
                </a:lnTo>
                <a:lnTo>
                  <a:pt x="72085" y="78740"/>
                </a:lnTo>
                <a:lnTo>
                  <a:pt x="70472" y="73939"/>
                </a:lnTo>
                <a:lnTo>
                  <a:pt x="70383" y="73672"/>
                </a:lnTo>
                <a:lnTo>
                  <a:pt x="69710" y="69875"/>
                </a:lnTo>
                <a:lnTo>
                  <a:pt x="69532" y="68707"/>
                </a:lnTo>
                <a:lnTo>
                  <a:pt x="69405" y="67906"/>
                </a:lnTo>
                <a:lnTo>
                  <a:pt x="69316" y="67310"/>
                </a:lnTo>
                <a:lnTo>
                  <a:pt x="69215" y="66611"/>
                </a:lnTo>
                <a:lnTo>
                  <a:pt x="69126" y="66040"/>
                </a:lnTo>
                <a:lnTo>
                  <a:pt x="68935" y="64770"/>
                </a:lnTo>
                <a:lnTo>
                  <a:pt x="68427" y="64770"/>
                </a:lnTo>
                <a:lnTo>
                  <a:pt x="67449" y="60960"/>
                </a:lnTo>
                <a:lnTo>
                  <a:pt x="66484" y="57480"/>
                </a:lnTo>
                <a:lnTo>
                  <a:pt x="66408" y="57226"/>
                </a:lnTo>
                <a:lnTo>
                  <a:pt x="64884" y="53340"/>
                </a:lnTo>
                <a:lnTo>
                  <a:pt x="66903" y="52171"/>
                </a:lnTo>
                <a:lnTo>
                  <a:pt x="65341" y="52171"/>
                </a:lnTo>
                <a:lnTo>
                  <a:pt x="63258" y="48272"/>
                </a:lnTo>
                <a:lnTo>
                  <a:pt x="62217" y="43802"/>
                </a:lnTo>
                <a:lnTo>
                  <a:pt x="61099" y="39370"/>
                </a:lnTo>
                <a:lnTo>
                  <a:pt x="63893" y="39370"/>
                </a:lnTo>
                <a:lnTo>
                  <a:pt x="60921" y="38176"/>
                </a:lnTo>
                <a:lnTo>
                  <a:pt x="60782" y="38176"/>
                </a:lnTo>
                <a:lnTo>
                  <a:pt x="58699" y="35712"/>
                </a:lnTo>
                <a:lnTo>
                  <a:pt x="58381" y="34290"/>
                </a:lnTo>
                <a:lnTo>
                  <a:pt x="57797" y="30480"/>
                </a:lnTo>
                <a:lnTo>
                  <a:pt x="57048" y="29044"/>
                </a:lnTo>
                <a:lnTo>
                  <a:pt x="57111" y="31889"/>
                </a:lnTo>
                <a:lnTo>
                  <a:pt x="57238" y="36830"/>
                </a:lnTo>
                <a:lnTo>
                  <a:pt x="59461" y="39370"/>
                </a:lnTo>
                <a:lnTo>
                  <a:pt x="57416" y="40640"/>
                </a:lnTo>
                <a:lnTo>
                  <a:pt x="59270" y="40640"/>
                </a:lnTo>
                <a:lnTo>
                  <a:pt x="61810" y="43357"/>
                </a:lnTo>
                <a:lnTo>
                  <a:pt x="61658" y="43357"/>
                </a:lnTo>
                <a:lnTo>
                  <a:pt x="61683" y="43802"/>
                </a:lnTo>
                <a:lnTo>
                  <a:pt x="61798" y="45720"/>
                </a:lnTo>
                <a:lnTo>
                  <a:pt x="61887" y="46990"/>
                </a:lnTo>
                <a:lnTo>
                  <a:pt x="61963" y="48272"/>
                </a:lnTo>
                <a:lnTo>
                  <a:pt x="63779" y="52171"/>
                </a:lnTo>
                <a:lnTo>
                  <a:pt x="63614" y="52171"/>
                </a:lnTo>
                <a:lnTo>
                  <a:pt x="62115" y="53340"/>
                </a:lnTo>
                <a:lnTo>
                  <a:pt x="63982" y="53340"/>
                </a:lnTo>
                <a:lnTo>
                  <a:pt x="65138" y="56946"/>
                </a:lnTo>
                <a:lnTo>
                  <a:pt x="66205" y="60960"/>
                </a:lnTo>
                <a:lnTo>
                  <a:pt x="67335" y="64770"/>
                </a:lnTo>
                <a:lnTo>
                  <a:pt x="65163" y="66611"/>
                </a:lnTo>
                <a:lnTo>
                  <a:pt x="66078" y="67310"/>
                </a:lnTo>
                <a:lnTo>
                  <a:pt x="67259" y="66040"/>
                </a:lnTo>
                <a:lnTo>
                  <a:pt x="69113" y="69875"/>
                </a:lnTo>
                <a:lnTo>
                  <a:pt x="69215" y="73939"/>
                </a:lnTo>
                <a:lnTo>
                  <a:pt x="70688" y="78740"/>
                </a:lnTo>
                <a:lnTo>
                  <a:pt x="70599" y="79171"/>
                </a:lnTo>
                <a:lnTo>
                  <a:pt x="70485" y="79730"/>
                </a:lnTo>
                <a:lnTo>
                  <a:pt x="71843" y="81686"/>
                </a:lnTo>
                <a:lnTo>
                  <a:pt x="72428" y="82638"/>
                </a:lnTo>
                <a:lnTo>
                  <a:pt x="71970" y="85242"/>
                </a:lnTo>
                <a:lnTo>
                  <a:pt x="72974" y="85242"/>
                </a:lnTo>
                <a:close/>
              </a:path>
              <a:path w="147319" h="176530">
                <a:moveTo>
                  <a:pt x="74599" y="137896"/>
                </a:moveTo>
                <a:lnTo>
                  <a:pt x="73533" y="137261"/>
                </a:lnTo>
                <a:lnTo>
                  <a:pt x="73240" y="137261"/>
                </a:lnTo>
                <a:lnTo>
                  <a:pt x="72720" y="137756"/>
                </a:lnTo>
                <a:lnTo>
                  <a:pt x="74015" y="138430"/>
                </a:lnTo>
                <a:lnTo>
                  <a:pt x="74599" y="137896"/>
                </a:lnTo>
                <a:close/>
              </a:path>
              <a:path w="147319" h="176530">
                <a:moveTo>
                  <a:pt x="74980" y="86360"/>
                </a:moveTo>
                <a:lnTo>
                  <a:pt x="74701" y="85242"/>
                </a:lnTo>
                <a:lnTo>
                  <a:pt x="72974" y="85242"/>
                </a:lnTo>
                <a:lnTo>
                  <a:pt x="73012" y="86360"/>
                </a:lnTo>
                <a:lnTo>
                  <a:pt x="74980" y="86360"/>
                </a:lnTo>
                <a:close/>
              </a:path>
              <a:path w="147319" h="176530">
                <a:moveTo>
                  <a:pt x="75882" y="78740"/>
                </a:moveTo>
                <a:lnTo>
                  <a:pt x="74815" y="73939"/>
                </a:lnTo>
                <a:lnTo>
                  <a:pt x="74714" y="73723"/>
                </a:lnTo>
                <a:lnTo>
                  <a:pt x="74587" y="73939"/>
                </a:lnTo>
                <a:lnTo>
                  <a:pt x="73977" y="78740"/>
                </a:lnTo>
                <a:lnTo>
                  <a:pt x="74510" y="78740"/>
                </a:lnTo>
                <a:lnTo>
                  <a:pt x="74383" y="79730"/>
                </a:lnTo>
                <a:lnTo>
                  <a:pt x="74295" y="80518"/>
                </a:lnTo>
                <a:lnTo>
                  <a:pt x="74168" y="81470"/>
                </a:lnTo>
                <a:lnTo>
                  <a:pt x="74066" y="82638"/>
                </a:lnTo>
                <a:lnTo>
                  <a:pt x="74701" y="85242"/>
                </a:lnTo>
                <a:lnTo>
                  <a:pt x="75526" y="85242"/>
                </a:lnTo>
                <a:lnTo>
                  <a:pt x="75603" y="79730"/>
                </a:lnTo>
                <a:lnTo>
                  <a:pt x="75730" y="78740"/>
                </a:lnTo>
                <a:lnTo>
                  <a:pt x="75882" y="78740"/>
                </a:lnTo>
                <a:close/>
              </a:path>
              <a:path w="147319" h="176530">
                <a:moveTo>
                  <a:pt x="76835" y="85242"/>
                </a:moveTo>
                <a:lnTo>
                  <a:pt x="75526" y="85242"/>
                </a:lnTo>
                <a:lnTo>
                  <a:pt x="75514" y="86360"/>
                </a:lnTo>
                <a:lnTo>
                  <a:pt x="76288" y="86360"/>
                </a:lnTo>
                <a:lnTo>
                  <a:pt x="76835" y="85242"/>
                </a:lnTo>
                <a:close/>
              </a:path>
              <a:path w="147319" h="176530">
                <a:moveTo>
                  <a:pt x="77139" y="78740"/>
                </a:moveTo>
                <a:lnTo>
                  <a:pt x="76339" y="77470"/>
                </a:lnTo>
                <a:lnTo>
                  <a:pt x="75882" y="78740"/>
                </a:lnTo>
                <a:lnTo>
                  <a:pt x="77139" y="78740"/>
                </a:lnTo>
                <a:close/>
              </a:path>
              <a:path w="147319" h="176530">
                <a:moveTo>
                  <a:pt x="77622" y="63500"/>
                </a:moveTo>
                <a:lnTo>
                  <a:pt x="74498" y="63500"/>
                </a:lnTo>
                <a:lnTo>
                  <a:pt x="74460" y="59690"/>
                </a:lnTo>
                <a:lnTo>
                  <a:pt x="73190" y="55880"/>
                </a:lnTo>
                <a:lnTo>
                  <a:pt x="73240" y="50939"/>
                </a:lnTo>
                <a:lnTo>
                  <a:pt x="75577" y="50939"/>
                </a:lnTo>
                <a:lnTo>
                  <a:pt x="76796" y="50063"/>
                </a:lnTo>
                <a:lnTo>
                  <a:pt x="75717" y="49530"/>
                </a:lnTo>
                <a:lnTo>
                  <a:pt x="73520" y="49530"/>
                </a:lnTo>
                <a:lnTo>
                  <a:pt x="72021" y="45720"/>
                </a:lnTo>
                <a:lnTo>
                  <a:pt x="71208" y="41910"/>
                </a:lnTo>
                <a:lnTo>
                  <a:pt x="71158" y="36830"/>
                </a:lnTo>
                <a:lnTo>
                  <a:pt x="70916" y="36449"/>
                </a:lnTo>
                <a:lnTo>
                  <a:pt x="69189" y="33020"/>
                </a:lnTo>
                <a:lnTo>
                  <a:pt x="68910" y="30480"/>
                </a:lnTo>
                <a:lnTo>
                  <a:pt x="68783" y="29337"/>
                </a:lnTo>
                <a:lnTo>
                  <a:pt x="68745" y="29044"/>
                </a:lnTo>
                <a:lnTo>
                  <a:pt x="68630" y="27940"/>
                </a:lnTo>
                <a:lnTo>
                  <a:pt x="67805" y="24130"/>
                </a:lnTo>
                <a:lnTo>
                  <a:pt x="71716" y="24130"/>
                </a:lnTo>
                <a:lnTo>
                  <a:pt x="73266" y="22860"/>
                </a:lnTo>
                <a:lnTo>
                  <a:pt x="74739" y="21666"/>
                </a:lnTo>
                <a:lnTo>
                  <a:pt x="71437" y="21666"/>
                </a:lnTo>
                <a:lnTo>
                  <a:pt x="68135" y="22860"/>
                </a:lnTo>
                <a:lnTo>
                  <a:pt x="65544" y="19113"/>
                </a:lnTo>
                <a:lnTo>
                  <a:pt x="65659" y="13970"/>
                </a:lnTo>
                <a:lnTo>
                  <a:pt x="63601" y="10160"/>
                </a:lnTo>
                <a:lnTo>
                  <a:pt x="66903" y="10160"/>
                </a:lnTo>
                <a:lnTo>
                  <a:pt x="68592" y="8890"/>
                </a:lnTo>
                <a:lnTo>
                  <a:pt x="63144" y="8890"/>
                </a:lnTo>
                <a:lnTo>
                  <a:pt x="62458" y="7620"/>
                </a:lnTo>
                <a:lnTo>
                  <a:pt x="61899" y="6350"/>
                </a:lnTo>
                <a:lnTo>
                  <a:pt x="60693" y="5080"/>
                </a:lnTo>
                <a:lnTo>
                  <a:pt x="61569" y="7620"/>
                </a:lnTo>
                <a:lnTo>
                  <a:pt x="62115" y="10160"/>
                </a:lnTo>
                <a:lnTo>
                  <a:pt x="58508" y="11430"/>
                </a:lnTo>
                <a:lnTo>
                  <a:pt x="62649" y="11430"/>
                </a:lnTo>
                <a:lnTo>
                  <a:pt x="64744" y="18796"/>
                </a:lnTo>
                <a:lnTo>
                  <a:pt x="64833" y="19113"/>
                </a:lnTo>
                <a:lnTo>
                  <a:pt x="66179" y="22860"/>
                </a:lnTo>
                <a:lnTo>
                  <a:pt x="63360" y="25196"/>
                </a:lnTo>
                <a:lnTo>
                  <a:pt x="63995" y="24930"/>
                </a:lnTo>
                <a:lnTo>
                  <a:pt x="66128" y="24130"/>
                </a:lnTo>
                <a:lnTo>
                  <a:pt x="67348" y="27660"/>
                </a:lnTo>
                <a:lnTo>
                  <a:pt x="68186" y="30480"/>
                </a:lnTo>
                <a:lnTo>
                  <a:pt x="68567" y="31889"/>
                </a:lnTo>
                <a:lnTo>
                  <a:pt x="68973" y="35712"/>
                </a:lnTo>
                <a:lnTo>
                  <a:pt x="69049" y="36449"/>
                </a:lnTo>
                <a:lnTo>
                  <a:pt x="70358" y="41910"/>
                </a:lnTo>
                <a:lnTo>
                  <a:pt x="71475" y="45720"/>
                </a:lnTo>
                <a:lnTo>
                  <a:pt x="71361" y="50939"/>
                </a:lnTo>
                <a:lnTo>
                  <a:pt x="71894" y="50939"/>
                </a:lnTo>
                <a:lnTo>
                  <a:pt x="71970" y="52171"/>
                </a:lnTo>
                <a:lnTo>
                  <a:pt x="72047" y="53340"/>
                </a:lnTo>
                <a:lnTo>
                  <a:pt x="72148" y="54737"/>
                </a:lnTo>
                <a:lnTo>
                  <a:pt x="72224" y="55880"/>
                </a:lnTo>
                <a:lnTo>
                  <a:pt x="73406" y="59690"/>
                </a:lnTo>
                <a:lnTo>
                  <a:pt x="73342" y="60960"/>
                </a:lnTo>
                <a:lnTo>
                  <a:pt x="73228" y="63068"/>
                </a:lnTo>
                <a:lnTo>
                  <a:pt x="73139" y="64770"/>
                </a:lnTo>
                <a:lnTo>
                  <a:pt x="73647" y="64770"/>
                </a:lnTo>
                <a:lnTo>
                  <a:pt x="73609" y="66040"/>
                </a:lnTo>
                <a:lnTo>
                  <a:pt x="73520" y="69875"/>
                </a:lnTo>
                <a:lnTo>
                  <a:pt x="74663" y="73393"/>
                </a:lnTo>
                <a:lnTo>
                  <a:pt x="74879" y="72390"/>
                </a:lnTo>
                <a:lnTo>
                  <a:pt x="75336" y="69875"/>
                </a:lnTo>
                <a:lnTo>
                  <a:pt x="75374" y="67906"/>
                </a:lnTo>
                <a:lnTo>
                  <a:pt x="74422" y="64770"/>
                </a:lnTo>
                <a:lnTo>
                  <a:pt x="75984" y="64770"/>
                </a:lnTo>
                <a:lnTo>
                  <a:pt x="77622" y="63500"/>
                </a:lnTo>
                <a:close/>
              </a:path>
              <a:path w="147319" h="176530">
                <a:moveTo>
                  <a:pt x="78600" y="124206"/>
                </a:moveTo>
                <a:lnTo>
                  <a:pt x="78562" y="124015"/>
                </a:lnTo>
                <a:lnTo>
                  <a:pt x="78181" y="123240"/>
                </a:lnTo>
                <a:lnTo>
                  <a:pt x="78041" y="123583"/>
                </a:lnTo>
                <a:lnTo>
                  <a:pt x="78600" y="124206"/>
                </a:lnTo>
                <a:close/>
              </a:path>
              <a:path w="147319" h="176530">
                <a:moveTo>
                  <a:pt x="79044" y="50266"/>
                </a:moveTo>
                <a:lnTo>
                  <a:pt x="77520" y="49530"/>
                </a:lnTo>
                <a:lnTo>
                  <a:pt x="76796" y="50063"/>
                </a:lnTo>
                <a:lnTo>
                  <a:pt x="78295" y="50800"/>
                </a:lnTo>
                <a:lnTo>
                  <a:pt x="79044" y="50266"/>
                </a:lnTo>
                <a:close/>
              </a:path>
              <a:path w="147319" h="176530">
                <a:moveTo>
                  <a:pt x="79781" y="85242"/>
                </a:moveTo>
                <a:lnTo>
                  <a:pt x="77876" y="85242"/>
                </a:lnTo>
                <a:lnTo>
                  <a:pt x="77381" y="86182"/>
                </a:lnTo>
                <a:lnTo>
                  <a:pt x="77292" y="86360"/>
                </a:lnTo>
                <a:lnTo>
                  <a:pt x="79349" y="86360"/>
                </a:lnTo>
                <a:lnTo>
                  <a:pt x="79781" y="85242"/>
                </a:lnTo>
                <a:close/>
              </a:path>
              <a:path w="147319" h="176530">
                <a:moveTo>
                  <a:pt x="80187" y="152514"/>
                </a:moveTo>
                <a:lnTo>
                  <a:pt x="76250" y="152514"/>
                </a:lnTo>
                <a:lnTo>
                  <a:pt x="78536" y="153670"/>
                </a:lnTo>
                <a:lnTo>
                  <a:pt x="80187" y="152514"/>
                </a:lnTo>
                <a:close/>
              </a:path>
              <a:path w="147319" h="176530">
                <a:moveTo>
                  <a:pt x="82143" y="87845"/>
                </a:moveTo>
                <a:lnTo>
                  <a:pt x="81254" y="88900"/>
                </a:lnTo>
                <a:lnTo>
                  <a:pt x="81013" y="90297"/>
                </a:lnTo>
                <a:lnTo>
                  <a:pt x="80975" y="90538"/>
                </a:lnTo>
                <a:lnTo>
                  <a:pt x="81229" y="90297"/>
                </a:lnTo>
                <a:lnTo>
                  <a:pt x="81661" y="89293"/>
                </a:lnTo>
                <a:lnTo>
                  <a:pt x="82143" y="87845"/>
                </a:lnTo>
                <a:close/>
              </a:path>
              <a:path w="147319" h="176530">
                <a:moveTo>
                  <a:pt x="83400" y="86360"/>
                </a:moveTo>
                <a:lnTo>
                  <a:pt x="82638" y="86360"/>
                </a:lnTo>
                <a:lnTo>
                  <a:pt x="82219" y="87630"/>
                </a:lnTo>
                <a:lnTo>
                  <a:pt x="83032" y="86804"/>
                </a:lnTo>
                <a:lnTo>
                  <a:pt x="83400" y="86360"/>
                </a:lnTo>
                <a:close/>
              </a:path>
              <a:path w="147319" h="176530">
                <a:moveTo>
                  <a:pt x="85610" y="64770"/>
                </a:moveTo>
                <a:lnTo>
                  <a:pt x="84023" y="63500"/>
                </a:lnTo>
                <a:lnTo>
                  <a:pt x="80822" y="63500"/>
                </a:lnTo>
                <a:lnTo>
                  <a:pt x="82537" y="64770"/>
                </a:lnTo>
                <a:lnTo>
                  <a:pt x="85610" y="64770"/>
                </a:lnTo>
                <a:close/>
              </a:path>
              <a:path w="147319" h="176530">
                <a:moveTo>
                  <a:pt x="86461" y="93980"/>
                </a:moveTo>
                <a:lnTo>
                  <a:pt x="86309" y="93980"/>
                </a:lnTo>
                <a:lnTo>
                  <a:pt x="86055" y="93980"/>
                </a:lnTo>
                <a:lnTo>
                  <a:pt x="85826" y="94348"/>
                </a:lnTo>
                <a:lnTo>
                  <a:pt x="86461" y="93980"/>
                </a:lnTo>
                <a:close/>
              </a:path>
              <a:path w="147319" h="176530">
                <a:moveTo>
                  <a:pt x="87604" y="135890"/>
                </a:moveTo>
                <a:lnTo>
                  <a:pt x="86334" y="135890"/>
                </a:lnTo>
                <a:lnTo>
                  <a:pt x="84734" y="137261"/>
                </a:lnTo>
                <a:lnTo>
                  <a:pt x="86753" y="137261"/>
                </a:lnTo>
                <a:lnTo>
                  <a:pt x="87604" y="135890"/>
                </a:lnTo>
                <a:close/>
              </a:path>
              <a:path w="147319" h="176530">
                <a:moveTo>
                  <a:pt x="87782" y="81318"/>
                </a:moveTo>
                <a:lnTo>
                  <a:pt x="86448" y="81318"/>
                </a:lnTo>
                <a:lnTo>
                  <a:pt x="86423" y="81686"/>
                </a:lnTo>
                <a:lnTo>
                  <a:pt x="86588" y="82638"/>
                </a:lnTo>
                <a:lnTo>
                  <a:pt x="87642" y="82638"/>
                </a:lnTo>
                <a:lnTo>
                  <a:pt x="87757" y="81470"/>
                </a:lnTo>
                <a:lnTo>
                  <a:pt x="87782" y="81318"/>
                </a:lnTo>
                <a:close/>
              </a:path>
              <a:path w="147319" h="176530">
                <a:moveTo>
                  <a:pt x="88252" y="36830"/>
                </a:moveTo>
                <a:lnTo>
                  <a:pt x="85140" y="35712"/>
                </a:lnTo>
                <a:lnTo>
                  <a:pt x="81838" y="35712"/>
                </a:lnTo>
                <a:lnTo>
                  <a:pt x="84709" y="36830"/>
                </a:lnTo>
                <a:lnTo>
                  <a:pt x="88252" y="36830"/>
                </a:lnTo>
                <a:close/>
              </a:path>
              <a:path w="147319" h="176530">
                <a:moveTo>
                  <a:pt x="90398" y="151130"/>
                </a:moveTo>
                <a:lnTo>
                  <a:pt x="89979" y="151130"/>
                </a:lnTo>
                <a:lnTo>
                  <a:pt x="88163" y="152057"/>
                </a:lnTo>
                <a:lnTo>
                  <a:pt x="88569" y="151930"/>
                </a:lnTo>
                <a:lnTo>
                  <a:pt x="90398" y="151130"/>
                </a:lnTo>
                <a:close/>
              </a:path>
              <a:path w="147319" h="176530">
                <a:moveTo>
                  <a:pt x="91097" y="85242"/>
                </a:moveTo>
                <a:lnTo>
                  <a:pt x="90944" y="83947"/>
                </a:lnTo>
                <a:lnTo>
                  <a:pt x="90436" y="83947"/>
                </a:lnTo>
                <a:lnTo>
                  <a:pt x="90131" y="85242"/>
                </a:lnTo>
                <a:lnTo>
                  <a:pt x="88265" y="85242"/>
                </a:lnTo>
                <a:lnTo>
                  <a:pt x="87642" y="86182"/>
                </a:lnTo>
                <a:lnTo>
                  <a:pt x="87528" y="86360"/>
                </a:lnTo>
                <a:lnTo>
                  <a:pt x="90233" y="86360"/>
                </a:lnTo>
                <a:lnTo>
                  <a:pt x="91097" y="85242"/>
                </a:lnTo>
                <a:close/>
              </a:path>
              <a:path w="147319" h="176530">
                <a:moveTo>
                  <a:pt x="95402" y="69875"/>
                </a:moveTo>
                <a:lnTo>
                  <a:pt x="95046" y="69545"/>
                </a:lnTo>
                <a:lnTo>
                  <a:pt x="95161" y="69875"/>
                </a:lnTo>
                <a:lnTo>
                  <a:pt x="95402" y="69875"/>
                </a:lnTo>
                <a:close/>
              </a:path>
              <a:path w="147319" h="176530">
                <a:moveTo>
                  <a:pt x="95440" y="90297"/>
                </a:moveTo>
                <a:lnTo>
                  <a:pt x="94792" y="90297"/>
                </a:lnTo>
                <a:lnTo>
                  <a:pt x="95440" y="90779"/>
                </a:lnTo>
                <a:lnTo>
                  <a:pt x="95440" y="90297"/>
                </a:lnTo>
                <a:close/>
              </a:path>
              <a:path w="147319" h="176530">
                <a:moveTo>
                  <a:pt x="96926" y="97790"/>
                </a:moveTo>
                <a:lnTo>
                  <a:pt x="96507" y="96685"/>
                </a:lnTo>
                <a:lnTo>
                  <a:pt x="96215" y="96685"/>
                </a:lnTo>
                <a:lnTo>
                  <a:pt x="92544" y="97790"/>
                </a:lnTo>
                <a:lnTo>
                  <a:pt x="88658" y="99060"/>
                </a:lnTo>
                <a:lnTo>
                  <a:pt x="92837" y="99060"/>
                </a:lnTo>
                <a:lnTo>
                  <a:pt x="95262" y="97790"/>
                </a:lnTo>
                <a:lnTo>
                  <a:pt x="96926" y="97790"/>
                </a:lnTo>
                <a:close/>
              </a:path>
              <a:path w="147319" h="176530">
                <a:moveTo>
                  <a:pt x="97358" y="97790"/>
                </a:moveTo>
                <a:lnTo>
                  <a:pt x="96926" y="97790"/>
                </a:lnTo>
                <a:lnTo>
                  <a:pt x="97142" y="98348"/>
                </a:lnTo>
                <a:lnTo>
                  <a:pt x="97358" y="97790"/>
                </a:lnTo>
                <a:close/>
              </a:path>
              <a:path w="147319" h="176530">
                <a:moveTo>
                  <a:pt x="97421" y="99060"/>
                </a:moveTo>
                <a:lnTo>
                  <a:pt x="97142" y="98348"/>
                </a:lnTo>
                <a:lnTo>
                  <a:pt x="96875" y="99060"/>
                </a:lnTo>
                <a:lnTo>
                  <a:pt x="97421" y="99060"/>
                </a:lnTo>
                <a:close/>
              </a:path>
              <a:path w="147319" h="176530">
                <a:moveTo>
                  <a:pt x="97790" y="99060"/>
                </a:moveTo>
                <a:lnTo>
                  <a:pt x="97421" y="99060"/>
                </a:lnTo>
                <a:lnTo>
                  <a:pt x="97561" y="99453"/>
                </a:lnTo>
                <a:lnTo>
                  <a:pt x="97790" y="99060"/>
                </a:lnTo>
                <a:close/>
              </a:path>
              <a:path w="147319" h="176530">
                <a:moveTo>
                  <a:pt x="100444" y="95694"/>
                </a:moveTo>
                <a:lnTo>
                  <a:pt x="97459" y="95402"/>
                </a:lnTo>
                <a:lnTo>
                  <a:pt x="97370" y="96520"/>
                </a:lnTo>
                <a:lnTo>
                  <a:pt x="100444" y="95694"/>
                </a:lnTo>
                <a:close/>
              </a:path>
              <a:path w="147319" h="176530">
                <a:moveTo>
                  <a:pt x="100723" y="91440"/>
                </a:moveTo>
                <a:lnTo>
                  <a:pt x="96354" y="91440"/>
                </a:lnTo>
                <a:lnTo>
                  <a:pt x="95440" y="90779"/>
                </a:lnTo>
                <a:lnTo>
                  <a:pt x="95415" y="91440"/>
                </a:lnTo>
                <a:lnTo>
                  <a:pt x="95592" y="92710"/>
                </a:lnTo>
                <a:lnTo>
                  <a:pt x="92062" y="95300"/>
                </a:lnTo>
                <a:lnTo>
                  <a:pt x="96393" y="93980"/>
                </a:lnTo>
                <a:lnTo>
                  <a:pt x="96316" y="94348"/>
                </a:lnTo>
                <a:lnTo>
                  <a:pt x="96012" y="95402"/>
                </a:lnTo>
                <a:lnTo>
                  <a:pt x="96507" y="96685"/>
                </a:lnTo>
                <a:lnTo>
                  <a:pt x="96735" y="96685"/>
                </a:lnTo>
                <a:lnTo>
                  <a:pt x="97040" y="95694"/>
                </a:lnTo>
                <a:lnTo>
                  <a:pt x="97129" y="95402"/>
                </a:lnTo>
                <a:lnTo>
                  <a:pt x="96545" y="95402"/>
                </a:lnTo>
                <a:lnTo>
                  <a:pt x="96761" y="94348"/>
                </a:lnTo>
                <a:lnTo>
                  <a:pt x="96837" y="93980"/>
                </a:lnTo>
                <a:lnTo>
                  <a:pt x="100723" y="91440"/>
                </a:lnTo>
                <a:close/>
              </a:path>
              <a:path w="147319" h="176530">
                <a:moveTo>
                  <a:pt x="101688" y="176530"/>
                </a:moveTo>
                <a:lnTo>
                  <a:pt x="100863" y="172720"/>
                </a:lnTo>
                <a:lnTo>
                  <a:pt x="99060" y="166370"/>
                </a:lnTo>
                <a:lnTo>
                  <a:pt x="99339" y="165100"/>
                </a:lnTo>
                <a:lnTo>
                  <a:pt x="100698" y="165100"/>
                </a:lnTo>
                <a:lnTo>
                  <a:pt x="99733" y="163830"/>
                </a:lnTo>
                <a:lnTo>
                  <a:pt x="98996" y="165100"/>
                </a:lnTo>
                <a:lnTo>
                  <a:pt x="98590" y="163830"/>
                </a:lnTo>
                <a:lnTo>
                  <a:pt x="94691" y="149860"/>
                </a:lnTo>
                <a:lnTo>
                  <a:pt x="94411" y="149860"/>
                </a:lnTo>
                <a:lnTo>
                  <a:pt x="92633" y="144780"/>
                </a:lnTo>
                <a:lnTo>
                  <a:pt x="91414" y="139700"/>
                </a:lnTo>
                <a:lnTo>
                  <a:pt x="89966" y="135890"/>
                </a:lnTo>
                <a:lnTo>
                  <a:pt x="91249" y="134620"/>
                </a:lnTo>
                <a:lnTo>
                  <a:pt x="92824" y="133375"/>
                </a:lnTo>
                <a:lnTo>
                  <a:pt x="91186" y="133375"/>
                </a:lnTo>
                <a:lnTo>
                  <a:pt x="89890" y="134620"/>
                </a:lnTo>
                <a:lnTo>
                  <a:pt x="87807" y="130810"/>
                </a:lnTo>
                <a:lnTo>
                  <a:pt x="85115" y="122377"/>
                </a:lnTo>
                <a:lnTo>
                  <a:pt x="84988" y="121983"/>
                </a:lnTo>
                <a:lnTo>
                  <a:pt x="85166" y="121983"/>
                </a:lnTo>
                <a:lnTo>
                  <a:pt x="85775" y="121983"/>
                </a:lnTo>
                <a:lnTo>
                  <a:pt x="86588" y="120650"/>
                </a:lnTo>
                <a:lnTo>
                  <a:pt x="85623" y="120650"/>
                </a:lnTo>
                <a:lnTo>
                  <a:pt x="85039" y="121843"/>
                </a:lnTo>
                <a:lnTo>
                  <a:pt x="84886" y="121653"/>
                </a:lnTo>
                <a:lnTo>
                  <a:pt x="81965" y="118237"/>
                </a:lnTo>
                <a:lnTo>
                  <a:pt x="82321" y="119202"/>
                </a:lnTo>
                <a:lnTo>
                  <a:pt x="82384" y="119380"/>
                </a:lnTo>
                <a:lnTo>
                  <a:pt x="84912" y="123240"/>
                </a:lnTo>
                <a:lnTo>
                  <a:pt x="83781" y="123240"/>
                </a:lnTo>
                <a:lnTo>
                  <a:pt x="85153" y="127000"/>
                </a:lnTo>
                <a:lnTo>
                  <a:pt x="86728" y="130810"/>
                </a:lnTo>
                <a:lnTo>
                  <a:pt x="88404" y="134620"/>
                </a:lnTo>
                <a:lnTo>
                  <a:pt x="87604" y="135890"/>
                </a:lnTo>
                <a:lnTo>
                  <a:pt x="88252" y="135890"/>
                </a:lnTo>
                <a:lnTo>
                  <a:pt x="90792" y="139700"/>
                </a:lnTo>
                <a:lnTo>
                  <a:pt x="90906" y="140970"/>
                </a:lnTo>
                <a:lnTo>
                  <a:pt x="91033" y="142240"/>
                </a:lnTo>
                <a:lnTo>
                  <a:pt x="91147" y="143510"/>
                </a:lnTo>
                <a:lnTo>
                  <a:pt x="91274" y="144780"/>
                </a:lnTo>
                <a:lnTo>
                  <a:pt x="93167" y="149860"/>
                </a:lnTo>
                <a:lnTo>
                  <a:pt x="90398" y="151130"/>
                </a:lnTo>
                <a:lnTo>
                  <a:pt x="92811" y="151130"/>
                </a:lnTo>
                <a:lnTo>
                  <a:pt x="95567" y="154940"/>
                </a:lnTo>
                <a:lnTo>
                  <a:pt x="95669" y="156210"/>
                </a:lnTo>
                <a:lnTo>
                  <a:pt x="95770" y="157480"/>
                </a:lnTo>
                <a:lnTo>
                  <a:pt x="95885" y="158750"/>
                </a:lnTo>
                <a:lnTo>
                  <a:pt x="95986" y="160045"/>
                </a:lnTo>
                <a:lnTo>
                  <a:pt x="97637" y="165100"/>
                </a:lnTo>
                <a:lnTo>
                  <a:pt x="93916" y="166370"/>
                </a:lnTo>
                <a:lnTo>
                  <a:pt x="89662" y="167640"/>
                </a:lnTo>
                <a:lnTo>
                  <a:pt x="93433" y="167640"/>
                </a:lnTo>
                <a:lnTo>
                  <a:pt x="97434" y="166370"/>
                </a:lnTo>
                <a:lnTo>
                  <a:pt x="99212" y="168910"/>
                </a:lnTo>
                <a:lnTo>
                  <a:pt x="99885" y="172720"/>
                </a:lnTo>
                <a:lnTo>
                  <a:pt x="100507" y="176530"/>
                </a:lnTo>
                <a:lnTo>
                  <a:pt x="101688" y="176530"/>
                </a:lnTo>
                <a:close/>
              </a:path>
              <a:path w="147319" h="176530">
                <a:moveTo>
                  <a:pt x="102044" y="57226"/>
                </a:moveTo>
                <a:lnTo>
                  <a:pt x="101917" y="56946"/>
                </a:lnTo>
                <a:lnTo>
                  <a:pt x="100761" y="54737"/>
                </a:lnTo>
                <a:lnTo>
                  <a:pt x="97917" y="54737"/>
                </a:lnTo>
                <a:lnTo>
                  <a:pt x="100304" y="55880"/>
                </a:lnTo>
                <a:lnTo>
                  <a:pt x="102044" y="57226"/>
                </a:lnTo>
                <a:close/>
              </a:path>
              <a:path w="147319" h="176530">
                <a:moveTo>
                  <a:pt x="106667" y="142240"/>
                </a:moveTo>
                <a:lnTo>
                  <a:pt x="105257" y="142240"/>
                </a:lnTo>
                <a:lnTo>
                  <a:pt x="104559" y="143510"/>
                </a:lnTo>
                <a:lnTo>
                  <a:pt x="105613" y="143510"/>
                </a:lnTo>
                <a:lnTo>
                  <a:pt x="106667" y="142240"/>
                </a:lnTo>
                <a:close/>
              </a:path>
              <a:path w="147319" h="176530">
                <a:moveTo>
                  <a:pt x="106984" y="54737"/>
                </a:moveTo>
                <a:lnTo>
                  <a:pt x="104470" y="57226"/>
                </a:lnTo>
                <a:lnTo>
                  <a:pt x="102057" y="57226"/>
                </a:lnTo>
                <a:lnTo>
                  <a:pt x="104279" y="58496"/>
                </a:lnTo>
                <a:lnTo>
                  <a:pt x="104101" y="58496"/>
                </a:lnTo>
                <a:lnTo>
                  <a:pt x="101917" y="62230"/>
                </a:lnTo>
                <a:lnTo>
                  <a:pt x="99542" y="66040"/>
                </a:lnTo>
                <a:lnTo>
                  <a:pt x="97218" y="69875"/>
                </a:lnTo>
                <a:lnTo>
                  <a:pt x="95402" y="69875"/>
                </a:lnTo>
                <a:lnTo>
                  <a:pt x="96608" y="71221"/>
                </a:lnTo>
                <a:lnTo>
                  <a:pt x="96456" y="71221"/>
                </a:lnTo>
                <a:lnTo>
                  <a:pt x="94030" y="75044"/>
                </a:lnTo>
                <a:lnTo>
                  <a:pt x="91414" y="78740"/>
                </a:lnTo>
                <a:lnTo>
                  <a:pt x="88874" y="82638"/>
                </a:lnTo>
                <a:lnTo>
                  <a:pt x="88315" y="82638"/>
                </a:lnTo>
                <a:lnTo>
                  <a:pt x="86512" y="85242"/>
                </a:lnTo>
                <a:lnTo>
                  <a:pt x="88265" y="85242"/>
                </a:lnTo>
                <a:lnTo>
                  <a:pt x="89103" y="83947"/>
                </a:lnTo>
                <a:lnTo>
                  <a:pt x="89598" y="83947"/>
                </a:lnTo>
                <a:lnTo>
                  <a:pt x="91897" y="78740"/>
                </a:lnTo>
                <a:lnTo>
                  <a:pt x="94869" y="76200"/>
                </a:lnTo>
                <a:lnTo>
                  <a:pt x="97307" y="71221"/>
                </a:lnTo>
                <a:lnTo>
                  <a:pt x="97536" y="71221"/>
                </a:lnTo>
                <a:lnTo>
                  <a:pt x="99428" y="72390"/>
                </a:lnTo>
                <a:lnTo>
                  <a:pt x="98031" y="71221"/>
                </a:lnTo>
                <a:lnTo>
                  <a:pt x="97866" y="71221"/>
                </a:lnTo>
                <a:lnTo>
                  <a:pt x="100622" y="66040"/>
                </a:lnTo>
                <a:lnTo>
                  <a:pt x="102730" y="62230"/>
                </a:lnTo>
                <a:lnTo>
                  <a:pt x="105613" y="58140"/>
                </a:lnTo>
                <a:lnTo>
                  <a:pt x="106984" y="54737"/>
                </a:lnTo>
                <a:close/>
              </a:path>
              <a:path w="147319" h="176530">
                <a:moveTo>
                  <a:pt x="108165" y="140627"/>
                </a:moveTo>
                <a:lnTo>
                  <a:pt x="108013" y="140627"/>
                </a:lnTo>
                <a:lnTo>
                  <a:pt x="107657" y="140970"/>
                </a:lnTo>
                <a:lnTo>
                  <a:pt x="106807" y="142240"/>
                </a:lnTo>
                <a:lnTo>
                  <a:pt x="107937" y="140970"/>
                </a:lnTo>
                <a:lnTo>
                  <a:pt x="108165" y="140627"/>
                </a:lnTo>
                <a:close/>
              </a:path>
              <a:path w="147319" h="176530">
                <a:moveTo>
                  <a:pt x="108966" y="139700"/>
                </a:moveTo>
                <a:lnTo>
                  <a:pt x="108800" y="139700"/>
                </a:lnTo>
                <a:lnTo>
                  <a:pt x="108470" y="140182"/>
                </a:lnTo>
                <a:lnTo>
                  <a:pt x="108966" y="139700"/>
                </a:lnTo>
                <a:close/>
              </a:path>
              <a:path w="147319" h="176530">
                <a:moveTo>
                  <a:pt x="111594" y="157480"/>
                </a:moveTo>
                <a:lnTo>
                  <a:pt x="110591" y="158750"/>
                </a:lnTo>
                <a:lnTo>
                  <a:pt x="111531" y="158750"/>
                </a:lnTo>
                <a:lnTo>
                  <a:pt x="111594" y="157480"/>
                </a:lnTo>
                <a:close/>
              </a:path>
              <a:path w="147319" h="176530">
                <a:moveTo>
                  <a:pt x="112001" y="85242"/>
                </a:moveTo>
                <a:lnTo>
                  <a:pt x="108712" y="85242"/>
                </a:lnTo>
                <a:lnTo>
                  <a:pt x="110096" y="86360"/>
                </a:lnTo>
                <a:lnTo>
                  <a:pt x="112001" y="85242"/>
                </a:lnTo>
                <a:close/>
              </a:path>
              <a:path w="147319" h="176530">
                <a:moveTo>
                  <a:pt x="114820" y="86360"/>
                </a:moveTo>
                <a:lnTo>
                  <a:pt x="110096" y="86360"/>
                </a:lnTo>
                <a:lnTo>
                  <a:pt x="108851" y="86360"/>
                </a:lnTo>
                <a:lnTo>
                  <a:pt x="104813" y="88900"/>
                </a:lnTo>
                <a:lnTo>
                  <a:pt x="100672" y="91440"/>
                </a:lnTo>
                <a:lnTo>
                  <a:pt x="104660" y="90297"/>
                </a:lnTo>
                <a:lnTo>
                  <a:pt x="104902" y="90297"/>
                </a:lnTo>
                <a:lnTo>
                  <a:pt x="109321" y="87630"/>
                </a:lnTo>
                <a:lnTo>
                  <a:pt x="110566" y="88900"/>
                </a:lnTo>
                <a:lnTo>
                  <a:pt x="110375" y="87845"/>
                </a:lnTo>
                <a:lnTo>
                  <a:pt x="110363" y="87630"/>
                </a:lnTo>
                <a:lnTo>
                  <a:pt x="114820" y="86360"/>
                </a:lnTo>
                <a:close/>
              </a:path>
              <a:path w="147319" h="176530">
                <a:moveTo>
                  <a:pt x="116865" y="143510"/>
                </a:moveTo>
                <a:lnTo>
                  <a:pt x="113296" y="141274"/>
                </a:lnTo>
                <a:lnTo>
                  <a:pt x="114554" y="143510"/>
                </a:lnTo>
                <a:lnTo>
                  <a:pt x="116687" y="146050"/>
                </a:lnTo>
                <a:lnTo>
                  <a:pt x="116776" y="144780"/>
                </a:lnTo>
                <a:lnTo>
                  <a:pt x="116865" y="143510"/>
                </a:lnTo>
                <a:close/>
              </a:path>
              <a:path w="147319" h="176530">
                <a:moveTo>
                  <a:pt x="117881" y="30378"/>
                </a:moveTo>
                <a:lnTo>
                  <a:pt x="114973" y="27940"/>
                </a:lnTo>
                <a:lnTo>
                  <a:pt x="111099" y="26670"/>
                </a:lnTo>
                <a:lnTo>
                  <a:pt x="107086" y="25514"/>
                </a:lnTo>
                <a:lnTo>
                  <a:pt x="106743" y="25514"/>
                </a:lnTo>
                <a:lnTo>
                  <a:pt x="109677" y="27940"/>
                </a:lnTo>
                <a:lnTo>
                  <a:pt x="115125" y="29337"/>
                </a:lnTo>
                <a:lnTo>
                  <a:pt x="114985" y="29337"/>
                </a:lnTo>
                <a:lnTo>
                  <a:pt x="117881" y="30378"/>
                </a:lnTo>
                <a:close/>
              </a:path>
              <a:path w="147319" h="176530">
                <a:moveTo>
                  <a:pt x="118122" y="172923"/>
                </a:moveTo>
                <a:lnTo>
                  <a:pt x="116382" y="173723"/>
                </a:lnTo>
                <a:lnTo>
                  <a:pt x="116471" y="172923"/>
                </a:lnTo>
                <a:lnTo>
                  <a:pt x="116535" y="172377"/>
                </a:lnTo>
                <a:lnTo>
                  <a:pt x="116611" y="171742"/>
                </a:lnTo>
                <a:lnTo>
                  <a:pt x="115176" y="171742"/>
                </a:lnTo>
                <a:lnTo>
                  <a:pt x="116039" y="172377"/>
                </a:lnTo>
                <a:lnTo>
                  <a:pt x="116141" y="173304"/>
                </a:lnTo>
                <a:lnTo>
                  <a:pt x="115557" y="174586"/>
                </a:lnTo>
                <a:lnTo>
                  <a:pt x="116941" y="174586"/>
                </a:lnTo>
                <a:lnTo>
                  <a:pt x="117017" y="176314"/>
                </a:lnTo>
                <a:lnTo>
                  <a:pt x="117932" y="176314"/>
                </a:lnTo>
                <a:lnTo>
                  <a:pt x="117563" y="175183"/>
                </a:lnTo>
                <a:lnTo>
                  <a:pt x="116928" y="173913"/>
                </a:lnTo>
                <a:lnTo>
                  <a:pt x="117157" y="173723"/>
                </a:lnTo>
                <a:lnTo>
                  <a:pt x="118122" y="172923"/>
                </a:lnTo>
                <a:close/>
              </a:path>
              <a:path w="147319" h="176530">
                <a:moveTo>
                  <a:pt x="118529" y="82638"/>
                </a:moveTo>
                <a:lnTo>
                  <a:pt x="114007" y="83947"/>
                </a:lnTo>
                <a:lnTo>
                  <a:pt x="114223" y="83947"/>
                </a:lnTo>
                <a:lnTo>
                  <a:pt x="112001" y="85242"/>
                </a:lnTo>
                <a:lnTo>
                  <a:pt x="115925" y="85242"/>
                </a:lnTo>
                <a:lnTo>
                  <a:pt x="118529" y="82638"/>
                </a:lnTo>
                <a:close/>
              </a:path>
              <a:path w="147319" h="176530">
                <a:moveTo>
                  <a:pt x="120992" y="75425"/>
                </a:moveTo>
                <a:lnTo>
                  <a:pt x="120942" y="75044"/>
                </a:lnTo>
                <a:lnTo>
                  <a:pt x="120586" y="74561"/>
                </a:lnTo>
                <a:lnTo>
                  <a:pt x="120992" y="75425"/>
                </a:lnTo>
                <a:close/>
              </a:path>
              <a:path w="147319" h="176530">
                <a:moveTo>
                  <a:pt x="121653" y="149453"/>
                </a:moveTo>
                <a:lnTo>
                  <a:pt x="121615" y="148920"/>
                </a:lnTo>
                <a:lnTo>
                  <a:pt x="121208" y="149644"/>
                </a:lnTo>
                <a:lnTo>
                  <a:pt x="120065" y="148678"/>
                </a:lnTo>
                <a:lnTo>
                  <a:pt x="119595" y="149263"/>
                </a:lnTo>
                <a:lnTo>
                  <a:pt x="120116" y="149847"/>
                </a:lnTo>
                <a:lnTo>
                  <a:pt x="119532" y="150888"/>
                </a:lnTo>
                <a:lnTo>
                  <a:pt x="120700" y="151206"/>
                </a:lnTo>
                <a:lnTo>
                  <a:pt x="121221" y="150456"/>
                </a:lnTo>
                <a:lnTo>
                  <a:pt x="121653" y="149453"/>
                </a:lnTo>
                <a:close/>
              </a:path>
              <a:path w="147319" h="176530">
                <a:moveTo>
                  <a:pt x="124485" y="137261"/>
                </a:moveTo>
                <a:lnTo>
                  <a:pt x="124142" y="136652"/>
                </a:lnTo>
                <a:lnTo>
                  <a:pt x="123151" y="134620"/>
                </a:lnTo>
                <a:lnTo>
                  <a:pt x="120700" y="133375"/>
                </a:lnTo>
                <a:lnTo>
                  <a:pt x="122313" y="134620"/>
                </a:lnTo>
                <a:lnTo>
                  <a:pt x="124485" y="137261"/>
                </a:lnTo>
                <a:close/>
              </a:path>
              <a:path w="147319" h="176530">
                <a:moveTo>
                  <a:pt x="124968" y="86360"/>
                </a:moveTo>
                <a:lnTo>
                  <a:pt x="124879" y="85242"/>
                </a:lnTo>
                <a:lnTo>
                  <a:pt x="115925" y="85242"/>
                </a:lnTo>
                <a:lnTo>
                  <a:pt x="114820" y="86360"/>
                </a:lnTo>
                <a:lnTo>
                  <a:pt x="124968" y="86360"/>
                </a:lnTo>
                <a:close/>
              </a:path>
              <a:path w="147319" h="176530">
                <a:moveTo>
                  <a:pt x="125945" y="115570"/>
                </a:moveTo>
                <a:lnTo>
                  <a:pt x="124726" y="116840"/>
                </a:lnTo>
                <a:lnTo>
                  <a:pt x="124358" y="119202"/>
                </a:lnTo>
                <a:lnTo>
                  <a:pt x="125056" y="118237"/>
                </a:lnTo>
                <a:lnTo>
                  <a:pt x="125158" y="118110"/>
                </a:lnTo>
                <a:lnTo>
                  <a:pt x="125945" y="115570"/>
                </a:lnTo>
                <a:close/>
              </a:path>
              <a:path w="147319" h="176530">
                <a:moveTo>
                  <a:pt x="126339" y="113157"/>
                </a:moveTo>
                <a:lnTo>
                  <a:pt x="126098" y="113436"/>
                </a:lnTo>
                <a:lnTo>
                  <a:pt x="125526" y="114312"/>
                </a:lnTo>
                <a:lnTo>
                  <a:pt x="126339" y="114312"/>
                </a:lnTo>
                <a:lnTo>
                  <a:pt x="126339" y="113157"/>
                </a:lnTo>
                <a:close/>
              </a:path>
              <a:path w="147319" h="176530">
                <a:moveTo>
                  <a:pt x="127393" y="110490"/>
                </a:moveTo>
                <a:lnTo>
                  <a:pt x="127076" y="109778"/>
                </a:lnTo>
                <a:lnTo>
                  <a:pt x="126568" y="110490"/>
                </a:lnTo>
                <a:lnTo>
                  <a:pt x="127393" y="110490"/>
                </a:lnTo>
                <a:close/>
              </a:path>
              <a:path w="147319" h="176530">
                <a:moveTo>
                  <a:pt x="127406" y="109321"/>
                </a:moveTo>
                <a:lnTo>
                  <a:pt x="127368" y="107950"/>
                </a:lnTo>
                <a:lnTo>
                  <a:pt x="126288" y="107950"/>
                </a:lnTo>
                <a:lnTo>
                  <a:pt x="127076" y="109778"/>
                </a:lnTo>
                <a:lnTo>
                  <a:pt x="127406" y="109321"/>
                </a:lnTo>
                <a:close/>
              </a:path>
              <a:path w="147319" h="176530">
                <a:moveTo>
                  <a:pt x="128066" y="102870"/>
                </a:moveTo>
                <a:lnTo>
                  <a:pt x="127711" y="102450"/>
                </a:lnTo>
                <a:lnTo>
                  <a:pt x="127457" y="102870"/>
                </a:lnTo>
                <a:lnTo>
                  <a:pt x="127812" y="103771"/>
                </a:lnTo>
                <a:lnTo>
                  <a:pt x="128066" y="102870"/>
                </a:lnTo>
                <a:close/>
              </a:path>
              <a:path w="147319" h="176530">
                <a:moveTo>
                  <a:pt x="128498" y="105549"/>
                </a:moveTo>
                <a:lnTo>
                  <a:pt x="127812" y="103771"/>
                </a:lnTo>
                <a:lnTo>
                  <a:pt x="127317" y="105549"/>
                </a:lnTo>
                <a:lnTo>
                  <a:pt x="127114" y="106680"/>
                </a:lnTo>
                <a:lnTo>
                  <a:pt x="128295" y="105549"/>
                </a:lnTo>
                <a:lnTo>
                  <a:pt x="128498" y="105549"/>
                </a:lnTo>
                <a:close/>
              </a:path>
              <a:path w="147319" h="176530">
                <a:moveTo>
                  <a:pt x="131241" y="76581"/>
                </a:moveTo>
                <a:lnTo>
                  <a:pt x="128092" y="77470"/>
                </a:lnTo>
                <a:lnTo>
                  <a:pt x="123774" y="80022"/>
                </a:lnTo>
                <a:lnTo>
                  <a:pt x="121983" y="77470"/>
                </a:lnTo>
                <a:lnTo>
                  <a:pt x="120992" y="75425"/>
                </a:lnTo>
                <a:lnTo>
                  <a:pt x="121094" y="76200"/>
                </a:lnTo>
                <a:lnTo>
                  <a:pt x="121145" y="76581"/>
                </a:lnTo>
                <a:lnTo>
                  <a:pt x="121259" y="77470"/>
                </a:lnTo>
                <a:lnTo>
                  <a:pt x="122682" y="79730"/>
                </a:lnTo>
                <a:lnTo>
                  <a:pt x="122847" y="80022"/>
                </a:lnTo>
                <a:lnTo>
                  <a:pt x="118999" y="82448"/>
                </a:lnTo>
                <a:lnTo>
                  <a:pt x="123177" y="81318"/>
                </a:lnTo>
                <a:lnTo>
                  <a:pt x="123317" y="81318"/>
                </a:lnTo>
                <a:lnTo>
                  <a:pt x="124091" y="82638"/>
                </a:lnTo>
                <a:lnTo>
                  <a:pt x="124790" y="83947"/>
                </a:lnTo>
                <a:lnTo>
                  <a:pt x="124879" y="85242"/>
                </a:lnTo>
                <a:lnTo>
                  <a:pt x="125158" y="85242"/>
                </a:lnTo>
                <a:lnTo>
                  <a:pt x="125031" y="83947"/>
                </a:lnTo>
                <a:lnTo>
                  <a:pt x="124561" y="82638"/>
                </a:lnTo>
                <a:lnTo>
                  <a:pt x="124193" y="81686"/>
                </a:lnTo>
                <a:lnTo>
                  <a:pt x="124117" y="81470"/>
                </a:lnTo>
                <a:lnTo>
                  <a:pt x="124053" y="81318"/>
                </a:lnTo>
                <a:lnTo>
                  <a:pt x="126288" y="80022"/>
                </a:lnTo>
                <a:lnTo>
                  <a:pt x="128562" y="78740"/>
                </a:lnTo>
                <a:lnTo>
                  <a:pt x="131241" y="76581"/>
                </a:lnTo>
                <a:close/>
              </a:path>
              <a:path w="147319" h="176530">
                <a:moveTo>
                  <a:pt x="131457" y="140335"/>
                </a:moveTo>
                <a:lnTo>
                  <a:pt x="131216" y="139814"/>
                </a:lnTo>
                <a:lnTo>
                  <a:pt x="129628" y="139230"/>
                </a:lnTo>
                <a:lnTo>
                  <a:pt x="129324" y="140093"/>
                </a:lnTo>
                <a:lnTo>
                  <a:pt x="129768" y="140627"/>
                </a:lnTo>
                <a:lnTo>
                  <a:pt x="129959" y="141262"/>
                </a:lnTo>
                <a:lnTo>
                  <a:pt x="130200" y="140360"/>
                </a:lnTo>
                <a:lnTo>
                  <a:pt x="131330" y="141490"/>
                </a:lnTo>
                <a:lnTo>
                  <a:pt x="131457" y="140335"/>
                </a:lnTo>
                <a:close/>
              </a:path>
              <a:path w="147319" h="176530">
                <a:moveTo>
                  <a:pt x="133781" y="75044"/>
                </a:moveTo>
                <a:lnTo>
                  <a:pt x="133159" y="75044"/>
                </a:lnTo>
                <a:lnTo>
                  <a:pt x="131241" y="76581"/>
                </a:lnTo>
                <a:lnTo>
                  <a:pt x="132626" y="76200"/>
                </a:lnTo>
                <a:lnTo>
                  <a:pt x="133781" y="75044"/>
                </a:lnTo>
                <a:close/>
              </a:path>
              <a:path w="147319" h="176530">
                <a:moveTo>
                  <a:pt x="139103" y="127850"/>
                </a:moveTo>
                <a:lnTo>
                  <a:pt x="138785" y="126022"/>
                </a:lnTo>
                <a:lnTo>
                  <a:pt x="138518" y="126428"/>
                </a:lnTo>
                <a:lnTo>
                  <a:pt x="137020" y="127381"/>
                </a:lnTo>
                <a:lnTo>
                  <a:pt x="137020" y="128333"/>
                </a:lnTo>
                <a:lnTo>
                  <a:pt x="138633" y="129070"/>
                </a:lnTo>
                <a:lnTo>
                  <a:pt x="139103" y="127850"/>
                </a:lnTo>
                <a:close/>
              </a:path>
              <a:path w="147319" h="176530">
                <a:moveTo>
                  <a:pt x="140081" y="114490"/>
                </a:moveTo>
                <a:lnTo>
                  <a:pt x="137617" y="113157"/>
                </a:lnTo>
                <a:lnTo>
                  <a:pt x="136918" y="113157"/>
                </a:lnTo>
                <a:lnTo>
                  <a:pt x="135801" y="113436"/>
                </a:lnTo>
                <a:lnTo>
                  <a:pt x="137820" y="115570"/>
                </a:lnTo>
                <a:lnTo>
                  <a:pt x="140081" y="114490"/>
                </a:lnTo>
                <a:close/>
              </a:path>
              <a:path w="147319" h="176530">
                <a:moveTo>
                  <a:pt x="140627" y="81318"/>
                </a:moveTo>
                <a:lnTo>
                  <a:pt x="140487" y="80899"/>
                </a:lnTo>
                <a:lnTo>
                  <a:pt x="140550" y="81470"/>
                </a:lnTo>
                <a:lnTo>
                  <a:pt x="140627" y="81318"/>
                </a:lnTo>
                <a:close/>
              </a:path>
              <a:path w="147319" h="176530">
                <a:moveTo>
                  <a:pt x="140893" y="85242"/>
                </a:moveTo>
                <a:lnTo>
                  <a:pt x="125158" y="85242"/>
                </a:lnTo>
                <a:lnTo>
                  <a:pt x="125260" y="86360"/>
                </a:lnTo>
                <a:lnTo>
                  <a:pt x="139001" y="86360"/>
                </a:lnTo>
                <a:lnTo>
                  <a:pt x="140893" y="85242"/>
                </a:lnTo>
                <a:close/>
              </a:path>
              <a:path w="147319" h="176530">
                <a:moveTo>
                  <a:pt x="141808" y="176314"/>
                </a:moveTo>
                <a:close/>
              </a:path>
              <a:path w="147319" h="176530">
                <a:moveTo>
                  <a:pt x="142722" y="85242"/>
                </a:moveTo>
                <a:lnTo>
                  <a:pt x="140677" y="81686"/>
                </a:lnTo>
                <a:lnTo>
                  <a:pt x="141185" y="85242"/>
                </a:lnTo>
                <a:lnTo>
                  <a:pt x="142722" y="85242"/>
                </a:lnTo>
                <a:close/>
              </a:path>
              <a:path w="147319" h="176530">
                <a:moveTo>
                  <a:pt x="143433" y="90297"/>
                </a:moveTo>
                <a:lnTo>
                  <a:pt x="142786" y="89293"/>
                </a:lnTo>
                <a:lnTo>
                  <a:pt x="142913" y="90297"/>
                </a:lnTo>
                <a:lnTo>
                  <a:pt x="143243" y="91300"/>
                </a:lnTo>
                <a:lnTo>
                  <a:pt x="143344" y="90779"/>
                </a:lnTo>
                <a:lnTo>
                  <a:pt x="143433" y="90297"/>
                </a:lnTo>
                <a:close/>
              </a:path>
              <a:path w="147319" h="176530">
                <a:moveTo>
                  <a:pt x="143954" y="98348"/>
                </a:moveTo>
                <a:lnTo>
                  <a:pt x="143929" y="96685"/>
                </a:lnTo>
                <a:lnTo>
                  <a:pt x="143471" y="96685"/>
                </a:lnTo>
                <a:lnTo>
                  <a:pt x="143154" y="96685"/>
                </a:lnTo>
                <a:lnTo>
                  <a:pt x="143954" y="98348"/>
                </a:lnTo>
                <a:close/>
              </a:path>
              <a:path w="147319" h="176530">
                <a:moveTo>
                  <a:pt x="143967" y="86360"/>
                </a:moveTo>
                <a:lnTo>
                  <a:pt x="139001" y="86360"/>
                </a:lnTo>
                <a:lnTo>
                  <a:pt x="136855" y="87630"/>
                </a:lnTo>
                <a:lnTo>
                  <a:pt x="131978" y="88900"/>
                </a:lnTo>
                <a:lnTo>
                  <a:pt x="127317" y="90170"/>
                </a:lnTo>
                <a:lnTo>
                  <a:pt x="125387" y="87630"/>
                </a:lnTo>
                <a:lnTo>
                  <a:pt x="125260" y="86360"/>
                </a:lnTo>
                <a:lnTo>
                  <a:pt x="124968" y="86360"/>
                </a:lnTo>
                <a:lnTo>
                  <a:pt x="125069" y="87630"/>
                </a:lnTo>
                <a:lnTo>
                  <a:pt x="126250" y="90297"/>
                </a:lnTo>
                <a:lnTo>
                  <a:pt x="125742" y="90297"/>
                </a:lnTo>
                <a:lnTo>
                  <a:pt x="121818" y="91440"/>
                </a:lnTo>
                <a:lnTo>
                  <a:pt x="117081" y="92710"/>
                </a:lnTo>
                <a:lnTo>
                  <a:pt x="121386" y="92710"/>
                </a:lnTo>
                <a:lnTo>
                  <a:pt x="126517" y="91440"/>
                </a:lnTo>
                <a:lnTo>
                  <a:pt x="126441" y="92710"/>
                </a:lnTo>
                <a:lnTo>
                  <a:pt x="126377" y="93980"/>
                </a:lnTo>
                <a:lnTo>
                  <a:pt x="127762" y="96431"/>
                </a:lnTo>
                <a:lnTo>
                  <a:pt x="127685" y="95402"/>
                </a:lnTo>
                <a:lnTo>
                  <a:pt x="127584" y="93980"/>
                </a:lnTo>
                <a:lnTo>
                  <a:pt x="126873" y="91440"/>
                </a:lnTo>
                <a:lnTo>
                  <a:pt x="131089" y="90297"/>
                </a:lnTo>
                <a:lnTo>
                  <a:pt x="141516" y="87630"/>
                </a:lnTo>
                <a:lnTo>
                  <a:pt x="142786" y="89293"/>
                </a:lnTo>
                <a:lnTo>
                  <a:pt x="142748" y="88900"/>
                </a:lnTo>
                <a:lnTo>
                  <a:pt x="142633" y="87630"/>
                </a:lnTo>
                <a:lnTo>
                  <a:pt x="143967" y="86360"/>
                </a:lnTo>
                <a:close/>
              </a:path>
              <a:path w="147319" h="176530">
                <a:moveTo>
                  <a:pt x="144132" y="93980"/>
                </a:moveTo>
                <a:lnTo>
                  <a:pt x="143294" y="91440"/>
                </a:lnTo>
                <a:lnTo>
                  <a:pt x="142976" y="92710"/>
                </a:lnTo>
                <a:lnTo>
                  <a:pt x="142748" y="93980"/>
                </a:lnTo>
                <a:lnTo>
                  <a:pt x="143471" y="96685"/>
                </a:lnTo>
                <a:lnTo>
                  <a:pt x="143662" y="95694"/>
                </a:lnTo>
                <a:lnTo>
                  <a:pt x="144030" y="94348"/>
                </a:lnTo>
                <a:lnTo>
                  <a:pt x="144132" y="93980"/>
                </a:lnTo>
                <a:close/>
              </a:path>
              <a:path w="147319" h="176530">
                <a:moveTo>
                  <a:pt x="145148" y="115570"/>
                </a:moveTo>
                <a:lnTo>
                  <a:pt x="144386" y="114490"/>
                </a:lnTo>
                <a:lnTo>
                  <a:pt x="144259" y="114312"/>
                </a:lnTo>
                <a:lnTo>
                  <a:pt x="142786" y="114312"/>
                </a:lnTo>
                <a:lnTo>
                  <a:pt x="143002" y="113436"/>
                </a:lnTo>
                <a:lnTo>
                  <a:pt x="143078" y="113157"/>
                </a:lnTo>
                <a:lnTo>
                  <a:pt x="142862" y="113157"/>
                </a:lnTo>
                <a:lnTo>
                  <a:pt x="140081" y="114490"/>
                </a:lnTo>
                <a:lnTo>
                  <a:pt x="142087" y="115570"/>
                </a:lnTo>
                <a:lnTo>
                  <a:pt x="145148" y="115570"/>
                </a:lnTo>
                <a:close/>
              </a:path>
              <a:path w="147319" h="176530">
                <a:moveTo>
                  <a:pt x="146723" y="83947"/>
                </a:moveTo>
                <a:lnTo>
                  <a:pt x="146583" y="83947"/>
                </a:lnTo>
                <a:lnTo>
                  <a:pt x="145211" y="85242"/>
                </a:lnTo>
                <a:lnTo>
                  <a:pt x="146723" y="85242"/>
                </a:lnTo>
                <a:lnTo>
                  <a:pt x="146723" y="83947"/>
                </a:lnTo>
                <a:close/>
              </a:path>
              <a:path w="147319" h="176530">
                <a:moveTo>
                  <a:pt x="146723" y="54737"/>
                </a:moveTo>
                <a:lnTo>
                  <a:pt x="145859" y="53340"/>
                </a:lnTo>
                <a:lnTo>
                  <a:pt x="145161" y="52298"/>
                </a:lnTo>
                <a:lnTo>
                  <a:pt x="145072" y="52171"/>
                </a:lnTo>
                <a:lnTo>
                  <a:pt x="144081" y="50939"/>
                </a:lnTo>
                <a:lnTo>
                  <a:pt x="143840" y="50939"/>
                </a:lnTo>
                <a:lnTo>
                  <a:pt x="145097" y="49530"/>
                </a:lnTo>
                <a:lnTo>
                  <a:pt x="145669" y="48272"/>
                </a:lnTo>
                <a:lnTo>
                  <a:pt x="145427" y="47955"/>
                </a:lnTo>
                <a:lnTo>
                  <a:pt x="144640" y="46990"/>
                </a:lnTo>
                <a:lnTo>
                  <a:pt x="143027" y="49530"/>
                </a:lnTo>
                <a:lnTo>
                  <a:pt x="142087" y="48564"/>
                </a:lnTo>
                <a:lnTo>
                  <a:pt x="142087" y="49530"/>
                </a:lnTo>
                <a:lnTo>
                  <a:pt x="138493" y="53340"/>
                </a:lnTo>
                <a:lnTo>
                  <a:pt x="134581" y="57226"/>
                </a:lnTo>
                <a:lnTo>
                  <a:pt x="130987" y="60960"/>
                </a:lnTo>
                <a:lnTo>
                  <a:pt x="130073" y="60223"/>
                </a:lnTo>
                <a:lnTo>
                  <a:pt x="130073" y="60960"/>
                </a:lnTo>
                <a:lnTo>
                  <a:pt x="126530" y="64770"/>
                </a:lnTo>
                <a:lnTo>
                  <a:pt x="122567" y="67310"/>
                </a:lnTo>
                <a:lnTo>
                  <a:pt x="118897" y="71132"/>
                </a:lnTo>
                <a:lnTo>
                  <a:pt x="116611" y="68707"/>
                </a:lnTo>
                <a:lnTo>
                  <a:pt x="116243" y="68160"/>
                </a:lnTo>
                <a:lnTo>
                  <a:pt x="115011" y="66040"/>
                </a:lnTo>
                <a:lnTo>
                  <a:pt x="112826" y="64770"/>
                </a:lnTo>
                <a:lnTo>
                  <a:pt x="113906" y="63500"/>
                </a:lnTo>
                <a:lnTo>
                  <a:pt x="116078" y="60960"/>
                </a:lnTo>
                <a:lnTo>
                  <a:pt x="118986" y="55880"/>
                </a:lnTo>
                <a:lnTo>
                  <a:pt x="122301" y="53352"/>
                </a:lnTo>
                <a:lnTo>
                  <a:pt x="127342" y="58496"/>
                </a:lnTo>
                <a:lnTo>
                  <a:pt x="130073" y="60960"/>
                </a:lnTo>
                <a:lnTo>
                  <a:pt x="130073" y="60223"/>
                </a:lnTo>
                <a:lnTo>
                  <a:pt x="127965" y="58496"/>
                </a:lnTo>
                <a:lnTo>
                  <a:pt x="127711" y="58140"/>
                </a:lnTo>
                <a:lnTo>
                  <a:pt x="125691" y="54737"/>
                </a:lnTo>
                <a:lnTo>
                  <a:pt x="124079" y="53340"/>
                </a:lnTo>
                <a:lnTo>
                  <a:pt x="122669" y="52171"/>
                </a:lnTo>
                <a:lnTo>
                  <a:pt x="122478" y="52171"/>
                </a:lnTo>
                <a:lnTo>
                  <a:pt x="123418" y="50939"/>
                </a:lnTo>
                <a:lnTo>
                  <a:pt x="125488" y="48272"/>
                </a:lnTo>
                <a:lnTo>
                  <a:pt x="128536" y="44450"/>
                </a:lnTo>
                <a:lnTo>
                  <a:pt x="131305" y="39370"/>
                </a:lnTo>
                <a:lnTo>
                  <a:pt x="134937" y="42862"/>
                </a:lnTo>
                <a:lnTo>
                  <a:pt x="135407" y="43357"/>
                </a:lnTo>
                <a:lnTo>
                  <a:pt x="138239" y="46990"/>
                </a:lnTo>
                <a:lnTo>
                  <a:pt x="142087" y="49530"/>
                </a:lnTo>
                <a:lnTo>
                  <a:pt x="142087" y="48564"/>
                </a:lnTo>
                <a:lnTo>
                  <a:pt x="139357" y="45720"/>
                </a:lnTo>
                <a:lnTo>
                  <a:pt x="136156" y="41910"/>
                </a:lnTo>
                <a:lnTo>
                  <a:pt x="132232" y="39370"/>
                </a:lnTo>
                <a:lnTo>
                  <a:pt x="132867" y="38176"/>
                </a:lnTo>
                <a:lnTo>
                  <a:pt x="134200" y="35712"/>
                </a:lnTo>
                <a:lnTo>
                  <a:pt x="134416" y="35712"/>
                </a:lnTo>
                <a:lnTo>
                  <a:pt x="133210" y="34290"/>
                </a:lnTo>
                <a:lnTo>
                  <a:pt x="131178" y="38100"/>
                </a:lnTo>
                <a:lnTo>
                  <a:pt x="130098" y="37439"/>
                </a:lnTo>
                <a:lnTo>
                  <a:pt x="130098" y="39370"/>
                </a:lnTo>
                <a:lnTo>
                  <a:pt x="124612" y="46990"/>
                </a:lnTo>
                <a:lnTo>
                  <a:pt x="121475" y="50800"/>
                </a:lnTo>
                <a:lnTo>
                  <a:pt x="118757" y="49530"/>
                </a:lnTo>
                <a:lnTo>
                  <a:pt x="115646" y="45720"/>
                </a:lnTo>
                <a:lnTo>
                  <a:pt x="113118" y="45720"/>
                </a:lnTo>
                <a:lnTo>
                  <a:pt x="113334" y="44450"/>
                </a:lnTo>
                <a:lnTo>
                  <a:pt x="114007" y="40640"/>
                </a:lnTo>
                <a:lnTo>
                  <a:pt x="117360" y="36830"/>
                </a:lnTo>
                <a:lnTo>
                  <a:pt x="118999" y="31889"/>
                </a:lnTo>
                <a:lnTo>
                  <a:pt x="119240" y="31889"/>
                </a:lnTo>
                <a:lnTo>
                  <a:pt x="122555" y="34290"/>
                </a:lnTo>
                <a:lnTo>
                  <a:pt x="126758" y="36830"/>
                </a:lnTo>
                <a:lnTo>
                  <a:pt x="130098" y="39370"/>
                </a:lnTo>
                <a:lnTo>
                  <a:pt x="130098" y="37439"/>
                </a:lnTo>
                <a:lnTo>
                  <a:pt x="127292" y="35712"/>
                </a:lnTo>
                <a:lnTo>
                  <a:pt x="123634" y="33020"/>
                </a:lnTo>
                <a:lnTo>
                  <a:pt x="121869" y="31889"/>
                </a:lnTo>
                <a:lnTo>
                  <a:pt x="119672" y="30480"/>
                </a:lnTo>
                <a:lnTo>
                  <a:pt x="120827" y="27940"/>
                </a:lnTo>
                <a:lnTo>
                  <a:pt x="118973" y="27940"/>
                </a:lnTo>
                <a:lnTo>
                  <a:pt x="118592" y="29044"/>
                </a:lnTo>
                <a:lnTo>
                  <a:pt x="118033" y="30429"/>
                </a:lnTo>
                <a:lnTo>
                  <a:pt x="118198" y="30480"/>
                </a:lnTo>
                <a:lnTo>
                  <a:pt x="118021" y="30480"/>
                </a:lnTo>
                <a:lnTo>
                  <a:pt x="117843" y="30480"/>
                </a:lnTo>
                <a:lnTo>
                  <a:pt x="115684" y="35712"/>
                </a:lnTo>
                <a:lnTo>
                  <a:pt x="113817" y="39370"/>
                </a:lnTo>
                <a:lnTo>
                  <a:pt x="111785" y="44450"/>
                </a:lnTo>
                <a:lnTo>
                  <a:pt x="108940" y="43357"/>
                </a:lnTo>
                <a:lnTo>
                  <a:pt x="108775" y="43268"/>
                </a:lnTo>
                <a:lnTo>
                  <a:pt x="108496" y="43129"/>
                </a:lnTo>
                <a:lnTo>
                  <a:pt x="108635" y="43167"/>
                </a:lnTo>
                <a:lnTo>
                  <a:pt x="108191" y="42862"/>
                </a:lnTo>
                <a:lnTo>
                  <a:pt x="108432" y="43091"/>
                </a:lnTo>
                <a:lnTo>
                  <a:pt x="108229" y="43014"/>
                </a:lnTo>
                <a:lnTo>
                  <a:pt x="108432" y="43091"/>
                </a:lnTo>
                <a:lnTo>
                  <a:pt x="108026" y="42862"/>
                </a:lnTo>
                <a:lnTo>
                  <a:pt x="108191" y="42862"/>
                </a:lnTo>
                <a:lnTo>
                  <a:pt x="104813" y="40640"/>
                </a:lnTo>
                <a:lnTo>
                  <a:pt x="102895" y="39370"/>
                </a:lnTo>
                <a:lnTo>
                  <a:pt x="106527" y="25692"/>
                </a:lnTo>
                <a:lnTo>
                  <a:pt x="106578" y="24930"/>
                </a:lnTo>
                <a:lnTo>
                  <a:pt x="106349" y="24130"/>
                </a:lnTo>
                <a:lnTo>
                  <a:pt x="105422" y="24130"/>
                </a:lnTo>
                <a:lnTo>
                  <a:pt x="101257" y="22860"/>
                </a:lnTo>
                <a:lnTo>
                  <a:pt x="97383" y="22860"/>
                </a:lnTo>
                <a:lnTo>
                  <a:pt x="93370" y="21666"/>
                </a:lnTo>
                <a:lnTo>
                  <a:pt x="93116" y="21666"/>
                </a:lnTo>
                <a:lnTo>
                  <a:pt x="96913" y="22860"/>
                </a:lnTo>
                <a:lnTo>
                  <a:pt x="100825" y="24130"/>
                </a:lnTo>
                <a:lnTo>
                  <a:pt x="105219" y="25514"/>
                </a:lnTo>
                <a:lnTo>
                  <a:pt x="104825" y="25514"/>
                </a:lnTo>
                <a:lnTo>
                  <a:pt x="104076" y="29044"/>
                </a:lnTo>
                <a:lnTo>
                  <a:pt x="103162" y="34290"/>
                </a:lnTo>
                <a:lnTo>
                  <a:pt x="101269" y="39370"/>
                </a:lnTo>
                <a:lnTo>
                  <a:pt x="101219" y="40640"/>
                </a:lnTo>
                <a:lnTo>
                  <a:pt x="100152" y="44450"/>
                </a:lnTo>
                <a:lnTo>
                  <a:pt x="98069" y="50063"/>
                </a:lnTo>
                <a:lnTo>
                  <a:pt x="97764" y="50939"/>
                </a:lnTo>
                <a:lnTo>
                  <a:pt x="97231" y="53340"/>
                </a:lnTo>
                <a:lnTo>
                  <a:pt x="95186" y="53340"/>
                </a:lnTo>
                <a:lnTo>
                  <a:pt x="92456" y="50939"/>
                </a:lnTo>
                <a:lnTo>
                  <a:pt x="90309" y="50939"/>
                </a:lnTo>
                <a:lnTo>
                  <a:pt x="92837" y="52171"/>
                </a:lnTo>
                <a:lnTo>
                  <a:pt x="94119" y="53340"/>
                </a:lnTo>
                <a:lnTo>
                  <a:pt x="96964" y="54737"/>
                </a:lnTo>
                <a:lnTo>
                  <a:pt x="96659" y="54737"/>
                </a:lnTo>
                <a:lnTo>
                  <a:pt x="91757" y="67310"/>
                </a:lnTo>
                <a:lnTo>
                  <a:pt x="91541" y="67157"/>
                </a:lnTo>
                <a:lnTo>
                  <a:pt x="91541" y="67310"/>
                </a:lnTo>
                <a:lnTo>
                  <a:pt x="89573" y="72390"/>
                </a:lnTo>
                <a:lnTo>
                  <a:pt x="87553" y="76200"/>
                </a:lnTo>
                <a:lnTo>
                  <a:pt x="85610" y="80022"/>
                </a:lnTo>
                <a:lnTo>
                  <a:pt x="83019" y="78740"/>
                </a:lnTo>
                <a:lnTo>
                  <a:pt x="84150" y="74561"/>
                </a:lnTo>
                <a:lnTo>
                  <a:pt x="85572" y="69875"/>
                </a:lnTo>
                <a:lnTo>
                  <a:pt x="86715" y="64770"/>
                </a:lnTo>
                <a:lnTo>
                  <a:pt x="88201" y="66040"/>
                </a:lnTo>
                <a:lnTo>
                  <a:pt x="89560" y="67310"/>
                </a:lnTo>
                <a:lnTo>
                  <a:pt x="91541" y="67310"/>
                </a:lnTo>
                <a:lnTo>
                  <a:pt x="91541" y="67157"/>
                </a:lnTo>
                <a:lnTo>
                  <a:pt x="90068" y="66040"/>
                </a:lnTo>
                <a:lnTo>
                  <a:pt x="87972" y="64770"/>
                </a:lnTo>
                <a:lnTo>
                  <a:pt x="87172" y="64770"/>
                </a:lnTo>
                <a:lnTo>
                  <a:pt x="87287" y="63500"/>
                </a:lnTo>
                <a:lnTo>
                  <a:pt x="87401" y="62230"/>
                </a:lnTo>
                <a:lnTo>
                  <a:pt x="87515" y="60960"/>
                </a:lnTo>
                <a:lnTo>
                  <a:pt x="88734" y="55880"/>
                </a:lnTo>
                <a:lnTo>
                  <a:pt x="89623" y="52298"/>
                </a:lnTo>
                <a:lnTo>
                  <a:pt x="90766" y="46075"/>
                </a:lnTo>
                <a:lnTo>
                  <a:pt x="90881" y="43802"/>
                </a:lnTo>
                <a:lnTo>
                  <a:pt x="90932" y="41910"/>
                </a:lnTo>
                <a:lnTo>
                  <a:pt x="91922" y="36830"/>
                </a:lnTo>
                <a:lnTo>
                  <a:pt x="95415" y="38176"/>
                </a:lnTo>
                <a:lnTo>
                  <a:pt x="98018" y="38176"/>
                </a:lnTo>
                <a:lnTo>
                  <a:pt x="101219" y="40640"/>
                </a:lnTo>
                <a:lnTo>
                  <a:pt x="101219" y="39357"/>
                </a:lnTo>
                <a:lnTo>
                  <a:pt x="98463" y="38176"/>
                </a:lnTo>
                <a:lnTo>
                  <a:pt x="94945" y="36830"/>
                </a:lnTo>
                <a:lnTo>
                  <a:pt x="92214" y="35712"/>
                </a:lnTo>
                <a:lnTo>
                  <a:pt x="91846" y="35712"/>
                </a:lnTo>
                <a:lnTo>
                  <a:pt x="92329" y="30480"/>
                </a:lnTo>
                <a:lnTo>
                  <a:pt x="92430" y="29337"/>
                </a:lnTo>
                <a:lnTo>
                  <a:pt x="92456" y="29044"/>
                </a:lnTo>
                <a:lnTo>
                  <a:pt x="92570" y="27940"/>
                </a:lnTo>
                <a:lnTo>
                  <a:pt x="92684" y="26670"/>
                </a:lnTo>
                <a:lnTo>
                  <a:pt x="92773" y="24130"/>
                </a:lnTo>
                <a:lnTo>
                  <a:pt x="92875" y="21666"/>
                </a:lnTo>
                <a:lnTo>
                  <a:pt x="93116" y="21666"/>
                </a:lnTo>
                <a:lnTo>
                  <a:pt x="93154" y="20320"/>
                </a:lnTo>
                <a:lnTo>
                  <a:pt x="91808" y="20320"/>
                </a:lnTo>
                <a:lnTo>
                  <a:pt x="88201" y="21666"/>
                </a:lnTo>
                <a:lnTo>
                  <a:pt x="91186" y="21666"/>
                </a:lnTo>
                <a:lnTo>
                  <a:pt x="91909" y="24930"/>
                </a:lnTo>
                <a:lnTo>
                  <a:pt x="91922" y="25692"/>
                </a:lnTo>
                <a:lnTo>
                  <a:pt x="90563" y="30480"/>
                </a:lnTo>
                <a:lnTo>
                  <a:pt x="90652" y="33020"/>
                </a:lnTo>
                <a:lnTo>
                  <a:pt x="90741" y="35712"/>
                </a:lnTo>
                <a:lnTo>
                  <a:pt x="90449" y="35712"/>
                </a:lnTo>
                <a:lnTo>
                  <a:pt x="88252" y="36830"/>
                </a:lnTo>
                <a:lnTo>
                  <a:pt x="90563" y="36830"/>
                </a:lnTo>
                <a:lnTo>
                  <a:pt x="89903" y="40640"/>
                </a:lnTo>
                <a:lnTo>
                  <a:pt x="89801" y="41910"/>
                </a:lnTo>
                <a:lnTo>
                  <a:pt x="89738" y="42862"/>
                </a:lnTo>
                <a:lnTo>
                  <a:pt x="89611" y="44450"/>
                </a:lnTo>
                <a:lnTo>
                  <a:pt x="89522" y="45720"/>
                </a:lnTo>
                <a:lnTo>
                  <a:pt x="88798" y="49530"/>
                </a:lnTo>
                <a:lnTo>
                  <a:pt x="86906" y="50800"/>
                </a:lnTo>
                <a:lnTo>
                  <a:pt x="83756" y="49530"/>
                </a:lnTo>
                <a:lnTo>
                  <a:pt x="81356" y="49530"/>
                </a:lnTo>
                <a:lnTo>
                  <a:pt x="81407" y="42862"/>
                </a:lnTo>
                <a:lnTo>
                  <a:pt x="81051" y="40640"/>
                </a:lnTo>
                <a:lnTo>
                  <a:pt x="81153" y="39370"/>
                </a:lnTo>
                <a:lnTo>
                  <a:pt x="81254" y="38176"/>
                </a:lnTo>
                <a:lnTo>
                  <a:pt x="81368" y="36830"/>
                </a:lnTo>
                <a:lnTo>
                  <a:pt x="81457" y="35712"/>
                </a:lnTo>
                <a:lnTo>
                  <a:pt x="81699" y="35712"/>
                </a:lnTo>
                <a:lnTo>
                  <a:pt x="80391" y="30480"/>
                </a:lnTo>
                <a:lnTo>
                  <a:pt x="80264" y="21666"/>
                </a:lnTo>
                <a:lnTo>
                  <a:pt x="84582" y="21666"/>
                </a:lnTo>
                <a:lnTo>
                  <a:pt x="80098" y="20320"/>
                </a:lnTo>
                <a:lnTo>
                  <a:pt x="80022" y="18796"/>
                </a:lnTo>
                <a:lnTo>
                  <a:pt x="79476" y="15240"/>
                </a:lnTo>
                <a:lnTo>
                  <a:pt x="78892" y="15240"/>
                </a:lnTo>
                <a:lnTo>
                  <a:pt x="77889" y="13970"/>
                </a:lnTo>
                <a:lnTo>
                  <a:pt x="78028" y="15240"/>
                </a:lnTo>
                <a:lnTo>
                  <a:pt x="78143" y="16294"/>
                </a:lnTo>
                <a:lnTo>
                  <a:pt x="78193" y="16751"/>
                </a:lnTo>
                <a:lnTo>
                  <a:pt x="78320" y="17780"/>
                </a:lnTo>
                <a:lnTo>
                  <a:pt x="78435" y="18796"/>
                </a:lnTo>
                <a:lnTo>
                  <a:pt x="78473" y="19113"/>
                </a:lnTo>
                <a:lnTo>
                  <a:pt x="78867" y="20320"/>
                </a:lnTo>
                <a:lnTo>
                  <a:pt x="75323" y="21666"/>
                </a:lnTo>
                <a:lnTo>
                  <a:pt x="75069" y="21666"/>
                </a:lnTo>
                <a:lnTo>
                  <a:pt x="78917" y="22860"/>
                </a:lnTo>
                <a:lnTo>
                  <a:pt x="79095" y="24130"/>
                </a:lnTo>
                <a:lnTo>
                  <a:pt x="79209" y="24930"/>
                </a:lnTo>
                <a:lnTo>
                  <a:pt x="79248" y="25196"/>
                </a:lnTo>
                <a:lnTo>
                  <a:pt x="79336" y="30480"/>
                </a:lnTo>
                <a:lnTo>
                  <a:pt x="79971" y="34290"/>
                </a:lnTo>
                <a:lnTo>
                  <a:pt x="76949" y="35712"/>
                </a:lnTo>
                <a:lnTo>
                  <a:pt x="74231" y="36830"/>
                </a:lnTo>
                <a:lnTo>
                  <a:pt x="79451" y="36830"/>
                </a:lnTo>
                <a:lnTo>
                  <a:pt x="80683" y="39370"/>
                </a:lnTo>
                <a:lnTo>
                  <a:pt x="80162" y="42862"/>
                </a:lnTo>
                <a:lnTo>
                  <a:pt x="80086" y="43357"/>
                </a:lnTo>
                <a:lnTo>
                  <a:pt x="80035" y="49530"/>
                </a:lnTo>
                <a:lnTo>
                  <a:pt x="79044" y="50266"/>
                </a:lnTo>
                <a:lnTo>
                  <a:pt x="80467" y="50939"/>
                </a:lnTo>
                <a:lnTo>
                  <a:pt x="80149" y="50939"/>
                </a:lnTo>
                <a:lnTo>
                  <a:pt x="80048" y="54737"/>
                </a:lnTo>
                <a:lnTo>
                  <a:pt x="79768" y="56946"/>
                </a:lnTo>
                <a:lnTo>
                  <a:pt x="79654" y="63500"/>
                </a:lnTo>
                <a:lnTo>
                  <a:pt x="77622" y="63500"/>
                </a:lnTo>
                <a:lnTo>
                  <a:pt x="79590" y="64770"/>
                </a:lnTo>
                <a:lnTo>
                  <a:pt x="79057" y="67310"/>
                </a:lnTo>
                <a:lnTo>
                  <a:pt x="78968" y="73939"/>
                </a:lnTo>
                <a:lnTo>
                  <a:pt x="77774" y="78740"/>
                </a:lnTo>
                <a:lnTo>
                  <a:pt x="77635" y="78740"/>
                </a:lnTo>
                <a:lnTo>
                  <a:pt x="77685" y="79171"/>
                </a:lnTo>
                <a:lnTo>
                  <a:pt x="77762" y="79730"/>
                </a:lnTo>
                <a:lnTo>
                  <a:pt x="77863" y="80518"/>
                </a:lnTo>
                <a:lnTo>
                  <a:pt x="77978" y="81318"/>
                </a:lnTo>
                <a:lnTo>
                  <a:pt x="78092" y="82638"/>
                </a:lnTo>
                <a:lnTo>
                  <a:pt x="76835" y="85242"/>
                </a:lnTo>
                <a:lnTo>
                  <a:pt x="77876" y="85242"/>
                </a:lnTo>
                <a:lnTo>
                  <a:pt x="79209" y="82638"/>
                </a:lnTo>
                <a:lnTo>
                  <a:pt x="79095" y="80899"/>
                </a:lnTo>
                <a:lnTo>
                  <a:pt x="78981" y="79730"/>
                </a:lnTo>
                <a:lnTo>
                  <a:pt x="78892" y="78740"/>
                </a:lnTo>
                <a:lnTo>
                  <a:pt x="79324" y="78740"/>
                </a:lnTo>
                <a:lnTo>
                  <a:pt x="79451" y="77470"/>
                </a:lnTo>
                <a:lnTo>
                  <a:pt x="79540" y="76581"/>
                </a:lnTo>
                <a:lnTo>
                  <a:pt x="79654" y="75425"/>
                </a:lnTo>
                <a:lnTo>
                  <a:pt x="79743" y="74561"/>
                </a:lnTo>
                <a:lnTo>
                  <a:pt x="79844" y="73393"/>
                </a:lnTo>
                <a:lnTo>
                  <a:pt x="79908" y="72390"/>
                </a:lnTo>
                <a:lnTo>
                  <a:pt x="79971" y="71221"/>
                </a:lnTo>
                <a:lnTo>
                  <a:pt x="80073" y="69545"/>
                </a:lnTo>
                <a:lnTo>
                  <a:pt x="80187" y="68160"/>
                </a:lnTo>
                <a:lnTo>
                  <a:pt x="80645" y="64770"/>
                </a:lnTo>
                <a:lnTo>
                  <a:pt x="80772" y="63893"/>
                </a:lnTo>
                <a:lnTo>
                  <a:pt x="80835" y="62230"/>
                </a:lnTo>
                <a:lnTo>
                  <a:pt x="80924" y="60960"/>
                </a:lnTo>
                <a:lnTo>
                  <a:pt x="81026" y="59690"/>
                </a:lnTo>
                <a:lnTo>
                  <a:pt x="81140" y="55880"/>
                </a:lnTo>
                <a:lnTo>
                  <a:pt x="81241" y="53340"/>
                </a:lnTo>
                <a:lnTo>
                  <a:pt x="81318" y="52171"/>
                </a:lnTo>
                <a:lnTo>
                  <a:pt x="81394" y="50939"/>
                </a:lnTo>
                <a:lnTo>
                  <a:pt x="86702" y="50939"/>
                </a:lnTo>
                <a:lnTo>
                  <a:pt x="87274" y="50939"/>
                </a:lnTo>
                <a:lnTo>
                  <a:pt x="88557" y="50939"/>
                </a:lnTo>
                <a:lnTo>
                  <a:pt x="87439" y="55880"/>
                </a:lnTo>
                <a:lnTo>
                  <a:pt x="87363" y="56946"/>
                </a:lnTo>
                <a:lnTo>
                  <a:pt x="87274" y="58140"/>
                </a:lnTo>
                <a:lnTo>
                  <a:pt x="87160" y="59690"/>
                </a:lnTo>
                <a:lnTo>
                  <a:pt x="85991" y="63500"/>
                </a:lnTo>
                <a:lnTo>
                  <a:pt x="85877" y="63893"/>
                </a:lnTo>
                <a:lnTo>
                  <a:pt x="85661" y="64770"/>
                </a:lnTo>
                <a:lnTo>
                  <a:pt x="84251" y="69545"/>
                </a:lnTo>
                <a:lnTo>
                  <a:pt x="84150" y="69875"/>
                </a:lnTo>
                <a:lnTo>
                  <a:pt x="83616" y="73393"/>
                </a:lnTo>
                <a:lnTo>
                  <a:pt x="83578" y="73672"/>
                </a:lnTo>
                <a:lnTo>
                  <a:pt x="81622" y="78740"/>
                </a:lnTo>
                <a:lnTo>
                  <a:pt x="79667" y="78740"/>
                </a:lnTo>
                <a:lnTo>
                  <a:pt x="80822" y="80022"/>
                </a:lnTo>
                <a:lnTo>
                  <a:pt x="81788" y="80022"/>
                </a:lnTo>
                <a:lnTo>
                  <a:pt x="79781" y="85242"/>
                </a:lnTo>
                <a:lnTo>
                  <a:pt x="80721" y="85242"/>
                </a:lnTo>
                <a:lnTo>
                  <a:pt x="80987" y="83947"/>
                </a:lnTo>
                <a:lnTo>
                  <a:pt x="82753" y="80022"/>
                </a:lnTo>
                <a:lnTo>
                  <a:pt x="84366" y="80899"/>
                </a:lnTo>
                <a:lnTo>
                  <a:pt x="85026" y="81318"/>
                </a:lnTo>
                <a:lnTo>
                  <a:pt x="82969" y="85242"/>
                </a:lnTo>
                <a:lnTo>
                  <a:pt x="80721" y="85242"/>
                </a:lnTo>
                <a:lnTo>
                  <a:pt x="80543" y="86182"/>
                </a:lnTo>
                <a:lnTo>
                  <a:pt x="80505" y="86360"/>
                </a:lnTo>
                <a:lnTo>
                  <a:pt x="82638" y="86360"/>
                </a:lnTo>
                <a:lnTo>
                  <a:pt x="83007" y="85242"/>
                </a:lnTo>
                <a:lnTo>
                  <a:pt x="84340" y="85242"/>
                </a:lnTo>
                <a:lnTo>
                  <a:pt x="83400" y="86360"/>
                </a:lnTo>
                <a:lnTo>
                  <a:pt x="85750" y="86360"/>
                </a:lnTo>
                <a:lnTo>
                  <a:pt x="86512" y="85242"/>
                </a:lnTo>
                <a:lnTo>
                  <a:pt x="84404" y="85242"/>
                </a:lnTo>
                <a:lnTo>
                  <a:pt x="86537" y="80899"/>
                </a:lnTo>
                <a:lnTo>
                  <a:pt x="86664" y="80670"/>
                </a:lnTo>
                <a:lnTo>
                  <a:pt x="86728" y="80518"/>
                </a:lnTo>
                <a:lnTo>
                  <a:pt x="88290" y="76200"/>
                </a:lnTo>
                <a:lnTo>
                  <a:pt x="90551" y="72390"/>
                </a:lnTo>
                <a:lnTo>
                  <a:pt x="92265" y="68707"/>
                </a:lnTo>
                <a:lnTo>
                  <a:pt x="94107" y="68707"/>
                </a:lnTo>
                <a:lnTo>
                  <a:pt x="95046" y="69545"/>
                </a:lnTo>
                <a:lnTo>
                  <a:pt x="94526" y="68707"/>
                </a:lnTo>
                <a:lnTo>
                  <a:pt x="92595" y="67310"/>
                </a:lnTo>
                <a:lnTo>
                  <a:pt x="94208" y="63893"/>
                </a:lnTo>
                <a:lnTo>
                  <a:pt x="94297" y="63715"/>
                </a:lnTo>
                <a:lnTo>
                  <a:pt x="94399" y="63500"/>
                </a:lnTo>
                <a:lnTo>
                  <a:pt x="95707" y="59690"/>
                </a:lnTo>
                <a:lnTo>
                  <a:pt x="97637" y="54737"/>
                </a:lnTo>
                <a:lnTo>
                  <a:pt x="97878" y="54737"/>
                </a:lnTo>
                <a:lnTo>
                  <a:pt x="98399" y="53340"/>
                </a:lnTo>
                <a:lnTo>
                  <a:pt x="99822" y="49530"/>
                </a:lnTo>
                <a:lnTo>
                  <a:pt x="100761" y="46075"/>
                </a:lnTo>
                <a:lnTo>
                  <a:pt x="100863" y="45720"/>
                </a:lnTo>
                <a:lnTo>
                  <a:pt x="102514" y="40640"/>
                </a:lnTo>
                <a:lnTo>
                  <a:pt x="104724" y="41910"/>
                </a:lnTo>
                <a:lnTo>
                  <a:pt x="108534" y="43180"/>
                </a:lnTo>
                <a:lnTo>
                  <a:pt x="108750" y="43357"/>
                </a:lnTo>
                <a:lnTo>
                  <a:pt x="111391" y="45720"/>
                </a:lnTo>
                <a:lnTo>
                  <a:pt x="108966" y="49530"/>
                </a:lnTo>
                <a:lnTo>
                  <a:pt x="107569" y="53340"/>
                </a:lnTo>
                <a:lnTo>
                  <a:pt x="110109" y="50939"/>
                </a:lnTo>
                <a:lnTo>
                  <a:pt x="110350" y="50546"/>
                </a:lnTo>
                <a:lnTo>
                  <a:pt x="112166" y="45720"/>
                </a:lnTo>
                <a:lnTo>
                  <a:pt x="115658" y="48272"/>
                </a:lnTo>
                <a:lnTo>
                  <a:pt x="118313" y="49530"/>
                </a:lnTo>
                <a:lnTo>
                  <a:pt x="121183" y="52171"/>
                </a:lnTo>
                <a:lnTo>
                  <a:pt x="121005" y="52171"/>
                </a:lnTo>
                <a:lnTo>
                  <a:pt x="118021" y="55880"/>
                </a:lnTo>
                <a:lnTo>
                  <a:pt x="115189" y="59690"/>
                </a:lnTo>
                <a:lnTo>
                  <a:pt x="112064" y="63500"/>
                </a:lnTo>
                <a:lnTo>
                  <a:pt x="109702" y="62230"/>
                </a:lnTo>
                <a:lnTo>
                  <a:pt x="108153" y="59690"/>
                </a:lnTo>
                <a:lnTo>
                  <a:pt x="105689" y="58496"/>
                </a:lnTo>
                <a:lnTo>
                  <a:pt x="105537" y="58496"/>
                </a:lnTo>
                <a:lnTo>
                  <a:pt x="107581" y="60960"/>
                </a:lnTo>
                <a:lnTo>
                  <a:pt x="109016" y="62230"/>
                </a:lnTo>
                <a:lnTo>
                  <a:pt x="111518" y="63500"/>
                </a:lnTo>
                <a:lnTo>
                  <a:pt x="108673" y="67310"/>
                </a:lnTo>
                <a:lnTo>
                  <a:pt x="105232" y="71221"/>
                </a:lnTo>
                <a:lnTo>
                  <a:pt x="102298" y="74930"/>
                </a:lnTo>
                <a:lnTo>
                  <a:pt x="100507" y="73672"/>
                </a:lnTo>
                <a:lnTo>
                  <a:pt x="99428" y="72390"/>
                </a:lnTo>
                <a:lnTo>
                  <a:pt x="99529" y="73393"/>
                </a:lnTo>
                <a:lnTo>
                  <a:pt x="99568" y="73672"/>
                </a:lnTo>
                <a:lnTo>
                  <a:pt x="101600" y="75044"/>
                </a:lnTo>
                <a:lnTo>
                  <a:pt x="101320" y="75044"/>
                </a:lnTo>
                <a:lnTo>
                  <a:pt x="98475" y="78740"/>
                </a:lnTo>
                <a:lnTo>
                  <a:pt x="95872" y="81686"/>
                </a:lnTo>
                <a:lnTo>
                  <a:pt x="94983" y="82638"/>
                </a:lnTo>
                <a:lnTo>
                  <a:pt x="91478" y="85242"/>
                </a:lnTo>
                <a:lnTo>
                  <a:pt x="93560" y="85242"/>
                </a:lnTo>
                <a:lnTo>
                  <a:pt x="95656" y="82638"/>
                </a:lnTo>
                <a:lnTo>
                  <a:pt x="96901" y="81686"/>
                </a:lnTo>
                <a:lnTo>
                  <a:pt x="99187" y="80022"/>
                </a:lnTo>
                <a:lnTo>
                  <a:pt x="102400" y="76200"/>
                </a:lnTo>
                <a:lnTo>
                  <a:pt x="103924" y="77470"/>
                </a:lnTo>
                <a:lnTo>
                  <a:pt x="103644" y="76581"/>
                </a:lnTo>
                <a:lnTo>
                  <a:pt x="103505" y="76200"/>
                </a:lnTo>
                <a:lnTo>
                  <a:pt x="103060" y="75044"/>
                </a:lnTo>
                <a:lnTo>
                  <a:pt x="102920" y="75044"/>
                </a:lnTo>
                <a:lnTo>
                  <a:pt x="105879" y="71221"/>
                </a:lnTo>
                <a:lnTo>
                  <a:pt x="107581" y="69875"/>
                </a:lnTo>
                <a:lnTo>
                  <a:pt x="109131" y="68707"/>
                </a:lnTo>
                <a:lnTo>
                  <a:pt x="109613" y="68160"/>
                </a:lnTo>
                <a:lnTo>
                  <a:pt x="112229" y="64782"/>
                </a:lnTo>
                <a:lnTo>
                  <a:pt x="114681" y="66040"/>
                </a:lnTo>
                <a:lnTo>
                  <a:pt x="115582" y="67906"/>
                </a:lnTo>
                <a:lnTo>
                  <a:pt x="116014" y="68707"/>
                </a:lnTo>
                <a:lnTo>
                  <a:pt x="118059" y="71221"/>
                </a:lnTo>
                <a:lnTo>
                  <a:pt x="117894" y="71221"/>
                </a:lnTo>
                <a:lnTo>
                  <a:pt x="115557" y="73939"/>
                </a:lnTo>
                <a:lnTo>
                  <a:pt x="115074" y="74561"/>
                </a:lnTo>
                <a:lnTo>
                  <a:pt x="114287" y="75044"/>
                </a:lnTo>
                <a:lnTo>
                  <a:pt x="110553" y="77470"/>
                </a:lnTo>
                <a:lnTo>
                  <a:pt x="106883" y="80022"/>
                </a:lnTo>
                <a:lnTo>
                  <a:pt x="105651" y="78740"/>
                </a:lnTo>
                <a:lnTo>
                  <a:pt x="103987" y="77470"/>
                </a:lnTo>
                <a:lnTo>
                  <a:pt x="104267" y="78740"/>
                </a:lnTo>
                <a:lnTo>
                  <a:pt x="106057" y="80022"/>
                </a:lnTo>
                <a:lnTo>
                  <a:pt x="102527" y="83947"/>
                </a:lnTo>
                <a:lnTo>
                  <a:pt x="102222" y="83947"/>
                </a:lnTo>
                <a:lnTo>
                  <a:pt x="97866" y="85242"/>
                </a:lnTo>
                <a:lnTo>
                  <a:pt x="93560" y="85242"/>
                </a:lnTo>
                <a:lnTo>
                  <a:pt x="92671" y="86360"/>
                </a:lnTo>
                <a:lnTo>
                  <a:pt x="91846" y="86360"/>
                </a:lnTo>
                <a:lnTo>
                  <a:pt x="90233" y="86360"/>
                </a:lnTo>
                <a:lnTo>
                  <a:pt x="88277" y="88900"/>
                </a:lnTo>
                <a:lnTo>
                  <a:pt x="85242" y="91440"/>
                </a:lnTo>
                <a:lnTo>
                  <a:pt x="81686" y="93980"/>
                </a:lnTo>
                <a:lnTo>
                  <a:pt x="83921" y="90297"/>
                </a:lnTo>
                <a:lnTo>
                  <a:pt x="84937" y="89293"/>
                </a:lnTo>
                <a:lnTo>
                  <a:pt x="86702" y="87630"/>
                </a:lnTo>
                <a:lnTo>
                  <a:pt x="87528" y="86360"/>
                </a:lnTo>
                <a:lnTo>
                  <a:pt x="85750" y="86360"/>
                </a:lnTo>
                <a:lnTo>
                  <a:pt x="83197" y="90297"/>
                </a:lnTo>
                <a:lnTo>
                  <a:pt x="80403" y="93980"/>
                </a:lnTo>
                <a:lnTo>
                  <a:pt x="80619" y="92710"/>
                </a:lnTo>
                <a:lnTo>
                  <a:pt x="80822" y="91440"/>
                </a:lnTo>
                <a:lnTo>
                  <a:pt x="80937" y="90779"/>
                </a:lnTo>
                <a:lnTo>
                  <a:pt x="80975" y="90538"/>
                </a:lnTo>
                <a:lnTo>
                  <a:pt x="78587" y="92710"/>
                </a:lnTo>
                <a:lnTo>
                  <a:pt x="79006" y="91440"/>
                </a:lnTo>
                <a:lnTo>
                  <a:pt x="80175" y="87845"/>
                </a:lnTo>
                <a:lnTo>
                  <a:pt x="80251" y="87630"/>
                </a:lnTo>
                <a:lnTo>
                  <a:pt x="80416" y="86804"/>
                </a:lnTo>
                <a:lnTo>
                  <a:pt x="80505" y="86360"/>
                </a:lnTo>
                <a:lnTo>
                  <a:pt x="79349" y="86360"/>
                </a:lnTo>
                <a:lnTo>
                  <a:pt x="78879" y="87630"/>
                </a:lnTo>
                <a:lnTo>
                  <a:pt x="77774" y="91300"/>
                </a:lnTo>
                <a:lnTo>
                  <a:pt x="77736" y="91440"/>
                </a:lnTo>
                <a:lnTo>
                  <a:pt x="77546" y="90779"/>
                </a:lnTo>
                <a:lnTo>
                  <a:pt x="77470" y="90538"/>
                </a:lnTo>
                <a:lnTo>
                  <a:pt x="77406" y="90297"/>
                </a:lnTo>
                <a:lnTo>
                  <a:pt x="76708" y="87845"/>
                </a:lnTo>
                <a:lnTo>
                  <a:pt x="76644" y="87630"/>
                </a:lnTo>
                <a:lnTo>
                  <a:pt x="77292" y="86360"/>
                </a:lnTo>
                <a:lnTo>
                  <a:pt x="76288" y="86360"/>
                </a:lnTo>
                <a:lnTo>
                  <a:pt x="76276" y="90297"/>
                </a:lnTo>
                <a:lnTo>
                  <a:pt x="76009" y="90297"/>
                </a:lnTo>
                <a:lnTo>
                  <a:pt x="76009" y="114490"/>
                </a:lnTo>
                <a:lnTo>
                  <a:pt x="75082" y="119202"/>
                </a:lnTo>
                <a:lnTo>
                  <a:pt x="75082" y="119634"/>
                </a:lnTo>
                <a:lnTo>
                  <a:pt x="75679" y="123240"/>
                </a:lnTo>
                <a:lnTo>
                  <a:pt x="75590" y="124485"/>
                </a:lnTo>
                <a:lnTo>
                  <a:pt x="75526" y="134620"/>
                </a:lnTo>
                <a:lnTo>
                  <a:pt x="75438" y="136652"/>
                </a:lnTo>
                <a:lnTo>
                  <a:pt x="75298" y="137261"/>
                </a:lnTo>
                <a:lnTo>
                  <a:pt x="74599" y="137896"/>
                </a:lnTo>
                <a:lnTo>
                  <a:pt x="75514" y="138430"/>
                </a:lnTo>
                <a:lnTo>
                  <a:pt x="75349" y="139700"/>
                </a:lnTo>
                <a:lnTo>
                  <a:pt x="75234" y="140627"/>
                </a:lnTo>
                <a:lnTo>
                  <a:pt x="75145" y="141274"/>
                </a:lnTo>
                <a:lnTo>
                  <a:pt x="75031" y="142240"/>
                </a:lnTo>
                <a:lnTo>
                  <a:pt x="75006" y="147612"/>
                </a:lnTo>
                <a:lnTo>
                  <a:pt x="74574" y="151130"/>
                </a:lnTo>
                <a:lnTo>
                  <a:pt x="74472" y="151930"/>
                </a:lnTo>
                <a:lnTo>
                  <a:pt x="74434" y="152285"/>
                </a:lnTo>
                <a:lnTo>
                  <a:pt x="74434" y="153771"/>
                </a:lnTo>
                <a:lnTo>
                  <a:pt x="74180" y="153771"/>
                </a:lnTo>
                <a:lnTo>
                  <a:pt x="74180" y="153962"/>
                </a:lnTo>
                <a:lnTo>
                  <a:pt x="74053" y="156210"/>
                </a:lnTo>
                <a:lnTo>
                  <a:pt x="73977" y="157480"/>
                </a:lnTo>
                <a:lnTo>
                  <a:pt x="73914" y="158750"/>
                </a:lnTo>
                <a:lnTo>
                  <a:pt x="72580" y="167640"/>
                </a:lnTo>
                <a:lnTo>
                  <a:pt x="68707" y="166370"/>
                </a:lnTo>
                <a:lnTo>
                  <a:pt x="65303" y="166370"/>
                </a:lnTo>
                <a:lnTo>
                  <a:pt x="61341" y="165100"/>
                </a:lnTo>
                <a:lnTo>
                  <a:pt x="63703" y="160045"/>
                </a:lnTo>
                <a:lnTo>
                  <a:pt x="63969" y="157480"/>
                </a:lnTo>
                <a:lnTo>
                  <a:pt x="65963" y="152514"/>
                </a:lnTo>
                <a:lnTo>
                  <a:pt x="71462" y="152514"/>
                </a:lnTo>
                <a:lnTo>
                  <a:pt x="74434" y="153771"/>
                </a:lnTo>
                <a:lnTo>
                  <a:pt x="74434" y="152285"/>
                </a:lnTo>
                <a:lnTo>
                  <a:pt x="74409" y="152514"/>
                </a:lnTo>
                <a:lnTo>
                  <a:pt x="72390" y="152514"/>
                </a:lnTo>
                <a:lnTo>
                  <a:pt x="69062" y="151130"/>
                </a:lnTo>
                <a:lnTo>
                  <a:pt x="66306" y="151130"/>
                </a:lnTo>
                <a:lnTo>
                  <a:pt x="67233" y="147612"/>
                </a:lnTo>
                <a:lnTo>
                  <a:pt x="68427" y="142240"/>
                </a:lnTo>
                <a:lnTo>
                  <a:pt x="69659" y="137896"/>
                </a:lnTo>
                <a:lnTo>
                  <a:pt x="69761" y="137528"/>
                </a:lnTo>
                <a:lnTo>
                  <a:pt x="69875" y="136652"/>
                </a:lnTo>
                <a:lnTo>
                  <a:pt x="70713" y="133375"/>
                </a:lnTo>
                <a:lnTo>
                  <a:pt x="71869" y="128270"/>
                </a:lnTo>
                <a:lnTo>
                  <a:pt x="72136" y="125730"/>
                </a:lnTo>
                <a:lnTo>
                  <a:pt x="72250" y="124650"/>
                </a:lnTo>
                <a:lnTo>
                  <a:pt x="72275" y="124485"/>
                </a:lnTo>
                <a:lnTo>
                  <a:pt x="73888" y="124485"/>
                </a:lnTo>
                <a:lnTo>
                  <a:pt x="75590" y="124485"/>
                </a:lnTo>
                <a:lnTo>
                  <a:pt x="75590" y="123240"/>
                </a:lnTo>
                <a:lnTo>
                  <a:pt x="74777" y="123240"/>
                </a:lnTo>
                <a:lnTo>
                  <a:pt x="73901" y="124460"/>
                </a:lnTo>
                <a:lnTo>
                  <a:pt x="72707" y="123240"/>
                </a:lnTo>
                <a:lnTo>
                  <a:pt x="72821" y="122377"/>
                </a:lnTo>
                <a:lnTo>
                  <a:pt x="73367" y="119634"/>
                </a:lnTo>
                <a:lnTo>
                  <a:pt x="73431" y="119202"/>
                </a:lnTo>
                <a:lnTo>
                  <a:pt x="73825" y="115570"/>
                </a:lnTo>
                <a:lnTo>
                  <a:pt x="74320" y="112280"/>
                </a:lnTo>
                <a:lnTo>
                  <a:pt x="74409" y="111760"/>
                </a:lnTo>
                <a:lnTo>
                  <a:pt x="74472" y="111290"/>
                </a:lnTo>
                <a:lnTo>
                  <a:pt x="74599" y="110490"/>
                </a:lnTo>
                <a:lnTo>
                  <a:pt x="75971" y="114096"/>
                </a:lnTo>
                <a:lnTo>
                  <a:pt x="76009" y="114490"/>
                </a:lnTo>
                <a:lnTo>
                  <a:pt x="76009" y="90297"/>
                </a:lnTo>
                <a:lnTo>
                  <a:pt x="75361" y="90297"/>
                </a:lnTo>
                <a:lnTo>
                  <a:pt x="75488" y="87845"/>
                </a:lnTo>
                <a:lnTo>
                  <a:pt x="75514" y="86360"/>
                </a:lnTo>
                <a:lnTo>
                  <a:pt x="74980" y="86360"/>
                </a:lnTo>
                <a:lnTo>
                  <a:pt x="74422" y="90297"/>
                </a:lnTo>
                <a:lnTo>
                  <a:pt x="74345" y="90779"/>
                </a:lnTo>
                <a:lnTo>
                  <a:pt x="74256" y="91440"/>
                </a:lnTo>
                <a:lnTo>
                  <a:pt x="74041" y="90779"/>
                </a:lnTo>
                <a:lnTo>
                  <a:pt x="73964" y="90538"/>
                </a:lnTo>
                <a:lnTo>
                  <a:pt x="73888" y="90297"/>
                </a:lnTo>
                <a:lnTo>
                  <a:pt x="73113" y="87845"/>
                </a:lnTo>
                <a:lnTo>
                  <a:pt x="73012" y="86360"/>
                </a:lnTo>
                <a:lnTo>
                  <a:pt x="71780" y="86360"/>
                </a:lnTo>
                <a:lnTo>
                  <a:pt x="71666" y="87845"/>
                </a:lnTo>
                <a:lnTo>
                  <a:pt x="72885" y="90297"/>
                </a:lnTo>
                <a:lnTo>
                  <a:pt x="71678" y="90297"/>
                </a:lnTo>
                <a:lnTo>
                  <a:pt x="71348" y="87845"/>
                </a:lnTo>
                <a:lnTo>
                  <a:pt x="71323" y="87630"/>
                </a:lnTo>
                <a:lnTo>
                  <a:pt x="71107" y="86804"/>
                </a:lnTo>
                <a:lnTo>
                  <a:pt x="70993" y="86360"/>
                </a:lnTo>
                <a:lnTo>
                  <a:pt x="70662" y="86360"/>
                </a:lnTo>
                <a:lnTo>
                  <a:pt x="70027" y="83947"/>
                </a:lnTo>
                <a:lnTo>
                  <a:pt x="69303" y="82638"/>
                </a:lnTo>
                <a:lnTo>
                  <a:pt x="68605" y="81470"/>
                </a:lnTo>
                <a:lnTo>
                  <a:pt x="68681" y="80670"/>
                </a:lnTo>
                <a:lnTo>
                  <a:pt x="68897" y="80022"/>
                </a:lnTo>
                <a:lnTo>
                  <a:pt x="69596" y="80022"/>
                </a:lnTo>
                <a:lnTo>
                  <a:pt x="69646" y="79730"/>
                </a:lnTo>
                <a:lnTo>
                  <a:pt x="69735" y="79171"/>
                </a:lnTo>
                <a:lnTo>
                  <a:pt x="69380" y="78740"/>
                </a:lnTo>
                <a:lnTo>
                  <a:pt x="68719" y="78740"/>
                </a:lnTo>
                <a:lnTo>
                  <a:pt x="66116" y="76200"/>
                </a:lnTo>
                <a:lnTo>
                  <a:pt x="66979" y="79730"/>
                </a:lnTo>
                <a:lnTo>
                  <a:pt x="67017" y="80022"/>
                </a:lnTo>
                <a:lnTo>
                  <a:pt x="64782" y="80899"/>
                </a:lnTo>
                <a:lnTo>
                  <a:pt x="65074" y="81318"/>
                </a:lnTo>
                <a:lnTo>
                  <a:pt x="66573" y="81318"/>
                </a:lnTo>
                <a:lnTo>
                  <a:pt x="67017" y="80048"/>
                </a:lnTo>
                <a:lnTo>
                  <a:pt x="68554" y="82638"/>
                </a:lnTo>
                <a:lnTo>
                  <a:pt x="69265" y="83947"/>
                </a:lnTo>
                <a:lnTo>
                  <a:pt x="69596" y="86182"/>
                </a:lnTo>
                <a:lnTo>
                  <a:pt x="69672" y="86804"/>
                </a:lnTo>
                <a:lnTo>
                  <a:pt x="69799" y="87630"/>
                </a:lnTo>
                <a:lnTo>
                  <a:pt x="71247" y="91300"/>
                </a:lnTo>
                <a:lnTo>
                  <a:pt x="71310" y="91440"/>
                </a:lnTo>
                <a:lnTo>
                  <a:pt x="69799" y="91440"/>
                </a:lnTo>
                <a:lnTo>
                  <a:pt x="68681" y="87845"/>
                </a:lnTo>
                <a:lnTo>
                  <a:pt x="68618" y="87630"/>
                </a:lnTo>
                <a:lnTo>
                  <a:pt x="66357" y="82638"/>
                </a:lnTo>
                <a:lnTo>
                  <a:pt x="66497" y="82638"/>
                </a:lnTo>
                <a:lnTo>
                  <a:pt x="63893" y="81318"/>
                </a:lnTo>
                <a:lnTo>
                  <a:pt x="63969" y="81470"/>
                </a:lnTo>
                <a:lnTo>
                  <a:pt x="65519" y="83947"/>
                </a:lnTo>
                <a:lnTo>
                  <a:pt x="66294" y="85242"/>
                </a:lnTo>
                <a:lnTo>
                  <a:pt x="67716" y="88900"/>
                </a:lnTo>
                <a:lnTo>
                  <a:pt x="69824" y="92710"/>
                </a:lnTo>
                <a:lnTo>
                  <a:pt x="68999" y="92367"/>
                </a:lnTo>
                <a:lnTo>
                  <a:pt x="68999" y="109321"/>
                </a:lnTo>
                <a:lnTo>
                  <a:pt x="66471" y="111760"/>
                </a:lnTo>
                <a:lnTo>
                  <a:pt x="63893" y="115570"/>
                </a:lnTo>
                <a:lnTo>
                  <a:pt x="61252" y="118110"/>
                </a:lnTo>
                <a:lnTo>
                  <a:pt x="60286" y="118110"/>
                </a:lnTo>
                <a:lnTo>
                  <a:pt x="59563" y="116840"/>
                </a:lnTo>
                <a:lnTo>
                  <a:pt x="62750" y="114312"/>
                </a:lnTo>
                <a:lnTo>
                  <a:pt x="65481" y="110490"/>
                </a:lnTo>
                <a:lnTo>
                  <a:pt x="64300" y="111290"/>
                </a:lnTo>
                <a:lnTo>
                  <a:pt x="62763" y="112280"/>
                </a:lnTo>
                <a:lnTo>
                  <a:pt x="61518" y="113157"/>
                </a:lnTo>
                <a:lnTo>
                  <a:pt x="58851" y="116840"/>
                </a:lnTo>
                <a:lnTo>
                  <a:pt x="58077" y="115570"/>
                </a:lnTo>
                <a:lnTo>
                  <a:pt x="58242" y="114490"/>
                </a:lnTo>
                <a:lnTo>
                  <a:pt x="58267" y="114312"/>
                </a:lnTo>
                <a:lnTo>
                  <a:pt x="57277" y="114312"/>
                </a:lnTo>
                <a:lnTo>
                  <a:pt x="60388" y="111760"/>
                </a:lnTo>
                <a:lnTo>
                  <a:pt x="63969" y="110490"/>
                </a:lnTo>
                <a:lnTo>
                  <a:pt x="67284" y="107950"/>
                </a:lnTo>
                <a:lnTo>
                  <a:pt x="65544" y="110490"/>
                </a:lnTo>
                <a:lnTo>
                  <a:pt x="68821" y="109321"/>
                </a:lnTo>
                <a:lnTo>
                  <a:pt x="68999" y="109321"/>
                </a:lnTo>
                <a:lnTo>
                  <a:pt x="68999" y="92367"/>
                </a:lnTo>
                <a:lnTo>
                  <a:pt x="66852" y="91440"/>
                </a:lnTo>
                <a:lnTo>
                  <a:pt x="64871" y="86360"/>
                </a:lnTo>
                <a:lnTo>
                  <a:pt x="62115" y="83947"/>
                </a:lnTo>
                <a:lnTo>
                  <a:pt x="61937" y="83947"/>
                </a:lnTo>
                <a:lnTo>
                  <a:pt x="62331" y="82638"/>
                </a:lnTo>
                <a:lnTo>
                  <a:pt x="62014" y="82638"/>
                </a:lnTo>
                <a:lnTo>
                  <a:pt x="58762" y="80022"/>
                </a:lnTo>
                <a:lnTo>
                  <a:pt x="56476" y="76200"/>
                </a:lnTo>
                <a:lnTo>
                  <a:pt x="53543" y="73672"/>
                </a:lnTo>
                <a:lnTo>
                  <a:pt x="53911" y="72390"/>
                </a:lnTo>
                <a:lnTo>
                  <a:pt x="54254" y="71221"/>
                </a:lnTo>
                <a:lnTo>
                  <a:pt x="53492" y="72390"/>
                </a:lnTo>
                <a:lnTo>
                  <a:pt x="50076" y="69875"/>
                </a:lnTo>
                <a:lnTo>
                  <a:pt x="47917" y="67310"/>
                </a:lnTo>
                <a:lnTo>
                  <a:pt x="45961" y="64770"/>
                </a:lnTo>
                <a:lnTo>
                  <a:pt x="44983" y="63500"/>
                </a:lnTo>
                <a:lnTo>
                  <a:pt x="44119" y="63500"/>
                </a:lnTo>
                <a:lnTo>
                  <a:pt x="41681" y="59690"/>
                </a:lnTo>
                <a:lnTo>
                  <a:pt x="38608" y="56946"/>
                </a:lnTo>
                <a:lnTo>
                  <a:pt x="37477" y="55880"/>
                </a:lnTo>
                <a:lnTo>
                  <a:pt x="36258" y="54737"/>
                </a:lnTo>
                <a:lnTo>
                  <a:pt x="36042" y="54737"/>
                </a:lnTo>
                <a:lnTo>
                  <a:pt x="36982" y="53340"/>
                </a:lnTo>
                <a:lnTo>
                  <a:pt x="37680" y="52298"/>
                </a:lnTo>
                <a:lnTo>
                  <a:pt x="35737" y="53340"/>
                </a:lnTo>
                <a:lnTo>
                  <a:pt x="32613" y="50939"/>
                </a:lnTo>
                <a:lnTo>
                  <a:pt x="32219" y="50546"/>
                </a:lnTo>
                <a:lnTo>
                  <a:pt x="30492" y="48272"/>
                </a:lnTo>
                <a:lnTo>
                  <a:pt x="27178" y="45720"/>
                </a:lnTo>
                <a:lnTo>
                  <a:pt x="28409" y="44450"/>
                </a:lnTo>
                <a:lnTo>
                  <a:pt x="29476" y="43357"/>
                </a:lnTo>
                <a:lnTo>
                  <a:pt x="29819" y="43014"/>
                </a:lnTo>
                <a:lnTo>
                  <a:pt x="29070" y="43357"/>
                </a:lnTo>
                <a:lnTo>
                  <a:pt x="26758" y="44450"/>
                </a:lnTo>
                <a:lnTo>
                  <a:pt x="23469" y="41910"/>
                </a:lnTo>
                <a:lnTo>
                  <a:pt x="21386" y="39370"/>
                </a:lnTo>
                <a:lnTo>
                  <a:pt x="18059" y="36830"/>
                </a:lnTo>
                <a:lnTo>
                  <a:pt x="20662" y="33020"/>
                </a:lnTo>
                <a:lnTo>
                  <a:pt x="19634" y="34290"/>
                </a:lnTo>
                <a:lnTo>
                  <a:pt x="17703" y="36830"/>
                </a:lnTo>
                <a:lnTo>
                  <a:pt x="14554" y="33020"/>
                </a:lnTo>
                <a:lnTo>
                  <a:pt x="11645" y="30480"/>
                </a:lnTo>
                <a:lnTo>
                  <a:pt x="8813" y="27940"/>
                </a:lnTo>
                <a:lnTo>
                  <a:pt x="11760" y="25514"/>
                </a:lnTo>
                <a:lnTo>
                  <a:pt x="11976" y="25247"/>
                </a:lnTo>
                <a:lnTo>
                  <a:pt x="8369" y="27940"/>
                </a:lnTo>
                <a:lnTo>
                  <a:pt x="5664" y="25514"/>
                </a:lnTo>
                <a:lnTo>
                  <a:pt x="5207" y="25196"/>
                </a:lnTo>
                <a:lnTo>
                  <a:pt x="3505" y="24130"/>
                </a:lnTo>
                <a:lnTo>
                  <a:pt x="1206" y="21666"/>
                </a:lnTo>
                <a:lnTo>
                  <a:pt x="1066" y="21666"/>
                </a:lnTo>
                <a:lnTo>
                  <a:pt x="0" y="22860"/>
                </a:lnTo>
                <a:lnTo>
                  <a:pt x="2679" y="24130"/>
                </a:lnTo>
                <a:lnTo>
                  <a:pt x="4813" y="26670"/>
                </a:lnTo>
                <a:lnTo>
                  <a:pt x="7632" y="29337"/>
                </a:lnTo>
                <a:lnTo>
                  <a:pt x="9220" y="30480"/>
                </a:lnTo>
                <a:lnTo>
                  <a:pt x="11125" y="31889"/>
                </a:lnTo>
                <a:lnTo>
                  <a:pt x="13500" y="34290"/>
                </a:lnTo>
                <a:lnTo>
                  <a:pt x="16751" y="36830"/>
                </a:lnTo>
                <a:lnTo>
                  <a:pt x="15925" y="38176"/>
                </a:lnTo>
                <a:lnTo>
                  <a:pt x="17360" y="38176"/>
                </a:lnTo>
                <a:lnTo>
                  <a:pt x="20053" y="40640"/>
                </a:lnTo>
                <a:lnTo>
                  <a:pt x="22809" y="42862"/>
                </a:lnTo>
                <a:lnTo>
                  <a:pt x="23406" y="43357"/>
                </a:lnTo>
                <a:lnTo>
                  <a:pt x="26022" y="45720"/>
                </a:lnTo>
                <a:lnTo>
                  <a:pt x="25311" y="46990"/>
                </a:lnTo>
                <a:lnTo>
                  <a:pt x="26212" y="46990"/>
                </a:lnTo>
                <a:lnTo>
                  <a:pt x="29654" y="49530"/>
                </a:lnTo>
                <a:lnTo>
                  <a:pt x="32118" y="52171"/>
                </a:lnTo>
                <a:lnTo>
                  <a:pt x="35128" y="54737"/>
                </a:lnTo>
                <a:lnTo>
                  <a:pt x="34912" y="54737"/>
                </a:lnTo>
                <a:lnTo>
                  <a:pt x="33502" y="57226"/>
                </a:lnTo>
                <a:lnTo>
                  <a:pt x="35179" y="55880"/>
                </a:lnTo>
                <a:lnTo>
                  <a:pt x="38112" y="58140"/>
                </a:lnTo>
                <a:lnTo>
                  <a:pt x="38544" y="58496"/>
                </a:lnTo>
                <a:lnTo>
                  <a:pt x="40817" y="60960"/>
                </a:lnTo>
                <a:lnTo>
                  <a:pt x="43815" y="63500"/>
                </a:lnTo>
                <a:lnTo>
                  <a:pt x="42405" y="66040"/>
                </a:lnTo>
                <a:lnTo>
                  <a:pt x="43929" y="64770"/>
                </a:lnTo>
                <a:lnTo>
                  <a:pt x="48412" y="69875"/>
                </a:lnTo>
                <a:lnTo>
                  <a:pt x="52565" y="73672"/>
                </a:lnTo>
                <a:lnTo>
                  <a:pt x="56654" y="78740"/>
                </a:lnTo>
                <a:lnTo>
                  <a:pt x="60972" y="83947"/>
                </a:lnTo>
                <a:lnTo>
                  <a:pt x="60769" y="83947"/>
                </a:lnTo>
                <a:lnTo>
                  <a:pt x="64135" y="86360"/>
                </a:lnTo>
                <a:lnTo>
                  <a:pt x="65176" y="89293"/>
                </a:lnTo>
                <a:lnTo>
                  <a:pt x="65582" y="90297"/>
                </a:lnTo>
                <a:lnTo>
                  <a:pt x="68326" y="93980"/>
                </a:lnTo>
                <a:lnTo>
                  <a:pt x="65100" y="92710"/>
                </a:lnTo>
                <a:lnTo>
                  <a:pt x="62750" y="87845"/>
                </a:lnTo>
                <a:lnTo>
                  <a:pt x="62649" y="87630"/>
                </a:lnTo>
                <a:lnTo>
                  <a:pt x="59156" y="86360"/>
                </a:lnTo>
                <a:lnTo>
                  <a:pt x="59410" y="85242"/>
                </a:lnTo>
                <a:lnTo>
                  <a:pt x="57378" y="83947"/>
                </a:lnTo>
                <a:lnTo>
                  <a:pt x="55410" y="82638"/>
                </a:lnTo>
                <a:lnTo>
                  <a:pt x="54419" y="81686"/>
                </a:lnTo>
                <a:lnTo>
                  <a:pt x="52755" y="80022"/>
                </a:lnTo>
                <a:lnTo>
                  <a:pt x="49428" y="77470"/>
                </a:lnTo>
                <a:lnTo>
                  <a:pt x="50253" y="76200"/>
                </a:lnTo>
                <a:lnTo>
                  <a:pt x="48907" y="76200"/>
                </a:lnTo>
                <a:lnTo>
                  <a:pt x="45618" y="75044"/>
                </a:lnTo>
                <a:lnTo>
                  <a:pt x="45351" y="75044"/>
                </a:lnTo>
                <a:lnTo>
                  <a:pt x="42951" y="71221"/>
                </a:lnTo>
                <a:lnTo>
                  <a:pt x="41186" y="69875"/>
                </a:lnTo>
                <a:lnTo>
                  <a:pt x="39585" y="68707"/>
                </a:lnTo>
                <a:lnTo>
                  <a:pt x="39458" y="68707"/>
                </a:lnTo>
                <a:lnTo>
                  <a:pt x="36449" y="66040"/>
                </a:lnTo>
                <a:lnTo>
                  <a:pt x="33337" y="63500"/>
                </a:lnTo>
                <a:lnTo>
                  <a:pt x="30556" y="62230"/>
                </a:lnTo>
                <a:lnTo>
                  <a:pt x="30759" y="63068"/>
                </a:lnTo>
                <a:lnTo>
                  <a:pt x="30861" y="63500"/>
                </a:lnTo>
                <a:lnTo>
                  <a:pt x="37058" y="68707"/>
                </a:lnTo>
                <a:lnTo>
                  <a:pt x="41554" y="72390"/>
                </a:lnTo>
                <a:lnTo>
                  <a:pt x="48056" y="77470"/>
                </a:lnTo>
                <a:lnTo>
                  <a:pt x="48298" y="77470"/>
                </a:lnTo>
                <a:lnTo>
                  <a:pt x="47993" y="78740"/>
                </a:lnTo>
                <a:lnTo>
                  <a:pt x="48450" y="77470"/>
                </a:lnTo>
                <a:lnTo>
                  <a:pt x="52108" y="81318"/>
                </a:lnTo>
                <a:lnTo>
                  <a:pt x="55016" y="83947"/>
                </a:lnTo>
                <a:lnTo>
                  <a:pt x="57810" y="86182"/>
                </a:lnTo>
                <a:lnTo>
                  <a:pt x="58115" y="86360"/>
                </a:lnTo>
                <a:lnTo>
                  <a:pt x="61747" y="88900"/>
                </a:lnTo>
                <a:lnTo>
                  <a:pt x="63754" y="92710"/>
                </a:lnTo>
                <a:lnTo>
                  <a:pt x="67144" y="93980"/>
                </a:lnTo>
                <a:lnTo>
                  <a:pt x="63779" y="93980"/>
                </a:lnTo>
                <a:lnTo>
                  <a:pt x="59740" y="90297"/>
                </a:lnTo>
                <a:lnTo>
                  <a:pt x="57912" y="89293"/>
                </a:lnTo>
                <a:lnTo>
                  <a:pt x="57137" y="88900"/>
                </a:lnTo>
                <a:lnTo>
                  <a:pt x="57289" y="87845"/>
                </a:lnTo>
                <a:lnTo>
                  <a:pt x="57327" y="87630"/>
                </a:lnTo>
                <a:lnTo>
                  <a:pt x="57035" y="87630"/>
                </a:lnTo>
                <a:lnTo>
                  <a:pt x="56794" y="88900"/>
                </a:lnTo>
                <a:lnTo>
                  <a:pt x="53200" y="86360"/>
                </a:lnTo>
                <a:lnTo>
                  <a:pt x="50292" y="83947"/>
                </a:lnTo>
                <a:lnTo>
                  <a:pt x="50520" y="83947"/>
                </a:lnTo>
                <a:lnTo>
                  <a:pt x="46469" y="82638"/>
                </a:lnTo>
                <a:lnTo>
                  <a:pt x="46101" y="82638"/>
                </a:lnTo>
                <a:lnTo>
                  <a:pt x="46355" y="81686"/>
                </a:lnTo>
                <a:lnTo>
                  <a:pt x="46456" y="81318"/>
                </a:lnTo>
                <a:lnTo>
                  <a:pt x="47244" y="81318"/>
                </a:lnTo>
                <a:lnTo>
                  <a:pt x="47358" y="80670"/>
                </a:lnTo>
                <a:lnTo>
                  <a:pt x="47485" y="80022"/>
                </a:lnTo>
                <a:lnTo>
                  <a:pt x="46812" y="80022"/>
                </a:lnTo>
                <a:lnTo>
                  <a:pt x="46367" y="81318"/>
                </a:lnTo>
                <a:lnTo>
                  <a:pt x="46024" y="81318"/>
                </a:lnTo>
                <a:lnTo>
                  <a:pt x="42087" y="80022"/>
                </a:lnTo>
                <a:lnTo>
                  <a:pt x="39001" y="77470"/>
                </a:lnTo>
                <a:lnTo>
                  <a:pt x="35610" y="75044"/>
                </a:lnTo>
                <a:lnTo>
                  <a:pt x="35852" y="75044"/>
                </a:lnTo>
                <a:lnTo>
                  <a:pt x="35941" y="74561"/>
                </a:lnTo>
                <a:lnTo>
                  <a:pt x="36042" y="73939"/>
                </a:lnTo>
                <a:lnTo>
                  <a:pt x="36093" y="73672"/>
                </a:lnTo>
                <a:lnTo>
                  <a:pt x="35471" y="73672"/>
                </a:lnTo>
                <a:lnTo>
                  <a:pt x="35458" y="75044"/>
                </a:lnTo>
                <a:lnTo>
                  <a:pt x="34201" y="75044"/>
                </a:lnTo>
                <a:lnTo>
                  <a:pt x="31965" y="73672"/>
                </a:lnTo>
                <a:lnTo>
                  <a:pt x="32004" y="75044"/>
                </a:lnTo>
                <a:lnTo>
                  <a:pt x="32207" y="75044"/>
                </a:lnTo>
                <a:lnTo>
                  <a:pt x="36360" y="77470"/>
                </a:lnTo>
                <a:lnTo>
                  <a:pt x="40614" y="80022"/>
                </a:lnTo>
                <a:lnTo>
                  <a:pt x="45364" y="82638"/>
                </a:lnTo>
                <a:lnTo>
                  <a:pt x="45529" y="82638"/>
                </a:lnTo>
                <a:lnTo>
                  <a:pt x="47586" y="83947"/>
                </a:lnTo>
                <a:lnTo>
                  <a:pt x="49568" y="85242"/>
                </a:lnTo>
                <a:lnTo>
                  <a:pt x="52171" y="87630"/>
                </a:lnTo>
                <a:lnTo>
                  <a:pt x="56057" y="88900"/>
                </a:lnTo>
                <a:lnTo>
                  <a:pt x="56134" y="89293"/>
                </a:lnTo>
                <a:lnTo>
                  <a:pt x="56400" y="90297"/>
                </a:lnTo>
                <a:lnTo>
                  <a:pt x="59651" y="91440"/>
                </a:lnTo>
                <a:lnTo>
                  <a:pt x="62852" y="93980"/>
                </a:lnTo>
                <a:lnTo>
                  <a:pt x="66509" y="96532"/>
                </a:lnTo>
                <a:lnTo>
                  <a:pt x="63525" y="95402"/>
                </a:lnTo>
                <a:lnTo>
                  <a:pt x="63373" y="95402"/>
                </a:lnTo>
                <a:lnTo>
                  <a:pt x="58940" y="92710"/>
                </a:lnTo>
                <a:lnTo>
                  <a:pt x="55194" y="92710"/>
                </a:lnTo>
                <a:lnTo>
                  <a:pt x="58356" y="95402"/>
                </a:lnTo>
                <a:lnTo>
                  <a:pt x="58648" y="95402"/>
                </a:lnTo>
                <a:lnTo>
                  <a:pt x="62687" y="96685"/>
                </a:lnTo>
                <a:lnTo>
                  <a:pt x="65849" y="97790"/>
                </a:lnTo>
                <a:lnTo>
                  <a:pt x="62522" y="97790"/>
                </a:lnTo>
                <a:lnTo>
                  <a:pt x="58762" y="96685"/>
                </a:lnTo>
                <a:lnTo>
                  <a:pt x="54737" y="95402"/>
                </a:lnTo>
                <a:lnTo>
                  <a:pt x="54190" y="95402"/>
                </a:lnTo>
                <a:lnTo>
                  <a:pt x="55016" y="93980"/>
                </a:lnTo>
                <a:lnTo>
                  <a:pt x="54356" y="93980"/>
                </a:lnTo>
                <a:lnTo>
                  <a:pt x="54203" y="93980"/>
                </a:lnTo>
                <a:lnTo>
                  <a:pt x="53555" y="95262"/>
                </a:lnTo>
                <a:lnTo>
                  <a:pt x="49453" y="93980"/>
                </a:lnTo>
                <a:lnTo>
                  <a:pt x="45542" y="93980"/>
                </a:lnTo>
                <a:lnTo>
                  <a:pt x="41465" y="92710"/>
                </a:lnTo>
                <a:lnTo>
                  <a:pt x="40627" y="95402"/>
                </a:lnTo>
                <a:lnTo>
                  <a:pt x="41249" y="93980"/>
                </a:lnTo>
                <a:lnTo>
                  <a:pt x="42646" y="93980"/>
                </a:lnTo>
                <a:lnTo>
                  <a:pt x="45910" y="95402"/>
                </a:lnTo>
                <a:lnTo>
                  <a:pt x="50431" y="95402"/>
                </a:lnTo>
                <a:lnTo>
                  <a:pt x="53962" y="96685"/>
                </a:lnTo>
                <a:lnTo>
                  <a:pt x="54216" y="96685"/>
                </a:lnTo>
                <a:lnTo>
                  <a:pt x="57188" y="97790"/>
                </a:lnTo>
                <a:lnTo>
                  <a:pt x="60540" y="97790"/>
                </a:lnTo>
                <a:lnTo>
                  <a:pt x="64109" y="99060"/>
                </a:lnTo>
                <a:lnTo>
                  <a:pt x="66027" y="100330"/>
                </a:lnTo>
                <a:lnTo>
                  <a:pt x="65189" y="100164"/>
                </a:lnTo>
                <a:lnTo>
                  <a:pt x="65189" y="101600"/>
                </a:lnTo>
                <a:lnTo>
                  <a:pt x="61366" y="101600"/>
                </a:lnTo>
                <a:lnTo>
                  <a:pt x="57315" y="102870"/>
                </a:lnTo>
                <a:lnTo>
                  <a:pt x="53301" y="102870"/>
                </a:lnTo>
                <a:lnTo>
                  <a:pt x="53327" y="101600"/>
                </a:lnTo>
                <a:lnTo>
                  <a:pt x="53098" y="101600"/>
                </a:lnTo>
                <a:lnTo>
                  <a:pt x="53492" y="100457"/>
                </a:lnTo>
                <a:lnTo>
                  <a:pt x="53975" y="100457"/>
                </a:lnTo>
                <a:lnTo>
                  <a:pt x="57670" y="101600"/>
                </a:lnTo>
                <a:lnTo>
                  <a:pt x="60680" y="100457"/>
                </a:lnTo>
                <a:lnTo>
                  <a:pt x="61468" y="100457"/>
                </a:lnTo>
                <a:lnTo>
                  <a:pt x="65189" y="101600"/>
                </a:lnTo>
                <a:lnTo>
                  <a:pt x="65189" y="100164"/>
                </a:lnTo>
                <a:lnTo>
                  <a:pt x="59855" y="99060"/>
                </a:lnTo>
                <a:lnTo>
                  <a:pt x="53314" y="99060"/>
                </a:lnTo>
                <a:lnTo>
                  <a:pt x="53936" y="97790"/>
                </a:lnTo>
                <a:lnTo>
                  <a:pt x="53619" y="97790"/>
                </a:lnTo>
                <a:lnTo>
                  <a:pt x="52908" y="99060"/>
                </a:lnTo>
                <a:lnTo>
                  <a:pt x="49225" y="97790"/>
                </a:lnTo>
                <a:lnTo>
                  <a:pt x="45669" y="99402"/>
                </a:lnTo>
                <a:lnTo>
                  <a:pt x="44615" y="99060"/>
                </a:lnTo>
                <a:lnTo>
                  <a:pt x="42341" y="99060"/>
                </a:lnTo>
                <a:lnTo>
                  <a:pt x="43599" y="100330"/>
                </a:lnTo>
                <a:lnTo>
                  <a:pt x="45542" y="99453"/>
                </a:lnTo>
                <a:lnTo>
                  <a:pt x="45859" y="99453"/>
                </a:lnTo>
                <a:lnTo>
                  <a:pt x="49072" y="100457"/>
                </a:lnTo>
                <a:lnTo>
                  <a:pt x="53009" y="100457"/>
                </a:lnTo>
                <a:lnTo>
                  <a:pt x="52971" y="101600"/>
                </a:lnTo>
                <a:lnTo>
                  <a:pt x="52654" y="101600"/>
                </a:lnTo>
                <a:lnTo>
                  <a:pt x="52895" y="102450"/>
                </a:lnTo>
                <a:lnTo>
                  <a:pt x="53022" y="102870"/>
                </a:lnTo>
                <a:lnTo>
                  <a:pt x="49174" y="104140"/>
                </a:lnTo>
                <a:lnTo>
                  <a:pt x="53086" y="104140"/>
                </a:lnTo>
                <a:lnTo>
                  <a:pt x="57569" y="104140"/>
                </a:lnTo>
                <a:lnTo>
                  <a:pt x="61188" y="102870"/>
                </a:lnTo>
                <a:lnTo>
                  <a:pt x="65544" y="102870"/>
                </a:lnTo>
                <a:lnTo>
                  <a:pt x="61734" y="104140"/>
                </a:lnTo>
                <a:lnTo>
                  <a:pt x="57010" y="106680"/>
                </a:lnTo>
                <a:lnTo>
                  <a:pt x="53835" y="105549"/>
                </a:lnTo>
                <a:lnTo>
                  <a:pt x="53492" y="105549"/>
                </a:lnTo>
                <a:lnTo>
                  <a:pt x="53086" y="104140"/>
                </a:lnTo>
                <a:lnTo>
                  <a:pt x="52895" y="105549"/>
                </a:lnTo>
                <a:lnTo>
                  <a:pt x="49441" y="106680"/>
                </a:lnTo>
                <a:lnTo>
                  <a:pt x="45427" y="109321"/>
                </a:lnTo>
                <a:lnTo>
                  <a:pt x="41249" y="109321"/>
                </a:lnTo>
                <a:lnTo>
                  <a:pt x="41148" y="108496"/>
                </a:lnTo>
                <a:lnTo>
                  <a:pt x="40754" y="109321"/>
                </a:lnTo>
                <a:lnTo>
                  <a:pt x="40500" y="109321"/>
                </a:lnTo>
                <a:lnTo>
                  <a:pt x="36868" y="110490"/>
                </a:lnTo>
                <a:lnTo>
                  <a:pt x="40754" y="110490"/>
                </a:lnTo>
                <a:lnTo>
                  <a:pt x="41719" y="111290"/>
                </a:lnTo>
                <a:lnTo>
                  <a:pt x="41910" y="110490"/>
                </a:lnTo>
                <a:lnTo>
                  <a:pt x="45999" y="110490"/>
                </a:lnTo>
                <a:lnTo>
                  <a:pt x="50330" y="106680"/>
                </a:lnTo>
                <a:lnTo>
                  <a:pt x="54063" y="107950"/>
                </a:lnTo>
                <a:lnTo>
                  <a:pt x="57962" y="106680"/>
                </a:lnTo>
                <a:lnTo>
                  <a:pt x="61290" y="105549"/>
                </a:lnTo>
                <a:lnTo>
                  <a:pt x="65786" y="104140"/>
                </a:lnTo>
                <a:lnTo>
                  <a:pt x="64223" y="105549"/>
                </a:lnTo>
                <a:lnTo>
                  <a:pt x="64071" y="105549"/>
                </a:lnTo>
                <a:lnTo>
                  <a:pt x="58839" y="107950"/>
                </a:lnTo>
                <a:lnTo>
                  <a:pt x="56591" y="109321"/>
                </a:lnTo>
                <a:lnTo>
                  <a:pt x="55359" y="110490"/>
                </a:lnTo>
                <a:lnTo>
                  <a:pt x="58585" y="109321"/>
                </a:lnTo>
                <a:lnTo>
                  <a:pt x="62814" y="107950"/>
                </a:lnTo>
                <a:lnTo>
                  <a:pt x="66205" y="105549"/>
                </a:lnTo>
                <a:lnTo>
                  <a:pt x="66332" y="105549"/>
                </a:lnTo>
                <a:lnTo>
                  <a:pt x="64528" y="109321"/>
                </a:lnTo>
                <a:lnTo>
                  <a:pt x="64223" y="109321"/>
                </a:lnTo>
                <a:lnTo>
                  <a:pt x="59817" y="110490"/>
                </a:lnTo>
                <a:lnTo>
                  <a:pt x="56896" y="113157"/>
                </a:lnTo>
                <a:lnTo>
                  <a:pt x="56108" y="113157"/>
                </a:lnTo>
                <a:lnTo>
                  <a:pt x="52857" y="115570"/>
                </a:lnTo>
                <a:lnTo>
                  <a:pt x="47066" y="119634"/>
                </a:lnTo>
                <a:lnTo>
                  <a:pt x="49149" y="119634"/>
                </a:lnTo>
                <a:lnTo>
                  <a:pt x="53035" y="116840"/>
                </a:lnTo>
                <a:lnTo>
                  <a:pt x="56845" y="114312"/>
                </a:lnTo>
                <a:lnTo>
                  <a:pt x="57835" y="115570"/>
                </a:lnTo>
                <a:lnTo>
                  <a:pt x="57632" y="115570"/>
                </a:lnTo>
                <a:lnTo>
                  <a:pt x="58420" y="116840"/>
                </a:lnTo>
                <a:lnTo>
                  <a:pt x="55473" y="119380"/>
                </a:lnTo>
                <a:lnTo>
                  <a:pt x="52070" y="121983"/>
                </a:lnTo>
                <a:lnTo>
                  <a:pt x="48983" y="124485"/>
                </a:lnTo>
                <a:lnTo>
                  <a:pt x="47485" y="124485"/>
                </a:lnTo>
                <a:lnTo>
                  <a:pt x="47358" y="123583"/>
                </a:lnTo>
                <a:lnTo>
                  <a:pt x="47307" y="123240"/>
                </a:lnTo>
                <a:lnTo>
                  <a:pt x="47193" y="122377"/>
                </a:lnTo>
                <a:lnTo>
                  <a:pt x="47129" y="121983"/>
                </a:lnTo>
                <a:lnTo>
                  <a:pt x="45783" y="121983"/>
                </a:lnTo>
                <a:lnTo>
                  <a:pt x="47701" y="120650"/>
                </a:lnTo>
                <a:lnTo>
                  <a:pt x="45618" y="120650"/>
                </a:lnTo>
                <a:lnTo>
                  <a:pt x="44577" y="120650"/>
                </a:lnTo>
                <a:lnTo>
                  <a:pt x="42151" y="122377"/>
                </a:lnTo>
                <a:lnTo>
                  <a:pt x="40855" y="123240"/>
                </a:lnTo>
                <a:lnTo>
                  <a:pt x="37452" y="124485"/>
                </a:lnTo>
                <a:lnTo>
                  <a:pt x="35674" y="125730"/>
                </a:lnTo>
                <a:lnTo>
                  <a:pt x="37731" y="125730"/>
                </a:lnTo>
                <a:lnTo>
                  <a:pt x="41414" y="123240"/>
                </a:lnTo>
                <a:lnTo>
                  <a:pt x="45097" y="121983"/>
                </a:lnTo>
                <a:lnTo>
                  <a:pt x="45351" y="121983"/>
                </a:lnTo>
                <a:lnTo>
                  <a:pt x="46990" y="123240"/>
                </a:lnTo>
                <a:lnTo>
                  <a:pt x="47066" y="123583"/>
                </a:lnTo>
                <a:lnTo>
                  <a:pt x="47167" y="124015"/>
                </a:lnTo>
                <a:lnTo>
                  <a:pt x="47282" y="124485"/>
                </a:lnTo>
                <a:lnTo>
                  <a:pt x="48082" y="125730"/>
                </a:lnTo>
                <a:lnTo>
                  <a:pt x="44958" y="128270"/>
                </a:lnTo>
                <a:lnTo>
                  <a:pt x="41516" y="130810"/>
                </a:lnTo>
                <a:lnTo>
                  <a:pt x="39674" y="132194"/>
                </a:lnTo>
                <a:lnTo>
                  <a:pt x="40741" y="132194"/>
                </a:lnTo>
                <a:lnTo>
                  <a:pt x="41884" y="130810"/>
                </a:lnTo>
                <a:lnTo>
                  <a:pt x="45643" y="129540"/>
                </a:lnTo>
                <a:lnTo>
                  <a:pt x="48806" y="125730"/>
                </a:lnTo>
                <a:lnTo>
                  <a:pt x="50279" y="127000"/>
                </a:lnTo>
                <a:lnTo>
                  <a:pt x="51041" y="128270"/>
                </a:lnTo>
                <a:lnTo>
                  <a:pt x="51003" y="127000"/>
                </a:lnTo>
                <a:lnTo>
                  <a:pt x="49593" y="125730"/>
                </a:lnTo>
                <a:lnTo>
                  <a:pt x="51041" y="124485"/>
                </a:lnTo>
                <a:lnTo>
                  <a:pt x="52476" y="123240"/>
                </a:lnTo>
                <a:lnTo>
                  <a:pt x="56045" y="120650"/>
                </a:lnTo>
                <a:lnTo>
                  <a:pt x="59143" y="118110"/>
                </a:lnTo>
                <a:lnTo>
                  <a:pt x="60096" y="118110"/>
                </a:lnTo>
                <a:lnTo>
                  <a:pt x="60718" y="119202"/>
                </a:lnTo>
                <a:lnTo>
                  <a:pt x="60820" y="119380"/>
                </a:lnTo>
                <a:lnTo>
                  <a:pt x="58204" y="123240"/>
                </a:lnTo>
                <a:lnTo>
                  <a:pt x="53771" y="128270"/>
                </a:lnTo>
                <a:lnTo>
                  <a:pt x="54737" y="128270"/>
                </a:lnTo>
                <a:lnTo>
                  <a:pt x="56121" y="127000"/>
                </a:lnTo>
                <a:lnTo>
                  <a:pt x="58851" y="123240"/>
                </a:lnTo>
                <a:lnTo>
                  <a:pt x="61531" y="119380"/>
                </a:lnTo>
                <a:lnTo>
                  <a:pt x="62699" y="120650"/>
                </a:lnTo>
                <a:lnTo>
                  <a:pt x="63030" y="120650"/>
                </a:lnTo>
                <a:lnTo>
                  <a:pt x="63169" y="119634"/>
                </a:lnTo>
                <a:lnTo>
                  <a:pt x="63207" y="119380"/>
                </a:lnTo>
                <a:lnTo>
                  <a:pt x="62128" y="119380"/>
                </a:lnTo>
                <a:lnTo>
                  <a:pt x="64706" y="115570"/>
                </a:lnTo>
                <a:lnTo>
                  <a:pt x="69748" y="109321"/>
                </a:lnTo>
                <a:lnTo>
                  <a:pt x="69405" y="111290"/>
                </a:lnTo>
                <a:lnTo>
                  <a:pt x="69316" y="111760"/>
                </a:lnTo>
                <a:lnTo>
                  <a:pt x="69215" y="112280"/>
                </a:lnTo>
                <a:lnTo>
                  <a:pt x="68961" y="113157"/>
                </a:lnTo>
                <a:lnTo>
                  <a:pt x="66141" y="116840"/>
                </a:lnTo>
                <a:lnTo>
                  <a:pt x="64274" y="120650"/>
                </a:lnTo>
                <a:lnTo>
                  <a:pt x="63309" y="120650"/>
                </a:lnTo>
                <a:lnTo>
                  <a:pt x="63855" y="121653"/>
                </a:lnTo>
                <a:lnTo>
                  <a:pt x="63969" y="121983"/>
                </a:lnTo>
                <a:lnTo>
                  <a:pt x="59753" y="129540"/>
                </a:lnTo>
                <a:lnTo>
                  <a:pt x="58547" y="130810"/>
                </a:lnTo>
                <a:lnTo>
                  <a:pt x="59956" y="130810"/>
                </a:lnTo>
                <a:lnTo>
                  <a:pt x="60706" y="129540"/>
                </a:lnTo>
                <a:lnTo>
                  <a:pt x="62852" y="125730"/>
                </a:lnTo>
                <a:lnTo>
                  <a:pt x="65227" y="121983"/>
                </a:lnTo>
                <a:lnTo>
                  <a:pt x="65366" y="121983"/>
                </a:lnTo>
                <a:lnTo>
                  <a:pt x="67246" y="118237"/>
                </a:lnTo>
                <a:lnTo>
                  <a:pt x="71399" y="110490"/>
                </a:lnTo>
                <a:lnTo>
                  <a:pt x="71386" y="114096"/>
                </a:lnTo>
                <a:lnTo>
                  <a:pt x="71793" y="113436"/>
                </a:lnTo>
                <a:lnTo>
                  <a:pt x="73177" y="110490"/>
                </a:lnTo>
                <a:lnTo>
                  <a:pt x="73240" y="111290"/>
                </a:lnTo>
                <a:lnTo>
                  <a:pt x="73329" y="112280"/>
                </a:lnTo>
                <a:lnTo>
                  <a:pt x="73444" y="114490"/>
                </a:lnTo>
                <a:lnTo>
                  <a:pt x="71869" y="119202"/>
                </a:lnTo>
                <a:lnTo>
                  <a:pt x="71767" y="120650"/>
                </a:lnTo>
                <a:lnTo>
                  <a:pt x="71666" y="123240"/>
                </a:lnTo>
                <a:lnTo>
                  <a:pt x="71564" y="123583"/>
                </a:lnTo>
                <a:lnTo>
                  <a:pt x="71437" y="124015"/>
                </a:lnTo>
                <a:lnTo>
                  <a:pt x="71386" y="124206"/>
                </a:lnTo>
                <a:lnTo>
                  <a:pt x="71297" y="124472"/>
                </a:lnTo>
                <a:lnTo>
                  <a:pt x="70993" y="124206"/>
                </a:lnTo>
                <a:lnTo>
                  <a:pt x="71005" y="127190"/>
                </a:lnTo>
                <a:lnTo>
                  <a:pt x="69646" y="133375"/>
                </a:lnTo>
                <a:lnTo>
                  <a:pt x="68592" y="136652"/>
                </a:lnTo>
                <a:lnTo>
                  <a:pt x="67487" y="142240"/>
                </a:lnTo>
                <a:lnTo>
                  <a:pt x="66421" y="146050"/>
                </a:lnTo>
                <a:lnTo>
                  <a:pt x="64909" y="151130"/>
                </a:lnTo>
                <a:lnTo>
                  <a:pt x="62788" y="149860"/>
                </a:lnTo>
                <a:lnTo>
                  <a:pt x="60058" y="149860"/>
                </a:lnTo>
                <a:lnTo>
                  <a:pt x="64846" y="152514"/>
                </a:lnTo>
                <a:lnTo>
                  <a:pt x="64617" y="152514"/>
                </a:lnTo>
                <a:lnTo>
                  <a:pt x="64033" y="156210"/>
                </a:lnTo>
                <a:lnTo>
                  <a:pt x="61468" y="161290"/>
                </a:lnTo>
                <a:lnTo>
                  <a:pt x="60401" y="165100"/>
                </a:lnTo>
                <a:lnTo>
                  <a:pt x="54292" y="162560"/>
                </a:lnTo>
                <a:lnTo>
                  <a:pt x="51244" y="161290"/>
                </a:lnTo>
                <a:lnTo>
                  <a:pt x="50419" y="161290"/>
                </a:lnTo>
                <a:lnTo>
                  <a:pt x="49720" y="161290"/>
                </a:lnTo>
                <a:lnTo>
                  <a:pt x="47332" y="166370"/>
                </a:lnTo>
                <a:lnTo>
                  <a:pt x="44907" y="170180"/>
                </a:lnTo>
                <a:lnTo>
                  <a:pt x="42341" y="173990"/>
                </a:lnTo>
                <a:lnTo>
                  <a:pt x="38582" y="171450"/>
                </a:lnTo>
                <a:lnTo>
                  <a:pt x="36029" y="170180"/>
                </a:lnTo>
                <a:lnTo>
                  <a:pt x="34277" y="168910"/>
                </a:lnTo>
                <a:lnTo>
                  <a:pt x="32537" y="167640"/>
                </a:lnTo>
                <a:lnTo>
                  <a:pt x="33451" y="166370"/>
                </a:lnTo>
                <a:lnTo>
                  <a:pt x="35306" y="163830"/>
                </a:lnTo>
                <a:lnTo>
                  <a:pt x="38506" y="161290"/>
                </a:lnTo>
                <a:lnTo>
                  <a:pt x="41414" y="157480"/>
                </a:lnTo>
                <a:lnTo>
                  <a:pt x="43776" y="158750"/>
                </a:lnTo>
                <a:lnTo>
                  <a:pt x="47078" y="160045"/>
                </a:lnTo>
                <a:lnTo>
                  <a:pt x="46062" y="158750"/>
                </a:lnTo>
                <a:lnTo>
                  <a:pt x="45110" y="157480"/>
                </a:lnTo>
                <a:lnTo>
                  <a:pt x="41833" y="157480"/>
                </a:lnTo>
                <a:lnTo>
                  <a:pt x="42418" y="156210"/>
                </a:lnTo>
                <a:lnTo>
                  <a:pt x="44132" y="152514"/>
                </a:lnTo>
                <a:lnTo>
                  <a:pt x="44615" y="152057"/>
                </a:lnTo>
                <a:lnTo>
                  <a:pt x="47434" y="149860"/>
                </a:lnTo>
                <a:lnTo>
                  <a:pt x="49758" y="146050"/>
                </a:lnTo>
                <a:lnTo>
                  <a:pt x="51600" y="146050"/>
                </a:lnTo>
                <a:lnTo>
                  <a:pt x="54864" y="147612"/>
                </a:lnTo>
                <a:lnTo>
                  <a:pt x="54660" y="147447"/>
                </a:lnTo>
                <a:lnTo>
                  <a:pt x="53301" y="146050"/>
                </a:lnTo>
                <a:lnTo>
                  <a:pt x="50673" y="144780"/>
                </a:lnTo>
                <a:lnTo>
                  <a:pt x="52819" y="140970"/>
                </a:lnTo>
                <a:lnTo>
                  <a:pt x="55638" y="138430"/>
                </a:lnTo>
                <a:lnTo>
                  <a:pt x="57886" y="133375"/>
                </a:lnTo>
                <a:lnTo>
                  <a:pt x="62801" y="135890"/>
                </a:lnTo>
                <a:lnTo>
                  <a:pt x="61061" y="139700"/>
                </a:lnTo>
                <a:lnTo>
                  <a:pt x="59131" y="144780"/>
                </a:lnTo>
                <a:lnTo>
                  <a:pt x="57048" y="148590"/>
                </a:lnTo>
                <a:lnTo>
                  <a:pt x="54864" y="147612"/>
                </a:lnTo>
                <a:lnTo>
                  <a:pt x="56807" y="148590"/>
                </a:lnTo>
                <a:lnTo>
                  <a:pt x="55232" y="152514"/>
                </a:lnTo>
                <a:lnTo>
                  <a:pt x="54673" y="153771"/>
                </a:lnTo>
                <a:lnTo>
                  <a:pt x="52412" y="156210"/>
                </a:lnTo>
                <a:lnTo>
                  <a:pt x="50901" y="160045"/>
                </a:lnTo>
                <a:lnTo>
                  <a:pt x="51943" y="160045"/>
                </a:lnTo>
                <a:lnTo>
                  <a:pt x="53390" y="157480"/>
                </a:lnTo>
                <a:lnTo>
                  <a:pt x="55575" y="153962"/>
                </a:lnTo>
                <a:lnTo>
                  <a:pt x="55689" y="153771"/>
                </a:lnTo>
                <a:lnTo>
                  <a:pt x="56388" y="152057"/>
                </a:lnTo>
                <a:lnTo>
                  <a:pt x="57721" y="148717"/>
                </a:lnTo>
                <a:lnTo>
                  <a:pt x="57772" y="148590"/>
                </a:lnTo>
                <a:lnTo>
                  <a:pt x="58889" y="149212"/>
                </a:lnTo>
                <a:lnTo>
                  <a:pt x="58470" y="148717"/>
                </a:lnTo>
                <a:lnTo>
                  <a:pt x="58356" y="148590"/>
                </a:lnTo>
                <a:lnTo>
                  <a:pt x="59994" y="144780"/>
                </a:lnTo>
                <a:lnTo>
                  <a:pt x="62090" y="140970"/>
                </a:lnTo>
                <a:lnTo>
                  <a:pt x="63639" y="135890"/>
                </a:lnTo>
                <a:lnTo>
                  <a:pt x="64058" y="135890"/>
                </a:lnTo>
                <a:lnTo>
                  <a:pt x="64541" y="134620"/>
                </a:lnTo>
                <a:lnTo>
                  <a:pt x="67373" y="127190"/>
                </a:lnTo>
                <a:lnTo>
                  <a:pt x="63779" y="130810"/>
                </a:lnTo>
                <a:lnTo>
                  <a:pt x="63068" y="134620"/>
                </a:lnTo>
                <a:lnTo>
                  <a:pt x="58585" y="133375"/>
                </a:lnTo>
                <a:lnTo>
                  <a:pt x="58458" y="133375"/>
                </a:lnTo>
                <a:lnTo>
                  <a:pt x="59156" y="132194"/>
                </a:lnTo>
                <a:lnTo>
                  <a:pt x="57251" y="132194"/>
                </a:lnTo>
                <a:lnTo>
                  <a:pt x="55702" y="132194"/>
                </a:lnTo>
                <a:lnTo>
                  <a:pt x="55346" y="132194"/>
                </a:lnTo>
                <a:lnTo>
                  <a:pt x="57086" y="133375"/>
                </a:lnTo>
                <a:lnTo>
                  <a:pt x="54610" y="137261"/>
                </a:lnTo>
                <a:lnTo>
                  <a:pt x="52070" y="140970"/>
                </a:lnTo>
                <a:lnTo>
                  <a:pt x="49530" y="144780"/>
                </a:lnTo>
                <a:lnTo>
                  <a:pt x="47561" y="143510"/>
                </a:lnTo>
                <a:lnTo>
                  <a:pt x="46278" y="142240"/>
                </a:lnTo>
                <a:lnTo>
                  <a:pt x="43840" y="140970"/>
                </a:lnTo>
                <a:lnTo>
                  <a:pt x="44754" y="139700"/>
                </a:lnTo>
                <a:lnTo>
                  <a:pt x="46507" y="137261"/>
                </a:lnTo>
                <a:lnTo>
                  <a:pt x="47244" y="136652"/>
                </a:lnTo>
                <a:lnTo>
                  <a:pt x="49911" y="134620"/>
                </a:lnTo>
                <a:lnTo>
                  <a:pt x="52781" y="130810"/>
                </a:lnTo>
                <a:lnTo>
                  <a:pt x="54406" y="130810"/>
                </a:lnTo>
                <a:lnTo>
                  <a:pt x="53365" y="129540"/>
                </a:lnTo>
                <a:lnTo>
                  <a:pt x="52666" y="129540"/>
                </a:lnTo>
                <a:lnTo>
                  <a:pt x="52082" y="129540"/>
                </a:lnTo>
                <a:lnTo>
                  <a:pt x="49276" y="133375"/>
                </a:lnTo>
                <a:lnTo>
                  <a:pt x="46126" y="135890"/>
                </a:lnTo>
                <a:lnTo>
                  <a:pt x="43268" y="139700"/>
                </a:lnTo>
                <a:lnTo>
                  <a:pt x="41173" y="138430"/>
                </a:lnTo>
                <a:lnTo>
                  <a:pt x="40487" y="135890"/>
                </a:lnTo>
                <a:lnTo>
                  <a:pt x="38760" y="134620"/>
                </a:lnTo>
                <a:lnTo>
                  <a:pt x="39776" y="133375"/>
                </a:lnTo>
                <a:lnTo>
                  <a:pt x="38239" y="133375"/>
                </a:lnTo>
                <a:lnTo>
                  <a:pt x="37287" y="133375"/>
                </a:lnTo>
                <a:lnTo>
                  <a:pt x="34175" y="137261"/>
                </a:lnTo>
                <a:lnTo>
                  <a:pt x="37858" y="134620"/>
                </a:lnTo>
                <a:lnTo>
                  <a:pt x="40132" y="135890"/>
                </a:lnTo>
                <a:lnTo>
                  <a:pt x="40208" y="136652"/>
                </a:lnTo>
                <a:lnTo>
                  <a:pt x="40309" y="137528"/>
                </a:lnTo>
                <a:lnTo>
                  <a:pt x="40411" y="138430"/>
                </a:lnTo>
                <a:lnTo>
                  <a:pt x="42494" y="139700"/>
                </a:lnTo>
                <a:lnTo>
                  <a:pt x="39598" y="143510"/>
                </a:lnTo>
                <a:lnTo>
                  <a:pt x="35991" y="146050"/>
                </a:lnTo>
                <a:lnTo>
                  <a:pt x="32905" y="148590"/>
                </a:lnTo>
                <a:lnTo>
                  <a:pt x="31089" y="147447"/>
                </a:lnTo>
                <a:lnTo>
                  <a:pt x="30962" y="147447"/>
                </a:lnTo>
                <a:lnTo>
                  <a:pt x="29616" y="144780"/>
                </a:lnTo>
                <a:lnTo>
                  <a:pt x="27266" y="142240"/>
                </a:lnTo>
                <a:lnTo>
                  <a:pt x="28968" y="140970"/>
                </a:lnTo>
                <a:lnTo>
                  <a:pt x="30670" y="139700"/>
                </a:lnTo>
                <a:lnTo>
                  <a:pt x="34175" y="137261"/>
                </a:lnTo>
                <a:lnTo>
                  <a:pt x="33782" y="137261"/>
                </a:lnTo>
                <a:lnTo>
                  <a:pt x="30378" y="138430"/>
                </a:lnTo>
                <a:lnTo>
                  <a:pt x="27063" y="140970"/>
                </a:lnTo>
                <a:lnTo>
                  <a:pt x="25641" y="139700"/>
                </a:lnTo>
                <a:lnTo>
                  <a:pt x="24904" y="138430"/>
                </a:lnTo>
                <a:lnTo>
                  <a:pt x="24091" y="137261"/>
                </a:lnTo>
                <a:lnTo>
                  <a:pt x="23888" y="137261"/>
                </a:lnTo>
                <a:lnTo>
                  <a:pt x="25298" y="139700"/>
                </a:lnTo>
                <a:lnTo>
                  <a:pt x="26276" y="140970"/>
                </a:lnTo>
                <a:lnTo>
                  <a:pt x="23571" y="143510"/>
                </a:lnTo>
                <a:lnTo>
                  <a:pt x="22174" y="144780"/>
                </a:lnTo>
                <a:lnTo>
                  <a:pt x="21818" y="146050"/>
                </a:lnTo>
                <a:lnTo>
                  <a:pt x="25057" y="143510"/>
                </a:lnTo>
                <a:lnTo>
                  <a:pt x="26530" y="142240"/>
                </a:lnTo>
                <a:lnTo>
                  <a:pt x="28968" y="144780"/>
                </a:lnTo>
                <a:lnTo>
                  <a:pt x="29565" y="146050"/>
                </a:lnTo>
                <a:lnTo>
                  <a:pt x="30251" y="147447"/>
                </a:lnTo>
                <a:lnTo>
                  <a:pt x="32169" y="149860"/>
                </a:lnTo>
                <a:lnTo>
                  <a:pt x="29349" y="153771"/>
                </a:lnTo>
                <a:lnTo>
                  <a:pt x="33020" y="151130"/>
                </a:lnTo>
                <a:lnTo>
                  <a:pt x="35509" y="152057"/>
                </a:lnTo>
                <a:lnTo>
                  <a:pt x="35687" y="152057"/>
                </a:lnTo>
                <a:lnTo>
                  <a:pt x="35890" y="152209"/>
                </a:lnTo>
                <a:lnTo>
                  <a:pt x="35814" y="152057"/>
                </a:lnTo>
                <a:lnTo>
                  <a:pt x="35737" y="151930"/>
                </a:lnTo>
                <a:lnTo>
                  <a:pt x="34912" y="151130"/>
                </a:lnTo>
                <a:lnTo>
                  <a:pt x="33591" y="149860"/>
                </a:lnTo>
                <a:lnTo>
                  <a:pt x="35115" y="148590"/>
                </a:lnTo>
                <a:lnTo>
                  <a:pt x="36499" y="147447"/>
                </a:lnTo>
                <a:lnTo>
                  <a:pt x="40055" y="144780"/>
                </a:lnTo>
                <a:lnTo>
                  <a:pt x="43065" y="140970"/>
                </a:lnTo>
                <a:lnTo>
                  <a:pt x="45097" y="142240"/>
                </a:lnTo>
                <a:lnTo>
                  <a:pt x="47396" y="143510"/>
                </a:lnTo>
                <a:lnTo>
                  <a:pt x="48958" y="144780"/>
                </a:lnTo>
                <a:lnTo>
                  <a:pt x="46431" y="148590"/>
                </a:lnTo>
                <a:lnTo>
                  <a:pt x="43497" y="152514"/>
                </a:lnTo>
                <a:lnTo>
                  <a:pt x="40855" y="156210"/>
                </a:lnTo>
                <a:lnTo>
                  <a:pt x="38201" y="153771"/>
                </a:lnTo>
                <a:lnTo>
                  <a:pt x="36398" y="152514"/>
                </a:lnTo>
                <a:lnTo>
                  <a:pt x="36080" y="152514"/>
                </a:lnTo>
                <a:lnTo>
                  <a:pt x="37503" y="154940"/>
                </a:lnTo>
                <a:lnTo>
                  <a:pt x="40297" y="156210"/>
                </a:lnTo>
                <a:lnTo>
                  <a:pt x="37528" y="160045"/>
                </a:lnTo>
                <a:lnTo>
                  <a:pt x="34417" y="162560"/>
                </a:lnTo>
                <a:lnTo>
                  <a:pt x="31534" y="166370"/>
                </a:lnTo>
                <a:lnTo>
                  <a:pt x="28270" y="165100"/>
                </a:lnTo>
                <a:lnTo>
                  <a:pt x="26174" y="161290"/>
                </a:lnTo>
                <a:lnTo>
                  <a:pt x="22682" y="160045"/>
                </a:lnTo>
                <a:lnTo>
                  <a:pt x="22517" y="160045"/>
                </a:lnTo>
                <a:lnTo>
                  <a:pt x="23749" y="158750"/>
                </a:lnTo>
                <a:lnTo>
                  <a:pt x="26200" y="156210"/>
                </a:lnTo>
                <a:lnTo>
                  <a:pt x="29337" y="153771"/>
                </a:lnTo>
                <a:lnTo>
                  <a:pt x="28968" y="153771"/>
                </a:lnTo>
                <a:lnTo>
                  <a:pt x="25590" y="154940"/>
                </a:lnTo>
                <a:lnTo>
                  <a:pt x="22491" y="158750"/>
                </a:lnTo>
                <a:lnTo>
                  <a:pt x="21196" y="157480"/>
                </a:lnTo>
                <a:lnTo>
                  <a:pt x="20269" y="156210"/>
                </a:lnTo>
                <a:lnTo>
                  <a:pt x="19392" y="154940"/>
                </a:lnTo>
                <a:lnTo>
                  <a:pt x="19189" y="154940"/>
                </a:lnTo>
                <a:lnTo>
                  <a:pt x="20739" y="157480"/>
                </a:lnTo>
                <a:lnTo>
                  <a:pt x="21577" y="158750"/>
                </a:lnTo>
                <a:lnTo>
                  <a:pt x="20154" y="160045"/>
                </a:lnTo>
                <a:lnTo>
                  <a:pt x="17221" y="162560"/>
                </a:lnTo>
                <a:lnTo>
                  <a:pt x="16675" y="163830"/>
                </a:lnTo>
                <a:lnTo>
                  <a:pt x="20459" y="161290"/>
                </a:lnTo>
                <a:lnTo>
                  <a:pt x="24003" y="161290"/>
                </a:lnTo>
                <a:lnTo>
                  <a:pt x="25527" y="162560"/>
                </a:lnTo>
                <a:lnTo>
                  <a:pt x="27851" y="165100"/>
                </a:lnTo>
                <a:lnTo>
                  <a:pt x="30683" y="167640"/>
                </a:lnTo>
                <a:lnTo>
                  <a:pt x="28003" y="171450"/>
                </a:lnTo>
                <a:lnTo>
                  <a:pt x="24523" y="173990"/>
                </a:lnTo>
                <a:lnTo>
                  <a:pt x="21577" y="176530"/>
                </a:lnTo>
                <a:lnTo>
                  <a:pt x="23355" y="176530"/>
                </a:lnTo>
                <a:lnTo>
                  <a:pt x="26174" y="173990"/>
                </a:lnTo>
                <a:lnTo>
                  <a:pt x="29095" y="171450"/>
                </a:lnTo>
                <a:lnTo>
                  <a:pt x="31737" y="168910"/>
                </a:lnTo>
                <a:lnTo>
                  <a:pt x="35293" y="170180"/>
                </a:lnTo>
                <a:lnTo>
                  <a:pt x="38227" y="172720"/>
                </a:lnTo>
                <a:lnTo>
                  <a:pt x="41744" y="175260"/>
                </a:lnTo>
                <a:lnTo>
                  <a:pt x="40767" y="176530"/>
                </a:lnTo>
                <a:lnTo>
                  <a:pt x="42265" y="176530"/>
                </a:lnTo>
                <a:lnTo>
                  <a:pt x="42913" y="175260"/>
                </a:lnTo>
                <a:lnTo>
                  <a:pt x="44094" y="176530"/>
                </a:lnTo>
                <a:lnTo>
                  <a:pt x="46736" y="176530"/>
                </a:lnTo>
                <a:lnTo>
                  <a:pt x="45135" y="175260"/>
                </a:lnTo>
                <a:lnTo>
                  <a:pt x="43624" y="175260"/>
                </a:lnTo>
                <a:lnTo>
                  <a:pt x="44246" y="173990"/>
                </a:lnTo>
                <a:lnTo>
                  <a:pt x="46126" y="170180"/>
                </a:lnTo>
                <a:lnTo>
                  <a:pt x="48602" y="166370"/>
                </a:lnTo>
                <a:lnTo>
                  <a:pt x="51130" y="162560"/>
                </a:lnTo>
                <a:lnTo>
                  <a:pt x="55003" y="163830"/>
                </a:lnTo>
                <a:lnTo>
                  <a:pt x="56045" y="165100"/>
                </a:lnTo>
                <a:lnTo>
                  <a:pt x="60159" y="166370"/>
                </a:lnTo>
                <a:lnTo>
                  <a:pt x="55918" y="176530"/>
                </a:lnTo>
                <a:lnTo>
                  <a:pt x="57429" y="176530"/>
                </a:lnTo>
                <a:lnTo>
                  <a:pt x="61607" y="166370"/>
                </a:lnTo>
                <a:lnTo>
                  <a:pt x="65430" y="167640"/>
                </a:lnTo>
                <a:lnTo>
                  <a:pt x="68707" y="167640"/>
                </a:lnTo>
                <a:lnTo>
                  <a:pt x="72199" y="168910"/>
                </a:lnTo>
                <a:lnTo>
                  <a:pt x="72542" y="171450"/>
                </a:lnTo>
                <a:lnTo>
                  <a:pt x="72059" y="173990"/>
                </a:lnTo>
                <a:lnTo>
                  <a:pt x="71424" y="176530"/>
                </a:lnTo>
                <a:lnTo>
                  <a:pt x="72720" y="176530"/>
                </a:lnTo>
                <a:lnTo>
                  <a:pt x="73190" y="173990"/>
                </a:lnTo>
                <a:lnTo>
                  <a:pt x="73596" y="171450"/>
                </a:lnTo>
                <a:lnTo>
                  <a:pt x="73710" y="170180"/>
                </a:lnTo>
                <a:lnTo>
                  <a:pt x="73837" y="168910"/>
                </a:lnTo>
                <a:lnTo>
                  <a:pt x="77381" y="168910"/>
                </a:lnTo>
                <a:lnTo>
                  <a:pt x="73837" y="167640"/>
                </a:lnTo>
                <a:lnTo>
                  <a:pt x="74942" y="162560"/>
                </a:lnTo>
                <a:lnTo>
                  <a:pt x="74828" y="160045"/>
                </a:lnTo>
                <a:lnTo>
                  <a:pt x="74726" y="157480"/>
                </a:lnTo>
                <a:lnTo>
                  <a:pt x="75882" y="152514"/>
                </a:lnTo>
                <a:lnTo>
                  <a:pt x="75806" y="147447"/>
                </a:lnTo>
                <a:lnTo>
                  <a:pt x="76390" y="142240"/>
                </a:lnTo>
                <a:lnTo>
                  <a:pt x="76860" y="138430"/>
                </a:lnTo>
                <a:lnTo>
                  <a:pt x="78333" y="138430"/>
                </a:lnTo>
                <a:lnTo>
                  <a:pt x="76644" y="137261"/>
                </a:lnTo>
                <a:lnTo>
                  <a:pt x="76619" y="135890"/>
                </a:lnTo>
                <a:lnTo>
                  <a:pt x="76885" y="133375"/>
                </a:lnTo>
                <a:lnTo>
                  <a:pt x="77012" y="132194"/>
                </a:lnTo>
                <a:lnTo>
                  <a:pt x="76822" y="130810"/>
                </a:lnTo>
                <a:lnTo>
                  <a:pt x="76415" y="128270"/>
                </a:lnTo>
                <a:lnTo>
                  <a:pt x="76758" y="125730"/>
                </a:lnTo>
                <a:lnTo>
                  <a:pt x="76784" y="125526"/>
                </a:lnTo>
                <a:lnTo>
                  <a:pt x="76911" y="124650"/>
                </a:lnTo>
                <a:lnTo>
                  <a:pt x="76936" y="124485"/>
                </a:lnTo>
                <a:lnTo>
                  <a:pt x="77711" y="124485"/>
                </a:lnTo>
                <a:lnTo>
                  <a:pt x="77812" y="124206"/>
                </a:lnTo>
                <a:lnTo>
                  <a:pt x="77876" y="124015"/>
                </a:lnTo>
                <a:lnTo>
                  <a:pt x="77965" y="123723"/>
                </a:lnTo>
                <a:lnTo>
                  <a:pt x="78016" y="123583"/>
                </a:lnTo>
                <a:lnTo>
                  <a:pt x="77724" y="123240"/>
                </a:lnTo>
                <a:lnTo>
                  <a:pt x="76771" y="123240"/>
                </a:lnTo>
                <a:lnTo>
                  <a:pt x="76669" y="119202"/>
                </a:lnTo>
                <a:lnTo>
                  <a:pt x="76568" y="118110"/>
                </a:lnTo>
                <a:lnTo>
                  <a:pt x="76479" y="110490"/>
                </a:lnTo>
                <a:lnTo>
                  <a:pt x="77952" y="114096"/>
                </a:lnTo>
                <a:lnTo>
                  <a:pt x="78041" y="114312"/>
                </a:lnTo>
                <a:lnTo>
                  <a:pt x="78155" y="119634"/>
                </a:lnTo>
                <a:lnTo>
                  <a:pt x="78778" y="121653"/>
                </a:lnTo>
                <a:lnTo>
                  <a:pt x="78867" y="124650"/>
                </a:lnTo>
                <a:lnTo>
                  <a:pt x="80302" y="128270"/>
                </a:lnTo>
                <a:lnTo>
                  <a:pt x="80911" y="132194"/>
                </a:lnTo>
                <a:lnTo>
                  <a:pt x="80937" y="137261"/>
                </a:lnTo>
                <a:lnTo>
                  <a:pt x="79197" y="137261"/>
                </a:lnTo>
                <a:lnTo>
                  <a:pt x="78333" y="138430"/>
                </a:lnTo>
                <a:lnTo>
                  <a:pt x="81102" y="138430"/>
                </a:lnTo>
                <a:lnTo>
                  <a:pt x="82384" y="142240"/>
                </a:lnTo>
                <a:lnTo>
                  <a:pt x="82334" y="143510"/>
                </a:lnTo>
                <a:lnTo>
                  <a:pt x="82245" y="147612"/>
                </a:lnTo>
                <a:lnTo>
                  <a:pt x="82994" y="151930"/>
                </a:lnTo>
                <a:lnTo>
                  <a:pt x="83096" y="152514"/>
                </a:lnTo>
                <a:lnTo>
                  <a:pt x="80606" y="152514"/>
                </a:lnTo>
                <a:lnTo>
                  <a:pt x="83489" y="153771"/>
                </a:lnTo>
                <a:lnTo>
                  <a:pt x="83248" y="153771"/>
                </a:lnTo>
                <a:lnTo>
                  <a:pt x="83210" y="158750"/>
                </a:lnTo>
                <a:lnTo>
                  <a:pt x="84277" y="162560"/>
                </a:lnTo>
                <a:lnTo>
                  <a:pt x="83515" y="167640"/>
                </a:lnTo>
                <a:lnTo>
                  <a:pt x="80238" y="167640"/>
                </a:lnTo>
                <a:lnTo>
                  <a:pt x="77381" y="168910"/>
                </a:lnTo>
                <a:lnTo>
                  <a:pt x="84099" y="168910"/>
                </a:lnTo>
                <a:lnTo>
                  <a:pt x="84213" y="171450"/>
                </a:lnTo>
                <a:lnTo>
                  <a:pt x="84302" y="176530"/>
                </a:lnTo>
                <a:lnTo>
                  <a:pt x="85572" y="176530"/>
                </a:lnTo>
                <a:lnTo>
                  <a:pt x="85521" y="171450"/>
                </a:lnTo>
                <a:lnTo>
                  <a:pt x="85432" y="170180"/>
                </a:lnTo>
                <a:lnTo>
                  <a:pt x="85344" y="168910"/>
                </a:lnTo>
                <a:lnTo>
                  <a:pt x="89331" y="167640"/>
                </a:lnTo>
                <a:lnTo>
                  <a:pt x="85242" y="167640"/>
                </a:lnTo>
                <a:lnTo>
                  <a:pt x="85115" y="163830"/>
                </a:lnTo>
                <a:lnTo>
                  <a:pt x="85077" y="162560"/>
                </a:lnTo>
                <a:lnTo>
                  <a:pt x="84378" y="157480"/>
                </a:lnTo>
                <a:lnTo>
                  <a:pt x="84455" y="152514"/>
                </a:lnTo>
                <a:lnTo>
                  <a:pt x="84226" y="152514"/>
                </a:lnTo>
                <a:lnTo>
                  <a:pt x="84099" y="151130"/>
                </a:lnTo>
                <a:lnTo>
                  <a:pt x="83985" y="149860"/>
                </a:lnTo>
                <a:lnTo>
                  <a:pt x="83883" y="148590"/>
                </a:lnTo>
                <a:lnTo>
                  <a:pt x="83781" y="147447"/>
                </a:lnTo>
                <a:lnTo>
                  <a:pt x="83019" y="142240"/>
                </a:lnTo>
                <a:lnTo>
                  <a:pt x="82918" y="139700"/>
                </a:lnTo>
                <a:lnTo>
                  <a:pt x="82829" y="137261"/>
                </a:lnTo>
                <a:lnTo>
                  <a:pt x="82283" y="137261"/>
                </a:lnTo>
                <a:lnTo>
                  <a:pt x="82194" y="134620"/>
                </a:lnTo>
                <a:lnTo>
                  <a:pt x="82105" y="132194"/>
                </a:lnTo>
                <a:lnTo>
                  <a:pt x="81800" y="130810"/>
                </a:lnTo>
                <a:lnTo>
                  <a:pt x="81216" y="128270"/>
                </a:lnTo>
                <a:lnTo>
                  <a:pt x="80606" y="124650"/>
                </a:lnTo>
                <a:lnTo>
                  <a:pt x="80505" y="124015"/>
                </a:lnTo>
                <a:lnTo>
                  <a:pt x="80429" y="123583"/>
                </a:lnTo>
                <a:lnTo>
                  <a:pt x="80365" y="123240"/>
                </a:lnTo>
                <a:lnTo>
                  <a:pt x="80695" y="123240"/>
                </a:lnTo>
                <a:lnTo>
                  <a:pt x="79362" y="119634"/>
                </a:lnTo>
                <a:lnTo>
                  <a:pt x="79260" y="119202"/>
                </a:lnTo>
                <a:lnTo>
                  <a:pt x="79146" y="116840"/>
                </a:lnTo>
                <a:lnTo>
                  <a:pt x="79032" y="114312"/>
                </a:lnTo>
                <a:lnTo>
                  <a:pt x="77863" y="110490"/>
                </a:lnTo>
                <a:lnTo>
                  <a:pt x="78892" y="110490"/>
                </a:lnTo>
                <a:lnTo>
                  <a:pt x="79895" y="113157"/>
                </a:lnTo>
                <a:lnTo>
                  <a:pt x="81013" y="115570"/>
                </a:lnTo>
                <a:lnTo>
                  <a:pt x="81864" y="117932"/>
                </a:lnTo>
                <a:lnTo>
                  <a:pt x="81788" y="113157"/>
                </a:lnTo>
                <a:lnTo>
                  <a:pt x="81267" y="112280"/>
                </a:lnTo>
                <a:lnTo>
                  <a:pt x="80022" y="110490"/>
                </a:lnTo>
                <a:lnTo>
                  <a:pt x="79209" y="109321"/>
                </a:lnTo>
                <a:lnTo>
                  <a:pt x="81749" y="111760"/>
                </a:lnTo>
                <a:lnTo>
                  <a:pt x="85267" y="116840"/>
                </a:lnTo>
                <a:lnTo>
                  <a:pt x="86626" y="120650"/>
                </a:lnTo>
                <a:lnTo>
                  <a:pt x="87261" y="120650"/>
                </a:lnTo>
                <a:lnTo>
                  <a:pt x="89877" y="124485"/>
                </a:lnTo>
                <a:lnTo>
                  <a:pt x="91986" y="128270"/>
                </a:lnTo>
                <a:lnTo>
                  <a:pt x="93459" y="130810"/>
                </a:lnTo>
                <a:lnTo>
                  <a:pt x="94348" y="132194"/>
                </a:lnTo>
                <a:lnTo>
                  <a:pt x="97282" y="137261"/>
                </a:lnTo>
                <a:lnTo>
                  <a:pt x="99974" y="140970"/>
                </a:lnTo>
                <a:lnTo>
                  <a:pt x="100888" y="143510"/>
                </a:lnTo>
                <a:lnTo>
                  <a:pt x="101333" y="144780"/>
                </a:lnTo>
                <a:lnTo>
                  <a:pt x="98996" y="146050"/>
                </a:lnTo>
                <a:lnTo>
                  <a:pt x="96977" y="148590"/>
                </a:lnTo>
                <a:lnTo>
                  <a:pt x="97104" y="148590"/>
                </a:lnTo>
                <a:lnTo>
                  <a:pt x="99136" y="147447"/>
                </a:lnTo>
                <a:lnTo>
                  <a:pt x="101777" y="146050"/>
                </a:lnTo>
                <a:lnTo>
                  <a:pt x="105270" y="149860"/>
                </a:lnTo>
                <a:lnTo>
                  <a:pt x="106083" y="152514"/>
                </a:lnTo>
                <a:lnTo>
                  <a:pt x="106514" y="153771"/>
                </a:lnTo>
                <a:lnTo>
                  <a:pt x="109118" y="157480"/>
                </a:lnTo>
                <a:lnTo>
                  <a:pt x="108661" y="158750"/>
                </a:lnTo>
                <a:lnTo>
                  <a:pt x="109905" y="160045"/>
                </a:lnTo>
                <a:lnTo>
                  <a:pt x="110096" y="161290"/>
                </a:lnTo>
                <a:lnTo>
                  <a:pt x="111975" y="161290"/>
                </a:lnTo>
                <a:lnTo>
                  <a:pt x="109474" y="158750"/>
                </a:lnTo>
                <a:lnTo>
                  <a:pt x="110591" y="158750"/>
                </a:lnTo>
                <a:lnTo>
                  <a:pt x="109778" y="157480"/>
                </a:lnTo>
                <a:lnTo>
                  <a:pt x="107645" y="153962"/>
                </a:lnTo>
                <a:lnTo>
                  <a:pt x="107530" y="153771"/>
                </a:lnTo>
                <a:lnTo>
                  <a:pt x="105740" y="149860"/>
                </a:lnTo>
                <a:lnTo>
                  <a:pt x="103898" y="146050"/>
                </a:lnTo>
                <a:lnTo>
                  <a:pt x="103289" y="144780"/>
                </a:lnTo>
                <a:lnTo>
                  <a:pt x="104317" y="143510"/>
                </a:lnTo>
                <a:lnTo>
                  <a:pt x="103225" y="143510"/>
                </a:lnTo>
                <a:lnTo>
                  <a:pt x="100279" y="139700"/>
                </a:lnTo>
                <a:lnTo>
                  <a:pt x="98475" y="135890"/>
                </a:lnTo>
                <a:lnTo>
                  <a:pt x="96088" y="132194"/>
                </a:lnTo>
                <a:lnTo>
                  <a:pt x="95897" y="132194"/>
                </a:lnTo>
                <a:lnTo>
                  <a:pt x="97269" y="130810"/>
                </a:lnTo>
                <a:lnTo>
                  <a:pt x="98640" y="129540"/>
                </a:lnTo>
                <a:lnTo>
                  <a:pt x="100139" y="128270"/>
                </a:lnTo>
                <a:lnTo>
                  <a:pt x="103936" y="130810"/>
                </a:lnTo>
                <a:lnTo>
                  <a:pt x="106832" y="134620"/>
                </a:lnTo>
                <a:lnTo>
                  <a:pt x="109880" y="138430"/>
                </a:lnTo>
                <a:lnTo>
                  <a:pt x="108966" y="139700"/>
                </a:lnTo>
                <a:lnTo>
                  <a:pt x="109943" y="139700"/>
                </a:lnTo>
                <a:lnTo>
                  <a:pt x="112255" y="140627"/>
                </a:lnTo>
                <a:lnTo>
                  <a:pt x="113296" y="141274"/>
                </a:lnTo>
                <a:lnTo>
                  <a:pt x="113131" y="140970"/>
                </a:lnTo>
                <a:lnTo>
                  <a:pt x="112814" y="140970"/>
                </a:lnTo>
                <a:lnTo>
                  <a:pt x="112699" y="140804"/>
                </a:lnTo>
                <a:lnTo>
                  <a:pt x="111137" y="138430"/>
                </a:lnTo>
                <a:lnTo>
                  <a:pt x="112052" y="137261"/>
                </a:lnTo>
                <a:lnTo>
                  <a:pt x="113144" y="135890"/>
                </a:lnTo>
                <a:lnTo>
                  <a:pt x="115341" y="134620"/>
                </a:lnTo>
                <a:lnTo>
                  <a:pt x="117119" y="132194"/>
                </a:lnTo>
                <a:lnTo>
                  <a:pt x="117538" y="132194"/>
                </a:lnTo>
                <a:lnTo>
                  <a:pt x="120611" y="133286"/>
                </a:lnTo>
                <a:lnTo>
                  <a:pt x="119634" y="132194"/>
                </a:lnTo>
                <a:lnTo>
                  <a:pt x="118376" y="130810"/>
                </a:lnTo>
                <a:lnTo>
                  <a:pt x="119189" y="129540"/>
                </a:lnTo>
                <a:lnTo>
                  <a:pt x="120002" y="128270"/>
                </a:lnTo>
                <a:lnTo>
                  <a:pt x="121526" y="124650"/>
                </a:lnTo>
                <a:lnTo>
                  <a:pt x="119291" y="128270"/>
                </a:lnTo>
                <a:lnTo>
                  <a:pt x="117602" y="129540"/>
                </a:lnTo>
                <a:lnTo>
                  <a:pt x="116446" y="128854"/>
                </a:lnTo>
                <a:lnTo>
                  <a:pt x="116446" y="130810"/>
                </a:lnTo>
                <a:lnTo>
                  <a:pt x="114960" y="134620"/>
                </a:lnTo>
                <a:lnTo>
                  <a:pt x="112737" y="135890"/>
                </a:lnTo>
                <a:lnTo>
                  <a:pt x="110807" y="137160"/>
                </a:lnTo>
                <a:lnTo>
                  <a:pt x="107061" y="134620"/>
                </a:lnTo>
                <a:lnTo>
                  <a:pt x="104546" y="130810"/>
                </a:lnTo>
                <a:lnTo>
                  <a:pt x="102222" y="128270"/>
                </a:lnTo>
                <a:lnTo>
                  <a:pt x="101066" y="127000"/>
                </a:lnTo>
                <a:lnTo>
                  <a:pt x="101511" y="125730"/>
                </a:lnTo>
                <a:lnTo>
                  <a:pt x="101892" y="124650"/>
                </a:lnTo>
                <a:lnTo>
                  <a:pt x="101942" y="124485"/>
                </a:lnTo>
                <a:lnTo>
                  <a:pt x="101714" y="124650"/>
                </a:lnTo>
                <a:lnTo>
                  <a:pt x="100660" y="125730"/>
                </a:lnTo>
                <a:lnTo>
                  <a:pt x="99479" y="124904"/>
                </a:lnTo>
                <a:lnTo>
                  <a:pt x="99479" y="127000"/>
                </a:lnTo>
                <a:lnTo>
                  <a:pt x="98259" y="128270"/>
                </a:lnTo>
                <a:lnTo>
                  <a:pt x="95364" y="130810"/>
                </a:lnTo>
                <a:lnTo>
                  <a:pt x="92875" y="127000"/>
                </a:lnTo>
                <a:lnTo>
                  <a:pt x="90512" y="123240"/>
                </a:lnTo>
                <a:lnTo>
                  <a:pt x="88887" y="119634"/>
                </a:lnTo>
                <a:lnTo>
                  <a:pt x="88773" y="119380"/>
                </a:lnTo>
                <a:lnTo>
                  <a:pt x="89268" y="119380"/>
                </a:lnTo>
                <a:lnTo>
                  <a:pt x="89979" y="118237"/>
                </a:lnTo>
                <a:lnTo>
                  <a:pt x="90055" y="118110"/>
                </a:lnTo>
                <a:lnTo>
                  <a:pt x="90652" y="118110"/>
                </a:lnTo>
                <a:lnTo>
                  <a:pt x="93916" y="120650"/>
                </a:lnTo>
                <a:lnTo>
                  <a:pt x="96354" y="124485"/>
                </a:lnTo>
                <a:lnTo>
                  <a:pt x="99479" y="127000"/>
                </a:lnTo>
                <a:lnTo>
                  <a:pt x="99479" y="124904"/>
                </a:lnTo>
                <a:lnTo>
                  <a:pt x="97142" y="123240"/>
                </a:lnTo>
                <a:lnTo>
                  <a:pt x="96659" y="122377"/>
                </a:lnTo>
                <a:lnTo>
                  <a:pt x="95161" y="119380"/>
                </a:lnTo>
                <a:lnTo>
                  <a:pt x="91694" y="116840"/>
                </a:lnTo>
                <a:lnTo>
                  <a:pt x="92100" y="115570"/>
                </a:lnTo>
                <a:lnTo>
                  <a:pt x="91884" y="115570"/>
                </a:lnTo>
                <a:lnTo>
                  <a:pt x="91274" y="116840"/>
                </a:lnTo>
                <a:lnTo>
                  <a:pt x="90436" y="115925"/>
                </a:lnTo>
                <a:lnTo>
                  <a:pt x="90436" y="116840"/>
                </a:lnTo>
                <a:lnTo>
                  <a:pt x="89839" y="117932"/>
                </a:lnTo>
                <a:lnTo>
                  <a:pt x="89738" y="118110"/>
                </a:lnTo>
                <a:lnTo>
                  <a:pt x="89001" y="118110"/>
                </a:lnTo>
                <a:lnTo>
                  <a:pt x="88328" y="119202"/>
                </a:lnTo>
                <a:lnTo>
                  <a:pt x="88226" y="119380"/>
                </a:lnTo>
                <a:lnTo>
                  <a:pt x="85420" y="115570"/>
                </a:lnTo>
                <a:lnTo>
                  <a:pt x="83553" y="111760"/>
                </a:lnTo>
                <a:lnTo>
                  <a:pt x="81800" y="109321"/>
                </a:lnTo>
                <a:lnTo>
                  <a:pt x="80835" y="107950"/>
                </a:lnTo>
                <a:lnTo>
                  <a:pt x="84416" y="110490"/>
                </a:lnTo>
                <a:lnTo>
                  <a:pt x="87160" y="114312"/>
                </a:lnTo>
                <a:lnTo>
                  <a:pt x="90436" y="116840"/>
                </a:lnTo>
                <a:lnTo>
                  <a:pt x="90436" y="115925"/>
                </a:lnTo>
                <a:lnTo>
                  <a:pt x="87909" y="113157"/>
                </a:lnTo>
                <a:lnTo>
                  <a:pt x="85712" y="110490"/>
                </a:lnTo>
                <a:lnTo>
                  <a:pt x="83223" y="107950"/>
                </a:lnTo>
                <a:lnTo>
                  <a:pt x="81978" y="106680"/>
                </a:lnTo>
                <a:lnTo>
                  <a:pt x="85928" y="107950"/>
                </a:lnTo>
                <a:lnTo>
                  <a:pt x="89141" y="111760"/>
                </a:lnTo>
                <a:lnTo>
                  <a:pt x="92976" y="114312"/>
                </a:lnTo>
                <a:lnTo>
                  <a:pt x="92595" y="115570"/>
                </a:lnTo>
                <a:lnTo>
                  <a:pt x="93116" y="115570"/>
                </a:lnTo>
                <a:lnTo>
                  <a:pt x="93472" y="114490"/>
                </a:lnTo>
                <a:lnTo>
                  <a:pt x="93535" y="114312"/>
                </a:lnTo>
                <a:lnTo>
                  <a:pt x="97294" y="116840"/>
                </a:lnTo>
                <a:lnTo>
                  <a:pt x="100368" y="119380"/>
                </a:lnTo>
                <a:lnTo>
                  <a:pt x="104330" y="121983"/>
                </a:lnTo>
                <a:lnTo>
                  <a:pt x="104190" y="121983"/>
                </a:lnTo>
                <a:lnTo>
                  <a:pt x="103225" y="123240"/>
                </a:lnTo>
                <a:lnTo>
                  <a:pt x="102387" y="124015"/>
                </a:lnTo>
                <a:lnTo>
                  <a:pt x="102158" y="124206"/>
                </a:lnTo>
                <a:lnTo>
                  <a:pt x="101879" y="124485"/>
                </a:lnTo>
                <a:lnTo>
                  <a:pt x="103581" y="124485"/>
                </a:lnTo>
                <a:lnTo>
                  <a:pt x="104635" y="123240"/>
                </a:lnTo>
                <a:lnTo>
                  <a:pt x="104762" y="123240"/>
                </a:lnTo>
                <a:lnTo>
                  <a:pt x="109283" y="125730"/>
                </a:lnTo>
                <a:lnTo>
                  <a:pt x="113207" y="128270"/>
                </a:lnTo>
                <a:lnTo>
                  <a:pt x="116446" y="130810"/>
                </a:lnTo>
                <a:lnTo>
                  <a:pt x="116446" y="128854"/>
                </a:lnTo>
                <a:lnTo>
                  <a:pt x="113360" y="127000"/>
                </a:lnTo>
                <a:lnTo>
                  <a:pt x="110134" y="124485"/>
                </a:lnTo>
                <a:lnTo>
                  <a:pt x="108051" y="123240"/>
                </a:lnTo>
                <a:lnTo>
                  <a:pt x="105918" y="121983"/>
                </a:lnTo>
                <a:lnTo>
                  <a:pt x="105918" y="121653"/>
                </a:lnTo>
                <a:lnTo>
                  <a:pt x="106299" y="120650"/>
                </a:lnTo>
                <a:lnTo>
                  <a:pt x="106667" y="119634"/>
                </a:lnTo>
                <a:lnTo>
                  <a:pt x="106768" y="119380"/>
                </a:lnTo>
                <a:lnTo>
                  <a:pt x="107734" y="118237"/>
                </a:lnTo>
                <a:lnTo>
                  <a:pt x="109029" y="116840"/>
                </a:lnTo>
                <a:lnTo>
                  <a:pt x="115189" y="119380"/>
                </a:lnTo>
                <a:lnTo>
                  <a:pt x="116992" y="120650"/>
                </a:lnTo>
                <a:lnTo>
                  <a:pt x="122555" y="121983"/>
                </a:lnTo>
                <a:lnTo>
                  <a:pt x="122301" y="121983"/>
                </a:lnTo>
                <a:lnTo>
                  <a:pt x="121970" y="123240"/>
                </a:lnTo>
                <a:lnTo>
                  <a:pt x="121881" y="123583"/>
                </a:lnTo>
                <a:lnTo>
                  <a:pt x="121767" y="124015"/>
                </a:lnTo>
                <a:lnTo>
                  <a:pt x="121640" y="124485"/>
                </a:lnTo>
                <a:lnTo>
                  <a:pt x="121996" y="124206"/>
                </a:lnTo>
                <a:lnTo>
                  <a:pt x="123456" y="123240"/>
                </a:lnTo>
                <a:lnTo>
                  <a:pt x="123698" y="123240"/>
                </a:lnTo>
                <a:lnTo>
                  <a:pt x="127800" y="124485"/>
                </a:lnTo>
                <a:lnTo>
                  <a:pt x="129971" y="125730"/>
                </a:lnTo>
                <a:lnTo>
                  <a:pt x="135001" y="127000"/>
                </a:lnTo>
                <a:lnTo>
                  <a:pt x="132334" y="124485"/>
                </a:lnTo>
                <a:lnTo>
                  <a:pt x="131406" y="124206"/>
                </a:lnTo>
                <a:lnTo>
                  <a:pt x="128003" y="123240"/>
                </a:lnTo>
                <a:lnTo>
                  <a:pt x="124231" y="121983"/>
                </a:lnTo>
                <a:lnTo>
                  <a:pt x="124066" y="121983"/>
                </a:lnTo>
                <a:lnTo>
                  <a:pt x="124142" y="120650"/>
                </a:lnTo>
                <a:lnTo>
                  <a:pt x="124206" y="119634"/>
                </a:lnTo>
                <a:lnTo>
                  <a:pt x="123418" y="120650"/>
                </a:lnTo>
                <a:lnTo>
                  <a:pt x="117830" y="119380"/>
                </a:lnTo>
                <a:lnTo>
                  <a:pt x="115443" y="116840"/>
                </a:lnTo>
                <a:lnTo>
                  <a:pt x="109829" y="115570"/>
                </a:lnTo>
                <a:lnTo>
                  <a:pt x="110223" y="114490"/>
                </a:lnTo>
                <a:lnTo>
                  <a:pt x="110286" y="114312"/>
                </a:lnTo>
                <a:lnTo>
                  <a:pt x="110604" y="113436"/>
                </a:lnTo>
                <a:lnTo>
                  <a:pt x="110566" y="111760"/>
                </a:lnTo>
                <a:lnTo>
                  <a:pt x="111645" y="109321"/>
                </a:lnTo>
                <a:lnTo>
                  <a:pt x="112052" y="109321"/>
                </a:lnTo>
                <a:lnTo>
                  <a:pt x="116382" y="110490"/>
                </a:lnTo>
                <a:lnTo>
                  <a:pt x="120726" y="111760"/>
                </a:lnTo>
                <a:lnTo>
                  <a:pt x="125793" y="113157"/>
                </a:lnTo>
                <a:lnTo>
                  <a:pt x="126339" y="113157"/>
                </a:lnTo>
                <a:lnTo>
                  <a:pt x="127330" y="113157"/>
                </a:lnTo>
                <a:lnTo>
                  <a:pt x="132537" y="114312"/>
                </a:lnTo>
                <a:lnTo>
                  <a:pt x="133286" y="114096"/>
                </a:lnTo>
                <a:lnTo>
                  <a:pt x="135801" y="113436"/>
                </a:lnTo>
                <a:lnTo>
                  <a:pt x="134200" y="111760"/>
                </a:lnTo>
                <a:lnTo>
                  <a:pt x="127635" y="111760"/>
                </a:lnTo>
                <a:lnTo>
                  <a:pt x="126568" y="110490"/>
                </a:lnTo>
                <a:lnTo>
                  <a:pt x="121881" y="110490"/>
                </a:lnTo>
                <a:lnTo>
                  <a:pt x="111887" y="107950"/>
                </a:lnTo>
                <a:lnTo>
                  <a:pt x="112141" y="106680"/>
                </a:lnTo>
                <a:lnTo>
                  <a:pt x="113017" y="104140"/>
                </a:lnTo>
                <a:lnTo>
                  <a:pt x="112661" y="102870"/>
                </a:lnTo>
                <a:lnTo>
                  <a:pt x="117208" y="101600"/>
                </a:lnTo>
                <a:lnTo>
                  <a:pt x="126974" y="101600"/>
                </a:lnTo>
                <a:lnTo>
                  <a:pt x="127711" y="102450"/>
                </a:lnTo>
                <a:lnTo>
                  <a:pt x="128219" y="101600"/>
                </a:lnTo>
                <a:lnTo>
                  <a:pt x="134264" y="101600"/>
                </a:lnTo>
                <a:lnTo>
                  <a:pt x="138772" y="100457"/>
                </a:lnTo>
                <a:lnTo>
                  <a:pt x="139776" y="100457"/>
                </a:lnTo>
                <a:lnTo>
                  <a:pt x="143827" y="101600"/>
                </a:lnTo>
                <a:lnTo>
                  <a:pt x="144754" y="100457"/>
                </a:lnTo>
                <a:lnTo>
                  <a:pt x="146723" y="100457"/>
                </a:lnTo>
                <a:lnTo>
                  <a:pt x="146723" y="99060"/>
                </a:lnTo>
                <a:lnTo>
                  <a:pt x="144297" y="99060"/>
                </a:lnTo>
                <a:lnTo>
                  <a:pt x="143954" y="98348"/>
                </a:lnTo>
                <a:lnTo>
                  <a:pt x="144132" y="99060"/>
                </a:lnTo>
                <a:lnTo>
                  <a:pt x="138290" y="99060"/>
                </a:lnTo>
                <a:lnTo>
                  <a:pt x="133032" y="100457"/>
                </a:lnTo>
                <a:lnTo>
                  <a:pt x="128066" y="100457"/>
                </a:lnTo>
                <a:lnTo>
                  <a:pt x="127952" y="99060"/>
                </a:lnTo>
                <a:lnTo>
                  <a:pt x="127863" y="97790"/>
                </a:lnTo>
                <a:lnTo>
                  <a:pt x="127787" y="96685"/>
                </a:lnTo>
                <a:lnTo>
                  <a:pt x="126873" y="100457"/>
                </a:lnTo>
                <a:lnTo>
                  <a:pt x="113118" y="100457"/>
                </a:lnTo>
                <a:lnTo>
                  <a:pt x="112242" y="99060"/>
                </a:lnTo>
                <a:lnTo>
                  <a:pt x="112318" y="98348"/>
                </a:lnTo>
                <a:lnTo>
                  <a:pt x="112382" y="97790"/>
                </a:lnTo>
                <a:lnTo>
                  <a:pt x="112496" y="96685"/>
                </a:lnTo>
                <a:lnTo>
                  <a:pt x="112268" y="95694"/>
                </a:lnTo>
                <a:lnTo>
                  <a:pt x="112166" y="95402"/>
                </a:lnTo>
                <a:lnTo>
                  <a:pt x="111861" y="95402"/>
                </a:lnTo>
                <a:lnTo>
                  <a:pt x="116522" y="92710"/>
                </a:lnTo>
                <a:lnTo>
                  <a:pt x="112268" y="92710"/>
                </a:lnTo>
                <a:lnTo>
                  <a:pt x="111150" y="91440"/>
                </a:lnTo>
                <a:lnTo>
                  <a:pt x="110845" y="90779"/>
                </a:lnTo>
                <a:lnTo>
                  <a:pt x="110744" y="90538"/>
                </a:lnTo>
                <a:lnTo>
                  <a:pt x="110680" y="91440"/>
                </a:lnTo>
                <a:lnTo>
                  <a:pt x="111163" y="92710"/>
                </a:lnTo>
                <a:lnTo>
                  <a:pt x="106768" y="95402"/>
                </a:lnTo>
                <a:lnTo>
                  <a:pt x="101561" y="95402"/>
                </a:lnTo>
                <a:lnTo>
                  <a:pt x="100444" y="95694"/>
                </a:lnTo>
                <a:lnTo>
                  <a:pt x="108661" y="96520"/>
                </a:lnTo>
                <a:lnTo>
                  <a:pt x="111163" y="95402"/>
                </a:lnTo>
                <a:lnTo>
                  <a:pt x="111531" y="95402"/>
                </a:lnTo>
                <a:lnTo>
                  <a:pt x="111620" y="95694"/>
                </a:lnTo>
                <a:lnTo>
                  <a:pt x="111823" y="96685"/>
                </a:lnTo>
                <a:lnTo>
                  <a:pt x="111810" y="98348"/>
                </a:lnTo>
                <a:lnTo>
                  <a:pt x="112229" y="100457"/>
                </a:lnTo>
                <a:lnTo>
                  <a:pt x="111772" y="100457"/>
                </a:lnTo>
                <a:lnTo>
                  <a:pt x="108026" y="101600"/>
                </a:lnTo>
                <a:lnTo>
                  <a:pt x="112064" y="101600"/>
                </a:lnTo>
                <a:lnTo>
                  <a:pt x="111480" y="103771"/>
                </a:lnTo>
                <a:lnTo>
                  <a:pt x="111391" y="104140"/>
                </a:lnTo>
                <a:lnTo>
                  <a:pt x="111671" y="105549"/>
                </a:lnTo>
                <a:lnTo>
                  <a:pt x="110998" y="107480"/>
                </a:lnTo>
                <a:lnTo>
                  <a:pt x="110998" y="109321"/>
                </a:lnTo>
                <a:lnTo>
                  <a:pt x="110642" y="109321"/>
                </a:lnTo>
                <a:lnTo>
                  <a:pt x="110324" y="111290"/>
                </a:lnTo>
                <a:lnTo>
                  <a:pt x="110248" y="111760"/>
                </a:lnTo>
                <a:lnTo>
                  <a:pt x="110058" y="112280"/>
                </a:lnTo>
                <a:lnTo>
                  <a:pt x="109715" y="113157"/>
                </a:lnTo>
                <a:lnTo>
                  <a:pt x="108877" y="114312"/>
                </a:lnTo>
                <a:lnTo>
                  <a:pt x="108381" y="114160"/>
                </a:lnTo>
                <a:lnTo>
                  <a:pt x="108381" y="116840"/>
                </a:lnTo>
                <a:lnTo>
                  <a:pt x="107162" y="116840"/>
                </a:lnTo>
                <a:lnTo>
                  <a:pt x="106476" y="119202"/>
                </a:lnTo>
                <a:lnTo>
                  <a:pt x="106426" y="119380"/>
                </a:lnTo>
                <a:lnTo>
                  <a:pt x="105308" y="120650"/>
                </a:lnTo>
                <a:lnTo>
                  <a:pt x="101866" y="118110"/>
                </a:lnTo>
                <a:lnTo>
                  <a:pt x="97358" y="115570"/>
                </a:lnTo>
                <a:lnTo>
                  <a:pt x="95935" y="114312"/>
                </a:lnTo>
                <a:lnTo>
                  <a:pt x="94640" y="113157"/>
                </a:lnTo>
                <a:lnTo>
                  <a:pt x="94475" y="113157"/>
                </a:lnTo>
                <a:lnTo>
                  <a:pt x="94615" y="112280"/>
                </a:lnTo>
                <a:lnTo>
                  <a:pt x="94703" y="111760"/>
                </a:lnTo>
                <a:lnTo>
                  <a:pt x="95504" y="111760"/>
                </a:lnTo>
                <a:lnTo>
                  <a:pt x="95758" y="110490"/>
                </a:lnTo>
                <a:lnTo>
                  <a:pt x="100241" y="113157"/>
                </a:lnTo>
                <a:lnTo>
                  <a:pt x="100482" y="113157"/>
                </a:lnTo>
                <a:lnTo>
                  <a:pt x="104749" y="114312"/>
                </a:lnTo>
                <a:lnTo>
                  <a:pt x="108381" y="116840"/>
                </a:lnTo>
                <a:lnTo>
                  <a:pt x="108381" y="114160"/>
                </a:lnTo>
                <a:lnTo>
                  <a:pt x="100812" y="111760"/>
                </a:lnTo>
                <a:lnTo>
                  <a:pt x="96443" y="109321"/>
                </a:lnTo>
                <a:lnTo>
                  <a:pt x="96227" y="109321"/>
                </a:lnTo>
                <a:lnTo>
                  <a:pt x="96989" y="107950"/>
                </a:lnTo>
                <a:lnTo>
                  <a:pt x="96278" y="107950"/>
                </a:lnTo>
                <a:lnTo>
                  <a:pt x="95948" y="107950"/>
                </a:lnTo>
                <a:lnTo>
                  <a:pt x="95592" y="109232"/>
                </a:lnTo>
                <a:lnTo>
                  <a:pt x="95186" y="109105"/>
                </a:lnTo>
                <a:lnTo>
                  <a:pt x="95186" y="110490"/>
                </a:lnTo>
                <a:lnTo>
                  <a:pt x="94475" y="111760"/>
                </a:lnTo>
                <a:lnTo>
                  <a:pt x="94132" y="113042"/>
                </a:lnTo>
                <a:lnTo>
                  <a:pt x="89852" y="110490"/>
                </a:lnTo>
                <a:lnTo>
                  <a:pt x="87045" y="107950"/>
                </a:lnTo>
                <a:lnTo>
                  <a:pt x="85001" y="106680"/>
                </a:lnTo>
                <a:lnTo>
                  <a:pt x="83185" y="105549"/>
                </a:lnTo>
                <a:lnTo>
                  <a:pt x="83350" y="105549"/>
                </a:lnTo>
                <a:lnTo>
                  <a:pt x="86563" y="106680"/>
                </a:lnTo>
                <a:lnTo>
                  <a:pt x="91135" y="109321"/>
                </a:lnTo>
                <a:lnTo>
                  <a:pt x="91262" y="109321"/>
                </a:lnTo>
                <a:lnTo>
                  <a:pt x="94869" y="110490"/>
                </a:lnTo>
                <a:lnTo>
                  <a:pt x="95186" y="110490"/>
                </a:lnTo>
                <a:lnTo>
                  <a:pt x="95186" y="109105"/>
                </a:lnTo>
                <a:lnTo>
                  <a:pt x="91732" y="107950"/>
                </a:lnTo>
                <a:lnTo>
                  <a:pt x="88163" y="105549"/>
                </a:lnTo>
                <a:lnTo>
                  <a:pt x="88430" y="105549"/>
                </a:lnTo>
                <a:lnTo>
                  <a:pt x="83629" y="104140"/>
                </a:lnTo>
                <a:lnTo>
                  <a:pt x="87553" y="104140"/>
                </a:lnTo>
                <a:lnTo>
                  <a:pt x="92722" y="105549"/>
                </a:lnTo>
                <a:lnTo>
                  <a:pt x="96634" y="106680"/>
                </a:lnTo>
                <a:lnTo>
                  <a:pt x="96278" y="107950"/>
                </a:lnTo>
                <a:lnTo>
                  <a:pt x="96989" y="106680"/>
                </a:lnTo>
                <a:lnTo>
                  <a:pt x="101409" y="107950"/>
                </a:lnTo>
                <a:lnTo>
                  <a:pt x="105994" y="107950"/>
                </a:lnTo>
                <a:lnTo>
                  <a:pt x="110998" y="109321"/>
                </a:lnTo>
                <a:lnTo>
                  <a:pt x="110998" y="107480"/>
                </a:lnTo>
                <a:lnTo>
                  <a:pt x="110832" y="107950"/>
                </a:lnTo>
                <a:lnTo>
                  <a:pt x="106349" y="106680"/>
                </a:lnTo>
                <a:lnTo>
                  <a:pt x="102235" y="106680"/>
                </a:lnTo>
                <a:lnTo>
                  <a:pt x="98107" y="105549"/>
                </a:lnTo>
                <a:lnTo>
                  <a:pt x="97612" y="105549"/>
                </a:lnTo>
                <a:lnTo>
                  <a:pt x="97624" y="102870"/>
                </a:lnTo>
                <a:lnTo>
                  <a:pt x="98145" y="101600"/>
                </a:lnTo>
                <a:lnTo>
                  <a:pt x="102946" y="102870"/>
                </a:lnTo>
                <a:lnTo>
                  <a:pt x="107238" y="101600"/>
                </a:lnTo>
                <a:lnTo>
                  <a:pt x="108026" y="101600"/>
                </a:lnTo>
                <a:lnTo>
                  <a:pt x="103212" y="100457"/>
                </a:lnTo>
                <a:lnTo>
                  <a:pt x="97955" y="100457"/>
                </a:lnTo>
                <a:lnTo>
                  <a:pt x="97561" y="99453"/>
                </a:lnTo>
                <a:lnTo>
                  <a:pt x="97218" y="100076"/>
                </a:lnTo>
                <a:lnTo>
                  <a:pt x="97218" y="102870"/>
                </a:lnTo>
                <a:lnTo>
                  <a:pt x="97155" y="104140"/>
                </a:lnTo>
                <a:lnTo>
                  <a:pt x="96812" y="105422"/>
                </a:lnTo>
                <a:lnTo>
                  <a:pt x="92290" y="104140"/>
                </a:lnTo>
                <a:lnTo>
                  <a:pt x="87947" y="102870"/>
                </a:lnTo>
                <a:lnTo>
                  <a:pt x="83273" y="101600"/>
                </a:lnTo>
                <a:lnTo>
                  <a:pt x="92392" y="101600"/>
                </a:lnTo>
                <a:lnTo>
                  <a:pt x="97218" y="102870"/>
                </a:lnTo>
                <a:lnTo>
                  <a:pt x="97218" y="100076"/>
                </a:lnTo>
                <a:lnTo>
                  <a:pt x="97002" y="100457"/>
                </a:lnTo>
                <a:lnTo>
                  <a:pt x="84480" y="100457"/>
                </a:lnTo>
                <a:lnTo>
                  <a:pt x="85801" y="99060"/>
                </a:lnTo>
                <a:lnTo>
                  <a:pt x="84302" y="99060"/>
                </a:lnTo>
                <a:lnTo>
                  <a:pt x="87845" y="96685"/>
                </a:lnTo>
                <a:lnTo>
                  <a:pt x="87579" y="96685"/>
                </a:lnTo>
                <a:lnTo>
                  <a:pt x="91490" y="95402"/>
                </a:lnTo>
                <a:lnTo>
                  <a:pt x="87388" y="95402"/>
                </a:lnTo>
                <a:lnTo>
                  <a:pt x="83705" y="97790"/>
                </a:lnTo>
                <a:lnTo>
                  <a:pt x="84378" y="96685"/>
                </a:lnTo>
                <a:lnTo>
                  <a:pt x="85826" y="94348"/>
                </a:lnTo>
                <a:lnTo>
                  <a:pt x="82829" y="96520"/>
                </a:lnTo>
                <a:lnTo>
                  <a:pt x="83972" y="93980"/>
                </a:lnTo>
                <a:lnTo>
                  <a:pt x="84543" y="92710"/>
                </a:lnTo>
                <a:lnTo>
                  <a:pt x="88874" y="90297"/>
                </a:lnTo>
                <a:lnTo>
                  <a:pt x="89014" y="90297"/>
                </a:lnTo>
                <a:lnTo>
                  <a:pt x="91833" y="86372"/>
                </a:lnTo>
                <a:lnTo>
                  <a:pt x="93345" y="87630"/>
                </a:lnTo>
                <a:lnTo>
                  <a:pt x="93319" y="87845"/>
                </a:lnTo>
                <a:lnTo>
                  <a:pt x="93929" y="88900"/>
                </a:lnTo>
                <a:lnTo>
                  <a:pt x="90271" y="91440"/>
                </a:lnTo>
                <a:lnTo>
                  <a:pt x="86474" y="93878"/>
                </a:lnTo>
                <a:lnTo>
                  <a:pt x="90893" y="92710"/>
                </a:lnTo>
                <a:lnTo>
                  <a:pt x="94297" y="90297"/>
                </a:lnTo>
                <a:lnTo>
                  <a:pt x="94462" y="90297"/>
                </a:lnTo>
                <a:lnTo>
                  <a:pt x="95211" y="88900"/>
                </a:lnTo>
                <a:lnTo>
                  <a:pt x="99072" y="86360"/>
                </a:lnTo>
                <a:lnTo>
                  <a:pt x="97180" y="86360"/>
                </a:lnTo>
                <a:lnTo>
                  <a:pt x="94780" y="88900"/>
                </a:lnTo>
                <a:lnTo>
                  <a:pt x="93560" y="87630"/>
                </a:lnTo>
                <a:lnTo>
                  <a:pt x="93586" y="86360"/>
                </a:lnTo>
                <a:lnTo>
                  <a:pt x="97180" y="86360"/>
                </a:lnTo>
                <a:lnTo>
                  <a:pt x="98234" y="85242"/>
                </a:lnTo>
                <a:lnTo>
                  <a:pt x="100761" y="85242"/>
                </a:lnTo>
                <a:lnTo>
                  <a:pt x="102743" y="83947"/>
                </a:lnTo>
                <a:lnTo>
                  <a:pt x="106654" y="81318"/>
                </a:lnTo>
                <a:lnTo>
                  <a:pt x="107048" y="81686"/>
                </a:lnTo>
                <a:lnTo>
                  <a:pt x="107797" y="82638"/>
                </a:lnTo>
                <a:lnTo>
                  <a:pt x="108267" y="85242"/>
                </a:lnTo>
                <a:lnTo>
                  <a:pt x="100761" y="85242"/>
                </a:lnTo>
                <a:lnTo>
                  <a:pt x="99072" y="86360"/>
                </a:lnTo>
                <a:lnTo>
                  <a:pt x="108851" y="86360"/>
                </a:lnTo>
                <a:lnTo>
                  <a:pt x="108318" y="85242"/>
                </a:lnTo>
                <a:lnTo>
                  <a:pt x="108508" y="85242"/>
                </a:lnTo>
                <a:lnTo>
                  <a:pt x="108585" y="83947"/>
                </a:lnTo>
                <a:lnTo>
                  <a:pt x="108648" y="82638"/>
                </a:lnTo>
                <a:lnTo>
                  <a:pt x="107645" y="81686"/>
                </a:lnTo>
                <a:lnTo>
                  <a:pt x="107200" y="81318"/>
                </a:lnTo>
                <a:lnTo>
                  <a:pt x="109042" y="80022"/>
                </a:lnTo>
                <a:lnTo>
                  <a:pt x="110959" y="78740"/>
                </a:lnTo>
                <a:lnTo>
                  <a:pt x="114592" y="75044"/>
                </a:lnTo>
                <a:lnTo>
                  <a:pt x="115265" y="74561"/>
                </a:lnTo>
                <a:lnTo>
                  <a:pt x="118579" y="72390"/>
                </a:lnTo>
                <a:lnTo>
                  <a:pt x="120586" y="74561"/>
                </a:lnTo>
                <a:lnTo>
                  <a:pt x="119646" y="72390"/>
                </a:lnTo>
                <a:lnTo>
                  <a:pt x="123113" y="68707"/>
                </a:lnTo>
                <a:lnTo>
                  <a:pt x="123875" y="68160"/>
                </a:lnTo>
                <a:lnTo>
                  <a:pt x="127114" y="66040"/>
                </a:lnTo>
                <a:lnTo>
                  <a:pt x="130683" y="62230"/>
                </a:lnTo>
                <a:lnTo>
                  <a:pt x="133159" y="64770"/>
                </a:lnTo>
                <a:lnTo>
                  <a:pt x="134899" y="68160"/>
                </a:lnTo>
                <a:lnTo>
                  <a:pt x="135153" y="68707"/>
                </a:lnTo>
                <a:lnTo>
                  <a:pt x="136448" y="72390"/>
                </a:lnTo>
                <a:lnTo>
                  <a:pt x="133781" y="75044"/>
                </a:lnTo>
                <a:lnTo>
                  <a:pt x="137642" y="75044"/>
                </a:lnTo>
                <a:lnTo>
                  <a:pt x="139255" y="77470"/>
                </a:lnTo>
                <a:lnTo>
                  <a:pt x="140347" y="80518"/>
                </a:lnTo>
                <a:lnTo>
                  <a:pt x="140271" y="78740"/>
                </a:lnTo>
                <a:lnTo>
                  <a:pt x="140182" y="77470"/>
                </a:lnTo>
                <a:lnTo>
                  <a:pt x="138366" y="73672"/>
                </a:lnTo>
                <a:lnTo>
                  <a:pt x="139611" y="72390"/>
                </a:lnTo>
                <a:lnTo>
                  <a:pt x="140766" y="71221"/>
                </a:lnTo>
                <a:lnTo>
                  <a:pt x="140639" y="71221"/>
                </a:lnTo>
                <a:lnTo>
                  <a:pt x="146443" y="68707"/>
                </a:lnTo>
                <a:lnTo>
                  <a:pt x="146723" y="68707"/>
                </a:lnTo>
                <a:lnTo>
                  <a:pt x="146723" y="67310"/>
                </a:lnTo>
                <a:lnTo>
                  <a:pt x="144843" y="68160"/>
                </a:lnTo>
                <a:lnTo>
                  <a:pt x="143725" y="68707"/>
                </a:lnTo>
                <a:lnTo>
                  <a:pt x="138036" y="72390"/>
                </a:lnTo>
                <a:lnTo>
                  <a:pt x="135445" y="68707"/>
                </a:lnTo>
                <a:lnTo>
                  <a:pt x="135204" y="68160"/>
                </a:lnTo>
                <a:lnTo>
                  <a:pt x="133972" y="64770"/>
                </a:lnTo>
                <a:lnTo>
                  <a:pt x="131813" y="62230"/>
                </a:lnTo>
                <a:lnTo>
                  <a:pt x="132994" y="60960"/>
                </a:lnTo>
                <a:lnTo>
                  <a:pt x="135280" y="58496"/>
                </a:lnTo>
                <a:lnTo>
                  <a:pt x="139255" y="54737"/>
                </a:lnTo>
                <a:lnTo>
                  <a:pt x="142786" y="50939"/>
                </a:lnTo>
                <a:lnTo>
                  <a:pt x="143014" y="50939"/>
                </a:lnTo>
                <a:lnTo>
                  <a:pt x="144526" y="53340"/>
                </a:lnTo>
                <a:lnTo>
                  <a:pt x="145783" y="54737"/>
                </a:lnTo>
                <a:lnTo>
                  <a:pt x="146723" y="55880"/>
                </a:lnTo>
                <a:lnTo>
                  <a:pt x="146723" y="5473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bg object 85"/>
          <p:cNvSpPr/>
          <p:nvPr/>
        </p:nvSpPr>
        <p:spPr>
          <a:xfrm>
            <a:off x="1764164" y="760596"/>
            <a:ext cx="159385" cy="179705"/>
          </a:xfrm>
          <a:custGeom>
            <a:avLst/>
            <a:gdLst/>
            <a:ahLst/>
            <a:cxnLst/>
            <a:rect l="l" t="t" r="r" b="b"/>
            <a:pathLst>
              <a:path w="159385" h="179705">
                <a:moveTo>
                  <a:pt x="46240" y="0"/>
                </a:moveTo>
                <a:lnTo>
                  <a:pt x="42417" y="0"/>
                </a:lnTo>
                <a:lnTo>
                  <a:pt x="40017" y="571"/>
                </a:lnTo>
                <a:lnTo>
                  <a:pt x="0" y="31318"/>
                </a:lnTo>
                <a:lnTo>
                  <a:pt x="2979" y="31773"/>
                </a:lnTo>
                <a:lnTo>
                  <a:pt x="2819" y="31773"/>
                </a:lnTo>
                <a:lnTo>
                  <a:pt x="36309" y="50317"/>
                </a:lnTo>
                <a:lnTo>
                  <a:pt x="41089" y="64087"/>
                </a:lnTo>
                <a:lnTo>
                  <a:pt x="41192" y="64496"/>
                </a:lnTo>
                <a:lnTo>
                  <a:pt x="42164" y="72136"/>
                </a:lnTo>
                <a:lnTo>
                  <a:pt x="42189" y="72331"/>
                </a:lnTo>
                <a:lnTo>
                  <a:pt x="42494" y="80835"/>
                </a:lnTo>
                <a:lnTo>
                  <a:pt x="41659" y="96711"/>
                </a:lnTo>
                <a:lnTo>
                  <a:pt x="32740" y="144805"/>
                </a:lnTo>
                <a:lnTo>
                  <a:pt x="22542" y="179552"/>
                </a:lnTo>
                <a:lnTo>
                  <a:pt x="159156" y="179552"/>
                </a:lnTo>
                <a:lnTo>
                  <a:pt x="159156" y="178803"/>
                </a:lnTo>
                <a:lnTo>
                  <a:pt x="24980" y="178803"/>
                </a:lnTo>
                <a:lnTo>
                  <a:pt x="24147" y="178511"/>
                </a:lnTo>
                <a:lnTo>
                  <a:pt x="24002" y="178511"/>
                </a:lnTo>
                <a:lnTo>
                  <a:pt x="24002" y="177431"/>
                </a:lnTo>
                <a:lnTo>
                  <a:pt x="25450" y="177431"/>
                </a:lnTo>
                <a:lnTo>
                  <a:pt x="27891" y="170299"/>
                </a:lnTo>
                <a:lnTo>
                  <a:pt x="38356" y="129960"/>
                </a:lnTo>
                <a:lnTo>
                  <a:pt x="44575" y="80835"/>
                </a:lnTo>
                <a:lnTo>
                  <a:pt x="44264" y="72331"/>
                </a:lnTo>
                <a:lnTo>
                  <a:pt x="38854" y="50977"/>
                </a:lnTo>
                <a:lnTo>
                  <a:pt x="37744" y="50977"/>
                </a:lnTo>
                <a:lnTo>
                  <a:pt x="38633" y="50469"/>
                </a:lnTo>
                <a:lnTo>
                  <a:pt x="11408" y="31457"/>
                </a:lnTo>
                <a:lnTo>
                  <a:pt x="3187" y="31457"/>
                </a:lnTo>
                <a:lnTo>
                  <a:pt x="2565" y="30645"/>
                </a:lnTo>
                <a:lnTo>
                  <a:pt x="2667" y="29946"/>
                </a:lnTo>
                <a:lnTo>
                  <a:pt x="2717" y="29603"/>
                </a:lnTo>
                <a:lnTo>
                  <a:pt x="5602" y="29603"/>
                </a:lnTo>
                <a:lnTo>
                  <a:pt x="40752" y="2608"/>
                </a:lnTo>
                <a:lnTo>
                  <a:pt x="40474" y="1498"/>
                </a:lnTo>
                <a:lnTo>
                  <a:pt x="57999" y="1498"/>
                </a:lnTo>
                <a:lnTo>
                  <a:pt x="53605" y="571"/>
                </a:lnTo>
                <a:lnTo>
                  <a:pt x="54287" y="571"/>
                </a:lnTo>
                <a:lnTo>
                  <a:pt x="46240" y="0"/>
                </a:lnTo>
                <a:close/>
              </a:path>
              <a:path w="159385" h="179705">
                <a:moveTo>
                  <a:pt x="25450" y="177431"/>
                </a:moveTo>
                <a:lnTo>
                  <a:pt x="24002" y="177431"/>
                </a:lnTo>
                <a:lnTo>
                  <a:pt x="24002" y="178511"/>
                </a:lnTo>
                <a:lnTo>
                  <a:pt x="24147" y="178511"/>
                </a:lnTo>
                <a:lnTo>
                  <a:pt x="24980" y="178803"/>
                </a:lnTo>
                <a:lnTo>
                  <a:pt x="25450" y="177431"/>
                </a:lnTo>
                <a:close/>
              </a:path>
              <a:path w="159385" h="179705">
                <a:moveTo>
                  <a:pt x="157060" y="177431"/>
                </a:moveTo>
                <a:lnTo>
                  <a:pt x="25450" y="177431"/>
                </a:lnTo>
                <a:lnTo>
                  <a:pt x="25080" y="178511"/>
                </a:lnTo>
                <a:lnTo>
                  <a:pt x="24980" y="178803"/>
                </a:lnTo>
                <a:lnTo>
                  <a:pt x="159156" y="178803"/>
                </a:lnTo>
                <a:lnTo>
                  <a:pt x="159156" y="178511"/>
                </a:lnTo>
                <a:lnTo>
                  <a:pt x="157060" y="178511"/>
                </a:lnTo>
                <a:lnTo>
                  <a:pt x="157060" y="177431"/>
                </a:lnTo>
                <a:close/>
              </a:path>
              <a:path w="159385" h="179705">
                <a:moveTo>
                  <a:pt x="138850" y="29603"/>
                </a:moveTo>
                <a:lnTo>
                  <a:pt x="138403" y="29946"/>
                </a:lnTo>
                <a:lnTo>
                  <a:pt x="138074" y="30238"/>
                </a:lnTo>
                <a:lnTo>
                  <a:pt x="157060" y="51523"/>
                </a:lnTo>
                <a:lnTo>
                  <a:pt x="157060" y="178511"/>
                </a:lnTo>
                <a:lnTo>
                  <a:pt x="158114" y="178511"/>
                </a:lnTo>
                <a:lnTo>
                  <a:pt x="158114" y="177431"/>
                </a:lnTo>
                <a:lnTo>
                  <a:pt x="159156" y="177431"/>
                </a:lnTo>
                <a:lnTo>
                  <a:pt x="159156" y="50749"/>
                </a:lnTo>
                <a:lnTo>
                  <a:pt x="141232" y="30645"/>
                </a:lnTo>
                <a:lnTo>
                  <a:pt x="138889" y="30645"/>
                </a:lnTo>
                <a:lnTo>
                  <a:pt x="138850" y="29603"/>
                </a:lnTo>
                <a:close/>
              </a:path>
              <a:path w="159385" h="179705">
                <a:moveTo>
                  <a:pt x="159156" y="177431"/>
                </a:moveTo>
                <a:lnTo>
                  <a:pt x="158114" y="177431"/>
                </a:lnTo>
                <a:lnTo>
                  <a:pt x="158114" y="178511"/>
                </a:lnTo>
                <a:lnTo>
                  <a:pt x="159156" y="178511"/>
                </a:lnTo>
                <a:lnTo>
                  <a:pt x="159156" y="177431"/>
                </a:lnTo>
                <a:close/>
              </a:path>
              <a:path w="159385" h="179705">
                <a:moveTo>
                  <a:pt x="38651" y="50469"/>
                </a:moveTo>
                <a:lnTo>
                  <a:pt x="37744" y="50977"/>
                </a:lnTo>
                <a:lnTo>
                  <a:pt x="38387" y="50749"/>
                </a:lnTo>
                <a:lnTo>
                  <a:pt x="38749" y="50749"/>
                </a:lnTo>
                <a:lnTo>
                  <a:pt x="38651" y="50469"/>
                </a:lnTo>
                <a:close/>
              </a:path>
              <a:path w="159385" h="179705">
                <a:moveTo>
                  <a:pt x="38754" y="50749"/>
                </a:moveTo>
                <a:lnTo>
                  <a:pt x="38387" y="50749"/>
                </a:lnTo>
                <a:lnTo>
                  <a:pt x="37744" y="50977"/>
                </a:lnTo>
                <a:lnTo>
                  <a:pt x="38854" y="50977"/>
                </a:lnTo>
                <a:lnTo>
                  <a:pt x="38754" y="50749"/>
                </a:lnTo>
                <a:close/>
              </a:path>
              <a:path w="159385" h="179705">
                <a:moveTo>
                  <a:pt x="2717" y="29603"/>
                </a:moveTo>
                <a:lnTo>
                  <a:pt x="2667" y="29946"/>
                </a:lnTo>
                <a:lnTo>
                  <a:pt x="2565" y="30645"/>
                </a:lnTo>
                <a:lnTo>
                  <a:pt x="3080" y="31318"/>
                </a:lnTo>
                <a:lnTo>
                  <a:pt x="3187" y="31457"/>
                </a:lnTo>
                <a:lnTo>
                  <a:pt x="4974" y="30085"/>
                </a:lnTo>
                <a:lnTo>
                  <a:pt x="2717" y="29603"/>
                </a:lnTo>
                <a:close/>
              </a:path>
              <a:path w="159385" h="179705">
                <a:moveTo>
                  <a:pt x="4974" y="30085"/>
                </a:moveTo>
                <a:lnTo>
                  <a:pt x="3187" y="31457"/>
                </a:lnTo>
                <a:lnTo>
                  <a:pt x="11408" y="31457"/>
                </a:lnTo>
                <a:lnTo>
                  <a:pt x="4974" y="30085"/>
                </a:lnTo>
                <a:close/>
              </a:path>
              <a:path w="159385" h="179705">
                <a:moveTo>
                  <a:pt x="63009" y="2608"/>
                </a:moveTo>
                <a:lnTo>
                  <a:pt x="53278" y="2608"/>
                </a:lnTo>
                <a:lnTo>
                  <a:pt x="62107" y="4468"/>
                </a:lnTo>
                <a:lnTo>
                  <a:pt x="73395" y="8569"/>
                </a:lnTo>
                <a:lnTo>
                  <a:pt x="113479" y="25847"/>
                </a:lnTo>
                <a:lnTo>
                  <a:pt x="138492" y="30645"/>
                </a:lnTo>
                <a:lnTo>
                  <a:pt x="138074" y="30238"/>
                </a:lnTo>
                <a:lnTo>
                  <a:pt x="138791" y="29603"/>
                </a:lnTo>
                <a:lnTo>
                  <a:pt x="140304" y="29603"/>
                </a:lnTo>
                <a:lnTo>
                  <a:pt x="139352" y="28536"/>
                </a:lnTo>
                <a:lnTo>
                  <a:pt x="137909" y="28536"/>
                </a:lnTo>
                <a:lnTo>
                  <a:pt x="130619" y="27911"/>
                </a:lnTo>
                <a:lnTo>
                  <a:pt x="91287" y="15405"/>
                </a:lnTo>
                <a:lnTo>
                  <a:pt x="89720" y="14719"/>
                </a:lnTo>
                <a:lnTo>
                  <a:pt x="87198" y="14719"/>
                </a:lnTo>
                <a:lnTo>
                  <a:pt x="87519" y="14020"/>
                </a:lnTo>
                <a:lnTo>
                  <a:pt x="87600" y="13843"/>
                </a:lnTo>
                <a:lnTo>
                  <a:pt x="87744" y="13843"/>
                </a:lnTo>
                <a:lnTo>
                  <a:pt x="74231" y="6686"/>
                </a:lnTo>
                <a:lnTo>
                  <a:pt x="63009" y="2608"/>
                </a:lnTo>
                <a:close/>
              </a:path>
              <a:path w="159385" h="179705">
                <a:moveTo>
                  <a:pt x="140304" y="29603"/>
                </a:moveTo>
                <a:lnTo>
                  <a:pt x="138850" y="29603"/>
                </a:lnTo>
                <a:lnTo>
                  <a:pt x="138889" y="30645"/>
                </a:lnTo>
                <a:lnTo>
                  <a:pt x="141232" y="30645"/>
                </a:lnTo>
                <a:lnTo>
                  <a:pt x="140304" y="29603"/>
                </a:lnTo>
                <a:close/>
              </a:path>
              <a:path w="159385" h="179705">
                <a:moveTo>
                  <a:pt x="5602" y="29603"/>
                </a:moveTo>
                <a:lnTo>
                  <a:pt x="2717" y="29603"/>
                </a:lnTo>
                <a:lnTo>
                  <a:pt x="4974" y="30085"/>
                </a:lnTo>
                <a:lnTo>
                  <a:pt x="5602" y="29603"/>
                </a:lnTo>
                <a:close/>
              </a:path>
              <a:path w="159385" h="179705">
                <a:moveTo>
                  <a:pt x="87760" y="13843"/>
                </a:moveTo>
                <a:lnTo>
                  <a:pt x="87198" y="14719"/>
                </a:lnTo>
                <a:lnTo>
                  <a:pt x="89720" y="14719"/>
                </a:lnTo>
                <a:lnTo>
                  <a:pt x="88125" y="14020"/>
                </a:lnTo>
                <a:lnTo>
                  <a:pt x="87760" y="13843"/>
                </a:lnTo>
                <a:close/>
              </a:path>
              <a:path w="159385" h="179705">
                <a:moveTo>
                  <a:pt x="87744" y="13843"/>
                </a:moveTo>
                <a:lnTo>
                  <a:pt x="87600" y="13843"/>
                </a:lnTo>
                <a:lnTo>
                  <a:pt x="87519" y="14020"/>
                </a:lnTo>
                <a:lnTo>
                  <a:pt x="87744" y="13843"/>
                </a:lnTo>
                <a:close/>
              </a:path>
              <a:path w="159385" h="179705">
                <a:moveTo>
                  <a:pt x="40474" y="1498"/>
                </a:moveTo>
                <a:lnTo>
                  <a:pt x="40752" y="2608"/>
                </a:lnTo>
                <a:lnTo>
                  <a:pt x="41453" y="2070"/>
                </a:lnTo>
                <a:lnTo>
                  <a:pt x="40923" y="2070"/>
                </a:lnTo>
                <a:lnTo>
                  <a:pt x="40474" y="1498"/>
                </a:lnTo>
                <a:close/>
              </a:path>
              <a:path w="159385" h="179705">
                <a:moveTo>
                  <a:pt x="43040" y="2070"/>
                </a:moveTo>
                <a:lnTo>
                  <a:pt x="41453" y="2070"/>
                </a:lnTo>
                <a:lnTo>
                  <a:pt x="40752" y="2608"/>
                </a:lnTo>
                <a:lnTo>
                  <a:pt x="40240" y="2608"/>
                </a:lnTo>
                <a:lnTo>
                  <a:pt x="43040" y="2070"/>
                </a:lnTo>
                <a:close/>
              </a:path>
              <a:path w="159385" h="179705">
                <a:moveTo>
                  <a:pt x="57999" y="1498"/>
                </a:moveTo>
                <a:lnTo>
                  <a:pt x="40474" y="1498"/>
                </a:lnTo>
                <a:lnTo>
                  <a:pt x="40923" y="2070"/>
                </a:lnTo>
                <a:lnTo>
                  <a:pt x="46240" y="2070"/>
                </a:lnTo>
                <a:lnTo>
                  <a:pt x="53852" y="2608"/>
                </a:lnTo>
                <a:lnTo>
                  <a:pt x="63258" y="2608"/>
                </a:lnTo>
                <a:lnTo>
                  <a:pt x="57999" y="1498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bg object 86"/>
          <p:cNvSpPr/>
          <p:nvPr/>
        </p:nvSpPr>
        <p:spPr>
          <a:xfrm>
            <a:off x="1930425" y="759599"/>
            <a:ext cx="154940" cy="179705"/>
          </a:xfrm>
          <a:custGeom>
            <a:avLst/>
            <a:gdLst/>
            <a:ahLst/>
            <a:cxnLst/>
            <a:rect l="l" t="t" r="r" b="b"/>
            <a:pathLst>
              <a:path w="154939" h="179705">
                <a:moveTo>
                  <a:pt x="105636" y="0"/>
                </a:moveTo>
                <a:lnTo>
                  <a:pt x="97128" y="619"/>
                </a:lnTo>
                <a:lnTo>
                  <a:pt x="86655" y="5360"/>
                </a:lnTo>
                <a:lnTo>
                  <a:pt x="69837" y="15460"/>
                </a:lnTo>
                <a:lnTo>
                  <a:pt x="50185" y="24350"/>
                </a:lnTo>
                <a:lnTo>
                  <a:pt x="38255" y="28859"/>
                </a:lnTo>
                <a:lnTo>
                  <a:pt x="29207" y="30377"/>
                </a:lnTo>
                <a:lnTo>
                  <a:pt x="18199" y="30294"/>
                </a:lnTo>
                <a:lnTo>
                  <a:pt x="0" y="52087"/>
                </a:lnTo>
                <a:lnTo>
                  <a:pt x="12" y="179252"/>
                </a:lnTo>
                <a:lnTo>
                  <a:pt x="133045" y="179252"/>
                </a:lnTo>
                <a:lnTo>
                  <a:pt x="114592" y="124396"/>
                </a:lnTo>
                <a:lnTo>
                  <a:pt x="107011" y="92830"/>
                </a:lnTo>
                <a:lnTo>
                  <a:pt x="109015" y="72601"/>
                </a:lnTo>
                <a:lnTo>
                  <a:pt x="119316" y="51757"/>
                </a:lnTo>
                <a:lnTo>
                  <a:pt x="122959" y="42474"/>
                </a:lnTo>
                <a:lnTo>
                  <a:pt x="127836" y="37261"/>
                </a:lnTo>
                <a:lnTo>
                  <a:pt x="137245" y="34214"/>
                </a:lnTo>
                <a:lnTo>
                  <a:pt x="154482" y="31424"/>
                </a:lnTo>
                <a:lnTo>
                  <a:pt x="116560" y="2265"/>
                </a:lnTo>
                <a:lnTo>
                  <a:pt x="105636" y="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bg object 87"/>
          <p:cNvSpPr/>
          <p:nvPr/>
        </p:nvSpPr>
        <p:spPr>
          <a:xfrm>
            <a:off x="1930185" y="760366"/>
            <a:ext cx="157480" cy="179705"/>
          </a:xfrm>
          <a:custGeom>
            <a:avLst/>
            <a:gdLst/>
            <a:ahLst/>
            <a:cxnLst/>
            <a:rect l="l" t="t" r="r" b="b"/>
            <a:pathLst>
              <a:path w="157480" h="179705">
                <a:moveTo>
                  <a:pt x="69570" y="13830"/>
                </a:moveTo>
                <a:lnTo>
                  <a:pt x="69189" y="13982"/>
                </a:lnTo>
                <a:lnTo>
                  <a:pt x="68287" y="14414"/>
                </a:lnTo>
                <a:lnTo>
                  <a:pt x="56794" y="19443"/>
                </a:lnTo>
                <a:lnTo>
                  <a:pt x="19418" y="28740"/>
                </a:lnTo>
                <a:lnTo>
                  <a:pt x="17995" y="28740"/>
                </a:lnTo>
                <a:lnTo>
                  <a:pt x="0" y="50990"/>
                </a:lnTo>
                <a:lnTo>
                  <a:pt x="0" y="179527"/>
                </a:lnTo>
                <a:lnTo>
                  <a:pt x="990" y="179527"/>
                </a:lnTo>
                <a:lnTo>
                  <a:pt x="1016" y="177406"/>
                </a:lnTo>
                <a:lnTo>
                  <a:pt x="2070" y="177406"/>
                </a:lnTo>
                <a:lnTo>
                  <a:pt x="2070" y="51714"/>
                </a:lnTo>
                <a:lnTo>
                  <a:pt x="18973" y="30797"/>
                </a:lnTo>
                <a:lnTo>
                  <a:pt x="18453" y="30797"/>
                </a:lnTo>
                <a:lnTo>
                  <a:pt x="18478" y="29756"/>
                </a:lnTo>
                <a:lnTo>
                  <a:pt x="28892" y="29756"/>
                </a:lnTo>
                <a:lnTo>
                  <a:pt x="35353" y="28413"/>
                </a:lnTo>
                <a:lnTo>
                  <a:pt x="72361" y="14693"/>
                </a:lnTo>
                <a:lnTo>
                  <a:pt x="70116" y="14693"/>
                </a:lnTo>
                <a:lnTo>
                  <a:pt x="69666" y="13982"/>
                </a:lnTo>
                <a:lnTo>
                  <a:pt x="69570" y="13830"/>
                </a:lnTo>
                <a:close/>
              </a:path>
              <a:path w="157480" h="179705">
                <a:moveTo>
                  <a:pt x="2070" y="177406"/>
                </a:moveTo>
                <a:lnTo>
                  <a:pt x="1016" y="177406"/>
                </a:lnTo>
                <a:lnTo>
                  <a:pt x="1028" y="179527"/>
                </a:lnTo>
                <a:lnTo>
                  <a:pt x="134747" y="179527"/>
                </a:lnTo>
                <a:lnTo>
                  <a:pt x="134507" y="178803"/>
                </a:lnTo>
                <a:lnTo>
                  <a:pt x="132346" y="178803"/>
                </a:lnTo>
                <a:lnTo>
                  <a:pt x="132242" y="178485"/>
                </a:lnTo>
                <a:lnTo>
                  <a:pt x="2070" y="178485"/>
                </a:lnTo>
                <a:lnTo>
                  <a:pt x="2070" y="177406"/>
                </a:lnTo>
                <a:close/>
              </a:path>
              <a:path w="157480" h="179705">
                <a:moveTo>
                  <a:pt x="118682" y="50513"/>
                </a:moveTo>
                <a:lnTo>
                  <a:pt x="115954" y="56796"/>
                </a:lnTo>
                <a:lnTo>
                  <a:pt x="114122" y="64069"/>
                </a:lnTo>
                <a:lnTo>
                  <a:pt x="113099" y="72122"/>
                </a:lnTo>
                <a:lnTo>
                  <a:pt x="112776" y="80810"/>
                </a:lnTo>
                <a:lnTo>
                  <a:pt x="113616" y="96874"/>
                </a:lnTo>
                <a:lnTo>
                  <a:pt x="122567" y="145262"/>
                </a:lnTo>
                <a:lnTo>
                  <a:pt x="132346" y="178803"/>
                </a:lnTo>
                <a:lnTo>
                  <a:pt x="133263" y="178485"/>
                </a:lnTo>
                <a:lnTo>
                  <a:pt x="133337" y="177406"/>
                </a:lnTo>
                <a:lnTo>
                  <a:pt x="134022" y="177406"/>
                </a:lnTo>
                <a:lnTo>
                  <a:pt x="122721" y="137334"/>
                </a:lnTo>
                <a:lnTo>
                  <a:pt x="114795" y="80810"/>
                </a:lnTo>
                <a:lnTo>
                  <a:pt x="115114" y="72301"/>
                </a:lnTo>
                <a:lnTo>
                  <a:pt x="116119" y="64468"/>
                </a:lnTo>
                <a:lnTo>
                  <a:pt x="117881" y="57478"/>
                </a:lnTo>
                <a:lnTo>
                  <a:pt x="120378" y="51714"/>
                </a:lnTo>
                <a:lnTo>
                  <a:pt x="120671" y="50990"/>
                </a:lnTo>
                <a:lnTo>
                  <a:pt x="119630" y="50990"/>
                </a:lnTo>
                <a:lnTo>
                  <a:pt x="119132" y="50704"/>
                </a:lnTo>
                <a:lnTo>
                  <a:pt x="118682" y="50513"/>
                </a:lnTo>
                <a:close/>
              </a:path>
              <a:path w="157480" h="179705">
                <a:moveTo>
                  <a:pt x="134022" y="177406"/>
                </a:moveTo>
                <a:lnTo>
                  <a:pt x="133337" y="177406"/>
                </a:lnTo>
                <a:lnTo>
                  <a:pt x="133263" y="178485"/>
                </a:lnTo>
                <a:lnTo>
                  <a:pt x="132346" y="178803"/>
                </a:lnTo>
                <a:lnTo>
                  <a:pt x="134507" y="178803"/>
                </a:lnTo>
                <a:lnTo>
                  <a:pt x="134022" y="177406"/>
                </a:lnTo>
                <a:close/>
              </a:path>
              <a:path w="157480" h="179705">
                <a:moveTo>
                  <a:pt x="131887" y="177406"/>
                </a:moveTo>
                <a:lnTo>
                  <a:pt x="2070" y="177406"/>
                </a:lnTo>
                <a:lnTo>
                  <a:pt x="2070" y="178485"/>
                </a:lnTo>
                <a:lnTo>
                  <a:pt x="132242" y="178485"/>
                </a:lnTo>
                <a:lnTo>
                  <a:pt x="131887" y="177406"/>
                </a:lnTo>
                <a:close/>
              </a:path>
              <a:path w="157480" h="179705">
                <a:moveTo>
                  <a:pt x="154635" y="29603"/>
                </a:moveTo>
                <a:lnTo>
                  <a:pt x="120142" y="46329"/>
                </a:lnTo>
                <a:lnTo>
                  <a:pt x="118666" y="50513"/>
                </a:lnTo>
                <a:lnTo>
                  <a:pt x="118798" y="50513"/>
                </a:lnTo>
                <a:lnTo>
                  <a:pt x="119063" y="50704"/>
                </a:lnTo>
                <a:lnTo>
                  <a:pt x="119633" y="50990"/>
                </a:lnTo>
                <a:lnTo>
                  <a:pt x="120671" y="50990"/>
                </a:lnTo>
                <a:lnTo>
                  <a:pt x="122199" y="47104"/>
                </a:lnTo>
                <a:lnTo>
                  <a:pt x="127190" y="42811"/>
                </a:lnTo>
                <a:lnTo>
                  <a:pt x="131632" y="39560"/>
                </a:lnTo>
                <a:lnTo>
                  <a:pt x="137591" y="36423"/>
                </a:lnTo>
                <a:lnTo>
                  <a:pt x="145274" y="33696"/>
                </a:lnTo>
                <a:lnTo>
                  <a:pt x="154452" y="31765"/>
                </a:lnTo>
                <a:lnTo>
                  <a:pt x="154265" y="31765"/>
                </a:lnTo>
                <a:lnTo>
                  <a:pt x="156526" y="31432"/>
                </a:lnTo>
                <a:lnTo>
                  <a:pt x="154152" y="31432"/>
                </a:lnTo>
                <a:lnTo>
                  <a:pt x="152470" y="30141"/>
                </a:lnTo>
                <a:lnTo>
                  <a:pt x="154707" y="30141"/>
                </a:lnTo>
                <a:lnTo>
                  <a:pt x="154635" y="29603"/>
                </a:lnTo>
                <a:close/>
              </a:path>
              <a:path w="157480" h="179705">
                <a:moveTo>
                  <a:pt x="118490" y="1485"/>
                </a:moveTo>
                <a:lnTo>
                  <a:pt x="116865" y="1485"/>
                </a:lnTo>
                <a:lnTo>
                  <a:pt x="116533" y="2547"/>
                </a:lnTo>
                <a:lnTo>
                  <a:pt x="154152" y="31432"/>
                </a:lnTo>
                <a:lnTo>
                  <a:pt x="154654" y="30797"/>
                </a:lnTo>
                <a:lnTo>
                  <a:pt x="154707" y="30141"/>
                </a:lnTo>
                <a:lnTo>
                  <a:pt x="152106" y="30141"/>
                </a:lnTo>
                <a:lnTo>
                  <a:pt x="154635" y="29603"/>
                </a:lnTo>
                <a:lnTo>
                  <a:pt x="155071" y="29603"/>
                </a:lnTo>
                <a:lnTo>
                  <a:pt x="118490" y="1485"/>
                </a:lnTo>
                <a:close/>
              </a:path>
              <a:path w="157480" h="179705">
                <a:moveTo>
                  <a:pt x="155071" y="29603"/>
                </a:moveTo>
                <a:lnTo>
                  <a:pt x="154635" y="29603"/>
                </a:lnTo>
                <a:lnTo>
                  <a:pt x="154654" y="30797"/>
                </a:lnTo>
                <a:lnTo>
                  <a:pt x="154152" y="31432"/>
                </a:lnTo>
                <a:lnTo>
                  <a:pt x="157450" y="31432"/>
                </a:lnTo>
                <a:lnTo>
                  <a:pt x="155071" y="29603"/>
                </a:lnTo>
                <a:close/>
              </a:path>
              <a:path w="157480" h="179705">
                <a:moveTo>
                  <a:pt x="18478" y="29756"/>
                </a:moveTo>
                <a:lnTo>
                  <a:pt x="18453" y="30797"/>
                </a:lnTo>
                <a:lnTo>
                  <a:pt x="18973" y="30797"/>
                </a:lnTo>
                <a:lnTo>
                  <a:pt x="19291" y="30403"/>
                </a:lnTo>
                <a:lnTo>
                  <a:pt x="18478" y="29756"/>
                </a:lnTo>
                <a:close/>
              </a:path>
              <a:path w="157480" h="179705">
                <a:moveTo>
                  <a:pt x="28892" y="29756"/>
                </a:moveTo>
                <a:lnTo>
                  <a:pt x="18478" y="29756"/>
                </a:lnTo>
                <a:lnTo>
                  <a:pt x="19291" y="30403"/>
                </a:lnTo>
                <a:lnTo>
                  <a:pt x="19096" y="30645"/>
                </a:lnTo>
                <a:lnTo>
                  <a:pt x="18973" y="30797"/>
                </a:lnTo>
                <a:lnTo>
                  <a:pt x="19431" y="30797"/>
                </a:lnTo>
                <a:lnTo>
                  <a:pt x="27041" y="30141"/>
                </a:lnTo>
                <a:lnTo>
                  <a:pt x="28892" y="29756"/>
                </a:lnTo>
                <a:close/>
              </a:path>
              <a:path w="157480" h="179705">
                <a:moveTo>
                  <a:pt x="73994" y="13830"/>
                </a:moveTo>
                <a:lnTo>
                  <a:pt x="69726" y="13830"/>
                </a:lnTo>
                <a:lnTo>
                  <a:pt x="69990" y="14414"/>
                </a:lnTo>
                <a:lnTo>
                  <a:pt x="70116" y="14693"/>
                </a:lnTo>
                <a:lnTo>
                  <a:pt x="72361" y="14693"/>
                </a:lnTo>
                <a:lnTo>
                  <a:pt x="73994" y="13830"/>
                </a:lnTo>
                <a:close/>
              </a:path>
              <a:path w="157480" h="179705">
                <a:moveTo>
                  <a:pt x="104311" y="2547"/>
                </a:moveTo>
                <a:lnTo>
                  <a:pt x="94463" y="2547"/>
                </a:lnTo>
                <a:lnTo>
                  <a:pt x="83077" y="6681"/>
                </a:lnTo>
                <a:lnTo>
                  <a:pt x="69570" y="13830"/>
                </a:lnTo>
                <a:lnTo>
                  <a:pt x="69940" y="14414"/>
                </a:lnTo>
                <a:lnTo>
                  <a:pt x="69795" y="13982"/>
                </a:lnTo>
                <a:lnTo>
                  <a:pt x="69726" y="13830"/>
                </a:lnTo>
                <a:lnTo>
                  <a:pt x="73994" y="13830"/>
                </a:lnTo>
                <a:lnTo>
                  <a:pt x="83942" y="8567"/>
                </a:lnTo>
                <a:lnTo>
                  <a:pt x="95240" y="4462"/>
                </a:lnTo>
                <a:lnTo>
                  <a:pt x="104311" y="2547"/>
                </a:lnTo>
                <a:close/>
              </a:path>
              <a:path w="157480" h="179705">
                <a:moveTo>
                  <a:pt x="114909" y="0"/>
                </a:moveTo>
                <a:lnTo>
                  <a:pt x="111061" y="0"/>
                </a:lnTo>
                <a:lnTo>
                  <a:pt x="103196" y="558"/>
                </a:lnTo>
                <a:lnTo>
                  <a:pt x="103761" y="558"/>
                </a:lnTo>
                <a:lnTo>
                  <a:pt x="94332" y="2547"/>
                </a:lnTo>
                <a:lnTo>
                  <a:pt x="116077" y="2547"/>
                </a:lnTo>
                <a:lnTo>
                  <a:pt x="116865" y="1485"/>
                </a:lnTo>
                <a:lnTo>
                  <a:pt x="118490" y="1485"/>
                </a:lnTo>
                <a:lnTo>
                  <a:pt x="117284" y="558"/>
                </a:lnTo>
                <a:lnTo>
                  <a:pt x="114909" y="0"/>
                </a:lnTo>
                <a:close/>
              </a:path>
              <a:path w="157480" h="179705">
                <a:moveTo>
                  <a:pt x="116865" y="1485"/>
                </a:moveTo>
                <a:lnTo>
                  <a:pt x="116077" y="2547"/>
                </a:lnTo>
                <a:lnTo>
                  <a:pt x="116533" y="2547"/>
                </a:lnTo>
                <a:lnTo>
                  <a:pt x="116865" y="1485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bg object 88"/>
          <p:cNvSpPr/>
          <p:nvPr/>
        </p:nvSpPr>
        <p:spPr>
          <a:xfrm>
            <a:off x="1938756" y="832040"/>
            <a:ext cx="118110" cy="106045"/>
          </a:xfrm>
          <a:custGeom>
            <a:avLst/>
            <a:gdLst/>
            <a:ahLst/>
            <a:cxnLst/>
            <a:rect l="l" t="t" r="r" b="b"/>
            <a:pathLst>
              <a:path w="118110" h="106044">
                <a:moveTo>
                  <a:pt x="2641" y="36436"/>
                </a:moveTo>
                <a:lnTo>
                  <a:pt x="1676" y="36830"/>
                </a:lnTo>
                <a:lnTo>
                  <a:pt x="2641" y="36830"/>
                </a:lnTo>
                <a:lnTo>
                  <a:pt x="2641" y="36436"/>
                </a:lnTo>
                <a:close/>
              </a:path>
              <a:path w="118110" h="106044">
                <a:moveTo>
                  <a:pt x="3035" y="43180"/>
                </a:moveTo>
                <a:lnTo>
                  <a:pt x="2997" y="42672"/>
                </a:lnTo>
                <a:lnTo>
                  <a:pt x="2768" y="43180"/>
                </a:lnTo>
                <a:lnTo>
                  <a:pt x="3035" y="43180"/>
                </a:lnTo>
                <a:close/>
              </a:path>
              <a:path w="118110" h="106044">
                <a:moveTo>
                  <a:pt x="3733" y="50038"/>
                </a:moveTo>
                <a:lnTo>
                  <a:pt x="3352" y="50546"/>
                </a:lnTo>
                <a:lnTo>
                  <a:pt x="3670" y="50546"/>
                </a:lnTo>
                <a:lnTo>
                  <a:pt x="3733" y="50038"/>
                </a:lnTo>
                <a:close/>
              </a:path>
              <a:path w="118110" h="106044">
                <a:moveTo>
                  <a:pt x="3771" y="50546"/>
                </a:moveTo>
                <a:lnTo>
                  <a:pt x="3238" y="51054"/>
                </a:lnTo>
                <a:lnTo>
                  <a:pt x="3644" y="51054"/>
                </a:lnTo>
                <a:lnTo>
                  <a:pt x="3771" y="50546"/>
                </a:lnTo>
                <a:close/>
              </a:path>
              <a:path w="118110" h="106044">
                <a:moveTo>
                  <a:pt x="3797" y="37846"/>
                </a:moveTo>
                <a:lnTo>
                  <a:pt x="2959" y="37846"/>
                </a:lnTo>
                <a:lnTo>
                  <a:pt x="3530" y="38227"/>
                </a:lnTo>
                <a:lnTo>
                  <a:pt x="3797" y="37846"/>
                </a:lnTo>
                <a:close/>
              </a:path>
              <a:path w="118110" h="106044">
                <a:moveTo>
                  <a:pt x="3924" y="42672"/>
                </a:moveTo>
                <a:lnTo>
                  <a:pt x="3810" y="42037"/>
                </a:lnTo>
                <a:lnTo>
                  <a:pt x="3721" y="41529"/>
                </a:lnTo>
                <a:lnTo>
                  <a:pt x="3784" y="41021"/>
                </a:lnTo>
                <a:lnTo>
                  <a:pt x="3263" y="41529"/>
                </a:lnTo>
                <a:lnTo>
                  <a:pt x="3136" y="41529"/>
                </a:lnTo>
                <a:lnTo>
                  <a:pt x="2565" y="42037"/>
                </a:lnTo>
                <a:lnTo>
                  <a:pt x="2921" y="42672"/>
                </a:lnTo>
                <a:lnTo>
                  <a:pt x="3314" y="42672"/>
                </a:lnTo>
                <a:lnTo>
                  <a:pt x="3454" y="42760"/>
                </a:lnTo>
                <a:lnTo>
                  <a:pt x="3924" y="42672"/>
                </a:lnTo>
                <a:close/>
              </a:path>
              <a:path w="118110" h="106044">
                <a:moveTo>
                  <a:pt x="3949" y="35179"/>
                </a:moveTo>
                <a:lnTo>
                  <a:pt x="3746" y="35179"/>
                </a:lnTo>
                <a:lnTo>
                  <a:pt x="3771" y="34671"/>
                </a:lnTo>
                <a:lnTo>
                  <a:pt x="3530" y="34671"/>
                </a:lnTo>
                <a:lnTo>
                  <a:pt x="3429" y="34925"/>
                </a:lnTo>
                <a:lnTo>
                  <a:pt x="3378" y="34671"/>
                </a:lnTo>
                <a:lnTo>
                  <a:pt x="2819" y="35179"/>
                </a:lnTo>
                <a:lnTo>
                  <a:pt x="3048" y="35179"/>
                </a:lnTo>
                <a:lnTo>
                  <a:pt x="3479" y="35433"/>
                </a:lnTo>
                <a:lnTo>
                  <a:pt x="3619" y="35521"/>
                </a:lnTo>
                <a:lnTo>
                  <a:pt x="3949" y="35179"/>
                </a:lnTo>
                <a:close/>
              </a:path>
              <a:path w="118110" h="106044">
                <a:moveTo>
                  <a:pt x="4051" y="43688"/>
                </a:moveTo>
                <a:lnTo>
                  <a:pt x="3657" y="43688"/>
                </a:lnTo>
                <a:lnTo>
                  <a:pt x="3581" y="43180"/>
                </a:lnTo>
                <a:lnTo>
                  <a:pt x="3429" y="43688"/>
                </a:lnTo>
                <a:lnTo>
                  <a:pt x="3340" y="44196"/>
                </a:lnTo>
                <a:lnTo>
                  <a:pt x="3746" y="44196"/>
                </a:lnTo>
                <a:lnTo>
                  <a:pt x="4051" y="43688"/>
                </a:lnTo>
                <a:close/>
              </a:path>
              <a:path w="118110" h="106044">
                <a:moveTo>
                  <a:pt x="4089" y="32753"/>
                </a:moveTo>
                <a:lnTo>
                  <a:pt x="4038" y="32512"/>
                </a:lnTo>
                <a:lnTo>
                  <a:pt x="3467" y="32512"/>
                </a:lnTo>
                <a:lnTo>
                  <a:pt x="4089" y="32753"/>
                </a:lnTo>
                <a:close/>
              </a:path>
              <a:path w="118110" h="106044">
                <a:moveTo>
                  <a:pt x="4940" y="52705"/>
                </a:moveTo>
                <a:lnTo>
                  <a:pt x="4800" y="52463"/>
                </a:lnTo>
                <a:lnTo>
                  <a:pt x="4711" y="52705"/>
                </a:lnTo>
                <a:lnTo>
                  <a:pt x="4940" y="52705"/>
                </a:lnTo>
                <a:close/>
              </a:path>
              <a:path w="118110" h="106044">
                <a:moveTo>
                  <a:pt x="5143" y="32512"/>
                </a:moveTo>
                <a:lnTo>
                  <a:pt x="4724" y="32994"/>
                </a:lnTo>
                <a:lnTo>
                  <a:pt x="5118" y="33147"/>
                </a:lnTo>
                <a:lnTo>
                  <a:pt x="5143" y="32512"/>
                </a:lnTo>
                <a:close/>
              </a:path>
              <a:path w="118110" h="106044">
                <a:moveTo>
                  <a:pt x="5511" y="45212"/>
                </a:moveTo>
                <a:lnTo>
                  <a:pt x="4546" y="45212"/>
                </a:lnTo>
                <a:lnTo>
                  <a:pt x="3136" y="45212"/>
                </a:lnTo>
                <a:lnTo>
                  <a:pt x="5397" y="45707"/>
                </a:lnTo>
                <a:lnTo>
                  <a:pt x="5511" y="45212"/>
                </a:lnTo>
                <a:close/>
              </a:path>
              <a:path w="118110" h="106044">
                <a:moveTo>
                  <a:pt x="5994" y="57023"/>
                </a:moveTo>
                <a:lnTo>
                  <a:pt x="5943" y="56769"/>
                </a:lnTo>
                <a:lnTo>
                  <a:pt x="5803" y="56769"/>
                </a:lnTo>
                <a:lnTo>
                  <a:pt x="5803" y="57023"/>
                </a:lnTo>
                <a:lnTo>
                  <a:pt x="5994" y="57023"/>
                </a:lnTo>
                <a:close/>
              </a:path>
              <a:path w="118110" h="106044">
                <a:moveTo>
                  <a:pt x="6121" y="57023"/>
                </a:moveTo>
                <a:lnTo>
                  <a:pt x="5994" y="57023"/>
                </a:lnTo>
                <a:lnTo>
                  <a:pt x="6045" y="57277"/>
                </a:lnTo>
                <a:lnTo>
                  <a:pt x="6121" y="57023"/>
                </a:lnTo>
                <a:close/>
              </a:path>
              <a:path w="118110" h="106044">
                <a:moveTo>
                  <a:pt x="6451" y="52197"/>
                </a:moveTo>
                <a:lnTo>
                  <a:pt x="6057" y="52197"/>
                </a:lnTo>
                <a:lnTo>
                  <a:pt x="5930" y="52197"/>
                </a:lnTo>
                <a:lnTo>
                  <a:pt x="5664" y="52705"/>
                </a:lnTo>
                <a:lnTo>
                  <a:pt x="5410" y="53213"/>
                </a:lnTo>
                <a:lnTo>
                  <a:pt x="5880" y="52705"/>
                </a:lnTo>
                <a:lnTo>
                  <a:pt x="6451" y="52197"/>
                </a:lnTo>
                <a:close/>
              </a:path>
              <a:path w="118110" h="106044">
                <a:moveTo>
                  <a:pt x="6718" y="56515"/>
                </a:moveTo>
                <a:lnTo>
                  <a:pt x="6299" y="56769"/>
                </a:lnTo>
                <a:lnTo>
                  <a:pt x="6502" y="56769"/>
                </a:lnTo>
                <a:lnTo>
                  <a:pt x="6718" y="56515"/>
                </a:lnTo>
                <a:close/>
              </a:path>
              <a:path w="118110" h="106044">
                <a:moveTo>
                  <a:pt x="6731" y="56769"/>
                </a:moveTo>
                <a:lnTo>
                  <a:pt x="6502" y="56769"/>
                </a:lnTo>
                <a:lnTo>
                  <a:pt x="6337" y="56883"/>
                </a:lnTo>
                <a:lnTo>
                  <a:pt x="6337" y="57023"/>
                </a:lnTo>
                <a:lnTo>
                  <a:pt x="6731" y="56769"/>
                </a:lnTo>
                <a:close/>
              </a:path>
              <a:path w="118110" h="106044">
                <a:moveTo>
                  <a:pt x="6756" y="33655"/>
                </a:moveTo>
                <a:lnTo>
                  <a:pt x="6718" y="33147"/>
                </a:lnTo>
                <a:lnTo>
                  <a:pt x="5435" y="33147"/>
                </a:lnTo>
                <a:lnTo>
                  <a:pt x="6756" y="33655"/>
                </a:lnTo>
                <a:close/>
              </a:path>
              <a:path w="118110" h="106044">
                <a:moveTo>
                  <a:pt x="7213" y="42672"/>
                </a:moveTo>
                <a:lnTo>
                  <a:pt x="7099" y="42037"/>
                </a:lnTo>
                <a:lnTo>
                  <a:pt x="6769" y="42672"/>
                </a:lnTo>
                <a:lnTo>
                  <a:pt x="7213" y="42672"/>
                </a:lnTo>
                <a:close/>
              </a:path>
              <a:path w="118110" h="106044">
                <a:moveTo>
                  <a:pt x="7658" y="40017"/>
                </a:moveTo>
                <a:lnTo>
                  <a:pt x="7480" y="40068"/>
                </a:lnTo>
                <a:lnTo>
                  <a:pt x="7658" y="40017"/>
                </a:lnTo>
                <a:close/>
              </a:path>
              <a:path w="118110" h="106044">
                <a:moveTo>
                  <a:pt x="8572" y="58420"/>
                </a:moveTo>
                <a:lnTo>
                  <a:pt x="8547" y="58039"/>
                </a:lnTo>
                <a:lnTo>
                  <a:pt x="8064" y="58039"/>
                </a:lnTo>
                <a:lnTo>
                  <a:pt x="7531" y="58674"/>
                </a:lnTo>
                <a:lnTo>
                  <a:pt x="7467" y="58889"/>
                </a:lnTo>
                <a:lnTo>
                  <a:pt x="8293" y="58674"/>
                </a:lnTo>
                <a:lnTo>
                  <a:pt x="8178" y="58420"/>
                </a:lnTo>
                <a:lnTo>
                  <a:pt x="8572" y="58420"/>
                </a:lnTo>
                <a:close/>
              </a:path>
              <a:path w="118110" h="106044">
                <a:moveTo>
                  <a:pt x="8928" y="59690"/>
                </a:moveTo>
                <a:lnTo>
                  <a:pt x="8712" y="59436"/>
                </a:lnTo>
                <a:lnTo>
                  <a:pt x="8432" y="59436"/>
                </a:lnTo>
                <a:lnTo>
                  <a:pt x="8407" y="59944"/>
                </a:lnTo>
                <a:lnTo>
                  <a:pt x="8928" y="59690"/>
                </a:lnTo>
                <a:close/>
              </a:path>
              <a:path w="118110" h="106044">
                <a:moveTo>
                  <a:pt x="9067" y="28321"/>
                </a:moveTo>
                <a:lnTo>
                  <a:pt x="9017" y="28181"/>
                </a:lnTo>
                <a:lnTo>
                  <a:pt x="8547" y="27978"/>
                </a:lnTo>
                <a:lnTo>
                  <a:pt x="8712" y="28321"/>
                </a:lnTo>
                <a:lnTo>
                  <a:pt x="9067" y="28321"/>
                </a:lnTo>
                <a:close/>
              </a:path>
              <a:path w="118110" h="106044">
                <a:moveTo>
                  <a:pt x="9372" y="58928"/>
                </a:moveTo>
                <a:lnTo>
                  <a:pt x="9017" y="58928"/>
                </a:lnTo>
                <a:lnTo>
                  <a:pt x="9271" y="59105"/>
                </a:lnTo>
                <a:lnTo>
                  <a:pt x="9372" y="58928"/>
                </a:lnTo>
                <a:close/>
              </a:path>
              <a:path w="118110" h="106044">
                <a:moveTo>
                  <a:pt x="9982" y="29337"/>
                </a:moveTo>
                <a:lnTo>
                  <a:pt x="9804" y="29337"/>
                </a:lnTo>
                <a:lnTo>
                  <a:pt x="9956" y="29337"/>
                </a:lnTo>
                <a:close/>
              </a:path>
              <a:path w="118110" h="106044">
                <a:moveTo>
                  <a:pt x="10223" y="61087"/>
                </a:moveTo>
                <a:lnTo>
                  <a:pt x="10185" y="60960"/>
                </a:lnTo>
                <a:lnTo>
                  <a:pt x="10121" y="60706"/>
                </a:lnTo>
                <a:lnTo>
                  <a:pt x="9588" y="60960"/>
                </a:lnTo>
                <a:lnTo>
                  <a:pt x="9804" y="60960"/>
                </a:lnTo>
                <a:lnTo>
                  <a:pt x="9956" y="61010"/>
                </a:lnTo>
                <a:lnTo>
                  <a:pt x="10223" y="61087"/>
                </a:lnTo>
                <a:close/>
              </a:path>
              <a:path w="118110" h="106044">
                <a:moveTo>
                  <a:pt x="10820" y="23622"/>
                </a:moveTo>
                <a:lnTo>
                  <a:pt x="10071" y="23622"/>
                </a:lnTo>
                <a:lnTo>
                  <a:pt x="10807" y="23888"/>
                </a:lnTo>
                <a:lnTo>
                  <a:pt x="10820" y="23622"/>
                </a:lnTo>
                <a:close/>
              </a:path>
              <a:path w="118110" h="106044">
                <a:moveTo>
                  <a:pt x="11176" y="59690"/>
                </a:moveTo>
                <a:lnTo>
                  <a:pt x="10337" y="59944"/>
                </a:lnTo>
                <a:lnTo>
                  <a:pt x="10782" y="59944"/>
                </a:lnTo>
                <a:lnTo>
                  <a:pt x="10858" y="60083"/>
                </a:lnTo>
                <a:lnTo>
                  <a:pt x="11176" y="59690"/>
                </a:lnTo>
                <a:close/>
              </a:path>
              <a:path w="118110" h="106044">
                <a:moveTo>
                  <a:pt x="11290" y="61214"/>
                </a:moveTo>
                <a:lnTo>
                  <a:pt x="11125" y="61214"/>
                </a:lnTo>
                <a:lnTo>
                  <a:pt x="11290" y="61214"/>
                </a:lnTo>
                <a:close/>
              </a:path>
              <a:path w="118110" h="106044">
                <a:moveTo>
                  <a:pt x="12509" y="23888"/>
                </a:moveTo>
                <a:lnTo>
                  <a:pt x="12344" y="23622"/>
                </a:lnTo>
                <a:lnTo>
                  <a:pt x="11595" y="23622"/>
                </a:lnTo>
                <a:lnTo>
                  <a:pt x="12509" y="23888"/>
                </a:lnTo>
                <a:close/>
              </a:path>
              <a:path w="118110" h="106044">
                <a:moveTo>
                  <a:pt x="13030" y="24638"/>
                </a:moveTo>
                <a:lnTo>
                  <a:pt x="12941" y="24130"/>
                </a:lnTo>
                <a:lnTo>
                  <a:pt x="12687" y="24130"/>
                </a:lnTo>
                <a:lnTo>
                  <a:pt x="13030" y="24638"/>
                </a:lnTo>
                <a:close/>
              </a:path>
              <a:path w="118110" h="106044">
                <a:moveTo>
                  <a:pt x="16154" y="95377"/>
                </a:moveTo>
                <a:lnTo>
                  <a:pt x="15913" y="95377"/>
                </a:lnTo>
                <a:lnTo>
                  <a:pt x="16154" y="95440"/>
                </a:lnTo>
                <a:close/>
              </a:path>
              <a:path w="118110" h="106044">
                <a:moveTo>
                  <a:pt x="17729" y="97282"/>
                </a:moveTo>
                <a:lnTo>
                  <a:pt x="17208" y="97282"/>
                </a:lnTo>
                <a:lnTo>
                  <a:pt x="17106" y="97409"/>
                </a:lnTo>
                <a:lnTo>
                  <a:pt x="17272" y="97409"/>
                </a:lnTo>
                <a:lnTo>
                  <a:pt x="17729" y="97282"/>
                </a:lnTo>
                <a:close/>
              </a:path>
              <a:path w="118110" h="106044">
                <a:moveTo>
                  <a:pt x="17754" y="96774"/>
                </a:moveTo>
                <a:lnTo>
                  <a:pt x="17437" y="96901"/>
                </a:lnTo>
                <a:lnTo>
                  <a:pt x="17716" y="97028"/>
                </a:lnTo>
                <a:lnTo>
                  <a:pt x="17754" y="96774"/>
                </a:lnTo>
                <a:close/>
              </a:path>
              <a:path w="118110" h="106044">
                <a:moveTo>
                  <a:pt x="18338" y="94107"/>
                </a:moveTo>
                <a:lnTo>
                  <a:pt x="17792" y="94488"/>
                </a:lnTo>
                <a:lnTo>
                  <a:pt x="18122" y="94361"/>
                </a:lnTo>
                <a:lnTo>
                  <a:pt x="18249" y="94361"/>
                </a:lnTo>
                <a:lnTo>
                  <a:pt x="18338" y="94107"/>
                </a:lnTo>
                <a:close/>
              </a:path>
              <a:path w="118110" h="106044">
                <a:moveTo>
                  <a:pt x="18338" y="66802"/>
                </a:moveTo>
                <a:lnTo>
                  <a:pt x="18122" y="66802"/>
                </a:lnTo>
                <a:lnTo>
                  <a:pt x="18173" y="66548"/>
                </a:lnTo>
                <a:lnTo>
                  <a:pt x="17957" y="66662"/>
                </a:lnTo>
                <a:lnTo>
                  <a:pt x="17678" y="66802"/>
                </a:lnTo>
                <a:lnTo>
                  <a:pt x="17856" y="66929"/>
                </a:lnTo>
                <a:lnTo>
                  <a:pt x="18046" y="67056"/>
                </a:lnTo>
                <a:lnTo>
                  <a:pt x="18262" y="67056"/>
                </a:lnTo>
                <a:lnTo>
                  <a:pt x="18338" y="66802"/>
                </a:lnTo>
                <a:close/>
              </a:path>
              <a:path w="118110" h="106044">
                <a:moveTo>
                  <a:pt x="18757" y="94107"/>
                </a:moveTo>
                <a:lnTo>
                  <a:pt x="18580" y="94107"/>
                </a:lnTo>
                <a:lnTo>
                  <a:pt x="18529" y="94234"/>
                </a:lnTo>
                <a:lnTo>
                  <a:pt x="18757" y="94107"/>
                </a:lnTo>
                <a:close/>
              </a:path>
              <a:path w="118110" h="106044">
                <a:moveTo>
                  <a:pt x="18846" y="20955"/>
                </a:moveTo>
                <a:lnTo>
                  <a:pt x="18364" y="20955"/>
                </a:lnTo>
                <a:lnTo>
                  <a:pt x="18275" y="21463"/>
                </a:lnTo>
                <a:lnTo>
                  <a:pt x="18846" y="20955"/>
                </a:lnTo>
                <a:close/>
              </a:path>
              <a:path w="118110" h="106044">
                <a:moveTo>
                  <a:pt x="19697" y="67056"/>
                </a:moveTo>
                <a:lnTo>
                  <a:pt x="19596" y="67221"/>
                </a:lnTo>
                <a:lnTo>
                  <a:pt x="19697" y="67056"/>
                </a:lnTo>
                <a:close/>
              </a:path>
              <a:path w="118110" h="106044">
                <a:moveTo>
                  <a:pt x="19697" y="18288"/>
                </a:moveTo>
                <a:lnTo>
                  <a:pt x="19367" y="18288"/>
                </a:lnTo>
                <a:lnTo>
                  <a:pt x="18973" y="18669"/>
                </a:lnTo>
                <a:lnTo>
                  <a:pt x="18846" y="18796"/>
                </a:lnTo>
                <a:lnTo>
                  <a:pt x="19265" y="18796"/>
                </a:lnTo>
                <a:lnTo>
                  <a:pt x="18846" y="19304"/>
                </a:lnTo>
                <a:lnTo>
                  <a:pt x="19405" y="19812"/>
                </a:lnTo>
                <a:lnTo>
                  <a:pt x="19545" y="19304"/>
                </a:lnTo>
                <a:lnTo>
                  <a:pt x="19558" y="18796"/>
                </a:lnTo>
                <a:lnTo>
                  <a:pt x="19570" y="18529"/>
                </a:lnTo>
                <a:lnTo>
                  <a:pt x="19697" y="18288"/>
                </a:lnTo>
                <a:close/>
              </a:path>
              <a:path w="118110" h="106044">
                <a:moveTo>
                  <a:pt x="20662" y="95885"/>
                </a:moveTo>
                <a:lnTo>
                  <a:pt x="20256" y="95758"/>
                </a:lnTo>
                <a:lnTo>
                  <a:pt x="20205" y="96012"/>
                </a:lnTo>
                <a:lnTo>
                  <a:pt x="20662" y="95885"/>
                </a:lnTo>
                <a:close/>
              </a:path>
              <a:path w="118110" h="106044">
                <a:moveTo>
                  <a:pt x="21869" y="94234"/>
                </a:moveTo>
                <a:lnTo>
                  <a:pt x="21818" y="94107"/>
                </a:lnTo>
                <a:lnTo>
                  <a:pt x="21310" y="94234"/>
                </a:lnTo>
                <a:lnTo>
                  <a:pt x="21450" y="94361"/>
                </a:lnTo>
                <a:lnTo>
                  <a:pt x="21450" y="94488"/>
                </a:lnTo>
                <a:lnTo>
                  <a:pt x="21869" y="94234"/>
                </a:lnTo>
                <a:close/>
              </a:path>
              <a:path w="118110" h="106044">
                <a:moveTo>
                  <a:pt x="22694" y="95377"/>
                </a:moveTo>
                <a:lnTo>
                  <a:pt x="22275" y="95377"/>
                </a:lnTo>
                <a:lnTo>
                  <a:pt x="22275" y="95631"/>
                </a:lnTo>
                <a:lnTo>
                  <a:pt x="22694" y="95377"/>
                </a:lnTo>
                <a:close/>
              </a:path>
              <a:path w="118110" h="106044">
                <a:moveTo>
                  <a:pt x="22771" y="16129"/>
                </a:moveTo>
                <a:lnTo>
                  <a:pt x="22186" y="16129"/>
                </a:lnTo>
                <a:lnTo>
                  <a:pt x="22542" y="16471"/>
                </a:lnTo>
                <a:lnTo>
                  <a:pt x="22771" y="16129"/>
                </a:lnTo>
                <a:close/>
              </a:path>
              <a:path w="118110" h="106044">
                <a:moveTo>
                  <a:pt x="23114" y="95123"/>
                </a:moveTo>
                <a:lnTo>
                  <a:pt x="22694" y="95377"/>
                </a:lnTo>
                <a:lnTo>
                  <a:pt x="22999" y="95377"/>
                </a:lnTo>
                <a:lnTo>
                  <a:pt x="23114" y="95123"/>
                </a:lnTo>
                <a:close/>
              </a:path>
              <a:path w="118110" h="106044">
                <a:moveTo>
                  <a:pt x="23710" y="95377"/>
                </a:moveTo>
                <a:lnTo>
                  <a:pt x="23317" y="95377"/>
                </a:lnTo>
                <a:lnTo>
                  <a:pt x="23482" y="95631"/>
                </a:lnTo>
                <a:lnTo>
                  <a:pt x="23609" y="95631"/>
                </a:lnTo>
                <a:lnTo>
                  <a:pt x="23710" y="95377"/>
                </a:lnTo>
                <a:close/>
              </a:path>
              <a:path w="118110" h="106044">
                <a:moveTo>
                  <a:pt x="23863" y="94361"/>
                </a:moveTo>
                <a:lnTo>
                  <a:pt x="23749" y="93853"/>
                </a:lnTo>
                <a:lnTo>
                  <a:pt x="23355" y="94107"/>
                </a:lnTo>
                <a:lnTo>
                  <a:pt x="23647" y="94107"/>
                </a:lnTo>
                <a:lnTo>
                  <a:pt x="23685" y="94234"/>
                </a:lnTo>
                <a:lnTo>
                  <a:pt x="23863" y="94361"/>
                </a:lnTo>
                <a:close/>
              </a:path>
              <a:path w="118110" h="106044">
                <a:moveTo>
                  <a:pt x="24587" y="94107"/>
                </a:moveTo>
                <a:lnTo>
                  <a:pt x="24180" y="94107"/>
                </a:lnTo>
                <a:lnTo>
                  <a:pt x="24345" y="94234"/>
                </a:lnTo>
                <a:lnTo>
                  <a:pt x="24384" y="94488"/>
                </a:lnTo>
                <a:lnTo>
                  <a:pt x="24523" y="94361"/>
                </a:lnTo>
                <a:lnTo>
                  <a:pt x="24587" y="94107"/>
                </a:lnTo>
                <a:close/>
              </a:path>
              <a:path w="118110" h="106044">
                <a:moveTo>
                  <a:pt x="24701" y="93218"/>
                </a:moveTo>
                <a:lnTo>
                  <a:pt x="24688" y="92964"/>
                </a:lnTo>
                <a:lnTo>
                  <a:pt x="24130" y="92837"/>
                </a:lnTo>
                <a:lnTo>
                  <a:pt x="24041" y="92964"/>
                </a:lnTo>
                <a:lnTo>
                  <a:pt x="23952" y="93091"/>
                </a:lnTo>
                <a:lnTo>
                  <a:pt x="23863" y="93218"/>
                </a:lnTo>
                <a:lnTo>
                  <a:pt x="23774" y="93345"/>
                </a:lnTo>
                <a:lnTo>
                  <a:pt x="23253" y="93599"/>
                </a:lnTo>
                <a:lnTo>
                  <a:pt x="24206" y="93599"/>
                </a:lnTo>
                <a:lnTo>
                  <a:pt x="24269" y="93345"/>
                </a:lnTo>
                <a:lnTo>
                  <a:pt x="24447" y="93218"/>
                </a:lnTo>
                <a:lnTo>
                  <a:pt x="24409" y="93345"/>
                </a:lnTo>
                <a:lnTo>
                  <a:pt x="24701" y="93218"/>
                </a:lnTo>
                <a:close/>
              </a:path>
              <a:path w="118110" h="106044">
                <a:moveTo>
                  <a:pt x="25260" y="94234"/>
                </a:moveTo>
                <a:lnTo>
                  <a:pt x="24409" y="94615"/>
                </a:lnTo>
                <a:lnTo>
                  <a:pt x="24422" y="94742"/>
                </a:lnTo>
                <a:lnTo>
                  <a:pt x="24650" y="94742"/>
                </a:lnTo>
                <a:lnTo>
                  <a:pt x="24625" y="94615"/>
                </a:lnTo>
                <a:lnTo>
                  <a:pt x="24942" y="94488"/>
                </a:lnTo>
                <a:lnTo>
                  <a:pt x="24853" y="94869"/>
                </a:lnTo>
                <a:lnTo>
                  <a:pt x="25082" y="94869"/>
                </a:lnTo>
                <a:lnTo>
                  <a:pt x="25196" y="94488"/>
                </a:lnTo>
                <a:lnTo>
                  <a:pt x="25260" y="94234"/>
                </a:lnTo>
                <a:close/>
              </a:path>
              <a:path w="118110" h="106044">
                <a:moveTo>
                  <a:pt x="25857" y="94742"/>
                </a:moveTo>
                <a:lnTo>
                  <a:pt x="25514" y="94869"/>
                </a:lnTo>
                <a:lnTo>
                  <a:pt x="25781" y="94869"/>
                </a:lnTo>
                <a:lnTo>
                  <a:pt x="25857" y="94742"/>
                </a:lnTo>
                <a:close/>
              </a:path>
              <a:path w="118110" h="106044">
                <a:moveTo>
                  <a:pt x="26416" y="21755"/>
                </a:moveTo>
                <a:lnTo>
                  <a:pt x="26377" y="21463"/>
                </a:lnTo>
                <a:lnTo>
                  <a:pt x="26200" y="21463"/>
                </a:lnTo>
                <a:lnTo>
                  <a:pt x="26416" y="21755"/>
                </a:lnTo>
                <a:close/>
              </a:path>
              <a:path w="118110" h="106044">
                <a:moveTo>
                  <a:pt x="27203" y="94107"/>
                </a:moveTo>
                <a:lnTo>
                  <a:pt x="27025" y="93853"/>
                </a:lnTo>
                <a:lnTo>
                  <a:pt x="26924" y="93726"/>
                </a:lnTo>
                <a:lnTo>
                  <a:pt x="26835" y="93599"/>
                </a:lnTo>
                <a:lnTo>
                  <a:pt x="26644" y="93726"/>
                </a:lnTo>
                <a:lnTo>
                  <a:pt x="26543" y="93853"/>
                </a:lnTo>
                <a:lnTo>
                  <a:pt x="27203" y="94107"/>
                </a:lnTo>
                <a:close/>
              </a:path>
              <a:path w="118110" h="106044">
                <a:moveTo>
                  <a:pt x="27228" y="93726"/>
                </a:moveTo>
                <a:lnTo>
                  <a:pt x="27165" y="93218"/>
                </a:lnTo>
                <a:lnTo>
                  <a:pt x="26987" y="93091"/>
                </a:lnTo>
                <a:lnTo>
                  <a:pt x="26860" y="93472"/>
                </a:lnTo>
                <a:lnTo>
                  <a:pt x="26530" y="93522"/>
                </a:lnTo>
                <a:lnTo>
                  <a:pt x="26403" y="93472"/>
                </a:lnTo>
                <a:lnTo>
                  <a:pt x="25958" y="93599"/>
                </a:lnTo>
                <a:lnTo>
                  <a:pt x="25920" y="93472"/>
                </a:lnTo>
                <a:lnTo>
                  <a:pt x="25869" y="93345"/>
                </a:lnTo>
                <a:lnTo>
                  <a:pt x="25285" y="93345"/>
                </a:lnTo>
                <a:lnTo>
                  <a:pt x="25209" y="93091"/>
                </a:lnTo>
                <a:lnTo>
                  <a:pt x="25107" y="92964"/>
                </a:lnTo>
                <a:lnTo>
                  <a:pt x="25031" y="92710"/>
                </a:lnTo>
                <a:lnTo>
                  <a:pt x="24930" y="92837"/>
                </a:lnTo>
                <a:lnTo>
                  <a:pt x="24815" y="92964"/>
                </a:lnTo>
                <a:lnTo>
                  <a:pt x="24701" y="93599"/>
                </a:lnTo>
                <a:lnTo>
                  <a:pt x="24942" y="93726"/>
                </a:lnTo>
                <a:lnTo>
                  <a:pt x="24587" y="93726"/>
                </a:lnTo>
                <a:lnTo>
                  <a:pt x="24485" y="93345"/>
                </a:lnTo>
                <a:lnTo>
                  <a:pt x="24371" y="93472"/>
                </a:lnTo>
                <a:lnTo>
                  <a:pt x="24295" y="93726"/>
                </a:lnTo>
                <a:lnTo>
                  <a:pt x="24180" y="94107"/>
                </a:lnTo>
                <a:lnTo>
                  <a:pt x="25006" y="93853"/>
                </a:lnTo>
                <a:lnTo>
                  <a:pt x="25120" y="93726"/>
                </a:lnTo>
                <a:lnTo>
                  <a:pt x="25095" y="93472"/>
                </a:lnTo>
                <a:lnTo>
                  <a:pt x="25374" y="93472"/>
                </a:lnTo>
                <a:lnTo>
                  <a:pt x="25273" y="93726"/>
                </a:lnTo>
                <a:lnTo>
                  <a:pt x="25222" y="93853"/>
                </a:lnTo>
                <a:lnTo>
                  <a:pt x="25006" y="93853"/>
                </a:lnTo>
                <a:lnTo>
                  <a:pt x="24968" y="94107"/>
                </a:lnTo>
                <a:lnTo>
                  <a:pt x="25146" y="94107"/>
                </a:lnTo>
                <a:lnTo>
                  <a:pt x="25133" y="93954"/>
                </a:lnTo>
                <a:lnTo>
                  <a:pt x="25146" y="94107"/>
                </a:lnTo>
                <a:lnTo>
                  <a:pt x="25450" y="94107"/>
                </a:lnTo>
                <a:lnTo>
                  <a:pt x="25336" y="94361"/>
                </a:lnTo>
                <a:lnTo>
                  <a:pt x="25209" y="94615"/>
                </a:lnTo>
                <a:lnTo>
                  <a:pt x="25692" y="94488"/>
                </a:lnTo>
                <a:lnTo>
                  <a:pt x="25755" y="94107"/>
                </a:lnTo>
                <a:lnTo>
                  <a:pt x="25920" y="94107"/>
                </a:lnTo>
                <a:lnTo>
                  <a:pt x="25920" y="94234"/>
                </a:lnTo>
                <a:lnTo>
                  <a:pt x="26276" y="94234"/>
                </a:lnTo>
                <a:lnTo>
                  <a:pt x="26289" y="94107"/>
                </a:lnTo>
                <a:lnTo>
                  <a:pt x="26568" y="94107"/>
                </a:lnTo>
                <a:lnTo>
                  <a:pt x="26543" y="93853"/>
                </a:lnTo>
                <a:lnTo>
                  <a:pt x="26289" y="94094"/>
                </a:lnTo>
                <a:lnTo>
                  <a:pt x="26377" y="93599"/>
                </a:lnTo>
                <a:lnTo>
                  <a:pt x="26771" y="93599"/>
                </a:lnTo>
                <a:lnTo>
                  <a:pt x="27228" y="93726"/>
                </a:lnTo>
                <a:close/>
              </a:path>
              <a:path w="118110" h="106044">
                <a:moveTo>
                  <a:pt x="27571" y="92964"/>
                </a:moveTo>
                <a:lnTo>
                  <a:pt x="27343" y="93091"/>
                </a:lnTo>
                <a:lnTo>
                  <a:pt x="27559" y="93218"/>
                </a:lnTo>
                <a:lnTo>
                  <a:pt x="27571" y="92964"/>
                </a:lnTo>
                <a:close/>
              </a:path>
              <a:path w="118110" h="106044">
                <a:moveTo>
                  <a:pt x="28638" y="93599"/>
                </a:moveTo>
                <a:lnTo>
                  <a:pt x="28295" y="93472"/>
                </a:lnTo>
                <a:lnTo>
                  <a:pt x="28067" y="93472"/>
                </a:lnTo>
                <a:lnTo>
                  <a:pt x="28130" y="93218"/>
                </a:lnTo>
                <a:lnTo>
                  <a:pt x="27965" y="93332"/>
                </a:lnTo>
                <a:lnTo>
                  <a:pt x="27660" y="93472"/>
                </a:lnTo>
                <a:lnTo>
                  <a:pt x="27635" y="93345"/>
                </a:lnTo>
                <a:lnTo>
                  <a:pt x="27241" y="93345"/>
                </a:lnTo>
                <a:lnTo>
                  <a:pt x="27343" y="93853"/>
                </a:lnTo>
                <a:lnTo>
                  <a:pt x="27711" y="93853"/>
                </a:lnTo>
                <a:lnTo>
                  <a:pt x="27800" y="93599"/>
                </a:lnTo>
                <a:lnTo>
                  <a:pt x="28003" y="93510"/>
                </a:lnTo>
                <a:lnTo>
                  <a:pt x="28079" y="93726"/>
                </a:lnTo>
                <a:lnTo>
                  <a:pt x="28638" y="93599"/>
                </a:lnTo>
                <a:close/>
              </a:path>
              <a:path w="118110" h="106044">
                <a:moveTo>
                  <a:pt x="29603" y="15621"/>
                </a:moveTo>
                <a:lnTo>
                  <a:pt x="29451" y="15519"/>
                </a:lnTo>
                <a:lnTo>
                  <a:pt x="29603" y="15621"/>
                </a:lnTo>
                <a:close/>
              </a:path>
              <a:path w="118110" h="106044">
                <a:moveTo>
                  <a:pt x="30099" y="11722"/>
                </a:moveTo>
                <a:lnTo>
                  <a:pt x="29527" y="11430"/>
                </a:lnTo>
                <a:lnTo>
                  <a:pt x="30099" y="11722"/>
                </a:lnTo>
                <a:close/>
              </a:path>
              <a:path w="118110" h="106044">
                <a:moveTo>
                  <a:pt x="30391" y="93218"/>
                </a:moveTo>
                <a:lnTo>
                  <a:pt x="30213" y="93091"/>
                </a:lnTo>
                <a:lnTo>
                  <a:pt x="30289" y="93345"/>
                </a:lnTo>
                <a:lnTo>
                  <a:pt x="30391" y="93218"/>
                </a:lnTo>
                <a:close/>
              </a:path>
              <a:path w="118110" h="106044">
                <a:moveTo>
                  <a:pt x="31419" y="11557"/>
                </a:moveTo>
                <a:lnTo>
                  <a:pt x="31394" y="11430"/>
                </a:lnTo>
                <a:lnTo>
                  <a:pt x="31305" y="10922"/>
                </a:lnTo>
                <a:lnTo>
                  <a:pt x="30607" y="11430"/>
                </a:lnTo>
                <a:lnTo>
                  <a:pt x="30416" y="11430"/>
                </a:lnTo>
                <a:lnTo>
                  <a:pt x="31229" y="11684"/>
                </a:lnTo>
                <a:lnTo>
                  <a:pt x="31419" y="11557"/>
                </a:lnTo>
                <a:close/>
              </a:path>
              <a:path w="118110" h="106044">
                <a:moveTo>
                  <a:pt x="31457" y="11722"/>
                </a:moveTo>
                <a:lnTo>
                  <a:pt x="31267" y="11684"/>
                </a:lnTo>
                <a:lnTo>
                  <a:pt x="31457" y="11722"/>
                </a:lnTo>
                <a:close/>
              </a:path>
              <a:path w="118110" h="106044">
                <a:moveTo>
                  <a:pt x="31584" y="14681"/>
                </a:moveTo>
                <a:close/>
              </a:path>
              <a:path w="118110" h="106044">
                <a:moveTo>
                  <a:pt x="32004" y="71120"/>
                </a:moveTo>
                <a:lnTo>
                  <a:pt x="31762" y="71120"/>
                </a:lnTo>
                <a:lnTo>
                  <a:pt x="31838" y="71259"/>
                </a:lnTo>
                <a:lnTo>
                  <a:pt x="32004" y="71120"/>
                </a:lnTo>
                <a:close/>
              </a:path>
              <a:path w="118110" h="106044">
                <a:moveTo>
                  <a:pt x="32194" y="72034"/>
                </a:moveTo>
                <a:lnTo>
                  <a:pt x="32169" y="71882"/>
                </a:lnTo>
                <a:lnTo>
                  <a:pt x="31991" y="71628"/>
                </a:lnTo>
                <a:lnTo>
                  <a:pt x="31965" y="71882"/>
                </a:lnTo>
                <a:lnTo>
                  <a:pt x="32194" y="72034"/>
                </a:lnTo>
                <a:close/>
              </a:path>
              <a:path w="118110" h="106044">
                <a:moveTo>
                  <a:pt x="32232" y="72136"/>
                </a:moveTo>
                <a:lnTo>
                  <a:pt x="32054" y="72136"/>
                </a:lnTo>
                <a:lnTo>
                  <a:pt x="31927" y="72263"/>
                </a:lnTo>
                <a:lnTo>
                  <a:pt x="32232" y="72136"/>
                </a:lnTo>
                <a:close/>
              </a:path>
              <a:path w="118110" h="106044">
                <a:moveTo>
                  <a:pt x="33134" y="71628"/>
                </a:moveTo>
                <a:lnTo>
                  <a:pt x="32639" y="71501"/>
                </a:lnTo>
                <a:lnTo>
                  <a:pt x="32346" y="71424"/>
                </a:lnTo>
                <a:lnTo>
                  <a:pt x="32169" y="71374"/>
                </a:lnTo>
                <a:lnTo>
                  <a:pt x="32194" y="71628"/>
                </a:lnTo>
                <a:lnTo>
                  <a:pt x="32664" y="71628"/>
                </a:lnTo>
                <a:lnTo>
                  <a:pt x="33134" y="71628"/>
                </a:lnTo>
                <a:close/>
              </a:path>
              <a:path w="118110" h="106044">
                <a:moveTo>
                  <a:pt x="34302" y="70231"/>
                </a:moveTo>
                <a:lnTo>
                  <a:pt x="34264" y="69977"/>
                </a:lnTo>
                <a:lnTo>
                  <a:pt x="33934" y="69977"/>
                </a:lnTo>
                <a:lnTo>
                  <a:pt x="33997" y="70167"/>
                </a:lnTo>
                <a:lnTo>
                  <a:pt x="33858" y="70104"/>
                </a:lnTo>
                <a:lnTo>
                  <a:pt x="33934" y="70231"/>
                </a:lnTo>
                <a:lnTo>
                  <a:pt x="33858" y="70358"/>
                </a:lnTo>
                <a:lnTo>
                  <a:pt x="34302" y="70231"/>
                </a:lnTo>
                <a:close/>
              </a:path>
              <a:path w="118110" h="106044">
                <a:moveTo>
                  <a:pt x="34467" y="71120"/>
                </a:moveTo>
                <a:lnTo>
                  <a:pt x="34264" y="71005"/>
                </a:lnTo>
                <a:lnTo>
                  <a:pt x="34467" y="71120"/>
                </a:lnTo>
                <a:close/>
              </a:path>
              <a:path w="118110" h="106044">
                <a:moveTo>
                  <a:pt x="35306" y="6604"/>
                </a:moveTo>
                <a:lnTo>
                  <a:pt x="34861" y="6604"/>
                </a:lnTo>
                <a:lnTo>
                  <a:pt x="35280" y="6858"/>
                </a:lnTo>
                <a:lnTo>
                  <a:pt x="35306" y="6604"/>
                </a:lnTo>
                <a:close/>
              </a:path>
              <a:path w="118110" h="106044">
                <a:moveTo>
                  <a:pt x="35331" y="91821"/>
                </a:moveTo>
                <a:lnTo>
                  <a:pt x="33705" y="91821"/>
                </a:lnTo>
                <a:lnTo>
                  <a:pt x="33566" y="91821"/>
                </a:lnTo>
                <a:lnTo>
                  <a:pt x="33680" y="91948"/>
                </a:lnTo>
                <a:lnTo>
                  <a:pt x="33794" y="92075"/>
                </a:lnTo>
                <a:lnTo>
                  <a:pt x="33909" y="92202"/>
                </a:lnTo>
                <a:lnTo>
                  <a:pt x="34023" y="92329"/>
                </a:lnTo>
                <a:lnTo>
                  <a:pt x="33616" y="92329"/>
                </a:lnTo>
                <a:lnTo>
                  <a:pt x="33680" y="92456"/>
                </a:lnTo>
                <a:lnTo>
                  <a:pt x="33477" y="92583"/>
                </a:lnTo>
                <a:lnTo>
                  <a:pt x="33794" y="92837"/>
                </a:lnTo>
                <a:lnTo>
                  <a:pt x="33439" y="92964"/>
                </a:lnTo>
                <a:lnTo>
                  <a:pt x="33451" y="92837"/>
                </a:lnTo>
                <a:lnTo>
                  <a:pt x="33451" y="92710"/>
                </a:lnTo>
                <a:lnTo>
                  <a:pt x="33083" y="92837"/>
                </a:lnTo>
                <a:lnTo>
                  <a:pt x="33096" y="92710"/>
                </a:lnTo>
                <a:lnTo>
                  <a:pt x="33286" y="92583"/>
                </a:lnTo>
                <a:lnTo>
                  <a:pt x="33083" y="92456"/>
                </a:lnTo>
                <a:lnTo>
                  <a:pt x="32994" y="92583"/>
                </a:lnTo>
                <a:lnTo>
                  <a:pt x="32905" y="92710"/>
                </a:lnTo>
                <a:lnTo>
                  <a:pt x="32854" y="93091"/>
                </a:lnTo>
                <a:lnTo>
                  <a:pt x="32385" y="93218"/>
                </a:lnTo>
                <a:lnTo>
                  <a:pt x="32219" y="93091"/>
                </a:lnTo>
                <a:lnTo>
                  <a:pt x="32181" y="92964"/>
                </a:lnTo>
                <a:lnTo>
                  <a:pt x="32042" y="93091"/>
                </a:lnTo>
                <a:lnTo>
                  <a:pt x="32004" y="93218"/>
                </a:lnTo>
                <a:lnTo>
                  <a:pt x="31902" y="93091"/>
                </a:lnTo>
                <a:lnTo>
                  <a:pt x="31800" y="92964"/>
                </a:lnTo>
                <a:lnTo>
                  <a:pt x="31699" y="92837"/>
                </a:lnTo>
                <a:lnTo>
                  <a:pt x="31597" y="92710"/>
                </a:lnTo>
                <a:lnTo>
                  <a:pt x="30911" y="92837"/>
                </a:lnTo>
                <a:lnTo>
                  <a:pt x="30797" y="93192"/>
                </a:lnTo>
                <a:lnTo>
                  <a:pt x="30556" y="93091"/>
                </a:lnTo>
                <a:lnTo>
                  <a:pt x="30454" y="93472"/>
                </a:lnTo>
                <a:lnTo>
                  <a:pt x="30111" y="93472"/>
                </a:lnTo>
                <a:lnTo>
                  <a:pt x="30162" y="93599"/>
                </a:lnTo>
                <a:lnTo>
                  <a:pt x="30429" y="93599"/>
                </a:lnTo>
                <a:lnTo>
                  <a:pt x="30619" y="93472"/>
                </a:lnTo>
                <a:lnTo>
                  <a:pt x="30911" y="93218"/>
                </a:lnTo>
                <a:lnTo>
                  <a:pt x="31305" y="93218"/>
                </a:lnTo>
                <a:lnTo>
                  <a:pt x="31356" y="93345"/>
                </a:lnTo>
                <a:lnTo>
                  <a:pt x="34378" y="93345"/>
                </a:lnTo>
                <a:lnTo>
                  <a:pt x="34442" y="92964"/>
                </a:lnTo>
                <a:lnTo>
                  <a:pt x="34467" y="92837"/>
                </a:lnTo>
                <a:lnTo>
                  <a:pt x="34747" y="92964"/>
                </a:lnTo>
                <a:lnTo>
                  <a:pt x="34747" y="92837"/>
                </a:lnTo>
                <a:lnTo>
                  <a:pt x="34747" y="92710"/>
                </a:lnTo>
                <a:lnTo>
                  <a:pt x="34467" y="92710"/>
                </a:lnTo>
                <a:lnTo>
                  <a:pt x="34582" y="92456"/>
                </a:lnTo>
                <a:lnTo>
                  <a:pt x="34645" y="92329"/>
                </a:lnTo>
                <a:lnTo>
                  <a:pt x="34836" y="92329"/>
                </a:lnTo>
                <a:lnTo>
                  <a:pt x="34315" y="92202"/>
                </a:lnTo>
                <a:lnTo>
                  <a:pt x="34239" y="92329"/>
                </a:lnTo>
                <a:lnTo>
                  <a:pt x="34048" y="92456"/>
                </a:lnTo>
                <a:lnTo>
                  <a:pt x="34315" y="92202"/>
                </a:lnTo>
                <a:lnTo>
                  <a:pt x="34188" y="92075"/>
                </a:lnTo>
                <a:lnTo>
                  <a:pt x="35229" y="92075"/>
                </a:lnTo>
                <a:lnTo>
                  <a:pt x="35331" y="91821"/>
                </a:lnTo>
                <a:close/>
              </a:path>
              <a:path w="118110" h="106044">
                <a:moveTo>
                  <a:pt x="35877" y="91694"/>
                </a:moveTo>
                <a:lnTo>
                  <a:pt x="35623" y="91440"/>
                </a:lnTo>
                <a:lnTo>
                  <a:pt x="35560" y="91694"/>
                </a:lnTo>
                <a:lnTo>
                  <a:pt x="35877" y="91694"/>
                </a:lnTo>
                <a:close/>
              </a:path>
              <a:path w="118110" h="106044">
                <a:moveTo>
                  <a:pt x="36360" y="70218"/>
                </a:moveTo>
                <a:close/>
              </a:path>
              <a:path w="118110" h="106044">
                <a:moveTo>
                  <a:pt x="36893" y="70154"/>
                </a:moveTo>
                <a:lnTo>
                  <a:pt x="36588" y="69977"/>
                </a:lnTo>
                <a:lnTo>
                  <a:pt x="36283" y="69977"/>
                </a:lnTo>
                <a:lnTo>
                  <a:pt x="36334" y="70192"/>
                </a:lnTo>
                <a:lnTo>
                  <a:pt x="36576" y="70002"/>
                </a:lnTo>
                <a:lnTo>
                  <a:pt x="36893" y="70154"/>
                </a:lnTo>
                <a:close/>
              </a:path>
              <a:path w="118110" h="106044">
                <a:moveTo>
                  <a:pt x="37973" y="91694"/>
                </a:moveTo>
                <a:lnTo>
                  <a:pt x="37947" y="91440"/>
                </a:lnTo>
                <a:lnTo>
                  <a:pt x="37807" y="91440"/>
                </a:lnTo>
                <a:lnTo>
                  <a:pt x="37668" y="91440"/>
                </a:lnTo>
                <a:lnTo>
                  <a:pt x="37642" y="91059"/>
                </a:lnTo>
                <a:lnTo>
                  <a:pt x="37541" y="91186"/>
                </a:lnTo>
                <a:lnTo>
                  <a:pt x="37160" y="91186"/>
                </a:lnTo>
                <a:lnTo>
                  <a:pt x="37249" y="91440"/>
                </a:lnTo>
                <a:lnTo>
                  <a:pt x="36931" y="91440"/>
                </a:lnTo>
                <a:lnTo>
                  <a:pt x="37007" y="91313"/>
                </a:lnTo>
                <a:lnTo>
                  <a:pt x="37071" y="91059"/>
                </a:lnTo>
                <a:lnTo>
                  <a:pt x="36804" y="91059"/>
                </a:lnTo>
                <a:lnTo>
                  <a:pt x="36576" y="91186"/>
                </a:lnTo>
                <a:lnTo>
                  <a:pt x="36449" y="91821"/>
                </a:lnTo>
                <a:lnTo>
                  <a:pt x="37630" y="91821"/>
                </a:lnTo>
                <a:lnTo>
                  <a:pt x="37642" y="91694"/>
                </a:lnTo>
                <a:lnTo>
                  <a:pt x="37973" y="91694"/>
                </a:lnTo>
                <a:close/>
              </a:path>
              <a:path w="118110" h="106044">
                <a:moveTo>
                  <a:pt x="38163" y="91821"/>
                </a:moveTo>
                <a:lnTo>
                  <a:pt x="37998" y="92011"/>
                </a:lnTo>
                <a:lnTo>
                  <a:pt x="38163" y="91821"/>
                </a:lnTo>
                <a:close/>
              </a:path>
              <a:path w="118110" h="106044">
                <a:moveTo>
                  <a:pt x="38811" y="91694"/>
                </a:moveTo>
                <a:lnTo>
                  <a:pt x="38392" y="91579"/>
                </a:lnTo>
                <a:lnTo>
                  <a:pt x="38493" y="91440"/>
                </a:lnTo>
                <a:lnTo>
                  <a:pt x="38265" y="91440"/>
                </a:lnTo>
                <a:lnTo>
                  <a:pt x="38036" y="91440"/>
                </a:lnTo>
                <a:lnTo>
                  <a:pt x="38011" y="91821"/>
                </a:lnTo>
                <a:lnTo>
                  <a:pt x="38163" y="91821"/>
                </a:lnTo>
                <a:lnTo>
                  <a:pt x="38277" y="91694"/>
                </a:lnTo>
                <a:lnTo>
                  <a:pt x="38328" y="91821"/>
                </a:lnTo>
                <a:lnTo>
                  <a:pt x="38379" y="92075"/>
                </a:lnTo>
                <a:lnTo>
                  <a:pt x="38341" y="91821"/>
                </a:lnTo>
                <a:lnTo>
                  <a:pt x="38506" y="91821"/>
                </a:lnTo>
                <a:lnTo>
                  <a:pt x="38785" y="91821"/>
                </a:lnTo>
                <a:lnTo>
                  <a:pt x="38544" y="91694"/>
                </a:lnTo>
                <a:lnTo>
                  <a:pt x="38811" y="91694"/>
                </a:lnTo>
                <a:close/>
              </a:path>
              <a:path w="118110" h="106044">
                <a:moveTo>
                  <a:pt x="39751" y="71755"/>
                </a:moveTo>
                <a:lnTo>
                  <a:pt x="39725" y="71628"/>
                </a:lnTo>
                <a:lnTo>
                  <a:pt x="36144" y="71628"/>
                </a:lnTo>
                <a:lnTo>
                  <a:pt x="34772" y="71628"/>
                </a:lnTo>
                <a:lnTo>
                  <a:pt x="34632" y="71628"/>
                </a:lnTo>
                <a:lnTo>
                  <a:pt x="34353" y="71856"/>
                </a:lnTo>
                <a:lnTo>
                  <a:pt x="34226" y="71793"/>
                </a:lnTo>
                <a:lnTo>
                  <a:pt x="33845" y="71882"/>
                </a:lnTo>
                <a:lnTo>
                  <a:pt x="34150" y="72136"/>
                </a:lnTo>
                <a:lnTo>
                  <a:pt x="34582" y="72136"/>
                </a:lnTo>
                <a:lnTo>
                  <a:pt x="34671" y="71882"/>
                </a:lnTo>
                <a:lnTo>
                  <a:pt x="34721" y="71755"/>
                </a:lnTo>
                <a:lnTo>
                  <a:pt x="34759" y="71882"/>
                </a:lnTo>
                <a:lnTo>
                  <a:pt x="39471" y="71882"/>
                </a:lnTo>
                <a:lnTo>
                  <a:pt x="39624" y="71882"/>
                </a:lnTo>
                <a:lnTo>
                  <a:pt x="39751" y="71755"/>
                </a:lnTo>
                <a:close/>
              </a:path>
              <a:path w="118110" h="106044">
                <a:moveTo>
                  <a:pt x="39839" y="70586"/>
                </a:moveTo>
                <a:close/>
              </a:path>
              <a:path w="118110" h="106044">
                <a:moveTo>
                  <a:pt x="39878" y="91821"/>
                </a:moveTo>
                <a:lnTo>
                  <a:pt x="39814" y="91694"/>
                </a:lnTo>
                <a:lnTo>
                  <a:pt x="39712" y="91821"/>
                </a:lnTo>
                <a:lnTo>
                  <a:pt x="39878" y="91821"/>
                </a:lnTo>
                <a:close/>
              </a:path>
              <a:path w="118110" h="106044">
                <a:moveTo>
                  <a:pt x="40233" y="71628"/>
                </a:moveTo>
                <a:lnTo>
                  <a:pt x="40043" y="71628"/>
                </a:lnTo>
                <a:lnTo>
                  <a:pt x="40220" y="71755"/>
                </a:lnTo>
                <a:lnTo>
                  <a:pt x="40233" y="71628"/>
                </a:lnTo>
                <a:close/>
              </a:path>
              <a:path w="118110" h="106044">
                <a:moveTo>
                  <a:pt x="40271" y="91821"/>
                </a:moveTo>
                <a:lnTo>
                  <a:pt x="40195" y="91694"/>
                </a:lnTo>
                <a:lnTo>
                  <a:pt x="40132" y="91821"/>
                </a:lnTo>
                <a:lnTo>
                  <a:pt x="40271" y="91821"/>
                </a:lnTo>
                <a:close/>
              </a:path>
              <a:path w="118110" h="106044">
                <a:moveTo>
                  <a:pt x="40652" y="91821"/>
                </a:moveTo>
                <a:lnTo>
                  <a:pt x="40411" y="92075"/>
                </a:lnTo>
                <a:lnTo>
                  <a:pt x="40652" y="91821"/>
                </a:lnTo>
                <a:close/>
              </a:path>
              <a:path w="118110" h="106044">
                <a:moveTo>
                  <a:pt x="41021" y="91821"/>
                </a:moveTo>
                <a:lnTo>
                  <a:pt x="40944" y="91694"/>
                </a:lnTo>
                <a:lnTo>
                  <a:pt x="40881" y="91567"/>
                </a:lnTo>
                <a:lnTo>
                  <a:pt x="40767" y="91694"/>
                </a:lnTo>
                <a:lnTo>
                  <a:pt x="40652" y="91821"/>
                </a:lnTo>
                <a:lnTo>
                  <a:pt x="41021" y="91821"/>
                </a:lnTo>
                <a:close/>
              </a:path>
              <a:path w="118110" h="106044">
                <a:moveTo>
                  <a:pt x="41617" y="91694"/>
                </a:moveTo>
                <a:lnTo>
                  <a:pt x="41579" y="91440"/>
                </a:lnTo>
                <a:lnTo>
                  <a:pt x="41427" y="91440"/>
                </a:lnTo>
                <a:lnTo>
                  <a:pt x="41617" y="91694"/>
                </a:lnTo>
                <a:close/>
              </a:path>
              <a:path w="118110" h="106044">
                <a:moveTo>
                  <a:pt x="42164" y="13144"/>
                </a:moveTo>
                <a:close/>
              </a:path>
              <a:path w="118110" h="106044">
                <a:moveTo>
                  <a:pt x="43065" y="70231"/>
                </a:moveTo>
                <a:lnTo>
                  <a:pt x="42951" y="70015"/>
                </a:lnTo>
                <a:lnTo>
                  <a:pt x="42811" y="69977"/>
                </a:lnTo>
                <a:lnTo>
                  <a:pt x="42316" y="69977"/>
                </a:lnTo>
                <a:lnTo>
                  <a:pt x="42037" y="69723"/>
                </a:lnTo>
                <a:lnTo>
                  <a:pt x="41922" y="69977"/>
                </a:lnTo>
                <a:lnTo>
                  <a:pt x="41770" y="69977"/>
                </a:lnTo>
                <a:lnTo>
                  <a:pt x="41770" y="70205"/>
                </a:lnTo>
                <a:lnTo>
                  <a:pt x="42799" y="70231"/>
                </a:lnTo>
                <a:lnTo>
                  <a:pt x="42964" y="70231"/>
                </a:lnTo>
                <a:lnTo>
                  <a:pt x="42887" y="70104"/>
                </a:lnTo>
                <a:lnTo>
                  <a:pt x="43065" y="70231"/>
                </a:lnTo>
                <a:close/>
              </a:path>
              <a:path w="118110" h="106044">
                <a:moveTo>
                  <a:pt x="43167" y="5080"/>
                </a:moveTo>
                <a:lnTo>
                  <a:pt x="42913" y="5080"/>
                </a:lnTo>
                <a:lnTo>
                  <a:pt x="43141" y="5588"/>
                </a:lnTo>
                <a:lnTo>
                  <a:pt x="43167" y="5080"/>
                </a:lnTo>
                <a:close/>
              </a:path>
              <a:path w="118110" h="106044">
                <a:moveTo>
                  <a:pt x="43192" y="6286"/>
                </a:moveTo>
                <a:lnTo>
                  <a:pt x="42964" y="6096"/>
                </a:lnTo>
                <a:lnTo>
                  <a:pt x="43116" y="6121"/>
                </a:lnTo>
                <a:lnTo>
                  <a:pt x="42875" y="5740"/>
                </a:lnTo>
                <a:lnTo>
                  <a:pt x="42989" y="5588"/>
                </a:lnTo>
                <a:lnTo>
                  <a:pt x="42837" y="5689"/>
                </a:lnTo>
                <a:lnTo>
                  <a:pt x="42989" y="5588"/>
                </a:lnTo>
                <a:lnTo>
                  <a:pt x="42608" y="5207"/>
                </a:lnTo>
                <a:lnTo>
                  <a:pt x="42532" y="5588"/>
                </a:lnTo>
                <a:lnTo>
                  <a:pt x="42481" y="5816"/>
                </a:lnTo>
                <a:lnTo>
                  <a:pt x="42456" y="5943"/>
                </a:lnTo>
                <a:lnTo>
                  <a:pt x="42227" y="6096"/>
                </a:lnTo>
                <a:lnTo>
                  <a:pt x="42405" y="6096"/>
                </a:lnTo>
                <a:lnTo>
                  <a:pt x="42595" y="6096"/>
                </a:lnTo>
                <a:lnTo>
                  <a:pt x="42697" y="5969"/>
                </a:lnTo>
                <a:lnTo>
                  <a:pt x="42875" y="6096"/>
                </a:lnTo>
                <a:lnTo>
                  <a:pt x="43192" y="6286"/>
                </a:lnTo>
                <a:close/>
              </a:path>
              <a:path w="118110" h="106044">
                <a:moveTo>
                  <a:pt x="43218" y="2667"/>
                </a:moveTo>
                <a:lnTo>
                  <a:pt x="41694" y="2667"/>
                </a:lnTo>
                <a:lnTo>
                  <a:pt x="43078" y="3060"/>
                </a:lnTo>
                <a:lnTo>
                  <a:pt x="43218" y="2667"/>
                </a:lnTo>
                <a:close/>
              </a:path>
              <a:path w="118110" h="106044">
                <a:moveTo>
                  <a:pt x="43281" y="91821"/>
                </a:moveTo>
                <a:lnTo>
                  <a:pt x="43256" y="91694"/>
                </a:lnTo>
                <a:lnTo>
                  <a:pt x="42710" y="91694"/>
                </a:lnTo>
                <a:lnTo>
                  <a:pt x="42989" y="91821"/>
                </a:lnTo>
                <a:lnTo>
                  <a:pt x="43281" y="91821"/>
                </a:lnTo>
                <a:close/>
              </a:path>
              <a:path w="118110" h="106044">
                <a:moveTo>
                  <a:pt x="43561" y="3048"/>
                </a:moveTo>
                <a:lnTo>
                  <a:pt x="43129" y="2971"/>
                </a:lnTo>
                <a:lnTo>
                  <a:pt x="43535" y="3187"/>
                </a:lnTo>
                <a:lnTo>
                  <a:pt x="43561" y="3048"/>
                </a:lnTo>
                <a:close/>
              </a:path>
              <a:path w="118110" h="106044">
                <a:moveTo>
                  <a:pt x="43599" y="2667"/>
                </a:moveTo>
                <a:lnTo>
                  <a:pt x="43218" y="2667"/>
                </a:lnTo>
                <a:lnTo>
                  <a:pt x="43141" y="2959"/>
                </a:lnTo>
                <a:lnTo>
                  <a:pt x="43561" y="3048"/>
                </a:lnTo>
                <a:lnTo>
                  <a:pt x="43599" y="2667"/>
                </a:lnTo>
                <a:close/>
              </a:path>
              <a:path w="118110" h="106044">
                <a:moveTo>
                  <a:pt x="43802" y="91440"/>
                </a:moveTo>
                <a:lnTo>
                  <a:pt x="43230" y="91440"/>
                </a:lnTo>
                <a:lnTo>
                  <a:pt x="43738" y="91694"/>
                </a:lnTo>
                <a:lnTo>
                  <a:pt x="43802" y="91440"/>
                </a:lnTo>
                <a:close/>
              </a:path>
              <a:path w="118110" h="106044">
                <a:moveTo>
                  <a:pt x="44119" y="91186"/>
                </a:moveTo>
                <a:lnTo>
                  <a:pt x="43903" y="91059"/>
                </a:lnTo>
                <a:lnTo>
                  <a:pt x="43802" y="91440"/>
                </a:lnTo>
                <a:lnTo>
                  <a:pt x="44119" y="91440"/>
                </a:lnTo>
                <a:lnTo>
                  <a:pt x="44119" y="91186"/>
                </a:lnTo>
                <a:close/>
              </a:path>
              <a:path w="118110" h="106044">
                <a:moveTo>
                  <a:pt x="47625" y="2667"/>
                </a:moveTo>
                <a:lnTo>
                  <a:pt x="46926" y="2667"/>
                </a:lnTo>
                <a:lnTo>
                  <a:pt x="47485" y="3683"/>
                </a:lnTo>
                <a:lnTo>
                  <a:pt x="47625" y="2667"/>
                </a:lnTo>
                <a:close/>
              </a:path>
              <a:path w="118110" h="106044">
                <a:moveTo>
                  <a:pt x="47726" y="1651"/>
                </a:moveTo>
                <a:lnTo>
                  <a:pt x="47421" y="1651"/>
                </a:lnTo>
                <a:lnTo>
                  <a:pt x="45897" y="1651"/>
                </a:lnTo>
                <a:lnTo>
                  <a:pt x="47459" y="2108"/>
                </a:lnTo>
                <a:lnTo>
                  <a:pt x="47510" y="2667"/>
                </a:lnTo>
                <a:lnTo>
                  <a:pt x="47561" y="2400"/>
                </a:lnTo>
                <a:lnTo>
                  <a:pt x="47510" y="2120"/>
                </a:lnTo>
                <a:lnTo>
                  <a:pt x="47726" y="1651"/>
                </a:lnTo>
                <a:close/>
              </a:path>
              <a:path w="118110" h="106044">
                <a:moveTo>
                  <a:pt x="47904" y="91821"/>
                </a:moveTo>
                <a:lnTo>
                  <a:pt x="47739" y="91694"/>
                </a:lnTo>
                <a:lnTo>
                  <a:pt x="47256" y="91313"/>
                </a:lnTo>
                <a:lnTo>
                  <a:pt x="47231" y="90932"/>
                </a:lnTo>
                <a:lnTo>
                  <a:pt x="47078" y="90944"/>
                </a:lnTo>
                <a:lnTo>
                  <a:pt x="47078" y="91541"/>
                </a:lnTo>
                <a:lnTo>
                  <a:pt x="47040" y="91694"/>
                </a:lnTo>
                <a:lnTo>
                  <a:pt x="46913" y="91694"/>
                </a:lnTo>
                <a:lnTo>
                  <a:pt x="47078" y="91541"/>
                </a:lnTo>
                <a:lnTo>
                  <a:pt x="47078" y="90944"/>
                </a:lnTo>
                <a:lnTo>
                  <a:pt x="45643" y="91059"/>
                </a:lnTo>
                <a:lnTo>
                  <a:pt x="45707" y="91186"/>
                </a:lnTo>
                <a:lnTo>
                  <a:pt x="45770" y="91313"/>
                </a:lnTo>
                <a:lnTo>
                  <a:pt x="45834" y="91440"/>
                </a:lnTo>
                <a:lnTo>
                  <a:pt x="46024" y="91313"/>
                </a:lnTo>
                <a:lnTo>
                  <a:pt x="46799" y="91313"/>
                </a:lnTo>
                <a:lnTo>
                  <a:pt x="46837" y="91440"/>
                </a:lnTo>
                <a:lnTo>
                  <a:pt x="45961" y="91440"/>
                </a:lnTo>
                <a:lnTo>
                  <a:pt x="45910" y="91605"/>
                </a:lnTo>
                <a:lnTo>
                  <a:pt x="45910" y="91440"/>
                </a:lnTo>
                <a:lnTo>
                  <a:pt x="45643" y="91440"/>
                </a:lnTo>
                <a:lnTo>
                  <a:pt x="45021" y="91440"/>
                </a:lnTo>
                <a:lnTo>
                  <a:pt x="44615" y="91440"/>
                </a:lnTo>
                <a:lnTo>
                  <a:pt x="44170" y="91440"/>
                </a:lnTo>
                <a:lnTo>
                  <a:pt x="44272" y="91694"/>
                </a:lnTo>
                <a:lnTo>
                  <a:pt x="43738" y="91694"/>
                </a:lnTo>
                <a:lnTo>
                  <a:pt x="43268" y="91694"/>
                </a:lnTo>
                <a:lnTo>
                  <a:pt x="43281" y="91821"/>
                </a:lnTo>
                <a:lnTo>
                  <a:pt x="44907" y="91821"/>
                </a:lnTo>
                <a:lnTo>
                  <a:pt x="44856" y="91960"/>
                </a:lnTo>
                <a:lnTo>
                  <a:pt x="44996" y="91821"/>
                </a:lnTo>
                <a:lnTo>
                  <a:pt x="45351" y="91821"/>
                </a:lnTo>
                <a:lnTo>
                  <a:pt x="45110" y="91694"/>
                </a:lnTo>
                <a:lnTo>
                  <a:pt x="45351" y="91694"/>
                </a:lnTo>
                <a:lnTo>
                  <a:pt x="45351" y="91821"/>
                </a:lnTo>
                <a:lnTo>
                  <a:pt x="47459" y="91821"/>
                </a:lnTo>
                <a:lnTo>
                  <a:pt x="47904" y="91821"/>
                </a:lnTo>
                <a:close/>
              </a:path>
              <a:path w="118110" h="106044">
                <a:moveTo>
                  <a:pt x="47917" y="1651"/>
                </a:moveTo>
                <a:lnTo>
                  <a:pt x="47726" y="1651"/>
                </a:lnTo>
                <a:lnTo>
                  <a:pt x="47675" y="2159"/>
                </a:lnTo>
                <a:lnTo>
                  <a:pt x="47879" y="2222"/>
                </a:lnTo>
                <a:lnTo>
                  <a:pt x="47917" y="1651"/>
                </a:lnTo>
                <a:close/>
              </a:path>
              <a:path w="118110" h="106044">
                <a:moveTo>
                  <a:pt x="48590" y="91808"/>
                </a:moveTo>
                <a:lnTo>
                  <a:pt x="48120" y="91782"/>
                </a:lnTo>
                <a:lnTo>
                  <a:pt x="48094" y="91909"/>
                </a:lnTo>
                <a:lnTo>
                  <a:pt x="48272" y="91922"/>
                </a:lnTo>
                <a:lnTo>
                  <a:pt x="48120" y="91973"/>
                </a:lnTo>
                <a:lnTo>
                  <a:pt x="48336" y="91922"/>
                </a:lnTo>
                <a:lnTo>
                  <a:pt x="48475" y="91884"/>
                </a:lnTo>
                <a:close/>
              </a:path>
              <a:path w="118110" h="106044">
                <a:moveTo>
                  <a:pt x="48717" y="91833"/>
                </a:moveTo>
                <a:lnTo>
                  <a:pt x="48577" y="91859"/>
                </a:lnTo>
                <a:lnTo>
                  <a:pt x="48717" y="91846"/>
                </a:lnTo>
                <a:close/>
              </a:path>
              <a:path w="118110" h="106044">
                <a:moveTo>
                  <a:pt x="49809" y="69811"/>
                </a:moveTo>
                <a:lnTo>
                  <a:pt x="49263" y="69862"/>
                </a:lnTo>
                <a:lnTo>
                  <a:pt x="48806" y="69850"/>
                </a:lnTo>
                <a:lnTo>
                  <a:pt x="48221" y="69811"/>
                </a:lnTo>
                <a:lnTo>
                  <a:pt x="48399" y="69888"/>
                </a:lnTo>
                <a:lnTo>
                  <a:pt x="49364" y="69913"/>
                </a:lnTo>
                <a:lnTo>
                  <a:pt x="49809" y="69913"/>
                </a:lnTo>
                <a:close/>
              </a:path>
              <a:path w="118110" h="106044">
                <a:moveTo>
                  <a:pt x="50634" y="69900"/>
                </a:moveTo>
                <a:lnTo>
                  <a:pt x="50419" y="69900"/>
                </a:lnTo>
                <a:lnTo>
                  <a:pt x="50634" y="69900"/>
                </a:lnTo>
                <a:close/>
              </a:path>
              <a:path w="118110" h="106044">
                <a:moveTo>
                  <a:pt x="50660" y="508"/>
                </a:moveTo>
                <a:lnTo>
                  <a:pt x="50152" y="508"/>
                </a:lnTo>
                <a:lnTo>
                  <a:pt x="50507" y="1270"/>
                </a:lnTo>
                <a:lnTo>
                  <a:pt x="50660" y="508"/>
                </a:lnTo>
                <a:close/>
              </a:path>
              <a:path w="118110" h="106044">
                <a:moveTo>
                  <a:pt x="50901" y="254"/>
                </a:moveTo>
                <a:lnTo>
                  <a:pt x="50774" y="0"/>
                </a:lnTo>
                <a:lnTo>
                  <a:pt x="50622" y="254"/>
                </a:lnTo>
                <a:lnTo>
                  <a:pt x="50901" y="254"/>
                </a:lnTo>
                <a:close/>
              </a:path>
              <a:path w="118110" h="106044">
                <a:moveTo>
                  <a:pt x="51206" y="72136"/>
                </a:moveTo>
                <a:lnTo>
                  <a:pt x="34582" y="72136"/>
                </a:lnTo>
                <a:lnTo>
                  <a:pt x="34099" y="72263"/>
                </a:lnTo>
                <a:lnTo>
                  <a:pt x="34048" y="72136"/>
                </a:lnTo>
                <a:lnTo>
                  <a:pt x="32651" y="72136"/>
                </a:lnTo>
                <a:lnTo>
                  <a:pt x="32778" y="71882"/>
                </a:lnTo>
                <a:lnTo>
                  <a:pt x="32372" y="71882"/>
                </a:lnTo>
                <a:lnTo>
                  <a:pt x="32296" y="71628"/>
                </a:lnTo>
                <a:lnTo>
                  <a:pt x="32232" y="72059"/>
                </a:lnTo>
                <a:lnTo>
                  <a:pt x="32372" y="72136"/>
                </a:lnTo>
                <a:lnTo>
                  <a:pt x="32575" y="72136"/>
                </a:lnTo>
                <a:lnTo>
                  <a:pt x="32537" y="72263"/>
                </a:lnTo>
                <a:lnTo>
                  <a:pt x="32258" y="72136"/>
                </a:lnTo>
                <a:lnTo>
                  <a:pt x="32334" y="72390"/>
                </a:lnTo>
                <a:lnTo>
                  <a:pt x="32423" y="72644"/>
                </a:lnTo>
                <a:lnTo>
                  <a:pt x="32499" y="72390"/>
                </a:lnTo>
                <a:lnTo>
                  <a:pt x="32829" y="72390"/>
                </a:lnTo>
                <a:lnTo>
                  <a:pt x="33616" y="72390"/>
                </a:lnTo>
                <a:lnTo>
                  <a:pt x="34150" y="72390"/>
                </a:lnTo>
                <a:lnTo>
                  <a:pt x="51168" y="72390"/>
                </a:lnTo>
                <a:lnTo>
                  <a:pt x="51206" y="72136"/>
                </a:lnTo>
                <a:close/>
              </a:path>
              <a:path w="118110" h="106044">
                <a:moveTo>
                  <a:pt x="51257" y="3060"/>
                </a:moveTo>
                <a:lnTo>
                  <a:pt x="51257" y="3352"/>
                </a:lnTo>
                <a:lnTo>
                  <a:pt x="51257" y="3060"/>
                </a:lnTo>
                <a:close/>
              </a:path>
              <a:path w="118110" h="106044">
                <a:moveTo>
                  <a:pt x="56032" y="5588"/>
                </a:moveTo>
                <a:lnTo>
                  <a:pt x="55943" y="5715"/>
                </a:lnTo>
                <a:lnTo>
                  <a:pt x="56032" y="5588"/>
                </a:lnTo>
                <a:close/>
              </a:path>
              <a:path w="118110" h="106044">
                <a:moveTo>
                  <a:pt x="56642" y="3683"/>
                </a:moveTo>
                <a:close/>
              </a:path>
              <a:path w="118110" h="106044">
                <a:moveTo>
                  <a:pt x="56883" y="1651"/>
                </a:moveTo>
                <a:lnTo>
                  <a:pt x="56603" y="508"/>
                </a:lnTo>
                <a:lnTo>
                  <a:pt x="56184" y="508"/>
                </a:lnTo>
                <a:lnTo>
                  <a:pt x="56883" y="1651"/>
                </a:lnTo>
                <a:close/>
              </a:path>
              <a:path w="118110" h="106044">
                <a:moveTo>
                  <a:pt x="58013" y="2667"/>
                </a:moveTo>
                <a:lnTo>
                  <a:pt x="57505" y="2667"/>
                </a:lnTo>
                <a:lnTo>
                  <a:pt x="57556" y="2832"/>
                </a:lnTo>
                <a:lnTo>
                  <a:pt x="58013" y="2667"/>
                </a:lnTo>
                <a:close/>
              </a:path>
              <a:path w="118110" h="106044">
                <a:moveTo>
                  <a:pt x="60642" y="26428"/>
                </a:moveTo>
                <a:lnTo>
                  <a:pt x="60566" y="26212"/>
                </a:lnTo>
                <a:lnTo>
                  <a:pt x="60566" y="26479"/>
                </a:lnTo>
                <a:close/>
              </a:path>
              <a:path w="118110" h="106044">
                <a:moveTo>
                  <a:pt x="62801" y="75946"/>
                </a:moveTo>
                <a:lnTo>
                  <a:pt x="62649" y="75933"/>
                </a:lnTo>
                <a:lnTo>
                  <a:pt x="62801" y="75946"/>
                </a:lnTo>
                <a:close/>
              </a:path>
              <a:path w="118110" h="106044">
                <a:moveTo>
                  <a:pt x="62979" y="75844"/>
                </a:moveTo>
                <a:lnTo>
                  <a:pt x="62915" y="75476"/>
                </a:lnTo>
                <a:lnTo>
                  <a:pt x="62598" y="75565"/>
                </a:lnTo>
                <a:lnTo>
                  <a:pt x="62750" y="75641"/>
                </a:lnTo>
                <a:lnTo>
                  <a:pt x="62788" y="75895"/>
                </a:lnTo>
                <a:lnTo>
                  <a:pt x="62979" y="75844"/>
                </a:lnTo>
                <a:close/>
              </a:path>
              <a:path w="118110" h="106044">
                <a:moveTo>
                  <a:pt x="63093" y="3683"/>
                </a:moveTo>
                <a:lnTo>
                  <a:pt x="62649" y="3683"/>
                </a:lnTo>
                <a:lnTo>
                  <a:pt x="62649" y="4127"/>
                </a:lnTo>
                <a:lnTo>
                  <a:pt x="63093" y="3683"/>
                </a:lnTo>
                <a:close/>
              </a:path>
              <a:path w="118110" h="106044">
                <a:moveTo>
                  <a:pt x="63398" y="75768"/>
                </a:moveTo>
                <a:lnTo>
                  <a:pt x="62979" y="75844"/>
                </a:lnTo>
                <a:lnTo>
                  <a:pt x="63169" y="75946"/>
                </a:lnTo>
                <a:lnTo>
                  <a:pt x="63398" y="75768"/>
                </a:lnTo>
                <a:close/>
              </a:path>
              <a:path w="118110" h="106044">
                <a:moveTo>
                  <a:pt x="63576" y="3683"/>
                </a:moveTo>
                <a:lnTo>
                  <a:pt x="63246" y="3683"/>
                </a:lnTo>
                <a:lnTo>
                  <a:pt x="63246" y="4572"/>
                </a:lnTo>
                <a:lnTo>
                  <a:pt x="63576" y="3683"/>
                </a:lnTo>
                <a:close/>
              </a:path>
              <a:path w="118110" h="106044">
                <a:moveTo>
                  <a:pt x="64147" y="75565"/>
                </a:moveTo>
                <a:lnTo>
                  <a:pt x="63639" y="75501"/>
                </a:lnTo>
                <a:lnTo>
                  <a:pt x="63398" y="75755"/>
                </a:lnTo>
                <a:lnTo>
                  <a:pt x="63690" y="75692"/>
                </a:lnTo>
                <a:lnTo>
                  <a:pt x="63957" y="75615"/>
                </a:lnTo>
                <a:lnTo>
                  <a:pt x="64147" y="75565"/>
                </a:lnTo>
                <a:close/>
              </a:path>
              <a:path w="118110" h="106044">
                <a:moveTo>
                  <a:pt x="64389" y="22479"/>
                </a:moveTo>
                <a:lnTo>
                  <a:pt x="64160" y="22479"/>
                </a:lnTo>
                <a:lnTo>
                  <a:pt x="64185" y="22987"/>
                </a:lnTo>
                <a:lnTo>
                  <a:pt x="64389" y="22479"/>
                </a:lnTo>
                <a:close/>
              </a:path>
              <a:path w="118110" h="106044">
                <a:moveTo>
                  <a:pt x="64465" y="75107"/>
                </a:moveTo>
                <a:lnTo>
                  <a:pt x="63995" y="75120"/>
                </a:lnTo>
                <a:lnTo>
                  <a:pt x="63677" y="75158"/>
                </a:lnTo>
                <a:lnTo>
                  <a:pt x="63881" y="75311"/>
                </a:lnTo>
                <a:lnTo>
                  <a:pt x="64262" y="75323"/>
                </a:lnTo>
                <a:lnTo>
                  <a:pt x="64465" y="75107"/>
                </a:lnTo>
                <a:close/>
              </a:path>
              <a:path w="118110" h="106044">
                <a:moveTo>
                  <a:pt x="65112" y="75311"/>
                </a:moveTo>
                <a:lnTo>
                  <a:pt x="64706" y="75057"/>
                </a:lnTo>
                <a:lnTo>
                  <a:pt x="64325" y="75311"/>
                </a:lnTo>
                <a:lnTo>
                  <a:pt x="65112" y="75311"/>
                </a:lnTo>
                <a:close/>
              </a:path>
              <a:path w="118110" h="106044">
                <a:moveTo>
                  <a:pt x="65608" y="75323"/>
                </a:moveTo>
                <a:lnTo>
                  <a:pt x="65201" y="75069"/>
                </a:lnTo>
                <a:lnTo>
                  <a:pt x="64947" y="75069"/>
                </a:lnTo>
                <a:lnTo>
                  <a:pt x="65125" y="75158"/>
                </a:lnTo>
                <a:lnTo>
                  <a:pt x="65379" y="75247"/>
                </a:lnTo>
                <a:lnTo>
                  <a:pt x="65608" y="75323"/>
                </a:lnTo>
                <a:close/>
              </a:path>
              <a:path w="118110" h="106044">
                <a:moveTo>
                  <a:pt x="66865" y="4368"/>
                </a:moveTo>
                <a:lnTo>
                  <a:pt x="66789" y="4508"/>
                </a:lnTo>
                <a:lnTo>
                  <a:pt x="66865" y="4368"/>
                </a:lnTo>
                <a:close/>
              </a:path>
              <a:path w="118110" h="106044">
                <a:moveTo>
                  <a:pt x="67335" y="13462"/>
                </a:moveTo>
                <a:lnTo>
                  <a:pt x="66624" y="13093"/>
                </a:lnTo>
                <a:lnTo>
                  <a:pt x="66814" y="13462"/>
                </a:lnTo>
                <a:lnTo>
                  <a:pt x="67297" y="13462"/>
                </a:lnTo>
                <a:close/>
              </a:path>
              <a:path w="118110" h="106044">
                <a:moveTo>
                  <a:pt x="72453" y="18300"/>
                </a:moveTo>
                <a:lnTo>
                  <a:pt x="72301" y="18288"/>
                </a:lnTo>
                <a:lnTo>
                  <a:pt x="72453" y="18313"/>
                </a:lnTo>
                <a:close/>
              </a:path>
              <a:path w="118110" h="106044">
                <a:moveTo>
                  <a:pt x="73507" y="7747"/>
                </a:moveTo>
                <a:lnTo>
                  <a:pt x="73164" y="7137"/>
                </a:lnTo>
                <a:lnTo>
                  <a:pt x="73050" y="7518"/>
                </a:lnTo>
                <a:lnTo>
                  <a:pt x="73507" y="7747"/>
                </a:lnTo>
                <a:close/>
              </a:path>
              <a:path w="118110" h="106044">
                <a:moveTo>
                  <a:pt x="73583" y="70485"/>
                </a:moveTo>
                <a:lnTo>
                  <a:pt x="72986" y="70485"/>
                </a:lnTo>
                <a:lnTo>
                  <a:pt x="72999" y="70739"/>
                </a:lnTo>
                <a:lnTo>
                  <a:pt x="73482" y="70739"/>
                </a:lnTo>
                <a:lnTo>
                  <a:pt x="73583" y="70485"/>
                </a:lnTo>
                <a:close/>
              </a:path>
              <a:path w="118110" h="106044">
                <a:moveTo>
                  <a:pt x="73685" y="6096"/>
                </a:moveTo>
                <a:lnTo>
                  <a:pt x="73431" y="5588"/>
                </a:lnTo>
                <a:lnTo>
                  <a:pt x="73329" y="6096"/>
                </a:lnTo>
                <a:lnTo>
                  <a:pt x="73685" y="6096"/>
                </a:lnTo>
                <a:close/>
              </a:path>
              <a:path w="118110" h="106044">
                <a:moveTo>
                  <a:pt x="74561" y="93218"/>
                </a:moveTo>
                <a:lnTo>
                  <a:pt x="74409" y="93345"/>
                </a:lnTo>
                <a:lnTo>
                  <a:pt x="74536" y="93395"/>
                </a:lnTo>
                <a:lnTo>
                  <a:pt x="74561" y="93218"/>
                </a:lnTo>
                <a:close/>
              </a:path>
              <a:path w="118110" h="106044">
                <a:moveTo>
                  <a:pt x="74904" y="92456"/>
                </a:moveTo>
                <a:lnTo>
                  <a:pt x="74637" y="92583"/>
                </a:lnTo>
                <a:lnTo>
                  <a:pt x="74612" y="92837"/>
                </a:lnTo>
                <a:lnTo>
                  <a:pt x="74764" y="92710"/>
                </a:lnTo>
                <a:lnTo>
                  <a:pt x="74841" y="92583"/>
                </a:lnTo>
                <a:lnTo>
                  <a:pt x="74904" y="92456"/>
                </a:lnTo>
                <a:close/>
              </a:path>
              <a:path w="118110" h="106044">
                <a:moveTo>
                  <a:pt x="75488" y="72136"/>
                </a:moveTo>
                <a:lnTo>
                  <a:pt x="75336" y="71882"/>
                </a:lnTo>
                <a:lnTo>
                  <a:pt x="75361" y="72136"/>
                </a:lnTo>
                <a:lnTo>
                  <a:pt x="75488" y="72136"/>
                </a:lnTo>
                <a:close/>
              </a:path>
              <a:path w="118110" h="106044">
                <a:moveTo>
                  <a:pt x="75971" y="74676"/>
                </a:moveTo>
                <a:lnTo>
                  <a:pt x="75196" y="74803"/>
                </a:lnTo>
                <a:lnTo>
                  <a:pt x="75844" y="74803"/>
                </a:lnTo>
                <a:lnTo>
                  <a:pt x="75971" y="74676"/>
                </a:lnTo>
                <a:close/>
              </a:path>
              <a:path w="118110" h="106044">
                <a:moveTo>
                  <a:pt x="76669" y="7112"/>
                </a:moveTo>
                <a:lnTo>
                  <a:pt x="76377" y="7747"/>
                </a:lnTo>
                <a:lnTo>
                  <a:pt x="76517" y="7747"/>
                </a:lnTo>
                <a:lnTo>
                  <a:pt x="76669" y="7112"/>
                </a:lnTo>
                <a:close/>
              </a:path>
              <a:path w="118110" h="106044">
                <a:moveTo>
                  <a:pt x="76695" y="92837"/>
                </a:moveTo>
                <a:lnTo>
                  <a:pt x="76454" y="92837"/>
                </a:lnTo>
                <a:lnTo>
                  <a:pt x="76377" y="93218"/>
                </a:lnTo>
                <a:lnTo>
                  <a:pt x="76555" y="93091"/>
                </a:lnTo>
                <a:lnTo>
                  <a:pt x="76619" y="92964"/>
                </a:lnTo>
                <a:lnTo>
                  <a:pt x="76695" y="92837"/>
                </a:lnTo>
                <a:close/>
              </a:path>
              <a:path w="118110" h="106044">
                <a:moveTo>
                  <a:pt x="77038" y="93218"/>
                </a:moveTo>
                <a:lnTo>
                  <a:pt x="76657" y="92964"/>
                </a:lnTo>
                <a:lnTo>
                  <a:pt x="76720" y="93091"/>
                </a:lnTo>
                <a:lnTo>
                  <a:pt x="76847" y="93345"/>
                </a:lnTo>
                <a:lnTo>
                  <a:pt x="77038" y="93218"/>
                </a:lnTo>
                <a:close/>
              </a:path>
              <a:path w="118110" h="106044">
                <a:moveTo>
                  <a:pt x="77165" y="74803"/>
                </a:moveTo>
                <a:lnTo>
                  <a:pt x="76809" y="74803"/>
                </a:lnTo>
                <a:lnTo>
                  <a:pt x="76873" y="75057"/>
                </a:lnTo>
                <a:lnTo>
                  <a:pt x="77165" y="74803"/>
                </a:lnTo>
                <a:close/>
              </a:path>
              <a:path w="118110" h="106044">
                <a:moveTo>
                  <a:pt x="77635" y="8356"/>
                </a:moveTo>
                <a:lnTo>
                  <a:pt x="77431" y="8255"/>
                </a:lnTo>
                <a:lnTo>
                  <a:pt x="77457" y="8432"/>
                </a:lnTo>
                <a:lnTo>
                  <a:pt x="77635" y="8356"/>
                </a:lnTo>
                <a:close/>
              </a:path>
              <a:path w="118110" h="106044">
                <a:moveTo>
                  <a:pt x="78117" y="74803"/>
                </a:moveTo>
                <a:lnTo>
                  <a:pt x="78028" y="74549"/>
                </a:lnTo>
                <a:lnTo>
                  <a:pt x="77927" y="74803"/>
                </a:lnTo>
                <a:lnTo>
                  <a:pt x="77889" y="74930"/>
                </a:lnTo>
                <a:lnTo>
                  <a:pt x="78117" y="74803"/>
                </a:lnTo>
                <a:close/>
              </a:path>
              <a:path w="118110" h="106044">
                <a:moveTo>
                  <a:pt x="79349" y="10287"/>
                </a:moveTo>
                <a:lnTo>
                  <a:pt x="79159" y="10287"/>
                </a:lnTo>
                <a:lnTo>
                  <a:pt x="78968" y="10922"/>
                </a:lnTo>
                <a:lnTo>
                  <a:pt x="79349" y="10287"/>
                </a:lnTo>
                <a:close/>
              </a:path>
              <a:path w="118110" h="106044">
                <a:moveTo>
                  <a:pt x="79578" y="9779"/>
                </a:moveTo>
                <a:lnTo>
                  <a:pt x="79248" y="9779"/>
                </a:lnTo>
                <a:lnTo>
                  <a:pt x="79286" y="10287"/>
                </a:lnTo>
                <a:lnTo>
                  <a:pt x="79578" y="9779"/>
                </a:lnTo>
                <a:close/>
              </a:path>
              <a:path w="118110" h="106044">
                <a:moveTo>
                  <a:pt x="79883" y="9525"/>
                </a:moveTo>
                <a:lnTo>
                  <a:pt x="79603" y="9271"/>
                </a:lnTo>
                <a:lnTo>
                  <a:pt x="79883" y="9525"/>
                </a:lnTo>
                <a:close/>
              </a:path>
              <a:path w="118110" h="106044">
                <a:moveTo>
                  <a:pt x="80060" y="8255"/>
                </a:moveTo>
                <a:lnTo>
                  <a:pt x="80010" y="7747"/>
                </a:lnTo>
                <a:lnTo>
                  <a:pt x="79870" y="7747"/>
                </a:lnTo>
                <a:lnTo>
                  <a:pt x="80060" y="8255"/>
                </a:lnTo>
                <a:close/>
              </a:path>
              <a:path w="118110" h="106044">
                <a:moveTo>
                  <a:pt x="81826" y="75565"/>
                </a:moveTo>
                <a:lnTo>
                  <a:pt x="81686" y="75311"/>
                </a:lnTo>
                <a:lnTo>
                  <a:pt x="81457" y="75311"/>
                </a:lnTo>
                <a:lnTo>
                  <a:pt x="81394" y="75311"/>
                </a:lnTo>
                <a:lnTo>
                  <a:pt x="71869" y="75311"/>
                </a:lnTo>
                <a:lnTo>
                  <a:pt x="71869" y="75565"/>
                </a:lnTo>
                <a:lnTo>
                  <a:pt x="72478" y="75692"/>
                </a:lnTo>
                <a:lnTo>
                  <a:pt x="72478" y="75565"/>
                </a:lnTo>
                <a:lnTo>
                  <a:pt x="72847" y="75565"/>
                </a:lnTo>
                <a:lnTo>
                  <a:pt x="72923" y="75692"/>
                </a:lnTo>
                <a:lnTo>
                  <a:pt x="73190" y="75692"/>
                </a:lnTo>
                <a:lnTo>
                  <a:pt x="73444" y="75565"/>
                </a:lnTo>
                <a:lnTo>
                  <a:pt x="80899" y="75565"/>
                </a:lnTo>
                <a:lnTo>
                  <a:pt x="81534" y="75565"/>
                </a:lnTo>
                <a:lnTo>
                  <a:pt x="81826" y="75565"/>
                </a:lnTo>
                <a:close/>
              </a:path>
              <a:path w="118110" h="106044">
                <a:moveTo>
                  <a:pt x="83146" y="9271"/>
                </a:moveTo>
                <a:lnTo>
                  <a:pt x="82829" y="9105"/>
                </a:lnTo>
                <a:lnTo>
                  <a:pt x="82880" y="8763"/>
                </a:lnTo>
                <a:lnTo>
                  <a:pt x="82689" y="9017"/>
                </a:lnTo>
                <a:lnTo>
                  <a:pt x="82232" y="8763"/>
                </a:lnTo>
                <a:lnTo>
                  <a:pt x="82257" y="9067"/>
                </a:lnTo>
                <a:lnTo>
                  <a:pt x="82283" y="9271"/>
                </a:lnTo>
                <a:lnTo>
                  <a:pt x="82207" y="9042"/>
                </a:lnTo>
                <a:lnTo>
                  <a:pt x="82130" y="8763"/>
                </a:lnTo>
                <a:lnTo>
                  <a:pt x="81788" y="8763"/>
                </a:lnTo>
                <a:lnTo>
                  <a:pt x="82016" y="9271"/>
                </a:lnTo>
                <a:lnTo>
                  <a:pt x="82092" y="9779"/>
                </a:lnTo>
                <a:lnTo>
                  <a:pt x="82219" y="9779"/>
                </a:lnTo>
                <a:lnTo>
                  <a:pt x="82232" y="10287"/>
                </a:lnTo>
                <a:lnTo>
                  <a:pt x="82448" y="10287"/>
                </a:lnTo>
                <a:lnTo>
                  <a:pt x="82562" y="10160"/>
                </a:lnTo>
                <a:lnTo>
                  <a:pt x="82550" y="9944"/>
                </a:lnTo>
                <a:lnTo>
                  <a:pt x="82638" y="10083"/>
                </a:lnTo>
                <a:lnTo>
                  <a:pt x="82931" y="9779"/>
                </a:lnTo>
                <a:lnTo>
                  <a:pt x="82702" y="9271"/>
                </a:lnTo>
                <a:lnTo>
                  <a:pt x="83007" y="9271"/>
                </a:lnTo>
                <a:lnTo>
                  <a:pt x="83146" y="9271"/>
                </a:lnTo>
                <a:close/>
              </a:path>
              <a:path w="118110" h="106044">
                <a:moveTo>
                  <a:pt x="83705" y="9779"/>
                </a:moveTo>
                <a:lnTo>
                  <a:pt x="83223" y="9779"/>
                </a:lnTo>
                <a:lnTo>
                  <a:pt x="83578" y="10033"/>
                </a:lnTo>
                <a:lnTo>
                  <a:pt x="83705" y="9779"/>
                </a:lnTo>
                <a:close/>
              </a:path>
              <a:path w="118110" h="106044">
                <a:moveTo>
                  <a:pt x="84416" y="93853"/>
                </a:moveTo>
                <a:lnTo>
                  <a:pt x="84315" y="93599"/>
                </a:lnTo>
                <a:lnTo>
                  <a:pt x="84201" y="93726"/>
                </a:lnTo>
                <a:lnTo>
                  <a:pt x="84416" y="93853"/>
                </a:lnTo>
                <a:close/>
              </a:path>
              <a:path w="118110" h="106044">
                <a:moveTo>
                  <a:pt x="85001" y="93218"/>
                </a:moveTo>
                <a:lnTo>
                  <a:pt x="84632" y="93218"/>
                </a:lnTo>
                <a:lnTo>
                  <a:pt x="84696" y="93345"/>
                </a:lnTo>
                <a:lnTo>
                  <a:pt x="84810" y="93599"/>
                </a:lnTo>
                <a:lnTo>
                  <a:pt x="84912" y="93472"/>
                </a:lnTo>
                <a:lnTo>
                  <a:pt x="85001" y="93218"/>
                </a:lnTo>
                <a:close/>
              </a:path>
              <a:path w="118110" h="106044">
                <a:moveTo>
                  <a:pt x="85661" y="73774"/>
                </a:moveTo>
                <a:lnTo>
                  <a:pt x="85521" y="73660"/>
                </a:lnTo>
                <a:lnTo>
                  <a:pt x="85344" y="73660"/>
                </a:lnTo>
                <a:lnTo>
                  <a:pt x="85661" y="73774"/>
                </a:lnTo>
                <a:close/>
              </a:path>
              <a:path w="118110" h="106044">
                <a:moveTo>
                  <a:pt x="85991" y="74295"/>
                </a:moveTo>
                <a:lnTo>
                  <a:pt x="85902" y="74066"/>
                </a:lnTo>
                <a:lnTo>
                  <a:pt x="85725" y="74129"/>
                </a:lnTo>
                <a:lnTo>
                  <a:pt x="85839" y="74295"/>
                </a:lnTo>
                <a:lnTo>
                  <a:pt x="85674" y="74295"/>
                </a:lnTo>
                <a:lnTo>
                  <a:pt x="85534" y="74295"/>
                </a:lnTo>
                <a:lnTo>
                  <a:pt x="85674" y="74549"/>
                </a:lnTo>
                <a:lnTo>
                  <a:pt x="85813" y="74803"/>
                </a:lnTo>
                <a:lnTo>
                  <a:pt x="85864" y="74549"/>
                </a:lnTo>
                <a:lnTo>
                  <a:pt x="85991" y="74549"/>
                </a:lnTo>
                <a:lnTo>
                  <a:pt x="85991" y="74295"/>
                </a:lnTo>
                <a:close/>
              </a:path>
              <a:path w="118110" h="106044">
                <a:moveTo>
                  <a:pt x="86093" y="75311"/>
                </a:moveTo>
                <a:lnTo>
                  <a:pt x="85864" y="75311"/>
                </a:lnTo>
                <a:lnTo>
                  <a:pt x="85674" y="75565"/>
                </a:lnTo>
                <a:lnTo>
                  <a:pt x="85966" y="75565"/>
                </a:lnTo>
                <a:lnTo>
                  <a:pt x="86017" y="75692"/>
                </a:lnTo>
                <a:lnTo>
                  <a:pt x="86093" y="75311"/>
                </a:lnTo>
                <a:close/>
              </a:path>
              <a:path w="118110" h="106044">
                <a:moveTo>
                  <a:pt x="86715" y="75565"/>
                </a:moveTo>
                <a:lnTo>
                  <a:pt x="86207" y="75311"/>
                </a:lnTo>
                <a:lnTo>
                  <a:pt x="86093" y="75565"/>
                </a:lnTo>
                <a:lnTo>
                  <a:pt x="86715" y="75565"/>
                </a:lnTo>
                <a:close/>
              </a:path>
              <a:path w="118110" h="106044">
                <a:moveTo>
                  <a:pt x="87249" y="75082"/>
                </a:moveTo>
                <a:lnTo>
                  <a:pt x="87185" y="74866"/>
                </a:lnTo>
                <a:lnTo>
                  <a:pt x="87109" y="75247"/>
                </a:lnTo>
                <a:lnTo>
                  <a:pt x="87249" y="75082"/>
                </a:lnTo>
                <a:close/>
              </a:path>
              <a:path w="118110" h="106044">
                <a:moveTo>
                  <a:pt x="87757" y="18453"/>
                </a:moveTo>
                <a:close/>
              </a:path>
              <a:path w="118110" h="106044">
                <a:moveTo>
                  <a:pt x="88036" y="94361"/>
                </a:moveTo>
                <a:lnTo>
                  <a:pt x="87985" y="93853"/>
                </a:lnTo>
                <a:lnTo>
                  <a:pt x="87871" y="94107"/>
                </a:lnTo>
                <a:lnTo>
                  <a:pt x="87325" y="94107"/>
                </a:lnTo>
                <a:lnTo>
                  <a:pt x="87236" y="94234"/>
                </a:lnTo>
                <a:lnTo>
                  <a:pt x="87706" y="94488"/>
                </a:lnTo>
                <a:lnTo>
                  <a:pt x="87642" y="94361"/>
                </a:lnTo>
                <a:lnTo>
                  <a:pt x="87871" y="94488"/>
                </a:lnTo>
                <a:lnTo>
                  <a:pt x="87782" y="94361"/>
                </a:lnTo>
                <a:lnTo>
                  <a:pt x="88036" y="94361"/>
                </a:lnTo>
                <a:close/>
              </a:path>
              <a:path w="118110" h="106044">
                <a:moveTo>
                  <a:pt x="88709" y="94107"/>
                </a:moveTo>
                <a:lnTo>
                  <a:pt x="88328" y="94107"/>
                </a:lnTo>
                <a:lnTo>
                  <a:pt x="88341" y="94361"/>
                </a:lnTo>
                <a:lnTo>
                  <a:pt x="88709" y="94107"/>
                </a:lnTo>
                <a:close/>
              </a:path>
              <a:path w="118110" h="106044">
                <a:moveTo>
                  <a:pt x="89763" y="18249"/>
                </a:moveTo>
                <a:lnTo>
                  <a:pt x="89535" y="17780"/>
                </a:lnTo>
                <a:lnTo>
                  <a:pt x="89357" y="17526"/>
                </a:lnTo>
                <a:lnTo>
                  <a:pt x="89230" y="17780"/>
                </a:lnTo>
                <a:lnTo>
                  <a:pt x="89750" y="18262"/>
                </a:lnTo>
                <a:close/>
              </a:path>
              <a:path w="118110" h="106044">
                <a:moveTo>
                  <a:pt x="90017" y="95377"/>
                </a:moveTo>
                <a:lnTo>
                  <a:pt x="89916" y="95250"/>
                </a:lnTo>
                <a:lnTo>
                  <a:pt x="89801" y="95123"/>
                </a:lnTo>
                <a:lnTo>
                  <a:pt x="89636" y="94996"/>
                </a:lnTo>
                <a:lnTo>
                  <a:pt x="89484" y="94869"/>
                </a:lnTo>
                <a:lnTo>
                  <a:pt x="89166" y="94615"/>
                </a:lnTo>
                <a:lnTo>
                  <a:pt x="89014" y="94488"/>
                </a:lnTo>
                <a:lnTo>
                  <a:pt x="89039" y="94234"/>
                </a:lnTo>
                <a:lnTo>
                  <a:pt x="88569" y="94361"/>
                </a:lnTo>
                <a:lnTo>
                  <a:pt x="88341" y="94361"/>
                </a:lnTo>
                <a:lnTo>
                  <a:pt x="88341" y="94488"/>
                </a:lnTo>
                <a:lnTo>
                  <a:pt x="88138" y="94361"/>
                </a:lnTo>
                <a:lnTo>
                  <a:pt x="88049" y="94869"/>
                </a:lnTo>
                <a:lnTo>
                  <a:pt x="87642" y="94869"/>
                </a:lnTo>
                <a:lnTo>
                  <a:pt x="87630" y="94488"/>
                </a:lnTo>
                <a:lnTo>
                  <a:pt x="87401" y="94488"/>
                </a:lnTo>
                <a:lnTo>
                  <a:pt x="87033" y="94361"/>
                </a:lnTo>
                <a:lnTo>
                  <a:pt x="87160" y="94234"/>
                </a:lnTo>
                <a:lnTo>
                  <a:pt x="87287" y="94107"/>
                </a:lnTo>
                <a:lnTo>
                  <a:pt x="86690" y="94107"/>
                </a:lnTo>
                <a:lnTo>
                  <a:pt x="86614" y="94488"/>
                </a:lnTo>
                <a:lnTo>
                  <a:pt x="86499" y="94742"/>
                </a:lnTo>
                <a:lnTo>
                  <a:pt x="86347" y="94869"/>
                </a:lnTo>
                <a:lnTo>
                  <a:pt x="86385" y="94615"/>
                </a:lnTo>
                <a:lnTo>
                  <a:pt x="86398" y="94488"/>
                </a:lnTo>
                <a:lnTo>
                  <a:pt x="86436" y="94107"/>
                </a:lnTo>
                <a:lnTo>
                  <a:pt x="86207" y="93853"/>
                </a:lnTo>
                <a:lnTo>
                  <a:pt x="86093" y="93726"/>
                </a:lnTo>
                <a:lnTo>
                  <a:pt x="85801" y="94107"/>
                </a:lnTo>
                <a:lnTo>
                  <a:pt x="85699" y="94234"/>
                </a:lnTo>
                <a:lnTo>
                  <a:pt x="85598" y="94488"/>
                </a:lnTo>
                <a:lnTo>
                  <a:pt x="85496" y="94361"/>
                </a:lnTo>
                <a:lnTo>
                  <a:pt x="85382" y="94234"/>
                </a:lnTo>
                <a:lnTo>
                  <a:pt x="85686" y="94234"/>
                </a:lnTo>
                <a:lnTo>
                  <a:pt x="85585" y="94107"/>
                </a:lnTo>
                <a:lnTo>
                  <a:pt x="85839" y="93853"/>
                </a:lnTo>
                <a:lnTo>
                  <a:pt x="85496" y="93853"/>
                </a:lnTo>
                <a:lnTo>
                  <a:pt x="85432" y="93599"/>
                </a:lnTo>
                <a:lnTo>
                  <a:pt x="85420" y="94107"/>
                </a:lnTo>
                <a:lnTo>
                  <a:pt x="85331" y="93980"/>
                </a:lnTo>
                <a:lnTo>
                  <a:pt x="85420" y="94107"/>
                </a:lnTo>
                <a:lnTo>
                  <a:pt x="85420" y="93599"/>
                </a:lnTo>
                <a:lnTo>
                  <a:pt x="85255" y="93472"/>
                </a:lnTo>
                <a:lnTo>
                  <a:pt x="85255" y="93802"/>
                </a:lnTo>
                <a:lnTo>
                  <a:pt x="85090" y="93599"/>
                </a:lnTo>
                <a:lnTo>
                  <a:pt x="85013" y="93992"/>
                </a:lnTo>
                <a:lnTo>
                  <a:pt x="84785" y="93853"/>
                </a:lnTo>
                <a:lnTo>
                  <a:pt x="84836" y="93726"/>
                </a:lnTo>
                <a:lnTo>
                  <a:pt x="84416" y="93853"/>
                </a:lnTo>
                <a:lnTo>
                  <a:pt x="84848" y="94107"/>
                </a:lnTo>
                <a:lnTo>
                  <a:pt x="84264" y="94107"/>
                </a:lnTo>
                <a:lnTo>
                  <a:pt x="84074" y="93853"/>
                </a:lnTo>
                <a:lnTo>
                  <a:pt x="83985" y="93726"/>
                </a:lnTo>
                <a:lnTo>
                  <a:pt x="83667" y="93992"/>
                </a:lnTo>
                <a:lnTo>
                  <a:pt x="83654" y="93853"/>
                </a:lnTo>
                <a:lnTo>
                  <a:pt x="83642" y="93599"/>
                </a:lnTo>
                <a:lnTo>
                  <a:pt x="83502" y="93726"/>
                </a:lnTo>
                <a:lnTo>
                  <a:pt x="83439" y="93853"/>
                </a:lnTo>
                <a:lnTo>
                  <a:pt x="82943" y="93472"/>
                </a:lnTo>
                <a:lnTo>
                  <a:pt x="82905" y="93599"/>
                </a:lnTo>
                <a:lnTo>
                  <a:pt x="82816" y="93853"/>
                </a:lnTo>
                <a:lnTo>
                  <a:pt x="82765" y="93992"/>
                </a:lnTo>
                <a:lnTo>
                  <a:pt x="81940" y="93472"/>
                </a:lnTo>
                <a:lnTo>
                  <a:pt x="81838" y="93726"/>
                </a:lnTo>
                <a:lnTo>
                  <a:pt x="81813" y="94107"/>
                </a:lnTo>
                <a:lnTo>
                  <a:pt x="81686" y="94107"/>
                </a:lnTo>
                <a:lnTo>
                  <a:pt x="81737" y="93980"/>
                </a:lnTo>
                <a:lnTo>
                  <a:pt x="81813" y="94107"/>
                </a:lnTo>
                <a:lnTo>
                  <a:pt x="81813" y="93751"/>
                </a:lnTo>
                <a:lnTo>
                  <a:pt x="81661" y="93853"/>
                </a:lnTo>
                <a:lnTo>
                  <a:pt x="81584" y="93726"/>
                </a:lnTo>
                <a:lnTo>
                  <a:pt x="81508" y="93599"/>
                </a:lnTo>
                <a:lnTo>
                  <a:pt x="81381" y="93472"/>
                </a:lnTo>
                <a:lnTo>
                  <a:pt x="81267" y="93345"/>
                </a:lnTo>
                <a:lnTo>
                  <a:pt x="81140" y="93218"/>
                </a:lnTo>
                <a:lnTo>
                  <a:pt x="80797" y="93091"/>
                </a:lnTo>
                <a:lnTo>
                  <a:pt x="80340" y="93345"/>
                </a:lnTo>
                <a:lnTo>
                  <a:pt x="79857" y="93345"/>
                </a:lnTo>
                <a:lnTo>
                  <a:pt x="79933" y="93472"/>
                </a:lnTo>
                <a:lnTo>
                  <a:pt x="79997" y="93599"/>
                </a:lnTo>
                <a:lnTo>
                  <a:pt x="80073" y="93726"/>
                </a:lnTo>
                <a:lnTo>
                  <a:pt x="79463" y="93726"/>
                </a:lnTo>
                <a:lnTo>
                  <a:pt x="79336" y="93853"/>
                </a:lnTo>
                <a:lnTo>
                  <a:pt x="79260" y="93573"/>
                </a:lnTo>
                <a:lnTo>
                  <a:pt x="79616" y="93345"/>
                </a:lnTo>
                <a:lnTo>
                  <a:pt x="79336" y="93218"/>
                </a:lnTo>
                <a:lnTo>
                  <a:pt x="79248" y="93472"/>
                </a:lnTo>
                <a:lnTo>
                  <a:pt x="79070" y="93345"/>
                </a:lnTo>
                <a:lnTo>
                  <a:pt x="79070" y="93853"/>
                </a:lnTo>
                <a:lnTo>
                  <a:pt x="79057" y="93726"/>
                </a:lnTo>
                <a:lnTo>
                  <a:pt x="78892" y="93599"/>
                </a:lnTo>
                <a:lnTo>
                  <a:pt x="78803" y="93472"/>
                </a:lnTo>
                <a:lnTo>
                  <a:pt x="78714" y="93345"/>
                </a:lnTo>
                <a:lnTo>
                  <a:pt x="78625" y="93218"/>
                </a:lnTo>
                <a:lnTo>
                  <a:pt x="78511" y="93345"/>
                </a:lnTo>
                <a:lnTo>
                  <a:pt x="78435" y="93599"/>
                </a:lnTo>
                <a:lnTo>
                  <a:pt x="78143" y="94107"/>
                </a:lnTo>
                <a:lnTo>
                  <a:pt x="77622" y="93726"/>
                </a:lnTo>
                <a:lnTo>
                  <a:pt x="77355" y="93472"/>
                </a:lnTo>
                <a:lnTo>
                  <a:pt x="77025" y="93599"/>
                </a:lnTo>
                <a:lnTo>
                  <a:pt x="76568" y="93345"/>
                </a:lnTo>
                <a:lnTo>
                  <a:pt x="76314" y="93345"/>
                </a:lnTo>
                <a:lnTo>
                  <a:pt x="76200" y="93218"/>
                </a:lnTo>
                <a:lnTo>
                  <a:pt x="76085" y="93091"/>
                </a:lnTo>
                <a:lnTo>
                  <a:pt x="75958" y="92964"/>
                </a:lnTo>
                <a:lnTo>
                  <a:pt x="75844" y="92837"/>
                </a:lnTo>
                <a:lnTo>
                  <a:pt x="75768" y="92964"/>
                </a:lnTo>
                <a:lnTo>
                  <a:pt x="75704" y="93091"/>
                </a:lnTo>
                <a:lnTo>
                  <a:pt x="75628" y="93218"/>
                </a:lnTo>
                <a:lnTo>
                  <a:pt x="75552" y="93345"/>
                </a:lnTo>
                <a:lnTo>
                  <a:pt x="75488" y="93472"/>
                </a:lnTo>
                <a:lnTo>
                  <a:pt x="75412" y="93599"/>
                </a:lnTo>
                <a:lnTo>
                  <a:pt x="74980" y="93472"/>
                </a:lnTo>
                <a:lnTo>
                  <a:pt x="75006" y="93218"/>
                </a:lnTo>
                <a:lnTo>
                  <a:pt x="75209" y="93091"/>
                </a:lnTo>
                <a:lnTo>
                  <a:pt x="74891" y="93091"/>
                </a:lnTo>
                <a:lnTo>
                  <a:pt x="74764" y="93472"/>
                </a:lnTo>
                <a:lnTo>
                  <a:pt x="74536" y="93472"/>
                </a:lnTo>
                <a:lnTo>
                  <a:pt x="74523" y="93599"/>
                </a:lnTo>
                <a:lnTo>
                  <a:pt x="73634" y="93599"/>
                </a:lnTo>
                <a:lnTo>
                  <a:pt x="72834" y="94107"/>
                </a:lnTo>
                <a:lnTo>
                  <a:pt x="72351" y="94107"/>
                </a:lnTo>
                <a:lnTo>
                  <a:pt x="72263" y="93853"/>
                </a:lnTo>
                <a:lnTo>
                  <a:pt x="72212" y="93726"/>
                </a:lnTo>
                <a:lnTo>
                  <a:pt x="68440" y="93599"/>
                </a:lnTo>
                <a:lnTo>
                  <a:pt x="64668" y="93472"/>
                </a:lnTo>
                <a:lnTo>
                  <a:pt x="65062" y="93091"/>
                </a:lnTo>
                <a:lnTo>
                  <a:pt x="64058" y="92964"/>
                </a:lnTo>
                <a:lnTo>
                  <a:pt x="63715" y="93218"/>
                </a:lnTo>
                <a:lnTo>
                  <a:pt x="63563" y="93294"/>
                </a:lnTo>
                <a:lnTo>
                  <a:pt x="63627" y="93091"/>
                </a:lnTo>
                <a:lnTo>
                  <a:pt x="63360" y="92964"/>
                </a:lnTo>
                <a:lnTo>
                  <a:pt x="62268" y="92456"/>
                </a:lnTo>
                <a:lnTo>
                  <a:pt x="62293" y="92786"/>
                </a:lnTo>
                <a:lnTo>
                  <a:pt x="62166" y="92710"/>
                </a:lnTo>
                <a:lnTo>
                  <a:pt x="62280" y="92964"/>
                </a:lnTo>
                <a:lnTo>
                  <a:pt x="62433" y="92964"/>
                </a:lnTo>
                <a:lnTo>
                  <a:pt x="62280" y="92964"/>
                </a:lnTo>
                <a:lnTo>
                  <a:pt x="61937" y="92964"/>
                </a:lnTo>
                <a:lnTo>
                  <a:pt x="61963" y="92837"/>
                </a:lnTo>
                <a:lnTo>
                  <a:pt x="62014" y="92583"/>
                </a:lnTo>
                <a:lnTo>
                  <a:pt x="61709" y="92710"/>
                </a:lnTo>
                <a:lnTo>
                  <a:pt x="61582" y="92837"/>
                </a:lnTo>
                <a:lnTo>
                  <a:pt x="61582" y="92456"/>
                </a:lnTo>
                <a:lnTo>
                  <a:pt x="61582" y="92329"/>
                </a:lnTo>
                <a:lnTo>
                  <a:pt x="61582" y="92202"/>
                </a:lnTo>
                <a:lnTo>
                  <a:pt x="61582" y="92075"/>
                </a:lnTo>
                <a:lnTo>
                  <a:pt x="50292" y="92075"/>
                </a:lnTo>
                <a:lnTo>
                  <a:pt x="43192" y="92075"/>
                </a:lnTo>
                <a:lnTo>
                  <a:pt x="42900" y="91909"/>
                </a:lnTo>
                <a:lnTo>
                  <a:pt x="42710" y="92075"/>
                </a:lnTo>
                <a:lnTo>
                  <a:pt x="42329" y="92075"/>
                </a:lnTo>
                <a:lnTo>
                  <a:pt x="42037" y="92075"/>
                </a:lnTo>
                <a:lnTo>
                  <a:pt x="41732" y="92202"/>
                </a:lnTo>
                <a:lnTo>
                  <a:pt x="41567" y="92075"/>
                </a:lnTo>
                <a:lnTo>
                  <a:pt x="42037" y="92075"/>
                </a:lnTo>
                <a:lnTo>
                  <a:pt x="42329" y="91960"/>
                </a:lnTo>
                <a:lnTo>
                  <a:pt x="42633" y="91821"/>
                </a:lnTo>
                <a:lnTo>
                  <a:pt x="42532" y="91681"/>
                </a:lnTo>
                <a:lnTo>
                  <a:pt x="42710" y="91694"/>
                </a:lnTo>
                <a:lnTo>
                  <a:pt x="42786" y="91440"/>
                </a:lnTo>
                <a:lnTo>
                  <a:pt x="42379" y="91440"/>
                </a:lnTo>
                <a:lnTo>
                  <a:pt x="42252" y="91440"/>
                </a:lnTo>
                <a:lnTo>
                  <a:pt x="42329" y="91821"/>
                </a:lnTo>
                <a:lnTo>
                  <a:pt x="41706" y="91821"/>
                </a:lnTo>
                <a:lnTo>
                  <a:pt x="41617" y="91694"/>
                </a:lnTo>
                <a:lnTo>
                  <a:pt x="41452" y="91694"/>
                </a:lnTo>
                <a:lnTo>
                  <a:pt x="41402" y="91821"/>
                </a:lnTo>
                <a:lnTo>
                  <a:pt x="41262" y="91821"/>
                </a:lnTo>
                <a:lnTo>
                  <a:pt x="41021" y="91821"/>
                </a:lnTo>
                <a:lnTo>
                  <a:pt x="41122" y="92075"/>
                </a:lnTo>
                <a:lnTo>
                  <a:pt x="40411" y="92075"/>
                </a:lnTo>
                <a:lnTo>
                  <a:pt x="40119" y="92075"/>
                </a:lnTo>
                <a:lnTo>
                  <a:pt x="39979" y="92049"/>
                </a:lnTo>
                <a:lnTo>
                  <a:pt x="39611" y="91948"/>
                </a:lnTo>
                <a:lnTo>
                  <a:pt x="39039" y="91948"/>
                </a:lnTo>
                <a:lnTo>
                  <a:pt x="39293" y="92075"/>
                </a:lnTo>
                <a:lnTo>
                  <a:pt x="38379" y="92075"/>
                </a:lnTo>
                <a:lnTo>
                  <a:pt x="37998" y="92075"/>
                </a:lnTo>
                <a:lnTo>
                  <a:pt x="37617" y="92075"/>
                </a:lnTo>
                <a:lnTo>
                  <a:pt x="36347" y="92075"/>
                </a:lnTo>
                <a:lnTo>
                  <a:pt x="36118" y="92075"/>
                </a:lnTo>
                <a:lnTo>
                  <a:pt x="36156" y="91821"/>
                </a:lnTo>
                <a:lnTo>
                  <a:pt x="35953" y="91909"/>
                </a:lnTo>
                <a:lnTo>
                  <a:pt x="35763" y="91973"/>
                </a:lnTo>
                <a:lnTo>
                  <a:pt x="35560" y="92075"/>
                </a:lnTo>
                <a:lnTo>
                  <a:pt x="35814" y="92075"/>
                </a:lnTo>
                <a:lnTo>
                  <a:pt x="35725" y="92329"/>
                </a:lnTo>
                <a:lnTo>
                  <a:pt x="35610" y="92202"/>
                </a:lnTo>
                <a:lnTo>
                  <a:pt x="35560" y="92075"/>
                </a:lnTo>
                <a:lnTo>
                  <a:pt x="35229" y="92075"/>
                </a:lnTo>
                <a:lnTo>
                  <a:pt x="35191" y="92202"/>
                </a:lnTo>
                <a:lnTo>
                  <a:pt x="35471" y="92113"/>
                </a:lnTo>
                <a:lnTo>
                  <a:pt x="35344" y="92329"/>
                </a:lnTo>
                <a:lnTo>
                  <a:pt x="35267" y="92456"/>
                </a:lnTo>
                <a:lnTo>
                  <a:pt x="35001" y="92583"/>
                </a:lnTo>
                <a:lnTo>
                  <a:pt x="34925" y="92456"/>
                </a:lnTo>
                <a:lnTo>
                  <a:pt x="34836" y="92329"/>
                </a:lnTo>
                <a:lnTo>
                  <a:pt x="34874" y="92837"/>
                </a:lnTo>
                <a:lnTo>
                  <a:pt x="35128" y="92837"/>
                </a:lnTo>
                <a:lnTo>
                  <a:pt x="35394" y="92583"/>
                </a:lnTo>
                <a:lnTo>
                  <a:pt x="35521" y="92456"/>
                </a:lnTo>
                <a:lnTo>
                  <a:pt x="35407" y="92583"/>
                </a:lnTo>
                <a:lnTo>
                  <a:pt x="35280" y="92710"/>
                </a:lnTo>
                <a:lnTo>
                  <a:pt x="35128" y="92837"/>
                </a:lnTo>
                <a:lnTo>
                  <a:pt x="34607" y="93345"/>
                </a:lnTo>
                <a:lnTo>
                  <a:pt x="34366" y="93472"/>
                </a:lnTo>
                <a:lnTo>
                  <a:pt x="31407" y="93472"/>
                </a:lnTo>
                <a:lnTo>
                  <a:pt x="30911" y="93472"/>
                </a:lnTo>
                <a:lnTo>
                  <a:pt x="30772" y="93472"/>
                </a:lnTo>
                <a:lnTo>
                  <a:pt x="30695" y="93599"/>
                </a:lnTo>
                <a:lnTo>
                  <a:pt x="30632" y="93726"/>
                </a:lnTo>
                <a:lnTo>
                  <a:pt x="30556" y="93853"/>
                </a:lnTo>
                <a:lnTo>
                  <a:pt x="30353" y="93853"/>
                </a:lnTo>
                <a:lnTo>
                  <a:pt x="30276" y="93726"/>
                </a:lnTo>
                <a:lnTo>
                  <a:pt x="29857" y="93726"/>
                </a:lnTo>
                <a:lnTo>
                  <a:pt x="29768" y="93472"/>
                </a:lnTo>
                <a:lnTo>
                  <a:pt x="29972" y="93472"/>
                </a:lnTo>
                <a:lnTo>
                  <a:pt x="30099" y="93345"/>
                </a:lnTo>
                <a:lnTo>
                  <a:pt x="30226" y="93218"/>
                </a:lnTo>
                <a:lnTo>
                  <a:pt x="29718" y="93332"/>
                </a:lnTo>
                <a:lnTo>
                  <a:pt x="29222" y="93027"/>
                </a:lnTo>
                <a:lnTo>
                  <a:pt x="29222" y="93726"/>
                </a:lnTo>
                <a:lnTo>
                  <a:pt x="29006" y="93853"/>
                </a:lnTo>
                <a:lnTo>
                  <a:pt x="29032" y="94107"/>
                </a:lnTo>
                <a:lnTo>
                  <a:pt x="28930" y="93611"/>
                </a:lnTo>
                <a:lnTo>
                  <a:pt x="29222" y="93726"/>
                </a:lnTo>
                <a:lnTo>
                  <a:pt x="29222" y="93027"/>
                </a:lnTo>
                <a:lnTo>
                  <a:pt x="29083" y="92964"/>
                </a:lnTo>
                <a:lnTo>
                  <a:pt x="28879" y="93091"/>
                </a:lnTo>
                <a:lnTo>
                  <a:pt x="28765" y="93218"/>
                </a:lnTo>
                <a:lnTo>
                  <a:pt x="28917" y="93281"/>
                </a:lnTo>
                <a:lnTo>
                  <a:pt x="29133" y="93345"/>
                </a:lnTo>
                <a:lnTo>
                  <a:pt x="28968" y="93472"/>
                </a:lnTo>
                <a:lnTo>
                  <a:pt x="28956" y="93345"/>
                </a:lnTo>
                <a:lnTo>
                  <a:pt x="28829" y="93472"/>
                </a:lnTo>
                <a:lnTo>
                  <a:pt x="28765" y="93599"/>
                </a:lnTo>
                <a:lnTo>
                  <a:pt x="28651" y="93853"/>
                </a:lnTo>
                <a:lnTo>
                  <a:pt x="28536" y="94107"/>
                </a:lnTo>
                <a:lnTo>
                  <a:pt x="28295" y="93853"/>
                </a:lnTo>
                <a:lnTo>
                  <a:pt x="28181" y="93726"/>
                </a:lnTo>
                <a:lnTo>
                  <a:pt x="28105" y="94107"/>
                </a:lnTo>
                <a:lnTo>
                  <a:pt x="27825" y="94107"/>
                </a:lnTo>
                <a:lnTo>
                  <a:pt x="27914" y="93853"/>
                </a:lnTo>
                <a:lnTo>
                  <a:pt x="28003" y="93599"/>
                </a:lnTo>
                <a:lnTo>
                  <a:pt x="27825" y="93726"/>
                </a:lnTo>
                <a:lnTo>
                  <a:pt x="27660" y="94005"/>
                </a:lnTo>
                <a:lnTo>
                  <a:pt x="27660" y="94361"/>
                </a:lnTo>
                <a:lnTo>
                  <a:pt x="27355" y="94488"/>
                </a:lnTo>
                <a:lnTo>
                  <a:pt x="27305" y="94361"/>
                </a:lnTo>
                <a:lnTo>
                  <a:pt x="27444" y="94361"/>
                </a:lnTo>
                <a:lnTo>
                  <a:pt x="27660" y="94361"/>
                </a:lnTo>
                <a:lnTo>
                  <a:pt x="27660" y="94005"/>
                </a:lnTo>
                <a:lnTo>
                  <a:pt x="27520" y="94234"/>
                </a:lnTo>
                <a:lnTo>
                  <a:pt x="27343" y="94310"/>
                </a:lnTo>
                <a:lnTo>
                  <a:pt x="27203" y="94107"/>
                </a:lnTo>
                <a:lnTo>
                  <a:pt x="27292" y="94234"/>
                </a:lnTo>
                <a:lnTo>
                  <a:pt x="27165" y="94272"/>
                </a:lnTo>
                <a:lnTo>
                  <a:pt x="26962" y="94310"/>
                </a:lnTo>
                <a:lnTo>
                  <a:pt x="27089" y="94107"/>
                </a:lnTo>
                <a:lnTo>
                  <a:pt x="26911" y="94107"/>
                </a:lnTo>
                <a:lnTo>
                  <a:pt x="26911" y="94361"/>
                </a:lnTo>
                <a:lnTo>
                  <a:pt x="26758" y="94488"/>
                </a:lnTo>
                <a:lnTo>
                  <a:pt x="26746" y="94361"/>
                </a:lnTo>
                <a:lnTo>
                  <a:pt x="26911" y="94361"/>
                </a:lnTo>
                <a:lnTo>
                  <a:pt x="26911" y="94107"/>
                </a:lnTo>
                <a:lnTo>
                  <a:pt x="26784" y="94234"/>
                </a:lnTo>
                <a:lnTo>
                  <a:pt x="26593" y="94361"/>
                </a:lnTo>
                <a:lnTo>
                  <a:pt x="26543" y="94488"/>
                </a:lnTo>
                <a:lnTo>
                  <a:pt x="26250" y="94488"/>
                </a:lnTo>
                <a:lnTo>
                  <a:pt x="26377" y="94234"/>
                </a:lnTo>
                <a:lnTo>
                  <a:pt x="25933" y="94361"/>
                </a:lnTo>
                <a:lnTo>
                  <a:pt x="25958" y="94538"/>
                </a:lnTo>
                <a:lnTo>
                  <a:pt x="25361" y="94615"/>
                </a:lnTo>
                <a:lnTo>
                  <a:pt x="25857" y="94742"/>
                </a:lnTo>
                <a:lnTo>
                  <a:pt x="25984" y="94640"/>
                </a:lnTo>
                <a:lnTo>
                  <a:pt x="26035" y="94869"/>
                </a:lnTo>
                <a:lnTo>
                  <a:pt x="25781" y="94869"/>
                </a:lnTo>
                <a:lnTo>
                  <a:pt x="25692" y="94996"/>
                </a:lnTo>
                <a:lnTo>
                  <a:pt x="25488" y="95123"/>
                </a:lnTo>
                <a:lnTo>
                  <a:pt x="25082" y="94869"/>
                </a:lnTo>
                <a:lnTo>
                  <a:pt x="25209" y="95250"/>
                </a:lnTo>
                <a:lnTo>
                  <a:pt x="24726" y="95250"/>
                </a:lnTo>
                <a:lnTo>
                  <a:pt x="24688" y="94996"/>
                </a:lnTo>
                <a:lnTo>
                  <a:pt x="24663" y="94869"/>
                </a:lnTo>
                <a:lnTo>
                  <a:pt x="24447" y="94869"/>
                </a:lnTo>
                <a:lnTo>
                  <a:pt x="24244" y="94869"/>
                </a:lnTo>
                <a:lnTo>
                  <a:pt x="24320" y="94996"/>
                </a:lnTo>
                <a:lnTo>
                  <a:pt x="24091" y="94996"/>
                </a:lnTo>
                <a:lnTo>
                  <a:pt x="24015" y="94869"/>
                </a:lnTo>
                <a:lnTo>
                  <a:pt x="23926" y="94742"/>
                </a:lnTo>
                <a:lnTo>
                  <a:pt x="24155" y="94615"/>
                </a:lnTo>
                <a:lnTo>
                  <a:pt x="23964" y="94615"/>
                </a:lnTo>
                <a:lnTo>
                  <a:pt x="23495" y="94869"/>
                </a:lnTo>
                <a:lnTo>
                  <a:pt x="24180" y="95123"/>
                </a:lnTo>
                <a:lnTo>
                  <a:pt x="24066" y="95250"/>
                </a:lnTo>
                <a:lnTo>
                  <a:pt x="23964" y="95377"/>
                </a:lnTo>
                <a:lnTo>
                  <a:pt x="90017" y="95377"/>
                </a:lnTo>
                <a:close/>
              </a:path>
              <a:path w="118110" h="106044">
                <a:moveTo>
                  <a:pt x="90703" y="19812"/>
                </a:moveTo>
                <a:lnTo>
                  <a:pt x="90627" y="19316"/>
                </a:lnTo>
                <a:lnTo>
                  <a:pt x="90703" y="19812"/>
                </a:lnTo>
                <a:close/>
              </a:path>
              <a:path w="118110" h="106044">
                <a:moveTo>
                  <a:pt x="90766" y="95377"/>
                </a:moveTo>
                <a:lnTo>
                  <a:pt x="90017" y="95377"/>
                </a:lnTo>
                <a:lnTo>
                  <a:pt x="90233" y="95631"/>
                </a:lnTo>
                <a:lnTo>
                  <a:pt x="90728" y="95631"/>
                </a:lnTo>
                <a:lnTo>
                  <a:pt x="90766" y="95377"/>
                </a:lnTo>
                <a:close/>
              </a:path>
              <a:path w="118110" h="106044">
                <a:moveTo>
                  <a:pt x="90906" y="16129"/>
                </a:moveTo>
                <a:lnTo>
                  <a:pt x="90449" y="16129"/>
                </a:lnTo>
                <a:lnTo>
                  <a:pt x="90436" y="16256"/>
                </a:lnTo>
                <a:lnTo>
                  <a:pt x="90436" y="16383"/>
                </a:lnTo>
                <a:lnTo>
                  <a:pt x="90424" y="16637"/>
                </a:lnTo>
                <a:lnTo>
                  <a:pt x="90678" y="16637"/>
                </a:lnTo>
                <a:lnTo>
                  <a:pt x="90741" y="16471"/>
                </a:lnTo>
                <a:lnTo>
                  <a:pt x="90906" y="16129"/>
                </a:lnTo>
                <a:close/>
              </a:path>
              <a:path w="118110" h="106044">
                <a:moveTo>
                  <a:pt x="92125" y="95250"/>
                </a:moveTo>
                <a:lnTo>
                  <a:pt x="92087" y="94996"/>
                </a:lnTo>
                <a:lnTo>
                  <a:pt x="91859" y="94996"/>
                </a:lnTo>
                <a:lnTo>
                  <a:pt x="92125" y="95250"/>
                </a:lnTo>
                <a:close/>
              </a:path>
              <a:path w="118110" h="106044">
                <a:moveTo>
                  <a:pt x="92608" y="20955"/>
                </a:moveTo>
                <a:lnTo>
                  <a:pt x="92456" y="20637"/>
                </a:lnTo>
                <a:lnTo>
                  <a:pt x="92329" y="20726"/>
                </a:lnTo>
                <a:lnTo>
                  <a:pt x="92608" y="20955"/>
                </a:lnTo>
                <a:close/>
              </a:path>
              <a:path w="118110" h="106044">
                <a:moveTo>
                  <a:pt x="93103" y="20624"/>
                </a:moveTo>
                <a:lnTo>
                  <a:pt x="93027" y="20447"/>
                </a:lnTo>
                <a:lnTo>
                  <a:pt x="92989" y="20599"/>
                </a:lnTo>
                <a:close/>
              </a:path>
              <a:path w="118110" h="106044">
                <a:moveTo>
                  <a:pt x="93129" y="95250"/>
                </a:moveTo>
                <a:lnTo>
                  <a:pt x="92989" y="95250"/>
                </a:lnTo>
                <a:lnTo>
                  <a:pt x="93129" y="95250"/>
                </a:lnTo>
                <a:close/>
              </a:path>
              <a:path w="118110" h="106044">
                <a:moveTo>
                  <a:pt x="93141" y="20701"/>
                </a:moveTo>
                <a:lnTo>
                  <a:pt x="92951" y="20828"/>
                </a:lnTo>
                <a:lnTo>
                  <a:pt x="93141" y="20701"/>
                </a:lnTo>
                <a:close/>
              </a:path>
              <a:path w="118110" h="106044">
                <a:moveTo>
                  <a:pt x="93281" y="66802"/>
                </a:moveTo>
                <a:lnTo>
                  <a:pt x="93154" y="66548"/>
                </a:lnTo>
                <a:lnTo>
                  <a:pt x="93027" y="66802"/>
                </a:lnTo>
                <a:lnTo>
                  <a:pt x="92964" y="66929"/>
                </a:lnTo>
                <a:lnTo>
                  <a:pt x="93281" y="66802"/>
                </a:lnTo>
                <a:close/>
              </a:path>
              <a:path w="118110" h="106044">
                <a:moveTo>
                  <a:pt x="93472" y="36233"/>
                </a:moveTo>
                <a:lnTo>
                  <a:pt x="93459" y="35687"/>
                </a:lnTo>
                <a:lnTo>
                  <a:pt x="93319" y="36258"/>
                </a:lnTo>
                <a:lnTo>
                  <a:pt x="93472" y="36233"/>
                </a:lnTo>
                <a:close/>
              </a:path>
              <a:path w="118110" h="106044">
                <a:moveTo>
                  <a:pt x="94005" y="66802"/>
                </a:moveTo>
                <a:lnTo>
                  <a:pt x="93776" y="66802"/>
                </a:lnTo>
                <a:lnTo>
                  <a:pt x="93687" y="66967"/>
                </a:lnTo>
                <a:lnTo>
                  <a:pt x="93878" y="67056"/>
                </a:lnTo>
                <a:lnTo>
                  <a:pt x="94005" y="66802"/>
                </a:lnTo>
                <a:close/>
              </a:path>
              <a:path w="118110" h="106044">
                <a:moveTo>
                  <a:pt x="94335" y="22479"/>
                </a:moveTo>
                <a:lnTo>
                  <a:pt x="93840" y="22085"/>
                </a:lnTo>
                <a:lnTo>
                  <a:pt x="93751" y="22479"/>
                </a:lnTo>
                <a:lnTo>
                  <a:pt x="94335" y="22479"/>
                </a:lnTo>
                <a:close/>
              </a:path>
              <a:path w="118110" h="106044">
                <a:moveTo>
                  <a:pt x="95478" y="21183"/>
                </a:moveTo>
                <a:close/>
              </a:path>
              <a:path w="118110" h="106044">
                <a:moveTo>
                  <a:pt x="95948" y="62522"/>
                </a:moveTo>
                <a:lnTo>
                  <a:pt x="95859" y="62357"/>
                </a:lnTo>
                <a:lnTo>
                  <a:pt x="95859" y="62572"/>
                </a:lnTo>
                <a:close/>
              </a:path>
              <a:path w="118110" h="106044">
                <a:moveTo>
                  <a:pt x="96647" y="17272"/>
                </a:moveTo>
                <a:lnTo>
                  <a:pt x="95681" y="17272"/>
                </a:lnTo>
                <a:lnTo>
                  <a:pt x="94957" y="17475"/>
                </a:lnTo>
                <a:lnTo>
                  <a:pt x="94945" y="17272"/>
                </a:lnTo>
                <a:lnTo>
                  <a:pt x="95097" y="16637"/>
                </a:lnTo>
                <a:lnTo>
                  <a:pt x="94640" y="16637"/>
                </a:lnTo>
                <a:lnTo>
                  <a:pt x="94716" y="17272"/>
                </a:lnTo>
                <a:lnTo>
                  <a:pt x="94742" y="17526"/>
                </a:lnTo>
                <a:lnTo>
                  <a:pt x="94449" y="17614"/>
                </a:lnTo>
                <a:lnTo>
                  <a:pt x="94742" y="17564"/>
                </a:lnTo>
                <a:lnTo>
                  <a:pt x="94780" y="17780"/>
                </a:lnTo>
                <a:lnTo>
                  <a:pt x="94983" y="17780"/>
                </a:lnTo>
                <a:lnTo>
                  <a:pt x="94970" y="17526"/>
                </a:lnTo>
                <a:lnTo>
                  <a:pt x="96647" y="17272"/>
                </a:lnTo>
                <a:close/>
              </a:path>
              <a:path w="118110" h="106044">
                <a:moveTo>
                  <a:pt x="97256" y="21463"/>
                </a:moveTo>
                <a:lnTo>
                  <a:pt x="97091" y="20955"/>
                </a:lnTo>
                <a:lnTo>
                  <a:pt x="96570" y="20955"/>
                </a:lnTo>
                <a:lnTo>
                  <a:pt x="96456" y="21399"/>
                </a:lnTo>
                <a:lnTo>
                  <a:pt x="97256" y="21463"/>
                </a:lnTo>
                <a:close/>
              </a:path>
              <a:path w="118110" h="106044">
                <a:moveTo>
                  <a:pt x="97269" y="22479"/>
                </a:moveTo>
                <a:lnTo>
                  <a:pt x="96989" y="21971"/>
                </a:lnTo>
                <a:lnTo>
                  <a:pt x="96875" y="22479"/>
                </a:lnTo>
                <a:lnTo>
                  <a:pt x="97269" y="22479"/>
                </a:lnTo>
                <a:close/>
              </a:path>
              <a:path w="118110" h="106044">
                <a:moveTo>
                  <a:pt x="97345" y="95250"/>
                </a:moveTo>
                <a:lnTo>
                  <a:pt x="96697" y="94996"/>
                </a:lnTo>
                <a:lnTo>
                  <a:pt x="97015" y="95250"/>
                </a:lnTo>
                <a:lnTo>
                  <a:pt x="97040" y="95377"/>
                </a:lnTo>
                <a:lnTo>
                  <a:pt x="97282" y="95377"/>
                </a:lnTo>
                <a:lnTo>
                  <a:pt x="97345" y="95250"/>
                </a:lnTo>
                <a:close/>
              </a:path>
              <a:path w="118110" h="106044">
                <a:moveTo>
                  <a:pt x="97650" y="95377"/>
                </a:moveTo>
                <a:lnTo>
                  <a:pt x="97599" y="95250"/>
                </a:lnTo>
                <a:lnTo>
                  <a:pt x="97370" y="95250"/>
                </a:lnTo>
                <a:lnTo>
                  <a:pt x="97370" y="95377"/>
                </a:lnTo>
                <a:lnTo>
                  <a:pt x="97650" y="95377"/>
                </a:lnTo>
                <a:close/>
              </a:path>
              <a:path w="118110" h="106044">
                <a:moveTo>
                  <a:pt x="98069" y="95377"/>
                </a:moveTo>
                <a:lnTo>
                  <a:pt x="97650" y="95377"/>
                </a:lnTo>
                <a:lnTo>
                  <a:pt x="97751" y="95631"/>
                </a:lnTo>
                <a:lnTo>
                  <a:pt x="98069" y="95377"/>
                </a:lnTo>
                <a:close/>
              </a:path>
              <a:path w="118110" h="106044">
                <a:moveTo>
                  <a:pt x="98894" y="96520"/>
                </a:moveTo>
                <a:lnTo>
                  <a:pt x="98767" y="96393"/>
                </a:lnTo>
                <a:lnTo>
                  <a:pt x="98679" y="96266"/>
                </a:lnTo>
                <a:lnTo>
                  <a:pt x="98602" y="96139"/>
                </a:lnTo>
                <a:lnTo>
                  <a:pt x="98513" y="96012"/>
                </a:lnTo>
                <a:lnTo>
                  <a:pt x="98361" y="96139"/>
                </a:lnTo>
                <a:lnTo>
                  <a:pt x="98310" y="96266"/>
                </a:lnTo>
                <a:lnTo>
                  <a:pt x="98894" y="96520"/>
                </a:lnTo>
                <a:close/>
              </a:path>
              <a:path w="118110" h="106044">
                <a:moveTo>
                  <a:pt x="99098" y="96139"/>
                </a:moveTo>
                <a:lnTo>
                  <a:pt x="98856" y="96266"/>
                </a:lnTo>
                <a:lnTo>
                  <a:pt x="98907" y="96393"/>
                </a:lnTo>
                <a:lnTo>
                  <a:pt x="99009" y="96266"/>
                </a:lnTo>
                <a:lnTo>
                  <a:pt x="99098" y="96139"/>
                </a:lnTo>
                <a:close/>
              </a:path>
              <a:path w="118110" h="106044">
                <a:moveTo>
                  <a:pt x="99187" y="62865"/>
                </a:moveTo>
                <a:lnTo>
                  <a:pt x="98818" y="63119"/>
                </a:lnTo>
                <a:lnTo>
                  <a:pt x="98996" y="63119"/>
                </a:lnTo>
                <a:lnTo>
                  <a:pt x="99187" y="62865"/>
                </a:lnTo>
                <a:close/>
              </a:path>
              <a:path w="118110" h="106044">
                <a:moveTo>
                  <a:pt x="100482" y="62865"/>
                </a:moveTo>
                <a:lnTo>
                  <a:pt x="100304" y="62865"/>
                </a:lnTo>
                <a:lnTo>
                  <a:pt x="100355" y="63119"/>
                </a:lnTo>
                <a:lnTo>
                  <a:pt x="100482" y="62865"/>
                </a:lnTo>
                <a:close/>
              </a:path>
              <a:path w="118110" h="106044">
                <a:moveTo>
                  <a:pt x="101955" y="59436"/>
                </a:moveTo>
                <a:lnTo>
                  <a:pt x="101600" y="59436"/>
                </a:lnTo>
                <a:lnTo>
                  <a:pt x="101930" y="59690"/>
                </a:lnTo>
                <a:lnTo>
                  <a:pt x="101955" y="59436"/>
                </a:lnTo>
                <a:close/>
              </a:path>
              <a:path w="118110" h="106044">
                <a:moveTo>
                  <a:pt x="102196" y="27813"/>
                </a:moveTo>
                <a:lnTo>
                  <a:pt x="101155" y="27647"/>
                </a:lnTo>
                <a:lnTo>
                  <a:pt x="101142" y="27813"/>
                </a:lnTo>
                <a:lnTo>
                  <a:pt x="102196" y="27813"/>
                </a:lnTo>
                <a:close/>
              </a:path>
              <a:path w="118110" h="106044">
                <a:moveTo>
                  <a:pt x="103365" y="57023"/>
                </a:moveTo>
                <a:lnTo>
                  <a:pt x="103327" y="56769"/>
                </a:lnTo>
                <a:lnTo>
                  <a:pt x="103162" y="56769"/>
                </a:lnTo>
                <a:lnTo>
                  <a:pt x="103149" y="57023"/>
                </a:lnTo>
                <a:lnTo>
                  <a:pt x="103339" y="57023"/>
                </a:lnTo>
                <a:close/>
              </a:path>
              <a:path w="118110" h="106044">
                <a:moveTo>
                  <a:pt x="103670" y="57277"/>
                </a:moveTo>
                <a:lnTo>
                  <a:pt x="103124" y="57404"/>
                </a:lnTo>
                <a:lnTo>
                  <a:pt x="103149" y="57023"/>
                </a:lnTo>
                <a:lnTo>
                  <a:pt x="102793" y="57023"/>
                </a:lnTo>
                <a:lnTo>
                  <a:pt x="102857" y="57785"/>
                </a:lnTo>
                <a:lnTo>
                  <a:pt x="102666" y="57785"/>
                </a:lnTo>
                <a:lnTo>
                  <a:pt x="102489" y="57785"/>
                </a:lnTo>
                <a:lnTo>
                  <a:pt x="102260" y="57404"/>
                </a:lnTo>
                <a:lnTo>
                  <a:pt x="102184" y="57277"/>
                </a:lnTo>
                <a:lnTo>
                  <a:pt x="102641" y="57277"/>
                </a:lnTo>
                <a:lnTo>
                  <a:pt x="102793" y="57023"/>
                </a:lnTo>
                <a:lnTo>
                  <a:pt x="102590" y="57111"/>
                </a:lnTo>
                <a:lnTo>
                  <a:pt x="102717" y="57023"/>
                </a:lnTo>
                <a:lnTo>
                  <a:pt x="102628" y="56769"/>
                </a:lnTo>
                <a:lnTo>
                  <a:pt x="102349" y="57023"/>
                </a:lnTo>
                <a:lnTo>
                  <a:pt x="101701" y="57023"/>
                </a:lnTo>
                <a:lnTo>
                  <a:pt x="101701" y="58039"/>
                </a:lnTo>
                <a:lnTo>
                  <a:pt x="101663" y="58407"/>
                </a:lnTo>
                <a:lnTo>
                  <a:pt x="101638" y="58674"/>
                </a:lnTo>
                <a:lnTo>
                  <a:pt x="101536" y="58420"/>
                </a:lnTo>
                <a:lnTo>
                  <a:pt x="101663" y="58420"/>
                </a:lnTo>
                <a:lnTo>
                  <a:pt x="101015" y="58039"/>
                </a:lnTo>
                <a:lnTo>
                  <a:pt x="101422" y="58039"/>
                </a:lnTo>
                <a:lnTo>
                  <a:pt x="101701" y="58039"/>
                </a:lnTo>
                <a:lnTo>
                  <a:pt x="101701" y="57023"/>
                </a:lnTo>
                <a:lnTo>
                  <a:pt x="101244" y="57023"/>
                </a:lnTo>
                <a:lnTo>
                  <a:pt x="101244" y="57404"/>
                </a:lnTo>
                <a:lnTo>
                  <a:pt x="101231" y="57785"/>
                </a:lnTo>
                <a:lnTo>
                  <a:pt x="100939" y="57785"/>
                </a:lnTo>
                <a:lnTo>
                  <a:pt x="100799" y="57785"/>
                </a:lnTo>
                <a:lnTo>
                  <a:pt x="100634" y="57785"/>
                </a:lnTo>
                <a:lnTo>
                  <a:pt x="100266" y="57404"/>
                </a:lnTo>
                <a:lnTo>
                  <a:pt x="100139" y="57277"/>
                </a:lnTo>
                <a:lnTo>
                  <a:pt x="100799" y="57785"/>
                </a:lnTo>
                <a:lnTo>
                  <a:pt x="100634" y="57404"/>
                </a:lnTo>
                <a:lnTo>
                  <a:pt x="101244" y="57404"/>
                </a:lnTo>
                <a:lnTo>
                  <a:pt x="101244" y="57023"/>
                </a:lnTo>
                <a:lnTo>
                  <a:pt x="18834" y="57023"/>
                </a:lnTo>
                <a:lnTo>
                  <a:pt x="18834" y="58039"/>
                </a:lnTo>
                <a:lnTo>
                  <a:pt x="18262" y="58420"/>
                </a:lnTo>
                <a:lnTo>
                  <a:pt x="18491" y="58039"/>
                </a:lnTo>
                <a:lnTo>
                  <a:pt x="18834" y="58039"/>
                </a:lnTo>
                <a:lnTo>
                  <a:pt x="18834" y="57023"/>
                </a:lnTo>
                <a:lnTo>
                  <a:pt x="13157" y="57023"/>
                </a:lnTo>
                <a:lnTo>
                  <a:pt x="13157" y="57404"/>
                </a:lnTo>
                <a:lnTo>
                  <a:pt x="12306" y="57670"/>
                </a:lnTo>
                <a:lnTo>
                  <a:pt x="12484" y="57404"/>
                </a:lnTo>
                <a:lnTo>
                  <a:pt x="12573" y="57277"/>
                </a:lnTo>
                <a:lnTo>
                  <a:pt x="12941" y="57277"/>
                </a:lnTo>
                <a:lnTo>
                  <a:pt x="13157" y="57404"/>
                </a:lnTo>
                <a:lnTo>
                  <a:pt x="13157" y="57023"/>
                </a:lnTo>
                <a:lnTo>
                  <a:pt x="11760" y="57023"/>
                </a:lnTo>
                <a:lnTo>
                  <a:pt x="11760" y="60452"/>
                </a:lnTo>
                <a:lnTo>
                  <a:pt x="11468" y="60604"/>
                </a:lnTo>
                <a:lnTo>
                  <a:pt x="11531" y="60452"/>
                </a:lnTo>
                <a:lnTo>
                  <a:pt x="11760" y="60452"/>
                </a:lnTo>
                <a:lnTo>
                  <a:pt x="11760" y="57023"/>
                </a:lnTo>
                <a:lnTo>
                  <a:pt x="10782" y="57023"/>
                </a:lnTo>
                <a:lnTo>
                  <a:pt x="10782" y="58928"/>
                </a:lnTo>
                <a:lnTo>
                  <a:pt x="10706" y="59055"/>
                </a:lnTo>
                <a:lnTo>
                  <a:pt x="10642" y="58928"/>
                </a:lnTo>
                <a:lnTo>
                  <a:pt x="10782" y="58928"/>
                </a:lnTo>
                <a:lnTo>
                  <a:pt x="10782" y="57023"/>
                </a:lnTo>
                <a:lnTo>
                  <a:pt x="9728" y="57023"/>
                </a:lnTo>
                <a:lnTo>
                  <a:pt x="9728" y="57785"/>
                </a:lnTo>
                <a:lnTo>
                  <a:pt x="9385" y="57912"/>
                </a:lnTo>
                <a:lnTo>
                  <a:pt x="9283" y="57785"/>
                </a:lnTo>
                <a:lnTo>
                  <a:pt x="9728" y="57785"/>
                </a:lnTo>
                <a:lnTo>
                  <a:pt x="9728" y="57023"/>
                </a:lnTo>
                <a:lnTo>
                  <a:pt x="8788" y="57023"/>
                </a:lnTo>
                <a:lnTo>
                  <a:pt x="8775" y="57150"/>
                </a:lnTo>
                <a:lnTo>
                  <a:pt x="8559" y="57023"/>
                </a:lnTo>
                <a:lnTo>
                  <a:pt x="8788" y="57023"/>
                </a:lnTo>
                <a:lnTo>
                  <a:pt x="8813" y="56769"/>
                </a:lnTo>
                <a:lnTo>
                  <a:pt x="8343" y="56515"/>
                </a:lnTo>
                <a:lnTo>
                  <a:pt x="8229" y="56769"/>
                </a:lnTo>
                <a:lnTo>
                  <a:pt x="8458" y="56769"/>
                </a:lnTo>
                <a:lnTo>
                  <a:pt x="8343" y="56896"/>
                </a:lnTo>
                <a:lnTo>
                  <a:pt x="8128" y="56769"/>
                </a:lnTo>
                <a:lnTo>
                  <a:pt x="8001" y="57404"/>
                </a:lnTo>
                <a:lnTo>
                  <a:pt x="7874" y="57785"/>
                </a:lnTo>
                <a:lnTo>
                  <a:pt x="8115" y="57785"/>
                </a:lnTo>
                <a:lnTo>
                  <a:pt x="8521" y="58039"/>
                </a:lnTo>
                <a:lnTo>
                  <a:pt x="8521" y="57785"/>
                </a:lnTo>
                <a:lnTo>
                  <a:pt x="8547" y="58039"/>
                </a:lnTo>
                <a:lnTo>
                  <a:pt x="8864" y="58039"/>
                </a:lnTo>
                <a:lnTo>
                  <a:pt x="8750" y="58420"/>
                </a:lnTo>
                <a:lnTo>
                  <a:pt x="9042" y="58039"/>
                </a:lnTo>
                <a:lnTo>
                  <a:pt x="9486" y="58039"/>
                </a:lnTo>
                <a:lnTo>
                  <a:pt x="9740" y="58420"/>
                </a:lnTo>
                <a:lnTo>
                  <a:pt x="8750" y="58420"/>
                </a:lnTo>
                <a:lnTo>
                  <a:pt x="8483" y="58547"/>
                </a:lnTo>
                <a:lnTo>
                  <a:pt x="8305" y="58674"/>
                </a:lnTo>
                <a:lnTo>
                  <a:pt x="8331" y="58928"/>
                </a:lnTo>
                <a:lnTo>
                  <a:pt x="8661" y="58928"/>
                </a:lnTo>
                <a:lnTo>
                  <a:pt x="8356" y="59436"/>
                </a:lnTo>
                <a:lnTo>
                  <a:pt x="8737" y="59182"/>
                </a:lnTo>
                <a:lnTo>
                  <a:pt x="9017" y="58928"/>
                </a:lnTo>
                <a:lnTo>
                  <a:pt x="8839" y="58928"/>
                </a:lnTo>
                <a:lnTo>
                  <a:pt x="8712" y="58674"/>
                </a:lnTo>
                <a:lnTo>
                  <a:pt x="8674" y="58826"/>
                </a:lnTo>
                <a:lnTo>
                  <a:pt x="8483" y="58674"/>
                </a:lnTo>
                <a:lnTo>
                  <a:pt x="8699" y="58674"/>
                </a:lnTo>
                <a:lnTo>
                  <a:pt x="9791" y="58674"/>
                </a:lnTo>
                <a:lnTo>
                  <a:pt x="9931" y="58928"/>
                </a:lnTo>
                <a:lnTo>
                  <a:pt x="10083" y="59067"/>
                </a:lnTo>
                <a:lnTo>
                  <a:pt x="10236" y="59182"/>
                </a:lnTo>
                <a:lnTo>
                  <a:pt x="10541" y="59436"/>
                </a:lnTo>
                <a:lnTo>
                  <a:pt x="10642" y="59182"/>
                </a:lnTo>
                <a:lnTo>
                  <a:pt x="10782" y="59182"/>
                </a:lnTo>
                <a:lnTo>
                  <a:pt x="10922" y="59436"/>
                </a:lnTo>
                <a:lnTo>
                  <a:pt x="10579" y="59436"/>
                </a:lnTo>
                <a:lnTo>
                  <a:pt x="10325" y="59436"/>
                </a:lnTo>
                <a:lnTo>
                  <a:pt x="9880" y="59436"/>
                </a:lnTo>
                <a:lnTo>
                  <a:pt x="10248" y="59575"/>
                </a:lnTo>
                <a:lnTo>
                  <a:pt x="10617" y="59690"/>
                </a:lnTo>
                <a:lnTo>
                  <a:pt x="11074" y="59690"/>
                </a:lnTo>
                <a:lnTo>
                  <a:pt x="11328" y="59486"/>
                </a:lnTo>
                <a:lnTo>
                  <a:pt x="11391" y="59944"/>
                </a:lnTo>
                <a:lnTo>
                  <a:pt x="11557" y="60109"/>
                </a:lnTo>
                <a:lnTo>
                  <a:pt x="11722" y="60375"/>
                </a:lnTo>
                <a:lnTo>
                  <a:pt x="11315" y="60248"/>
                </a:lnTo>
                <a:lnTo>
                  <a:pt x="11315" y="60680"/>
                </a:lnTo>
                <a:lnTo>
                  <a:pt x="11137" y="60706"/>
                </a:lnTo>
                <a:lnTo>
                  <a:pt x="10896" y="60706"/>
                </a:lnTo>
                <a:lnTo>
                  <a:pt x="10756" y="60921"/>
                </a:lnTo>
                <a:lnTo>
                  <a:pt x="10490" y="60490"/>
                </a:lnTo>
                <a:lnTo>
                  <a:pt x="10972" y="60604"/>
                </a:lnTo>
                <a:lnTo>
                  <a:pt x="10769" y="60452"/>
                </a:lnTo>
                <a:lnTo>
                  <a:pt x="11023" y="60452"/>
                </a:lnTo>
                <a:lnTo>
                  <a:pt x="11214" y="60236"/>
                </a:lnTo>
                <a:lnTo>
                  <a:pt x="11264" y="60667"/>
                </a:lnTo>
                <a:lnTo>
                  <a:pt x="11315" y="60248"/>
                </a:lnTo>
                <a:lnTo>
                  <a:pt x="9906" y="60452"/>
                </a:lnTo>
                <a:lnTo>
                  <a:pt x="10388" y="60452"/>
                </a:lnTo>
                <a:lnTo>
                  <a:pt x="10388" y="60706"/>
                </a:lnTo>
                <a:lnTo>
                  <a:pt x="10312" y="60960"/>
                </a:lnTo>
                <a:lnTo>
                  <a:pt x="10502" y="60960"/>
                </a:lnTo>
                <a:lnTo>
                  <a:pt x="10642" y="61087"/>
                </a:lnTo>
                <a:lnTo>
                  <a:pt x="10769" y="60985"/>
                </a:lnTo>
                <a:lnTo>
                  <a:pt x="11163" y="61087"/>
                </a:lnTo>
                <a:lnTo>
                  <a:pt x="11061" y="60960"/>
                </a:lnTo>
                <a:lnTo>
                  <a:pt x="11277" y="60960"/>
                </a:lnTo>
                <a:lnTo>
                  <a:pt x="11201" y="61087"/>
                </a:lnTo>
                <a:lnTo>
                  <a:pt x="11671" y="61214"/>
                </a:lnTo>
                <a:lnTo>
                  <a:pt x="11480" y="60960"/>
                </a:lnTo>
                <a:lnTo>
                  <a:pt x="14757" y="60960"/>
                </a:lnTo>
                <a:lnTo>
                  <a:pt x="14820" y="61214"/>
                </a:lnTo>
                <a:lnTo>
                  <a:pt x="11671" y="61214"/>
                </a:lnTo>
                <a:lnTo>
                  <a:pt x="11290" y="61214"/>
                </a:lnTo>
                <a:lnTo>
                  <a:pt x="11214" y="61595"/>
                </a:lnTo>
                <a:lnTo>
                  <a:pt x="10934" y="61595"/>
                </a:lnTo>
                <a:lnTo>
                  <a:pt x="10985" y="61214"/>
                </a:lnTo>
                <a:lnTo>
                  <a:pt x="10795" y="61214"/>
                </a:lnTo>
                <a:lnTo>
                  <a:pt x="10147" y="61214"/>
                </a:lnTo>
                <a:lnTo>
                  <a:pt x="10261" y="61849"/>
                </a:lnTo>
                <a:lnTo>
                  <a:pt x="10350" y="62242"/>
                </a:lnTo>
                <a:lnTo>
                  <a:pt x="9893" y="62103"/>
                </a:lnTo>
                <a:lnTo>
                  <a:pt x="9715" y="61849"/>
                </a:lnTo>
                <a:lnTo>
                  <a:pt x="9182" y="62103"/>
                </a:lnTo>
                <a:lnTo>
                  <a:pt x="9563" y="62103"/>
                </a:lnTo>
                <a:lnTo>
                  <a:pt x="9779" y="62357"/>
                </a:lnTo>
                <a:lnTo>
                  <a:pt x="12649" y="63792"/>
                </a:lnTo>
                <a:lnTo>
                  <a:pt x="9042" y="63157"/>
                </a:lnTo>
                <a:lnTo>
                  <a:pt x="10337" y="63715"/>
                </a:lnTo>
                <a:lnTo>
                  <a:pt x="11493" y="63715"/>
                </a:lnTo>
                <a:lnTo>
                  <a:pt x="12700" y="64744"/>
                </a:lnTo>
                <a:lnTo>
                  <a:pt x="15316" y="65112"/>
                </a:lnTo>
                <a:lnTo>
                  <a:pt x="15608" y="65252"/>
                </a:lnTo>
                <a:lnTo>
                  <a:pt x="15074" y="66319"/>
                </a:lnTo>
                <a:lnTo>
                  <a:pt x="15875" y="66040"/>
                </a:lnTo>
                <a:lnTo>
                  <a:pt x="16256" y="66040"/>
                </a:lnTo>
                <a:lnTo>
                  <a:pt x="16662" y="66929"/>
                </a:lnTo>
                <a:lnTo>
                  <a:pt x="16954" y="66497"/>
                </a:lnTo>
                <a:lnTo>
                  <a:pt x="17843" y="66548"/>
                </a:lnTo>
                <a:lnTo>
                  <a:pt x="17310" y="66090"/>
                </a:lnTo>
                <a:lnTo>
                  <a:pt x="18249" y="66548"/>
                </a:lnTo>
                <a:lnTo>
                  <a:pt x="18770" y="66814"/>
                </a:lnTo>
                <a:lnTo>
                  <a:pt x="18681" y="67056"/>
                </a:lnTo>
                <a:lnTo>
                  <a:pt x="18415" y="67056"/>
                </a:lnTo>
                <a:lnTo>
                  <a:pt x="19253" y="67830"/>
                </a:lnTo>
                <a:lnTo>
                  <a:pt x="19050" y="68199"/>
                </a:lnTo>
                <a:lnTo>
                  <a:pt x="17995" y="68199"/>
                </a:lnTo>
                <a:lnTo>
                  <a:pt x="22047" y="68795"/>
                </a:lnTo>
                <a:lnTo>
                  <a:pt x="21996" y="68630"/>
                </a:lnTo>
                <a:lnTo>
                  <a:pt x="21920" y="68402"/>
                </a:lnTo>
                <a:lnTo>
                  <a:pt x="21450" y="68199"/>
                </a:lnTo>
                <a:lnTo>
                  <a:pt x="21602" y="68199"/>
                </a:lnTo>
                <a:lnTo>
                  <a:pt x="21907" y="68364"/>
                </a:lnTo>
                <a:lnTo>
                  <a:pt x="21869" y="68199"/>
                </a:lnTo>
                <a:lnTo>
                  <a:pt x="21996" y="68199"/>
                </a:lnTo>
                <a:lnTo>
                  <a:pt x="22301" y="68199"/>
                </a:lnTo>
                <a:lnTo>
                  <a:pt x="22313" y="68554"/>
                </a:lnTo>
                <a:lnTo>
                  <a:pt x="22313" y="68707"/>
                </a:lnTo>
                <a:lnTo>
                  <a:pt x="22326" y="68834"/>
                </a:lnTo>
                <a:lnTo>
                  <a:pt x="22733" y="68897"/>
                </a:lnTo>
                <a:lnTo>
                  <a:pt x="23025" y="68910"/>
                </a:lnTo>
                <a:lnTo>
                  <a:pt x="22580" y="69088"/>
                </a:lnTo>
                <a:lnTo>
                  <a:pt x="22339" y="69189"/>
                </a:lnTo>
                <a:lnTo>
                  <a:pt x="22186" y="69240"/>
                </a:lnTo>
                <a:lnTo>
                  <a:pt x="21551" y="69481"/>
                </a:lnTo>
                <a:lnTo>
                  <a:pt x="20205" y="69723"/>
                </a:lnTo>
                <a:lnTo>
                  <a:pt x="20929" y="69723"/>
                </a:lnTo>
                <a:lnTo>
                  <a:pt x="25387" y="69723"/>
                </a:lnTo>
                <a:lnTo>
                  <a:pt x="25019" y="69977"/>
                </a:lnTo>
                <a:lnTo>
                  <a:pt x="25984" y="69977"/>
                </a:lnTo>
                <a:lnTo>
                  <a:pt x="26060" y="69723"/>
                </a:lnTo>
                <a:lnTo>
                  <a:pt x="25895" y="69723"/>
                </a:lnTo>
                <a:lnTo>
                  <a:pt x="25615" y="69723"/>
                </a:lnTo>
                <a:lnTo>
                  <a:pt x="25450" y="69596"/>
                </a:lnTo>
                <a:lnTo>
                  <a:pt x="25222" y="69532"/>
                </a:lnTo>
                <a:lnTo>
                  <a:pt x="25412" y="69570"/>
                </a:lnTo>
                <a:lnTo>
                  <a:pt x="25209" y="69418"/>
                </a:lnTo>
                <a:lnTo>
                  <a:pt x="25209" y="69253"/>
                </a:lnTo>
                <a:lnTo>
                  <a:pt x="28511" y="69723"/>
                </a:lnTo>
                <a:lnTo>
                  <a:pt x="26339" y="69723"/>
                </a:lnTo>
                <a:lnTo>
                  <a:pt x="26466" y="69977"/>
                </a:lnTo>
                <a:lnTo>
                  <a:pt x="27114" y="70358"/>
                </a:lnTo>
                <a:lnTo>
                  <a:pt x="27089" y="69977"/>
                </a:lnTo>
                <a:lnTo>
                  <a:pt x="27355" y="69977"/>
                </a:lnTo>
                <a:lnTo>
                  <a:pt x="27355" y="70485"/>
                </a:lnTo>
                <a:lnTo>
                  <a:pt x="27355" y="70739"/>
                </a:lnTo>
                <a:lnTo>
                  <a:pt x="27698" y="70485"/>
                </a:lnTo>
                <a:lnTo>
                  <a:pt x="28397" y="69977"/>
                </a:lnTo>
                <a:lnTo>
                  <a:pt x="28676" y="70485"/>
                </a:lnTo>
                <a:lnTo>
                  <a:pt x="28752" y="70231"/>
                </a:lnTo>
                <a:lnTo>
                  <a:pt x="28841" y="69977"/>
                </a:lnTo>
                <a:lnTo>
                  <a:pt x="28917" y="69723"/>
                </a:lnTo>
                <a:lnTo>
                  <a:pt x="29057" y="69723"/>
                </a:lnTo>
                <a:lnTo>
                  <a:pt x="29565" y="70358"/>
                </a:lnTo>
                <a:lnTo>
                  <a:pt x="29845" y="70231"/>
                </a:lnTo>
                <a:lnTo>
                  <a:pt x="30099" y="70231"/>
                </a:lnTo>
                <a:lnTo>
                  <a:pt x="30022" y="70612"/>
                </a:lnTo>
                <a:lnTo>
                  <a:pt x="30187" y="70485"/>
                </a:lnTo>
                <a:lnTo>
                  <a:pt x="30391" y="70485"/>
                </a:lnTo>
                <a:lnTo>
                  <a:pt x="30454" y="70739"/>
                </a:lnTo>
                <a:lnTo>
                  <a:pt x="30937" y="70485"/>
                </a:lnTo>
                <a:lnTo>
                  <a:pt x="31038" y="71120"/>
                </a:lnTo>
                <a:lnTo>
                  <a:pt x="31203" y="71120"/>
                </a:lnTo>
                <a:lnTo>
                  <a:pt x="31521" y="70739"/>
                </a:lnTo>
                <a:lnTo>
                  <a:pt x="31762" y="71120"/>
                </a:lnTo>
                <a:lnTo>
                  <a:pt x="31978" y="70739"/>
                </a:lnTo>
                <a:lnTo>
                  <a:pt x="32156" y="70739"/>
                </a:lnTo>
                <a:lnTo>
                  <a:pt x="32512" y="71120"/>
                </a:lnTo>
                <a:lnTo>
                  <a:pt x="32880" y="70777"/>
                </a:lnTo>
                <a:lnTo>
                  <a:pt x="32842" y="71120"/>
                </a:lnTo>
                <a:lnTo>
                  <a:pt x="32600" y="71120"/>
                </a:lnTo>
                <a:lnTo>
                  <a:pt x="32639" y="71475"/>
                </a:lnTo>
                <a:lnTo>
                  <a:pt x="32842" y="71374"/>
                </a:lnTo>
                <a:lnTo>
                  <a:pt x="33274" y="71120"/>
                </a:lnTo>
                <a:lnTo>
                  <a:pt x="32842" y="71374"/>
                </a:lnTo>
                <a:lnTo>
                  <a:pt x="33756" y="71374"/>
                </a:lnTo>
                <a:lnTo>
                  <a:pt x="33578" y="71120"/>
                </a:lnTo>
                <a:lnTo>
                  <a:pt x="33718" y="71120"/>
                </a:lnTo>
                <a:lnTo>
                  <a:pt x="33934" y="71120"/>
                </a:lnTo>
                <a:lnTo>
                  <a:pt x="33782" y="71018"/>
                </a:lnTo>
                <a:lnTo>
                  <a:pt x="33845" y="70739"/>
                </a:lnTo>
                <a:lnTo>
                  <a:pt x="34036" y="70739"/>
                </a:lnTo>
                <a:lnTo>
                  <a:pt x="34226" y="70739"/>
                </a:lnTo>
                <a:lnTo>
                  <a:pt x="36626" y="71120"/>
                </a:lnTo>
                <a:lnTo>
                  <a:pt x="36931" y="70802"/>
                </a:lnTo>
                <a:lnTo>
                  <a:pt x="36830" y="71120"/>
                </a:lnTo>
                <a:lnTo>
                  <a:pt x="36626" y="71120"/>
                </a:lnTo>
                <a:lnTo>
                  <a:pt x="34544" y="71120"/>
                </a:lnTo>
                <a:lnTo>
                  <a:pt x="34582" y="71247"/>
                </a:lnTo>
                <a:lnTo>
                  <a:pt x="34404" y="71234"/>
                </a:lnTo>
                <a:lnTo>
                  <a:pt x="34277" y="71208"/>
                </a:lnTo>
                <a:lnTo>
                  <a:pt x="33934" y="71158"/>
                </a:lnTo>
                <a:lnTo>
                  <a:pt x="33604" y="71120"/>
                </a:lnTo>
                <a:lnTo>
                  <a:pt x="33794" y="71374"/>
                </a:lnTo>
                <a:lnTo>
                  <a:pt x="34010" y="71374"/>
                </a:lnTo>
                <a:lnTo>
                  <a:pt x="34340" y="71374"/>
                </a:lnTo>
                <a:lnTo>
                  <a:pt x="34290" y="71628"/>
                </a:lnTo>
                <a:lnTo>
                  <a:pt x="34632" y="71628"/>
                </a:lnTo>
                <a:lnTo>
                  <a:pt x="34620" y="71374"/>
                </a:lnTo>
                <a:lnTo>
                  <a:pt x="35445" y="71374"/>
                </a:lnTo>
                <a:lnTo>
                  <a:pt x="39674" y="71374"/>
                </a:lnTo>
                <a:lnTo>
                  <a:pt x="39865" y="71513"/>
                </a:lnTo>
                <a:lnTo>
                  <a:pt x="40195" y="71628"/>
                </a:lnTo>
                <a:lnTo>
                  <a:pt x="40271" y="71374"/>
                </a:lnTo>
                <a:lnTo>
                  <a:pt x="39979" y="71247"/>
                </a:lnTo>
                <a:lnTo>
                  <a:pt x="39738" y="71120"/>
                </a:lnTo>
                <a:lnTo>
                  <a:pt x="39458" y="71120"/>
                </a:lnTo>
                <a:lnTo>
                  <a:pt x="39370" y="70878"/>
                </a:lnTo>
                <a:lnTo>
                  <a:pt x="39916" y="70739"/>
                </a:lnTo>
                <a:lnTo>
                  <a:pt x="39852" y="70612"/>
                </a:lnTo>
                <a:lnTo>
                  <a:pt x="39763" y="70739"/>
                </a:lnTo>
                <a:lnTo>
                  <a:pt x="39636" y="70700"/>
                </a:lnTo>
                <a:lnTo>
                  <a:pt x="39725" y="70485"/>
                </a:lnTo>
                <a:lnTo>
                  <a:pt x="39458" y="70624"/>
                </a:lnTo>
                <a:lnTo>
                  <a:pt x="39179" y="70510"/>
                </a:lnTo>
                <a:lnTo>
                  <a:pt x="39065" y="70739"/>
                </a:lnTo>
                <a:lnTo>
                  <a:pt x="39243" y="70739"/>
                </a:lnTo>
                <a:lnTo>
                  <a:pt x="39522" y="70739"/>
                </a:lnTo>
                <a:lnTo>
                  <a:pt x="39344" y="70815"/>
                </a:lnTo>
                <a:lnTo>
                  <a:pt x="38963" y="70878"/>
                </a:lnTo>
                <a:lnTo>
                  <a:pt x="38912" y="70739"/>
                </a:lnTo>
                <a:lnTo>
                  <a:pt x="38849" y="70916"/>
                </a:lnTo>
                <a:lnTo>
                  <a:pt x="38315" y="71120"/>
                </a:lnTo>
                <a:lnTo>
                  <a:pt x="38823" y="71005"/>
                </a:lnTo>
                <a:lnTo>
                  <a:pt x="38646" y="71120"/>
                </a:lnTo>
                <a:lnTo>
                  <a:pt x="38315" y="71120"/>
                </a:lnTo>
                <a:lnTo>
                  <a:pt x="38087" y="71120"/>
                </a:lnTo>
                <a:lnTo>
                  <a:pt x="37909" y="70739"/>
                </a:lnTo>
                <a:lnTo>
                  <a:pt x="37642" y="70878"/>
                </a:lnTo>
                <a:lnTo>
                  <a:pt x="37896" y="70739"/>
                </a:lnTo>
                <a:lnTo>
                  <a:pt x="38112" y="70739"/>
                </a:lnTo>
                <a:lnTo>
                  <a:pt x="39065" y="70739"/>
                </a:lnTo>
                <a:lnTo>
                  <a:pt x="39141" y="70485"/>
                </a:lnTo>
                <a:lnTo>
                  <a:pt x="38811" y="70485"/>
                </a:lnTo>
                <a:lnTo>
                  <a:pt x="38658" y="70231"/>
                </a:lnTo>
                <a:lnTo>
                  <a:pt x="39116" y="70231"/>
                </a:lnTo>
                <a:lnTo>
                  <a:pt x="39065" y="69977"/>
                </a:lnTo>
                <a:lnTo>
                  <a:pt x="38620" y="69977"/>
                </a:lnTo>
                <a:lnTo>
                  <a:pt x="38595" y="69723"/>
                </a:lnTo>
                <a:lnTo>
                  <a:pt x="39065" y="69723"/>
                </a:lnTo>
                <a:lnTo>
                  <a:pt x="39116" y="70231"/>
                </a:lnTo>
                <a:lnTo>
                  <a:pt x="39230" y="70040"/>
                </a:lnTo>
                <a:lnTo>
                  <a:pt x="39154" y="70231"/>
                </a:lnTo>
                <a:lnTo>
                  <a:pt x="39954" y="70231"/>
                </a:lnTo>
                <a:lnTo>
                  <a:pt x="39801" y="70485"/>
                </a:lnTo>
                <a:lnTo>
                  <a:pt x="40119" y="70485"/>
                </a:lnTo>
                <a:lnTo>
                  <a:pt x="39903" y="70586"/>
                </a:lnTo>
                <a:lnTo>
                  <a:pt x="40093" y="70739"/>
                </a:lnTo>
                <a:lnTo>
                  <a:pt x="40386" y="70739"/>
                </a:lnTo>
                <a:lnTo>
                  <a:pt x="40589" y="70485"/>
                </a:lnTo>
                <a:lnTo>
                  <a:pt x="40563" y="70777"/>
                </a:lnTo>
                <a:lnTo>
                  <a:pt x="41770" y="70739"/>
                </a:lnTo>
                <a:lnTo>
                  <a:pt x="43027" y="70739"/>
                </a:lnTo>
                <a:lnTo>
                  <a:pt x="43218" y="70637"/>
                </a:lnTo>
                <a:lnTo>
                  <a:pt x="43611" y="70739"/>
                </a:lnTo>
                <a:lnTo>
                  <a:pt x="47015" y="70739"/>
                </a:lnTo>
                <a:lnTo>
                  <a:pt x="47180" y="70485"/>
                </a:lnTo>
                <a:lnTo>
                  <a:pt x="43815" y="70485"/>
                </a:lnTo>
                <a:lnTo>
                  <a:pt x="43611" y="70231"/>
                </a:lnTo>
                <a:lnTo>
                  <a:pt x="43611" y="70485"/>
                </a:lnTo>
                <a:lnTo>
                  <a:pt x="43484" y="70485"/>
                </a:lnTo>
                <a:lnTo>
                  <a:pt x="43611" y="70231"/>
                </a:lnTo>
                <a:lnTo>
                  <a:pt x="44183" y="70231"/>
                </a:lnTo>
                <a:lnTo>
                  <a:pt x="45453" y="70231"/>
                </a:lnTo>
                <a:lnTo>
                  <a:pt x="45453" y="70078"/>
                </a:lnTo>
                <a:lnTo>
                  <a:pt x="45491" y="70231"/>
                </a:lnTo>
                <a:lnTo>
                  <a:pt x="47231" y="70231"/>
                </a:lnTo>
                <a:lnTo>
                  <a:pt x="47282" y="70510"/>
                </a:lnTo>
                <a:lnTo>
                  <a:pt x="47015" y="70739"/>
                </a:lnTo>
                <a:lnTo>
                  <a:pt x="47332" y="70739"/>
                </a:lnTo>
                <a:lnTo>
                  <a:pt x="50241" y="70739"/>
                </a:lnTo>
                <a:lnTo>
                  <a:pt x="50330" y="69723"/>
                </a:lnTo>
                <a:lnTo>
                  <a:pt x="51054" y="69723"/>
                </a:lnTo>
                <a:lnTo>
                  <a:pt x="51765" y="69723"/>
                </a:lnTo>
                <a:lnTo>
                  <a:pt x="51485" y="69850"/>
                </a:lnTo>
                <a:lnTo>
                  <a:pt x="51193" y="69773"/>
                </a:lnTo>
                <a:lnTo>
                  <a:pt x="51193" y="70192"/>
                </a:lnTo>
                <a:lnTo>
                  <a:pt x="51193" y="70485"/>
                </a:lnTo>
                <a:lnTo>
                  <a:pt x="51181" y="70231"/>
                </a:lnTo>
                <a:lnTo>
                  <a:pt x="51193" y="69773"/>
                </a:lnTo>
                <a:lnTo>
                  <a:pt x="51054" y="69723"/>
                </a:lnTo>
                <a:lnTo>
                  <a:pt x="50761" y="69977"/>
                </a:lnTo>
                <a:lnTo>
                  <a:pt x="50774" y="70104"/>
                </a:lnTo>
                <a:lnTo>
                  <a:pt x="50596" y="69977"/>
                </a:lnTo>
                <a:lnTo>
                  <a:pt x="50393" y="69977"/>
                </a:lnTo>
                <a:lnTo>
                  <a:pt x="50368" y="70231"/>
                </a:lnTo>
                <a:lnTo>
                  <a:pt x="50787" y="70231"/>
                </a:lnTo>
                <a:lnTo>
                  <a:pt x="50812" y="70485"/>
                </a:lnTo>
                <a:lnTo>
                  <a:pt x="50609" y="70485"/>
                </a:lnTo>
                <a:lnTo>
                  <a:pt x="50342" y="70485"/>
                </a:lnTo>
                <a:lnTo>
                  <a:pt x="50279" y="70637"/>
                </a:lnTo>
                <a:lnTo>
                  <a:pt x="50609" y="71120"/>
                </a:lnTo>
                <a:lnTo>
                  <a:pt x="50546" y="70739"/>
                </a:lnTo>
                <a:lnTo>
                  <a:pt x="51193" y="70739"/>
                </a:lnTo>
                <a:lnTo>
                  <a:pt x="51193" y="71120"/>
                </a:lnTo>
                <a:lnTo>
                  <a:pt x="50609" y="71120"/>
                </a:lnTo>
                <a:lnTo>
                  <a:pt x="40551" y="71120"/>
                </a:lnTo>
                <a:lnTo>
                  <a:pt x="40424" y="71120"/>
                </a:lnTo>
                <a:lnTo>
                  <a:pt x="40271" y="71374"/>
                </a:lnTo>
                <a:lnTo>
                  <a:pt x="51193" y="71374"/>
                </a:lnTo>
                <a:lnTo>
                  <a:pt x="51206" y="72136"/>
                </a:lnTo>
                <a:lnTo>
                  <a:pt x="73520" y="72136"/>
                </a:lnTo>
                <a:lnTo>
                  <a:pt x="73901" y="72263"/>
                </a:lnTo>
                <a:lnTo>
                  <a:pt x="73850" y="72136"/>
                </a:lnTo>
                <a:lnTo>
                  <a:pt x="74269" y="72136"/>
                </a:lnTo>
                <a:lnTo>
                  <a:pt x="74269" y="72339"/>
                </a:lnTo>
                <a:lnTo>
                  <a:pt x="73952" y="72390"/>
                </a:lnTo>
                <a:lnTo>
                  <a:pt x="73558" y="72390"/>
                </a:lnTo>
                <a:lnTo>
                  <a:pt x="73558" y="72771"/>
                </a:lnTo>
                <a:lnTo>
                  <a:pt x="72212" y="72644"/>
                </a:lnTo>
                <a:lnTo>
                  <a:pt x="73240" y="72644"/>
                </a:lnTo>
                <a:lnTo>
                  <a:pt x="73558" y="72771"/>
                </a:lnTo>
                <a:lnTo>
                  <a:pt x="73558" y="72390"/>
                </a:lnTo>
                <a:lnTo>
                  <a:pt x="51320" y="72390"/>
                </a:lnTo>
                <a:lnTo>
                  <a:pt x="51803" y="72644"/>
                </a:lnTo>
                <a:lnTo>
                  <a:pt x="51701" y="72898"/>
                </a:lnTo>
                <a:lnTo>
                  <a:pt x="51612" y="73152"/>
                </a:lnTo>
                <a:lnTo>
                  <a:pt x="51511" y="73406"/>
                </a:lnTo>
                <a:lnTo>
                  <a:pt x="51358" y="73660"/>
                </a:lnTo>
                <a:lnTo>
                  <a:pt x="51371" y="73914"/>
                </a:lnTo>
                <a:lnTo>
                  <a:pt x="51498" y="76073"/>
                </a:lnTo>
                <a:lnTo>
                  <a:pt x="51612" y="78740"/>
                </a:lnTo>
                <a:lnTo>
                  <a:pt x="50749" y="79629"/>
                </a:lnTo>
                <a:lnTo>
                  <a:pt x="51612" y="80772"/>
                </a:lnTo>
                <a:lnTo>
                  <a:pt x="51790" y="84074"/>
                </a:lnTo>
                <a:lnTo>
                  <a:pt x="50863" y="85979"/>
                </a:lnTo>
                <a:lnTo>
                  <a:pt x="50622" y="88011"/>
                </a:lnTo>
                <a:lnTo>
                  <a:pt x="51295" y="88773"/>
                </a:lnTo>
                <a:lnTo>
                  <a:pt x="51600" y="90424"/>
                </a:lnTo>
                <a:lnTo>
                  <a:pt x="52705" y="91059"/>
                </a:lnTo>
                <a:lnTo>
                  <a:pt x="52666" y="91440"/>
                </a:lnTo>
                <a:lnTo>
                  <a:pt x="52527" y="91440"/>
                </a:lnTo>
                <a:lnTo>
                  <a:pt x="52400" y="91313"/>
                </a:lnTo>
                <a:lnTo>
                  <a:pt x="52412" y="91694"/>
                </a:lnTo>
                <a:lnTo>
                  <a:pt x="52324" y="91440"/>
                </a:lnTo>
                <a:lnTo>
                  <a:pt x="52235" y="91313"/>
                </a:lnTo>
                <a:lnTo>
                  <a:pt x="52158" y="91440"/>
                </a:lnTo>
                <a:lnTo>
                  <a:pt x="52070" y="91567"/>
                </a:lnTo>
                <a:lnTo>
                  <a:pt x="51993" y="91440"/>
                </a:lnTo>
                <a:lnTo>
                  <a:pt x="51866" y="91605"/>
                </a:lnTo>
                <a:lnTo>
                  <a:pt x="51485" y="91313"/>
                </a:lnTo>
                <a:lnTo>
                  <a:pt x="51435" y="91440"/>
                </a:lnTo>
                <a:lnTo>
                  <a:pt x="50927" y="91440"/>
                </a:lnTo>
                <a:lnTo>
                  <a:pt x="51155" y="91694"/>
                </a:lnTo>
                <a:lnTo>
                  <a:pt x="50901" y="91694"/>
                </a:lnTo>
                <a:lnTo>
                  <a:pt x="50927" y="91440"/>
                </a:lnTo>
                <a:lnTo>
                  <a:pt x="49974" y="91440"/>
                </a:lnTo>
                <a:lnTo>
                  <a:pt x="49847" y="91440"/>
                </a:lnTo>
                <a:lnTo>
                  <a:pt x="49847" y="91694"/>
                </a:lnTo>
                <a:lnTo>
                  <a:pt x="49682" y="91795"/>
                </a:lnTo>
                <a:lnTo>
                  <a:pt x="49847" y="91694"/>
                </a:lnTo>
                <a:lnTo>
                  <a:pt x="49847" y="91440"/>
                </a:lnTo>
                <a:lnTo>
                  <a:pt x="49555" y="91414"/>
                </a:lnTo>
                <a:lnTo>
                  <a:pt x="49555" y="91744"/>
                </a:lnTo>
                <a:lnTo>
                  <a:pt x="49555" y="91414"/>
                </a:lnTo>
                <a:lnTo>
                  <a:pt x="49263" y="91440"/>
                </a:lnTo>
                <a:lnTo>
                  <a:pt x="48044" y="91440"/>
                </a:lnTo>
                <a:lnTo>
                  <a:pt x="47421" y="91440"/>
                </a:lnTo>
                <a:lnTo>
                  <a:pt x="47739" y="91694"/>
                </a:lnTo>
                <a:lnTo>
                  <a:pt x="47955" y="91694"/>
                </a:lnTo>
                <a:lnTo>
                  <a:pt x="49212" y="91694"/>
                </a:lnTo>
                <a:lnTo>
                  <a:pt x="48958" y="91821"/>
                </a:lnTo>
                <a:lnTo>
                  <a:pt x="49415" y="91795"/>
                </a:lnTo>
                <a:lnTo>
                  <a:pt x="49669" y="91795"/>
                </a:lnTo>
                <a:lnTo>
                  <a:pt x="50088" y="91821"/>
                </a:lnTo>
                <a:lnTo>
                  <a:pt x="50152" y="91694"/>
                </a:lnTo>
                <a:lnTo>
                  <a:pt x="50203" y="91821"/>
                </a:lnTo>
                <a:lnTo>
                  <a:pt x="50431" y="91821"/>
                </a:lnTo>
                <a:lnTo>
                  <a:pt x="61582" y="91821"/>
                </a:lnTo>
                <a:lnTo>
                  <a:pt x="61582" y="91694"/>
                </a:lnTo>
                <a:lnTo>
                  <a:pt x="61480" y="76835"/>
                </a:lnTo>
                <a:lnTo>
                  <a:pt x="61861" y="76835"/>
                </a:lnTo>
                <a:lnTo>
                  <a:pt x="61734" y="75565"/>
                </a:lnTo>
                <a:lnTo>
                  <a:pt x="61620" y="74295"/>
                </a:lnTo>
                <a:lnTo>
                  <a:pt x="61582" y="73914"/>
                </a:lnTo>
                <a:lnTo>
                  <a:pt x="62890" y="73914"/>
                </a:lnTo>
                <a:lnTo>
                  <a:pt x="64820" y="75057"/>
                </a:lnTo>
                <a:lnTo>
                  <a:pt x="67322" y="75057"/>
                </a:lnTo>
                <a:lnTo>
                  <a:pt x="70129" y="75158"/>
                </a:lnTo>
                <a:lnTo>
                  <a:pt x="67691" y="75298"/>
                </a:lnTo>
                <a:lnTo>
                  <a:pt x="65646" y="75336"/>
                </a:lnTo>
                <a:lnTo>
                  <a:pt x="64604" y="75336"/>
                </a:lnTo>
                <a:lnTo>
                  <a:pt x="64274" y="75323"/>
                </a:lnTo>
                <a:lnTo>
                  <a:pt x="64566" y="75399"/>
                </a:lnTo>
                <a:lnTo>
                  <a:pt x="64427" y="75476"/>
                </a:lnTo>
                <a:lnTo>
                  <a:pt x="64160" y="75565"/>
                </a:lnTo>
                <a:lnTo>
                  <a:pt x="64643" y="75628"/>
                </a:lnTo>
                <a:lnTo>
                  <a:pt x="68249" y="75806"/>
                </a:lnTo>
                <a:lnTo>
                  <a:pt x="70688" y="75882"/>
                </a:lnTo>
                <a:lnTo>
                  <a:pt x="70815" y="75946"/>
                </a:lnTo>
                <a:lnTo>
                  <a:pt x="70929" y="75615"/>
                </a:lnTo>
                <a:lnTo>
                  <a:pt x="71145" y="75565"/>
                </a:lnTo>
                <a:lnTo>
                  <a:pt x="71183" y="75692"/>
                </a:lnTo>
                <a:lnTo>
                  <a:pt x="71310" y="75565"/>
                </a:lnTo>
                <a:lnTo>
                  <a:pt x="71767" y="75565"/>
                </a:lnTo>
                <a:lnTo>
                  <a:pt x="71831" y="75311"/>
                </a:lnTo>
                <a:lnTo>
                  <a:pt x="71704" y="75311"/>
                </a:lnTo>
                <a:lnTo>
                  <a:pt x="71564" y="75311"/>
                </a:lnTo>
                <a:lnTo>
                  <a:pt x="71094" y="75311"/>
                </a:lnTo>
                <a:lnTo>
                  <a:pt x="70891" y="75488"/>
                </a:lnTo>
                <a:lnTo>
                  <a:pt x="70815" y="75247"/>
                </a:lnTo>
                <a:lnTo>
                  <a:pt x="71589" y="75209"/>
                </a:lnTo>
                <a:lnTo>
                  <a:pt x="71640" y="75057"/>
                </a:lnTo>
                <a:lnTo>
                  <a:pt x="71666" y="75209"/>
                </a:lnTo>
                <a:lnTo>
                  <a:pt x="74256" y="75298"/>
                </a:lnTo>
                <a:lnTo>
                  <a:pt x="74777" y="74295"/>
                </a:lnTo>
                <a:lnTo>
                  <a:pt x="74841" y="74803"/>
                </a:lnTo>
                <a:lnTo>
                  <a:pt x="75107" y="74549"/>
                </a:lnTo>
                <a:lnTo>
                  <a:pt x="75272" y="74295"/>
                </a:lnTo>
                <a:lnTo>
                  <a:pt x="75730" y="74295"/>
                </a:lnTo>
                <a:lnTo>
                  <a:pt x="75272" y="74688"/>
                </a:lnTo>
                <a:lnTo>
                  <a:pt x="76174" y="74295"/>
                </a:lnTo>
                <a:lnTo>
                  <a:pt x="76339" y="74295"/>
                </a:lnTo>
                <a:lnTo>
                  <a:pt x="76835" y="74295"/>
                </a:lnTo>
                <a:lnTo>
                  <a:pt x="76822" y="74422"/>
                </a:lnTo>
                <a:lnTo>
                  <a:pt x="76809" y="74549"/>
                </a:lnTo>
                <a:lnTo>
                  <a:pt x="77304" y="74549"/>
                </a:lnTo>
                <a:lnTo>
                  <a:pt x="77533" y="74295"/>
                </a:lnTo>
                <a:lnTo>
                  <a:pt x="77660" y="74549"/>
                </a:lnTo>
                <a:lnTo>
                  <a:pt x="77381" y="74803"/>
                </a:lnTo>
                <a:lnTo>
                  <a:pt x="77838" y="74549"/>
                </a:lnTo>
                <a:lnTo>
                  <a:pt x="77990" y="74549"/>
                </a:lnTo>
                <a:lnTo>
                  <a:pt x="78486" y="74549"/>
                </a:lnTo>
                <a:lnTo>
                  <a:pt x="78701" y="74676"/>
                </a:lnTo>
                <a:lnTo>
                  <a:pt x="79425" y="74295"/>
                </a:lnTo>
                <a:lnTo>
                  <a:pt x="79489" y="74549"/>
                </a:lnTo>
                <a:lnTo>
                  <a:pt x="79552" y="74803"/>
                </a:lnTo>
                <a:lnTo>
                  <a:pt x="78943" y="74803"/>
                </a:lnTo>
                <a:lnTo>
                  <a:pt x="78473" y="74803"/>
                </a:lnTo>
                <a:lnTo>
                  <a:pt x="78181" y="74803"/>
                </a:lnTo>
                <a:lnTo>
                  <a:pt x="77876" y="74955"/>
                </a:lnTo>
                <a:lnTo>
                  <a:pt x="77660" y="75057"/>
                </a:lnTo>
                <a:lnTo>
                  <a:pt x="78397" y="75196"/>
                </a:lnTo>
                <a:lnTo>
                  <a:pt x="78320" y="75057"/>
                </a:lnTo>
                <a:lnTo>
                  <a:pt x="79552" y="75057"/>
                </a:lnTo>
                <a:lnTo>
                  <a:pt x="79578" y="74917"/>
                </a:lnTo>
                <a:lnTo>
                  <a:pt x="79616" y="75057"/>
                </a:lnTo>
                <a:lnTo>
                  <a:pt x="79921" y="75057"/>
                </a:lnTo>
                <a:lnTo>
                  <a:pt x="79895" y="74803"/>
                </a:lnTo>
                <a:lnTo>
                  <a:pt x="79705" y="74803"/>
                </a:lnTo>
                <a:lnTo>
                  <a:pt x="79667" y="74549"/>
                </a:lnTo>
                <a:lnTo>
                  <a:pt x="79819" y="74549"/>
                </a:lnTo>
                <a:lnTo>
                  <a:pt x="79883" y="74752"/>
                </a:lnTo>
                <a:lnTo>
                  <a:pt x="80251" y="74688"/>
                </a:lnTo>
                <a:lnTo>
                  <a:pt x="80200" y="74549"/>
                </a:lnTo>
                <a:lnTo>
                  <a:pt x="80289" y="74688"/>
                </a:lnTo>
                <a:lnTo>
                  <a:pt x="80467" y="74650"/>
                </a:lnTo>
                <a:lnTo>
                  <a:pt x="80975" y="74561"/>
                </a:lnTo>
                <a:lnTo>
                  <a:pt x="80962" y="74803"/>
                </a:lnTo>
                <a:lnTo>
                  <a:pt x="80391" y="74803"/>
                </a:lnTo>
                <a:lnTo>
                  <a:pt x="80200" y="74803"/>
                </a:lnTo>
                <a:lnTo>
                  <a:pt x="79908" y="74803"/>
                </a:lnTo>
                <a:lnTo>
                  <a:pt x="79959" y="75057"/>
                </a:lnTo>
                <a:lnTo>
                  <a:pt x="80327" y="75057"/>
                </a:lnTo>
                <a:lnTo>
                  <a:pt x="80302" y="74930"/>
                </a:lnTo>
                <a:lnTo>
                  <a:pt x="80441" y="75057"/>
                </a:lnTo>
                <a:lnTo>
                  <a:pt x="80581" y="75057"/>
                </a:lnTo>
                <a:lnTo>
                  <a:pt x="80772" y="75057"/>
                </a:lnTo>
                <a:lnTo>
                  <a:pt x="81292" y="75057"/>
                </a:lnTo>
                <a:lnTo>
                  <a:pt x="81178" y="74803"/>
                </a:lnTo>
                <a:lnTo>
                  <a:pt x="80987" y="74561"/>
                </a:lnTo>
                <a:lnTo>
                  <a:pt x="81241" y="74549"/>
                </a:lnTo>
                <a:lnTo>
                  <a:pt x="81470" y="74549"/>
                </a:lnTo>
                <a:lnTo>
                  <a:pt x="81432" y="74904"/>
                </a:lnTo>
                <a:lnTo>
                  <a:pt x="81394" y="75311"/>
                </a:lnTo>
                <a:lnTo>
                  <a:pt x="81534" y="75057"/>
                </a:lnTo>
                <a:lnTo>
                  <a:pt x="81661" y="74930"/>
                </a:lnTo>
                <a:lnTo>
                  <a:pt x="81534" y="75057"/>
                </a:lnTo>
                <a:lnTo>
                  <a:pt x="81800" y="75311"/>
                </a:lnTo>
                <a:lnTo>
                  <a:pt x="81826" y="75565"/>
                </a:lnTo>
                <a:lnTo>
                  <a:pt x="82296" y="75565"/>
                </a:lnTo>
                <a:lnTo>
                  <a:pt x="82308" y="75438"/>
                </a:lnTo>
                <a:lnTo>
                  <a:pt x="82359" y="75057"/>
                </a:lnTo>
                <a:lnTo>
                  <a:pt x="82397" y="75311"/>
                </a:lnTo>
                <a:lnTo>
                  <a:pt x="82308" y="75438"/>
                </a:lnTo>
                <a:lnTo>
                  <a:pt x="82296" y="75565"/>
                </a:lnTo>
                <a:lnTo>
                  <a:pt x="82588" y="75565"/>
                </a:lnTo>
                <a:lnTo>
                  <a:pt x="82664" y="75425"/>
                </a:lnTo>
                <a:lnTo>
                  <a:pt x="82791" y="75311"/>
                </a:lnTo>
                <a:lnTo>
                  <a:pt x="82753" y="75057"/>
                </a:lnTo>
                <a:lnTo>
                  <a:pt x="82905" y="75057"/>
                </a:lnTo>
                <a:lnTo>
                  <a:pt x="82943" y="75311"/>
                </a:lnTo>
                <a:lnTo>
                  <a:pt x="82791" y="75311"/>
                </a:lnTo>
                <a:lnTo>
                  <a:pt x="82588" y="75565"/>
                </a:lnTo>
                <a:lnTo>
                  <a:pt x="82918" y="75565"/>
                </a:lnTo>
                <a:lnTo>
                  <a:pt x="83908" y="75565"/>
                </a:lnTo>
                <a:lnTo>
                  <a:pt x="85674" y="75565"/>
                </a:lnTo>
                <a:lnTo>
                  <a:pt x="85788" y="75311"/>
                </a:lnTo>
                <a:lnTo>
                  <a:pt x="83921" y="75311"/>
                </a:lnTo>
                <a:lnTo>
                  <a:pt x="84048" y="75057"/>
                </a:lnTo>
                <a:lnTo>
                  <a:pt x="85839" y="75057"/>
                </a:lnTo>
                <a:lnTo>
                  <a:pt x="86144" y="75057"/>
                </a:lnTo>
                <a:lnTo>
                  <a:pt x="86245" y="75311"/>
                </a:lnTo>
                <a:lnTo>
                  <a:pt x="86296" y="75057"/>
                </a:lnTo>
                <a:lnTo>
                  <a:pt x="86702" y="75057"/>
                </a:lnTo>
                <a:lnTo>
                  <a:pt x="86194" y="74891"/>
                </a:lnTo>
                <a:lnTo>
                  <a:pt x="86042" y="74841"/>
                </a:lnTo>
                <a:lnTo>
                  <a:pt x="85877" y="74803"/>
                </a:lnTo>
                <a:lnTo>
                  <a:pt x="85369" y="74803"/>
                </a:lnTo>
                <a:lnTo>
                  <a:pt x="85051" y="74803"/>
                </a:lnTo>
                <a:lnTo>
                  <a:pt x="85013" y="74676"/>
                </a:lnTo>
                <a:lnTo>
                  <a:pt x="84658" y="74803"/>
                </a:lnTo>
                <a:lnTo>
                  <a:pt x="84328" y="74803"/>
                </a:lnTo>
                <a:lnTo>
                  <a:pt x="83997" y="74549"/>
                </a:lnTo>
                <a:lnTo>
                  <a:pt x="83667" y="74295"/>
                </a:lnTo>
                <a:lnTo>
                  <a:pt x="84582" y="74803"/>
                </a:lnTo>
                <a:lnTo>
                  <a:pt x="84493" y="74549"/>
                </a:lnTo>
                <a:lnTo>
                  <a:pt x="84404" y="74295"/>
                </a:lnTo>
                <a:lnTo>
                  <a:pt x="84734" y="74295"/>
                </a:lnTo>
                <a:lnTo>
                  <a:pt x="84924" y="74295"/>
                </a:lnTo>
                <a:lnTo>
                  <a:pt x="84759" y="74396"/>
                </a:lnTo>
                <a:lnTo>
                  <a:pt x="84493" y="74549"/>
                </a:lnTo>
                <a:lnTo>
                  <a:pt x="84823" y="74549"/>
                </a:lnTo>
                <a:lnTo>
                  <a:pt x="84988" y="74549"/>
                </a:lnTo>
                <a:lnTo>
                  <a:pt x="85369" y="74549"/>
                </a:lnTo>
                <a:lnTo>
                  <a:pt x="85432" y="74295"/>
                </a:lnTo>
                <a:lnTo>
                  <a:pt x="85559" y="74193"/>
                </a:lnTo>
                <a:lnTo>
                  <a:pt x="85610" y="74041"/>
                </a:lnTo>
                <a:lnTo>
                  <a:pt x="85648" y="73914"/>
                </a:lnTo>
                <a:lnTo>
                  <a:pt x="85852" y="73914"/>
                </a:lnTo>
                <a:lnTo>
                  <a:pt x="85890" y="73914"/>
                </a:lnTo>
                <a:lnTo>
                  <a:pt x="86410" y="73914"/>
                </a:lnTo>
                <a:lnTo>
                  <a:pt x="86550" y="73660"/>
                </a:lnTo>
                <a:lnTo>
                  <a:pt x="86360" y="73660"/>
                </a:lnTo>
                <a:lnTo>
                  <a:pt x="86233" y="73685"/>
                </a:lnTo>
                <a:lnTo>
                  <a:pt x="86093" y="73710"/>
                </a:lnTo>
                <a:lnTo>
                  <a:pt x="85902" y="73748"/>
                </a:lnTo>
                <a:lnTo>
                  <a:pt x="85699" y="73787"/>
                </a:lnTo>
                <a:lnTo>
                  <a:pt x="85547" y="73825"/>
                </a:lnTo>
                <a:lnTo>
                  <a:pt x="85547" y="74028"/>
                </a:lnTo>
                <a:lnTo>
                  <a:pt x="85547" y="73825"/>
                </a:lnTo>
                <a:lnTo>
                  <a:pt x="85356" y="73863"/>
                </a:lnTo>
                <a:lnTo>
                  <a:pt x="85356" y="74091"/>
                </a:lnTo>
                <a:lnTo>
                  <a:pt x="85102" y="74180"/>
                </a:lnTo>
                <a:lnTo>
                  <a:pt x="85013" y="73952"/>
                </a:lnTo>
                <a:lnTo>
                  <a:pt x="85356" y="74091"/>
                </a:lnTo>
                <a:lnTo>
                  <a:pt x="85356" y="73863"/>
                </a:lnTo>
                <a:lnTo>
                  <a:pt x="85344" y="73660"/>
                </a:lnTo>
                <a:lnTo>
                  <a:pt x="83400" y="73660"/>
                </a:lnTo>
                <a:lnTo>
                  <a:pt x="83400" y="74803"/>
                </a:lnTo>
                <a:lnTo>
                  <a:pt x="83400" y="73660"/>
                </a:lnTo>
                <a:lnTo>
                  <a:pt x="82702" y="73660"/>
                </a:lnTo>
                <a:lnTo>
                  <a:pt x="82588" y="73787"/>
                </a:lnTo>
                <a:lnTo>
                  <a:pt x="82435" y="73748"/>
                </a:lnTo>
                <a:lnTo>
                  <a:pt x="82435" y="74803"/>
                </a:lnTo>
                <a:lnTo>
                  <a:pt x="81991" y="74803"/>
                </a:lnTo>
                <a:lnTo>
                  <a:pt x="81788" y="74549"/>
                </a:lnTo>
                <a:lnTo>
                  <a:pt x="82219" y="74549"/>
                </a:lnTo>
                <a:lnTo>
                  <a:pt x="82384" y="74549"/>
                </a:lnTo>
                <a:lnTo>
                  <a:pt x="82435" y="74803"/>
                </a:lnTo>
                <a:lnTo>
                  <a:pt x="82435" y="73748"/>
                </a:lnTo>
                <a:lnTo>
                  <a:pt x="82384" y="74295"/>
                </a:lnTo>
                <a:lnTo>
                  <a:pt x="82029" y="74295"/>
                </a:lnTo>
                <a:lnTo>
                  <a:pt x="81749" y="74396"/>
                </a:lnTo>
                <a:lnTo>
                  <a:pt x="81889" y="74295"/>
                </a:lnTo>
                <a:lnTo>
                  <a:pt x="82029" y="74295"/>
                </a:lnTo>
                <a:lnTo>
                  <a:pt x="82346" y="74295"/>
                </a:lnTo>
                <a:lnTo>
                  <a:pt x="82384" y="73736"/>
                </a:lnTo>
                <a:lnTo>
                  <a:pt x="82169" y="73660"/>
                </a:lnTo>
                <a:lnTo>
                  <a:pt x="82270" y="73914"/>
                </a:lnTo>
                <a:lnTo>
                  <a:pt x="82067" y="73660"/>
                </a:lnTo>
                <a:lnTo>
                  <a:pt x="81940" y="73660"/>
                </a:lnTo>
                <a:lnTo>
                  <a:pt x="81813" y="73406"/>
                </a:lnTo>
                <a:lnTo>
                  <a:pt x="82067" y="73660"/>
                </a:lnTo>
                <a:lnTo>
                  <a:pt x="82181" y="73406"/>
                </a:lnTo>
                <a:lnTo>
                  <a:pt x="82486" y="73406"/>
                </a:lnTo>
                <a:lnTo>
                  <a:pt x="85178" y="73406"/>
                </a:lnTo>
                <a:lnTo>
                  <a:pt x="85521" y="73660"/>
                </a:lnTo>
                <a:lnTo>
                  <a:pt x="85725" y="73406"/>
                </a:lnTo>
                <a:lnTo>
                  <a:pt x="86499" y="73406"/>
                </a:lnTo>
                <a:lnTo>
                  <a:pt x="86626" y="73406"/>
                </a:lnTo>
                <a:lnTo>
                  <a:pt x="89763" y="72136"/>
                </a:lnTo>
                <a:lnTo>
                  <a:pt x="90246" y="71882"/>
                </a:lnTo>
                <a:lnTo>
                  <a:pt x="90601" y="71628"/>
                </a:lnTo>
                <a:lnTo>
                  <a:pt x="91859" y="70739"/>
                </a:lnTo>
                <a:lnTo>
                  <a:pt x="92214" y="70485"/>
                </a:lnTo>
                <a:lnTo>
                  <a:pt x="92570" y="70231"/>
                </a:lnTo>
                <a:lnTo>
                  <a:pt x="92925" y="69977"/>
                </a:lnTo>
                <a:lnTo>
                  <a:pt x="93281" y="69723"/>
                </a:lnTo>
                <a:lnTo>
                  <a:pt x="89547" y="69723"/>
                </a:lnTo>
                <a:lnTo>
                  <a:pt x="89547" y="71882"/>
                </a:lnTo>
                <a:lnTo>
                  <a:pt x="88861" y="72123"/>
                </a:lnTo>
                <a:lnTo>
                  <a:pt x="87655" y="72009"/>
                </a:lnTo>
                <a:lnTo>
                  <a:pt x="87363" y="72136"/>
                </a:lnTo>
                <a:lnTo>
                  <a:pt x="88785" y="72136"/>
                </a:lnTo>
                <a:lnTo>
                  <a:pt x="86525" y="72898"/>
                </a:lnTo>
                <a:lnTo>
                  <a:pt x="87058" y="73152"/>
                </a:lnTo>
                <a:lnTo>
                  <a:pt x="86690" y="73152"/>
                </a:lnTo>
                <a:lnTo>
                  <a:pt x="86588" y="73291"/>
                </a:lnTo>
                <a:lnTo>
                  <a:pt x="86550" y="73152"/>
                </a:lnTo>
                <a:lnTo>
                  <a:pt x="86487" y="72898"/>
                </a:lnTo>
                <a:lnTo>
                  <a:pt x="86169" y="73025"/>
                </a:lnTo>
                <a:lnTo>
                  <a:pt x="86169" y="72644"/>
                </a:lnTo>
                <a:lnTo>
                  <a:pt x="86169" y="72390"/>
                </a:lnTo>
                <a:lnTo>
                  <a:pt x="86169" y="71882"/>
                </a:lnTo>
                <a:lnTo>
                  <a:pt x="87947" y="71882"/>
                </a:lnTo>
                <a:lnTo>
                  <a:pt x="89547" y="71882"/>
                </a:lnTo>
                <a:lnTo>
                  <a:pt x="89547" y="69723"/>
                </a:lnTo>
                <a:lnTo>
                  <a:pt x="88226" y="69723"/>
                </a:lnTo>
                <a:lnTo>
                  <a:pt x="88125" y="68808"/>
                </a:lnTo>
                <a:lnTo>
                  <a:pt x="88074" y="68427"/>
                </a:lnTo>
                <a:lnTo>
                  <a:pt x="87579" y="68834"/>
                </a:lnTo>
                <a:lnTo>
                  <a:pt x="86474" y="69723"/>
                </a:lnTo>
                <a:lnTo>
                  <a:pt x="85521" y="69723"/>
                </a:lnTo>
                <a:lnTo>
                  <a:pt x="85026" y="69456"/>
                </a:lnTo>
                <a:lnTo>
                  <a:pt x="85026" y="71882"/>
                </a:lnTo>
                <a:lnTo>
                  <a:pt x="85001" y="72390"/>
                </a:lnTo>
                <a:lnTo>
                  <a:pt x="83921" y="72263"/>
                </a:lnTo>
                <a:lnTo>
                  <a:pt x="82842" y="72136"/>
                </a:lnTo>
                <a:lnTo>
                  <a:pt x="83667" y="72136"/>
                </a:lnTo>
                <a:lnTo>
                  <a:pt x="84366" y="71882"/>
                </a:lnTo>
                <a:lnTo>
                  <a:pt x="85026" y="71882"/>
                </a:lnTo>
                <a:lnTo>
                  <a:pt x="85026" y="69456"/>
                </a:lnTo>
                <a:lnTo>
                  <a:pt x="84150" y="68961"/>
                </a:lnTo>
                <a:lnTo>
                  <a:pt x="84607" y="69723"/>
                </a:lnTo>
                <a:lnTo>
                  <a:pt x="82181" y="69723"/>
                </a:lnTo>
                <a:lnTo>
                  <a:pt x="82181" y="73152"/>
                </a:lnTo>
                <a:lnTo>
                  <a:pt x="82181" y="73279"/>
                </a:lnTo>
                <a:lnTo>
                  <a:pt x="81876" y="73152"/>
                </a:lnTo>
                <a:lnTo>
                  <a:pt x="81749" y="73279"/>
                </a:lnTo>
                <a:lnTo>
                  <a:pt x="81686" y="73152"/>
                </a:lnTo>
                <a:lnTo>
                  <a:pt x="81876" y="73152"/>
                </a:lnTo>
                <a:lnTo>
                  <a:pt x="82181" y="73152"/>
                </a:lnTo>
                <a:lnTo>
                  <a:pt x="82181" y="69723"/>
                </a:lnTo>
                <a:lnTo>
                  <a:pt x="81229" y="69723"/>
                </a:lnTo>
                <a:lnTo>
                  <a:pt x="81229" y="74295"/>
                </a:lnTo>
                <a:lnTo>
                  <a:pt x="80911" y="74434"/>
                </a:lnTo>
                <a:lnTo>
                  <a:pt x="80835" y="74295"/>
                </a:lnTo>
                <a:lnTo>
                  <a:pt x="81229" y="74295"/>
                </a:lnTo>
                <a:lnTo>
                  <a:pt x="81229" y="69723"/>
                </a:lnTo>
                <a:lnTo>
                  <a:pt x="80162" y="69723"/>
                </a:lnTo>
                <a:lnTo>
                  <a:pt x="79883" y="69723"/>
                </a:lnTo>
                <a:lnTo>
                  <a:pt x="79717" y="69723"/>
                </a:lnTo>
                <a:lnTo>
                  <a:pt x="79717" y="72136"/>
                </a:lnTo>
                <a:lnTo>
                  <a:pt x="79603" y="72390"/>
                </a:lnTo>
                <a:lnTo>
                  <a:pt x="79502" y="72644"/>
                </a:lnTo>
                <a:lnTo>
                  <a:pt x="78232" y="72644"/>
                </a:lnTo>
                <a:lnTo>
                  <a:pt x="78232" y="74295"/>
                </a:lnTo>
                <a:lnTo>
                  <a:pt x="78028" y="74295"/>
                </a:lnTo>
                <a:lnTo>
                  <a:pt x="78003" y="74447"/>
                </a:lnTo>
                <a:lnTo>
                  <a:pt x="77876" y="74295"/>
                </a:lnTo>
                <a:lnTo>
                  <a:pt x="78028" y="74295"/>
                </a:lnTo>
                <a:lnTo>
                  <a:pt x="78232" y="74295"/>
                </a:lnTo>
                <a:lnTo>
                  <a:pt x="78232" y="72644"/>
                </a:lnTo>
                <a:lnTo>
                  <a:pt x="78968" y="72390"/>
                </a:lnTo>
                <a:lnTo>
                  <a:pt x="78968" y="72263"/>
                </a:lnTo>
                <a:lnTo>
                  <a:pt x="79057" y="72390"/>
                </a:lnTo>
                <a:lnTo>
                  <a:pt x="79540" y="72390"/>
                </a:lnTo>
                <a:lnTo>
                  <a:pt x="79603" y="72136"/>
                </a:lnTo>
                <a:lnTo>
                  <a:pt x="79159" y="72136"/>
                </a:lnTo>
                <a:lnTo>
                  <a:pt x="78968" y="72136"/>
                </a:lnTo>
                <a:lnTo>
                  <a:pt x="78727" y="71882"/>
                </a:lnTo>
                <a:lnTo>
                  <a:pt x="78498" y="71882"/>
                </a:lnTo>
                <a:lnTo>
                  <a:pt x="78701" y="72136"/>
                </a:lnTo>
                <a:lnTo>
                  <a:pt x="78333" y="72136"/>
                </a:lnTo>
                <a:lnTo>
                  <a:pt x="78308" y="71882"/>
                </a:lnTo>
                <a:lnTo>
                  <a:pt x="78003" y="72136"/>
                </a:lnTo>
                <a:lnTo>
                  <a:pt x="77863" y="72136"/>
                </a:lnTo>
                <a:lnTo>
                  <a:pt x="77787" y="71882"/>
                </a:lnTo>
                <a:lnTo>
                  <a:pt x="78003" y="71882"/>
                </a:lnTo>
                <a:lnTo>
                  <a:pt x="78181" y="71882"/>
                </a:lnTo>
                <a:lnTo>
                  <a:pt x="78282" y="71742"/>
                </a:lnTo>
                <a:lnTo>
                  <a:pt x="78295" y="71882"/>
                </a:lnTo>
                <a:lnTo>
                  <a:pt x="78498" y="71882"/>
                </a:lnTo>
                <a:lnTo>
                  <a:pt x="78320" y="71691"/>
                </a:lnTo>
                <a:lnTo>
                  <a:pt x="78562" y="71628"/>
                </a:lnTo>
                <a:lnTo>
                  <a:pt x="78638" y="71767"/>
                </a:lnTo>
                <a:lnTo>
                  <a:pt x="78994" y="71882"/>
                </a:lnTo>
                <a:lnTo>
                  <a:pt x="79717" y="72136"/>
                </a:lnTo>
                <a:lnTo>
                  <a:pt x="79717" y="69723"/>
                </a:lnTo>
                <a:lnTo>
                  <a:pt x="78613" y="69723"/>
                </a:lnTo>
                <a:lnTo>
                  <a:pt x="78549" y="71374"/>
                </a:lnTo>
                <a:lnTo>
                  <a:pt x="78282" y="71628"/>
                </a:lnTo>
                <a:lnTo>
                  <a:pt x="78549" y="71374"/>
                </a:lnTo>
                <a:lnTo>
                  <a:pt x="78549" y="69723"/>
                </a:lnTo>
                <a:lnTo>
                  <a:pt x="77546" y="69723"/>
                </a:lnTo>
                <a:lnTo>
                  <a:pt x="77546" y="72136"/>
                </a:lnTo>
                <a:lnTo>
                  <a:pt x="77279" y="72263"/>
                </a:lnTo>
                <a:lnTo>
                  <a:pt x="77292" y="72136"/>
                </a:lnTo>
                <a:lnTo>
                  <a:pt x="77546" y="72136"/>
                </a:lnTo>
                <a:lnTo>
                  <a:pt x="77546" y="69723"/>
                </a:lnTo>
                <a:lnTo>
                  <a:pt x="77444" y="70485"/>
                </a:lnTo>
                <a:lnTo>
                  <a:pt x="77279" y="70612"/>
                </a:lnTo>
                <a:lnTo>
                  <a:pt x="77241" y="71120"/>
                </a:lnTo>
                <a:lnTo>
                  <a:pt x="77139" y="71374"/>
                </a:lnTo>
                <a:lnTo>
                  <a:pt x="77114" y="71120"/>
                </a:lnTo>
                <a:lnTo>
                  <a:pt x="77038" y="73152"/>
                </a:lnTo>
                <a:lnTo>
                  <a:pt x="76860" y="72898"/>
                </a:lnTo>
                <a:lnTo>
                  <a:pt x="76682" y="72898"/>
                </a:lnTo>
                <a:lnTo>
                  <a:pt x="76555" y="72898"/>
                </a:lnTo>
                <a:lnTo>
                  <a:pt x="76390" y="72898"/>
                </a:lnTo>
                <a:lnTo>
                  <a:pt x="76555" y="72834"/>
                </a:lnTo>
                <a:lnTo>
                  <a:pt x="76555" y="72644"/>
                </a:lnTo>
                <a:lnTo>
                  <a:pt x="76187" y="72898"/>
                </a:lnTo>
                <a:lnTo>
                  <a:pt x="75742" y="72644"/>
                </a:lnTo>
                <a:lnTo>
                  <a:pt x="75285" y="72428"/>
                </a:lnTo>
                <a:lnTo>
                  <a:pt x="75285" y="73152"/>
                </a:lnTo>
                <a:lnTo>
                  <a:pt x="74155" y="73152"/>
                </a:lnTo>
                <a:lnTo>
                  <a:pt x="73875" y="72898"/>
                </a:lnTo>
                <a:lnTo>
                  <a:pt x="74904" y="72898"/>
                </a:lnTo>
                <a:lnTo>
                  <a:pt x="75285" y="73152"/>
                </a:lnTo>
                <a:lnTo>
                  <a:pt x="75285" y="72428"/>
                </a:lnTo>
                <a:lnTo>
                  <a:pt x="74625" y="72644"/>
                </a:lnTo>
                <a:lnTo>
                  <a:pt x="74180" y="72390"/>
                </a:lnTo>
                <a:lnTo>
                  <a:pt x="75298" y="72390"/>
                </a:lnTo>
                <a:lnTo>
                  <a:pt x="75361" y="72174"/>
                </a:lnTo>
                <a:lnTo>
                  <a:pt x="75387" y="72390"/>
                </a:lnTo>
                <a:lnTo>
                  <a:pt x="75653" y="72390"/>
                </a:lnTo>
                <a:lnTo>
                  <a:pt x="75488" y="72148"/>
                </a:lnTo>
                <a:lnTo>
                  <a:pt x="75361" y="72161"/>
                </a:lnTo>
                <a:lnTo>
                  <a:pt x="75145" y="72199"/>
                </a:lnTo>
                <a:lnTo>
                  <a:pt x="74917" y="72224"/>
                </a:lnTo>
                <a:lnTo>
                  <a:pt x="74663" y="72085"/>
                </a:lnTo>
                <a:lnTo>
                  <a:pt x="74498" y="72136"/>
                </a:lnTo>
                <a:lnTo>
                  <a:pt x="74663" y="72136"/>
                </a:lnTo>
                <a:lnTo>
                  <a:pt x="74650" y="71882"/>
                </a:lnTo>
                <a:lnTo>
                  <a:pt x="74549" y="72034"/>
                </a:lnTo>
                <a:lnTo>
                  <a:pt x="74142" y="71882"/>
                </a:lnTo>
                <a:lnTo>
                  <a:pt x="74561" y="71882"/>
                </a:lnTo>
                <a:lnTo>
                  <a:pt x="74625" y="71628"/>
                </a:lnTo>
                <a:lnTo>
                  <a:pt x="74155" y="71628"/>
                </a:lnTo>
                <a:lnTo>
                  <a:pt x="74168" y="71374"/>
                </a:lnTo>
                <a:lnTo>
                  <a:pt x="74460" y="71374"/>
                </a:lnTo>
                <a:lnTo>
                  <a:pt x="74676" y="71374"/>
                </a:lnTo>
                <a:lnTo>
                  <a:pt x="74574" y="71120"/>
                </a:lnTo>
                <a:lnTo>
                  <a:pt x="74193" y="71120"/>
                </a:lnTo>
                <a:lnTo>
                  <a:pt x="74256" y="70231"/>
                </a:lnTo>
                <a:lnTo>
                  <a:pt x="74968" y="70231"/>
                </a:lnTo>
                <a:lnTo>
                  <a:pt x="74917" y="70485"/>
                </a:lnTo>
                <a:lnTo>
                  <a:pt x="74269" y="70485"/>
                </a:lnTo>
                <a:lnTo>
                  <a:pt x="74295" y="70739"/>
                </a:lnTo>
                <a:lnTo>
                  <a:pt x="74612" y="70739"/>
                </a:lnTo>
                <a:lnTo>
                  <a:pt x="74866" y="70739"/>
                </a:lnTo>
                <a:lnTo>
                  <a:pt x="75476" y="70739"/>
                </a:lnTo>
                <a:lnTo>
                  <a:pt x="75501" y="71120"/>
                </a:lnTo>
                <a:lnTo>
                  <a:pt x="75120" y="71120"/>
                </a:lnTo>
                <a:lnTo>
                  <a:pt x="74803" y="71120"/>
                </a:lnTo>
                <a:lnTo>
                  <a:pt x="74803" y="71374"/>
                </a:lnTo>
                <a:lnTo>
                  <a:pt x="74815" y="71869"/>
                </a:lnTo>
                <a:lnTo>
                  <a:pt x="74790" y="71628"/>
                </a:lnTo>
                <a:lnTo>
                  <a:pt x="74625" y="71628"/>
                </a:lnTo>
                <a:lnTo>
                  <a:pt x="74650" y="71882"/>
                </a:lnTo>
                <a:lnTo>
                  <a:pt x="74815" y="71882"/>
                </a:lnTo>
                <a:lnTo>
                  <a:pt x="74968" y="71882"/>
                </a:lnTo>
                <a:lnTo>
                  <a:pt x="74968" y="71628"/>
                </a:lnTo>
                <a:lnTo>
                  <a:pt x="74853" y="71818"/>
                </a:lnTo>
                <a:lnTo>
                  <a:pt x="74930" y="71628"/>
                </a:lnTo>
                <a:lnTo>
                  <a:pt x="75145" y="71628"/>
                </a:lnTo>
                <a:lnTo>
                  <a:pt x="75133" y="71374"/>
                </a:lnTo>
                <a:lnTo>
                  <a:pt x="75755" y="71374"/>
                </a:lnTo>
                <a:lnTo>
                  <a:pt x="75501" y="71628"/>
                </a:lnTo>
                <a:lnTo>
                  <a:pt x="75184" y="71628"/>
                </a:lnTo>
                <a:lnTo>
                  <a:pt x="75196" y="71882"/>
                </a:lnTo>
                <a:lnTo>
                  <a:pt x="75336" y="71882"/>
                </a:lnTo>
                <a:lnTo>
                  <a:pt x="75196" y="71653"/>
                </a:lnTo>
                <a:lnTo>
                  <a:pt x="75577" y="71882"/>
                </a:lnTo>
                <a:lnTo>
                  <a:pt x="75399" y="71882"/>
                </a:lnTo>
                <a:lnTo>
                  <a:pt x="75666" y="72136"/>
                </a:lnTo>
                <a:lnTo>
                  <a:pt x="75501" y="72136"/>
                </a:lnTo>
                <a:lnTo>
                  <a:pt x="75653" y="72390"/>
                </a:lnTo>
                <a:lnTo>
                  <a:pt x="75933" y="72390"/>
                </a:lnTo>
                <a:lnTo>
                  <a:pt x="75844" y="71869"/>
                </a:lnTo>
                <a:lnTo>
                  <a:pt x="76466" y="71628"/>
                </a:lnTo>
                <a:lnTo>
                  <a:pt x="75907" y="71882"/>
                </a:lnTo>
                <a:lnTo>
                  <a:pt x="76212" y="71882"/>
                </a:lnTo>
                <a:lnTo>
                  <a:pt x="76174" y="72136"/>
                </a:lnTo>
                <a:lnTo>
                  <a:pt x="75933" y="72136"/>
                </a:lnTo>
                <a:lnTo>
                  <a:pt x="75933" y="72390"/>
                </a:lnTo>
                <a:lnTo>
                  <a:pt x="76161" y="72186"/>
                </a:lnTo>
                <a:lnTo>
                  <a:pt x="76136" y="72390"/>
                </a:lnTo>
                <a:lnTo>
                  <a:pt x="76555" y="72644"/>
                </a:lnTo>
                <a:lnTo>
                  <a:pt x="76555" y="72390"/>
                </a:lnTo>
                <a:lnTo>
                  <a:pt x="76555" y="72136"/>
                </a:lnTo>
                <a:lnTo>
                  <a:pt x="76352" y="72136"/>
                </a:lnTo>
                <a:lnTo>
                  <a:pt x="76428" y="71882"/>
                </a:lnTo>
                <a:lnTo>
                  <a:pt x="76479" y="71678"/>
                </a:lnTo>
                <a:lnTo>
                  <a:pt x="76542" y="71882"/>
                </a:lnTo>
                <a:lnTo>
                  <a:pt x="76631" y="72136"/>
                </a:lnTo>
                <a:lnTo>
                  <a:pt x="76708" y="72390"/>
                </a:lnTo>
                <a:lnTo>
                  <a:pt x="77012" y="72390"/>
                </a:lnTo>
                <a:lnTo>
                  <a:pt x="77012" y="72644"/>
                </a:lnTo>
                <a:lnTo>
                  <a:pt x="76796" y="72390"/>
                </a:lnTo>
                <a:lnTo>
                  <a:pt x="76682" y="72644"/>
                </a:lnTo>
                <a:lnTo>
                  <a:pt x="76682" y="72783"/>
                </a:lnTo>
                <a:lnTo>
                  <a:pt x="77012" y="72656"/>
                </a:lnTo>
                <a:lnTo>
                  <a:pt x="77038" y="73152"/>
                </a:lnTo>
                <a:lnTo>
                  <a:pt x="77038" y="71120"/>
                </a:lnTo>
                <a:lnTo>
                  <a:pt x="76873" y="71120"/>
                </a:lnTo>
                <a:lnTo>
                  <a:pt x="76873" y="71628"/>
                </a:lnTo>
                <a:lnTo>
                  <a:pt x="76657" y="71628"/>
                </a:lnTo>
                <a:lnTo>
                  <a:pt x="76327" y="71374"/>
                </a:lnTo>
                <a:lnTo>
                  <a:pt x="76187" y="71628"/>
                </a:lnTo>
                <a:lnTo>
                  <a:pt x="76187" y="71374"/>
                </a:lnTo>
                <a:lnTo>
                  <a:pt x="76327" y="71374"/>
                </a:lnTo>
                <a:lnTo>
                  <a:pt x="76657" y="71374"/>
                </a:lnTo>
                <a:lnTo>
                  <a:pt x="76847" y="71374"/>
                </a:lnTo>
                <a:lnTo>
                  <a:pt x="76873" y="71628"/>
                </a:lnTo>
                <a:lnTo>
                  <a:pt x="76873" y="71120"/>
                </a:lnTo>
                <a:lnTo>
                  <a:pt x="76885" y="70815"/>
                </a:lnTo>
                <a:lnTo>
                  <a:pt x="77241" y="71120"/>
                </a:lnTo>
                <a:lnTo>
                  <a:pt x="77241" y="70586"/>
                </a:lnTo>
                <a:lnTo>
                  <a:pt x="76911" y="70612"/>
                </a:lnTo>
                <a:lnTo>
                  <a:pt x="77050" y="70485"/>
                </a:lnTo>
                <a:lnTo>
                  <a:pt x="77444" y="70485"/>
                </a:lnTo>
                <a:lnTo>
                  <a:pt x="77444" y="69723"/>
                </a:lnTo>
                <a:lnTo>
                  <a:pt x="76835" y="69723"/>
                </a:lnTo>
                <a:lnTo>
                  <a:pt x="76835" y="70637"/>
                </a:lnTo>
                <a:lnTo>
                  <a:pt x="76669" y="70739"/>
                </a:lnTo>
                <a:lnTo>
                  <a:pt x="76835" y="70637"/>
                </a:lnTo>
                <a:lnTo>
                  <a:pt x="76835" y="69723"/>
                </a:lnTo>
                <a:lnTo>
                  <a:pt x="73367" y="69723"/>
                </a:lnTo>
                <a:lnTo>
                  <a:pt x="72821" y="69723"/>
                </a:lnTo>
                <a:lnTo>
                  <a:pt x="72745" y="69977"/>
                </a:lnTo>
                <a:lnTo>
                  <a:pt x="73152" y="69977"/>
                </a:lnTo>
                <a:lnTo>
                  <a:pt x="73075" y="70231"/>
                </a:lnTo>
                <a:lnTo>
                  <a:pt x="73634" y="70231"/>
                </a:lnTo>
                <a:lnTo>
                  <a:pt x="73825" y="70231"/>
                </a:lnTo>
                <a:lnTo>
                  <a:pt x="73812" y="70485"/>
                </a:lnTo>
                <a:lnTo>
                  <a:pt x="73621" y="70485"/>
                </a:lnTo>
                <a:lnTo>
                  <a:pt x="73596" y="70739"/>
                </a:lnTo>
                <a:lnTo>
                  <a:pt x="73787" y="70739"/>
                </a:lnTo>
                <a:lnTo>
                  <a:pt x="73761" y="71120"/>
                </a:lnTo>
                <a:lnTo>
                  <a:pt x="73748" y="71374"/>
                </a:lnTo>
                <a:lnTo>
                  <a:pt x="73736" y="71628"/>
                </a:lnTo>
                <a:lnTo>
                  <a:pt x="73621" y="71374"/>
                </a:lnTo>
                <a:lnTo>
                  <a:pt x="73748" y="71374"/>
                </a:lnTo>
                <a:lnTo>
                  <a:pt x="73748" y="71120"/>
                </a:lnTo>
                <a:lnTo>
                  <a:pt x="73609" y="71120"/>
                </a:lnTo>
                <a:lnTo>
                  <a:pt x="73596" y="70739"/>
                </a:lnTo>
                <a:lnTo>
                  <a:pt x="73533" y="71729"/>
                </a:lnTo>
                <a:lnTo>
                  <a:pt x="73520" y="71882"/>
                </a:lnTo>
                <a:lnTo>
                  <a:pt x="73342" y="71882"/>
                </a:lnTo>
                <a:lnTo>
                  <a:pt x="73279" y="71628"/>
                </a:lnTo>
                <a:lnTo>
                  <a:pt x="73101" y="71374"/>
                </a:lnTo>
                <a:lnTo>
                  <a:pt x="73228" y="71374"/>
                </a:lnTo>
                <a:lnTo>
                  <a:pt x="73279" y="71234"/>
                </a:lnTo>
                <a:lnTo>
                  <a:pt x="73342" y="71882"/>
                </a:lnTo>
                <a:lnTo>
                  <a:pt x="73533" y="71729"/>
                </a:lnTo>
                <a:lnTo>
                  <a:pt x="73533" y="70815"/>
                </a:lnTo>
                <a:lnTo>
                  <a:pt x="73279" y="71120"/>
                </a:lnTo>
                <a:lnTo>
                  <a:pt x="73050" y="71120"/>
                </a:lnTo>
                <a:lnTo>
                  <a:pt x="72999" y="70739"/>
                </a:lnTo>
                <a:lnTo>
                  <a:pt x="72834" y="71120"/>
                </a:lnTo>
                <a:lnTo>
                  <a:pt x="72809" y="71374"/>
                </a:lnTo>
                <a:lnTo>
                  <a:pt x="72783" y="71882"/>
                </a:lnTo>
                <a:lnTo>
                  <a:pt x="72402" y="71628"/>
                </a:lnTo>
                <a:lnTo>
                  <a:pt x="72085" y="71374"/>
                </a:lnTo>
                <a:lnTo>
                  <a:pt x="72809" y="71374"/>
                </a:lnTo>
                <a:lnTo>
                  <a:pt x="72809" y="71120"/>
                </a:lnTo>
                <a:lnTo>
                  <a:pt x="72237" y="71120"/>
                </a:lnTo>
                <a:lnTo>
                  <a:pt x="72478" y="70739"/>
                </a:lnTo>
                <a:lnTo>
                  <a:pt x="72644" y="70739"/>
                </a:lnTo>
                <a:lnTo>
                  <a:pt x="72898" y="70739"/>
                </a:lnTo>
                <a:lnTo>
                  <a:pt x="72948" y="70485"/>
                </a:lnTo>
                <a:lnTo>
                  <a:pt x="72631" y="70485"/>
                </a:lnTo>
                <a:lnTo>
                  <a:pt x="72555" y="70612"/>
                </a:lnTo>
                <a:lnTo>
                  <a:pt x="72466" y="70485"/>
                </a:lnTo>
                <a:lnTo>
                  <a:pt x="72288" y="70231"/>
                </a:lnTo>
                <a:lnTo>
                  <a:pt x="72555" y="70231"/>
                </a:lnTo>
                <a:lnTo>
                  <a:pt x="72847" y="70231"/>
                </a:lnTo>
                <a:lnTo>
                  <a:pt x="72948" y="70485"/>
                </a:lnTo>
                <a:lnTo>
                  <a:pt x="73075" y="70231"/>
                </a:lnTo>
                <a:lnTo>
                  <a:pt x="72809" y="70167"/>
                </a:lnTo>
                <a:lnTo>
                  <a:pt x="72745" y="69977"/>
                </a:lnTo>
                <a:lnTo>
                  <a:pt x="72644" y="70116"/>
                </a:lnTo>
                <a:lnTo>
                  <a:pt x="72351" y="70027"/>
                </a:lnTo>
                <a:lnTo>
                  <a:pt x="72199" y="70116"/>
                </a:lnTo>
                <a:lnTo>
                  <a:pt x="72110" y="69977"/>
                </a:lnTo>
                <a:lnTo>
                  <a:pt x="72275" y="69723"/>
                </a:lnTo>
                <a:lnTo>
                  <a:pt x="72529" y="69723"/>
                </a:lnTo>
                <a:lnTo>
                  <a:pt x="72809" y="69723"/>
                </a:lnTo>
                <a:lnTo>
                  <a:pt x="73494" y="68237"/>
                </a:lnTo>
                <a:lnTo>
                  <a:pt x="79019" y="68199"/>
                </a:lnTo>
                <a:lnTo>
                  <a:pt x="79629" y="68199"/>
                </a:lnTo>
                <a:lnTo>
                  <a:pt x="95415" y="68199"/>
                </a:lnTo>
                <a:lnTo>
                  <a:pt x="100241" y="64770"/>
                </a:lnTo>
                <a:lnTo>
                  <a:pt x="101104" y="64770"/>
                </a:lnTo>
                <a:lnTo>
                  <a:pt x="100177" y="64287"/>
                </a:lnTo>
                <a:lnTo>
                  <a:pt x="100050" y="64363"/>
                </a:lnTo>
                <a:lnTo>
                  <a:pt x="100050" y="64770"/>
                </a:lnTo>
                <a:lnTo>
                  <a:pt x="99860" y="64770"/>
                </a:lnTo>
                <a:lnTo>
                  <a:pt x="99656" y="64770"/>
                </a:lnTo>
                <a:lnTo>
                  <a:pt x="99326" y="64770"/>
                </a:lnTo>
                <a:lnTo>
                  <a:pt x="97599" y="64770"/>
                </a:lnTo>
                <a:lnTo>
                  <a:pt x="97383" y="64135"/>
                </a:lnTo>
                <a:lnTo>
                  <a:pt x="97383" y="63881"/>
                </a:lnTo>
                <a:lnTo>
                  <a:pt x="97256" y="63969"/>
                </a:lnTo>
                <a:lnTo>
                  <a:pt x="97028" y="63881"/>
                </a:lnTo>
                <a:lnTo>
                  <a:pt x="96748" y="63627"/>
                </a:lnTo>
                <a:lnTo>
                  <a:pt x="97497" y="63627"/>
                </a:lnTo>
                <a:lnTo>
                  <a:pt x="97497" y="63881"/>
                </a:lnTo>
                <a:lnTo>
                  <a:pt x="97866" y="63881"/>
                </a:lnTo>
                <a:lnTo>
                  <a:pt x="97955" y="64135"/>
                </a:lnTo>
                <a:lnTo>
                  <a:pt x="98463" y="64135"/>
                </a:lnTo>
                <a:lnTo>
                  <a:pt x="99415" y="64528"/>
                </a:lnTo>
                <a:lnTo>
                  <a:pt x="99555" y="64135"/>
                </a:lnTo>
                <a:lnTo>
                  <a:pt x="99771" y="64516"/>
                </a:lnTo>
                <a:lnTo>
                  <a:pt x="99618" y="64604"/>
                </a:lnTo>
                <a:lnTo>
                  <a:pt x="99758" y="64655"/>
                </a:lnTo>
                <a:lnTo>
                  <a:pt x="100050" y="64770"/>
                </a:lnTo>
                <a:lnTo>
                  <a:pt x="100050" y="64363"/>
                </a:lnTo>
                <a:lnTo>
                  <a:pt x="99898" y="64135"/>
                </a:lnTo>
                <a:lnTo>
                  <a:pt x="100228" y="64135"/>
                </a:lnTo>
                <a:lnTo>
                  <a:pt x="100457" y="64135"/>
                </a:lnTo>
                <a:lnTo>
                  <a:pt x="101130" y="64135"/>
                </a:lnTo>
                <a:lnTo>
                  <a:pt x="101485" y="63881"/>
                </a:lnTo>
                <a:lnTo>
                  <a:pt x="101765" y="63881"/>
                </a:lnTo>
                <a:lnTo>
                  <a:pt x="101371" y="63373"/>
                </a:lnTo>
                <a:lnTo>
                  <a:pt x="100241" y="63881"/>
                </a:lnTo>
                <a:lnTo>
                  <a:pt x="100164" y="63627"/>
                </a:lnTo>
                <a:lnTo>
                  <a:pt x="100088" y="63373"/>
                </a:lnTo>
                <a:lnTo>
                  <a:pt x="100266" y="63627"/>
                </a:lnTo>
                <a:lnTo>
                  <a:pt x="100342" y="63373"/>
                </a:lnTo>
                <a:lnTo>
                  <a:pt x="100406" y="63119"/>
                </a:lnTo>
                <a:lnTo>
                  <a:pt x="100241" y="63119"/>
                </a:lnTo>
                <a:lnTo>
                  <a:pt x="100266" y="62611"/>
                </a:lnTo>
                <a:lnTo>
                  <a:pt x="99885" y="62611"/>
                </a:lnTo>
                <a:lnTo>
                  <a:pt x="99644" y="62865"/>
                </a:lnTo>
                <a:lnTo>
                  <a:pt x="99491" y="62750"/>
                </a:lnTo>
                <a:lnTo>
                  <a:pt x="99491" y="63373"/>
                </a:lnTo>
                <a:lnTo>
                  <a:pt x="99415" y="63881"/>
                </a:lnTo>
                <a:lnTo>
                  <a:pt x="99415" y="63627"/>
                </a:lnTo>
                <a:lnTo>
                  <a:pt x="99288" y="63373"/>
                </a:lnTo>
                <a:lnTo>
                  <a:pt x="99491" y="63373"/>
                </a:lnTo>
                <a:lnTo>
                  <a:pt x="99491" y="62750"/>
                </a:lnTo>
                <a:lnTo>
                  <a:pt x="99364" y="62661"/>
                </a:lnTo>
                <a:lnTo>
                  <a:pt x="99364" y="62865"/>
                </a:lnTo>
                <a:lnTo>
                  <a:pt x="99098" y="63119"/>
                </a:lnTo>
                <a:lnTo>
                  <a:pt x="99225" y="63119"/>
                </a:lnTo>
                <a:lnTo>
                  <a:pt x="98945" y="63347"/>
                </a:lnTo>
                <a:lnTo>
                  <a:pt x="98818" y="63373"/>
                </a:lnTo>
                <a:lnTo>
                  <a:pt x="98818" y="63119"/>
                </a:lnTo>
                <a:lnTo>
                  <a:pt x="98844" y="62865"/>
                </a:lnTo>
                <a:lnTo>
                  <a:pt x="99187" y="62865"/>
                </a:lnTo>
                <a:lnTo>
                  <a:pt x="99364" y="62865"/>
                </a:lnTo>
                <a:lnTo>
                  <a:pt x="99364" y="62661"/>
                </a:lnTo>
                <a:lnTo>
                  <a:pt x="99021" y="62471"/>
                </a:lnTo>
                <a:lnTo>
                  <a:pt x="99021" y="62611"/>
                </a:lnTo>
                <a:lnTo>
                  <a:pt x="98869" y="62738"/>
                </a:lnTo>
                <a:lnTo>
                  <a:pt x="98882" y="62611"/>
                </a:lnTo>
                <a:lnTo>
                  <a:pt x="99021" y="62611"/>
                </a:lnTo>
                <a:lnTo>
                  <a:pt x="99021" y="62471"/>
                </a:lnTo>
                <a:lnTo>
                  <a:pt x="98818" y="62357"/>
                </a:lnTo>
                <a:lnTo>
                  <a:pt x="98818" y="62865"/>
                </a:lnTo>
                <a:lnTo>
                  <a:pt x="98767" y="63119"/>
                </a:lnTo>
                <a:lnTo>
                  <a:pt x="98323" y="63119"/>
                </a:lnTo>
                <a:lnTo>
                  <a:pt x="98399" y="62865"/>
                </a:lnTo>
                <a:lnTo>
                  <a:pt x="98552" y="62865"/>
                </a:lnTo>
                <a:lnTo>
                  <a:pt x="98704" y="62865"/>
                </a:lnTo>
                <a:lnTo>
                  <a:pt x="98818" y="62357"/>
                </a:lnTo>
                <a:lnTo>
                  <a:pt x="99060" y="62103"/>
                </a:lnTo>
                <a:lnTo>
                  <a:pt x="99441" y="62103"/>
                </a:lnTo>
                <a:lnTo>
                  <a:pt x="100190" y="62611"/>
                </a:lnTo>
                <a:lnTo>
                  <a:pt x="100177" y="62103"/>
                </a:lnTo>
                <a:lnTo>
                  <a:pt x="100431" y="61849"/>
                </a:lnTo>
                <a:lnTo>
                  <a:pt x="98818" y="61849"/>
                </a:lnTo>
                <a:lnTo>
                  <a:pt x="98729" y="62611"/>
                </a:lnTo>
                <a:lnTo>
                  <a:pt x="98475" y="62611"/>
                </a:lnTo>
                <a:lnTo>
                  <a:pt x="98145" y="62865"/>
                </a:lnTo>
                <a:lnTo>
                  <a:pt x="98183" y="62611"/>
                </a:lnTo>
                <a:lnTo>
                  <a:pt x="98399" y="62611"/>
                </a:lnTo>
                <a:lnTo>
                  <a:pt x="98234" y="62357"/>
                </a:lnTo>
                <a:lnTo>
                  <a:pt x="98399" y="62103"/>
                </a:lnTo>
                <a:lnTo>
                  <a:pt x="98488" y="61963"/>
                </a:lnTo>
                <a:lnTo>
                  <a:pt x="98552" y="62611"/>
                </a:lnTo>
                <a:lnTo>
                  <a:pt x="98729" y="62611"/>
                </a:lnTo>
                <a:lnTo>
                  <a:pt x="98729" y="61849"/>
                </a:lnTo>
                <a:lnTo>
                  <a:pt x="98564" y="61849"/>
                </a:lnTo>
                <a:lnTo>
                  <a:pt x="98729" y="61595"/>
                </a:lnTo>
                <a:lnTo>
                  <a:pt x="100253" y="61595"/>
                </a:lnTo>
                <a:lnTo>
                  <a:pt x="100520" y="61849"/>
                </a:lnTo>
                <a:lnTo>
                  <a:pt x="100863" y="61849"/>
                </a:lnTo>
                <a:lnTo>
                  <a:pt x="100761" y="62077"/>
                </a:lnTo>
                <a:lnTo>
                  <a:pt x="100520" y="61849"/>
                </a:lnTo>
                <a:lnTo>
                  <a:pt x="100533" y="62103"/>
                </a:lnTo>
                <a:lnTo>
                  <a:pt x="100749" y="62103"/>
                </a:lnTo>
                <a:lnTo>
                  <a:pt x="100634" y="62357"/>
                </a:lnTo>
                <a:lnTo>
                  <a:pt x="101130" y="62357"/>
                </a:lnTo>
                <a:lnTo>
                  <a:pt x="101117" y="62103"/>
                </a:lnTo>
                <a:lnTo>
                  <a:pt x="101346" y="62103"/>
                </a:lnTo>
                <a:lnTo>
                  <a:pt x="101295" y="61976"/>
                </a:lnTo>
                <a:lnTo>
                  <a:pt x="101117" y="62052"/>
                </a:lnTo>
                <a:lnTo>
                  <a:pt x="101117" y="61849"/>
                </a:lnTo>
                <a:lnTo>
                  <a:pt x="101244" y="61849"/>
                </a:lnTo>
                <a:lnTo>
                  <a:pt x="101600" y="61849"/>
                </a:lnTo>
                <a:lnTo>
                  <a:pt x="100939" y="61683"/>
                </a:lnTo>
                <a:lnTo>
                  <a:pt x="100533" y="61595"/>
                </a:lnTo>
                <a:lnTo>
                  <a:pt x="100660" y="61595"/>
                </a:lnTo>
                <a:lnTo>
                  <a:pt x="100977" y="61595"/>
                </a:lnTo>
                <a:lnTo>
                  <a:pt x="101803" y="61595"/>
                </a:lnTo>
                <a:lnTo>
                  <a:pt x="101612" y="61214"/>
                </a:lnTo>
                <a:lnTo>
                  <a:pt x="98513" y="61214"/>
                </a:lnTo>
                <a:lnTo>
                  <a:pt x="98463" y="61556"/>
                </a:lnTo>
                <a:lnTo>
                  <a:pt x="97917" y="61214"/>
                </a:lnTo>
                <a:lnTo>
                  <a:pt x="97510" y="61214"/>
                </a:lnTo>
                <a:lnTo>
                  <a:pt x="97510" y="63119"/>
                </a:lnTo>
                <a:lnTo>
                  <a:pt x="97497" y="63373"/>
                </a:lnTo>
                <a:lnTo>
                  <a:pt x="97320" y="63119"/>
                </a:lnTo>
                <a:lnTo>
                  <a:pt x="97510" y="63119"/>
                </a:lnTo>
                <a:lnTo>
                  <a:pt x="97510" y="61214"/>
                </a:lnTo>
                <a:lnTo>
                  <a:pt x="96215" y="61214"/>
                </a:lnTo>
                <a:lnTo>
                  <a:pt x="96215" y="62357"/>
                </a:lnTo>
                <a:lnTo>
                  <a:pt x="96215" y="65024"/>
                </a:lnTo>
                <a:lnTo>
                  <a:pt x="95783" y="65138"/>
                </a:lnTo>
                <a:lnTo>
                  <a:pt x="95859" y="65405"/>
                </a:lnTo>
                <a:lnTo>
                  <a:pt x="95491" y="65405"/>
                </a:lnTo>
                <a:lnTo>
                  <a:pt x="95465" y="65151"/>
                </a:lnTo>
                <a:lnTo>
                  <a:pt x="95732" y="65151"/>
                </a:lnTo>
                <a:lnTo>
                  <a:pt x="95491" y="64770"/>
                </a:lnTo>
                <a:lnTo>
                  <a:pt x="95897" y="64770"/>
                </a:lnTo>
                <a:lnTo>
                  <a:pt x="95859" y="64897"/>
                </a:lnTo>
                <a:lnTo>
                  <a:pt x="95821" y="65024"/>
                </a:lnTo>
                <a:lnTo>
                  <a:pt x="96215" y="65024"/>
                </a:lnTo>
                <a:lnTo>
                  <a:pt x="96215" y="62357"/>
                </a:lnTo>
                <a:lnTo>
                  <a:pt x="96164" y="62865"/>
                </a:lnTo>
                <a:lnTo>
                  <a:pt x="96012" y="62611"/>
                </a:lnTo>
                <a:lnTo>
                  <a:pt x="95872" y="62611"/>
                </a:lnTo>
                <a:lnTo>
                  <a:pt x="95885" y="62865"/>
                </a:lnTo>
                <a:lnTo>
                  <a:pt x="95834" y="62611"/>
                </a:lnTo>
                <a:lnTo>
                  <a:pt x="95796" y="62357"/>
                </a:lnTo>
                <a:lnTo>
                  <a:pt x="95719" y="62103"/>
                </a:lnTo>
                <a:lnTo>
                  <a:pt x="96012" y="62484"/>
                </a:lnTo>
                <a:lnTo>
                  <a:pt x="96215" y="62357"/>
                </a:lnTo>
                <a:lnTo>
                  <a:pt x="96215" y="61214"/>
                </a:lnTo>
                <a:lnTo>
                  <a:pt x="94564" y="61214"/>
                </a:lnTo>
                <a:lnTo>
                  <a:pt x="94564" y="66802"/>
                </a:lnTo>
                <a:lnTo>
                  <a:pt x="94005" y="66802"/>
                </a:lnTo>
                <a:lnTo>
                  <a:pt x="93954" y="67665"/>
                </a:lnTo>
                <a:lnTo>
                  <a:pt x="93522" y="67056"/>
                </a:lnTo>
                <a:lnTo>
                  <a:pt x="92900" y="67056"/>
                </a:lnTo>
                <a:lnTo>
                  <a:pt x="92595" y="67056"/>
                </a:lnTo>
                <a:lnTo>
                  <a:pt x="92938" y="66929"/>
                </a:lnTo>
                <a:lnTo>
                  <a:pt x="92989" y="66802"/>
                </a:lnTo>
                <a:lnTo>
                  <a:pt x="92722" y="66802"/>
                </a:lnTo>
                <a:lnTo>
                  <a:pt x="92849" y="66548"/>
                </a:lnTo>
                <a:lnTo>
                  <a:pt x="93154" y="66548"/>
                </a:lnTo>
                <a:lnTo>
                  <a:pt x="93522" y="66548"/>
                </a:lnTo>
                <a:lnTo>
                  <a:pt x="93421" y="66802"/>
                </a:lnTo>
                <a:lnTo>
                  <a:pt x="93649" y="66802"/>
                </a:lnTo>
                <a:lnTo>
                  <a:pt x="93624" y="66573"/>
                </a:lnTo>
                <a:lnTo>
                  <a:pt x="94564" y="66802"/>
                </a:lnTo>
                <a:lnTo>
                  <a:pt x="94564" y="61214"/>
                </a:lnTo>
                <a:lnTo>
                  <a:pt x="84353" y="61214"/>
                </a:lnTo>
                <a:lnTo>
                  <a:pt x="84353" y="67056"/>
                </a:lnTo>
                <a:lnTo>
                  <a:pt x="83997" y="67564"/>
                </a:lnTo>
                <a:lnTo>
                  <a:pt x="84074" y="67056"/>
                </a:lnTo>
                <a:lnTo>
                  <a:pt x="84353" y="67056"/>
                </a:lnTo>
                <a:lnTo>
                  <a:pt x="84353" y="61214"/>
                </a:lnTo>
                <a:lnTo>
                  <a:pt x="83019" y="61214"/>
                </a:lnTo>
                <a:lnTo>
                  <a:pt x="83019" y="67056"/>
                </a:lnTo>
                <a:lnTo>
                  <a:pt x="81267" y="67056"/>
                </a:lnTo>
                <a:lnTo>
                  <a:pt x="81267" y="67691"/>
                </a:lnTo>
                <a:lnTo>
                  <a:pt x="80873" y="67551"/>
                </a:lnTo>
                <a:lnTo>
                  <a:pt x="81089" y="67119"/>
                </a:lnTo>
                <a:lnTo>
                  <a:pt x="81267" y="67691"/>
                </a:lnTo>
                <a:lnTo>
                  <a:pt x="81267" y="67056"/>
                </a:lnTo>
                <a:lnTo>
                  <a:pt x="81127" y="67056"/>
                </a:lnTo>
                <a:lnTo>
                  <a:pt x="80962" y="67056"/>
                </a:lnTo>
                <a:lnTo>
                  <a:pt x="80822" y="67449"/>
                </a:lnTo>
                <a:lnTo>
                  <a:pt x="80746" y="67056"/>
                </a:lnTo>
                <a:lnTo>
                  <a:pt x="80733" y="67500"/>
                </a:lnTo>
                <a:lnTo>
                  <a:pt x="79552" y="67056"/>
                </a:lnTo>
                <a:lnTo>
                  <a:pt x="72478" y="67056"/>
                </a:lnTo>
                <a:lnTo>
                  <a:pt x="72478" y="68199"/>
                </a:lnTo>
                <a:lnTo>
                  <a:pt x="72009" y="68630"/>
                </a:lnTo>
                <a:lnTo>
                  <a:pt x="71818" y="68275"/>
                </a:lnTo>
                <a:lnTo>
                  <a:pt x="71615" y="68795"/>
                </a:lnTo>
                <a:lnTo>
                  <a:pt x="71526" y="68199"/>
                </a:lnTo>
                <a:lnTo>
                  <a:pt x="71793" y="68199"/>
                </a:lnTo>
                <a:lnTo>
                  <a:pt x="72478" y="68199"/>
                </a:lnTo>
                <a:lnTo>
                  <a:pt x="72478" y="67056"/>
                </a:lnTo>
                <a:lnTo>
                  <a:pt x="68033" y="67056"/>
                </a:lnTo>
                <a:lnTo>
                  <a:pt x="68033" y="69977"/>
                </a:lnTo>
                <a:lnTo>
                  <a:pt x="68008" y="69850"/>
                </a:lnTo>
                <a:lnTo>
                  <a:pt x="68033" y="69977"/>
                </a:lnTo>
                <a:lnTo>
                  <a:pt x="68033" y="67056"/>
                </a:lnTo>
                <a:lnTo>
                  <a:pt x="66205" y="67056"/>
                </a:lnTo>
                <a:lnTo>
                  <a:pt x="66205" y="70739"/>
                </a:lnTo>
                <a:lnTo>
                  <a:pt x="66205" y="71120"/>
                </a:lnTo>
                <a:lnTo>
                  <a:pt x="65671" y="71120"/>
                </a:lnTo>
                <a:lnTo>
                  <a:pt x="65392" y="71120"/>
                </a:lnTo>
                <a:lnTo>
                  <a:pt x="64998" y="71120"/>
                </a:lnTo>
                <a:lnTo>
                  <a:pt x="64719" y="71120"/>
                </a:lnTo>
                <a:lnTo>
                  <a:pt x="64643" y="71374"/>
                </a:lnTo>
                <a:lnTo>
                  <a:pt x="64858" y="71374"/>
                </a:lnTo>
                <a:lnTo>
                  <a:pt x="64998" y="71374"/>
                </a:lnTo>
                <a:lnTo>
                  <a:pt x="64998" y="71501"/>
                </a:lnTo>
                <a:lnTo>
                  <a:pt x="64643" y="71374"/>
                </a:lnTo>
                <a:lnTo>
                  <a:pt x="64643" y="70739"/>
                </a:lnTo>
                <a:lnTo>
                  <a:pt x="64973" y="70739"/>
                </a:lnTo>
                <a:lnTo>
                  <a:pt x="64985" y="70993"/>
                </a:lnTo>
                <a:lnTo>
                  <a:pt x="65519" y="70739"/>
                </a:lnTo>
                <a:lnTo>
                  <a:pt x="66205" y="70739"/>
                </a:lnTo>
                <a:lnTo>
                  <a:pt x="66205" y="67056"/>
                </a:lnTo>
                <a:lnTo>
                  <a:pt x="66128" y="69723"/>
                </a:lnTo>
                <a:lnTo>
                  <a:pt x="65963" y="69977"/>
                </a:lnTo>
                <a:lnTo>
                  <a:pt x="65963" y="70485"/>
                </a:lnTo>
                <a:lnTo>
                  <a:pt x="65493" y="70485"/>
                </a:lnTo>
                <a:lnTo>
                  <a:pt x="65684" y="70231"/>
                </a:lnTo>
                <a:lnTo>
                  <a:pt x="65963" y="70485"/>
                </a:lnTo>
                <a:lnTo>
                  <a:pt x="65963" y="69977"/>
                </a:lnTo>
                <a:lnTo>
                  <a:pt x="65925" y="69723"/>
                </a:lnTo>
                <a:lnTo>
                  <a:pt x="66128" y="69723"/>
                </a:lnTo>
                <a:lnTo>
                  <a:pt x="66128" y="67056"/>
                </a:lnTo>
                <a:lnTo>
                  <a:pt x="65239" y="67056"/>
                </a:lnTo>
                <a:lnTo>
                  <a:pt x="65239" y="68516"/>
                </a:lnTo>
                <a:lnTo>
                  <a:pt x="64401" y="68199"/>
                </a:lnTo>
                <a:lnTo>
                  <a:pt x="65024" y="68199"/>
                </a:lnTo>
                <a:lnTo>
                  <a:pt x="65239" y="68516"/>
                </a:lnTo>
                <a:lnTo>
                  <a:pt x="65239" y="67056"/>
                </a:lnTo>
                <a:lnTo>
                  <a:pt x="58953" y="67056"/>
                </a:lnTo>
                <a:lnTo>
                  <a:pt x="59182" y="68199"/>
                </a:lnTo>
                <a:lnTo>
                  <a:pt x="58737" y="68199"/>
                </a:lnTo>
                <a:lnTo>
                  <a:pt x="58445" y="68199"/>
                </a:lnTo>
                <a:lnTo>
                  <a:pt x="58585" y="67056"/>
                </a:lnTo>
                <a:lnTo>
                  <a:pt x="57937" y="67056"/>
                </a:lnTo>
                <a:lnTo>
                  <a:pt x="57899" y="66802"/>
                </a:lnTo>
                <a:lnTo>
                  <a:pt x="57518" y="66929"/>
                </a:lnTo>
                <a:lnTo>
                  <a:pt x="57531" y="66802"/>
                </a:lnTo>
                <a:lnTo>
                  <a:pt x="57899" y="66802"/>
                </a:lnTo>
                <a:lnTo>
                  <a:pt x="58407" y="66802"/>
                </a:lnTo>
                <a:lnTo>
                  <a:pt x="58597" y="66929"/>
                </a:lnTo>
                <a:lnTo>
                  <a:pt x="58610" y="66802"/>
                </a:lnTo>
                <a:lnTo>
                  <a:pt x="82981" y="66802"/>
                </a:lnTo>
                <a:lnTo>
                  <a:pt x="83019" y="67056"/>
                </a:lnTo>
                <a:lnTo>
                  <a:pt x="83019" y="61214"/>
                </a:lnTo>
                <a:lnTo>
                  <a:pt x="54749" y="61214"/>
                </a:lnTo>
                <a:lnTo>
                  <a:pt x="54749" y="68199"/>
                </a:lnTo>
                <a:lnTo>
                  <a:pt x="52489" y="68846"/>
                </a:lnTo>
                <a:lnTo>
                  <a:pt x="52476" y="68199"/>
                </a:lnTo>
                <a:lnTo>
                  <a:pt x="52362" y="68884"/>
                </a:lnTo>
                <a:lnTo>
                  <a:pt x="52082" y="68961"/>
                </a:lnTo>
                <a:lnTo>
                  <a:pt x="52108" y="68199"/>
                </a:lnTo>
                <a:lnTo>
                  <a:pt x="52438" y="68199"/>
                </a:lnTo>
                <a:lnTo>
                  <a:pt x="54749" y="68199"/>
                </a:lnTo>
                <a:lnTo>
                  <a:pt x="54749" y="61214"/>
                </a:lnTo>
                <a:lnTo>
                  <a:pt x="52666" y="61214"/>
                </a:lnTo>
                <a:lnTo>
                  <a:pt x="52666" y="66929"/>
                </a:lnTo>
                <a:lnTo>
                  <a:pt x="52336" y="66916"/>
                </a:lnTo>
                <a:lnTo>
                  <a:pt x="52336" y="67056"/>
                </a:lnTo>
                <a:lnTo>
                  <a:pt x="52082" y="67551"/>
                </a:lnTo>
                <a:lnTo>
                  <a:pt x="51803" y="67056"/>
                </a:lnTo>
                <a:lnTo>
                  <a:pt x="52336" y="67056"/>
                </a:lnTo>
                <a:lnTo>
                  <a:pt x="52336" y="66916"/>
                </a:lnTo>
                <a:lnTo>
                  <a:pt x="51003" y="66840"/>
                </a:lnTo>
                <a:lnTo>
                  <a:pt x="51003" y="67056"/>
                </a:lnTo>
                <a:lnTo>
                  <a:pt x="50609" y="68199"/>
                </a:lnTo>
                <a:lnTo>
                  <a:pt x="50317" y="68199"/>
                </a:lnTo>
                <a:lnTo>
                  <a:pt x="50355" y="67056"/>
                </a:lnTo>
                <a:lnTo>
                  <a:pt x="50850" y="67056"/>
                </a:lnTo>
                <a:lnTo>
                  <a:pt x="51003" y="67056"/>
                </a:lnTo>
                <a:lnTo>
                  <a:pt x="51003" y="66840"/>
                </a:lnTo>
                <a:lnTo>
                  <a:pt x="50495" y="66802"/>
                </a:lnTo>
                <a:lnTo>
                  <a:pt x="52070" y="66802"/>
                </a:lnTo>
                <a:lnTo>
                  <a:pt x="52666" y="66929"/>
                </a:lnTo>
                <a:lnTo>
                  <a:pt x="52666" y="61214"/>
                </a:lnTo>
                <a:lnTo>
                  <a:pt x="50050" y="61214"/>
                </a:lnTo>
                <a:lnTo>
                  <a:pt x="50050" y="69723"/>
                </a:lnTo>
                <a:lnTo>
                  <a:pt x="49999" y="69926"/>
                </a:lnTo>
                <a:lnTo>
                  <a:pt x="49999" y="70485"/>
                </a:lnTo>
                <a:lnTo>
                  <a:pt x="49593" y="70485"/>
                </a:lnTo>
                <a:lnTo>
                  <a:pt x="49618" y="70231"/>
                </a:lnTo>
                <a:lnTo>
                  <a:pt x="49758" y="70231"/>
                </a:lnTo>
                <a:lnTo>
                  <a:pt x="49999" y="70485"/>
                </a:lnTo>
                <a:lnTo>
                  <a:pt x="49999" y="69926"/>
                </a:lnTo>
                <a:lnTo>
                  <a:pt x="49644" y="69977"/>
                </a:lnTo>
                <a:lnTo>
                  <a:pt x="49517" y="69977"/>
                </a:lnTo>
                <a:lnTo>
                  <a:pt x="48399" y="69977"/>
                </a:lnTo>
                <a:lnTo>
                  <a:pt x="48234" y="69977"/>
                </a:lnTo>
                <a:lnTo>
                  <a:pt x="48209" y="69723"/>
                </a:lnTo>
                <a:lnTo>
                  <a:pt x="48920" y="69723"/>
                </a:lnTo>
                <a:lnTo>
                  <a:pt x="49415" y="69723"/>
                </a:lnTo>
                <a:lnTo>
                  <a:pt x="50050" y="69723"/>
                </a:lnTo>
                <a:lnTo>
                  <a:pt x="50050" y="61214"/>
                </a:lnTo>
                <a:lnTo>
                  <a:pt x="48602" y="61214"/>
                </a:lnTo>
                <a:lnTo>
                  <a:pt x="48602" y="67056"/>
                </a:lnTo>
                <a:lnTo>
                  <a:pt x="48602" y="67449"/>
                </a:lnTo>
                <a:lnTo>
                  <a:pt x="48056" y="67056"/>
                </a:lnTo>
                <a:lnTo>
                  <a:pt x="48602" y="67056"/>
                </a:lnTo>
                <a:lnTo>
                  <a:pt x="48602" y="61214"/>
                </a:lnTo>
                <a:lnTo>
                  <a:pt x="47790" y="61214"/>
                </a:lnTo>
                <a:lnTo>
                  <a:pt x="47790" y="69723"/>
                </a:lnTo>
                <a:lnTo>
                  <a:pt x="47752" y="69875"/>
                </a:lnTo>
                <a:lnTo>
                  <a:pt x="45453" y="69977"/>
                </a:lnTo>
                <a:lnTo>
                  <a:pt x="44373" y="69977"/>
                </a:lnTo>
                <a:lnTo>
                  <a:pt x="44564" y="69723"/>
                </a:lnTo>
                <a:lnTo>
                  <a:pt x="44805" y="69723"/>
                </a:lnTo>
                <a:lnTo>
                  <a:pt x="45707" y="69723"/>
                </a:lnTo>
                <a:lnTo>
                  <a:pt x="46469" y="69723"/>
                </a:lnTo>
                <a:lnTo>
                  <a:pt x="46990" y="69723"/>
                </a:lnTo>
                <a:lnTo>
                  <a:pt x="47205" y="69799"/>
                </a:lnTo>
                <a:lnTo>
                  <a:pt x="46812" y="69799"/>
                </a:lnTo>
                <a:lnTo>
                  <a:pt x="46342" y="69811"/>
                </a:lnTo>
                <a:lnTo>
                  <a:pt x="47383" y="69862"/>
                </a:lnTo>
                <a:lnTo>
                  <a:pt x="47739" y="69977"/>
                </a:lnTo>
                <a:lnTo>
                  <a:pt x="47586" y="69875"/>
                </a:lnTo>
                <a:lnTo>
                  <a:pt x="47752" y="69875"/>
                </a:lnTo>
                <a:lnTo>
                  <a:pt x="47612" y="69799"/>
                </a:lnTo>
                <a:lnTo>
                  <a:pt x="47396" y="69723"/>
                </a:lnTo>
                <a:lnTo>
                  <a:pt x="47790" y="69723"/>
                </a:lnTo>
                <a:lnTo>
                  <a:pt x="47790" y="61214"/>
                </a:lnTo>
                <a:lnTo>
                  <a:pt x="47383" y="61214"/>
                </a:lnTo>
                <a:lnTo>
                  <a:pt x="47383" y="68199"/>
                </a:lnTo>
                <a:lnTo>
                  <a:pt x="47015" y="68541"/>
                </a:lnTo>
                <a:lnTo>
                  <a:pt x="46482" y="68199"/>
                </a:lnTo>
                <a:lnTo>
                  <a:pt x="47383" y="68199"/>
                </a:lnTo>
                <a:lnTo>
                  <a:pt x="47383" y="61214"/>
                </a:lnTo>
                <a:lnTo>
                  <a:pt x="46202" y="61214"/>
                </a:lnTo>
                <a:lnTo>
                  <a:pt x="46202" y="67056"/>
                </a:lnTo>
                <a:lnTo>
                  <a:pt x="46126" y="67500"/>
                </a:lnTo>
                <a:lnTo>
                  <a:pt x="45923" y="67056"/>
                </a:lnTo>
                <a:lnTo>
                  <a:pt x="46202" y="67056"/>
                </a:lnTo>
                <a:lnTo>
                  <a:pt x="46202" y="61214"/>
                </a:lnTo>
                <a:lnTo>
                  <a:pt x="45300" y="61214"/>
                </a:lnTo>
                <a:lnTo>
                  <a:pt x="45300" y="68199"/>
                </a:lnTo>
                <a:lnTo>
                  <a:pt x="45135" y="68199"/>
                </a:lnTo>
                <a:lnTo>
                  <a:pt x="45300" y="68199"/>
                </a:lnTo>
                <a:lnTo>
                  <a:pt x="45300" y="61214"/>
                </a:lnTo>
                <a:lnTo>
                  <a:pt x="44932" y="61214"/>
                </a:lnTo>
                <a:lnTo>
                  <a:pt x="44932" y="66802"/>
                </a:lnTo>
                <a:lnTo>
                  <a:pt x="44462" y="66802"/>
                </a:lnTo>
                <a:lnTo>
                  <a:pt x="44323" y="67056"/>
                </a:lnTo>
                <a:lnTo>
                  <a:pt x="44526" y="67056"/>
                </a:lnTo>
                <a:lnTo>
                  <a:pt x="44005" y="67691"/>
                </a:lnTo>
                <a:lnTo>
                  <a:pt x="44005" y="67322"/>
                </a:lnTo>
                <a:lnTo>
                  <a:pt x="43776" y="67437"/>
                </a:lnTo>
                <a:lnTo>
                  <a:pt x="43776" y="68199"/>
                </a:lnTo>
                <a:lnTo>
                  <a:pt x="43776" y="69977"/>
                </a:lnTo>
                <a:lnTo>
                  <a:pt x="43751" y="70104"/>
                </a:lnTo>
                <a:lnTo>
                  <a:pt x="43319" y="69977"/>
                </a:lnTo>
                <a:lnTo>
                  <a:pt x="43776" y="69977"/>
                </a:lnTo>
                <a:lnTo>
                  <a:pt x="43776" y="68199"/>
                </a:lnTo>
                <a:lnTo>
                  <a:pt x="43688" y="68961"/>
                </a:lnTo>
                <a:lnTo>
                  <a:pt x="43370" y="68199"/>
                </a:lnTo>
                <a:lnTo>
                  <a:pt x="43497" y="68199"/>
                </a:lnTo>
                <a:lnTo>
                  <a:pt x="43776" y="68199"/>
                </a:lnTo>
                <a:lnTo>
                  <a:pt x="43776" y="67437"/>
                </a:lnTo>
                <a:lnTo>
                  <a:pt x="43230" y="67703"/>
                </a:lnTo>
                <a:lnTo>
                  <a:pt x="43230" y="70612"/>
                </a:lnTo>
                <a:lnTo>
                  <a:pt x="42900" y="70485"/>
                </a:lnTo>
                <a:lnTo>
                  <a:pt x="41744" y="70485"/>
                </a:lnTo>
                <a:lnTo>
                  <a:pt x="41706" y="70231"/>
                </a:lnTo>
                <a:lnTo>
                  <a:pt x="41770" y="69723"/>
                </a:lnTo>
                <a:lnTo>
                  <a:pt x="41605" y="69977"/>
                </a:lnTo>
                <a:lnTo>
                  <a:pt x="41567" y="69723"/>
                </a:lnTo>
                <a:lnTo>
                  <a:pt x="41567" y="70104"/>
                </a:lnTo>
                <a:lnTo>
                  <a:pt x="41529" y="70231"/>
                </a:lnTo>
                <a:lnTo>
                  <a:pt x="41567" y="70104"/>
                </a:lnTo>
                <a:lnTo>
                  <a:pt x="41567" y="69723"/>
                </a:lnTo>
                <a:lnTo>
                  <a:pt x="41770" y="69723"/>
                </a:lnTo>
                <a:lnTo>
                  <a:pt x="41770" y="69977"/>
                </a:lnTo>
                <a:lnTo>
                  <a:pt x="42037" y="69723"/>
                </a:lnTo>
                <a:lnTo>
                  <a:pt x="43103" y="69723"/>
                </a:lnTo>
                <a:lnTo>
                  <a:pt x="43065" y="70231"/>
                </a:lnTo>
                <a:lnTo>
                  <a:pt x="43180" y="70485"/>
                </a:lnTo>
                <a:lnTo>
                  <a:pt x="43230" y="70612"/>
                </a:lnTo>
                <a:lnTo>
                  <a:pt x="43230" y="67703"/>
                </a:lnTo>
                <a:lnTo>
                  <a:pt x="43243" y="67538"/>
                </a:lnTo>
                <a:lnTo>
                  <a:pt x="43154" y="67056"/>
                </a:lnTo>
                <a:lnTo>
                  <a:pt x="43192" y="66802"/>
                </a:lnTo>
                <a:lnTo>
                  <a:pt x="43332" y="66802"/>
                </a:lnTo>
                <a:lnTo>
                  <a:pt x="43649" y="67056"/>
                </a:lnTo>
                <a:lnTo>
                  <a:pt x="44005" y="67056"/>
                </a:lnTo>
                <a:lnTo>
                  <a:pt x="44119" y="66802"/>
                </a:lnTo>
                <a:lnTo>
                  <a:pt x="44119" y="66548"/>
                </a:lnTo>
                <a:lnTo>
                  <a:pt x="44932" y="66802"/>
                </a:lnTo>
                <a:lnTo>
                  <a:pt x="44932" y="61214"/>
                </a:lnTo>
                <a:lnTo>
                  <a:pt x="42837" y="61214"/>
                </a:lnTo>
                <a:lnTo>
                  <a:pt x="42837" y="68973"/>
                </a:lnTo>
                <a:lnTo>
                  <a:pt x="40728" y="68529"/>
                </a:lnTo>
                <a:lnTo>
                  <a:pt x="40728" y="69723"/>
                </a:lnTo>
                <a:lnTo>
                  <a:pt x="40652" y="69977"/>
                </a:lnTo>
                <a:lnTo>
                  <a:pt x="40576" y="70231"/>
                </a:lnTo>
                <a:lnTo>
                  <a:pt x="40652" y="69977"/>
                </a:lnTo>
                <a:lnTo>
                  <a:pt x="40360" y="69977"/>
                </a:lnTo>
                <a:lnTo>
                  <a:pt x="40182" y="69977"/>
                </a:lnTo>
                <a:lnTo>
                  <a:pt x="40259" y="69723"/>
                </a:lnTo>
                <a:lnTo>
                  <a:pt x="40728" y="69723"/>
                </a:lnTo>
                <a:lnTo>
                  <a:pt x="40728" y="68529"/>
                </a:lnTo>
                <a:lnTo>
                  <a:pt x="40017" y="68389"/>
                </a:lnTo>
                <a:lnTo>
                  <a:pt x="40017" y="69977"/>
                </a:lnTo>
                <a:lnTo>
                  <a:pt x="39268" y="69977"/>
                </a:lnTo>
                <a:lnTo>
                  <a:pt x="39420" y="69723"/>
                </a:lnTo>
                <a:lnTo>
                  <a:pt x="39916" y="69723"/>
                </a:lnTo>
                <a:lnTo>
                  <a:pt x="40017" y="69977"/>
                </a:lnTo>
                <a:lnTo>
                  <a:pt x="40017" y="68389"/>
                </a:lnTo>
                <a:lnTo>
                  <a:pt x="39154" y="68199"/>
                </a:lnTo>
                <a:lnTo>
                  <a:pt x="41922" y="68199"/>
                </a:lnTo>
                <a:lnTo>
                  <a:pt x="42049" y="67424"/>
                </a:lnTo>
                <a:lnTo>
                  <a:pt x="42113" y="68199"/>
                </a:lnTo>
                <a:lnTo>
                  <a:pt x="42519" y="68199"/>
                </a:lnTo>
                <a:lnTo>
                  <a:pt x="42837" y="68973"/>
                </a:lnTo>
                <a:lnTo>
                  <a:pt x="42837" y="61214"/>
                </a:lnTo>
                <a:lnTo>
                  <a:pt x="38442" y="61214"/>
                </a:lnTo>
                <a:lnTo>
                  <a:pt x="38442" y="69723"/>
                </a:lnTo>
                <a:lnTo>
                  <a:pt x="38430" y="69977"/>
                </a:lnTo>
                <a:lnTo>
                  <a:pt x="38430" y="70231"/>
                </a:lnTo>
                <a:lnTo>
                  <a:pt x="38430" y="70485"/>
                </a:lnTo>
                <a:lnTo>
                  <a:pt x="38265" y="70650"/>
                </a:lnTo>
                <a:lnTo>
                  <a:pt x="38430" y="70485"/>
                </a:lnTo>
                <a:lnTo>
                  <a:pt x="38265" y="70485"/>
                </a:lnTo>
                <a:lnTo>
                  <a:pt x="37985" y="70485"/>
                </a:lnTo>
                <a:lnTo>
                  <a:pt x="37795" y="70485"/>
                </a:lnTo>
                <a:lnTo>
                  <a:pt x="37668" y="70485"/>
                </a:lnTo>
                <a:lnTo>
                  <a:pt x="37376" y="70485"/>
                </a:lnTo>
                <a:lnTo>
                  <a:pt x="37109" y="70485"/>
                </a:lnTo>
                <a:lnTo>
                  <a:pt x="37109" y="70878"/>
                </a:lnTo>
                <a:lnTo>
                  <a:pt x="36969" y="70764"/>
                </a:lnTo>
                <a:lnTo>
                  <a:pt x="37096" y="70739"/>
                </a:lnTo>
                <a:lnTo>
                  <a:pt x="37109" y="70878"/>
                </a:lnTo>
                <a:lnTo>
                  <a:pt x="37109" y="70485"/>
                </a:lnTo>
                <a:lnTo>
                  <a:pt x="36576" y="70485"/>
                </a:lnTo>
                <a:lnTo>
                  <a:pt x="37084" y="70256"/>
                </a:lnTo>
                <a:lnTo>
                  <a:pt x="37553" y="70485"/>
                </a:lnTo>
                <a:lnTo>
                  <a:pt x="37477" y="70231"/>
                </a:lnTo>
                <a:lnTo>
                  <a:pt x="37668" y="70485"/>
                </a:lnTo>
                <a:lnTo>
                  <a:pt x="37769" y="70231"/>
                </a:lnTo>
                <a:lnTo>
                  <a:pt x="38430" y="70231"/>
                </a:lnTo>
                <a:lnTo>
                  <a:pt x="38430" y="69977"/>
                </a:lnTo>
                <a:lnTo>
                  <a:pt x="37922" y="69977"/>
                </a:lnTo>
                <a:lnTo>
                  <a:pt x="37719" y="69977"/>
                </a:lnTo>
                <a:lnTo>
                  <a:pt x="37452" y="70091"/>
                </a:lnTo>
                <a:lnTo>
                  <a:pt x="37299" y="69977"/>
                </a:lnTo>
                <a:lnTo>
                  <a:pt x="37223" y="70142"/>
                </a:lnTo>
                <a:lnTo>
                  <a:pt x="36944" y="70154"/>
                </a:lnTo>
                <a:lnTo>
                  <a:pt x="36499" y="70231"/>
                </a:lnTo>
                <a:lnTo>
                  <a:pt x="36423" y="70485"/>
                </a:lnTo>
                <a:lnTo>
                  <a:pt x="36385" y="70358"/>
                </a:lnTo>
                <a:lnTo>
                  <a:pt x="36423" y="70485"/>
                </a:lnTo>
                <a:lnTo>
                  <a:pt x="36423" y="70231"/>
                </a:lnTo>
                <a:lnTo>
                  <a:pt x="36093" y="70231"/>
                </a:lnTo>
                <a:lnTo>
                  <a:pt x="36093" y="70485"/>
                </a:lnTo>
                <a:lnTo>
                  <a:pt x="36093" y="70231"/>
                </a:lnTo>
                <a:lnTo>
                  <a:pt x="36055" y="69977"/>
                </a:lnTo>
                <a:lnTo>
                  <a:pt x="35877" y="70015"/>
                </a:lnTo>
                <a:lnTo>
                  <a:pt x="36055" y="69977"/>
                </a:lnTo>
                <a:lnTo>
                  <a:pt x="36283" y="69723"/>
                </a:lnTo>
                <a:lnTo>
                  <a:pt x="35560" y="69977"/>
                </a:lnTo>
                <a:lnTo>
                  <a:pt x="35699" y="69977"/>
                </a:lnTo>
                <a:lnTo>
                  <a:pt x="35852" y="69977"/>
                </a:lnTo>
                <a:lnTo>
                  <a:pt x="35344" y="70104"/>
                </a:lnTo>
                <a:lnTo>
                  <a:pt x="35255" y="69977"/>
                </a:lnTo>
                <a:lnTo>
                  <a:pt x="35115" y="69977"/>
                </a:lnTo>
                <a:lnTo>
                  <a:pt x="35052" y="70154"/>
                </a:lnTo>
                <a:lnTo>
                  <a:pt x="34696" y="70218"/>
                </a:lnTo>
                <a:lnTo>
                  <a:pt x="35090" y="70485"/>
                </a:lnTo>
                <a:lnTo>
                  <a:pt x="35039" y="70231"/>
                </a:lnTo>
                <a:lnTo>
                  <a:pt x="35458" y="70231"/>
                </a:lnTo>
                <a:lnTo>
                  <a:pt x="35306" y="70485"/>
                </a:lnTo>
                <a:lnTo>
                  <a:pt x="35090" y="70485"/>
                </a:lnTo>
                <a:lnTo>
                  <a:pt x="34404" y="70485"/>
                </a:lnTo>
                <a:lnTo>
                  <a:pt x="34036" y="70573"/>
                </a:lnTo>
                <a:lnTo>
                  <a:pt x="33731" y="70485"/>
                </a:lnTo>
                <a:lnTo>
                  <a:pt x="33731" y="70993"/>
                </a:lnTo>
                <a:lnTo>
                  <a:pt x="33324" y="70739"/>
                </a:lnTo>
                <a:lnTo>
                  <a:pt x="33489" y="70739"/>
                </a:lnTo>
                <a:lnTo>
                  <a:pt x="33616" y="70739"/>
                </a:lnTo>
                <a:lnTo>
                  <a:pt x="33731" y="70993"/>
                </a:lnTo>
                <a:lnTo>
                  <a:pt x="33731" y="70485"/>
                </a:lnTo>
                <a:lnTo>
                  <a:pt x="33540" y="70485"/>
                </a:lnTo>
                <a:lnTo>
                  <a:pt x="33464" y="70675"/>
                </a:lnTo>
                <a:lnTo>
                  <a:pt x="32969" y="70523"/>
                </a:lnTo>
                <a:lnTo>
                  <a:pt x="33439" y="70662"/>
                </a:lnTo>
                <a:lnTo>
                  <a:pt x="33058" y="70485"/>
                </a:lnTo>
                <a:lnTo>
                  <a:pt x="32918" y="70485"/>
                </a:lnTo>
                <a:lnTo>
                  <a:pt x="32893" y="70662"/>
                </a:lnTo>
                <a:lnTo>
                  <a:pt x="32893" y="70485"/>
                </a:lnTo>
                <a:lnTo>
                  <a:pt x="32524" y="70485"/>
                </a:lnTo>
                <a:lnTo>
                  <a:pt x="33540" y="69977"/>
                </a:lnTo>
                <a:lnTo>
                  <a:pt x="33020" y="69977"/>
                </a:lnTo>
                <a:lnTo>
                  <a:pt x="33248" y="69723"/>
                </a:lnTo>
                <a:lnTo>
                  <a:pt x="34036" y="69723"/>
                </a:lnTo>
                <a:lnTo>
                  <a:pt x="34239" y="69723"/>
                </a:lnTo>
                <a:lnTo>
                  <a:pt x="34366" y="69977"/>
                </a:lnTo>
                <a:lnTo>
                  <a:pt x="34594" y="70154"/>
                </a:lnTo>
                <a:lnTo>
                  <a:pt x="34658" y="69723"/>
                </a:lnTo>
                <a:lnTo>
                  <a:pt x="34975" y="69723"/>
                </a:lnTo>
                <a:lnTo>
                  <a:pt x="35560" y="69723"/>
                </a:lnTo>
                <a:lnTo>
                  <a:pt x="35877" y="69723"/>
                </a:lnTo>
                <a:lnTo>
                  <a:pt x="36283" y="69723"/>
                </a:lnTo>
                <a:lnTo>
                  <a:pt x="37312" y="69723"/>
                </a:lnTo>
                <a:lnTo>
                  <a:pt x="36969" y="69977"/>
                </a:lnTo>
                <a:lnTo>
                  <a:pt x="37299" y="69977"/>
                </a:lnTo>
                <a:lnTo>
                  <a:pt x="37477" y="69977"/>
                </a:lnTo>
                <a:lnTo>
                  <a:pt x="37477" y="69723"/>
                </a:lnTo>
                <a:lnTo>
                  <a:pt x="37807" y="69723"/>
                </a:lnTo>
                <a:lnTo>
                  <a:pt x="37719" y="69977"/>
                </a:lnTo>
                <a:lnTo>
                  <a:pt x="38087" y="69723"/>
                </a:lnTo>
                <a:lnTo>
                  <a:pt x="38442" y="69723"/>
                </a:lnTo>
                <a:lnTo>
                  <a:pt x="38442" y="61214"/>
                </a:lnTo>
                <a:lnTo>
                  <a:pt x="35763" y="61214"/>
                </a:lnTo>
                <a:lnTo>
                  <a:pt x="35763" y="68199"/>
                </a:lnTo>
                <a:lnTo>
                  <a:pt x="35483" y="68732"/>
                </a:lnTo>
                <a:lnTo>
                  <a:pt x="35458" y="68199"/>
                </a:lnTo>
                <a:lnTo>
                  <a:pt x="35763" y="68199"/>
                </a:lnTo>
                <a:lnTo>
                  <a:pt x="35763" y="61214"/>
                </a:lnTo>
                <a:lnTo>
                  <a:pt x="35128" y="61214"/>
                </a:lnTo>
                <a:lnTo>
                  <a:pt x="35128" y="68199"/>
                </a:lnTo>
                <a:lnTo>
                  <a:pt x="34582" y="68961"/>
                </a:lnTo>
                <a:lnTo>
                  <a:pt x="34823" y="68199"/>
                </a:lnTo>
                <a:lnTo>
                  <a:pt x="35128" y="68199"/>
                </a:lnTo>
                <a:lnTo>
                  <a:pt x="35128" y="61214"/>
                </a:lnTo>
                <a:lnTo>
                  <a:pt x="34137" y="61214"/>
                </a:lnTo>
                <a:lnTo>
                  <a:pt x="34137" y="69570"/>
                </a:lnTo>
                <a:lnTo>
                  <a:pt x="33350" y="68961"/>
                </a:lnTo>
                <a:lnTo>
                  <a:pt x="32461" y="68199"/>
                </a:lnTo>
                <a:lnTo>
                  <a:pt x="33362" y="68935"/>
                </a:lnTo>
                <a:lnTo>
                  <a:pt x="34137" y="69570"/>
                </a:lnTo>
                <a:lnTo>
                  <a:pt x="34137" y="61214"/>
                </a:lnTo>
                <a:lnTo>
                  <a:pt x="30403" y="61214"/>
                </a:lnTo>
                <a:lnTo>
                  <a:pt x="30403" y="69977"/>
                </a:lnTo>
                <a:lnTo>
                  <a:pt x="30124" y="70104"/>
                </a:lnTo>
                <a:lnTo>
                  <a:pt x="30149" y="69977"/>
                </a:lnTo>
                <a:lnTo>
                  <a:pt x="30403" y="69977"/>
                </a:lnTo>
                <a:lnTo>
                  <a:pt x="30403" y="61214"/>
                </a:lnTo>
                <a:lnTo>
                  <a:pt x="28740" y="61214"/>
                </a:lnTo>
                <a:lnTo>
                  <a:pt x="28740" y="68199"/>
                </a:lnTo>
                <a:lnTo>
                  <a:pt x="25184" y="68834"/>
                </a:lnTo>
                <a:lnTo>
                  <a:pt x="25158" y="68199"/>
                </a:lnTo>
                <a:lnTo>
                  <a:pt x="28740" y="68199"/>
                </a:lnTo>
                <a:lnTo>
                  <a:pt x="28740" y="61214"/>
                </a:lnTo>
                <a:lnTo>
                  <a:pt x="24892" y="61214"/>
                </a:lnTo>
                <a:lnTo>
                  <a:pt x="24892" y="68199"/>
                </a:lnTo>
                <a:lnTo>
                  <a:pt x="24472" y="68364"/>
                </a:lnTo>
                <a:lnTo>
                  <a:pt x="24053" y="68529"/>
                </a:lnTo>
                <a:lnTo>
                  <a:pt x="23901" y="68199"/>
                </a:lnTo>
                <a:lnTo>
                  <a:pt x="23787" y="68326"/>
                </a:lnTo>
                <a:lnTo>
                  <a:pt x="23799" y="68199"/>
                </a:lnTo>
                <a:lnTo>
                  <a:pt x="23634" y="68199"/>
                </a:lnTo>
                <a:lnTo>
                  <a:pt x="23799" y="68199"/>
                </a:lnTo>
                <a:lnTo>
                  <a:pt x="23901" y="68199"/>
                </a:lnTo>
                <a:lnTo>
                  <a:pt x="24892" y="68199"/>
                </a:lnTo>
                <a:lnTo>
                  <a:pt x="24892" y="61214"/>
                </a:lnTo>
                <a:lnTo>
                  <a:pt x="23228" y="61214"/>
                </a:lnTo>
                <a:lnTo>
                  <a:pt x="23228" y="68821"/>
                </a:lnTo>
                <a:lnTo>
                  <a:pt x="22834" y="68757"/>
                </a:lnTo>
                <a:lnTo>
                  <a:pt x="23139" y="68338"/>
                </a:lnTo>
                <a:lnTo>
                  <a:pt x="23228" y="68821"/>
                </a:lnTo>
                <a:lnTo>
                  <a:pt x="23228" y="61214"/>
                </a:lnTo>
                <a:lnTo>
                  <a:pt x="22733" y="61214"/>
                </a:lnTo>
                <a:lnTo>
                  <a:pt x="22733" y="67056"/>
                </a:lnTo>
                <a:lnTo>
                  <a:pt x="22275" y="67246"/>
                </a:lnTo>
                <a:lnTo>
                  <a:pt x="22275" y="67056"/>
                </a:lnTo>
                <a:lnTo>
                  <a:pt x="22733" y="67056"/>
                </a:lnTo>
                <a:lnTo>
                  <a:pt x="22733" y="61214"/>
                </a:lnTo>
                <a:lnTo>
                  <a:pt x="21069" y="61214"/>
                </a:lnTo>
                <a:lnTo>
                  <a:pt x="21069" y="67729"/>
                </a:lnTo>
                <a:lnTo>
                  <a:pt x="20828" y="67818"/>
                </a:lnTo>
                <a:lnTo>
                  <a:pt x="20624" y="67906"/>
                </a:lnTo>
                <a:lnTo>
                  <a:pt x="20294" y="68033"/>
                </a:lnTo>
                <a:lnTo>
                  <a:pt x="20015" y="68148"/>
                </a:lnTo>
                <a:lnTo>
                  <a:pt x="19875" y="68199"/>
                </a:lnTo>
                <a:lnTo>
                  <a:pt x="19685" y="68199"/>
                </a:lnTo>
                <a:lnTo>
                  <a:pt x="19532" y="68199"/>
                </a:lnTo>
                <a:lnTo>
                  <a:pt x="19685" y="68199"/>
                </a:lnTo>
                <a:lnTo>
                  <a:pt x="19558" y="68033"/>
                </a:lnTo>
                <a:lnTo>
                  <a:pt x="19621" y="67576"/>
                </a:lnTo>
                <a:lnTo>
                  <a:pt x="19545" y="67322"/>
                </a:lnTo>
                <a:lnTo>
                  <a:pt x="19316" y="67716"/>
                </a:lnTo>
                <a:lnTo>
                  <a:pt x="18859" y="67056"/>
                </a:lnTo>
                <a:lnTo>
                  <a:pt x="19278" y="67056"/>
                </a:lnTo>
                <a:lnTo>
                  <a:pt x="19494" y="67170"/>
                </a:lnTo>
                <a:lnTo>
                  <a:pt x="19697" y="67056"/>
                </a:lnTo>
                <a:lnTo>
                  <a:pt x="19824" y="67322"/>
                </a:lnTo>
                <a:lnTo>
                  <a:pt x="20383" y="67602"/>
                </a:lnTo>
                <a:lnTo>
                  <a:pt x="20662" y="67741"/>
                </a:lnTo>
                <a:lnTo>
                  <a:pt x="20815" y="67056"/>
                </a:lnTo>
                <a:lnTo>
                  <a:pt x="21069" y="67729"/>
                </a:lnTo>
                <a:lnTo>
                  <a:pt x="21069" y="61214"/>
                </a:lnTo>
                <a:lnTo>
                  <a:pt x="17284" y="61214"/>
                </a:lnTo>
                <a:lnTo>
                  <a:pt x="17284" y="65405"/>
                </a:lnTo>
                <a:lnTo>
                  <a:pt x="17157" y="65798"/>
                </a:lnTo>
                <a:lnTo>
                  <a:pt x="16840" y="65405"/>
                </a:lnTo>
                <a:lnTo>
                  <a:pt x="17284" y="65405"/>
                </a:lnTo>
                <a:lnTo>
                  <a:pt x="17284" y="61214"/>
                </a:lnTo>
                <a:lnTo>
                  <a:pt x="15049" y="61214"/>
                </a:lnTo>
                <a:lnTo>
                  <a:pt x="15151" y="60960"/>
                </a:lnTo>
                <a:lnTo>
                  <a:pt x="14947" y="60960"/>
                </a:lnTo>
                <a:lnTo>
                  <a:pt x="14846" y="63119"/>
                </a:lnTo>
                <a:lnTo>
                  <a:pt x="14846" y="63246"/>
                </a:lnTo>
                <a:lnTo>
                  <a:pt x="14846" y="63373"/>
                </a:lnTo>
                <a:lnTo>
                  <a:pt x="14846" y="63627"/>
                </a:lnTo>
                <a:lnTo>
                  <a:pt x="14058" y="63627"/>
                </a:lnTo>
                <a:lnTo>
                  <a:pt x="14338" y="63119"/>
                </a:lnTo>
                <a:lnTo>
                  <a:pt x="14630" y="63119"/>
                </a:lnTo>
                <a:lnTo>
                  <a:pt x="14846" y="63119"/>
                </a:lnTo>
                <a:lnTo>
                  <a:pt x="14846" y="60909"/>
                </a:lnTo>
                <a:lnTo>
                  <a:pt x="14528" y="60706"/>
                </a:lnTo>
                <a:lnTo>
                  <a:pt x="15265" y="60706"/>
                </a:lnTo>
                <a:lnTo>
                  <a:pt x="15151" y="60960"/>
                </a:lnTo>
                <a:lnTo>
                  <a:pt x="98552" y="60960"/>
                </a:lnTo>
                <a:lnTo>
                  <a:pt x="98526" y="61099"/>
                </a:lnTo>
                <a:lnTo>
                  <a:pt x="98780" y="60960"/>
                </a:lnTo>
                <a:lnTo>
                  <a:pt x="101498" y="60960"/>
                </a:lnTo>
                <a:lnTo>
                  <a:pt x="101371" y="60706"/>
                </a:lnTo>
                <a:lnTo>
                  <a:pt x="101765" y="60706"/>
                </a:lnTo>
                <a:lnTo>
                  <a:pt x="102006" y="60706"/>
                </a:lnTo>
                <a:lnTo>
                  <a:pt x="102209" y="60706"/>
                </a:lnTo>
                <a:lnTo>
                  <a:pt x="102260" y="60452"/>
                </a:lnTo>
                <a:lnTo>
                  <a:pt x="102133" y="60452"/>
                </a:lnTo>
                <a:lnTo>
                  <a:pt x="101777" y="60452"/>
                </a:lnTo>
                <a:lnTo>
                  <a:pt x="101765" y="60591"/>
                </a:lnTo>
                <a:lnTo>
                  <a:pt x="101523" y="60452"/>
                </a:lnTo>
                <a:lnTo>
                  <a:pt x="101371" y="60198"/>
                </a:lnTo>
                <a:lnTo>
                  <a:pt x="101942" y="60198"/>
                </a:lnTo>
                <a:lnTo>
                  <a:pt x="102133" y="60452"/>
                </a:lnTo>
                <a:lnTo>
                  <a:pt x="102311" y="60198"/>
                </a:lnTo>
                <a:lnTo>
                  <a:pt x="102336" y="60071"/>
                </a:lnTo>
                <a:lnTo>
                  <a:pt x="102362" y="59944"/>
                </a:lnTo>
                <a:lnTo>
                  <a:pt x="102235" y="59969"/>
                </a:lnTo>
                <a:lnTo>
                  <a:pt x="101841" y="60071"/>
                </a:lnTo>
                <a:lnTo>
                  <a:pt x="101739" y="59944"/>
                </a:lnTo>
                <a:lnTo>
                  <a:pt x="101714" y="59690"/>
                </a:lnTo>
                <a:lnTo>
                  <a:pt x="101600" y="59436"/>
                </a:lnTo>
                <a:lnTo>
                  <a:pt x="101371" y="59436"/>
                </a:lnTo>
                <a:lnTo>
                  <a:pt x="101422" y="59182"/>
                </a:lnTo>
                <a:lnTo>
                  <a:pt x="101752" y="59182"/>
                </a:lnTo>
                <a:lnTo>
                  <a:pt x="101968" y="59321"/>
                </a:lnTo>
                <a:lnTo>
                  <a:pt x="102031" y="58928"/>
                </a:lnTo>
                <a:lnTo>
                  <a:pt x="102069" y="58674"/>
                </a:lnTo>
                <a:lnTo>
                  <a:pt x="101866" y="58928"/>
                </a:lnTo>
                <a:lnTo>
                  <a:pt x="101485" y="58928"/>
                </a:lnTo>
                <a:lnTo>
                  <a:pt x="101968" y="58674"/>
                </a:lnTo>
                <a:lnTo>
                  <a:pt x="102476" y="58039"/>
                </a:lnTo>
                <a:lnTo>
                  <a:pt x="102641" y="58039"/>
                </a:lnTo>
                <a:lnTo>
                  <a:pt x="102806" y="58039"/>
                </a:lnTo>
                <a:lnTo>
                  <a:pt x="102616" y="58420"/>
                </a:lnTo>
                <a:lnTo>
                  <a:pt x="103047" y="58420"/>
                </a:lnTo>
                <a:lnTo>
                  <a:pt x="102971" y="58039"/>
                </a:lnTo>
                <a:lnTo>
                  <a:pt x="102882" y="57873"/>
                </a:lnTo>
                <a:lnTo>
                  <a:pt x="103644" y="57785"/>
                </a:lnTo>
                <a:lnTo>
                  <a:pt x="103670" y="57404"/>
                </a:lnTo>
                <a:lnTo>
                  <a:pt x="103670" y="57277"/>
                </a:lnTo>
                <a:close/>
              </a:path>
              <a:path w="118110" h="106044">
                <a:moveTo>
                  <a:pt x="103708" y="57277"/>
                </a:moveTo>
                <a:lnTo>
                  <a:pt x="103517" y="57150"/>
                </a:lnTo>
                <a:lnTo>
                  <a:pt x="103289" y="57277"/>
                </a:lnTo>
                <a:lnTo>
                  <a:pt x="103670" y="57277"/>
                </a:lnTo>
                <a:close/>
              </a:path>
              <a:path w="118110" h="106044">
                <a:moveTo>
                  <a:pt x="104025" y="56769"/>
                </a:moveTo>
                <a:lnTo>
                  <a:pt x="103746" y="57023"/>
                </a:lnTo>
                <a:lnTo>
                  <a:pt x="104000" y="57162"/>
                </a:lnTo>
                <a:lnTo>
                  <a:pt x="104025" y="56769"/>
                </a:lnTo>
                <a:close/>
              </a:path>
              <a:path w="118110" h="106044">
                <a:moveTo>
                  <a:pt x="104051" y="54229"/>
                </a:moveTo>
                <a:lnTo>
                  <a:pt x="103784" y="54737"/>
                </a:lnTo>
                <a:lnTo>
                  <a:pt x="104013" y="54635"/>
                </a:lnTo>
                <a:lnTo>
                  <a:pt x="104038" y="54330"/>
                </a:lnTo>
                <a:close/>
              </a:path>
              <a:path w="118110" h="106044">
                <a:moveTo>
                  <a:pt x="104470" y="34163"/>
                </a:moveTo>
                <a:lnTo>
                  <a:pt x="103949" y="34163"/>
                </a:lnTo>
                <a:lnTo>
                  <a:pt x="104305" y="34518"/>
                </a:lnTo>
                <a:lnTo>
                  <a:pt x="104470" y="34163"/>
                </a:lnTo>
                <a:close/>
              </a:path>
              <a:path w="118110" h="106044">
                <a:moveTo>
                  <a:pt x="106222" y="42037"/>
                </a:moveTo>
                <a:lnTo>
                  <a:pt x="106045" y="42037"/>
                </a:lnTo>
                <a:lnTo>
                  <a:pt x="105854" y="42037"/>
                </a:lnTo>
                <a:lnTo>
                  <a:pt x="105435" y="42418"/>
                </a:lnTo>
                <a:lnTo>
                  <a:pt x="104940" y="42037"/>
                </a:lnTo>
                <a:lnTo>
                  <a:pt x="105105" y="42672"/>
                </a:lnTo>
                <a:lnTo>
                  <a:pt x="105460" y="42672"/>
                </a:lnTo>
                <a:lnTo>
                  <a:pt x="105765" y="42672"/>
                </a:lnTo>
                <a:lnTo>
                  <a:pt x="105600" y="42557"/>
                </a:lnTo>
                <a:lnTo>
                  <a:pt x="106222" y="42037"/>
                </a:lnTo>
                <a:close/>
              </a:path>
              <a:path w="118110" h="106044">
                <a:moveTo>
                  <a:pt x="106375" y="43180"/>
                </a:moveTo>
                <a:lnTo>
                  <a:pt x="105587" y="43180"/>
                </a:lnTo>
                <a:lnTo>
                  <a:pt x="106095" y="43688"/>
                </a:lnTo>
                <a:lnTo>
                  <a:pt x="106375" y="43180"/>
                </a:lnTo>
                <a:close/>
              </a:path>
              <a:path w="118110" h="106044">
                <a:moveTo>
                  <a:pt x="106895" y="98298"/>
                </a:moveTo>
                <a:lnTo>
                  <a:pt x="106324" y="98552"/>
                </a:lnTo>
                <a:lnTo>
                  <a:pt x="106895" y="98806"/>
                </a:lnTo>
                <a:lnTo>
                  <a:pt x="106895" y="98298"/>
                </a:lnTo>
                <a:close/>
              </a:path>
              <a:path w="118110" h="106044">
                <a:moveTo>
                  <a:pt x="108788" y="47371"/>
                </a:moveTo>
                <a:lnTo>
                  <a:pt x="106426" y="47117"/>
                </a:lnTo>
                <a:lnTo>
                  <a:pt x="106426" y="46863"/>
                </a:lnTo>
                <a:lnTo>
                  <a:pt x="106184" y="46863"/>
                </a:lnTo>
                <a:lnTo>
                  <a:pt x="106172" y="46990"/>
                </a:lnTo>
                <a:lnTo>
                  <a:pt x="105765" y="47053"/>
                </a:lnTo>
                <a:lnTo>
                  <a:pt x="105765" y="47371"/>
                </a:lnTo>
                <a:lnTo>
                  <a:pt x="105473" y="47764"/>
                </a:lnTo>
                <a:lnTo>
                  <a:pt x="105067" y="47371"/>
                </a:lnTo>
                <a:lnTo>
                  <a:pt x="105765" y="47371"/>
                </a:lnTo>
                <a:lnTo>
                  <a:pt x="105765" y="47053"/>
                </a:lnTo>
                <a:lnTo>
                  <a:pt x="104495" y="46913"/>
                </a:lnTo>
                <a:lnTo>
                  <a:pt x="104495" y="47879"/>
                </a:lnTo>
                <a:lnTo>
                  <a:pt x="104444" y="48031"/>
                </a:lnTo>
                <a:lnTo>
                  <a:pt x="103886" y="47879"/>
                </a:lnTo>
                <a:lnTo>
                  <a:pt x="104406" y="47879"/>
                </a:lnTo>
                <a:lnTo>
                  <a:pt x="104495" y="46913"/>
                </a:lnTo>
                <a:lnTo>
                  <a:pt x="104063" y="46863"/>
                </a:lnTo>
                <a:lnTo>
                  <a:pt x="104736" y="46863"/>
                </a:lnTo>
                <a:lnTo>
                  <a:pt x="104749" y="46355"/>
                </a:lnTo>
                <a:lnTo>
                  <a:pt x="105067" y="46355"/>
                </a:lnTo>
                <a:lnTo>
                  <a:pt x="105156" y="46863"/>
                </a:lnTo>
                <a:lnTo>
                  <a:pt x="105371" y="46863"/>
                </a:lnTo>
                <a:lnTo>
                  <a:pt x="105841" y="46355"/>
                </a:lnTo>
                <a:lnTo>
                  <a:pt x="106413" y="46355"/>
                </a:lnTo>
                <a:lnTo>
                  <a:pt x="106781" y="46355"/>
                </a:lnTo>
                <a:lnTo>
                  <a:pt x="106781" y="45847"/>
                </a:lnTo>
                <a:lnTo>
                  <a:pt x="107086" y="45847"/>
                </a:lnTo>
                <a:lnTo>
                  <a:pt x="106768" y="45466"/>
                </a:lnTo>
                <a:lnTo>
                  <a:pt x="106667" y="45681"/>
                </a:lnTo>
                <a:lnTo>
                  <a:pt x="105562" y="45212"/>
                </a:lnTo>
                <a:lnTo>
                  <a:pt x="105994" y="45212"/>
                </a:lnTo>
                <a:lnTo>
                  <a:pt x="106260" y="45212"/>
                </a:lnTo>
                <a:lnTo>
                  <a:pt x="106527" y="45212"/>
                </a:lnTo>
                <a:lnTo>
                  <a:pt x="106692" y="45212"/>
                </a:lnTo>
                <a:lnTo>
                  <a:pt x="106375" y="44704"/>
                </a:lnTo>
                <a:lnTo>
                  <a:pt x="106362" y="44196"/>
                </a:lnTo>
                <a:lnTo>
                  <a:pt x="106756" y="44196"/>
                </a:lnTo>
                <a:lnTo>
                  <a:pt x="106006" y="43688"/>
                </a:lnTo>
                <a:lnTo>
                  <a:pt x="105803" y="43688"/>
                </a:lnTo>
                <a:lnTo>
                  <a:pt x="105371" y="43942"/>
                </a:lnTo>
                <a:lnTo>
                  <a:pt x="105371" y="43688"/>
                </a:lnTo>
                <a:lnTo>
                  <a:pt x="104978" y="43180"/>
                </a:lnTo>
                <a:lnTo>
                  <a:pt x="104711" y="42672"/>
                </a:lnTo>
                <a:lnTo>
                  <a:pt x="104749" y="42037"/>
                </a:lnTo>
                <a:lnTo>
                  <a:pt x="104940" y="42037"/>
                </a:lnTo>
                <a:lnTo>
                  <a:pt x="105283" y="42037"/>
                </a:lnTo>
                <a:lnTo>
                  <a:pt x="105422" y="42037"/>
                </a:lnTo>
                <a:lnTo>
                  <a:pt x="105359" y="41808"/>
                </a:lnTo>
                <a:lnTo>
                  <a:pt x="105346" y="41656"/>
                </a:lnTo>
                <a:lnTo>
                  <a:pt x="105295" y="41529"/>
                </a:lnTo>
                <a:lnTo>
                  <a:pt x="104990" y="41529"/>
                </a:lnTo>
                <a:lnTo>
                  <a:pt x="104762" y="41021"/>
                </a:lnTo>
                <a:lnTo>
                  <a:pt x="104470" y="40005"/>
                </a:lnTo>
                <a:lnTo>
                  <a:pt x="104267" y="39598"/>
                </a:lnTo>
                <a:lnTo>
                  <a:pt x="104267" y="45212"/>
                </a:lnTo>
                <a:lnTo>
                  <a:pt x="104051" y="45847"/>
                </a:lnTo>
                <a:lnTo>
                  <a:pt x="103746" y="45847"/>
                </a:lnTo>
                <a:lnTo>
                  <a:pt x="103746" y="51308"/>
                </a:lnTo>
                <a:lnTo>
                  <a:pt x="103682" y="51562"/>
                </a:lnTo>
                <a:lnTo>
                  <a:pt x="103746" y="51308"/>
                </a:lnTo>
                <a:lnTo>
                  <a:pt x="103746" y="45847"/>
                </a:lnTo>
                <a:lnTo>
                  <a:pt x="103530" y="45212"/>
                </a:lnTo>
                <a:lnTo>
                  <a:pt x="104267" y="45212"/>
                </a:lnTo>
                <a:lnTo>
                  <a:pt x="104267" y="39598"/>
                </a:lnTo>
                <a:lnTo>
                  <a:pt x="105321" y="39497"/>
                </a:lnTo>
                <a:lnTo>
                  <a:pt x="105664" y="38862"/>
                </a:lnTo>
                <a:lnTo>
                  <a:pt x="105359" y="38709"/>
                </a:lnTo>
                <a:lnTo>
                  <a:pt x="105625" y="38354"/>
                </a:lnTo>
                <a:lnTo>
                  <a:pt x="105486" y="38354"/>
                </a:lnTo>
                <a:lnTo>
                  <a:pt x="105486" y="37846"/>
                </a:lnTo>
                <a:lnTo>
                  <a:pt x="105117" y="37846"/>
                </a:lnTo>
                <a:lnTo>
                  <a:pt x="105117" y="38608"/>
                </a:lnTo>
                <a:lnTo>
                  <a:pt x="104990" y="38569"/>
                </a:lnTo>
                <a:lnTo>
                  <a:pt x="104851" y="38354"/>
                </a:lnTo>
                <a:lnTo>
                  <a:pt x="104800" y="38493"/>
                </a:lnTo>
                <a:lnTo>
                  <a:pt x="104482" y="38354"/>
                </a:lnTo>
                <a:lnTo>
                  <a:pt x="104851" y="38354"/>
                </a:lnTo>
                <a:lnTo>
                  <a:pt x="104978" y="38354"/>
                </a:lnTo>
                <a:lnTo>
                  <a:pt x="105117" y="38608"/>
                </a:lnTo>
                <a:lnTo>
                  <a:pt x="105117" y="37846"/>
                </a:lnTo>
                <a:lnTo>
                  <a:pt x="104559" y="37846"/>
                </a:lnTo>
                <a:lnTo>
                  <a:pt x="104762" y="37338"/>
                </a:lnTo>
                <a:lnTo>
                  <a:pt x="104635" y="37338"/>
                </a:lnTo>
                <a:lnTo>
                  <a:pt x="104355" y="37198"/>
                </a:lnTo>
                <a:lnTo>
                  <a:pt x="104355" y="37592"/>
                </a:lnTo>
                <a:lnTo>
                  <a:pt x="104292" y="37846"/>
                </a:lnTo>
                <a:lnTo>
                  <a:pt x="104355" y="37592"/>
                </a:lnTo>
                <a:lnTo>
                  <a:pt x="104355" y="37198"/>
                </a:lnTo>
                <a:lnTo>
                  <a:pt x="103949" y="36982"/>
                </a:lnTo>
                <a:lnTo>
                  <a:pt x="103949" y="37338"/>
                </a:lnTo>
                <a:lnTo>
                  <a:pt x="103822" y="37477"/>
                </a:lnTo>
                <a:lnTo>
                  <a:pt x="103822" y="43180"/>
                </a:lnTo>
                <a:lnTo>
                  <a:pt x="103505" y="43294"/>
                </a:lnTo>
                <a:lnTo>
                  <a:pt x="103505" y="45097"/>
                </a:lnTo>
                <a:lnTo>
                  <a:pt x="103301" y="44704"/>
                </a:lnTo>
                <a:lnTo>
                  <a:pt x="103505" y="45097"/>
                </a:lnTo>
                <a:lnTo>
                  <a:pt x="103505" y="43294"/>
                </a:lnTo>
                <a:lnTo>
                  <a:pt x="103174" y="43395"/>
                </a:lnTo>
                <a:lnTo>
                  <a:pt x="103174" y="53213"/>
                </a:lnTo>
                <a:lnTo>
                  <a:pt x="102933" y="53467"/>
                </a:lnTo>
                <a:lnTo>
                  <a:pt x="102679" y="53213"/>
                </a:lnTo>
                <a:lnTo>
                  <a:pt x="103174" y="53213"/>
                </a:lnTo>
                <a:lnTo>
                  <a:pt x="103174" y="43395"/>
                </a:lnTo>
                <a:lnTo>
                  <a:pt x="103035" y="43434"/>
                </a:lnTo>
                <a:lnTo>
                  <a:pt x="102984" y="43180"/>
                </a:lnTo>
                <a:lnTo>
                  <a:pt x="103416" y="43180"/>
                </a:lnTo>
                <a:lnTo>
                  <a:pt x="103644" y="43180"/>
                </a:lnTo>
                <a:lnTo>
                  <a:pt x="103822" y="43180"/>
                </a:lnTo>
                <a:lnTo>
                  <a:pt x="103822" y="37477"/>
                </a:lnTo>
                <a:lnTo>
                  <a:pt x="103759" y="42037"/>
                </a:lnTo>
                <a:lnTo>
                  <a:pt x="103695" y="42672"/>
                </a:lnTo>
                <a:lnTo>
                  <a:pt x="103670" y="42926"/>
                </a:lnTo>
                <a:lnTo>
                  <a:pt x="103238" y="42735"/>
                </a:lnTo>
                <a:lnTo>
                  <a:pt x="103111" y="42672"/>
                </a:lnTo>
                <a:lnTo>
                  <a:pt x="103428" y="42037"/>
                </a:lnTo>
                <a:lnTo>
                  <a:pt x="103759" y="42037"/>
                </a:lnTo>
                <a:lnTo>
                  <a:pt x="103759" y="37541"/>
                </a:lnTo>
                <a:lnTo>
                  <a:pt x="103809" y="37338"/>
                </a:lnTo>
                <a:lnTo>
                  <a:pt x="103911" y="37071"/>
                </a:lnTo>
                <a:lnTo>
                  <a:pt x="103949" y="37338"/>
                </a:lnTo>
                <a:lnTo>
                  <a:pt x="103949" y="36982"/>
                </a:lnTo>
                <a:lnTo>
                  <a:pt x="104013" y="36830"/>
                </a:lnTo>
                <a:lnTo>
                  <a:pt x="104063" y="36322"/>
                </a:lnTo>
                <a:lnTo>
                  <a:pt x="103809" y="36322"/>
                </a:lnTo>
                <a:lnTo>
                  <a:pt x="103886" y="36830"/>
                </a:lnTo>
                <a:lnTo>
                  <a:pt x="103733" y="36855"/>
                </a:lnTo>
                <a:lnTo>
                  <a:pt x="103695" y="37338"/>
                </a:lnTo>
                <a:lnTo>
                  <a:pt x="103365" y="37338"/>
                </a:lnTo>
                <a:lnTo>
                  <a:pt x="103695" y="36918"/>
                </a:lnTo>
                <a:lnTo>
                  <a:pt x="103682" y="36322"/>
                </a:lnTo>
                <a:lnTo>
                  <a:pt x="103251" y="36715"/>
                </a:lnTo>
                <a:lnTo>
                  <a:pt x="103251" y="41021"/>
                </a:lnTo>
                <a:lnTo>
                  <a:pt x="103009" y="41529"/>
                </a:lnTo>
                <a:lnTo>
                  <a:pt x="102831" y="41529"/>
                </a:lnTo>
                <a:lnTo>
                  <a:pt x="102666" y="41529"/>
                </a:lnTo>
                <a:lnTo>
                  <a:pt x="102666" y="53721"/>
                </a:lnTo>
                <a:lnTo>
                  <a:pt x="102577" y="54102"/>
                </a:lnTo>
                <a:lnTo>
                  <a:pt x="102425" y="54140"/>
                </a:lnTo>
                <a:lnTo>
                  <a:pt x="102209" y="53848"/>
                </a:lnTo>
                <a:lnTo>
                  <a:pt x="102666" y="53721"/>
                </a:lnTo>
                <a:lnTo>
                  <a:pt x="102666" y="41529"/>
                </a:lnTo>
                <a:lnTo>
                  <a:pt x="102362" y="41529"/>
                </a:lnTo>
                <a:lnTo>
                  <a:pt x="102387" y="41783"/>
                </a:lnTo>
                <a:lnTo>
                  <a:pt x="102438" y="42037"/>
                </a:lnTo>
                <a:lnTo>
                  <a:pt x="102349" y="41783"/>
                </a:lnTo>
                <a:lnTo>
                  <a:pt x="102082" y="41021"/>
                </a:lnTo>
                <a:lnTo>
                  <a:pt x="103251" y="41021"/>
                </a:lnTo>
                <a:lnTo>
                  <a:pt x="103251" y="36715"/>
                </a:lnTo>
                <a:lnTo>
                  <a:pt x="103581" y="36322"/>
                </a:lnTo>
                <a:lnTo>
                  <a:pt x="103466" y="36195"/>
                </a:lnTo>
                <a:lnTo>
                  <a:pt x="103479" y="35687"/>
                </a:lnTo>
                <a:lnTo>
                  <a:pt x="103873" y="35687"/>
                </a:lnTo>
                <a:lnTo>
                  <a:pt x="104254" y="35687"/>
                </a:lnTo>
                <a:lnTo>
                  <a:pt x="104546" y="36322"/>
                </a:lnTo>
                <a:lnTo>
                  <a:pt x="104914" y="36322"/>
                </a:lnTo>
                <a:lnTo>
                  <a:pt x="104990" y="35687"/>
                </a:lnTo>
                <a:lnTo>
                  <a:pt x="104825" y="35687"/>
                </a:lnTo>
                <a:lnTo>
                  <a:pt x="104457" y="35394"/>
                </a:lnTo>
                <a:lnTo>
                  <a:pt x="104216" y="35179"/>
                </a:lnTo>
                <a:lnTo>
                  <a:pt x="104076" y="35179"/>
                </a:lnTo>
                <a:lnTo>
                  <a:pt x="104571" y="34671"/>
                </a:lnTo>
                <a:lnTo>
                  <a:pt x="103822" y="35179"/>
                </a:lnTo>
                <a:lnTo>
                  <a:pt x="103733" y="34671"/>
                </a:lnTo>
                <a:lnTo>
                  <a:pt x="103543" y="34671"/>
                </a:lnTo>
                <a:lnTo>
                  <a:pt x="102743" y="34544"/>
                </a:lnTo>
                <a:lnTo>
                  <a:pt x="103327" y="34671"/>
                </a:lnTo>
                <a:lnTo>
                  <a:pt x="103314" y="36029"/>
                </a:lnTo>
                <a:lnTo>
                  <a:pt x="103022" y="35687"/>
                </a:lnTo>
                <a:lnTo>
                  <a:pt x="103276" y="35687"/>
                </a:lnTo>
                <a:lnTo>
                  <a:pt x="103238" y="35179"/>
                </a:lnTo>
                <a:lnTo>
                  <a:pt x="102933" y="35179"/>
                </a:lnTo>
                <a:lnTo>
                  <a:pt x="102730" y="35179"/>
                </a:lnTo>
                <a:lnTo>
                  <a:pt x="102730" y="36322"/>
                </a:lnTo>
                <a:lnTo>
                  <a:pt x="102450" y="36449"/>
                </a:lnTo>
                <a:lnTo>
                  <a:pt x="102450" y="36322"/>
                </a:lnTo>
                <a:lnTo>
                  <a:pt x="102730" y="36322"/>
                </a:lnTo>
                <a:lnTo>
                  <a:pt x="102730" y="35179"/>
                </a:lnTo>
                <a:lnTo>
                  <a:pt x="102590" y="35179"/>
                </a:lnTo>
                <a:lnTo>
                  <a:pt x="102362" y="34671"/>
                </a:lnTo>
                <a:lnTo>
                  <a:pt x="102743" y="34671"/>
                </a:lnTo>
                <a:lnTo>
                  <a:pt x="103238" y="34671"/>
                </a:lnTo>
                <a:lnTo>
                  <a:pt x="102743" y="34544"/>
                </a:lnTo>
                <a:lnTo>
                  <a:pt x="102819" y="33655"/>
                </a:lnTo>
                <a:lnTo>
                  <a:pt x="102425" y="34163"/>
                </a:lnTo>
                <a:lnTo>
                  <a:pt x="102323" y="36322"/>
                </a:lnTo>
                <a:lnTo>
                  <a:pt x="102323" y="36512"/>
                </a:lnTo>
                <a:lnTo>
                  <a:pt x="102323" y="36322"/>
                </a:lnTo>
                <a:lnTo>
                  <a:pt x="102323" y="34163"/>
                </a:lnTo>
                <a:lnTo>
                  <a:pt x="102285" y="37338"/>
                </a:lnTo>
                <a:lnTo>
                  <a:pt x="102247" y="40513"/>
                </a:lnTo>
                <a:lnTo>
                  <a:pt x="101879" y="40513"/>
                </a:lnTo>
                <a:lnTo>
                  <a:pt x="101803" y="40005"/>
                </a:lnTo>
                <a:lnTo>
                  <a:pt x="102019" y="40005"/>
                </a:lnTo>
                <a:lnTo>
                  <a:pt x="102247" y="40513"/>
                </a:lnTo>
                <a:lnTo>
                  <a:pt x="102247" y="37338"/>
                </a:lnTo>
                <a:lnTo>
                  <a:pt x="101904" y="37274"/>
                </a:lnTo>
                <a:lnTo>
                  <a:pt x="101904" y="39751"/>
                </a:lnTo>
                <a:lnTo>
                  <a:pt x="101752" y="39624"/>
                </a:lnTo>
                <a:lnTo>
                  <a:pt x="101612" y="39497"/>
                </a:lnTo>
                <a:lnTo>
                  <a:pt x="101739" y="39497"/>
                </a:lnTo>
                <a:lnTo>
                  <a:pt x="101904" y="39751"/>
                </a:lnTo>
                <a:lnTo>
                  <a:pt x="101904" y="37274"/>
                </a:lnTo>
                <a:lnTo>
                  <a:pt x="101396" y="37172"/>
                </a:lnTo>
                <a:lnTo>
                  <a:pt x="101815" y="36830"/>
                </a:lnTo>
                <a:lnTo>
                  <a:pt x="102069" y="36830"/>
                </a:lnTo>
                <a:lnTo>
                  <a:pt x="102285" y="37338"/>
                </a:lnTo>
                <a:lnTo>
                  <a:pt x="102285" y="34163"/>
                </a:lnTo>
                <a:lnTo>
                  <a:pt x="102108" y="34163"/>
                </a:lnTo>
                <a:lnTo>
                  <a:pt x="101892" y="34163"/>
                </a:lnTo>
                <a:lnTo>
                  <a:pt x="101892" y="35687"/>
                </a:lnTo>
                <a:lnTo>
                  <a:pt x="101892" y="36461"/>
                </a:lnTo>
                <a:lnTo>
                  <a:pt x="101460" y="36322"/>
                </a:lnTo>
                <a:lnTo>
                  <a:pt x="101841" y="36322"/>
                </a:lnTo>
                <a:lnTo>
                  <a:pt x="101892" y="36461"/>
                </a:lnTo>
                <a:lnTo>
                  <a:pt x="101892" y="35687"/>
                </a:lnTo>
                <a:lnTo>
                  <a:pt x="101168" y="36068"/>
                </a:lnTo>
                <a:lnTo>
                  <a:pt x="101219" y="35687"/>
                </a:lnTo>
                <a:lnTo>
                  <a:pt x="101384" y="35687"/>
                </a:lnTo>
                <a:lnTo>
                  <a:pt x="101892" y="35687"/>
                </a:lnTo>
                <a:lnTo>
                  <a:pt x="101892" y="34163"/>
                </a:lnTo>
                <a:lnTo>
                  <a:pt x="101739" y="34277"/>
                </a:lnTo>
                <a:lnTo>
                  <a:pt x="101663" y="34429"/>
                </a:lnTo>
                <a:lnTo>
                  <a:pt x="101663" y="34302"/>
                </a:lnTo>
                <a:lnTo>
                  <a:pt x="101663" y="34163"/>
                </a:lnTo>
                <a:lnTo>
                  <a:pt x="101523" y="34163"/>
                </a:lnTo>
                <a:lnTo>
                  <a:pt x="101523" y="34671"/>
                </a:lnTo>
                <a:lnTo>
                  <a:pt x="101358" y="34899"/>
                </a:lnTo>
                <a:lnTo>
                  <a:pt x="101155" y="35179"/>
                </a:lnTo>
                <a:lnTo>
                  <a:pt x="101092" y="35471"/>
                </a:lnTo>
                <a:lnTo>
                  <a:pt x="101092" y="38862"/>
                </a:lnTo>
                <a:lnTo>
                  <a:pt x="100876" y="39382"/>
                </a:lnTo>
                <a:lnTo>
                  <a:pt x="100571" y="38862"/>
                </a:lnTo>
                <a:lnTo>
                  <a:pt x="100850" y="38862"/>
                </a:lnTo>
                <a:lnTo>
                  <a:pt x="101092" y="38862"/>
                </a:lnTo>
                <a:lnTo>
                  <a:pt x="101092" y="35471"/>
                </a:lnTo>
                <a:lnTo>
                  <a:pt x="101053" y="34671"/>
                </a:lnTo>
                <a:lnTo>
                  <a:pt x="101320" y="34671"/>
                </a:lnTo>
                <a:lnTo>
                  <a:pt x="101447" y="34671"/>
                </a:lnTo>
                <a:lnTo>
                  <a:pt x="101523" y="34163"/>
                </a:lnTo>
                <a:lnTo>
                  <a:pt x="101485" y="33820"/>
                </a:lnTo>
                <a:lnTo>
                  <a:pt x="101409" y="33655"/>
                </a:lnTo>
                <a:lnTo>
                  <a:pt x="101561" y="33147"/>
                </a:lnTo>
                <a:lnTo>
                  <a:pt x="101625" y="33655"/>
                </a:lnTo>
                <a:lnTo>
                  <a:pt x="101854" y="33655"/>
                </a:lnTo>
                <a:lnTo>
                  <a:pt x="101828" y="33401"/>
                </a:lnTo>
                <a:lnTo>
                  <a:pt x="101688" y="33147"/>
                </a:lnTo>
                <a:lnTo>
                  <a:pt x="101828" y="33020"/>
                </a:lnTo>
                <a:lnTo>
                  <a:pt x="101523" y="32512"/>
                </a:lnTo>
                <a:lnTo>
                  <a:pt x="101307" y="32575"/>
                </a:lnTo>
                <a:lnTo>
                  <a:pt x="101307" y="34226"/>
                </a:lnTo>
                <a:lnTo>
                  <a:pt x="101003" y="34163"/>
                </a:lnTo>
                <a:lnTo>
                  <a:pt x="101295" y="34163"/>
                </a:lnTo>
                <a:lnTo>
                  <a:pt x="101307" y="32575"/>
                </a:lnTo>
                <a:lnTo>
                  <a:pt x="100685" y="32740"/>
                </a:lnTo>
                <a:lnTo>
                  <a:pt x="101092" y="33147"/>
                </a:lnTo>
                <a:lnTo>
                  <a:pt x="100774" y="33147"/>
                </a:lnTo>
                <a:lnTo>
                  <a:pt x="100571" y="32791"/>
                </a:lnTo>
                <a:lnTo>
                  <a:pt x="100431" y="32512"/>
                </a:lnTo>
                <a:lnTo>
                  <a:pt x="100393" y="32816"/>
                </a:lnTo>
                <a:lnTo>
                  <a:pt x="100342" y="36957"/>
                </a:lnTo>
                <a:lnTo>
                  <a:pt x="99987" y="36893"/>
                </a:lnTo>
                <a:lnTo>
                  <a:pt x="99987" y="37973"/>
                </a:lnTo>
                <a:lnTo>
                  <a:pt x="99961" y="38354"/>
                </a:lnTo>
                <a:lnTo>
                  <a:pt x="99961" y="38862"/>
                </a:lnTo>
                <a:lnTo>
                  <a:pt x="99745" y="38862"/>
                </a:lnTo>
                <a:lnTo>
                  <a:pt x="99847" y="38354"/>
                </a:lnTo>
                <a:lnTo>
                  <a:pt x="99961" y="37973"/>
                </a:lnTo>
                <a:lnTo>
                  <a:pt x="99758" y="37922"/>
                </a:lnTo>
                <a:lnTo>
                  <a:pt x="99504" y="37846"/>
                </a:lnTo>
                <a:lnTo>
                  <a:pt x="99517" y="38862"/>
                </a:lnTo>
                <a:lnTo>
                  <a:pt x="99479" y="37846"/>
                </a:lnTo>
                <a:lnTo>
                  <a:pt x="99771" y="37846"/>
                </a:lnTo>
                <a:lnTo>
                  <a:pt x="99987" y="37973"/>
                </a:lnTo>
                <a:lnTo>
                  <a:pt x="99987" y="36893"/>
                </a:lnTo>
                <a:lnTo>
                  <a:pt x="99695" y="36830"/>
                </a:lnTo>
                <a:lnTo>
                  <a:pt x="100317" y="36830"/>
                </a:lnTo>
                <a:lnTo>
                  <a:pt x="100342" y="36957"/>
                </a:lnTo>
                <a:lnTo>
                  <a:pt x="100342" y="32842"/>
                </a:lnTo>
                <a:lnTo>
                  <a:pt x="100126" y="32893"/>
                </a:lnTo>
                <a:lnTo>
                  <a:pt x="100203" y="32512"/>
                </a:lnTo>
                <a:lnTo>
                  <a:pt x="100431" y="32512"/>
                </a:lnTo>
                <a:lnTo>
                  <a:pt x="100622" y="32664"/>
                </a:lnTo>
                <a:lnTo>
                  <a:pt x="100685" y="32512"/>
                </a:lnTo>
                <a:lnTo>
                  <a:pt x="101473" y="32512"/>
                </a:lnTo>
                <a:lnTo>
                  <a:pt x="101688" y="32512"/>
                </a:lnTo>
                <a:lnTo>
                  <a:pt x="102006" y="32867"/>
                </a:lnTo>
                <a:lnTo>
                  <a:pt x="102412" y="32512"/>
                </a:lnTo>
                <a:lnTo>
                  <a:pt x="101777" y="32512"/>
                </a:lnTo>
                <a:lnTo>
                  <a:pt x="101828" y="32004"/>
                </a:lnTo>
                <a:lnTo>
                  <a:pt x="101434" y="32004"/>
                </a:lnTo>
                <a:lnTo>
                  <a:pt x="101206" y="31496"/>
                </a:lnTo>
                <a:lnTo>
                  <a:pt x="101854" y="31838"/>
                </a:lnTo>
                <a:lnTo>
                  <a:pt x="101892" y="31496"/>
                </a:lnTo>
                <a:lnTo>
                  <a:pt x="102044" y="31496"/>
                </a:lnTo>
                <a:lnTo>
                  <a:pt x="102196" y="31496"/>
                </a:lnTo>
                <a:lnTo>
                  <a:pt x="102044" y="31457"/>
                </a:lnTo>
                <a:lnTo>
                  <a:pt x="102069" y="31127"/>
                </a:lnTo>
                <a:lnTo>
                  <a:pt x="102222" y="30988"/>
                </a:lnTo>
                <a:lnTo>
                  <a:pt x="101968" y="30988"/>
                </a:lnTo>
                <a:lnTo>
                  <a:pt x="101828" y="31089"/>
                </a:lnTo>
                <a:lnTo>
                  <a:pt x="102933" y="30480"/>
                </a:lnTo>
                <a:lnTo>
                  <a:pt x="102552" y="29337"/>
                </a:lnTo>
                <a:lnTo>
                  <a:pt x="102158" y="29337"/>
                </a:lnTo>
                <a:lnTo>
                  <a:pt x="102006" y="29337"/>
                </a:lnTo>
                <a:lnTo>
                  <a:pt x="102158" y="29133"/>
                </a:lnTo>
                <a:lnTo>
                  <a:pt x="102870" y="28829"/>
                </a:lnTo>
                <a:lnTo>
                  <a:pt x="102400" y="28829"/>
                </a:lnTo>
                <a:lnTo>
                  <a:pt x="102184" y="28829"/>
                </a:lnTo>
                <a:lnTo>
                  <a:pt x="102171" y="29070"/>
                </a:lnTo>
                <a:lnTo>
                  <a:pt x="102082" y="29197"/>
                </a:lnTo>
                <a:lnTo>
                  <a:pt x="102184" y="28829"/>
                </a:lnTo>
                <a:lnTo>
                  <a:pt x="101854" y="28829"/>
                </a:lnTo>
                <a:lnTo>
                  <a:pt x="101727" y="28790"/>
                </a:lnTo>
                <a:lnTo>
                  <a:pt x="101650" y="30480"/>
                </a:lnTo>
                <a:lnTo>
                  <a:pt x="101587" y="31165"/>
                </a:lnTo>
                <a:lnTo>
                  <a:pt x="101587" y="30568"/>
                </a:lnTo>
                <a:lnTo>
                  <a:pt x="101269" y="30988"/>
                </a:lnTo>
                <a:lnTo>
                  <a:pt x="101130" y="30988"/>
                </a:lnTo>
                <a:lnTo>
                  <a:pt x="101269" y="31178"/>
                </a:lnTo>
                <a:lnTo>
                  <a:pt x="100825" y="31115"/>
                </a:lnTo>
                <a:lnTo>
                  <a:pt x="100749" y="30988"/>
                </a:lnTo>
                <a:lnTo>
                  <a:pt x="100418" y="30988"/>
                </a:lnTo>
                <a:lnTo>
                  <a:pt x="100749" y="30988"/>
                </a:lnTo>
                <a:lnTo>
                  <a:pt x="101104" y="30988"/>
                </a:lnTo>
                <a:lnTo>
                  <a:pt x="101028" y="30480"/>
                </a:lnTo>
                <a:lnTo>
                  <a:pt x="101650" y="30480"/>
                </a:lnTo>
                <a:lnTo>
                  <a:pt x="101650" y="28854"/>
                </a:lnTo>
                <a:lnTo>
                  <a:pt x="101460" y="28905"/>
                </a:lnTo>
                <a:lnTo>
                  <a:pt x="101638" y="28829"/>
                </a:lnTo>
                <a:lnTo>
                  <a:pt x="101269" y="28321"/>
                </a:lnTo>
                <a:lnTo>
                  <a:pt x="101053" y="28321"/>
                </a:lnTo>
                <a:lnTo>
                  <a:pt x="101130" y="28575"/>
                </a:lnTo>
                <a:lnTo>
                  <a:pt x="101028" y="29337"/>
                </a:lnTo>
                <a:lnTo>
                  <a:pt x="100533" y="29654"/>
                </a:lnTo>
                <a:lnTo>
                  <a:pt x="100533" y="29337"/>
                </a:lnTo>
                <a:lnTo>
                  <a:pt x="100418" y="29718"/>
                </a:lnTo>
                <a:lnTo>
                  <a:pt x="99974" y="29997"/>
                </a:lnTo>
                <a:lnTo>
                  <a:pt x="99783" y="29806"/>
                </a:lnTo>
                <a:lnTo>
                  <a:pt x="99783" y="30111"/>
                </a:lnTo>
                <a:lnTo>
                  <a:pt x="99631" y="29972"/>
                </a:lnTo>
                <a:lnTo>
                  <a:pt x="99593" y="33655"/>
                </a:lnTo>
                <a:lnTo>
                  <a:pt x="99542" y="34048"/>
                </a:lnTo>
                <a:lnTo>
                  <a:pt x="99402" y="33782"/>
                </a:lnTo>
                <a:lnTo>
                  <a:pt x="99187" y="34150"/>
                </a:lnTo>
                <a:lnTo>
                  <a:pt x="99187" y="38862"/>
                </a:lnTo>
                <a:lnTo>
                  <a:pt x="99174" y="39217"/>
                </a:lnTo>
                <a:lnTo>
                  <a:pt x="98882" y="38862"/>
                </a:lnTo>
                <a:lnTo>
                  <a:pt x="99187" y="38862"/>
                </a:lnTo>
                <a:lnTo>
                  <a:pt x="99187" y="34150"/>
                </a:lnTo>
                <a:lnTo>
                  <a:pt x="99060" y="33655"/>
                </a:lnTo>
                <a:lnTo>
                  <a:pt x="99187" y="33655"/>
                </a:lnTo>
                <a:lnTo>
                  <a:pt x="99352" y="33655"/>
                </a:lnTo>
                <a:lnTo>
                  <a:pt x="99491" y="33655"/>
                </a:lnTo>
                <a:lnTo>
                  <a:pt x="99593" y="29870"/>
                </a:lnTo>
                <a:lnTo>
                  <a:pt x="99504" y="29629"/>
                </a:lnTo>
                <a:lnTo>
                  <a:pt x="99733" y="30035"/>
                </a:lnTo>
                <a:lnTo>
                  <a:pt x="99783" y="29806"/>
                </a:lnTo>
                <a:lnTo>
                  <a:pt x="99441" y="29451"/>
                </a:lnTo>
                <a:lnTo>
                  <a:pt x="99555" y="28829"/>
                </a:lnTo>
                <a:lnTo>
                  <a:pt x="99491" y="29337"/>
                </a:lnTo>
                <a:lnTo>
                  <a:pt x="101028" y="29337"/>
                </a:lnTo>
                <a:lnTo>
                  <a:pt x="101028" y="28536"/>
                </a:lnTo>
                <a:lnTo>
                  <a:pt x="100457" y="28321"/>
                </a:lnTo>
                <a:lnTo>
                  <a:pt x="100380" y="28575"/>
                </a:lnTo>
                <a:lnTo>
                  <a:pt x="100012" y="28321"/>
                </a:lnTo>
                <a:lnTo>
                  <a:pt x="99314" y="28321"/>
                </a:lnTo>
                <a:lnTo>
                  <a:pt x="99314" y="33375"/>
                </a:lnTo>
                <a:lnTo>
                  <a:pt x="99187" y="33299"/>
                </a:lnTo>
                <a:lnTo>
                  <a:pt x="98996" y="33197"/>
                </a:lnTo>
                <a:lnTo>
                  <a:pt x="99187" y="33147"/>
                </a:lnTo>
                <a:lnTo>
                  <a:pt x="99301" y="33350"/>
                </a:lnTo>
                <a:lnTo>
                  <a:pt x="99314" y="28321"/>
                </a:lnTo>
                <a:lnTo>
                  <a:pt x="99174" y="28321"/>
                </a:lnTo>
                <a:lnTo>
                  <a:pt x="99174" y="28829"/>
                </a:lnTo>
                <a:lnTo>
                  <a:pt x="99148" y="29133"/>
                </a:lnTo>
                <a:lnTo>
                  <a:pt x="99148" y="29337"/>
                </a:lnTo>
                <a:lnTo>
                  <a:pt x="99110" y="29095"/>
                </a:lnTo>
                <a:lnTo>
                  <a:pt x="99072" y="28829"/>
                </a:lnTo>
                <a:lnTo>
                  <a:pt x="99174" y="28321"/>
                </a:lnTo>
                <a:lnTo>
                  <a:pt x="98920" y="28448"/>
                </a:lnTo>
                <a:lnTo>
                  <a:pt x="98856" y="28829"/>
                </a:lnTo>
                <a:lnTo>
                  <a:pt x="98856" y="38849"/>
                </a:lnTo>
                <a:lnTo>
                  <a:pt x="98539" y="38862"/>
                </a:lnTo>
                <a:lnTo>
                  <a:pt x="97993" y="38862"/>
                </a:lnTo>
                <a:lnTo>
                  <a:pt x="97955" y="39497"/>
                </a:lnTo>
                <a:lnTo>
                  <a:pt x="97853" y="41021"/>
                </a:lnTo>
                <a:lnTo>
                  <a:pt x="97434" y="41122"/>
                </a:lnTo>
                <a:lnTo>
                  <a:pt x="97383" y="41529"/>
                </a:lnTo>
                <a:lnTo>
                  <a:pt x="97370" y="42037"/>
                </a:lnTo>
                <a:lnTo>
                  <a:pt x="97345" y="41529"/>
                </a:lnTo>
                <a:lnTo>
                  <a:pt x="97383" y="41148"/>
                </a:lnTo>
                <a:lnTo>
                  <a:pt x="96786" y="41275"/>
                </a:lnTo>
                <a:lnTo>
                  <a:pt x="97053" y="41021"/>
                </a:lnTo>
                <a:lnTo>
                  <a:pt x="97409" y="41021"/>
                </a:lnTo>
                <a:lnTo>
                  <a:pt x="97853" y="41021"/>
                </a:lnTo>
                <a:lnTo>
                  <a:pt x="97853" y="39497"/>
                </a:lnTo>
                <a:lnTo>
                  <a:pt x="97586" y="39497"/>
                </a:lnTo>
                <a:lnTo>
                  <a:pt x="97358" y="39497"/>
                </a:lnTo>
                <a:lnTo>
                  <a:pt x="97955" y="38900"/>
                </a:lnTo>
                <a:lnTo>
                  <a:pt x="97815" y="38862"/>
                </a:lnTo>
                <a:lnTo>
                  <a:pt x="97370" y="38354"/>
                </a:lnTo>
                <a:lnTo>
                  <a:pt x="97116" y="38087"/>
                </a:lnTo>
                <a:lnTo>
                  <a:pt x="96913" y="37846"/>
                </a:lnTo>
                <a:lnTo>
                  <a:pt x="97129" y="38061"/>
                </a:lnTo>
                <a:lnTo>
                  <a:pt x="97447" y="38354"/>
                </a:lnTo>
                <a:lnTo>
                  <a:pt x="97586" y="38354"/>
                </a:lnTo>
                <a:lnTo>
                  <a:pt x="98450" y="38354"/>
                </a:lnTo>
                <a:lnTo>
                  <a:pt x="98488" y="38633"/>
                </a:lnTo>
                <a:lnTo>
                  <a:pt x="98526" y="38455"/>
                </a:lnTo>
                <a:lnTo>
                  <a:pt x="98856" y="38849"/>
                </a:lnTo>
                <a:lnTo>
                  <a:pt x="98856" y="28841"/>
                </a:lnTo>
                <a:lnTo>
                  <a:pt x="98818" y="29337"/>
                </a:lnTo>
                <a:lnTo>
                  <a:pt x="98806" y="28829"/>
                </a:lnTo>
                <a:lnTo>
                  <a:pt x="98856" y="28422"/>
                </a:lnTo>
                <a:lnTo>
                  <a:pt x="98717" y="28371"/>
                </a:lnTo>
                <a:lnTo>
                  <a:pt x="98717" y="36830"/>
                </a:lnTo>
                <a:lnTo>
                  <a:pt x="98526" y="37338"/>
                </a:lnTo>
                <a:lnTo>
                  <a:pt x="98361" y="37338"/>
                </a:lnTo>
                <a:lnTo>
                  <a:pt x="98323" y="36830"/>
                </a:lnTo>
                <a:lnTo>
                  <a:pt x="98640" y="36830"/>
                </a:lnTo>
                <a:lnTo>
                  <a:pt x="98183" y="36461"/>
                </a:lnTo>
                <a:lnTo>
                  <a:pt x="98717" y="36830"/>
                </a:lnTo>
                <a:lnTo>
                  <a:pt x="98717" y="28371"/>
                </a:lnTo>
                <a:lnTo>
                  <a:pt x="98374" y="28321"/>
                </a:lnTo>
                <a:lnTo>
                  <a:pt x="98679" y="28651"/>
                </a:lnTo>
                <a:lnTo>
                  <a:pt x="97993" y="28321"/>
                </a:lnTo>
                <a:lnTo>
                  <a:pt x="97764" y="28321"/>
                </a:lnTo>
                <a:lnTo>
                  <a:pt x="97764" y="35687"/>
                </a:lnTo>
                <a:lnTo>
                  <a:pt x="96761" y="36118"/>
                </a:lnTo>
                <a:lnTo>
                  <a:pt x="96761" y="36830"/>
                </a:lnTo>
                <a:lnTo>
                  <a:pt x="96520" y="36969"/>
                </a:lnTo>
                <a:lnTo>
                  <a:pt x="96621" y="36830"/>
                </a:lnTo>
                <a:lnTo>
                  <a:pt x="96761" y="36830"/>
                </a:lnTo>
                <a:lnTo>
                  <a:pt x="96761" y="36118"/>
                </a:lnTo>
                <a:lnTo>
                  <a:pt x="96405" y="36258"/>
                </a:lnTo>
                <a:lnTo>
                  <a:pt x="96240" y="36322"/>
                </a:lnTo>
                <a:lnTo>
                  <a:pt x="95961" y="36322"/>
                </a:lnTo>
                <a:lnTo>
                  <a:pt x="95961" y="39751"/>
                </a:lnTo>
                <a:lnTo>
                  <a:pt x="95199" y="39573"/>
                </a:lnTo>
                <a:lnTo>
                  <a:pt x="95199" y="40513"/>
                </a:lnTo>
                <a:lnTo>
                  <a:pt x="94869" y="40513"/>
                </a:lnTo>
                <a:lnTo>
                  <a:pt x="94881" y="40005"/>
                </a:lnTo>
                <a:lnTo>
                  <a:pt x="95199" y="40513"/>
                </a:lnTo>
                <a:lnTo>
                  <a:pt x="95199" y="39573"/>
                </a:lnTo>
                <a:lnTo>
                  <a:pt x="95021" y="39522"/>
                </a:lnTo>
                <a:lnTo>
                  <a:pt x="94881" y="39585"/>
                </a:lnTo>
                <a:lnTo>
                  <a:pt x="94678" y="39497"/>
                </a:lnTo>
                <a:lnTo>
                  <a:pt x="94970" y="39497"/>
                </a:lnTo>
                <a:lnTo>
                  <a:pt x="95745" y="39497"/>
                </a:lnTo>
                <a:lnTo>
                  <a:pt x="95961" y="39751"/>
                </a:lnTo>
                <a:lnTo>
                  <a:pt x="95961" y="36322"/>
                </a:lnTo>
                <a:lnTo>
                  <a:pt x="95796" y="36322"/>
                </a:lnTo>
                <a:lnTo>
                  <a:pt x="95796" y="37846"/>
                </a:lnTo>
                <a:lnTo>
                  <a:pt x="95643" y="37338"/>
                </a:lnTo>
                <a:lnTo>
                  <a:pt x="95478" y="37592"/>
                </a:lnTo>
                <a:lnTo>
                  <a:pt x="95313" y="37846"/>
                </a:lnTo>
                <a:lnTo>
                  <a:pt x="95084" y="37846"/>
                </a:lnTo>
                <a:lnTo>
                  <a:pt x="94907" y="37338"/>
                </a:lnTo>
                <a:lnTo>
                  <a:pt x="95034" y="37338"/>
                </a:lnTo>
                <a:lnTo>
                  <a:pt x="94348" y="36830"/>
                </a:lnTo>
                <a:lnTo>
                  <a:pt x="94754" y="36830"/>
                </a:lnTo>
                <a:lnTo>
                  <a:pt x="95338" y="36830"/>
                </a:lnTo>
                <a:lnTo>
                  <a:pt x="95262" y="37071"/>
                </a:lnTo>
                <a:lnTo>
                  <a:pt x="95415" y="37147"/>
                </a:lnTo>
                <a:lnTo>
                  <a:pt x="95224" y="37211"/>
                </a:lnTo>
                <a:lnTo>
                  <a:pt x="95427" y="37160"/>
                </a:lnTo>
                <a:lnTo>
                  <a:pt x="95465" y="37338"/>
                </a:lnTo>
                <a:lnTo>
                  <a:pt x="95643" y="37338"/>
                </a:lnTo>
                <a:lnTo>
                  <a:pt x="95770" y="37338"/>
                </a:lnTo>
                <a:lnTo>
                  <a:pt x="95796" y="37846"/>
                </a:lnTo>
                <a:lnTo>
                  <a:pt x="95796" y="36322"/>
                </a:lnTo>
                <a:lnTo>
                  <a:pt x="95719" y="36830"/>
                </a:lnTo>
                <a:lnTo>
                  <a:pt x="95592" y="37084"/>
                </a:lnTo>
                <a:lnTo>
                  <a:pt x="95465" y="36830"/>
                </a:lnTo>
                <a:lnTo>
                  <a:pt x="95719" y="36830"/>
                </a:lnTo>
                <a:lnTo>
                  <a:pt x="95719" y="36322"/>
                </a:lnTo>
                <a:lnTo>
                  <a:pt x="92798" y="36322"/>
                </a:lnTo>
                <a:lnTo>
                  <a:pt x="93014" y="36296"/>
                </a:lnTo>
                <a:lnTo>
                  <a:pt x="93230" y="35687"/>
                </a:lnTo>
                <a:lnTo>
                  <a:pt x="93459" y="35687"/>
                </a:lnTo>
                <a:lnTo>
                  <a:pt x="93484" y="35179"/>
                </a:lnTo>
                <a:lnTo>
                  <a:pt x="93484" y="36233"/>
                </a:lnTo>
                <a:lnTo>
                  <a:pt x="93789" y="35763"/>
                </a:lnTo>
                <a:lnTo>
                  <a:pt x="93624" y="36207"/>
                </a:lnTo>
                <a:lnTo>
                  <a:pt x="94284" y="36118"/>
                </a:lnTo>
                <a:lnTo>
                  <a:pt x="95415" y="35953"/>
                </a:lnTo>
                <a:lnTo>
                  <a:pt x="96481" y="35801"/>
                </a:lnTo>
                <a:lnTo>
                  <a:pt x="97218" y="35687"/>
                </a:lnTo>
                <a:lnTo>
                  <a:pt x="97764" y="35687"/>
                </a:lnTo>
                <a:lnTo>
                  <a:pt x="97764" y="28321"/>
                </a:lnTo>
                <a:lnTo>
                  <a:pt x="96786" y="28321"/>
                </a:lnTo>
                <a:lnTo>
                  <a:pt x="96596" y="28067"/>
                </a:lnTo>
                <a:lnTo>
                  <a:pt x="96608" y="27889"/>
                </a:lnTo>
                <a:lnTo>
                  <a:pt x="96405" y="27813"/>
                </a:lnTo>
                <a:lnTo>
                  <a:pt x="96278" y="27813"/>
                </a:lnTo>
                <a:lnTo>
                  <a:pt x="96278" y="28829"/>
                </a:lnTo>
                <a:lnTo>
                  <a:pt x="96227" y="30988"/>
                </a:lnTo>
                <a:lnTo>
                  <a:pt x="95923" y="31369"/>
                </a:lnTo>
                <a:lnTo>
                  <a:pt x="95707" y="30988"/>
                </a:lnTo>
                <a:lnTo>
                  <a:pt x="96227" y="30988"/>
                </a:lnTo>
                <a:lnTo>
                  <a:pt x="96227" y="28879"/>
                </a:lnTo>
                <a:lnTo>
                  <a:pt x="95986" y="29108"/>
                </a:lnTo>
                <a:lnTo>
                  <a:pt x="95986" y="30873"/>
                </a:lnTo>
                <a:lnTo>
                  <a:pt x="94678" y="30480"/>
                </a:lnTo>
                <a:lnTo>
                  <a:pt x="95237" y="30480"/>
                </a:lnTo>
                <a:lnTo>
                  <a:pt x="95986" y="30873"/>
                </a:lnTo>
                <a:lnTo>
                  <a:pt x="95986" y="29108"/>
                </a:lnTo>
                <a:lnTo>
                  <a:pt x="95732" y="29337"/>
                </a:lnTo>
                <a:lnTo>
                  <a:pt x="96075" y="28956"/>
                </a:lnTo>
                <a:lnTo>
                  <a:pt x="96189" y="28829"/>
                </a:lnTo>
                <a:lnTo>
                  <a:pt x="95910" y="28460"/>
                </a:lnTo>
                <a:lnTo>
                  <a:pt x="95821" y="28321"/>
                </a:lnTo>
                <a:lnTo>
                  <a:pt x="95935" y="28460"/>
                </a:lnTo>
                <a:lnTo>
                  <a:pt x="96278" y="28829"/>
                </a:lnTo>
                <a:lnTo>
                  <a:pt x="96278" y="27813"/>
                </a:lnTo>
                <a:lnTo>
                  <a:pt x="95567" y="27813"/>
                </a:lnTo>
                <a:lnTo>
                  <a:pt x="97142" y="27330"/>
                </a:lnTo>
                <a:lnTo>
                  <a:pt x="97002" y="27813"/>
                </a:lnTo>
                <a:lnTo>
                  <a:pt x="100431" y="27813"/>
                </a:lnTo>
                <a:lnTo>
                  <a:pt x="100634" y="27813"/>
                </a:lnTo>
                <a:lnTo>
                  <a:pt x="100926" y="28067"/>
                </a:lnTo>
                <a:lnTo>
                  <a:pt x="100812" y="27813"/>
                </a:lnTo>
                <a:lnTo>
                  <a:pt x="101142" y="27813"/>
                </a:lnTo>
                <a:lnTo>
                  <a:pt x="101041" y="27635"/>
                </a:lnTo>
                <a:lnTo>
                  <a:pt x="100698" y="27584"/>
                </a:lnTo>
                <a:lnTo>
                  <a:pt x="100584" y="27305"/>
                </a:lnTo>
                <a:lnTo>
                  <a:pt x="100507" y="27546"/>
                </a:lnTo>
                <a:lnTo>
                  <a:pt x="99047" y="27305"/>
                </a:lnTo>
                <a:lnTo>
                  <a:pt x="99745" y="27305"/>
                </a:lnTo>
                <a:lnTo>
                  <a:pt x="99275" y="26797"/>
                </a:lnTo>
                <a:lnTo>
                  <a:pt x="99745" y="27305"/>
                </a:lnTo>
                <a:lnTo>
                  <a:pt x="100025" y="27305"/>
                </a:lnTo>
                <a:lnTo>
                  <a:pt x="100939" y="27305"/>
                </a:lnTo>
                <a:lnTo>
                  <a:pt x="101028" y="26936"/>
                </a:lnTo>
                <a:lnTo>
                  <a:pt x="101079" y="26797"/>
                </a:lnTo>
                <a:lnTo>
                  <a:pt x="100164" y="26797"/>
                </a:lnTo>
                <a:lnTo>
                  <a:pt x="100609" y="26162"/>
                </a:lnTo>
                <a:lnTo>
                  <a:pt x="100876" y="26162"/>
                </a:lnTo>
                <a:lnTo>
                  <a:pt x="100825" y="25527"/>
                </a:lnTo>
                <a:lnTo>
                  <a:pt x="100774" y="25146"/>
                </a:lnTo>
                <a:lnTo>
                  <a:pt x="100164" y="25146"/>
                </a:lnTo>
                <a:lnTo>
                  <a:pt x="99580" y="25146"/>
                </a:lnTo>
                <a:lnTo>
                  <a:pt x="99453" y="25146"/>
                </a:lnTo>
                <a:lnTo>
                  <a:pt x="99453" y="26568"/>
                </a:lnTo>
                <a:lnTo>
                  <a:pt x="98323" y="26162"/>
                </a:lnTo>
                <a:lnTo>
                  <a:pt x="98666" y="26162"/>
                </a:lnTo>
                <a:lnTo>
                  <a:pt x="98818" y="26162"/>
                </a:lnTo>
                <a:lnTo>
                  <a:pt x="99263" y="26162"/>
                </a:lnTo>
                <a:lnTo>
                  <a:pt x="99453" y="26568"/>
                </a:lnTo>
                <a:lnTo>
                  <a:pt x="99453" y="25146"/>
                </a:lnTo>
                <a:lnTo>
                  <a:pt x="99263" y="25146"/>
                </a:lnTo>
                <a:lnTo>
                  <a:pt x="99263" y="25476"/>
                </a:lnTo>
                <a:lnTo>
                  <a:pt x="99047" y="25146"/>
                </a:lnTo>
                <a:lnTo>
                  <a:pt x="98996" y="25476"/>
                </a:lnTo>
                <a:lnTo>
                  <a:pt x="98679" y="25361"/>
                </a:lnTo>
                <a:lnTo>
                  <a:pt x="98183" y="25171"/>
                </a:lnTo>
                <a:lnTo>
                  <a:pt x="98425" y="25654"/>
                </a:lnTo>
                <a:lnTo>
                  <a:pt x="98031" y="25146"/>
                </a:lnTo>
                <a:lnTo>
                  <a:pt x="98183" y="25146"/>
                </a:lnTo>
                <a:lnTo>
                  <a:pt x="98856" y="25146"/>
                </a:lnTo>
                <a:lnTo>
                  <a:pt x="98996" y="25476"/>
                </a:lnTo>
                <a:lnTo>
                  <a:pt x="98996" y="25146"/>
                </a:lnTo>
                <a:lnTo>
                  <a:pt x="97421" y="24765"/>
                </a:lnTo>
                <a:lnTo>
                  <a:pt x="97447" y="24638"/>
                </a:lnTo>
                <a:lnTo>
                  <a:pt x="97218" y="24638"/>
                </a:lnTo>
                <a:lnTo>
                  <a:pt x="97015" y="24676"/>
                </a:lnTo>
                <a:lnTo>
                  <a:pt x="97015" y="26797"/>
                </a:lnTo>
                <a:lnTo>
                  <a:pt x="96735" y="27305"/>
                </a:lnTo>
                <a:lnTo>
                  <a:pt x="97015" y="26797"/>
                </a:lnTo>
                <a:lnTo>
                  <a:pt x="97015" y="24676"/>
                </a:lnTo>
                <a:lnTo>
                  <a:pt x="97002" y="25146"/>
                </a:lnTo>
                <a:lnTo>
                  <a:pt x="96659" y="25146"/>
                </a:lnTo>
                <a:lnTo>
                  <a:pt x="96786" y="24701"/>
                </a:lnTo>
                <a:lnTo>
                  <a:pt x="96659" y="24638"/>
                </a:lnTo>
                <a:lnTo>
                  <a:pt x="95948" y="24638"/>
                </a:lnTo>
                <a:lnTo>
                  <a:pt x="95897" y="26797"/>
                </a:lnTo>
                <a:lnTo>
                  <a:pt x="95491" y="26797"/>
                </a:lnTo>
                <a:lnTo>
                  <a:pt x="95554" y="27305"/>
                </a:lnTo>
                <a:lnTo>
                  <a:pt x="95377" y="27305"/>
                </a:lnTo>
                <a:lnTo>
                  <a:pt x="95351" y="26162"/>
                </a:lnTo>
                <a:lnTo>
                  <a:pt x="95504" y="26162"/>
                </a:lnTo>
                <a:lnTo>
                  <a:pt x="95770" y="26162"/>
                </a:lnTo>
                <a:lnTo>
                  <a:pt x="95897" y="26797"/>
                </a:lnTo>
                <a:lnTo>
                  <a:pt x="95897" y="24536"/>
                </a:lnTo>
                <a:lnTo>
                  <a:pt x="95719" y="24130"/>
                </a:lnTo>
                <a:lnTo>
                  <a:pt x="95719" y="23914"/>
                </a:lnTo>
                <a:lnTo>
                  <a:pt x="95719" y="23723"/>
                </a:lnTo>
                <a:lnTo>
                  <a:pt x="95745" y="23901"/>
                </a:lnTo>
                <a:lnTo>
                  <a:pt x="95770" y="24130"/>
                </a:lnTo>
                <a:lnTo>
                  <a:pt x="97447" y="24587"/>
                </a:lnTo>
                <a:lnTo>
                  <a:pt x="97726" y="24472"/>
                </a:lnTo>
                <a:lnTo>
                  <a:pt x="98374" y="24130"/>
                </a:lnTo>
                <a:lnTo>
                  <a:pt x="97828" y="24130"/>
                </a:lnTo>
                <a:lnTo>
                  <a:pt x="97967" y="23622"/>
                </a:lnTo>
                <a:lnTo>
                  <a:pt x="97624" y="23622"/>
                </a:lnTo>
                <a:lnTo>
                  <a:pt x="97726" y="22479"/>
                </a:lnTo>
                <a:lnTo>
                  <a:pt x="97459" y="22479"/>
                </a:lnTo>
                <a:lnTo>
                  <a:pt x="97561" y="22987"/>
                </a:lnTo>
                <a:lnTo>
                  <a:pt x="97256" y="22987"/>
                </a:lnTo>
                <a:lnTo>
                  <a:pt x="97256" y="23622"/>
                </a:lnTo>
                <a:lnTo>
                  <a:pt x="96723" y="23876"/>
                </a:lnTo>
                <a:lnTo>
                  <a:pt x="96697" y="23622"/>
                </a:lnTo>
                <a:lnTo>
                  <a:pt x="97256" y="23622"/>
                </a:lnTo>
                <a:lnTo>
                  <a:pt x="97256" y="22987"/>
                </a:lnTo>
                <a:lnTo>
                  <a:pt x="96520" y="22987"/>
                </a:lnTo>
                <a:lnTo>
                  <a:pt x="96520" y="23469"/>
                </a:lnTo>
                <a:lnTo>
                  <a:pt x="95973" y="22987"/>
                </a:lnTo>
                <a:lnTo>
                  <a:pt x="95719" y="22987"/>
                </a:lnTo>
                <a:lnTo>
                  <a:pt x="95719" y="23622"/>
                </a:lnTo>
                <a:lnTo>
                  <a:pt x="95478" y="23622"/>
                </a:lnTo>
                <a:lnTo>
                  <a:pt x="95669" y="23126"/>
                </a:lnTo>
                <a:lnTo>
                  <a:pt x="95719" y="23622"/>
                </a:lnTo>
                <a:lnTo>
                  <a:pt x="95719" y="22987"/>
                </a:lnTo>
                <a:lnTo>
                  <a:pt x="95034" y="22987"/>
                </a:lnTo>
                <a:lnTo>
                  <a:pt x="95034" y="24638"/>
                </a:lnTo>
                <a:lnTo>
                  <a:pt x="94996" y="25031"/>
                </a:lnTo>
                <a:lnTo>
                  <a:pt x="94932" y="25387"/>
                </a:lnTo>
                <a:lnTo>
                  <a:pt x="94881" y="26797"/>
                </a:lnTo>
                <a:lnTo>
                  <a:pt x="94361" y="26797"/>
                </a:lnTo>
                <a:lnTo>
                  <a:pt x="94259" y="26162"/>
                </a:lnTo>
                <a:lnTo>
                  <a:pt x="94881" y="26797"/>
                </a:lnTo>
                <a:lnTo>
                  <a:pt x="94881" y="25361"/>
                </a:lnTo>
                <a:lnTo>
                  <a:pt x="94335" y="25146"/>
                </a:lnTo>
                <a:lnTo>
                  <a:pt x="94475" y="24892"/>
                </a:lnTo>
                <a:lnTo>
                  <a:pt x="94627" y="24638"/>
                </a:lnTo>
                <a:lnTo>
                  <a:pt x="94818" y="24638"/>
                </a:lnTo>
                <a:lnTo>
                  <a:pt x="95034" y="24638"/>
                </a:lnTo>
                <a:lnTo>
                  <a:pt x="95034" y="22987"/>
                </a:lnTo>
                <a:lnTo>
                  <a:pt x="94310" y="22987"/>
                </a:lnTo>
                <a:lnTo>
                  <a:pt x="94310" y="24130"/>
                </a:lnTo>
                <a:lnTo>
                  <a:pt x="94246" y="24257"/>
                </a:lnTo>
                <a:lnTo>
                  <a:pt x="94056" y="24130"/>
                </a:lnTo>
                <a:lnTo>
                  <a:pt x="94310" y="24130"/>
                </a:lnTo>
                <a:lnTo>
                  <a:pt x="94310" y="22987"/>
                </a:lnTo>
                <a:lnTo>
                  <a:pt x="93649" y="22987"/>
                </a:lnTo>
                <a:lnTo>
                  <a:pt x="93560" y="30480"/>
                </a:lnTo>
                <a:lnTo>
                  <a:pt x="93332" y="30988"/>
                </a:lnTo>
                <a:lnTo>
                  <a:pt x="93179" y="30988"/>
                </a:lnTo>
                <a:lnTo>
                  <a:pt x="93179" y="35687"/>
                </a:lnTo>
                <a:lnTo>
                  <a:pt x="92925" y="35458"/>
                </a:lnTo>
                <a:lnTo>
                  <a:pt x="93179" y="35687"/>
                </a:lnTo>
                <a:lnTo>
                  <a:pt x="93179" y="30988"/>
                </a:lnTo>
                <a:lnTo>
                  <a:pt x="93179" y="30480"/>
                </a:lnTo>
                <a:lnTo>
                  <a:pt x="93560" y="30480"/>
                </a:lnTo>
                <a:lnTo>
                  <a:pt x="93560" y="22987"/>
                </a:lnTo>
                <a:lnTo>
                  <a:pt x="93535" y="22606"/>
                </a:lnTo>
                <a:lnTo>
                  <a:pt x="93357" y="22720"/>
                </a:lnTo>
                <a:lnTo>
                  <a:pt x="93192" y="22821"/>
                </a:lnTo>
                <a:lnTo>
                  <a:pt x="93192" y="23622"/>
                </a:lnTo>
                <a:lnTo>
                  <a:pt x="93052" y="23622"/>
                </a:lnTo>
                <a:lnTo>
                  <a:pt x="93014" y="24130"/>
                </a:lnTo>
                <a:lnTo>
                  <a:pt x="92976" y="24638"/>
                </a:lnTo>
                <a:lnTo>
                  <a:pt x="92710" y="24638"/>
                </a:lnTo>
                <a:lnTo>
                  <a:pt x="92710" y="35255"/>
                </a:lnTo>
                <a:lnTo>
                  <a:pt x="92595" y="35458"/>
                </a:lnTo>
                <a:lnTo>
                  <a:pt x="92303" y="35306"/>
                </a:lnTo>
                <a:lnTo>
                  <a:pt x="92151" y="35687"/>
                </a:lnTo>
                <a:lnTo>
                  <a:pt x="91935" y="35179"/>
                </a:lnTo>
                <a:lnTo>
                  <a:pt x="92100" y="35179"/>
                </a:lnTo>
                <a:lnTo>
                  <a:pt x="92354" y="35179"/>
                </a:lnTo>
                <a:lnTo>
                  <a:pt x="92646" y="35179"/>
                </a:lnTo>
                <a:lnTo>
                  <a:pt x="92710" y="24638"/>
                </a:lnTo>
                <a:lnTo>
                  <a:pt x="92583" y="24638"/>
                </a:lnTo>
                <a:lnTo>
                  <a:pt x="92570" y="24130"/>
                </a:lnTo>
                <a:lnTo>
                  <a:pt x="93014" y="24130"/>
                </a:lnTo>
                <a:lnTo>
                  <a:pt x="93002" y="23152"/>
                </a:lnTo>
                <a:lnTo>
                  <a:pt x="93192" y="23622"/>
                </a:lnTo>
                <a:lnTo>
                  <a:pt x="93192" y="22821"/>
                </a:lnTo>
                <a:lnTo>
                  <a:pt x="93141" y="22987"/>
                </a:lnTo>
                <a:lnTo>
                  <a:pt x="93116" y="22860"/>
                </a:lnTo>
                <a:lnTo>
                  <a:pt x="92951" y="22961"/>
                </a:lnTo>
                <a:lnTo>
                  <a:pt x="93103" y="22733"/>
                </a:lnTo>
                <a:lnTo>
                  <a:pt x="93065" y="22479"/>
                </a:lnTo>
                <a:lnTo>
                  <a:pt x="93116" y="22707"/>
                </a:lnTo>
                <a:lnTo>
                  <a:pt x="93205" y="22580"/>
                </a:lnTo>
                <a:lnTo>
                  <a:pt x="93548" y="22479"/>
                </a:lnTo>
                <a:lnTo>
                  <a:pt x="93751" y="21996"/>
                </a:lnTo>
                <a:lnTo>
                  <a:pt x="93827" y="21704"/>
                </a:lnTo>
                <a:lnTo>
                  <a:pt x="93649" y="21463"/>
                </a:lnTo>
                <a:lnTo>
                  <a:pt x="93916" y="21463"/>
                </a:lnTo>
                <a:lnTo>
                  <a:pt x="94246" y="21463"/>
                </a:lnTo>
                <a:lnTo>
                  <a:pt x="94208" y="21717"/>
                </a:lnTo>
                <a:lnTo>
                  <a:pt x="94170" y="21971"/>
                </a:lnTo>
                <a:lnTo>
                  <a:pt x="94449" y="21971"/>
                </a:lnTo>
                <a:lnTo>
                  <a:pt x="94703" y="21971"/>
                </a:lnTo>
                <a:lnTo>
                  <a:pt x="94907" y="22479"/>
                </a:lnTo>
                <a:lnTo>
                  <a:pt x="95440" y="22479"/>
                </a:lnTo>
                <a:lnTo>
                  <a:pt x="96329" y="22479"/>
                </a:lnTo>
                <a:lnTo>
                  <a:pt x="96278" y="22987"/>
                </a:lnTo>
                <a:lnTo>
                  <a:pt x="96570" y="22479"/>
                </a:lnTo>
                <a:lnTo>
                  <a:pt x="96151" y="22364"/>
                </a:lnTo>
                <a:lnTo>
                  <a:pt x="96418" y="22174"/>
                </a:lnTo>
                <a:lnTo>
                  <a:pt x="96024" y="22313"/>
                </a:lnTo>
                <a:lnTo>
                  <a:pt x="95567" y="22098"/>
                </a:lnTo>
                <a:lnTo>
                  <a:pt x="94881" y="21971"/>
                </a:lnTo>
                <a:lnTo>
                  <a:pt x="95097" y="21475"/>
                </a:lnTo>
                <a:lnTo>
                  <a:pt x="95148" y="21323"/>
                </a:lnTo>
                <a:lnTo>
                  <a:pt x="94780" y="21463"/>
                </a:lnTo>
                <a:lnTo>
                  <a:pt x="94602" y="21463"/>
                </a:lnTo>
                <a:lnTo>
                  <a:pt x="94335" y="21463"/>
                </a:lnTo>
                <a:lnTo>
                  <a:pt x="94068" y="20955"/>
                </a:lnTo>
                <a:lnTo>
                  <a:pt x="93840" y="20955"/>
                </a:lnTo>
                <a:lnTo>
                  <a:pt x="93599" y="20955"/>
                </a:lnTo>
                <a:lnTo>
                  <a:pt x="93345" y="20955"/>
                </a:lnTo>
                <a:lnTo>
                  <a:pt x="93357" y="21209"/>
                </a:lnTo>
                <a:lnTo>
                  <a:pt x="92697" y="21018"/>
                </a:lnTo>
                <a:lnTo>
                  <a:pt x="93319" y="21463"/>
                </a:lnTo>
                <a:lnTo>
                  <a:pt x="93395" y="21869"/>
                </a:lnTo>
                <a:lnTo>
                  <a:pt x="93167" y="22377"/>
                </a:lnTo>
                <a:lnTo>
                  <a:pt x="93040" y="22225"/>
                </a:lnTo>
                <a:lnTo>
                  <a:pt x="93027" y="22098"/>
                </a:lnTo>
                <a:lnTo>
                  <a:pt x="92824" y="21971"/>
                </a:lnTo>
                <a:lnTo>
                  <a:pt x="92976" y="21463"/>
                </a:lnTo>
                <a:lnTo>
                  <a:pt x="92760" y="21463"/>
                </a:lnTo>
                <a:lnTo>
                  <a:pt x="92570" y="20993"/>
                </a:lnTo>
                <a:lnTo>
                  <a:pt x="92367" y="21031"/>
                </a:lnTo>
                <a:lnTo>
                  <a:pt x="92367" y="22987"/>
                </a:lnTo>
                <a:lnTo>
                  <a:pt x="92252" y="33655"/>
                </a:lnTo>
                <a:lnTo>
                  <a:pt x="90322" y="33883"/>
                </a:lnTo>
                <a:lnTo>
                  <a:pt x="90322" y="37338"/>
                </a:lnTo>
                <a:lnTo>
                  <a:pt x="89941" y="37338"/>
                </a:lnTo>
                <a:lnTo>
                  <a:pt x="89166" y="37338"/>
                </a:lnTo>
                <a:lnTo>
                  <a:pt x="89166" y="36830"/>
                </a:lnTo>
                <a:lnTo>
                  <a:pt x="89293" y="36830"/>
                </a:lnTo>
                <a:lnTo>
                  <a:pt x="89827" y="37338"/>
                </a:lnTo>
                <a:lnTo>
                  <a:pt x="89789" y="36830"/>
                </a:lnTo>
                <a:lnTo>
                  <a:pt x="90106" y="36830"/>
                </a:lnTo>
                <a:lnTo>
                  <a:pt x="90322" y="37338"/>
                </a:lnTo>
                <a:lnTo>
                  <a:pt x="90322" y="33883"/>
                </a:lnTo>
                <a:lnTo>
                  <a:pt x="89992" y="33909"/>
                </a:lnTo>
                <a:lnTo>
                  <a:pt x="90081" y="33655"/>
                </a:lnTo>
                <a:lnTo>
                  <a:pt x="92252" y="33655"/>
                </a:lnTo>
                <a:lnTo>
                  <a:pt x="92252" y="22987"/>
                </a:lnTo>
                <a:lnTo>
                  <a:pt x="91833" y="22987"/>
                </a:lnTo>
                <a:lnTo>
                  <a:pt x="91973" y="23431"/>
                </a:lnTo>
                <a:lnTo>
                  <a:pt x="91046" y="22987"/>
                </a:lnTo>
                <a:lnTo>
                  <a:pt x="91401" y="22872"/>
                </a:lnTo>
                <a:lnTo>
                  <a:pt x="91097" y="22987"/>
                </a:lnTo>
                <a:lnTo>
                  <a:pt x="91732" y="22987"/>
                </a:lnTo>
                <a:lnTo>
                  <a:pt x="91808" y="22733"/>
                </a:lnTo>
                <a:lnTo>
                  <a:pt x="92176" y="22618"/>
                </a:lnTo>
                <a:lnTo>
                  <a:pt x="92316" y="22910"/>
                </a:lnTo>
                <a:lnTo>
                  <a:pt x="92367" y="21031"/>
                </a:lnTo>
                <a:lnTo>
                  <a:pt x="92163" y="21107"/>
                </a:lnTo>
                <a:lnTo>
                  <a:pt x="92163" y="22593"/>
                </a:lnTo>
                <a:lnTo>
                  <a:pt x="91808" y="22720"/>
                </a:lnTo>
                <a:lnTo>
                  <a:pt x="91884" y="22479"/>
                </a:lnTo>
                <a:lnTo>
                  <a:pt x="91706" y="22479"/>
                </a:lnTo>
                <a:lnTo>
                  <a:pt x="91592" y="21971"/>
                </a:lnTo>
                <a:lnTo>
                  <a:pt x="91998" y="21971"/>
                </a:lnTo>
                <a:lnTo>
                  <a:pt x="91884" y="22479"/>
                </a:lnTo>
                <a:lnTo>
                  <a:pt x="92125" y="22479"/>
                </a:lnTo>
                <a:lnTo>
                  <a:pt x="92163" y="21107"/>
                </a:lnTo>
                <a:lnTo>
                  <a:pt x="91465" y="21348"/>
                </a:lnTo>
                <a:lnTo>
                  <a:pt x="91465" y="22479"/>
                </a:lnTo>
                <a:lnTo>
                  <a:pt x="91046" y="22479"/>
                </a:lnTo>
                <a:lnTo>
                  <a:pt x="90538" y="22479"/>
                </a:lnTo>
                <a:lnTo>
                  <a:pt x="90309" y="22479"/>
                </a:lnTo>
                <a:lnTo>
                  <a:pt x="90258" y="22326"/>
                </a:lnTo>
                <a:lnTo>
                  <a:pt x="90309" y="22186"/>
                </a:lnTo>
                <a:lnTo>
                  <a:pt x="90360" y="22021"/>
                </a:lnTo>
                <a:lnTo>
                  <a:pt x="91465" y="22479"/>
                </a:lnTo>
                <a:lnTo>
                  <a:pt x="91465" y="21348"/>
                </a:lnTo>
                <a:lnTo>
                  <a:pt x="91287" y="21412"/>
                </a:lnTo>
                <a:lnTo>
                  <a:pt x="92265" y="21043"/>
                </a:lnTo>
                <a:lnTo>
                  <a:pt x="92481" y="20967"/>
                </a:lnTo>
                <a:lnTo>
                  <a:pt x="92189" y="20955"/>
                </a:lnTo>
                <a:lnTo>
                  <a:pt x="91859" y="20955"/>
                </a:lnTo>
                <a:lnTo>
                  <a:pt x="91681" y="20955"/>
                </a:lnTo>
                <a:lnTo>
                  <a:pt x="91440" y="20955"/>
                </a:lnTo>
                <a:lnTo>
                  <a:pt x="91313" y="20904"/>
                </a:lnTo>
                <a:lnTo>
                  <a:pt x="91287" y="20764"/>
                </a:lnTo>
                <a:lnTo>
                  <a:pt x="90932" y="20586"/>
                </a:lnTo>
                <a:lnTo>
                  <a:pt x="90932" y="21971"/>
                </a:lnTo>
                <a:lnTo>
                  <a:pt x="90385" y="21971"/>
                </a:lnTo>
                <a:lnTo>
                  <a:pt x="90157" y="21971"/>
                </a:lnTo>
                <a:lnTo>
                  <a:pt x="89649" y="21971"/>
                </a:lnTo>
                <a:lnTo>
                  <a:pt x="89547" y="22987"/>
                </a:lnTo>
                <a:lnTo>
                  <a:pt x="89281" y="22987"/>
                </a:lnTo>
                <a:lnTo>
                  <a:pt x="89547" y="22987"/>
                </a:lnTo>
                <a:lnTo>
                  <a:pt x="89547" y="21971"/>
                </a:lnTo>
                <a:lnTo>
                  <a:pt x="89382" y="21971"/>
                </a:lnTo>
                <a:lnTo>
                  <a:pt x="89382" y="22479"/>
                </a:lnTo>
                <a:lnTo>
                  <a:pt x="89204" y="22720"/>
                </a:lnTo>
                <a:lnTo>
                  <a:pt x="89154" y="22479"/>
                </a:lnTo>
                <a:lnTo>
                  <a:pt x="89382" y="22479"/>
                </a:lnTo>
                <a:lnTo>
                  <a:pt x="89382" y="21971"/>
                </a:lnTo>
                <a:lnTo>
                  <a:pt x="88861" y="21971"/>
                </a:lnTo>
                <a:lnTo>
                  <a:pt x="88861" y="37338"/>
                </a:lnTo>
                <a:lnTo>
                  <a:pt x="88798" y="37592"/>
                </a:lnTo>
                <a:lnTo>
                  <a:pt x="88430" y="37338"/>
                </a:lnTo>
                <a:lnTo>
                  <a:pt x="88861" y="37338"/>
                </a:lnTo>
                <a:lnTo>
                  <a:pt x="88861" y="21971"/>
                </a:lnTo>
                <a:lnTo>
                  <a:pt x="88811" y="22479"/>
                </a:lnTo>
                <a:lnTo>
                  <a:pt x="88328" y="22479"/>
                </a:lnTo>
                <a:lnTo>
                  <a:pt x="88480" y="21971"/>
                </a:lnTo>
                <a:lnTo>
                  <a:pt x="88277" y="22123"/>
                </a:lnTo>
                <a:lnTo>
                  <a:pt x="88277" y="22479"/>
                </a:lnTo>
                <a:lnTo>
                  <a:pt x="87998" y="22987"/>
                </a:lnTo>
                <a:lnTo>
                  <a:pt x="88176" y="22479"/>
                </a:lnTo>
                <a:lnTo>
                  <a:pt x="88277" y="22123"/>
                </a:lnTo>
                <a:lnTo>
                  <a:pt x="88201" y="21971"/>
                </a:lnTo>
                <a:lnTo>
                  <a:pt x="87490" y="21971"/>
                </a:lnTo>
                <a:lnTo>
                  <a:pt x="87490" y="36322"/>
                </a:lnTo>
                <a:lnTo>
                  <a:pt x="87325" y="36830"/>
                </a:lnTo>
                <a:lnTo>
                  <a:pt x="87490" y="36322"/>
                </a:lnTo>
                <a:lnTo>
                  <a:pt x="87490" y="21971"/>
                </a:lnTo>
                <a:lnTo>
                  <a:pt x="86753" y="21971"/>
                </a:lnTo>
                <a:lnTo>
                  <a:pt x="86753" y="26162"/>
                </a:lnTo>
                <a:lnTo>
                  <a:pt x="86614" y="26162"/>
                </a:lnTo>
                <a:lnTo>
                  <a:pt x="86614" y="39497"/>
                </a:lnTo>
                <a:lnTo>
                  <a:pt x="85801" y="39751"/>
                </a:lnTo>
                <a:lnTo>
                  <a:pt x="85801" y="39497"/>
                </a:lnTo>
                <a:lnTo>
                  <a:pt x="86614" y="39497"/>
                </a:lnTo>
                <a:lnTo>
                  <a:pt x="86614" y="26162"/>
                </a:lnTo>
                <a:lnTo>
                  <a:pt x="86512" y="25387"/>
                </a:lnTo>
                <a:lnTo>
                  <a:pt x="86753" y="26162"/>
                </a:lnTo>
                <a:lnTo>
                  <a:pt x="86753" y="21971"/>
                </a:lnTo>
                <a:lnTo>
                  <a:pt x="86614" y="21971"/>
                </a:lnTo>
                <a:lnTo>
                  <a:pt x="86410" y="21971"/>
                </a:lnTo>
                <a:lnTo>
                  <a:pt x="86258" y="22225"/>
                </a:lnTo>
                <a:lnTo>
                  <a:pt x="86080" y="22174"/>
                </a:lnTo>
                <a:lnTo>
                  <a:pt x="86080" y="22987"/>
                </a:lnTo>
                <a:lnTo>
                  <a:pt x="85890" y="23164"/>
                </a:lnTo>
                <a:lnTo>
                  <a:pt x="85661" y="22987"/>
                </a:lnTo>
                <a:lnTo>
                  <a:pt x="85788" y="23253"/>
                </a:lnTo>
                <a:lnTo>
                  <a:pt x="85534" y="23495"/>
                </a:lnTo>
                <a:lnTo>
                  <a:pt x="85534" y="23622"/>
                </a:lnTo>
                <a:lnTo>
                  <a:pt x="85305" y="23964"/>
                </a:lnTo>
                <a:lnTo>
                  <a:pt x="85305" y="28321"/>
                </a:lnTo>
                <a:lnTo>
                  <a:pt x="85242" y="28829"/>
                </a:lnTo>
                <a:lnTo>
                  <a:pt x="84899" y="28829"/>
                </a:lnTo>
                <a:lnTo>
                  <a:pt x="84797" y="40513"/>
                </a:lnTo>
                <a:lnTo>
                  <a:pt x="84467" y="40513"/>
                </a:lnTo>
                <a:lnTo>
                  <a:pt x="84493" y="40005"/>
                </a:lnTo>
                <a:lnTo>
                  <a:pt x="84505" y="39751"/>
                </a:lnTo>
                <a:lnTo>
                  <a:pt x="84518" y="39497"/>
                </a:lnTo>
                <a:lnTo>
                  <a:pt x="84658" y="39839"/>
                </a:lnTo>
                <a:lnTo>
                  <a:pt x="84696" y="40005"/>
                </a:lnTo>
                <a:lnTo>
                  <a:pt x="84797" y="40513"/>
                </a:lnTo>
                <a:lnTo>
                  <a:pt x="84797" y="28778"/>
                </a:lnTo>
                <a:lnTo>
                  <a:pt x="84924" y="28321"/>
                </a:lnTo>
                <a:lnTo>
                  <a:pt x="84518" y="28600"/>
                </a:lnTo>
                <a:lnTo>
                  <a:pt x="84099" y="28333"/>
                </a:lnTo>
                <a:lnTo>
                  <a:pt x="84099" y="38354"/>
                </a:lnTo>
                <a:lnTo>
                  <a:pt x="83972" y="38354"/>
                </a:lnTo>
                <a:lnTo>
                  <a:pt x="83908" y="38100"/>
                </a:lnTo>
                <a:lnTo>
                  <a:pt x="84099" y="38354"/>
                </a:lnTo>
                <a:lnTo>
                  <a:pt x="84099" y="28333"/>
                </a:lnTo>
                <a:lnTo>
                  <a:pt x="84924" y="28321"/>
                </a:lnTo>
                <a:lnTo>
                  <a:pt x="85305" y="28321"/>
                </a:lnTo>
                <a:lnTo>
                  <a:pt x="85305" y="23964"/>
                </a:lnTo>
                <a:lnTo>
                  <a:pt x="85191" y="24130"/>
                </a:lnTo>
                <a:lnTo>
                  <a:pt x="85458" y="23622"/>
                </a:lnTo>
                <a:lnTo>
                  <a:pt x="85534" y="23495"/>
                </a:lnTo>
                <a:lnTo>
                  <a:pt x="85382" y="23622"/>
                </a:lnTo>
                <a:lnTo>
                  <a:pt x="84924" y="23622"/>
                </a:lnTo>
                <a:lnTo>
                  <a:pt x="84924" y="24130"/>
                </a:lnTo>
                <a:lnTo>
                  <a:pt x="84721" y="24257"/>
                </a:lnTo>
                <a:lnTo>
                  <a:pt x="84442" y="24384"/>
                </a:lnTo>
                <a:lnTo>
                  <a:pt x="84480" y="24180"/>
                </a:lnTo>
                <a:lnTo>
                  <a:pt x="84823" y="24130"/>
                </a:lnTo>
                <a:lnTo>
                  <a:pt x="84924" y="23622"/>
                </a:lnTo>
                <a:lnTo>
                  <a:pt x="85483" y="22987"/>
                </a:lnTo>
                <a:lnTo>
                  <a:pt x="85661" y="22987"/>
                </a:lnTo>
                <a:lnTo>
                  <a:pt x="86080" y="22987"/>
                </a:lnTo>
                <a:lnTo>
                  <a:pt x="86080" y="22174"/>
                </a:lnTo>
                <a:lnTo>
                  <a:pt x="85559" y="21996"/>
                </a:lnTo>
                <a:lnTo>
                  <a:pt x="85763" y="22479"/>
                </a:lnTo>
                <a:lnTo>
                  <a:pt x="85547" y="22415"/>
                </a:lnTo>
                <a:lnTo>
                  <a:pt x="85356" y="22479"/>
                </a:lnTo>
                <a:lnTo>
                  <a:pt x="85547" y="22479"/>
                </a:lnTo>
                <a:lnTo>
                  <a:pt x="85420" y="22313"/>
                </a:lnTo>
                <a:lnTo>
                  <a:pt x="85648" y="22479"/>
                </a:lnTo>
                <a:lnTo>
                  <a:pt x="85483" y="22174"/>
                </a:lnTo>
                <a:lnTo>
                  <a:pt x="85559" y="21996"/>
                </a:lnTo>
                <a:lnTo>
                  <a:pt x="85382" y="22034"/>
                </a:lnTo>
                <a:lnTo>
                  <a:pt x="85267" y="22199"/>
                </a:lnTo>
                <a:lnTo>
                  <a:pt x="85191" y="22479"/>
                </a:lnTo>
                <a:lnTo>
                  <a:pt x="85217" y="22186"/>
                </a:lnTo>
                <a:lnTo>
                  <a:pt x="85140" y="22669"/>
                </a:lnTo>
                <a:lnTo>
                  <a:pt x="85128" y="22987"/>
                </a:lnTo>
                <a:lnTo>
                  <a:pt x="85140" y="22669"/>
                </a:lnTo>
                <a:lnTo>
                  <a:pt x="85140" y="22098"/>
                </a:lnTo>
                <a:lnTo>
                  <a:pt x="85242" y="21971"/>
                </a:lnTo>
                <a:lnTo>
                  <a:pt x="85369" y="22021"/>
                </a:lnTo>
                <a:lnTo>
                  <a:pt x="85521" y="21971"/>
                </a:lnTo>
                <a:lnTo>
                  <a:pt x="85801" y="21971"/>
                </a:lnTo>
                <a:lnTo>
                  <a:pt x="85991" y="21971"/>
                </a:lnTo>
                <a:lnTo>
                  <a:pt x="86055" y="21717"/>
                </a:lnTo>
                <a:lnTo>
                  <a:pt x="86106" y="21501"/>
                </a:lnTo>
                <a:lnTo>
                  <a:pt x="85763" y="21526"/>
                </a:lnTo>
                <a:lnTo>
                  <a:pt x="85813" y="20955"/>
                </a:lnTo>
                <a:lnTo>
                  <a:pt x="86233" y="20955"/>
                </a:lnTo>
                <a:lnTo>
                  <a:pt x="86372" y="20447"/>
                </a:lnTo>
                <a:lnTo>
                  <a:pt x="86245" y="20955"/>
                </a:lnTo>
                <a:lnTo>
                  <a:pt x="86499" y="20447"/>
                </a:lnTo>
                <a:lnTo>
                  <a:pt x="87083" y="20447"/>
                </a:lnTo>
                <a:lnTo>
                  <a:pt x="86982" y="20955"/>
                </a:lnTo>
                <a:lnTo>
                  <a:pt x="87236" y="20955"/>
                </a:lnTo>
                <a:lnTo>
                  <a:pt x="87807" y="21196"/>
                </a:lnTo>
                <a:lnTo>
                  <a:pt x="87845" y="21463"/>
                </a:lnTo>
                <a:lnTo>
                  <a:pt x="88087" y="21463"/>
                </a:lnTo>
                <a:lnTo>
                  <a:pt x="87845" y="21209"/>
                </a:lnTo>
                <a:lnTo>
                  <a:pt x="88087" y="21310"/>
                </a:lnTo>
                <a:lnTo>
                  <a:pt x="88087" y="20955"/>
                </a:lnTo>
                <a:lnTo>
                  <a:pt x="88430" y="20955"/>
                </a:lnTo>
                <a:lnTo>
                  <a:pt x="88315" y="21412"/>
                </a:lnTo>
                <a:lnTo>
                  <a:pt x="88455" y="21463"/>
                </a:lnTo>
                <a:lnTo>
                  <a:pt x="88912" y="21463"/>
                </a:lnTo>
                <a:lnTo>
                  <a:pt x="88684" y="21209"/>
                </a:lnTo>
                <a:lnTo>
                  <a:pt x="88938" y="21463"/>
                </a:lnTo>
                <a:lnTo>
                  <a:pt x="89992" y="21463"/>
                </a:lnTo>
                <a:lnTo>
                  <a:pt x="90119" y="21463"/>
                </a:lnTo>
                <a:lnTo>
                  <a:pt x="90322" y="21602"/>
                </a:lnTo>
                <a:lnTo>
                  <a:pt x="90563" y="21463"/>
                </a:lnTo>
                <a:lnTo>
                  <a:pt x="90487" y="21704"/>
                </a:lnTo>
                <a:lnTo>
                  <a:pt x="90932" y="21971"/>
                </a:lnTo>
                <a:lnTo>
                  <a:pt x="90932" y="20586"/>
                </a:lnTo>
                <a:lnTo>
                  <a:pt x="90830" y="20955"/>
                </a:lnTo>
                <a:lnTo>
                  <a:pt x="90805" y="21386"/>
                </a:lnTo>
                <a:lnTo>
                  <a:pt x="90627" y="21323"/>
                </a:lnTo>
                <a:lnTo>
                  <a:pt x="90411" y="20955"/>
                </a:lnTo>
                <a:lnTo>
                  <a:pt x="90424" y="21272"/>
                </a:lnTo>
                <a:lnTo>
                  <a:pt x="90106" y="20955"/>
                </a:lnTo>
                <a:lnTo>
                  <a:pt x="90284" y="20955"/>
                </a:lnTo>
                <a:lnTo>
                  <a:pt x="90411" y="20955"/>
                </a:lnTo>
                <a:lnTo>
                  <a:pt x="90652" y="20955"/>
                </a:lnTo>
                <a:lnTo>
                  <a:pt x="90830" y="20955"/>
                </a:lnTo>
                <a:lnTo>
                  <a:pt x="90830" y="20688"/>
                </a:lnTo>
                <a:lnTo>
                  <a:pt x="90601" y="20586"/>
                </a:lnTo>
                <a:lnTo>
                  <a:pt x="90589" y="20447"/>
                </a:lnTo>
                <a:lnTo>
                  <a:pt x="90462" y="20523"/>
                </a:lnTo>
                <a:lnTo>
                  <a:pt x="90335" y="20459"/>
                </a:lnTo>
                <a:lnTo>
                  <a:pt x="90043" y="20561"/>
                </a:lnTo>
                <a:lnTo>
                  <a:pt x="90322" y="20447"/>
                </a:lnTo>
                <a:lnTo>
                  <a:pt x="90360" y="20447"/>
                </a:lnTo>
                <a:lnTo>
                  <a:pt x="91782" y="20447"/>
                </a:lnTo>
                <a:lnTo>
                  <a:pt x="91338" y="19812"/>
                </a:lnTo>
                <a:lnTo>
                  <a:pt x="91490" y="19812"/>
                </a:lnTo>
                <a:lnTo>
                  <a:pt x="91948" y="19812"/>
                </a:lnTo>
                <a:lnTo>
                  <a:pt x="91821" y="19545"/>
                </a:lnTo>
                <a:lnTo>
                  <a:pt x="91541" y="19697"/>
                </a:lnTo>
                <a:lnTo>
                  <a:pt x="91236" y="19659"/>
                </a:lnTo>
                <a:lnTo>
                  <a:pt x="91059" y="19558"/>
                </a:lnTo>
                <a:lnTo>
                  <a:pt x="90779" y="19812"/>
                </a:lnTo>
                <a:lnTo>
                  <a:pt x="90309" y="19812"/>
                </a:lnTo>
                <a:lnTo>
                  <a:pt x="90551" y="19304"/>
                </a:lnTo>
                <a:lnTo>
                  <a:pt x="90601" y="19050"/>
                </a:lnTo>
                <a:lnTo>
                  <a:pt x="90220" y="18796"/>
                </a:lnTo>
                <a:lnTo>
                  <a:pt x="90474" y="18796"/>
                </a:lnTo>
                <a:lnTo>
                  <a:pt x="90474" y="18669"/>
                </a:lnTo>
                <a:lnTo>
                  <a:pt x="90474" y="18288"/>
                </a:lnTo>
                <a:lnTo>
                  <a:pt x="90347" y="18288"/>
                </a:lnTo>
                <a:lnTo>
                  <a:pt x="90195" y="18376"/>
                </a:lnTo>
                <a:lnTo>
                  <a:pt x="89789" y="18288"/>
                </a:lnTo>
                <a:lnTo>
                  <a:pt x="89852" y="18529"/>
                </a:lnTo>
                <a:lnTo>
                  <a:pt x="89814" y="21094"/>
                </a:lnTo>
                <a:lnTo>
                  <a:pt x="89382" y="20955"/>
                </a:lnTo>
                <a:lnTo>
                  <a:pt x="89623" y="20955"/>
                </a:lnTo>
                <a:lnTo>
                  <a:pt x="89763" y="20955"/>
                </a:lnTo>
                <a:lnTo>
                  <a:pt x="89814" y="21094"/>
                </a:lnTo>
                <a:lnTo>
                  <a:pt x="89814" y="18554"/>
                </a:lnTo>
                <a:lnTo>
                  <a:pt x="89738" y="18288"/>
                </a:lnTo>
                <a:lnTo>
                  <a:pt x="89623" y="20447"/>
                </a:lnTo>
                <a:lnTo>
                  <a:pt x="88785" y="20637"/>
                </a:lnTo>
                <a:lnTo>
                  <a:pt x="88773" y="20447"/>
                </a:lnTo>
                <a:lnTo>
                  <a:pt x="89014" y="20447"/>
                </a:lnTo>
                <a:lnTo>
                  <a:pt x="89535" y="20447"/>
                </a:lnTo>
                <a:lnTo>
                  <a:pt x="89623" y="18288"/>
                </a:lnTo>
                <a:lnTo>
                  <a:pt x="89522" y="19812"/>
                </a:lnTo>
                <a:lnTo>
                  <a:pt x="89395" y="19812"/>
                </a:lnTo>
                <a:lnTo>
                  <a:pt x="88620" y="19812"/>
                </a:lnTo>
                <a:lnTo>
                  <a:pt x="88620" y="20662"/>
                </a:lnTo>
                <a:lnTo>
                  <a:pt x="88480" y="20447"/>
                </a:lnTo>
                <a:lnTo>
                  <a:pt x="88620" y="20662"/>
                </a:lnTo>
                <a:lnTo>
                  <a:pt x="88620" y="19812"/>
                </a:lnTo>
                <a:lnTo>
                  <a:pt x="88341" y="19812"/>
                </a:lnTo>
                <a:lnTo>
                  <a:pt x="88341" y="20599"/>
                </a:lnTo>
                <a:lnTo>
                  <a:pt x="88176" y="20447"/>
                </a:lnTo>
                <a:lnTo>
                  <a:pt x="88315" y="20447"/>
                </a:lnTo>
                <a:lnTo>
                  <a:pt x="88341" y="20599"/>
                </a:lnTo>
                <a:lnTo>
                  <a:pt x="88341" y="19812"/>
                </a:lnTo>
                <a:lnTo>
                  <a:pt x="88087" y="19812"/>
                </a:lnTo>
                <a:lnTo>
                  <a:pt x="88087" y="19583"/>
                </a:lnTo>
                <a:lnTo>
                  <a:pt x="89395" y="19812"/>
                </a:lnTo>
                <a:lnTo>
                  <a:pt x="89433" y="19545"/>
                </a:lnTo>
                <a:lnTo>
                  <a:pt x="89522" y="19812"/>
                </a:lnTo>
                <a:lnTo>
                  <a:pt x="89522" y="18288"/>
                </a:lnTo>
                <a:lnTo>
                  <a:pt x="88836" y="18288"/>
                </a:lnTo>
                <a:lnTo>
                  <a:pt x="88722" y="17919"/>
                </a:lnTo>
                <a:lnTo>
                  <a:pt x="88950" y="17780"/>
                </a:lnTo>
                <a:lnTo>
                  <a:pt x="88709" y="17856"/>
                </a:lnTo>
                <a:lnTo>
                  <a:pt x="88607" y="18796"/>
                </a:lnTo>
                <a:lnTo>
                  <a:pt x="88531" y="19050"/>
                </a:lnTo>
                <a:lnTo>
                  <a:pt x="88366" y="18796"/>
                </a:lnTo>
                <a:lnTo>
                  <a:pt x="88607" y="18796"/>
                </a:lnTo>
                <a:lnTo>
                  <a:pt x="88607" y="17894"/>
                </a:lnTo>
                <a:lnTo>
                  <a:pt x="88099" y="18059"/>
                </a:lnTo>
                <a:lnTo>
                  <a:pt x="88099" y="18783"/>
                </a:lnTo>
                <a:lnTo>
                  <a:pt x="87807" y="18796"/>
                </a:lnTo>
                <a:lnTo>
                  <a:pt x="87807" y="21183"/>
                </a:lnTo>
                <a:lnTo>
                  <a:pt x="87579" y="20955"/>
                </a:lnTo>
                <a:lnTo>
                  <a:pt x="87782" y="20955"/>
                </a:lnTo>
                <a:lnTo>
                  <a:pt x="87807" y="21183"/>
                </a:lnTo>
                <a:lnTo>
                  <a:pt x="87807" y="18796"/>
                </a:lnTo>
                <a:lnTo>
                  <a:pt x="87655" y="18796"/>
                </a:lnTo>
                <a:lnTo>
                  <a:pt x="87591" y="20447"/>
                </a:lnTo>
                <a:lnTo>
                  <a:pt x="87350" y="20447"/>
                </a:lnTo>
                <a:lnTo>
                  <a:pt x="87198" y="19812"/>
                </a:lnTo>
                <a:lnTo>
                  <a:pt x="86614" y="20053"/>
                </a:lnTo>
                <a:lnTo>
                  <a:pt x="86487" y="20091"/>
                </a:lnTo>
                <a:lnTo>
                  <a:pt x="86474" y="19812"/>
                </a:lnTo>
                <a:lnTo>
                  <a:pt x="87249" y="19812"/>
                </a:lnTo>
                <a:lnTo>
                  <a:pt x="87591" y="20447"/>
                </a:lnTo>
                <a:lnTo>
                  <a:pt x="87591" y="18796"/>
                </a:lnTo>
                <a:lnTo>
                  <a:pt x="87388" y="18796"/>
                </a:lnTo>
                <a:lnTo>
                  <a:pt x="87388" y="19418"/>
                </a:lnTo>
                <a:lnTo>
                  <a:pt x="87236" y="19443"/>
                </a:lnTo>
                <a:lnTo>
                  <a:pt x="87045" y="19469"/>
                </a:lnTo>
                <a:lnTo>
                  <a:pt x="86537" y="19545"/>
                </a:lnTo>
                <a:lnTo>
                  <a:pt x="86487" y="19405"/>
                </a:lnTo>
                <a:lnTo>
                  <a:pt x="86652" y="19304"/>
                </a:lnTo>
                <a:lnTo>
                  <a:pt x="86817" y="19304"/>
                </a:lnTo>
                <a:lnTo>
                  <a:pt x="86080" y="18897"/>
                </a:lnTo>
                <a:lnTo>
                  <a:pt x="86868" y="19304"/>
                </a:lnTo>
                <a:lnTo>
                  <a:pt x="87058" y="19342"/>
                </a:lnTo>
                <a:lnTo>
                  <a:pt x="87274" y="19392"/>
                </a:lnTo>
                <a:lnTo>
                  <a:pt x="87388" y="18796"/>
                </a:lnTo>
                <a:lnTo>
                  <a:pt x="87376" y="19304"/>
                </a:lnTo>
                <a:lnTo>
                  <a:pt x="87134" y="18808"/>
                </a:lnTo>
                <a:lnTo>
                  <a:pt x="87274" y="18796"/>
                </a:lnTo>
                <a:lnTo>
                  <a:pt x="87350" y="18643"/>
                </a:lnTo>
                <a:lnTo>
                  <a:pt x="87134" y="18415"/>
                </a:lnTo>
                <a:lnTo>
                  <a:pt x="87350" y="18643"/>
                </a:lnTo>
                <a:lnTo>
                  <a:pt x="87604" y="18542"/>
                </a:lnTo>
                <a:lnTo>
                  <a:pt x="87731" y="18491"/>
                </a:lnTo>
                <a:lnTo>
                  <a:pt x="87833" y="18351"/>
                </a:lnTo>
                <a:lnTo>
                  <a:pt x="87972" y="18516"/>
                </a:lnTo>
                <a:lnTo>
                  <a:pt x="88099" y="18783"/>
                </a:lnTo>
                <a:lnTo>
                  <a:pt x="88099" y="18059"/>
                </a:lnTo>
                <a:lnTo>
                  <a:pt x="88277" y="17780"/>
                </a:lnTo>
                <a:lnTo>
                  <a:pt x="88671" y="17780"/>
                </a:lnTo>
                <a:lnTo>
                  <a:pt x="88684" y="17272"/>
                </a:lnTo>
                <a:lnTo>
                  <a:pt x="88861" y="17272"/>
                </a:lnTo>
                <a:lnTo>
                  <a:pt x="88785" y="16637"/>
                </a:lnTo>
                <a:lnTo>
                  <a:pt x="89738" y="16637"/>
                </a:lnTo>
                <a:lnTo>
                  <a:pt x="89903" y="16637"/>
                </a:lnTo>
                <a:lnTo>
                  <a:pt x="90157" y="16637"/>
                </a:lnTo>
                <a:lnTo>
                  <a:pt x="90106" y="16789"/>
                </a:lnTo>
                <a:lnTo>
                  <a:pt x="89966" y="17272"/>
                </a:lnTo>
                <a:lnTo>
                  <a:pt x="89725" y="17551"/>
                </a:lnTo>
                <a:lnTo>
                  <a:pt x="89649" y="17272"/>
                </a:lnTo>
                <a:lnTo>
                  <a:pt x="89725" y="16903"/>
                </a:lnTo>
                <a:lnTo>
                  <a:pt x="89484" y="17272"/>
                </a:lnTo>
                <a:lnTo>
                  <a:pt x="89395" y="17449"/>
                </a:lnTo>
                <a:lnTo>
                  <a:pt x="89636" y="17653"/>
                </a:lnTo>
                <a:lnTo>
                  <a:pt x="89535" y="17780"/>
                </a:lnTo>
                <a:lnTo>
                  <a:pt x="89801" y="17780"/>
                </a:lnTo>
                <a:lnTo>
                  <a:pt x="89979" y="17780"/>
                </a:lnTo>
                <a:lnTo>
                  <a:pt x="90144" y="17780"/>
                </a:lnTo>
                <a:lnTo>
                  <a:pt x="90093" y="17272"/>
                </a:lnTo>
                <a:lnTo>
                  <a:pt x="90246" y="17780"/>
                </a:lnTo>
                <a:lnTo>
                  <a:pt x="90373" y="17780"/>
                </a:lnTo>
                <a:lnTo>
                  <a:pt x="90500" y="18288"/>
                </a:lnTo>
                <a:lnTo>
                  <a:pt x="90589" y="18796"/>
                </a:lnTo>
                <a:lnTo>
                  <a:pt x="90906" y="18796"/>
                </a:lnTo>
                <a:lnTo>
                  <a:pt x="91338" y="18796"/>
                </a:lnTo>
                <a:lnTo>
                  <a:pt x="91338" y="18338"/>
                </a:lnTo>
                <a:lnTo>
                  <a:pt x="91478" y="18796"/>
                </a:lnTo>
                <a:lnTo>
                  <a:pt x="91681" y="18796"/>
                </a:lnTo>
                <a:lnTo>
                  <a:pt x="91732" y="18935"/>
                </a:lnTo>
                <a:lnTo>
                  <a:pt x="91338" y="18796"/>
                </a:lnTo>
                <a:lnTo>
                  <a:pt x="91135" y="19100"/>
                </a:lnTo>
                <a:lnTo>
                  <a:pt x="91300" y="19304"/>
                </a:lnTo>
                <a:lnTo>
                  <a:pt x="91465" y="19304"/>
                </a:lnTo>
                <a:lnTo>
                  <a:pt x="91719" y="19304"/>
                </a:lnTo>
                <a:lnTo>
                  <a:pt x="91871" y="19304"/>
                </a:lnTo>
                <a:lnTo>
                  <a:pt x="92227" y="19304"/>
                </a:lnTo>
                <a:lnTo>
                  <a:pt x="91897" y="19494"/>
                </a:lnTo>
                <a:lnTo>
                  <a:pt x="91948" y="19812"/>
                </a:lnTo>
                <a:lnTo>
                  <a:pt x="92417" y="19304"/>
                </a:lnTo>
                <a:lnTo>
                  <a:pt x="92024" y="19812"/>
                </a:lnTo>
                <a:lnTo>
                  <a:pt x="92341" y="20243"/>
                </a:lnTo>
                <a:lnTo>
                  <a:pt x="92189" y="20447"/>
                </a:lnTo>
                <a:lnTo>
                  <a:pt x="92379" y="20472"/>
                </a:lnTo>
                <a:lnTo>
                  <a:pt x="92506" y="20447"/>
                </a:lnTo>
                <a:lnTo>
                  <a:pt x="92671" y="20535"/>
                </a:lnTo>
                <a:lnTo>
                  <a:pt x="92824" y="20561"/>
                </a:lnTo>
                <a:lnTo>
                  <a:pt x="93027" y="20447"/>
                </a:lnTo>
                <a:lnTo>
                  <a:pt x="93726" y="20078"/>
                </a:lnTo>
                <a:lnTo>
                  <a:pt x="94259" y="19888"/>
                </a:lnTo>
                <a:lnTo>
                  <a:pt x="94449" y="19812"/>
                </a:lnTo>
                <a:lnTo>
                  <a:pt x="95338" y="19812"/>
                </a:lnTo>
                <a:lnTo>
                  <a:pt x="94907" y="20447"/>
                </a:lnTo>
                <a:lnTo>
                  <a:pt x="94589" y="20447"/>
                </a:lnTo>
                <a:lnTo>
                  <a:pt x="94742" y="20662"/>
                </a:lnTo>
                <a:lnTo>
                  <a:pt x="94881" y="20853"/>
                </a:lnTo>
                <a:lnTo>
                  <a:pt x="94729" y="20701"/>
                </a:lnTo>
                <a:lnTo>
                  <a:pt x="94589" y="20447"/>
                </a:lnTo>
                <a:lnTo>
                  <a:pt x="94602" y="20701"/>
                </a:lnTo>
                <a:lnTo>
                  <a:pt x="94627" y="20840"/>
                </a:lnTo>
                <a:lnTo>
                  <a:pt x="94602" y="20701"/>
                </a:lnTo>
                <a:lnTo>
                  <a:pt x="94551" y="20447"/>
                </a:lnTo>
                <a:lnTo>
                  <a:pt x="93268" y="20447"/>
                </a:lnTo>
                <a:lnTo>
                  <a:pt x="93281" y="20574"/>
                </a:lnTo>
                <a:lnTo>
                  <a:pt x="93497" y="20713"/>
                </a:lnTo>
                <a:lnTo>
                  <a:pt x="93624" y="20739"/>
                </a:lnTo>
                <a:lnTo>
                  <a:pt x="94170" y="20853"/>
                </a:lnTo>
                <a:lnTo>
                  <a:pt x="94297" y="20878"/>
                </a:lnTo>
                <a:lnTo>
                  <a:pt x="94551" y="20929"/>
                </a:lnTo>
                <a:lnTo>
                  <a:pt x="94640" y="20955"/>
                </a:lnTo>
                <a:lnTo>
                  <a:pt x="94970" y="20955"/>
                </a:lnTo>
                <a:lnTo>
                  <a:pt x="95186" y="21082"/>
                </a:lnTo>
                <a:lnTo>
                  <a:pt x="95211" y="20955"/>
                </a:lnTo>
                <a:lnTo>
                  <a:pt x="95491" y="20955"/>
                </a:lnTo>
                <a:lnTo>
                  <a:pt x="96050" y="20955"/>
                </a:lnTo>
                <a:lnTo>
                  <a:pt x="96240" y="21170"/>
                </a:lnTo>
                <a:lnTo>
                  <a:pt x="96367" y="20955"/>
                </a:lnTo>
                <a:lnTo>
                  <a:pt x="96545" y="20650"/>
                </a:lnTo>
                <a:lnTo>
                  <a:pt x="97701" y="20447"/>
                </a:lnTo>
                <a:lnTo>
                  <a:pt x="97066" y="20447"/>
                </a:lnTo>
                <a:lnTo>
                  <a:pt x="96799" y="20497"/>
                </a:lnTo>
                <a:lnTo>
                  <a:pt x="96621" y="20535"/>
                </a:lnTo>
                <a:lnTo>
                  <a:pt x="95758" y="20662"/>
                </a:lnTo>
                <a:lnTo>
                  <a:pt x="95885" y="20447"/>
                </a:lnTo>
                <a:lnTo>
                  <a:pt x="96481" y="20447"/>
                </a:lnTo>
                <a:lnTo>
                  <a:pt x="96824" y="19812"/>
                </a:lnTo>
                <a:lnTo>
                  <a:pt x="97002" y="19494"/>
                </a:lnTo>
                <a:lnTo>
                  <a:pt x="96888" y="19723"/>
                </a:lnTo>
                <a:lnTo>
                  <a:pt x="97345" y="19304"/>
                </a:lnTo>
                <a:lnTo>
                  <a:pt x="97104" y="19304"/>
                </a:lnTo>
                <a:lnTo>
                  <a:pt x="96494" y="19304"/>
                </a:lnTo>
                <a:lnTo>
                  <a:pt x="96291" y="19431"/>
                </a:lnTo>
                <a:lnTo>
                  <a:pt x="96266" y="19304"/>
                </a:lnTo>
                <a:lnTo>
                  <a:pt x="96113" y="19304"/>
                </a:lnTo>
                <a:lnTo>
                  <a:pt x="95656" y="19304"/>
                </a:lnTo>
                <a:lnTo>
                  <a:pt x="95694" y="19812"/>
                </a:lnTo>
                <a:lnTo>
                  <a:pt x="95542" y="19812"/>
                </a:lnTo>
                <a:lnTo>
                  <a:pt x="95656" y="19304"/>
                </a:lnTo>
                <a:lnTo>
                  <a:pt x="95402" y="19304"/>
                </a:lnTo>
                <a:lnTo>
                  <a:pt x="95186" y="19304"/>
                </a:lnTo>
                <a:lnTo>
                  <a:pt x="95237" y="19151"/>
                </a:lnTo>
                <a:lnTo>
                  <a:pt x="95364" y="18859"/>
                </a:lnTo>
                <a:lnTo>
                  <a:pt x="95313" y="18300"/>
                </a:lnTo>
                <a:lnTo>
                  <a:pt x="95554" y="18288"/>
                </a:lnTo>
                <a:lnTo>
                  <a:pt x="95542" y="17780"/>
                </a:lnTo>
                <a:lnTo>
                  <a:pt x="95402" y="17780"/>
                </a:lnTo>
                <a:lnTo>
                  <a:pt x="95199" y="17983"/>
                </a:lnTo>
                <a:lnTo>
                  <a:pt x="95084" y="18796"/>
                </a:lnTo>
                <a:lnTo>
                  <a:pt x="94399" y="19011"/>
                </a:lnTo>
                <a:lnTo>
                  <a:pt x="94246" y="19050"/>
                </a:lnTo>
                <a:lnTo>
                  <a:pt x="94119" y="18796"/>
                </a:lnTo>
                <a:lnTo>
                  <a:pt x="94945" y="18796"/>
                </a:lnTo>
                <a:lnTo>
                  <a:pt x="95084" y="18796"/>
                </a:lnTo>
                <a:lnTo>
                  <a:pt x="95084" y="17945"/>
                </a:lnTo>
                <a:lnTo>
                  <a:pt x="94996" y="17792"/>
                </a:lnTo>
                <a:lnTo>
                  <a:pt x="94653" y="18148"/>
                </a:lnTo>
                <a:lnTo>
                  <a:pt x="94462" y="18237"/>
                </a:lnTo>
                <a:lnTo>
                  <a:pt x="94094" y="17780"/>
                </a:lnTo>
                <a:lnTo>
                  <a:pt x="94322" y="17780"/>
                </a:lnTo>
                <a:lnTo>
                  <a:pt x="94373" y="17627"/>
                </a:lnTo>
                <a:lnTo>
                  <a:pt x="93802" y="17780"/>
                </a:lnTo>
                <a:lnTo>
                  <a:pt x="93433" y="17780"/>
                </a:lnTo>
                <a:lnTo>
                  <a:pt x="94335" y="17627"/>
                </a:lnTo>
                <a:lnTo>
                  <a:pt x="94322" y="17272"/>
                </a:lnTo>
                <a:lnTo>
                  <a:pt x="94208" y="16637"/>
                </a:lnTo>
                <a:lnTo>
                  <a:pt x="94107" y="17233"/>
                </a:lnTo>
                <a:lnTo>
                  <a:pt x="93522" y="16637"/>
                </a:lnTo>
                <a:lnTo>
                  <a:pt x="94132" y="16637"/>
                </a:lnTo>
                <a:lnTo>
                  <a:pt x="94132" y="16129"/>
                </a:lnTo>
                <a:lnTo>
                  <a:pt x="93408" y="16129"/>
                </a:lnTo>
                <a:lnTo>
                  <a:pt x="93408" y="19304"/>
                </a:lnTo>
                <a:lnTo>
                  <a:pt x="93116" y="19304"/>
                </a:lnTo>
                <a:lnTo>
                  <a:pt x="93078" y="19164"/>
                </a:lnTo>
                <a:lnTo>
                  <a:pt x="93078" y="19812"/>
                </a:lnTo>
                <a:lnTo>
                  <a:pt x="93052" y="19558"/>
                </a:lnTo>
                <a:lnTo>
                  <a:pt x="93078" y="19812"/>
                </a:lnTo>
                <a:lnTo>
                  <a:pt x="93078" y="19164"/>
                </a:lnTo>
                <a:lnTo>
                  <a:pt x="93408" y="19304"/>
                </a:lnTo>
                <a:lnTo>
                  <a:pt x="93408" y="16129"/>
                </a:lnTo>
                <a:lnTo>
                  <a:pt x="93281" y="16129"/>
                </a:lnTo>
                <a:lnTo>
                  <a:pt x="93281" y="16637"/>
                </a:lnTo>
                <a:lnTo>
                  <a:pt x="93243" y="18796"/>
                </a:lnTo>
                <a:lnTo>
                  <a:pt x="93027" y="18910"/>
                </a:lnTo>
                <a:lnTo>
                  <a:pt x="93027" y="19304"/>
                </a:lnTo>
                <a:lnTo>
                  <a:pt x="92811" y="19304"/>
                </a:lnTo>
                <a:lnTo>
                  <a:pt x="92671" y="19265"/>
                </a:lnTo>
                <a:lnTo>
                  <a:pt x="92671" y="19812"/>
                </a:lnTo>
                <a:lnTo>
                  <a:pt x="92583" y="19964"/>
                </a:lnTo>
                <a:lnTo>
                  <a:pt x="92430" y="19812"/>
                </a:lnTo>
                <a:lnTo>
                  <a:pt x="92671" y="19812"/>
                </a:lnTo>
                <a:lnTo>
                  <a:pt x="92671" y="19265"/>
                </a:lnTo>
                <a:lnTo>
                  <a:pt x="92481" y="19202"/>
                </a:lnTo>
                <a:lnTo>
                  <a:pt x="92748" y="19050"/>
                </a:lnTo>
                <a:lnTo>
                  <a:pt x="92456" y="19189"/>
                </a:lnTo>
                <a:lnTo>
                  <a:pt x="92163" y="19088"/>
                </a:lnTo>
                <a:lnTo>
                  <a:pt x="91973" y="18796"/>
                </a:lnTo>
                <a:lnTo>
                  <a:pt x="92100" y="18796"/>
                </a:lnTo>
                <a:lnTo>
                  <a:pt x="92748" y="19050"/>
                </a:lnTo>
                <a:lnTo>
                  <a:pt x="93002" y="19138"/>
                </a:lnTo>
                <a:lnTo>
                  <a:pt x="93027" y="19304"/>
                </a:lnTo>
                <a:lnTo>
                  <a:pt x="93027" y="18910"/>
                </a:lnTo>
                <a:lnTo>
                  <a:pt x="93179" y="18796"/>
                </a:lnTo>
                <a:lnTo>
                  <a:pt x="93243" y="16662"/>
                </a:lnTo>
                <a:lnTo>
                  <a:pt x="92989" y="16814"/>
                </a:lnTo>
                <a:lnTo>
                  <a:pt x="92989" y="18910"/>
                </a:lnTo>
                <a:lnTo>
                  <a:pt x="92773" y="19037"/>
                </a:lnTo>
                <a:lnTo>
                  <a:pt x="92989" y="18910"/>
                </a:lnTo>
                <a:lnTo>
                  <a:pt x="92989" y="16814"/>
                </a:lnTo>
                <a:lnTo>
                  <a:pt x="92722" y="16954"/>
                </a:lnTo>
                <a:lnTo>
                  <a:pt x="92684" y="16814"/>
                </a:lnTo>
                <a:lnTo>
                  <a:pt x="92290" y="17068"/>
                </a:lnTo>
                <a:lnTo>
                  <a:pt x="92151" y="17043"/>
                </a:lnTo>
                <a:lnTo>
                  <a:pt x="92151" y="18186"/>
                </a:lnTo>
                <a:lnTo>
                  <a:pt x="92151" y="17043"/>
                </a:lnTo>
                <a:lnTo>
                  <a:pt x="91859" y="16967"/>
                </a:lnTo>
                <a:lnTo>
                  <a:pt x="91859" y="17272"/>
                </a:lnTo>
                <a:lnTo>
                  <a:pt x="91630" y="17500"/>
                </a:lnTo>
                <a:lnTo>
                  <a:pt x="91694" y="17322"/>
                </a:lnTo>
                <a:lnTo>
                  <a:pt x="91859" y="17272"/>
                </a:lnTo>
                <a:lnTo>
                  <a:pt x="91859" y="16967"/>
                </a:lnTo>
                <a:lnTo>
                  <a:pt x="91325" y="16840"/>
                </a:lnTo>
                <a:lnTo>
                  <a:pt x="91325" y="18288"/>
                </a:lnTo>
                <a:lnTo>
                  <a:pt x="91186" y="18288"/>
                </a:lnTo>
                <a:lnTo>
                  <a:pt x="91160" y="17780"/>
                </a:lnTo>
                <a:lnTo>
                  <a:pt x="90855" y="18186"/>
                </a:lnTo>
                <a:lnTo>
                  <a:pt x="91008" y="17780"/>
                </a:lnTo>
                <a:lnTo>
                  <a:pt x="91160" y="17780"/>
                </a:lnTo>
                <a:lnTo>
                  <a:pt x="91325" y="18288"/>
                </a:lnTo>
                <a:lnTo>
                  <a:pt x="91325" y="16840"/>
                </a:lnTo>
                <a:lnTo>
                  <a:pt x="91300" y="17272"/>
                </a:lnTo>
                <a:lnTo>
                  <a:pt x="91262" y="17437"/>
                </a:lnTo>
                <a:lnTo>
                  <a:pt x="91236" y="17272"/>
                </a:lnTo>
                <a:lnTo>
                  <a:pt x="91300" y="16840"/>
                </a:lnTo>
                <a:lnTo>
                  <a:pt x="91313" y="16637"/>
                </a:lnTo>
                <a:lnTo>
                  <a:pt x="91224" y="16814"/>
                </a:lnTo>
                <a:lnTo>
                  <a:pt x="90995" y="16764"/>
                </a:lnTo>
                <a:lnTo>
                  <a:pt x="91097" y="16637"/>
                </a:lnTo>
                <a:lnTo>
                  <a:pt x="91313" y="16637"/>
                </a:lnTo>
                <a:lnTo>
                  <a:pt x="91770" y="16637"/>
                </a:lnTo>
                <a:lnTo>
                  <a:pt x="92341" y="16256"/>
                </a:lnTo>
                <a:lnTo>
                  <a:pt x="91884" y="16637"/>
                </a:lnTo>
                <a:lnTo>
                  <a:pt x="92646" y="16637"/>
                </a:lnTo>
                <a:lnTo>
                  <a:pt x="92951" y="16637"/>
                </a:lnTo>
                <a:lnTo>
                  <a:pt x="93281" y="16637"/>
                </a:lnTo>
                <a:lnTo>
                  <a:pt x="93281" y="16129"/>
                </a:lnTo>
                <a:lnTo>
                  <a:pt x="92532" y="16129"/>
                </a:lnTo>
                <a:lnTo>
                  <a:pt x="90906" y="16129"/>
                </a:lnTo>
                <a:lnTo>
                  <a:pt x="90868" y="16383"/>
                </a:lnTo>
                <a:lnTo>
                  <a:pt x="90855" y="16510"/>
                </a:lnTo>
                <a:lnTo>
                  <a:pt x="90843" y="16637"/>
                </a:lnTo>
                <a:lnTo>
                  <a:pt x="90474" y="16637"/>
                </a:lnTo>
                <a:lnTo>
                  <a:pt x="90639" y="17272"/>
                </a:lnTo>
                <a:lnTo>
                  <a:pt x="90944" y="16852"/>
                </a:lnTo>
                <a:lnTo>
                  <a:pt x="91097" y="17132"/>
                </a:lnTo>
                <a:lnTo>
                  <a:pt x="91033" y="17272"/>
                </a:lnTo>
                <a:lnTo>
                  <a:pt x="90639" y="17272"/>
                </a:lnTo>
                <a:lnTo>
                  <a:pt x="90436" y="16967"/>
                </a:lnTo>
                <a:lnTo>
                  <a:pt x="90436" y="17272"/>
                </a:lnTo>
                <a:lnTo>
                  <a:pt x="90297" y="17284"/>
                </a:lnTo>
                <a:lnTo>
                  <a:pt x="90436" y="17272"/>
                </a:lnTo>
                <a:lnTo>
                  <a:pt x="90436" y="16967"/>
                </a:lnTo>
                <a:lnTo>
                  <a:pt x="90322" y="16687"/>
                </a:lnTo>
                <a:lnTo>
                  <a:pt x="90398" y="16383"/>
                </a:lnTo>
                <a:lnTo>
                  <a:pt x="90424" y="16243"/>
                </a:lnTo>
                <a:lnTo>
                  <a:pt x="90043" y="16129"/>
                </a:lnTo>
                <a:lnTo>
                  <a:pt x="89496" y="16129"/>
                </a:lnTo>
                <a:lnTo>
                  <a:pt x="88125" y="16129"/>
                </a:lnTo>
                <a:lnTo>
                  <a:pt x="87934" y="16243"/>
                </a:lnTo>
                <a:lnTo>
                  <a:pt x="87934" y="18097"/>
                </a:lnTo>
                <a:lnTo>
                  <a:pt x="87718" y="18173"/>
                </a:lnTo>
                <a:lnTo>
                  <a:pt x="87376" y="18288"/>
                </a:lnTo>
                <a:lnTo>
                  <a:pt x="87249" y="18288"/>
                </a:lnTo>
                <a:lnTo>
                  <a:pt x="87096" y="18288"/>
                </a:lnTo>
                <a:lnTo>
                  <a:pt x="86982" y="18542"/>
                </a:lnTo>
                <a:lnTo>
                  <a:pt x="86829" y="18288"/>
                </a:lnTo>
                <a:lnTo>
                  <a:pt x="87185" y="18046"/>
                </a:lnTo>
                <a:lnTo>
                  <a:pt x="87579" y="17780"/>
                </a:lnTo>
                <a:lnTo>
                  <a:pt x="87769" y="17780"/>
                </a:lnTo>
                <a:lnTo>
                  <a:pt x="87934" y="18097"/>
                </a:lnTo>
                <a:lnTo>
                  <a:pt x="87934" y="16243"/>
                </a:lnTo>
                <a:lnTo>
                  <a:pt x="87807" y="16268"/>
                </a:lnTo>
                <a:lnTo>
                  <a:pt x="87934" y="16129"/>
                </a:lnTo>
                <a:lnTo>
                  <a:pt x="87757" y="16192"/>
                </a:lnTo>
                <a:lnTo>
                  <a:pt x="87718" y="17272"/>
                </a:lnTo>
                <a:lnTo>
                  <a:pt x="87655" y="17411"/>
                </a:lnTo>
                <a:lnTo>
                  <a:pt x="87464" y="17272"/>
                </a:lnTo>
                <a:lnTo>
                  <a:pt x="86969" y="17272"/>
                </a:lnTo>
                <a:lnTo>
                  <a:pt x="86321" y="17272"/>
                </a:lnTo>
                <a:lnTo>
                  <a:pt x="85699" y="17272"/>
                </a:lnTo>
                <a:lnTo>
                  <a:pt x="86347" y="17513"/>
                </a:lnTo>
                <a:lnTo>
                  <a:pt x="86525" y="17576"/>
                </a:lnTo>
                <a:lnTo>
                  <a:pt x="87134" y="17780"/>
                </a:lnTo>
                <a:lnTo>
                  <a:pt x="87185" y="18034"/>
                </a:lnTo>
                <a:lnTo>
                  <a:pt x="86207" y="17780"/>
                </a:lnTo>
                <a:lnTo>
                  <a:pt x="86398" y="17780"/>
                </a:lnTo>
                <a:lnTo>
                  <a:pt x="87020" y="17780"/>
                </a:lnTo>
                <a:lnTo>
                  <a:pt x="86499" y="17589"/>
                </a:lnTo>
                <a:lnTo>
                  <a:pt x="86360" y="17526"/>
                </a:lnTo>
                <a:lnTo>
                  <a:pt x="85979" y="17386"/>
                </a:lnTo>
                <a:lnTo>
                  <a:pt x="85979" y="20307"/>
                </a:lnTo>
                <a:lnTo>
                  <a:pt x="85344" y="19900"/>
                </a:lnTo>
                <a:lnTo>
                  <a:pt x="85344" y="20701"/>
                </a:lnTo>
                <a:lnTo>
                  <a:pt x="85305" y="21463"/>
                </a:lnTo>
                <a:lnTo>
                  <a:pt x="85128" y="21526"/>
                </a:lnTo>
                <a:lnTo>
                  <a:pt x="85128" y="22098"/>
                </a:lnTo>
                <a:lnTo>
                  <a:pt x="83947" y="22479"/>
                </a:lnTo>
                <a:lnTo>
                  <a:pt x="85128" y="22098"/>
                </a:lnTo>
                <a:lnTo>
                  <a:pt x="85128" y="21526"/>
                </a:lnTo>
                <a:lnTo>
                  <a:pt x="84912" y="21602"/>
                </a:lnTo>
                <a:lnTo>
                  <a:pt x="83947" y="21678"/>
                </a:lnTo>
                <a:lnTo>
                  <a:pt x="84797" y="21463"/>
                </a:lnTo>
                <a:lnTo>
                  <a:pt x="85026" y="21463"/>
                </a:lnTo>
                <a:lnTo>
                  <a:pt x="85242" y="20955"/>
                </a:lnTo>
                <a:lnTo>
                  <a:pt x="85344" y="20701"/>
                </a:lnTo>
                <a:lnTo>
                  <a:pt x="85344" y="19900"/>
                </a:lnTo>
                <a:lnTo>
                  <a:pt x="85877" y="19812"/>
                </a:lnTo>
                <a:lnTo>
                  <a:pt x="85979" y="20307"/>
                </a:lnTo>
                <a:lnTo>
                  <a:pt x="85979" y="17386"/>
                </a:lnTo>
                <a:lnTo>
                  <a:pt x="85928" y="18796"/>
                </a:lnTo>
                <a:lnTo>
                  <a:pt x="85864" y="18961"/>
                </a:lnTo>
                <a:lnTo>
                  <a:pt x="85864" y="19558"/>
                </a:lnTo>
                <a:lnTo>
                  <a:pt x="85509" y="19646"/>
                </a:lnTo>
                <a:lnTo>
                  <a:pt x="85153" y="19748"/>
                </a:lnTo>
                <a:lnTo>
                  <a:pt x="85153" y="19989"/>
                </a:lnTo>
                <a:lnTo>
                  <a:pt x="85064" y="20167"/>
                </a:lnTo>
                <a:lnTo>
                  <a:pt x="85064" y="20447"/>
                </a:lnTo>
                <a:lnTo>
                  <a:pt x="84594" y="20701"/>
                </a:lnTo>
                <a:lnTo>
                  <a:pt x="84505" y="20955"/>
                </a:lnTo>
                <a:lnTo>
                  <a:pt x="84328" y="21463"/>
                </a:lnTo>
                <a:lnTo>
                  <a:pt x="84023" y="21463"/>
                </a:lnTo>
                <a:lnTo>
                  <a:pt x="83807" y="21577"/>
                </a:lnTo>
                <a:lnTo>
                  <a:pt x="83807" y="21971"/>
                </a:lnTo>
                <a:lnTo>
                  <a:pt x="83540" y="22174"/>
                </a:lnTo>
                <a:lnTo>
                  <a:pt x="83540" y="32004"/>
                </a:lnTo>
                <a:lnTo>
                  <a:pt x="83223" y="31534"/>
                </a:lnTo>
                <a:lnTo>
                  <a:pt x="83045" y="31572"/>
                </a:lnTo>
                <a:lnTo>
                  <a:pt x="83210" y="31496"/>
                </a:lnTo>
                <a:lnTo>
                  <a:pt x="83477" y="31496"/>
                </a:lnTo>
                <a:lnTo>
                  <a:pt x="83540" y="32004"/>
                </a:lnTo>
                <a:lnTo>
                  <a:pt x="83540" y="22174"/>
                </a:lnTo>
                <a:lnTo>
                  <a:pt x="83337" y="22326"/>
                </a:lnTo>
                <a:lnTo>
                  <a:pt x="83337" y="24638"/>
                </a:lnTo>
                <a:lnTo>
                  <a:pt x="83197" y="24638"/>
                </a:lnTo>
                <a:lnTo>
                  <a:pt x="83096" y="25006"/>
                </a:lnTo>
                <a:lnTo>
                  <a:pt x="83070" y="25146"/>
                </a:lnTo>
                <a:lnTo>
                  <a:pt x="83070" y="26162"/>
                </a:lnTo>
                <a:lnTo>
                  <a:pt x="82994" y="25146"/>
                </a:lnTo>
                <a:lnTo>
                  <a:pt x="82969" y="24638"/>
                </a:lnTo>
                <a:lnTo>
                  <a:pt x="83096" y="25006"/>
                </a:lnTo>
                <a:lnTo>
                  <a:pt x="83096" y="24599"/>
                </a:lnTo>
                <a:lnTo>
                  <a:pt x="82867" y="24511"/>
                </a:lnTo>
                <a:lnTo>
                  <a:pt x="82867" y="31496"/>
                </a:lnTo>
                <a:lnTo>
                  <a:pt x="82651" y="31610"/>
                </a:lnTo>
                <a:lnTo>
                  <a:pt x="82651" y="32512"/>
                </a:lnTo>
                <a:lnTo>
                  <a:pt x="82435" y="32512"/>
                </a:lnTo>
                <a:lnTo>
                  <a:pt x="82524" y="32029"/>
                </a:lnTo>
                <a:lnTo>
                  <a:pt x="82588" y="32258"/>
                </a:lnTo>
                <a:lnTo>
                  <a:pt x="82651" y="32512"/>
                </a:lnTo>
                <a:lnTo>
                  <a:pt x="82651" y="31610"/>
                </a:lnTo>
                <a:lnTo>
                  <a:pt x="82524" y="31267"/>
                </a:lnTo>
                <a:lnTo>
                  <a:pt x="82346" y="30988"/>
                </a:lnTo>
                <a:lnTo>
                  <a:pt x="82245" y="31356"/>
                </a:lnTo>
                <a:lnTo>
                  <a:pt x="82207" y="31496"/>
                </a:lnTo>
                <a:lnTo>
                  <a:pt x="82219" y="31330"/>
                </a:lnTo>
                <a:lnTo>
                  <a:pt x="82346" y="30988"/>
                </a:lnTo>
                <a:lnTo>
                  <a:pt x="82588" y="31229"/>
                </a:lnTo>
                <a:lnTo>
                  <a:pt x="82867" y="31496"/>
                </a:lnTo>
                <a:lnTo>
                  <a:pt x="82867" y="24511"/>
                </a:lnTo>
                <a:lnTo>
                  <a:pt x="82638" y="24422"/>
                </a:lnTo>
                <a:lnTo>
                  <a:pt x="83134" y="24168"/>
                </a:lnTo>
                <a:lnTo>
                  <a:pt x="83337" y="24638"/>
                </a:lnTo>
                <a:lnTo>
                  <a:pt x="83337" y="22326"/>
                </a:lnTo>
                <a:lnTo>
                  <a:pt x="83324" y="23622"/>
                </a:lnTo>
                <a:lnTo>
                  <a:pt x="83159" y="23876"/>
                </a:lnTo>
                <a:lnTo>
                  <a:pt x="83108" y="23634"/>
                </a:lnTo>
                <a:lnTo>
                  <a:pt x="83324" y="23622"/>
                </a:lnTo>
                <a:lnTo>
                  <a:pt x="83324" y="22339"/>
                </a:lnTo>
                <a:lnTo>
                  <a:pt x="83362" y="21971"/>
                </a:lnTo>
                <a:lnTo>
                  <a:pt x="83807" y="21971"/>
                </a:lnTo>
                <a:lnTo>
                  <a:pt x="83807" y="21577"/>
                </a:lnTo>
                <a:lnTo>
                  <a:pt x="83527" y="21717"/>
                </a:lnTo>
                <a:lnTo>
                  <a:pt x="83400" y="21717"/>
                </a:lnTo>
                <a:lnTo>
                  <a:pt x="83439" y="21463"/>
                </a:lnTo>
                <a:lnTo>
                  <a:pt x="84023" y="21463"/>
                </a:lnTo>
                <a:lnTo>
                  <a:pt x="84366" y="20955"/>
                </a:lnTo>
                <a:lnTo>
                  <a:pt x="84505" y="20955"/>
                </a:lnTo>
                <a:lnTo>
                  <a:pt x="84505" y="20764"/>
                </a:lnTo>
                <a:lnTo>
                  <a:pt x="84124" y="20955"/>
                </a:lnTo>
                <a:lnTo>
                  <a:pt x="84518" y="20713"/>
                </a:lnTo>
                <a:lnTo>
                  <a:pt x="85039" y="20447"/>
                </a:lnTo>
                <a:lnTo>
                  <a:pt x="85064" y="20167"/>
                </a:lnTo>
                <a:lnTo>
                  <a:pt x="84912" y="20447"/>
                </a:lnTo>
                <a:lnTo>
                  <a:pt x="84734" y="20447"/>
                </a:lnTo>
                <a:lnTo>
                  <a:pt x="85153" y="19989"/>
                </a:lnTo>
                <a:lnTo>
                  <a:pt x="85153" y="19748"/>
                </a:lnTo>
                <a:lnTo>
                  <a:pt x="84861" y="19812"/>
                </a:lnTo>
                <a:lnTo>
                  <a:pt x="84455" y="19812"/>
                </a:lnTo>
                <a:lnTo>
                  <a:pt x="84264" y="19812"/>
                </a:lnTo>
                <a:lnTo>
                  <a:pt x="82981" y="19812"/>
                </a:lnTo>
                <a:lnTo>
                  <a:pt x="82981" y="22479"/>
                </a:lnTo>
                <a:lnTo>
                  <a:pt x="82804" y="22860"/>
                </a:lnTo>
                <a:lnTo>
                  <a:pt x="82804" y="23215"/>
                </a:lnTo>
                <a:lnTo>
                  <a:pt x="82689" y="23622"/>
                </a:lnTo>
                <a:lnTo>
                  <a:pt x="82677" y="24130"/>
                </a:lnTo>
                <a:lnTo>
                  <a:pt x="82537" y="24384"/>
                </a:lnTo>
                <a:lnTo>
                  <a:pt x="82461" y="24523"/>
                </a:lnTo>
                <a:lnTo>
                  <a:pt x="82232" y="24638"/>
                </a:lnTo>
                <a:lnTo>
                  <a:pt x="82461" y="24523"/>
                </a:lnTo>
                <a:lnTo>
                  <a:pt x="82461" y="24358"/>
                </a:lnTo>
                <a:lnTo>
                  <a:pt x="81902" y="24130"/>
                </a:lnTo>
                <a:lnTo>
                  <a:pt x="82308" y="24130"/>
                </a:lnTo>
                <a:lnTo>
                  <a:pt x="82486" y="24130"/>
                </a:lnTo>
                <a:lnTo>
                  <a:pt x="82677" y="24130"/>
                </a:lnTo>
                <a:lnTo>
                  <a:pt x="82677" y="23622"/>
                </a:lnTo>
                <a:lnTo>
                  <a:pt x="82804" y="23215"/>
                </a:lnTo>
                <a:lnTo>
                  <a:pt x="82804" y="22860"/>
                </a:lnTo>
                <a:lnTo>
                  <a:pt x="82740" y="22987"/>
                </a:lnTo>
                <a:lnTo>
                  <a:pt x="82283" y="22987"/>
                </a:lnTo>
                <a:lnTo>
                  <a:pt x="82156" y="23622"/>
                </a:lnTo>
                <a:lnTo>
                  <a:pt x="81915" y="23622"/>
                </a:lnTo>
                <a:lnTo>
                  <a:pt x="81889" y="31496"/>
                </a:lnTo>
                <a:lnTo>
                  <a:pt x="81876" y="31877"/>
                </a:lnTo>
                <a:lnTo>
                  <a:pt x="81457" y="31496"/>
                </a:lnTo>
                <a:lnTo>
                  <a:pt x="81749" y="31496"/>
                </a:lnTo>
                <a:lnTo>
                  <a:pt x="81889" y="31496"/>
                </a:lnTo>
                <a:lnTo>
                  <a:pt x="81889" y="23596"/>
                </a:lnTo>
                <a:lnTo>
                  <a:pt x="81864" y="30988"/>
                </a:lnTo>
                <a:lnTo>
                  <a:pt x="81775" y="31394"/>
                </a:lnTo>
                <a:lnTo>
                  <a:pt x="81648" y="30988"/>
                </a:lnTo>
                <a:lnTo>
                  <a:pt x="81864" y="30988"/>
                </a:lnTo>
                <a:lnTo>
                  <a:pt x="81864" y="23558"/>
                </a:lnTo>
                <a:lnTo>
                  <a:pt x="81457" y="22987"/>
                </a:lnTo>
                <a:lnTo>
                  <a:pt x="80975" y="22987"/>
                </a:lnTo>
                <a:lnTo>
                  <a:pt x="80975" y="30988"/>
                </a:lnTo>
                <a:lnTo>
                  <a:pt x="80949" y="32512"/>
                </a:lnTo>
                <a:lnTo>
                  <a:pt x="80911" y="33401"/>
                </a:lnTo>
                <a:lnTo>
                  <a:pt x="80378" y="33147"/>
                </a:lnTo>
                <a:lnTo>
                  <a:pt x="80886" y="33147"/>
                </a:lnTo>
                <a:lnTo>
                  <a:pt x="80911" y="33401"/>
                </a:lnTo>
                <a:lnTo>
                  <a:pt x="80911" y="32537"/>
                </a:lnTo>
                <a:lnTo>
                  <a:pt x="80251" y="32766"/>
                </a:lnTo>
                <a:lnTo>
                  <a:pt x="80403" y="32512"/>
                </a:lnTo>
                <a:lnTo>
                  <a:pt x="80949" y="32512"/>
                </a:lnTo>
                <a:lnTo>
                  <a:pt x="80949" y="31064"/>
                </a:lnTo>
                <a:lnTo>
                  <a:pt x="80352" y="30988"/>
                </a:lnTo>
                <a:lnTo>
                  <a:pt x="80975" y="30988"/>
                </a:lnTo>
                <a:lnTo>
                  <a:pt x="80975" y="22987"/>
                </a:lnTo>
                <a:lnTo>
                  <a:pt x="80492" y="22987"/>
                </a:lnTo>
                <a:lnTo>
                  <a:pt x="80492" y="28321"/>
                </a:lnTo>
                <a:lnTo>
                  <a:pt x="80276" y="28575"/>
                </a:lnTo>
                <a:lnTo>
                  <a:pt x="80035" y="28498"/>
                </a:lnTo>
                <a:lnTo>
                  <a:pt x="80035" y="33147"/>
                </a:lnTo>
                <a:lnTo>
                  <a:pt x="79794" y="33540"/>
                </a:lnTo>
                <a:lnTo>
                  <a:pt x="80022" y="33147"/>
                </a:lnTo>
                <a:lnTo>
                  <a:pt x="80035" y="28498"/>
                </a:lnTo>
                <a:lnTo>
                  <a:pt x="79692" y="28397"/>
                </a:lnTo>
                <a:lnTo>
                  <a:pt x="79692" y="33655"/>
                </a:lnTo>
                <a:lnTo>
                  <a:pt x="76022" y="33655"/>
                </a:lnTo>
                <a:lnTo>
                  <a:pt x="76022" y="43688"/>
                </a:lnTo>
                <a:lnTo>
                  <a:pt x="75768" y="43954"/>
                </a:lnTo>
                <a:lnTo>
                  <a:pt x="76009" y="43688"/>
                </a:lnTo>
                <a:lnTo>
                  <a:pt x="76022" y="33655"/>
                </a:lnTo>
                <a:lnTo>
                  <a:pt x="76009" y="39497"/>
                </a:lnTo>
                <a:lnTo>
                  <a:pt x="75539" y="39624"/>
                </a:lnTo>
                <a:lnTo>
                  <a:pt x="75539" y="44196"/>
                </a:lnTo>
                <a:lnTo>
                  <a:pt x="75298" y="44462"/>
                </a:lnTo>
                <a:lnTo>
                  <a:pt x="74434" y="44196"/>
                </a:lnTo>
                <a:lnTo>
                  <a:pt x="74853" y="44196"/>
                </a:lnTo>
                <a:lnTo>
                  <a:pt x="75539" y="44196"/>
                </a:lnTo>
                <a:lnTo>
                  <a:pt x="75539" y="39624"/>
                </a:lnTo>
                <a:lnTo>
                  <a:pt x="75018" y="39751"/>
                </a:lnTo>
                <a:lnTo>
                  <a:pt x="75222" y="39497"/>
                </a:lnTo>
                <a:lnTo>
                  <a:pt x="75730" y="39497"/>
                </a:lnTo>
                <a:lnTo>
                  <a:pt x="76009" y="39497"/>
                </a:lnTo>
                <a:lnTo>
                  <a:pt x="76009" y="33655"/>
                </a:lnTo>
                <a:lnTo>
                  <a:pt x="75184" y="33655"/>
                </a:lnTo>
                <a:lnTo>
                  <a:pt x="75184" y="38862"/>
                </a:lnTo>
                <a:lnTo>
                  <a:pt x="75120" y="39001"/>
                </a:lnTo>
                <a:lnTo>
                  <a:pt x="74968" y="38862"/>
                </a:lnTo>
                <a:lnTo>
                  <a:pt x="74930" y="39179"/>
                </a:lnTo>
                <a:lnTo>
                  <a:pt x="74904" y="39471"/>
                </a:lnTo>
                <a:lnTo>
                  <a:pt x="74866" y="39154"/>
                </a:lnTo>
                <a:lnTo>
                  <a:pt x="74587" y="38862"/>
                </a:lnTo>
                <a:lnTo>
                  <a:pt x="74866" y="39116"/>
                </a:lnTo>
                <a:lnTo>
                  <a:pt x="74841" y="38862"/>
                </a:lnTo>
                <a:lnTo>
                  <a:pt x="74968" y="38862"/>
                </a:lnTo>
                <a:lnTo>
                  <a:pt x="75184" y="38862"/>
                </a:lnTo>
                <a:lnTo>
                  <a:pt x="75184" y="33655"/>
                </a:lnTo>
                <a:lnTo>
                  <a:pt x="74917" y="33655"/>
                </a:lnTo>
                <a:lnTo>
                  <a:pt x="74739" y="33655"/>
                </a:lnTo>
                <a:lnTo>
                  <a:pt x="74371" y="33286"/>
                </a:lnTo>
                <a:lnTo>
                  <a:pt x="74345" y="36830"/>
                </a:lnTo>
                <a:lnTo>
                  <a:pt x="74345" y="37058"/>
                </a:lnTo>
                <a:lnTo>
                  <a:pt x="73875" y="36830"/>
                </a:lnTo>
                <a:lnTo>
                  <a:pt x="73875" y="41021"/>
                </a:lnTo>
                <a:lnTo>
                  <a:pt x="73774" y="41414"/>
                </a:lnTo>
                <a:lnTo>
                  <a:pt x="73647" y="41275"/>
                </a:lnTo>
                <a:lnTo>
                  <a:pt x="73736" y="41529"/>
                </a:lnTo>
                <a:lnTo>
                  <a:pt x="73380" y="41021"/>
                </a:lnTo>
                <a:lnTo>
                  <a:pt x="73558" y="41021"/>
                </a:lnTo>
                <a:lnTo>
                  <a:pt x="73875" y="41021"/>
                </a:lnTo>
                <a:lnTo>
                  <a:pt x="73875" y="36830"/>
                </a:lnTo>
                <a:lnTo>
                  <a:pt x="74066" y="36830"/>
                </a:lnTo>
                <a:lnTo>
                  <a:pt x="74345" y="36830"/>
                </a:lnTo>
                <a:lnTo>
                  <a:pt x="74345" y="33261"/>
                </a:lnTo>
                <a:lnTo>
                  <a:pt x="74333" y="36322"/>
                </a:lnTo>
                <a:lnTo>
                  <a:pt x="74231" y="36512"/>
                </a:lnTo>
                <a:lnTo>
                  <a:pt x="74282" y="36322"/>
                </a:lnTo>
                <a:lnTo>
                  <a:pt x="74333" y="33248"/>
                </a:lnTo>
                <a:lnTo>
                  <a:pt x="74815" y="33210"/>
                </a:lnTo>
                <a:lnTo>
                  <a:pt x="79692" y="33655"/>
                </a:lnTo>
                <a:lnTo>
                  <a:pt x="79692" y="28397"/>
                </a:lnTo>
                <a:lnTo>
                  <a:pt x="79489" y="28321"/>
                </a:lnTo>
                <a:lnTo>
                  <a:pt x="79806" y="28321"/>
                </a:lnTo>
                <a:lnTo>
                  <a:pt x="79425" y="27647"/>
                </a:lnTo>
                <a:lnTo>
                  <a:pt x="79425" y="32639"/>
                </a:lnTo>
                <a:lnTo>
                  <a:pt x="78790" y="32512"/>
                </a:lnTo>
                <a:lnTo>
                  <a:pt x="78727" y="33147"/>
                </a:lnTo>
                <a:lnTo>
                  <a:pt x="78066" y="33147"/>
                </a:lnTo>
                <a:lnTo>
                  <a:pt x="77622" y="33147"/>
                </a:lnTo>
                <a:lnTo>
                  <a:pt x="77685" y="32512"/>
                </a:lnTo>
                <a:lnTo>
                  <a:pt x="78066" y="33147"/>
                </a:lnTo>
                <a:lnTo>
                  <a:pt x="78422" y="32512"/>
                </a:lnTo>
                <a:lnTo>
                  <a:pt x="78790" y="32512"/>
                </a:lnTo>
                <a:lnTo>
                  <a:pt x="79387" y="32512"/>
                </a:lnTo>
                <a:lnTo>
                  <a:pt x="79425" y="32639"/>
                </a:lnTo>
                <a:lnTo>
                  <a:pt x="79425" y="27647"/>
                </a:lnTo>
                <a:lnTo>
                  <a:pt x="79235" y="27305"/>
                </a:lnTo>
                <a:lnTo>
                  <a:pt x="79336" y="27813"/>
                </a:lnTo>
                <a:lnTo>
                  <a:pt x="78765" y="27813"/>
                </a:lnTo>
                <a:lnTo>
                  <a:pt x="78562" y="27813"/>
                </a:lnTo>
                <a:lnTo>
                  <a:pt x="78968" y="27305"/>
                </a:lnTo>
                <a:lnTo>
                  <a:pt x="79184" y="27305"/>
                </a:lnTo>
                <a:lnTo>
                  <a:pt x="80276" y="27305"/>
                </a:lnTo>
                <a:lnTo>
                  <a:pt x="79946" y="27813"/>
                </a:lnTo>
                <a:lnTo>
                  <a:pt x="79527" y="27813"/>
                </a:lnTo>
                <a:lnTo>
                  <a:pt x="79806" y="28321"/>
                </a:lnTo>
                <a:lnTo>
                  <a:pt x="80492" y="28321"/>
                </a:lnTo>
                <a:lnTo>
                  <a:pt x="80492" y="22987"/>
                </a:lnTo>
                <a:lnTo>
                  <a:pt x="79895" y="22987"/>
                </a:lnTo>
                <a:lnTo>
                  <a:pt x="79895" y="26797"/>
                </a:lnTo>
                <a:lnTo>
                  <a:pt x="79692" y="26949"/>
                </a:lnTo>
                <a:lnTo>
                  <a:pt x="79616" y="26797"/>
                </a:lnTo>
                <a:lnTo>
                  <a:pt x="79235" y="27165"/>
                </a:lnTo>
                <a:lnTo>
                  <a:pt x="79527" y="26797"/>
                </a:lnTo>
                <a:lnTo>
                  <a:pt x="79895" y="26797"/>
                </a:lnTo>
                <a:lnTo>
                  <a:pt x="79895" y="22987"/>
                </a:lnTo>
                <a:lnTo>
                  <a:pt x="79286" y="22987"/>
                </a:lnTo>
                <a:lnTo>
                  <a:pt x="79286" y="26797"/>
                </a:lnTo>
                <a:lnTo>
                  <a:pt x="79159" y="26822"/>
                </a:lnTo>
                <a:lnTo>
                  <a:pt x="78803" y="26873"/>
                </a:lnTo>
                <a:lnTo>
                  <a:pt x="78676" y="26885"/>
                </a:lnTo>
                <a:lnTo>
                  <a:pt x="78511" y="26797"/>
                </a:lnTo>
                <a:lnTo>
                  <a:pt x="78752" y="26797"/>
                </a:lnTo>
                <a:lnTo>
                  <a:pt x="79184" y="26797"/>
                </a:lnTo>
                <a:lnTo>
                  <a:pt x="79286" y="22987"/>
                </a:lnTo>
                <a:lnTo>
                  <a:pt x="78232" y="22987"/>
                </a:lnTo>
                <a:lnTo>
                  <a:pt x="78232" y="27305"/>
                </a:lnTo>
                <a:lnTo>
                  <a:pt x="77889" y="27813"/>
                </a:lnTo>
                <a:lnTo>
                  <a:pt x="77889" y="29337"/>
                </a:lnTo>
                <a:lnTo>
                  <a:pt x="77736" y="28829"/>
                </a:lnTo>
                <a:lnTo>
                  <a:pt x="77889" y="29337"/>
                </a:lnTo>
                <a:lnTo>
                  <a:pt x="77889" y="27813"/>
                </a:lnTo>
                <a:lnTo>
                  <a:pt x="77749" y="27305"/>
                </a:lnTo>
                <a:lnTo>
                  <a:pt x="78232" y="27305"/>
                </a:lnTo>
                <a:lnTo>
                  <a:pt x="78232" y="22987"/>
                </a:lnTo>
                <a:lnTo>
                  <a:pt x="77139" y="22987"/>
                </a:lnTo>
                <a:lnTo>
                  <a:pt x="77139" y="27305"/>
                </a:lnTo>
                <a:lnTo>
                  <a:pt x="76987" y="27533"/>
                </a:lnTo>
                <a:lnTo>
                  <a:pt x="76822" y="27368"/>
                </a:lnTo>
                <a:lnTo>
                  <a:pt x="76822" y="27813"/>
                </a:lnTo>
                <a:lnTo>
                  <a:pt x="76669" y="28067"/>
                </a:lnTo>
                <a:lnTo>
                  <a:pt x="76517" y="28321"/>
                </a:lnTo>
                <a:lnTo>
                  <a:pt x="76276" y="28321"/>
                </a:lnTo>
                <a:lnTo>
                  <a:pt x="74523" y="28321"/>
                </a:lnTo>
                <a:lnTo>
                  <a:pt x="74523" y="33147"/>
                </a:lnTo>
                <a:lnTo>
                  <a:pt x="74371" y="33147"/>
                </a:lnTo>
                <a:lnTo>
                  <a:pt x="74244" y="33147"/>
                </a:lnTo>
                <a:lnTo>
                  <a:pt x="74155" y="32804"/>
                </a:lnTo>
                <a:lnTo>
                  <a:pt x="74129" y="33655"/>
                </a:lnTo>
                <a:lnTo>
                  <a:pt x="74079" y="36322"/>
                </a:lnTo>
                <a:lnTo>
                  <a:pt x="73825" y="36398"/>
                </a:lnTo>
                <a:lnTo>
                  <a:pt x="73596" y="36322"/>
                </a:lnTo>
                <a:lnTo>
                  <a:pt x="74079" y="36322"/>
                </a:lnTo>
                <a:lnTo>
                  <a:pt x="74079" y="33756"/>
                </a:lnTo>
                <a:lnTo>
                  <a:pt x="73901" y="33655"/>
                </a:lnTo>
                <a:lnTo>
                  <a:pt x="74129" y="33655"/>
                </a:lnTo>
                <a:lnTo>
                  <a:pt x="74129" y="32842"/>
                </a:lnTo>
                <a:lnTo>
                  <a:pt x="73926" y="33147"/>
                </a:lnTo>
                <a:lnTo>
                  <a:pt x="73926" y="33375"/>
                </a:lnTo>
                <a:lnTo>
                  <a:pt x="73634" y="33147"/>
                </a:lnTo>
                <a:lnTo>
                  <a:pt x="73825" y="33147"/>
                </a:lnTo>
                <a:lnTo>
                  <a:pt x="73685" y="32512"/>
                </a:lnTo>
                <a:lnTo>
                  <a:pt x="74168" y="32512"/>
                </a:lnTo>
                <a:lnTo>
                  <a:pt x="74345" y="32512"/>
                </a:lnTo>
                <a:lnTo>
                  <a:pt x="74498" y="32512"/>
                </a:lnTo>
                <a:lnTo>
                  <a:pt x="74523" y="33147"/>
                </a:lnTo>
                <a:lnTo>
                  <a:pt x="74523" y="28321"/>
                </a:lnTo>
                <a:lnTo>
                  <a:pt x="73317" y="28321"/>
                </a:lnTo>
                <a:lnTo>
                  <a:pt x="73317" y="36322"/>
                </a:lnTo>
                <a:lnTo>
                  <a:pt x="72859" y="36322"/>
                </a:lnTo>
                <a:lnTo>
                  <a:pt x="73126" y="36601"/>
                </a:lnTo>
                <a:lnTo>
                  <a:pt x="72859" y="36322"/>
                </a:lnTo>
                <a:lnTo>
                  <a:pt x="72809" y="37223"/>
                </a:lnTo>
                <a:lnTo>
                  <a:pt x="71818" y="36830"/>
                </a:lnTo>
                <a:lnTo>
                  <a:pt x="72275" y="36830"/>
                </a:lnTo>
                <a:lnTo>
                  <a:pt x="72707" y="36830"/>
                </a:lnTo>
                <a:lnTo>
                  <a:pt x="72809" y="37223"/>
                </a:lnTo>
                <a:lnTo>
                  <a:pt x="72809" y="36271"/>
                </a:lnTo>
                <a:lnTo>
                  <a:pt x="72224" y="35687"/>
                </a:lnTo>
                <a:lnTo>
                  <a:pt x="73113" y="35687"/>
                </a:lnTo>
                <a:lnTo>
                  <a:pt x="73317" y="36322"/>
                </a:lnTo>
                <a:lnTo>
                  <a:pt x="73317" y="28321"/>
                </a:lnTo>
                <a:lnTo>
                  <a:pt x="70053" y="28321"/>
                </a:lnTo>
                <a:lnTo>
                  <a:pt x="70053" y="43688"/>
                </a:lnTo>
                <a:lnTo>
                  <a:pt x="69786" y="43827"/>
                </a:lnTo>
                <a:lnTo>
                  <a:pt x="69748" y="43688"/>
                </a:lnTo>
                <a:lnTo>
                  <a:pt x="70053" y="43688"/>
                </a:lnTo>
                <a:lnTo>
                  <a:pt x="70053" y="28321"/>
                </a:lnTo>
                <a:lnTo>
                  <a:pt x="69456" y="28321"/>
                </a:lnTo>
                <a:lnTo>
                  <a:pt x="69456" y="43180"/>
                </a:lnTo>
                <a:lnTo>
                  <a:pt x="69443" y="43688"/>
                </a:lnTo>
                <a:lnTo>
                  <a:pt x="69202" y="43688"/>
                </a:lnTo>
                <a:lnTo>
                  <a:pt x="69062" y="43688"/>
                </a:lnTo>
                <a:lnTo>
                  <a:pt x="68503" y="43180"/>
                </a:lnTo>
                <a:lnTo>
                  <a:pt x="68516" y="43027"/>
                </a:lnTo>
                <a:lnTo>
                  <a:pt x="68961" y="43180"/>
                </a:lnTo>
                <a:lnTo>
                  <a:pt x="69456" y="43180"/>
                </a:lnTo>
                <a:lnTo>
                  <a:pt x="69456" y="28321"/>
                </a:lnTo>
                <a:lnTo>
                  <a:pt x="68503" y="28321"/>
                </a:lnTo>
                <a:lnTo>
                  <a:pt x="68503" y="43027"/>
                </a:lnTo>
                <a:lnTo>
                  <a:pt x="68491" y="43180"/>
                </a:lnTo>
                <a:lnTo>
                  <a:pt x="31267" y="43180"/>
                </a:lnTo>
                <a:lnTo>
                  <a:pt x="31267" y="46355"/>
                </a:lnTo>
                <a:lnTo>
                  <a:pt x="31115" y="46863"/>
                </a:lnTo>
                <a:lnTo>
                  <a:pt x="30746" y="46863"/>
                </a:lnTo>
                <a:lnTo>
                  <a:pt x="30746" y="46355"/>
                </a:lnTo>
                <a:lnTo>
                  <a:pt x="31267" y="46355"/>
                </a:lnTo>
                <a:lnTo>
                  <a:pt x="31267" y="43180"/>
                </a:lnTo>
                <a:lnTo>
                  <a:pt x="29883" y="43180"/>
                </a:lnTo>
                <a:lnTo>
                  <a:pt x="29883" y="46863"/>
                </a:lnTo>
                <a:lnTo>
                  <a:pt x="26885" y="47117"/>
                </a:lnTo>
                <a:lnTo>
                  <a:pt x="27406" y="46863"/>
                </a:lnTo>
                <a:lnTo>
                  <a:pt x="29883" y="46863"/>
                </a:lnTo>
                <a:lnTo>
                  <a:pt x="29883" y="43180"/>
                </a:lnTo>
                <a:lnTo>
                  <a:pt x="29006" y="43180"/>
                </a:lnTo>
                <a:lnTo>
                  <a:pt x="29006" y="45212"/>
                </a:lnTo>
                <a:lnTo>
                  <a:pt x="27762" y="45466"/>
                </a:lnTo>
                <a:lnTo>
                  <a:pt x="28143" y="45212"/>
                </a:lnTo>
                <a:lnTo>
                  <a:pt x="28549" y="45212"/>
                </a:lnTo>
                <a:lnTo>
                  <a:pt x="29006" y="45212"/>
                </a:lnTo>
                <a:lnTo>
                  <a:pt x="29006" y="43180"/>
                </a:lnTo>
                <a:lnTo>
                  <a:pt x="26581" y="43180"/>
                </a:lnTo>
                <a:lnTo>
                  <a:pt x="26581" y="43688"/>
                </a:lnTo>
                <a:lnTo>
                  <a:pt x="26441" y="43738"/>
                </a:lnTo>
                <a:lnTo>
                  <a:pt x="26441" y="46863"/>
                </a:lnTo>
                <a:lnTo>
                  <a:pt x="26212" y="47002"/>
                </a:lnTo>
                <a:lnTo>
                  <a:pt x="26250" y="46863"/>
                </a:lnTo>
                <a:lnTo>
                  <a:pt x="26441" y="46863"/>
                </a:lnTo>
                <a:lnTo>
                  <a:pt x="26441" y="43738"/>
                </a:lnTo>
                <a:lnTo>
                  <a:pt x="25793" y="43942"/>
                </a:lnTo>
                <a:lnTo>
                  <a:pt x="25781" y="43688"/>
                </a:lnTo>
                <a:lnTo>
                  <a:pt x="26581" y="43688"/>
                </a:lnTo>
                <a:lnTo>
                  <a:pt x="26581" y="43180"/>
                </a:lnTo>
                <a:lnTo>
                  <a:pt x="9296" y="43180"/>
                </a:lnTo>
                <a:lnTo>
                  <a:pt x="9296" y="55753"/>
                </a:lnTo>
                <a:lnTo>
                  <a:pt x="8877" y="55753"/>
                </a:lnTo>
                <a:lnTo>
                  <a:pt x="8877" y="56007"/>
                </a:lnTo>
                <a:lnTo>
                  <a:pt x="8851" y="56261"/>
                </a:lnTo>
                <a:lnTo>
                  <a:pt x="8699" y="56261"/>
                </a:lnTo>
                <a:lnTo>
                  <a:pt x="8877" y="56007"/>
                </a:lnTo>
                <a:lnTo>
                  <a:pt x="8483" y="56261"/>
                </a:lnTo>
                <a:lnTo>
                  <a:pt x="8343" y="56476"/>
                </a:lnTo>
                <a:lnTo>
                  <a:pt x="8369" y="56261"/>
                </a:lnTo>
                <a:lnTo>
                  <a:pt x="7416" y="56261"/>
                </a:lnTo>
                <a:lnTo>
                  <a:pt x="7289" y="56197"/>
                </a:lnTo>
                <a:lnTo>
                  <a:pt x="7239" y="56388"/>
                </a:lnTo>
                <a:lnTo>
                  <a:pt x="7010" y="56261"/>
                </a:lnTo>
                <a:lnTo>
                  <a:pt x="6832" y="56261"/>
                </a:lnTo>
                <a:lnTo>
                  <a:pt x="6731" y="56007"/>
                </a:lnTo>
                <a:lnTo>
                  <a:pt x="6997" y="56007"/>
                </a:lnTo>
                <a:lnTo>
                  <a:pt x="7010" y="55753"/>
                </a:lnTo>
                <a:lnTo>
                  <a:pt x="7124" y="56007"/>
                </a:lnTo>
                <a:lnTo>
                  <a:pt x="7353" y="56007"/>
                </a:lnTo>
                <a:lnTo>
                  <a:pt x="8877" y="56007"/>
                </a:lnTo>
                <a:lnTo>
                  <a:pt x="8877" y="55753"/>
                </a:lnTo>
                <a:lnTo>
                  <a:pt x="8737" y="55753"/>
                </a:lnTo>
                <a:lnTo>
                  <a:pt x="8737" y="55981"/>
                </a:lnTo>
                <a:lnTo>
                  <a:pt x="8267" y="55880"/>
                </a:lnTo>
                <a:lnTo>
                  <a:pt x="8737" y="55981"/>
                </a:lnTo>
                <a:lnTo>
                  <a:pt x="8737" y="55753"/>
                </a:lnTo>
                <a:lnTo>
                  <a:pt x="8178" y="55753"/>
                </a:lnTo>
                <a:lnTo>
                  <a:pt x="8001" y="55499"/>
                </a:lnTo>
                <a:lnTo>
                  <a:pt x="9296" y="55753"/>
                </a:lnTo>
                <a:lnTo>
                  <a:pt x="9296" y="43180"/>
                </a:lnTo>
                <a:lnTo>
                  <a:pt x="7975" y="43180"/>
                </a:lnTo>
                <a:lnTo>
                  <a:pt x="7670" y="43688"/>
                </a:lnTo>
                <a:lnTo>
                  <a:pt x="7315" y="43688"/>
                </a:lnTo>
                <a:lnTo>
                  <a:pt x="7264" y="46863"/>
                </a:lnTo>
                <a:lnTo>
                  <a:pt x="7264" y="47117"/>
                </a:lnTo>
                <a:lnTo>
                  <a:pt x="7264" y="47282"/>
                </a:lnTo>
                <a:lnTo>
                  <a:pt x="7175" y="54737"/>
                </a:lnTo>
                <a:lnTo>
                  <a:pt x="6985" y="54991"/>
                </a:lnTo>
                <a:lnTo>
                  <a:pt x="6692" y="55245"/>
                </a:lnTo>
                <a:lnTo>
                  <a:pt x="6642" y="55499"/>
                </a:lnTo>
                <a:lnTo>
                  <a:pt x="6692" y="54737"/>
                </a:lnTo>
                <a:lnTo>
                  <a:pt x="6972" y="54737"/>
                </a:lnTo>
                <a:lnTo>
                  <a:pt x="7175" y="54737"/>
                </a:lnTo>
                <a:lnTo>
                  <a:pt x="7175" y="47256"/>
                </a:lnTo>
                <a:lnTo>
                  <a:pt x="7112" y="52705"/>
                </a:lnTo>
                <a:lnTo>
                  <a:pt x="6794" y="52832"/>
                </a:lnTo>
                <a:lnTo>
                  <a:pt x="6781" y="52705"/>
                </a:lnTo>
                <a:lnTo>
                  <a:pt x="7112" y="52705"/>
                </a:lnTo>
                <a:lnTo>
                  <a:pt x="7112" y="47218"/>
                </a:lnTo>
                <a:lnTo>
                  <a:pt x="6921" y="46939"/>
                </a:lnTo>
                <a:lnTo>
                  <a:pt x="6972" y="46355"/>
                </a:lnTo>
                <a:lnTo>
                  <a:pt x="7264" y="46863"/>
                </a:lnTo>
                <a:lnTo>
                  <a:pt x="7264" y="43688"/>
                </a:lnTo>
                <a:lnTo>
                  <a:pt x="7289" y="43497"/>
                </a:lnTo>
                <a:lnTo>
                  <a:pt x="7480" y="43230"/>
                </a:lnTo>
                <a:lnTo>
                  <a:pt x="7620" y="43180"/>
                </a:lnTo>
                <a:lnTo>
                  <a:pt x="7823" y="43180"/>
                </a:lnTo>
                <a:lnTo>
                  <a:pt x="8178" y="42672"/>
                </a:lnTo>
                <a:lnTo>
                  <a:pt x="67487" y="42672"/>
                </a:lnTo>
                <a:lnTo>
                  <a:pt x="68224" y="42926"/>
                </a:lnTo>
                <a:lnTo>
                  <a:pt x="68503" y="43027"/>
                </a:lnTo>
                <a:lnTo>
                  <a:pt x="68503" y="28321"/>
                </a:lnTo>
                <a:lnTo>
                  <a:pt x="67945" y="28321"/>
                </a:lnTo>
                <a:lnTo>
                  <a:pt x="67945" y="42672"/>
                </a:lnTo>
                <a:lnTo>
                  <a:pt x="67678" y="42291"/>
                </a:lnTo>
                <a:lnTo>
                  <a:pt x="67564" y="42037"/>
                </a:lnTo>
                <a:lnTo>
                  <a:pt x="67678" y="42240"/>
                </a:lnTo>
                <a:lnTo>
                  <a:pt x="67945" y="42672"/>
                </a:lnTo>
                <a:lnTo>
                  <a:pt x="67945" y="28321"/>
                </a:lnTo>
                <a:lnTo>
                  <a:pt x="66243" y="28321"/>
                </a:lnTo>
                <a:lnTo>
                  <a:pt x="66243" y="38354"/>
                </a:lnTo>
                <a:lnTo>
                  <a:pt x="65900" y="38354"/>
                </a:lnTo>
                <a:lnTo>
                  <a:pt x="65709" y="38100"/>
                </a:lnTo>
                <a:lnTo>
                  <a:pt x="65532" y="37846"/>
                </a:lnTo>
                <a:lnTo>
                  <a:pt x="66167" y="37846"/>
                </a:lnTo>
                <a:lnTo>
                  <a:pt x="66179" y="37985"/>
                </a:lnTo>
                <a:lnTo>
                  <a:pt x="66243" y="38354"/>
                </a:lnTo>
                <a:lnTo>
                  <a:pt x="66243" y="28321"/>
                </a:lnTo>
                <a:lnTo>
                  <a:pt x="66192" y="36830"/>
                </a:lnTo>
                <a:lnTo>
                  <a:pt x="66192" y="36957"/>
                </a:lnTo>
                <a:lnTo>
                  <a:pt x="66192" y="37122"/>
                </a:lnTo>
                <a:lnTo>
                  <a:pt x="66103" y="36982"/>
                </a:lnTo>
                <a:lnTo>
                  <a:pt x="66001" y="36830"/>
                </a:lnTo>
                <a:lnTo>
                  <a:pt x="66192" y="36830"/>
                </a:lnTo>
                <a:lnTo>
                  <a:pt x="66192" y="28321"/>
                </a:lnTo>
                <a:lnTo>
                  <a:pt x="65874" y="28321"/>
                </a:lnTo>
                <a:lnTo>
                  <a:pt x="65874" y="37338"/>
                </a:lnTo>
                <a:lnTo>
                  <a:pt x="65163" y="37338"/>
                </a:lnTo>
                <a:lnTo>
                  <a:pt x="64795" y="36830"/>
                </a:lnTo>
                <a:lnTo>
                  <a:pt x="65493" y="36830"/>
                </a:lnTo>
                <a:lnTo>
                  <a:pt x="65684" y="37084"/>
                </a:lnTo>
                <a:lnTo>
                  <a:pt x="65874" y="37338"/>
                </a:lnTo>
                <a:lnTo>
                  <a:pt x="65874" y="28321"/>
                </a:lnTo>
                <a:lnTo>
                  <a:pt x="62941" y="28321"/>
                </a:lnTo>
                <a:lnTo>
                  <a:pt x="62179" y="28829"/>
                </a:lnTo>
                <a:lnTo>
                  <a:pt x="61709" y="28829"/>
                </a:lnTo>
                <a:lnTo>
                  <a:pt x="62268" y="28321"/>
                </a:lnTo>
                <a:lnTo>
                  <a:pt x="61582" y="28321"/>
                </a:lnTo>
                <a:lnTo>
                  <a:pt x="61582" y="29337"/>
                </a:lnTo>
                <a:lnTo>
                  <a:pt x="61201" y="29591"/>
                </a:lnTo>
                <a:lnTo>
                  <a:pt x="61277" y="29337"/>
                </a:lnTo>
                <a:lnTo>
                  <a:pt x="61518" y="29337"/>
                </a:lnTo>
                <a:lnTo>
                  <a:pt x="61582" y="28321"/>
                </a:lnTo>
                <a:lnTo>
                  <a:pt x="61175" y="28321"/>
                </a:lnTo>
                <a:lnTo>
                  <a:pt x="61175" y="30480"/>
                </a:lnTo>
                <a:lnTo>
                  <a:pt x="60972" y="30988"/>
                </a:lnTo>
                <a:lnTo>
                  <a:pt x="60655" y="30988"/>
                </a:lnTo>
                <a:lnTo>
                  <a:pt x="60921" y="30480"/>
                </a:lnTo>
                <a:lnTo>
                  <a:pt x="61175" y="30480"/>
                </a:lnTo>
                <a:lnTo>
                  <a:pt x="61175" y="28321"/>
                </a:lnTo>
                <a:lnTo>
                  <a:pt x="60718" y="28321"/>
                </a:lnTo>
                <a:lnTo>
                  <a:pt x="60718" y="29337"/>
                </a:lnTo>
                <a:lnTo>
                  <a:pt x="60655" y="29641"/>
                </a:lnTo>
                <a:lnTo>
                  <a:pt x="59778" y="29337"/>
                </a:lnTo>
                <a:lnTo>
                  <a:pt x="60591" y="29337"/>
                </a:lnTo>
                <a:lnTo>
                  <a:pt x="60718" y="29337"/>
                </a:lnTo>
                <a:lnTo>
                  <a:pt x="60718" y="28321"/>
                </a:lnTo>
                <a:lnTo>
                  <a:pt x="58864" y="28321"/>
                </a:lnTo>
                <a:lnTo>
                  <a:pt x="58864" y="30480"/>
                </a:lnTo>
                <a:lnTo>
                  <a:pt x="58521" y="30480"/>
                </a:lnTo>
                <a:lnTo>
                  <a:pt x="58343" y="30988"/>
                </a:lnTo>
                <a:lnTo>
                  <a:pt x="58178" y="30988"/>
                </a:lnTo>
                <a:lnTo>
                  <a:pt x="58102" y="31242"/>
                </a:lnTo>
                <a:lnTo>
                  <a:pt x="58102" y="37846"/>
                </a:lnTo>
                <a:lnTo>
                  <a:pt x="58102" y="37973"/>
                </a:lnTo>
                <a:lnTo>
                  <a:pt x="58102" y="38201"/>
                </a:lnTo>
                <a:lnTo>
                  <a:pt x="58077" y="37985"/>
                </a:lnTo>
                <a:lnTo>
                  <a:pt x="58102" y="37846"/>
                </a:lnTo>
                <a:lnTo>
                  <a:pt x="58102" y="31242"/>
                </a:lnTo>
                <a:lnTo>
                  <a:pt x="57899" y="30988"/>
                </a:lnTo>
                <a:lnTo>
                  <a:pt x="57899" y="38100"/>
                </a:lnTo>
                <a:lnTo>
                  <a:pt x="57492" y="38354"/>
                </a:lnTo>
                <a:lnTo>
                  <a:pt x="56299" y="38354"/>
                </a:lnTo>
                <a:lnTo>
                  <a:pt x="56603" y="37846"/>
                </a:lnTo>
                <a:lnTo>
                  <a:pt x="56134" y="37846"/>
                </a:lnTo>
                <a:lnTo>
                  <a:pt x="56134" y="39497"/>
                </a:lnTo>
                <a:lnTo>
                  <a:pt x="55981" y="39535"/>
                </a:lnTo>
                <a:lnTo>
                  <a:pt x="56134" y="39497"/>
                </a:lnTo>
                <a:lnTo>
                  <a:pt x="56134" y="37846"/>
                </a:lnTo>
                <a:lnTo>
                  <a:pt x="55740" y="37693"/>
                </a:lnTo>
                <a:lnTo>
                  <a:pt x="55765" y="37553"/>
                </a:lnTo>
                <a:lnTo>
                  <a:pt x="56832" y="37846"/>
                </a:lnTo>
                <a:lnTo>
                  <a:pt x="57467" y="38354"/>
                </a:lnTo>
                <a:lnTo>
                  <a:pt x="57873" y="38112"/>
                </a:lnTo>
                <a:lnTo>
                  <a:pt x="57175" y="37846"/>
                </a:lnTo>
                <a:lnTo>
                  <a:pt x="57556" y="37846"/>
                </a:lnTo>
                <a:lnTo>
                  <a:pt x="57759" y="37846"/>
                </a:lnTo>
                <a:lnTo>
                  <a:pt x="57886" y="38100"/>
                </a:lnTo>
                <a:lnTo>
                  <a:pt x="57899" y="30988"/>
                </a:lnTo>
                <a:lnTo>
                  <a:pt x="57594" y="30988"/>
                </a:lnTo>
                <a:lnTo>
                  <a:pt x="57404" y="30988"/>
                </a:lnTo>
                <a:lnTo>
                  <a:pt x="56997" y="31153"/>
                </a:lnTo>
                <a:lnTo>
                  <a:pt x="57378" y="31496"/>
                </a:lnTo>
                <a:lnTo>
                  <a:pt x="57378" y="32004"/>
                </a:lnTo>
                <a:lnTo>
                  <a:pt x="57137" y="32004"/>
                </a:lnTo>
                <a:lnTo>
                  <a:pt x="57137" y="36322"/>
                </a:lnTo>
                <a:lnTo>
                  <a:pt x="57137" y="36830"/>
                </a:lnTo>
                <a:lnTo>
                  <a:pt x="56997" y="37338"/>
                </a:lnTo>
                <a:lnTo>
                  <a:pt x="56299" y="37338"/>
                </a:lnTo>
                <a:lnTo>
                  <a:pt x="55981" y="37338"/>
                </a:lnTo>
                <a:lnTo>
                  <a:pt x="56197" y="37249"/>
                </a:lnTo>
                <a:lnTo>
                  <a:pt x="57137" y="36830"/>
                </a:lnTo>
                <a:lnTo>
                  <a:pt x="57137" y="36322"/>
                </a:lnTo>
                <a:lnTo>
                  <a:pt x="56756" y="36423"/>
                </a:lnTo>
                <a:lnTo>
                  <a:pt x="57137" y="36322"/>
                </a:lnTo>
                <a:lnTo>
                  <a:pt x="57137" y="32004"/>
                </a:lnTo>
                <a:lnTo>
                  <a:pt x="57162" y="31496"/>
                </a:lnTo>
                <a:lnTo>
                  <a:pt x="56972" y="31165"/>
                </a:lnTo>
                <a:lnTo>
                  <a:pt x="57353" y="30988"/>
                </a:lnTo>
                <a:lnTo>
                  <a:pt x="57518" y="30480"/>
                </a:lnTo>
                <a:lnTo>
                  <a:pt x="58318" y="30480"/>
                </a:lnTo>
                <a:lnTo>
                  <a:pt x="58318" y="29337"/>
                </a:lnTo>
                <a:lnTo>
                  <a:pt x="58635" y="29337"/>
                </a:lnTo>
                <a:lnTo>
                  <a:pt x="58864" y="30480"/>
                </a:lnTo>
                <a:lnTo>
                  <a:pt x="58864" y="28321"/>
                </a:lnTo>
                <a:lnTo>
                  <a:pt x="56896" y="28321"/>
                </a:lnTo>
                <a:lnTo>
                  <a:pt x="56896" y="31064"/>
                </a:lnTo>
                <a:lnTo>
                  <a:pt x="56807" y="31216"/>
                </a:lnTo>
                <a:lnTo>
                  <a:pt x="56807" y="33655"/>
                </a:lnTo>
                <a:lnTo>
                  <a:pt x="56705" y="33413"/>
                </a:lnTo>
                <a:lnTo>
                  <a:pt x="56388" y="32512"/>
                </a:lnTo>
                <a:lnTo>
                  <a:pt x="56527" y="32512"/>
                </a:lnTo>
                <a:lnTo>
                  <a:pt x="56629" y="33147"/>
                </a:lnTo>
                <a:lnTo>
                  <a:pt x="56718" y="33401"/>
                </a:lnTo>
                <a:lnTo>
                  <a:pt x="56807" y="33655"/>
                </a:lnTo>
                <a:lnTo>
                  <a:pt x="56807" y="31229"/>
                </a:lnTo>
                <a:lnTo>
                  <a:pt x="56654" y="31496"/>
                </a:lnTo>
                <a:lnTo>
                  <a:pt x="56730" y="31254"/>
                </a:lnTo>
                <a:lnTo>
                  <a:pt x="56819" y="31013"/>
                </a:lnTo>
                <a:lnTo>
                  <a:pt x="56426" y="31242"/>
                </a:lnTo>
                <a:lnTo>
                  <a:pt x="56349" y="30988"/>
                </a:lnTo>
                <a:lnTo>
                  <a:pt x="56819" y="30988"/>
                </a:lnTo>
                <a:lnTo>
                  <a:pt x="56896" y="28321"/>
                </a:lnTo>
                <a:lnTo>
                  <a:pt x="56642" y="28524"/>
                </a:lnTo>
                <a:lnTo>
                  <a:pt x="56413" y="28752"/>
                </a:lnTo>
                <a:lnTo>
                  <a:pt x="56375" y="28435"/>
                </a:lnTo>
                <a:lnTo>
                  <a:pt x="56337" y="28829"/>
                </a:lnTo>
                <a:lnTo>
                  <a:pt x="56121" y="28867"/>
                </a:lnTo>
                <a:lnTo>
                  <a:pt x="56121" y="35179"/>
                </a:lnTo>
                <a:lnTo>
                  <a:pt x="55981" y="35179"/>
                </a:lnTo>
                <a:lnTo>
                  <a:pt x="55981" y="35979"/>
                </a:lnTo>
                <a:lnTo>
                  <a:pt x="55880" y="36322"/>
                </a:lnTo>
                <a:lnTo>
                  <a:pt x="55740" y="36385"/>
                </a:lnTo>
                <a:lnTo>
                  <a:pt x="55740" y="37553"/>
                </a:lnTo>
                <a:lnTo>
                  <a:pt x="55651" y="37846"/>
                </a:lnTo>
                <a:lnTo>
                  <a:pt x="55537" y="38862"/>
                </a:lnTo>
                <a:lnTo>
                  <a:pt x="55270" y="39014"/>
                </a:lnTo>
                <a:lnTo>
                  <a:pt x="55270" y="40005"/>
                </a:lnTo>
                <a:lnTo>
                  <a:pt x="55194" y="40513"/>
                </a:lnTo>
                <a:lnTo>
                  <a:pt x="54406" y="40513"/>
                </a:lnTo>
                <a:lnTo>
                  <a:pt x="53759" y="40513"/>
                </a:lnTo>
                <a:lnTo>
                  <a:pt x="52946" y="40513"/>
                </a:lnTo>
                <a:lnTo>
                  <a:pt x="52641" y="40513"/>
                </a:lnTo>
                <a:lnTo>
                  <a:pt x="53200" y="40005"/>
                </a:lnTo>
                <a:lnTo>
                  <a:pt x="50990" y="40005"/>
                </a:lnTo>
                <a:lnTo>
                  <a:pt x="50990" y="41021"/>
                </a:lnTo>
                <a:lnTo>
                  <a:pt x="50571" y="41402"/>
                </a:lnTo>
                <a:lnTo>
                  <a:pt x="50304" y="41021"/>
                </a:lnTo>
                <a:lnTo>
                  <a:pt x="50990" y="41021"/>
                </a:lnTo>
                <a:lnTo>
                  <a:pt x="50990" y="40005"/>
                </a:lnTo>
                <a:lnTo>
                  <a:pt x="50838" y="40005"/>
                </a:lnTo>
                <a:lnTo>
                  <a:pt x="49949" y="39763"/>
                </a:lnTo>
                <a:lnTo>
                  <a:pt x="49949" y="40513"/>
                </a:lnTo>
                <a:lnTo>
                  <a:pt x="49847" y="41021"/>
                </a:lnTo>
                <a:lnTo>
                  <a:pt x="49885" y="40513"/>
                </a:lnTo>
                <a:lnTo>
                  <a:pt x="49707" y="41021"/>
                </a:lnTo>
                <a:lnTo>
                  <a:pt x="49936" y="40246"/>
                </a:lnTo>
                <a:lnTo>
                  <a:pt x="49949" y="40513"/>
                </a:lnTo>
                <a:lnTo>
                  <a:pt x="49949" y="39763"/>
                </a:lnTo>
                <a:lnTo>
                  <a:pt x="49974" y="39497"/>
                </a:lnTo>
                <a:lnTo>
                  <a:pt x="53289" y="39497"/>
                </a:lnTo>
                <a:lnTo>
                  <a:pt x="53111" y="40005"/>
                </a:lnTo>
                <a:lnTo>
                  <a:pt x="53987" y="39535"/>
                </a:lnTo>
                <a:lnTo>
                  <a:pt x="53809" y="40005"/>
                </a:lnTo>
                <a:lnTo>
                  <a:pt x="53936" y="40005"/>
                </a:lnTo>
                <a:lnTo>
                  <a:pt x="54406" y="40513"/>
                </a:lnTo>
                <a:lnTo>
                  <a:pt x="54851" y="40005"/>
                </a:lnTo>
                <a:lnTo>
                  <a:pt x="55118" y="40005"/>
                </a:lnTo>
                <a:lnTo>
                  <a:pt x="55270" y="40005"/>
                </a:lnTo>
                <a:lnTo>
                  <a:pt x="55270" y="39014"/>
                </a:lnTo>
                <a:lnTo>
                  <a:pt x="55181" y="39497"/>
                </a:lnTo>
                <a:lnTo>
                  <a:pt x="54978" y="39497"/>
                </a:lnTo>
                <a:lnTo>
                  <a:pt x="55181" y="39497"/>
                </a:lnTo>
                <a:lnTo>
                  <a:pt x="55181" y="39052"/>
                </a:lnTo>
                <a:lnTo>
                  <a:pt x="55054" y="39116"/>
                </a:lnTo>
                <a:lnTo>
                  <a:pt x="54330" y="39497"/>
                </a:lnTo>
                <a:lnTo>
                  <a:pt x="54762" y="39497"/>
                </a:lnTo>
                <a:lnTo>
                  <a:pt x="54940" y="39751"/>
                </a:lnTo>
                <a:lnTo>
                  <a:pt x="54229" y="39497"/>
                </a:lnTo>
                <a:lnTo>
                  <a:pt x="55041" y="39103"/>
                </a:lnTo>
                <a:lnTo>
                  <a:pt x="55537" y="38862"/>
                </a:lnTo>
                <a:lnTo>
                  <a:pt x="55537" y="37960"/>
                </a:lnTo>
                <a:lnTo>
                  <a:pt x="55321" y="38176"/>
                </a:lnTo>
                <a:lnTo>
                  <a:pt x="55448" y="37846"/>
                </a:lnTo>
                <a:lnTo>
                  <a:pt x="55651" y="37846"/>
                </a:lnTo>
                <a:lnTo>
                  <a:pt x="55651" y="37655"/>
                </a:lnTo>
                <a:lnTo>
                  <a:pt x="55372" y="37515"/>
                </a:lnTo>
                <a:lnTo>
                  <a:pt x="54965" y="37338"/>
                </a:lnTo>
                <a:lnTo>
                  <a:pt x="55473" y="37338"/>
                </a:lnTo>
                <a:lnTo>
                  <a:pt x="55422" y="37465"/>
                </a:lnTo>
                <a:lnTo>
                  <a:pt x="55575" y="37503"/>
                </a:lnTo>
                <a:lnTo>
                  <a:pt x="55740" y="37553"/>
                </a:lnTo>
                <a:lnTo>
                  <a:pt x="55740" y="36385"/>
                </a:lnTo>
                <a:lnTo>
                  <a:pt x="55219" y="36588"/>
                </a:lnTo>
                <a:lnTo>
                  <a:pt x="54635" y="36830"/>
                </a:lnTo>
                <a:lnTo>
                  <a:pt x="55219" y="36576"/>
                </a:lnTo>
                <a:lnTo>
                  <a:pt x="55130" y="35712"/>
                </a:lnTo>
                <a:lnTo>
                  <a:pt x="55664" y="36322"/>
                </a:lnTo>
                <a:lnTo>
                  <a:pt x="55359" y="36322"/>
                </a:lnTo>
                <a:lnTo>
                  <a:pt x="55219" y="36576"/>
                </a:lnTo>
                <a:lnTo>
                  <a:pt x="55803" y="36322"/>
                </a:lnTo>
                <a:lnTo>
                  <a:pt x="55981" y="35979"/>
                </a:lnTo>
                <a:lnTo>
                  <a:pt x="55981" y="35179"/>
                </a:lnTo>
                <a:lnTo>
                  <a:pt x="55486" y="35179"/>
                </a:lnTo>
                <a:lnTo>
                  <a:pt x="55118" y="34201"/>
                </a:lnTo>
                <a:lnTo>
                  <a:pt x="55118" y="35687"/>
                </a:lnTo>
                <a:lnTo>
                  <a:pt x="55054" y="36322"/>
                </a:lnTo>
                <a:lnTo>
                  <a:pt x="54800" y="36322"/>
                </a:lnTo>
                <a:lnTo>
                  <a:pt x="55118" y="35687"/>
                </a:lnTo>
                <a:lnTo>
                  <a:pt x="55118" y="34201"/>
                </a:lnTo>
                <a:lnTo>
                  <a:pt x="55994" y="34163"/>
                </a:lnTo>
                <a:lnTo>
                  <a:pt x="56121" y="35179"/>
                </a:lnTo>
                <a:lnTo>
                  <a:pt x="56121" y="28867"/>
                </a:lnTo>
                <a:lnTo>
                  <a:pt x="55943" y="28829"/>
                </a:lnTo>
                <a:lnTo>
                  <a:pt x="56070" y="29044"/>
                </a:lnTo>
                <a:lnTo>
                  <a:pt x="55905" y="28905"/>
                </a:lnTo>
                <a:lnTo>
                  <a:pt x="56337" y="28829"/>
                </a:lnTo>
                <a:lnTo>
                  <a:pt x="56337" y="28409"/>
                </a:lnTo>
                <a:lnTo>
                  <a:pt x="55537" y="28321"/>
                </a:lnTo>
                <a:lnTo>
                  <a:pt x="55537" y="33147"/>
                </a:lnTo>
                <a:lnTo>
                  <a:pt x="55092" y="33147"/>
                </a:lnTo>
                <a:lnTo>
                  <a:pt x="55067" y="32512"/>
                </a:lnTo>
                <a:lnTo>
                  <a:pt x="55511" y="32512"/>
                </a:lnTo>
                <a:lnTo>
                  <a:pt x="55537" y="33147"/>
                </a:lnTo>
                <a:lnTo>
                  <a:pt x="55537" y="28321"/>
                </a:lnTo>
                <a:lnTo>
                  <a:pt x="54991" y="28321"/>
                </a:lnTo>
                <a:lnTo>
                  <a:pt x="54991" y="30480"/>
                </a:lnTo>
                <a:lnTo>
                  <a:pt x="54952" y="34163"/>
                </a:lnTo>
                <a:lnTo>
                  <a:pt x="54711" y="35052"/>
                </a:lnTo>
                <a:lnTo>
                  <a:pt x="53924" y="34671"/>
                </a:lnTo>
                <a:lnTo>
                  <a:pt x="53848" y="34823"/>
                </a:lnTo>
                <a:lnTo>
                  <a:pt x="53644" y="34721"/>
                </a:lnTo>
                <a:lnTo>
                  <a:pt x="53644" y="35179"/>
                </a:lnTo>
                <a:lnTo>
                  <a:pt x="53594" y="34899"/>
                </a:lnTo>
                <a:lnTo>
                  <a:pt x="53644" y="35179"/>
                </a:lnTo>
                <a:lnTo>
                  <a:pt x="53644" y="34721"/>
                </a:lnTo>
                <a:lnTo>
                  <a:pt x="53873" y="34671"/>
                </a:lnTo>
                <a:lnTo>
                  <a:pt x="54140" y="34671"/>
                </a:lnTo>
                <a:lnTo>
                  <a:pt x="54394" y="34671"/>
                </a:lnTo>
                <a:lnTo>
                  <a:pt x="54203" y="34544"/>
                </a:lnTo>
                <a:lnTo>
                  <a:pt x="54419" y="34163"/>
                </a:lnTo>
                <a:lnTo>
                  <a:pt x="54952" y="34163"/>
                </a:lnTo>
                <a:lnTo>
                  <a:pt x="54952" y="30492"/>
                </a:lnTo>
                <a:lnTo>
                  <a:pt x="54419" y="30632"/>
                </a:lnTo>
                <a:lnTo>
                  <a:pt x="54419" y="30480"/>
                </a:lnTo>
                <a:lnTo>
                  <a:pt x="54991" y="30480"/>
                </a:lnTo>
                <a:lnTo>
                  <a:pt x="54991" y="28321"/>
                </a:lnTo>
                <a:lnTo>
                  <a:pt x="54102" y="28321"/>
                </a:lnTo>
                <a:lnTo>
                  <a:pt x="54102" y="34163"/>
                </a:lnTo>
                <a:lnTo>
                  <a:pt x="53848" y="34302"/>
                </a:lnTo>
                <a:lnTo>
                  <a:pt x="53657" y="34163"/>
                </a:lnTo>
                <a:lnTo>
                  <a:pt x="54102" y="34163"/>
                </a:lnTo>
                <a:lnTo>
                  <a:pt x="54102" y="28321"/>
                </a:lnTo>
                <a:lnTo>
                  <a:pt x="49555" y="28321"/>
                </a:lnTo>
                <a:lnTo>
                  <a:pt x="49555" y="39497"/>
                </a:lnTo>
                <a:lnTo>
                  <a:pt x="49555" y="39649"/>
                </a:lnTo>
                <a:lnTo>
                  <a:pt x="49060" y="39497"/>
                </a:lnTo>
                <a:lnTo>
                  <a:pt x="49555" y="39852"/>
                </a:lnTo>
                <a:lnTo>
                  <a:pt x="49034" y="39497"/>
                </a:lnTo>
                <a:lnTo>
                  <a:pt x="49428" y="39497"/>
                </a:lnTo>
                <a:lnTo>
                  <a:pt x="49555" y="39497"/>
                </a:lnTo>
                <a:lnTo>
                  <a:pt x="49555" y="28321"/>
                </a:lnTo>
                <a:lnTo>
                  <a:pt x="47421" y="28321"/>
                </a:lnTo>
                <a:lnTo>
                  <a:pt x="47421" y="37846"/>
                </a:lnTo>
                <a:lnTo>
                  <a:pt x="47358" y="37680"/>
                </a:lnTo>
                <a:lnTo>
                  <a:pt x="47421" y="37846"/>
                </a:lnTo>
                <a:lnTo>
                  <a:pt x="47421" y="28321"/>
                </a:lnTo>
                <a:lnTo>
                  <a:pt x="47244" y="28321"/>
                </a:lnTo>
                <a:lnTo>
                  <a:pt x="47244" y="37388"/>
                </a:lnTo>
                <a:lnTo>
                  <a:pt x="46685" y="37719"/>
                </a:lnTo>
                <a:lnTo>
                  <a:pt x="47231" y="37338"/>
                </a:lnTo>
                <a:lnTo>
                  <a:pt x="47244" y="28321"/>
                </a:lnTo>
                <a:lnTo>
                  <a:pt x="46672" y="28321"/>
                </a:lnTo>
                <a:lnTo>
                  <a:pt x="46672" y="37338"/>
                </a:lnTo>
                <a:lnTo>
                  <a:pt x="46621" y="37744"/>
                </a:lnTo>
                <a:lnTo>
                  <a:pt x="46621" y="37401"/>
                </a:lnTo>
                <a:lnTo>
                  <a:pt x="46431" y="37604"/>
                </a:lnTo>
                <a:lnTo>
                  <a:pt x="46431" y="37338"/>
                </a:lnTo>
                <a:lnTo>
                  <a:pt x="46583" y="37338"/>
                </a:lnTo>
                <a:lnTo>
                  <a:pt x="46672" y="28321"/>
                </a:lnTo>
                <a:lnTo>
                  <a:pt x="46621" y="32512"/>
                </a:lnTo>
                <a:lnTo>
                  <a:pt x="46024" y="33147"/>
                </a:lnTo>
                <a:lnTo>
                  <a:pt x="45986" y="32512"/>
                </a:lnTo>
                <a:lnTo>
                  <a:pt x="46621" y="32512"/>
                </a:lnTo>
                <a:lnTo>
                  <a:pt x="46621" y="28321"/>
                </a:lnTo>
                <a:lnTo>
                  <a:pt x="45466" y="28321"/>
                </a:lnTo>
                <a:lnTo>
                  <a:pt x="45466" y="33147"/>
                </a:lnTo>
                <a:lnTo>
                  <a:pt x="45453" y="37338"/>
                </a:lnTo>
                <a:lnTo>
                  <a:pt x="45402" y="38354"/>
                </a:lnTo>
                <a:lnTo>
                  <a:pt x="43649" y="38608"/>
                </a:lnTo>
                <a:lnTo>
                  <a:pt x="43192" y="38684"/>
                </a:lnTo>
                <a:lnTo>
                  <a:pt x="43065" y="38354"/>
                </a:lnTo>
                <a:lnTo>
                  <a:pt x="43230" y="38354"/>
                </a:lnTo>
                <a:lnTo>
                  <a:pt x="45402" y="38354"/>
                </a:lnTo>
                <a:lnTo>
                  <a:pt x="45402" y="37338"/>
                </a:lnTo>
                <a:lnTo>
                  <a:pt x="44056" y="37338"/>
                </a:lnTo>
                <a:lnTo>
                  <a:pt x="44157" y="36830"/>
                </a:lnTo>
                <a:lnTo>
                  <a:pt x="44208" y="36690"/>
                </a:lnTo>
                <a:lnTo>
                  <a:pt x="43713" y="36830"/>
                </a:lnTo>
                <a:lnTo>
                  <a:pt x="21704" y="36830"/>
                </a:lnTo>
                <a:lnTo>
                  <a:pt x="21704" y="37846"/>
                </a:lnTo>
                <a:lnTo>
                  <a:pt x="21564" y="38252"/>
                </a:lnTo>
                <a:lnTo>
                  <a:pt x="21272" y="37338"/>
                </a:lnTo>
                <a:lnTo>
                  <a:pt x="21158" y="37630"/>
                </a:lnTo>
                <a:lnTo>
                  <a:pt x="20993" y="37338"/>
                </a:lnTo>
                <a:lnTo>
                  <a:pt x="21272" y="37338"/>
                </a:lnTo>
                <a:lnTo>
                  <a:pt x="21653" y="37338"/>
                </a:lnTo>
                <a:lnTo>
                  <a:pt x="21704" y="37846"/>
                </a:lnTo>
                <a:lnTo>
                  <a:pt x="21704" y="36830"/>
                </a:lnTo>
                <a:lnTo>
                  <a:pt x="19189" y="36830"/>
                </a:lnTo>
                <a:lnTo>
                  <a:pt x="19037" y="37338"/>
                </a:lnTo>
                <a:lnTo>
                  <a:pt x="18707" y="37338"/>
                </a:lnTo>
                <a:lnTo>
                  <a:pt x="18707" y="36830"/>
                </a:lnTo>
                <a:lnTo>
                  <a:pt x="18211" y="36830"/>
                </a:lnTo>
                <a:lnTo>
                  <a:pt x="18326" y="37312"/>
                </a:lnTo>
                <a:lnTo>
                  <a:pt x="17551" y="36830"/>
                </a:lnTo>
                <a:lnTo>
                  <a:pt x="17576" y="37185"/>
                </a:lnTo>
                <a:lnTo>
                  <a:pt x="16687" y="36830"/>
                </a:lnTo>
                <a:lnTo>
                  <a:pt x="17018" y="36830"/>
                </a:lnTo>
                <a:lnTo>
                  <a:pt x="17551" y="36830"/>
                </a:lnTo>
                <a:lnTo>
                  <a:pt x="18211" y="36830"/>
                </a:lnTo>
                <a:lnTo>
                  <a:pt x="18669" y="36601"/>
                </a:lnTo>
                <a:lnTo>
                  <a:pt x="18707" y="36728"/>
                </a:lnTo>
                <a:lnTo>
                  <a:pt x="18707" y="36576"/>
                </a:lnTo>
                <a:lnTo>
                  <a:pt x="19202" y="36322"/>
                </a:lnTo>
                <a:lnTo>
                  <a:pt x="43840" y="36322"/>
                </a:lnTo>
                <a:lnTo>
                  <a:pt x="44246" y="36576"/>
                </a:lnTo>
                <a:lnTo>
                  <a:pt x="44348" y="36322"/>
                </a:lnTo>
                <a:lnTo>
                  <a:pt x="44551" y="36576"/>
                </a:lnTo>
                <a:lnTo>
                  <a:pt x="44348" y="36639"/>
                </a:lnTo>
                <a:lnTo>
                  <a:pt x="44678" y="36830"/>
                </a:lnTo>
                <a:lnTo>
                  <a:pt x="45199" y="36830"/>
                </a:lnTo>
                <a:lnTo>
                  <a:pt x="45453" y="37338"/>
                </a:lnTo>
                <a:lnTo>
                  <a:pt x="45453" y="33147"/>
                </a:lnTo>
                <a:lnTo>
                  <a:pt x="45389" y="36322"/>
                </a:lnTo>
                <a:lnTo>
                  <a:pt x="44970" y="36449"/>
                </a:lnTo>
                <a:lnTo>
                  <a:pt x="44894" y="36322"/>
                </a:lnTo>
                <a:lnTo>
                  <a:pt x="45389" y="36322"/>
                </a:lnTo>
                <a:lnTo>
                  <a:pt x="45389" y="33147"/>
                </a:lnTo>
                <a:lnTo>
                  <a:pt x="45072" y="33147"/>
                </a:lnTo>
                <a:lnTo>
                  <a:pt x="44716" y="33147"/>
                </a:lnTo>
                <a:lnTo>
                  <a:pt x="45250" y="32512"/>
                </a:lnTo>
                <a:lnTo>
                  <a:pt x="45440" y="32512"/>
                </a:lnTo>
                <a:lnTo>
                  <a:pt x="45466" y="33147"/>
                </a:lnTo>
                <a:lnTo>
                  <a:pt x="45466" y="28321"/>
                </a:lnTo>
                <a:lnTo>
                  <a:pt x="36728" y="28321"/>
                </a:lnTo>
                <a:lnTo>
                  <a:pt x="36499" y="28829"/>
                </a:lnTo>
                <a:lnTo>
                  <a:pt x="36233" y="28321"/>
                </a:lnTo>
                <a:lnTo>
                  <a:pt x="35814" y="28727"/>
                </a:lnTo>
                <a:lnTo>
                  <a:pt x="35750" y="28321"/>
                </a:lnTo>
                <a:lnTo>
                  <a:pt x="36233" y="28321"/>
                </a:lnTo>
                <a:lnTo>
                  <a:pt x="36728" y="28321"/>
                </a:lnTo>
                <a:lnTo>
                  <a:pt x="36664" y="28067"/>
                </a:lnTo>
                <a:lnTo>
                  <a:pt x="36182" y="28194"/>
                </a:lnTo>
                <a:lnTo>
                  <a:pt x="35877" y="27813"/>
                </a:lnTo>
                <a:lnTo>
                  <a:pt x="35750" y="28308"/>
                </a:lnTo>
                <a:lnTo>
                  <a:pt x="35674" y="27813"/>
                </a:lnTo>
                <a:lnTo>
                  <a:pt x="35420" y="27813"/>
                </a:lnTo>
                <a:lnTo>
                  <a:pt x="35242" y="28321"/>
                </a:lnTo>
                <a:lnTo>
                  <a:pt x="29400" y="28321"/>
                </a:lnTo>
                <a:lnTo>
                  <a:pt x="29273" y="28829"/>
                </a:lnTo>
                <a:lnTo>
                  <a:pt x="28930" y="28829"/>
                </a:lnTo>
                <a:lnTo>
                  <a:pt x="29057" y="28321"/>
                </a:lnTo>
                <a:lnTo>
                  <a:pt x="29260" y="28321"/>
                </a:lnTo>
                <a:lnTo>
                  <a:pt x="29070" y="27940"/>
                </a:lnTo>
                <a:lnTo>
                  <a:pt x="28905" y="28028"/>
                </a:lnTo>
                <a:lnTo>
                  <a:pt x="28905" y="34163"/>
                </a:lnTo>
                <a:lnTo>
                  <a:pt x="28689" y="34163"/>
                </a:lnTo>
                <a:lnTo>
                  <a:pt x="28460" y="33655"/>
                </a:lnTo>
                <a:lnTo>
                  <a:pt x="28613" y="33655"/>
                </a:lnTo>
                <a:lnTo>
                  <a:pt x="28740" y="33655"/>
                </a:lnTo>
                <a:lnTo>
                  <a:pt x="28511" y="33147"/>
                </a:lnTo>
                <a:lnTo>
                  <a:pt x="28778" y="33655"/>
                </a:lnTo>
                <a:lnTo>
                  <a:pt x="28905" y="34163"/>
                </a:lnTo>
                <a:lnTo>
                  <a:pt x="28905" y="28028"/>
                </a:lnTo>
                <a:lnTo>
                  <a:pt x="28282" y="27813"/>
                </a:lnTo>
                <a:lnTo>
                  <a:pt x="29006" y="27813"/>
                </a:lnTo>
                <a:lnTo>
                  <a:pt x="29324" y="27813"/>
                </a:lnTo>
                <a:lnTo>
                  <a:pt x="35293" y="27813"/>
                </a:lnTo>
                <a:lnTo>
                  <a:pt x="35242" y="27305"/>
                </a:lnTo>
                <a:lnTo>
                  <a:pt x="35458" y="27305"/>
                </a:lnTo>
                <a:lnTo>
                  <a:pt x="35560" y="27432"/>
                </a:lnTo>
                <a:lnTo>
                  <a:pt x="35877" y="27813"/>
                </a:lnTo>
                <a:lnTo>
                  <a:pt x="36029" y="27813"/>
                </a:lnTo>
                <a:lnTo>
                  <a:pt x="36639" y="27305"/>
                </a:lnTo>
                <a:lnTo>
                  <a:pt x="37401" y="27305"/>
                </a:lnTo>
                <a:lnTo>
                  <a:pt x="37426" y="27051"/>
                </a:lnTo>
                <a:lnTo>
                  <a:pt x="37503" y="26289"/>
                </a:lnTo>
                <a:lnTo>
                  <a:pt x="37401" y="26162"/>
                </a:lnTo>
                <a:lnTo>
                  <a:pt x="37680" y="26162"/>
                </a:lnTo>
                <a:lnTo>
                  <a:pt x="37630" y="26441"/>
                </a:lnTo>
                <a:lnTo>
                  <a:pt x="37566" y="26797"/>
                </a:lnTo>
                <a:lnTo>
                  <a:pt x="37515" y="27025"/>
                </a:lnTo>
                <a:lnTo>
                  <a:pt x="37477" y="27305"/>
                </a:lnTo>
                <a:lnTo>
                  <a:pt x="37376" y="27813"/>
                </a:lnTo>
                <a:lnTo>
                  <a:pt x="37630" y="27813"/>
                </a:lnTo>
                <a:lnTo>
                  <a:pt x="54444" y="27813"/>
                </a:lnTo>
                <a:lnTo>
                  <a:pt x="54749" y="27813"/>
                </a:lnTo>
                <a:lnTo>
                  <a:pt x="54978" y="27813"/>
                </a:lnTo>
                <a:lnTo>
                  <a:pt x="55905" y="27813"/>
                </a:lnTo>
                <a:lnTo>
                  <a:pt x="55473" y="27559"/>
                </a:lnTo>
                <a:lnTo>
                  <a:pt x="55943" y="27305"/>
                </a:lnTo>
                <a:lnTo>
                  <a:pt x="56388" y="27305"/>
                </a:lnTo>
                <a:lnTo>
                  <a:pt x="56362" y="27952"/>
                </a:lnTo>
                <a:lnTo>
                  <a:pt x="56426" y="27813"/>
                </a:lnTo>
                <a:lnTo>
                  <a:pt x="62611" y="27813"/>
                </a:lnTo>
                <a:lnTo>
                  <a:pt x="62611" y="28016"/>
                </a:lnTo>
                <a:lnTo>
                  <a:pt x="62826" y="27813"/>
                </a:lnTo>
                <a:lnTo>
                  <a:pt x="75907" y="27813"/>
                </a:lnTo>
                <a:lnTo>
                  <a:pt x="76822" y="27813"/>
                </a:lnTo>
                <a:lnTo>
                  <a:pt x="76822" y="27368"/>
                </a:lnTo>
                <a:lnTo>
                  <a:pt x="77139" y="27305"/>
                </a:lnTo>
                <a:lnTo>
                  <a:pt x="77139" y="22987"/>
                </a:lnTo>
                <a:lnTo>
                  <a:pt x="76250" y="22987"/>
                </a:lnTo>
                <a:lnTo>
                  <a:pt x="76136" y="23622"/>
                </a:lnTo>
                <a:lnTo>
                  <a:pt x="75780" y="23622"/>
                </a:lnTo>
                <a:lnTo>
                  <a:pt x="75780" y="22987"/>
                </a:lnTo>
                <a:lnTo>
                  <a:pt x="69659" y="22987"/>
                </a:lnTo>
                <a:lnTo>
                  <a:pt x="69430" y="22987"/>
                </a:lnTo>
                <a:lnTo>
                  <a:pt x="69176" y="22987"/>
                </a:lnTo>
                <a:lnTo>
                  <a:pt x="68846" y="22987"/>
                </a:lnTo>
                <a:lnTo>
                  <a:pt x="67538" y="22987"/>
                </a:lnTo>
                <a:lnTo>
                  <a:pt x="67538" y="24638"/>
                </a:lnTo>
                <a:lnTo>
                  <a:pt x="66992" y="24638"/>
                </a:lnTo>
                <a:lnTo>
                  <a:pt x="66484" y="24130"/>
                </a:lnTo>
                <a:lnTo>
                  <a:pt x="66255" y="23914"/>
                </a:lnTo>
                <a:lnTo>
                  <a:pt x="66040" y="23685"/>
                </a:lnTo>
                <a:lnTo>
                  <a:pt x="66040" y="24130"/>
                </a:lnTo>
                <a:lnTo>
                  <a:pt x="65836" y="24384"/>
                </a:lnTo>
                <a:lnTo>
                  <a:pt x="65760" y="24130"/>
                </a:lnTo>
                <a:lnTo>
                  <a:pt x="66040" y="24130"/>
                </a:lnTo>
                <a:lnTo>
                  <a:pt x="66040" y="23685"/>
                </a:lnTo>
                <a:lnTo>
                  <a:pt x="66243" y="23863"/>
                </a:lnTo>
                <a:lnTo>
                  <a:pt x="66484" y="24130"/>
                </a:lnTo>
                <a:lnTo>
                  <a:pt x="66789" y="24130"/>
                </a:lnTo>
                <a:lnTo>
                  <a:pt x="67538" y="24638"/>
                </a:lnTo>
                <a:lnTo>
                  <a:pt x="67538" y="22987"/>
                </a:lnTo>
                <a:lnTo>
                  <a:pt x="66243" y="22987"/>
                </a:lnTo>
                <a:lnTo>
                  <a:pt x="65735" y="22987"/>
                </a:lnTo>
                <a:lnTo>
                  <a:pt x="65735" y="23622"/>
                </a:lnTo>
                <a:lnTo>
                  <a:pt x="65379" y="23876"/>
                </a:lnTo>
                <a:lnTo>
                  <a:pt x="64985" y="23622"/>
                </a:lnTo>
                <a:lnTo>
                  <a:pt x="65201" y="24003"/>
                </a:lnTo>
                <a:lnTo>
                  <a:pt x="64909" y="23622"/>
                </a:lnTo>
                <a:lnTo>
                  <a:pt x="65735" y="23622"/>
                </a:lnTo>
                <a:lnTo>
                  <a:pt x="65735" y="22987"/>
                </a:lnTo>
                <a:lnTo>
                  <a:pt x="64820" y="22987"/>
                </a:lnTo>
                <a:lnTo>
                  <a:pt x="64668" y="23126"/>
                </a:lnTo>
                <a:lnTo>
                  <a:pt x="64668" y="24638"/>
                </a:lnTo>
                <a:lnTo>
                  <a:pt x="63906" y="24892"/>
                </a:lnTo>
                <a:lnTo>
                  <a:pt x="64249" y="24638"/>
                </a:lnTo>
                <a:lnTo>
                  <a:pt x="64668" y="24638"/>
                </a:lnTo>
                <a:lnTo>
                  <a:pt x="64668" y="23126"/>
                </a:lnTo>
                <a:lnTo>
                  <a:pt x="64503" y="23253"/>
                </a:lnTo>
                <a:lnTo>
                  <a:pt x="64198" y="22987"/>
                </a:lnTo>
                <a:lnTo>
                  <a:pt x="63931" y="22987"/>
                </a:lnTo>
                <a:lnTo>
                  <a:pt x="63931" y="22479"/>
                </a:lnTo>
                <a:lnTo>
                  <a:pt x="63677" y="22479"/>
                </a:lnTo>
                <a:lnTo>
                  <a:pt x="63766" y="22987"/>
                </a:lnTo>
                <a:lnTo>
                  <a:pt x="63461" y="22987"/>
                </a:lnTo>
                <a:lnTo>
                  <a:pt x="63461" y="25654"/>
                </a:lnTo>
                <a:lnTo>
                  <a:pt x="62776" y="25158"/>
                </a:lnTo>
                <a:lnTo>
                  <a:pt x="62738" y="26162"/>
                </a:lnTo>
                <a:lnTo>
                  <a:pt x="62141" y="26797"/>
                </a:lnTo>
                <a:lnTo>
                  <a:pt x="62179" y="27051"/>
                </a:lnTo>
                <a:lnTo>
                  <a:pt x="62217" y="27266"/>
                </a:lnTo>
                <a:lnTo>
                  <a:pt x="62001" y="27165"/>
                </a:lnTo>
                <a:lnTo>
                  <a:pt x="61899" y="26162"/>
                </a:lnTo>
                <a:lnTo>
                  <a:pt x="61518" y="26797"/>
                </a:lnTo>
                <a:lnTo>
                  <a:pt x="61506" y="26924"/>
                </a:lnTo>
                <a:lnTo>
                  <a:pt x="61264" y="26797"/>
                </a:lnTo>
                <a:lnTo>
                  <a:pt x="60756" y="26797"/>
                </a:lnTo>
                <a:lnTo>
                  <a:pt x="60579" y="26797"/>
                </a:lnTo>
                <a:lnTo>
                  <a:pt x="60223" y="26797"/>
                </a:lnTo>
                <a:lnTo>
                  <a:pt x="60566" y="26212"/>
                </a:lnTo>
                <a:lnTo>
                  <a:pt x="60591" y="26162"/>
                </a:lnTo>
                <a:lnTo>
                  <a:pt x="62738" y="26162"/>
                </a:lnTo>
                <a:lnTo>
                  <a:pt x="62738" y="25196"/>
                </a:lnTo>
                <a:lnTo>
                  <a:pt x="62585" y="25311"/>
                </a:lnTo>
                <a:lnTo>
                  <a:pt x="62534" y="25146"/>
                </a:lnTo>
                <a:lnTo>
                  <a:pt x="62407" y="25222"/>
                </a:lnTo>
                <a:lnTo>
                  <a:pt x="62230" y="25311"/>
                </a:lnTo>
                <a:lnTo>
                  <a:pt x="62420" y="25146"/>
                </a:lnTo>
                <a:lnTo>
                  <a:pt x="62217" y="25146"/>
                </a:lnTo>
                <a:lnTo>
                  <a:pt x="62191" y="24980"/>
                </a:lnTo>
                <a:lnTo>
                  <a:pt x="62242" y="24828"/>
                </a:lnTo>
                <a:lnTo>
                  <a:pt x="62166" y="24638"/>
                </a:lnTo>
                <a:lnTo>
                  <a:pt x="62420" y="24638"/>
                </a:lnTo>
                <a:lnTo>
                  <a:pt x="62636" y="24638"/>
                </a:lnTo>
                <a:lnTo>
                  <a:pt x="62318" y="24803"/>
                </a:lnTo>
                <a:lnTo>
                  <a:pt x="62217" y="24955"/>
                </a:lnTo>
                <a:lnTo>
                  <a:pt x="62598" y="25146"/>
                </a:lnTo>
                <a:lnTo>
                  <a:pt x="62776" y="25146"/>
                </a:lnTo>
                <a:lnTo>
                  <a:pt x="63144" y="25146"/>
                </a:lnTo>
                <a:lnTo>
                  <a:pt x="63373" y="25146"/>
                </a:lnTo>
                <a:lnTo>
                  <a:pt x="63461" y="25654"/>
                </a:lnTo>
                <a:lnTo>
                  <a:pt x="63461" y="22987"/>
                </a:lnTo>
                <a:lnTo>
                  <a:pt x="63258" y="23152"/>
                </a:lnTo>
                <a:lnTo>
                  <a:pt x="63258" y="24638"/>
                </a:lnTo>
                <a:lnTo>
                  <a:pt x="63017" y="24638"/>
                </a:lnTo>
                <a:lnTo>
                  <a:pt x="62966" y="24130"/>
                </a:lnTo>
                <a:lnTo>
                  <a:pt x="63195" y="24130"/>
                </a:lnTo>
                <a:lnTo>
                  <a:pt x="63258" y="24638"/>
                </a:lnTo>
                <a:lnTo>
                  <a:pt x="63258" y="23152"/>
                </a:lnTo>
                <a:lnTo>
                  <a:pt x="62801" y="23495"/>
                </a:lnTo>
                <a:lnTo>
                  <a:pt x="62852" y="22987"/>
                </a:lnTo>
                <a:lnTo>
                  <a:pt x="62712" y="22987"/>
                </a:lnTo>
                <a:lnTo>
                  <a:pt x="62674" y="22860"/>
                </a:lnTo>
                <a:lnTo>
                  <a:pt x="62928" y="22644"/>
                </a:lnTo>
                <a:lnTo>
                  <a:pt x="63004" y="22796"/>
                </a:lnTo>
                <a:lnTo>
                  <a:pt x="62953" y="22618"/>
                </a:lnTo>
                <a:lnTo>
                  <a:pt x="63106" y="22479"/>
                </a:lnTo>
                <a:lnTo>
                  <a:pt x="63347" y="22479"/>
                </a:lnTo>
                <a:lnTo>
                  <a:pt x="63220" y="22377"/>
                </a:lnTo>
                <a:lnTo>
                  <a:pt x="63677" y="21971"/>
                </a:lnTo>
                <a:lnTo>
                  <a:pt x="63779" y="21729"/>
                </a:lnTo>
                <a:lnTo>
                  <a:pt x="63817" y="21971"/>
                </a:lnTo>
                <a:lnTo>
                  <a:pt x="63817" y="21729"/>
                </a:lnTo>
                <a:lnTo>
                  <a:pt x="63855" y="21564"/>
                </a:lnTo>
                <a:lnTo>
                  <a:pt x="64058" y="21463"/>
                </a:lnTo>
                <a:lnTo>
                  <a:pt x="64262" y="21463"/>
                </a:lnTo>
                <a:lnTo>
                  <a:pt x="64211" y="21856"/>
                </a:lnTo>
                <a:lnTo>
                  <a:pt x="63817" y="21729"/>
                </a:lnTo>
                <a:lnTo>
                  <a:pt x="64185" y="21945"/>
                </a:lnTo>
                <a:lnTo>
                  <a:pt x="64185" y="21971"/>
                </a:lnTo>
                <a:lnTo>
                  <a:pt x="64592" y="21971"/>
                </a:lnTo>
                <a:lnTo>
                  <a:pt x="64858" y="22085"/>
                </a:lnTo>
                <a:lnTo>
                  <a:pt x="65252" y="21971"/>
                </a:lnTo>
                <a:lnTo>
                  <a:pt x="66281" y="21971"/>
                </a:lnTo>
                <a:lnTo>
                  <a:pt x="66967" y="22352"/>
                </a:lnTo>
                <a:lnTo>
                  <a:pt x="65252" y="21971"/>
                </a:lnTo>
                <a:lnTo>
                  <a:pt x="66217" y="22479"/>
                </a:lnTo>
                <a:lnTo>
                  <a:pt x="65887" y="22479"/>
                </a:lnTo>
                <a:lnTo>
                  <a:pt x="66243" y="22987"/>
                </a:lnTo>
                <a:lnTo>
                  <a:pt x="66370" y="22479"/>
                </a:lnTo>
                <a:lnTo>
                  <a:pt x="67195" y="22479"/>
                </a:lnTo>
                <a:lnTo>
                  <a:pt x="67538" y="22479"/>
                </a:lnTo>
                <a:lnTo>
                  <a:pt x="75336" y="22479"/>
                </a:lnTo>
                <a:lnTo>
                  <a:pt x="75780" y="22733"/>
                </a:lnTo>
                <a:lnTo>
                  <a:pt x="75793" y="22479"/>
                </a:lnTo>
                <a:lnTo>
                  <a:pt x="82981" y="22479"/>
                </a:lnTo>
                <a:lnTo>
                  <a:pt x="82981" y="19812"/>
                </a:lnTo>
                <a:lnTo>
                  <a:pt x="82384" y="19812"/>
                </a:lnTo>
                <a:lnTo>
                  <a:pt x="82384" y="20955"/>
                </a:lnTo>
                <a:lnTo>
                  <a:pt x="82143" y="21463"/>
                </a:lnTo>
                <a:lnTo>
                  <a:pt x="82092" y="21831"/>
                </a:lnTo>
                <a:lnTo>
                  <a:pt x="81838" y="21844"/>
                </a:lnTo>
                <a:lnTo>
                  <a:pt x="81953" y="21971"/>
                </a:lnTo>
                <a:lnTo>
                  <a:pt x="81368" y="21971"/>
                </a:lnTo>
                <a:lnTo>
                  <a:pt x="81508" y="21869"/>
                </a:lnTo>
                <a:lnTo>
                  <a:pt x="81114" y="21907"/>
                </a:lnTo>
                <a:lnTo>
                  <a:pt x="81102" y="21463"/>
                </a:lnTo>
                <a:lnTo>
                  <a:pt x="80746" y="21463"/>
                </a:lnTo>
                <a:lnTo>
                  <a:pt x="81000" y="21856"/>
                </a:lnTo>
                <a:lnTo>
                  <a:pt x="80352" y="21526"/>
                </a:lnTo>
                <a:lnTo>
                  <a:pt x="80137" y="21602"/>
                </a:lnTo>
                <a:lnTo>
                  <a:pt x="79336" y="21844"/>
                </a:lnTo>
                <a:lnTo>
                  <a:pt x="78917" y="21463"/>
                </a:lnTo>
                <a:lnTo>
                  <a:pt x="79159" y="21463"/>
                </a:lnTo>
                <a:lnTo>
                  <a:pt x="79959" y="21463"/>
                </a:lnTo>
                <a:lnTo>
                  <a:pt x="80721" y="21463"/>
                </a:lnTo>
                <a:lnTo>
                  <a:pt x="80594" y="21374"/>
                </a:lnTo>
                <a:lnTo>
                  <a:pt x="80860" y="20955"/>
                </a:lnTo>
                <a:lnTo>
                  <a:pt x="81026" y="20955"/>
                </a:lnTo>
                <a:lnTo>
                  <a:pt x="81203" y="21463"/>
                </a:lnTo>
                <a:lnTo>
                  <a:pt x="81521" y="21463"/>
                </a:lnTo>
                <a:lnTo>
                  <a:pt x="81737" y="21717"/>
                </a:lnTo>
                <a:lnTo>
                  <a:pt x="82105" y="21463"/>
                </a:lnTo>
                <a:lnTo>
                  <a:pt x="81584" y="20955"/>
                </a:lnTo>
                <a:lnTo>
                  <a:pt x="82156" y="20955"/>
                </a:lnTo>
                <a:lnTo>
                  <a:pt x="82384" y="20955"/>
                </a:lnTo>
                <a:lnTo>
                  <a:pt x="82384" y="19812"/>
                </a:lnTo>
                <a:lnTo>
                  <a:pt x="81965" y="19812"/>
                </a:lnTo>
                <a:lnTo>
                  <a:pt x="81965" y="20447"/>
                </a:lnTo>
                <a:lnTo>
                  <a:pt x="81724" y="20586"/>
                </a:lnTo>
                <a:lnTo>
                  <a:pt x="81584" y="20447"/>
                </a:lnTo>
                <a:lnTo>
                  <a:pt x="81965" y="20447"/>
                </a:lnTo>
                <a:lnTo>
                  <a:pt x="81965" y="19812"/>
                </a:lnTo>
                <a:lnTo>
                  <a:pt x="80505" y="19812"/>
                </a:lnTo>
                <a:lnTo>
                  <a:pt x="80505" y="21310"/>
                </a:lnTo>
                <a:lnTo>
                  <a:pt x="80035" y="20955"/>
                </a:lnTo>
                <a:lnTo>
                  <a:pt x="80441" y="20955"/>
                </a:lnTo>
                <a:lnTo>
                  <a:pt x="80505" y="21310"/>
                </a:lnTo>
                <a:lnTo>
                  <a:pt x="80505" y="19812"/>
                </a:lnTo>
                <a:lnTo>
                  <a:pt x="80213" y="19812"/>
                </a:lnTo>
                <a:lnTo>
                  <a:pt x="79438" y="19812"/>
                </a:lnTo>
                <a:lnTo>
                  <a:pt x="79197" y="19812"/>
                </a:lnTo>
                <a:lnTo>
                  <a:pt x="78994" y="19773"/>
                </a:lnTo>
                <a:lnTo>
                  <a:pt x="78994" y="20447"/>
                </a:lnTo>
                <a:lnTo>
                  <a:pt x="78752" y="20447"/>
                </a:lnTo>
                <a:lnTo>
                  <a:pt x="78994" y="20447"/>
                </a:lnTo>
                <a:lnTo>
                  <a:pt x="78994" y="19773"/>
                </a:lnTo>
                <a:lnTo>
                  <a:pt x="78689" y="19710"/>
                </a:lnTo>
                <a:lnTo>
                  <a:pt x="78689" y="20675"/>
                </a:lnTo>
                <a:lnTo>
                  <a:pt x="78663" y="20955"/>
                </a:lnTo>
                <a:lnTo>
                  <a:pt x="78473" y="21209"/>
                </a:lnTo>
                <a:lnTo>
                  <a:pt x="77787" y="20955"/>
                </a:lnTo>
                <a:lnTo>
                  <a:pt x="78308" y="20955"/>
                </a:lnTo>
                <a:lnTo>
                  <a:pt x="78663" y="20955"/>
                </a:lnTo>
                <a:lnTo>
                  <a:pt x="78663" y="20701"/>
                </a:lnTo>
                <a:lnTo>
                  <a:pt x="78536" y="20447"/>
                </a:lnTo>
                <a:lnTo>
                  <a:pt x="78689" y="20675"/>
                </a:lnTo>
                <a:lnTo>
                  <a:pt x="78689" y="19710"/>
                </a:lnTo>
                <a:lnTo>
                  <a:pt x="78028" y="19558"/>
                </a:lnTo>
                <a:lnTo>
                  <a:pt x="78130" y="19304"/>
                </a:lnTo>
                <a:lnTo>
                  <a:pt x="79616" y="19304"/>
                </a:lnTo>
                <a:lnTo>
                  <a:pt x="79667" y="18796"/>
                </a:lnTo>
                <a:lnTo>
                  <a:pt x="79870" y="18796"/>
                </a:lnTo>
                <a:lnTo>
                  <a:pt x="80048" y="18796"/>
                </a:lnTo>
                <a:lnTo>
                  <a:pt x="80086" y="19304"/>
                </a:lnTo>
                <a:lnTo>
                  <a:pt x="80149" y="19558"/>
                </a:lnTo>
                <a:lnTo>
                  <a:pt x="80860" y="19304"/>
                </a:lnTo>
                <a:lnTo>
                  <a:pt x="85712" y="19304"/>
                </a:lnTo>
                <a:lnTo>
                  <a:pt x="85864" y="19558"/>
                </a:lnTo>
                <a:lnTo>
                  <a:pt x="85864" y="18961"/>
                </a:lnTo>
                <a:lnTo>
                  <a:pt x="85763" y="18796"/>
                </a:lnTo>
                <a:lnTo>
                  <a:pt x="85928" y="18796"/>
                </a:lnTo>
                <a:lnTo>
                  <a:pt x="85928" y="17360"/>
                </a:lnTo>
                <a:lnTo>
                  <a:pt x="85699" y="17272"/>
                </a:lnTo>
                <a:lnTo>
                  <a:pt x="85521" y="17272"/>
                </a:lnTo>
                <a:lnTo>
                  <a:pt x="85928" y="16637"/>
                </a:lnTo>
                <a:lnTo>
                  <a:pt x="87033" y="16637"/>
                </a:lnTo>
                <a:lnTo>
                  <a:pt x="87718" y="17272"/>
                </a:lnTo>
                <a:lnTo>
                  <a:pt x="87718" y="16217"/>
                </a:lnTo>
                <a:lnTo>
                  <a:pt x="87528" y="16129"/>
                </a:lnTo>
                <a:lnTo>
                  <a:pt x="87261" y="16129"/>
                </a:lnTo>
                <a:lnTo>
                  <a:pt x="87223" y="15621"/>
                </a:lnTo>
                <a:lnTo>
                  <a:pt x="87147" y="15367"/>
                </a:lnTo>
                <a:lnTo>
                  <a:pt x="87096" y="15163"/>
                </a:lnTo>
                <a:lnTo>
                  <a:pt x="87096" y="16129"/>
                </a:lnTo>
                <a:lnTo>
                  <a:pt x="86969" y="16179"/>
                </a:lnTo>
                <a:lnTo>
                  <a:pt x="87096" y="16129"/>
                </a:lnTo>
                <a:lnTo>
                  <a:pt x="87096" y="15163"/>
                </a:lnTo>
                <a:lnTo>
                  <a:pt x="87020" y="16040"/>
                </a:lnTo>
                <a:lnTo>
                  <a:pt x="86512" y="15748"/>
                </a:lnTo>
                <a:lnTo>
                  <a:pt x="86474" y="16129"/>
                </a:lnTo>
                <a:lnTo>
                  <a:pt x="86360" y="16383"/>
                </a:lnTo>
                <a:lnTo>
                  <a:pt x="86321" y="16129"/>
                </a:lnTo>
                <a:lnTo>
                  <a:pt x="86169" y="16256"/>
                </a:lnTo>
                <a:lnTo>
                  <a:pt x="86106" y="16129"/>
                </a:lnTo>
                <a:lnTo>
                  <a:pt x="86245" y="16129"/>
                </a:lnTo>
                <a:lnTo>
                  <a:pt x="86474" y="16129"/>
                </a:lnTo>
                <a:lnTo>
                  <a:pt x="85699" y="15697"/>
                </a:lnTo>
                <a:lnTo>
                  <a:pt x="85699" y="16383"/>
                </a:lnTo>
                <a:lnTo>
                  <a:pt x="85191" y="16129"/>
                </a:lnTo>
                <a:lnTo>
                  <a:pt x="84963" y="16167"/>
                </a:lnTo>
                <a:lnTo>
                  <a:pt x="84734" y="15925"/>
                </a:lnTo>
                <a:lnTo>
                  <a:pt x="84734" y="16637"/>
                </a:lnTo>
                <a:lnTo>
                  <a:pt x="84632" y="17272"/>
                </a:lnTo>
                <a:lnTo>
                  <a:pt x="83997" y="17272"/>
                </a:lnTo>
                <a:lnTo>
                  <a:pt x="84404" y="16637"/>
                </a:lnTo>
                <a:lnTo>
                  <a:pt x="84734" y="16637"/>
                </a:lnTo>
                <a:lnTo>
                  <a:pt x="84734" y="15925"/>
                </a:lnTo>
                <a:lnTo>
                  <a:pt x="84455" y="15621"/>
                </a:lnTo>
                <a:lnTo>
                  <a:pt x="84239" y="15252"/>
                </a:lnTo>
                <a:lnTo>
                  <a:pt x="84493" y="15621"/>
                </a:lnTo>
                <a:lnTo>
                  <a:pt x="84747" y="15621"/>
                </a:lnTo>
                <a:lnTo>
                  <a:pt x="85077" y="15621"/>
                </a:lnTo>
                <a:lnTo>
                  <a:pt x="85001" y="15379"/>
                </a:lnTo>
                <a:lnTo>
                  <a:pt x="84924" y="15113"/>
                </a:lnTo>
                <a:lnTo>
                  <a:pt x="85039" y="15367"/>
                </a:lnTo>
                <a:lnTo>
                  <a:pt x="85153" y="15621"/>
                </a:lnTo>
                <a:lnTo>
                  <a:pt x="85344" y="15621"/>
                </a:lnTo>
                <a:lnTo>
                  <a:pt x="85661" y="16129"/>
                </a:lnTo>
                <a:lnTo>
                  <a:pt x="85699" y="16383"/>
                </a:lnTo>
                <a:lnTo>
                  <a:pt x="85699" y="15697"/>
                </a:lnTo>
                <a:lnTo>
                  <a:pt x="85572" y="15621"/>
                </a:lnTo>
                <a:lnTo>
                  <a:pt x="85864" y="15621"/>
                </a:lnTo>
                <a:lnTo>
                  <a:pt x="86728" y="15621"/>
                </a:lnTo>
                <a:lnTo>
                  <a:pt x="87020" y="16040"/>
                </a:lnTo>
                <a:lnTo>
                  <a:pt x="87020" y="15113"/>
                </a:lnTo>
                <a:lnTo>
                  <a:pt x="86448" y="15113"/>
                </a:lnTo>
                <a:lnTo>
                  <a:pt x="86169" y="15113"/>
                </a:lnTo>
                <a:lnTo>
                  <a:pt x="86004" y="15113"/>
                </a:lnTo>
                <a:lnTo>
                  <a:pt x="85813" y="15113"/>
                </a:lnTo>
                <a:lnTo>
                  <a:pt x="85598" y="15113"/>
                </a:lnTo>
                <a:lnTo>
                  <a:pt x="85648" y="14935"/>
                </a:lnTo>
                <a:lnTo>
                  <a:pt x="85763" y="14605"/>
                </a:lnTo>
                <a:lnTo>
                  <a:pt x="86042" y="14605"/>
                </a:lnTo>
                <a:lnTo>
                  <a:pt x="86245" y="14871"/>
                </a:lnTo>
                <a:lnTo>
                  <a:pt x="86487" y="14097"/>
                </a:lnTo>
                <a:lnTo>
                  <a:pt x="86004" y="13944"/>
                </a:lnTo>
                <a:lnTo>
                  <a:pt x="86385" y="14097"/>
                </a:lnTo>
                <a:lnTo>
                  <a:pt x="85928" y="14097"/>
                </a:lnTo>
                <a:lnTo>
                  <a:pt x="86004" y="13944"/>
                </a:lnTo>
                <a:lnTo>
                  <a:pt x="86245" y="13462"/>
                </a:lnTo>
                <a:lnTo>
                  <a:pt x="85991" y="13462"/>
                </a:lnTo>
                <a:lnTo>
                  <a:pt x="85775" y="13843"/>
                </a:lnTo>
                <a:lnTo>
                  <a:pt x="85674" y="14020"/>
                </a:lnTo>
                <a:lnTo>
                  <a:pt x="85661" y="13817"/>
                </a:lnTo>
                <a:lnTo>
                  <a:pt x="85648" y="13627"/>
                </a:lnTo>
                <a:lnTo>
                  <a:pt x="85648" y="14071"/>
                </a:lnTo>
                <a:lnTo>
                  <a:pt x="85178" y="13627"/>
                </a:lnTo>
                <a:lnTo>
                  <a:pt x="85648" y="14071"/>
                </a:lnTo>
                <a:lnTo>
                  <a:pt x="85648" y="13627"/>
                </a:lnTo>
                <a:lnTo>
                  <a:pt x="85636" y="13462"/>
                </a:lnTo>
                <a:lnTo>
                  <a:pt x="85801" y="13462"/>
                </a:lnTo>
                <a:lnTo>
                  <a:pt x="85775" y="12954"/>
                </a:lnTo>
                <a:lnTo>
                  <a:pt x="85369" y="12954"/>
                </a:lnTo>
                <a:lnTo>
                  <a:pt x="85280" y="12446"/>
                </a:lnTo>
                <a:lnTo>
                  <a:pt x="85115" y="12954"/>
                </a:lnTo>
                <a:lnTo>
                  <a:pt x="85344" y="12954"/>
                </a:lnTo>
                <a:lnTo>
                  <a:pt x="85496" y="13462"/>
                </a:lnTo>
                <a:lnTo>
                  <a:pt x="84886" y="13220"/>
                </a:lnTo>
                <a:lnTo>
                  <a:pt x="84632" y="12954"/>
                </a:lnTo>
                <a:lnTo>
                  <a:pt x="84480" y="13042"/>
                </a:lnTo>
                <a:lnTo>
                  <a:pt x="84277" y="12954"/>
                </a:lnTo>
                <a:lnTo>
                  <a:pt x="84213" y="13195"/>
                </a:lnTo>
                <a:lnTo>
                  <a:pt x="84175" y="12954"/>
                </a:lnTo>
                <a:lnTo>
                  <a:pt x="83820" y="12954"/>
                </a:lnTo>
                <a:lnTo>
                  <a:pt x="83820" y="17564"/>
                </a:lnTo>
                <a:lnTo>
                  <a:pt x="83731" y="17780"/>
                </a:lnTo>
                <a:lnTo>
                  <a:pt x="83820" y="17564"/>
                </a:lnTo>
                <a:lnTo>
                  <a:pt x="83820" y="12954"/>
                </a:lnTo>
                <a:lnTo>
                  <a:pt x="83616" y="12954"/>
                </a:lnTo>
                <a:lnTo>
                  <a:pt x="83616" y="13462"/>
                </a:lnTo>
                <a:lnTo>
                  <a:pt x="83439" y="13462"/>
                </a:lnTo>
                <a:lnTo>
                  <a:pt x="83464" y="13081"/>
                </a:lnTo>
                <a:lnTo>
                  <a:pt x="83616" y="13462"/>
                </a:lnTo>
                <a:lnTo>
                  <a:pt x="83616" y="12954"/>
                </a:lnTo>
                <a:lnTo>
                  <a:pt x="84404" y="12446"/>
                </a:lnTo>
                <a:lnTo>
                  <a:pt x="83947" y="12446"/>
                </a:lnTo>
                <a:lnTo>
                  <a:pt x="83858" y="11938"/>
                </a:lnTo>
                <a:lnTo>
                  <a:pt x="84328" y="11938"/>
                </a:lnTo>
                <a:lnTo>
                  <a:pt x="83693" y="11430"/>
                </a:lnTo>
                <a:lnTo>
                  <a:pt x="83337" y="11430"/>
                </a:lnTo>
                <a:lnTo>
                  <a:pt x="83337" y="12954"/>
                </a:lnTo>
                <a:lnTo>
                  <a:pt x="83273" y="16129"/>
                </a:lnTo>
                <a:lnTo>
                  <a:pt x="82753" y="16548"/>
                </a:lnTo>
                <a:lnTo>
                  <a:pt x="83159" y="16129"/>
                </a:lnTo>
                <a:lnTo>
                  <a:pt x="83273" y="13030"/>
                </a:lnTo>
                <a:lnTo>
                  <a:pt x="83121" y="13208"/>
                </a:lnTo>
                <a:lnTo>
                  <a:pt x="83121" y="12954"/>
                </a:lnTo>
                <a:lnTo>
                  <a:pt x="82664" y="13462"/>
                </a:lnTo>
                <a:lnTo>
                  <a:pt x="83045" y="12954"/>
                </a:lnTo>
                <a:lnTo>
                  <a:pt x="83337" y="12954"/>
                </a:lnTo>
                <a:lnTo>
                  <a:pt x="83337" y="11430"/>
                </a:lnTo>
                <a:lnTo>
                  <a:pt x="83273" y="11938"/>
                </a:lnTo>
                <a:lnTo>
                  <a:pt x="83019" y="12103"/>
                </a:lnTo>
                <a:lnTo>
                  <a:pt x="83096" y="11938"/>
                </a:lnTo>
                <a:lnTo>
                  <a:pt x="82892" y="11938"/>
                </a:lnTo>
                <a:lnTo>
                  <a:pt x="83058" y="11455"/>
                </a:lnTo>
                <a:lnTo>
                  <a:pt x="83273" y="11938"/>
                </a:lnTo>
                <a:lnTo>
                  <a:pt x="83273" y="11430"/>
                </a:lnTo>
                <a:lnTo>
                  <a:pt x="83070" y="11430"/>
                </a:lnTo>
                <a:lnTo>
                  <a:pt x="83248" y="10922"/>
                </a:lnTo>
                <a:lnTo>
                  <a:pt x="82727" y="10922"/>
                </a:lnTo>
                <a:lnTo>
                  <a:pt x="82727" y="11430"/>
                </a:lnTo>
                <a:lnTo>
                  <a:pt x="82702" y="11696"/>
                </a:lnTo>
                <a:lnTo>
                  <a:pt x="82550" y="11430"/>
                </a:lnTo>
                <a:lnTo>
                  <a:pt x="82727" y="11430"/>
                </a:lnTo>
                <a:lnTo>
                  <a:pt x="82727" y="10922"/>
                </a:lnTo>
                <a:lnTo>
                  <a:pt x="82245" y="10922"/>
                </a:lnTo>
                <a:lnTo>
                  <a:pt x="81737" y="10922"/>
                </a:lnTo>
                <a:lnTo>
                  <a:pt x="81838" y="10287"/>
                </a:lnTo>
                <a:lnTo>
                  <a:pt x="82092" y="10287"/>
                </a:lnTo>
                <a:lnTo>
                  <a:pt x="81648" y="9918"/>
                </a:lnTo>
                <a:lnTo>
                  <a:pt x="81597" y="10287"/>
                </a:lnTo>
                <a:lnTo>
                  <a:pt x="81292" y="10287"/>
                </a:lnTo>
                <a:lnTo>
                  <a:pt x="81292" y="11430"/>
                </a:lnTo>
                <a:lnTo>
                  <a:pt x="81229" y="11696"/>
                </a:lnTo>
                <a:lnTo>
                  <a:pt x="80581" y="11518"/>
                </a:lnTo>
                <a:lnTo>
                  <a:pt x="80581" y="15113"/>
                </a:lnTo>
                <a:lnTo>
                  <a:pt x="80175" y="15113"/>
                </a:lnTo>
                <a:lnTo>
                  <a:pt x="79984" y="14605"/>
                </a:lnTo>
                <a:lnTo>
                  <a:pt x="80187" y="14605"/>
                </a:lnTo>
                <a:lnTo>
                  <a:pt x="80454" y="14605"/>
                </a:lnTo>
                <a:lnTo>
                  <a:pt x="80581" y="15113"/>
                </a:lnTo>
                <a:lnTo>
                  <a:pt x="80581" y="11518"/>
                </a:lnTo>
                <a:lnTo>
                  <a:pt x="80264" y="11430"/>
                </a:lnTo>
                <a:lnTo>
                  <a:pt x="80721" y="11430"/>
                </a:lnTo>
                <a:lnTo>
                  <a:pt x="80911" y="11430"/>
                </a:lnTo>
                <a:lnTo>
                  <a:pt x="81292" y="11430"/>
                </a:lnTo>
                <a:lnTo>
                  <a:pt x="81292" y="10287"/>
                </a:lnTo>
                <a:lnTo>
                  <a:pt x="81203" y="10922"/>
                </a:lnTo>
                <a:lnTo>
                  <a:pt x="80975" y="10922"/>
                </a:lnTo>
                <a:lnTo>
                  <a:pt x="80848" y="11176"/>
                </a:lnTo>
                <a:lnTo>
                  <a:pt x="80797" y="10922"/>
                </a:lnTo>
                <a:lnTo>
                  <a:pt x="80238" y="10922"/>
                </a:lnTo>
                <a:lnTo>
                  <a:pt x="80860" y="10299"/>
                </a:lnTo>
                <a:lnTo>
                  <a:pt x="81203" y="10922"/>
                </a:lnTo>
                <a:lnTo>
                  <a:pt x="81203" y="10287"/>
                </a:lnTo>
                <a:lnTo>
                  <a:pt x="80873" y="10287"/>
                </a:lnTo>
                <a:lnTo>
                  <a:pt x="80683" y="10287"/>
                </a:lnTo>
                <a:lnTo>
                  <a:pt x="80454" y="9779"/>
                </a:lnTo>
                <a:lnTo>
                  <a:pt x="81495" y="9779"/>
                </a:lnTo>
                <a:lnTo>
                  <a:pt x="81673" y="9779"/>
                </a:lnTo>
                <a:lnTo>
                  <a:pt x="82003" y="9779"/>
                </a:lnTo>
                <a:lnTo>
                  <a:pt x="81902" y="9271"/>
                </a:lnTo>
                <a:lnTo>
                  <a:pt x="81800" y="8851"/>
                </a:lnTo>
                <a:lnTo>
                  <a:pt x="81635" y="8763"/>
                </a:lnTo>
                <a:lnTo>
                  <a:pt x="81330" y="8763"/>
                </a:lnTo>
                <a:lnTo>
                  <a:pt x="80835" y="8763"/>
                </a:lnTo>
                <a:lnTo>
                  <a:pt x="80467" y="9017"/>
                </a:lnTo>
                <a:lnTo>
                  <a:pt x="80467" y="8763"/>
                </a:lnTo>
                <a:lnTo>
                  <a:pt x="80289" y="8788"/>
                </a:lnTo>
                <a:lnTo>
                  <a:pt x="80289" y="9779"/>
                </a:lnTo>
                <a:lnTo>
                  <a:pt x="80276" y="10287"/>
                </a:lnTo>
                <a:lnTo>
                  <a:pt x="80276" y="9779"/>
                </a:lnTo>
                <a:lnTo>
                  <a:pt x="79654" y="9779"/>
                </a:lnTo>
                <a:lnTo>
                  <a:pt x="79349" y="10287"/>
                </a:lnTo>
                <a:lnTo>
                  <a:pt x="79743" y="10287"/>
                </a:lnTo>
                <a:lnTo>
                  <a:pt x="79260" y="10922"/>
                </a:lnTo>
                <a:lnTo>
                  <a:pt x="78968" y="10922"/>
                </a:lnTo>
                <a:lnTo>
                  <a:pt x="78689" y="10922"/>
                </a:lnTo>
                <a:lnTo>
                  <a:pt x="78689" y="17272"/>
                </a:lnTo>
                <a:lnTo>
                  <a:pt x="78193" y="17399"/>
                </a:lnTo>
                <a:lnTo>
                  <a:pt x="78092" y="17272"/>
                </a:lnTo>
                <a:lnTo>
                  <a:pt x="78016" y="17449"/>
                </a:lnTo>
                <a:lnTo>
                  <a:pt x="78003" y="17272"/>
                </a:lnTo>
                <a:lnTo>
                  <a:pt x="78689" y="17272"/>
                </a:lnTo>
                <a:lnTo>
                  <a:pt x="78689" y="10922"/>
                </a:lnTo>
                <a:lnTo>
                  <a:pt x="78562" y="10896"/>
                </a:lnTo>
                <a:lnTo>
                  <a:pt x="79006" y="10287"/>
                </a:lnTo>
                <a:lnTo>
                  <a:pt x="78536" y="10617"/>
                </a:lnTo>
                <a:lnTo>
                  <a:pt x="78536" y="12954"/>
                </a:lnTo>
                <a:lnTo>
                  <a:pt x="78320" y="13106"/>
                </a:lnTo>
                <a:lnTo>
                  <a:pt x="78320" y="12954"/>
                </a:lnTo>
                <a:lnTo>
                  <a:pt x="78536" y="12954"/>
                </a:lnTo>
                <a:lnTo>
                  <a:pt x="78536" y="10617"/>
                </a:lnTo>
                <a:lnTo>
                  <a:pt x="78435" y="10287"/>
                </a:lnTo>
                <a:lnTo>
                  <a:pt x="77939" y="10287"/>
                </a:lnTo>
                <a:lnTo>
                  <a:pt x="77774" y="10287"/>
                </a:lnTo>
                <a:lnTo>
                  <a:pt x="77774" y="13462"/>
                </a:lnTo>
                <a:lnTo>
                  <a:pt x="77762" y="17272"/>
                </a:lnTo>
                <a:lnTo>
                  <a:pt x="77698" y="17449"/>
                </a:lnTo>
                <a:lnTo>
                  <a:pt x="77698" y="19494"/>
                </a:lnTo>
                <a:lnTo>
                  <a:pt x="77444" y="19443"/>
                </a:lnTo>
                <a:lnTo>
                  <a:pt x="77266" y="19392"/>
                </a:lnTo>
                <a:lnTo>
                  <a:pt x="76860" y="19304"/>
                </a:lnTo>
                <a:lnTo>
                  <a:pt x="76771" y="19812"/>
                </a:lnTo>
                <a:lnTo>
                  <a:pt x="77444" y="20447"/>
                </a:lnTo>
                <a:lnTo>
                  <a:pt x="77012" y="20243"/>
                </a:lnTo>
                <a:lnTo>
                  <a:pt x="77012" y="20447"/>
                </a:lnTo>
                <a:lnTo>
                  <a:pt x="77012" y="20624"/>
                </a:lnTo>
                <a:lnTo>
                  <a:pt x="77012" y="20955"/>
                </a:lnTo>
                <a:lnTo>
                  <a:pt x="76657" y="20764"/>
                </a:lnTo>
                <a:lnTo>
                  <a:pt x="76123" y="20447"/>
                </a:lnTo>
                <a:lnTo>
                  <a:pt x="76288" y="20447"/>
                </a:lnTo>
                <a:lnTo>
                  <a:pt x="77012" y="20447"/>
                </a:lnTo>
                <a:lnTo>
                  <a:pt x="77012" y="20243"/>
                </a:lnTo>
                <a:lnTo>
                  <a:pt x="76149" y="19812"/>
                </a:lnTo>
                <a:lnTo>
                  <a:pt x="76301" y="19812"/>
                </a:lnTo>
                <a:lnTo>
                  <a:pt x="76111" y="19367"/>
                </a:lnTo>
                <a:lnTo>
                  <a:pt x="75844" y="19304"/>
                </a:lnTo>
                <a:lnTo>
                  <a:pt x="75844" y="20955"/>
                </a:lnTo>
                <a:lnTo>
                  <a:pt x="75742" y="22479"/>
                </a:lnTo>
                <a:lnTo>
                  <a:pt x="75577" y="22479"/>
                </a:lnTo>
                <a:lnTo>
                  <a:pt x="75526" y="21971"/>
                </a:lnTo>
                <a:lnTo>
                  <a:pt x="75742" y="21463"/>
                </a:lnTo>
                <a:lnTo>
                  <a:pt x="75349" y="21463"/>
                </a:lnTo>
                <a:lnTo>
                  <a:pt x="75577" y="20955"/>
                </a:lnTo>
                <a:lnTo>
                  <a:pt x="75844" y="20955"/>
                </a:lnTo>
                <a:lnTo>
                  <a:pt x="75844" y="19304"/>
                </a:lnTo>
                <a:lnTo>
                  <a:pt x="74676" y="19304"/>
                </a:lnTo>
                <a:lnTo>
                  <a:pt x="74625" y="20218"/>
                </a:lnTo>
                <a:lnTo>
                  <a:pt x="74625" y="20447"/>
                </a:lnTo>
                <a:lnTo>
                  <a:pt x="74625" y="20218"/>
                </a:lnTo>
                <a:lnTo>
                  <a:pt x="74625" y="19304"/>
                </a:lnTo>
                <a:lnTo>
                  <a:pt x="74422" y="19304"/>
                </a:lnTo>
                <a:lnTo>
                  <a:pt x="74091" y="19304"/>
                </a:lnTo>
                <a:lnTo>
                  <a:pt x="74091" y="20447"/>
                </a:lnTo>
                <a:lnTo>
                  <a:pt x="73596" y="19812"/>
                </a:lnTo>
                <a:lnTo>
                  <a:pt x="73482" y="19659"/>
                </a:lnTo>
                <a:lnTo>
                  <a:pt x="73647" y="19812"/>
                </a:lnTo>
                <a:lnTo>
                  <a:pt x="73583" y="19583"/>
                </a:lnTo>
                <a:lnTo>
                  <a:pt x="73469" y="19431"/>
                </a:lnTo>
                <a:lnTo>
                  <a:pt x="73609" y="19570"/>
                </a:lnTo>
                <a:lnTo>
                  <a:pt x="73825" y="19812"/>
                </a:lnTo>
                <a:lnTo>
                  <a:pt x="74091" y="20447"/>
                </a:lnTo>
                <a:lnTo>
                  <a:pt x="74091" y="19304"/>
                </a:lnTo>
                <a:lnTo>
                  <a:pt x="73253" y="19304"/>
                </a:lnTo>
                <a:lnTo>
                  <a:pt x="73393" y="19507"/>
                </a:lnTo>
                <a:lnTo>
                  <a:pt x="73253" y="19304"/>
                </a:lnTo>
                <a:lnTo>
                  <a:pt x="73088" y="19304"/>
                </a:lnTo>
                <a:lnTo>
                  <a:pt x="72872" y="19304"/>
                </a:lnTo>
                <a:lnTo>
                  <a:pt x="72644" y="19532"/>
                </a:lnTo>
                <a:lnTo>
                  <a:pt x="72694" y="19304"/>
                </a:lnTo>
                <a:lnTo>
                  <a:pt x="72821" y="19164"/>
                </a:lnTo>
                <a:lnTo>
                  <a:pt x="73088" y="19304"/>
                </a:lnTo>
                <a:lnTo>
                  <a:pt x="73063" y="18973"/>
                </a:lnTo>
                <a:lnTo>
                  <a:pt x="73177" y="18846"/>
                </a:lnTo>
                <a:lnTo>
                  <a:pt x="73317" y="18923"/>
                </a:lnTo>
                <a:lnTo>
                  <a:pt x="73812" y="19202"/>
                </a:lnTo>
                <a:lnTo>
                  <a:pt x="74282" y="18796"/>
                </a:lnTo>
                <a:lnTo>
                  <a:pt x="74472" y="18796"/>
                </a:lnTo>
                <a:lnTo>
                  <a:pt x="74422" y="18935"/>
                </a:lnTo>
                <a:lnTo>
                  <a:pt x="74612" y="18796"/>
                </a:lnTo>
                <a:lnTo>
                  <a:pt x="74752" y="18796"/>
                </a:lnTo>
                <a:lnTo>
                  <a:pt x="74955" y="18796"/>
                </a:lnTo>
                <a:lnTo>
                  <a:pt x="74714" y="19215"/>
                </a:lnTo>
                <a:lnTo>
                  <a:pt x="75590" y="18796"/>
                </a:lnTo>
                <a:lnTo>
                  <a:pt x="75984" y="18796"/>
                </a:lnTo>
                <a:lnTo>
                  <a:pt x="76161" y="18796"/>
                </a:lnTo>
                <a:lnTo>
                  <a:pt x="76288" y="18796"/>
                </a:lnTo>
                <a:lnTo>
                  <a:pt x="76568" y="19304"/>
                </a:lnTo>
                <a:lnTo>
                  <a:pt x="76860" y="19304"/>
                </a:lnTo>
                <a:lnTo>
                  <a:pt x="77228" y="19304"/>
                </a:lnTo>
                <a:lnTo>
                  <a:pt x="77431" y="19304"/>
                </a:lnTo>
                <a:lnTo>
                  <a:pt x="77571" y="19304"/>
                </a:lnTo>
                <a:lnTo>
                  <a:pt x="77698" y="19494"/>
                </a:lnTo>
                <a:lnTo>
                  <a:pt x="77698" y="17449"/>
                </a:lnTo>
                <a:lnTo>
                  <a:pt x="76949" y="17272"/>
                </a:lnTo>
                <a:lnTo>
                  <a:pt x="77266" y="17272"/>
                </a:lnTo>
                <a:lnTo>
                  <a:pt x="77762" y="17272"/>
                </a:lnTo>
                <a:lnTo>
                  <a:pt x="77762" y="13487"/>
                </a:lnTo>
                <a:lnTo>
                  <a:pt x="77457" y="14097"/>
                </a:lnTo>
                <a:lnTo>
                  <a:pt x="77304" y="14097"/>
                </a:lnTo>
                <a:lnTo>
                  <a:pt x="76962" y="14097"/>
                </a:lnTo>
                <a:lnTo>
                  <a:pt x="76784" y="14605"/>
                </a:lnTo>
                <a:lnTo>
                  <a:pt x="77025" y="14605"/>
                </a:lnTo>
                <a:lnTo>
                  <a:pt x="77177" y="14605"/>
                </a:lnTo>
                <a:lnTo>
                  <a:pt x="77419" y="15113"/>
                </a:lnTo>
                <a:lnTo>
                  <a:pt x="77076" y="15113"/>
                </a:lnTo>
                <a:lnTo>
                  <a:pt x="77025" y="14605"/>
                </a:lnTo>
                <a:lnTo>
                  <a:pt x="76517" y="14998"/>
                </a:lnTo>
                <a:lnTo>
                  <a:pt x="76327" y="14605"/>
                </a:lnTo>
                <a:lnTo>
                  <a:pt x="76784" y="14605"/>
                </a:lnTo>
                <a:lnTo>
                  <a:pt x="76847" y="14097"/>
                </a:lnTo>
                <a:lnTo>
                  <a:pt x="76301" y="14097"/>
                </a:lnTo>
                <a:lnTo>
                  <a:pt x="76301" y="16129"/>
                </a:lnTo>
                <a:lnTo>
                  <a:pt x="76085" y="16129"/>
                </a:lnTo>
                <a:lnTo>
                  <a:pt x="76085" y="17780"/>
                </a:lnTo>
                <a:lnTo>
                  <a:pt x="76034" y="17907"/>
                </a:lnTo>
                <a:lnTo>
                  <a:pt x="75946" y="17780"/>
                </a:lnTo>
                <a:lnTo>
                  <a:pt x="76085" y="17780"/>
                </a:lnTo>
                <a:lnTo>
                  <a:pt x="76085" y="16129"/>
                </a:lnTo>
                <a:lnTo>
                  <a:pt x="76073" y="17030"/>
                </a:lnTo>
                <a:lnTo>
                  <a:pt x="75234" y="16852"/>
                </a:lnTo>
                <a:lnTo>
                  <a:pt x="75234" y="18288"/>
                </a:lnTo>
                <a:lnTo>
                  <a:pt x="75158" y="18427"/>
                </a:lnTo>
                <a:lnTo>
                  <a:pt x="75018" y="18288"/>
                </a:lnTo>
                <a:lnTo>
                  <a:pt x="74866" y="18288"/>
                </a:lnTo>
                <a:lnTo>
                  <a:pt x="74625" y="18288"/>
                </a:lnTo>
                <a:lnTo>
                  <a:pt x="74587" y="18415"/>
                </a:lnTo>
                <a:lnTo>
                  <a:pt x="74358" y="18440"/>
                </a:lnTo>
                <a:lnTo>
                  <a:pt x="74269" y="18288"/>
                </a:lnTo>
                <a:lnTo>
                  <a:pt x="74269" y="17919"/>
                </a:lnTo>
                <a:lnTo>
                  <a:pt x="73901" y="18110"/>
                </a:lnTo>
                <a:lnTo>
                  <a:pt x="73901" y="18288"/>
                </a:lnTo>
                <a:lnTo>
                  <a:pt x="73901" y="18110"/>
                </a:lnTo>
                <a:lnTo>
                  <a:pt x="73533" y="18288"/>
                </a:lnTo>
                <a:lnTo>
                  <a:pt x="73685" y="18288"/>
                </a:lnTo>
                <a:lnTo>
                  <a:pt x="73317" y="18364"/>
                </a:lnTo>
                <a:lnTo>
                  <a:pt x="73164" y="18364"/>
                </a:lnTo>
                <a:lnTo>
                  <a:pt x="73164" y="18846"/>
                </a:lnTo>
                <a:lnTo>
                  <a:pt x="73164" y="18364"/>
                </a:lnTo>
                <a:lnTo>
                  <a:pt x="72453" y="18313"/>
                </a:lnTo>
                <a:lnTo>
                  <a:pt x="73101" y="18402"/>
                </a:lnTo>
                <a:lnTo>
                  <a:pt x="72771" y="18478"/>
                </a:lnTo>
                <a:lnTo>
                  <a:pt x="72771" y="19138"/>
                </a:lnTo>
                <a:lnTo>
                  <a:pt x="72605" y="19265"/>
                </a:lnTo>
                <a:lnTo>
                  <a:pt x="72351" y="19138"/>
                </a:lnTo>
                <a:lnTo>
                  <a:pt x="72351" y="19558"/>
                </a:lnTo>
                <a:lnTo>
                  <a:pt x="72174" y="19812"/>
                </a:lnTo>
                <a:lnTo>
                  <a:pt x="72351" y="19558"/>
                </a:lnTo>
                <a:lnTo>
                  <a:pt x="72351" y="19138"/>
                </a:lnTo>
                <a:lnTo>
                  <a:pt x="71996" y="18935"/>
                </a:lnTo>
                <a:lnTo>
                  <a:pt x="71996" y="19177"/>
                </a:lnTo>
                <a:lnTo>
                  <a:pt x="71996" y="19304"/>
                </a:lnTo>
                <a:lnTo>
                  <a:pt x="71869" y="19304"/>
                </a:lnTo>
                <a:lnTo>
                  <a:pt x="71767" y="18821"/>
                </a:lnTo>
                <a:lnTo>
                  <a:pt x="71996" y="18796"/>
                </a:lnTo>
                <a:lnTo>
                  <a:pt x="72199" y="18796"/>
                </a:lnTo>
                <a:lnTo>
                  <a:pt x="72644" y="19050"/>
                </a:lnTo>
                <a:lnTo>
                  <a:pt x="72771" y="19138"/>
                </a:lnTo>
                <a:lnTo>
                  <a:pt x="72771" y="18478"/>
                </a:lnTo>
                <a:lnTo>
                  <a:pt x="72517" y="18516"/>
                </a:lnTo>
                <a:lnTo>
                  <a:pt x="72390" y="18542"/>
                </a:lnTo>
                <a:lnTo>
                  <a:pt x="71970" y="17780"/>
                </a:lnTo>
                <a:lnTo>
                  <a:pt x="71970" y="18288"/>
                </a:lnTo>
                <a:lnTo>
                  <a:pt x="71310" y="18288"/>
                </a:lnTo>
                <a:lnTo>
                  <a:pt x="71170" y="18542"/>
                </a:lnTo>
                <a:lnTo>
                  <a:pt x="71018" y="18288"/>
                </a:lnTo>
                <a:lnTo>
                  <a:pt x="70866" y="18046"/>
                </a:lnTo>
                <a:lnTo>
                  <a:pt x="70866" y="21463"/>
                </a:lnTo>
                <a:lnTo>
                  <a:pt x="70383" y="21463"/>
                </a:lnTo>
                <a:lnTo>
                  <a:pt x="70231" y="21412"/>
                </a:lnTo>
                <a:lnTo>
                  <a:pt x="70180" y="20955"/>
                </a:lnTo>
                <a:lnTo>
                  <a:pt x="70866" y="21463"/>
                </a:lnTo>
                <a:lnTo>
                  <a:pt x="70866" y="18046"/>
                </a:lnTo>
                <a:lnTo>
                  <a:pt x="70700" y="17780"/>
                </a:lnTo>
                <a:lnTo>
                  <a:pt x="71234" y="17780"/>
                </a:lnTo>
                <a:lnTo>
                  <a:pt x="71805" y="17780"/>
                </a:lnTo>
                <a:lnTo>
                  <a:pt x="71970" y="18288"/>
                </a:lnTo>
                <a:lnTo>
                  <a:pt x="71970" y="17780"/>
                </a:lnTo>
                <a:lnTo>
                  <a:pt x="74079" y="17780"/>
                </a:lnTo>
                <a:lnTo>
                  <a:pt x="74269" y="17780"/>
                </a:lnTo>
                <a:lnTo>
                  <a:pt x="74510" y="17780"/>
                </a:lnTo>
                <a:lnTo>
                  <a:pt x="74295" y="17907"/>
                </a:lnTo>
                <a:lnTo>
                  <a:pt x="74371" y="18288"/>
                </a:lnTo>
                <a:lnTo>
                  <a:pt x="75158" y="17780"/>
                </a:lnTo>
                <a:lnTo>
                  <a:pt x="75234" y="18288"/>
                </a:lnTo>
                <a:lnTo>
                  <a:pt x="75234" y="16852"/>
                </a:lnTo>
                <a:lnTo>
                  <a:pt x="75196" y="16637"/>
                </a:lnTo>
                <a:lnTo>
                  <a:pt x="75450" y="16637"/>
                </a:lnTo>
                <a:lnTo>
                  <a:pt x="75666" y="16637"/>
                </a:lnTo>
                <a:lnTo>
                  <a:pt x="75946" y="16637"/>
                </a:lnTo>
                <a:lnTo>
                  <a:pt x="76073" y="17030"/>
                </a:lnTo>
                <a:lnTo>
                  <a:pt x="76073" y="16129"/>
                </a:lnTo>
                <a:lnTo>
                  <a:pt x="75844" y="16129"/>
                </a:lnTo>
                <a:lnTo>
                  <a:pt x="75488" y="16129"/>
                </a:lnTo>
                <a:lnTo>
                  <a:pt x="75463" y="16433"/>
                </a:lnTo>
                <a:lnTo>
                  <a:pt x="75387" y="16129"/>
                </a:lnTo>
                <a:lnTo>
                  <a:pt x="75158" y="16205"/>
                </a:lnTo>
                <a:lnTo>
                  <a:pt x="75057" y="16637"/>
                </a:lnTo>
                <a:lnTo>
                  <a:pt x="74993" y="16789"/>
                </a:lnTo>
                <a:lnTo>
                  <a:pt x="74637" y="16713"/>
                </a:lnTo>
                <a:lnTo>
                  <a:pt x="74637" y="17272"/>
                </a:lnTo>
                <a:lnTo>
                  <a:pt x="74599" y="17399"/>
                </a:lnTo>
                <a:lnTo>
                  <a:pt x="73799" y="17272"/>
                </a:lnTo>
                <a:lnTo>
                  <a:pt x="74625" y="17272"/>
                </a:lnTo>
                <a:lnTo>
                  <a:pt x="74637" y="16713"/>
                </a:lnTo>
                <a:lnTo>
                  <a:pt x="74282" y="16637"/>
                </a:lnTo>
                <a:lnTo>
                  <a:pt x="75057" y="16637"/>
                </a:lnTo>
                <a:lnTo>
                  <a:pt x="75057" y="16129"/>
                </a:lnTo>
                <a:lnTo>
                  <a:pt x="74853" y="15621"/>
                </a:lnTo>
                <a:lnTo>
                  <a:pt x="76263" y="15621"/>
                </a:lnTo>
                <a:lnTo>
                  <a:pt x="76301" y="16129"/>
                </a:lnTo>
                <a:lnTo>
                  <a:pt x="76301" y="14097"/>
                </a:lnTo>
                <a:lnTo>
                  <a:pt x="76174" y="14097"/>
                </a:lnTo>
                <a:lnTo>
                  <a:pt x="76149" y="14351"/>
                </a:lnTo>
                <a:lnTo>
                  <a:pt x="75907" y="14262"/>
                </a:lnTo>
                <a:lnTo>
                  <a:pt x="75907" y="15113"/>
                </a:lnTo>
                <a:lnTo>
                  <a:pt x="75819" y="15240"/>
                </a:lnTo>
                <a:lnTo>
                  <a:pt x="75717" y="15113"/>
                </a:lnTo>
                <a:lnTo>
                  <a:pt x="75907" y="15113"/>
                </a:lnTo>
                <a:lnTo>
                  <a:pt x="75907" y="14262"/>
                </a:lnTo>
                <a:lnTo>
                  <a:pt x="75514" y="14097"/>
                </a:lnTo>
                <a:lnTo>
                  <a:pt x="74625" y="14097"/>
                </a:lnTo>
                <a:lnTo>
                  <a:pt x="74625" y="16129"/>
                </a:lnTo>
                <a:lnTo>
                  <a:pt x="74422" y="16256"/>
                </a:lnTo>
                <a:lnTo>
                  <a:pt x="74218" y="16383"/>
                </a:lnTo>
                <a:lnTo>
                  <a:pt x="74218" y="16129"/>
                </a:lnTo>
                <a:lnTo>
                  <a:pt x="74523" y="16129"/>
                </a:lnTo>
                <a:lnTo>
                  <a:pt x="74625" y="14097"/>
                </a:lnTo>
                <a:lnTo>
                  <a:pt x="74117" y="14097"/>
                </a:lnTo>
                <a:lnTo>
                  <a:pt x="74117" y="15621"/>
                </a:lnTo>
                <a:lnTo>
                  <a:pt x="74117" y="16421"/>
                </a:lnTo>
                <a:lnTo>
                  <a:pt x="74091" y="16129"/>
                </a:lnTo>
                <a:lnTo>
                  <a:pt x="72986" y="16395"/>
                </a:lnTo>
                <a:lnTo>
                  <a:pt x="73088" y="16129"/>
                </a:lnTo>
                <a:lnTo>
                  <a:pt x="73317" y="16129"/>
                </a:lnTo>
                <a:lnTo>
                  <a:pt x="73571" y="16129"/>
                </a:lnTo>
                <a:lnTo>
                  <a:pt x="73355" y="16065"/>
                </a:lnTo>
                <a:lnTo>
                  <a:pt x="73621" y="15621"/>
                </a:lnTo>
                <a:lnTo>
                  <a:pt x="74117" y="15621"/>
                </a:lnTo>
                <a:lnTo>
                  <a:pt x="74117" y="14097"/>
                </a:lnTo>
                <a:lnTo>
                  <a:pt x="73342" y="14097"/>
                </a:lnTo>
                <a:lnTo>
                  <a:pt x="73266" y="13830"/>
                </a:lnTo>
                <a:lnTo>
                  <a:pt x="73177" y="13462"/>
                </a:lnTo>
                <a:lnTo>
                  <a:pt x="73901" y="13462"/>
                </a:lnTo>
                <a:lnTo>
                  <a:pt x="73736" y="13550"/>
                </a:lnTo>
                <a:lnTo>
                  <a:pt x="77304" y="14097"/>
                </a:lnTo>
                <a:lnTo>
                  <a:pt x="77571" y="13462"/>
                </a:lnTo>
                <a:lnTo>
                  <a:pt x="77774" y="13462"/>
                </a:lnTo>
                <a:lnTo>
                  <a:pt x="77774" y="10287"/>
                </a:lnTo>
                <a:lnTo>
                  <a:pt x="77711" y="10922"/>
                </a:lnTo>
                <a:lnTo>
                  <a:pt x="77711" y="12954"/>
                </a:lnTo>
                <a:lnTo>
                  <a:pt x="77609" y="13296"/>
                </a:lnTo>
                <a:lnTo>
                  <a:pt x="77685" y="12954"/>
                </a:lnTo>
                <a:lnTo>
                  <a:pt x="77711" y="10922"/>
                </a:lnTo>
                <a:lnTo>
                  <a:pt x="77635" y="11099"/>
                </a:lnTo>
                <a:lnTo>
                  <a:pt x="77533" y="11328"/>
                </a:lnTo>
                <a:lnTo>
                  <a:pt x="77546" y="11125"/>
                </a:lnTo>
                <a:lnTo>
                  <a:pt x="77584" y="10922"/>
                </a:lnTo>
                <a:lnTo>
                  <a:pt x="77355" y="11087"/>
                </a:lnTo>
                <a:lnTo>
                  <a:pt x="77355" y="11430"/>
                </a:lnTo>
                <a:lnTo>
                  <a:pt x="77190" y="11823"/>
                </a:lnTo>
                <a:lnTo>
                  <a:pt x="77190" y="11430"/>
                </a:lnTo>
                <a:lnTo>
                  <a:pt x="77355" y="11430"/>
                </a:lnTo>
                <a:lnTo>
                  <a:pt x="77355" y="11087"/>
                </a:lnTo>
                <a:lnTo>
                  <a:pt x="77203" y="10922"/>
                </a:lnTo>
                <a:lnTo>
                  <a:pt x="77190" y="11074"/>
                </a:lnTo>
                <a:lnTo>
                  <a:pt x="77190" y="10922"/>
                </a:lnTo>
                <a:lnTo>
                  <a:pt x="77520" y="10922"/>
                </a:lnTo>
                <a:lnTo>
                  <a:pt x="77711" y="10922"/>
                </a:lnTo>
                <a:lnTo>
                  <a:pt x="77711" y="10287"/>
                </a:lnTo>
                <a:lnTo>
                  <a:pt x="77508" y="10287"/>
                </a:lnTo>
                <a:lnTo>
                  <a:pt x="77355" y="10287"/>
                </a:lnTo>
                <a:lnTo>
                  <a:pt x="76987" y="10490"/>
                </a:lnTo>
                <a:lnTo>
                  <a:pt x="76987" y="11239"/>
                </a:lnTo>
                <a:lnTo>
                  <a:pt x="76987" y="10490"/>
                </a:lnTo>
                <a:lnTo>
                  <a:pt x="76974" y="10922"/>
                </a:lnTo>
                <a:lnTo>
                  <a:pt x="76974" y="11226"/>
                </a:lnTo>
                <a:lnTo>
                  <a:pt x="76923" y="10972"/>
                </a:lnTo>
                <a:lnTo>
                  <a:pt x="76974" y="10490"/>
                </a:lnTo>
                <a:lnTo>
                  <a:pt x="76860" y="12319"/>
                </a:lnTo>
                <a:lnTo>
                  <a:pt x="76822" y="11938"/>
                </a:lnTo>
                <a:lnTo>
                  <a:pt x="76860" y="12319"/>
                </a:lnTo>
                <a:lnTo>
                  <a:pt x="76860" y="10553"/>
                </a:lnTo>
                <a:lnTo>
                  <a:pt x="76466" y="10756"/>
                </a:lnTo>
                <a:lnTo>
                  <a:pt x="76466" y="10922"/>
                </a:lnTo>
                <a:lnTo>
                  <a:pt x="76415" y="11341"/>
                </a:lnTo>
                <a:lnTo>
                  <a:pt x="76454" y="10922"/>
                </a:lnTo>
                <a:lnTo>
                  <a:pt x="76466" y="10756"/>
                </a:lnTo>
                <a:lnTo>
                  <a:pt x="76517" y="10287"/>
                </a:lnTo>
                <a:lnTo>
                  <a:pt x="73113" y="10287"/>
                </a:lnTo>
                <a:lnTo>
                  <a:pt x="73113" y="12446"/>
                </a:lnTo>
                <a:lnTo>
                  <a:pt x="73101" y="15113"/>
                </a:lnTo>
                <a:lnTo>
                  <a:pt x="72809" y="15113"/>
                </a:lnTo>
                <a:lnTo>
                  <a:pt x="72809" y="15875"/>
                </a:lnTo>
                <a:lnTo>
                  <a:pt x="72047" y="15621"/>
                </a:lnTo>
                <a:lnTo>
                  <a:pt x="72186" y="15621"/>
                </a:lnTo>
                <a:lnTo>
                  <a:pt x="72517" y="15621"/>
                </a:lnTo>
                <a:lnTo>
                  <a:pt x="72694" y="15621"/>
                </a:lnTo>
                <a:lnTo>
                  <a:pt x="72809" y="15875"/>
                </a:lnTo>
                <a:lnTo>
                  <a:pt x="72809" y="15113"/>
                </a:lnTo>
                <a:lnTo>
                  <a:pt x="72466" y="15113"/>
                </a:lnTo>
                <a:lnTo>
                  <a:pt x="72377" y="15265"/>
                </a:lnTo>
                <a:lnTo>
                  <a:pt x="72123" y="15113"/>
                </a:lnTo>
                <a:lnTo>
                  <a:pt x="71755" y="15113"/>
                </a:lnTo>
                <a:lnTo>
                  <a:pt x="71602" y="15113"/>
                </a:lnTo>
                <a:lnTo>
                  <a:pt x="72250" y="15392"/>
                </a:lnTo>
                <a:lnTo>
                  <a:pt x="71564" y="15214"/>
                </a:lnTo>
                <a:lnTo>
                  <a:pt x="71462" y="15494"/>
                </a:lnTo>
                <a:lnTo>
                  <a:pt x="71450" y="16129"/>
                </a:lnTo>
                <a:lnTo>
                  <a:pt x="71424" y="17272"/>
                </a:lnTo>
                <a:lnTo>
                  <a:pt x="71374" y="17399"/>
                </a:lnTo>
                <a:lnTo>
                  <a:pt x="71183" y="17272"/>
                </a:lnTo>
                <a:lnTo>
                  <a:pt x="71424" y="17272"/>
                </a:lnTo>
                <a:lnTo>
                  <a:pt x="71424" y="16141"/>
                </a:lnTo>
                <a:lnTo>
                  <a:pt x="70472" y="16243"/>
                </a:lnTo>
                <a:lnTo>
                  <a:pt x="70472" y="17780"/>
                </a:lnTo>
                <a:lnTo>
                  <a:pt x="70421" y="17526"/>
                </a:lnTo>
                <a:lnTo>
                  <a:pt x="70472" y="17780"/>
                </a:lnTo>
                <a:lnTo>
                  <a:pt x="70472" y="16243"/>
                </a:lnTo>
                <a:lnTo>
                  <a:pt x="70434" y="16637"/>
                </a:lnTo>
                <a:lnTo>
                  <a:pt x="70307" y="16891"/>
                </a:lnTo>
                <a:lnTo>
                  <a:pt x="70218" y="16637"/>
                </a:lnTo>
                <a:lnTo>
                  <a:pt x="70434" y="16637"/>
                </a:lnTo>
                <a:lnTo>
                  <a:pt x="70434" y="16256"/>
                </a:lnTo>
                <a:lnTo>
                  <a:pt x="70129" y="16281"/>
                </a:lnTo>
                <a:lnTo>
                  <a:pt x="70129" y="17272"/>
                </a:lnTo>
                <a:lnTo>
                  <a:pt x="70078" y="20447"/>
                </a:lnTo>
                <a:lnTo>
                  <a:pt x="70053" y="20586"/>
                </a:lnTo>
                <a:lnTo>
                  <a:pt x="69748" y="20447"/>
                </a:lnTo>
                <a:lnTo>
                  <a:pt x="69926" y="20853"/>
                </a:lnTo>
                <a:lnTo>
                  <a:pt x="69697" y="20447"/>
                </a:lnTo>
                <a:lnTo>
                  <a:pt x="69697" y="21209"/>
                </a:lnTo>
                <a:lnTo>
                  <a:pt x="69011" y="20955"/>
                </a:lnTo>
                <a:lnTo>
                  <a:pt x="69621" y="20955"/>
                </a:lnTo>
                <a:lnTo>
                  <a:pt x="69697" y="21209"/>
                </a:lnTo>
                <a:lnTo>
                  <a:pt x="69697" y="20447"/>
                </a:lnTo>
                <a:lnTo>
                  <a:pt x="70078" y="20447"/>
                </a:lnTo>
                <a:lnTo>
                  <a:pt x="70078" y="17348"/>
                </a:lnTo>
                <a:lnTo>
                  <a:pt x="69938" y="17526"/>
                </a:lnTo>
                <a:lnTo>
                  <a:pt x="69888" y="17272"/>
                </a:lnTo>
                <a:lnTo>
                  <a:pt x="69634" y="17272"/>
                </a:lnTo>
                <a:lnTo>
                  <a:pt x="68795" y="17526"/>
                </a:lnTo>
                <a:lnTo>
                  <a:pt x="68707" y="17310"/>
                </a:lnTo>
                <a:lnTo>
                  <a:pt x="68707" y="17780"/>
                </a:lnTo>
                <a:lnTo>
                  <a:pt x="68440" y="18034"/>
                </a:lnTo>
                <a:lnTo>
                  <a:pt x="68453" y="17780"/>
                </a:lnTo>
                <a:lnTo>
                  <a:pt x="68707" y="17780"/>
                </a:lnTo>
                <a:lnTo>
                  <a:pt x="68707" y="17310"/>
                </a:lnTo>
                <a:lnTo>
                  <a:pt x="68884" y="17272"/>
                </a:lnTo>
                <a:lnTo>
                  <a:pt x="68834" y="16637"/>
                </a:lnTo>
                <a:lnTo>
                  <a:pt x="69049" y="16637"/>
                </a:lnTo>
                <a:lnTo>
                  <a:pt x="69634" y="16637"/>
                </a:lnTo>
                <a:lnTo>
                  <a:pt x="70078" y="17221"/>
                </a:lnTo>
                <a:lnTo>
                  <a:pt x="70129" y="16281"/>
                </a:lnTo>
                <a:lnTo>
                  <a:pt x="69215" y="16383"/>
                </a:lnTo>
                <a:lnTo>
                  <a:pt x="69380" y="16129"/>
                </a:lnTo>
                <a:lnTo>
                  <a:pt x="71145" y="16129"/>
                </a:lnTo>
                <a:lnTo>
                  <a:pt x="71450" y="16129"/>
                </a:lnTo>
                <a:lnTo>
                  <a:pt x="71450" y="15494"/>
                </a:lnTo>
                <a:lnTo>
                  <a:pt x="71424" y="15621"/>
                </a:lnTo>
                <a:lnTo>
                  <a:pt x="71285" y="15875"/>
                </a:lnTo>
                <a:lnTo>
                  <a:pt x="70904" y="15621"/>
                </a:lnTo>
                <a:lnTo>
                  <a:pt x="71081" y="15621"/>
                </a:lnTo>
                <a:lnTo>
                  <a:pt x="71335" y="15621"/>
                </a:lnTo>
                <a:lnTo>
                  <a:pt x="71424" y="15468"/>
                </a:lnTo>
                <a:lnTo>
                  <a:pt x="71031" y="15113"/>
                </a:lnTo>
                <a:lnTo>
                  <a:pt x="71310" y="15113"/>
                </a:lnTo>
                <a:lnTo>
                  <a:pt x="71285" y="14605"/>
                </a:lnTo>
                <a:lnTo>
                  <a:pt x="71755" y="15113"/>
                </a:lnTo>
                <a:lnTo>
                  <a:pt x="71996" y="14605"/>
                </a:lnTo>
                <a:lnTo>
                  <a:pt x="72313" y="14605"/>
                </a:lnTo>
                <a:lnTo>
                  <a:pt x="72351" y="15113"/>
                </a:lnTo>
                <a:lnTo>
                  <a:pt x="72732" y="14605"/>
                </a:lnTo>
                <a:lnTo>
                  <a:pt x="73101" y="15113"/>
                </a:lnTo>
                <a:lnTo>
                  <a:pt x="73101" y="12458"/>
                </a:lnTo>
                <a:lnTo>
                  <a:pt x="72783" y="12496"/>
                </a:lnTo>
                <a:lnTo>
                  <a:pt x="72783" y="14097"/>
                </a:lnTo>
                <a:lnTo>
                  <a:pt x="72694" y="14351"/>
                </a:lnTo>
                <a:lnTo>
                  <a:pt x="71170" y="14109"/>
                </a:lnTo>
                <a:lnTo>
                  <a:pt x="71869" y="14097"/>
                </a:lnTo>
                <a:lnTo>
                  <a:pt x="72034" y="14097"/>
                </a:lnTo>
                <a:lnTo>
                  <a:pt x="72390" y="14097"/>
                </a:lnTo>
                <a:lnTo>
                  <a:pt x="72644" y="14097"/>
                </a:lnTo>
                <a:lnTo>
                  <a:pt x="72783" y="14097"/>
                </a:lnTo>
                <a:lnTo>
                  <a:pt x="72783" y="12496"/>
                </a:lnTo>
                <a:lnTo>
                  <a:pt x="72453" y="12534"/>
                </a:lnTo>
                <a:lnTo>
                  <a:pt x="72453" y="12954"/>
                </a:lnTo>
                <a:lnTo>
                  <a:pt x="72047" y="13068"/>
                </a:lnTo>
                <a:lnTo>
                  <a:pt x="72047" y="13462"/>
                </a:lnTo>
                <a:lnTo>
                  <a:pt x="71831" y="13550"/>
                </a:lnTo>
                <a:lnTo>
                  <a:pt x="72047" y="13462"/>
                </a:lnTo>
                <a:lnTo>
                  <a:pt x="72047" y="13068"/>
                </a:lnTo>
                <a:lnTo>
                  <a:pt x="72453" y="12954"/>
                </a:lnTo>
                <a:lnTo>
                  <a:pt x="72453" y="12534"/>
                </a:lnTo>
                <a:lnTo>
                  <a:pt x="71856" y="12598"/>
                </a:lnTo>
                <a:lnTo>
                  <a:pt x="71856" y="12954"/>
                </a:lnTo>
                <a:lnTo>
                  <a:pt x="71716" y="13055"/>
                </a:lnTo>
                <a:lnTo>
                  <a:pt x="71716" y="13589"/>
                </a:lnTo>
                <a:lnTo>
                  <a:pt x="71462" y="13462"/>
                </a:lnTo>
                <a:lnTo>
                  <a:pt x="71615" y="13462"/>
                </a:lnTo>
                <a:lnTo>
                  <a:pt x="71716" y="13589"/>
                </a:lnTo>
                <a:lnTo>
                  <a:pt x="71716" y="13055"/>
                </a:lnTo>
                <a:lnTo>
                  <a:pt x="71501" y="13182"/>
                </a:lnTo>
                <a:lnTo>
                  <a:pt x="71208" y="13271"/>
                </a:lnTo>
                <a:lnTo>
                  <a:pt x="71081" y="13309"/>
                </a:lnTo>
                <a:lnTo>
                  <a:pt x="71043" y="13462"/>
                </a:lnTo>
                <a:lnTo>
                  <a:pt x="70866" y="13982"/>
                </a:lnTo>
                <a:lnTo>
                  <a:pt x="70815" y="14135"/>
                </a:lnTo>
                <a:lnTo>
                  <a:pt x="70764" y="14274"/>
                </a:lnTo>
                <a:lnTo>
                  <a:pt x="70650" y="14605"/>
                </a:lnTo>
                <a:lnTo>
                  <a:pt x="70548" y="15024"/>
                </a:lnTo>
                <a:lnTo>
                  <a:pt x="70142" y="14605"/>
                </a:lnTo>
                <a:lnTo>
                  <a:pt x="70078" y="14947"/>
                </a:lnTo>
                <a:lnTo>
                  <a:pt x="70027" y="14605"/>
                </a:lnTo>
                <a:lnTo>
                  <a:pt x="69761" y="14605"/>
                </a:lnTo>
                <a:lnTo>
                  <a:pt x="69761" y="14897"/>
                </a:lnTo>
                <a:lnTo>
                  <a:pt x="69265" y="14833"/>
                </a:lnTo>
                <a:lnTo>
                  <a:pt x="69265" y="15621"/>
                </a:lnTo>
                <a:lnTo>
                  <a:pt x="69037" y="16129"/>
                </a:lnTo>
                <a:lnTo>
                  <a:pt x="68694" y="15621"/>
                </a:lnTo>
                <a:lnTo>
                  <a:pt x="69075" y="15621"/>
                </a:lnTo>
                <a:lnTo>
                  <a:pt x="69265" y="15621"/>
                </a:lnTo>
                <a:lnTo>
                  <a:pt x="69265" y="14833"/>
                </a:lnTo>
                <a:lnTo>
                  <a:pt x="68808" y="14757"/>
                </a:lnTo>
                <a:lnTo>
                  <a:pt x="68808" y="15113"/>
                </a:lnTo>
                <a:lnTo>
                  <a:pt x="68541" y="15290"/>
                </a:lnTo>
                <a:lnTo>
                  <a:pt x="68478" y="15113"/>
                </a:lnTo>
                <a:lnTo>
                  <a:pt x="68719" y="15113"/>
                </a:lnTo>
                <a:lnTo>
                  <a:pt x="68808" y="14757"/>
                </a:lnTo>
                <a:lnTo>
                  <a:pt x="68580" y="14719"/>
                </a:lnTo>
                <a:lnTo>
                  <a:pt x="68846" y="14605"/>
                </a:lnTo>
                <a:lnTo>
                  <a:pt x="69405" y="14605"/>
                </a:lnTo>
                <a:lnTo>
                  <a:pt x="69570" y="14605"/>
                </a:lnTo>
                <a:lnTo>
                  <a:pt x="69354" y="14490"/>
                </a:lnTo>
                <a:lnTo>
                  <a:pt x="69291" y="14287"/>
                </a:lnTo>
                <a:lnTo>
                  <a:pt x="69240" y="14097"/>
                </a:lnTo>
                <a:lnTo>
                  <a:pt x="69075" y="14312"/>
                </a:lnTo>
                <a:lnTo>
                  <a:pt x="68719" y="14097"/>
                </a:lnTo>
                <a:lnTo>
                  <a:pt x="68859" y="14097"/>
                </a:lnTo>
                <a:lnTo>
                  <a:pt x="69227" y="14097"/>
                </a:lnTo>
                <a:lnTo>
                  <a:pt x="70675" y="14097"/>
                </a:lnTo>
                <a:lnTo>
                  <a:pt x="70637" y="14338"/>
                </a:lnTo>
                <a:lnTo>
                  <a:pt x="70599" y="14605"/>
                </a:lnTo>
                <a:lnTo>
                  <a:pt x="70726" y="14300"/>
                </a:lnTo>
                <a:lnTo>
                  <a:pt x="70815" y="14135"/>
                </a:lnTo>
                <a:lnTo>
                  <a:pt x="70815" y="14008"/>
                </a:lnTo>
                <a:lnTo>
                  <a:pt x="70675" y="14058"/>
                </a:lnTo>
                <a:lnTo>
                  <a:pt x="70764" y="13462"/>
                </a:lnTo>
                <a:lnTo>
                  <a:pt x="71043" y="13462"/>
                </a:lnTo>
                <a:lnTo>
                  <a:pt x="71043" y="13322"/>
                </a:lnTo>
                <a:lnTo>
                  <a:pt x="70853" y="13373"/>
                </a:lnTo>
                <a:lnTo>
                  <a:pt x="70472" y="13462"/>
                </a:lnTo>
                <a:lnTo>
                  <a:pt x="69545" y="13462"/>
                </a:lnTo>
                <a:lnTo>
                  <a:pt x="69062" y="13462"/>
                </a:lnTo>
                <a:lnTo>
                  <a:pt x="68605" y="13462"/>
                </a:lnTo>
                <a:lnTo>
                  <a:pt x="68478" y="13462"/>
                </a:lnTo>
                <a:lnTo>
                  <a:pt x="68478" y="14605"/>
                </a:lnTo>
                <a:lnTo>
                  <a:pt x="68351" y="14605"/>
                </a:lnTo>
                <a:lnTo>
                  <a:pt x="68199" y="14655"/>
                </a:lnTo>
                <a:lnTo>
                  <a:pt x="68199" y="16637"/>
                </a:lnTo>
                <a:lnTo>
                  <a:pt x="68160" y="16903"/>
                </a:lnTo>
                <a:lnTo>
                  <a:pt x="67678" y="16637"/>
                </a:lnTo>
                <a:lnTo>
                  <a:pt x="68199" y="16637"/>
                </a:lnTo>
                <a:lnTo>
                  <a:pt x="68199" y="14655"/>
                </a:lnTo>
                <a:lnTo>
                  <a:pt x="67945" y="14605"/>
                </a:lnTo>
                <a:lnTo>
                  <a:pt x="67767" y="14820"/>
                </a:lnTo>
                <a:lnTo>
                  <a:pt x="67716" y="14605"/>
                </a:lnTo>
                <a:lnTo>
                  <a:pt x="67894" y="14605"/>
                </a:lnTo>
                <a:lnTo>
                  <a:pt x="68173" y="14097"/>
                </a:lnTo>
                <a:lnTo>
                  <a:pt x="67640" y="14236"/>
                </a:lnTo>
                <a:lnTo>
                  <a:pt x="67627" y="14109"/>
                </a:lnTo>
                <a:lnTo>
                  <a:pt x="67779" y="14097"/>
                </a:lnTo>
                <a:lnTo>
                  <a:pt x="68097" y="14097"/>
                </a:lnTo>
                <a:lnTo>
                  <a:pt x="68402" y="14503"/>
                </a:lnTo>
                <a:lnTo>
                  <a:pt x="68478" y="13462"/>
                </a:lnTo>
                <a:lnTo>
                  <a:pt x="68313" y="13462"/>
                </a:lnTo>
                <a:lnTo>
                  <a:pt x="68313" y="13627"/>
                </a:lnTo>
                <a:lnTo>
                  <a:pt x="68313" y="13970"/>
                </a:lnTo>
                <a:lnTo>
                  <a:pt x="67297" y="13462"/>
                </a:lnTo>
                <a:lnTo>
                  <a:pt x="67627" y="13919"/>
                </a:lnTo>
                <a:lnTo>
                  <a:pt x="67449" y="13881"/>
                </a:lnTo>
                <a:lnTo>
                  <a:pt x="67449" y="14097"/>
                </a:lnTo>
                <a:lnTo>
                  <a:pt x="67119" y="14185"/>
                </a:lnTo>
                <a:lnTo>
                  <a:pt x="67449" y="14097"/>
                </a:lnTo>
                <a:lnTo>
                  <a:pt x="67449" y="13881"/>
                </a:lnTo>
                <a:lnTo>
                  <a:pt x="66776" y="13703"/>
                </a:lnTo>
                <a:lnTo>
                  <a:pt x="66776" y="14897"/>
                </a:lnTo>
                <a:lnTo>
                  <a:pt x="66763" y="21463"/>
                </a:lnTo>
                <a:lnTo>
                  <a:pt x="65824" y="21717"/>
                </a:lnTo>
                <a:lnTo>
                  <a:pt x="65430" y="21501"/>
                </a:lnTo>
                <a:lnTo>
                  <a:pt x="64897" y="21780"/>
                </a:lnTo>
                <a:lnTo>
                  <a:pt x="64909" y="21602"/>
                </a:lnTo>
                <a:lnTo>
                  <a:pt x="64922" y="21463"/>
                </a:lnTo>
                <a:lnTo>
                  <a:pt x="64719" y="21463"/>
                </a:lnTo>
                <a:lnTo>
                  <a:pt x="64592" y="21463"/>
                </a:lnTo>
                <a:lnTo>
                  <a:pt x="65214" y="21082"/>
                </a:lnTo>
                <a:lnTo>
                  <a:pt x="64655" y="21209"/>
                </a:lnTo>
                <a:lnTo>
                  <a:pt x="65049" y="20955"/>
                </a:lnTo>
                <a:lnTo>
                  <a:pt x="64871" y="20955"/>
                </a:lnTo>
                <a:lnTo>
                  <a:pt x="64731" y="20713"/>
                </a:lnTo>
                <a:lnTo>
                  <a:pt x="64655" y="20561"/>
                </a:lnTo>
                <a:lnTo>
                  <a:pt x="64541" y="20751"/>
                </a:lnTo>
                <a:lnTo>
                  <a:pt x="64617" y="20485"/>
                </a:lnTo>
                <a:lnTo>
                  <a:pt x="65062" y="20650"/>
                </a:lnTo>
                <a:lnTo>
                  <a:pt x="65773" y="20955"/>
                </a:lnTo>
                <a:lnTo>
                  <a:pt x="66027" y="21463"/>
                </a:lnTo>
                <a:lnTo>
                  <a:pt x="66763" y="21463"/>
                </a:lnTo>
                <a:lnTo>
                  <a:pt x="66763" y="14909"/>
                </a:lnTo>
                <a:lnTo>
                  <a:pt x="66611" y="14922"/>
                </a:lnTo>
                <a:lnTo>
                  <a:pt x="66611" y="15113"/>
                </a:lnTo>
                <a:lnTo>
                  <a:pt x="66560" y="14935"/>
                </a:lnTo>
                <a:lnTo>
                  <a:pt x="66255" y="14998"/>
                </a:lnTo>
                <a:lnTo>
                  <a:pt x="66255" y="15621"/>
                </a:lnTo>
                <a:lnTo>
                  <a:pt x="66205" y="16129"/>
                </a:lnTo>
                <a:lnTo>
                  <a:pt x="65925" y="16129"/>
                </a:lnTo>
                <a:lnTo>
                  <a:pt x="65722" y="15621"/>
                </a:lnTo>
                <a:lnTo>
                  <a:pt x="65608" y="16002"/>
                </a:lnTo>
                <a:lnTo>
                  <a:pt x="65392" y="15621"/>
                </a:lnTo>
                <a:lnTo>
                  <a:pt x="65430" y="16129"/>
                </a:lnTo>
                <a:lnTo>
                  <a:pt x="64439" y="16129"/>
                </a:lnTo>
                <a:lnTo>
                  <a:pt x="64477" y="15621"/>
                </a:lnTo>
                <a:lnTo>
                  <a:pt x="64643" y="15621"/>
                </a:lnTo>
                <a:lnTo>
                  <a:pt x="64973" y="15621"/>
                </a:lnTo>
                <a:lnTo>
                  <a:pt x="65316" y="15621"/>
                </a:lnTo>
                <a:lnTo>
                  <a:pt x="65722" y="15621"/>
                </a:lnTo>
                <a:lnTo>
                  <a:pt x="66255" y="15621"/>
                </a:lnTo>
                <a:lnTo>
                  <a:pt x="66255" y="14998"/>
                </a:lnTo>
                <a:lnTo>
                  <a:pt x="65773" y="15074"/>
                </a:lnTo>
                <a:lnTo>
                  <a:pt x="66040" y="14605"/>
                </a:lnTo>
                <a:lnTo>
                  <a:pt x="66294" y="14706"/>
                </a:lnTo>
                <a:lnTo>
                  <a:pt x="66522" y="14795"/>
                </a:lnTo>
                <a:lnTo>
                  <a:pt x="66484" y="14605"/>
                </a:lnTo>
                <a:lnTo>
                  <a:pt x="66624" y="14605"/>
                </a:lnTo>
                <a:lnTo>
                  <a:pt x="66611" y="14833"/>
                </a:lnTo>
                <a:lnTo>
                  <a:pt x="66776" y="14897"/>
                </a:lnTo>
                <a:lnTo>
                  <a:pt x="66776" y="13703"/>
                </a:lnTo>
                <a:lnTo>
                  <a:pt x="66497" y="13627"/>
                </a:lnTo>
                <a:lnTo>
                  <a:pt x="66497" y="14097"/>
                </a:lnTo>
                <a:lnTo>
                  <a:pt x="66497" y="14325"/>
                </a:lnTo>
                <a:lnTo>
                  <a:pt x="66382" y="14097"/>
                </a:lnTo>
                <a:lnTo>
                  <a:pt x="66497" y="13627"/>
                </a:lnTo>
                <a:lnTo>
                  <a:pt x="65887" y="13462"/>
                </a:lnTo>
                <a:lnTo>
                  <a:pt x="65620" y="13462"/>
                </a:lnTo>
                <a:lnTo>
                  <a:pt x="65620" y="15036"/>
                </a:lnTo>
                <a:lnTo>
                  <a:pt x="65265" y="14960"/>
                </a:lnTo>
                <a:lnTo>
                  <a:pt x="65265" y="15113"/>
                </a:lnTo>
                <a:lnTo>
                  <a:pt x="65112" y="15151"/>
                </a:lnTo>
                <a:lnTo>
                  <a:pt x="65265" y="15113"/>
                </a:lnTo>
                <a:lnTo>
                  <a:pt x="65265" y="14960"/>
                </a:lnTo>
                <a:lnTo>
                  <a:pt x="65049" y="14909"/>
                </a:lnTo>
                <a:lnTo>
                  <a:pt x="65087" y="14605"/>
                </a:lnTo>
                <a:lnTo>
                  <a:pt x="65125" y="14224"/>
                </a:lnTo>
                <a:lnTo>
                  <a:pt x="65151" y="14097"/>
                </a:lnTo>
                <a:lnTo>
                  <a:pt x="65138" y="14224"/>
                </a:lnTo>
                <a:lnTo>
                  <a:pt x="65100" y="14605"/>
                </a:lnTo>
                <a:lnTo>
                  <a:pt x="65316" y="14605"/>
                </a:lnTo>
                <a:lnTo>
                  <a:pt x="65620" y="15036"/>
                </a:lnTo>
                <a:lnTo>
                  <a:pt x="65620" y="13462"/>
                </a:lnTo>
                <a:lnTo>
                  <a:pt x="64795" y="13462"/>
                </a:lnTo>
                <a:lnTo>
                  <a:pt x="64516" y="13576"/>
                </a:lnTo>
                <a:lnTo>
                  <a:pt x="64516" y="15113"/>
                </a:lnTo>
                <a:lnTo>
                  <a:pt x="64503" y="15252"/>
                </a:lnTo>
                <a:lnTo>
                  <a:pt x="64262" y="15303"/>
                </a:lnTo>
                <a:lnTo>
                  <a:pt x="64236" y="20447"/>
                </a:lnTo>
                <a:lnTo>
                  <a:pt x="64173" y="20701"/>
                </a:lnTo>
                <a:lnTo>
                  <a:pt x="63779" y="20548"/>
                </a:lnTo>
                <a:lnTo>
                  <a:pt x="63779" y="21717"/>
                </a:lnTo>
                <a:lnTo>
                  <a:pt x="63563" y="21615"/>
                </a:lnTo>
                <a:lnTo>
                  <a:pt x="63538" y="21971"/>
                </a:lnTo>
                <a:lnTo>
                  <a:pt x="63398" y="21971"/>
                </a:lnTo>
                <a:lnTo>
                  <a:pt x="63055" y="22250"/>
                </a:lnTo>
                <a:lnTo>
                  <a:pt x="62865" y="22098"/>
                </a:lnTo>
                <a:lnTo>
                  <a:pt x="62865" y="22517"/>
                </a:lnTo>
                <a:lnTo>
                  <a:pt x="62611" y="22669"/>
                </a:lnTo>
                <a:lnTo>
                  <a:pt x="62572" y="22479"/>
                </a:lnTo>
                <a:lnTo>
                  <a:pt x="62090" y="22682"/>
                </a:lnTo>
                <a:lnTo>
                  <a:pt x="62090" y="24879"/>
                </a:lnTo>
                <a:lnTo>
                  <a:pt x="61506" y="25146"/>
                </a:lnTo>
                <a:lnTo>
                  <a:pt x="61963" y="25146"/>
                </a:lnTo>
                <a:lnTo>
                  <a:pt x="62090" y="25146"/>
                </a:lnTo>
                <a:lnTo>
                  <a:pt x="61480" y="25285"/>
                </a:lnTo>
                <a:lnTo>
                  <a:pt x="61506" y="25146"/>
                </a:lnTo>
                <a:lnTo>
                  <a:pt x="61214" y="25349"/>
                </a:lnTo>
                <a:lnTo>
                  <a:pt x="61074" y="25146"/>
                </a:lnTo>
                <a:lnTo>
                  <a:pt x="61315" y="25146"/>
                </a:lnTo>
                <a:lnTo>
                  <a:pt x="61214" y="24638"/>
                </a:lnTo>
                <a:lnTo>
                  <a:pt x="61645" y="24638"/>
                </a:lnTo>
                <a:lnTo>
                  <a:pt x="62090" y="24879"/>
                </a:lnTo>
                <a:lnTo>
                  <a:pt x="62090" y="22682"/>
                </a:lnTo>
                <a:lnTo>
                  <a:pt x="61874" y="22758"/>
                </a:lnTo>
                <a:lnTo>
                  <a:pt x="62014" y="22542"/>
                </a:lnTo>
                <a:lnTo>
                  <a:pt x="61544" y="22720"/>
                </a:lnTo>
                <a:lnTo>
                  <a:pt x="61506" y="22479"/>
                </a:lnTo>
                <a:lnTo>
                  <a:pt x="62052" y="22479"/>
                </a:lnTo>
                <a:lnTo>
                  <a:pt x="62852" y="22479"/>
                </a:lnTo>
                <a:lnTo>
                  <a:pt x="62865" y="22098"/>
                </a:lnTo>
                <a:lnTo>
                  <a:pt x="62306" y="22098"/>
                </a:lnTo>
                <a:lnTo>
                  <a:pt x="60985" y="22263"/>
                </a:lnTo>
                <a:lnTo>
                  <a:pt x="60985" y="25400"/>
                </a:lnTo>
                <a:lnTo>
                  <a:pt x="60883" y="25247"/>
                </a:lnTo>
                <a:lnTo>
                  <a:pt x="60985" y="25400"/>
                </a:lnTo>
                <a:lnTo>
                  <a:pt x="60985" y="22263"/>
                </a:lnTo>
                <a:lnTo>
                  <a:pt x="60540" y="22301"/>
                </a:lnTo>
                <a:lnTo>
                  <a:pt x="61696" y="21971"/>
                </a:lnTo>
                <a:lnTo>
                  <a:pt x="62166" y="21971"/>
                </a:lnTo>
                <a:lnTo>
                  <a:pt x="62357" y="21971"/>
                </a:lnTo>
                <a:lnTo>
                  <a:pt x="62623" y="21971"/>
                </a:lnTo>
                <a:lnTo>
                  <a:pt x="62318" y="21463"/>
                </a:lnTo>
                <a:lnTo>
                  <a:pt x="61442" y="21971"/>
                </a:lnTo>
                <a:lnTo>
                  <a:pt x="59347" y="21971"/>
                </a:lnTo>
                <a:lnTo>
                  <a:pt x="59347" y="25146"/>
                </a:lnTo>
                <a:lnTo>
                  <a:pt x="59347" y="25323"/>
                </a:lnTo>
                <a:lnTo>
                  <a:pt x="58597" y="25146"/>
                </a:lnTo>
                <a:lnTo>
                  <a:pt x="59321" y="25628"/>
                </a:lnTo>
                <a:lnTo>
                  <a:pt x="58534" y="25146"/>
                </a:lnTo>
                <a:lnTo>
                  <a:pt x="59321" y="25146"/>
                </a:lnTo>
                <a:lnTo>
                  <a:pt x="59347" y="21971"/>
                </a:lnTo>
                <a:lnTo>
                  <a:pt x="58039" y="21971"/>
                </a:lnTo>
                <a:lnTo>
                  <a:pt x="58039" y="26162"/>
                </a:lnTo>
                <a:lnTo>
                  <a:pt x="57746" y="26797"/>
                </a:lnTo>
                <a:lnTo>
                  <a:pt x="57708" y="26162"/>
                </a:lnTo>
                <a:lnTo>
                  <a:pt x="58039" y="26162"/>
                </a:lnTo>
                <a:lnTo>
                  <a:pt x="58039" y="21971"/>
                </a:lnTo>
                <a:lnTo>
                  <a:pt x="55549" y="21971"/>
                </a:lnTo>
                <a:lnTo>
                  <a:pt x="55549" y="25146"/>
                </a:lnTo>
                <a:lnTo>
                  <a:pt x="55549" y="27305"/>
                </a:lnTo>
                <a:lnTo>
                  <a:pt x="55270" y="27432"/>
                </a:lnTo>
                <a:lnTo>
                  <a:pt x="55067" y="27305"/>
                </a:lnTo>
                <a:lnTo>
                  <a:pt x="55219" y="27305"/>
                </a:lnTo>
                <a:lnTo>
                  <a:pt x="55549" y="27305"/>
                </a:lnTo>
                <a:lnTo>
                  <a:pt x="55549" y="25146"/>
                </a:lnTo>
                <a:lnTo>
                  <a:pt x="55245" y="26162"/>
                </a:lnTo>
                <a:lnTo>
                  <a:pt x="55422" y="25146"/>
                </a:lnTo>
                <a:lnTo>
                  <a:pt x="55549" y="25146"/>
                </a:lnTo>
                <a:lnTo>
                  <a:pt x="55549" y="21971"/>
                </a:lnTo>
                <a:lnTo>
                  <a:pt x="55422" y="21971"/>
                </a:lnTo>
                <a:lnTo>
                  <a:pt x="55422" y="24638"/>
                </a:lnTo>
                <a:lnTo>
                  <a:pt x="55257" y="24765"/>
                </a:lnTo>
                <a:lnTo>
                  <a:pt x="55283" y="24638"/>
                </a:lnTo>
                <a:lnTo>
                  <a:pt x="55422" y="24638"/>
                </a:lnTo>
                <a:lnTo>
                  <a:pt x="55422" y="21971"/>
                </a:lnTo>
                <a:lnTo>
                  <a:pt x="54800" y="21971"/>
                </a:lnTo>
                <a:lnTo>
                  <a:pt x="54800" y="27305"/>
                </a:lnTo>
                <a:lnTo>
                  <a:pt x="54762" y="27673"/>
                </a:lnTo>
                <a:lnTo>
                  <a:pt x="54470" y="27800"/>
                </a:lnTo>
                <a:lnTo>
                  <a:pt x="54432" y="27305"/>
                </a:lnTo>
                <a:lnTo>
                  <a:pt x="54800" y="27305"/>
                </a:lnTo>
                <a:lnTo>
                  <a:pt x="54800" y="21971"/>
                </a:lnTo>
                <a:lnTo>
                  <a:pt x="54762" y="25146"/>
                </a:lnTo>
                <a:lnTo>
                  <a:pt x="54394" y="25146"/>
                </a:lnTo>
                <a:lnTo>
                  <a:pt x="54343" y="24638"/>
                </a:lnTo>
                <a:lnTo>
                  <a:pt x="53809" y="25019"/>
                </a:lnTo>
                <a:lnTo>
                  <a:pt x="53822" y="24638"/>
                </a:lnTo>
                <a:lnTo>
                  <a:pt x="54000" y="24638"/>
                </a:lnTo>
                <a:lnTo>
                  <a:pt x="54559" y="24130"/>
                </a:lnTo>
                <a:lnTo>
                  <a:pt x="54660" y="24638"/>
                </a:lnTo>
                <a:lnTo>
                  <a:pt x="54762" y="25146"/>
                </a:lnTo>
                <a:lnTo>
                  <a:pt x="54762" y="21971"/>
                </a:lnTo>
                <a:lnTo>
                  <a:pt x="53924" y="21971"/>
                </a:lnTo>
                <a:lnTo>
                  <a:pt x="53924" y="24130"/>
                </a:lnTo>
                <a:lnTo>
                  <a:pt x="53784" y="24130"/>
                </a:lnTo>
                <a:lnTo>
                  <a:pt x="53924" y="24130"/>
                </a:lnTo>
                <a:lnTo>
                  <a:pt x="53924" y="21971"/>
                </a:lnTo>
                <a:lnTo>
                  <a:pt x="53403" y="21971"/>
                </a:lnTo>
                <a:lnTo>
                  <a:pt x="53403" y="25146"/>
                </a:lnTo>
                <a:lnTo>
                  <a:pt x="52857" y="25146"/>
                </a:lnTo>
                <a:lnTo>
                  <a:pt x="52666" y="25146"/>
                </a:lnTo>
                <a:lnTo>
                  <a:pt x="51765" y="25146"/>
                </a:lnTo>
                <a:lnTo>
                  <a:pt x="51765" y="24904"/>
                </a:lnTo>
                <a:lnTo>
                  <a:pt x="52552" y="25031"/>
                </a:lnTo>
                <a:lnTo>
                  <a:pt x="52412" y="24638"/>
                </a:lnTo>
                <a:lnTo>
                  <a:pt x="51765" y="24777"/>
                </a:lnTo>
                <a:lnTo>
                  <a:pt x="51803" y="24638"/>
                </a:lnTo>
                <a:lnTo>
                  <a:pt x="51638" y="24676"/>
                </a:lnTo>
                <a:lnTo>
                  <a:pt x="51409" y="24638"/>
                </a:lnTo>
                <a:lnTo>
                  <a:pt x="51308" y="24409"/>
                </a:lnTo>
                <a:lnTo>
                  <a:pt x="51676" y="24130"/>
                </a:lnTo>
                <a:lnTo>
                  <a:pt x="52184" y="24130"/>
                </a:lnTo>
                <a:lnTo>
                  <a:pt x="52209" y="24638"/>
                </a:lnTo>
                <a:lnTo>
                  <a:pt x="52412" y="24638"/>
                </a:lnTo>
                <a:lnTo>
                  <a:pt x="52247" y="24244"/>
                </a:lnTo>
                <a:lnTo>
                  <a:pt x="52666" y="24892"/>
                </a:lnTo>
                <a:lnTo>
                  <a:pt x="52666" y="24638"/>
                </a:lnTo>
                <a:lnTo>
                  <a:pt x="53035" y="24638"/>
                </a:lnTo>
                <a:lnTo>
                  <a:pt x="52882" y="25069"/>
                </a:lnTo>
                <a:lnTo>
                  <a:pt x="53403" y="25146"/>
                </a:lnTo>
                <a:lnTo>
                  <a:pt x="53403" y="21971"/>
                </a:lnTo>
                <a:lnTo>
                  <a:pt x="51358" y="21971"/>
                </a:lnTo>
                <a:lnTo>
                  <a:pt x="51358" y="24130"/>
                </a:lnTo>
                <a:lnTo>
                  <a:pt x="51206" y="24130"/>
                </a:lnTo>
                <a:lnTo>
                  <a:pt x="51181" y="24295"/>
                </a:lnTo>
                <a:lnTo>
                  <a:pt x="51168" y="24511"/>
                </a:lnTo>
                <a:lnTo>
                  <a:pt x="51155" y="24638"/>
                </a:lnTo>
                <a:lnTo>
                  <a:pt x="51041" y="24803"/>
                </a:lnTo>
                <a:lnTo>
                  <a:pt x="50571" y="24904"/>
                </a:lnTo>
                <a:lnTo>
                  <a:pt x="49390" y="25146"/>
                </a:lnTo>
                <a:lnTo>
                  <a:pt x="36550" y="25146"/>
                </a:lnTo>
                <a:lnTo>
                  <a:pt x="36893" y="24638"/>
                </a:lnTo>
                <a:lnTo>
                  <a:pt x="37350" y="24130"/>
                </a:lnTo>
                <a:lnTo>
                  <a:pt x="36855" y="24612"/>
                </a:lnTo>
                <a:lnTo>
                  <a:pt x="36309" y="24193"/>
                </a:lnTo>
                <a:lnTo>
                  <a:pt x="36309" y="24638"/>
                </a:lnTo>
                <a:lnTo>
                  <a:pt x="36004" y="24892"/>
                </a:lnTo>
                <a:lnTo>
                  <a:pt x="35699" y="24752"/>
                </a:lnTo>
                <a:lnTo>
                  <a:pt x="35699" y="27051"/>
                </a:lnTo>
                <a:lnTo>
                  <a:pt x="35610" y="27305"/>
                </a:lnTo>
                <a:lnTo>
                  <a:pt x="35699" y="27051"/>
                </a:lnTo>
                <a:lnTo>
                  <a:pt x="35699" y="24752"/>
                </a:lnTo>
                <a:lnTo>
                  <a:pt x="35458" y="24638"/>
                </a:lnTo>
                <a:lnTo>
                  <a:pt x="36309" y="24638"/>
                </a:lnTo>
                <a:lnTo>
                  <a:pt x="36309" y="24193"/>
                </a:lnTo>
                <a:lnTo>
                  <a:pt x="36080" y="24130"/>
                </a:lnTo>
                <a:lnTo>
                  <a:pt x="36182" y="23876"/>
                </a:lnTo>
                <a:lnTo>
                  <a:pt x="36423" y="23622"/>
                </a:lnTo>
                <a:lnTo>
                  <a:pt x="36868" y="23622"/>
                </a:lnTo>
                <a:lnTo>
                  <a:pt x="37109" y="24003"/>
                </a:lnTo>
                <a:lnTo>
                  <a:pt x="36715" y="24130"/>
                </a:lnTo>
                <a:lnTo>
                  <a:pt x="37198" y="24130"/>
                </a:lnTo>
                <a:lnTo>
                  <a:pt x="37350" y="24130"/>
                </a:lnTo>
                <a:lnTo>
                  <a:pt x="37388" y="24638"/>
                </a:lnTo>
                <a:lnTo>
                  <a:pt x="40132" y="24638"/>
                </a:lnTo>
                <a:lnTo>
                  <a:pt x="39776" y="24130"/>
                </a:lnTo>
                <a:lnTo>
                  <a:pt x="40068" y="24130"/>
                </a:lnTo>
                <a:lnTo>
                  <a:pt x="40170" y="24638"/>
                </a:lnTo>
                <a:lnTo>
                  <a:pt x="49999" y="24638"/>
                </a:lnTo>
                <a:lnTo>
                  <a:pt x="50723" y="24752"/>
                </a:lnTo>
                <a:lnTo>
                  <a:pt x="51041" y="24803"/>
                </a:lnTo>
                <a:lnTo>
                  <a:pt x="51041" y="24638"/>
                </a:lnTo>
                <a:lnTo>
                  <a:pt x="51168" y="24511"/>
                </a:lnTo>
                <a:lnTo>
                  <a:pt x="51168" y="24307"/>
                </a:lnTo>
                <a:lnTo>
                  <a:pt x="50838" y="24638"/>
                </a:lnTo>
                <a:lnTo>
                  <a:pt x="50698" y="24130"/>
                </a:lnTo>
                <a:lnTo>
                  <a:pt x="51206" y="24130"/>
                </a:lnTo>
                <a:lnTo>
                  <a:pt x="51358" y="24130"/>
                </a:lnTo>
                <a:lnTo>
                  <a:pt x="51358" y="21971"/>
                </a:lnTo>
                <a:lnTo>
                  <a:pt x="50774" y="21971"/>
                </a:lnTo>
                <a:lnTo>
                  <a:pt x="50774" y="23622"/>
                </a:lnTo>
                <a:lnTo>
                  <a:pt x="50609" y="23876"/>
                </a:lnTo>
                <a:lnTo>
                  <a:pt x="49517" y="23622"/>
                </a:lnTo>
                <a:lnTo>
                  <a:pt x="50774" y="23622"/>
                </a:lnTo>
                <a:lnTo>
                  <a:pt x="50774" y="21971"/>
                </a:lnTo>
                <a:lnTo>
                  <a:pt x="50761" y="22479"/>
                </a:lnTo>
                <a:lnTo>
                  <a:pt x="50609" y="22618"/>
                </a:lnTo>
                <a:lnTo>
                  <a:pt x="50507" y="22479"/>
                </a:lnTo>
                <a:lnTo>
                  <a:pt x="50761" y="22479"/>
                </a:lnTo>
                <a:lnTo>
                  <a:pt x="50761" y="21971"/>
                </a:lnTo>
                <a:lnTo>
                  <a:pt x="50228" y="21971"/>
                </a:lnTo>
                <a:lnTo>
                  <a:pt x="50228" y="22479"/>
                </a:lnTo>
                <a:lnTo>
                  <a:pt x="49847" y="22733"/>
                </a:lnTo>
                <a:lnTo>
                  <a:pt x="49682" y="22479"/>
                </a:lnTo>
                <a:lnTo>
                  <a:pt x="50228" y="22479"/>
                </a:lnTo>
                <a:lnTo>
                  <a:pt x="50228" y="21971"/>
                </a:lnTo>
                <a:lnTo>
                  <a:pt x="43192" y="21971"/>
                </a:lnTo>
                <a:lnTo>
                  <a:pt x="43116" y="21463"/>
                </a:lnTo>
                <a:lnTo>
                  <a:pt x="61988" y="21463"/>
                </a:lnTo>
                <a:lnTo>
                  <a:pt x="62318" y="21463"/>
                </a:lnTo>
                <a:lnTo>
                  <a:pt x="62661" y="21463"/>
                </a:lnTo>
                <a:lnTo>
                  <a:pt x="62992" y="21463"/>
                </a:lnTo>
                <a:lnTo>
                  <a:pt x="63258" y="20980"/>
                </a:lnTo>
                <a:lnTo>
                  <a:pt x="63703" y="21424"/>
                </a:lnTo>
                <a:lnTo>
                  <a:pt x="63576" y="21590"/>
                </a:lnTo>
                <a:lnTo>
                  <a:pt x="63779" y="21717"/>
                </a:lnTo>
                <a:lnTo>
                  <a:pt x="63779" y="20548"/>
                </a:lnTo>
                <a:lnTo>
                  <a:pt x="63563" y="20447"/>
                </a:lnTo>
                <a:lnTo>
                  <a:pt x="63449" y="20624"/>
                </a:lnTo>
                <a:lnTo>
                  <a:pt x="63157" y="20459"/>
                </a:lnTo>
                <a:lnTo>
                  <a:pt x="63550" y="20447"/>
                </a:lnTo>
                <a:lnTo>
                  <a:pt x="64084" y="20447"/>
                </a:lnTo>
                <a:lnTo>
                  <a:pt x="64236" y="20447"/>
                </a:lnTo>
                <a:lnTo>
                  <a:pt x="64236" y="15316"/>
                </a:lnTo>
                <a:lnTo>
                  <a:pt x="63919" y="15354"/>
                </a:lnTo>
                <a:lnTo>
                  <a:pt x="63957" y="15113"/>
                </a:lnTo>
                <a:lnTo>
                  <a:pt x="63842" y="15367"/>
                </a:lnTo>
                <a:lnTo>
                  <a:pt x="63715" y="15392"/>
                </a:lnTo>
                <a:lnTo>
                  <a:pt x="63271" y="15468"/>
                </a:lnTo>
                <a:lnTo>
                  <a:pt x="63665" y="15163"/>
                </a:lnTo>
                <a:lnTo>
                  <a:pt x="63665" y="15113"/>
                </a:lnTo>
                <a:lnTo>
                  <a:pt x="64516" y="15113"/>
                </a:lnTo>
                <a:lnTo>
                  <a:pt x="64516" y="13576"/>
                </a:lnTo>
                <a:lnTo>
                  <a:pt x="64135" y="13716"/>
                </a:lnTo>
                <a:lnTo>
                  <a:pt x="64135" y="14605"/>
                </a:lnTo>
                <a:lnTo>
                  <a:pt x="64008" y="14655"/>
                </a:lnTo>
                <a:lnTo>
                  <a:pt x="63830" y="14605"/>
                </a:lnTo>
                <a:lnTo>
                  <a:pt x="64033" y="14605"/>
                </a:lnTo>
                <a:lnTo>
                  <a:pt x="64135" y="13716"/>
                </a:lnTo>
                <a:lnTo>
                  <a:pt x="64147" y="13462"/>
                </a:lnTo>
                <a:lnTo>
                  <a:pt x="63080" y="13462"/>
                </a:lnTo>
                <a:lnTo>
                  <a:pt x="63080" y="15621"/>
                </a:lnTo>
                <a:lnTo>
                  <a:pt x="62903" y="15875"/>
                </a:lnTo>
                <a:lnTo>
                  <a:pt x="62649" y="15798"/>
                </a:lnTo>
                <a:lnTo>
                  <a:pt x="62649" y="19812"/>
                </a:lnTo>
                <a:lnTo>
                  <a:pt x="62560" y="20078"/>
                </a:lnTo>
                <a:lnTo>
                  <a:pt x="62445" y="20447"/>
                </a:lnTo>
                <a:lnTo>
                  <a:pt x="62382" y="20662"/>
                </a:lnTo>
                <a:lnTo>
                  <a:pt x="62293" y="20955"/>
                </a:lnTo>
                <a:lnTo>
                  <a:pt x="62204" y="21094"/>
                </a:lnTo>
                <a:lnTo>
                  <a:pt x="62064" y="20955"/>
                </a:lnTo>
                <a:lnTo>
                  <a:pt x="62280" y="20955"/>
                </a:lnTo>
                <a:lnTo>
                  <a:pt x="62293" y="20662"/>
                </a:lnTo>
                <a:lnTo>
                  <a:pt x="60591" y="20447"/>
                </a:lnTo>
                <a:lnTo>
                  <a:pt x="62445" y="20447"/>
                </a:lnTo>
                <a:lnTo>
                  <a:pt x="62445" y="20066"/>
                </a:lnTo>
                <a:lnTo>
                  <a:pt x="60452" y="19812"/>
                </a:lnTo>
                <a:lnTo>
                  <a:pt x="62649" y="19812"/>
                </a:lnTo>
                <a:lnTo>
                  <a:pt x="62649" y="15798"/>
                </a:lnTo>
                <a:lnTo>
                  <a:pt x="62166" y="15621"/>
                </a:lnTo>
                <a:lnTo>
                  <a:pt x="62204" y="15621"/>
                </a:lnTo>
                <a:lnTo>
                  <a:pt x="63080" y="15621"/>
                </a:lnTo>
                <a:lnTo>
                  <a:pt x="63080" y="13462"/>
                </a:lnTo>
                <a:lnTo>
                  <a:pt x="62915" y="13462"/>
                </a:lnTo>
                <a:lnTo>
                  <a:pt x="62915" y="15113"/>
                </a:lnTo>
                <a:lnTo>
                  <a:pt x="62522" y="15240"/>
                </a:lnTo>
                <a:lnTo>
                  <a:pt x="62420" y="15113"/>
                </a:lnTo>
                <a:lnTo>
                  <a:pt x="62915" y="15113"/>
                </a:lnTo>
                <a:lnTo>
                  <a:pt x="62915" y="13462"/>
                </a:lnTo>
                <a:lnTo>
                  <a:pt x="62331" y="13462"/>
                </a:lnTo>
                <a:lnTo>
                  <a:pt x="62331" y="15189"/>
                </a:lnTo>
                <a:lnTo>
                  <a:pt x="62293" y="15316"/>
                </a:lnTo>
                <a:lnTo>
                  <a:pt x="62331" y="15189"/>
                </a:lnTo>
                <a:lnTo>
                  <a:pt x="62331" y="13462"/>
                </a:lnTo>
                <a:lnTo>
                  <a:pt x="61874" y="13462"/>
                </a:lnTo>
                <a:lnTo>
                  <a:pt x="61696" y="12954"/>
                </a:lnTo>
                <a:lnTo>
                  <a:pt x="61302" y="13462"/>
                </a:lnTo>
                <a:lnTo>
                  <a:pt x="59740" y="13462"/>
                </a:lnTo>
                <a:lnTo>
                  <a:pt x="59778" y="13195"/>
                </a:lnTo>
                <a:lnTo>
                  <a:pt x="59474" y="13462"/>
                </a:lnTo>
                <a:lnTo>
                  <a:pt x="58547" y="13462"/>
                </a:lnTo>
                <a:lnTo>
                  <a:pt x="58547" y="16129"/>
                </a:lnTo>
                <a:lnTo>
                  <a:pt x="58102" y="16319"/>
                </a:lnTo>
                <a:lnTo>
                  <a:pt x="58102" y="17272"/>
                </a:lnTo>
                <a:lnTo>
                  <a:pt x="57619" y="17780"/>
                </a:lnTo>
                <a:lnTo>
                  <a:pt x="57988" y="17272"/>
                </a:lnTo>
                <a:lnTo>
                  <a:pt x="58102" y="16319"/>
                </a:lnTo>
                <a:lnTo>
                  <a:pt x="57937" y="16383"/>
                </a:lnTo>
                <a:lnTo>
                  <a:pt x="58026" y="16129"/>
                </a:lnTo>
                <a:lnTo>
                  <a:pt x="58547" y="16129"/>
                </a:lnTo>
                <a:lnTo>
                  <a:pt x="58547" y="13462"/>
                </a:lnTo>
                <a:lnTo>
                  <a:pt x="57861" y="13157"/>
                </a:lnTo>
                <a:lnTo>
                  <a:pt x="57861" y="16637"/>
                </a:lnTo>
                <a:lnTo>
                  <a:pt x="57645" y="17272"/>
                </a:lnTo>
                <a:lnTo>
                  <a:pt x="57404" y="17272"/>
                </a:lnTo>
                <a:lnTo>
                  <a:pt x="57442" y="16637"/>
                </a:lnTo>
                <a:lnTo>
                  <a:pt x="57607" y="16637"/>
                </a:lnTo>
                <a:lnTo>
                  <a:pt x="57861" y="16637"/>
                </a:lnTo>
                <a:lnTo>
                  <a:pt x="57861" y="13157"/>
                </a:lnTo>
                <a:lnTo>
                  <a:pt x="57480" y="12954"/>
                </a:lnTo>
                <a:lnTo>
                  <a:pt x="57823" y="13462"/>
                </a:lnTo>
                <a:lnTo>
                  <a:pt x="57759" y="15113"/>
                </a:lnTo>
                <a:lnTo>
                  <a:pt x="57594" y="15367"/>
                </a:lnTo>
                <a:lnTo>
                  <a:pt x="57213" y="15113"/>
                </a:lnTo>
                <a:lnTo>
                  <a:pt x="57111" y="15621"/>
                </a:lnTo>
                <a:lnTo>
                  <a:pt x="51790" y="15621"/>
                </a:lnTo>
                <a:lnTo>
                  <a:pt x="51892" y="16129"/>
                </a:lnTo>
                <a:lnTo>
                  <a:pt x="51333" y="16129"/>
                </a:lnTo>
                <a:lnTo>
                  <a:pt x="51358" y="15621"/>
                </a:lnTo>
                <a:lnTo>
                  <a:pt x="48107" y="15621"/>
                </a:lnTo>
                <a:lnTo>
                  <a:pt x="48107" y="19304"/>
                </a:lnTo>
                <a:lnTo>
                  <a:pt x="47879" y="19812"/>
                </a:lnTo>
                <a:lnTo>
                  <a:pt x="47980" y="19304"/>
                </a:lnTo>
                <a:lnTo>
                  <a:pt x="47625" y="19456"/>
                </a:lnTo>
                <a:lnTo>
                  <a:pt x="47612" y="19304"/>
                </a:lnTo>
                <a:lnTo>
                  <a:pt x="47459" y="19532"/>
                </a:lnTo>
                <a:lnTo>
                  <a:pt x="47498" y="19304"/>
                </a:lnTo>
                <a:lnTo>
                  <a:pt x="47980" y="19304"/>
                </a:lnTo>
                <a:lnTo>
                  <a:pt x="48107" y="19304"/>
                </a:lnTo>
                <a:lnTo>
                  <a:pt x="48107" y="15621"/>
                </a:lnTo>
                <a:lnTo>
                  <a:pt x="47828" y="15621"/>
                </a:lnTo>
                <a:lnTo>
                  <a:pt x="47828" y="17780"/>
                </a:lnTo>
                <a:lnTo>
                  <a:pt x="47523" y="18288"/>
                </a:lnTo>
                <a:lnTo>
                  <a:pt x="47561" y="17780"/>
                </a:lnTo>
                <a:lnTo>
                  <a:pt x="47828" y="17780"/>
                </a:lnTo>
                <a:lnTo>
                  <a:pt x="47828" y="15621"/>
                </a:lnTo>
                <a:lnTo>
                  <a:pt x="47345" y="15621"/>
                </a:lnTo>
                <a:lnTo>
                  <a:pt x="47345" y="19570"/>
                </a:lnTo>
                <a:lnTo>
                  <a:pt x="47091" y="19304"/>
                </a:lnTo>
                <a:lnTo>
                  <a:pt x="47332" y="19304"/>
                </a:lnTo>
                <a:lnTo>
                  <a:pt x="47345" y="19570"/>
                </a:lnTo>
                <a:lnTo>
                  <a:pt x="47345" y="15621"/>
                </a:lnTo>
                <a:lnTo>
                  <a:pt x="47307" y="18796"/>
                </a:lnTo>
                <a:lnTo>
                  <a:pt x="47307" y="18935"/>
                </a:lnTo>
                <a:lnTo>
                  <a:pt x="46863" y="18796"/>
                </a:lnTo>
                <a:lnTo>
                  <a:pt x="47307" y="18796"/>
                </a:lnTo>
                <a:lnTo>
                  <a:pt x="47307" y="15621"/>
                </a:lnTo>
                <a:lnTo>
                  <a:pt x="43053" y="15621"/>
                </a:lnTo>
                <a:lnTo>
                  <a:pt x="43053" y="22479"/>
                </a:lnTo>
                <a:lnTo>
                  <a:pt x="42748" y="22479"/>
                </a:lnTo>
                <a:lnTo>
                  <a:pt x="42786" y="21971"/>
                </a:lnTo>
                <a:lnTo>
                  <a:pt x="42913" y="21971"/>
                </a:lnTo>
                <a:lnTo>
                  <a:pt x="43053" y="22479"/>
                </a:lnTo>
                <a:lnTo>
                  <a:pt x="43053" y="15621"/>
                </a:lnTo>
                <a:lnTo>
                  <a:pt x="41757" y="15621"/>
                </a:lnTo>
                <a:lnTo>
                  <a:pt x="41757" y="20447"/>
                </a:lnTo>
                <a:lnTo>
                  <a:pt x="40894" y="20612"/>
                </a:lnTo>
                <a:lnTo>
                  <a:pt x="41122" y="20447"/>
                </a:lnTo>
                <a:lnTo>
                  <a:pt x="41757" y="20447"/>
                </a:lnTo>
                <a:lnTo>
                  <a:pt x="41757" y="15621"/>
                </a:lnTo>
                <a:lnTo>
                  <a:pt x="40843" y="15621"/>
                </a:lnTo>
                <a:lnTo>
                  <a:pt x="40843" y="20447"/>
                </a:lnTo>
                <a:lnTo>
                  <a:pt x="40703" y="20523"/>
                </a:lnTo>
                <a:lnTo>
                  <a:pt x="40703" y="20955"/>
                </a:lnTo>
                <a:lnTo>
                  <a:pt x="40589" y="21361"/>
                </a:lnTo>
                <a:lnTo>
                  <a:pt x="40309" y="21297"/>
                </a:lnTo>
                <a:lnTo>
                  <a:pt x="40309" y="21463"/>
                </a:lnTo>
                <a:lnTo>
                  <a:pt x="40068" y="21463"/>
                </a:lnTo>
                <a:lnTo>
                  <a:pt x="40119" y="21297"/>
                </a:lnTo>
                <a:lnTo>
                  <a:pt x="40309" y="21463"/>
                </a:lnTo>
                <a:lnTo>
                  <a:pt x="40309" y="21297"/>
                </a:lnTo>
                <a:lnTo>
                  <a:pt x="40132" y="21247"/>
                </a:lnTo>
                <a:lnTo>
                  <a:pt x="40233" y="20955"/>
                </a:lnTo>
                <a:lnTo>
                  <a:pt x="40411" y="20955"/>
                </a:lnTo>
                <a:lnTo>
                  <a:pt x="40703" y="20955"/>
                </a:lnTo>
                <a:lnTo>
                  <a:pt x="40703" y="20523"/>
                </a:lnTo>
                <a:lnTo>
                  <a:pt x="40386" y="20675"/>
                </a:lnTo>
                <a:lnTo>
                  <a:pt x="40398" y="20447"/>
                </a:lnTo>
                <a:lnTo>
                  <a:pt x="40843" y="20447"/>
                </a:lnTo>
                <a:lnTo>
                  <a:pt x="40843" y="15621"/>
                </a:lnTo>
                <a:lnTo>
                  <a:pt x="40043" y="15621"/>
                </a:lnTo>
                <a:lnTo>
                  <a:pt x="40043" y="21209"/>
                </a:lnTo>
                <a:lnTo>
                  <a:pt x="39814" y="21158"/>
                </a:lnTo>
                <a:lnTo>
                  <a:pt x="39814" y="23622"/>
                </a:lnTo>
                <a:lnTo>
                  <a:pt x="39687" y="23749"/>
                </a:lnTo>
                <a:lnTo>
                  <a:pt x="39357" y="23622"/>
                </a:lnTo>
                <a:lnTo>
                  <a:pt x="39814" y="23622"/>
                </a:lnTo>
                <a:lnTo>
                  <a:pt x="39814" y="21158"/>
                </a:lnTo>
                <a:lnTo>
                  <a:pt x="39052" y="20955"/>
                </a:lnTo>
                <a:lnTo>
                  <a:pt x="39776" y="20955"/>
                </a:lnTo>
                <a:lnTo>
                  <a:pt x="40043" y="21209"/>
                </a:lnTo>
                <a:lnTo>
                  <a:pt x="40043" y="15621"/>
                </a:lnTo>
                <a:lnTo>
                  <a:pt x="38290" y="15621"/>
                </a:lnTo>
                <a:lnTo>
                  <a:pt x="38290" y="23622"/>
                </a:lnTo>
                <a:lnTo>
                  <a:pt x="37503" y="23876"/>
                </a:lnTo>
                <a:lnTo>
                  <a:pt x="37249" y="23622"/>
                </a:lnTo>
                <a:lnTo>
                  <a:pt x="38290" y="23622"/>
                </a:lnTo>
                <a:lnTo>
                  <a:pt x="38290" y="15621"/>
                </a:lnTo>
                <a:lnTo>
                  <a:pt x="37579" y="15621"/>
                </a:lnTo>
                <a:lnTo>
                  <a:pt x="37579" y="22987"/>
                </a:lnTo>
                <a:lnTo>
                  <a:pt x="37414" y="22987"/>
                </a:lnTo>
                <a:lnTo>
                  <a:pt x="37134" y="22987"/>
                </a:lnTo>
                <a:lnTo>
                  <a:pt x="36042" y="22987"/>
                </a:lnTo>
                <a:lnTo>
                  <a:pt x="35902" y="22987"/>
                </a:lnTo>
                <a:lnTo>
                  <a:pt x="36334" y="22669"/>
                </a:lnTo>
                <a:lnTo>
                  <a:pt x="36588" y="22479"/>
                </a:lnTo>
                <a:lnTo>
                  <a:pt x="36830" y="22479"/>
                </a:lnTo>
                <a:lnTo>
                  <a:pt x="37147" y="22479"/>
                </a:lnTo>
                <a:lnTo>
                  <a:pt x="37363" y="22733"/>
                </a:lnTo>
                <a:lnTo>
                  <a:pt x="37579" y="22987"/>
                </a:lnTo>
                <a:lnTo>
                  <a:pt x="37579" y="15621"/>
                </a:lnTo>
                <a:lnTo>
                  <a:pt x="37058" y="15621"/>
                </a:lnTo>
                <a:lnTo>
                  <a:pt x="37058" y="19812"/>
                </a:lnTo>
                <a:lnTo>
                  <a:pt x="36931" y="19812"/>
                </a:lnTo>
                <a:lnTo>
                  <a:pt x="36893" y="19558"/>
                </a:lnTo>
                <a:lnTo>
                  <a:pt x="37058" y="19812"/>
                </a:lnTo>
                <a:lnTo>
                  <a:pt x="37058" y="15621"/>
                </a:lnTo>
                <a:lnTo>
                  <a:pt x="36068" y="15621"/>
                </a:lnTo>
                <a:lnTo>
                  <a:pt x="36169" y="16129"/>
                </a:lnTo>
                <a:lnTo>
                  <a:pt x="36169" y="20447"/>
                </a:lnTo>
                <a:lnTo>
                  <a:pt x="35775" y="20447"/>
                </a:lnTo>
                <a:lnTo>
                  <a:pt x="35775" y="21971"/>
                </a:lnTo>
                <a:lnTo>
                  <a:pt x="35699" y="22250"/>
                </a:lnTo>
                <a:lnTo>
                  <a:pt x="35699" y="23622"/>
                </a:lnTo>
                <a:lnTo>
                  <a:pt x="35699" y="23876"/>
                </a:lnTo>
                <a:lnTo>
                  <a:pt x="35699" y="24130"/>
                </a:lnTo>
                <a:lnTo>
                  <a:pt x="30264" y="24130"/>
                </a:lnTo>
                <a:lnTo>
                  <a:pt x="30264" y="25146"/>
                </a:lnTo>
                <a:lnTo>
                  <a:pt x="29451" y="25146"/>
                </a:lnTo>
                <a:lnTo>
                  <a:pt x="28841" y="24638"/>
                </a:lnTo>
                <a:lnTo>
                  <a:pt x="29146" y="24638"/>
                </a:lnTo>
                <a:lnTo>
                  <a:pt x="30264" y="25146"/>
                </a:lnTo>
                <a:lnTo>
                  <a:pt x="30264" y="24130"/>
                </a:lnTo>
                <a:lnTo>
                  <a:pt x="28194" y="24130"/>
                </a:lnTo>
                <a:lnTo>
                  <a:pt x="28194" y="34163"/>
                </a:lnTo>
                <a:lnTo>
                  <a:pt x="27698" y="34163"/>
                </a:lnTo>
                <a:lnTo>
                  <a:pt x="27749" y="33655"/>
                </a:lnTo>
                <a:lnTo>
                  <a:pt x="27609" y="33147"/>
                </a:lnTo>
                <a:lnTo>
                  <a:pt x="27863" y="33655"/>
                </a:lnTo>
                <a:lnTo>
                  <a:pt x="28194" y="34163"/>
                </a:lnTo>
                <a:lnTo>
                  <a:pt x="28194" y="24130"/>
                </a:lnTo>
                <a:lnTo>
                  <a:pt x="28105" y="26162"/>
                </a:lnTo>
                <a:lnTo>
                  <a:pt x="28105" y="33147"/>
                </a:lnTo>
                <a:lnTo>
                  <a:pt x="28054" y="33324"/>
                </a:lnTo>
                <a:lnTo>
                  <a:pt x="27774" y="33147"/>
                </a:lnTo>
                <a:lnTo>
                  <a:pt x="28105" y="33147"/>
                </a:lnTo>
                <a:lnTo>
                  <a:pt x="28105" y="26162"/>
                </a:lnTo>
                <a:lnTo>
                  <a:pt x="27978" y="26797"/>
                </a:lnTo>
                <a:lnTo>
                  <a:pt x="27863" y="26162"/>
                </a:lnTo>
                <a:lnTo>
                  <a:pt x="28105" y="26162"/>
                </a:lnTo>
                <a:lnTo>
                  <a:pt x="28105" y="24130"/>
                </a:lnTo>
                <a:lnTo>
                  <a:pt x="27533" y="24130"/>
                </a:lnTo>
                <a:lnTo>
                  <a:pt x="27533" y="30480"/>
                </a:lnTo>
                <a:lnTo>
                  <a:pt x="27508" y="30734"/>
                </a:lnTo>
                <a:lnTo>
                  <a:pt x="27305" y="30480"/>
                </a:lnTo>
                <a:lnTo>
                  <a:pt x="27457" y="30480"/>
                </a:lnTo>
                <a:lnTo>
                  <a:pt x="27533" y="24130"/>
                </a:lnTo>
                <a:lnTo>
                  <a:pt x="27114" y="24130"/>
                </a:lnTo>
                <a:lnTo>
                  <a:pt x="27114" y="29337"/>
                </a:lnTo>
                <a:lnTo>
                  <a:pt x="26695" y="28829"/>
                </a:lnTo>
                <a:lnTo>
                  <a:pt x="26695" y="29337"/>
                </a:lnTo>
                <a:lnTo>
                  <a:pt x="26593" y="28829"/>
                </a:lnTo>
                <a:lnTo>
                  <a:pt x="27114" y="29337"/>
                </a:lnTo>
                <a:lnTo>
                  <a:pt x="27114" y="24130"/>
                </a:lnTo>
                <a:lnTo>
                  <a:pt x="26771" y="24130"/>
                </a:lnTo>
                <a:lnTo>
                  <a:pt x="26771" y="25146"/>
                </a:lnTo>
                <a:lnTo>
                  <a:pt x="26606" y="25184"/>
                </a:lnTo>
                <a:lnTo>
                  <a:pt x="26771" y="25146"/>
                </a:lnTo>
                <a:lnTo>
                  <a:pt x="26771" y="24130"/>
                </a:lnTo>
                <a:lnTo>
                  <a:pt x="26454" y="24130"/>
                </a:lnTo>
                <a:lnTo>
                  <a:pt x="26454" y="31496"/>
                </a:lnTo>
                <a:lnTo>
                  <a:pt x="26403" y="32004"/>
                </a:lnTo>
                <a:lnTo>
                  <a:pt x="26403" y="34925"/>
                </a:lnTo>
                <a:lnTo>
                  <a:pt x="26060" y="34671"/>
                </a:lnTo>
                <a:lnTo>
                  <a:pt x="26009" y="34163"/>
                </a:lnTo>
                <a:lnTo>
                  <a:pt x="25514" y="34163"/>
                </a:lnTo>
                <a:lnTo>
                  <a:pt x="25730" y="33655"/>
                </a:lnTo>
                <a:lnTo>
                  <a:pt x="26162" y="34163"/>
                </a:lnTo>
                <a:lnTo>
                  <a:pt x="26352" y="34671"/>
                </a:lnTo>
                <a:lnTo>
                  <a:pt x="26403" y="34925"/>
                </a:lnTo>
                <a:lnTo>
                  <a:pt x="26403" y="32004"/>
                </a:lnTo>
                <a:lnTo>
                  <a:pt x="26060" y="32004"/>
                </a:lnTo>
                <a:lnTo>
                  <a:pt x="25996" y="31496"/>
                </a:lnTo>
                <a:lnTo>
                  <a:pt x="25971" y="31242"/>
                </a:lnTo>
                <a:lnTo>
                  <a:pt x="26111" y="31496"/>
                </a:lnTo>
                <a:lnTo>
                  <a:pt x="26454" y="31496"/>
                </a:lnTo>
                <a:lnTo>
                  <a:pt x="26454" y="24130"/>
                </a:lnTo>
                <a:lnTo>
                  <a:pt x="26390" y="26162"/>
                </a:lnTo>
                <a:lnTo>
                  <a:pt x="26276" y="26797"/>
                </a:lnTo>
                <a:lnTo>
                  <a:pt x="26250" y="28829"/>
                </a:lnTo>
                <a:lnTo>
                  <a:pt x="26047" y="28829"/>
                </a:lnTo>
                <a:lnTo>
                  <a:pt x="25857" y="28638"/>
                </a:lnTo>
                <a:lnTo>
                  <a:pt x="25857" y="30988"/>
                </a:lnTo>
                <a:lnTo>
                  <a:pt x="25603" y="30480"/>
                </a:lnTo>
                <a:lnTo>
                  <a:pt x="25857" y="30988"/>
                </a:lnTo>
                <a:lnTo>
                  <a:pt x="25857" y="28638"/>
                </a:lnTo>
                <a:lnTo>
                  <a:pt x="25755" y="28829"/>
                </a:lnTo>
                <a:lnTo>
                  <a:pt x="25565" y="28956"/>
                </a:lnTo>
                <a:lnTo>
                  <a:pt x="25501" y="28829"/>
                </a:lnTo>
                <a:lnTo>
                  <a:pt x="25704" y="28829"/>
                </a:lnTo>
                <a:lnTo>
                  <a:pt x="25755" y="28524"/>
                </a:lnTo>
                <a:lnTo>
                  <a:pt x="26250" y="28829"/>
                </a:lnTo>
                <a:lnTo>
                  <a:pt x="26250" y="26797"/>
                </a:lnTo>
                <a:lnTo>
                  <a:pt x="26047" y="26797"/>
                </a:lnTo>
                <a:lnTo>
                  <a:pt x="25971" y="27305"/>
                </a:lnTo>
                <a:lnTo>
                  <a:pt x="25387" y="27520"/>
                </a:lnTo>
                <a:lnTo>
                  <a:pt x="25387" y="30988"/>
                </a:lnTo>
                <a:lnTo>
                  <a:pt x="25361" y="31242"/>
                </a:lnTo>
                <a:lnTo>
                  <a:pt x="25336" y="31496"/>
                </a:lnTo>
                <a:lnTo>
                  <a:pt x="24269" y="31496"/>
                </a:lnTo>
                <a:lnTo>
                  <a:pt x="24180" y="32004"/>
                </a:lnTo>
                <a:lnTo>
                  <a:pt x="24142" y="32258"/>
                </a:lnTo>
                <a:lnTo>
                  <a:pt x="23660" y="31496"/>
                </a:lnTo>
                <a:lnTo>
                  <a:pt x="23469" y="31496"/>
                </a:lnTo>
                <a:lnTo>
                  <a:pt x="23253" y="32004"/>
                </a:lnTo>
                <a:lnTo>
                  <a:pt x="23228" y="32512"/>
                </a:lnTo>
                <a:lnTo>
                  <a:pt x="22796" y="32512"/>
                </a:lnTo>
                <a:lnTo>
                  <a:pt x="22974" y="32004"/>
                </a:lnTo>
                <a:lnTo>
                  <a:pt x="22987" y="31496"/>
                </a:lnTo>
                <a:lnTo>
                  <a:pt x="22821" y="31496"/>
                </a:lnTo>
                <a:lnTo>
                  <a:pt x="22618" y="31750"/>
                </a:lnTo>
                <a:lnTo>
                  <a:pt x="22428" y="31496"/>
                </a:lnTo>
                <a:lnTo>
                  <a:pt x="22821" y="31496"/>
                </a:lnTo>
                <a:lnTo>
                  <a:pt x="23228" y="30988"/>
                </a:lnTo>
                <a:lnTo>
                  <a:pt x="23228" y="30594"/>
                </a:lnTo>
                <a:lnTo>
                  <a:pt x="23660" y="30988"/>
                </a:lnTo>
                <a:lnTo>
                  <a:pt x="23723" y="31496"/>
                </a:lnTo>
                <a:lnTo>
                  <a:pt x="24155" y="31496"/>
                </a:lnTo>
                <a:lnTo>
                  <a:pt x="23812" y="30988"/>
                </a:lnTo>
                <a:lnTo>
                  <a:pt x="24726" y="30988"/>
                </a:lnTo>
                <a:lnTo>
                  <a:pt x="25387" y="30988"/>
                </a:lnTo>
                <a:lnTo>
                  <a:pt x="25387" y="27520"/>
                </a:lnTo>
                <a:lnTo>
                  <a:pt x="25209" y="27571"/>
                </a:lnTo>
                <a:lnTo>
                  <a:pt x="25285" y="27813"/>
                </a:lnTo>
                <a:lnTo>
                  <a:pt x="25069" y="27813"/>
                </a:lnTo>
                <a:lnTo>
                  <a:pt x="25196" y="27571"/>
                </a:lnTo>
                <a:lnTo>
                  <a:pt x="25031" y="27635"/>
                </a:lnTo>
                <a:lnTo>
                  <a:pt x="25031" y="28829"/>
                </a:lnTo>
                <a:lnTo>
                  <a:pt x="24561" y="28829"/>
                </a:lnTo>
                <a:lnTo>
                  <a:pt x="25031" y="28829"/>
                </a:lnTo>
                <a:lnTo>
                  <a:pt x="25031" y="27635"/>
                </a:lnTo>
                <a:lnTo>
                  <a:pt x="24904" y="27673"/>
                </a:lnTo>
                <a:lnTo>
                  <a:pt x="24866" y="27305"/>
                </a:lnTo>
                <a:lnTo>
                  <a:pt x="25133" y="27305"/>
                </a:lnTo>
                <a:lnTo>
                  <a:pt x="25209" y="27559"/>
                </a:lnTo>
                <a:lnTo>
                  <a:pt x="25349" y="27305"/>
                </a:lnTo>
                <a:lnTo>
                  <a:pt x="25971" y="27305"/>
                </a:lnTo>
                <a:lnTo>
                  <a:pt x="25971" y="26797"/>
                </a:lnTo>
                <a:lnTo>
                  <a:pt x="25666" y="26631"/>
                </a:lnTo>
                <a:lnTo>
                  <a:pt x="25628" y="26797"/>
                </a:lnTo>
                <a:lnTo>
                  <a:pt x="25412" y="26898"/>
                </a:lnTo>
                <a:lnTo>
                  <a:pt x="25019" y="26797"/>
                </a:lnTo>
                <a:lnTo>
                  <a:pt x="25069" y="27038"/>
                </a:lnTo>
                <a:lnTo>
                  <a:pt x="24980" y="26797"/>
                </a:lnTo>
                <a:lnTo>
                  <a:pt x="24904" y="27101"/>
                </a:lnTo>
                <a:lnTo>
                  <a:pt x="24815" y="26797"/>
                </a:lnTo>
                <a:lnTo>
                  <a:pt x="24434" y="26593"/>
                </a:lnTo>
                <a:lnTo>
                  <a:pt x="24434" y="27305"/>
                </a:lnTo>
                <a:lnTo>
                  <a:pt x="22936" y="27305"/>
                </a:lnTo>
                <a:lnTo>
                  <a:pt x="22936" y="30480"/>
                </a:lnTo>
                <a:lnTo>
                  <a:pt x="22834" y="30949"/>
                </a:lnTo>
                <a:lnTo>
                  <a:pt x="22529" y="30568"/>
                </a:lnTo>
                <a:lnTo>
                  <a:pt x="22529" y="30988"/>
                </a:lnTo>
                <a:lnTo>
                  <a:pt x="22263" y="31496"/>
                </a:lnTo>
                <a:lnTo>
                  <a:pt x="21945" y="31496"/>
                </a:lnTo>
                <a:lnTo>
                  <a:pt x="21945" y="33655"/>
                </a:lnTo>
                <a:lnTo>
                  <a:pt x="21869" y="34163"/>
                </a:lnTo>
                <a:lnTo>
                  <a:pt x="21221" y="34163"/>
                </a:lnTo>
                <a:lnTo>
                  <a:pt x="21729" y="33655"/>
                </a:lnTo>
                <a:lnTo>
                  <a:pt x="21945" y="33655"/>
                </a:lnTo>
                <a:lnTo>
                  <a:pt x="21945" y="31496"/>
                </a:lnTo>
                <a:lnTo>
                  <a:pt x="20218" y="31496"/>
                </a:lnTo>
                <a:lnTo>
                  <a:pt x="20218" y="33655"/>
                </a:lnTo>
                <a:lnTo>
                  <a:pt x="19735" y="34163"/>
                </a:lnTo>
                <a:lnTo>
                  <a:pt x="19570" y="34163"/>
                </a:lnTo>
                <a:lnTo>
                  <a:pt x="19748" y="33655"/>
                </a:lnTo>
                <a:lnTo>
                  <a:pt x="20027" y="33655"/>
                </a:lnTo>
                <a:lnTo>
                  <a:pt x="20218" y="33655"/>
                </a:lnTo>
                <a:lnTo>
                  <a:pt x="20218" y="31496"/>
                </a:lnTo>
                <a:lnTo>
                  <a:pt x="19507" y="31496"/>
                </a:lnTo>
                <a:lnTo>
                  <a:pt x="19507" y="35687"/>
                </a:lnTo>
                <a:lnTo>
                  <a:pt x="19177" y="35826"/>
                </a:lnTo>
                <a:lnTo>
                  <a:pt x="19215" y="35687"/>
                </a:lnTo>
                <a:lnTo>
                  <a:pt x="19507" y="35687"/>
                </a:lnTo>
                <a:lnTo>
                  <a:pt x="19507" y="31496"/>
                </a:lnTo>
                <a:lnTo>
                  <a:pt x="18732" y="31496"/>
                </a:lnTo>
                <a:lnTo>
                  <a:pt x="18732" y="34163"/>
                </a:lnTo>
                <a:lnTo>
                  <a:pt x="18580" y="34671"/>
                </a:lnTo>
                <a:lnTo>
                  <a:pt x="18465" y="35179"/>
                </a:lnTo>
                <a:lnTo>
                  <a:pt x="18313" y="35179"/>
                </a:lnTo>
                <a:lnTo>
                  <a:pt x="18605" y="35433"/>
                </a:lnTo>
                <a:lnTo>
                  <a:pt x="17653" y="35318"/>
                </a:lnTo>
                <a:lnTo>
                  <a:pt x="17653" y="36322"/>
                </a:lnTo>
                <a:lnTo>
                  <a:pt x="17018" y="36576"/>
                </a:lnTo>
                <a:lnTo>
                  <a:pt x="17018" y="36322"/>
                </a:lnTo>
                <a:lnTo>
                  <a:pt x="17653" y="36322"/>
                </a:lnTo>
                <a:lnTo>
                  <a:pt x="17653" y="35318"/>
                </a:lnTo>
                <a:lnTo>
                  <a:pt x="16637" y="35179"/>
                </a:lnTo>
                <a:lnTo>
                  <a:pt x="17602" y="35179"/>
                </a:lnTo>
                <a:lnTo>
                  <a:pt x="18173" y="35179"/>
                </a:lnTo>
                <a:lnTo>
                  <a:pt x="18148" y="35052"/>
                </a:lnTo>
                <a:lnTo>
                  <a:pt x="18084" y="34671"/>
                </a:lnTo>
                <a:lnTo>
                  <a:pt x="18237" y="34671"/>
                </a:lnTo>
                <a:lnTo>
                  <a:pt x="18097" y="34163"/>
                </a:lnTo>
                <a:lnTo>
                  <a:pt x="18732" y="34163"/>
                </a:lnTo>
                <a:lnTo>
                  <a:pt x="18732" y="31496"/>
                </a:lnTo>
                <a:lnTo>
                  <a:pt x="18161" y="31496"/>
                </a:lnTo>
                <a:lnTo>
                  <a:pt x="18465" y="30988"/>
                </a:lnTo>
                <a:lnTo>
                  <a:pt x="18592" y="30988"/>
                </a:lnTo>
                <a:lnTo>
                  <a:pt x="20713" y="30988"/>
                </a:lnTo>
                <a:lnTo>
                  <a:pt x="20916" y="30988"/>
                </a:lnTo>
                <a:lnTo>
                  <a:pt x="22529" y="30988"/>
                </a:lnTo>
                <a:lnTo>
                  <a:pt x="22529" y="30568"/>
                </a:lnTo>
                <a:lnTo>
                  <a:pt x="22936" y="30480"/>
                </a:lnTo>
                <a:lnTo>
                  <a:pt x="22936" y="27305"/>
                </a:lnTo>
                <a:lnTo>
                  <a:pt x="22250" y="27305"/>
                </a:lnTo>
                <a:lnTo>
                  <a:pt x="22250" y="29337"/>
                </a:lnTo>
                <a:lnTo>
                  <a:pt x="21793" y="30480"/>
                </a:lnTo>
                <a:lnTo>
                  <a:pt x="21056" y="30480"/>
                </a:lnTo>
                <a:lnTo>
                  <a:pt x="20789" y="30861"/>
                </a:lnTo>
                <a:lnTo>
                  <a:pt x="20459" y="30480"/>
                </a:lnTo>
                <a:lnTo>
                  <a:pt x="20828" y="29337"/>
                </a:lnTo>
                <a:lnTo>
                  <a:pt x="21031" y="29337"/>
                </a:lnTo>
                <a:lnTo>
                  <a:pt x="21526" y="29337"/>
                </a:lnTo>
                <a:lnTo>
                  <a:pt x="22250" y="29337"/>
                </a:lnTo>
                <a:lnTo>
                  <a:pt x="22250" y="27305"/>
                </a:lnTo>
                <a:lnTo>
                  <a:pt x="21323" y="27305"/>
                </a:lnTo>
                <a:lnTo>
                  <a:pt x="21323" y="28829"/>
                </a:lnTo>
                <a:lnTo>
                  <a:pt x="21018" y="28829"/>
                </a:lnTo>
                <a:lnTo>
                  <a:pt x="21005" y="28321"/>
                </a:lnTo>
                <a:lnTo>
                  <a:pt x="21323" y="28829"/>
                </a:lnTo>
                <a:lnTo>
                  <a:pt x="21323" y="27305"/>
                </a:lnTo>
                <a:lnTo>
                  <a:pt x="19177" y="27305"/>
                </a:lnTo>
                <a:lnTo>
                  <a:pt x="19177" y="30480"/>
                </a:lnTo>
                <a:lnTo>
                  <a:pt x="18592" y="30619"/>
                </a:lnTo>
                <a:lnTo>
                  <a:pt x="18605" y="30480"/>
                </a:lnTo>
                <a:lnTo>
                  <a:pt x="19177" y="30480"/>
                </a:lnTo>
                <a:lnTo>
                  <a:pt x="19177" y="27305"/>
                </a:lnTo>
                <a:lnTo>
                  <a:pt x="16090" y="27305"/>
                </a:lnTo>
                <a:lnTo>
                  <a:pt x="16446" y="27813"/>
                </a:lnTo>
                <a:lnTo>
                  <a:pt x="17868" y="27813"/>
                </a:lnTo>
                <a:lnTo>
                  <a:pt x="17348" y="27889"/>
                </a:lnTo>
                <a:lnTo>
                  <a:pt x="17348" y="28829"/>
                </a:lnTo>
                <a:lnTo>
                  <a:pt x="16306" y="29083"/>
                </a:lnTo>
                <a:lnTo>
                  <a:pt x="16217" y="28829"/>
                </a:lnTo>
                <a:lnTo>
                  <a:pt x="17348" y="28829"/>
                </a:lnTo>
                <a:lnTo>
                  <a:pt x="17348" y="27889"/>
                </a:lnTo>
                <a:lnTo>
                  <a:pt x="15887" y="28067"/>
                </a:lnTo>
                <a:lnTo>
                  <a:pt x="15887" y="29845"/>
                </a:lnTo>
                <a:lnTo>
                  <a:pt x="14846" y="29337"/>
                </a:lnTo>
                <a:lnTo>
                  <a:pt x="15265" y="29337"/>
                </a:lnTo>
                <a:lnTo>
                  <a:pt x="15811" y="29337"/>
                </a:lnTo>
                <a:lnTo>
                  <a:pt x="15887" y="29845"/>
                </a:lnTo>
                <a:lnTo>
                  <a:pt x="15887" y="28067"/>
                </a:lnTo>
                <a:lnTo>
                  <a:pt x="15697" y="27813"/>
                </a:lnTo>
                <a:lnTo>
                  <a:pt x="16014" y="27813"/>
                </a:lnTo>
                <a:lnTo>
                  <a:pt x="16090" y="27305"/>
                </a:lnTo>
                <a:lnTo>
                  <a:pt x="15836" y="27305"/>
                </a:lnTo>
                <a:lnTo>
                  <a:pt x="15646" y="27559"/>
                </a:lnTo>
                <a:lnTo>
                  <a:pt x="15659" y="27813"/>
                </a:lnTo>
                <a:lnTo>
                  <a:pt x="15455" y="27813"/>
                </a:lnTo>
                <a:lnTo>
                  <a:pt x="15011" y="27813"/>
                </a:lnTo>
                <a:lnTo>
                  <a:pt x="14681" y="28194"/>
                </a:lnTo>
                <a:lnTo>
                  <a:pt x="14973" y="27305"/>
                </a:lnTo>
                <a:lnTo>
                  <a:pt x="15633" y="27305"/>
                </a:lnTo>
                <a:lnTo>
                  <a:pt x="15773" y="27305"/>
                </a:lnTo>
                <a:lnTo>
                  <a:pt x="15608" y="27012"/>
                </a:lnTo>
                <a:lnTo>
                  <a:pt x="15595" y="26809"/>
                </a:lnTo>
                <a:lnTo>
                  <a:pt x="24434" y="27305"/>
                </a:lnTo>
                <a:lnTo>
                  <a:pt x="24434" y="26593"/>
                </a:lnTo>
                <a:lnTo>
                  <a:pt x="22948" y="26162"/>
                </a:lnTo>
                <a:lnTo>
                  <a:pt x="24587" y="26162"/>
                </a:lnTo>
                <a:lnTo>
                  <a:pt x="24777" y="26162"/>
                </a:lnTo>
                <a:lnTo>
                  <a:pt x="24980" y="26454"/>
                </a:lnTo>
                <a:lnTo>
                  <a:pt x="25120" y="26162"/>
                </a:lnTo>
                <a:lnTo>
                  <a:pt x="25336" y="26162"/>
                </a:lnTo>
                <a:lnTo>
                  <a:pt x="25349" y="26352"/>
                </a:lnTo>
                <a:lnTo>
                  <a:pt x="25323" y="26797"/>
                </a:lnTo>
                <a:lnTo>
                  <a:pt x="25539" y="26543"/>
                </a:lnTo>
                <a:lnTo>
                  <a:pt x="25806" y="26162"/>
                </a:lnTo>
                <a:lnTo>
                  <a:pt x="25768" y="26289"/>
                </a:lnTo>
                <a:lnTo>
                  <a:pt x="25882" y="26162"/>
                </a:lnTo>
                <a:lnTo>
                  <a:pt x="26162" y="26162"/>
                </a:lnTo>
                <a:lnTo>
                  <a:pt x="26390" y="26162"/>
                </a:lnTo>
                <a:lnTo>
                  <a:pt x="26390" y="24130"/>
                </a:lnTo>
                <a:lnTo>
                  <a:pt x="26047" y="23863"/>
                </a:lnTo>
                <a:lnTo>
                  <a:pt x="26047" y="24130"/>
                </a:lnTo>
                <a:lnTo>
                  <a:pt x="25971" y="24511"/>
                </a:lnTo>
                <a:lnTo>
                  <a:pt x="25501" y="24206"/>
                </a:lnTo>
                <a:lnTo>
                  <a:pt x="25501" y="24638"/>
                </a:lnTo>
                <a:lnTo>
                  <a:pt x="25438" y="25146"/>
                </a:lnTo>
                <a:lnTo>
                  <a:pt x="25425" y="25273"/>
                </a:lnTo>
                <a:lnTo>
                  <a:pt x="24879" y="25171"/>
                </a:lnTo>
                <a:lnTo>
                  <a:pt x="24879" y="25590"/>
                </a:lnTo>
                <a:lnTo>
                  <a:pt x="24574" y="25666"/>
                </a:lnTo>
                <a:lnTo>
                  <a:pt x="24117" y="25247"/>
                </a:lnTo>
                <a:lnTo>
                  <a:pt x="24879" y="25590"/>
                </a:lnTo>
                <a:lnTo>
                  <a:pt x="24879" y="25171"/>
                </a:lnTo>
                <a:lnTo>
                  <a:pt x="24752" y="25146"/>
                </a:lnTo>
                <a:lnTo>
                  <a:pt x="25260" y="25146"/>
                </a:lnTo>
                <a:lnTo>
                  <a:pt x="24638" y="24638"/>
                </a:lnTo>
                <a:lnTo>
                  <a:pt x="25031" y="24638"/>
                </a:lnTo>
                <a:lnTo>
                  <a:pt x="25501" y="24638"/>
                </a:lnTo>
                <a:lnTo>
                  <a:pt x="25501" y="24206"/>
                </a:lnTo>
                <a:lnTo>
                  <a:pt x="25438" y="24079"/>
                </a:lnTo>
                <a:lnTo>
                  <a:pt x="25196" y="23622"/>
                </a:lnTo>
                <a:lnTo>
                  <a:pt x="25463" y="23622"/>
                </a:lnTo>
                <a:lnTo>
                  <a:pt x="25527" y="23952"/>
                </a:lnTo>
                <a:lnTo>
                  <a:pt x="25717" y="23672"/>
                </a:lnTo>
                <a:lnTo>
                  <a:pt x="25692" y="24130"/>
                </a:lnTo>
                <a:lnTo>
                  <a:pt x="26047" y="24130"/>
                </a:lnTo>
                <a:lnTo>
                  <a:pt x="26047" y="23863"/>
                </a:lnTo>
                <a:lnTo>
                  <a:pt x="25742" y="23634"/>
                </a:lnTo>
                <a:lnTo>
                  <a:pt x="34734" y="23622"/>
                </a:lnTo>
                <a:lnTo>
                  <a:pt x="35013" y="23622"/>
                </a:lnTo>
                <a:lnTo>
                  <a:pt x="35318" y="23622"/>
                </a:lnTo>
                <a:lnTo>
                  <a:pt x="35699" y="23622"/>
                </a:lnTo>
                <a:lnTo>
                  <a:pt x="35699" y="22250"/>
                </a:lnTo>
                <a:lnTo>
                  <a:pt x="35661" y="22390"/>
                </a:lnTo>
                <a:lnTo>
                  <a:pt x="35661" y="22987"/>
                </a:lnTo>
                <a:lnTo>
                  <a:pt x="35102" y="23380"/>
                </a:lnTo>
                <a:lnTo>
                  <a:pt x="35229" y="22987"/>
                </a:lnTo>
                <a:lnTo>
                  <a:pt x="35318" y="22733"/>
                </a:lnTo>
                <a:lnTo>
                  <a:pt x="35331" y="22987"/>
                </a:lnTo>
                <a:lnTo>
                  <a:pt x="35661" y="22987"/>
                </a:lnTo>
                <a:lnTo>
                  <a:pt x="35661" y="22390"/>
                </a:lnTo>
                <a:lnTo>
                  <a:pt x="35420" y="22479"/>
                </a:lnTo>
                <a:lnTo>
                  <a:pt x="35318" y="21971"/>
                </a:lnTo>
                <a:lnTo>
                  <a:pt x="35242" y="22110"/>
                </a:lnTo>
                <a:lnTo>
                  <a:pt x="35267" y="21971"/>
                </a:lnTo>
                <a:lnTo>
                  <a:pt x="35509" y="21971"/>
                </a:lnTo>
                <a:lnTo>
                  <a:pt x="35775" y="21971"/>
                </a:lnTo>
                <a:lnTo>
                  <a:pt x="35775" y="20447"/>
                </a:lnTo>
                <a:lnTo>
                  <a:pt x="35585" y="20447"/>
                </a:lnTo>
                <a:lnTo>
                  <a:pt x="35433" y="19812"/>
                </a:lnTo>
                <a:lnTo>
                  <a:pt x="36169" y="20447"/>
                </a:lnTo>
                <a:lnTo>
                  <a:pt x="36169" y="16129"/>
                </a:lnTo>
                <a:lnTo>
                  <a:pt x="36080" y="19304"/>
                </a:lnTo>
                <a:lnTo>
                  <a:pt x="34912" y="19507"/>
                </a:lnTo>
                <a:lnTo>
                  <a:pt x="34912" y="19812"/>
                </a:lnTo>
                <a:lnTo>
                  <a:pt x="34848" y="20447"/>
                </a:lnTo>
                <a:lnTo>
                  <a:pt x="34785" y="21590"/>
                </a:lnTo>
                <a:lnTo>
                  <a:pt x="34569" y="21463"/>
                </a:lnTo>
                <a:lnTo>
                  <a:pt x="34709" y="21463"/>
                </a:lnTo>
                <a:lnTo>
                  <a:pt x="34785" y="21590"/>
                </a:lnTo>
                <a:lnTo>
                  <a:pt x="34785" y="20485"/>
                </a:lnTo>
                <a:lnTo>
                  <a:pt x="34544" y="20612"/>
                </a:lnTo>
                <a:lnTo>
                  <a:pt x="34544" y="21463"/>
                </a:lnTo>
                <a:lnTo>
                  <a:pt x="34010" y="21463"/>
                </a:lnTo>
                <a:lnTo>
                  <a:pt x="33870" y="21831"/>
                </a:lnTo>
                <a:lnTo>
                  <a:pt x="33820" y="21463"/>
                </a:lnTo>
                <a:lnTo>
                  <a:pt x="33489" y="21247"/>
                </a:lnTo>
                <a:lnTo>
                  <a:pt x="33489" y="21971"/>
                </a:lnTo>
                <a:lnTo>
                  <a:pt x="32931" y="22479"/>
                </a:lnTo>
                <a:lnTo>
                  <a:pt x="32689" y="22479"/>
                </a:lnTo>
                <a:lnTo>
                  <a:pt x="32994" y="21971"/>
                </a:lnTo>
                <a:lnTo>
                  <a:pt x="30213" y="21971"/>
                </a:lnTo>
                <a:lnTo>
                  <a:pt x="29946" y="22186"/>
                </a:lnTo>
                <a:lnTo>
                  <a:pt x="29997" y="21971"/>
                </a:lnTo>
                <a:lnTo>
                  <a:pt x="29032" y="21971"/>
                </a:lnTo>
                <a:lnTo>
                  <a:pt x="29121" y="22098"/>
                </a:lnTo>
                <a:lnTo>
                  <a:pt x="28752" y="21971"/>
                </a:lnTo>
                <a:lnTo>
                  <a:pt x="28346" y="21971"/>
                </a:lnTo>
                <a:lnTo>
                  <a:pt x="26606" y="21971"/>
                </a:lnTo>
                <a:lnTo>
                  <a:pt x="26606" y="22199"/>
                </a:lnTo>
                <a:lnTo>
                  <a:pt x="26606" y="22479"/>
                </a:lnTo>
                <a:lnTo>
                  <a:pt x="26606" y="22733"/>
                </a:lnTo>
                <a:lnTo>
                  <a:pt x="26606" y="22987"/>
                </a:lnTo>
                <a:lnTo>
                  <a:pt x="26136" y="22987"/>
                </a:lnTo>
                <a:lnTo>
                  <a:pt x="26123" y="22860"/>
                </a:lnTo>
                <a:lnTo>
                  <a:pt x="26098" y="22479"/>
                </a:lnTo>
                <a:lnTo>
                  <a:pt x="26606" y="22479"/>
                </a:lnTo>
                <a:lnTo>
                  <a:pt x="26606" y="22199"/>
                </a:lnTo>
                <a:lnTo>
                  <a:pt x="25755" y="21971"/>
                </a:lnTo>
                <a:lnTo>
                  <a:pt x="24904" y="21971"/>
                </a:lnTo>
                <a:lnTo>
                  <a:pt x="24904" y="23622"/>
                </a:lnTo>
                <a:lnTo>
                  <a:pt x="24650" y="23444"/>
                </a:lnTo>
                <a:lnTo>
                  <a:pt x="24650" y="24130"/>
                </a:lnTo>
                <a:lnTo>
                  <a:pt x="23888" y="24130"/>
                </a:lnTo>
                <a:lnTo>
                  <a:pt x="23939" y="23672"/>
                </a:lnTo>
                <a:lnTo>
                  <a:pt x="24142" y="23622"/>
                </a:lnTo>
                <a:lnTo>
                  <a:pt x="24536" y="23622"/>
                </a:lnTo>
                <a:lnTo>
                  <a:pt x="24650" y="24130"/>
                </a:lnTo>
                <a:lnTo>
                  <a:pt x="24650" y="23444"/>
                </a:lnTo>
                <a:lnTo>
                  <a:pt x="24384" y="23241"/>
                </a:lnTo>
                <a:lnTo>
                  <a:pt x="24485" y="22987"/>
                </a:lnTo>
                <a:lnTo>
                  <a:pt x="24218" y="23114"/>
                </a:lnTo>
                <a:lnTo>
                  <a:pt x="24053" y="22987"/>
                </a:lnTo>
                <a:lnTo>
                  <a:pt x="24257" y="22987"/>
                </a:lnTo>
                <a:lnTo>
                  <a:pt x="23609" y="22517"/>
                </a:lnTo>
                <a:lnTo>
                  <a:pt x="23609" y="25146"/>
                </a:lnTo>
                <a:lnTo>
                  <a:pt x="21932" y="25654"/>
                </a:lnTo>
                <a:lnTo>
                  <a:pt x="22999" y="25146"/>
                </a:lnTo>
                <a:lnTo>
                  <a:pt x="23609" y="25146"/>
                </a:lnTo>
                <a:lnTo>
                  <a:pt x="23609" y="22517"/>
                </a:lnTo>
                <a:lnTo>
                  <a:pt x="23837" y="22479"/>
                </a:lnTo>
                <a:lnTo>
                  <a:pt x="24257" y="22987"/>
                </a:lnTo>
                <a:lnTo>
                  <a:pt x="24485" y="22987"/>
                </a:lnTo>
                <a:lnTo>
                  <a:pt x="24739" y="22987"/>
                </a:lnTo>
                <a:lnTo>
                  <a:pt x="24904" y="23622"/>
                </a:lnTo>
                <a:lnTo>
                  <a:pt x="24904" y="21971"/>
                </a:lnTo>
                <a:lnTo>
                  <a:pt x="23393" y="21971"/>
                </a:lnTo>
                <a:lnTo>
                  <a:pt x="23393" y="24218"/>
                </a:lnTo>
                <a:lnTo>
                  <a:pt x="23101" y="24130"/>
                </a:lnTo>
                <a:lnTo>
                  <a:pt x="23380" y="24130"/>
                </a:lnTo>
                <a:lnTo>
                  <a:pt x="23393" y="21971"/>
                </a:lnTo>
                <a:lnTo>
                  <a:pt x="23355" y="22987"/>
                </a:lnTo>
                <a:lnTo>
                  <a:pt x="23215" y="22987"/>
                </a:lnTo>
                <a:lnTo>
                  <a:pt x="23152" y="22707"/>
                </a:lnTo>
                <a:lnTo>
                  <a:pt x="23152" y="23863"/>
                </a:lnTo>
                <a:lnTo>
                  <a:pt x="23152" y="22707"/>
                </a:lnTo>
                <a:lnTo>
                  <a:pt x="23101" y="22479"/>
                </a:lnTo>
                <a:lnTo>
                  <a:pt x="23355" y="22987"/>
                </a:lnTo>
                <a:lnTo>
                  <a:pt x="23253" y="22479"/>
                </a:lnTo>
                <a:lnTo>
                  <a:pt x="23355" y="22987"/>
                </a:lnTo>
                <a:lnTo>
                  <a:pt x="23355" y="21971"/>
                </a:lnTo>
                <a:lnTo>
                  <a:pt x="23063" y="21971"/>
                </a:lnTo>
                <a:lnTo>
                  <a:pt x="23063" y="23749"/>
                </a:lnTo>
                <a:lnTo>
                  <a:pt x="22974" y="23901"/>
                </a:lnTo>
                <a:lnTo>
                  <a:pt x="22821" y="23926"/>
                </a:lnTo>
                <a:lnTo>
                  <a:pt x="22047" y="23622"/>
                </a:lnTo>
                <a:lnTo>
                  <a:pt x="22123" y="23799"/>
                </a:lnTo>
                <a:lnTo>
                  <a:pt x="21920" y="23622"/>
                </a:lnTo>
                <a:lnTo>
                  <a:pt x="22148" y="24091"/>
                </a:lnTo>
                <a:lnTo>
                  <a:pt x="21996" y="24130"/>
                </a:lnTo>
                <a:lnTo>
                  <a:pt x="21742" y="24003"/>
                </a:lnTo>
                <a:lnTo>
                  <a:pt x="21856" y="23622"/>
                </a:lnTo>
                <a:lnTo>
                  <a:pt x="22047" y="23622"/>
                </a:lnTo>
                <a:lnTo>
                  <a:pt x="22364" y="23622"/>
                </a:lnTo>
                <a:lnTo>
                  <a:pt x="22974" y="23622"/>
                </a:lnTo>
                <a:lnTo>
                  <a:pt x="23063" y="23749"/>
                </a:lnTo>
                <a:lnTo>
                  <a:pt x="23063" y="21971"/>
                </a:lnTo>
                <a:lnTo>
                  <a:pt x="22809" y="21971"/>
                </a:lnTo>
                <a:lnTo>
                  <a:pt x="22809" y="22987"/>
                </a:lnTo>
                <a:lnTo>
                  <a:pt x="22618" y="23114"/>
                </a:lnTo>
                <a:lnTo>
                  <a:pt x="22542" y="22987"/>
                </a:lnTo>
                <a:lnTo>
                  <a:pt x="22809" y="22987"/>
                </a:lnTo>
                <a:lnTo>
                  <a:pt x="22809" y="21971"/>
                </a:lnTo>
                <a:lnTo>
                  <a:pt x="22517" y="21971"/>
                </a:lnTo>
                <a:lnTo>
                  <a:pt x="22618" y="22479"/>
                </a:lnTo>
                <a:lnTo>
                  <a:pt x="21831" y="22479"/>
                </a:lnTo>
                <a:lnTo>
                  <a:pt x="22440" y="21971"/>
                </a:lnTo>
                <a:lnTo>
                  <a:pt x="22123" y="21971"/>
                </a:lnTo>
                <a:lnTo>
                  <a:pt x="22326" y="21894"/>
                </a:lnTo>
                <a:lnTo>
                  <a:pt x="22212" y="21463"/>
                </a:lnTo>
                <a:lnTo>
                  <a:pt x="21767" y="21717"/>
                </a:lnTo>
                <a:lnTo>
                  <a:pt x="21729" y="21463"/>
                </a:lnTo>
                <a:lnTo>
                  <a:pt x="22212" y="21463"/>
                </a:lnTo>
                <a:lnTo>
                  <a:pt x="23050" y="21463"/>
                </a:lnTo>
                <a:lnTo>
                  <a:pt x="22809" y="21691"/>
                </a:lnTo>
                <a:lnTo>
                  <a:pt x="23368" y="21463"/>
                </a:lnTo>
                <a:lnTo>
                  <a:pt x="26047" y="21463"/>
                </a:lnTo>
                <a:lnTo>
                  <a:pt x="26047" y="21297"/>
                </a:lnTo>
                <a:lnTo>
                  <a:pt x="25755" y="20955"/>
                </a:lnTo>
                <a:lnTo>
                  <a:pt x="26047" y="21209"/>
                </a:lnTo>
                <a:lnTo>
                  <a:pt x="26047" y="20955"/>
                </a:lnTo>
                <a:lnTo>
                  <a:pt x="26212" y="20955"/>
                </a:lnTo>
                <a:lnTo>
                  <a:pt x="26377" y="21463"/>
                </a:lnTo>
                <a:lnTo>
                  <a:pt x="27724" y="21463"/>
                </a:lnTo>
                <a:lnTo>
                  <a:pt x="27647" y="20955"/>
                </a:lnTo>
                <a:lnTo>
                  <a:pt x="28270" y="20955"/>
                </a:lnTo>
                <a:lnTo>
                  <a:pt x="28321" y="21463"/>
                </a:lnTo>
                <a:lnTo>
                  <a:pt x="28181" y="21463"/>
                </a:lnTo>
                <a:lnTo>
                  <a:pt x="28346" y="21971"/>
                </a:lnTo>
                <a:lnTo>
                  <a:pt x="28702" y="21463"/>
                </a:lnTo>
                <a:lnTo>
                  <a:pt x="30035" y="21463"/>
                </a:lnTo>
                <a:lnTo>
                  <a:pt x="31813" y="21463"/>
                </a:lnTo>
                <a:lnTo>
                  <a:pt x="32118" y="21463"/>
                </a:lnTo>
                <a:lnTo>
                  <a:pt x="32435" y="21463"/>
                </a:lnTo>
                <a:lnTo>
                  <a:pt x="32905" y="21463"/>
                </a:lnTo>
                <a:lnTo>
                  <a:pt x="33134" y="21463"/>
                </a:lnTo>
                <a:lnTo>
                  <a:pt x="33108" y="21704"/>
                </a:lnTo>
                <a:lnTo>
                  <a:pt x="32994" y="21971"/>
                </a:lnTo>
                <a:lnTo>
                  <a:pt x="33172" y="21971"/>
                </a:lnTo>
                <a:lnTo>
                  <a:pt x="33489" y="21971"/>
                </a:lnTo>
                <a:lnTo>
                  <a:pt x="33489" y="21247"/>
                </a:lnTo>
                <a:lnTo>
                  <a:pt x="33070" y="20955"/>
                </a:lnTo>
                <a:lnTo>
                  <a:pt x="33261" y="20955"/>
                </a:lnTo>
                <a:lnTo>
                  <a:pt x="33286" y="20955"/>
                </a:lnTo>
                <a:lnTo>
                  <a:pt x="34213" y="20955"/>
                </a:lnTo>
                <a:lnTo>
                  <a:pt x="34544" y="21463"/>
                </a:lnTo>
                <a:lnTo>
                  <a:pt x="34544" y="20612"/>
                </a:lnTo>
                <a:lnTo>
                  <a:pt x="34417" y="20675"/>
                </a:lnTo>
                <a:lnTo>
                  <a:pt x="34150" y="20447"/>
                </a:lnTo>
                <a:lnTo>
                  <a:pt x="34912" y="19812"/>
                </a:lnTo>
                <a:lnTo>
                  <a:pt x="34912" y="19507"/>
                </a:lnTo>
                <a:lnTo>
                  <a:pt x="34772" y="19481"/>
                </a:lnTo>
                <a:lnTo>
                  <a:pt x="34607" y="19558"/>
                </a:lnTo>
                <a:lnTo>
                  <a:pt x="34645" y="19405"/>
                </a:lnTo>
                <a:lnTo>
                  <a:pt x="34772" y="19532"/>
                </a:lnTo>
                <a:lnTo>
                  <a:pt x="34658" y="19392"/>
                </a:lnTo>
                <a:lnTo>
                  <a:pt x="36080" y="19304"/>
                </a:lnTo>
                <a:lnTo>
                  <a:pt x="36080" y="16129"/>
                </a:lnTo>
                <a:lnTo>
                  <a:pt x="35852" y="16129"/>
                </a:lnTo>
                <a:lnTo>
                  <a:pt x="35445" y="15621"/>
                </a:lnTo>
                <a:lnTo>
                  <a:pt x="35636" y="15621"/>
                </a:lnTo>
                <a:lnTo>
                  <a:pt x="35344" y="15367"/>
                </a:lnTo>
                <a:lnTo>
                  <a:pt x="35217" y="15532"/>
                </a:lnTo>
                <a:lnTo>
                  <a:pt x="35217" y="16129"/>
                </a:lnTo>
                <a:lnTo>
                  <a:pt x="34925" y="15621"/>
                </a:lnTo>
                <a:lnTo>
                  <a:pt x="34874" y="15913"/>
                </a:lnTo>
                <a:lnTo>
                  <a:pt x="34798" y="18288"/>
                </a:lnTo>
                <a:lnTo>
                  <a:pt x="34442" y="18288"/>
                </a:lnTo>
                <a:lnTo>
                  <a:pt x="34251" y="17780"/>
                </a:lnTo>
                <a:lnTo>
                  <a:pt x="34734" y="17780"/>
                </a:lnTo>
                <a:lnTo>
                  <a:pt x="34798" y="18288"/>
                </a:lnTo>
                <a:lnTo>
                  <a:pt x="34798" y="15862"/>
                </a:lnTo>
                <a:lnTo>
                  <a:pt x="34493" y="15621"/>
                </a:lnTo>
                <a:lnTo>
                  <a:pt x="34823" y="15621"/>
                </a:lnTo>
                <a:lnTo>
                  <a:pt x="34810" y="15367"/>
                </a:lnTo>
                <a:lnTo>
                  <a:pt x="34925" y="15621"/>
                </a:lnTo>
                <a:lnTo>
                  <a:pt x="35153" y="15621"/>
                </a:lnTo>
                <a:lnTo>
                  <a:pt x="35217" y="16129"/>
                </a:lnTo>
                <a:lnTo>
                  <a:pt x="35217" y="15532"/>
                </a:lnTo>
                <a:lnTo>
                  <a:pt x="35128" y="15189"/>
                </a:lnTo>
                <a:lnTo>
                  <a:pt x="35420" y="15113"/>
                </a:lnTo>
                <a:lnTo>
                  <a:pt x="57111" y="15621"/>
                </a:lnTo>
                <a:lnTo>
                  <a:pt x="57124" y="15113"/>
                </a:lnTo>
                <a:lnTo>
                  <a:pt x="57442" y="15113"/>
                </a:lnTo>
                <a:lnTo>
                  <a:pt x="57759" y="15113"/>
                </a:lnTo>
                <a:lnTo>
                  <a:pt x="57759" y="13462"/>
                </a:lnTo>
                <a:lnTo>
                  <a:pt x="57607" y="13462"/>
                </a:lnTo>
                <a:lnTo>
                  <a:pt x="57607" y="14605"/>
                </a:lnTo>
                <a:lnTo>
                  <a:pt x="57365" y="14732"/>
                </a:lnTo>
                <a:lnTo>
                  <a:pt x="57340" y="14605"/>
                </a:lnTo>
                <a:lnTo>
                  <a:pt x="57607" y="14605"/>
                </a:lnTo>
                <a:lnTo>
                  <a:pt x="57607" y="13462"/>
                </a:lnTo>
                <a:lnTo>
                  <a:pt x="57327" y="13462"/>
                </a:lnTo>
                <a:lnTo>
                  <a:pt x="57073" y="12954"/>
                </a:lnTo>
                <a:lnTo>
                  <a:pt x="57480" y="12954"/>
                </a:lnTo>
                <a:lnTo>
                  <a:pt x="59220" y="12954"/>
                </a:lnTo>
                <a:lnTo>
                  <a:pt x="59829" y="12954"/>
                </a:lnTo>
                <a:lnTo>
                  <a:pt x="60058" y="12954"/>
                </a:lnTo>
                <a:lnTo>
                  <a:pt x="61226" y="12954"/>
                </a:lnTo>
                <a:lnTo>
                  <a:pt x="61137" y="12712"/>
                </a:lnTo>
                <a:lnTo>
                  <a:pt x="61366" y="12954"/>
                </a:lnTo>
                <a:lnTo>
                  <a:pt x="61544" y="12890"/>
                </a:lnTo>
                <a:lnTo>
                  <a:pt x="61569" y="12509"/>
                </a:lnTo>
                <a:lnTo>
                  <a:pt x="61785" y="12446"/>
                </a:lnTo>
                <a:lnTo>
                  <a:pt x="62141" y="12446"/>
                </a:lnTo>
                <a:lnTo>
                  <a:pt x="62293" y="12446"/>
                </a:lnTo>
                <a:lnTo>
                  <a:pt x="61810" y="12954"/>
                </a:lnTo>
                <a:lnTo>
                  <a:pt x="62649" y="12954"/>
                </a:lnTo>
                <a:lnTo>
                  <a:pt x="66382" y="12954"/>
                </a:lnTo>
                <a:lnTo>
                  <a:pt x="66560" y="12954"/>
                </a:lnTo>
                <a:lnTo>
                  <a:pt x="68846" y="12954"/>
                </a:lnTo>
                <a:lnTo>
                  <a:pt x="69888" y="12954"/>
                </a:lnTo>
                <a:lnTo>
                  <a:pt x="69786" y="13106"/>
                </a:lnTo>
                <a:lnTo>
                  <a:pt x="70078" y="12954"/>
                </a:lnTo>
                <a:lnTo>
                  <a:pt x="70827" y="13195"/>
                </a:lnTo>
                <a:lnTo>
                  <a:pt x="70904" y="12954"/>
                </a:lnTo>
                <a:lnTo>
                  <a:pt x="70878" y="13208"/>
                </a:lnTo>
                <a:lnTo>
                  <a:pt x="71081" y="13284"/>
                </a:lnTo>
                <a:lnTo>
                  <a:pt x="71107" y="13004"/>
                </a:lnTo>
                <a:lnTo>
                  <a:pt x="71424" y="13195"/>
                </a:lnTo>
                <a:lnTo>
                  <a:pt x="71551" y="12954"/>
                </a:lnTo>
                <a:lnTo>
                  <a:pt x="71856" y="12954"/>
                </a:lnTo>
                <a:lnTo>
                  <a:pt x="71856" y="12598"/>
                </a:lnTo>
                <a:lnTo>
                  <a:pt x="71323" y="12661"/>
                </a:lnTo>
                <a:lnTo>
                  <a:pt x="71335" y="12446"/>
                </a:lnTo>
                <a:lnTo>
                  <a:pt x="71818" y="12446"/>
                </a:lnTo>
                <a:lnTo>
                  <a:pt x="73113" y="12446"/>
                </a:lnTo>
                <a:lnTo>
                  <a:pt x="73113" y="10287"/>
                </a:lnTo>
                <a:lnTo>
                  <a:pt x="72237" y="10287"/>
                </a:lnTo>
                <a:lnTo>
                  <a:pt x="72072" y="9779"/>
                </a:lnTo>
                <a:lnTo>
                  <a:pt x="71869" y="10287"/>
                </a:lnTo>
                <a:lnTo>
                  <a:pt x="71374" y="10287"/>
                </a:lnTo>
                <a:lnTo>
                  <a:pt x="71374" y="11938"/>
                </a:lnTo>
                <a:lnTo>
                  <a:pt x="71145" y="12090"/>
                </a:lnTo>
                <a:lnTo>
                  <a:pt x="70878" y="11938"/>
                </a:lnTo>
                <a:lnTo>
                  <a:pt x="70967" y="12192"/>
                </a:lnTo>
                <a:lnTo>
                  <a:pt x="70853" y="11938"/>
                </a:lnTo>
                <a:lnTo>
                  <a:pt x="71361" y="11938"/>
                </a:lnTo>
                <a:lnTo>
                  <a:pt x="71374" y="10287"/>
                </a:lnTo>
                <a:lnTo>
                  <a:pt x="70434" y="10287"/>
                </a:lnTo>
                <a:lnTo>
                  <a:pt x="70434" y="12446"/>
                </a:lnTo>
                <a:lnTo>
                  <a:pt x="70154" y="12712"/>
                </a:lnTo>
                <a:lnTo>
                  <a:pt x="70027" y="12446"/>
                </a:lnTo>
                <a:lnTo>
                  <a:pt x="70434" y="12446"/>
                </a:lnTo>
                <a:lnTo>
                  <a:pt x="70434" y="10287"/>
                </a:lnTo>
                <a:lnTo>
                  <a:pt x="64147" y="10287"/>
                </a:lnTo>
                <a:lnTo>
                  <a:pt x="63906" y="9779"/>
                </a:lnTo>
                <a:lnTo>
                  <a:pt x="63919" y="10287"/>
                </a:lnTo>
                <a:lnTo>
                  <a:pt x="63627" y="10287"/>
                </a:lnTo>
                <a:lnTo>
                  <a:pt x="63500" y="9779"/>
                </a:lnTo>
                <a:lnTo>
                  <a:pt x="63906" y="9779"/>
                </a:lnTo>
                <a:lnTo>
                  <a:pt x="64325" y="9779"/>
                </a:lnTo>
                <a:lnTo>
                  <a:pt x="64325" y="9359"/>
                </a:lnTo>
                <a:lnTo>
                  <a:pt x="64897" y="9779"/>
                </a:lnTo>
                <a:lnTo>
                  <a:pt x="64909" y="9779"/>
                </a:lnTo>
                <a:lnTo>
                  <a:pt x="78130" y="9779"/>
                </a:lnTo>
                <a:lnTo>
                  <a:pt x="78079" y="9918"/>
                </a:lnTo>
                <a:lnTo>
                  <a:pt x="78282" y="9779"/>
                </a:lnTo>
                <a:lnTo>
                  <a:pt x="79248" y="9779"/>
                </a:lnTo>
                <a:lnTo>
                  <a:pt x="79197" y="9271"/>
                </a:lnTo>
                <a:lnTo>
                  <a:pt x="79349" y="9271"/>
                </a:lnTo>
                <a:lnTo>
                  <a:pt x="79476" y="9271"/>
                </a:lnTo>
                <a:lnTo>
                  <a:pt x="79603" y="9271"/>
                </a:lnTo>
                <a:lnTo>
                  <a:pt x="80098" y="9664"/>
                </a:lnTo>
                <a:lnTo>
                  <a:pt x="80289" y="9779"/>
                </a:lnTo>
                <a:lnTo>
                  <a:pt x="80289" y="8788"/>
                </a:lnTo>
                <a:lnTo>
                  <a:pt x="80276" y="9144"/>
                </a:lnTo>
                <a:lnTo>
                  <a:pt x="80251" y="8864"/>
                </a:lnTo>
                <a:lnTo>
                  <a:pt x="80276" y="9144"/>
                </a:lnTo>
                <a:lnTo>
                  <a:pt x="80276" y="8788"/>
                </a:lnTo>
                <a:lnTo>
                  <a:pt x="79997" y="8890"/>
                </a:lnTo>
                <a:lnTo>
                  <a:pt x="79971" y="8763"/>
                </a:lnTo>
                <a:lnTo>
                  <a:pt x="79895" y="8915"/>
                </a:lnTo>
                <a:lnTo>
                  <a:pt x="79959" y="8788"/>
                </a:lnTo>
                <a:lnTo>
                  <a:pt x="79540" y="8763"/>
                </a:lnTo>
                <a:lnTo>
                  <a:pt x="79578" y="9004"/>
                </a:lnTo>
                <a:lnTo>
                  <a:pt x="79362" y="8953"/>
                </a:lnTo>
                <a:lnTo>
                  <a:pt x="78701" y="8763"/>
                </a:lnTo>
                <a:lnTo>
                  <a:pt x="79159" y="8763"/>
                </a:lnTo>
                <a:lnTo>
                  <a:pt x="79387" y="8763"/>
                </a:lnTo>
                <a:lnTo>
                  <a:pt x="79540" y="8763"/>
                </a:lnTo>
                <a:lnTo>
                  <a:pt x="79997" y="8255"/>
                </a:lnTo>
                <a:lnTo>
                  <a:pt x="79870" y="7747"/>
                </a:lnTo>
                <a:lnTo>
                  <a:pt x="79667" y="7747"/>
                </a:lnTo>
                <a:lnTo>
                  <a:pt x="79476" y="7747"/>
                </a:lnTo>
                <a:lnTo>
                  <a:pt x="79476" y="8255"/>
                </a:lnTo>
                <a:lnTo>
                  <a:pt x="79222" y="8648"/>
                </a:lnTo>
                <a:lnTo>
                  <a:pt x="79184" y="8255"/>
                </a:lnTo>
                <a:lnTo>
                  <a:pt x="79476" y="8255"/>
                </a:lnTo>
                <a:lnTo>
                  <a:pt x="79476" y="7747"/>
                </a:lnTo>
                <a:lnTo>
                  <a:pt x="79375" y="7874"/>
                </a:lnTo>
                <a:lnTo>
                  <a:pt x="79336" y="7747"/>
                </a:lnTo>
                <a:lnTo>
                  <a:pt x="79070" y="7747"/>
                </a:lnTo>
                <a:lnTo>
                  <a:pt x="78803" y="8255"/>
                </a:lnTo>
                <a:lnTo>
                  <a:pt x="79044" y="7747"/>
                </a:lnTo>
                <a:lnTo>
                  <a:pt x="78981" y="7112"/>
                </a:lnTo>
                <a:lnTo>
                  <a:pt x="78536" y="7112"/>
                </a:lnTo>
                <a:lnTo>
                  <a:pt x="78384" y="7747"/>
                </a:lnTo>
                <a:lnTo>
                  <a:pt x="78181" y="7912"/>
                </a:lnTo>
                <a:lnTo>
                  <a:pt x="78244" y="7747"/>
                </a:lnTo>
                <a:lnTo>
                  <a:pt x="78359" y="7239"/>
                </a:lnTo>
                <a:lnTo>
                  <a:pt x="78054" y="7454"/>
                </a:lnTo>
                <a:lnTo>
                  <a:pt x="78054" y="8255"/>
                </a:lnTo>
                <a:lnTo>
                  <a:pt x="77965" y="8509"/>
                </a:lnTo>
                <a:lnTo>
                  <a:pt x="77685" y="8382"/>
                </a:lnTo>
                <a:lnTo>
                  <a:pt x="77533" y="8763"/>
                </a:lnTo>
                <a:lnTo>
                  <a:pt x="77266" y="8763"/>
                </a:lnTo>
                <a:lnTo>
                  <a:pt x="76733" y="8763"/>
                </a:lnTo>
                <a:lnTo>
                  <a:pt x="76542" y="8763"/>
                </a:lnTo>
                <a:lnTo>
                  <a:pt x="76746" y="8699"/>
                </a:lnTo>
                <a:lnTo>
                  <a:pt x="77228" y="8509"/>
                </a:lnTo>
                <a:lnTo>
                  <a:pt x="77190" y="8255"/>
                </a:lnTo>
                <a:lnTo>
                  <a:pt x="77749" y="8255"/>
                </a:lnTo>
                <a:lnTo>
                  <a:pt x="77914" y="8255"/>
                </a:lnTo>
                <a:lnTo>
                  <a:pt x="78054" y="8255"/>
                </a:lnTo>
                <a:lnTo>
                  <a:pt x="78054" y="7454"/>
                </a:lnTo>
                <a:lnTo>
                  <a:pt x="78016" y="7112"/>
                </a:lnTo>
                <a:lnTo>
                  <a:pt x="77724" y="7683"/>
                </a:lnTo>
                <a:lnTo>
                  <a:pt x="77673" y="7861"/>
                </a:lnTo>
                <a:lnTo>
                  <a:pt x="77406" y="7747"/>
                </a:lnTo>
                <a:lnTo>
                  <a:pt x="77216" y="8064"/>
                </a:lnTo>
                <a:lnTo>
                  <a:pt x="77571" y="8153"/>
                </a:lnTo>
                <a:lnTo>
                  <a:pt x="77203" y="8077"/>
                </a:lnTo>
                <a:lnTo>
                  <a:pt x="77101" y="8255"/>
                </a:lnTo>
                <a:lnTo>
                  <a:pt x="77190" y="8077"/>
                </a:lnTo>
                <a:lnTo>
                  <a:pt x="77355" y="7747"/>
                </a:lnTo>
                <a:lnTo>
                  <a:pt x="76936" y="7747"/>
                </a:lnTo>
                <a:lnTo>
                  <a:pt x="76885" y="7988"/>
                </a:lnTo>
                <a:lnTo>
                  <a:pt x="76835" y="8242"/>
                </a:lnTo>
                <a:lnTo>
                  <a:pt x="76454" y="8115"/>
                </a:lnTo>
                <a:lnTo>
                  <a:pt x="75869" y="7937"/>
                </a:lnTo>
                <a:lnTo>
                  <a:pt x="76441" y="8128"/>
                </a:lnTo>
                <a:lnTo>
                  <a:pt x="76835" y="8255"/>
                </a:lnTo>
                <a:lnTo>
                  <a:pt x="76415" y="8255"/>
                </a:lnTo>
                <a:lnTo>
                  <a:pt x="76276" y="8255"/>
                </a:lnTo>
                <a:lnTo>
                  <a:pt x="76200" y="8763"/>
                </a:lnTo>
                <a:lnTo>
                  <a:pt x="75603" y="8763"/>
                </a:lnTo>
                <a:lnTo>
                  <a:pt x="75234" y="8763"/>
                </a:lnTo>
                <a:lnTo>
                  <a:pt x="74803" y="8763"/>
                </a:lnTo>
                <a:lnTo>
                  <a:pt x="74460" y="8255"/>
                </a:lnTo>
                <a:lnTo>
                  <a:pt x="75666" y="8255"/>
                </a:lnTo>
                <a:lnTo>
                  <a:pt x="75577" y="8547"/>
                </a:lnTo>
                <a:lnTo>
                  <a:pt x="76009" y="8267"/>
                </a:lnTo>
                <a:lnTo>
                  <a:pt x="76200" y="8763"/>
                </a:lnTo>
                <a:lnTo>
                  <a:pt x="76200" y="8255"/>
                </a:lnTo>
                <a:lnTo>
                  <a:pt x="76022" y="8255"/>
                </a:lnTo>
                <a:lnTo>
                  <a:pt x="75831" y="8255"/>
                </a:lnTo>
                <a:lnTo>
                  <a:pt x="75857" y="7937"/>
                </a:lnTo>
                <a:lnTo>
                  <a:pt x="75958" y="7759"/>
                </a:lnTo>
                <a:lnTo>
                  <a:pt x="75793" y="7912"/>
                </a:lnTo>
                <a:lnTo>
                  <a:pt x="75679" y="8077"/>
                </a:lnTo>
                <a:lnTo>
                  <a:pt x="75666" y="7874"/>
                </a:lnTo>
                <a:lnTo>
                  <a:pt x="75730" y="7747"/>
                </a:lnTo>
                <a:lnTo>
                  <a:pt x="75920" y="7112"/>
                </a:lnTo>
                <a:lnTo>
                  <a:pt x="75298" y="7747"/>
                </a:lnTo>
                <a:lnTo>
                  <a:pt x="75666" y="7747"/>
                </a:lnTo>
                <a:lnTo>
                  <a:pt x="75552" y="8039"/>
                </a:lnTo>
                <a:lnTo>
                  <a:pt x="75222" y="7747"/>
                </a:lnTo>
                <a:lnTo>
                  <a:pt x="74904" y="7747"/>
                </a:lnTo>
                <a:lnTo>
                  <a:pt x="74714" y="7747"/>
                </a:lnTo>
                <a:lnTo>
                  <a:pt x="74422" y="7112"/>
                </a:lnTo>
                <a:lnTo>
                  <a:pt x="75793" y="7112"/>
                </a:lnTo>
                <a:lnTo>
                  <a:pt x="76111" y="6604"/>
                </a:lnTo>
                <a:lnTo>
                  <a:pt x="75171" y="6604"/>
                </a:lnTo>
                <a:lnTo>
                  <a:pt x="74307" y="6858"/>
                </a:lnTo>
                <a:lnTo>
                  <a:pt x="74193" y="6604"/>
                </a:lnTo>
                <a:lnTo>
                  <a:pt x="74104" y="7112"/>
                </a:lnTo>
                <a:lnTo>
                  <a:pt x="73952" y="7289"/>
                </a:lnTo>
                <a:lnTo>
                  <a:pt x="73952" y="8255"/>
                </a:lnTo>
                <a:lnTo>
                  <a:pt x="73799" y="8140"/>
                </a:lnTo>
                <a:lnTo>
                  <a:pt x="73825" y="7747"/>
                </a:lnTo>
                <a:lnTo>
                  <a:pt x="73952" y="8255"/>
                </a:lnTo>
                <a:lnTo>
                  <a:pt x="73952" y="7289"/>
                </a:lnTo>
                <a:lnTo>
                  <a:pt x="73685" y="7569"/>
                </a:lnTo>
                <a:lnTo>
                  <a:pt x="73355" y="7289"/>
                </a:lnTo>
                <a:lnTo>
                  <a:pt x="73545" y="7721"/>
                </a:lnTo>
                <a:lnTo>
                  <a:pt x="73507" y="7886"/>
                </a:lnTo>
                <a:lnTo>
                  <a:pt x="73355" y="7747"/>
                </a:lnTo>
                <a:lnTo>
                  <a:pt x="73355" y="8255"/>
                </a:lnTo>
                <a:lnTo>
                  <a:pt x="73126" y="8432"/>
                </a:lnTo>
                <a:lnTo>
                  <a:pt x="73075" y="8255"/>
                </a:lnTo>
                <a:lnTo>
                  <a:pt x="73355" y="8255"/>
                </a:lnTo>
                <a:lnTo>
                  <a:pt x="73355" y="7747"/>
                </a:lnTo>
                <a:lnTo>
                  <a:pt x="73037" y="7569"/>
                </a:lnTo>
                <a:lnTo>
                  <a:pt x="72936" y="7975"/>
                </a:lnTo>
                <a:lnTo>
                  <a:pt x="72859" y="8255"/>
                </a:lnTo>
                <a:lnTo>
                  <a:pt x="72936" y="7975"/>
                </a:lnTo>
                <a:lnTo>
                  <a:pt x="72936" y="7518"/>
                </a:lnTo>
                <a:lnTo>
                  <a:pt x="72898" y="7747"/>
                </a:lnTo>
                <a:lnTo>
                  <a:pt x="72504" y="8001"/>
                </a:lnTo>
                <a:lnTo>
                  <a:pt x="72529" y="7747"/>
                </a:lnTo>
                <a:lnTo>
                  <a:pt x="72898" y="7747"/>
                </a:lnTo>
                <a:lnTo>
                  <a:pt x="72898" y="7505"/>
                </a:lnTo>
                <a:lnTo>
                  <a:pt x="72301" y="7175"/>
                </a:lnTo>
                <a:lnTo>
                  <a:pt x="72301" y="9271"/>
                </a:lnTo>
                <a:lnTo>
                  <a:pt x="72072" y="9410"/>
                </a:lnTo>
                <a:lnTo>
                  <a:pt x="72072" y="9271"/>
                </a:lnTo>
                <a:lnTo>
                  <a:pt x="72301" y="9271"/>
                </a:lnTo>
                <a:lnTo>
                  <a:pt x="72301" y="7175"/>
                </a:lnTo>
                <a:lnTo>
                  <a:pt x="73050" y="7518"/>
                </a:lnTo>
                <a:lnTo>
                  <a:pt x="73075" y="7112"/>
                </a:lnTo>
                <a:lnTo>
                  <a:pt x="74104" y="7112"/>
                </a:lnTo>
                <a:lnTo>
                  <a:pt x="74104" y="6604"/>
                </a:lnTo>
                <a:lnTo>
                  <a:pt x="73710" y="6604"/>
                </a:lnTo>
                <a:lnTo>
                  <a:pt x="73152" y="6896"/>
                </a:lnTo>
                <a:lnTo>
                  <a:pt x="73113" y="6604"/>
                </a:lnTo>
                <a:lnTo>
                  <a:pt x="72694" y="6604"/>
                </a:lnTo>
                <a:lnTo>
                  <a:pt x="72529" y="6604"/>
                </a:lnTo>
                <a:lnTo>
                  <a:pt x="72288" y="6604"/>
                </a:lnTo>
                <a:lnTo>
                  <a:pt x="72313" y="6096"/>
                </a:lnTo>
                <a:lnTo>
                  <a:pt x="72313" y="5740"/>
                </a:lnTo>
                <a:lnTo>
                  <a:pt x="72402" y="6096"/>
                </a:lnTo>
                <a:lnTo>
                  <a:pt x="72542" y="6096"/>
                </a:lnTo>
                <a:lnTo>
                  <a:pt x="72644" y="6477"/>
                </a:lnTo>
                <a:lnTo>
                  <a:pt x="73012" y="6096"/>
                </a:lnTo>
                <a:lnTo>
                  <a:pt x="73253" y="6096"/>
                </a:lnTo>
                <a:lnTo>
                  <a:pt x="73367" y="5588"/>
                </a:lnTo>
                <a:lnTo>
                  <a:pt x="72669" y="5588"/>
                </a:lnTo>
                <a:lnTo>
                  <a:pt x="72618" y="5765"/>
                </a:lnTo>
                <a:lnTo>
                  <a:pt x="72313" y="5613"/>
                </a:lnTo>
                <a:lnTo>
                  <a:pt x="72110" y="5080"/>
                </a:lnTo>
                <a:lnTo>
                  <a:pt x="71894" y="5080"/>
                </a:lnTo>
                <a:lnTo>
                  <a:pt x="71894" y="5588"/>
                </a:lnTo>
                <a:lnTo>
                  <a:pt x="71666" y="5588"/>
                </a:lnTo>
                <a:lnTo>
                  <a:pt x="71005" y="5588"/>
                </a:lnTo>
                <a:lnTo>
                  <a:pt x="70726" y="5588"/>
                </a:lnTo>
                <a:lnTo>
                  <a:pt x="70116" y="5588"/>
                </a:lnTo>
                <a:lnTo>
                  <a:pt x="70065" y="7112"/>
                </a:lnTo>
                <a:lnTo>
                  <a:pt x="69850" y="7251"/>
                </a:lnTo>
                <a:lnTo>
                  <a:pt x="69862" y="7112"/>
                </a:lnTo>
                <a:lnTo>
                  <a:pt x="70065" y="7112"/>
                </a:lnTo>
                <a:lnTo>
                  <a:pt x="70065" y="5588"/>
                </a:lnTo>
                <a:lnTo>
                  <a:pt x="69811" y="5588"/>
                </a:lnTo>
                <a:lnTo>
                  <a:pt x="69811" y="7747"/>
                </a:lnTo>
                <a:lnTo>
                  <a:pt x="69773" y="8013"/>
                </a:lnTo>
                <a:lnTo>
                  <a:pt x="69761" y="8255"/>
                </a:lnTo>
                <a:lnTo>
                  <a:pt x="69723" y="8026"/>
                </a:lnTo>
                <a:lnTo>
                  <a:pt x="69811" y="7747"/>
                </a:lnTo>
                <a:lnTo>
                  <a:pt x="69811" y="5588"/>
                </a:lnTo>
                <a:lnTo>
                  <a:pt x="69570" y="5588"/>
                </a:lnTo>
                <a:lnTo>
                  <a:pt x="69405" y="6096"/>
                </a:lnTo>
                <a:lnTo>
                  <a:pt x="69697" y="6096"/>
                </a:lnTo>
                <a:lnTo>
                  <a:pt x="69278" y="6477"/>
                </a:lnTo>
                <a:lnTo>
                  <a:pt x="69405" y="6096"/>
                </a:lnTo>
                <a:lnTo>
                  <a:pt x="69011" y="6096"/>
                </a:lnTo>
                <a:lnTo>
                  <a:pt x="69011" y="7747"/>
                </a:lnTo>
                <a:lnTo>
                  <a:pt x="68592" y="8013"/>
                </a:lnTo>
                <a:lnTo>
                  <a:pt x="67881" y="7747"/>
                </a:lnTo>
                <a:lnTo>
                  <a:pt x="69011" y="7747"/>
                </a:lnTo>
                <a:lnTo>
                  <a:pt x="69011" y="6096"/>
                </a:lnTo>
                <a:lnTo>
                  <a:pt x="67995" y="6096"/>
                </a:lnTo>
                <a:lnTo>
                  <a:pt x="67741" y="5842"/>
                </a:lnTo>
                <a:lnTo>
                  <a:pt x="67741" y="6604"/>
                </a:lnTo>
                <a:lnTo>
                  <a:pt x="67665" y="6845"/>
                </a:lnTo>
                <a:lnTo>
                  <a:pt x="67627" y="6985"/>
                </a:lnTo>
                <a:lnTo>
                  <a:pt x="67627" y="8255"/>
                </a:lnTo>
                <a:lnTo>
                  <a:pt x="67475" y="8331"/>
                </a:lnTo>
                <a:lnTo>
                  <a:pt x="67627" y="8255"/>
                </a:lnTo>
                <a:lnTo>
                  <a:pt x="67627" y="6985"/>
                </a:lnTo>
                <a:lnTo>
                  <a:pt x="67589" y="7112"/>
                </a:lnTo>
                <a:lnTo>
                  <a:pt x="67640" y="6858"/>
                </a:lnTo>
                <a:lnTo>
                  <a:pt x="67691" y="6604"/>
                </a:lnTo>
                <a:lnTo>
                  <a:pt x="67373" y="6604"/>
                </a:lnTo>
                <a:lnTo>
                  <a:pt x="67373" y="8255"/>
                </a:lnTo>
                <a:lnTo>
                  <a:pt x="67297" y="8382"/>
                </a:lnTo>
                <a:lnTo>
                  <a:pt x="67221" y="8509"/>
                </a:lnTo>
                <a:lnTo>
                  <a:pt x="66916" y="8763"/>
                </a:lnTo>
                <a:lnTo>
                  <a:pt x="67157" y="8559"/>
                </a:lnTo>
                <a:lnTo>
                  <a:pt x="67259" y="8407"/>
                </a:lnTo>
                <a:lnTo>
                  <a:pt x="67094" y="8496"/>
                </a:lnTo>
                <a:lnTo>
                  <a:pt x="66865" y="8255"/>
                </a:lnTo>
                <a:lnTo>
                  <a:pt x="67195" y="8255"/>
                </a:lnTo>
                <a:lnTo>
                  <a:pt x="67373" y="8255"/>
                </a:lnTo>
                <a:lnTo>
                  <a:pt x="67373" y="6604"/>
                </a:lnTo>
                <a:lnTo>
                  <a:pt x="67246" y="6604"/>
                </a:lnTo>
                <a:lnTo>
                  <a:pt x="67576" y="6096"/>
                </a:lnTo>
                <a:lnTo>
                  <a:pt x="67741" y="6604"/>
                </a:lnTo>
                <a:lnTo>
                  <a:pt x="67741" y="5842"/>
                </a:lnTo>
                <a:lnTo>
                  <a:pt x="67487" y="5588"/>
                </a:lnTo>
                <a:lnTo>
                  <a:pt x="67906" y="5588"/>
                </a:lnTo>
                <a:lnTo>
                  <a:pt x="68110" y="5588"/>
                </a:lnTo>
                <a:lnTo>
                  <a:pt x="68326" y="5588"/>
                </a:lnTo>
                <a:lnTo>
                  <a:pt x="69329" y="5588"/>
                </a:lnTo>
                <a:lnTo>
                  <a:pt x="69888" y="5080"/>
                </a:lnTo>
                <a:lnTo>
                  <a:pt x="68224" y="5524"/>
                </a:lnTo>
                <a:lnTo>
                  <a:pt x="68999" y="5080"/>
                </a:lnTo>
                <a:lnTo>
                  <a:pt x="69405" y="5080"/>
                </a:lnTo>
                <a:lnTo>
                  <a:pt x="69888" y="5080"/>
                </a:lnTo>
                <a:lnTo>
                  <a:pt x="70091" y="5080"/>
                </a:lnTo>
                <a:lnTo>
                  <a:pt x="70866" y="5524"/>
                </a:lnTo>
                <a:lnTo>
                  <a:pt x="71793" y="5092"/>
                </a:lnTo>
                <a:lnTo>
                  <a:pt x="71894" y="5588"/>
                </a:lnTo>
                <a:lnTo>
                  <a:pt x="71894" y="5080"/>
                </a:lnTo>
                <a:lnTo>
                  <a:pt x="70129" y="5080"/>
                </a:lnTo>
                <a:lnTo>
                  <a:pt x="70332" y="4572"/>
                </a:lnTo>
                <a:lnTo>
                  <a:pt x="69354" y="4572"/>
                </a:lnTo>
                <a:lnTo>
                  <a:pt x="68834" y="4673"/>
                </a:lnTo>
                <a:lnTo>
                  <a:pt x="68707" y="4584"/>
                </a:lnTo>
                <a:lnTo>
                  <a:pt x="68478" y="4749"/>
                </a:lnTo>
                <a:lnTo>
                  <a:pt x="68300" y="4775"/>
                </a:lnTo>
                <a:lnTo>
                  <a:pt x="68122" y="4572"/>
                </a:lnTo>
                <a:lnTo>
                  <a:pt x="68249" y="4572"/>
                </a:lnTo>
                <a:lnTo>
                  <a:pt x="68478" y="4572"/>
                </a:lnTo>
                <a:lnTo>
                  <a:pt x="68364" y="4292"/>
                </a:lnTo>
                <a:lnTo>
                  <a:pt x="68605" y="3683"/>
                </a:lnTo>
                <a:lnTo>
                  <a:pt x="68211" y="3937"/>
                </a:lnTo>
                <a:lnTo>
                  <a:pt x="68122" y="3683"/>
                </a:lnTo>
                <a:lnTo>
                  <a:pt x="67818" y="3848"/>
                </a:lnTo>
                <a:lnTo>
                  <a:pt x="67805" y="3683"/>
                </a:lnTo>
                <a:lnTo>
                  <a:pt x="67640" y="3683"/>
                </a:lnTo>
                <a:lnTo>
                  <a:pt x="67500" y="3924"/>
                </a:lnTo>
                <a:lnTo>
                  <a:pt x="67360" y="3683"/>
                </a:lnTo>
                <a:lnTo>
                  <a:pt x="66370" y="3683"/>
                </a:lnTo>
                <a:lnTo>
                  <a:pt x="66662" y="4267"/>
                </a:lnTo>
                <a:lnTo>
                  <a:pt x="66878" y="3835"/>
                </a:lnTo>
                <a:lnTo>
                  <a:pt x="66979" y="4165"/>
                </a:lnTo>
                <a:lnTo>
                  <a:pt x="67195" y="3759"/>
                </a:lnTo>
                <a:lnTo>
                  <a:pt x="67424" y="4038"/>
                </a:lnTo>
                <a:lnTo>
                  <a:pt x="67017" y="4292"/>
                </a:lnTo>
                <a:lnTo>
                  <a:pt x="67106" y="4572"/>
                </a:lnTo>
                <a:lnTo>
                  <a:pt x="67017" y="4800"/>
                </a:lnTo>
                <a:lnTo>
                  <a:pt x="67017" y="7886"/>
                </a:lnTo>
                <a:lnTo>
                  <a:pt x="66509" y="7747"/>
                </a:lnTo>
                <a:lnTo>
                  <a:pt x="66903" y="7747"/>
                </a:lnTo>
                <a:lnTo>
                  <a:pt x="67017" y="7886"/>
                </a:lnTo>
                <a:lnTo>
                  <a:pt x="67017" y="4800"/>
                </a:lnTo>
                <a:lnTo>
                  <a:pt x="66878" y="4711"/>
                </a:lnTo>
                <a:lnTo>
                  <a:pt x="66751" y="4572"/>
                </a:lnTo>
                <a:lnTo>
                  <a:pt x="66509" y="4572"/>
                </a:lnTo>
                <a:lnTo>
                  <a:pt x="66243" y="4572"/>
                </a:lnTo>
                <a:lnTo>
                  <a:pt x="66243" y="5080"/>
                </a:lnTo>
                <a:lnTo>
                  <a:pt x="65684" y="5334"/>
                </a:lnTo>
                <a:lnTo>
                  <a:pt x="65468" y="4902"/>
                </a:lnTo>
                <a:lnTo>
                  <a:pt x="65468" y="5435"/>
                </a:lnTo>
                <a:lnTo>
                  <a:pt x="65316" y="5499"/>
                </a:lnTo>
                <a:lnTo>
                  <a:pt x="65074" y="5207"/>
                </a:lnTo>
                <a:lnTo>
                  <a:pt x="64998" y="5499"/>
                </a:lnTo>
                <a:lnTo>
                  <a:pt x="64922" y="9271"/>
                </a:lnTo>
                <a:lnTo>
                  <a:pt x="64909" y="9537"/>
                </a:lnTo>
                <a:lnTo>
                  <a:pt x="64782" y="9271"/>
                </a:lnTo>
                <a:lnTo>
                  <a:pt x="64922" y="9271"/>
                </a:lnTo>
                <a:lnTo>
                  <a:pt x="64922" y="5435"/>
                </a:lnTo>
                <a:lnTo>
                  <a:pt x="64554" y="5080"/>
                </a:lnTo>
                <a:lnTo>
                  <a:pt x="64566" y="5334"/>
                </a:lnTo>
                <a:lnTo>
                  <a:pt x="64350" y="5080"/>
                </a:lnTo>
                <a:lnTo>
                  <a:pt x="64287" y="5334"/>
                </a:lnTo>
                <a:lnTo>
                  <a:pt x="64287" y="8255"/>
                </a:lnTo>
                <a:lnTo>
                  <a:pt x="64185" y="8763"/>
                </a:lnTo>
                <a:lnTo>
                  <a:pt x="63969" y="8763"/>
                </a:lnTo>
                <a:lnTo>
                  <a:pt x="63969" y="8255"/>
                </a:lnTo>
                <a:lnTo>
                  <a:pt x="64287" y="8255"/>
                </a:lnTo>
                <a:lnTo>
                  <a:pt x="64287" y="5334"/>
                </a:lnTo>
                <a:lnTo>
                  <a:pt x="64223" y="5588"/>
                </a:lnTo>
                <a:lnTo>
                  <a:pt x="64262" y="5080"/>
                </a:lnTo>
                <a:lnTo>
                  <a:pt x="64554" y="5080"/>
                </a:lnTo>
                <a:lnTo>
                  <a:pt x="64973" y="5080"/>
                </a:lnTo>
                <a:lnTo>
                  <a:pt x="65112" y="5080"/>
                </a:lnTo>
                <a:lnTo>
                  <a:pt x="65430" y="5080"/>
                </a:lnTo>
                <a:lnTo>
                  <a:pt x="65468" y="5435"/>
                </a:lnTo>
                <a:lnTo>
                  <a:pt x="65468" y="4902"/>
                </a:lnTo>
                <a:lnTo>
                  <a:pt x="65379" y="4724"/>
                </a:lnTo>
                <a:lnTo>
                  <a:pt x="65570" y="5080"/>
                </a:lnTo>
                <a:lnTo>
                  <a:pt x="66014" y="5080"/>
                </a:lnTo>
                <a:lnTo>
                  <a:pt x="66243" y="5080"/>
                </a:lnTo>
                <a:lnTo>
                  <a:pt x="66243" y="4572"/>
                </a:lnTo>
                <a:lnTo>
                  <a:pt x="65366" y="4572"/>
                </a:lnTo>
                <a:lnTo>
                  <a:pt x="64147" y="4572"/>
                </a:lnTo>
                <a:lnTo>
                  <a:pt x="64147" y="6096"/>
                </a:lnTo>
                <a:lnTo>
                  <a:pt x="63982" y="6604"/>
                </a:lnTo>
                <a:lnTo>
                  <a:pt x="64096" y="6985"/>
                </a:lnTo>
                <a:lnTo>
                  <a:pt x="63817" y="6096"/>
                </a:lnTo>
                <a:lnTo>
                  <a:pt x="64147" y="6096"/>
                </a:lnTo>
                <a:lnTo>
                  <a:pt x="64147" y="4572"/>
                </a:lnTo>
                <a:lnTo>
                  <a:pt x="64020" y="4572"/>
                </a:lnTo>
                <a:lnTo>
                  <a:pt x="63931" y="5029"/>
                </a:lnTo>
                <a:lnTo>
                  <a:pt x="63893" y="5334"/>
                </a:lnTo>
                <a:lnTo>
                  <a:pt x="63855" y="5588"/>
                </a:lnTo>
                <a:lnTo>
                  <a:pt x="63893" y="5334"/>
                </a:lnTo>
                <a:lnTo>
                  <a:pt x="63893" y="5016"/>
                </a:lnTo>
                <a:lnTo>
                  <a:pt x="63512" y="4826"/>
                </a:lnTo>
                <a:lnTo>
                  <a:pt x="63258" y="4724"/>
                </a:lnTo>
                <a:lnTo>
                  <a:pt x="63080" y="4838"/>
                </a:lnTo>
                <a:lnTo>
                  <a:pt x="63080" y="9779"/>
                </a:lnTo>
                <a:lnTo>
                  <a:pt x="63017" y="10287"/>
                </a:lnTo>
                <a:lnTo>
                  <a:pt x="61137" y="10287"/>
                </a:lnTo>
                <a:lnTo>
                  <a:pt x="61137" y="12585"/>
                </a:lnTo>
                <a:lnTo>
                  <a:pt x="61061" y="12446"/>
                </a:lnTo>
                <a:lnTo>
                  <a:pt x="61137" y="12585"/>
                </a:lnTo>
                <a:lnTo>
                  <a:pt x="61137" y="10287"/>
                </a:lnTo>
                <a:lnTo>
                  <a:pt x="60934" y="10287"/>
                </a:lnTo>
                <a:lnTo>
                  <a:pt x="60934" y="12623"/>
                </a:lnTo>
                <a:lnTo>
                  <a:pt x="59893" y="12827"/>
                </a:lnTo>
                <a:lnTo>
                  <a:pt x="60032" y="12446"/>
                </a:lnTo>
                <a:lnTo>
                  <a:pt x="60261" y="12446"/>
                </a:lnTo>
                <a:lnTo>
                  <a:pt x="60579" y="12446"/>
                </a:lnTo>
                <a:lnTo>
                  <a:pt x="60934" y="12623"/>
                </a:lnTo>
                <a:lnTo>
                  <a:pt x="60934" y="10287"/>
                </a:lnTo>
                <a:lnTo>
                  <a:pt x="56896" y="10287"/>
                </a:lnTo>
                <a:lnTo>
                  <a:pt x="56896" y="13462"/>
                </a:lnTo>
                <a:lnTo>
                  <a:pt x="55892" y="13462"/>
                </a:lnTo>
                <a:lnTo>
                  <a:pt x="55892" y="14097"/>
                </a:lnTo>
                <a:lnTo>
                  <a:pt x="55892" y="14236"/>
                </a:lnTo>
                <a:lnTo>
                  <a:pt x="55791" y="14097"/>
                </a:lnTo>
                <a:lnTo>
                  <a:pt x="55892" y="13462"/>
                </a:lnTo>
                <a:lnTo>
                  <a:pt x="55575" y="13462"/>
                </a:lnTo>
                <a:lnTo>
                  <a:pt x="55575" y="12954"/>
                </a:lnTo>
                <a:lnTo>
                  <a:pt x="56794" y="12954"/>
                </a:lnTo>
                <a:lnTo>
                  <a:pt x="56896" y="13462"/>
                </a:lnTo>
                <a:lnTo>
                  <a:pt x="56896" y="10287"/>
                </a:lnTo>
                <a:lnTo>
                  <a:pt x="56553" y="10287"/>
                </a:lnTo>
                <a:lnTo>
                  <a:pt x="56553" y="11430"/>
                </a:lnTo>
                <a:lnTo>
                  <a:pt x="55384" y="11607"/>
                </a:lnTo>
                <a:lnTo>
                  <a:pt x="55384" y="14097"/>
                </a:lnTo>
                <a:lnTo>
                  <a:pt x="55308" y="13868"/>
                </a:lnTo>
                <a:lnTo>
                  <a:pt x="55384" y="14097"/>
                </a:lnTo>
                <a:lnTo>
                  <a:pt x="55384" y="11607"/>
                </a:lnTo>
                <a:lnTo>
                  <a:pt x="55181" y="11633"/>
                </a:lnTo>
                <a:lnTo>
                  <a:pt x="55181" y="13462"/>
                </a:lnTo>
                <a:lnTo>
                  <a:pt x="46151" y="13462"/>
                </a:lnTo>
                <a:lnTo>
                  <a:pt x="45262" y="13233"/>
                </a:lnTo>
                <a:lnTo>
                  <a:pt x="44767" y="13462"/>
                </a:lnTo>
                <a:lnTo>
                  <a:pt x="41567" y="13462"/>
                </a:lnTo>
                <a:lnTo>
                  <a:pt x="41630" y="14097"/>
                </a:lnTo>
                <a:lnTo>
                  <a:pt x="41275" y="14097"/>
                </a:lnTo>
                <a:lnTo>
                  <a:pt x="40982" y="13716"/>
                </a:lnTo>
                <a:lnTo>
                  <a:pt x="40982" y="14097"/>
                </a:lnTo>
                <a:lnTo>
                  <a:pt x="40779" y="14097"/>
                </a:lnTo>
                <a:lnTo>
                  <a:pt x="40551" y="13462"/>
                </a:lnTo>
                <a:lnTo>
                  <a:pt x="40157" y="13462"/>
                </a:lnTo>
                <a:lnTo>
                  <a:pt x="40246" y="13728"/>
                </a:lnTo>
                <a:lnTo>
                  <a:pt x="39890" y="13462"/>
                </a:lnTo>
                <a:lnTo>
                  <a:pt x="41732" y="13208"/>
                </a:lnTo>
                <a:lnTo>
                  <a:pt x="41605" y="12954"/>
                </a:lnTo>
                <a:lnTo>
                  <a:pt x="41973" y="12954"/>
                </a:lnTo>
                <a:lnTo>
                  <a:pt x="42138" y="12954"/>
                </a:lnTo>
                <a:lnTo>
                  <a:pt x="42557" y="12954"/>
                </a:lnTo>
                <a:lnTo>
                  <a:pt x="42608" y="13081"/>
                </a:lnTo>
                <a:lnTo>
                  <a:pt x="43497" y="12954"/>
                </a:lnTo>
                <a:lnTo>
                  <a:pt x="43408" y="12446"/>
                </a:lnTo>
                <a:lnTo>
                  <a:pt x="43649" y="12954"/>
                </a:lnTo>
                <a:lnTo>
                  <a:pt x="44221" y="12954"/>
                </a:lnTo>
                <a:lnTo>
                  <a:pt x="45097" y="12954"/>
                </a:lnTo>
                <a:lnTo>
                  <a:pt x="45758" y="12954"/>
                </a:lnTo>
                <a:lnTo>
                  <a:pt x="55029" y="12954"/>
                </a:lnTo>
                <a:lnTo>
                  <a:pt x="55181" y="13462"/>
                </a:lnTo>
                <a:lnTo>
                  <a:pt x="55181" y="11633"/>
                </a:lnTo>
                <a:lnTo>
                  <a:pt x="54775" y="11684"/>
                </a:lnTo>
                <a:lnTo>
                  <a:pt x="54813" y="11430"/>
                </a:lnTo>
                <a:lnTo>
                  <a:pt x="56553" y="11430"/>
                </a:lnTo>
                <a:lnTo>
                  <a:pt x="56553" y="10287"/>
                </a:lnTo>
                <a:lnTo>
                  <a:pt x="53682" y="10287"/>
                </a:lnTo>
                <a:lnTo>
                  <a:pt x="53682" y="10922"/>
                </a:lnTo>
                <a:lnTo>
                  <a:pt x="53568" y="11176"/>
                </a:lnTo>
                <a:lnTo>
                  <a:pt x="53403" y="10972"/>
                </a:lnTo>
                <a:lnTo>
                  <a:pt x="53682" y="10922"/>
                </a:lnTo>
                <a:lnTo>
                  <a:pt x="53682" y="10287"/>
                </a:lnTo>
                <a:lnTo>
                  <a:pt x="45097" y="10287"/>
                </a:lnTo>
                <a:lnTo>
                  <a:pt x="44792" y="10198"/>
                </a:lnTo>
                <a:lnTo>
                  <a:pt x="44665" y="9906"/>
                </a:lnTo>
                <a:lnTo>
                  <a:pt x="44577" y="10795"/>
                </a:lnTo>
                <a:lnTo>
                  <a:pt x="43942" y="10439"/>
                </a:lnTo>
                <a:lnTo>
                  <a:pt x="43942" y="11938"/>
                </a:lnTo>
                <a:lnTo>
                  <a:pt x="43751" y="11684"/>
                </a:lnTo>
                <a:lnTo>
                  <a:pt x="43942" y="11938"/>
                </a:lnTo>
                <a:lnTo>
                  <a:pt x="43942" y="10439"/>
                </a:lnTo>
                <a:lnTo>
                  <a:pt x="43675" y="10287"/>
                </a:lnTo>
                <a:lnTo>
                  <a:pt x="44475" y="10287"/>
                </a:lnTo>
                <a:lnTo>
                  <a:pt x="44577" y="10795"/>
                </a:lnTo>
                <a:lnTo>
                  <a:pt x="44577" y="9944"/>
                </a:lnTo>
                <a:lnTo>
                  <a:pt x="44234" y="10033"/>
                </a:lnTo>
                <a:lnTo>
                  <a:pt x="43624" y="9855"/>
                </a:lnTo>
                <a:lnTo>
                  <a:pt x="43624" y="11938"/>
                </a:lnTo>
                <a:lnTo>
                  <a:pt x="43611" y="12077"/>
                </a:lnTo>
                <a:lnTo>
                  <a:pt x="43484" y="11938"/>
                </a:lnTo>
                <a:lnTo>
                  <a:pt x="43624" y="11938"/>
                </a:lnTo>
                <a:lnTo>
                  <a:pt x="43624" y="9855"/>
                </a:lnTo>
                <a:lnTo>
                  <a:pt x="43586" y="11480"/>
                </a:lnTo>
                <a:lnTo>
                  <a:pt x="43256" y="11684"/>
                </a:lnTo>
                <a:lnTo>
                  <a:pt x="43243" y="11938"/>
                </a:lnTo>
                <a:lnTo>
                  <a:pt x="43002" y="11938"/>
                </a:lnTo>
                <a:lnTo>
                  <a:pt x="42722" y="11760"/>
                </a:lnTo>
                <a:lnTo>
                  <a:pt x="42900" y="11684"/>
                </a:lnTo>
                <a:lnTo>
                  <a:pt x="42811" y="11430"/>
                </a:lnTo>
                <a:lnTo>
                  <a:pt x="42938" y="11430"/>
                </a:lnTo>
                <a:lnTo>
                  <a:pt x="42875" y="10922"/>
                </a:lnTo>
                <a:lnTo>
                  <a:pt x="42735" y="11252"/>
                </a:lnTo>
                <a:lnTo>
                  <a:pt x="42621" y="10960"/>
                </a:lnTo>
                <a:lnTo>
                  <a:pt x="42875" y="10922"/>
                </a:lnTo>
                <a:lnTo>
                  <a:pt x="43167" y="10922"/>
                </a:lnTo>
                <a:lnTo>
                  <a:pt x="42672" y="10541"/>
                </a:lnTo>
                <a:lnTo>
                  <a:pt x="43268" y="10922"/>
                </a:lnTo>
                <a:lnTo>
                  <a:pt x="43014" y="11430"/>
                </a:lnTo>
                <a:lnTo>
                  <a:pt x="43268" y="11430"/>
                </a:lnTo>
                <a:lnTo>
                  <a:pt x="43484" y="11430"/>
                </a:lnTo>
                <a:lnTo>
                  <a:pt x="43586" y="9842"/>
                </a:lnTo>
                <a:lnTo>
                  <a:pt x="43370" y="9779"/>
                </a:lnTo>
                <a:lnTo>
                  <a:pt x="42722" y="10287"/>
                </a:lnTo>
                <a:lnTo>
                  <a:pt x="42608" y="11099"/>
                </a:lnTo>
                <a:lnTo>
                  <a:pt x="42595" y="11671"/>
                </a:lnTo>
                <a:lnTo>
                  <a:pt x="42595" y="11823"/>
                </a:lnTo>
                <a:lnTo>
                  <a:pt x="42316" y="11938"/>
                </a:lnTo>
                <a:lnTo>
                  <a:pt x="42595" y="11823"/>
                </a:lnTo>
                <a:lnTo>
                  <a:pt x="42595" y="11671"/>
                </a:lnTo>
                <a:lnTo>
                  <a:pt x="42291" y="11430"/>
                </a:lnTo>
                <a:lnTo>
                  <a:pt x="42583" y="11430"/>
                </a:lnTo>
                <a:lnTo>
                  <a:pt x="42608" y="11099"/>
                </a:lnTo>
                <a:lnTo>
                  <a:pt x="42608" y="10287"/>
                </a:lnTo>
                <a:lnTo>
                  <a:pt x="42341" y="10287"/>
                </a:lnTo>
                <a:lnTo>
                  <a:pt x="42494" y="10109"/>
                </a:lnTo>
                <a:lnTo>
                  <a:pt x="42773" y="9779"/>
                </a:lnTo>
                <a:lnTo>
                  <a:pt x="43370" y="9779"/>
                </a:lnTo>
                <a:lnTo>
                  <a:pt x="44234" y="9779"/>
                </a:lnTo>
                <a:lnTo>
                  <a:pt x="44373" y="9271"/>
                </a:lnTo>
                <a:lnTo>
                  <a:pt x="44564" y="9271"/>
                </a:lnTo>
                <a:lnTo>
                  <a:pt x="44869" y="9271"/>
                </a:lnTo>
                <a:lnTo>
                  <a:pt x="45123" y="9779"/>
                </a:lnTo>
                <a:lnTo>
                  <a:pt x="63080" y="9779"/>
                </a:lnTo>
                <a:lnTo>
                  <a:pt x="63080" y="4838"/>
                </a:lnTo>
                <a:lnTo>
                  <a:pt x="62903" y="4953"/>
                </a:lnTo>
                <a:lnTo>
                  <a:pt x="62865" y="4572"/>
                </a:lnTo>
                <a:lnTo>
                  <a:pt x="62687" y="5080"/>
                </a:lnTo>
                <a:lnTo>
                  <a:pt x="62788" y="4572"/>
                </a:lnTo>
                <a:lnTo>
                  <a:pt x="62649" y="4572"/>
                </a:lnTo>
                <a:lnTo>
                  <a:pt x="62166" y="4813"/>
                </a:lnTo>
                <a:lnTo>
                  <a:pt x="62014" y="4572"/>
                </a:lnTo>
                <a:lnTo>
                  <a:pt x="62014" y="4902"/>
                </a:lnTo>
                <a:lnTo>
                  <a:pt x="61887" y="4572"/>
                </a:lnTo>
                <a:lnTo>
                  <a:pt x="62014" y="4572"/>
                </a:lnTo>
                <a:lnTo>
                  <a:pt x="62179" y="4572"/>
                </a:lnTo>
                <a:lnTo>
                  <a:pt x="62306" y="4445"/>
                </a:lnTo>
                <a:lnTo>
                  <a:pt x="61810" y="3835"/>
                </a:lnTo>
                <a:lnTo>
                  <a:pt x="61645" y="4572"/>
                </a:lnTo>
                <a:lnTo>
                  <a:pt x="61544" y="6096"/>
                </a:lnTo>
                <a:lnTo>
                  <a:pt x="60693" y="6426"/>
                </a:lnTo>
                <a:lnTo>
                  <a:pt x="60858" y="6096"/>
                </a:lnTo>
                <a:lnTo>
                  <a:pt x="61264" y="6096"/>
                </a:lnTo>
                <a:lnTo>
                  <a:pt x="61544" y="6096"/>
                </a:lnTo>
                <a:lnTo>
                  <a:pt x="61544" y="4572"/>
                </a:lnTo>
                <a:lnTo>
                  <a:pt x="61023" y="4572"/>
                </a:lnTo>
                <a:lnTo>
                  <a:pt x="60947" y="5080"/>
                </a:lnTo>
                <a:lnTo>
                  <a:pt x="60693" y="5473"/>
                </a:lnTo>
                <a:lnTo>
                  <a:pt x="60617" y="5283"/>
                </a:lnTo>
                <a:lnTo>
                  <a:pt x="60617" y="5588"/>
                </a:lnTo>
                <a:lnTo>
                  <a:pt x="60617" y="5842"/>
                </a:lnTo>
                <a:lnTo>
                  <a:pt x="60375" y="5588"/>
                </a:lnTo>
                <a:lnTo>
                  <a:pt x="60617" y="5588"/>
                </a:lnTo>
                <a:lnTo>
                  <a:pt x="60617" y="5283"/>
                </a:lnTo>
                <a:lnTo>
                  <a:pt x="60540" y="5080"/>
                </a:lnTo>
                <a:lnTo>
                  <a:pt x="60947" y="5080"/>
                </a:lnTo>
                <a:lnTo>
                  <a:pt x="60947" y="4572"/>
                </a:lnTo>
                <a:lnTo>
                  <a:pt x="60909" y="4406"/>
                </a:lnTo>
                <a:lnTo>
                  <a:pt x="61175" y="3683"/>
                </a:lnTo>
                <a:lnTo>
                  <a:pt x="60642" y="3683"/>
                </a:lnTo>
                <a:lnTo>
                  <a:pt x="60452" y="3683"/>
                </a:lnTo>
                <a:lnTo>
                  <a:pt x="59804" y="3683"/>
                </a:lnTo>
                <a:lnTo>
                  <a:pt x="59715" y="5588"/>
                </a:lnTo>
                <a:lnTo>
                  <a:pt x="59321" y="5842"/>
                </a:lnTo>
                <a:lnTo>
                  <a:pt x="59664" y="5588"/>
                </a:lnTo>
                <a:lnTo>
                  <a:pt x="59715" y="3733"/>
                </a:lnTo>
                <a:lnTo>
                  <a:pt x="59499" y="3860"/>
                </a:lnTo>
                <a:lnTo>
                  <a:pt x="59499" y="5080"/>
                </a:lnTo>
                <a:lnTo>
                  <a:pt x="59486" y="5588"/>
                </a:lnTo>
                <a:lnTo>
                  <a:pt x="59309" y="5816"/>
                </a:lnTo>
                <a:lnTo>
                  <a:pt x="59080" y="5994"/>
                </a:lnTo>
                <a:lnTo>
                  <a:pt x="59296" y="5842"/>
                </a:lnTo>
                <a:lnTo>
                  <a:pt x="59232" y="5588"/>
                </a:lnTo>
                <a:lnTo>
                  <a:pt x="58928" y="5588"/>
                </a:lnTo>
                <a:lnTo>
                  <a:pt x="58585" y="5588"/>
                </a:lnTo>
                <a:lnTo>
                  <a:pt x="58623" y="5854"/>
                </a:lnTo>
                <a:lnTo>
                  <a:pt x="58661" y="6096"/>
                </a:lnTo>
                <a:lnTo>
                  <a:pt x="58597" y="5842"/>
                </a:lnTo>
                <a:lnTo>
                  <a:pt x="58534" y="5588"/>
                </a:lnTo>
                <a:lnTo>
                  <a:pt x="58432" y="5080"/>
                </a:lnTo>
                <a:lnTo>
                  <a:pt x="58788" y="5080"/>
                </a:lnTo>
                <a:lnTo>
                  <a:pt x="58966" y="5080"/>
                </a:lnTo>
                <a:lnTo>
                  <a:pt x="59499" y="5080"/>
                </a:lnTo>
                <a:lnTo>
                  <a:pt x="59499" y="3860"/>
                </a:lnTo>
                <a:lnTo>
                  <a:pt x="58851" y="4216"/>
                </a:lnTo>
                <a:lnTo>
                  <a:pt x="58851" y="4572"/>
                </a:lnTo>
                <a:lnTo>
                  <a:pt x="58813" y="4864"/>
                </a:lnTo>
                <a:lnTo>
                  <a:pt x="58597" y="4572"/>
                </a:lnTo>
                <a:lnTo>
                  <a:pt x="58788" y="4572"/>
                </a:lnTo>
                <a:lnTo>
                  <a:pt x="58851" y="4216"/>
                </a:lnTo>
                <a:lnTo>
                  <a:pt x="58928" y="3683"/>
                </a:lnTo>
                <a:lnTo>
                  <a:pt x="59690" y="3683"/>
                </a:lnTo>
                <a:lnTo>
                  <a:pt x="59194" y="3048"/>
                </a:lnTo>
                <a:lnTo>
                  <a:pt x="59359" y="2705"/>
                </a:lnTo>
                <a:lnTo>
                  <a:pt x="59016" y="2819"/>
                </a:lnTo>
                <a:lnTo>
                  <a:pt x="58915" y="2667"/>
                </a:lnTo>
                <a:lnTo>
                  <a:pt x="58762" y="2667"/>
                </a:lnTo>
                <a:lnTo>
                  <a:pt x="58762" y="3683"/>
                </a:lnTo>
                <a:lnTo>
                  <a:pt x="58674" y="4292"/>
                </a:lnTo>
                <a:lnTo>
                  <a:pt x="58356" y="4483"/>
                </a:lnTo>
                <a:lnTo>
                  <a:pt x="57429" y="4749"/>
                </a:lnTo>
                <a:lnTo>
                  <a:pt x="57429" y="7112"/>
                </a:lnTo>
                <a:lnTo>
                  <a:pt x="56756" y="7493"/>
                </a:lnTo>
                <a:lnTo>
                  <a:pt x="56819" y="7112"/>
                </a:lnTo>
                <a:lnTo>
                  <a:pt x="57429" y="7112"/>
                </a:lnTo>
                <a:lnTo>
                  <a:pt x="57429" y="4749"/>
                </a:lnTo>
                <a:lnTo>
                  <a:pt x="56934" y="4826"/>
                </a:lnTo>
                <a:lnTo>
                  <a:pt x="57315" y="4572"/>
                </a:lnTo>
                <a:lnTo>
                  <a:pt x="58166" y="4572"/>
                </a:lnTo>
                <a:lnTo>
                  <a:pt x="58356" y="4572"/>
                </a:lnTo>
                <a:lnTo>
                  <a:pt x="58229" y="4483"/>
                </a:lnTo>
                <a:lnTo>
                  <a:pt x="58394" y="3683"/>
                </a:lnTo>
                <a:lnTo>
                  <a:pt x="58762" y="3683"/>
                </a:lnTo>
                <a:lnTo>
                  <a:pt x="58762" y="2667"/>
                </a:lnTo>
                <a:lnTo>
                  <a:pt x="58458" y="2667"/>
                </a:lnTo>
                <a:lnTo>
                  <a:pt x="58369" y="3035"/>
                </a:lnTo>
                <a:lnTo>
                  <a:pt x="57708" y="3276"/>
                </a:lnTo>
                <a:lnTo>
                  <a:pt x="57315" y="3429"/>
                </a:lnTo>
                <a:lnTo>
                  <a:pt x="57264" y="3683"/>
                </a:lnTo>
                <a:lnTo>
                  <a:pt x="57569" y="3683"/>
                </a:lnTo>
                <a:lnTo>
                  <a:pt x="57327" y="4127"/>
                </a:lnTo>
                <a:lnTo>
                  <a:pt x="57099" y="4013"/>
                </a:lnTo>
                <a:lnTo>
                  <a:pt x="57099" y="3860"/>
                </a:lnTo>
                <a:lnTo>
                  <a:pt x="56845" y="3886"/>
                </a:lnTo>
                <a:lnTo>
                  <a:pt x="56845" y="5080"/>
                </a:lnTo>
                <a:lnTo>
                  <a:pt x="56845" y="5588"/>
                </a:lnTo>
                <a:lnTo>
                  <a:pt x="56642" y="5588"/>
                </a:lnTo>
                <a:lnTo>
                  <a:pt x="56553" y="6096"/>
                </a:lnTo>
                <a:lnTo>
                  <a:pt x="55918" y="6350"/>
                </a:lnTo>
                <a:lnTo>
                  <a:pt x="55918" y="6096"/>
                </a:lnTo>
                <a:lnTo>
                  <a:pt x="56184" y="6096"/>
                </a:lnTo>
                <a:lnTo>
                  <a:pt x="56553" y="6096"/>
                </a:lnTo>
                <a:lnTo>
                  <a:pt x="56553" y="5588"/>
                </a:lnTo>
                <a:lnTo>
                  <a:pt x="56184" y="5588"/>
                </a:lnTo>
                <a:lnTo>
                  <a:pt x="56070" y="5854"/>
                </a:lnTo>
                <a:lnTo>
                  <a:pt x="56007" y="5994"/>
                </a:lnTo>
                <a:lnTo>
                  <a:pt x="55803" y="5905"/>
                </a:lnTo>
                <a:lnTo>
                  <a:pt x="55918" y="5753"/>
                </a:lnTo>
                <a:lnTo>
                  <a:pt x="55918" y="5588"/>
                </a:lnTo>
                <a:lnTo>
                  <a:pt x="55638" y="5422"/>
                </a:lnTo>
                <a:lnTo>
                  <a:pt x="55460" y="5372"/>
                </a:lnTo>
                <a:lnTo>
                  <a:pt x="55422" y="5219"/>
                </a:lnTo>
                <a:lnTo>
                  <a:pt x="55270" y="5080"/>
                </a:lnTo>
                <a:lnTo>
                  <a:pt x="55245" y="5588"/>
                </a:lnTo>
                <a:lnTo>
                  <a:pt x="55105" y="5588"/>
                </a:lnTo>
                <a:lnTo>
                  <a:pt x="54978" y="5791"/>
                </a:lnTo>
                <a:lnTo>
                  <a:pt x="54584" y="5588"/>
                </a:lnTo>
                <a:lnTo>
                  <a:pt x="55029" y="5588"/>
                </a:lnTo>
                <a:lnTo>
                  <a:pt x="55245" y="5588"/>
                </a:lnTo>
                <a:lnTo>
                  <a:pt x="55245" y="5080"/>
                </a:lnTo>
                <a:lnTo>
                  <a:pt x="55016" y="5080"/>
                </a:lnTo>
                <a:lnTo>
                  <a:pt x="54775" y="4813"/>
                </a:lnTo>
                <a:lnTo>
                  <a:pt x="54356" y="5067"/>
                </a:lnTo>
                <a:lnTo>
                  <a:pt x="54241" y="4572"/>
                </a:lnTo>
                <a:lnTo>
                  <a:pt x="54127" y="5080"/>
                </a:lnTo>
                <a:lnTo>
                  <a:pt x="54317" y="5080"/>
                </a:lnTo>
                <a:lnTo>
                  <a:pt x="54051" y="5588"/>
                </a:lnTo>
                <a:lnTo>
                  <a:pt x="54127" y="5080"/>
                </a:lnTo>
                <a:lnTo>
                  <a:pt x="54190" y="4572"/>
                </a:lnTo>
                <a:lnTo>
                  <a:pt x="54343" y="4572"/>
                </a:lnTo>
                <a:lnTo>
                  <a:pt x="55054" y="4572"/>
                </a:lnTo>
                <a:lnTo>
                  <a:pt x="55257" y="4572"/>
                </a:lnTo>
                <a:lnTo>
                  <a:pt x="55321" y="4267"/>
                </a:lnTo>
                <a:lnTo>
                  <a:pt x="55270" y="4051"/>
                </a:lnTo>
                <a:lnTo>
                  <a:pt x="55333" y="4254"/>
                </a:lnTo>
                <a:lnTo>
                  <a:pt x="55295" y="4572"/>
                </a:lnTo>
                <a:lnTo>
                  <a:pt x="55422" y="4572"/>
                </a:lnTo>
                <a:lnTo>
                  <a:pt x="55613" y="4572"/>
                </a:lnTo>
                <a:lnTo>
                  <a:pt x="55575" y="4699"/>
                </a:lnTo>
                <a:lnTo>
                  <a:pt x="55727" y="4775"/>
                </a:lnTo>
                <a:lnTo>
                  <a:pt x="55473" y="4889"/>
                </a:lnTo>
                <a:lnTo>
                  <a:pt x="55384" y="5080"/>
                </a:lnTo>
                <a:lnTo>
                  <a:pt x="55511" y="5080"/>
                </a:lnTo>
                <a:lnTo>
                  <a:pt x="55778" y="5080"/>
                </a:lnTo>
                <a:lnTo>
                  <a:pt x="55740" y="5270"/>
                </a:lnTo>
                <a:lnTo>
                  <a:pt x="56642" y="5588"/>
                </a:lnTo>
                <a:lnTo>
                  <a:pt x="56565" y="5080"/>
                </a:lnTo>
                <a:lnTo>
                  <a:pt x="56845" y="5080"/>
                </a:lnTo>
                <a:lnTo>
                  <a:pt x="56845" y="3886"/>
                </a:lnTo>
                <a:lnTo>
                  <a:pt x="56464" y="3695"/>
                </a:lnTo>
                <a:lnTo>
                  <a:pt x="56438" y="3848"/>
                </a:lnTo>
                <a:lnTo>
                  <a:pt x="56438" y="3683"/>
                </a:lnTo>
                <a:lnTo>
                  <a:pt x="56413" y="4318"/>
                </a:lnTo>
                <a:lnTo>
                  <a:pt x="56400" y="4572"/>
                </a:lnTo>
                <a:lnTo>
                  <a:pt x="56362" y="4229"/>
                </a:lnTo>
                <a:lnTo>
                  <a:pt x="56413" y="3683"/>
                </a:lnTo>
                <a:lnTo>
                  <a:pt x="56146" y="3683"/>
                </a:lnTo>
                <a:lnTo>
                  <a:pt x="56146" y="4978"/>
                </a:lnTo>
                <a:lnTo>
                  <a:pt x="55829" y="5029"/>
                </a:lnTo>
                <a:lnTo>
                  <a:pt x="55968" y="4889"/>
                </a:lnTo>
                <a:lnTo>
                  <a:pt x="56146" y="4978"/>
                </a:lnTo>
                <a:lnTo>
                  <a:pt x="56146" y="3683"/>
                </a:lnTo>
                <a:lnTo>
                  <a:pt x="55994" y="3683"/>
                </a:lnTo>
                <a:lnTo>
                  <a:pt x="56070" y="3810"/>
                </a:lnTo>
                <a:lnTo>
                  <a:pt x="55676" y="3683"/>
                </a:lnTo>
                <a:lnTo>
                  <a:pt x="54521" y="3683"/>
                </a:lnTo>
                <a:lnTo>
                  <a:pt x="54825" y="3225"/>
                </a:lnTo>
                <a:lnTo>
                  <a:pt x="55295" y="3606"/>
                </a:lnTo>
                <a:lnTo>
                  <a:pt x="55537" y="3517"/>
                </a:lnTo>
                <a:lnTo>
                  <a:pt x="55041" y="2908"/>
                </a:lnTo>
                <a:lnTo>
                  <a:pt x="55206" y="2667"/>
                </a:lnTo>
                <a:lnTo>
                  <a:pt x="55562" y="2667"/>
                </a:lnTo>
                <a:lnTo>
                  <a:pt x="55676" y="3467"/>
                </a:lnTo>
                <a:lnTo>
                  <a:pt x="56527" y="3175"/>
                </a:lnTo>
                <a:lnTo>
                  <a:pt x="56438" y="2667"/>
                </a:lnTo>
                <a:lnTo>
                  <a:pt x="56654" y="2667"/>
                </a:lnTo>
                <a:lnTo>
                  <a:pt x="56769" y="3098"/>
                </a:lnTo>
                <a:lnTo>
                  <a:pt x="57035" y="2667"/>
                </a:lnTo>
                <a:lnTo>
                  <a:pt x="57175" y="2667"/>
                </a:lnTo>
                <a:lnTo>
                  <a:pt x="56756" y="2159"/>
                </a:lnTo>
                <a:lnTo>
                  <a:pt x="56603" y="1981"/>
                </a:lnTo>
                <a:lnTo>
                  <a:pt x="56464" y="1816"/>
                </a:lnTo>
                <a:lnTo>
                  <a:pt x="56337" y="1651"/>
                </a:lnTo>
                <a:lnTo>
                  <a:pt x="55003" y="1651"/>
                </a:lnTo>
                <a:lnTo>
                  <a:pt x="55003" y="2667"/>
                </a:lnTo>
                <a:lnTo>
                  <a:pt x="54864" y="2667"/>
                </a:lnTo>
                <a:lnTo>
                  <a:pt x="55003" y="2667"/>
                </a:lnTo>
                <a:lnTo>
                  <a:pt x="55003" y="1651"/>
                </a:lnTo>
                <a:lnTo>
                  <a:pt x="54610" y="1651"/>
                </a:lnTo>
                <a:lnTo>
                  <a:pt x="54610" y="3048"/>
                </a:lnTo>
                <a:lnTo>
                  <a:pt x="54305" y="3340"/>
                </a:lnTo>
                <a:lnTo>
                  <a:pt x="54292" y="3683"/>
                </a:lnTo>
                <a:lnTo>
                  <a:pt x="54140" y="4013"/>
                </a:lnTo>
                <a:lnTo>
                  <a:pt x="54025" y="3683"/>
                </a:lnTo>
                <a:lnTo>
                  <a:pt x="54292" y="3683"/>
                </a:lnTo>
                <a:lnTo>
                  <a:pt x="54292" y="3314"/>
                </a:lnTo>
                <a:lnTo>
                  <a:pt x="53987" y="2667"/>
                </a:lnTo>
                <a:lnTo>
                  <a:pt x="54165" y="2667"/>
                </a:lnTo>
                <a:lnTo>
                  <a:pt x="54610" y="3048"/>
                </a:lnTo>
                <a:lnTo>
                  <a:pt x="54610" y="1651"/>
                </a:lnTo>
                <a:lnTo>
                  <a:pt x="54419" y="1651"/>
                </a:lnTo>
                <a:lnTo>
                  <a:pt x="53962" y="1651"/>
                </a:lnTo>
                <a:lnTo>
                  <a:pt x="53962" y="3670"/>
                </a:lnTo>
                <a:lnTo>
                  <a:pt x="53962" y="4381"/>
                </a:lnTo>
                <a:lnTo>
                  <a:pt x="53886" y="4572"/>
                </a:lnTo>
                <a:lnTo>
                  <a:pt x="53555" y="4572"/>
                </a:lnTo>
                <a:lnTo>
                  <a:pt x="52971" y="3733"/>
                </a:lnTo>
                <a:lnTo>
                  <a:pt x="53174" y="3683"/>
                </a:lnTo>
                <a:lnTo>
                  <a:pt x="53340" y="2667"/>
                </a:lnTo>
                <a:lnTo>
                  <a:pt x="52717" y="3556"/>
                </a:lnTo>
                <a:lnTo>
                  <a:pt x="52717" y="4572"/>
                </a:lnTo>
                <a:lnTo>
                  <a:pt x="52705" y="4711"/>
                </a:lnTo>
                <a:lnTo>
                  <a:pt x="52565" y="4572"/>
                </a:lnTo>
                <a:lnTo>
                  <a:pt x="52527" y="4826"/>
                </a:lnTo>
                <a:lnTo>
                  <a:pt x="52400" y="4699"/>
                </a:lnTo>
                <a:lnTo>
                  <a:pt x="52273" y="4902"/>
                </a:lnTo>
                <a:lnTo>
                  <a:pt x="52247" y="5080"/>
                </a:lnTo>
                <a:lnTo>
                  <a:pt x="52133" y="4572"/>
                </a:lnTo>
                <a:lnTo>
                  <a:pt x="52260" y="4572"/>
                </a:lnTo>
                <a:lnTo>
                  <a:pt x="52476" y="4572"/>
                </a:lnTo>
                <a:lnTo>
                  <a:pt x="52717" y="4572"/>
                </a:lnTo>
                <a:lnTo>
                  <a:pt x="52717" y="3556"/>
                </a:lnTo>
                <a:lnTo>
                  <a:pt x="52628" y="3683"/>
                </a:lnTo>
                <a:lnTo>
                  <a:pt x="52476" y="3683"/>
                </a:lnTo>
                <a:lnTo>
                  <a:pt x="52222" y="2933"/>
                </a:lnTo>
                <a:lnTo>
                  <a:pt x="52108" y="3263"/>
                </a:lnTo>
                <a:lnTo>
                  <a:pt x="52158" y="3683"/>
                </a:lnTo>
                <a:lnTo>
                  <a:pt x="51993" y="4013"/>
                </a:lnTo>
                <a:lnTo>
                  <a:pt x="51866" y="3721"/>
                </a:lnTo>
                <a:lnTo>
                  <a:pt x="51523" y="3683"/>
                </a:lnTo>
                <a:lnTo>
                  <a:pt x="51308" y="3683"/>
                </a:lnTo>
                <a:lnTo>
                  <a:pt x="51346" y="3886"/>
                </a:lnTo>
                <a:lnTo>
                  <a:pt x="51282" y="4572"/>
                </a:lnTo>
                <a:lnTo>
                  <a:pt x="51257" y="8509"/>
                </a:lnTo>
                <a:lnTo>
                  <a:pt x="50990" y="8356"/>
                </a:lnTo>
                <a:lnTo>
                  <a:pt x="50520" y="8648"/>
                </a:lnTo>
                <a:lnTo>
                  <a:pt x="50469" y="8255"/>
                </a:lnTo>
                <a:lnTo>
                  <a:pt x="50850" y="8255"/>
                </a:lnTo>
                <a:lnTo>
                  <a:pt x="51142" y="8255"/>
                </a:lnTo>
                <a:lnTo>
                  <a:pt x="51257" y="8509"/>
                </a:lnTo>
                <a:lnTo>
                  <a:pt x="51257" y="4610"/>
                </a:lnTo>
                <a:lnTo>
                  <a:pt x="50812" y="5080"/>
                </a:lnTo>
                <a:lnTo>
                  <a:pt x="50965" y="4572"/>
                </a:lnTo>
                <a:lnTo>
                  <a:pt x="51130" y="4572"/>
                </a:lnTo>
                <a:lnTo>
                  <a:pt x="51282" y="4572"/>
                </a:lnTo>
                <a:lnTo>
                  <a:pt x="51282" y="3911"/>
                </a:lnTo>
                <a:lnTo>
                  <a:pt x="51257" y="3683"/>
                </a:lnTo>
                <a:lnTo>
                  <a:pt x="50914" y="3683"/>
                </a:lnTo>
                <a:lnTo>
                  <a:pt x="50774" y="3683"/>
                </a:lnTo>
                <a:lnTo>
                  <a:pt x="50850" y="3556"/>
                </a:lnTo>
                <a:lnTo>
                  <a:pt x="50685" y="3162"/>
                </a:lnTo>
                <a:lnTo>
                  <a:pt x="50685" y="6096"/>
                </a:lnTo>
                <a:lnTo>
                  <a:pt x="50609" y="6604"/>
                </a:lnTo>
                <a:lnTo>
                  <a:pt x="49936" y="6604"/>
                </a:lnTo>
                <a:lnTo>
                  <a:pt x="50495" y="6096"/>
                </a:lnTo>
                <a:lnTo>
                  <a:pt x="50685" y="6096"/>
                </a:lnTo>
                <a:lnTo>
                  <a:pt x="50685" y="3162"/>
                </a:lnTo>
                <a:lnTo>
                  <a:pt x="50482" y="2667"/>
                </a:lnTo>
                <a:lnTo>
                  <a:pt x="50609" y="2667"/>
                </a:lnTo>
                <a:lnTo>
                  <a:pt x="50825" y="2667"/>
                </a:lnTo>
                <a:lnTo>
                  <a:pt x="50990" y="2667"/>
                </a:lnTo>
                <a:lnTo>
                  <a:pt x="51066" y="3225"/>
                </a:lnTo>
                <a:lnTo>
                  <a:pt x="51206" y="3009"/>
                </a:lnTo>
                <a:lnTo>
                  <a:pt x="51435" y="2667"/>
                </a:lnTo>
                <a:lnTo>
                  <a:pt x="51485" y="2667"/>
                </a:lnTo>
                <a:lnTo>
                  <a:pt x="52603" y="2667"/>
                </a:lnTo>
                <a:lnTo>
                  <a:pt x="51396" y="2044"/>
                </a:lnTo>
                <a:lnTo>
                  <a:pt x="51371" y="1879"/>
                </a:lnTo>
                <a:lnTo>
                  <a:pt x="51346" y="1739"/>
                </a:lnTo>
                <a:lnTo>
                  <a:pt x="51003" y="1651"/>
                </a:lnTo>
                <a:lnTo>
                  <a:pt x="50977" y="1816"/>
                </a:lnTo>
                <a:lnTo>
                  <a:pt x="50761" y="1701"/>
                </a:lnTo>
                <a:lnTo>
                  <a:pt x="50596" y="2159"/>
                </a:lnTo>
                <a:lnTo>
                  <a:pt x="50165" y="1651"/>
                </a:lnTo>
                <a:lnTo>
                  <a:pt x="49110" y="1651"/>
                </a:lnTo>
                <a:lnTo>
                  <a:pt x="49987" y="2667"/>
                </a:lnTo>
                <a:lnTo>
                  <a:pt x="49949" y="3429"/>
                </a:lnTo>
                <a:lnTo>
                  <a:pt x="49695" y="2667"/>
                </a:lnTo>
                <a:lnTo>
                  <a:pt x="49695" y="5588"/>
                </a:lnTo>
                <a:lnTo>
                  <a:pt x="49618" y="5765"/>
                </a:lnTo>
                <a:lnTo>
                  <a:pt x="49466" y="5740"/>
                </a:lnTo>
                <a:lnTo>
                  <a:pt x="49466" y="6096"/>
                </a:lnTo>
                <a:lnTo>
                  <a:pt x="49047" y="6604"/>
                </a:lnTo>
                <a:lnTo>
                  <a:pt x="49377" y="6096"/>
                </a:lnTo>
                <a:lnTo>
                  <a:pt x="49466" y="5740"/>
                </a:lnTo>
                <a:lnTo>
                  <a:pt x="48793" y="5588"/>
                </a:lnTo>
                <a:lnTo>
                  <a:pt x="49695" y="5588"/>
                </a:lnTo>
                <a:lnTo>
                  <a:pt x="49695" y="2667"/>
                </a:lnTo>
                <a:lnTo>
                  <a:pt x="49174" y="2959"/>
                </a:lnTo>
                <a:lnTo>
                  <a:pt x="49301" y="2667"/>
                </a:lnTo>
                <a:lnTo>
                  <a:pt x="49149" y="2667"/>
                </a:lnTo>
                <a:lnTo>
                  <a:pt x="49149" y="3683"/>
                </a:lnTo>
                <a:lnTo>
                  <a:pt x="48729" y="4457"/>
                </a:lnTo>
                <a:lnTo>
                  <a:pt x="48755" y="3683"/>
                </a:lnTo>
                <a:lnTo>
                  <a:pt x="48437" y="4572"/>
                </a:lnTo>
                <a:lnTo>
                  <a:pt x="48196" y="4572"/>
                </a:lnTo>
                <a:lnTo>
                  <a:pt x="48641" y="3683"/>
                </a:lnTo>
                <a:lnTo>
                  <a:pt x="48895" y="3683"/>
                </a:lnTo>
                <a:lnTo>
                  <a:pt x="49072" y="3238"/>
                </a:lnTo>
                <a:lnTo>
                  <a:pt x="49149" y="3683"/>
                </a:lnTo>
                <a:lnTo>
                  <a:pt x="49149" y="2667"/>
                </a:lnTo>
                <a:lnTo>
                  <a:pt x="48983" y="2667"/>
                </a:lnTo>
                <a:lnTo>
                  <a:pt x="49034" y="3048"/>
                </a:lnTo>
                <a:lnTo>
                  <a:pt x="48742" y="3213"/>
                </a:lnTo>
                <a:lnTo>
                  <a:pt x="48755" y="2667"/>
                </a:lnTo>
                <a:lnTo>
                  <a:pt x="48310" y="2667"/>
                </a:lnTo>
                <a:lnTo>
                  <a:pt x="47752" y="3683"/>
                </a:lnTo>
                <a:lnTo>
                  <a:pt x="47485" y="3683"/>
                </a:lnTo>
                <a:lnTo>
                  <a:pt x="46774" y="3683"/>
                </a:lnTo>
                <a:lnTo>
                  <a:pt x="46520" y="4572"/>
                </a:lnTo>
                <a:lnTo>
                  <a:pt x="46723" y="4572"/>
                </a:lnTo>
                <a:lnTo>
                  <a:pt x="46710" y="5334"/>
                </a:lnTo>
                <a:lnTo>
                  <a:pt x="46545" y="5283"/>
                </a:lnTo>
                <a:lnTo>
                  <a:pt x="46583" y="5118"/>
                </a:lnTo>
                <a:lnTo>
                  <a:pt x="46685" y="5295"/>
                </a:lnTo>
                <a:lnTo>
                  <a:pt x="46710" y="4584"/>
                </a:lnTo>
                <a:lnTo>
                  <a:pt x="46570" y="4610"/>
                </a:lnTo>
                <a:lnTo>
                  <a:pt x="46570" y="5080"/>
                </a:lnTo>
                <a:lnTo>
                  <a:pt x="46520" y="5283"/>
                </a:lnTo>
                <a:lnTo>
                  <a:pt x="46177" y="5156"/>
                </a:lnTo>
                <a:lnTo>
                  <a:pt x="45745" y="5448"/>
                </a:lnTo>
                <a:lnTo>
                  <a:pt x="45478" y="5283"/>
                </a:lnTo>
                <a:lnTo>
                  <a:pt x="45478" y="5588"/>
                </a:lnTo>
                <a:lnTo>
                  <a:pt x="45275" y="5588"/>
                </a:lnTo>
                <a:lnTo>
                  <a:pt x="45275" y="5715"/>
                </a:lnTo>
                <a:lnTo>
                  <a:pt x="45072" y="5588"/>
                </a:lnTo>
                <a:lnTo>
                  <a:pt x="44881" y="5105"/>
                </a:lnTo>
                <a:lnTo>
                  <a:pt x="45478" y="5588"/>
                </a:lnTo>
                <a:lnTo>
                  <a:pt x="45478" y="5283"/>
                </a:lnTo>
                <a:lnTo>
                  <a:pt x="45186" y="5080"/>
                </a:lnTo>
                <a:lnTo>
                  <a:pt x="45339" y="5080"/>
                </a:lnTo>
                <a:lnTo>
                  <a:pt x="45516" y="5080"/>
                </a:lnTo>
                <a:lnTo>
                  <a:pt x="46570" y="5080"/>
                </a:lnTo>
                <a:lnTo>
                  <a:pt x="46570" y="4610"/>
                </a:lnTo>
                <a:lnTo>
                  <a:pt x="46405" y="4648"/>
                </a:lnTo>
                <a:lnTo>
                  <a:pt x="46113" y="4724"/>
                </a:lnTo>
                <a:lnTo>
                  <a:pt x="45986" y="4686"/>
                </a:lnTo>
                <a:lnTo>
                  <a:pt x="45707" y="4572"/>
                </a:lnTo>
                <a:lnTo>
                  <a:pt x="45631" y="4749"/>
                </a:lnTo>
                <a:lnTo>
                  <a:pt x="45339" y="4572"/>
                </a:lnTo>
                <a:lnTo>
                  <a:pt x="45339" y="4699"/>
                </a:lnTo>
                <a:lnTo>
                  <a:pt x="45339" y="4902"/>
                </a:lnTo>
                <a:lnTo>
                  <a:pt x="45250" y="4686"/>
                </a:lnTo>
                <a:lnTo>
                  <a:pt x="45123" y="4572"/>
                </a:lnTo>
                <a:lnTo>
                  <a:pt x="45123" y="4953"/>
                </a:lnTo>
                <a:lnTo>
                  <a:pt x="44958" y="4965"/>
                </a:lnTo>
                <a:lnTo>
                  <a:pt x="44780" y="4864"/>
                </a:lnTo>
                <a:lnTo>
                  <a:pt x="44577" y="4737"/>
                </a:lnTo>
                <a:lnTo>
                  <a:pt x="44284" y="4572"/>
                </a:lnTo>
                <a:lnTo>
                  <a:pt x="44526" y="4572"/>
                </a:lnTo>
                <a:lnTo>
                  <a:pt x="44792" y="4572"/>
                </a:lnTo>
                <a:lnTo>
                  <a:pt x="44856" y="4737"/>
                </a:lnTo>
                <a:lnTo>
                  <a:pt x="44983" y="4914"/>
                </a:lnTo>
                <a:lnTo>
                  <a:pt x="45123" y="4953"/>
                </a:lnTo>
                <a:lnTo>
                  <a:pt x="45123" y="4572"/>
                </a:lnTo>
                <a:lnTo>
                  <a:pt x="44856" y="4572"/>
                </a:lnTo>
                <a:lnTo>
                  <a:pt x="45046" y="4368"/>
                </a:lnTo>
                <a:lnTo>
                  <a:pt x="44843" y="3683"/>
                </a:lnTo>
                <a:lnTo>
                  <a:pt x="43497" y="3683"/>
                </a:lnTo>
                <a:lnTo>
                  <a:pt x="42951" y="3683"/>
                </a:lnTo>
                <a:lnTo>
                  <a:pt x="42202" y="4572"/>
                </a:lnTo>
                <a:lnTo>
                  <a:pt x="42468" y="4572"/>
                </a:lnTo>
                <a:lnTo>
                  <a:pt x="43091" y="5080"/>
                </a:lnTo>
                <a:lnTo>
                  <a:pt x="43167" y="4572"/>
                </a:lnTo>
                <a:lnTo>
                  <a:pt x="43802" y="4572"/>
                </a:lnTo>
                <a:lnTo>
                  <a:pt x="44030" y="4572"/>
                </a:lnTo>
                <a:lnTo>
                  <a:pt x="44488" y="4775"/>
                </a:lnTo>
                <a:lnTo>
                  <a:pt x="44450" y="5029"/>
                </a:lnTo>
                <a:lnTo>
                  <a:pt x="44094" y="4889"/>
                </a:lnTo>
                <a:lnTo>
                  <a:pt x="43967" y="4838"/>
                </a:lnTo>
                <a:lnTo>
                  <a:pt x="43853" y="5080"/>
                </a:lnTo>
                <a:lnTo>
                  <a:pt x="44094" y="5080"/>
                </a:lnTo>
                <a:lnTo>
                  <a:pt x="44246" y="5080"/>
                </a:lnTo>
                <a:lnTo>
                  <a:pt x="43942" y="5588"/>
                </a:lnTo>
                <a:lnTo>
                  <a:pt x="43675" y="5588"/>
                </a:lnTo>
                <a:lnTo>
                  <a:pt x="43853" y="5080"/>
                </a:lnTo>
                <a:lnTo>
                  <a:pt x="43281" y="5080"/>
                </a:lnTo>
                <a:lnTo>
                  <a:pt x="43154" y="5588"/>
                </a:lnTo>
                <a:lnTo>
                  <a:pt x="43332" y="6159"/>
                </a:lnTo>
                <a:lnTo>
                  <a:pt x="43459" y="6172"/>
                </a:lnTo>
                <a:lnTo>
                  <a:pt x="43637" y="6096"/>
                </a:lnTo>
                <a:lnTo>
                  <a:pt x="46355" y="6604"/>
                </a:lnTo>
                <a:lnTo>
                  <a:pt x="46609" y="6096"/>
                </a:lnTo>
                <a:lnTo>
                  <a:pt x="46824" y="6096"/>
                </a:lnTo>
                <a:lnTo>
                  <a:pt x="46850" y="5969"/>
                </a:lnTo>
                <a:lnTo>
                  <a:pt x="46850" y="6096"/>
                </a:lnTo>
                <a:lnTo>
                  <a:pt x="47053" y="6604"/>
                </a:lnTo>
                <a:lnTo>
                  <a:pt x="46355" y="6604"/>
                </a:lnTo>
                <a:lnTo>
                  <a:pt x="44805" y="6604"/>
                </a:lnTo>
                <a:lnTo>
                  <a:pt x="44805" y="8382"/>
                </a:lnTo>
                <a:lnTo>
                  <a:pt x="44615" y="8343"/>
                </a:lnTo>
                <a:lnTo>
                  <a:pt x="44615" y="8763"/>
                </a:lnTo>
                <a:lnTo>
                  <a:pt x="44348" y="9017"/>
                </a:lnTo>
                <a:lnTo>
                  <a:pt x="44030" y="8928"/>
                </a:lnTo>
                <a:lnTo>
                  <a:pt x="44018" y="8763"/>
                </a:lnTo>
                <a:lnTo>
                  <a:pt x="43738" y="8763"/>
                </a:lnTo>
                <a:lnTo>
                  <a:pt x="43561" y="8763"/>
                </a:lnTo>
                <a:lnTo>
                  <a:pt x="43738" y="8763"/>
                </a:lnTo>
                <a:lnTo>
                  <a:pt x="43891" y="8382"/>
                </a:lnTo>
                <a:lnTo>
                  <a:pt x="44018" y="8763"/>
                </a:lnTo>
                <a:lnTo>
                  <a:pt x="44615" y="8763"/>
                </a:lnTo>
                <a:lnTo>
                  <a:pt x="44615" y="8343"/>
                </a:lnTo>
                <a:lnTo>
                  <a:pt x="44323" y="8255"/>
                </a:lnTo>
                <a:lnTo>
                  <a:pt x="44767" y="8255"/>
                </a:lnTo>
                <a:lnTo>
                  <a:pt x="44805" y="8382"/>
                </a:lnTo>
                <a:lnTo>
                  <a:pt x="44805" y="6604"/>
                </a:lnTo>
                <a:lnTo>
                  <a:pt x="44475" y="6604"/>
                </a:lnTo>
                <a:lnTo>
                  <a:pt x="44475" y="7747"/>
                </a:lnTo>
                <a:lnTo>
                  <a:pt x="44246" y="8001"/>
                </a:lnTo>
                <a:lnTo>
                  <a:pt x="44056" y="7747"/>
                </a:lnTo>
                <a:lnTo>
                  <a:pt x="44475" y="7747"/>
                </a:lnTo>
                <a:lnTo>
                  <a:pt x="44475" y="6604"/>
                </a:lnTo>
                <a:lnTo>
                  <a:pt x="43345" y="6604"/>
                </a:lnTo>
                <a:lnTo>
                  <a:pt x="43218" y="7112"/>
                </a:lnTo>
                <a:lnTo>
                  <a:pt x="43510" y="7112"/>
                </a:lnTo>
                <a:lnTo>
                  <a:pt x="43688" y="7112"/>
                </a:lnTo>
                <a:lnTo>
                  <a:pt x="43395" y="7505"/>
                </a:lnTo>
                <a:lnTo>
                  <a:pt x="43167" y="7378"/>
                </a:lnTo>
                <a:lnTo>
                  <a:pt x="43307" y="7620"/>
                </a:lnTo>
                <a:lnTo>
                  <a:pt x="43205" y="7747"/>
                </a:lnTo>
                <a:lnTo>
                  <a:pt x="43167" y="7378"/>
                </a:lnTo>
                <a:lnTo>
                  <a:pt x="42697" y="7112"/>
                </a:lnTo>
                <a:lnTo>
                  <a:pt x="43014" y="7112"/>
                </a:lnTo>
                <a:lnTo>
                  <a:pt x="43167" y="7378"/>
                </a:lnTo>
                <a:lnTo>
                  <a:pt x="43180" y="7112"/>
                </a:lnTo>
                <a:lnTo>
                  <a:pt x="43345" y="6604"/>
                </a:lnTo>
                <a:lnTo>
                  <a:pt x="42837" y="6604"/>
                </a:lnTo>
                <a:lnTo>
                  <a:pt x="42418" y="6121"/>
                </a:lnTo>
                <a:lnTo>
                  <a:pt x="42456" y="6451"/>
                </a:lnTo>
                <a:lnTo>
                  <a:pt x="42329" y="6350"/>
                </a:lnTo>
                <a:lnTo>
                  <a:pt x="42227" y="6604"/>
                </a:lnTo>
                <a:lnTo>
                  <a:pt x="41884" y="6604"/>
                </a:lnTo>
                <a:lnTo>
                  <a:pt x="41884" y="10287"/>
                </a:lnTo>
                <a:lnTo>
                  <a:pt x="41846" y="11938"/>
                </a:lnTo>
                <a:lnTo>
                  <a:pt x="41656" y="11938"/>
                </a:lnTo>
                <a:lnTo>
                  <a:pt x="41046" y="11938"/>
                </a:lnTo>
                <a:lnTo>
                  <a:pt x="40944" y="11430"/>
                </a:lnTo>
                <a:lnTo>
                  <a:pt x="41630" y="11811"/>
                </a:lnTo>
                <a:lnTo>
                  <a:pt x="41592" y="11430"/>
                </a:lnTo>
                <a:lnTo>
                  <a:pt x="41719" y="11430"/>
                </a:lnTo>
                <a:lnTo>
                  <a:pt x="41846" y="11938"/>
                </a:lnTo>
                <a:lnTo>
                  <a:pt x="41846" y="10312"/>
                </a:lnTo>
                <a:lnTo>
                  <a:pt x="41516" y="10414"/>
                </a:lnTo>
                <a:lnTo>
                  <a:pt x="41376" y="10363"/>
                </a:lnTo>
                <a:lnTo>
                  <a:pt x="41236" y="10312"/>
                </a:lnTo>
                <a:lnTo>
                  <a:pt x="41084" y="10401"/>
                </a:lnTo>
                <a:lnTo>
                  <a:pt x="41224" y="10287"/>
                </a:lnTo>
                <a:lnTo>
                  <a:pt x="41402" y="10287"/>
                </a:lnTo>
                <a:lnTo>
                  <a:pt x="41884" y="10287"/>
                </a:lnTo>
                <a:lnTo>
                  <a:pt x="41884" y="6604"/>
                </a:lnTo>
                <a:lnTo>
                  <a:pt x="41630" y="6604"/>
                </a:lnTo>
                <a:lnTo>
                  <a:pt x="41478" y="6223"/>
                </a:lnTo>
                <a:lnTo>
                  <a:pt x="41630" y="6604"/>
                </a:lnTo>
                <a:lnTo>
                  <a:pt x="41744" y="6096"/>
                </a:lnTo>
                <a:lnTo>
                  <a:pt x="41948" y="6096"/>
                </a:lnTo>
                <a:lnTo>
                  <a:pt x="42164" y="6096"/>
                </a:lnTo>
                <a:lnTo>
                  <a:pt x="42265" y="5651"/>
                </a:lnTo>
                <a:lnTo>
                  <a:pt x="42456" y="5791"/>
                </a:lnTo>
                <a:lnTo>
                  <a:pt x="42367" y="5588"/>
                </a:lnTo>
                <a:lnTo>
                  <a:pt x="42189" y="5588"/>
                </a:lnTo>
                <a:lnTo>
                  <a:pt x="41427" y="5588"/>
                </a:lnTo>
                <a:lnTo>
                  <a:pt x="41427" y="6096"/>
                </a:lnTo>
                <a:lnTo>
                  <a:pt x="41389" y="6604"/>
                </a:lnTo>
                <a:lnTo>
                  <a:pt x="41109" y="6604"/>
                </a:lnTo>
                <a:lnTo>
                  <a:pt x="40944" y="6604"/>
                </a:lnTo>
                <a:lnTo>
                  <a:pt x="40970" y="6096"/>
                </a:lnTo>
                <a:lnTo>
                  <a:pt x="41097" y="6096"/>
                </a:lnTo>
                <a:lnTo>
                  <a:pt x="41287" y="6096"/>
                </a:lnTo>
                <a:lnTo>
                  <a:pt x="41427" y="6096"/>
                </a:lnTo>
                <a:lnTo>
                  <a:pt x="41427" y="5588"/>
                </a:lnTo>
                <a:lnTo>
                  <a:pt x="41059" y="5588"/>
                </a:lnTo>
                <a:lnTo>
                  <a:pt x="41059" y="5981"/>
                </a:lnTo>
                <a:lnTo>
                  <a:pt x="40995" y="5715"/>
                </a:lnTo>
                <a:lnTo>
                  <a:pt x="41059" y="5981"/>
                </a:lnTo>
                <a:lnTo>
                  <a:pt x="41059" y="5588"/>
                </a:lnTo>
                <a:lnTo>
                  <a:pt x="40830" y="5588"/>
                </a:lnTo>
                <a:lnTo>
                  <a:pt x="40817" y="5842"/>
                </a:lnTo>
                <a:lnTo>
                  <a:pt x="40665" y="5753"/>
                </a:lnTo>
                <a:lnTo>
                  <a:pt x="40678" y="6096"/>
                </a:lnTo>
                <a:lnTo>
                  <a:pt x="40817" y="6096"/>
                </a:lnTo>
                <a:lnTo>
                  <a:pt x="40805" y="6604"/>
                </a:lnTo>
                <a:lnTo>
                  <a:pt x="40665" y="6604"/>
                </a:lnTo>
                <a:lnTo>
                  <a:pt x="40665" y="7112"/>
                </a:lnTo>
                <a:lnTo>
                  <a:pt x="40665" y="7988"/>
                </a:lnTo>
                <a:lnTo>
                  <a:pt x="40563" y="8255"/>
                </a:lnTo>
                <a:lnTo>
                  <a:pt x="40665" y="7988"/>
                </a:lnTo>
                <a:lnTo>
                  <a:pt x="40665" y="7112"/>
                </a:lnTo>
                <a:lnTo>
                  <a:pt x="40373" y="7480"/>
                </a:lnTo>
                <a:lnTo>
                  <a:pt x="40411" y="7112"/>
                </a:lnTo>
                <a:lnTo>
                  <a:pt x="40665" y="7112"/>
                </a:lnTo>
                <a:lnTo>
                  <a:pt x="40665" y="6718"/>
                </a:lnTo>
                <a:lnTo>
                  <a:pt x="40500" y="6604"/>
                </a:lnTo>
                <a:lnTo>
                  <a:pt x="40220" y="6604"/>
                </a:lnTo>
                <a:lnTo>
                  <a:pt x="40030" y="6604"/>
                </a:lnTo>
                <a:lnTo>
                  <a:pt x="40068" y="7112"/>
                </a:lnTo>
                <a:lnTo>
                  <a:pt x="39789" y="7747"/>
                </a:lnTo>
                <a:lnTo>
                  <a:pt x="39370" y="7747"/>
                </a:lnTo>
                <a:lnTo>
                  <a:pt x="39370" y="12446"/>
                </a:lnTo>
                <a:lnTo>
                  <a:pt x="39014" y="12954"/>
                </a:lnTo>
                <a:lnTo>
                  <a:pt x="38836" y="12446"/>
                </a:lnTo>
                <a:lnTo>
                  <a:pt x="38989" y="12446"/>
                </a:lnTo>
                <a:lnTo>
                  <a:pt x="39370" y="12446"/>
                </a:lnTo>
                <a:lnTo>
                  <a:pt x="39370" y="7747"/>
                </a:lnTo>
                <a:lnTo>
                  <a:pt x="39141" y="7747"/>
                </a:lnTo>
                <a:lnTo>
                  <a:pt x="39141" y="8255"/>
                </a:lnTo>
                <a:lnTo>
                  <a:pt x="38989" y="7747"/>
                </a:lnTo>
                <a:lnTo>
                  <a:pt x="38785" y="7747"/>
                </a:lnTo>
                <a:lnTo>
                  <a:pt x="38608" y="7874"/>
                </a:lnTo>
                <a:lnTo>
                  <a:pt x="38608" y="11938"/>
                </a:lnTo>
                <a:lnTo>
                  <a:pt x="38544" y="12077"/>
                </a:lnTo>
                <a:lnTo>
                  <a:pt x="38442" y="11938"/>
                </a:lnTo>
                <a:lnTo>
                  <a:pt x="38608" y="11938"/>
                </a:lnTo>
                <a:lnTo>
                  <a:pt x="38608" y="7874"/>
                </a:lnTo>
                <a:lnTo>
                  <a:pt x="38430" y="8001"/>
                </a:lnTo>
                <a:lnTo>
                  <a:pt x="38049" y="7747"/>
                </a:lnTo>
                <a:lnTo>
                  <a:pt x="37655" y="7747"/>
                </a:lnTo>
                <a:lnTo>
                  <a:pt x="37503" y="7747"/>
                </a:lnTo>
                <a:lnTo>
                  <a:pt x="37503" y="12446"/>
                </a:lnTo>
                <a:lnTo>
                  <a:pt x="37274" y="12827"/>
                </a:lnTo>
                <a:lnTo>
                  <a:pt x="36563" y="12446"/>
                </a:lnTo>
                <a:lnTo>
                  <a:pt x="36791" y="12954"/>
                </a:lnTo>
                <a:lnTo>
                  <a:pt x="36550" y="12954"/>
                </a:lnTo>
                <a:lnTo>
                  <a:pt x="36537" y="13398"/>
                </a:lnTo>
                <a:lnTo>
                  <a:pt x="36118" y="12954"/>
                </a:lnTo>
                <a:lnTo>
                  <a:pt x="36550" y="12954"/>
                </a:lnTo>
                <a:lnTo>
                  <a:pt x="36550" y="12446"/>
                </a:lnTo>
                <a:lnTo>
                  <a:pt x="37503" y="12446"/>
                </a:lnTo>
                <a:lnTo>
                  <a:pt x="37503" y="7747"/>
                </a:lnTo>
                <a:lnTo>
                  <a:pt x="37401" y="8763"/>
                </a:lnTo>
                <a:lnTo>
                  <a:pt x="36982" y="9156"/>
                </a:lnTo>
                <a:lnTo>
                  <a:pt x="37147" y="8763"/>
                </a:lnTo>
                <a:lnTo>
                  <a:pt x="37401" y="8763"/>
                </a:lnTo>
                <a:lnTo>
                  <a:pt x="37401" y="7747"/>
                </a:lnTo>
                <a:lnTo>
                  <a:pt x="37261" y="7747"/>
                </a:lnTo>
                <a:lnTo>
                  <a:pt x="37261" y="8255"/>
                </a:lnTo>
                <a:lnTo>
                  <a:pt x="37261" y="8534"/>
                </a:lnTo>
                <a:lnTo>
                  <a:pt x="36931" y="8255"/>
                </a:lnTo>
                <a:lnTo>
                  <a:pt x="37211" y="8255"/>
                </a:lnTo>
                <a:lnTo>
                  <a:pt x="37261" y="7747"/>
                </a:lnTo>
                <a:lnTo>
                  <a:pt x="36372" y="7747"/>
                </a:lnTo>
                <a:lnTo>
                  <a:pt x="36347" y="7112"/>
                </a:lnTo>
                <a:lnTo>
                  <a:pt x="36626" y="7378"/>
                </a:lnTo>
                <a:lnTo>
                  <a:pt x="36614" y="7112"/>
                </a:lnTo>
                <a:lnTo>
                  <a:pt x="36791" y="7112"/>
                </a:lnTo>
                <a:lnTo>
                  <a:pt x="36969" y="7747"/>
                </a:lnTo>
                <a:lnTo>
                  <a:pt x="36944" y="7112"/>
                </a:lnTo>
                <a:lnTo>
                  <a:pt x="38074" y="7112"/>
                </a:lnTo>
                <a:lnTo>
                  <a:pt x="38100" y="7747"/>
                </a:lnTo>
                <a:lnTo>
                  <a:pt x="38227" y="7112"/>
                </a:lnTo>
                <a:lnTo>
                  <a:pt x="39979" y="7112"/>
                </a:lnTo>
                <a:lnTo>
                  <a:pt x="40030" y="6604"/>
                </a:lnTo>
                <a:lnTo>
                  <a:pt x="36271" y="6604"/>
                </a:lnTo>
                <a:lnTo>
                  <a:pt x="36106" y="6756"/>
                </a:lnTo>
                <a:lnTo>
                  <a:pt x="36106" y="8255"/>
                </a:lnTo>
                <a:lnTo>
                  <a:pt x="35788" y="8369"/>
                </a:lnTo>
                <a:lnTo>
                  <a:pt x="36093" y="8255"/>
                </a:lnTo>
                <a:lnTo>
                  <a:pt x="36106" y="6756"/>
                </a:lnTo>
                <a:lnTo>
                  <a:pt x="35991" y="7670"/>
                </a:lnTo>
                <a:lnTo>
                  <a:pt x="35775" y="7747"/>
                </a:lnTo>
                <a:lnTo>
                  <a:pt x="35775" y="7239"/>
                </a:lnTo>
                <a:lnTo>
                  <a:pt x="35991" y="7670"/>
                </a:lnTo>
                <a:lnTo>
                  <a:pt x="35991" y="6858"/>
                </a:lnTo>
                <a:lnTo>
                  <a:pt x="35712" y="7112"/>
                </a:lnTo>
                <a:lnTo>
                  <a:pt x="35712" y="7747"/>
                </a:lnTo>
                <a:lnTo>
                  <a:pt x="35509" y="8013"/>
                </a:lnTo>
                <a:lnTo>
                  <a:pt x="35433" y="7747"/>
                </a:lnTo>
                <a:lnTo>
                  <a:pt x="35648" y="7747"/>
                </a:lnTo>
                <a:lnTo>
                  <a:pt x="35712" y="7112"/>
                </a:lnTo>
                <a:lnTo>
                  <a:pt x="35255" y="7112"/>
                </a:lnTo>
                <a:lnTo>
                  <a:pt x="35191" y="7747"/>
                </a:lnTo>
                <a:lnTo>
                  <a:pt x="35166" y="8001"/>
                </a:lnTo>
                <a:lnTo>
                  <a:pt x="35140" y="8255"/>
                </a:lnTo>
                <a:lnTo>
                  <a:pt x="35306" y="8255"/>
                </a:lnTo>
                <a:lnTo>
                  <a:pt x="35064" y="8623"/>
                </a:lnTo>
                <a:lnTo>
                  <a:pt x="35775" y="8369"/>
                </a:lnTo>
                <a:lnTo>
                  <a:pt x="35064" y="8623"/>
                </a:lnTo>
                <a:lnTo>
                  <a:pt x="34975" y="8763"/>
                </a:lnTo>
                <a:lnTo>
                  <a:pt x="35420" y="8763"/>
                </a:lnTo>
                <a:lnTo>
                  <a:pt x="35674" y="8763"/>
                </a:lnTo>
                <a:lnTo>
                  <a:pt x="35826" y="8763"/>
                </a:lnTo>
                <a:lnTo>
                  <a:pt x="36106" y="8763"/>
                </a:lnTo>
                <a:lnTo>
                  <a:pt x="36118" y="9271"/>
                </a:lnTo>
                <a:lnTo>
                  <a:pt x="35979" y="9271"/>
                </a:lnTo>
                <a:lnTo>
                  <a:pt x="35420" y="8763"/>
                </a:lnTo>
                <a:lnTo>
                  <a:pt x="35547" y="9271"/>
                </a:lnTo>
                <a:lnTo>
                  <a:pt x="35852" y="9271"/>
                </a:lnTo>
                <a:lnTo>
                  <a:pt x="35890" y="9779"/>
                </a:lnTo>
                <a:lnTo>
                  <a:pt x="36245" y="9779"/>
                </a:lnTo>
                <a:lnTo>
                  <a:pt x="36017" y="10287"/>
                </a:lnTo>
                <a:lnTo>
                  <a:pt x="35864" y="10287"/>
                </a:lnTo>
                <a:lnTo>
                  <a:pt x="35839" y="13462"/>
                </a:lnTo>
                <a:lnTo>
                  <a:pt x="35585" y="13538"/>
                </a:lnTo>
                <a:lnTo>
                  <a:pt x="35585" y="14605"/>
                </a:lnTo>
                <a:lnTo>
                  <a:pt x="35496" y="14871"/>
                </a:lnTo>
                <a:lnTo>
                  <a:pt x="34759" y="14655"/>
                </a:lnTo>
                <a:lnTo>
                  <a:pt x="34226" y="14947"/>
                </a:lnTo>
                <a:lnTo>
                  <a:pt x="34302" y="14605"/>
                </a:lnTo>
                <a:lnTo>
                  <a:pt x="34366" y="14274"/>
                </a:lnTo>
                <a:lnTo>
                  <a:pt x="34404" y="14097"/>
                </a:lnTo>
                <a:lnTo>
                  <a:pt x="34848" y="14605"/>
                </a:lnTo>
                <a:lnTo>
                  <a:pt x="35102" y="14160"/>
                </a:lnTo>
                <a:lnTo>
                  <a:pt x="35179" y="14605"/>
                </a:lnTo>
                <a:lnTo>
                  <a:pt x="35585" y="14605"/>
                </a:lnTo>
                <a:lnTo>
                  <a:pt x="35585" y="13538"/>
                </a:lnTo>
                <a:lnTo>
                  <a:pt x="34912" y="13703"/>
                </a:lnTo>
                <a:lnTo>
                  <a:pt x="35407" y="13462"/>
                </a:lnTo>
                <a:lnTo>
                  <a:pt x="35598" y="13462"/>
                </a:lnTo>
                <a:lnTo>
                  <a:pt x="35839" y="13462"/>
                </a:lnTo>
                <a:lnTo>
                  <a:pt x="35839" y="10287"/>
                </a:lnTo>
                <a:lnTo>
                  <a:pt x="35788" y="12954"/>
                </a:lnTo>
                <a:lnTo>
                  <a:pt x="35687" y="13220"/>
                </a:lnTo>
                <a:lnTo>
                  <a:pt x="35521" y="13068"/>
                </a:lnTo>
                <a:lnTo>
                  <a:pt x="34823" y="13233"/>
                </a:lnTo>
                <a:lnTo>
                  <a:pt x="34467" y="13335"/>
                </a:lnTo>
                <a:lnTo>
                  <a:pt x="34467" y="13462"/>
                </a:lnTo>
                <a:lnTo>
                  <a:pt x="34353" y="13639"/>
                </a:lnTo>
                <a:lnTo>
                  <a:pt x="34226" y="13868"/>
                </a:lnTo>
                <a:lnTo>
                  <a:pt x="34086" y="13843"/>
                </a:lnTo>
                <a:lnTo>
                  <a:pt x="34226" y="13881"/>
                </a:lnTo>
                <a:lnTo>
                  <a:pt x="34201" y="19812"/>
                </a:lnTo>
                <a:lnTo>
                  <a:pt x="34061" y="20002"/>
                </a:lnTo>
                <a:lnTo>
                  <a:pt x="34061" y="20866"/>
                </a:lnTo>
                <a:lnTo>
                  <a:pt x="33756" y="20701"/>
                </a:lnTo>
                <a:lnTo>
                  <a:pt x="33578" y="20586"/>
                </a:lnTo>
                <a:lnTo>
                  <a:pt x="33680" y="20447"/>
                </a:lnTo>
                <a:lnTo>
                  <a:pt x="33591" y="20574"/>
                </a:lnTo>
                <a:lnTo>
                  <a:pt x="33743" y="20675"/>
                </a:lnTo>
                <a:lnTo>
                  <a:pt x="34061" y="20866"/>
                </a:lnTo>
                <a:lnTo>
                  <a:pt x="34061" y="20002"/>
                </a:lnTo>
                <a:lnTo>
                  <a:pt x="33731" y="20421"/>
                </a:lnTo>
                <a:lnTo>
                  <a:pt x="33540" y="20320"/>
                </a:lnTo>
                <a:lnTo>
                  <a:pt x="33743" y="19812"/>
                </a:lnTo>
                <a:lnTo>
                  <a:pt x="34201" y="19812"/>
                </a:lnTo>
                <a:lnTo>
                  <a:pt x="34201" y="13893"/>
                </a:lnTo>
                <a:lnTo>
                  <a:pt x="34188" y="15113"/>
                </a:lnTo>
                <a:lnTo>
                  <a:pt x="34137" y="15367"/>
                </a:lnTo>
                <a:lnTo>
                  <a:pt x="33794" y="15113"/>
                </a:lnTo>
                <a:lnTo>
                  <a:pt x="34188" y="15113"/>
                </a:lnTo>
                <a:lnTo>
                  <a:pt x="34188" y="13893"/>
                </a:lnTo>
                <a:lnTo>
                  <a:pt x="34061" y="13919"/>
                </a:lnTo>
                <a:lnTo>
                  <a:pt x="34188" y="13462"/>
                </a:lnTo>
                <a:lnTo>
                  <a:pt x="34315" y="13462"/>
                </a:lnTo>
                <a:lnTo>
                  <a:pt x="34467" y="13462"/>
                </a:lnTo>
                <a:lnTo>
                  <a:pt x="34467" y="13335"/>
                </a:lnTo>
                <a:lnTo>
                  <a:pt x="34010" y="13322"/>
                </a:lnTo>
                <a:lnTo>
                  <a:pt x="34010" y="13931"/>
                </a:lnTo>
                <a:lnTo>
                  <a:pt x="33883" y="13970"/>
                </a:lnTo>
                <a:lnTo>
                  <a:pt x="33858" y="14097"/>
                </a:lnTo>
                <a:lnTo>
                  <a:pt x="33832" y="13868"/>
                </a:lnTo>
                <a:lnTo>
                  <a:pt x="33794" y="13462"/>
                </a:lnTo>
                <a:lnTo>
                  <a:pt x="33985" y="13462"/>
                </a:lnTo>
                <a:lnTo>
                  <a:pt x="33997" y="13804"/>
                </a:lnTo>
                <a:lnTo>
                  <a:pt x="34010" y="13931"/>
                </a:lnTo>
                <a:lnTo>
                  <a:pt x="34010" y="13322"/>
                </a:lnTo>
                <a:lnTo>
                  <a:pt x="33604" y="13271"/>
                </a:lnTo>
                <a:lnTo>
                  <a:pt x="33578" y="14605"/>
                </a:lnTo>
                <a:lnTo>
                  <a:pt x="33401" y="14732"/>
                </a:lnTo>
                <a:lnTo>
                  <a:pt x="33401" y="20447"/>
                </a:lnTo>
                <a:lnTo>
                  <a:pt x="33350" y="20650"/>
                </a:lnTo>
                <a:lnTo>
                  <a:pt x="32956" y="20447"/>
                </a:lnTo>
                <a:lnTo>
                  <a:pt x="33401" y="20447"/>
                </a:lnTo>
                <a:lnTo>
                  <a:pt x="33401" y="14732"/>
                </a:lnTo>
                <a:lnTo>
                  <a:pt x="33261" y="14820"/>
                </a:lnTo>
                <a:lnTo>
                  <a:pt x="33261" y="15621"/>
                </a:lnTo>
                <a:lnTo>
                  <a:pt x="33134" y="15621"/>
                </a:lnTo>
                <a:lnTo>
                  <a:pt x="33134" y="19812"/>
                </a:lnTo>
                <a:lnTo>
                  <a:pt x="32956" y="20053"/>
                </a:lnTo>
                <a:lnTo>
                  <a:pt x="32740" y="19939"/>
                </a:lnTo>
                <a:lnTo>
                  <a:pt x="32778" y="20307"/>
                </a:lnTo>
                <a:lnTo>
                  <a:pt x="32677" y="20447"/>
                </a:lnTo>
                <a:lnTo>
                  <a:pt x="32486" y="19812"/>
                </a:lnTo>
                <a:lnTo>
                  <a:pt x="32740" y="19812"/>
                </a:lnTo>
                <a:lnTo>
                  <a:pt x="33134" y="19812"/>
                </a:lnTo>
                <a:lnTo>
                  <a:pt x="33134" y="15621"/>
                </a:lnTo>
                <a:lnTo>
                  <a:pt x="32829" y="15621"/>
                </a:lnTo>
                <a:lnTo>
                  <a:pt x="32664" y="15621"/>
                </a:lnTo>
                <a:lnTo>
                  <a:pt x="32423" y="15621"/>
                </a:lnTo>
                <a:lnTo>
                  <a:pt x="32423" y="20955"/>
                </a:lnTo>
                <a:lnTo>
                  <a:pt x="32067" y="21031"/>
                </a:lnTo>
                <a:lnTo>
                  <a:pt x="32423" y="20955"/>
                </a:lnTo>
                <a:lnTo>
                  <a:pt x="32423" y="15621"/>
                </a:lnTo>
                <a:lnTo>
                  <a:pt x="32156" y="15621"/>
                </a:lnTo>
                <a:lnTo>
                  <a:pt x="32054" y="17272"/>
                </a:lnTo>
                <a:lnTo>
                  <a:pt x="31864" y="17272"/>
                </a:lnTo>
                <a:lnTo>
                  <a:pt x="31864" y="21082"/>
                </a:lnTo>
                <a:lnTo>
                  <a:pt x="31864" y="17272"/>
                </a:lnTo>
                <a:lnTo>
                  <a:pt x="31318" y="17272"/>
                </a:lnTo>
                <a:lnTo>
                  <a:pt x="31318" y="18288"/>
                </a:lnTo>
                <a:lnTo>
                  <a:pt x="31026" y="17780"/>
                </a:lnTo>
                <a:lnTo>
                  <a:pt x="31242" y="17780"/>
                </a:lnTo>
                <a:lnTo>
                  <a:pt x="31318" y="18288"/>
                </a:lnTo>
                <a:lnTo>
                  <a:pt x="31318" y="17272"/>
                </a:lnTo>
                <a:lnTo>
                  <a:pt x="30187" y="17272"/>
                </a:lnTo>
                <a:lnTo>
                  <a:pt x="30899" y="16675"/>
                </a:lnTo>
                <a:lnTo>
                  <a:pt x="32054" y="17272"/>
                </a:lnTo>
                <a:lnTo>
                  <a:pt x="32054" y="15582"/>
                </a:lnTo>
                <a:lnTo>
                  <a:pt x="31102" y="15113"/>
                </a:lnTo>
                <a:lnTo>
                  <a:pt x="30619" y="15113"/>
                </a:lnTo>
                <a:lnTo>
                  <a:pt x="31381" y="14605"/>
                </a:lnTo>
                <a:lnTo>
                  <a:pt x="31521" y="14605"/>
                </a:lnTo>
                <a:lnTo>
                  <a:pt x="31813" y="14605"/>
                </a:lnTo>
                <a:lnTo>
                  <a:pt x="31864" y="14897"/>
                </a:lnTo>
                <a:lnTo>
                  <a:pt x="31826" y="15074"/>
                </a:lnTo>
                <a:lnTo>
                  <a:pt x="31775" y="14846"/>
                </a:lnTo>
                <a:lnTo>
                  <a:pt x="31584" y="14706"/>
                </a:lnTo>
                <a:lnTo>
                  <a:pt x="31381" y="14935"/>
                </a:lnTo>
                <a:lnTo>
                  <a:pt x="31673" y="15227"/>
                </a:lnTo>
                <a:lnTo>
                  <a:pt x="32029" y="15189"/>
                </a:lnTo>
                <a:lnTo>
                  <a:pt x="32499" y="15354"/>
                </a:lnTo>
                <a:lnTo>
                  <a:pt x="32778" y="15455"/>
                </a:lnTo>
                <a:lnTo>
                  <a:pt x="33261" y="15621"/>
                </a:lnTo>
                <a:lnTo>
                  <a:pt x="33261" y="14820"/>
                </a:lnTo>
                <a:lnTo>
                  <a:pt x="32956" y="15024"/>
                </a:lnTo>
                <a:lnTo>
                  <a:pt x="32829" y="15113"/>
                </a:lnTo>
                <a:lnTo>
                  <a:pt x="32918" y="14947"/>
                </a:lnTo>
                <a:lnTo>
                  <a:pt x="33299" y="14782"/>
                </a:lnTo>
                <a:lnTo>
                  <a:pt x="33578" y="14605"/>
                </a:lnTo>
                <a:lnTo>
                  <a:pt x="33578" y="13258"/>
                </a:lnTo>
                <a:lnTo>
                  <a:pt x="33439" y="13208"/>
                </a:lnTo>
                <a:lnTo>
                  <a:pt x="33591" y="12954"/>
                </a:lnTo>
                <a:lnTo>
                  <a:pt x="33261" y="13157"/>
                </a:lnTo>
                <a:lnTo>
                  <a:pt x="33210" y="14097"/>
                </a:lnTo>
                <a:lnTo>
                  <a:pt x="32854" y="14097"/>
                </a:lnTo>
                <a:lnTo>
                  <a:pt x="32004" y="13830"/>
                </a:lnTo>
                <a:lnTo>
                  <a:pt x="32308" y="13462"/>
                </a:lnTo>
                <a:lnTo>
                  <a:pt x="32473" y="13462"/>
                </a:lnTo>
                <a:lnTo>
                  <a:pt x="33210" y="14097"/>
                </a:lnTo>
                <a:lnTo>
                  <a:pt x="33210" y="13144"/>
                </a:lnTo>
                <a:lnTo>
                  <a:pt x="32981" y="13055"/>
                </a:lnTo>
                <a:lnTo>
                  <a:pt x="32931" y="13195"/>
                </a:lnTo>
                <a:lnTo>
                  <a:pt x="32486" y="13144"/>
                </a:lnTo>
                <a:lnTo>
                  <a:pt x="32385" y="12954"/>
                </a:lnTo>
                <a:lnTo>
                  <a:pt x="32181" y="12522"/>
                </a:lnTo>
                <a:lnTo>
                  <a:pt x="33020" y="12941"/>
                </a:lnTo>
                <a:lnTo>
                  <a:pt x="32232" y="12446"/>
                </a:lnTo>
                <a:lnTo>
                  <a:pt x="33083" y="12446"/>
                </a:lnTo>
                <a:lnTo>
                  <a:pt x="33058" y="12268"/>
                </a:lnTo>
                <a:lnTo>
                  <a:pt x="33032" y="11938"/>
                </a:lnTo>
                <a:lnTo>
                  <a:pt x="33147" y="12293"/>
                </a:lnTo>
                <a:lnTo>
                  <a:pt x="33197" y="12446"/>
                </a:lnTo>
                <a:lnTo>
                  <a:pt x="33020" y="12941"/>
                </a:lnTo>
                <a:lnTo>
                  <a:pt x="33591" y="12954"/>
                </a:lnTo>
                <a:lnTo>
                  <a:pt x="34518" y="12954"/>
                </a:lnTo>
                <a:lnTo>
                  <a:pt x="34721" y="12446"/>
                </a:lnTo>
                <a:lnTo>
                  <a:pt x="35052" y="12954"/>
                </a:lnTo>
                <a:lnTo>
                  <a:pt x="35407" y="12954"/>
                </a:lnTo>
                <a:lnTo>
                  <a:pt x="35560" y="12954"/>
                </a:lnTo>
                <a:lnTo>
                  <a:pt x="35775" y="12954"/>
                </a:lnTo>
                <a:lnTo>
                  <a:pt x="35788" y="10261"/>
                </a:lnTo>
                <a:lnTo>
                  <a:pt x="35001" y="9918"/>
                </a:lnTo>
                <a:lnTo>
                  <a:pt x="35255" y="10287"/>
                </a:lnTo>
                <a:lnTo>
                  <a:pt x="35496" y="10287"/>
                </a:lnTo>
                <a:lnTo>
                  <a:pt x="35636" y="10922"/>
                </a:lnTo>
                <a:lnTo>
                  <a:pt x="34937" y="10922"/>
                </a:lnTo>
                <a:lnTo>
                  <a:pt x="34937" y="11430"/>
                </a:lnTo>
                <a:lnTo>
                  <a:pt x="34328" y="11684"/>
                </a:lnTo>
                <a:lnTo>
                  <a:pt x="34277" y="11430"/>
                </a:lnTo>
                <a:lnTo>
                  <a:pt x="34937" y="11430"/>
                </a:lnTo>
                <a:lnTo>
                  <a:pt x="34937" y="10922"/>
                </a:lnTo>
                <a:lnTo>
                  <a:pt x="34556" y="10541"/>
                </a:lnTo>
                <a:lnTo>
                  <a:pt x="34175" y="10655"/>
                </a:lnTo>
                <a:lnTo>
                  <a:pt x="34175" y="10922"/>
                </a:lnTo>
                <a:lnTo>
                  <a:pt x="34124" y="11074"/>
                </a:lnTo>
                <a:lnTo>
                  <a:pt x="34074" y="11239"/>
                </a:lnTo>
                <a:lnTo>
                  <a:pt x="34023" y="11430"/>
                </a:lnTo>
                <a:lnTo>
                  <a:pt x="34048" y="11252"/>
                </a:lnTo>
                <a:lnTo>
                  <a:pt x="34086" y="11074"/>
                </a:lnTo>
                <a:lnTo>
                  <a:pt x="34124" y="10922"/>
                </a:lnTo>
                <a:lnTo>
                  <a:pt x="34175" y="10655"/>
                </a:lnTo>
                <a:lnTo>
                  <a:pt x="33997" y="10693"/>
                </a:lnTo>
                <a:lnTo>
                  <a:pt x="33858" y="10426"/>
                </a:lnTo>
                <a:lnTo>
                  <a:pt x="33616" y="10795"/>
                </a:lnTo>
                <a:lnTo>
                  <a:pt x="33108" y="10922"/>
                </a:lnTo>
                <a:lnTo>
                  <a:pt x="33299" y="10922"/>
                </a:lnTo>
                <a:lnTo>
                  <a:pt x="33540" y="10922"/>
                </a:lnTo>
                <a:lnTo>
                  <a:pt x="33223" y="11239"/>
                </a:lnTo>
                <a:lnTo>
                  <a:pt x="33261" y="11074"/>
                </a:lnTo>
                <a:lnTo>
                  <a:pt x="32702" y="11379"/>
                </a:lnTo>
                <a:lnTo>
                  <a:pt x="31915" y="11430"/>
                </a:lnTo>
                <a:lnTo>
                  <a:pt x="32219" y="11176"/>
                </a:lnTo>
                <a:lnTo>
                  <a:pt x="32524" y="10922"/>
                </a:lnTo>
                <a:lnTo>
                  <a:pt x="32092" y="10922"/>
                </a:lnTo>
                <a:lnTo>
                  <a:pt x="32334" y="10287"/>
                </a:lnTo>
                <a:lnTo>
                  <a:pt x="32118" y="10287"/>
                </a:lnTo>
                <a:lnTo>
                  <a:pt x="31597" y="10922"/>
                </a:lnTo>
                <a:lnTo>
                  <a:pt x="31724" y="11176"/>
                </a:lnTo>
                <a:lnTo>
                  <a:pt x="31902" y="11430"/>
                </a:lnTo>
                <a:lnTo>
                  <a:pt x="31940" y="11811"/>
                </a:lnTo>
                <a:lnTo>
                  <a:pt x="32258" y="11874"/>
                </a:lnTo>
                <a:lnTo>
                  <a:pt x="32842" y="11430"/>
                </a:lnTo>
                <a:lnTo>
                  <a:pt x="32905" y="11430"/>
                </a:lnTo>
                <a:lnTo>
                  <a:pt x="33870" y="11430"/>
                </a:lnTo>
                <a:lnTo>
                  <a:pt x="33655" y="11823"/>
                </a:lnTo>
                <a:lnTo>
                  <a:pt x="33528" y="11430"/>
                </a:lnTo>
                <a:lnTo>
                  <a:pt x="33274" y="11785"/>
                </a:lnTo>
                <a:lnTo>
                  <a:pt x="33299" y="11430"/>
                </a:lnTo>
                <a:lnTo>
                  <a:pt x="33147" y="11722"/>
                </a:lnTo>
                <a:lnTo>
                  <a:pt x="32905" y="11430"/>
                </a:lnTo>
                <a:lnTo>
                  <a:pt x="32905" y="11938"/>
                </a:lnTo>
                <a:lnTo>
                  <a:pt x="32639" y="11938"/>
                </a:lnTo>
                <a:lnTo>
                  <a:pt x="32397" y="11938"/>
                </a:lnTo>
                <a:lnTo>
                  <a:pt x="32181" y="12001"/>
                </a:lnTo>
                <a:lnTo>
                  <a:pt x="32029" y="11938"/>
                </a:lnTo>
                <a:lnTo>
                  <a:pt x="32029" y="12446"/>
                </a:lnTo>
                <a:lnTo>
                  <a:pt x="31788" y="12814"/>
                </a:lnTo>
                <a:lnTo>
                  <a:pt x="31724" y="12446"/>
                </a:lnTo>
                <a:lnTo>
                  <a:pt x="32029" y="12446"/>
                </a:lnTo>
                <a:lnTo>
                  <a:pt x="32029" y="11938"/>
                </a:lnTo>
                <a:lnTo>
                  <a:pt x="31610" y="11938"/>
                </a:lnTo>
                <a:lnTo>
                  <a:pt x="31559" y="12179"/>
                </a:lnTo>
                <a:lnTo>
                  <a:pt x="31559" y="11963"/>
                </a:lnTo>
                <a:lnTo>
                  <a:pt x="31318" y="12014"/>
                </a:lnTo>
                <a:lnTo>
                  <a:pt x="31318" y="14097"/>
                </a:lnTo>
                <a:lnTo>
                  <a:pt x="31089" y="14249"/>
                </a:lnTo>
                <a:lnTo>
                  <a:pt x="30924" y="14097"/>
                </a:lnTo>
                <a:lnTo>
                  <a:pt x="30886" y="14363"/>
                </a:lnTo>
                <a:lnTo>
                  <a:pt x="30924" y="14097"/>
                </a:lnTo>
                <a:lnTo>
                  <a:pt x="31318" y="14097"/>
                </a:lnTo>
                <a:lnTo>
                  <a:pt x="31318" y="12014"/>
                </a:lnTo>
                <a:lnTo>
                  <a:pt x="31305" y="13601"/>
                </a:lnTo>
                <a:lnTo>
                  <a:pt x="30886" y="13462"/>
                </a:lnTo>
                <a:lnTo>
                  <a:pt x="31267" y="13462"/>
                </a:lnTo>
                <a:lnTo>
                  <a:pt x="31305" y="13601"/>
                </a:lnTo>
                <a:lnTo>
                  <a:pt x="31305" y="12014"/>
                </a:lnTo>
                <a:lnTo>
                  <a:pt x="31292" y="12954"/>
                </a:lnTo>
                <a:lnTo>
                  <a:pt x="30886" y="12954"/>
                </a:lnTo>
                <a:lnTo>
                  <a:pt x="31242" y="12954"/>
                </a:lnTo>
                <a:lnTo>
                  <a:pt x="31292" y="12014"/>
                </a:lnTo>
                <a:lnTo>
                  <a:pt x="31127" y="12052"/>
                </a:lnTo>
                <a:lnTo>
                  <a:pt x="30835" y="11938"/>
                </a:lnTo>
                <a:lnTo>
                  <a:pt x="30797" y="12115"/>
                </a:lnTo>
                <a:lnTo>
                  <a:pt x="30810" y="11938"/>
                </a:lnTo>
                <a:lnTo>
                  <a:pt x="31153" y="11734"/>
                </a:lnTo>
                <a:lnTo>
                  <a:pt x="30645" y="11938"/>
                </a:lnTo>
                <a:lnTo>
                  <a:pt x="30607" y="14097"/>
                </a:lnTo>
                <a:lnTo>
                  <a:pt x="30594" y="14554"/>
                </a:lnTo>
                <a:lnTo>
                  <a:pt x="29781" y="14224"/>
                </a:lnTo>
                <a:lnTo>
                  <a:pt x="29718" y="14401"/>
                </a:lnTo>
                <a:lnTo>
                  <a:pt x="29667" y="14605"/>
                </a:lnTo>
                <a:lnTo>
                  <a:pt x="29806" y="15113"/>
                </a:lnTo>
                <a:lnTo>
                  <a:pt x="29591" y="15113"/>
                </a:lnTo>
                <a:lnTo>
                  <a:pt x="29514" y="15328"/>
                </a:lnTo>
                <a:lnTo>
                  <a:pt x="29464" y="15506"/>
                </a:lnTo>
                <a:lnTo>
                  <a:pt x="29641" y="15621"/>
                </a:lnTo>
                <a:lnTo>
                  <a:pt x="29387" y="15875"/>
                </a:lnTo>
                <a:lnTo>
                  <a:pt x="29425" y="15621"/>
                </a:lnTo>
                <a:lnTo>
                  <a:pt x="29146" y="15303"/>
                </a:lnTo>
                <a:lnTo>
                  <a:pt x="29146" y="15621"/>
                </a:lnTo>
                <a:lnTo>
                  <a:pt x="29121" y="16129"/>
                </a:lnTo>
                <a:lnTo>
                  <a:pt x="28854" y="16383"/>
                </a:lnTo>
                <a:lnTo>
                  <a:pt x="28600" y="16637"/>
                </a:lnTo>
                <a:lnTo>
                  <a:pt x="28854" y="16383"/>
                </a:lnTo>
                <a:lnTo>
                  <a:pt x="29108" y="16129"/>
                </a:lnTo>
                <a:lnTo>
                  <a:pt x="29121" y="15621"/>
                </a:lnTo>
                <a:lnTo>
                  <a:pt x="28943" y="15367"/>
                </a:lnTo>
                <a:lnTo>
                  <a:pt x="29146" y="15621"/>
                </a:lnTo>
                <a:lnTo>
                  <a:pt x="29146" y="15303"/>
                </a:lnTo>
                <a:lnTo>
                  <a:pt x="28892" y="15113"/>
                </a:lnTo>
                <a:lnTo>
                  <a:pt x="28867" y="15621"/>
                </a:lnTo>
                <a:lnTo>
                  <a:pt x="28524" y="16129"/>
                </a:lnTo>
                <a:lnTo>
                  <a:pt x="28867" y="15621"/>
                </a:lnTo>
                <a:lnTo>
                  <a:pt x="28867" y="15113"/>
                </a:lnTo>
                <a:lnTo>
                  <a:pt x="28714" y="14795"/>
                </a:lnTo>
                <a:lnTo>
                  <a:pt x="28714" y="15113"/>
                </a:lnTo>
                <a:lnTo>
                  <a:pt x="28473" y="15113"/>
                </a:lnTo>
                <a:lnTo>
                  <a:pt x="28333" y="15113"/>
                </a:lnTo>
                <a:lnTo>
                  <a:pt x="27635" y="15621"/>
                </a:lnTo>
                <a:lnTo>
                  <a:pt x="28295" y="15227"/>
                </a:lnTo>
                <a:lnTo>
                  <a:pt x="28194" y="15405"/>
                </a:lnTo>
                <a:lnTo>
                  <a:pt x="28194" y="18288"/>
                </a:lnTo>
                <a:lnTo>
                  <a:pt x="28067" y="18326"/>
                </a:lnTo>
                <a:lnTo>
                  <a:pt x="28067" y="19812"/>
                </a:lnTo>
                <a:lnTo>
                  <a:pt x="28003" y="20447"/>
                </a:lnTo>
                <a:lnTo>
                  <a:pt x="27673" y="20447"/>
                </a:lnTo>
                <a:lnTo>
                  <a:pt x="27749" y="19812"/>
                </a:lnTo>
                <a:lnTo>
                  <a:pt x="28067" y="19812"/>
                </a:lnTo>
                <a:lnTo>
                  <a:pt x="28067" y="18326"/>
                </a:lnTo>
                <a:lnTo>
                  <a:pt x="27825" y="18389"/>
                </a:lnTo>
                <a:lnTo>
                  <a:pt x="27825" y="19304"/>
                </a:lnTo>
                <a:lnTo>
                  <a:pt x="27787" y="19558"/>
                </a:lnTo>
                <a:lnTo>
                  <a:pt x="27635" y="19532"/>
                </a:lnTo>
                <a:lnTo>
                  <a:pt x="27673" y="19304"/>
                </a:lnTo>
                <a:lnTo>
                  <a:pt x="27825" y="19304"/>
                </a:lnTo>
                <a:lnTo>
                  <a:pt x="27825" y="18389"/>
                </a:lnTo>
                <a:lnTo>
                  <a:pt x="27800" y="18796"/>
                </a:lnTo>
                <a:lnTo>
                  <a:pt x="27622" y="19304"/>
                </a:lnTo>
                <a:lnTo>
                  <a:pt x="27406" y="18796"/>
                </a:lnTo>
                <a:lnTo>
                  <a:pt x="27571" y="18796"/>
                </a:lnTo>
                <a:lnTo>
                  <a:pt x="27800" y="18796"/>
                </a:lnTo>
                <a:lnTo>
                  <a:pt x="27800" y="18402"/>
                </a:lnTo>
                <a:lnTo>
                  <a:pt x="27406" y="18478"/>
                </a:lnTo>
                <a:lnTo>
                  <a:pt x="27317" y="18313"/>
                </a:lnTo>
                <a:lnTo>
                  <a:pt x="27343" y="18491"/>
                </a:lnTo>
                <a:lnTo>
                  <a:pt x="27279" y="18300"/>
                </a:lnTo>
                <a:lnTo>
                  <a:pt x="27457" y="18288"/>
                </a:lnTo>
                <a:lnTo>
                  <a:pt x="27914" y="17780"/>
                </a:lnTo>
                <a:lnTo>
                  <a:pt x="28194" y="18288"/>
                </a:lnTo>
                <a:lnTo>
                  <a:pt x="28194" y="15405"/>
                </a:lnTo>
                <a:lnTo>
                  <a:pt x="28067" y="15621"/>
                </a:lnTo>
                <a:lnTo>
                  <a:pt x="27635" y="15621"/>
                </a:lnTo>
                <a:lnTo>
                  <a:pt x="27254" y="15621"/>
                </a:lnTo>
                <a:lnTo>
                  <a:pt x="27254" y="17780"/>
                </a:lnTo>
                <a:lnTo>
                  <a:pt x="27216" y="18351"/>
                </a:lnTo>
                <a:lnTo>
                  <a:pt x="27076" y="18529"/>
                </a:lnTo>
                <a:lnTo>
                  <a:pt x="26987" y="19304"/>
                </a:lnTo>
                <a:lnTo>
                  <a:pt x="26835" y="19342"/>
                </a:lnTo>
                <a:lnTo>
                  <a:pt x="26479" y="19545"/>
                </a:lnTo>
                <a:lnTo>
                  <a:pt x="26479" y="19304"/>
                </a:lnTo>
                <a:lnTo>
                  <a:pt x="26720" y="19304"/>
                </a:lnTo>
                <a:lnTo>
                  <a:pt x="26898" y="19304"/>
                </a:lnTo>
                <a:lnTo>
                  <a:pt x="26987" y="18580"/>
                </a:lnTo>
                <a:lnTo>
                  <a:pt x="27216" y="18351"/>
                </a:lnTo>
                <a:lnTo>
                  <a:pt x="27216" y="17818"/>
                </a:lnTo>
                <a:lnTo>
                  <a:pt x="27051" y="17780"/>
                </a:lnTo>
                <a:lnTo>
                  <a:pt x="27254" y="17780"/>
                </a:lnTo>
                <a:lnTo>
                  <a:pt x="27254" y="15621"/>
                </a:lnTo>
                <a:lnTo>
                  <a:pt x="27089" y="15621"/>
                </a:lnTo>
                <a:lnTo>
                  <a:pt x="26682" y="15494"/>
                </a:lnTo>
                <a:lnTo>
                  <a:pt x="26911" y="15113"/>
                </a:lnTo>
                <a:lnTo>
                  <a:pt x="27279" y="15113"/>
                </a:lnTo>
                <a:lnTo>
                  <a:pt x="28105" y="15113"/>
                </a:lnTo>
                <a:lnTo>
                  <a:pt x="28371" y="14605"/>
                </a:lnTo>
                <a:lnTo>
                  <a:pt x="28714" y="15113"/>
                </a:lnTo>
                <a:lnTo>
                  <a:pt x="28714" y="14795"/>
                </a:lnTo>
                <a:lnTo>
                  <a:pt x="28638" y="14605"/>
                </a:lnTo>
                <a:lnTo>
                  <a:pt x="28867" y="14605"/>
                </a:lnTo>
                <a:lnTo>
                  <a:pt x="28892" y="15113"/>
                </a:lnTo>
                <a:lnTo>
                  <a:pt x="29438" y="15494"/>
                </a:lnTo>
                <a:lnTo>
                  <a:pt x="29464" y="15303"/>
                </a:lnTo>
                <a:lnTo>
                  <a:pt x="29502" y="15113"/>
                </a:lnTo>
                <a:lnTo>
                  <a:pt x="29235" y="14605"/>
                </a:lnTo>
                <a:lnTo>
                  <a:pt x="29260" y="15113"/>
                </a:lnTo>
                <a:lnTo>
                  <a:pt x="29133" y="15113"/>
                </a:lnTo>
                <a:lnTo>
                  <a:pt x="29184" y="14605"/>
                </a:lnTo>
                <a:lnTo>
                  <a:pt x="29222" y="14224"/>
                </a:lnTo>
                <a:lnTo>
                  <a:pt x="29235" y="14097"/>
                </a:lnTo>
                <a:lnTo>
                  <a:pt x="29235" y="14224"/>
                </a:lnTo>
                <a:lnTo>
                  <a:pt x="29235" y="14605"/>
                </a:lnTo>
                <a:lnTo>
                  <a:pt x="29667" y="14605"/>
                </a:lnTo>
                <a:lnTo>
                  <a:pt x="29578" y="14351"/>
                </a:lnTo>
                <a:lnTo>
                  <a:pt x="29514" y="14097"/>
                </a:lnTo>
                <a:lnTo>
                  <a:pt x="29794" y="14097"/>
                </a:lnTo>
                <a:lnTo>
                  <a:pt x="30594" y="14554"/>
                </a:lnTo>
                <a:lnTo>
                  <a:pt x="30594" y="14097"/>
                </a:lnTo>
                <a:lnTo>
                  <a:pt x="30467" y="14097"/>
                </a:lnTo>
                <a:lnTo>
                  <a:pt x="30353" y="13970"/>
                </a:lnTo>
                <a:lnTo>
                  <a:pt x="30327" y="14097"/>
                </a:lnTo>
                <a:lnTo>
                  <a:pt x="30086" y="14097"/>
                </a:lnTo>
                <a:lnTo>
                  <a:pt x="30251" y="13868"/>
                </a:lnTo>
                <a:lnTo>
                  <a:pt x="29908" y="13462"/>
                </a:lnTo>
                <a:lnTo>
                  <a:pt x="29565" y="13462"/>
                </a:lnTo>
                <a:lnTo>
                  <a:pt x="29616" y="13208"/>
                </a:lnTo>
                <a:lnTo>
                  <a:pt x="29667" y="12954"/>
                </a:lnTo>
                <a:lnTo>
                  <a:pt x="29756" y="12446"/>
                </a:lnTo>
                <a:lnTo>
                  <a:pt x="29908" y="12725"/>
                </a:lnTo>
                <a:lnTo>
                  <a:pt x="30022" y="12484"/>
                </a:lnTo>
                <a:lnTo>
                  <a:pt x="30289" y="12446"/>
                </a:lnTo>
                <a:lnTo>
                  <a:pt x="30378" y="12954"/>
                </a:lnTo>
                <a:lnTo>
                  <a:pt x="30022" y="12484"/>
                </a:lnTo>
                <a:lnTo>
                  <a:pt x="30035" y="12954"/>
                </a:lnTo>
                <a:lnTo>
                  <a:pt x="30060" y="13462"/>
                </a:lnTo>
                <a:lnTo>
                  <a:pt x="30251" y="13462"/>
                </a:lnTo>
                <a:lnTo>
                  <a:pt x="30365" y="13690"/>
                </a:lnTo>
                <a:lnTo>
                  <a:pt x="30607" y="14097"/>
                </a:lnTo>
                <a:lnTo>
                  <a:pt x="30607" y="11950"/>
                </a:lnTo>
                <a:lnTo>
                  <a:pt x="30454" y="12192"/>
                </a:lnTo>
                <a:lnTo>
                  <a:pt x="30530" y="11976"/>
                </a:lnTo>
                <a:lnTo>
                  <a:pt x="30302" y="12039"/>
                </a:lnTo>
                <a:lnTo>
                  <a:pt x="30022" y="11938"/>
                </a:lnTo>
                <a:lnTo>
                  <a:pt x="29883" y="11836"/>
                </a:lnTo>
                <a:lnTo>
                  <a:pt x="29819" y="12166"/>
                </a:lnTo>
                <a:lnTo>
                  <a:pt x="29883" y="11938"/>
                </a:lnTo>
                <a:lnTo>
                  <a:pt x="29527" y="11557"/>
                </a:lnTo>
                <a:lnTo>
                  <a:pt x="29527" y="12052"/>
                </a:lnTo>
                <a:lnTo>
                  <a:pt x="29464" y="12280"/>
                </a:lnTo>
                <a:lnTo>
                  <a:pt x="29502" y="12001"/>
                </a:lnTo>
                <a:lnTo>
                  <a:pt x="29527" y="11557"/>
                </a:lnTo>
                <a:lnTo>
                  <a:pt x="29489" y="11938"/>
                </a:lnTo>
                <a:lnTo>
                  <a:pt x="29286" y="12115"/>
                </a:lnTo>
                <a:lnTo>
                  <a:pt x="29171" y="11938"/>
                </a:lnTo>
                <a:lnTo>
                  <a:pt x="28917" y="11836"/>
                </a:lnTo>
                <a:lnTo>
                  <a:pt x="29083" y="11430"/>
                </a:lnTo>
                <a:lnTo>
                  <a:pt x="28905" y="11645"/>
                </a:lnTo>
                <a:lnTo>
                  <a:pt x="28905" y="11938"/>
                </a:lnTo>
                <a:lnTo>
                  <a:pt x="28829" y="12065"/>
                </a:lnTo>
                <a:lnTo>
                  <a:pt x="28879" y="11938"/>
                </a:lnTo>
                <a:lnTo>
                  <a:pt x="28905" y="11645"/>
                </a:lnTo>
                <a:lnTo>
                  <a:pt x="28790" y="11772"/>
                </a:lnTo>
                <a:lnTo>
                  <a:pt x="28638" y="11709"/>
                </a:lnTo>
                <a:lnTo>
                  <a:pt x="28511" y="11938"/>
                </a:lnTo>
                <a:lnTo>
                  <a:pt x="28651" y="11938"/>
                </a:lnTo>
                <a:lnTo>
                  <a:pt x="28168" y="12293"/>
                </a:lnTo>
                <a:lnTo>
                  <a:pt x="27584" y="12192"/>
                </a:lnTo>
                <a:lnTo>
                  <a:pt x="27584" y="11938"/>
                </a:lnTo>
                <a:lnTo>
                  <a:pt x="26822" y="11938"/>
                </a:lnTo>
                <a:lnTo>
                  <a:pt x="26847" y="12077"/>
                </a:lnTo>
                <a:lnTo>
                  <a:pt x="26657" y="12039"/>
                </a:lnTo>
                <a:lnTo>
                  <a:pt x="26606" y="12192"/>
                </a:lnTo>
                <a:lnTo>
                  <a:pt x="26416" y="12001"/>
                </a:lnTo>
                <a:lnTo>
                  <a:pt x="26187" y="12446"/>
                </a:lnTo>
                <a:lnTo>
                  <a:pt x="27965" y="12446"/>
                </a:lnTo>
                <a:lnTo>
                  <a:pt x="27584" y="12700"/>
                </a:lnTo>
                <a:lnTo>
                  <a:pt x="27584" y="12446"/>
                </a:lnTo>
                <a:lnTo>
                  <a:pt x="27063" y="12585"/>
                </a:lnTo>
                <a:lnTo>
                  <a:pt x="27063" y="13462"/>
                </a:lnTo>
                <a:lnTo>
                  <a:pt x="26962" y="13665"/>
                </a:lnTo>
                <a:lnTo>
                  <a:pt x="26924" y="13462"/>
                </a:lnTo>
                <a:lnTo>
                  <a:pt x="27063" y="13462"/>
                </a:lnTo>
                <a:lnTo>
                  <a:pt x="27063" y="12585"/>
                </a:lnTo>
                <a:lnTo>
                  <a:pt x="26543" y="12712"/>
                </a:lnTo>
                <a:lnTo>
                  <a:pt x="26492" y="12446"/>
                </a:lnTo>
                <a:lnTo>
                  <a:pt x="25755" y="12903"/>
                </a:lnTo>
                <a:lnTo>
                  <a:pt x="25514" y="12954"/>
                </a:lnTo>
                <a:lnTo>
                  <a:pt x="25666" y="12954"/>
                </a:lnTo>
                <a:lnTo>
                  <a:pt x="26162" y="12954"/>
                </a:lnTo>
                <a:lnTo>
                  <a:pt x="26149" y="13208"/>
                </a:lnTo>
                <a:lnTo>
                  <a:pt x="26136" y="13462"/>
                </a:lnTo>
                <a:lnTo>
                  <a:pt x="25679" y="13462"/>
                </a:lnTo>
                <a:lnTo>
                  <a:pt x="25336" y="13462"/>
                </a:lnTo>
                <a:lnTo>
                  <a:pt x="25781" y="13970"/>
                </a:lnTo>
                <a:lnTo>
                  <a:pt x="26123" y="13601"/>
                </a:lnTo>
                <a:lnTo>
                  <a:pt x="26111" y="14097"/>
                </a:lnTo>
                <a:lnTo>
                  <a:pt x="26250" y="14097"/>
                </a:lnTo>
                <a:lnTo>
                  <a:pt x="26339" y="14351"/>
                </a:lnTo>
                <a:lnTo>
                  <a:pt x="26441" y="14097"/>
                </a:lnTo>
                <a:lnTo>
                  <a:pt x="26746" y="14097"/>
                </a:lnTo>
                <a:lnTo>
                  <a:pt x="26339" y="14363"/>
                </a:lnTo>
                <a:lnTo>
                  <a:pt x="26416" y="14605"/>
                </a:lnTo>
                <a:lnTo>
                  <a:pt x="26657" y="14605"/>
                </a:lnTo>
                <a:lnTo>
                  <a:pt x="27279" y="14605"/>
                </a:lnTo>
                <a:lnTo>
                  <a:pt x="27012" y="15036"/>
                </a:lnTo>
                <a:lnTo>
                  <a:pt x="26746" y="14947"/>
                </a:lnTo>
                <a:lnTo>
                  <a:pt x="26657" y="14605"/>
                </a:lnTo>
                <a:lnTo>
                  <a:pt x="26593" y="14770"/>
                </a:lnTo>
                <a:lnTo>
                  <a:pt x="26593" y="18796"/>
                </a:lnTo>
                <a:lnTo>
                  <a:pt x="26200" y="18948"/>
                </a:lnTo>
                <a:lnTo>
                  <a:pt x="26200" y="20447"/>
                </a:lnTo>
                <a:lnTo>
                  <a:pt x="25933" y="20751"/>
                </a:lnTo>
                <a:lnTo>
                  <a:pt x="25552" y="20447"/>
                </a:lnTo>
                <a:lnTo>
                  <a:pt x="26073" y="20447"/>
                </a:lnTo>
                <a:lnTo>
                  <a:pt x="26200" y="20447"/>
                </a:lnTo>
                <a:lnTo>
                  <a:pt x="26200" y="18948"/>
                </a:lnTo>
                <a:lnTo>
                  <a:pt x="25882" y="19050"/>
                </a:lnTo>
                <a:lnTo>
                  <a:pt x="26047" y="18796"/>
                </a:lnTo>
                <a:lnTo>
                  <a:pt x="25819" y="18516"/>
                </a:lnTo>
                <a:lnTo>
                  <a:pt x="25654" y="18288"/>
                </a:lnTo>
                <a:lnTo>
                  <a:pt x="25679" y="18529"/>
                </a:lnTo>
                <a:lnTo>
                  <a:pt x="25730" y="18796"/>
                </a:lnTo>
                <a:lnTo>
                  <a:pt x="25615" y="18542"/>
                </a:lnTo>
                <a:lnTo>
                  <a:pt x="25527" y="18288"/>
                </a:lnTo>
                <a:lnTo>
                  <a:pt x="25654" y="18288"/>
                </a:lnTo>
                <a:lnTo>
                  <a:pt x="25781" y="18288"/>
                </a:lnTo>
                <a:lnTo>
                  <a:pt x="26250" y="18288"/>
                </a:lnTo>
                <a:lnTo>
                  <a:pt x="26327" y="18415"/>
                </a:lnTo>
                <a:lnTo>
                  <a:pt x="26517" y="18694"/>
                </a:lnTo>
                <a:lnTo>
                  <a:pt x="26085" y="18796"/>
                </a:lnTo>
                <a:lnTo>
                  <a:pt x="26593" y="18796"/>
                </a:lnTo>
                <a:lnTo>
                  <a:pt x="26593" y="14770"/>
                </a:lnTo>
                <a:lnTo>
                  <a:pt x="26238" y="14605"/>
                </a:lnTo>
                <a:lnTo>
                  <a:pt x="26327" y="14363"/>
                </a:lnTo>
                <a:lnTo>
                  <a:pt x="25933" y="14605"/>
                </a:lnTo>
                <a:lnTo>
                  <a:pt x="26009" y="15113"/>
                </a:lnTo>
                <a:lnTo>
                  <a:pt x="26555" y="15113"/>
                </a:lnTo>
                <a:lnTo>
                  <a:pt x="26428" y="15113"/>
                </a:lnTo>
                <a:lnTo>
                  <a:pt x="26149" y="15303"/>
                </a:lnTo>
                <a:lnTo>
                  <a:pt x="26035" y="15113"/>
                </a:lnTo>
                <a:lnTo>
                  <a:pt x="26022" y="15265"/>
                </a:lnTo>
                <a:lnTo>
                  <a:pt x="26022" y="17272"/>
                </a:lnTo>
                <a:lnTo>
                  <a:pt x="25387" y="17335"/>
                </a:lnTo>
                <a:lnTo>
                  <a:pt x="25285" y="19265"/>
                </a:lnTo>
                <a:lnTo>
                  <a:pt x="25057" y="18796"/>
                </a:lnTo>
                <a:lnTo>
                  <a:pt x="24904" y="18669"/>
                </a:lnTo>
                <a:lnTo>
                  <a:pt x="24790" y="18288"/>
                </a:lnTo>
                <a:lnTo>
                  <a:pt x="24307" y="18694"/>
                </a:lnTo>
                <a:lnTo>
                  <a:pt x="24269" y="18288"/>
                </a:lnTo>
                <a:lnTo>
                  <a:pt x="23914" y="18529"/>
                </a:lnTo>
                <a:lnTo>
                  <a:pt x="23609" y="18326"/>
                </a:lnTo>
                <a:lnTo>
                  <a:pt x="23368" y="18300"/>
                </a:lnTo>
                <a:lnTo>
                  <a:pt x="22936" y="18745"/>
                </a:lnTo>
                <a:lnTo>
                  <a:pt x="22834" y="18542"/>
                </a:lnTo>
                <a:lnTo>
                  <a:pt x="22758" y="18415"/>
                </a:lnTo>
                <a:lnTo>
                  <a:pt x="22694" y="18288"/>
                </a:lnTo>
                <a:lnTo>
                  <a:pt x="22339" y="18288"/>
                </a:lnTo>
                <a:lnTo>
                  <a:pt x="22098" y="18542"/>
                </a:lnTo>
                <a:lnTo>
                  <a:pt x="21958" y="18288"/>
                </a:lnTo>
                <a:lnTo>
                  <a:pt x="21780" y="18478"/>
                </a:lnTo>
                <a:lnTo>
                  <a:pt x="21780" y="19304"/>
                </a:lnTo>
                <a:lnTo>
                  <a:pt x="21742" y="19431"/>
                </a:lnTo>
                <a:lnTo>
                  <a:pt x="21602" y="19304"/>
                </a:lnTo>
                <a:lnTo>
                  <a:pt x="21780" y="19304"/>
                </a:lnTo>
                <a:lnTo>
                  <a:pt x="21780" y="18478"/>
                </a:lnTo>
                <a:lnTo>
                  <a:pt x="21475" y="18796"/>
                </a:lnTo>
                <a:lnTo>
                  <a:pt x="21844" y="18288"/>
                </a:lnTo>
                <a:lnTo>
                  <a:pt x="21691" y="17780"/>
                </a:lnTo>
                <a:lnTo>
                  <a:pt x="22860" y="17780"/>
                </a:lnTo>
                <a:lnTo>
                  <a:pt x="22809" y="17919"/>
                </a:lnTo>
                <a:lnTo>
                  <a:pt x="23114" y="17780"/>
                </a:lnTo>
                <a:lnTo>
                  <a:pt x="23291" y="17780"/>
                </a:lnTo>
                <a:lnTo>
                  <a:pt x="23939" y="17780"/>
                </a:lnTo>
                <a:lnTo>
                  <a:pt x="23812" y="18084"/>
                </a:lnTo>
                <a:lnTo>
                  <a:pt x="23520" y="17957"/>
                </a:lnTo>
                <a:lnTo>
                  <a:pt x="23177" y="17780"/>
                </a:lnTo>
                <a:lnTo>
                  <a:pt x="22707" y="18288"/>
                </a:lnTo>
                <a:lnTo>
                  <a:pt x="22936" y="18288"/>
                </a:lnTo>
                <a:lnTo>
                  <a:pt x="23342" y="18288"/>
                </a:lnTo>
                <a:lnTo>
                  <a:pt x="23380" y="18288"/>
                </a:lnTo>
                <a:lnTo>
                  <a:pt x="24244" y="18288"/>
                </a:lnTo>
                <a:lnTo>
                  <a:pt x="23901" y="18135"/>
                </a:lnTo>
                <a:lnTo>
                  <a:pt x="24282" y="17792"/>
                </a:lnTo>
                <a:lnTo>
                  <a:pt x="24472" y="17780"/>
                </a:lnTo>
                <a:lnTo>
                  <a:pt x="24676" y="18288"/>
                </a:lnTo>
                <a:lnTo>
                  <a:pt x="24853" y="18288"/>
                </a:lnTo>
                <a:lnTo>
                  <a:pt x="25006" y="18656"/>
                </a:lnTo>
                <a:lnTo>
                  <a:pt x="25082" y="18796"/>
                </a:lnTo>
                <a:lnTo>
                  <a:pt x="25285" y="19265"/>
                </a:lnTo>
                <a:lnTo>
                  <a:pt x="25285" y="17259"/>
                </a:lnTo>
                <a:lnTo>
                  <a:pt x="24980" y="17030"/>
                </a:lnTo>
                <a:lnTo>
                  <a:pt x="24980" y="17780"/>
                </a:lnTo>
                <a:lnTo>
                  <a:pt x="24917" y="18008"/>
                </a:lnTo>
                <a:lnTo>
                  <a:pt x="24980" y="17780"/>
                </a:lnTo>
                <a:lnTo>
                  <a:pt x="24980" y="17030"/>
                </a:lnTo>
                <a:lnTo>
                  <a:pt x="24815" y="16903"/>
                </a:lnTo>
                <a:lnTo>
                  <a:pt x="24612" y="17272"/>
                </a:lnTo>
                <a:lnTo>
                  <a:pt x="24815" y="17272"/>
                </a:lnTo>
                <a:lnTo>
                  <a:pt x="24549" y="17399"/>
                </a:lnTo>
                <a:lnTo>
                  <a:pt x="24307" y="17424"/>
                </a:lnTo>
                <a:lnTo>
                  <a:pt x="24244" y="17272"/>
                </a:lnTo>
                <a:lnTo>
                  <a:pt x="24345" y="16637"/>
                </a:lnTo>
                <a:lnTo>
                  <a:pt x="24485" y="16637"/>
                </a:lnTo>
                <a:lnTo>
                  <a:pt x="24955" y="16637"/>
                </a:lnTo>
                <a:lnTo>
                  <a:pt x="25387" y="16637"/>
                </a:lnTo>
                <a:lnTo>
                  <a:pt x="25742" y="17272"/>
                </a:lnTo>
                <a:lnTo>
                  <a:pt x="26022" y="17272"/>
                </a:lnTo>
                <a:lnTo>
                  <a:pt x="26022" y="15265"/>
                </a:lnTo>
                <a:lnTo>
                  <a:pt x="25831" y="15455"/>
                </a:lnTo>
                <a:lnTo>
                  <a:pt x="25755" y="15278"/>
                </a:lnTo>
                <a:lnTo>
                  <a:pt x="25996" y="15379"/>
                </a:lnTo>
                <a:lnTo>
                  <a:pt x="25793" y="15189"/>
                </a:lnTo>
                <a:lnTo>
                  <a:pt x="25615" y="15113"/>
                </a:lnTo>
                <a:lnTo>
                  <a:pt x="25654" y="15240"/>
                </a:lnTo>
                <a:lnTo>
                  <a:pt x="25539" y="15887"/>
                </a:lnTo>
                <a:lnTo>
                  <a:pt x="25184" y="15748"/>
                </a:lnTo>
                <a:lnTo>
                  <a:pt x="25019" y="16078"/>
                </a:lnTo>
                <a:lnTo>
                  <a:pt x="24917" y="15659"/>
                </a:lnTo>
                <a:lnTo>
                  <a:pt x="24828" y="15621"/>
                </a:lnTo>
                <a:lnTo>
                  <a:pt x="25488" y="15621"/>
                </a:lnTo>
                <a:lnTo>
                  <a:pt x="25539" y="15887"/>
                </a:lnTo>
                <a:lnTo>
                  <a:pt x="25539" y="15252"/>
                </a:lnTo>
                <a:lnTo>
                  <a:pt x="25425" y="15405"/>
                </a:lnTo>
                <a:lnTo>
                  <a:pt x="25374" y="15113"/>
                </a:lnTo>
                <a:lnTo>
                  <a:pt x="25209" y="15113"/>
                </a:lnTo>
                <a:lnTo>
                  <a:pt x="24688" y="15621"/>
                </a:lnTo>
                <a:lnTo>
                  <a:pt x="24650" y="15938"/>
                </a:lnTo>
                <a:lnTo>
                  <a:pt x="23926" y="15621"/>
                </a:lnTo>
                <a:lnTo>
                  <a:pt x="24371" y="16129"/>
                </a:lnTo>
                <a:lnTo>
                  <a:pt x="24638" y="16129"/>
                </a:lnTo>
                <a:lnTo>
                  <a:pt x="24358" y="16192"/>
                </a:lnTo>
                <a:lnTo>
                  <a:pt x="24053" y="15836"/>
                </a:lnTo>
                <a:lnTo>
                  <a:pt x="24053" y="17272"/>
                </a:lnTo>
                <a:lnTo>
                  <a:pt x="23596" y="17272"/>
                </a:lnTo>
                <a:lnTo>
                  <a:pt x="23469" y="17360"/>
                </a:lnTo>
                <a:lnTo>
                  <a:pt x="23304" y="17272"/>
                </a:lnTo>
                <a:lnTo>
                  <a:pt x="23037" y="17272"/>
                </a:lnTo>
                <a:lnTo>
                  <a:pt x="22809" y="17272"/>
                </a:lnTo>
                <a:lnTo>
                  <a:pt x="22987" y="17449"/>
                </a:lnTo>
                <a:lnTo>
                  <a:pt x="22796" y="17272"/>
                </a:lnTo>
                <a:lnTo>
                  <a:pt x="23037" y="16637"/>
                </a:lnTo>
                <a:lnTo>
                  <a:pt x="23329" y="16637"/>
                </a:lnTo>
                <a:lnTo>
                  <a:pt x="23660" y="16929"/>
                </a:lnTo>
                <a:lnTo>
                  <a:pt x="23787" y="16637"/>
                </a:lnTo>
                <a:lnTo>
                  <a:pt x="23939" y="16637"/>
                </a:lnTo>
                <a:lnTo>
                  <a:pt x="23736" y="17005"/>
                </a:lnTo>
                <a:lnTo>
                  <a:pt x="24053" y="17272"/>
                </a:lnTo>
                <a:lnTo>
                  <a:pt x="24053" y="15836"/>
                </a:lnTo>
                <a:lnTo>
                  <a:pt x="23926" y="15709"/>
                </a:lnTo>
                <a:lnTo>
                  <a:pt x="23787" y="15621"/>
                </a:lnTo>
                <a:lnTo>
                  <a:pt x="23749" y="15252"/>
                </a:lnTo>
                <a:lnTo>
                  <a:pt x="23609" y="15278"/>
                </a:lnTo>
                <a:lnTo>
                  <a:pt x="23749" y="15176"/>
                </a:lnTo>
                <a:lnTo>
                  <a:pt x="23571" y="15189"/>
                </a:lnTo>
                <a:lnTo>
                  <a:pt x="23228" y="15113"/>
                </a:lnTo>
                <a:lnTo>
                  <a:pt x="23228" y="15341"/>
                </a:lnTo>
                <a:lnTo>
                  <a:pt x="23088" y="15392"/>
                </a:lnTo>
                <a:lnTo>
                  <a:pt x="23075" y="15252"/>
                </a:lnTo>
                <a:lnTo>
                  <a:pt x="23228" y="15341"/>
                </a:lnTo>
                <a:lnTo>
                  <a:pt x="23228" y="15113"/>
                </a:lnTo>
                <a:lnTo>
                  <a:pt x="23063" y="15113"/>
                </a:lnTo>
                <a:lnTo>
                  <a:pt x="22834" y="15113"/>
                </a:lnTo>
                <a:lnTo>
                  <a:pt x="23025" y="15227"/>
                </a:lnTo>
                <a:lnTo>
                  <a:pt x="23063" y="15405"/>
                </a:lnTo>
                <a:lnTo>
                  <a:pt x="22123" y="15621"/>
                </a:lnTo>
                <a:lnTo>
                  <a:pt x="22555" y="15621"/>
                </a:lnTo>
                <a:lnTo>
                  <a:pt x="22682" y="15621"/>
                </a:lnTo>
                <a:lnTo>
                  <a:pt x="22923" y="15621"/>
                </a:lnTo>
                <a:lnTo>
                  <a:pt x="22885" y="16129"/>
                </a:lnTo>
                <a:lnTo>
                  <a:pt x="23075" y="16129"/>
                </a:lnTo>
                <a:lnTo>
                  <a:pt x="23558" y="16129"/>
                </a:lnTo>
                <a:lnTo>
                  <a:pt x="23431" y="15621"/>
                </a:lnTo>
                <a:lnTo>
                  <a:pt x="23164" y="16040"/>
                </a:lnTo>
                <a:lnTo>
                  <a:pt x="23114" y="15621"/>
                </a:lnTo>
                <a:lnTo>
                  <a:pt x="23329" y="15621"/>
                </a:lnTo>
                <a:lnTo>
                  <a:pt x="23723" y="15621"/>
                </a:lnTo>
                <a:lnTo>
                  <a:pt x="23723" y="16129"/>
                </a:lnTo>
                <a:lnTo>
                  <a:pt x="23876" y="16294"/>
                </a:lnTo>
                <a:lnTo>
                  <a:pt x="23418" y="16383"/>
                </a:lnTo>
                <a:lnTo>
                  <a:pt x="23075" y="16129"/>
                </a:lnTo>
                <a:lnTo>
                  <a:pt x="23215" y="16421"/>
                </a:lnTo>
                <a:lnTo>
                  <a:pt x="22860" y="16129"/>
                </a:lnTo>
                <a:lnTo>
                  <a:pt x="22834" y="16497"/>
                </a:lnTo>
                <a:lnTo>
                  <a:pt x="22631" y="16548"/>
                </a:lnTo>
                <a:lnTo>
                  <a:pt x="22479" y="16573"/>
                </a:lnTo>
                <a:lnTo>
                  <a:pt x="22148" y="16637"/>
                </a:lnTo>
                <a:lnTo>
                  <a:pt x="22440" y="16637"/>
                </a:lnTo>
                <a:lnTo>
                  <a:pt x="22567" y="16637"/>
                </a:lnTo>
                <a:lnTo>
                  <a:pt x="22352" y="17272"/>
                </a:lnTo>
                <a:lnTo>
                  <a:pt x="21577" y="17272"/>
                </a:lnTo>
                <a:lnTo>
                  <a:pt x="21551" y="17526"/>
                </a:lnTo>
                <a:lnTo>
                  <a:pt x="21412" y="17272"/>
                </a:lnTo>
                <a:lnTo>
                  <a:pt x="20599" y="17272"/>
                </a:lnTo>
                <a:lnTo>
                  <a:pt x="20561" y="17526"/>
                </a:lnTo>
                <a:lnTo>
                  <a:pt x="20218" y="17411"/>
                </a:lnTo>
                <a:lnTo>
                  <a:pt x="20167" y="17780"/>
                </a:lnTo>
                <a:lnTo>
                  <a:pt x="19672" y="17526"/>
                </a:lnTo>
                <a:lnTo>
                  <a:pt x="20027" y="17780"/>
                </a:lnTo>
                <a:lnTo>
                  <a:pt x="20269" y="18288"/>
                </a:lnTo>
                <a:lnTo>
                  <a:pt x="20497" y="18288"/>
                </a:lnTo>
                <a:lnTo>
                  <a:pt x="20345" y="18326"/>
                </a:lnTo>
                <a:lnTo>
                  <a:pt x="20459" y="18503"/>
                </a:lnTo>
                <a:lnTo>
                  <a:pt x="20586" y="18453"/>
                </a:lnTo>
                <a:lnTo>
                  <a:pt x="20688" y="18288"/>
                </a:lnTo>
                <a:lnTo>
                  <a:pt x="20866" y="17780"/>
                </a:lnTo>
                <a:lnTo>
                  <a:pt x="21272" y="17780"/>
                </a:lnTo>
                <a:lnTo>
                  <a:pt x="21526" y="17780"/>
                </a:lnTo>
                <a:lnTo>
                  <a:pt x="21475" y="18288"/>
                </a:lnTo>
                <a:lnTo>
                  <a:pt x="21336" y="18288"/>
                </a:lnTo>
                <a:lnTo>
                  <a:pt x="21209" y="18440"/>
                </a:lnTo>
                <a:lnTo>
                  <a:pt x="21094" y="18288"/>
                </a:lnTo>
                <a:lnTo>
                  <a:pt x="20916" y="18364"/>
                </a:lnTo>
                <a:lnTo>
                  <a:pt x="20916" y="18796"/>
                </a:lnTo>
                <a:lnTo>
                  <a:pt x="20789" y="18846"/>
                </a:lnTo>
                <a:lnTo>
                  <a:pt x="20916" y="18796"/>
                </a:lnTo>
                <a:lnTo>
                  <a:pt x="20916" y="18364"/>
                </a:lnTo>
                <a:lnTo>
                  <a:pt x="20777" y="18440"/>
                </a:lnTo>
                <a:lnTo>
                  <a:pt x="20777" y="18288"/>
                </a:lnTo>
                <a:lnTo>
                  <a:pt x="20662" y="18491"/>
                </a:lnTo>
                <a:lnTo>
                  <a:pt x="20523" y="18580"/>
                </a:lnTo>
                <a:lnTo>
                  <a:pt x="20231" y="18364"/>
                </a:lnTo>
                <a:lnTo>
                  <a:pt x="19735" y="18288"/>
                </a:lnTo>
                <a:lnTo>
                  <a:pt x="19710" y="18491"/>
                </a:lnTo>
                <a:lnTo>
                  <a:pt x="19685" y="18796"/>
                </a:lnTo>
                <a:lnTo>
                  <a:pt x="20142" y="18796"/>
                </a:lnTo>
                <a:lnTo>
                  <a:pt x="20396" y="18796"/>
                </a:lnTo>
                <a:lnTo>
                  <a:pt x="20624" y="18796"/>
                </a:lnTo>
                <a:lnTo>
                  <a:pt x="19634" y="19304"/>
                </a:lnTo>
                <a:lnTo>
                  <a:pt x="19824" y="19558"/>
                </a:lnTo>
                <a:lnTo>
                  <a:pt x="20066" y="19304"/>
                </a:lnTo>
                <a:lnTo>
                  <a:pt x="20459" y="19304"/>
                </a:lnTo>
                <a:lnTo>
                  <a:pt x="20637" y="19773"/>
                </a:lnTo>
                <a:lnTo>
                  <a:pt x="20942" y="19494"/>
                </a:lnTo>
                <a:lnTo>
                  <a:pt x="20662" y="19812"/>
                </a:lnTo>
                <a:lnTo>
                  <a:pt x="20853" y="19812"/>
                </a:lnTo>
                <a:lnTo>
                  <a:pt x="21234" y="19964"/>
                </a:lnTo>
                <a:lnTo>
                  <a:pt x="21272" y="19812"/>
                </a:lnTo>
                <a:lnTo>
                  <a:pt x="21628" y="19812"/>
                </a:lnTo>
                <a:lnTo>
                  <a:pt x="21958" y="19812"/>
                </a:lnTo>
                <a:lnTo>
                  <a:pt x="22034" y="20269"/>
                </a:lnTo>
                <a:lnTo>
                  <a:pt x="22504" y="20447"/>
                </a:lnTo>
                <a:lnTo>
                  <a:pt x="22072" y="20447"/>
                </a:lnTo>
                <a:lnTo>
                  <a:pt x="21551" y="20447"/>
                </a:lnTo>
                <a:lnTo>
                  <a:pt x="21107" y="20447"/>
                </a:lnTo>
                <a:lnTo>
                  <a:pt x="21285" y="20853"/>
                </a:lnTo>
                <a:lnTo>
                  <a:pt x="21653" y="20955"/>
                </a:lnTo>
                <a:lnTo>
                  <a:pt x="21678" y="21463"/>
                </a:lnTo>
                <a:lnTo>
                  <a:pt x="21551" y="21463"/>
                </a:lnTo>
                <a:lnTo>
                  <a:pt x="21551" y="22987"/>
                </a:lnTo>
                <a:lnTo>
                  <a:pt x="21526" y="23253"/>
                </a:lnTo>
                <a:lnTo>
                  <a:pt x="21501" y="23622"/>
                </a:lnTo>
                <a:lnTo>
                  <a:pt x="21475" y="23888"/>
                </a:lnTo>
                <a:lnTo>
                  <a:pt x="20916" y="23622"/>
                </a:lnTo>
                <a:lnTo>
                  <a:pt x="21501" y="23622"/>
                </a:lnTo>
                <a:lnTo>
                  <a:pt x="21501" y="23253"/>
                </a:lnTo>
                <a:lnTo>
                  <a:pt x="20967" y="22987"/>
                </a:lnTo>
                <a:lnTo>
                  <a:pt x="21551" y="22987"/>
                </a:lnTo>
                <a:lnTo>
                  <a:pt x="21551" y="21463"/>
                </a:lnTo>
                <a:lnTo>
                  <a:pt x="21310" y="20955"/>
                </a:lnTo>
                <a:lnTo>
                  <a:pt x="21107" y="20447"/>
                </a:lnTo>
                <a:lnTo>
                  <a:pt x="21158" y="20218"/>
                </a:lnTo>
                <a:lnTo>
                  <a:pt x="20777" y="20104"/>
                </a:lnTo>
                <a:lnTo>
                  <a:pt x="20777" y="20955"/>
                </a:lnTo>
                <a:lnTo>
                  <a:pt x="20751" y="21463"/>
                </a:lnTo>
                <a:lnTo>
                  <a:pt x="20434" y="21463"/>
                </a:lnTo>
                <a:lnTo>
                  <a:pt x="20434" y="20955"/>
                </a:lnTo>
                <a:lnTo>
                  <a:pt x="20777" y="20955"/>
                </a:lnTo>
                <a:lnTo>
                  <a:pt x="20777" y="20104"/>
                </a:lnTo>
                <a:lnTo>
                  <a:pt x="20612" y="20053"/>
                </a:lnTo>
                <a:lnTo>
                  <a:pt x="20599" y="19812"/>
                </a:lnTo>
                <a:lnTo>
                  <a:pt x="20193" y="19812"/>
                </a:lnTo>
                <a:lnTo>
                  <a:pt x="19824" y="19812"/>
                </a:lnTo>
                <a:lnTo>
                  <a:pt x="19583" y="19812"/>
                </a:lnTo>
                <a:lnTo>
                  <a:pt x="19405" y="19812"/>
                </a:lnTo>
                <a:lnTo>
                  <a:pt x="20040" y="20447"/>
                </a:lnTo>
                <a:lnTo>
                  <a:pt x="19545" y="20447"/>
                </a:lnTo>
                <a:lnTo>
                  <a:pt x="19545" y="21463"/>
                </a:lnTo>
                <a:lnTo>
                  <a:pt x="19215" y="21463"/>
                </a:lnTo>
                <a:lnTo>
                  <a:pt x="18872" y="21729"/>
                </a:lnTo>
                <a:lnTo>
                  <a:pt x="19062" y="21463"/>
                </a:lnTo>
                <a:lnTo>
                  <a:pt x="19138" y="20955"/>
                </a:lnTo>
                <a:lnTo>
                  <a:pt x="19392" y="20955"/>
                </a:lnTo>
                <a:lnTo>
                  <a:pt x="19545" y="21463"/>
                </a:lnTo>
                <a:lnTo>
                  <a:pt x="19545" y="20447"/>
                </a:lnTo>
                <a:lnTo>
                  <a:pt x="19050" y="20447"/>
                </a:lnTo>
                <a:lnTo>
                  <a:pt x="19011" y="20739"/>
                </a:lnTo>
                <a:lnTo>
                  <a:pt x="18986" y="20955"/>
                </a:lnTo>
                <a:lnTo>
                  <a:pt x="18503" y="21463"/>
                </a:lnTo>
                <a:lnTo>
                  <a:pt x="18884" y="21463"/>
                </a:lnTo>
                <a:lnTo>
                  <a:pt x="18491" y="21704"/>
                </a:lnTo>
                <a:lnTo>
                  <a:pt x="18618" y="21463"/>
                </a:lnTo>
                <a:lnTo>
                  <a:pt x="18402" y="21653"/>
                </a:lnTo>
                <a:lnTo>
                  <a:pt x="17907" y="21971"/>
                </a:lnTo>
                <a:lnTo>
                  <a:pt x="18034" y="21971"/>
                </a:lnTo>
                <a:lnTo>
                  <a:pt x="18351" y="21971"/>
                </a:lnTo>
                <a:lnTo>
                  <a:pt x="18478" y="21971"/>
                </a:lnTo>
                <a:lnTo>
                  <a:pt x="18453" y="25146"/>
                </a:lnTo>
                <a:lnTo>
                  <a:pt x="16967" y="25527"/>
                </a:lnTo>
                <a:lnTo>
                  <a:pt x="17513" y="25146"/>
                </a:lnTo>
                <a:lnTo>
                  <a:pt x="18453" y="25146"/>
                </a:lnTo>
                <a:lnTo>
                  <a:pt x="18453" y="22034"/>
                </a:lnTo>
                <a:lnTo>
                  <a:pt x="18034" y="22123"/>
                </a:lnTo>
                <a:lnTo>
                  <a:pt x="18034" y="22987"/>
                </a:lnTo>
                <a:lnTo>
                  <a:pt x="16713" y="23342"/>
                </a:lnTo>
                <a:lnTo>
                  <a:pt x="16827" y="22987"/>
                </a:lnTo>
                <a:lnTo>
                  <a:pt x="17106" y="22987"/>
                </a:lnTo>
                <a:lnTo>
                  <a:pt x="17551" y="22987"/>
                </a:lnTo>
                <a:lnTo>
                  <a:pt x="17729" y="22987"/>
                </a:lnTo>
                <a:lnTo>
                  <a:pt x="18034" y="22987"/>
                </a:lnTo>
                <a:lnTo>
                  <a:pt x="18034" y="22123"/>
                </a:lnTo>
                <a:lnTo>
                  <a:pt x="17716" y="22263"/>
                </a:lnTo>
                <a:lnTo>
                  <a:pt x="17767" y="22136"/>
                </a:lnTo>
                <a:lnTo>
                  <a:pt x="17500" y="22288"/>
                </a:lnTo>
                <a:lnTo>
                  <a:pt x="17170" y="22479"/>
                </a:lnTo>
                <a:lnTo>
                  <a:pt x="17043" y="22479"/>
                </a:lnTo>
                <a:lnTo>
                  <a:pt x="17297" y="22733"/>
                </a:lnTo>
                <a:lnTo>
                  <a:pt x="17043" y="22593"/>
                </a:lnTo>
                <a:lnTo>
                  <a:pt x="16865" y="22479"/>
                </a:lnTo>
                <a:lnTo>
                  <a:pt x="16522" y="22479"/>
                </a:lnTo>
                <a:lnTo>
                  <a:pt x="16357" y="22479"/>
                </a:lnTo>
                <a:lnTo>
                  <a:pt x="16014" y="22479"/>
                </a:lnTo>
                <a:lnTo>
                  <a:pt x="16459" y="22618"/>
                </a:lnTo>
                <a:lnTo>
                  <a:pt x="16281" y="22987"/>
                </a:lnTo>
                <a:lnTo>
                  <a:pt x="16129" y="22987"/>
                </a:lnTo>
                <a:lnTo>
                  <a:pt x="16129" y="26162"/>
                </a:lnTo>
                <a:lnTo>
                  <a:pt x="15760" y="26682"/>
                </a:lnTo>
                <a:lnTo>
                  <a:pt x="15506" y="26162"/>
                </a:lnTo>
                <a:lnTo>
                  <a:pt x="15341" y="26466"/>
                </a:lnTo>
                <a:lnTo>
                  <a:pt x="15163" y="26797"/>
                </a:lnTo>
                <a:lnTo>
                  <a:pt x="15328" y="26428"/>
                </a:lnTo>
                <a:lnTo>
                  <a:pt x="15443" y="26162"/>
                </a:lnTo>
                <a:lnTo>
                  <a:pt x="16129" y="26162"/>
                </a:lnTo>
                <a:lnTo>
                  <a:pt x="16129" y="22987"/>
                </a:lnTo>
                <a:lnTo>
                  <a:pt x="16090" y="25146"/>
                </a:lnTo>
                <a:lnTo>
                  <a:pt x="15900" y="25450"/>
                </a:lnTo>
                <a:lnTo>
                  <a:pt x="16040" y="25146"/>
                </a:lnTo>
                <a:lnTo>
                  <a:pt x="15862" y="25323"/>
                </a:lnTo>
                <a:lnTo>
                  <a:pt x="15811" y="25146"/>
                </a:lnTo>
                <a:lnTo>
                  <a:pt x="15989" y="25146"/>
                </a:lnTo>
                <a:lnTo>
                  <a:pt x="16090" y="22987"/>
                </a:lnTo>
                <a:lnTo>
                  <a:pt x="15773" y="22987"/>
                </a:lnTo>
                <a:lnTo>
                  <a:pt x="15773" y="24142"/>
                </a:lnTo>
                <a:lnTo>
                  <a:pt x="15582" y="24638"/>
                </a:lnTo>
                <a:lnTo>
                  <a:pt x="15354" y="24638"/>
                </a:lnTo>
                <a:lnTo>
                  <a:pt x="15354" y="25273"/>
                </a:lnTo>
                <a:lnTo>
                  <a:pt x="14998" y="25146"/>
                </a:lnTo>
                <a:lnTo>
                  <a:pt x="15316" y="25146"/>
                </a:lnTo>
                <a:lnTo>
                  <a:pt x="15354" y="25273"/>
                </a:lnTo>
                <a:lnTo>
                  <a:pt x="15354" y="24638"/>
                </a:lnTo>
                <a:lnTo>
                  <a:pt x="14884" y="24638"/>
                </a:lnTo>
                <a:lnTo>
                  <a:pt x="15773" y="24142"/>
                </a:lnTo>
                <a:lnTo>
                  <a:pt x="15773" y="22987"/>
                </a:lnTo>
                <a:lnTo>
                  <a:pt x="15506" y="22987"/>
                </a:lnTo>
                <a:lnTo>
                  <a:pt x="15481" y="22479"/>
                </a:lnTo>
                <a:lnTo>
                  <a:pt x="15417" y="22694"/>
                </a:lnTo>
                <a:lnTo>
                  <a:pt x="15417" y="24130"/>
                </a:lnTo>
                <a:lnTo>
                  <a:pt x="14605" y="24638"/>
                </a:lnTo>
                <a:lnTo>
                  <a:pt x="15176" y="24130"/>
                </a:lnTo>
                <a:lnTo>
                  <a:pt x="14579" y="24599"/>
                </a:lnTo>
                <a:lnTo>
                  <a:pt x="15417" y="24130"/>
                </a:lnTo>
                <a:lnTo>
                  <a:pt x="15417" y="22694"/>
                </a:lnTo>
                <a:lnTo>
                  <a:pt x="15328" y="22987"/>
                </a:lnTo>
                <a:lnTo>
                  <a:pt x="14617" y="23342"/>
                </a:lnTo>
                <a:lnTo>
                  <a:pt x="14300" y="23253"/>
                </a:lnTo>
                <a:lnTo>
                  <a:pt x="14338" y="23482"/>
                </a:lnTo>
                <a:lnTo>
                  <a:pt x="14058" y="23622"/>
                </a:lnTo>
                <a:lnTo>
                  <a:pt x="14363" y="23622"/>
                </a:lnTo>
                <a:lnTo>
                  <a:pt x="15087" y="23622"/>
                </a:lnTo>
                <a:lnTo>
                  <a:pt x="14516" y="24498"/>
                </a:lnTo>
                <a:lnTo>
                  <a:pt x="14401" y="24257"/>
                </a:lnTo>
                <a:lnTo>
                  <a:pt x="14097" y="24485"/>
                </a:lnTo>
                <a:lnTo>
                  <a:pt x="13804" y="24130"/>
                </a:lnTo>
                <a:lnTo>
                  <a:pt x="13474" y="24638"/>
                </a:lnTo>
                <a:lnTo>
                  <a:pt x="13881" y="24638"/>
                </a:lnTo>
                <a:lnTo>
                  <a:pt x="14236" y="24638"/>
                </a:lnTo>
                <a:lnTo>
                  <a:pt x="14287" y="25146"/>
                </a:lnTo>
                <a:lnTo>
                  <a:pt x="14020" y="25146"/>
                </a:lnTo>
                <a:lnTo>
                  <a:pt x="13830" y="25031"/>
                </a:lnTo>
                <a:lnTo>
                  <a:pt x="13830" y="26797"/>
                </a:lnTo>
                <a:lnTo>
                  <a:pt x="13436" y="26327"/>
                </a:lnTo>
                <a:lnTo>
                  <a:pt x="13830" y="26797"/>
                </a:lnTo>
                <a:lnTo>
                  <a:pt x="13830" y="25031"/>
                </a:lnTo>
                <a:lnTo>
                  <a:pt x="13538" y="24841"/>
                </a:lnTo>
                <a:lnTo>
                  <a:pt x="13538" y="26238"/>
                </a:lnTo>
                <a:lnTo>
                  <a:pt x="13347" y="26212"/>
                </a:lnTo>
                <a:lnTo>
                  <a:pt x="13347" y="27305"/>
                </a:lnTo>
                <a:lnTo>
                  <a:pt x="13271" y="27165"/>
                </a:lnTo>
                <a:lnTo>
                  <a:pt x="13347" y="27305"/>
                </a:lnTo>
                <a:lnTo>
                  <a:pt x="13347" y="26212"/>
                </a:lnTo>
                <a:lnTo>
                  <a:pt x="13512" y="26162"/>
                </a:lnTo>
                <a:lnTo>
                  <a:pt x="13538" y="24841"/>
                </a:lnTo>
                <a:lnTo>
                  <a:pt x="13360" y="25146"/>
                </a:lnTo>
                <a:lnTo>
                  <a:pt x="13169" y="25031"/>
                </a:lnTo>
                <a:lnTo>
                  <a:pt x="13169" y="26479"/>
                </a:lnTo>
                <a:lnTo>
                  <a:pt x="12788" y="26733"/>
                </a:lnTo>
                <a:lnTo>
                  <a:pt x="12623" y="26797"/>
                </a:lnTo>
                <a:lnTo>
                  <a:pt x="12788" y="26708"/>
                </a:lnTo>
                <a:lnTo>
                  <a:pt x="13169" y="26479"/>
                </a:lnTo>
                <a:lnTo>
                  <a:pt x="13169" y="25031"/>
                </a:lnTo>
                <a:lnTo>
                  <a:pt x="12534" y="24638"/>
                </a:lnTo>
                <a:lnTo>
                  <a:pt x="12369" y="24561"/>
                </a:lnTo>
                <a:lnTo>
                  <a:pt x="12687" y="24130"/>
                </a:lnTo>
                <a:lnTo>
                  <a:pt x="12344" y="24333"/>
                </a:lnTo>
                <a:lnTo>
                  <a:pt x="12344" y="25146"/>
                </a:lnTo>
                <a:lnTo>
                  <a:pt x="11976" y="24752"/>
                </a:lnTo>
                <a:lnTo>
                  <a:pt x="11976" y="26162"/>
                </a:lnTo>
                <a:lnTo>
                  <a:pt x="11912" y="26797"/>
                </a:lnTo>
                <a:lnTo>
                  <a:pt x="11455" y="26797"/>
                </a:lnTo>
                <a:lnTo>
                  <a:pt x="11417" y="26162"/>
                </a:lnTo>
                <a:lnTo>
                  <a:pt x="11976" y="26162"/>
                </a:lnTo>
                <a:lnTo>
                  <a:pt x="11976" y="24752"/>
                </a:lnTo>
                <a:lnTo>
                  <a:pt x="12217" y="24638"/>
                </a:lnTo>
                <a:lnTo>
                  <a:pt x="12344" y="25146"/>
                </a:lnTo>
                <a:lnTo>
                  <a:pt x="12344" y="24333"/>
                </a:lnTo>
                <a:lnTo>
                  <a:pt x="12166" y="24422"/>
                </a:lnTo>
                <a:lnTo>
                  <a:pt x="12065" y="24130"/>
                </a:lnTo>
                <a:lnTo>
                  <a:pt x="11874" y="24295"/>
                </a:lnTo>
                <a:lnTo>
                  <a:pt x="11569" y="24130"/>
                </a:lnTo>
                <a:lnTo>
                  <a:pt x="11836" y="24333"/>
                </a:lnTo>
                <a:lnTo>
                  <a:pt x="11772" y="24638"/>
                </a:lnTo>
                <a:lnTo>
                  <a:pt x="11684" y="24892"/>
                </a:lnTo>
                <a:lnTo>
                  <a:pt x="11582" y="24638"/>
                </a:lnTo>
                <a:lnTo>
                  <a:pt x="11772" y="24638"/>
                </a:lnTo>
                <a:lnTo>
                  <a:pt x="11772" y="24396"/>
                </a:lnTo>
                <a:lnTo>
                  <a:pt x="11557" y="24587"/>
                </a:lnTo>
                <a:lnTo>
                  <a:pt x="11417" y="24257"/>
                </a:lnTo>
                <a:lnTo>
                  <a:pt x="11379" y="28829"/>
                </a:lnTo>
                <a:lnTo>
                  <a:pt x="11239" y="28892"/>
                </a:lnTo>
                <a:lnTo>
                  <a:pt x="11239" y="29337"/>
                </a:lnTo>
                <a:lnTo>
                  <a:pt x="11036" y="29476"/>
                </a:lnTo>
                <a:lnTo>
                  <a:pt x="11099" y="29337"/>
                </a:lnTo>
                <a:lnTo>
                  <a:pt x="11239" y="29337"/>
                </a:lnTo>
                <a:lnTo>
                  <a:pt x="11239" y="28892"/>
                </a:lnTo>
                <a:lnTo>
                  <a:pt x="11049" y="28981"/>
                </a:lnTo>
                <a:lnTo>
                  <a:pt x="11049" y="29337"/>
                </a:lnTo>
                <a:lnTo>
                  <a:pt x="10833" y="29146"/>
                </a:lnTo>
                <a:lnTo>
                  <a:pt x="11049" y="29337"/>
                </a:lnTo>
                <a:lnTo>
                  <a:pt x="11049" y="28981"/>
                </a:lnTo>
                <a:lnTo>
                  <a:pt x="10858" y="29057"/>
                </a:lnTo>
                <a:lnTo>
                  <a:pt x="11379" y="28829"/>
                </a:lnTo>
                <a:lnTo>
                  <a:pt x="11379" y="24320"/>
                </a:lnTo>
                <a:lnTo>
                  <a:pt x="11226" y="24561"/>
                </a:lnTo>
                <a:lnTo>
                  <a:pt x="11226" y="28829"/>
                </a:lnTo>
                <a:lnTo>
                  <a:pt x="10896" y="28956"/>
                </a:lnTo>
                <a:lnTo>
                  <a:pt x="10934" y="28829"/>
                </a:lnTo>
                <a:lnTo>
                  <a:pt x="11226" y="28829"/>
                </a:lnTo>
                <a:lnTo>
                  <a:pt x="11226" y="24561"/>
                </a:lnTo>
                <a:lnTo>
                  <a:pt x="10845" y="24130"/>
                </a:lnTo>
                <a:lnTo>
                  <a:pt x="11061" y="24638"/>
                </a:lnTo>
                <a:lnTo>
                  <a:pt x="10782" y="24638"/>
                </a:lnTo>
                <a:lnTo>
                  <a:pt x="10782" y="28994"/>
                </a:lnTo>
                <a:lnTo>
                  <a:pt x="10693" y="29337"/>
                </a:lnTo>
                <a:lnTo>
                  <a:pt x="10655" y="29718"/>
                </a:lnTo>
                <a:lnTo>
                  <a:pt x="10287" y="29959"/>
                </a:lnTo>
                <a:lnTo>
                  <a:pt x="10185" y="29768"/>
                </a:lnTo>
                <a:lnTo>
                  <a:pt x="10337" y="29337"/>
                </a:lnTo>
                <a:lnTo>
                  <a:pt x="10198" y="29337"/>
                </a:lnTo>
                <a:lnTo>
                  <a:pt x="10083" y="29578"/>
                </a:lnTo>
                <a:lnTo>
                  <a:pt x="9906" y="29984"/>
                </a:lnTo>
                <a:lnTo>
                  <a:pt x="9766" y="29337"/>
                </a:lnTo>
                <a:lnTo>
                  <a:pt x="9575" y="29235"/>
                </a:lnTo>
                <a:lnTo>
                  <a:pt x="9448" y="29159"/>
                </a:lnTo>
                <a:lnTo>
                  <a:pt x="9664" y="29184"/>
                </a:lnTo>
                <a:lnTo>
                  <a:pt x="9893" y="29222"/>
                </a:lnTo>
                <a:lnTo>
                  <a:pt x="9867" y="29095"/>
                </a:lnTo>
                <a:lnTo>
                  <a:pt x="9779" y="28829"/>
                </a:lnTo>
                <a:lnTo>
                  <a:pt x="10020" y="28829"/>
                </a:lnTo>
                <a:lnTo>
                  <a:pt x="10121" y="28956"/>
                </a:lnTo>
                <a:lnTo>
                  <a:pt x="10312" y="29159"/>
                </a:lnTo>
                <a:lnTo>
                  <a:pt x="10083" y="29248"/>
                </a:lnTo>
                <a:lnTo>
                  <a:pt x="10287" y="29273"/>
                </a:lnTo>
                <a:lnTo>
                  <a:pt x="10426" y="29286"/>
                </a:lnTo>
                <a:lnTo>
                  <a:pt x="10642" y="29337"/>
                </a:lnTo>
                <a:lnTo>
                  <a:pt x="10693" y="28879"/>
                </a:lnTo>
                <a:lnTo>
                  <a:pt x="10782" y="24638"/>
                </a:lnTo>
                <a:lnTo>
                  <a:pt x="10452" y="24638"/>
                </a:lnTo>
                <a:lnTo>
                  <a:pt x="10350" y="25146"/>
                </a:lnTo>
                <a:lnTo>
                  <a:pt x="10134" y="24777"/>
                </a:lnTo>
                <a:lnTo>
                  <a:pt x="10134" y="27305"/>
                </a:lnTo>
                <a:lnTo>
                  <a:pt x="9093" y="27597"/>
                </a:lnTo>
                <a:lnTo>
                  <a:pt x="8813" y="27305"/>
                </a:lnTo>
                <a:lnTo>
                  <a:pt x="8788" y="27609"/>
                </a:lnTo>
                <a:lnTo>
                  <a:pt x="8407" y="27495"/>
                </a:lnTo>
                <a:lnTo>
                  <a:pt x="8178" y="27432"/>
                </a:lnTo>
                <a:lnTo>
                  <a:pt x="7747" y="27305"/>
                </a:lnTo>
                <a:lnTo>
                  <a:pt x="10134" y="27305"/>
                </a:lnTo>
                <a:lnTo>
                  <a:pt x="10134" y="24777"/>
                </a:lnTo>
                <a:lnTo>
                  <a:pt x="10058" y="24638"/>
                </a:lnTo>
                <a:lnTo>
                  <a:pt x="10350" y="24638"/>
                </a:lnTo>
                <a:lnTo>
                  <a:pt x="10642" y="24130"/>
                </a:lnTo>
                <a:lnTo>
                  <a:pt x="10325" y="24130"/>
                </a:lnTo>
                <a:lnTo>
                  <a:pt x="9652" y="24371"/>
                </a:lnTo>
                <a:lnTo>
                  <a:pt x="9652" y="24638"/>
                </a:lnTo>
                <a:lnTo>
                  <a:pt x="9550" y="26797"/>
                </a:lnTo>
                <a:lnTo>
                  <a:pt x="9182" y="27051"/>
                </a:lnTo>
                <a:lnTo>
                  <a:pt x="9194" y="26797"/>
                </a:lnTo>
                <a:lnTo>
                  <a:pt x="9550" y="26797"/>
                </a:lnTo>
                <a:lnTo>
                  <a:pt x="9550" y="24638"/>
                </a:lnTo>
                <a:lnTo>
                  <a:pt x="9512" y="24447"/>
                </a:lnTo>
                <a:lnTo>
                  <a:pt x="9652" y="24638"/>
                </a:lnTo>
                <a:lnTo>
                  <a:pt x="9652" y="24371"/>
                </a:lnTo>
                <a:lnTo>
                  <a:pt x="9512" y="24409"/>
                </a:lnTo>
                <a:lnTo>
                  <a:pt x="9512" y="24130"/>
                </a:lnTo>
                <a:lnTo>
                  <a:pt x="9296" y="24130"/>
                </a:lnTo>
                <a:lnTo>
                  <a:pt x="9486" y="24409"/>
                </a:lnTo>
                <a:lnTo>
                  <a:pt x="9055" y="24561"/>
                </a:lnTo>
                <a:lnTo>
                  <a:pt x="9182" y="24130"/>
                </a:lnTo>
                <a:lnTo>
                  <a:pt x="8978" y="24130"/>
                </a:lnTo>
                <a:lnTo>
                  <a:pt x="8978" y="25146"/>
                </a:lnTo>
                <a:lnTo>
                  <a:pt x="8966" y="25400"/>
                </a:lnTo>
                <a:lnTo>
                  <a:pt x="8813" y="25146"/>
                </a:lnTo>
                <a:lnTo>
                  <a:pt x="8940" y="25146"/>
                </a:lnTo>
                <a:lnTo>
                  <a:pt x="8978" y="24130"/>
                </a:lnTo>
                <a:lnTo>
                  <a:pt x="8432" y="24130"/>
                </a:lnTo>
                <a:lnTo>
                  <a:pt x="8572" y="24638"/>
                </a:lnTo>
                <a:lnTo>
                  <a:pt x="8318" y="25146"/>
                </a:lnTo>
                <a:lnTo>
                  <a:pt x="7696" y="25146"/>
                </a:lnTo>
                <a:lnTo>
                  <a:pt x="7366" y="25146"/>
                </a:lnTo>
                <a:lnTo>
                  <a:pt x="8509" y="25971"/>
                </a:lnTo>
                <a:lnTo>
                  <a:pt x="8394" y="26162"/>
                </a:lnTo>
                <a:lnTo>
                  <a:pt x="7708" y="26162"/>
                </a:lnTo>
                <a:lnTo>
                  <a:pt x="8064" y="26530"/>
                </a:lnTo>
                <a:lnTo>
                  <a:pt x="7239" y="26327"/>
                </a:lnTo>
                <a:lnTo>
                  <a:pt x="7048" y="26416"/>
                </a:lnTo>
                <a:lnTo>
                  <a:pt x="7010" y="26276"/>
                </a:lnTo>
                <a:lnTo>
                  <a:pt x="6807" y="26225"/>
                </a:lnTo>
                <a:lnTo>
                  <a:pt x="6769" y="26543"/>
                </a:lnTo>
                <a:lnTo>
                  <a:pt x="6235" y="26797"/>
                </a:lnTo>
                <a:lnTo>
                  <a:pt x="6743" y="26797"/>
                </a:lnTo>
                <a:lnTo>
                  <a:pt x="7073" y="26797"/>
                </a:lnTo>
                <a:lnTo>
                  <a:pt x="7086" y="27101"/>
                </a:lnTo>
                <a:lnTo>
                  <a:pt x="7340" y="26797"/>
                </a:lnTo>
                <a:lnTo>
                  <a:pt x="7734" y="26797"/>
                </a:lnTo>
                <a:lnTo>
                  <a:pt x="7975" y="26797"/>
                </a:lnTo>
                <a:lnTo>
                  <a:pt x="7366" y="27051"/>
                </a:lnTo>
                <a:lnTo>
                  <a:pt x="7086" y="27165"/>
                </a:lnTo>
                <a:lnTo>
                  <a:pt x="6756" y="27305"/>
                </a:lnTo>
                <a:lnTo>
                  <a:pt x="6883" y="27305"/>
                </a:lnTo>
                <a:lnTo>
                  <a:pt x="7086" y="27241"/>
                </a:lnTo>
                <a:lnTo>
                  <a:pt x="7251" y="27813"/>
                </a:lnTo>
                <a:lnTo>
                  <a:pt x="6985" y="27813"/>
                </a:lnTo>
                <a:lnTo>
                  <a:pt x="6883" y="27305"/>
                </a:lnTo>
                <a:lnTo>
                  <a:pt x="6502" y="27813"/>
                </a:lnTo>
                <a:lnTo>
                  <a:pt x="6883" y="27813"/>
                </a:lnTo>
                <a:lnTo>
                  <a:pt x="7391" y="28321"/>
                </a:lnTo>
                <a:lnTo>
                  <a:pt x="7670" y="27813"/>
                </a:lnTo>
                <a:lnTo>
                  <a:pt x="7899" y="27813"/>
                </a:lnTo>
                <a:lnTo>
                  <a:pt x="8153" y="28321"/>
                </a:lnTo>
                <a:lnTo>
                  <a:pt x="8293" y="27863"/>
                </a:lnTo>
                <a:lnTo>
                  <a:pt x="8483" y="27813"/>
                </a:lnTo>
                <a:lnTo>
                  <a:pt x="8788" y="27813"/>
                </a:lnTo>
                <a:lnTo>
                  <a:pt x="8940" y="27952"/>
                </a:lnTo>
                <a:lnTo>
                  <a:pt x="8902" y="27813"/>
                </a:lnTo>
                <a:lnTo>
                  <a:pt x="9131" y="27813"/>
                </a:lnTo>
                <a:lnTo>
                  <a:pt x="9321" y="27813"/>
                </a:lnTo>
                <a:lnTo>
                  <a:pt x="9525" y="27813"/>
                </a:lnTo>
                <a:lnTo>
                  <a:pt x="9944" y="27813"/>
                </a:lnTo>
                <a:lnTo>
                  <a:pt x="10033" y="28067"/>
                </a:lnTo>
                <a:lnTo>
                  <a:pt x="10121" y="28321"/>
                </a:lnTo>
                <a:lnTo>
                  <a:pt x="10020" y="28714"/>
                </a:lnTo>
                <a:lnTo>
                  <a:pt x="9626" y="28448"/>
                </a:lnTo>
                <a:lnTo>
                  <a:pt x="9664" y="28829"/>
                </a:lnTo>
                <a:lnTo>
                  <a:pt x="9423" y="29133"/>
                </a:lnTo>
                <a:lnTo>
                  <a:pt x="9448" y="28829"/>
                </a:lnTo>
                <a:lnTo>
                  <a:pt x="9613" y="28829"/>
                </a:lnTo>
                <a:lnTo>
                  <a:pt x="9347" y="28562"/>
                </a:lnTo>
                <a:lnTo>
                  <a:pt x="9283" y="28359"/>
                </a:lnTo>
                <a:lnTo>
                  <a:pt x="9156" y="28397"/>
                </a:lnTo>
                <a:lnTo>
                  <a:pt x="9156" y="28829"/>
                </a:lnTo>
                <a:lnTo>
                  <a:pt x="8915" y="28829"/>
                </a:lnTo>
                <a:lnTo>
                  <a:pt x="9156" y="28829"/>
                </a:lnTo>
                <a:lnTo>
                  <a:pt x="9156" y="28397"/>
                </a:lnTo>
                <a:lnTo>
                  <a:pt x="8902" y="28422"/>
                </a:lnTo>
                <a:lnTo>
                  <a:pt x="8763" y="28473"/>
                </a:lnTo>
                <a:lnTo>
                  <a:pt x="8509" y="28321"/>
                </a:lnTo>
                <a:lnTo>
                  <a:pt x="8636" y="28524"/>
                </a:lnTo>
                <a:lnTo>
                  <a:pt x="8458" y="28575"/>
                </a:lnTo>
                <a:lnTo>
                  <a:pt x="8420" y="28448"/>
                </a:lnTo>
                <a:lnTo>
                  <a:pt x="8394" y="28321"/>
                </a:lnTo>
                <a:lnTo>
                  <a:pt x="8153" y="28321"/>
                </a:lnTo>
                <a:lnTo>
                  <a:pt x="7810" y="28740"/>
                </a:lnTo>
                <a:lnTo>
                  <a:pt x="7442" y="28829"/>
                </a:lnTo>
                <a:lnTo>
                  <a:pt x="6985" y="28829"/>
                </a:lnTo>
                <a:lnTo>
                  <a:pt x="8915" y="29083"/>
                </a:lnTo>
                <a:lnTo>
                  <a:pt x="8674" y="29337"/>
                </a:lnTo>
                <a:lnTo>
                  <a:pt x="9296" y="29337"/>
                </a:lnTo>
                <a:lnTo>
                  <a:pt x="9347" y="29146"/>
                </a:lnTo>
                <a:lnTo>
                  <a:pt x="9296" y="29337"/>
                </a:lnTo>
                <a:lnTo>
                  <a:pt x="7962" y="29959"/>
                </a:lnTo>
                <a:lnTo>
                  <a:pt x="8102" y="29337"/>
                </a:lnTo>
                <a:lnTo>
                  <a:pt x="7620" y="29337"/>
                </a:lnTo>
                <a:lnTo>
                  <a:pt x="7759" y="30048"/>
                </a:lnTo>
                <a:lnTo>
                  <a:pt x="6794" y="30480"/>
                </a:lnTo>
                <a:lnTo>
                  <a:pt x="7213" y="30480"/>
                </a:lnTo>
                <a:lnTo>
                  <a:pt x="7366" y="30988"/>
                </a:lnTo>
                <a:lnTo>
                  <a:pt x="7556" y="30480"/>
                </a:lnTo>
                <a:lnTo>
                  <a:pt x="7848" y="30480"/>
                </a:lnTo>
                <a:lnTo>
                  <a:pt x="8077" y="30480"/>
                </a:lnTo>
                <a:lnTo>
                  <a:pt x="7848" y="30988"/>
                </a:lnTo>
                <a:lnTo>
                  <a:pt x="10718" y="30988"/>
                </a:lnTo>
                <a:lnTo>
                  <a:pt x="10502" y="30480"/>
                </a:lnTo>
                <a:lnTo>
                  <a:pt x="11188" y="30480"/>
                </a:lnTo>
                <a:lnTo>
                  <a:pt x="10718" y="30988"/>
                </a:lnTo>
                <a:lnTo>
                  <a:pt x="15494" y="30988"/>
                </a:lnTo>
                <a:lnTo>
                  <a:pt x="15443" y="30480"/>
                </a:lnTo>
                <a:lnTo>
                  <a:pt x="15913" y="30480"/>
                </a:lnTo>
                <a:lnTo>
                  <a:pt x="15709" y="30988"/>
                </a:lnTo>
                <a:lnTo>
                  <a:pt x="16916" y="30988"/>
                </a:lnTo>
                <a:lnTo>
                  <a:pt x="18084" y="30988"/>
                </a:lnTo>
                <a:lnTo>
                  <a:pt x="17856" y="31496"/>
                </a:lnTo>
                <a:lnTo>
                  <a:pt x="17691" y="31496"/>
                </a:lnTo>
                <a:lnTo>
                  <a:pt x="17691" y="34671"/>
                </a:lnTo>
                <a:lnTo>
                  <a:pt x="17653" y="34886"/>
                </a:lnTo>
                <a:lnTo>
                  <a:pt x="17513" y="34798"/>
                </a:lnTo>
                <a:lnTo>
                  <a:pt x="17297" y="34671"/>
                </a:lnTo>
                <a:lnTo>
                  <a:pt x="17487" y="34671"/>
                </a:lnTo>
                <a:lnTo>
                  <a:pt x="17691" y="34671"/>
                </a:lnTo>
                <a:lnTo>
                  <a:pt x="17691" y="31496"/>
                </a:lnTo>
                <a:lnTo>
                  <a:pt x="15443" y="31496"/>
                </a:lnTo>
                <a:lnTo>
                  <a:pt x="15443" y="32512"/>
                </a:lnTo>
                <a:lnTo>
                  <a:pt x="15240" y="32778"/>
                </a:lnTo>
                <a:lnTo>
                  <a:pt x="15138" y="32512"/>
                </a:lnTo>
                <a:lnTo>
                  <a:pt x="15443" y="32512"/>
                </a:lnTo>
                <a:lnTo>
                  <a:pt x="15443" y="31496"/>
                </a:lnTo>
                <a:lnTo>
                  <a:pt x="14617" y="31496"/>
                </a:lnTo>
                <a:lnTo>
                  <a:pt x="14617" y="33147"/>
                </a:lnTo>
                <a:lnTo>
                  <a:pt x="14465" y="33591"/>
                </a:lnTo>
                <a:lnTo>
                  <a:pt x="14465" y="34671"/>
                </a:lnTo>
                <a:lnTo>
                  <a:pt x="13919" y="34315"/>
                </a:lnTo>
                <a:lnTo>
                  <a:pt x="13919" y="36830"/>
                </a:lnTo>
                <a:lnTo>
                  <a:pt x="13296" y="36322"/>
                </a:lnTo>
                <a:lnTo>
                  <a:pt x="13716" y="36322"/>
                </a:lnTo>
                <a:lnTo>
                  <a:pt x="13919" y="36830"/>
                </a:lnTo>
                <a:lnTo>
                  <a:pt x="13919" y="34315"/>
                </a:lnTo>
                <a:lnTo>
                  <a:pt x="13754" y="34213"/>
                </a:lnTo>
                <a:lnTo>
                  <a:pt x="13754" y="35687"/>
                </a:lnTo>
                <a:lnTo>
                  <a:pt x="13462" y="35826"/>
                </a:lnTo>
                <a:lnTo>
                  <a:pt x="13500" y="35687"/>
                </a:lnTo>
                <a:lnTo>
                  <a:pt x="13754" y="35687"/>
                </a:lnTo>
                <a:lnTo>
                  <a:pt x="13754" y="34213"/>
                </a:lnTo>
                <a:lnTo>
                  <a:pt x="14185" y="34163"/>
                </a:lnTo>
                <a:lnTo>
                  <a:pt x="14452" y="34163"/>
                </a:lnTo>
                <a:lnTo>
                  <a:pt x="14465" y="34671"/>
                </a:lnTo>
                <a:lnTo>
                  <a:pt x="14465" y="33591"/>
                </a:lnTo>
                <a:lnTo>
                  <a:pt x="14439" y="33947"/>
                </a:lnTo>
                <a:lnTo>
                  <a:pt x="14300" y="33934"/>
                </a:lnTo>
                <a:lnTo>
                  <a:pt x="14439" y="33655"/>
                </a:lnTo>
                <a:lnTo>
                  <a:pt x="14592" y="33147"/>
                </a:lnTo>
                <a:lnTo>
                  <a:pt x="14617" y="31496"/>
                </a:lnTo>
                <a:lnTo>
                  <a:pt x="14236" y="31496"/>
                </a:lnTo>
                <a:lnTo>
                  <a:pt x="14236" y="33655"/>
                </a:lnTo>
                <a:lnTo>
                  <a:pt x="14211" y="33909"/>
                </a:lnTo>
                <a:lnTo>
                  <a:pt x="13474" y="33807"/>
                </a:lnTo>
                <a:lnTo>
                  <a:pt x="13462" y="33655"/>
                </a:lnTo>
                <a:lnTo>
                  <a:pt x="13385" y="33794"/>
                </a:lnTo>
                <a:lnTo>
                  <a:pt x="13119" y="33718"/>
                </a:lnTo>
                <a:lnTo>
                  <a:pt x="12534" y="33655"/>
                </a:lnTo>
                <a:lnTo>
                  <a:pt x="14236" y="33655"/>
                </a:lnTo>
                <a:lnTo>
                  <a:pt x="14236" y="31496"/>
                </a:lnTo>
                <a:lnTo>
                  <a:pt x="13296" y="31496"/>
                </a:lnTo>
                <a:lnTo>
                  <a:pt x="13296" y="33147"/>
                </a:lnTo>
                <a:lnTo>
                  <a:pt x="13246" y="33286"/>
                </a:lnTo>
                <a:lnTo>
                  <a:pt x="12852" y="33147"/>
                </a:lnTo>
                <a:lnTo>
                  <a:pt x="13296" y="33147"/>
                </a:lnTo>
                <a:lnTo>
                  <a:pt x="13296" y="31496"/>
                </a:lnTo>
                <a:lnTo>
                  <a:pt x="8305" y="31496"/>
                </a:lnTo>
                <a:lnTo>
                  <a:pt x="8305" y="38862"/>
                </a:lnTo>
                <a:lnTo>
                  <a:pt x="8140" y="38989"/>
                </a:lnTo>
                <a:lnTo>
                  <a:pt x="8166" y="38862"/>
                </a:lnTo>
                <a:lnTo>
                  <a:pt x="8305" y="38862"/>
                </a:lnTo>
                <a:lnTo>
                  <a:pt x="8305" y="31496"/>
                </a:lnTo>
                <a:lnTo>
                  <a:pt x="7912" y="31496"/>
                </a:lnTo>
                <a:lnTo>
                  <a:pt x="7734" y="31407"/>
                </a:lnTo>
                <a:lnTo>
                  <a:pt x="7683" y="30988"/>
                </a:lnTo>
                <a:lnTo>
                  <a:pt x="7543" y="30988"/>
                </a:lnTo>
                <a:lnTo>
                  <a:pt x="7454" y="31242"/>
                </a:lnTo>
                <a:lnTo>
                  <a:pt x="7226" y="31115"/>
                </a:lnTo>
                <a:lnTo>
                  <a:pt x="7340" y="31496"/>
                </a:lnTo>
                <a:lnTo>
                  <a:pt x="7747" y="31496"/>
                </a:lnTo>
                <a:lnTo>
                  <a:pt x="7823" y="32004"/>
                </a:lnTo>
                <a:lnTo>
                  <a:pt x="7378" y="32004"/>
                </a:lnTo>
                <a:lnTo>
                  <a:pt x="7378" y="33147"/>
                </a:lnTo>
                <a:lnTo>
                  <a:pt x="7239" y="33655"/>
                </a:lnTo>
                <a:lnTo>
                  <a:pt x="7378" y="33147"/>
                </a:lnTo>
                <a:lnTo>
                  <a:pt x="7378" y="32004"/>
                </a:lnTo>
                <a:lnTo>
                  <a:pt x="7366" y="32512"/>
                </a:lnTo>
                <a:lnTo>
                  <a:pt x="6959" y="33147"/>
                </a:lnTo>
                <a:lnTo>
                  <a:pt x="7264" y="32512"/>
                </a:lnTo>
                <a:lnTo>
                  <a:pt x="7366" y="32004"/>
                </a:lnTo>
                <a:lnTo>
                  <a:pt x="6718" y="32004"/>
                </a:lnTo>
                <a:lnTo>
                  <a:pt x="6591" y="31940"/>
                </a:lnTo>
                <a:lnTo>
                  <a:pt x="7188" y="31496"/>
                </a:lnTo>
                <a:lnTo>
                  <a:pt x="6692" y="31496"/>
                </a:lnTo>
                <a:lnTo>
                  <a:pt x="6642" y="31242"/>
                </a:lnTo>
                <a:lnTo>
                  <a:pt x="6451" y="31496"/>
                </a:lnTo>
                <a:lnTo>
                  <a:pt x="6489" y="31877"/>
                </a:lnTo>
                <a:lnTo>
                  <a:pt x="6032" y="31635"/>
                </a:lnTo>
                <a:lnTo>
                  <a:pt x="6083" y="32004"/>
                </a:lnTo>
                <a:lnTo>
                  <a:pt x="6502" y="32004"/>
                </a:lnTo>
                <a:lnTo>
                  <a:pt x="6502" y="32258"/>
                </a:lnTo>
                <a:lnTo>
                  <a:pt x="6032" y="32004"/>
                </a:lnTo>
                <a:lnTo>
                  <a:pt x="6146" y="32512"/>
                </a:lnTo>
                <a:lnTo>
                  <a:pt x="6413" y="32512"/>
                </a:lnTo>
                <a:lnTo>
                  <a:pt x="6705" y="32512"/>
                </a:lnTo>
                <a:lnTo>
                  <a:pt x="6756" y="33655"/>
                </a:lnTo>
                <a:lnTo>
                  <a:pt x="6705" y="39497"/>
                </a:lnTo>
                <a:lnTo>
                  <a:pt x="6248" y="39751"/>
                </a:lnTo>
                <a:lnTo>
                  <a:pt x="6388" y="39497"/>
                </a:lnTo>
                <a:lnTo>
                  <a:pt x="6705" y="39497"/>
                </a:lnTo>
                <a:lnTo>
                  <a:pt x="6705" y="33655"/>
                </a:lnTo>
                <a:lnTo>
                  <a:pt x="6527" y="33655"/>
                </a:lnTo>
                <a:lnTo>
                  <a:pt x="6527" y="38354"/>
                </a:lnTo>
                <a:lnTo>
                  <a:pt x="6146" y="38493"/>
                </a:lnTo>
                <a:lnTo>
                  <a:pt x="6273" y="38354"/>
                </a:lnTo>
                <a:lnTo>
                  <a:pt x="6527" y="38354"/>
                </a:lnTo>
                <a:lnTo>
                  <a:pt x="6527" y="33655"/>
                </a:lnTo>
                <a:lnTo>
                  <a:pt x="6388" y="33655"/>
                </a:lnTo>
                <a:lnTo>
                  <a:pt x="6070" y="33578"/>
                </a:lnTo>
                <a:lnTo>
                  <a:pt x="6070" y="38862"/>
                </a:lnTo>
                <a:lnTo>
                  <a:pt x="6019" y="39255"/>
                </a:lnTo>
                <a:lnTo>
                  <a:pt x="5549" y="39154"/>
                </a:lnTo>
                <a:lnTo>
                  <a:pt x="5816" y="38862"/>
                </a:lnTo>
                <a:lnTo>
                  <a:pt x="5969" y="38696"/>
                </a:lnTo>
                <a:lnTo>
                  <a:pt x="6070" y="38862"/>
                </a:lnTo>
                <a:lnTo>
                  <a:pt x="6070" y="33578"/>
                </a:lnTo>
                <a:lnTo>
                  <a:pt x="5892" y="33528"/>
                </a:lnTo>
                <a:lnTo>
                  <a:pt x="5892" y="38582"/>
                </a:lnTo>
                <a:lnTo>
                  <a:pt x="5588" y="38684"/>
                </a:lnTo>
                <a:lnTo>
                  <a:pt x="5588" y="38862"/>
                </a:lnTo>
                <a:lnTo>
                  <a:pt x="5359" y="39077"/>
                </a:lnTo>
                <a:lnTo>
                  <a:pt x="5308" y="38862"/>
                </a:lnTo>
                <a:lnTo>
                  <a:pt x="5473" y="38862"/>
                </a:lnTo>
                <a:lnTo>
                  <a:pt x="5588" y="38684"/>
                </a:lnTo>
                <a:lnTo>
                  <a:pt x="5435" y="38735"/>
                </a:lnTo>
                <a:lnTo>
                  <a:pt x="5359" y="38354"/>
                </a:lnTo>
                <a:lnTo>
                  <a:pt x="5765" y="38354"/>
                </a:lnTo>
                <a:lnTo>
                  <a:pt x="5892" y="38582"/>
                </a:lnTo>
                <a:lnTo>
                  <a:pt x="5892" y="33528"/>
                </a:lnTo>
                <a:lnTo>
                  <a:pt x="5562" y="33439"/>
                </a:lnTo>
                <a:lnTo>
                  <a:pt x="5143" y="33324"/>
                </a:lnTo>
                <a:lnTo>
                  <a:pt x="5143" y="38836"/>
                </a:lnTo>
                <a:lnTo>
                  <a:pt x="4826" y="38862"/>
                </a:lnTo>
                <a:lnTo>
                  <a:pt x="4927" y="38481"/>
                </a:lnTo>
                <a:lnTo>
                  <a:pt x="5143" y="38836"/>
                </a:lnTo>
                <a:lnTo>
                  <a:pt x="5143" y="33324"/>
                </a:lnTo>
                <a:lnTo>
                  <a:pt x="4737" y="33210"/>
                </a:lnTo>
                <a:lnTo>
                  <a:pt x="4419" y="33261"/>
                </a:lnTo>
                <a:lnTo>
                  <a:pt x="4419" y="33655"/>
                </a:lnTo>
                <a:lnTo>
                  <a:pt x="4089" y="33655"/>
                </a:lnTo>
                <a:lnTo>
                  <a:pt x="4356" y="33655"/>
                </a:lnTo>
                <a:lnTo>
                  <a:pt x="4419" y="33261"/>
                </a:lnTo>
                <a:lnTo>
                  <a:pt x="4203" y="33147"/>
                </a:lnTo>
                <a:lnTo>
                  <a:pt x="2679" y="33147"/>
                </a:lnTo>
                <a:lnTo>
                  <a:pt x="3276" y="33413"/>
                </a:lnTo>
                <a:lnTo>
                  <a:pt x="1485" y="33655"/>
                </a:lnTo>
                <a:lnTo>
                  <a:pt x="3873" y="33655"/>
                </a:lnTo>
                <a:lnTo>
                  <a:pt x="4330" y="33909"/>
                </a:lnTo>
                <a:lnTo>
                  <a:pt x="4241" y="34163"/>
                </a:lnTo>
                <a:lnTo>
                  <a:pt x="4699" y="34163"/>
                </a:lnTo>
                <a:lnTo>
                  <a:pt x="3949" y="35179"/>
                </a:lnTo>
                <a:lnTo>
                  <a:pt x="4089" y="35179"/>
                </a:lnTo>
                <a:lnTo>
                  <a:pt x="3721" y="35585"/>
                </a:lnTo>
                <a:lnTo>
                  <a:pt x="3911" y="35687"/>
                </a:lnTo>
                <a:lnTo>
                  <a:pt x="3632" y="35687"/>
                </a:lnTo>
                <a:lnTo>
                  <a:pt x="3467" y="35687"/>
                </a:lnTo>
                <a:lnTo>
                  <a:pt x="3213" y="35687"/>
                </a:lnTo>
                <a:lnTo>
                  <a:pt x="2159" y="35687"/>
                </a:lnTo>
                <a:lnTo>
                  <a:pt x="3467" y="36322"/>
                </a:lnTo>
                <a:lnTo>
                  <a:pt x="3225" y="36322"/>
                </a:lnTo>
                <a:lnTo>
                  <a:pt x="4381" y="36830"/>
                </a:lnTo>
                <a:lnTo>
                  <a:pt x="4064" y="37007"/>
                </a:lnTo>
                <a:lnTo>
                  <a:pt x="3898" y="36880"/>
                </a:lnTo>
                <a:lnTo>
                  <a:pt x="3302" y="37338"/>
                </a:lnTo>
                <a:lnTo>
                  <a:pt x="3505" y="37338"/>
                </a:lnTo>
                <a:lnTo>
                  <a:pt x="4102" y="37338"/>
                </a:lnTo>
                <a:lnTo>
                  <a:pt x="3848" y="37846"/>
                </a:lnTo>
                <a:lnTo>
                  <a:pt x="4178" y="37846"/>
                </a:lnTo>
                <a:lnTo>
                  <a:pt x="3949" y="38354"/>
                </a:lnTo>
                <a:lnTo>
                  <a:pt x="4457" y="38354"/>
                </a:lnTo>
                <a:lnTo>
                  <a:pt x="4457" y="38862"/>
                </a:lnTo>
                <a:lnTo>
                  <a:pt x="4279" y="38862"/>
                </a:lnTo>
                <a:lnTo>
                  <a:pt x="3924" y="40005"/>
                </a:lnTo>
                <a:lnTo>
                  <a:pt x="4635" y="40005"/>
                </a:lnTo>
                <a:lnTo>
                  <a:pt x="4648" y="39497"/>
                </a:lnTo>
                <a:lnTo>
                  <a:pt x="4927" y="39497"/>
                </a:lnTo>
                <a:lnTo>
                  <a:pt x="5245" y="39497"/>
                </a:lnTo>
                <a:lnTo>
                  <a:pt x="5473" y="39497"/>
                </a:lnTo>
                <a:lnTo>
                  <a:pt x="5791" y="40005"/>
                </a:lnTo>
                <a:lnTo>
                  <a:pt x="6108" y="40005"/>
                </a:lnTo>
                <a:lnTo>
                  <a:pt x="7124" y="40005"/>
                </a:lnTo>
                <a:lnTo>
                  <a:pt x="7213" y="39573"/>
                </a:lnTo>
                <a:lnTo>
                  <a:pt x="7467" y="39497"/>
                </a:lnTo>
                <a:lnTo>
                  <a:pt x="7493" y="39776"/>
                </a:lnTo>
                <a:lnTo>
                  <a:pt x="7467" y="40005"/>
                </a:lnTo>
                <a:lnTo>
                  <a:pt x="7658" y="40017"/>
                </a:lnTo>
                <a:lnTo>
                  <a:pt x="48552" y="40513"/>
                </a:lnTo>
                <a:lnTo>
                  <a:pt x="48653" y="40005"/>
                </a:lnTo>
                <a:lnTo>
                  <a:pt x="48742" y="39497"/>
                </a:lnTo>
                <a:lnTo>
                  <a:pt x="48031" y="39497"/>
                </a:lnTo>
                <a:lnTo>
                  <a:pt x="47167" y="38862"/>
                </a:lnTo>
                <a:lnTo>
                  <a:pt x="47142" y="38354"/>
                </a:lnTo>
                <a:lnTo>
                  <a:pt x="46672" y="38582"/>
                </a:lnTo>
                <a:lnTo>
                  <a:pt x="46685" y="38354"/>
                </a:lnTo>
                <a:lnTo>
                  <a:pt x="46443" y="38354"/>
                </a:lnTo>
                <a:lnTo>
                  <a:pt x="46215" y="37846"/>
                </a:lnTo>
                <a:lnTo>
                  <a:pt x="46799" y="37846"/>
                </a:lnTo>
                <a:lnTo>
                  <a:pt x="46799" y="38303"/>
                </a:lnTo>
                <a:lnTo>
                  <a:pt x="47142" y="38354"/>
                </a:lnTo>
                <a:lnTo>
                  <a:pt x="47218" y="38862"/>
                </a:lnTo>
                <a:lnTo>
                  <a:pt x="48869" y="39497"/>
                </a:lnTo>
                <a:lnTo>
                  <a:pt x="48653" y="40005"/>
                </a:lnTo>
                <a:lnTo>
                  <a:pt x="48793" y="40005"/>
                </a:lnTo>
                <a:lnTo>
                  <a:pt x="48717" y="40513"/>
                </a:lnTo>
                <a:lnTo>
                  <a:pt x="48552" y="40513"/>
                </a:lnTo>
                <a:lnTo>
                  <a:pt x="8724" y="40513"/>
                </a:lnTo>
                <a:lnTo>
                  <a:pt x="8724" y="42037"/>
                </a:lnTo>
                <a:lnTo>
                  <a:pt x="8178" y="42037"/>
                </a:lnTo>
                <a:lnTo>
                  <a:pt x="8026" y="42037"/>
                </a:lnTo>
                <a:lnTo>
                  <a:pt x="8724" y="42037"/>
                </a:lnTo>
                <a:lnTo>
                  <a:pt x="8724" y="40513"/>
                </a:lnTo>
                <a:lnTo>
                  <a:pt x="8229" y="40513"/>
                </a:lnTo>
                <a:lnTo>
                  <a:pt x="7785" y="40767"/>
                </a:lnTo>
                <a:lnTo>
                  <a:pt x="7340" y="41021"/>
                </a:lnTo>
                <a:lnTo>
                  <a:pt x="7962" y="41021"/>
                </a:lnTo>
                <a:lnTo>
                  <a:pt x="7200" y="41275"/>
                </a:lnTo>
                <a:lnTo>
                  <a:pt x="7277" y="41021"/>
                </a:lnTo>
                <a:lnTo>
                  <a:pt x="7759" y="40767"/>
                </a:lnTo>
                <a:lnTo>
                  <a:pt x="8229" y="40513"/>
                </a:lnTo>
                <a:lnTo>
                  <a:pt x="7416" y="40513"/>
                </a:lnTo>
                <a:lnTo>
                  <a:pt x="7251" y="40513"/>
                </a:lnTo>
                <a:lnTo>
                  <a:pt x="6908" y="40513"/>
                </a:lnTo>
                <a:lnTo>
                  <a:pt x="7366" y="40208"/>
                </a:lnTo>
                <a:lnTo>
                  <a:pt x="7467" y="40081"/>
                </a:lnTo>
                <a:lnTo>
                  <a:pt x="6108" y="40513"/>
                </a:lnTo>
                <a:lnTo>
                  <a:pt x="5956" y="40513"/>
                </a:lnTo>
                <a:lnTo>
                  <a:pt x="6172" y="40779"/>
                </a:lnTo>
                <a:lnTo>
                  <a:pt x="6477" y="40513"/>
                </a:lnTo>
                <a:lnTo>
                  <a:pt x="6184" y="40805"/>
                </a:lnTo>
                <a:lnTo>
                  <a:pt x="6388" y="41021"/>
                </a:lnTo>
                <a:lnTo>
                  <a:pt x="7061" y="41021"/>
                </a:lnTo>
                <a:lnTo>
                  <a:pt x="7010" y="41338"/>
                </a:lnTo>
                <a:lnTo>
                  <a:pt x="6438" y="41529"/>
                </a:lnTo>
                <a:lnTo>
                  <a:pt x="5676" y="41529"/>
                </a:lnTo>
                <a:lnTo>
                  <a:pt x="7429" y="41833"/>
                </a:lnTo>
                <a:lnTo>
                  <a:pt x="7378" y="42037"/>
                </a:lnTo>
                <a:lnTo>
                  <a:pt x="7493" y="41833"/>
                </a:lnTo>
                <a:lnTo>
                  <a:pt x="7848" y="41897"/>
                </a:lnTo>
                <a:lnTo>
                  <a:pt x="7848" y="42037"/>
                </a:lnTo>
                <a:lnTo>
                  <a:pt x="7848" y="42354"/>
                </a:lnTo>
                <a:lnTo>
                  <a:pt x="7848" y="42672"/>
                </a:lnTo>
                <a:lnTo>
                  <a:pt x="7518" y="42672"/>
                </a:lnTo>
                <a:lnTo>
                  <a:pt x="7226" y="42672"/>
                </a:lnTo>
                <a:lnTo>
                  <a:pt x="7366" y="43002"/>
                </a:lnTo>
                <a:lnTo>
                  <a:pt x="7454" y="43180"/>
                </a:lnTo>
                <a:lnTo>
                  <a:pt x="7277" y="43180"/>
                </a:lnTo>
                <a:lnTo>
                  <a:pt x="6591" y="43180"/>
                </a:lnTo>
                <a:lnTo>
                  <a:pt x="6756" y="42672"/>
                </a:lnTo>
                <a:lnTo>
                  <a:pt x="6477" y="42672"/>
                </a:lnTo>
                <a:lnTo>
                  <a:pt x="6388" y="43180"/>
                </a:lnTo>
                <a:lnTo>
                  <a:pt x="6032" y="43116"/>
                </a:lnTo>
                <a:lnTo>
                  <a:pt x="6032" y="44704"/>
                </a:lnTo>
                <a:lnTo>
                  <a:pt x="5956" y="44831"/>
                </a:lnTo>
                <a:lnTo>
                  <a:pt x="5905" y="44704"/>
                </a:lnTo>
                <a:lnTo>
                  <a:pt x="6032" y="44704"/>
                </a:lnTo>
                <a:lnTo>
                  <a:pt x="6032" y="43116"/>
                </a:lnTo>
                <a:lnTo>
                  <a:pt x="5918" y="43688"/>
                </a:lnTo>
                <a:lnTo>
                  <a:pt x="5664" y="43688"/>
                </a:lnTo>
                <a:lnTo>
                  <a:pt x="5664" y="44196"/>
                </a:lnTo>
                <a:lnTo>
                  <a:pt x="4826" y="44602"/>
                </a:lnTo>
                <a:lnTo>
                  <a:pt x="4953" y="44284"/>
                </a:lnTo>
                <a:lnTo>
                  <a:pt x="5232" y="44196"/>
                </a:lnTo>
                <a:lnTo>
                  <a:pt x="5537" y="44196"/>
                </a:lnTo>
                <a:lnTo>
                  <a:pt x="5448" y="43942"/>
                </a:lnTo>
                <a:lnTo>
                  <a:pt x="5359" y="43688"/>
                </a:lnTo>
                <a:lnTo>
                  <a:pt x="5524" y="43980"/>
                </a:lnTo>
                <a:lnTo>
                  <a:pt x="5664" y="44196"/>
                </a:lnTo>
                <a:lnTo>
                  <a:pt x="5664" y="43688"/>
                </a:lnTo>
                <a:lnTo>
                  <a:pt x="5549" y="43180"/>
                </a:lnTo>
                <a:lnTo>
                  <a:pt x="5092" y="43484"/>
                </a:lnTo>
                <a:lnTo>
                  <a:pt x="4813" y="43180"/>
                </a:lnTo>
                <a:lnTo>
                  <a:pt x="5118" y="43180"/>
                </a:lnTo>
                <a:lnTo>
                  <a:pt x="5549" y="43180"/>
                </a:lnTo>
                <a:lnTo>
                  <a:pt x="5918" y="43688"/>
                </a:lnTo>
                <a:lnTo>
                  <a:pt x="5918" y="43103"/>
                </a:lnTo>
                <a:lnTo>
                  <a:pt x="5422" y="42989"/>
                </a:lnTo>
                <a:lnTo>
                  <a:pt x="5207" y="42697"/>
                </a:lnTo>
                <a:lnTo>
                  <a:pt x="5905" y="42672"/>
                </a:lnTo>
                <a:lnTo>
                  <a:pt x="5461" y="42265"/>
                </a:lnTo>
                <a:lnTo>
                  <a:pt x="5067" y="42672"/>
                </a:lnTo>
                <a:lnTo>
                  <a:pt x="4902" y="42672"/>
                </a:lnTo>
                <a:lnTo>
                  <a:pt x="4279" y="42037"/>
                </a:lnTo>
                <a:lnTo>
                  <a:pt x="4762" y="42672"/>
                </a:lnTo>
                <a:lnTo>
                  <a:pt x="4216" y="42672"/>
                </a:lnTo>
                <a:lnTo>
                  <a:pt x="3771" y="42913"/>
                </a:lnTo>
                <a:lnTo>
                  <a:pt x="3289" y="43180"/>
                </a:lnTo>
                <a:lnTo>
                  <a:pt x="3187" y="43434"/>
                </a:lnTo>
                <a:lnTo>
                  <a:pt x="3429" y="43180"/>
                </a:lnTo>
                <a:lnTo>
                  <a:pt x="3581" y="43180"/>
                </a:lnTo>
                <a:lnTo>
                  <a:pt x="4292" y="43180"/>
                </a:lnTo>
                <a:lnTo>
                  <a:pt x="4381" y="43688"/>
                </a:lnTo>
                <a:lnTo>
                  <a:pt x="4508" y="43954"/>
                </a:lnTo>
                <a:lnTo>
                  <a:pt x="4635" y="44196"/>
                </a:lnTo>
                <a:lnTo>
                  <a:pt x="4445" y="44196"/>
                </a:lnTo>
                <a:lnTo>
                  <a:pt x="4368" y="44450"/>
                </a:lnTo>
                <a:lnTo>
                  <a:pt x="3505" y="44704"/>
                </a:lnTo>
                <a:lnTo>
                  <a:pt x="4292" y="44704"/>
                </a:lnTo>
                <a:lnTo>
                  <a:pt x="4927" y="44958"/>
                </a:lnTo>
                <a:lnTo>
                  <a:pt x="5600" y="45212"/>
                </a:lnTo>
                <a:lnTo>
                  <a:pt x="5994" y="45440"/>
                </a:lnTo>
                <a:lnTo>
                  <a:pt x="6121" y="45212"/>
                </a:lnTo>
                <a:lnTo>
                  <a:pt x="6578" y="45212"/>
                </a:lnTo>
                <a:lnTo>
                  <a:pt x="6629" y="45796"/>
                </a:lnTo>
                <a:lnTo>
                  <a:pt x="6324" y="45847"/>
                </a:lnTo>
                <a:lnTo>
                  <a:pt x="6121" y="45847"/>
                </a:lnTo>
                <a:lnTo>
                  <a:pt x="5816" y="45897"/>
                </a:lnTo>
                <a:lnTo>
                  <a:pt x="5397" y="45847"/>
                </a:lnTo>
                <a:lnTo>
                  <a:pt x="5359" y="45974"/>
                </a:lnTo>
                <a:lnTo>
                  <a:pt x="5372" y="45847"/>
                </a:lnTo>
                <a:lnTo>
                  <a:pt x="4749" y="45847"/>
                </a:lnTo>
                <a:lnTo>
                  <a:pt x="4559" y="46101"/>
                </a:lnTo>
                <a:lnTo>
                  <a:pt x="3009" y="46355"/>
                </a:lnTo>
                <a:lnTo>
                  <a:pt x="4381" y="46355"/>
                </a:lnTo>
                <a:lnTo>
                  <a:pt x="5232" y="46355"/>
                </a:lnTo>
                <a:lnTo>
                  <a:pt x="5092" y="46863"/>
                </a:lnTo>
                <a:lnTo>
                  <a:pt x="5740" y="46863"/>
                </a:lnTo>
                <a:lnTo>
                  <a:pt x="5613" y="46355"/>
                </a:lnTo>
                <a:lnTo>
                  <a:pt x="5867" y="46355"/>
                </a:lnTo>
                <a:lnTo>
                  <a:pt x="6286" y="46355"/>
                </a:lnTo>
                <a:lnTo>
                  <a:pt x="6045" y="46863"/>
                </a:lnTo>
                <a:lnTo>
                  <a:pt x="6235" y="46863"/>
                </a:lnTo>
                <a:lnTo>
                  <a:pt x="6235" y="47002"/>
                </a:lnTo>
                <a:lnTo>
                  <a:pt x="6235" y="47371"/>
                </a:lnTo>
                <a:lnTo>
                  <a:pt x="5753" y="47371"/>
                </a:lnTo>
                <a:lnTo>
                  <a:pt x="5435" y="47371"/>
                </a:lnTo>
                <a:lnTo>
                  <a:pt x="5511" y="47879"/>
                </a:lnTo>
                <a:lnTo>
                  <a:pt x="5600" y="48387"/>
                </a:lnTo>
                <a:lnTo>
                  <a:pt x="4572" y="48387"/>
                </a:lnTo>
                <a:lnTo>
                  <a:pt x="5969" y="49022"/>
                </a:lnTo>
                <a:lnTo>
                  <a:pt x="5283" y="49022"/>
                </a:lnTo>
                <a:lnTo>
                  <a:pt x="5041" y="49530"/>
                </a:lnTo>
                <a:lnTo>
                  <a:pt x="4978" y="51054"/>
                </a:lnTo>
                <a:lnTo>
                  <a:pt x="4584" y="51841"/>
                </a:lnTo>
                <a:lnTo>
                  <a:pt x="4546" y="51562"/>
                </a:lnTo>
                <a:lnTo>
                  <a:pt x="4343" y="51562"/>
                </a:lnTo>
                <a:lnTo>
                  <a:pt x="4254" y="51701"/>
                </a:lnTo>
                <a:lnTo>
                  <a:pt x="4152" y="51562"/>
                </a:lnTo>
                <a:lnTo>
                  <a:pt x="4546" y="51054"/>
                </a:lnTo>
                <a:lnTo>
                  <a:pt x="4978" y="51054"/>
                </a:lnTo>
                <a:lnTo>
                  <a:pt x="4978" y="49530"/>
                </a:lnTo>
                <a:lnTo>
                  <a:pt x="3594" y="49530"/>
                </a:lnTo>
                <a:lnTo>
                  <a:pt x="3568" y="50038"/>
                </a:lnTo>
                <a:lnTo>
                  <a:pt x="3733" y="50038"/>
                </a:lnTo>
                <a:lnTo>
                  <a:pt x="3873" y="50546"/>
                </a:lnTo>
                <a:lnTo>
                  <a:pt x="4038" y="50546"/>
                </a:lnTo>
                <a:lnTo>
                  <a:pt x="3949" y="50292"/>
                </a:lnTo>
                <a:lnTo>
                  <a:pt x="4064" y="50546"/>
                </a:lnTo>
                <a:lnTo>
                  <a:pt x="4406" y="50038"/>
                </a:lnTo>
                <a:lnTo>
                  <a:pt x="4711" y="50038"/>
                </a:lnTo>
                <a:lnTo>
                  <a:pt x="4572" y="50292"/>
                </a:lnTo>
                <a:lnTo>
                  <a:pt x="4432" y="50546"/>
                </a:lnTo>
                <a:lnTo>
                  <a:pt x="4152" y="51054"/>
                </a:lnTo>
                <a:lnTo>
                  <a:pt x="4089" y="51943"/>
                </a:lnTo>
                <a:lnTo>
                  <a:pt x="3924" y="52197"/>
                </a:lnTo>
                <a:lnTo>
                  <a:pt x="4076" y="52197"/>
                </a:lnTo>
                <a:lnTo>
                  <a:pt x="4419" y="52197"/>
                </a:lnTo>
                <a:lnTo>
                  <a:pt x="4699" y="52285"/>
                </a:lnTo>
                <a:lnTo>
                  <a:pt x="4889" y="52197"/>
                </a:lnTo>
                <a:lnTo>
                  <a:pt x="4838" y="52349"/>
                </a:lnTo>
                <a:lnTo>
                  <a:pt x="5130" y="52476"/>
                </a:lnTo>
                <a:lnTo>
                  <a:pt x="5435" y="51562"/>
                </a:lnTo>
                <a:lnTo>
                  <a:pt x="5727" y="51562"/>
                </a:lnTo>
                <a:lnTo>
                  <a:pt x="5168" y="51054"/>
                </a:lnTo>
                <a:lnTo>
                  <a:pt x="5422" y="50546"/>
                </a:lnTo>
                <a:lnTo>
                  <a:pt x="5930" y="50546"/>
                </a:lnTo>
                <a:lnTo>
                  <a:pt x="5880" y="51054"/>
                </a:lnTo>
                <a:lnTo>
                  <a:pt x="5765" y="51562"/>
                </a:lnTo>
                <a:lnTo>
                  <a:pt x="6057" y="52197"/>
                </a:lnTo>
                <a:lnTo>
                  <a:pt x="6019" y="51562"/>
                </a:lnTo>
                <a:lnTo>
                  <a:pt x="6553" y="51562"/>
                </a:lnTo>
                <a:lnTo>
                  <a:pt x="6642" y="52197"/>
                </a:lnTo>
                <a:lnTo>
                  <a:pt x="6477" y="52197"/>
                </a:lnTo>
                <a:lnTo>
                  <a:pt x="6426" y="52705"/>
                </a:lnTo>
                <a:lnTo>
                  <a:pt x="6629" y="52705"/>
                </a:lnTo>
                <a:lnTo>
                  <a:pt x="5816" y="53213"/>
                </a:lnTo>
                <a:lnTo>
                  <a:pt x="5207" y="53492"/>
                </a:lnTo>
                <a:lnTo>
                  <a:pt x="5372" y="53213"/>
                </a:lnTo>
                <a:lnTo>
                  <a:pt x="4813" y="53670"/>
                </a:lnTo>
                <a:lnTo>
                  <a:pt x="5080" y="53721"/>
                </a:lnTo>
                <a:lnTo>
                  <a:pt x="6654" y="53721"/>
                </a:lnTo>
                <a:lnTo>
                  <a:pt x="6718" y="53213"/>
                </a:lnTo>
                <a:lnTo>
                  <a:pt x="6845" y="53213"/>
                </a:lnTo>
                <a:lnTo>
                  <a:pt x="6654" y="53721"/>
                </a:lnTo>
                <a:lnTo>
                  <a:pt x="6578" y="53848"/>
                </a:lnTo>
                <a:lnTo>
                  <a:pt x="6477" y="55245"/>
                </a:lnTo>
                <a:lnTo>
                  <a:pt x="6350" y="55753"/>
                </a:lnTo>
                <a:lnTo>
                  <a:pt x="6146" y="55753"/>
                </a:lnTo>
                <a:lnTo>
                  <a:pt x="6159" y="56261"/>
                </a:lnTo>
                <a:lnTo>
                  <a:pt x="6057" y="56515"/>
                </a:lnTo>
                <a:lnTo>
                  <a:pt x="5791" y="56515"/>
                </a:lnTo>
                <a:lnTo>
                  <a:pt x="5803" y="56769"/>
                </a:lnTo>
                <a:lnTo>
                  <a:pt x="6083" y="56515"/>
                </a:lnTo>
                <a:lnTo>
                  <a:pt x="6223" y="56515"/>
                </a:lnTo>
                <a:lnTo>
                  <a:pt x="6197" y="56286"/>
                </a:lnTo>
                <a:lnTo>
                  <a:pt x="6591" y="56515"/>
                </a:lnTo>
                <a:lnTo>
                  <a:pt x="6718" y="56515"/>
                </a:lnTo>
                <a:lnTo>
                  <a:pt x="7239" y="56896"/>
                </a:lnTo>
                <a:lnTo>
                  <a:pt x="7277" y="56769"/>
                </a:lnTo>
                <a:lnTo>
                  <a:pt x="7353" y="56515"/>
                </a:lnTo>
                <a:lnTo>
                  <a:pt x="8318" y="56515"/>
                </a:lnTo>
                <a:lnTo>
                  <a:pt x="8674" y="56515"/>
                </a:lnTo>
                <a:lnTo>
                  <a:pt x="8826" y="56515"/>
                </a:lnTo>
                <a:lnTo>
                  <a:pt x="8813" y="56769"/>
                </a:lnTo>
                <a:lnTo>
                  <a:pt x="102628" y="56769"/>
                </a:lnTo>
                <a:lnTo>
                  <a:pt x="102793" y="57023"/>
                </a:lnTo>
                <a:lnTo>
                  <a:pt x="102908" y="56515"/>
                </a:lnTo>
                <a:lnTo>
                  <a:pt x="102971" y="56261"/>
                </a:lnTo>
                <a:lnTo>
                  <a:pt x="102908" y="56515"/>
                </a:lnTo>
                <a:lnTo>
                  <a:pt x="103225" y="56515"/>
                </a:lnTo>
                <a:lnTo>
                  <a:pt x="103378" y="56769"/>
                </a:lnTo>
                <a:lnTo>
                  <a:pt x="103593" y="56769"/>
                </a:lnTo>
                <a:lnTo>
                  <a:pt x="103644" y="56515"/>
                </a:lnTo>
                <a:lnTo>
                  <a:pt x="103898" y="56769"/>
                </a:lnTo>
                <a:lnTo>
                  <a:pt x="103924" y="56515"/>
                </a:lnTo>
                <a:lnTo>
                  <a:pt x="103860" y="56261"/>
                </a:lnTo>
                <a:lnTo>
                  <a:pt x="103797" y="56007"/>
                </a:lnTo>
                <a:lnTo>
                  <a:pt x="103733" y="55753"/>
                </a:lnTo>
                <a:lnTo>
                  <a:pt x="103873" y="55753"/>
                </a:lnTo>
                <a:lnTo>
                  <a:pt x="103797" y="56007"/>
                </a:lnTo>
                <a:lnTo>
                  <a:pt x="104228" y="56007"/>
                </a:lnTo>
                <a:lnTo>
                  <a:pt x="104267" y="55753"/>
                </a:lnTo>
                <a:lnTo>
                  <a:pt x="104609" y="55753"/>
                </a:lnTo>
                <a:lnTo>
                  <a:pt x="103949" y="55499"/>
                </a:lnTo>
                <a:lnTo>
                  <a:pt x="104368" y="55499"/>
                </a:lnTo>
                <a:lnTo>
                  <a:pt x="104368" y="55245"/>
                </a:lnTo>
                <a:lnTo>
                  <a:pt x="104190" y="55245"/>
                </a:lnTo>
                <a:lnTo>
                  <a:pt x="103936" y="55245"/>
                </a:lnTo>
                <a:lnTo>
                  <a:pt x="103746" y="54902"/>
                </a:lnTo>
                <a:lnTo>
                  <a:pt x="103746" y="55245"/>
                </a:lnTo>
                <a:lnTo>
                  <a:pt x="103619" y="55372"/>
                </a:lnTo>
                <a:lnTo>
                  <a:pt x="103289" y="55245"/>
                </a:lnTo>
                <a:lnTo>
                  <a:pt x="103746" y="55245"/>
                </a:lnTo>
                <a:lnTo>
                  <a:pt x="103746" y="54902"/>
                </a:lnTo>
                <a:lnTo>
                  <a:pt x="103657" y="54737"/>
                </a:lnTo>
                <a:lnTo>
                  <a:pt x="103784" y="54737"/>
                </a:lnTo>
                <a:lnTo>
                  <a:pt x="103936" y="54356"/>
                </a:lnTo>
                <a:lnTo>
                  <a:pt x="103987" y="54229"/>
                </a:lnTo>
                <a:lnTo>
                  <a:pt x="104051" y="53949"/>
                </a:lnTo>
                <a:lnTo>
                  <a:pt x="104165" y="54241"/>
                </a:lnTo>
                <a:lnTo>
                  <a:pt x="104051" y="54610"/>
                </a:lnTo>
                <a:lnTo>
                  <a:pt x="104279" y="54483"/>
                </a:lnTo>
                <a:lnTo>
                  <a:pt x="104736" y="54229"/>
                </a:lnTo>
                <a:lnTo>
                  <a:pt x="104355" y="54229"/>
                </a:lnTo>
                <a:lnTo>
                  <a:pt x="104343" y="53721"/>
                </a:lnTo>
                <a:lnTo>
                  <a:pt x="106019" y="53721"/>
                </a:lnTo>
                <a:lnTo>
                  <a:pt x="104622" y="53467"/>
                </a:lnTo>
                <a:lnTo>
                  <a:pt x="104902" y="53213"/>
                </a:lnTo>
                <a:lnTo>
                  <a:pt x="104254" y="53213"/>
                </a:lnTo>
                <a:lnTo>
                  <a:pt x="104025" y="53213"/>
                </a:lnTo>
                <a:lnTo>
                  <a:pt x="104025" y="53898"/>
                </a:lnTo>
                <a:lnTo>
                  <a:pt x="103670" y="54229"/>
                </a:lnTo>
                <a:lnTo>
                  <a:pt x="103390" y="53949"/>
                </a:lnTo>
                <a:lnTo>
                  <a:pt x="103047" y="53848"/>
                </a:lnTo>
                <a:lnTo>
                  <a:pt x="103047" y="54229"/>
                </a:lnTo>
                <a:lnTo>
                  <a:pt x="102704" y="54483"/>
                </a:lnTo>
                <a:lnTo>
                  <a:pt x="102895" y="54229"/>
                </a:lnTo>
                <a:lnTo>
                  <a:pt x="103047" y="54229"/>
                </a:lnTo>
                <a:lnTo>
                  <a:pt x="103047" y="53848"/>
                </a:lnTo>
                <a:lnTo>
                  <a:pt x="103187" y="53721"/>
                </a:lnTo>
                <a:lnTo>
                  <a:pt x="103276" y="53467"/>
                </a:lnTo>
                <a:lnTo>
                  <a:pt x="103339" y="53721"/>
                </a:lnTo>
                <a:lnTo>
                  <a:pt x="103987" y="53721"/>
                </a:lnTo>
                <a:lnTo>
                  <a:pt x="104013" y="53848"/>
                </a:lnTo>
                <a:lnTo>
                  <a:pt x="104025" y="53213"/>
                </a:lnTo>
                <a:lnTo>
                  <a:pt x="103924" y="53352"/>
                </a:lnTo>
                <a:lnTo>
                  <a:pt x="103352" y="53238"/>
                </a:lnTo>
                <a:lnTo>
                  <a:pt x="103441" y="52705"/>
                </a:lnTo>
                <a:lnTo>
                  <a:pt x="104254" y="53213"/>
                </a:lnTo>
                <a:lnTo>
                  <a:pt x="104330" y="52705"/>
                </a:lnTo>
                <a:lnTo>
                  <a:pt x="104406" y="52197"/>
                </a:lnTo>
                <a:lnTo>
                  <a:pt x="104749" y="52197"/>
                </a:lnTo>
                <a:lnTo>
                  <a:pt x="105270" y="52197"/>
                </a:lnTo>
                <a:lnTo>
                  <a:pt x="105054" y="52387"/>
                </a:lnTo>
                <a:lnTo>
                  <a:pt x="104749" y="52197"/>
                </a:lnTo>
                <a:lnTo>
                  <a:pt x="104622" y="52705"/>
                </a:lnTo>
                <a:lnTo>
                  <a:pt x="105930" y="52705"/>
                </a:lnTo>
                <a:lnTo>
                  <a:pt x="105816" y="52197"/>
                </a:lnTo>
                <a:lnTo>
                  <a:pt x="105600" y="52031"/>
                </a:lnTo>
                <a:lnTo>
                  <a:pt x="105600" y="52197"/>
                </a:lnTo>
                <a:lnTo>
                  <a:pt x="105448" y="52197"/>
                </a:lnTo>
                <a:lnTo>
                  <a:pt x="105600" y="52197"/>
                </a:lnTo>
                <a:lnTo>
                  <a:pt x="105600" y="52031"/>
                </a:lnTo>
                <a:lnTo>
                  <a:pt x="105308" y="51689"/>
                </a:lnTo>
                <a:lnTo>
                  <a:pt x="106248" y="52197"/>
                </a:lnTo>
                <a:lnTo>
                  <a:pt x="105410" y="51562"/>
                </a:lnTo>
                <a:lnTo>
                  <a:pt x="105829" y="51562"/>
                </a:lnTo>
                <a:lnTo>
                  <a:pt x="106413" y="52197"/>
                </a:lnTo>
                <a:lnTo>
                  <a:pt x="106413" y="51562"/>
                </a:lnTo>
                <a:lnTo>
                  <a:pt x="106934" y="51562"/>
                </a:lnTo>
                <a:lnTo>
                  <a:pt x="107137" y="52197"/>
                </a:lnTo>
                <a:lnTo>
                  <a:pt x="107188" y="51562"/>
                </a:lnTo>
                <a:lnTo>
                  <a:pt x="107403" y="51562"/>
                </a:lnTo>
                <a:lnTo>
                  <a:pt x="107569" y="51562"/>
                </a:lnTo>
                <a:lnTo>
                  <a:pt x="107365" y="51308"/>
                </a:lnTo>
                <a:lnTo>
                  <a:pt x="107162" y="51054"/>
                </a:lnTo>
                <a:lnTo>
                  <a:pt x="107035" y="50546"/>
                </a:lnTo>
                <a:lnTo>
                  <a:pt x="107759" y="50546"/>
                </a:lnTo>
                <a:lnTo>
                  <a:pt x="107530" y="51054"/>
                </a:lnTo>
                <a:lnTo>
                  <a:pt x="108077" y="51054"/>
                </a:lnTo>
                <a:lnTo>
                  <a:pt x="107911" y="50546"/>
                </a:lnTo>
                <a:lnTo>
                  <a:pt x="107835" y="50355"/>
                </a:lnTo>
                <a:lnTo>
                  <a:pt x="107746" y="50038"/>
                </a:lnTo>
                <a:lnTo>
                  <a:pt x="107442" y="50038"/>
                </a:lnTo>
                <a:lnTo>
                  <a:pt x="106743" y="50038"/>
                </a:lnTo>
                <a:lnTo>
                  <a:pt x="106578" y="50038"/>
                </a:lnTo>
                <a:lnTo>
                  <a:pt x="106514" y="49657"/>
                </a:lnTo>
                <a:lnTo>
                  <a:pt x="106667" y="49923"/>
                </a:lnTo>
                <a:lnTo>
                  <a:pt x="106680" y="49542"/>
                </a:lnTo>
                <a:lnTo>
                  <a:pt x="106857" y="49669"/>
                </a:lnTo>
                <a:lnTo>
                  <a:pt x="106959" y="49530"/>
                </a:lnTo>
                <a:lnTo>
                  <a:pt x="107162" y="49796"/>
                </a:lnTo>
                <a:lnTo>
                  <a:pt x="107835" y="49530"/>
                </a:lnTo>
                <a:lnTo>
                  <a:pt x="108280" y="49530"/>
                </a:lnTo>
                <a:lnTo>
                  <a:pt x="107632" y="49415"/>
                </a:lnTo>
                <a:lnTo>
                  <a:pt x="107530" y="49022"/>
                </a:lnTo>
                <a:lnTo>
                  <a:pt x="107823" y="49022"/>
                </a:lnTo>
                <a:lnTo>
                  <a:pt x="107264" y="48793"/>
                </a:lnTo>
                <a:lnTo>
                  <a:pt x="107315" y="48387"/>
                </a:lnTo>
                <a:lnTo>
                  <a:pt x="106692" y="48387"/>
                </a:lnTo>
                <a:lnTo>
                  <a:pt x="106908" y="48653"/>
                </a:lnTo>
                <a:lnTo>
                  <a:pt x="106451" y="48463"/>
                </a:lnTo>
                <a:lnTo>
                  <a:pt x="106451" y="49568"/>
                </a:lnTo>
                <a:lnTo>
                  <a:pt x="106273" y="49796"/>
                </a:lnTo>
                <a:lnTo>
                  <a:pt x="105854" y="49530"/>
                </a:lnTo>
                <a:lnTo>
                  <a:pt x="106070" y="49530"/>
                </a:lnTo>
                <a:lnTo>
                  <a:pt x="106324" y="49530"/>
                </a:lnTo>
                <a:lnTo>
                  <a:pt x="106451" y="49568"/>
                </a:lnTo>
                <a:lnTo>
                  <a:pt x="106451" y="48463"/>
                </a:lnTo>
                <a:lnTo>
                  <a:pt x="106299" y="48387"/>
                </a:lnTo>
                <a:lnTo>
                  <a:pt x="106133" y="48387"/>
                </a:lnTo>
                <a:lnTo>
                  <a:pt x="106121" y="49022"/>
                </a:lnTo>
                <a:lnTo>
                  <a:pt x="105689" y="49022"/>
                </a:lnTo>
                <a:lnTo>
                  <a:pt x="106070" y="49174"/>
                </a:lnTo>
                <a:lnTo>
                  <a:pt x="105664" y="49022"/>
                </a:lnTo>
                <a:lnTo>
                  <a:pt x="106057" y="49022"/>
                </a:lnTo>
                <a:lnTo>
                  <a:pt x="106121" y="48387"/>
                </a:lnTo>
                <a:lnTo>
                  <a:pt x="106426" y="47879"/>
                </a:lnTo>
                <a:lnTo>
                  <a:pt x="106426" y="47371"/>
                </a:lnTo>
                <a:lnTo>
                  <a:pt x="106591" y="47371"/>
                </a:lnTo>
                <a:lnTo>
                  <a:pt x="108788" y="47371"/>
                </a:lnTo>
                <a:close/>
              </a:path>
              <a:path w="118110" h="106044">
                <a:moveTo>
                  <a:pt x="115049" y="103124"/>
                </a:moveTo>
                <a:lnTo>
                  <a:pt x="114477" y="102997"/>
                </a:lnTo>
                <a:lnTo>
                  <a:pt x="114681" y="103378"/>
                </a:lnTo>
                <a:lnTo>
                  <a:pt x="114757" y="103505"/>
                </a:lnTo>
                <a:lnTo>
                  <a:pt x="115049" y="103124"/>
                </a:lnTo>
                <a:close/>
              </a:path>
              <a:path w="118110" h="106044">
                <a:moveTo>
                  <a:pt x="115811" y="103505"/>
                </a:moveTo>
                <a:lnTo>
                  <a:pt x="115417" y="103759"/>
                </a:lnTo>
                <a:lnTo>
                  <a:pt x="115760" y="103759"/>
                </a:lnTo>
                <a:lnTo>
                  <a:pt x="115811" y="103505"/>
                </a:lnTo>
                <a:close/>
              </a:path>
              <a:path w="118110" h="106044">
                <a:moveTo>
                  <a:pt x="116014" y="104787"/>
                </a:moveTo>
                <a:lnTo>
                  <a:pt x="116001" y="104648"/>
                </a:lnTo>
                <a:lnTo>
                  <a:pt x="115684" y="104648"/>
                </a:lnTo>
                <a:lnTo>
                  <a:pt x="116014" y="104787"/>
                </a:lnTo>
                <a:close/>
              </a:path>
              <a:path w="118110" h="106044">
                <a:moveTo>
                  <a:pt x="117805" y="105664"/>
                </a:moveTo>
                <a:lnTo>
                  <a:pt x="117030" y="105791"/>
                </a:lnTo>
                <a:lnTo>
                  <a:pt x="117030" y="105410"/>
                </a:lnTo>
                <a:lnTo>
                  <a:pt x="117043" y="105283"/>
                </a:lnTo>
                <a:lnTo>
                  <a:pt x="117043" y="104902"/>
                </a:lnTo>
                <a:lnTo>
                  <a:pt x="116814" y="104902"/>
                </a:lnTo>
                <a:lnTo>
                  <a:pt x="116357" y="105156"/>
                </a:lnTo>
                <a:lnTo>
                  <a:pt x="116408" y="104902"/>
                </a:lnTo>
                <a:lnTo>
                  <a:pt x="116039" y="104902"/>
                </a:lnTo>
                <a:lnTo>
                  <a:pt x="115798" y="105283"/>
                </a:lnTo>
                <a:lnTo>
                  <a:pt x="115392" y="104902"/>
                </a:lnTo>
                <a:lnTo>
                  <a:pt x="115125" y="104648"/>
                </a:lnTo>
                <a:lnTo>
                  <a:pt x="114452" y="104775"/>
                </a:lnTo>
                <a:lnTo>
                  <a:pt x="114541" y="104648"/>
                </a:lnTo>
                <a:lnTo>
                  <a:pt x="114795" y="104648"/>
                </a:lnTo>
                <a:lnTo>
                  <a:pt x="115125" y="104648"/>
                </a:lnTo>
                <a:lnTo>
                  <a:pt x="115684" y="104648"/>
                </a:lnTo>
                <a:lnTo>
                  <a:pt x="114795" y="104406"/>
                </a:lnTo>
                <a:lnTo>
                  <a:pt x="114604" y="104584"/>
                </a:lnTo>
                <a:lnTo>
                  <a:pt x="113474" y="104140"/>
                </a:lnTo>
                <a:lnTo>
                  <a:pt x="114312" y="104406"/>
                </a:lnTo>
                <a:lnTo>
                  <a:pt x="114681" y="104140"/>
                </a:lnTo>
                <a:lnTo>
                  <a:pt x="115239" y="103822"/>
                </a:lnTo>
                <a:lnTo>
                  <a:pt x="115417" y="103759"/>
                </a:lnTo>
                <a:lnTo>
                  <a:pt x="115265" y="103759"/>
                </a:lnTo>
                <a:lnTo>
                  <a:pt x="115354" y="103505"/>
                </a:lnTo>
                <a:lnTo>
                  <a:pt x="115404" y="103378"/>
                </a:lnTo>
                <a:lnTo>
                  <a:pt x="114935" y="103378"/>
                </a:lnTo>
                <a:lnTo>
                  <a:pt x="114757" y="103505"/>
                </a:lnTo>
                <a:lnTo>
                  <a:pt x="114896" y="103759"/>
                </a:lnTo>
                <a:lnTo>
                  <a:pt x="114439" y="103759"/>
                </a:lnTo>
                <a:lnTo>
                  <a:pt x="114477" y="103378"/>
                </a:lnTo>
                <a:lnTo>
                  <a:pt x="114274" y="103124"/>
                </a:lnTo>
                <a:lnTo>
                  <a:pt x="114173" y="102997"/>
                </a:lnTo>
                <a:lnTo>
                  <a:pt x="114477" y="102997"/>
                </a:lnTo>
                <a:lnTo>
                  <a:pt x="115506" y="102997"/>
                </a:lnTo>
                <a:lnTo>
                  <a:pt x="114541" y="102743"/>
                </a:lnTo>
                <a:lnTo>
                  <a:pt x="115303" y="102616"/>
                </a:lnTo>
                <a:lnTo>
                  <a:pt x="115227" y="102235"/>
                </a:lnTo>
                <a:lnTo>
                  <a:pt x="115150" y="101854"/>
                </a:lnTo>
                <a:lnTo>
                  <a:pt x="114820" y="102235"/>
                </a:lnTo>
                <a:lnTo>
                  <a:pt x="114592" y="102616"/>
                </a:lnTo>
                <a:lnTo>
                  <a:pt x="113842" y="102616"/>
                </a:lnTo>
                <a:lnTo>
                  <a:pt x="113855" y="102235"/>
                </a:lnTo>
                <a:lnTo>
                  <a:pt x="113868" y="101854"/>
                </a:lnTo>
                <a:lnTo>
                  <a:pt x="113690" y="102235"/>
                </a:lnTo>
                <a:lnTo>
                  <a:pt x="113626" y="101727"/>
                </a:lnTo>
                <a:lnTo>
                  <a:pt x="113601" y="101600"/>
                </a:lnTo>
                <a:lnTo>
                  <a:pt x="112522" y="101600"/>
                </a:lnTo>
                <a:lnTo>
                  <a:pt x="112255" y="101727"/>
                </a:lnTo>
                <a:lnTo>
                  <a:pt x="111683" y="101219"/>
                </a:lnTo>
                <a:lnTo>
                  <a:pt x="111899" y="101219"/>
                </a:lnTo>
                <a:lnTo>
                  <a:pt x="111633" y="101092"/>
                </a:lnTo>
                <a:lnTo>
                  <a:pt x="111823" y="100838"/>
                </a:lnTo>
                <a:lnTo>
                  <a:pt x="111861" y="100584"/>
                </a:lnTo>
                <a:lnTo>
                  <a:pt x="111912" y="100203"/>
                </a:lnTo>
                <a:lnTo>
                  <a:pt x="111315" y="100203"/>
                </a:lnTo>
                <a:lnTo>
                  <a:pt x="110286" y="100584"/>
                </a:lnTo>
                <a:lnTo>
                  <a:pt x="110020" y="100203"/>
                </a:lnTo>
                <a:lnTo>
                  <a:pt x="109842" y="99949"/>
                </a:lnTo>
                <a:lnTo>
                  <a:pt x="109753" y="99822"/>
                </a:lnTo>
                <a:lnTo>
                  <a:pt x="110070" y="99949"/>
                </a:lnTo>
                <a:lnTo>
                  <a:pt x="109982" y="99695"/>
                </a:lnTo>
                <a:lnTo>
                  <a:pt x="109740" y="99568"/>
                </a:lnTo>
                <a:lnTo>
                  <a:pt x="109486" y="99441"/>
                </a:lnTo>
                <a:lnTo>
                  <a:pt x="108800" y="99441"/>
                </a:lnTo>
                <a:lnTo>
                  <a:pt x="108331" y="99314"/>
                </a:lnTo>
                <a:lnTo>
                  <a:pt x="109296" y="99314"/>
                </a:lnTo>
                <a:lnTo>
                  <a:pt x="108915" y="99187"/>
                </a:lnTo>
                <a:lnTo>
                  <a:pt x="107962" y="98933"/>
                </a:lnTo>
                <a:lnTo>
                  <a:pt x="106781" y="99187"/>
                </a:lnTo>
                <a:lnTo>
                  <a:pt x="106400" y="98933"/>
                </a:lnTo>
                <a:lnTo>
                  <a:pt x="106210" y="98806"/>
                </a:lnTo>
                <a:lnTo>
                  <a:pt x="105714" y="98806"/>
                </a:lnTo>
                <a:lnTo>
                  <a:pt x="106324" y="98552"/>
                </a:lnTo>
                <a:lnTo>
                  <a:pt x="106260" y="98298"/>
                </a:lnTo>
                <a:lnTo>
                  <a:pt x="106832" y="98298"/>
                </a:lnTo>
                <a:lnTo>
                  <a:pt x="106870" y="98044"/>
                </a:lnTo>
                <a:lnTo>
                  <a:pt x="105968" y="98298"/>
                </a:lnTo>
                <a:lnTo>
                  <a:pt x="105511" y="98412"/>
                </a:lnTo>
                <a:lnTo>
                  <a:pt x="105371" y="98171"/>
                </a:lnTo>
                <a:lnTo>
                  <a:pt x="104724" y="97663"/>
                </a:lnTo>
                <a:lnTo>
                  <a:pt x="103708" y="98298"/>
                </a:lnTo>
                <a:lnTo>
                  <a:pt x="104178" y="98171"/>
                </a:lnTo>
                <a:lnTo>
                  <a:pt x="104990" y="98704"/>
                </a:lnTo>
                <a:lnTo>
                  <a:pt x="105384" y="98501"/>
                </a:lnTo>
                <a:lnTo>
                  <a:pt x="105003" y="98717"/>
                </a:lnTo>
                <a:lnTo>
                  <a:pt x="105156" y="98806"/>
                </a:lnTo>
                <a:lnTo>
                  <a:pt x="104825" y="98806"/>
                </a:lnTo>
                <a:lnTo>
                  <a:pt x="104571" y="98933"/>
                </a:lnTo>
                <a:lnTo>
                  <a:pt x="104216" y="98806"/>
                </a:lnTo>
                <a:lnTo>
                  <a:pt x="103124" y="98425"/>
                </a:lnTo>
                <a:lnTo>
                  <a:pt x="103657" y="98298"/>
                </a:lnTo>
                <a:lnTo>
                  <a:pt x="101790" y="98044"/>
                </a:lnTo>
                <a:lnTo>
                  <a:pt x="101892" y="97790"/>
                </a:lnTo>
                <a:lnTo>
                  <a:pt x="101930" y="97663"/>
                </a:lnTo>
                <a:lnTo>
                  <a:pt x="101549" y="97282"/>
                </a:lnTo>
                <a:lnTo>
                  <a:pt x="100850" y="97663"/>
                </a:lnTo>
                <a:lnTo>
                  <a:pt x="100761" y="97409"/>
                </a:lnTo>
                <a:lnTo>
                  <a:pt x="100723" y="97282"/>
                </a:lnTo>
                <a:lnTo>
                  <a:pt x="101244" y="97282"/>
                </a:lnTo>
                <a:lnTo>
                  <a:pt x="100723" y="97028"/>
                </a:lnTo>
                <a:lnTo>
                  <a:pt x="100723" y="96901"/>
                </a:lnTo>
                <a:lnTo>
                  <a:pt x="101193" y="97028"/>
                </a:lnTo>
                <a:lnTo>
                  <a:pt x="101587" y="96774"/>
                </a:lnTo>
                <a:lnTo>
                  <a:pt x="100939" y="96774"/>
                </a:lnTo>
                <a:lnTo>
                  <a:pt x="100126" y="96393"/>
                </a:lnTo>
                <a:lnTo>
                  <a:pt x="100012" y="96647"/>
                </a:lnTo>
                <a:lnTo>
                  <a:pt x="99885" y="96901"/>
                </a:lnTo>
                <a:lnTo>
                  <a:pt x="99974" y="96520"/>
                </a:lnTo>
                <a:lnTo>
                  <a:pt x="99834" y="96634"/>
                </a:lnTo>
                <a:lnTo>
                  <a:pt x="99326" y="97028"/>
                </a:lnTo>
                <a:lnTo>
                  <a:pt x="99352" y="96901"/>
                </a:lnTo>
                <a:lnTo>
                  <a:pt x="99402" y="96647"/>
                </a:lnTo>
                <a:lnTo>
                  <a:pt x="99809" y="96647"/>
                </a:lnTo>
                <a:lnTo>
                  <a:pt x="99199" y="96393"/>
                </a:lnTo>
                <a:lnTo>
                  <a:pt x="99288" y="96520"/>
                </a:lnTo>
                <a:lnTo>
                  <a:pt x="98183" y="96901"/>
                </a:lnTo>
                <a:lnTo>
                  <a:pt x="98209" y="96774"/>
                </a:lnTo>
                <a:lnTo>
                  <a:pt x="98234" y="96647"/>
                </a:lnTo>
                <a:lnTo>
                  <a:pt x="98285" y="96393"/>
                </a:lnTo>
                <a:lnTo>
                  <a:pt x="98310" y="96266"/>
                </a:lnTo>
                <a:lnTo>
                  <a:pt x="98145" y="96139"/>
                </a:lnTo>
                <a:lnTo>
                  <a:pt x="98031" y="95885"/>
                </a:lnTo>
                <a:lnTo>
                  <a:pt x="97967" y="95758"/>
                </a:lnTo>
                <a:lnTo>
                  <a:pt x="98425" y="95885"/>
                </a:lnTo>
                <a:lnTo>
                  <a:pt x="98450" y="95758"/>
                </a:lnTo>
                <a:lnTo>
                  <a:pt x="98463" y="95631"/>
                </a:lnTo>
                <a:lnTo>
                  <a:pt x="97751" y="95631"/>
                </a:lnTo>
                <a:lnTo>
                  <a:pt x="97370" y="95631"/>
                </a:lnTo>
                <a:lnTo>
                  <a:pt x="97370" y="95377"/>
                </a:lnTo>
                <a:lnTo>
                  <a:pt x="97078" y="95631"/>
                </a:lnTo>
                <a:lnTo>
                  <a:pt x="97002" y="95758"/>
                </a:lnTo>
                <a:lnTo>
                  <a:pt x="96913" y="95885"/>
                </a:lnTo>
                <a:lnTo>
                  <a:pt x="96659" y="95885"/>
                </a:lnTo>
                <a:lnTo>
                  <a:pt x="96545" y="95758"/>
                </a:lnTo>
                <a:lnTo>
                  <a:pt x="96431" y="95631"/>
                </a:lnTo>
                <a:lnTo>
                  <a:pt x="96583" y="95631"/>
                </a:lnTo>
                <a:lnTo>
                  <a:pt x="97078" y="95631"/>
                </a:lnTo>
                <a:lnTo>
                  <a:pt x="97040" y="95377"/>
                </a:lnTo>
                <a:lnTo>
                  <a:pt x="96659" y="95377"/>
                </a:lnTo>
                <a:lnTo>
                  <a:pt x="96380" y="95504"/>
                </a:lnTo>
                <a:lnTo>
                  <a:pt x="96177" y="95377"/>
                </a:lnTo>
                <a:lnTo>
                  <a:pt x="96659" y="95377"/>
                </a:lnTo>
                <a:lnTo>
                  <a:pt x="95719" y="95123"/>
                </a:lnTo>
                <a:lnTo>
                  <a:pt x="95211" y="95631"/>
                </a:lnTo>
                <a:lnTo>
                  <a:pt x="94373" y="95885"/>
                </a:lnTo>
                <a:lnTo>
                  <a:pt x="93865" y="95885"/>
                </a:lnTo>
                <a:lnTo>
                  <a:pt x="93522" y="95377"/>
                </a:lnTo>
                <a:lnTo>
                  <a:pt x="93446" y="95250"/>
                </a:lnTo>
                <a:lnTo>
                  <a:pt x="93192" y="95250"/>
                </a:lnTo>
                <a:lnTo>
                  <a:pt x="93256" y="95377"/>
                </a:lnTo>
                <a:lnTo>
                  <a:pt x="92392" y="95504"/>
                </a:lnTo>
                <a:lnTo>
                  <a:pt x="92265" y="95377"/>
                </a:lnTo>
                <a:lnTo>
                  <a:pt x="92811" y="95377"/>
                </a:lnTo>
                <a:lnTo>
                  <a:pt x="92760" y="95072"/>
                </a:lnTo>
                <a:lnTo>
                  <a:pt x="92887" y="95123"/>
                </a:lnTo>
                <a:lnTo>
                  <a:pt x="93014" y="95186"/>
                </a:lnTo>
                <a:lnTo>
                  <a:pt x="93091" y="94996"/>
                </a:lnTo>
                <a:lnTo>
                  <a:pt x="93141" y="94869"/>
                </a:lnTo>
                <a:lnTo>
                  <a:pt x="92925" y="94869"/>
                </a:lnTo>
                <a:lnTo>
                  <a:pt x="92735" y="94957"/>
                </a:lnTo>
                <a:lnTo>
                  <a:pt x="92214" y="95377"/>
                </a:lnTo>
                <a:lnTo>
                  <a:pt x="90766" y="95377"/>
                </a:lnTo>
                <a:lnTo>
                  <a:pt x="91528" y="95631"/>
                </a:lnTo>
                <a:lnTo>
                  <a:pt x="90932" y="95631"/>
                </a:lnTo>
                <a:lnTo>
                  <a:pt x="90436" y="95885"/>
                </a:lnTo>
                <a:lnTo>
                  <a:pt x="90335" y="95758"/>
                </a:lnTo>
                <a:lnTo>
                  <a:pt x="90233" y="95631"/>
                </a:lnTo>
                <a:lnTo>
                  <a:pt x="23609" y="95631"/>
                </a:lnTo>
                <a:lnTo>
                  <a:pt x="23558" y="95758"/>
                </a:lnTo>
                <a:lnTo>
                  <a:pt x="23482" y="95631"/>
                </a:lnTo>
                <a:lnTo>
                  <a:pt x="22275" y="95631"/>
                </a:lnTo>
                <a:lnTo>
                  <a:pt x="21932" y="95631"/>
                </a:lnTo>
                <a:lnTo>
                  <a:pt x="21831" y="95758"/>
                </a:lnTo>
                <a:lnTo>
                  <a:pt x="21742" y="95885"/>
                </a:lnTo>
                <a:lnTo>
                  <a:pt x="21653" y="96012"/>
                </a:lnTo>
                <a:lnTo>
                  <a:pt x="21945" y="96012"/>
                </a:lnTo>
                <a:lnTo>
                  <a:pt x="21590" y="96139"/>
                </a:lnTo>
                <a:lnTo>
                  <a:pt x="21678" y="95758"/>
                </a:lnTo>
                <a:lnTo>
                  <a:pt x="21717" y="95631"/>
                </a:lnTo>
                <a:lnTo>
                  <a:pt x="22199" y="95377"/>
                </a:lnTo>
                <a:lnTo>
                  <a:pt x="22275" y="95250"/>
                </a:lnTo>
                <a:lnTo>
                  <a:pt x="22275" y="95123"/>
                </a:lnTo>
                <a:lnTo>
                  <a:pt x="22453" y="95123"/>
                </a:lnTo>
                <a:lnTo>
                  <a:pt x="23152" y="94996"/>
                </a:lnTo>
                <a:lnTo>
                  <a:pt x="22758" y="94742"/>
                </a:lnTo>
                <a:lnTo>
                  <a:pt x="22326" y="94742"/>
                </a:lnTo>
                <a:lnTo>
                  <a:pt x="22225" y="94615"/>
                </a:lnTo>
                <a:lnTo>
                  <a:pt x="22123" y="94488"/>
                </a:lnTo>
                <a:lnTo>
                  <a:pt x="22021" y="94361"/>
                </a:lnTo>
                <a:lnTo>
                  <a:pt x="21920" y="94234"/>
                </a:lnTo>
                <a:lnTo>
                  <a:pt x="21920" y="94996"/>
                </a:lnTo>
                <a:lnTo>
                  <a:pt x="21564" y="95123"/>
                </a:lnTo>
                <a:lnTo>
                  <a:pt x="21221" y="95224"/>
                </a:lnTo>
                <a:lnTo>
                  <a:pt x="21221" y="95377"/>
                </a:lnTo>
                <a:lnTo>
                  <a:pt x="21005" y="95631"/>
                </a:lnTo>
                <a:lnTo>
                  <a:pt x="20955" y="95377"/>
                </a:lnTo>
                <a:lnTo>
                  <a:pt x="21221" y="95377"/>
                </a:lnTo>
                <a:lnTo>
                  <a:pt x="21221" y="95224"/>
                </a:lnTo>
                <a:lnTo>
                  <a:pt x="20955" y="95338"/>
                </a:lnTo>
                <a:lnTo>
                  <a:pt x="20904" y="94996"/>
                </a:lnTo>
                <a:lnTo>
                  <a:pt x="20497" y="95250"/>
                </a:lnTo>
                <a:lnTo>
                  <a:pt x="20231" y="95377"/>
                </a:lnTo>
                <a:lnTo>
                  <a:pt x="20396" y="95250"/>
                </a:lnTo>
                <a:lnTo>
                  <a:pt x="20650" y="95123"/>
                </a:lnTo>
                <a:lnTo>
                  <a:pt x="20904" y="94996"/>
                </a:lnTo>
                <a:lnTo>
                  <a:pt x="21272" y="94996"/>
                </a:lnTo>
                <a:lnTo>
                  <a:pt x="21386" y="94869"/>
                </a:lnTo>
                <a:lnTo>
                  <a:pt x="21348" y="95123"/>
                </a:lnTo>
                <a:lnTo>
                  <a:pt x="21551" y="94996"/>
                </a:lnTo>
                <a:lnTo>
                  <a:pt x="21920" y="94996"/>
                </a:lnTo>
                <a:lnTo>
                  <a:pt x="21920" y="94234"/>
                </a:lnTo>
                <a:lnTo>
                  <a:pt x="21856" y="94361"/>
                </a:lnTo>
                <a:lnTo>
                  <a:pt x="21742" y="94488"/>
                </a:lnTo>
                <a:lnTo>
                  <a:pt x="21628" y="94615"/>
                </a:lnTo>
                <a:lnTo>
                  <a:pt x="21475" y="94742"/>
                </a:lnTo>
                <a:lnTo>
                  <a:pt x="20929" y="94488"/>
                </a:lnTo>
                <a:lnTo>
                  <a:pt x="20345" y="94615"/>
                </a:lnTo>
                <a:lnTo>
                  <a:pt x="20472" y="94742"/>
                </a:lnTo>
                <a:lnTo>
                  <a:pt x="20599" y="94742"/>
                </a:lnTo>
                <a:lnTo>
                  <a:pt x="20243" y="94869"/>
                </a:lnTo>
                <a:lnTo>
                  <a:pt x="20116" y="95123"/>
                </a:lnTo>
                <a:lnTo>
                  <a:pt x="19900" y="94996"/>
                </a:lnTo>
                <a:lnTo>
                  <a:pt x="19685" y="94869"/>
                </a:lnTo>
                <a:lnTo>
                  <a:pt x="19392" y="94996"/>
                </a:lnTo>
                <a:lnTo>
                  <a:pt x="19481" y="94742"/>
                </a:lnTo>
                <a:lnTo>
                  <a:pt x="19215" y="94869"/>
                </a:lnTo>
                <a:lnTo>
                  <a:pt x="18808" y="95250"/>
                </a:lnTo>
                <a:lnTo>
                  <a:pt x="18707" y="94869"/>
                </a:lnTo>
                <a:lnTo>
                  <a:pt x="18669" y="94742"/>
                </a:lnTo>
                <a:lnTo>
                  <a:pt x="19164" y="94742"/>
                </a:lnTo>
                <a:lnTo>
                  <a:pt x="19050" y="94488"/>
                </a:lnTo>
                <a:lnTo>
                  <a:pt x="18935" y="94234"/>
                </a:lnTo>
                <a:lnTo>
                  <a:pt x="18884" y="94107"/>
                </a:lnTo>
                <a:lnTo>
                  <a:pt x="18719" y="94234"/>
                </a:lnTo>
                <a:lnTo>
                  <a:pt x="18669" y="94361"/>
                </a:lnTo>
                <a:lnTo>
                  <a:pt x="18567" y="94615"/>
                </a:lnTo>
                <a:lnTo>
                  <a:pt x="18453" y="94869"/>
                </a:lnTo>
                <a:lnTo>
                  <a:pt x="18402" y="94996"/>
                </a:lnTo>
                <a:lnTo>
                  <a:pt x="18351" y="95123"/>
                </a:lnTo>
                <a:lnTo>
                  <a:pt x="18249" y="95377"/>
                </a:lnTo>
                <a:lnTo>
                  <a:pt x="17716" y="95504"/>
                </a:lnTo>
                <a:lnTo>
                  <a:pt x="17754" y="95377"/>
                </a:lnTo>
                <a:lnTo>
                  <a:pt x="17881" y="94996"/>
                </a:lnTo>
                <a:lnTo>
                  <a:pt x="18402" y="94996"/>
                </a:lnTo>
                <a:lnTo>
                  <a:pt x="18084" y="94742"/>
                </a:lnTo>
                <a:lnTo>
                  <a:pt x="18465" y="94742"/>
                </a:lnTo>
                <a:lnTo>
                  <a:pt x="18516" y="94615"/>
                </a:lnTo>
                <a:lnTo>
                  <a:pt x="18567" y="94488"/>
                </a:lnTo>
                <a:lnTo>
                  <a:pt x="18643" y="94361"/>
                </a:lnTo>
                <a:lnTo>
                  <a:pt x="18465" y="94361"/>
                </a:lnTo>
                <a:lnTo>
                  <a:pt x="18415" y="94488"/>
                </a:lnTo>
                <a:lnTo>
                  <a:pt x="18021" y="94615"/>
                </a:lnTo>
                <a:lnTo>
                  <a:pt x="17856" y="94488"/>
                </a:lnTo>
                <a:lnTo>
                  <a:pt x="17614" y="94615"/>
                </a:lnTo>
                <a:lnTo>
                  <a:pt x="17653" y="94488"/>
                </a:lnTo>
                <a:lnTo>
                  <a:pt x="17729" y="94234"/>
                </a:lnTo>
                <a:lnTo>
                  <a:pt x="16611" y="94234"/>
                </a:lnTo>
                <a:lnTo>
                  <a:pt x="16675" y="94615"/>
                </a:lnTo>
                <a:lnTo>
                  <a:pt x="16281" y="94742"/>
                </a:lnTo>
                <a:lnTo>
                  <a:pt x="16573" y="94742"/>
                </a:lnTo>
                <a:lnTo>
                  <a:pt x="16535" y="94869"/>
                </a:lnTo>
                <a:lnTo>
                  <a:pt x="16954" y="94869"/>
                </a:lnTo>
                <a:lnTo>
                  <a:pt x="16992" y="94488"/>
                </a:lnTo>
                <a:lnTo>
                  <a:pt x="17360" y="94488"/>
                </a:lnTo>
                <a:lnTo>
                  <a:pt x="17272" y="94615"/>
                </a:lnTo>
                <a:lnTo>
                  <a:pt x="17170" y="94742"/>
                </a:lnTo>
                <a:lnTo>
                  <a:pt x="17081" y="94869"/>
                </a:lnTo>
                <a:lnTo>
                  <a:pt x="16383" y="95250"/>
                </a:lnTo>
                <a:lnTo>
                  <a:pt x="16281" y="95377"/>
                </a:lnTo>
                <a:lnTo>
                  <a:pt x="16421" y="95504"/>
                </a:lnTo>
                <a:lnTo>
                  <a:pt x="16421" y="95377"/>
                </a:lnTo>
                <a:lnTo>
                  <a:pt x="16459" y="95504"/>
                </a:lnTo>
                <a:lnTo>
                  <a:pt x="17005" y="95631"/>
                </a:lnTo>
                <a:lnTo>
                  <a:pt x="17551" y="95758"/>
                </a:lnTo>
                <a:lnTo>
                  <a:pt x="17957" y="95758"/>
                </a:lnTo>
                <a:lnTo>
                  <a:pt x="19011" y="96012"/>
                </a:lnTo>
                <a:lnTo>
                  <a:pt x="19126" y="95885"/>
                </a:lnTo>
                <a:lnTo>
                  <a:pt x="19227" y="95758"/>
                </a:lnTo>
                <a:lnTo>
                  <a:pt x="19342" y="95631"/>
                </a:lnTo>
                <a:lnTo>
                  <a:pt x="19558" y="95377"/>
                </a:lnTo>
                <a:lnTo>
                  <a:pt x="19659" y="95250"/>
                </a:lnTo>
                <a:lnTo>
                  <a:pt x="19634" y="95631"/>
                </a:lnTo>
                <a:lnTo>
                  <a:pt x="19862" y="95504"/>
                </a:lnTo>
                <a:lnTo>
                  <a:pt x="19761" y="95631"/>
                </a:lnTo>
                <a:lnTo>
                  <a:pt x="20142" y="95453"/>
                </a:lnTo>
                <a:lnTo>
                  <a:pt x="19900" y="95631"/>
                </a:lnTo>
                <a:lnTo>
                  <a:pt x="19761" y="95631"/>
                </a:lnTo>
                <a:lnTo>
                  <a:pt x="19659" y="95758"/>
                </a:lnTo>
                <a:lnTo>
                  <a:pt x="20193" y="95631"/>
                </a:lnTo>
                <a:lnTo>
                  <a:pt x="20574" y="95758"/>
                </a:lnTo>
                <a:lnTo>
                  <a:pt x="20916" y="95758"/>
                </a:lnTo>
                <a:lnTo>
                  <a:pt x="20713" y="95885"/>
                </a:lnTo>
                <a:lnTo>
                  <a:pt x="20637" y="96012"/>
                </a:lnTo>
                <a:lnTo>
                  <a:pt x="20548" y="96139"/>
                </a:lnTo>
                <a:lnTo>
                  <a:pt x="20751" y="96139"/>
                </a:lnTo>
                <a:lnTo>
                  <a:pt x="21272" y="95758"/>
                </a:lnTo>
                <a:lnTo>
                  <a:pt x="21209" y="96012"/>
                </a:lnTo>
                <a:lnTo>
                  <a:pt x="21082" y="96139"/>
                </a:lnTo>
                <a:lnTo>
                  <a:pt x="20485" y="96266"/>
                </a:lnTo>
                <a:lnTo>
                  <a:pt x="20383" y="96139"/>
                </a:lnTo>
                <a:lnTo>
                  <a:pt x="20281" y="96012"/>
                </a:lnTo>
                <a:lnTo>
                  <a:pt x="20180" y="96139"/>
                </a:lnTo>
                <a:lnTo>
                  <a:pt x="20129" y="96393"/>
                </a:lnTo>
                <a:lnTo>
                  <a:pt x="19177" y="96393"/>
                </a:lnTo>
                <a:lnTo>
                  <a:pt x="19240" y="96266"/>
                </a:lnTo>
                <a:lnTo>
                  <a:pt x="18897" y="96139"/>
                </a:lnTo>
                <a:lnTo>
                  <a:pt x="18669" y="96012"/>
                </a:lnTo>
                <a:lnTo>
                  <a:pt x="18694" y="96266"/>
                </a:lnTo>
                <a:lnTo>
                  <a:pt x="19126" y="96481"/>
                </a:lnTo>
                <a:lnTo>
                  <a:pt x="18884" y="96393"/>
                </a:lnTo>
                <a:lnTo>
                  <a:pt x="17830" y="96012"/>
                </a:lnTo>
                <a:lnTo>
                  <a:pt x="17792" y="96139"/>
                </a:lnTo>
                <a:lnTo>
                  <a:pt x="17691" y="96393"/>
                </a:lnTo>
                <a:lnTo>
                  <a:pt x="17602" y="96647"/>
                </a:lnTo>
                <a:lnTo>
                  <a:pt x="18402" y="96393"/>
                </a:lnTo>
                <a:lnTo>
                  <a:pt x="17919" y="96647"/>
                </a:lnTo>
                <a:lnTo>
                  <a:pt x="17754" y="96774"/>
                </a:lnTo>
                <a:lnTo>
                  <a:pt x="18516" y="97167"/>
                </a:lnTo>
                <a:lnTo>
                  <a:pt x="18567" y="96774"/>
                </a:lnTo>
                <a:lnTo>
                  <a:pt x="18872" y="97282"/>
                </a:lnTo>
                <a:lnTo>
                  <a:pt x="18503" y="97282"/>
                </a:lnTo>
                <a:lnTo>
                  <a:pt x="17729" y="97282"/>
                </a:lnTo>
                <a:lnTo>
                  <a:pt x="17703" y="97536"/>
                </a:lnTo>
                <a:lnTo>
                  <a:pt x="16256" y="98044"/>
                </a:lnTo>
                <a:lnTo>
                  <a:pt x="14960" y="97828"/>
                </a:lnTo>
                <a:lnTo>
                  <a:pt x="14960" y="98044"/>
                </a:lnTo>
                <a:lnTo>
                  <a:pt x="14871" y="98171"/>
                </a:lnTo>
                <a:lnTo>
                  <a:pt x="14795" y="98298"/>
                </a:lnTo>
                <a:lnTo>
                  <a:pt x="14706" y="98425"/>
                </a:lnTo>
                <a:lnTo>
                  <a:pt x="13512" y="98171"/>
                </a:lnTo>
                <a:lnTo>
                  <a:pt x="13931" y="98044"/>
                </a:lnTo>
                <a:lnTo>
                  <a:pt x="14960" y="98044"/>
                </a:lnTo>
                <a:lnTo>
                  <a:pt x="14960" y="97828"/>
                </a:lnTo>
                <a:lnTo>
                  <a:pt x="14770" y="97790"/>
                </a:lnTo>
                <a:lnTo>
                  <a:pt x="13373" y="97917"/>
                </a:lnTo>
                <a:lnTo>
                  <a:pt x="13500" y="98298"/>
                </a:lnTo>
                <a:lnTo>
                  <a:pt x="13614" y="98425"/>
                </a:lnTo>
                <a:lnTo>
                  <a:pt x="13144" y="98691"/>
                </a:lnTo>
                <a:lnTo>
                  <a:pt x="12433" y="98552"/>
                </a:lnTo>
                <a:lnTo>
                  <a:pt x="12369" y="98425"/>
                </a:lnTo>
                <a:lnTo>
                  <a:pt x="12293" y="98298"/>
                </a:lnTo>
                <a:lnTo>
                  <a:pt x="10693" y="99568"/>
                </a:lnTo>
                <a:lnTo>
                  <a:pt x="8128" y="98806"/>
                </a:lnTo>
                <a:lnTo>
                  <a:pt x="6896" y="98806"/>
                </a:lnTo>
                <a:lnTo>
                  <a:pt x="5308" y="99060"/>
                </a:lnTo>
                <a:lnTo>
                  <a:pt x="3429" y="99060"/>
                </a:lnTo>
                <a:lnTo>
                  <a:pt x="2781" y="99314"/>
                </a:lnTo>
                <a:lnTo>
                  <a:pt x="2171" y="99695"/>
                </a:lnTo>
                <a:lnTo>
                  <a:pt x="2095" y="99568"/>
                </a:lnTo>
                <a:lnTo>
                  <a:pt x="2006" y="99441"/>
                </a:lnTo>
                <a:lnTo>
                  <a:pt x="1930" y="99314"/>
                </a:lnTo>
                <a:lnTo>
                  <a:pt x="1181" y="99441"/>
                </a:lnTo>
                <a:lnTo>
                  <a:pt x="1638" y="99568"/>
                </a:lnTo>
                <a:lnTo>
                  <a:pt x="1549" y="99822"/>
                </a:lnTo>
                <a:lnTo>
                  <a:pt x="762" y="99822"/>
                </a:lnTo>
                <a:lnTo>
                  <a:pt x="228" y="100203"/>
                </a:lnTo>
                <a:lnTo>
                  <a:pt x="342" y="99568"/>
                </a:lnTo>
                <a:lnTo>
                  <a:pt x="0" y="99441"/>
                </a:lnTo>
                <a:lnTo>
                  <a:pt x="0" y="105791"/>
                </a:lnTo>
                <a:lnTo>
                  <a:pt x="114211" y="105664"/>
                </a:lnTo>
                <a:lnTo>
                  <a:pt x="114312" y="105410"/>
                </a:lnTo>
                <a:lnTo>
                  <a:pt x="116344" y="105905"/>
                </a:lnTo>
                <a:lnTo>
                  <a:pt x="117030" y="105918"/>
                </a:lnTo>
                <a:lnTo>
                  <a:pt x="117805" y="105664"/>
                </a:lnTo>
                <a:close/>
              </a:path>
              <a:path w="118110" h="106044">
                <a:moveTo>
                  <a:pt x="118033" y="105283"/>
                </a:moveTo>
                <a:lnTo>
                  <a:pt x="117932" y="104648"/>
                </a:lnTo>
                <a:lnTo>
                  <a:pt x="116420" y="104648"/>
                </a:lnTo>
                <a:lnTo>
                  <a:pt x="117043" y="104902"/>
                </a:lnTo>
                <a:lnTo>
                  <a:pt x="118033" y="105283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bg object 89"/>
          <p:cNvSpPr/>
          <p:nvPr/>
        </p:nvSpPr>
        <p:spPr>
          <a:xfrm>
            <a:off x="2004123" y="848308"/>
            <a:ext cx="27940" cy="55244"/>
          </a:xfrm>
          <a:custGeom>
            <a:avLst/>
            <a:gdLst/>
            <a:ahLst/>
            <a:cxnLst/>
            <a:rect l="l" t="t" r="r" b="b"/>
            <a:pathLst>
              <a:path w="27939" h="55244">
                <a:moveTo>
                  <a:pt x="482" y="54673"/>
                </a:moveTo>
                <a:lnTo>
                  <a:pt x="393" y="54279"/>
                </a:lnTo>
                <a:lnTo>
                  <a:pt x="152" y="54140"/>
                </a:lnTo>
                <a:lnTo>
                  <a:pt x="152" y="54356"/>
                </a:lnTo>
                <a:lnTo>
                  <a:pt x="0" y="54394"/>
                </a:lnTo>
                <a:lnTo>
                  <a:pt x="12" y="54635"/>
                </a:lnTo>
                <a:lnTo>
                  <a:pt x="482" y="54673"/>
                </a:lnTo>
                <a:close/>
              </a:path>
              <a:path w="27939" h="55244">
                <a:moveTo>
                  <a:pt x="23368" y="711"/>
                </a:moveTo>
                <a:close/>
              </a:path>
              <a:path w="27939" h="55244">
                <a:moveTo>
                  <a:pt x="23825" y="1117"/>
                </a:moveTo>
                <a:lnTo>
                  <a:pt x="23495" y="939"/>
                </a:lnTo>
                <a:lnTo>
                  <a:pt x="23355" y="787"/>
                </a:lnTo>
                <a:lnTo>
                  <a:pt x="23329" y="1066"/>
                </a:lnTo>
                <a:lnTo>
                  <a:pt x="23825" y="1117"/>
                </a:lnTo>
                <a:close/>
              </a:path>
              <a:path w="27939" h="55244">
                <a:moveTo>
                  <a:pt x="27825" y="0"/>
                </a:moveTo>
                <a:lnTo>
                  <a:pt x="27597" y="127"/>
                </a:lnTo>
                <a:lnTo>
                  <a:pt x="27724" y="152"/>
                </a:lnTo>
                <a:lnTo>
                  <a:pt x="27825" y="304"/>
                </a:lnTo>
                <a:lnTo>
                  <a:pt x="27825" y="0"/>
                </a:lnTo>
                <a:close/>
              </a:path>
            </a:pathLst>
          </a:custGeom>
          <a:solidFill>
            <a:srgbClr val="A692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bg object 90"/>
          <p:cNvSpPr/>
          <p:nvPr/>
        </p:nvSpPr>
        <p:spPr>
          <a:xfrm>
            <a:off x="1946744" y="836548"/>
            <a:ext cx="91440" cy="32384"/>
          </a:xfrm>
          <a:custGeom>
            <a:avLst/>
            <a:gdLst/>
            <a:ahLst/>
            <a:cxnLst/>
            <a:rect l="l" t="t" r="r" b="b"/>
            <a:pathLst>
              <a:path w="91439" h="32384">
                <a:moveTo>
                  <a:pt x="355" y="29679"/>
                </a:moveTo>
                <a:lnTo>
                  <a:pt x="292" y="29464"/>
                </a:lnTo>
                <a:lnTo>
                  <a:pt x="0" y="29540"/>
                </a:lnTo>
                <a:lnTo>
                  <a:pt x="342" y="29692"/>
                </a:lnTo>
                <a:close/>
              </a:path>
              <a:path w="91439" h="32384">
                <a:moveTo>
                  <a:pt x="571" y="29235"/>
                </a:moveTo>
                <a:lnTo>
                  <a:pt x="431" y="29197"/>
                </a:lnTo>
                <a:lnTo>
                  <a:pt x="355" y="29070"/>
                </a:lnTo>
                <a:lnTo>
                  <a:pt x="114" y="29133"/>
                </a:lnTo>
                <a:lnTo>
                  <a:pt x="292" y="29464"/>
                </a:lnTo>
                <a:lnTo>
                  <a:pt x="571" y="29464"/>
                </a:lnTo>
                <a:lnTo>
                  <a:pt x="571" y="29235"/>
                </a:lnTo>
                <a:close/>
              </a:path>
              <a:path w="91439" h="32384">
                <a:moveTo>
                  <a:pt x="7416" y="22618"/>
                </a:moveTo>
                <a:lnTo>
                  <a:pt x="7035" y="22745"/>
                </a:lnTo>
                <a:lnTo>
                  <a:pt x="6934" y="22529"/>
                </a:lnTo>
                <a:lnTo>
                  <a:pt x="6743" y="22733"/>
                </a:lnTo>
                <a:lnTo>
                  <a:pt x="7200" y="23101"/>
                </a:lnTo>
                <a:lnTo>
                  <a:pt x="6985" y="22999"/>
                </a:lnTo>
                <a:lnTo>
                  <a:pt x="7416" y="23406"/>
                </a:lnTo>
                <a:lnTo>
                  <a:pt x="7378" y="23139"/>
                </a:lnTo>
                <a:lnTo>
                  <a:pt x="7277" y="22936"/>
                </a:lnTo>
                <a:lnTo>
                  <a:pt x="7213" y="22733"/>
                </a:lnTo>
                <a:lnTo>
                  <a:pt x="7416" y="22618"/>
                </a:lnTo>
                <a:close/>
              </a:path>
              <a:path w="91439" h="32384">
                <a:moveTo>
                  <a:pt x="9982" y="26098"/>
                </a:moveTo>
                <a:lnTo>
                  <a:pt x="9728" y="26162"/>
                </a:lnTo>
                <a:lnTo>
                  <a:pt x="9410" y="26187"/>
                </a:lnTo>
                <a:lnTo>
                  <a:pt x="9423" y="26530"/>
                </a:lnTo>
                <a:lnTo>
                  <a:pt x="9766" y="26530"/>
                </a:lnTo>
                <a:lnTo>
                  <a:pt x="9842" y="26289"/>
                </a:lnTo>
                <a:lnTo>
                  <a:pt x="9982" y="26098"/>
                </a:lnTo>
                <a:close/>
              </a:path>
              <a:path w="91439" h="32384">
                <a:moveTo>
                  <a:pt x="10020" y="22326"/>
                </a:moveTo>
                <a:lnTo>
                  <a:pt x="9867" y="22059"/>
                </a:lnTo>
                <a:lnTo>
                  <a:pt x="9537" y="22059"/>
                </a:lnTo>
                <a:lnTo>
                  <a:pt x="9474" y="22339"/>
                </a:lnTo>
                <a:lnTo>
                  <a:pt x="9715" y="22834"/>
                </a:lnTo>
                <a:lnTo>
                  <a:pt x="9867" y="22504"/>
                </a:lnTo>
                <a:lnTo>
                  <a:pt x="9575" y="22479"/>
                </a:lnTo>
                <a:lnTo>
                  <a:pt x="10020" y="22326"/>
                </a:lnTo>
                <a:close/>
              </a:path>
              <a:path w="91439" h="32384">
                <a:moveTo>
                  <a:pt x="14211" y="28981"/>
                </a:moveTo>
                <a:lnTo>
                  <a:pt x="13677" y="28905"/>
                </a:lnTo>
                <a:lnTo>
                  <a:pt x="13703" y="29248"/>
                </a:lnTo>
                <a:lnTo>
                  <a:pt x="13449" y="29337"/>
                </a:lnTo>
                <a:lnTo>
                  <a:pt x="13335" y="29578"/>
                </a:lnTo>
                <a:lnTo>
                  <a:pt x="13652" y="29629"/>
                </a:lnTo>
                <a:lnTo>
                  <a:pt x="14211" y="28981"/>
                </a:lnTo>
                <a:close/>
              </a:path>
              <a:path w="91439" h="32384">
                <a:moveTo>
                  <a:pt x="14465" y="17132"/>
                </a:moveTo>
                <a:lnTo>
                  <a:pt x="14122" y="17005"/>
                </a:lnTo>
                <a:lnTo>
                  <a:pt x="14122" y="17691"/>
                </a:lnTo>
                <a:lnTo>
                  <a:pt x="14439" y="17703"/>
                </a:lnTo>
                <a:lnTo>
                  <a:pt x="14452" y="17399"/>
                </a:lnTo>
                <a:lnTo>
                  <a:pt x="14465" y="17132"/>
                </a:lnTo>
                <a:close/>
              </a:path>
              <a:path w="91439" h="32384">
                <a:moveTo>
                  <a:pt x="15722" y="26073"/>
                </a:moveTo>
                <a:lnTo>
                  <a:pt x="15519" y="26060"/>
                </a:lnTo>
                <a:lnTo>
                  <a:pt x="15659" y="25692"/>
                </a:lnTo>
                <a:lnTo>
                  <a:pt x="15494" y="25628"/>
                </a:lnTo>
                <a:lnTo>
                  <a:pt x="14795" y="25717"/>
                </a:lnTo>
                <a:lnTo>
                  <a:pt x="14389" y="25577"/>
                </a:lnTo>
                <a:lnTo>
                  <a:pt x="14147" y="26200"/>
                </a:lnTo>
                <a:lnTo>
                  <a:pt x="14922" y="25882"/>
                </a:lnTo>
                <a:lnTo>
                  <a:pt x="14262" y="26428"/>
                </a:lnTo>
                <a:lnTo>
                  <a:pt x="14490" y="26644"/>
                </a:lnTo>
                <a:lnTo>
                  <a:pt x="14719" y="26390"/>
                </a:lnTo>
                <a:lnTo>
                  <a:pt x="14846" y="26022"/>
                </a:lnTo>
                <a:lnTo>
                  <a:pt x="15151" y="25857"/>
                </a:lnTo>
                <a:lnTo>
                  <a:pt x="15151" y="26301"/>
                </a:lnTo>
                <a:lnTo>
                  <a:pt x="15468" y="26085"/>
                </a:lnTo>
                <a:lnTo>
                  <a:pt x="15468" y="26212"/>
                </a:lnTo>
                <a:lnTo>
                  <a:pt x="15722" y="26073"/>
                </a:lnTo>
                <a:close/>
              </a:path>
              <a:path w="91439" h="32384">
                <a:moveTo>
                  <a:pt x="16383" y="24968"/>
                </a:moveTo>
                <a:lnTo>
                  <a:pt x="16141" y="24892"/>
                </a:lnTo>
                <a:lnTo>
                  <a:pt x="16154" y="24549"/>
                </a:lnTo>
                <a:lnTo>
                  <a:pt x="15824" y="24523"/>
                </a:lnTo>
                <a:lnTo>
                  <a:pt x="15824" y="24790"/>
                </a:lnTo>
                <a:lnTo>
                  <a:pt x="16217" y="25234"/>
                </a:lnTo>
                <a:lnTo>
                  <a:pt x="16383" y="24968"/>
                </a:lnTo>
                <a:close/>
              </a:path>
              <a:path w="91439" h="32384">
                <a:moveTo>
                  <a:pt x="16941" y="27317"/>
                </a:moveTo>
                <a:lnTo>
                  <a:pt x="16471" y="27317"/>
                </a:lnTo>
                <a:lnTo>
                  <a:pt x="16421" y="27609"/>
                </a:lnTo>
                <a:lnTo>
                  <a:pt x="16421" y="27914"/>
                </a:lnTo>
                <a:lnTo>
                  <a:pt x="16268" y="28346"/>
                </a:lnTo>
                <a:lnTo>
                  <a:pt x="16700" y="28219"/>
                </a:lnTo>
                <a:lnTo>
                  <a:pt x="16751" y="27711"/>
                </a:lnTo>
                <a:lnTo>
                  <a:pt x="16941" y="27317"/>
                </a:lnTo>
                <a:close/>
              </a:path>
              <a:path w="91439" h="32384">
                <a:moveTo>
                  <a:pt x="17729" y="26784"/>
                </a:moveTo>
                <a:lnTo>
                  <a:pt x="17462" y="26758"/>
                </a:lnTo>
                <a:lnTo>
                  <a:pt x="17373" y="26962"/>
                </a:lnTo>
                <a:lnTo>
                  <a:pt x="17170" y="27000"/>
                </a:lnTo>
                <a:lnTo>
                  <a:pt x="17221" y="27419"/>
                </a:lnTo>
                <a:lnTo>
                  <a:pt x="17437" y="27698"/>
                </a:lnTo>
                <a:lnTo>
                  <a:pt x="17602" y="28016"/>
                </a:lnTo>
                <a:lnTo>
                  <a:pt x="17703" y="27406"/>
                </a:lnTo>
                <a:lnTo>
                  <a:pt x="17373" y="27000"/>
                </a:lnTo>
                <a:lnTo>
                  <a:pt x="17729" y="26784"/>
                </a:lnTo>
                <a:close/>
              </a:path>
              <a:path w="91439" h="32384">
                <a:moveTo>
                  <a:pt x="18732" y="21640"/>
                </a:moveTo>
                <a:lnTo>
                  <a:pt x="18618" y="21513"/>
                </a:lnTo>
                <a:lnTo>
                  <a:pt x="18148" y="21513"/>
                </a:lnTo>
                <a:lnTo>
                  <a:pt x="18135" y="21717"/>
                </a:lnTo>
                <a:lnTo>
                  <a:pt x="18313" y="21717"/>
                </a:lnTo>
                <a:lnTo>
                  <a:pt x="18389" y="21856"/>
                </a:lnTo>
                <a:lnTo>
                  <a:pt x="18275" y="22059"/>
                </a:lnTo>
                <a:lnTo>
                  <a:pt x="18707" y="22186"/>
                </a:lnTo>
                <a:lnTo>
                  <a:pt x="18732" y="21640"/>
                </a:lnTo>
                <a:close/>
              </a:path>
              <a:path w="91439" h="32384">
                <a:moveTo>
                  <a:pt x="18961" y="23583"/>
                </a:moveTo>
                <a:lnTo>
                  <a:pt x="18719" y="23406"/>
                </a:lnTo>
                <a:lnTo>
                  <a:pt x="18605" y="23710"/>
                </a:lnTo>
                <a:lnTo>
                  <a:pt x="18478" y="23152"/>
                </a:lnTo>
                <a:lnTo>
                  <a:pt x="18288" y="23190"/>
                </a:lnTo>
                <a:lnTo>
                  <a:pt x="18351" y="23571"/>
                </a:lnTo>
                <a:lnTo>
                  <a:pt x="18364" y="24003"/>
                </a:lnTo>
                <a:lnTo>
                  <a:pt x="18846" y="23964"/>
                </a:lnTo>
                <a:lnTo>
                  <a:pt x="18643" y="23698"/>
                </a:lnTo>
                <a:lnTo>
                  <a:pt x="18961" y="23583"/>
                </a:lnTo>
                <a:close/>
              </a:path>
              <a:path w="91439" h="32384">
                <a:moveTo>
                  <a:pt x="19735" y="30568"/>
                </a:moveTo>
                <a:lnTo>
                  <a:pt x="19710" y="30302"/>
                </a:lnTo>
                <a:lnTo>
                  <a:pt x="19570" y="30162"/>
                </a:lnTo>
                <a:lnTo>
                  <a:pt x="19634" y="29781"/>
                </a:lnTo>
                <a:lnTo>
                  <a:pt x="19456" y="29743"/>
                </a:lnTo>
                <a:lnTo>
                  <a:pt x="19100" y="29362"/>
                </a:lnTo>
                <a:lnTo>
                  <a:pt x="18961" y="29667"/>
                </a:lnTo>
                <a:lnTo>
                  <a:pt x="19380" y="29819"/>
                </a:lnTo>
                <a:lnTo>
                  <a:pt x="19431" y="30340"/>
                </a:lnTo>
                <a:lnTo>
                  <a:pt x="19735" y="30568"/>
                </a:lnTo>
                <a:close/>
              </a:path>
              <a:path w="91439" h="32384">
                <a:moveTo>
                  <a:pt x="19837" y="26885"/>
                </a:moveTo>
                <a:lnTo>
                  <a:pt x="19227" y="26885"/>
                </a:lnTo>
                <a:lnTo>
                  <a:pt x="19354" y="27152"/>
                </a:lnTo>
                <a:lnTo>
                  <a:pt x="19392" y="27673"/>
                </a:lnTo>
                <a:lnTo>
                  <a:pt x="19748" y="27609"/>
                </a:lnTo>
                <a:lnTo>
                  <a:pt x="19812" y="27254"/>
                </a:lnTo>
                <a:lnTo>
                  <a:pt x="19837" y="26885"/>
                </a:lnTo>
                <a:close/>
              </a:path>
              <a:path w="91439" h="32384">
                <a:moveTo>
                  <a:pt x="20408" y="11645"/>
                </a:moveTo>
                <a:lnTo>
                  <a:pt x="20053" y="11696"/>
                </a:lnTo>
                <a:lnTo>
                  <a:pt x="19862" y="11493"/>
                </a:lnTo>
                <a:lnTo>
                  <a:pt x="20078" y="11290"/>
                </a:lnTo>
                <a:lnTo>
                  <a:pt x="19862" y="11353"/>
                </a:lnTo>
                <a:lnTo>
                  <a:pt x="19621" y="11341"/>
                </a:lnTo>
                <a:lnTo>
                  <a:pt x="19507" y="11518"/>
                </a:lnTo>
                <a:lnTo>
                  <a:pt x="19748" y="11696"/>
                </a:lnTo>
                <a:lnTo>
                  <a:pt x="20180" y="12052"/>
                </a:lnTo>
                <a:lnTo>
                  <a:pt x="20408" y="11645"/>
                </a:lnTo>
                <a:close/>
              </a:path>
              <a:path w="91439" h="32384">
                <a:moveTo>
                  <a:pt x="20967" y="26441"/>
                </a:moveTo>
                <a:lnTo>
                  <a:pt x="20904" y="26098"/>
                </a:lnTo>
                <a:lnTo>
                  <a:pt x="20739" y="25882"/>
                </a:lnTo>
                <a:lnTo>
                  <a:pt x="20294" y="25895"/>
                </a:lnTo>
                <a:lnTo>
                  <a:pt x="20383" y="26212"/>
                </a:lnTo>
                <a:lnTo>
                  <a:pt x="20574" y="26428"/>
                </a:lnTo>
                <a:lnTo>
                  <a:pt x="20751" y="26682"/>
                </a:lnTo>
                <a:lnTo>
                  <a:pt x="20751" y="26543"/>
                </a:lnTo>
                <a:lnTo>
                  <a:pt x="20777" y="26416"/>
                </a:lnTo>
                <a:lnTo>
                  <a:pt x="20955" y="26454"/>
                </a:lnTo>
                <a:close/>
              </a:path>
              <a:path w="91439" h="32384">
                <a:moveTo>
                  <a:pt x="21323" y="28867"/>
                </a:moveTo>
                <a:lnTo>
                  <a:pt x="20853" y="28905"/>
                </a:lnTo>
                <a:lnTo>
                  <a:pt x="21005" y="29159"/>
                </a:lnTo>
                <a:lnTo>
                  <a:pt x="20955" y="29629"/>
                </a:lnTo>
                <a:lnTo>
                  <a:pt x="21285" y="29679"/>
                </a:lnTo>
                <a:lnTo>
                  <a:pt x="21145" y="29425"/>
                </a:lnTo>
                <a:lnTo>
                  <a:pt x="21323" y="28867"/>
                </a:lnTo>
                <a:close/>
              </a:path>
              <a:path w="91439" h="32384">
                <a:moveTo>
                  <a:pt x="21729" y="18046"/>
                </a:moveTo>
                <a:lnTo>
                  <a:pt x="21450" y="18059"/>
                </a:lnTo>
                <a:lnTo>
                  <a:pt x="21463" y="17805"/>
                </a:lnTo>
                <a:lnTo>
                  <a:pt x="21412" y="17602"/>
                </a:lnTo>
                <a:lnTo>
                  <a:pt x="21247" y="17653"/>
                </a:lnTo>
                <a:lnTo>
                  <a:pt x="20828" y="17462"/>
                </a:lnTo>
                <a:lnTo>
                  <a:pt x="20840" y="17703"/>
                </a:lnTo>
                <a:lnTo>
                  <a:pt x="21234" y="17691"/>
                </a:lnTo>
                <a:lnTo>
                  <a:pt x="21513" y="18567"/>
                </a:lnTo>
                <a:lnTo>
                  <a:pt x="21729" y="18046"/>
                </a:lnTo>
                <a:close/>
              </a:path>
              <a:path w="91439" h="32384">
                <a:moveTo>
                  <a:pt x="24333" y="14770"/>
                </a:moveTo>
                <a:lnTo>
                  <a:pt x="24218" y="14554"/>
                </a:lnTo>
                <a:lnTo>
                  <a:pt x="23990" y="14439"/>
                </a:lnTo>
                <a:lnTo>
                  <a:pt x="24130" y="14846"/>
                </a:lnTo>
                <a:lnTo>
                  <a:pt x="24053" y="15036"/>
                </a:lnTo>
                <a:lnTo>
                  <a:pt x="24333" y="15113"/>
                </a:lnTo>
                <a:lnTo>
                  <a:pt x="24333" y="14770"/>
                </a:lnTo>
                <a:close/>
              </a:path>
              <a:path w="91439" h="32384">
                <a:moveTo>
                  <a:pt x="29019" y="20040"/>
                </a:moveTo>
                <a:lnTo>
                  <a:pt x="28765" y="20040"/>
                </a:lnTo>
                <a:lnTo>
                  <a:pt x="28702" y="19862"/>
                </a:lnTo>
                <a:lnTo>
                  <a:pt x="28346" y="19926"/>
                </a:lnTo>
                <a:lnTo>
                  <a:pt x="28346" y="20281"/>
                </a:lnTo>
                <a:lnTo>
                  <a:pt x="28702" y="20434"/>
                </a:lnTo>
                <a:lnTo>
                  <a:pt x="28790" y="20256"/>
                </a:lnTo>
                <a:lnTo>
                  <a:pt x="29019" y="20040"/>
                </a:lnTo>
                <a:close/>
              </a:path>
              <a:path w="91439" h="32384">
                <a:moveTo>
                  <a:pt x="29375" y="10426"/>
                </a:moveTo>
                <a:lnTo>
                  <a:pt x="29108" y="10528"/>
                </a:lnTo>
                <a:lnTo>
                  <a:pt x="28536" y="9893"/>
                </a:lnTo>
                <a:lnTo>
                  <a:pt x="28371" y="10312"/>
                </a:lnTo>
                <a:lnTo>
                  <a:pt x="28486" y="10502"/>
                </a:lnTo>
                <a:lnTo>
                  <a:pt x="29171" y="10693"/>
                </a:lnTo>
                <a:lnTo>
                  <a:pt x="29375" y="10426"/>
                </a:lnTo>
                <a:close/>
              </a:path>
              <a:path w="91439" h="32384">
                <a:moveTo>
                  <a:pt x="30048" y="20294"/>
                </a:moveTo>
                <a:lnTo>
                  <a:pt x="29781" y="20015"/>
                </a:lnTo>
                <a:lnTo>
                  <a:pt x="29743" y="19596"/>
                </a:lnTo>
                <a:lnTo>
                  <a:pt x="29286" y="19837"/>
                </a:lnTo>
                <a:lnTo>
                  <a:pt x="29451" y="19862"/>
                </a:lnTo>
                <a:lnTo>
                  <a:pt x="29235" y="19964"/>
                </a:lnTo>
                <a:lnTo>
                  <a:pt x="29273" y="20167"/>
                </a:lnTo>
                <a:lnTo>
                  <a:pt x="29527" y="20205"/>
                </a:lnTo>
                <a:lnTo>
                  <a:pt x="29679" y="20345"/>
                </a:lnTo>
                <a:lnTo>
                  <a:pt x="30048" y="20294"/>
                </a:lnTo>
                <a:close/>
              </a:path>
              <a:path w="91439" h="32384">
                <a:moveTo>
                  <a:pt x="32524" y="20510"/>
                </a:moveTo>
                <a:lnTo>
                  <a:pt x="32372" y="20485"/>
                </a:lnTo>
                <a:lnTo>
                  <a:pt x="32385" y="20281"/>
                </a:lnTo>
                <a:lnTo>
                  <a:pt x="32092" y="20167"/>
                </a:lnTo>
                <a:lnTo>
                  <a:pt x="31737" y="20497"/>
                </a:lnTo>
                <a:lnTo>
                  <a:pt x="32042" y="20612"/>
                </a:lnTo>
                <a:lnTo>
                  <a:pt x="32080" y="20358"/>
                </a:lnTo>
                <a:lnTo>
                  <a:pt x="32359" y="20751"/>
                </a:lnTo>
                <a:lnTo>
                  <a:pt x="32486" y="20726"/>
                </a:lnTo>
                <a:lnTo>
                  <a:pt x="32524" y="20510"/>
                </a:lnTo>
                <a:close/>
              </a:path>
              <a:path w="91439" h="32384">
                <a:moveTo>
                  <a:pt x="34086" y="9169"/>
                </a:moveTo>
                <a:lnTo>
                  <a:pt x="34061" y="8966"/>
                </a:lnTo>
                <a:lnTo>
                  <a:pt x="34010" y="8801"/>
                </a:lnTo>
                <a:lnTo>
                  <a:pt x="33858" y="8724"/>
                </a:lnTo>
                <a:lnTo>
                  <a:pt x="33921" y="9042"/>
                </a:lnTo>
                <a:lnTo>
                  <a:pt x="33248" y="8648"/>
                </a:lnTo>
                <a:lnTo>
                  <a:pt x="33299" y="8966"/>
                </a:lnTo>
                <a:lnTo>
                  <a:pt x="33655" y="8940"/>
                </a:lnTo>
                <a:lnTo>
                  <a:pt x="33832" y="9093"/>
                </a:lnTo>
                <a:lnTo>
                  <a:pt x="34086" y="9169"/>
                </a:lnTo>
                <a:close/>
              </a:path>
              <a:path w="91439" h="32384">
                <a:moveTo>
                  <a:pt x="35979" y="9499"/>
                </a:moveTo>
                <a:lnTo>
                  <a:pt x="35763" y="9283"/>
                </a:lnTo>
                <a:lnTo>
                  <a:pt x="35737" y="9423"/>
                </a:lnTo>
                <a:lnTo>
                  <a:pt x="35534" y="9499"/>
                </a:lnTo>
                <a:lnTo>
                  <a:pt x="35509" y="9766"/>
                </a:lnTo>
                <a:lnTo>
                  <a:pt x="35572" y="9931"/>
                </a:lnTo>
                <a:lnTo>
                  <a:pt x="35763" y="9944"/>
                </a:lnTo>
                <a:lnTo>
                  <a:pt x="35648" y="9613"/>
                </a:lnTo>
                <a:lnTo>
                  <a:pt x="35979" y="9499"/>
                </a:lnTo>
                <a:close/>
              </a:path>
              <a:path w="91439" h="32384">
                <a:moveTo>
                  <a:pt x="38328" y="16903"/>
                </a:moveTo>
                <a:lnTo>
                  <a:pt x="38188" y="16764"/>
                </a:lnTo>
                <a:lnTo>
                  <a:pt x="37655" y="16713"/>
                </a:lnTo>
                <a:lnTo>
                  <a:pt x="37655" y="17018"/>
                </a:lnTo>
                <a:lnTo>
                  <a:pt x="37858" y="16954"/>
                </a:lnTo>
                <a:lnTo>
                  <a:pt x="38315" y="17157"/>
                </a:lnTo>
                <a:lnTo>
                  <a:pt x="38328" y="16903"/>
                </a:lnTo>
                <a:close/>
              </a:path>
              <a:path w="91439" h="32384">
                <a:moveTo>
                  <a:pt x="39141" y="3251"/>
                </a:moveTo>
                <a:lnTo>
                  <a:pt x="38887" y="3136"/>
                </a:lnTo>
                <a:lnTo>
                  <a:pt x="38785" y="3467"/>
                </a:lnTo>
                <a:lnTo>
                  <a:pt x="38633" y="3683"/>
                </a:lnTo>
                <a:lnTo>
                  <a:pt x="38442" y="3911"/>
                </a:lnTo>
                <a:lnTo>
                  <a:pt x="38633" y="3911"/>
                </a:lnTo>
                <a:lnTo>
                  <a:pt x="38785" y="3937"/>
                </a:lnTo>
                <a:lnTo>
                  <a:pt x="38747" y="3657"/>
                </a:lnTo>
                <a:lnTo>
                  <a:pt x="39141" y="3251"/>
                </a:lnTo>
                <a:close/>
              </a:path>
              <a:path w="91439" h="32384">
                <a:moveTo>
                  <a:pt x="40652" y="14808"/>
                </a:moveTo>
                <a:lnTo>
                  <a:pt x="40043" y="14808"/>
                </a:lnTo>
                <a:lnTo>
                  <a:pt x="40132" y="15240"/>
                </a:lnTo>
                <a:lnTo>
                  <a:pt x="40576" y="15240"/>
                </a:lnTo>
                <a:lnTo>
                  <a:pt x="40652" y="14808"/>
                </a:lnTo>
                <a:close/>
              </a:path>
              <a:path w="91439" h="32384">
                <a:moveTo>
                  <a:pt x="42418" y="2286"/>
                </a:moveTo>
                <a:lnTo>
                  <a:pt x="42405" y="1828"/>
                </a:lnTo>
                <a:lnTo>
                  <a:pt x="42011" y="1905"/>
                </a:lnTo>
                <a:lnTo>
                  <a:pt x="41998" y="2171"/>
                </a:lnTo>
                <a:lnTo>
                  <a:pt x="41998" y="2451"/>
                </a:lnTo>
                <a:lnTo>
                  <a:pt x="42240" y="2463"/>
                </a:lnTo>
                <a:lnTo>
                  <a:pt x="42418" y="2286"/>
                </a:lnTo>
                <a:close/>
              </a:path>
              <a:path w="91439" h="32384">
                <a:moveTo>
                  <a:pt x="42913" y="5816"/>
                </a:moveTo>
                <a:lnTo>
                  <a:pt x="42799" y="5626"/>
                </a:lnTo>
                <a:lnTo>
                  <a:pt x="42557" y="5562"/>
                </a:lnTo>
                <a:lnTo>
                  <a:pt x="42354" y="5486"/>
                </a:lnTo>
                <a:lnTo>
                  <a:pt x="42125" y="5676"/>
                </a:lnTo>
                <a:lnTo>
                  <a:pt x="42151" y="6007"/>
                </a:lnTo>
                <a:lnTo>
                  <a:pt x="42354" y="6261"/>
                </a:lnTo>
                <a:lnTo>
                  <a:pt x="42354" y="5994"/>
                </a:lnTo>
                <a:lnTo>
                  <a:pt x="42557" y="5880"/>
                </a:lnTo>
                <a:lnTo>
                  <a:pt x="42697" y="5702"/>
                </a:lnTo>
                <a:lnTo>
                  <a:pt x="42672" y="5892"/>
                </a:lnTo>
                <a:lnTo>
                  <a:pt x="42837" y="6019"/>
                </a:lnTo>
                <a:lnTo>
                  <a:pt x="42913" y="5816"/>
                </a:lnTo>
                <a:close/>
              </a:path>
              <a:path w="91439" h="32384">
                <a:moveTo>
                  <a:pt x="43421" y="12915"/>
                </a:moveTo>
                <a:lnTo>
                  <a:pt x="43370" y="12661"/>
                </a:lnTo>
                <a:lnTo>
                  <a:pt x="42964" y="12547"/>
                </a:lnTo>
                <a:lnTo>
                  <a:pt x="42938" y="13208"/>
                </a:lnTo>
                <a:lnTo>
                  <a:pt x="43256" y="13220"/>
                </a:lnTo>
                <a:lnTo>
                  <a:pt x="43180" y="12903"/>
                </a:lnTo>
                <a:lnTo>
                  <a:pt x="43421" y="12915"/>
                </a:lnTo>
                <a:close/>
              </a:path>
              <a:path w="91439" h="32384">
                <a:moveTo>
                  <a:pt x="43992" y="12877"/>
                </a:moveTo>
                <a:lnTo>
                  <a:pt x="43599" y="12890"/>
                </a:lnTo>
                <a:lnTo>
                  <a:pt x="43675" y="13157"/>
                </a:lnTo>
                <a:lnTo>
                  <a:pt x="43713" y="13512"/>
                </a:lnTo>
                <a:lnTo>
                  <a:pt x="43942" y="13677"/>
                </a:lnTo>
                <a:lnTo>
                  <a:pt x="43942" y="13296"/>
                </a:lnTo>
                <a:lnTo>
                  <a:pt x="43992" y="12877"/>
                </a:lnTo>
                <a:close/>
              </a:path>
              <a:path w="91439" h="32384">
                <a:moveTo>
                  <a:pt x="46012" y="889"/>
                </a:moveTo>
                <a:lnTo>
                  <a:pt x="45872" y="101"/>
                </a:lnTo>
                <a:lnTo>
                  <a:pt x="45618" y="0"/>
                </a:lnTo>
                <a:lnTo>
                  <a:pt x="45618" y="304"/>
                </a:lnTo>
                <a:lnTo>
                  <a:pt x="45656" y="635"/>
                </a:lnTo>
                <a:lnTo>
                  <a:pt x="45491" y="787"/>
                </a:lnTo>
                <a:lnTo>
                  <a:pt x="46012" y="889"/>
                </a:lnTo>
                <a:close/>
              </a:path>
              <a:path w="91439" h="32384">
                <a:moveTo>
                  <a:pt x="46850" y="28346"/>
                </a:moveTo>
                <a:lnTo>
                  <a:pt x="46418" y="28346"/>
                </a:lnTo>
                <a:lnTo>
                  <a:pt x="46443" y="28879"/>
                </a:lnTo>
                <a:lnTo>
                  <a:pt x="46736" y="29019"/>
                </a:lnTo>
                <a:lnTo>
                  <a:pt x="46659" y="28676"/>
                </a:lnTo>
                <a:lnTo>
                  <a:pt x="46850" y="28613"/>
                </a:lnTo>
                <a:lnTo>
                  <a:pt x="46850" y="28346"/>
                </a:lnTo>
                <a:close/>
              </a:path>
              <a:path w="91439" h="32384">
                <a:moveTo>
                  <a:pt x="46951" y="8623"/>
                </a:moveTo>
                <a:lnTo>
                  <a:pt x="46545" y="8597"/>
                </a:lnTo>
                <a:lnTo>
                  <a:pt x="46177" y="8623"/>
                </a:lnTo>
                <a:lnTo>
                  <a:pt x="46139" y="8940"/>
                </a:lnTo>
                <a:lnTo>
                  <a:pt x="46812" y="9080"/>
                </a:lnTo>
                <a:lnTo>
                  <a:pt x="46951" y="8851"/>
                </a:lnTo>
                <a:lnTo>
                  <a:pt x="46736" y="8737"/>
                </a:lnTo>
                <a:lnTo>
                  <a:pt x="46951" y="8623"/>
                </a:lnTo>
                <a:close/>
              </a:path>
              <a:path w="91439" h="32384">
                <a:moveTo>
                  <a:pt x="47155" y="21945"/>
                </a:moveTo>
                <a:lnTo>
                  <a:pt x="47078" y="21628"/>
                </a:lnTo>
                <a:lnTo>
                  <a:pt x="46723" y="21513"/>
                </a:lnTo>
                <a:lnTo>
                  <a:pt x="46837" y="21932"/>
                </a:lnTo>
                <a:lnTo>
                  <a:pt x="46609" y="22021"/>
                </a:lnTo>
                <a:lnTo>
                  <a:pt x="46939" y="22186"/>
                </a:lnTo>
                <a:lnTo>
                  <a:pt x="46913" y="21920"/>
                </a:lnTo>
                <a:lnTo>
                  <a:pt x="47155" y="21945"/>
                </a:lnTo>
                <a:close/>
              </a:path>
              <a:path w="91439" h="32384">
                <a:moveTo>
                  <a:pt x="47777" y="11226"/>
                </a:moveTo>
                <a:lnTo>
                  <a:pt x="47332" y="11290"/>
                </a:lnTo>
                <a:lnTo>
                  <a:pt x="47066" y="11201"/>
                </a:lnTo>
                <a:lnTo>
                  <a:pt x="47129" y="11366"/>
                </a:lnTo>
                <a:lnTo>
                  <a:pt x="46939" y="11785"/>
                </a:lnTo>
                <a:lnTo>
                  <a:pt x="47180" y="11760"/>
                </a:lnTo>
                <a:lnTo>
                  <a:pt x="47282" y="11341"/>
                </a:lnTo>
                <a:lnTo>
                  <a:pt x="47739" y="11645"/>
                </a:lnTo>
                <a:lnTo>
                  <a:pt x="47777" y="11226"/>
                </a:lnTo>
                <a:close/>
              </a:path>
              <a:path w="91439" h="32384">
                <a:moveTo>
                  <a:pt x="48069" y="26885"/>
                </a:moveTo>
                <a:lnTo>
                  <a:pt x="47625" y="26885"/>
                </a:lnTo>
                <a:lnTo>
                  <a:pt x="47701" y="27089"/>
                </a:lnTo>
                <a:lnTo>
                  <a:pt x="47294" y="27355"/>
                </a:lnTo>
                <a:lnTo>
                  <a:pt x="47625" y="27444"/>
                </a:lnTo>
                <a:lnTo>
                  <a:pt x="47726" y="27178"/>
                </a:lnTo>
                <a:lnTo>
                  <a:pt x="48006" y="27139"/>
                </a:lnTo>
                <a:lnTo>
                  <a:pt x="48069" y="26885"/>
                </a:lnTo>
                <a:close/>
              </a:path>
              <a:path w="91439" h="32384">
                <a:moveTo>
                  <a:pt x="49263" y="22212"/>
                </a:moveTo>
                <a:lnTo>
                  <a:pt x="48856" y="22288"/>
                </a:lnTo>
                <a:lnTo>
                  <a:pt x="48844" y="22644"/>
                </a:lnTo>
                <a:lnTo>
                  <a:pt x="48856" y="22961"/>
                </a:lnTo>
                <a:lnTo>
                  <a:pt x="49085" y="23063"/>
                </a:lnTo>
                <a:lnTo>
                  <a:pt x="49009" y="22821"/>
                </a:lnTo>
                <a:lnTo>
                  <a:pt x="49263" y="22212"/>
                </a:lnTo>
                <a:close/>
              </a:path>
              <a:path w="91439" h="32384">
                <a:moveTo>
                  <a:pt x="49872" y="26085"/>
                </a:moveTo>
                <a:lnTo>
                  <a:pt x="49860" y="25882"/>
                </a:lnTo>
                <a:lnTo>
                  <a:pt x="49796" y="25704"/>
                </a:lnTo>
                <a:lnTo>
                  <a:pt x="49657" y="25641"/>
                </a:lnTo>
                <a:lnTo>
                  <a:pt x="49428" y="25755"/>
                </a:lnTo>
                <a:lnTo>
                  <a:pt x="49428" y="26085"/>
                </a:lnTo>
                <a:lnTo>
                  <a:pt x="49720" y="26085"/>
                </a:lnTo>
                <a:lnTo>
                  <a:pt x="49657" y="25895"/>
                </a:lnTo>
                <a:lnTo>
                  <a:pt x="49872" y="26085"/>
                </a:lnTo>
                <a:close/>
              </a:path>
              <a:path w="91439" h="32384">
                <a:moveTo>
                  <a:pt x="50393" y="1663"/>
                </a:moveTo>
                <a:lnTo>
                  <a:pt x="50088" y="1549"/>
                </a:lnTo>
                <a:lnTo>
                  <a:pt x="49822" y="1600"/>
                </a:lnTo>
                <a:lnTo>
                  <a:pt x="49720" y="2311"/>
                </a:lnTo>
                <a:lnTo>
                  <a:pt x="50088" y="2336"/>
                </a:lnTo>
                <a:lnTo>
                  <a:pt x="49936" y="1981"/>
                </a:lnTo>
                <a:lnTo>
                  <a:pt x="50393" y="1663"/>
                </a:lnTo>
                <a:close/>
              </a:path>
              <a:path w="91439" h="32384">
                <a:moveTo>
                  <a:pt x="54127" y="19824"/>
                </a:moveTo>
                <a:lnTo>
                  <a:pt x="53822" y="19824"/>
                </a:lnTo>
                <a:lnTo>
                  <a:pt x="53492" y="19862"/>
                </a:lnTo>
                <a:lnTo>
                  <a:pt x="53352" y="19710"/>
                </a:lnTo>
                <a:lnTo>
                  <a:pt x="53352" y="20078"/>
                </a:lnTo>
                <a:lnTo>
                  <a:pt x="53682" y="20129"/>
                </a:lnTo>
                <a:lnTo>
                  <a:pt x="53911" y="20269"/>
                </a:lnTo>
                <a:lnTo>
                  <a:pt x="53822" y="19964"/>
                </a:lnTo>
                <a:lnTo>
                  <a:pt x="54127" y="20027"/>
                </a:lnTo>
                <a:lnTo>
                  <a:pt x="54127" y="19824"/>
                </a:lnTo>
                <a:close/>
              </a:path>
              <a:path w="91439" h="32384">
                <a:moveTo>
                  <a:pt x="54254" y="12992"/>
                </a:moveTo>
                <a:lnTo>
                  <a:pt x="53911" y="12992"/>
                </a:lnTo>
                <a:lnTo>
                  <a:pt x="53949" y="13246"/>
                </a:lnTo>
                <a:lnTo>
                  <a:pt x="53898" y="13411"/>
                </a:lnTo>
                <a:lnTo>
                  <a:pt x="53809" y="13550"/>
                </a:lnTo>
                <a:lnTo>
                  <a:pt x="54229" y="13652"/>
                </a:lnTo>
                <a:lnTo>
                  <a:pt x="54076" y="13157"/>
                </a:lnTo>
                <a:lnTo>
                  <a:pt x="54254" y="12992"/>
                </a:lnTo>
                <a:close/>
              </a:path>
              <a:path w="91439" h="32384">
                <a:moveTo>
                  <a:pt x="54394" y="7581"/>
                </a:moveTo>
                <a:lnTo>
                  <a:pt x="54254" y="7162"/>
                </a:lnTo>
                <a:lnTo>
                  <a:pt x="53873" y="7023"/>
                </a:lnTo>
                <a:lnTo>
                  <a:pt x="53784" y="7734"/>
                </a:lnTo>
                <a:lnTo>
                  <a:pt x="54025" y="7835"/>
                </a:lnTo>
                <a:lnTo>
                  <a:pt x="53962" y="7480"/>
                </a:lnTo>
                <a:lnTo>
                  <a:pt x="54394" y="7581"/>
                </a:lnTo>
                <a:close/>
              </a:path>
              <a:path w="91439" h="32384">
                <a:moveTo>
                  <a:pt x="54521" y="21209"/>
                </a:moveTo>
                <a:lnTo>
                  <a:pt x="54254" y="21056"/>
                </a:lnTo>
                <a:lnTo>
                  <a:pt x="54190" y="21234"/>
                </a:lnTo>
                <a:lnTo>
                  <a:pt x="53822" y="21653"/>
                </a:lnTo>
                <a:lnTo>
                  <a:pt x="54127" y="21844"/>
                </a:lnTo>
                <a:lnTo>
                  <a:pt x="54076" y="21577"/>
                </a:lnTo>
                <a:lnTo>
                  <a:pt x="54521" y="21209"/>
                </a:lnTo>
                <a:close/>
              </a:path>
              <a:path w="91439" h="32384">
                <a:moveTo>
                  <a:pt x="55245" y="6946"/>
                </a:moveTo>
                <a:lnTo>
                  <a:pt x="54902" y="6718"/>
                </a:lnTo>
                <a:lnTo>
                  <a:pt x="54978" y="7023"/>
                </a:lnTo>
                <a:lnTo>
                  <a:pt x="54673" y="6934"/>
                </a:lnTo>
                <a:lnTo>
                  <a:pt x="54660" y="7315"/>
                </a:lnTo>
                <a:lnTo>
                  <a:pt x="54635" y="7670"/>
                </a:lnTo>
                <a:lnTo>
                  <a:pt x="54902" y="7721"/>
                </a:lnTo>
                <a:lnTo>
                  <a:pt x="54673" y="7327"/>
                </a:lnTo>
                <a:lnTo>
                  <a:pt x="54927" y="7086"/>
                </a:lnTo>
                <a:lnTo>
                  <a:pt x="55245" y="6946"/>
                </a:lnTo>
                <a:close/>
              </a:path>
              <a:path w="91439" h="32384">
                <a:moveTo>
                  <a:pt x="55702" y="2679"/>
                </a:moveTo>
                <a:lnTo>
                  <a:pt x="55651" y="2171"/>
                </a:lnTo>
                <a:lnTo>
                  <a:pt x="55219" y="2171"/>
                </a:lnTo>
                <a:lnTo>
                  <a:pt x="54914" y="2336"/>
                </a:lnTo>
                <a:lnTo>
                  <a:pt x="55283" y="2336"/>
                </a:lnTo>
                <a:lnTo>
                  <a:pt x="55295" y="2705"/>
                </a:lnTo>
                <a:lnTo>
                  <a:pt x="55702" y="2679"/>
                </a:lnTo>
                <a:close/>
              </a:path>
              <a:path w="91439" h="32384">
                <a:moveTo>
                  <a:pt x="58280" y="28905"/>
                </a:moveTo>
                <a:lnTo>
                  <a:pt x="57937" y="28905"/>
                </a:lnTo>
                <a:lnTo>
                  <a:pt x="58077" y="29260"/>
                </a:lnTo>
                <a:lnTo>
                  <a:pt x="57772" y="29159"/>
                </a:lnTo>
                <a:lnTo>
                  <a:pt x="57721" y="29349"/>
                </a:lnTo>
                <a:lnTo>
                  <a:pt x="58089" y="29387"/>
                </a:lnTo>
                <a:lnTo>
                  <a:pt x="58267" y="29210"/>
                </a:lnTo>
                <a:lnTo>
                  <a:pt x="58280" y="28905"/>
                </a:lnTo>
                <a:close/>
              </a:path>
              <a:path w="91439" h="32384">
                <a:moveTo>
                  <a:pt x="59524" y="13220"/>
                </a:moveTo>
                <a:lnTo>
                  <a:pt x="58864" y="13347"/>
                </a:lnTo>
                <a:lnTo>
                  <a:pt x="58483" y="13284"/>
                </a:lnTo>
                <a:lnTo>
                  <a:pt x="58178" y="13550"/>
                </a:lnTo>
                <a:lnTo>
                  <a:pt x="58483" y="13703"/>
                </a:lnTo>
                <a:lnTo>
                  <a:pt x="59283" y="13512"/>
                </a:lnTo>
                <a:lnTo>
                  <a:pt x="59524" y="13220"/>
                </a:lnTo>
                <a:close/>
              </a:path>
              <a:path w="91439" h="32384">
                <a:moveTo>
                  <a:pt x="60756" y="17995"/>
                </a:moveTo>
                <a:lnTo>
                  <a:pt x="60731" y="17703"/>
                </a:lnTo>
                <a:lnTo>
                  <a:pt x="60401" y="17475"/>
                </a:lnTo>
                <a:lnTo>
                  <a:pt x="60452" y="17830"/>
                </a:lnTo>
                <a:lnTo>
                  <a:pt x="60007" y="17780"/>
                </a:lnTo>
                <a:lnTo>
                  <a:pt x="60274" y="18034"/>
                </a:lnTo>
                <a:lnTo>
                  <a:pt x="60502" y="17995"/>
                </a:lnTo>
                <a:lnTo>
                  <a:pt x="60756" y="17995"/>
                </a:lnTo>
                <a:close/>
              </a:path>
              <a:path w="91439" h="32384">
                <a:moveTo>
                  <a:pt x="61747" y="11811"/>
                </a:moveTo>
                <a:lnTo>
                  <a:pt x="61404" y="11544"/>
                </a:lnTo>
                <a:lnTo>
                  <a:pt x="61404" y="11849"/>
                </a:lnTo>
                <a:lnTo>
                  <a:pt x="61455" y="12280"/>
                </a:lnTo>
                <a:lnTo>
                  <a:pt x="61188" y="11988"/>
                </a:lnTo>
                <a:lnTo>
                  <a:pt x="61188" y="12280"/>
                </a:lnTo>
                <a:lnTo>
                  <a:pt x="61252" y="12522"/>
                </a:lnTo>
                <a:lnTo>
                  <a:pt x="61404" y="12661"/>
                </a:lnTo>
                <a:lnTo>
                  <a:pt x="61595" y="12331"/>
                </a:lnTo>
                <a:lnTo>
                  <a:pt x="61747" y="11811"/>
                </a:lnTo>
                <a:close/>
              </a:path>
              <a:path w="91439" h="32384">
                <a:moveTo>
                  <a:pt x="65328" y="14198"/>
                </a:moveTo>
                <a:lnTo>
                  <a:pt x="65024" y="14236"/>
                </a:lnTo>
                <a:lnTo>
                  <a:pt x="64566" y="14097"/>
                </a:lnTo>
                <a:lnTo>
                  <a:pt x="64554" y="14427"/>
                </a:lnTo>
                <a:lnTo>
                  <a:pt x="65227" y="14401"/>
                </a:lnTo>
                <a:lnTo>
                  <a:pt x="64693" y="14706"/>
                </a:lnTo>
                <a:lnTo>
                  <a:pt x="65227" y="14871"/>
                </a:lnTo>
                <a:lnTo>
                  <a:pt x="65112" y="14541"/>
                </a:lnTo>
                <a:lnTo>
                  <a:pt x="65328" y="14427"/>
                </a:lnTo>
                <a:lnTo>
                  <a:pt x="65328" y="14198"/>
                </a:lnTo>
                <a:close/>
              </a:path>
              <a:path w="91439" h="32384">
                <a:moveTo>
                  <a:pt x="65900" y="13779"/>
                </a:moveTo>
                <a:lnTo>
                  <a:pt x="65773" y="13436"/>
                </a:lnTo>
                <a:lnTo>
                  <a:pt x="65506" y="13436"/>
                </a:lnTo>
                <a:lnTo>
                  <a:pt x="65278" y="12827"/>
                </a:lnTo>
                <a:lnTo>
                  <a:pt x="65112" y="13093"/>
                </a:lnTo>
                <a:lnTo>
                  <a:pt x="65278" y="13195"/>
                </a:lnTo>
                <a:lnTo>
                  <a:pt x="65341" y="13385"/>
                </a:lnTo>
                <a:lnTo>
                  <a:pt x="65328" y="13677"/>
                </a:lnTo>
                <a:lnTo>
                  <a:pt x="65532" y="13639"/>
                </a:lnTo>
                <a:lnTo>
                  <a:pt x="65900" y="13779"/>
                </a:lnTo>
                <a:close/>
              </a:path>
              <a:path w="91439" h="32384">
                <a:moveTo>
                  <a:pt x="66040" y="19367"/>
                </a:moveTo>
                <a:lnTo>
                  <a:pt x="65862" y="19253"/>
                </a:lnTo>
                <a:lnTo>
                  <a:pt x="65659" y="19151"/>
                </a:lnTo>
                <a:lnTo>
                  <a:pt x="65633" y="19481"/>
                </a:lnTo>
                <a:lnTo>
                  <a:pt x="65646" y="19773"/>
                </a:lnTo>
                <a:lnTo>
                  <a:pt x="66001" y="19723"/>
                </a:lnTo>
                <a:lnTo>
                  <a:pt x="66040" y="19367"/>
                </a:lnTo>
                <a:close/>
              </a:path>
              <a:path w="91439" h="32384">
                <a:moveTo>
                  <a:pt x="66116" y="12877"/>
                </a:moveTo>
                <a:lnTo>
                  <a:pt x="66078" y="12585"/>
                </a:lnTo>
                <a:lnTo>
                  <a:pt x="65659" y="12141"/>
                </a:lnTo>
                <a:lnTo>
                  <a:pt x="65455" y="12433"/>
                </a:lnTo>
                <a:lnTo>
                  <a:pt x="65582" y="12661"/>
                </a:lnTo>
                <a:lnTo>
                  <a:pt x="65836" y="12788"/>
                </a:lnTo>
                <a:lnTo>
                  <a:pt x="66116" y="12877"/>
                </a:lnTo>
                <a:close/>
              </a:path>
              <a:path w="91439" h="32384">
                <a:moveTo>
                  <a:pt x="67221" y="23063"/>
                </a:moveTo>
                <a:lnTo>
                  <a:pt x="66992" y="23075"/>
                </a:lnTo>
                <a:lnTo>
                  <a:pt x="66395" y="23279"/>
                </a:lnTo>
                <a:lnTo>
                  <a:pt x="66789" y="23520"/>
                </a:lnTo>
                <a:lnTo>
                  <a:pt x="66903" y="23317"/>
                </a:lnTo>
                <a:lnTo>
                  <a:pt x="67195" y="23342"/>
                </a:lnTo>
                <a:lnTo>
                  <a:pt x="67221" y="23063"/>
                </a:lnTo>
                <a:close/>
              </a:path>
              <a:path w="91439" h="32384">
                <a:moveTo>
                  <a:pt x="67894" y="23406"/>
                </a:moveTo>
                <a:lnTo>
                  <a:pt x="67462" y="23406"/>
                </a:lnTo>
                <a:lnTo>
                  <a:pt x="67487" y="23609"/>
                </a:lnTo>
                <a:lnTo>
                  <a:pt x="67767" y="24142"/>
                </a:lnTo>
                <a:lnTo>
                  <a:pt x="67894" y="23837"/>
                </a:lnTo>
                <a:lnTo>
                  <a:pt x="67627" y="23825"/>
                </a:lnTo>
                <a:lnTo>
                  <a:pt x="67868" y="23469"/>
                </a:lnTo>
                <a:close/>
              </a:path>
              <a:path w="91439" h="32384">
                <a:moveTo>
                  <a:pt x="68364" y="17335"/>
                </a:moveTo>
                <a:lnTo>
                  <a:pt x="68300" y="17183"/>
                </a:lnTo>
                <a:lnTo>
                  <a:pt x="67818" y="17500"/>
                </a:lnTo>
                <a:lnTo>
                  <a:pt x="68135" y="17691"/>
                </a:lnTo>
                <a:lnTo>
                  <a:pt x="68275" y="17386"/>
                </a:lnTo>
                <a:close/>
              </a:path>
              <a:path w="91439" h="32384">
                <a:moveTo>
                  <a:pt x="68516" y="16979"/>
                </a:moveTo>
                <a:lnTo>
                  <a:pt x="68478" y="16789"/>
                </a:lnTo>
                <a:lnTo>
                  <a:pt x="68135" y="16789"/>
                </a:lnTo>
                <a:lnTo>
                  <a:pt x="68300" y="17183"/>
                </a:lnTo>
                <a:lnTo>
                  <a:pt x="68249" y="17005"/>
                </a:lnTo>
                <a:lnTo>
                  <a:pt x="68516" y="16979"/>
                </a:lnTo>
                <a:close/>
              </a:path>
              <a:path w="91439" h="32384">
                <a:moveTo>
                  <a:pt x="70040" y="24231"/>
                </a:moveTo>
                <a:lnTo>
                  <a:pt x="69507" y="23825"/>
                </a:lnTo>
                <a:lnTo>
                  <a:pt x="69824" y="23406"/>
                </a:lnTo>
                <a:lnTo>
                  <a:pt x="68872" y="23304"/>
                </a:lnTo>
                <a:lnTo>
                  <a:pt x="69443" y="24358"/>
                </a:lnTo>
                <a:lnTo>
                  <a:pt x="69824" y="24523"/>
                </a:lnTo>
                <a:lnTo>
                  <a:pt x="70040" y="24231"/>
                </a:lnTo>
                <a:close/>
              </a:path>
              <a:path w="91439" h="32384">
                <a:moveTo>
                  <a:pt x="73050" y="21793"/>
                </a:moveTo>
                <a:lnTo>
                  <a:pt x="72720" y="21729"/>
                </a:lnTo>
                <a:lnTo>
                  <a:pt x="72682" y="21920"/>
                </a:lnTo>
                <a:lnTo>
                  <a:pt x="72567" y="21704"/>
                </a:lnTo>
                <a:lnTo>
                  <a:pt x="72377" y="21729"/>
                </a:lnTo>
                <a:lnTo>
                  <a:pt x="72377" y="22059"/>
                </a:lnTo>
                <a:lnTo>
                  <a:pt x="72720" y="22174"/>
                </a:lnTo>
                <a:lnTo>
                  <a:pt x="72593" y="21971"/>
                </a:lnTo>
                <a:lnTo>
                  <a:pt x="73050" y="21793"/>
                </a:lnTo>
                <a:close/>
              </a:path>
              <a:path w="91439" h="32384">
                <a:moveTo>
                  <a:pt x="73177" y="20612"/>
                </a:moveTo>
                <a:lnTo>
                  <a:pt x="73063" y="20358"/>
                </a:lnTo>
                <a:lnTo>
                  <a:pt x="72961" y="20078"/>
                </a:lnTo>
                <a:lnTo>
                  <a:pt x="72618" y="20040"/>
                </a:lnTo>
                <a:lnTo>
                  <a:pt x="72580" y="20205"/>
                </a:lnTo>
                <a:lnTo>
                  <a:pt x="72453" y="20269"/>
                </a:lnTo>
                <a:lnTo>
                  <a:pt x="72504" y="20510"/>
                </a:lnTo>
                <a:lnTo>
                  <a:pt x="72796" y="20612"/>
                </a:lnTo>
                <a:lnTo>
                  <a:pt x="73177" y="20612"/>
                </a:lnTo>
                <a:close/>
              </a:path>
              <a:path w="91439" h="32384">
                <a:moveTo>
                  <a:pt x="75755" y="22174"/>
                </a:moveTo>
                <a:lnTo>
                  <a:pt x="75717" y="21907"/>
                </a:lnTo>
                <a:lnTo>
                  <a:pt x="75488" y="21247"/>
                </a:lnTo>
                <a:lnTo>
                  <a:pt x="75196" y="21615"/>
                </a:lnTo>
                <a:lnTo>
                  <a:pt x="75412" y="21615"/>
                </a:lnTo>
                <a:lnTo>
                  <a:pt x="75184" y="21844"/>
                </a:lnTo>
                <a:lnTo>
                  <a:pt x="75501" y="22098"/>
                </a:lnTo>
                <a:lnTo>
                  <a:pt x="75755" y="22174"/>
                </a:lnTo>
                <a:close/>
              </a:path>
              <a:path w="91439" h="32384">
                <a:moveTo>
                  <a:pt x="78676" y="18846"/>
                </a:moveTo>
                <a:lnTo>
                  <a:pt x="78206" y="18707"/>
                </a:lnTo>
                <a:lnTo>
                  <a:pt x="78092" y="18859"/>
                </a:lnTo>
                <a:lnTo>
                  <a:pt x="77914" y="18935"/>
                </a:lnTo>
                <a:lnTo>
                  <a:pt x="77863" y="19151"/>
                </a:lnTo>
                <a:lnTo>
                  <a:pt x="78193" y="19151"/>
                </a:lnTo>
                <a:lnTo>
                  <a:pt x="78676" y="18846"/>
                </a:lnTo>
                <a:close/>
              </a:path>
              <a:path w="91439" h="32384">
                <a:moveTo>
                  <a:pt x="80911" y="19380"/>
                </a:moveTo>
                <a:lnTo>
                  <a:pt x="80581" y="19151"/>
                </a:lnTo>
                <a:lnTo>
                  <a:pt x="80225" y="19278"/>
                </a:lnTo>
                <a:lnTo>
                  <a:pt x="80340" y="19558"/>
                </a:lnTo>
                <a:lnTo>
                  <a:pt x="80594" y="19735"/>
                </a:lnTo>
                <a:lnTo>
                  <a:pt x="80784" y="19926"/>
                </a:lnTo>
                <a:lnTo>
                  <a:pt x="80632" y="19596"/>
                </a:lnTo>
                <a:lnTo>
                  <a:pt x="80911" y="19380"/>
                </a:lnTo>
                <a:close/>
              </a:path>
              <a:path w="91439" h="32384">
                <a:moveTo>
                  <a:pt x="81686" y="20269"/>
                </a:moveTo>
                <a:lnTo>
                  <a:pt x="81229" y="20269"/>
                </a:lnTo>
                <a:lnTo>
                  <a:pt x="81241" y="20650"/>
                </a:lnTo>
                <a:lnTo>
                  <a:pt x="81038" y="20739"/>
                </a:lnTo>
                <a:lnTo>
                  <a:pt x="81343" y="20942"/>
                </a:lnTo>
                <a:lnTo>
                  <a:pt x="81597" y="20612"/>
                </a:lnTo>
                <a:lnTo>
                  <a:pt x="81686" y="20269"/>
                </a:lnTo>
                <a:close/>
              </a:path>
              <a:path w="91439" h="32384">
                <a:moveTo>
                  <a:pt x="83527" y="21043"/>
                </a:moveTo>
                <a:lnTo>
                  <a:pt x="82816" y="20586"/>
                </a:lnTo>
                <a:lnTo>
                  <a:pt x="82588" y="21069"/>
                </a:lnTo>
                <a:lnTo>
                  <a:pt x="83019" y="21183"/>
                </a:lnTo>
                <a:lnTo>
                  <a:pt x="82854" y="21615"/>
                </a:lnTo>
                <a:lnTo>
                  <a:pt x="83362" y="21856"/>
                </a:lnTo>
                <a:lnTo>
                  <a:pt x="83527" y="21043"/>
                </a:lnTo>
                <a:close/>
              </a:path>
              <a:path w="91439" h="32384">
                <a:moveTo>
                  <a:pt x="84366" y="23025"/>
                </a:moveTo>
                <a:lnTo>
                  <a:pt x="84251" y="22504"/>
                </a:lnTo>
                <a:lnTo>
                  <a:pt x="83820" y="22504"/>
                </a:lnTo>
                <a:lnTo>
                  <a:pt x="83794" y="22923"/>
                </a:lnTo>
                <a:lnTo>
                  <a:pt x="83870" y="23279"/>
                </a:lnTo>
                <a:lnTo>
                  <a:pt x="84035" y="23507"/>
                </a:lnTo>
                <a:lnTo>
                  <a:pt x="83972" y="23050"/>
                </a:lnTo>
                <a:lnTo>
                  <a:pt x="84366" y="23025"/>
                </a:lnTo>
                <a:close/>
              </a:path>
              <a:path w="91439" h="32384">
                <a:moveTo>
                  <a:pt x="85509" y="31026"/>
                </a:moveTo>
                <a:lnTo>
                  <a:pt x="84937" y="31000"/>
                </a:lnTo>
                <a:lnTo>
                  <a:pt x="84836" y="31635"/>
                </a:lnTo>
                <a:lnTo>
                  <a:pt x="85153" y="31927"/>
                </a:lnTo>
                <a:lnTo>
                  <a:pt x="85217" y="31559"/>
                </a:lnTo>
                <a:lnTo>
                  <a:pt x="85509" y="31445"/>
                </a:lnTo>
                <a:lnTo>
                  <a:pt x="85509" y="31026"/>
                </a:lnTo>
                <a:close/>
              </a:path>
              <a:path w="91439" h="32384">
                <a:moveTo>
                  <a:pt x="87845" y="22415"/>
                </a:moveTo>
                <a:lnTo>
                  <a:pt x="87515" y="22301"/>
                </a:lnTo>
                <a:lnTo>
                  <a:pt x="87249" y="22517"/>
                </a:lnTo>
                <a:lnTo>
                  <a:pt x="87604" y="22656"/>
                </a:lnTo>
                <a:lnTo>
                  <a:pt x="87401" y="22847"/>
                </a:lnTo>
                <a:lnTo>
                  <a:pt x="87744" y="22898"/>
                </a:lnTo>
                <a:lnTo>
                  <a:pt x="87579" y="22453"/>
                </a:lnTo>
                <a:lnTo>
                  <a:pt x="87845" y="22415"/>
                </a:lnTo>
                <a:close/>
              </a:path>
              <a:path w="91439" h="32384">
                <a:moveTo>
                  <a:pt x="88722" y="28562"/>
                </a:moveTo>
                <a:lnTo>
                  <a:pt x="88290" y="28689"/>
                </a:lnTo>
                <a:lnTo>
                  <a:pt x="88176" y="29044"/>
                </a:lnTo>
                <a:lnTo>
                  <a:pt x="88468" y="28968"/>
                </a:lnTo>
                <a:lnTo>
                  <a:pt x="88722" y="28562"/>
                </a:lnTo>
                <a:close/>
              </a:path>
              <a:path w="91439" h="32384">
                <a:moveTo>
                  <a:pt x="88849" y="29019"/>
                </a:moveTo>
                <a:lnTo>
                  <a:pt x="88519" y="29108"/>
                </a:lnTo>
                <a:lnTo>
                  <a:pt x="88417" y="29235"/>
                </a:lnTo>
                <a:lnTo>
                  <a:pt x="88607" y="29222"/>
                </a:lnTo>
                <a:lnTo>
                  <a:pt x="88785" y="29159"/>
                </a:lnTo>
                <a:lnTo>
                  <a:pt x="88849" y="29019"/>
                </a:lnTo>
                <a:close/>
              </a:path>
              <a:path w="91439" h="32384">
                <a:moveTo>
                  <a:pt x="91313" y="31457"/>
                </a:moveTo>
                <a:lnTo>
                  <a:pt x="91173" y="30899"/>
                </a:lnTo>
                <a:lnTo>
                  <a:pt x="90881" y="30797"/>
                </a:lnTo>
                <a:lnTo>
                  <a:pt x="90881" y="31178"/>
                </a:lnTo>
                <a:lnTo>
                  <a:pt x="91020" y="31394"/>
                </a:lnTo>
                <a:lnTo>
                  <a:pt x="91211" y="31584"/>
                </a:lnTo>
                <a:lnTo>
                  <a:pt x="91313" y="31457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bg object 91"/>
          <p:cNvSpPr/>
          <p:nvPr/>
        </p:nvSpPr>
        <p:spPr>
          <a:xfrm>
            <a:off x="1945068" y="836548"/>
            <a:ext cx="95885" cy="41910"/>
          </a:xfrm>
          <a:custGeom>
            <a:avLst/>
            <a:gdLst/>
            <a:ahLst/>
            <a:cxnLst/>
            <a:rect l="l" t="t" r="r" b="b"/>
            <a:pathLst>
              <a:path w="95885" h="41909">
                <a:moveTo>
                  <a:pt x="787" y="38468"/>
                </a:moveTo>
                <a:lnTo>
                  <a:pt x="660" y="37693"/>
                </a:lnTo>
                <a:lnTo>
                  <a:pt x="254" y="37985"/>
                </a:lnTo>
                <a:lnTo>
                  <a:pt x="431" y="38036"/>
                </a:lnTo>
                <a:lnTo>
                  <a:pt x="190" y="38112"/>
                </a:lnTo>
                <a:lnTo>
                  <a:pt x="317" y="38239"/>
                </a:lnTo>
                <a:lnTo>
                  <a:pt x="101" y="38341"/>
                </a:lnTo>
                <a:lnTo>
                  <a:pt x="127" y="38531"/>
                </a:lnTo>
                <a:lnTo>
                  <a:pt x="406" y="38392"/>
                </a:lnTo>
                <a:lnTo>
                  <a:pt x="673" y="38785"/>
                </a:lnTo>
                <a:lnTo>
                  <a:pt x="685" y="38531"/>
                </a:lnTo>
                <a:close/>
              </a:path>
              <a:path w="95885" h="41909">
                <a:moveTo>
                  <a:pt x="787" y="32588"/>
                </a:moveTo>
                <a:lnTo>
                  <a:pt x="469" y="32385"/>
                </a:lnTo>
                <a:lnTo>
                  <a:pt x="355" y="32156"/>
                </a:lnTo>
                <a:lnTo>
                  <a:pt x="279" y="32372"/>
                </a:lnTo>
                <a:lnTo>
                  <a:pt x="127" y="32512"/>
                </a:lnTo>
                <a:lnTo>
                  <a:pt x="0" y="32702"/>
                </a:lnTo>
                <a:lnTo>
                  <a:pt x="393" y="32550"/>
                </a:lnTo>
                <a:lnTo>
                  <a:pt x="546" y="32842"/>
                </a:lnTo>
                <a:lnTo>
                  <a:pt x="787" y="32588"/>
                </a:lnTo>
                <a:close/>
              </a:path>
              <a:path w="95885" h="41909">
                <a:moveTo>
                  <a:pt x="1790" y="38976"/>
                </a:moveTo>
                <a:lnTo>
                  <a:pt x="1473" y="38976"/>
                </a:lnTo>
                <a:lnTo>
                  <a:pt x="1346" y="39192"/>
                </a:lnTo>
                <a:lnTo>
                  <a:pt x="1244" y="39420"/>
                </a:lnTo>
                <a:lnTo>
                  <a:pt x="1511" y="39344"/>
                </a:lnTo>
                <a:lnTo>
                  <a:pt x="1765" y="39281"/>
                </a:lnTo>
                <a:lnTo>
                  <a:pt x="1790" y="38976"/>
                </a:lnTo>
                <a:close/>
              </a:path>
              <a:path w="95885" h="41909">
                <a:moveTo>
                  <a:pt x="2133" y="38176"/>
                </a:moveTo>
                <a:lnTo>
                  <a:pt x="1765" y="38239"/>
                </a:lnTo>
                <a:lnTo>
                  <a:pt x="1562" y="38442"/>
                </a:lnTo>
                <a:lnTo>
                  <a:pt x="1473" y="38760"/>
                </a:lnTo>
                <a:lnTo>
                  <a:pt x="1790" y="38874"/>
                </a:lnTo>
                <a:lnTo>
                  <a:pt x="1689" y="38519"/>
                </a:lnTo>
                <a:lnTo>
                  <a:pt x="1968" y="38582"/>
                </a:lnTo>
                <a:lnTo>
                  <a:pt x="2032" y="38430"/>
                </a:lnTo>
                <a:lnTo>
                  <a:pt x="2133" y="38176"/>
                </a:lnTo>
                <a:close/>
              </a:path>
              <a:path w="95885" h="41909">
                <a:moveTo>
                  <a:pt x="3606" y="28219"/>
                </a:moveTo>
                <a:lnTo>
                  <a:pt x="3378" y="28181"/>
                </a:lnTo>
                <a:lnTo>
                  <a:pt x="3378" y="28371"/>
                </a:lnTo>
                <a:lnTo>
                  <a:pt x="3225" y="28270"/>
                </a:lnTo>
                <a:lnTo>
                  <a:pt x="2794" y="27965"/>
                </a:lnTo>
                <a:lnTo>
                  <a:pt x="2705" y="28219"/>
                </a:lnTo>
                <a:lnTo>
                  <a:pt x="2997" y="28257"/>
                </a:lnTo>
                <a:lnTo>
                  <a:pt x="3048" y="28549"/>
                </a:lnTo>
                <a:lnTo>
                  <a:pt x="3378" y="28549"/>
                </a:lnTo>
                <a:lnTo>
                  <a:pt x="3606" y="28219"/>
                </a:lnTo>
                <a:close/>
              </a:path>
              <a:path w="95885" h="41909">
                <a:moveTo>
                  <a:pt x="4165" y="38188"/>
                </a:moveTo>
                <a:lnTo>
                  <a:pt x="3708" y="38087"/>
                </a:lnTo>
                <a:lnTo>
                  <a:pt x="3670" y="38379"/>
                </a:lnTo>
                <a:lnTo>
                  <a:pt x="3492" y="38531"/>
                </a:lnTo>
                <a:lnTo>
                  <a:pt x="3492" y="38354"/>
                </a:lnTo>
                <a:lnTo>
                  <a:pt x="3162" y="38442"/>
                </a:lnTo>
                <a:lnTo>
                  <a:pt x="3365" y="38519"/>
                </a:lnTo>
                <a:lnTo>
                  <a:pt x="3517" y="38620"/>
                </a:lnTo>
                <a:lnTo>
                  <a:pt x="3721" y="39217"/>
                </a:lnTo>
                <a:lnTo>
                  <a:pt x="3937" y="38874"/>
                </a:lnTo>
                <a:lnTo>
                  <a:pt x="3873" y="38696"/>
                </a:lnTo>
                <a:lnTo>
                  <a:pt x="4165" y="38188"/>
                </a:lnTo>
                <a:close/>
              </a:path>
              <a:path w="95885" h="41909">
                <a:moveTo>
                  <a:pt x="4330" y="34302"/>
                </a:moveTo>
                <a:lnTo>
                  <a:pt x="3721" y="34734"/>
                </a:lnTo>
                <a:lnTo>
                  <a:pt x="3721" y="34950"/>
                </a:lnTo>
                <a:lnTo>
                  <a:pt x="4165" y="35407"/>
                </a:lnTo>
                <a:lnTo>
                  <a:pt x="4330" y="34302"/>
                </a:lnTo>
                <a:close/>
              </a:path>
              <a:path w="95885" h="41909">
                <a:moveTo>
                  <a:pt x="12192" y="20345"/>
                </a:moveTo>
                <a:lnTo>
                  <a:pt x="11658" y="20154"/>
                </a:lnTo>
                <a:lnTo>
                  <a:pt x="11544" y="20370"/>
                </a:lnTo>
                <a:lnTo>
                  <a:pt x="11201" y="20269"/>
                </a:lnTo>
                <a:lnTo>
                  <a:pt x="11176" y="20548"/>
                </a:lnTo>
                <a:lnTo>
                  <a:pt x="10985" y="20599"/>
                </a:lnTo>
                <a:lnTo>
                  <a:pt x="11315" y="20701"/>
                </a:lnTo>
                <a:lnTo>
                  <a:pt x="11430" y="20497"/>
                </a:lnTo>
                <a:lnTo>
                  <a:pt x="12192" y="20345"/>
                </a:lnTo>
                <a:close/>
              </a:path>
              <a:path w="95885" h="41909">
                <a:moveTo>
                  <a:pt x="20853" y="38976"/>
                </a:moveTo>
                <a:lnTo>
                  <a:pt x="20802" y="38773"/>
                </a:lnTo>
                <a:lnTo>
                  <a:pt x="20815" y="38481"/>
                </a:lnTo>
                <a:lnTo>
                  <a:pt x="20510" y="38531"/>
                </a:lnTo>
                <a:lnTo>
                  <a:pt x="20485" y="38823"/>
                </a:lnTo>
                <a:lnTo>
                  <a:pt x="20472" y="39090"/>
                </a:lnTo>
                <a:lnTo>
                  <a:pt x="20853" y="38976"/>
                </a:lnTo>
                <a:close/>
              </a:path>
              <a:path w="95885" h="41909">
                <a:moveTo>
                  <a:pt x="23101" y="8394"/>
                </a:moveTo>
                <a:lnTo>
                  <a:pt x="22847" y="8496"/>
                </a:lnTo>
                <a:lnTo>
                  <a:pt x="22402" y="8966"/>
                </a:lnTo>
                <a:lnTo>
                  <a:pt x="22529" y="9067"/>
                </a:lnTo>
                <a:lnTo>
                  <a:pt x="22682" y="8978"/>
                </a:lnTo>
                <a:lnTo>
                  <a:pt x="22860" y="8839"/>
                </a:lnTo>
                <a:lnTo>
                  <a:pt x="23101" y="8394"/>
                </a:lnTo>
                <a:close/>
              </a:path>
              <a:path w="95885" h="41909">
                <a:moveTo>
                  <a:pt x="23749" y="41211"/>
                </a:moveTo>
                <a:lnTo>
                  <a:pt x="23660" y="40779"/>
                </a:lnTo>
                <a:lnTo>
                  <a:pt x="23215" y="40779"/>
                </a:lnTo>
                <a:lnTo>
                  <a:pt x="23215" y="41109"/>
                </a:lnTo>
                <a:lnTo>
                  <a:pt x="23075" y="41084"/>
                </a:lnTo>
                <a:lnTo>
                  <a:pt x="22987" y="40932"/>
                </a:lnTo>
                <a:lnTo>
                  <a:pt x="22987" y="41211"/>
                </a:lnTo>
                <a:lnTo>
                  <a:pt x="23749" y="41211"/>
                </a:lnTo>
                <a:close/>
              </a:path>
              <a:path w="95885" h="41909">
                <a:moveTo>
                  <a:pt x="25234" y="11544"/>
                </a:moveTo>
                <a:lnTo>
                  <a:pt x="25006" y="11531"/>
                </a:lnTo>
                <a:lnTo>
                  <a:pt x="24574" y="11277"/>
                </a:lnTo>
                <a:lnTo>
                  <a:pt x="24549" y="11772"/>
                </a:lnTo>
                <a:lnTo>
                  <a:pt x="24980" y="11747"/>
                </a:lnTo>
                <a:lnTo>
                  <a:pt x="25069" y="11569"/>
                </a:lnTo>
                <a:lnTo>
                  <a:pt x="25234" y="11544"/>
                </a:lnTo>
                <a:close/>
              </a:path>
              <a:path w="95885" h="41909">
                <a:moveTo>
                  <a:pt x="27711" y="11099"/>
                </a:moveTo>
                <a:lnTo>
                  <a:pt x="27012" y="10515"/>
                </a:lnTo>
                <a:lnTo>
                  <a:pt x="26898" y="10858"/>
                </a:lnTo>
                <a:lnTo>
                  <a:pt x="26974" y="10401"/>
                </a:lnTo>
                <a:lnTo>
                  <a:pt x="26581" y="10922"/>
                </a:lnTo>
                <a:lnTo>
                  <a:pt x="26238" y="10744"/>
                </a:lnTo>
                <a:lnTo>
                  <a:pt x="25933" y="10274"/>
                </a:lnTo>
                <a:lnTo>
                  <a:pt x="25908" y="10528"/>
                </a:lnTo>
                <a:lnTo>
                  <a:pt x="26022" y="10998"/>
                </a:lnTo>
                <a:lnTo>
                  <a:pt x="27711" y="11099"/>
                </a:lnTo>
                <a:close/>
              </a:path>
              <a:path w="95885" h="41909">
                <a:moveTo>
                  <a:pt x="28257" y="8826"/>
                </a:moveTo>
                <a:lnTo>
                  <a:pt x="28244" y="8623"/>
                </a:lnTo>
                <a:lnTo>
                  <a:pt x="28016" y="8597"/>
                </a:lnTo>
                <a:lnTo>
                  <a:pt x="28028" y="8318"/>
                </a:lnTo>
                <a:lnTo>
                  <a:pt x="27813" y="8293"/>
                </a:lnTo>
                <a:lnTo>
                  <a:pt x="27863" y="8445"/>
                </a:lnTo>
                <a:lnTo>
                  <a:pt x="27368" y="8572"/>
                </a:lnTo>
                <a:lnTo>
                  <a:pt x="27686" y="8623"/>
                </a:lnTo>
                <a:lnTo>
                  <a:pt x="27813" y="8509"/>
                </a:lnTo>
                <a:lnTo>
                  <a:pt x="27800" y="9118"/>
                </a:lnTo>
                <a:lnTo>
                  <a:pt x="27863" y="8890"/>
                </a:lnTo>
                <a:lnTo>
                  <a:pt x="28016" y="8623"/>
                </a:lnTo>
                <a:lnTo>
                  <a:pt x="28130" y="9080"/>
                </a:lnTo>
                <a:lnTo>
                  <a:pt x="28092" y="8864"/>
                </a:lnTo>
                <a:lnTo>
                  <a:pt x="28257" y="8826"/>
                </a:lnTo>
                <a:close/>
              </a:path>
              <a:path w="95885" h="41909">
                <a:moveTo>
                  <a:pt x="30403" y="6731"/>
                </a:moveTo>
                <a:lnTo>
                  <a:pt x="30276" y="6146"/>
                </a:lnTo>
                <a:lnTo>
                  <a:pt x="30378" y="5816"/>
                </a:lnTo>
                <a:lnTo>
                  <a:pt x="30099" y="5981"/>
                </a:lnTo>
                <a:lnTo>
                  <a:pt x="30035" y="5384"/>
                </a:lnTo>
                <a:lnTo>
                  <a:pt x="29933" y="5715"/>
                </a:lnTo>
                <a:lnTo>
                  <a:pt x="29692" y="5943"/>
                </a:lnTo>
                <a:lnTo>
                  <a:pt x="29819" y="6438"/>
                </a:lnTo>
                <a:lnTo>
                  <a:pt x="29933" y="6705"/>
                </a:lnTo>
                <a:lnTo>
                  <a:pt x="30403" y="6731"/>
                </a:lnTo>
                <a:close/>
              </a:path>
              <a:path w="95885" h="41909">
                <a:moveTo>
                  <a:pt x="34975" y="10820"/>
                </a:moveTo>
                <a:lnTo>
                  <a:pt x="34632" y="10744"/>
                </a:lnTo>
                <a:lnTo>
                  <a:pt x="34772" y="11112"/>
                </a:lnTo>
                <a:lnTo>
                  <a:pt x="34277" y="10845"/>
                </a:lnTo>
                <a:lnTo>
                  <a:pt x="34429" y="11188"/>
                </a:lnTo>
                <a:lnTo>
                  <a:pt x="34975" y="11214"/>
                </a:lnTo>
                <a:lnTo>
                  <a:pt x="34975" y="10820"/>
                </a:lnTo>
                <a:close/>
              </a:path>
              <a:path w="95885" h="41909">
                <a:moveTo>
                  <a:pt x="35560" y="11036"/>
                </a:moveTo>
                <a:lnTo>
                  <a:pt x="35534" y="10744"/>
                </a:lnTo>
                <a:lnTo>
                  <a:pt x="35026" y="10769"/>
                </a:lnTo>
                <a:lnTo>
                  <a:pt x="35306" y="11303"/>
                </a:lnTo>
                <a:lnTo>
                  <a:pt x="35369" y="11099"/>
                </a:lnTo>
                <a:lnTo>
                  <a:pt x="35560" y="11036"/>
                </a:lnTo>
                <a:close/>
              </a:path>
              <a:path w="95885" h="41909">
                <a:moveTo>
                  <a:pt x="37338" y="7162"/>
                </a:moveTo>
                <a:lnTo>
                  <a:pt x="37071" y="7213"/>
                </a:lnTo>
                <a:lnTo>
                  <a:pt x="37084" y="6959"/>
                </a:lnTo>
                <a:lnTo>
                  <a:pt x="36766" y="7048"/>
                </a:lnTo>
                <a:lnTo>
                  <a:pt x="36436" y="7391"/>
                </a:lnTo>
                <a:lnTo>
                  <a:pt x="36309" y="7391"/>
                </a:lnTo>
                <a:lnTo>
                  <a:pt x="36601" y="7594"/>
                </a:lnTo>
                <a:lnTo>
                  <a:pt x="37020" y="7264"/>
                </a:lnTo>
                <a:lnTo>
                  <a:pt x="37338" y="7162"/>
                </a:lnTo>
                <a:close/>
              </a:path>
              <a:path w="95885" h="41909">
                <a:moveTo>
                  <a:pt x="37922" y="2908"/>
                </a:moveTo>
                <a:lnTo>
                  <a:pt x="37617" y="2908"/>
                </a:lnTo>
                <a:lnTo>
                  <a:pt x="37503" y="3238"/>
                </a:lnTo>
                <a:lnTo>
                  <a:pt x="37439" y="3416"/>
                </a:lnTo>
                <a:lnTo>
                  <a:pt x="37312" y="3784"/>
                </a:lnTo>
                <a:lnTo>
                  <a:pt x="37604" y="3416"/>
                </a:lnTo>
                <a:lnTo>
                  <a:pt x="37922" y="2908"/>
                </a:lnTo>
                <a:close/>
              </a:path>
              <a:path w="95885" h="41909">
                <a:moveTo>
                  <a:pt x="38100" y="7505"/>
                </a:moveTo>
                <a:lnTo>
                  <a:pt x="37909" y="7454"/>
                </a:lnTo>
                <a:lnTo>
                  <a:pt x="38100" y="7505"/>
                </a:lnTo>
                <a:close/>
              </a:path>
              <a:path w="95885" h="41909">
                <a:moveTo>
                  <a:pt x="38544" y="7607"/>
                </a:moveTo>
                <a:lnTo>
                  <a:pt x="38404" y="7302"/>
                </a:lnTo>
                <a:lnTo>
                  <a:pt x="38125" y="7315"/>
                </a:lnTo>
                <a:lnTo>
                  <a:pt x="37998" y="7391"/>
                </a:lnTo>
                <a:lnTo>
                  <a:pt x="38392" y="7467"/>
                </a:lnTo>
                <a:lnTo>
                  <a:pt x="37909" y="7899"/>
                </a:lnTo>
                <a:lnTo>
                  <a:pt x="38328" y="8051"/>
                </a:lnTo>
                <a:lnTo>
                  <a:pt x="38239" y="7747"/>
                </a:lnTo>
                <a:lnTo>
                  <a:pt x="38544" y="7835"/>
                </a:lnTo>
                <a:lnTo>
                  <a:pt x="38544" y="7607"/>
                </a:lnTo>
                <a:close/>
              </a:path>
              <a:path w="95885" h="41909">
                <a:moveTo>
                  <a:pt x="38900" y="3022"/>
                </a:moveTo>
                <a:lnTo>
                  <a:pt x="38747" y="2921"/>
                </a:lnTo>
                <a:lnTo>
                  <a:pt x="38696" y="2768"/>
                </a:lnTo>
                <a:lnTo>
                  <a:pt x="38671" y="2552"/>
                </a:lnTo>
                <a:lnTo>
                  <a:pt x="38404" y="2527"/>
                </a:lnTo>
                <a:lnTo>
                  <a:pt x="38239" y="2590"/>
                </a:lnTo>
                <a:lnTo>
                  <a:pt x="38227" y="2781"/>
                </a:lnTo>
                <a:lnTo>
                  <a:pt x="38633" y="2628"/>
                </a:lnTo>
                <a:lnTo>
                  <a:pt x="38709" y="3340"/>
                </a:lnTo>
                <a:lnTo>
                  <a:pt x="38900" y="3022"/>
                </a:lnTo>
                <a:close/>
              </a:path>
              <a:path w="95885" h="41909">
                <a:moveTo>
                  <a:pt x="44170" y="4025"/>
                </a:moveTo>
                <a:lnTo>
                  <a:pt x="44043" y="3568"/>
                </a:lnTo>
                <a:lnTo>
                  <a:pt x="43891" y="3632"/>
                </a:lnTo>
                <a:lnTo>
                  <a:pt x="43472" y="3454"/>
                </a:lnTo>
                <a:lnTo>
                  <a:pt x="43484" y="3683"/>
                </a:lnTo>
                <a:lnTo>
                  <a:pt x="43700" y="3810"/>
                </a:lnTo>
                <a:lnTo>
                  <a:pt x="43878" y="4000"/>
                </a:lnTo>
                <a:lnTo>
                  <a:pt x="43929" y="4140"/>
                </a:lnTo>
                <a:lnTo>
                  <a:pt x="44170" y="4025"/>
                </a:lnTo>
                <a:close/>
              </a:path>
              <a:path w="95885" h="41909">
                <a:moveTo>
                  <a:pt x="47447" y="2692"/>
                </a:moveTo>
                <a:lnTo>
                  <a:pt x="47244" y="1841"/>
                </a:lnTo>
                <a:lnTo>
                  <a:pt x="46964" y="2463"/>
                </a:lnTo>
                <a:lnTo>
                  <a:pt x="47307" y="2286"/>
                </a:lnTo>
                <a:lnTo>
                  <a:pt x="47167" y="3187"/>
                </a:lnTo>
                <a:lnTo>
                  <a:pt x="47409" y="2794"/>
                </a:lnTo>
                <a:close/>
              </a:path>
              <a:path w="95885" h="41909">
                <a:moveTo>
                  <a:pt x="48564" y="10109"/>
                </a:moveTo>
                <a:lnTo>
                  <a:pt x="48285" y="9969"/>
                </a:lnTo>
                <a:lnTo>
                  <a:pt x="48082" y="10198"/>
                </a:lnTo>
                <a:lnTo>
                  <a:pt x="48069" y="10401"/>
                </a:lnTo>
                <a:lnTo>
                  <a:pt x="48298" y="10883"/>
                </a:lnTo>
                <a:lnTo>
                  <a:pt x="48399" y="10642"/>
                </a:lnTo>
                <a:lnTo>
                  <a:pt x="48564" y="10426"/>
                </a:lnTo>
                <a:lnTo>
                  <a:pt x="48564" y="10109"/>
                </a:lnTo>
                <a:close/>
              </a:path>
              <a:path w="95885" h="41909">
                <a:moveTo>
                  <a:pt x="48602" y="2235"/>
                </a:moveTo>
                <a:lnTo>
                  <a:pt x="48310" y="1790"/>
                </a:lnTo>
                <a:lnTo>
                  <a:pt x="48399" y="2197"/>
                </a:lnTo>
                <a:lnTo>
                  <a:pt x="47828" y="2489"/>
                </a:lnTo>
                <a:lnTo>
                  <a:pt x="48196" y="2794"/>
                </a:lnTo>
                <a:lnTo>
                  <a:pt x="48094" y="2387"/>
                </a:lnTo>
                <a:lnTo>
                  <a:pt x="48602" y="2235"/>
                </a:lnTo>
                <a:close/>
              </a:path>
              <a:path w="95885" h="41909">
                <a:moveTo>
                  <a:pt x="48653" y="825"/>
                </a:moveTo>
                <a:lnTo>
                  <a:pt x="48577" y="635"/>
                </a:lnTo>
                <a:lnTo>
                  <a:pt x="48412" y="558"/>
                </a:lnTo>
                <a:lnTo>
                  <a:pt x="48107" y="762"/>
                </a:lnTo>
                <a:lnTo>
                  <a:pt x="48272" y="965"/>
                </a:lnTo>
                <a:lnTo>
                  <a:pt x="48501" y="825"/>
                </a:lnTo>
                <a:lnTo>
                  <a:pt x="48628" y="1104"/>
                </a:lnTo>
                <a:lnTo>
                  <a:pt x="48653" y="825"/>
                </a:lnTo>
                <a:close/>
              </a:path>
              <a:path w="95885" h="41909">
                <a:moveTo>
                  <a:pt x="50038" y="32334"/>
                </a:moveTo>
                <a:lnTo>
                  <a:pt x="48971" y="32753"/>
                </a:lnTo>
                <a:lnTo>
                  <a:pt x="49187" y="32816"/>
                </a:lnTo>
                <a:lnTo>
                  <a:pt x="49542" y="32740"/>
                </a:lnTo>
                <a:lnTo>
                  <a:pt x="49593" y="32931"/>
                </a:lnTo>
                <a:lnTo>
                  <a:pt x="49860" y="32931"/>
                </a:lnTo>
                <a:lnTo>
                  <a:pt x="50038" y="32334"/>
                </a:lnTo>
                <a:close/>
              </a:path>
              <a:path w="95885" h="41909">
                <a:moveTo>
                  <a:pt x="50215" y="4483"/>
                </a:moveTo>
                <a:lnTo>
                  <a:pt x="50012" y="4470"/>
                </a:lnTo>
                <a:lnTo>
                  <a:pt x="49847" y="4495"/>
                </a:lnTo>
                <a:lnTo>
                  <a:pt x="49682" y="4927"/>
                </a:lnTo>
                <a:lnTo>
                  <a:pt x="50088" y="4813"/>
                </a:lnTo>
                <a:lnTo>
                  <a:pt x="50215" y="4483"/>
                </a:lnTo>
                <a:close/>
              </a:path>
              <a:path w="95885" h="41909">
                <a:moveTo>
                  <a:pt x="50876" y="33375"/>
                </a:moveTo>
                <a:lnTo>
                  <a:pt x="50685" y="33439"/>
                </a:lnTo>
                <a:lnTo>
                  <a:pt x="50419" y="33032"/>
                </a:lnTo>
                <a:lnTo>
                  <a:pt x="50317" y="33375"/>
                </a:lnTo>
                <a:lnTo>
                  <a:pt x="50634" y="33426"/>
                </a:lnTo>
                <a:lnTo>
                  <a:pt x="50571" y="33858"/>
                </a:lnTo>
                <a:lnTo>
                  <a:pt x="50876" y="33934"/>
                </a:lnTo>
                <a:lnTo>
                  <a:pt x="50876" y="33375"/>
                </a:lnTo>
                <a:close/>
              </a:path>
              <a:path w="95885" h="41909">
                <a:moveTo>
                  <a:pt x="50965" y="10515"/>
                </a:moveTo>
                <a:lnTo>
                  <a:pt x="50520" y="10198"/>
                </a:lnTo>
                <a:lnTo>
                  <a:pt x="50266" y="9817"/>
                </a:lnTo>
                <a:lnTo>
                  <a:pt x="49745" y="9855"/>
                </a:lnTo>
                <a:lnTo>
                  <a:pt x="49542" y="10058"/>
                </a:lnTo>
                <a:lnTo>
                  <a:pt x="49707" y="10248"/>
                </a:lnTo>
                <a:lnTo>
                  <a:pt x="49745" y="10515"/>
                </a:lnTo>
                <a:lnTo>
                  <a:pt x="50165" y="10604"/>
                </a:lnTo>
                <a:lnTo>
                  <a:pt x="49885" y="9982"/>
                </a:lnTo>
                <a:lnTo>
                  <a:pt x="50304" y="10058"/>
                </a:lnTo>
                <a:lnTo>
                  <a:pt x="50444" y="10236"/>
                </a:lnTo>
                <a:lnTo>
                  <a:pt x="50749" y="10782"/>
                </a:lnTo>
                <a:lnTo>
                  <a:pt x="50965" y="10515"/>
                </a:lnTo>
                <a:close/>
              </a:path>
              <a:path w="95885" h="41909">
                <a:moveTo>
                  <a:pt x="52793" y="10033"/>
                </a:moveTo>
                <a:lnTo>
                  <a:pt x="52501" y="10033"/>
                </a:lnTo>
                <a:lnTo>
                  <a:pt x="52476" y="10236"/>
                </a:lnTo>
                <a:lnTo>
                  <a:pt x="52793" y="10033"/>
                </a:lnTo>
                <a:close/>
              </a:path>
              <a:path w="95885" h="41909">
                <a:moveTo>
                  <a:pt x="53365" y="533"/>
                </a:moveTo>
                <a:lnTo>
                  <a:pt x="52984" y="0"/>
                </a:lnTo>
                <a:lnTo>
                  <a:pt x="52857" y="342"/>
                </a:lnTo>
                <a:lnTo>
                  <a:pt x="52882" y="749"/>
                </a:lnTo>
                <a:lnTo>
                  <a:pt x="52984" y="1016"/>
                </a:lnTo>
                <a:lnTo>
                  <a:pt x="53225" y="1130"/>
                </a:lnTo>
                <a:lnTo>
                  <a:pt x="52959" y="215"/>
                </a:lnTo>
                <a:lnTo>
                  <a:pt x="53365" y="533"/>
                </a:lnTo>
                <a:close/>
              </a:path>
              <a:path w="95885" h="41909">
                <a:moveTo>
                  <a:pt x="54381" y="10414"/>
                </a:moveTo>
                <a:lnTo>
                  <a:pt x="54317" y="10236"/>
                </a:lnTo>
                <a:lnTo>
                  <a:pt x="54229" y="10033"/>
                </a:lnTo>
                <a:lnTo>
                  <a:pt x="54114" y="10236"/>
                </a:lnTo>
                <a:lnTo>
                  <a:pt x="52476" y="10236"/>
                </a:lnTo>
                <a:lnTo>
                  <a:pt x="52451" y="10414"/>
                </a:lnTo>
                <a:lnTo>
                  <a:pt x="54381" y="10414"/>
                </a:lnTo>
                <a:close/>
              </a:path>
              <a:path w="95885" h="41909">
                <a:moveTo>
                  <a:pt x="56464" y="10744"/>
                </a:moveTo>
                <a:lnTo>
                  <a:pt x="55460" y="11087"/>
                </a:lnTo>
                <a:lnTo>
                  <a:pt x="55638" y="11264"/>
                </a:lnTo>
                <a:lnTo>
                  <a:pt x="56362" y="11188"/>
                </a:lnTo>
                <a:lnTo>
                  <a:pt x="56464" y="10744"/>
                </a:lnTo>
                <a:close/>
              </a:path>
              <a:path w="95885" h="41909">
                <a:moveTo>
                  <a:pt x="59270" y="2235"/>
                </a:moveTo>
                <a:lnTo>
                  <a:pt x="59055" y="1651"/>
                </a:lnTo>
                <a:lnTo>
                  <a:pt x="58826" y="2019"/>
                </a:lnTo>
                <a:lnTo>
                  <a:pt x="59080" y="2247"/>
                </a:lnTo>
                <a:lnTo>
                  <a:pt x="58699" y="2235"/>
                </a:lnTo>
                <a:lnTo>
                  <a:pt x="58712" y="2692"/>
                </a:lnTo>
                <a:lnTo>
                  <a:pt x="58902" y="2641"/>
                </a:lnTo>
                <a:lnTo>
                  <a:pt x="59016" y="2857"/>
                </a:lnTo>
                <a:lnTo>
                  <a:pt x="59055" y="2692"/>
                </a:lnTo>
                <a:lnTo>
                  <a:pt x="59055" y="2463"/>
                </a:lnTo>
                <a:lnTo>
                  <a:pt x="59270" y="2235"/>
                </a:lnTo>
                <a:close/>
              </a:path>
              <a:path w="95885" h="41909">
                <a:moveTo>
                  <a:pt x="60426" y="4445"/>
                </a:moveTo>
                <a:lnTo>
                  <a:pt x="59296" y="3962"/>
                </a:lnTo>
                <a:lnTo>
                  <a:pt x="59283" y="4584"/>
                </a:lnTo>
                <a:lnTo>
                  <a:pt x="59766" y="4432"/>
                </a:lnTo>
                <a:lnTo>
                  <a:pt x="59664" y="4864"/>
                </a:lnTo>
                <a:lnTo>
                  <a:pt x="59956" y="4927"/>
                </a:lnTo>
                <a:lnTo>
                  <a:pt x="60426" y="4445"/>
                </a:lnTo>
                <a:close/>
              </a:path>
              <a:path w="95885" h="41909">
                <a:moveTo>
                  <a:pt x="60985" y="13068"/>
                </a:moveTo>
                <a:lnTo>
                  <a:pt x="60807" y="12623"/>
                </a:lnTo>
                <a:lnTo>
                  <a:pt x="60604" y="12153"/>
                </a:lnTo>
                <a:lnTo>
                  <a:pt x="60985" y="13068"/>
                </a:lnTo>
                <a:close/>
              </a:path>
              <a:path w="95885" h="41909">
                <a:moveTo>
                  <a:pt x="62496" y="11899"/>
                </a:moveTo>
                <a:lnTo>
                  <a:pt x="60464" y="10871"/>
                </a:lnTo>
                <a:lnTo>
                  <a:pt x="60261" y="11226"/>
                </a:lnTo>
                <a:lnTo>
                  <a:pt x="60032" y="10871"/>
                </a:lnTo>
                <a:lnTo>
                  <a:pt x="60210" y="10871"/>
                </a:lnTo>
                <a:lnTo>
                  <a:pt x="58801" y="10261"/>
                </a:lnTo>
                <a:lnTo>
                  <a:pt x="59169" y="10871"/>
                </a:lnTo>
                <a:lnTo>
                  <a:pt x="59690" y="10871"/>
                </a:lnTo>
                <a:lnTo>
                  <a:pt x="59880" y="11899"/>
                </a:lnTo>
                <a:lnTo>
                  <a:pt x="61722" y="12103"/>
                </a:lnTo>
                <a:lnTo>
                  <a:pt x="62445" y="12166"/>
                </a:lnTo>
                <a:lnTo>
                  <a:pt x="62496" y="11899"/>
                </a:lnTo>
                <a:close/>
              </a:path>
              <a:path w="95885" h="41909">
                <a:moveTo>
                  <a:pt x="62534" y="990"/>
                </a:moveTo>
                <a:lnTo>
                  <a:pt x="62128" y="1104"/>
                </a:lnTo>
                <a:lnTo>
                  <a:pt x="62204" y="1524"/>
                </a:lnTo>
                <a:lnTo>
                  <a:pt x="62407" y="1435"/>
                </a:lnTo>
                <a:lnTo>
                  <a:pt x="62318" y="1701"/>
                </a:lnTo>
                <a:lnTo>
                  <a:pt x="61874" y="1536"/>
                </a:lnTo>
                <a:lnTo>
                  <a:pt x="62191" y="1892"/>
                </a:lnTo>
                <a:lnTo>
                  <a:pt x="62534" y="1765"/>
                </a:lnTo>
                <a:lnTo>
                  <a:pt x="62534" y="990"/>
                </a:lnTo>
                <a:close/>
              </a:path>
              <a:path w="95885" h="41909">
                <a:moveTo>
                  <a:pt x="62814" y="10871"/>
                </a:moveTo>
                <a:lnTo>
                  <a:pt x="62611" y="10871"/>
                </a:lnTo>
                <a:lnTo>
                  <a:pt x="62522" y="11899"/>
                </a:lnTo>
                <a:lnTo>
                  <a:pt x="62814" y="10871"/>
                </a:lnTo>
                <a:close/>
              </a:path>
              <a:path w="95885" h="41909">
                <a:moveTo>
                  <a:pt x="63690" y="10604"/>
                </a:moveTo>
                <a:close/>
              </a:path>
              <a:path w="95885" h="41909">
                <a:moveTo>
                  <a:pt x="63868" y="9994"/>
                </a:moveTo>
                <a:lnTo>
                  <a:pt x="63423" y="9944"/>
                </a:lnTo>
                <a:lnTo>
                  <a:pt x="63284" y="10337"/>
                </a:lnTo>
                <a:lnTo>
                  <a:pt x="63423" y="10464"/>
                </a:lnTo>
                <a:lnTo>
                  <a:pt x="63652" y="10591"/>
                </a:lnTo>
                <a:lnTo>
                  <a:pt x="63766" y="10299"/>
                </a:lnTo>
                <a:lnTo>
                  <a:pt x="63309" y="10350"/>
                </a:lnTo>
                <a:lnTo>
                  <a:pt x="63868" y="9994"/>
                </a:lnTo>
                <a:close/>
              </a:path>
              <a:path w="95885" h="41909">
                <a:moveTo>
                  <a:pt x="64655" y="32372"/>
                </a:moveTo>
                <a:lnTo>
                  <a:pt x="64249" y="32181"/>
                </a:lnTo>
                <a:lnTo>
                  <a:pt x="63969" y="32143"/>
                </a:lnTo>
                <a:lnTo>
                  <a:pt x="63931" y="32423"/>
                </a:lnTo>
                <a:lnTo>
                  <a:pt x="64554" y="32588"/>
                </a:lnTo>
                <a:lnTo>
                  <a:pt x="64655" y="32372"/>
                </a:lnTo>
                <a:close/>
              </a:path>
              <a:path w="95885" h="41909">
                <a:moveTo>
                  <a:pt x="65544" y="36195"/>
                </a:moveTo>
                <a:lnTo>
                  <a:pt x="65252" y="36169"/>
                </a:lnTo>
                <a:lnTo>
                  <a:pt x="65341" y="36372"/>
                </a:lnTo>
                <a:lnTo>
                  <a:pt x="65112" y="36195"/>
                </a:lnTo>
                <a:lnTo>
                  <a:pt x="65290" y="36487"/>
                </a:lnTo>
                <a:lnTo>
                  <a:pt x="64960" y="36588"/>
                </a:lnTo>
                <a:lnTo>
                  <a:pt x="65227" y="36753"/>
                </a:lnTo>
                <a:lnTo>
                  <a:pt x="65316" y="36563"/>
                </a:lnTo>
                <a:lnTo>
                  <a:pt x="65493" y="36423"/>
                </a:lnTo>
                <a:lnTo>
                  <a:pt x="65544" y="36195"/>
                </a:lnTo>
                <a:close/>
              </a:path>
              <a:path w="95885" h="41909">
                <a:moveTo>
                  <a:pt x="66179" y="34518"/>
                </a:moveTo>
                <a:lnTo>
                  <a:pt x="65887" y="34493"/>
                </a:lnTo>
                <a:lnTo>
                  <a:pt x="65951" y="34734"/>
                </a:lnTo>
                <a:lnTo>
                  <a:pt x="65709" y="35280"/>
                </a:lnTo>
                <a:lnTo>
                  <a:pt x="66103" y="35166"/>
                </a:lnTo>
                <a:lnTo>
                  <a:pt x="66103" y="34874"/>
                </a:lnTo>
                <a:lnTo>
                  <a:pt x="66179" y="34518"/>
                </a:lnTo>
                <a:close/>
              </a:path>
              <a:path w="95885" h="41909">
                <a:moveTo>
                  <a:pt x="66979" y="34480"/>
                </a:moveTo>
                <a:lnTo>
                  <a:pt x="66687" y="34290"/>
                </a:lnTo>
                <a:lnTo>
                  <a:pt x="66687" y="34480"/>
                </a:lnTo>
                <a:lnTo>
                  <a:pt x="66459" y="34404"/>
                </a:lnTo>
                <a:lnTo>
                  <a:pt x="66484" y="34747"/>
                </a:lnTo>
                <a:lnTo>
                  <a:pt x="66128" y="35064"/>
                </a:lnTo>
                <a:lnTo>
                  <a:pt x="66560" y="35179"/>
                </a:lnTo>
                <a:lnTo>
                  <a:pt x="66624" y="34963"/>
                </a:lnTo>
                <a:lnTo>
                  <a:pt x="66979" y="34480"/>
                </a:lnTo>
                <a:close/>
              </a:path>
              <a:path w="95885" h="41909">
                <a:moveTo>
                  <a:pt x="67132" y="6375"/>
                </a:moveTo>
                <a:lnTo>
                  <a:pt x="66865" y="5588"/>
                </a:lnTo>
                <a:lnTo>
                  <a:pt x="66802" y="5753"/>
                </a:lnTo>
                <a:lnTo>
                  <a:pt x="66789" y="6375"/>
                </a:lnTo>
                <a:lnTo>
                  <a:pt x="67132" y="6375"/>
                </a:lnTo>
                <a:close/>
              </a:path>
              <a:path w="95885" h="41909">
                <a:moveTo>
                  <a:pt x="67729" y="5702"/>
                </a:moveTo>
                <a:lnTo>
                  <a:pt x="67564" y="5600"/>
                </a:lnTo>
                <a:lnTo>
                  <a:pt x="67195" y="5943"/>
                </a:lnTo>
                <a:lnTo>
                  <a:pt x="67246" y="5715"/>
                </a:lnTo>
                <a:lnTo>
                  <a:pt x="67373" y="5549"/>
                </a:lnTo>
                <a:lnTo>
                  <a:pt x="67564" y="5499"/>
                </a:lnTo>
                <a:lnTo>
                  <a:pt x="67246" y="5384"/>
                </a:lnTo>
                <a:lnTo>
                  <a:pt x="67119" y="5689"/>
                </a:lnTo>
                <a:lnTo>
                  <a:pt x="67144" y="6032"/>
                </a:lnTo>
                <a:lnTo>
                  <a:pt x="67348" y="6273"/>
                </a:lnTo>
                <a:lnTo>
                  <a:pt x="67691" y="6045"/>
                </a:lnTo>
                <a:lnTo>
                  <a:pt x="67538" y="5778"/>
                </a:lnTo>
                <a:lnTo>
                  <a:pt x="67729" y="5702"/>
                </a:lnTo>
                <a:close/>
              </a:path>
              <a:path w="95885" h="41909">
                <a:moveTo>
                  <a:pt x="68440" y="4953"/>
                </a:moveTo>
                <a:lnTo>
                  <a:pt x="68224" y="4699"/>
                </a:lnTo>
                <a:lnTo>
                  <a:pt x="68237" y="3632"/>
                </a:lnTo>
                <a:lnTo>
                  <a:pt x="67906" y="3911"/>
                </a:lnTo>
                <a:lnTo>
                  <a:pt x="68148" y="3886"/>
                </a:lnTo>
                <a:lnTo>
                  <a:pt x="67970" y="4305"/>
                </a:lnTo>
                <a:lnTo>
                  <a:pt x="68033" y="4483"/>
                </a:lnTo>
                <a:lnTo>
                  <a:pt x="67678" y="4381"/>
                </a:lnTo>
                <a:lnTo>
                  <a:pt x="67678" y="4584"/>
                </a:lnTo>
                <a:lnTo>
                  <a:pt x="67754" y="4737"/>
                </a:lnTo>
                <a:lnTo>
                  <a:pt x="67894" y="4813"/>
                </a:lnTo>
                <a:lnTo>
                  <a:pt x="68110" y="4711"/>
                </a:lnTo>
                <a:lnTo>
                  <a:pt x="68351" y="4914"/>
                </a:lnTo>
                <a:lnTo>
                  <a:pt x="68046" y="5219"/>
                </a:lnTo>
                <a:lnTo>
                  <a:pt x="68224" y="5257"/>
                </a:lnTo>
                <a:lnTo>
                  <a:pt x="68440" y="5003"/>
                </a:lnTo>
                <a:close/>
              </a:path>
              <a:path w="95885" h="41909">
                <a:moveTo>
                  <a:pt x="68465" y="10515"/>
                </a:moveTo>
                <a:lnTo>
                  <a:pt x="68059" y="10553"/>
                </a:lnTo>
                <a:lnTo>
                  <a:pt x="67652" y="10566"/>
                </a:lnTo>
                <a:lnTo>
                  <a:pt x="67805" y="10858"/>
                </a:lnTo>
                <a:lnTo>
                  <a:pt x="68021" y="10731"/>
                </a:lnTo>
                <a:lnTo>
                  <a:pt x="68135" y="10972"/>
                </a:lnTo>
                <a:lnTo>
                  <a:pt x="68160" y="10744"/>
                </a:lnTo>
                <a:lnTo>
                  <a:pt x="68427" y="10756"/>
                </a:lnTo>
                <a:lnTo>
                  <a:pt x="68465" y="10515"/>
                </a:lnTo>
                <a:close/>
              </a:path>
              <a:path w="95885" h="41909">
                <a:moveTo>
                  <a:pt x="71031" y="6997"/>
                </a:moveTo>
                <a:lnTo>
                  <a:pt x="70154" y="8178"/>
                </a:lnTo>
                <a:lnTo>
                  <a:pt x="70154" y="8724"/>
                </a:lnTo>
                <a:lnTo>
                  <a:pt x="71031" y="6997"/>
                </a:lnTo>
                <a:close/>
              </a:path>
              <a:path w="95885" h="41909">
                <a:moveTo>
                  <a:pt x="71716" y="11760"/>
                </a:moveTo>
                <a:lnTo>
                  <a:pt x="71640" y="11468"/>
                </a:lnTo>
                <a:lnTo>
                  <a:pt x="70980" y="11226"/>
                </a:lnTo>
                <a:lnTo>
                  <a:pt x="71170" y="11379"/>
                </a:lnTo>
                <a:lnTo>
                  <a:pt x="71386" y="12014"/>
                </a:lnTo>
                <a:lnTo>
                  <a:pt x="71589" y="11760"/>
                </a:lnTo>
                <a:lnTo>
                  <a:pt x="71716" y="11760"/>
                </a:lnTo>
                <a:close/>
              </a:path>
              <a:path w="95885" h="41909">
                <a:moveTo>
                  <a:pt x="73279" y="8166"/>
                </a:moveTo>
                <a:close/>
              </a:path>
              <a:path w="95885" h="41909">
                <a:moveTo>
                  <a:pt x="73507" y="7607"/>
                </a:moveTo>
                <a:lnTo>
                  <a:pt x="73456" y="7480"/>
                </a:lnTo>
                <a:lnTo>
                  <a:pt x="72948" y="7480"/>
                </a:lnTo>
                <a:lnTo>
                  <a:pt x="73279" y="7607"/>
                </a:lnTo>
                <a:lnTo>
                  <a:pt x="73190" y="7899"/>
                </a:lnTo>
                <a:lnTo>
                  <a:pt x="73253" y="7721"/>
                </a:lnTo>
                <a:lnTo>
                  <a:pt x="72923" y="7721"/>
                </a:lnTo>
                <a:lnTo>
                  <a:pt x="73012" y="7886"/>
                </a:lnTo>
                <a:lnTo>
                  <a:pt x="72821" y="8305"/>
                </a:lnTo>
                <a:lnTo>
                  <a:pt x="73063" y="8293"/>
                </a:lnTo>
                <a:lnTo>
                  <a:pt x="73266" y="8166"/>
                </a:lnTo>
                <a:lnTo>
                  <a:pt x="73266" y="7886"/>
                </a:lnTo>
                <a:lnTo>
                  <a:pt x="73456" y="7810"/>
                </a:lnTo>
                <a:lnTo>
                  <a:pt x="73507" y="7607"/>
                </a:lnTo>
                <a:close/>
              </a:path>
              <a:path w="95885" h="41909">
                <a:moveTo>
                  <a:pt x="73748" y="8229"/>
                </a:moveTo>
                <a:lnTo>
                  <a:pt x="73507" y="7835"/>
                </a:lnTo>
                <a:lnTo>
                  <a:pt x="73291" y="8166"/>
                </a:lnTo>
                <a:lnTo>
                  <a:pt x="73494" y="8191"/>
                </a:lnTo>
                <a:lnTo>
                  <a:pt x="73748" y="8229"/>
                </a:lnTo>
                <a:close/>
              </a:path>
              <a:path w="95885" h="41909">
                <a:moveTo>
                  <a:pt x="74612" y="10744"/>
                </a:moveTo>
                <a:lnTo>
                  <a:pt x="74587" y="10350"/>
                </a:lnTo>
                <a:lnTo>
                  <a:pt x="74587" y="10071"/>
                </a:lnTo>
                <a:lnTo>
                  <a:pt x="74447" y="10350"/>
                </a:lnTo>
                <a:lnTo>
                  <a:pt x="74485" y="10528"/>
                </a:lnTo>
                <a:lnTo>
                  <a:pt x="74180" y="10871"/>
                </a:lnTo>
                <a:lnTo>
                  <a:pt x="74383" y="10883"/>
                </a:lnTo>
                <a:lnTo>
                  <a:pt x="74447" y="10744"/>
                </a:lnTo>
                <a:lnTo>
                  <a:pt x="74612" y="10744"/>
                </a:lnTo>
                <a:close/>
              </a:path>
              <a:path w="95885" h="41909">
                <a:moveTo>
                  <a:pt x="76581" y="13284"/>
                </a:moveTo>
                <a:lnTo>
                  <a:pt x="76555" y="12992"/>
                </a:lnTo>
                <a:lnTo>
                  <a:pt x="76288" y="12674"/>
                </a:lnTo>
                <a:lnTo>
                  <a:pt x="75958" y="12230"/>
                </a:lnTo>
                <a:lnTo>
                  <a:pt x="75882" y="12090"/>
                </a:lnTo>
                <a:lnTo>
                  <a:pt x="75933" y="12357"/>
                </a:lnTo>
                <a:lnTo>
                  <a:pt x="75272" y="11836"/>
                </a:lnTo>
                <a:lnTo>
                  <a:pt x="75196" y="12204"/>
                </a:lnTo>
                <a:lnTo>
                  <a:pt x="75577" y="12319"/>
                </a:lnTo>
                <a:lnTo>
                  <a:pt x="76009" y="12369"/>
                </a:lnTo>
                <a:lnTo>
                  <a:pt x="76073" y="12750"/>
                </a:lnTo>
                <a:lnTo>
                  <a:pt x="75704" y="12738"/>
                </a:lnTo>
                <a:lnTo>
                  <a:pt x="75666" y="12369"/>
                </a:lnTo>
                <a:lnTo>
                  <a:pt x="75311" y="12319"/>
                </a:lnTo>
                <a:lnTo>
                  <a:pt x="75526" y="12763"/>
                </a:lnTo>
                <a:lnTo>
                  <a:pt x="75882" y="13081"/>
                </a:lnTo>
                <a:lnTo>
                  <a:pt x="76212" y="13423"/>
                </a:lnTo>
                <a:lnTo>
                  <a:pt x="76111" y="13081"/>
                </a:lnTo>
                <a:lnTo>
                  <a:pt x="76581" y="13284"/>
                </a:lnTo>
                <a:close/>
              </a:path>
              <a:path w="95885" h="41909">
                <a:moveTo>
                  <a:pt x="77558" y="13449"/>
                </a:moveTo>
                <a:lnTo>
                  <a:pt x="76568" y="13525"/>
                </a:lnTo>
                <a:lnTo>
                  <a:pt x="76746" y="13538"/>
                </a:lnTo>
                <a:lnTo>
                  <a:pt x="77063" y="13779"/>
                </a:lnTo>
                <a:lnTo>
                  <a:pt x="77279" y="13804"/>
                </a:lnTo>
                <a:lnTo>
                  <a:pt x="77533" y="13881"/>
                </a:lnTo>
                <a:lnTo>
                  <a:pt x="77558" y="13449"/>
                </a:lnTo>
                <a:close/>
              </a:path>
              <a:path w="95885" h="41909">
                <a:moveTo>
                  <a:pt x="80149" y="32562"/>
                </a:moveTo>
                <a:lnTo>
                  <a:pt x="79781" y="32258"/>
                </a:lnTo>
                <a:lnTo>
                  <a:pt x="79781" y="32550"/>
                </a:lnTo>
                <a:lnTo>
                  <a:pt x="79108" y="32778"/>
                </a:lnTo>
                <a:lnTo>
                  <a:pt x="79438" y="33032"/>
                </a:lnTo>
                <a:lnTo>
                  <a:pt x="79489" y="32778"/>
                </a:lnTo>
                <a:lnTo>
                  <a:pt x="80149" y="32562"/>
                </a:lnTo>
                <a:close/>
              </a:path>
              <a:path w="95885" h="41909">
                <a:moveTo>
                  <a:pt x="81470" y="17145"/>
                </a:moveTo>
                <a:lnTo>
                  <a:pt x="81280" y="17170"/>
                </a:lnTo>
                <a:lnTo>
                  <a:pt x="81127" y="17132"/>
                </a:lnTo>
                <a:lnTo>
                  <a:pt x="80924" y="17373"/>
                </a:lnTo>
                <a:lnTo>
                  <a:pt x="80784" y="17360"/>
                </a:lnTo>
                <a:lnTo>
                  <a:pt x="80784" y="17703"/>
                </a:lnTo>
                <a:lnTo>
                  <a:pt x="81026" y="17805"/>
                </a:lnTo>
                <a:lnTo>
                  <a:pt x="81330" y="18084"/>
                </a:lnTo>
                <a:lnTo>
                  <a:pt x="81356" y="17703"/>
                </a:lnTo>
                <a:lnTo>
                  <a:pt x="81216" y="17614"/>
                </a:lnTo>
                <a:lnTo>
                  <a:pt x="81153" y="17437"/>
                </a:lnTo>
                <a:lnTo>
                  <a:pt x="81140" y="17246"/>
                </a:lnTo>
                <a:lnTo>
                  <a:pt x="81292" y="17373"/>
                </a:lnTo>
                <a:lnTo>
                  <a:pt x="81419" y="17373"/>
                </a:lnTo>
                <a:lnTo>
                  <a:pt x="81470" y="17145"/>
                </a:lnTo>
                <a:close/>
              </a:path>
              <a:path w="95885" h="41909">
                <a:moveTo>
                  <a:pt x="87185" y="31026"/>
                </a:moveTo>
                <a:lnTo>
                  <a:pt x="86614" y="31000"/>
                </a:lnTo>
                <a:lnTo>
                  <a:pt x="86512" y="31635"/>
                </a:lnTo>
                <a:lnTo>
                  <a:pt x="86829" y="31927"/>
                </a:lnTo>
                <a:lnTo>
                  <a:pt x="86893" y="31559"/>
                </a:lnTo>
                <a:lnTo>
                  <a:pt x="87185" y="31445"/>
                </a:lnTo>
                <a:lnTo>
                  <a:pt x="87185" y="31026"/>
                </a:lnTo>
                <a:close/>
              </a:path>
              <a:path w="95885" h="41909">
                <a:moveTo>
                  <a:pt x="88176" y="34480"/>
                </a:moveTo>
                <a:lnTo>
                  <a:pt x="87972" y="34518"/>
                </a:lnTo>
                <a:lnTo>
                  <a:pt x="87922" y="34366"/>
                </a:lnTo>
                <a:lnTo>
                  <a:pt x="87744" y="34378"/>
                </a:lnTo>
                <a:lnTo>
                  <a:pt x="87617" y="34607"/>
                </a:lnTo>
                <a:lnTo>
                  <a:pt x="87579" y="34988"/>
                </a:lnTo>
                <a:lnTo>
                  <a:pt x="87820" y="35090"/>
                </a:lnTo>
                <a:lnTo>
                  <a:pt x="87960" y="35293"/>
                </a:lnTo>
                <a:lnTo>
                  <a:pt x="88036" y="35013"/>
                </a:lnTo>
                <a:lnTo>
                  <a:pt x="88049" y="34721"/>
                </a:lnTo>
                <a:lnTo>
                  <a:pt x="88176" y="34480"/>
                </a:lnTo>
                <a:close/>
              </a:path>
              <a:path w="95885" h="41909">
                <a:moveTo>
                  <a:pt x="88620" y="32372"/>
                </a:moveTo>
                <a:lnTo>
                  <a:pt x="88582" y="32232"/>
                </a:lnTo>
                <a:lnTo>
                  <a:pt x="88188" y="31953"/>
                </a:lnTo>
                <a:lnTo>
                  <a:pt x="88061" y="32258"/>
                </a:lnTo>
                <a:lnTo>
                  <a:pt x="88303" y="32334"/>
                </a:lnTo>
                <a:lnTo>
                  <a:pt x="88480" y="32842"/>
                </a:lnTo>
                <a:lnTo>
                  <a:pt x="88620" y="32372"/>
                </a:lnTo>
                <a:close/>
              </a:path>
              <a:path w="95885" h="41909">
                <a:moveTo>
                  <a:pt x="91084" y="24752"/>
                </a:moveTo>
                <a:lnTo>
                  <a:pt x="90817" y="24307"/>
                </a:lnTo>
                <a:lnTo>
                  <a:pt x="90538" y="24409"/>
                </a:lnTo>
                <a:lnTo>
                  <a:pt x="90487" y="24257"/>
                </a:lnTo>
                <a:lnTo>
                  <a:pt x="89865" y="24358"/>
                </a:lnTo>
                <a:lnTo>
                  <a:pt x="90195" y="24523"/>
                </a:lnTo>
                <a:lnTo>
                  <a:pt x="91084" y="24752"/>
                </a:lnTo>
                <a:close/>
              </a:path>
              <a:path w="95885" h="41909">
                <a:moveTo>
                  <a:pt x="94551" y="41440"/>
                </a:moveTo>
                <a:lnTo>
                  <a:pt x="94513" y="41173"/>
                </a:lnTo>
                <a:lnTo>
                  <a:pt x="94437" y="40982"/>
                </a:lnTo>
                <a:lnTo>
                  <a:pt x="94221" y="40881"/>
                </a:lnTo>
                <a:lnTo>
                  <a:pt x="94195" y="41198"/>
                </a:lnTo>
                <a:lnTo>
                  <a:pt x="94208" y="41490"/>
                </a:lnTo>
                <a:lnTo>
                  <a:pt x="94551" y="41440"/>
                </a:lnTo>
                <a:close/>
              </a:path>
              <a:path w="95885" h="41909">
                <a:moveTo>
                  <a:pt x="95046" y="32435"/>
                </a:moveTo>
                <a:lnTo>
                  <a:pt x="94894" y="32397"/>
                </a:lnTo>
                <a:lnTo>
                  <a:pt x="95008" y="32143"/>
                </a:lnTo>
                <a:lnTo>
                  <a:pt x="94665" y="31927"/>
                </a:lnTo>
                <a:lnTo>
                  <a:pt x="94462" y="32092"/>
                </a:lnTo>
                <a:lnTo>
                  <a:pt x="94792" y="32486"/>
                </a:lnTo>
                <a:lnTo>
                  <a:pt x="94551" y="32588"/>
                </a:lnTo>
                <a:lnTo>
                  <a:pt x="94348" y="32385"/>
                </a:lnTo>
                <a:lnTo>
                  <a:pt x="94551" y="32283"/>
                </a:lnTo>
                <a:lnTo>
                  <a:pt x="94094" y="32219"/>
                </a:lnTo>
                <a:lnTo>
                  <a:pt x="94475" y="32181"/>
                </a:lnTo>
                <a:lnTo>
                  <a:pt x="94119" y="31940"/>
                </a:lnTo>
                <a:lnTo>
                  <a:pt x="93941" y="32207"/>
                </a:lnTo>
                <a:lnTo>
                  <a:pt x="94246" y="32804"/>
                </a:lnTo>
                <a:lnTo>
                  <a:pt x="94792" y="32715"/>
                </a:lnTo>
                <a:lnTo>
                  <a:pt x="95046" y="32435"/>
                </a:lnTo>
                <a:close/>
              </a:path>
              <a:path w="95885" h="41909">
                <a:moveTo>
                  <a:pt x="95491" y="38531"/>
                </a:moveTo>
                <a:lnTo>
                  <a:pt x="95034" y="38417"/>
                </a:lnTo>
                <a:lnTo>
                  <a:pt x="95059" y="38608"/>
                </a:lnTo>
                <a:lnTo>
                  <a:pt x="95491" y="38531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bg object 92"/>
          <p:cNvSpPr/>
          <p:nvPr/>
        </p:nvSpPr>
        <p:spPr>
          <a:xfrm>
            <a:off x="1948497" y="847826"/>
            <a:ext cx="85725" cy="18415"/>
          </a:xfrm>
          <a:custGeom>
            <a:avLst/>
            <a:gdLst/>
            <a:ahLst/>
            <a:cxnLst/>
            <a:rect l="l" t="t" r="r" b="b"/>
            <a:pathLst>
              <a:path w="85725" h="18415">
                <a:moveTo>
                  <a:pt x="889" y="14998"/>
                </a:moveTo>
                <a:lnTo>
                  <a:pt x="736" y="14833"/>
                </a:lnTo>
                <a:lnTo>
                  <a:pt x="698" y="15240"/>
                </a:lnTo>
                <a:lnTo>
                  <a:pt x="0" y="14986"/>
                </a:lnTo>
                <a:lnTo>
                  <a:pt x="177" y="15608"/>
                </a:lnTo>
                <a:lnTo>
                  <a:pt x="584" y="15633"/>
                </a:lnTo>
                <a:lnTo>
                  <a:pt x="889" y="14998"/>
                </a:lnTo>
                <a:close/>
              </a:path>
              <a:path w="85725" h="18415">
                <a:moveTo>
                  <a:pt x="1320" y="12369"/>
                </a:moveTo>
                <a:lnTo>
                  <a:pt x="1054" y="12369"/>
                </a:lnTo>
                <a:lnTo>
                  <a:pt x="990" y="12687"/>
                </a:lnTo>
                <a:lnTo>
                  <a:pt x="1320" y="12687"/>
                </a:lnTo>
                <a:lnTo>
                  <a:pt x="1320" y="12369"/>
                </a:lnTo>
                <a:close/>
              </a:path>
              <a:path w="85725" h="18415">
                <a:moveTo>
                  <a:pt x="2908" y="13563"/>
                </a:moveTo>
                <a:lnTo>
                  <a:pt x="2628" y="12788"/>
                </a:lnTo>
                <a:lnTo>
                  <a:pt x="1739" y="12687"/>
                </a:lnTo>
                <a:lnTo>
                  <a:pt x="1244" y="13563"/>
                </a:lnTo>
                <a:lnTo>
                  <a:pt x="2095" y="13563"/>
                </a:lnTo>
                <a:lnTo>
                  <a:pt x="2603" y="14478"/>
                </a:lnTo>
                <a:lnTo>
                  <a:pt x="2755" y="14478"/>
                </a:lnTo>
                <a:lnTo>
                  <a:pt x="2387" y="13563"/>
                </a:lnTo>
                <a:lnTo>
                  <a:pt x="2603" y="13563"/>
                </a:lnTo>
                <a:lnTo>
                  <a:pt x="2908" y="13563"/>
                </a:lnTo>
                <a:close/>
              </a:path>
              <a:path w="85725" h="18415">
                <a:moveTo>
                  <a:pt x="7772" y="12242"/>
                </a:moveTo>
                <a:lnTo>
                  <a:pt x="7239" y="12065"/>
                </a:lnTo>
                <a:lnTo>
                  <a:pt x="6972" y="12954"/>
                </a:lnTo>
                <a:lnTo>
                  <a:pt x="7340" y="12687"/>
                </a:lnTo>
                <a:lnTo>
                  <a:pt x="7213" y="12573"/>
                </a:lnTo>
                <a:lnTo>
                  <a:pt x="7518" y="12573"/>
                </a:lnTo>
                <a:lnTo>
                  <a:pt x="7607" y="12369"/>
                </a:lnTo>
                <a:lnTo>
                  <a:pt x="7772" y="12242"/>
                </a:lnTo>
                <a:close/>
              </a:path>
              <a:path w="85725" h="18415">
                <a:moveTo>
                  <a:pt x="8636" y="14198"/>
                </a:moveTo>
                <a:lnTo>
                  <a:pt x="8470" y="13804"/>
                </a:lnTo>
                <a:lnTo>
                  <a:pt x="8128" y="13804"/>
                </a:lnTo>
                <a:lnTo>
                  <a:pt x="7988" y="13868"/>
                </a:lnTo>
                <a:lnTo>
                  <a:pt x="8153" y="14922"/>
                </a:lnTo>
                <a:lnTo>
                  <a:pt x="8356" y="14592"/>
                </a:lnTo>
                <a:lnTo>
                  <a:pt x="8102" y="14478"/>
                </a:lnTo>
                <a:lnTo>
                  <a:pt x="8636" y="14198"/>
                </a:lnTo>
                <a:close/>
              </a:path>
              <a:path w="85725" h="18415">
                <a:moveTo>
                  <a:pt x="11595" y="6197"/>
                </a:moveTo>
                <a:lnTo>
                  <a:pt x="11264" y="6235"/>
                </a:lnTo>
                <a:lnTo>
                  <a:pt x="11049" y="6400"/>
                </a:lnTo>
                <a:lnTo>
                  <a:pt x="10934" y="6642"/>
                </a:lnTo>
                <a:lnTo>
                  <a:pt x="11252" y="6553"/>
                </a:lnTo>
                <a:lnTo>
                  <a:pt x="11226" y="6794"/>
                </a:lnTo>
                <a:lnTo>
                  <a:pt x="11493" y="6756"/>
                </a:lnTo>
                <a:lnTo>
                  <a:pt x="11531" y="6553"/>
                </a:lnTo>
                <a:lnTo>
                  <a:pt x="11366" y="6515"/>
                </a:lnTo>
                <a:lnTo>
                  <a:pt x="11391" y="6324"/>
                </a:lnTo>
                <a:lnTo>
                  <a:pt x="11595" y="6197"/>
                </a:lnTo>
                <a:close/>
              </a:path>
              <a:path w="85725" h="18415">
                <a:moveTo>
                  <a:pt x="13385" y="13360"/>
                </a:moveTo>
                <a:lnTo>
                  <a:pt x="13144" y="13462"/>
                </a:lnTo>
                <a:lnTo>
                  <a:pt x="12890" y="12979"/>
                </a:lnTo>
                <a:lnTo>
                  <a:pt x="12827" y="13246"/>
                </a:lnTo>
                <a:lnTo>
                  <a:pt x="12903" y="13893"/>
                </a:lnTo>
                <a:lnTo>
                  <a:pt x="13385" y="13919"/>
                </a:lnTo>
                <a:lnTo>
                  <a:pt x="13385" y="13360"/>
                </a:lnTo>
                <a:close/>
              </a:path>
              <a:path w="85725" h="18415">
                <a:moveTo>
                  <a:pt x="16967" y="9105"/>
                </a:moveTo>
                <a:lnTo>
                  <a:pt x="16865" y="8890"/>
                </a:lnTo>
                <a:lnTo>
                  <a:pt x="16205" y="8890"/>
                </a:lnTo>
                <a:lnTo>
                  <a:pt x="16230" y="9156"/>
                </a:lnTo>
                <a:lnTo>
                  <a:pt x="16789" y="9512"/>
                </a:lnTo>
                <a:lnTo>
                  <a:pt x="16865" y="9334"/>
                </a:lnTo>
                <a:lnTo>
                  <a:pt x="16535" y="9258"/>
                </a:lnTo>
                <a:lnTo>
                  <a:pt x="16967" y="9105"/>
                </a:lnTo>
                <a:close/>
              </a:path>
              <a:path w="85725" h="18415">
                <a:moveTo>
                  <a:pt x="17310" y="8763"/>
                </a:moveTo>
                <a:close/>
              </a:path>
              <a:path w="85725" h="18415">
                <a:moveTo>
                  <a:pt x="17310" y="4279"/>
                </a:moveTo>
                <a:lnTo>
                  <a:pt x="17208" y="3886"/>
                </a:lnTo>
                <a:lnTo>
                  <a:pt x="16789" y="3835"/>
                </a:lnTo>
                <a:lnTo>
                  <a:pt x="16408" y="3721"/>
                </a:lnTo>
                <a:lnTo>
                  <a:pt x="16548" y="4102"/>
                </a:lnTo>
                <a:lnTo>
                  <a:pt x="17183" y="3911"/>
                </a:lnTo>
                <a:lnTo>
                  <a:pt x="17310" y="4279"/>
                </a:lnTo>
                <a:close/>
              </a:path>
              <a:path w="85725" h="18415">
                <a:moveTo>
                  <a:pt x="17741" y="9029"/>
                </a:moveTo>
                <a:lnTo>
                  <a:pt x="17424" y="8890"/>
                </a:lnTo>
                <a:lnTo>
                  <a:pt x="17297" y="8788"/>
                </a:lnTo>
                <a:lnTo>
                  <a:pt x="17272" y="9029"/>
                </a:lnTo>
                <a:lnTo>
                  <a:pt x="17741" y="9029"/>
                </a:lnTo>
                <a:close/>
              </a:path>
              <a:path w="85725" h="18415">
                <a:moveTo>
                  <a:pt x="17932" y="6908"/>
                </a:moveTo>
                <a:lnTo>
                  <a:pt x="17678" y="5651"/>
                </a:lnTo>
                <a:lnTo>
                  <a:pt x="17424" y="5969"/>
                </a:lnTo>
                <a:lnTo>
                  <a:pt x="17564" y="6134"/>
                </a:lnTo>
                <a:lnTo>
                  <a:pt x="17564" y="6413"/>
                </a:lnTo>
                <a:lnTo>
                  <a:pt x="17297" y="6184"/>
                </a:lnTo>
                <a:lnTo>
                  <a:pt x="17932" y="6908"/>
                </a:lnTo>
                <a:close/>
              </a:path>
              <a:path w="85725" h="18415">
                <a:moveTo>
                  <a:pt x="18148" y="12026"/>
                </a:moveTo>
                <a:lnTo>
                  <a:pt x="17881" y="11671"/>
                </a:lnTo>
                <a:lnTo>
                  <a:pt x="17754" y="11772"/>
                </a:lnTo>
                <a:lnTo>
                  <a:pt x="17856" y="11353"/>
                </a:lnTo>
                <a:lnTo>
                  <a:pt x="17475" y="11404"/>
                </a:lnTo>
                <a:lnTo>
                  <a:pt x="17310" y="11226"/>
                </a:lnTo>
                <a:lnTo>
                  <a:pt x="17132" y="11785"/>
                </a:lnTo>
                <a:lnTo>
                  <a:pt x="18148" y="12026"/>
                </a:lnTo>
                <a:close/>
              </a:path>
              <a:path w="85725" h="18415">
                <a:moveTo>
                  <a:pt x="20383" y="9766"/>
                </a:moveTo>
                <a:close/>
              </a:path>
              <a:path w="85725" h="18415">
                <a:moveTo>
                  <a:pt x="21805" y="266"/>
                </a:moveTo>
                <a:lnTo>
                  <a:pt x="21577" y="254"/>
                </a:lnTo>
                <a:lnTo>
                  <a:pt x="21145" y="0"/>
                </a:lnTo>
                <a:lnTo>
                  <a:pt x="21120" y="495"/>
                </a:lnTo>
                <a:lnTo>
                  <a:pt x="21551" y="469"/>
                </a:lnTo>
                <a:lnTo>
                  <a:pt x="21640" y="292"/>
                </a:lnTo>
                <a:lnTo>
                  <a:pt x="21805" y="266"/>
                </a:lnTo>
                <a:close/>
              </a:path>
              <a:path w="85725" h="18415">
                <a:moveTo>
                  <a:pt x="21831" y="10337"/>
                </a:moveTo>
                <a:lnTo>
                  <a:pt x="20777" y="9779"/>
                </a:lnTo>
                <a:lnTo>
                  <a:pt x="21005" y="9652"/>
                </a:lnTo>
                <a:lnTo>
                  <a:pt x="20599" y="9740"/>
                </a:lnTo>
                <a:lnTo>
                  <a:pt x="20383" y="9766"/>
                </a:lnTo>
                <a:lnTo>
                  <a:pt x="20789" y="10109"/>
                </a:lnTo>
                <a:lnTo>
                  <a:pt x="21831" y="10337"/>
                </a:lnTo>
                <a:close/>
              </a:path>
              <a:path w="85725" h="18415">
                <a:moveTo>
                  <a:pt x="22771" y="2603"/>
                </a:moveTo>
                <a:lnTo>
                  <a:pt x="21640" y="1981"/>
                </a:lnTo>
                <a:lnTo>
                  <a:pt x="21894" y="2159"/>
                </a:lnTo>
                <a:lnTo>
                  <a:pt x="22123" y="2387"/>
                </a:lnTo>
                <a:lnTo>
                  <a:pt x="21945" y="2451"/>
                </a:lnTo>
                <a:lnTo>
                  <a:pt x="21805" y="2590"/>
                </a:lnTo>
                <a:lnTo>
                  <a:pt x="22186" y="2717"/>
                </a:lnTo>
                <a:lnTo>
                  <a:pt x="22339" y="2616"/>
                </a:lnTo>
                <a:lnTo>
                  <a:pt x="22364" y="2933"/>
                </a:lnTo>
                <a:lnTo>
                  <a:pt x="22771" y="2603"/>
                </a:lnTo>
                <a:close/>
              </a:path>
              <a:path w="85725" h="18415">
                <a:moveTo>
                  <a:pt x="25781" y="3797"/>
                </a:moveTo>
                <a:lnTo>
                  <a:pt x="25730" y="3403"/>
                </a:lnTo>
                <a:lnTo>
                  <a:pt x="25527" y="3416"/>
                </a:lnTo>
                <a:lnTo>
                  <a:pt x="25361" y="3378"/>
                </a:lnTo>
                <a:lnTo>
                  <a:pt x="25387" y="3619"/>
                </a:lnTo>
                <a:lnTo>
                  <a:pt x="24574" y="3733"/>
                </a:lnTo>
                <a:lnTo>
                  <a:pt x="25781" y="3797"/>
                </a:lnTo>
                <a:close/>
              </a:path>
              <a:path w="85725" h="18415">
                <a:moveTo>
                  <a:pt x="25933" y="8534"/>
                </a:moveTo>
                <a:lnTo>
                  <a:pt x="25717" y="8534"/>
                </a:lnTo>
                <a:lnTo>
                  <a:pt x="25717" y="8763"/>
                </a:lnTo>
                <a:lnTo>
                  <a:pt x="25476" y="8724"/>
                </a:lnTo>
                <a:lnTo>
                  <a:pt x="25425" y="8521"/>
                </a:lnTo>
                <a:lnTo>
                  <a:pt x="25133" y="8534"/>
                </a:lnTo>
                <a:lnTo>
                  <a:pt x="25095" y="8890"/>
                </a:lnTo>
                <a:lnTo>
                  <a:pt x="25501" y="8775"/>
                </a:lnTo>
                <a:lnTo>
                  <a:pt x="25717" y="8877"/>
                </a:lnTo>
                <a:lnTo>
                  <a:pt x="25933" y="8534"/>
                </a:lnTo>
                <a:close/>
              </a:path>
              <a:path w="85725" h="18415">
                <a:moveTo>
                  <a:pt x="26644" y="7289"/>
                </a:moveTo>
                <a:lnTo>
                  <a:pt x="25781" y="6845"/>
                </a:lnTo>
                <a:lnTo>
                  <a:pt x="25933" y="7086"/>
                </a:lnTo>
                <a:lnTo>
                  <a:pt x="26187" y="7239"/>
                </a:lnTo>
                <a:lnTo>
                  <a:pt x="26149" y="7696"/>
                </a:lnTo>
                <a:lnTo>
                  <a:pt x="26504" y="7759"/>
                </a:lnTo>
                <a:lnTo>
                  <a:pt x="26644" y="7289"/>
                </a:lnTo>
                <a:close/>
              </a:path>
              <a:path w="85725" h="18415">
                <a:moveTo>
                  <a:pt x="26962" y="5854"/>
                </a:moveTo>
                <a:lnTo>
                  <a:pt x="26784" y="5537"/>
                </a:lnTo>
                <a:lnTo>
                  <a:pt x="26517" y="5321"/>
                </a:lnTo>
                <a:lnTo>
                  <a:pt x="26276" y="5080"/>
                </a:lnTo>
                <a:lnTo>
                  <a:pt x="26377" y="5308"/>
                </a:lnTo>
                <a:lnTo>
                  <a:pt x="25704" y="4914"/>
                </a:lnTo>
                <a:lnTo>
                  <a:pt x="26060" y="5181"/>
                </a:lnTo>
                <a:lnTo>
                  <a:pt x="26238" y="5473"/>
                </a:lnTo>
                <a:lnTo>
                  <a:pt x="26390" y="5346"/>
                </a:lnTo>
                <a:lnTo>
                  <a:pt x="26517" y="5854"/>
                </a:lnTo>
                <a:lnTo>
                  <a:pt x="26809" y="5867"/>
                </a:lnTo>
                <a:lnTo>
                  <a:pt x="26720" y="5676"/>
                </a:lnTo>
                <a:lnTo>
                  <a:pt x="26962" y="5854"/>
                </a:lnTo>
                <a:close/>
              </a:path>
              <a:path w="85725" h="18415">
                <a:moveTo>
                  <a:pt x="27597" y="13589"/>
                </a:moveTo>
                <a:lnTo>
                  <a:pt x="27368" y="13563"/>
                </a:lnTo>
                <a:lnTo>
                  <a:pt x="27559" y="13106"/>
                </a:lnTo>
                <a:lnTo>
                  <a:pt x="27508" y="12915"/>
                </a:lnTo>
                <a:lnTo>
                  <a:pt x="27051" y="13030"/>
                </a:lnTo>
                <a:lnTo>
                  <a:pt x="26517" y="12280"/>
                </a:lnTo>
                <a:lnTo>
                  <a:pt x="26263" y="12903"/>
                </a:lnTo>
                <a:lnTo>
                  <a:pt x="26619" y="12928"/>
                </a:lnTo>
                <a:lnTo>
                  <a:pt x="26720" y="13423"/>
                </a:lnTo>
                <a:lnTo>
                  <a:pt x="27165" y="13030"/>
                </a:lnTo>
                <a:lnTo>
                  <a:pt x="27165" y="13296"/>
                </a:lnTo>
                <a:lnTo>
                  <a:pt x="27482" y="13817"/>
                </a:lnTo>
                <a:lnTo>
                  <a:pt x="27597" y="13589"/>
                </a:lnTo>
                <a:close/>
              </a:path>
              <a:path w="85725" h="18415">
                <a:moveTo>
                  <a:pt x="27952" y="5295"/>
                </a:moveTo>
                <a:lnTo>
                  <a:pt x="27724" y="5041"/>
                </a:lnTo>
                <a:lnTo>
                  <a:pt x="27774" y="5194"/>
                </a:lnTo>
                <a:lnTo>
                  <a:pt x="27381" y="5092"/>
                </a:lnTo>
                <a:lnTo>
                  <a:pt x="27343" y="5435"/>
                </a:lnTo>
                <a:lnTo>
                  <a:pt x="27686" y="5473"/>
                </a:lnTo>
                <a:lnTo>
                  <a:pt x="27838" y="5295"/>
                </a:lnTo>
                <a:close/>
              </a:path>
              <a:path w="85725" h="18415">
                <a:moveTo>
                  <a:pt x="28168" y="9131"/>
                </a:moveTo>
                <a:lnTo>
                  <a:pt x="27559" y="9220"/>
                </a:lnTo>
                <a:lnTo>
                  <a:pt x="27266" y="9334"/>
                </a:lnTo>
                <a:lnTo>
                  <a:pt x="27444" y="9486"/>
                </a:lnTo>
                <a:lnTo>
                  <a:pt x="26898" y="9918"/>
                </a:lnTo>
                <a:lnTo>
                  <a:pt x="27393" y="10121"/>
                </a:lnTo>
                <a:lnTo>
                  <a:pt x="27609" y="9867"/>
                </a:lnTo>
                <a:lnTo>
                  <a:pt x="27787" y="9563"/>
                </a:lnTo>
                <a:lnTo>
                  <a:pt x="28041" y="9334"/>
                </a:lnTo>
                <a:lnTo>
                  <a:pt x="28016" y="9461"/>
                </a:lnTo>
                <a:lnTo>
                  <a:pt x="27876" y="9563"/>
                </a:lnTo>
                <a:lnTo>
                  <a:pt x="28168" y="9563"/>
                </a:lnTo>
                <a:lnTo>
                  <a:pt x="28168" y="9131"/>
                </a:lnTo>
                <a:close/>
              </a:path>
              <a:path w="85725" h="18415">
                <a:moveTo>
                  <a:pt x="28486" y="8216"/>
                </a:moveTo>
                <a:lnTo>
                  <a:pt x="28168" y="7912"/>
                </a:lnTo>
                <a:lnTo>
                  <a:pt x="27419" y="7607"/>
                </a:lnTo>
                <a:lnTo>
                  <a:pt x="27139" y="7899"/>
                </a:lnTo>
                <a:lnTo>
                  <a:pt x="27393" y="7874"/>
                </a:lnTo>
                <a:lnTo>
                  <a:pt x="28486" y="8216"/>
                </a:lnTo>
                <a:close/>
              </a:path>
              <a:path w="85725" h="18415">
                <a:moveTo>
                  <a:pt x="31330" y="6045"/>
                </a:moveTo>
                <a:lnTo>
                  <a:pt x="30848" y="6324"/>
                </a:lnTo>
                <a:lnTo>
                  <a:pt x="30988" y="5969"/>
                </a:lnTo>
                <a:lnTo>
                  <a:pt x="30683" y="6045"/>
                </a:lnTo>
                <a:lnTo>
                  <a:pt x="30353" y="6096"/>
                </a:lnTo>
                <a:lnTo>
                  <a:pt x="30200" y="6311"/>
                </a:lnTo>
                <a:lnTo>
                  <a:pt x="30378" y="6451"/>
                </a:lnTo>
                <a:lnTo>
                  <a:pt x="30632" y="6451"/>
                </a:lnTo>
                <a:lnTo>
                  <a:pt x="30416" y="6184"/>
                </a:lnTo>
                <a:lnTo>
                  <a:pt x="30924" y="6019"/>
                </a:lnTo>
                <a:lnTo>
                  <a:pt x="30746" y="6515"/>
                </a:lnTo>
                <a:lnTo>
                  <a:pt x="31191" y="6413"/>
                </a:lnTo>
                <a:lnTo>
                  <a:pt x="31330" y="6045"/>
                </a:lnTo>
                <a:close/>
              </a:path>
              <a:path w="85725" h="18415">
                <a:moveTo>
                  <a:pt x="33591" y="7239"/>
                </a:moveTo>
                <a:lnTo>
                  <a:pt x="33553" y="6985"/>
                </a:lnTo>
                <a:lnTo>
                  <a:pt x="33350" y="6972"/>
                </a:lnTo>
                <a:lnTo>
                  <a:pt x="32829" y="7213"/>
                </a:lnTo>
                <a:lnTo>
                  <a:pt x="33096" y="7315"/>
                </a:lnTo>
                <a:lnTo>
                  <a:pt x="33223" y="7200"/>
                </a:lnTo>
                <a:lnTo>
                  <a:pt x="33248" y="7378"/>
                </a:lnTo>
                <a:lnTo>
                  <a:pt x="33197" y="7581"/>
                </a:lnTo>
                <a:lnTo>
                  <a:pt x="33451" y="7556"/>
                </a:lnTo>
                <a:lnTo>
                  <a:pt x="33350" y="7226"/>
                </a:lnTo>
                <a:lnTo>
                  <a:pt x="33591" y="7239"/>
                </a:lnTo>
                <a:close/>
              </a:path>
              <a:path w="85725" h="18415">
                <a:moveTo>
                  <a:pt x="38074" y="4699"/>
                </a:moveTo>
                <a:lnTo>
                  <a:pt x="37871" y="4572"/>
                </a:lnTo>
                <a:lnTo>
                  <a:pt x="37477" y="4394"/>
                </a:lnTo>
                <a:lnTo>
                  <a:pt x="37465" y="4584"/>
                </a:lnTo>
                <a:lnTo>
                  <a:pt x="37160" y="4483"/>
                </a:lnTo>
                <a:lnTo>
                  <a:pt x="37249" y="4737"/>
                </a:lnTo>
                <a:lnTo>
                  <a:pt x="37490" y="4965"/>
                </a:lnTo>
                <a:lnTo>
                  <a:pt x="37477" y="4673"/>
                </a:lnTo>
                <a:lnTo>
                  <a:pt x="37693" y="4622"/>
                </a:lnTo>
                <a:lnTo>
                  <a:pt x="37528" y="5029"/>
                </a:lnTo>
                <a:lnTo>
                  <a:pt x="38074" y="4699"/>
                </a:lnTo>
                <a:close/>
              </a:path>
              <a:path w="85725" h="18415">
                <a:moveTo>
                  <a:pt x="38252" y="5295"/>
                </a:moveTo>
                <a:lnTo>
                  <a:pt x="38214" y="4775"/>
                </a:lnTo>
                <a:lnTo>
                  <a:pt x="38074" y="4699"/>
                </a:lnTo>
                <a:lnTo>
                  <a:pt x="38036" y="4965"/>
                </a:lnTo>
                <a:lnTo>
                  <a:pt x="37884" y="4978"/>
                </a:lnTo>
                <a:lnTo>
                  <a:pt x="37757" y="4991"/>
                </a:lnTo>
                <a:lnTo>
                  <a:pt x="37820" y="5181"/>
                </a:lnTo>
                <a:lnTo>
                  <a:pt x="38036" y="5156"/>
                </a:lnTo>
                <a:lnTo>
                  <a:pt x="38049" y="5308"/>
                </a:lnTo>
                <a:lnTo>
                  <a:pt x="38252" y="5295"/>
                </a:lnTo>
                <a:close/>
              </a:path>
              <a:path w="85725" h="18415">
                <a:moveTo>
                  <a:pt x="41046" y="7747"/>
                </a:moveTo>
                <a:lnTo>
                  <a:pt x="40627" y="7658"/>
                </a:lnTo>
                <a:lnTo>
                  <a:pt x="39598" y="7543"/>
                </a:lnTo>
                <a:lnTo>
                  <a:pt x="39839" y="7975"/>
                </a:lnTo>
                <a:lnTo>
                  <a:pt x="40195" y="7645"/>
                </a:lnTo>
                <a:lnTo>
                  <a:pt x="40271" y="7886"/>
                </a:lnTo>
                <a:lnTo>
                  <a:pt x="40271" y="8089"/>
                </a:lnTo>
                <a:lnTo>
                  <a:pt x="40538" y="7747"/>
                </a:lnTo>
                <a:lnTo>
                  <a:pt x="40855" y="8115"/>
                </a:lnTo>
                <a:lnTo>
                  <a:pt x="41046" y="7747"/>
                </a:lnTo>
                <a:close/>
              </a:path>
              <a:path w="85725" h="18415">
                <a:moveTo>
                  <a:pt x="46431" y="17627"/>
                </a:moveTo>
                <a:lnTo>
                  <a:pt x="46139" y="17526"/>
                </a:lnTo>
                <a:lnTo>
                  <a:pt x="45999" y="16738"/>
                </a:lnTo>
                <a:lnTo>
                  <a:pt x="45656" y="17068"/>
                </a:lnTo>
                <a:lnTo>
                  <a:pt x="45961" y="17132"/>
                </a:lnTo>
                <a:lnTo>
                  <a:pt x="46228" y="17830"/>
                </a:lnTo>
                <a:lnTo>
                  <a:pt x="46431" y="17627"/>
                </a:lnTo>
                <a:close/>
              </a:path>
              <a:path w="85725" h="18415">
                <a:moveTo>
                  <a:pt x="46990" y="711"/>
                </a:moveTo>
                <a:lnTo>
                  <a:pt x="46850" y="660"/>
                </a:lnTo>
                <a:lnTo>
                  <a:pt x="46545" y="584"/>
                </a:lnTo>
                <a:lnTo>
                  <a:pt x="46545" y="1257"/>
                </a:lnTo>
                <a:lnTo>
                  <a:pt x="46774" y="1371"/>
                </a:lnTo>
                <a:lnTo>
                  <a:pt x="46888" y="1054"/>
                </a:lnTo>
                <a:lnTo>
                  <a:pt x="46990" y="711"/>
                </a:lnTo>
                <a:close/>
              </a:path>
              <a:path w="85725" h="18415">
                <a:moveTo>
                  <a:pt x="50685" y="14605"/>
                </a:moveTo>
                <a:lnTo>
                  <a:pt x="50355" y="14478"/>
                </a:lnTo>
                <a:lnTo>
                  <a:pt x="50152" y="14833"/>
                </a:lnTo>
                <a:lnTo>
                  <a:pt x="49911" y="15316"/>
                </a:lnTo>
                <a:lnTo>
                  <a:pt x="50126" y="15506"/>
                </a:lnTo>
                <a:lnTo>
                  <a:pt x="50266" y="15151"/>
                </a:lnTo>
                <a:lnTo>
                  <a:pt x="50355" y="14770"/>
                </a:lnTo>
                <a:lnTo>
                  <a:pt x="50685" y="14605"/>
                </a:lnTo>
                <a:close/>
              </a:path>
              <a:path w="85725" h="18415">
                <a:moveTo>
                  <a:pt x="52044" y="8305"/>
                </a:moveTo>
                <a:lnTo>
                  <a:pt x="51777" y="8305"/>
                </a:lnTo>
                <a:lnTo>
                  <a:pt x="51765" y="8572"/>
                </a:lnTo>
                <a:lnTo>
                  <a:pt x="52044" y="8305"/>
                </a:lnTo>
                <a:close/>
              </a:path>
              <a:path w="85725" h="18415">
                <a:moveTo>
                  <a:pt x="52247" y="9220"/>
                </a:moveTo>
                <a:lnTo>
                  <a:pt x="52057" y="9093"/>
                </a:lnTo>
                <a:lnTo>
                  <a:pt x="51562" y="9144"/>
                </a:lnTo>
                <a:lnTo>
                  <a:pt x="51816" y="9334"/>
                </a:lnTo>
                <a:lnTo>
                  <a:pt x="51943" y="9220"/>
                </a:lnTo>
                <a:lnTo>
                  <a:pt x="51955" y="9372"/>
                </a:lnTo>
                <a:lnTo>
                  <a:pt x="51473" y="9575"/>
                </a:lnTo>
                <a:lnTo>
                  <a:pt x="51816" y="9677"/>
                </a:lnTo>
                <a:lnTo>
                  <a:pt x="51917" y="9474"/>
                </a:lnTo>
                <a:lnTo>
                  <a:pt x="52222" y="9486"/>
                </a:lnTo>
                <a:lnTo>
                  <a:pt x="52247" y="9220"/>
                </a:lnTo>
                <a:close/>
              </a:path>
              <a:path w="85725" h="18415">
                <a:moveTo>
                  <a:pt x="52603" y="10109"/>
                </a:moveTo>
                <a:lnTo>
                  <a:pt x="51727" y="10109"/>
                </a:lnTo>
                <a:lnTo>
                  <a:pt x="50901" y="10883"/>
                </a:lnTo>
                <a:lnTo>
                  <a:pt x="49987" y="11747"/>
                </a:lnTo>
                <a:lnTo>
                  <a:pt x="49301" y="10782"/>
                </a:lnTo>
                <a:lnTo>
                  <a:pt x="48831" y="10109"/>
                </a:lnTo>
                <a:lnTo>
                  <a:pt x="47688" y="11785"/>
                </a:lnTo>
                <a:lnTo>
                  <a:pt x="48196" y="11785"/>
                </a:lnTo>
                <a:lnTo>
                  <a:pt x="49936" y="11785"/>
                </a:lnTo>
                <a:lnTo>
                  <a:pt x="50965" y="11785"/>
                </a:lnTo>
                <a:lnTo>
                  <a:pt x="52603" y="10109"/>
                </a:lnTo>
                <a:close/>
              </a:path>
              <a:path w="85725" h="18415">
                <a:moveTo>
                  <a:pt x="52908" y="6972"/>
                </a:moveTo>
                <a:lnTo>
                  <a:pt x="52489" y="6527"/>
                </a:lnTo>
                <a:lnTo>
                  <a:pt x="52438" y="6972"/>
                </a:lnTo>
                <a:lnTo>
                  <a:pt x="52908" y="6972"/>
                </a:lnTo>
                <a:close/>
              </a:path>
              <a:path w="85725" h="18415">
                <a:moveTo>
                  <a:pt x="53086" y="6527"/>
                </a:moveTo>
                <a:lnTo>
                  <a:pt x="52933" y="6527"/>
                </a:lnTo>
                <a:lnTo>
                  <a:pt x="52908" y="6972"/>
                </a:lnTo>
                <a:lnTo>
                  <a:pt x="53086" y="6527"/>
                </a:lnTo>
                <a:close/>
              </a:path>
              <a:path w="85725" h="18415">
                <a:moveTo>
                  <a:pt x="53187" y="7810"/>
                </a:moveTo>
                <a:lnTo>
                  <a:pt x="53047" y="7810"/>
                </a:lnTo>
                <a:lnTo>
                  <a:pt x="53073" y="8305"/>
                </a:lnTo>
                <a:lnTo>
                  <a:pt x="53187" y="7810"/>
                </a:lnTo>
                <a:close/>
              </a:path>
              <a:path w="85725" h="18415">
                <a:moveTo>
                  <a:pt x="54165" y="8877"/>
                </a:moveTo>
                <a:lnTo>
                  <a:pt x="53809" y="8610"/>
                </a:lnTo>
                <a:lnTo>
                  <a:pt x="53365" y="8267"/>
                </a:lnTo>
                <a:lnTo>
                  <a:pt x="52933" y="8648"/>
                </a:lnTo>
                <a:lnTo>
                  <a:pt x="53543" y="8470"/>
                </a:lnTo>
                <a:lnTo>
                  <a:pt x="54013" y="8991"/>
                </a:lnTo>
                <a:lnTo>
                  <a:pt x="54165" y="8877"/>
                </a:lnTo>
                <a:close/>
              </a:path>
              <a:path w="85725" h="18415">
                <a:moveTo>
                  <a:pt x="54902" y="9004"/>
                </a:moveTo>
                <a:lnTo>
                  <a:pt x="54508" y="8991"/>
                </a:lnTo>
                <a:lnTo>
                  <a:pt x="54635" y="9105"/>
                </a:lnTo>
                <a:lnTo>
                  <a:pt x="54635" y="9321"/>
                </a:lnTo>
                <a:lnTo>
                  <a:pt x="54902" y="9004"/>
                </a:lnTo>
                <a:close/>
              </a:path>
              <a:path w="85725" h="18415">
                <a:moveTo>
                  <a:pt x="55105" y="8305"/>
                </a:moveTo>
                <a:lnTo>
                  <a:pt x="55079" y="7810"/>
                </a:lnTo>
                <a:lnTo>
                  <a:pt x="54749" y="7810"/>
                </a:lnTo>
                <a:lnTo>
                  <a:pt x="55105" y="8305"/>
                </a:lnTo>
                <a:close/>
              </a:path>
              <a:path w="85725" h="18415">
                <a:moveTo>
                  <a:pt x="55854" y="9423"/>
                </a:moveTo>
                <a:lnTo>
                  <a:pt x="55143" y="8877"/>
                </a:lnTo>
                <a:lnTo>
                  <a:pt x="55168" y="9004"/>
                </a:lnTo>
                <a:lnTo>
                  <a:pt x="55689" y="9664"/>
                </a:lnTo>
                <a:lnTo>
                  <a:pt x="55854" y="9423"/>
                </a:lnTo>
                <a:close/>
              </a:path>
              <a:path w="85725" h="18415">
                <a:moveTo>
                  <a:pt x="58331" y="2489"/>
                </a:moveTo>
                <a:lnTo>
                  <a:pt x="57899" y="2336"/>
                </a:lnTo>
                <a:lnTo>
                  <a:pt x="57416" y="2298"/>
                </a:lnTo>
                <a:lnTo>
                  <a:pt x="57543" y="2717"/>
                </a:lnTo>
                <a:lnTo>
                  <a:pt x="58331" y="2489"/>
                </a:lnTo>
                <a:close/>
              </a:path>
              <a:path w="85725" h="18415">
                <a:moveTo>
                  <a:pt x="58864" y="2908"/>
                </a:moveTo>
                <a:lnTo>
                  <a:pt x="58801" y="2603"/>
                </a:lnTo>
                <a:lnTo>
                  <a:pt x="58762" y="2413"/>
                </a:lnTo>
                <a:lnTo>
                  <a:pt x="58534" y="2730"/>
                </a:lnTo>
                <a:lnTo>
                  <a:pt x="58331" y="2489"/>
                </a:lnTo>
                <a:lnTo>
                  <a:pt x="58432" y="2971"/>
                </a:lnTo>
                <a:lnTo>
                  <a:pt x="58864" y="2908"/>
                </a:lnTo>
                <a:close/>
              </a:path>
              <a:path w="85725" h="18415">
                <a:moveTo>
                  <a:pt x="59220" y="2857"/>
                </a:moveTo>
                <a:lnTo>
                  <a:pt x="59207" y="2628"/>
                </a:lnTo>
                <a:lnTo>
                  <a:pt x="58978" y="2514"/>
                </a:lnTo>
                <a:lnTo>
                  <a:pt x="58889" y="2908"/>
                </a:lnTo>
                <a:lnTo>
                  <a:pt x="59220" y="2857"/>
                </a:lnTo>
                <a:close/>
              </a:path>
              <a:path w="85725" h="18415">
                <a:moveTo>
                  <a:pt x="60490" y="3581"/>
                </a:moveTo>
                <a:lnTo>
                  <a:pt x="60413" y="3416"/>
                </a:lnTo>
                <a:lnTo>
                  <a:pt x="59753" y="2819"/>
                </a:lnTo>
                <a:lnTo>
                  <a:pt x="59563" y="3416"/>
                </a:lnTo>
                <a:lnTo>
                  <a:pt x="60490" y="3581"/>
                </a:lnTo>
                <a:close/>
              </a:path>
              <a:path w="85725" h="18415">
                <a:moveTo>
                  <a:pt x="61112" y="4622"/>
                </a:moveTo>
                <a:lnTo>
                  <a:pt x="60972" y="4622"/>
                </a:lnTo>
                <a:lnTo>
                  <a:pt x="60388" y="5181"/>
                </a:lnTo>
                <a:lnTo>
                  <a:pt x="60553" y="5181"/>
                </a:lnTo>
                <a:lnTo>
                  <a:pt x="61112" y="4622"/>
                </a:lnTo>
                <a:close/>
              </a:path>
              <a:path w="85725" h="18415">
                <a:moveTo>
                  <a:pt x="61341" y="1714"/>
                </a:moveTo>
                <a:lnTo>
                  <a:pt x="61125" y="1574"/>
                </a:lnTo>
                <a:lnTo>
                  <a:pt x="60858" y="1612"/>
                </a:lnTo>
                <a:lnTo>
                  <a:pt x="60794" y="2057"/>
                </a:lnTo>
                <a:lnTo>
                  <a:pt x="61048" y="2006"/>
                </a:lnTo>
                <a:lnTo>
                  <a:pt x="61264" y="1943"/>
                </a:lnTo>
                <a:lnTo>
                  <a:pt x="61341" y="1714"/>
                </a:lnTo>
                <a:close/>
              </a:path>
              <a:path w="85725" h="18415">
                <a:moveTo>
                  <a:pt x="61556" y="4076"/>
                </a:moveTo>
                <a:lnTo>
                  <a:pt x="60731" y="4076"/>
                </a:lnTo>
                <a:lnTo>
                  <a:pt x="60566" y="3721"/>
                </a:lnTo>
                <a:lnTo>
                  <a:pt x="60972" y="4622"/>
                </a:lnTo>
                <a:lnTo>
                  <a:pt x="61556" y="4076"/>
                </a:lnTo>
                <a:close/>
              </a:path>
              <a:path w="85725" h="18415">
                <a:moveTo>
                  <a:pt x="62458" y="1727"/>
                </a:moveTo>
                <a:lnTo>
                  <a:pt x="62014" y="1625"/>
                </a:lnTo>
                <a:lnTo>
                  <a:pt x="62014" y="1828"/>
                </a:lnTo>
                <a:lnTo>
                  <a:pt x="62128" y="1955"/>
                </a:lnTo>
                <a:lnTo>
                  <a:pt x="62230" y="1803"/>
                </a:lnTo>
                <a:lnTo>
                  <a:pt x="62306" y="1993"/>
                </a:lnTo>
                <a:lnTo>
                  <a:pt x="62458" y="1727"/>
                </a:lnTo>
                <a:close/>
              </a:path>
              <a:path w="85725" h="18415">
                <a:moveTo>
                  <a:pt x="63055" y="2895"/>
                </a:moveTo>
                <a:lnTo>
                  <a:pt x="62776" y="2717"/>
                </a:lnTo>
                <a:lnTo>
                  <a:pt x="62687" y="3098"/>
                </a:lnTo>
                <a:lnTo>
                  <a:pt x="62141" y="2908"/>
                </a:lnTo>
                <a:lnTo>
                  <a:pt x="62115" y="3060"/>
                </a:lnTo>
                <a:lnTo>
                  <a:pt x="62344" y="3276"/>
                </a:lnTo>
                <a:lnTo>
                  <a:pt x="62598" y="3276"/>
                </a:lnTo>
                <a:lnTo>
                  <a:pt x="63055" y="2895"/>
                </a:lnTo>
                <a:close/>
              </a:path>
              <a:path w="85725" h="18415">
                <a:moveTo>
                  <a:pt x="63119" y="4203"/>
                </a:moveTo>
                <a:lnTo>
                  <a:pt x="62674" y="4203"/>
                </a:lnTo>
                <a:lnTo>
                  <a:pt x="62598" y="4445"/>
                </a:lnTo>
                <a:lnTo>
                  <a:pt x="63004" y="4445"/>
                </a:lnTo>
                <a:lnTo>
                  <a:pt x="63119" y="4203"/>
                </a:lnTo>
                <a:close/>
              </a:path>
              <a:path w="85725" h="18415">
                <a:moveTo>
                  <a:pt x="63919" y="825"/>
                </a:moveTo>
                <a:lnTo>
                  <a:pt x="62953" y="622"/>
                </a:lnTo>
                <a:lnTo>
                  <a:pt x="63119" y="1727"/>
                </a:lnTo>
                <a:lnTo>
                  <a:pt x="62471" y="1727"/>
                </a:lnTo>
                <a:lnTo>
                  <a:pt x="62471" y="2032"/>
                </a:lnTo>
                <a:lnTo>
                  <a:pt x="62649" y="1955"/>
                </a:lnTo>
                <a:lnTo>
                  <a:pt x="62471" y="2159"/>
                </a:lnTo>
                <a:lnTo>
                  <a:pt x="63119" y="1930"/>
                </a:lnTo>
                <a:lnTo>
                  <a:pt x="63271" y="1193"/>
                </a:lnTo>
                <a:lnTo>
                  <a:pt x="63804" y="825"/>
                </a:lnTo>
                <a:close/>
              </a:path>
              <a:path w="85725" h="18415">
                <a:moveTo>
                  <a:pt x="64109" y="3314"/>
                </a:moveTo>
                <a:lnTo>
                  <a:pt x="62623" y="3492"/>
                </a:lnTo>
                <a:lnTo>
                  <a:pt x="62572" y="3721"/>
                </a:lnTo>
                <a:lnTo>
                  <a:pt x="62598" y="3479"/>
                </a:lnTo>
                <a:lnTo>
                  <a:pt x="62471" y="3365"/>
                </a:lnTo>
                <a:lnTo>
                  <a:pt x="62230" y="3403"/>
                </a:lnTo>
                <a:lnTo>
                  <a:pt x="62141" y="3695"/>
                </a:lnTo>
                <a:lnTo>
                  <a:pt x="62458" y="3606"/>
                </a:lnTo>
                <a:lnTo>
                  <a:pt x="62458" y="3835"/>
                </a:lnTo>
                <a:lnTo>
                  <a:pt x="62509" y="4025"/>
                </a:lnTo>
                <a:lnTo>
                  <a:pt x="62471" y="4203"/>
                </a:lnTo>
                <a:lnTo>
                  <a:pt x="62674" y="4203"/>
                </a:lnTo>
                <a:lnTo>
                  <a:pt x="62725" y="4025"/>
                </a:lnTo>
                <a:lnTo>
                  <a:pt x="63207" y="4025"/>
                </a:lnTo>
                <a:lnTo>
                  <a:pt x="63119" y="4203"/>
                </a:lnTo>
                <a:lnTo>
                  <a:pt x="64033" y="4025"/>
                </a:lnTo>
                <a:lnTo>
                  <a:pt x="64109" y="3314"/>
                </a:lnTo>
                <a:close/>
              </a:path>
              <a:path w="85725" h="18415">
                <a:moveTo>
                  <a:pt x="66382" y="3162"/>
                </a:moveTo>
                <a:lnTo>
                  <a:pt x="66154" y="2933"/>
                </a:lnTo>
                <a:lnTo>
                  <a:pt x="65887" y="2984"/>
                </a:lnTo>
                <a:lnTo>
                  <a:pt x="65671" y="3048"/>
                </a:lnTo>
                <a:lnTo>
                  <a:pt x="65608" y="3276"/>
                </a:lnTo>
                <a:lnTo>
                  <a:pt x="65874" y="3276"/>
                </a:lnTo>
                <a:lnTo>
                  <a:pt x="65951" y="3086"/>
                </a:lnTo>
                <a:lnTo>
                  <a:pt x="66268" y="3162"/>
                </a:lnTo>
                <a:close/>
              </a:path>
              <a:path w="85725" h="18415">
                <a:moveTo>
                  <a:pt x="66852" y="12903"/>
                </a:moveTo>
                <a:lnTo>
                  <a:pt x="66738" y="12687"/>
                </a:lnTo>
                <a:lnTo>
                  <a:pt x="66382" y="12687"/>
                </a:lnTo>
                <a:lnTo>
                  <a:pt x="66281" y="12903"/>
                </a:lnTo>
                <a:lnTo>
                  <a:pt x="66052" y="13030"/>
                </a:lnTo>
                <a:lnTo>
                  <a:pt x="66433" y="12877"/>
                </a:lnTo>
                <a:lnTo>
                  <a:pt x="66649" y="13081"/>
                </a:lnTo>
                <a:lnTo>
                  <a:pt x="66852" y="12903"/>
                </a:lnTo>
                <a:close/>
              </a:path>
              <a:path w="85725" h="18415">
                <a:moveTo>
                  <a:pt x="68326" y="4368"/>
                </a:moveTo>
                <a:lnTo>
                  <a:pt x="67843" y="4495"/>
                </a:lnTo>
                <a:lnTo>
                  <a:pt x="67830" y="4178"/>
                </a:lnTo>
                <a:lnTo>
                  <a:pt x="68072" y="4064"/>
                </a:lnTo>
                <a:lnTo>
                  <a:pt x="67627" y="3924"/>
                </a:lnTo>
                <a:lnTo>
                  <a:pt x="67779" y="4483"/>
                </a:lnTo>
                <a:lnTo>
                  <a:pt x="67500" y="4178"/>
                </a:lnTo>
                <a:lnTo>
                  <a:pt x="67449" y="4559"/>
                </a:lnTo>
                <a:lnTo>
                  <a:pt x="67830" y="4508"/>
                </a:lnTo>
                <a:lnTo>
                  <a:pt x="67945" y="4737"/>
                </a:lnTo>
                <a:lnTo>
                  <a:pt x="68287" y="4737"/>
                </a:lnTo>
                <a:lnTo>
                  <a:pt x="68326" y="4368"/>
                </a:lnTo>
                <a:close/>
              </a:path>
              <a:path w="85725" h="18415">
                <a:moveTo>
                  <a:pt x="70180" y="15811"/>
                </a:moveTo>
                <a:lnTo>
                  <a:pt x="69964" y="15608"/>
                </a:lnTo>
                <a:lnTo>
                  <a:pt x="69862" y="15900"/>
                </a:lnTo>
                <a:lnTo>
                  <a:pt x="69215" y="16205"/>
                </a:lnTo>
                <a:lnTo>
                  <a:pt x="69519" y="16497"/>
                </a:lnTo>
                <a:lnTo>
                  <a:pt x="69545" y="16129"/>
                </a:lnTo>
                <a:lnTo>
                  <a:pt x="70180" y="15811"/>
                </a:lnTo>
                <a:close/>
              </a:path>
              <a:path w="85725" h="18415">
                <a:moveTo>
                  <a:pt x="70764" y="9512"/>
                </a:moveTo>
                <a:lnTo>
                  <a:pt x="70548" y="8978"/>
                </a:lnTo>
                <a:lnTo>
                  <a:pt x="70243" y="9067"/>
                </a:lnTo>
                <a:lnTo>
                  <a:pt x="70180" y="8915"/>
                </a:lnTo>
                <a:lnTo>
                  <a:pt x="69850" y="9334"/>
                </a:lnTo>
                <a:lnTo>
                  <a:pt x="70142" y="9461"/>
                </a:lnTo>
                <a:lnTo>
                  <a:pt x="70383" y="9004"/>
                </a:lnTo>
                <a:lnTo>
                  <a:pt x="70510" y="9334"/>
                </a:lnTo>
                <a:lnTo>
                  <a:pt x="70307" y="9448"/>
                </a:lnTo>
                <a:lnTo>
                  <a:pt x="70764" y="9512"/>
                </a:lnTo>
                <a:close/>
              </a:path>
              <a:path w="85725" h="18415">
                <a:moveTo>
                  <a:pt x="71183" y="1612"/>
                </a:moveTo>
                <a:lnTo>
                  <a:pt x="70866" y="1651"/>
                </a:lnTo>
                <a:lnTo>
                  <a:pt x="70129" y="2298"/>
                </a:lnTo>
                <a:lnTo>
                  <a:pt x="70637" y="2159"/>
                </a:lnTo>
                <a:lnTo>
                  <a:pt x="70510" y="2044"/>
                </a:lnTo>
                <a:lnTo>
                  <a:pt x="70739" y="1981"/>
                </a:lnTo>
                <a:lnTo>
                  <a:pt x="71183" y="2171"/>
                </a:lnTo>
                <a:lnTo>
                  <a:pt x="71183" y="1612"/>
                </a:lnTo>
                <a:close/>
              </a:path>
              <a:path w="85725" h="18415">
                <a:moveTo>
                  <a:pt x="72199" y="2501"/>
                </a:moveTo>
                <a:lnTo>
                  <a:pt x="71793" y="2463"/>
                </a:lnTo>
                <a:lnTo>
                  <a:pt x="71348" y="3009"/>
                </a:lnTo>
                <a:lnTo>
                  <a:pt x="71589" y="2755"/>
                </a:lnTo>
                <a:lnTo>
                  <a:pt x="72136" y="2882"/>
                </a:lnTo>
                <a:lnTo>
                  <a:pt x="72199" y="2501"/>
                </a:lnTo>
                <a:close/>
              </a:path>
              <a:path w="85725" h="18415">
                <a:moveTo>
                  <a:pt x="72732" y="13157"/>
                </a:moveTo>
                <a:lnTo>
                  <a:pt x="72567" y="12966"/>
                </a:lnTo>
                <a:lnTo>
                  <a:pt x="72339" y="12890"/>
                </a:lnTo>
                <a:lnTo>
                  <a:pt x="72250" y="13042"/>
                </a:lnTo>
                <a:lnTo>
                  <a:pt x="71602" y="13106"/>
                </a:lnTo>
                <a:lnTo>
                  <a:pt x="71983" y="13347"/>
                </a:lnTo>
                <a:lnTo>
                  <a:pt x="72453" y="13030"/>
                </a:lnTo>
                <a:lnTo>
                  <a:pt x="72212" y="13462"/>
                </a:lnTo>
                <a:lnTo>
                  <a:pt x="72555" y="13335"/>
                </a:lnTo>
                <a:lnTo>
                  <a:pt x="72669" y="13563"/>
                </a:lnTo>
                <a:lnTo>
                  <a:pt x="72732" y="13157"/>
                </a:lnTo>
                <a:close/>
              </a:path>
              <a:path w="85725" h="18415">
                <a:moveTo>
                  <a:pt x="72758" y="5638"/>
                </a:moveTo>
                <a:lnTo>
                  <a:pt x="72034" y="6032"/>
                </a:lnTo>
                <a:lnTo>
                  <a:pt x="71589" y="6692"/>
                </a:lnTo>
                <a:lnTo>
                  <a:pt x="71132" y="6946"/>
                </a:lnTo>
                <a:lnTo>
                  <a:pt x="70929" y="6959"/>
                </a:lnTo>
                <a:lnTo>
                  <a:pt x="70853" y="7086"/>
                </a:lnTo>
                <a:lnTo>
                  <a:pt x="70853" y="7543"/>
                </a:lnTo>
                <a:lnTo>
                  <a:pt x="71323" y="7226"/>
                </a:lnTo>
                <a:lnTo>
                  <a:pt x="72720" y="6743"/>
                </a:lnTo>
                <a:lnTo>
                  <a:pt x="72758" y="6083"/>
                </a:lnTo>
                <a:lnTo>
                  <a:pt x="72428" y="6781"/>
                </a:lnTo>
                <a:lnTo>
                  <a:pt x="71831" y="6858"/>
                </a:lnTo>
                <a:lnTo>
                  <a:pt x="72123" y="6096"/>
                </a:lnTo>
                <a:lnTo>
                  <a:pt x="72758" y="5638"/>
                </a:lnTo>
                <a:close/>
              </a:path>
              <a:path w="85725" h="18415">
                <a:moveTo>
                  <a:pt x="72847" y="9067"/>
                </a:moveTo>
                <a:lnTo>
                  <a:pt x="72326" y="8991"/>
                </a:lnTo>
                <a:lnTo>
                  <a:pt x="71983" y="9105"/>
                </a:lnTo>
                <a:lnTo>
                  <a:pt x="71983" y="9398"/>
                </a:lnTo>
                <a:lnTo>
                  <a:pt x="72161" y="9321"/>
                </a:lnTo>
                <a:lnTo>
                  <a:pt x="71983" y="9550"/>
                </a:lnTo>
                <a:lnTo>
                  <a:pt x="72453" y="9423"/>
                </a:lnTo>
                <a:lnTo>
                  <a:pt x="72148" y="9359"/>
                </a:lnTo>
                <a:lnTo>
                  <a:pt x="72847" y="9067"/>
                </a:lnTo>
                <a:close/>
              </a:path>
              <a:path w="85725" h="18415">
                <a:moveTo>
                  <a:pt x="77584" y="3670"/>
                </a:moveTo>
                <a:lnTo>
                  <a:pt x="77241" y="3949"/>
                </a:lnTo>
                <a:lnTo>
                  <a:pt x="77012" y="4051"/>
                </a:lnTo>
                <a:lnTo>
                  <a:pt x="76898" y="3835"/>
                </a:lnTo>
                <a:lnTo>
                  <a:pt x="77012" y="4178"/>
                </a:lnTo>
                <a:lnTo>
                  <a:pt x="77279" y="4152"/>
                </a:lnTo>
                <a:lnTo>
                  <a:pt x="77355" y="3975"/>
                </a:lnTo>
                <a:lnTo>
                  <a:pt x="77571" y="4178"/>
                </a:lnTo>
                <a:lnTo>
                  <a:pt x="77584" y="3670"/>
                </a:lnTo>
                <a:close/>
              </a:path>
              <a:path w="85725" h="18415">
                <a:moveTo>
                  <a:pt x="78917" y="7302"/>
                </a:moveTo>
                <a:lnTo>
                  <a:pt x="78613" y="7302"/>
                </a:lnTo>
                <a:lnTo>
                  <a:pt x="78549" y="7480"/>
                </a:lnTo>
                <a:lnTo>
                  <a:pt x="78701" y="7658"/>
                </a:lnTo>
                <a:lnTo>
                  <a:pt x="78574" y="7658"/>
                </a:lnTo>
                <a:lnTo>
                  <a:pt x="78447" y="7683"/>
                </a:lnTo>
                <a:lnTo>
                  <a:pt x="78486" y="7861"/>
                </a:lnTo>
                <a:lnTo>
                  <a:pt x="78790" y="7823"/>
                </a:lnTo>
                <a:lnTo>
                  <a:pt x="78867" y="7556"/>
                </a:lnTo>
                <a:lnTo>
                  <a:pt x="78917" y="7302"/>
                </a:lnTo>
                <a:close/>
              </a:path>
              <a:path w="85725" h="18415">
                <a:moveTo>
                  <a:pt x="81661" y="11734"/>
                </a:moveTo>
                <a:lnTo>
                  <a:pt x="80822" y="10756"/>
                </a:lnTo>
                <a:lnTo>
                  <a:pt x="80606" y="11137"/>
                </a:lnTo>
                <a:lnTo>
                  <a:pt x="80784" y="11328"/>
                </a:lnTo>
                <a:lnTo>
                  <a:pt x="81127" y="11366"/>
                </a:lnTo>
                <a:lnTo>
                  <a:pt x="81165" y="11696"/>
                </a:lnTo>
                <a:lnTo>
                  <a:pt x="81661" y="11734"/>
                </a:lnTo>
                <a:close/>
              </a:path>
              <a:path w="85725" h="18415">
                <a:moveTo>
                  <a:pt x="82842" y="9893"/>
                </a:moveTo>
                <a:lnTo>
                  <a:pt x="82473" y="9956"/>
                </a:lnTo>
                <a:lnTo>
                  <a:pt x="81889" y="10401"/>
                </a:lnTo>
                <a:lnTo>
                  <a:pt x="82054" y="10668"/>
                </a:lnTo>
                <a:lnTo>
                  <a:pt x="82397" y="10452"/>
                </a:lnTo>
                <a:lnTo>
                  <a:pt x="82156" y="10299"/>
                </a:lnTo>
                <a:lnTo>
                  <a:pt x="82753" y="10058"/>
                </a:lnTo>
                <a:lnTo>
                  <a:pt x="82842" y="9893"/>
                </a:lnTo>
                <a:close/>
              </a:path>
              <a:path w="85725" h="18415">
                <a:moveTo>
                  <a:pt x="82892" y="15633"/>
                </a:moveTo>
                <a:lnTo>
                  <a:pt x="81965" y="15087"/>
                </a:lnTo>
                <a:lnTo>
                  <a:pt x="81851" y="15252"/>
                </a:lnTo>
                <a:lnTo>
                  <a:pt x="82257" y="15328"/>
                </a:lnTo>
                <a:lnTo>
                  <a:pt x="82626" y="15976"/>
                </a:lnTo>
                <a:lnTo>
                  <a:pt x="82626" y="15824"/>
                </a:lnTo>
                <a:lnTo>
                  <a:pt x="82892" y="15633"/>
                </a:lnTo>
                <a:close/>
              </a:path>
              <a:path w="85725" h="18415">
                <a:moveTo>
                  <a:pt x="83185" y="13830"/>
                </a:moveTo>
                <a:lnTo>
                  <a:pt x="82651" y="13271"/>
                </a:lnTo>
                <a:lnTo>
                  <a:pt x="81572" y="13741"/>
                </a:lnTo>
                <a:lnTo>
                  <a:pt x="81610" y="14262"/>
                </a:lnTo>
                <a:lnTo>
                  <a:pt x="81711" y="13906"/>
                </a:lnTo>
                <a:lnTo>
                  <a:pt x="82194" y="13931"/>
                </a:lnTo>
                <a:lnTo>
                  <a:pt x="82397" y="13703"/>
                </a:lnTo>
                <a:lnTo>
                  <a:pt x="82346" y="14122"/>
                </a:lnTo>
                <a:lnTo>
                  <a:pt x="82765" y="13716"/>
                </a:lnTo>
                <a:lnTo>
                  <a:pt x="83185" y="13830"/>
                </a:lnTo>
                <a:close/>
              </a:path>
              <a:path w="85725" h="18415">
                <a:moveTo>
                  <a:pt x="85293" y="13589"/>
                </a:moveTo>
                <a:lnTo>
                  <a:pt x="84899" y="13055"/>
                </a:lnTo>
                <a:lnTo>
                  <a:pt x="84747" y="13246"/>
                </a:lnTo>
                <a:lnTo>
                  <a:pt x="84924" y="13296"/>
                </a:lnTo>
                <a:lnTo>
                  <a:pt x="84721" y="13385"/>
                </a:lnTo>
                <a:lnTo>
                  <a:pt x="84747" y="13589"/>
                </a:lnTo>
                <a:lnTo>
                  <a:pt x="85102" y="13525"/>
                </a:lnTo>
                <a:lnTo>
                  <a:pt x="85051" y="13893"/>
                </a:lnTo>
                <a:lnTo>
                  <a:pt x="85293" y="13919"/>
                </a:lnTo>
                <a:lnTo>
                  <a:pt x="85293" y="13589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bg object 93"/>
          <p:cNvSpPr/>
          <p:nvPr/>
        </p:nvSpPr>
        <p:spPr>
          <a:xfrm>
            <a:off x="1947240" y="855890"/>
            <a:ext cx="95250" cy="24130"/>
          </a:xfrm>
          <a:custGeom>
            <a:avLst/>
            <a:gdLst/>
            <a:ahLst/>
            <a:cxnLst/>
            <a:rect l="l" t="t" r="r" b="b"/>
            <a:pathLst>
              <a:path w="95250" h="24130">
                <a:moveTo>
                  <a:pt x="762" y="21094"/>
                </a:moveTo>
                <a:lnTo>
                  <a:pt x="711" y="20955"/>
                </a:lnTo>
                <a:lnTo>
                  <a:pt x="215" y="20955"/>
                </a:lnTo>
                <a:lnTo>
                  <a:pt x="533" y="21094"/>
                </a:lnTo>
                <a:lnTo>
                  <a:pt x="660" y="21209"/>
                </a:lnTo>
                <a:lnTo>
                  <a:pt x="266" y="21209"/>
                </a:lnTo>
                <a:lnTo>
                  <a:pt x="0" y="21297"/>
                </a:lnTo>
                <a:lnTo>
                  <a:pt x="101" y="21767"/>
                </a:lnTo>
                <a:lnTo>
                  <a:pt x="533" y="21831"/>
                </a:lnTo>
                <a:lnTo>
                  <a:pt x="482" y="21412"/>
                </a:lnTo>
                <a:lnTo>
                  <a:pt x="762" y="21310"/>
                </a:lnTo>
                <a:lnTo>
                  <a:pt x="762" y="21094"/>
                </a:lnTo>
                <a:close/>
              </a:path>
              <a:path w="95250" h="24130">
                <a:moveTo>
                  <a:pt x="8013" y="10401"/>
                </a:moveTo>
                <a:lnTo>
                  <a:pt x="8001" y="9639"/>
                </a:lnTo>
                <a:lnTo>
                  <a:pt x="8013" y="10553"/>
                </a:lnTo>
                <a:lnTo>
                  <a:pt x="8013" y="10401"/>
                </a:lnTo>
                <a:close/>
              </a:path>
              <a:path w="95250" h="24130">
                <a:moveTo>
                  <a:pt x="15113" y="9664"/>
                </a:moveTo>
                <a:lnTo>
                  <a:pt x="14884" y="9702"/>
                </a:lnTo>
                <a:lnTo>
                  <a:pt x="14846" y="9537"/>
                </a:lnTo>
                <a:lnTo>
                  <a:pt x="14655" y="9550"/>
                </a:lnTo>
                <a:lnTo>
                  <a:pt x="14973" y="9906"/>
                </a:lnTo>
                <a:lnTo>
                  <a:pt x="14617" y="10248"/>
                </a:lnTo>
                <a:lnTo>
                  <a:pt x="14986" y="10439"/>
                </a:lnTo>
                <a:lnTo>
                  <a:pt x="15011" y="10172"/>
                </a:lnTo>
                <a:lnTo>
                  <a:pt x="15011" y="9906"/>
                </a:lnTo>
                <a:lnTo>
                  <a:pt x="14871" y="9766"/>
                </a:lnTo>
                <a:lnTo>
                  <a:pt x="15113" y="9664"/>
                </a:lnTo>
                <a:close/>
              </a:path>
              <a:path w="95250" h="24130">
                <a:moveTo>
                  <a:pt x="21602" y="10566"/>
                </a:moveTo>
                <a:lnTo>
                  <a:pt x="21463" y="10185"/>
                </a:lnTo>
                <a:lnTo>
                  <a:pt x="21120" y="9410"/>
                </a:lnTo>
                <a:lnTo>
                  <a:pt x="20701" y="9677"/>
                </a:lnTo>
                <a:lnTo>
                  <a:pt x="21094" y="9880"/>
                </a:lnTo>
                <a:lnTo>
                  <a:pt x="21259" y="10325"/>
                </a:lnTo>
                <a:lnTo>
                  <a:pt x="21602" y="10566"/>
                </a:lnTo>
                <a:close/>
              </a:path>
              <a:path w="95250" h="24130">
                <a:moveTo>
                  <a:pt x="23837" y="21996"/>
                </a:moveTo>
                <a:lnTo>
                  <a:pt x="23609" y="21958"/>
                </a:lnTo>
                <a:lnTo>
                  <a:pt x="23609" y="21678"/>
                </a:lnTo>
                <a:lnTo>
                  <a:pt x="23368" y="21653"/>
                </a:lnTo>
                <a:lnTo>
                  <a:pt x="23266" y="21793"/>
                </a:lnTo>
                <a:lnTo>
                  <a:pt x="23228" y="21958"/>
                </a:lnTo>
                <a:lnTo>
                  <a:pt x="23253" y="22212"/>
                </a:lnTo>
                <a:lnTo>
                  <a:pt x="23622" y="22326"/>
                </a:lnTo>
                <a:lnTo>
                  <a:pt x="23545" y="22034"/>
                </a:lnTo>
                <a:lnTo>
                  <a:pt x="23723" y="21996"/>
                </a:lnTo>
                <a:close/>
              </a:path>
              <a:path w="95250" h="24130">
                <a:moveTo>
                  <a:pt x="25311" y="12496"/>
                </a:moveTo>
                <a:lnTo>
                  <a:pt x="25044" y="12369"/>
                </a:lnTo>
                <a:lnTo>
                  <a:pt x="25019" y="12560"/>
                </a:lnTo>
                <a:lnTo>
                  <a:pt x="25006" y="12750"/>
                </a:lnTo>
                <a:lnTo>
                  <a:pt x="24993" y="12966"/>
                </a:lnTo>
                <a:lnTo>
                  <a:pt x="25260" y="13004"/>
                </a:lnTo>
                <a:lnTo>
                  <a:pt x="25285" y="12738"/>
                </a:lnTo>
                <a:lnTo>
                  <a:pt x="25311" y="12496"/>
                </a:lnTo>
                <a:close/>
              </a:path>
              <a:path w="95250" h="24130">
                <a:moveTo>
                  <a:pt x="30670" y="8229"/>
                </a:moveTo>
                <a:lnTo>
                  <a:pt x="30391" y="8242"/>
                </a:lnTo>
                <a:lnTo>
                  <a:pt x="30251" y="8064"/>
                </a:lnTo>
                <a:lnTo>
                  <a:pt x="30441" y="7899"/>
                </a:lnTo>
                <a:lnTo>
                  <a:pt x="29959" y="8051"/>
                </a:lnTo>
                <a:lnTo>
                  <a:pt x="30137" y="8229"/>
                </a:lnTo>
                <a:lnTo>
                  <a:pt x="30467" y="8547"/>
                </a:lnTo>
                <a:lnTo>
                  <a:pt x="30670" y="8229"/>
                </a:lnTo>
                <a:close/>
              </a:path>
              <a:path w="95250" h="24130">
                <a:moveTo>
                  <a:pt x="31330" y="13792"/>
                </a:moveTo>
                <a:lnTo>
                  <a:pt x="31102" y="13792"/>
                </a:lnTo>
                <a:lnTo>
                  <a:pt x="31127" y="13576"/>
                </a:lnTo>
                <a:lnTo>
                  <a:pt x="31102" y="13385"/>
                </a:lnTo>
                <a:lnTo>
                  <a:pt x="30949" y="13423"/>
                </a:lnTo>
                <a:lnTo>
                  <a:pt x="30619" y="13220"/>
                </a:lnTo>
                <a:lnTo>
                  <a:pt x="30619" y="13423"/>
                </a:lnTo>
                <a:lnTo>
                  <a:pt x="30949" y="13449"/>
                </a:lnTo>
                <a:lnTo>
                  <a:pt x="31115" y="14211"/>
                </a:lnTo>
                <a:lnTo>
                  <a:pt x="31330" y="13792"/>
                </a:lnTo>
                <a:close/>
              </a:path>
              <a:path w="95250" h="24130">
                <a:moveTo>
                  <a:pt x="33731" y="11188"/>
                </a:moveTo>
                <a:lnTo>
                  <a:pt x="33667" y="10972"/>
                </a:lnTo>
                <a:lnTo>
                  <a:pt x="33489" y="10871"/>
                </a:lnTo>
                <a:lnTo>
                  <a:pt x="33553" y="11239"/>
                </a:lnTo>
                <a:lnTo>
                  <a:pt x="33489" y="11391"/>
                </a:lnTo>
                <a:lnTo>
                  <a:pt x="33705" y="11468"/>
                </a:lnTo>
                <a:lnTo>
                  <a:pt x="33731" y="11188"/>
                </a:lnTo>
                <a:close/>
              </a:path>
              <a:path w="95250" h="24130">
                <a:moveTo>
                  <a:pt x="37045" y="15455"/>
                </a:moveTo>
                <a:lnTo>
                  <a:pt x="36817" y="15265"/>
                </a:lnTo>
                <a:lnTo>
                  <a:pt x="36741" y="15519"/>
                </a:lnTo>
                <a:lnTo>
                  <a:pt x="36131" y="15824"/>
                </a:lnTo>
                <a:lnTo>
                  <a:pt x="36372" y="16052"/>
                </a:lnTo>
                <a:lnTo>
                  <a:pt x="36512" y="15849"/>
                </a:lnTo>
                <a:lnTo>
                  <a:pt x="37045" y="15455"/>
                </a:lnTo>
                <a:close/>
              </a:path>
              <a:path w="95250" h="24130">
                <a:moveTo>
                  <a:pt x="37299" y="16040"/>
                </a:moveTo>
                <a:lnTo>
                  <a:pt x="37084" y="16014"/>
                </a:lnTo>
                <a:lnTo>
                  <a:pt x="37045" y="15849"/>
                </a:lnTo>
                <a:lnTo>
                  <a:pt x="36741" y="15900"/>
                </a:lnTo>
                <a:lnTo>
                  <a:pt x="36715" y="16192"/>
                </a:lnTo>
                <a:lnTo>
                  <a:pt x="36982" y="16357"/>
                </a:lnTo>
                <a:lnTo>
                  <a:pt x="37071" y="16192"/>
                </a:lnTo>
                <a:lnTo>
                  <a:pt x="37287" y="16052"/>
                </a:lnTo>
                <a:close/>
              </a:path>
              <a:path w="95250" h="24130">
                <a:moveTo>
                  <a:pt x="38138" y="16294"/>
                </a:moveTo>
                <a:lnTo>
                  <a:pt x="37947" y="16065"/>
                </a:lnTo>
                <a:lnTo>
                  <a:pt x="37922" y="15671"/>
                </a:lnTo>
                <a:lnTo>
                  <a:pt x="37515" y="15862"/>
                </a:lnTo>
                <a:lnTo>
                  <a:pt x="37490" y="16154"/>
                </a:lnTo>
                <a:lnTo>
                  <a:pt x="37706" y="16205"/>
                </a:lnTo>
                <a:lnTo>
                  <a:pt x="37833" y="16344"/>
                </a:lnTo>
                <a:lnTo>
                  <a:pt x="38138" y="16294"/>
                </a:lnTo>
                <a:close/>
              </a:path>
              <a:path w="95250" h="24130">
                <a:moveTo>
                  <a:pt x="38290" y="7797"/>
                </a:moveTo>
                <a:lnTo>
                  <a:pt x="38049" y="7874"/>
                </a:lnTo>
                <a:lnTo>
                  <a:pt x="37617" y="7289"/>
                </a:lnTo>
                <a:lnTo>
                  <a:pt x="37452" y="7632"/>
                </a:lnTo>
                <a:lnTo>
                  <a:pt x="37553" y="7797"/>
                </a:lnTo>
                <a:lnTo>
                  <a:pt x="38087" y="8013"/>
                </a:lnTo>
                <a:lnTo>
                  <a:pt x="38290" y="7797"/>
                </a:lnTo>
                <a:close/>
              </a:path>
              <a:path w="95250" h="24130">
                <a:moveTo>
                  <a:pt x="40182" y="16878"/>
                </a:moveTo>
                <a:lnTo>
                  <a:pt x="40119" y="16484"/>
                </a:lnTo>
                <a:lnTo>
                  <a:pt x="39890" y="16357"/>
                </a:lnTo>
                <a:lnTo>
                  <a:pt x="39573" y="16637"/>
                </a:lnTo>
                <a:lnTo>
                  <a:pt x="39814" y="16751"/>
                </a:lnTo>
                <a:lnTo>
                  <a:pt x="39852" y="16510"/>
                </a:lnTo>
                <a:lnTo>
                  <a:pt x="40055" y="16878"/>
                </a:lnTo>
                <a:lnTo>
                  <a:pt x="40182" y="16878"/>
                </a:lnTo>
                <a:close/>
              </a:path>
              <a:path w="95250" h="24130">
                <a:moveTo>
                  <a:pt x="42341" y="7061"/>
                </a:moveTo>
                <a:lnTo>
                  <a:pt x="42189" y="6667"/>
                </a:lnTo>
                <a:lnTo>
                  <a:pt x="42202" y="6921"/>
                </a:lnTo>
                <a:lnTo>
                  <a:pt x="41668" y="6527"/>
                </a:lnTo>
                <a:lnTo>
                  <a:pt x="41694" y="6807"/>
                </a:lnTo>
                <a:lnTo>
                  <a:pt x="42011" y="6832"/>
                </a:lnTo>
                <a:lnTo>
                  <a:pt x="42138" y="6959"/>
                </a:lnTo>
                <a:lnTo>
                  <a:pt x="42341" y="7061"/>
                </a:lnTo>
                <a:close/>
              </a:path>
              <a:path w="95250" h="24130">
                <a:moveTo>
                  <a:pt x="43903" y="7480"/>
                </a:moveTo>
                <a:lnTo>
                  <a:pt x="43738" y="7289"/>
                </a:lnTo>
                <a:lnTo>
                  <a:pt x="43522" y="7467"/>
                </a:lnTo>
                <a:lnTo>
                  <a:pt x="43484" y="7683"/>
                </a:lnTo>
                <a:lnTo>
                  <a:pt x="43522" y="7823"/>
                </a:lnTo>
                <a:lnTo>
                  <a:pt x="43675" y="7861"/>
                </a:lnTo>
                <a:lnTo>
                  <a:pt x="43611" y="7556"/>
                </a:lnTo>
                <a:lnTo>
                  <a:pt x="43903" y="7480"/>
                </a:lnTo>
                <a:close/>
              </a:path>
              <a:path w="95250" h="24130">
                <a:moveTo>
                  <a:pt x="44780" y="15608"/>
                </a:moveTo>
                <a:lnTo>
                  <a:pt x="44208" y="15646"/>
                </a:lnTo>
                <a:lnTo>
                  <a:pt x="44056" y="16141"/>
                </a:lnTo>
                <a:lnTo>
                  <a:pt x="43662" y="16395"/>
                </a:lnTo>
                <a:lnTo>
                  <a:pt x="44132" y="16217"/>
                </a:lnTo>
                <a:lnTo>
                  <a:pt x="44386" y="15836"/>
                </a:lnTo>
                <a:lnTo>
                  <a:pt x="44780" y="15608"/>
                </a:lnTo>
                <a:close/>
              </a:path>
              <a:path w="95250" h="24130">
                <a:moveTo>
                  <a:pt x="45008" y="11239"/>
                </a:moveTo>
                <a:lnTo>
                  <a:pt x="44742" y="11087"/>
                </a:lnTo>
                <a:lnTo>
                  <a:pt x="44602" y="11531"/>
                </a:lnTo>
                <a:lnTo>
                  <a:pt x="44564" y="11239"/>
                </a:lnTo>
                <a:lnTo>
                  <a:pt x="44335" y="11430"/>
                </a:lnTo>
                <a:lnTo>
                  <a:pt x="44221" y="11569"/>
                </a:lnTo>
                <a:lnTo>
                  <a:pt x="44678" y="11645"/>
                </a:lnTo>
                <a:lnTo>
                  <a:pt x="44805" y="11417"/>
                </a:lnTo>
                <a:lnTo>
                  <a:pt x="45008" y="11239"/>
                </a:lnTo>
                <a:close/>
              </a:path>
              <a:path w="95250" h="24130">
                <a:moveTo>
                  <a:pt x="45313" y="16344"/>
                </a:moveTo>
                <a:lnTo>
                  <a:pt x="44894" y="16040"/>
                </a:lnTo>
                <a:lnTo>
                  <a:pt x="45224" y="15811"/>
                </a:lnTo>
                <a:lnTo>
                  <a:pt x="44894" y="15811"/>
                </a:lnTo>
                <a:lnTo>
                  <a:pt x="44767" y="16154"/>
                </a:lnTo>
                <a:lnTo>
                  <a:pt x="45008" y="16268"/>
                </a:lnTo>
                <a:lnTo>
                  <a:pt x="44780" y="16395"/>
                </a:lnTo>
                <a:lnTo>
                  <a:pt x="45313" y="16344"/>
                </a:lnTo>
                <a:close/>
              </a:path>
              <a:path w="95250" h="24130">
                <a:moveTo>
                  <a:pt x="45339" y="14008"/>
                </a:moveTo>
                <a:lnTo>
                  <a:pt x="45250" y="13868"/>
                </a:lnTo>
                <a:lnTo>
                  <a:pt x="44792" y="13804"/>
                </a:lnTo>
                <a:lnTo>
                  <a:pt x="44767" y="14058"/>
                </a:lnTo>
                <a:lnTo>
                  <a:pt x="44932" y="14020"/>
                </a:lnTo>
                <a:lnTo>
                  <a:pt x="45313" y="14224"/>
                </a:lnTo>
                <a:lnTo>
                  <a:pt x="45339" y="14008"/>
                </a:lnTo>
                <a:close/>
              </a:path>
              <a:path w="95250" h="24130">
                <a:moveTo>
                  <a:pt x="46062" y="4495"/>
                </a:moveTo>
                <a:lnTo>
                  <a:pt x="45631" y="4495"/>
                </a:lnTo>
                <a:lnTo>
                  <a:pt x="45605" y="4749"/>
                </a:lnTo>
                <a:lnTo>
                  <a:pt x="46062" y="4495"/>
                </a:lnTo>
                <a:close/>
              </a:path>
              <a:path w="95250" h="24130">
                <a:moveTo>
                  <a:pt x="46291" y="11455"/>
                </a:moveTo>
                <a:lnTo>
                  <a:pt x="45999" y="10642"/>
                </a:lnTo>
                <a:lnTo>
                  <a:pt x="45923" y="10401"/>
                </a:lnTo>
                <a:lnTo>
                  <a:pt x="45796" y="10642"/>
                </a:lnTo>
                <a:lnTo>
                  <a:pt x="45567" y="11455"/>
                </a:lnTo>
                <a:lnTo>
                  <a:pt x="46291" y="11455"/>
                </a:lnTo>
                <a:close/>
              </a:path>
              <a:path w="95250" h="24130">
                <a:moveTo>
                  <a:pt x="46824" y="15989"/>
                </a:moveTo>
                <a:lnTo>
                  <a:pt x="46812" y="15709"/>
                </a:lnTo>
                <a:lnTo>
                  <a:pt x="46393" y="15646"/>
                </a:lnTo>
                <a:lnTo>
                  <a:pt x="45935" y="15049"/>
                </a:lnTo>
                <a:lnTo>
                  <a:pt x="45466" y="15392"/>
                </a:lnTo>
                <a:lnTo>
                  <a:pt x="45847" y="15430"/>
                </a:lnTo>
                <a:lnTo>
                  <a:pt x="46824" y="15989"/>
                </a:lnTo>
                <a:close/>
              </a:path>
              <a:path w="95250" h="24130">
                <a:moveTo>
                  <a:pt x="47028" y="2336"/>
                </a:moveTo>
                <a:lnTo>
                  <a:pt x="46837" y="2222"/>
                </a:lnTo>
                <a:lnTo>
                  <a:pt x="46723" y="2489"/>
                </a:lnTo>
                <a:lnTo>
                  <a:pt x="46393" y="2844"/>
                </a:lnTo>
                <a:lnTo>
                  <a:pt x="46774" y="2984"/>
                </a:lnTo>
                <a:lnTo>
                  <a:pt x="46672" y="2641"/>
                </a:lnTo>
                <a:lnTo>
                  <a:pt x="47028" y="2336"/>
                </a:lnTo>
                <a:close/>
              </a:path>
              <a:path w="95250" h="24130">
                <a:moveTo>
                  <a:pt x="47167" y="3962"/>
                </a:moveTo>
                <a:lnTo>
                  <a:pt x="46062" y="4495"/>
                </a:lnTo>
                <a:lnTo>
                  <a:pt x="47053" y="4495"/>
                </a:lnTo>
                <a:lnTo>
                  <a:pt x="47167" y="3962"/>
                </a:lnTo>
                <a:close/>
              </a:path>
              <a:path w="95250" h="24130">
                <a:moveTo>
                  <a:pt x="47434" y="13804"/>
                </a:moveTo>
                <a:lnTo>
                  <a:pt x="46685" y="13144"/>
                </a:lnTo>
                <a:lnTo>
                  <a:pt x="46583" y="13703"/>
                </a:lnTo>
                <a:lnTo>
                  <a:pt x="46850" y="13919"/>
                </a:lnTo>
                <a:lnTo>
                  <a:pt x="47434" y="13804"/>
                </a:lnTo>
                <a:close/>
              </a:path>
              <a:path w="95250" h="24130">
                <a:moveTo>
                  <a:pt x="47459" y="12357"/>
                </a:moveTo>
                <a:lnTo>
                  <a:pt x="46939" y="12319"/>
                </a:lnTo>
                <a:lnTo>
                  <a:pt x="46977" y="12687"/>
                </a:lnTo>
                <a:lnTo>
                  <a:pt x="47345" y="12712"/>
                </a:lnTo>
                <a:lnTo>
                  <a:pt x="47459" y="12357"/>
                </a:lnTo>
                <a:close/>
              </a:path>
              <a:path w="95250" h="24130">
                <a:moveTo>
                  <a:pt x="47688" y="9563"/>
                </a:moveTo>
                <a:lnTo>
                  <a:pt x="47396" y="9461"/>
                </a:lnTo>
                <a:lnTo>
                  <a:pt x="47256" y="8674"/>
                </a:lnTo>
                <a:lnTo>
                  <a:pt x="46913" y="9004"/>
                </a:lnTo>
                <a:lnTo>
                  <a:pt x="47218" y="9067"/>
                </a:lnTo>
                <a:lnTo>
                  <a:pt x="47485" y="9766"/>
                </a:lnTo>
                <a:lnTo>
                  <a:pt x="47688" y="9563"/>
                </a:lnTo>
                <a:close/>
              </a:path>
              <a:path w="95250" h="24130">
                <a:moveTo>
                  <a:pt x="47967" y="14262"/>
                </a:moveTo>
                <a:lnTo>
                  <a:pt x="47434" y="13804"/>
                </a:lnTo>
                <a:lnTo>
                  <a:pt x="47142" y="14274"/>
                </a:lnTo>
                <a:lnTo>
                  <a:pt x="47967" y="14262"/>
                </a:lnTo>
                <a:close/>
              </a:path>
              <a:path w="95250" h="24130">
                <a:moveTo>
                  <a:pt x="49834" y="4699"/>
                </a:moveTo>
                <a:lnTo>
                  <a:pt x="49568" y="4470"/>
                </a:lnTo>
                <a:lnTo>
                  <a:pt x="49339" y="4622"/>
                </a:lnTo>
                <a:lnTo>
                  <a:pt x="49339" y="4914"/>
                </a:lnTo>
                <a:lnTo>
                  <a:pt x="49504" y="5156"/>
                </a:lnTo>
                <a:lnTo>
                  <a:pt x="49555" y="4914"/>
                </a:lnTo>
                <a:lnTo>
                  <a:pt x="49707" y="4826"/>
                </a:lnTo>
                <a:lnTo>
                  <a:pt x="49834" y="4699"/>
                </a:lnTo>
                <a:close/>
              </a:path>
              <a:path w="95250" h="24130">
                <a:moveTo>
                  <a:pt x="49872" y="1333"/>
                </a:moveTo>
                <a:lnTo>
                  <a:pt x="49542" y="1371"/>
                </a:lnTo>
                <a:lnTo>
                  <a:pt x="49517" y="1625"/>
                </a:lnTo>
                <a:lnTo>
                  <a:pt x="49479" y="1841"/>
                </a:lnTo>
                <a:lnTo>
                  <a:pt x="49695" y="1879"/>
                </a:lnTo>
                <a:lnTo>
                  <a:pt x="49860" y="1739"/>
                </a:lnTo>
                <a:lnTo>
                  <a:pt x="49872" y="1333"/>
                </a:lnTo>
                <a:close/>
              </a:path>
              <a:path w="95250" h="24130">
                <a:moveTo>
                  <a:pt x="49911" y="10947"/>
                </a:moveTo>
                <a:lnTo>
                  <a:pt x="49898" y="10706"/>
                </a:lnTo>
                <a:lnTo>
                  <a:pt x="49542" y="10579"/>
                </a:lnTo>
                <a:lnTo>
                  <a:pt x="49479" y="11176"/>
                </a:lnTo>
                <a:lnTo>
                  <a:pt x="49758" y="11188"/>
                </a:lnTo>
                <a:lnTo>
                  <a:pt x="49695" y="10896"/>
                </a:lnTo>
                <a:lnTo>
                  <a:pt x="49911" y="10947"/>
                </a:lnTo>
                <a:close/>
              </a:path>
              <a:path w="95250" h="24130">
                <a:moveTo>
                  <a:pt x="50368" y="10934"/>
                </a:moveTo>
                <a:lnTo>
                  <a:pt x="50050" y="10909"/>
                </a:lnTo>
                <a:lnTo>
                  <a:pt x="50101" y="11163"/>
                </a:lnTo>
                <a:lnTo>
                  <a:pt x="50088" y="11455"/>
                </a:lnTo>
                <a:lnTo>
                  <a:pt x="50279" y="11607"/>
                </a:lnTo>
                <a:lnTo>
                  <a:pt x="50304" y="11290"/>
                </a:lnTo>
                <a:lnTo>
                  <a:pt x="50368" y="10934"/>
                </a:lnTo>
                <a:close/>
              </a:path>
              <a:path w="95250" h="24130">
                <a:moveTo>
                  <a:pt x="52933" y="787"/>
                </a:moveTo>
                <a:lnTo>
                  <a:pt x="52895" y="114"/>
                </a:lnTo>
                <a:lnTo>
                  <a:pt x="52679" y="0"/>
                </a:lnTo>
                <a:lnTo>
                  <a:pt x="52654" y="254"/>
                </a:lnTo>
                <a:lnTo>
                  <a:pt x="52666" y="546"/>
                </a:lnTo>
                <a:lnTo>
                  <a:pt x="52527" y="673"/>
                </a:lnTo>
                <a:lnTo>
                  <a:pt x="52933" y="787"/>
                </a:lnTo>
                <a:close/>
              </a:path>
              <a:path w="95250" h="24130">
                <a:moveTo>
                  <a:pt x="53187" y="7505"/>
                </a:moveTo>
                <a:lnTo>
                  <a:pt x="52844" y="7454"/>
                </a:lnTo>
                <a:lnTo>
                  <a:pt x="52527" y="7454"/>
                </a:lnTo>
                <a:lnTo>
                  <a:pt x="52476" y="7721"/>
                </a:lnTo>
                <a:lnTo>
                  <a:pt x="53047" y="7886"/>
                </a:lnTo>
                <a:lnTo>
                  <a:pt x="53162" y="7708"/>
                </a:lnTo>
                <a:lnTo>
                  <a:pt x="52997" y="7594"/>
                </a:lnTo>
                <a:lnTo>
                  <a:pt x="53187" y="7505"/>
                </a:lnTo>
                <a:close/>
              </a:path>
              <a:path w="95250" h="24130">
                <a:moveTo>
                  <a:pt x="53670" y="9804"/>
                </a:moveTo>
                <a:lnTo>
                  <a:pt x="53289" y="9829"/>
                </a:lnTo>
                <a:lnTo>
                  <a:pt x="53073" y="9728"/>
                </a:lnTo>
                <a:lnTo>
                  <a:pt x="53111" y="9867"/>
                </a:lnTo>
                <a:lnTo>
                  <a:pt x="52920" y="10223"/>
                </a:lnTo>
                <a:lnTo>
                  <a:pt x="53124" y="10223"/>
                </a:lnTo>
                <a:lnTo>
                  <a:pt x="53251" y="9867"/>
                </a:lnTo>
                <a:lnTo>
                  <a:pt x="53378" y="10007"/>
                </a:lnTo>
                <a:lnTo>
                  <a:pt x="53606" y="10160"/>
                </a:lnTo>
                <a:lnTo>
                  <a:pt x="53670" y="9804"/>
                </a:lnTo>
                <a:close/>
              </a:path>
              <a:path w="95250" h="24130">
                <a:moveTo>
                  <a:pt x="56553" y="1790"/>
                </a:moveTo>
                <a:lnTo>
                  <a:pt x="56337" y="1676"/>
                </a:lnTo>
                <a:lnTo>
                  <a:pt x="56108" y="1714"/>
                </a:lnTo>
                <a:lnTo>
                  <a:pt x="55968" y="2298"/>
                </a:lnTo>
                <a:lnTo>
                  <a:pt x="56286" y="2349"/>
                </a:lnTo>
                <a:lnTo>
                  <a:pt x="56172" y="2019"/>
                </a:lnTo>
                <a:lnTo>
                  <a:pt x="56553" y="1790"/>
                </a:lnTo>
                <a:close/>
              </a:path>
              <a:path w="95250" h="24130">
                <a:moveTo>
                  <a:pt x="58381" y="17640"/>
                </a:moveTo>
                <a:lnTo>
                  <a:pt x="58140" y="17614"/>
                </a:lnTo>
                <a:lnTo>
                  <a:pt x="57835" y="17614"/>
                </a:lnTo>
                <a:lnTo>
                  <a:pt x="57746" y="17487"/>
                </a:lnTo>
                <a:lnTo>
                  <a:pt x="57708" y="17818"/>
                </a:lnTo>
                <a:lnTo>
                  <a:pt x="58000" y="17868"/>
                </a:lnTo>
                <a:lnTo>
                  <a:pt x="58166" y="18008"/>
                </a:lnTo>
                <a:lnTo>
                  <a:pt x="58115" y="17754"/>
                </a:lnTo>
                <a:lnTo>
                  <a:pt x="58369" y="17843"/>
                </a:lnTo>
                <a:lnTo>
                  <a:pt x="58381" y="17653"/>
                </a:lnTo>
                <a:close/>
              </a:path>
              <a:path w="95250" h="24130">
                <a:moveTo>
                  <a:pt x="58407" y="18491"/>
                </a:moveTo>
                <a:lnTo>
                  <a:pt x="57835" y="18338"/>
                </a:lnTo>
                <a:lnTo>
                  <a:pt x="57785" y="18072"/>
                </a:lnTo>
                <a:lnTo>
                  <a:pt x="57746" y="18275"/>
                </a:lnTo>
                <a:lnTo>
                  <a:pt x="57607" y="17995"/>
                </a:lnTo>
                <a:lnTo>
                  <a:pt x="57569" y="18186"/>
                </a:lnTo>
                <a:lnTo>
                  <a:pt x="57759" y="18440"/>
                </a:lnTo>
                <a:lnTo>
                  <a:pt x="58102" y="18630"/>
                </a:lnTo>
                <a:lnTo>
                  <a:pt x="58343" y="18808"/>
                </a:lnTo>
                <a:lnTo>
                  <a:pt x="58407" y="18491"/>
                </a:lnTo>
                <a:close/>
              </a:path>
              <a:path w="95250" h="24130">
                <a:moveTo>
                  <a:pt x="58940" y="11772"/>
                </a:moveTo>
                <a:lnTo>
                  <a:pt x="58674" y="11734"/>
                </a:lnTo>
                <a:lnTo>
                  <a:pt x="58712" y="11963"/>
                </a:lnTo>
                <a:lnTo>
                  <a:pt x="58623" y="12115"/>
                </a:lnTo>
                <a:lnTo>
                  <a:pt x="58889" y="12306"/>
                </a:lnTo>
                <a:lnTo>
                  <a:pt x="58813" y="11887"/>
                </a:lnTo>
                <a:lnTo>
                  <a:pt x="58940" y="11772"/>
                </a:lnTo>
                <a:close/>
              </a:path>
              <a:path w="95250" h="24130">
                <a:moveTo>
                  <a:pt x="59245" y="18973"/>
                </a:moveTo>
                <a:lnTo>
                  <a:pt x="58991" y="18897"/>
                </a:lnTo>
                <a:lnTo>
                  <a:pt x="58737" y="18808"/>
                </a:lnTo>
                <a:lnTo>
                  <a:pt x="58381" y="18834"/>
                </a:lnTo>
                <a:lnTo>
                  <a:pt x="58623" y="19024"/>
                </a:lnTo>
                <a:lnTo>
                  <a:pt x="58750" y="19177"/>
                </a:lnTo>
                <a:lnTo>
                  <a:pt x="58572" y="19418"/>
                </a:lnTo>
                <a:lnTo>
                  <a:pt x="58991" y="19469"/>
                </a:lnTo>
                <a:lnTo>
                  <a:pt x="59232" y="19329"/>
                </a:lnTo>
                <a:lnTo>
                  <a:pt x="59245" y="18973"/>
                </a:lnTo>
                <a:close/>
              </a:path>
              <a:path w="95250" h="24130">
                <a:moveTo>
                  <a:pt x="59486" y="7150"/>
                </a:moveTo>
                <a:lnTo>
                  <a:pt x="59410" y="6781"/>
                </a:lnTo>
                <a:lnTo>
                  <a:pt x="59093" y="6629"/>
                </a:lnTo>
                <a:lnTo>
                  <a:pt x="58978" y="7213"/>
                </a:lnTo>
                <a:lnTo>
                  <a:pt x="59169" y="7353"/>
                </a:lnTo>
                <a:lnTo>
                  <a:pt x="59156" y="7035"/>
                </a:lnTo>
                <a:lnTo>
                  <a:pt x="59486" y="7150"/>
                </a:lnTo>
                <a:close/>
              </a:path>
              <a:path w="95250" h="24130">
                <a:moveTo>
                  <a:pt x="60261" y="6642"/>
                </a:moveTo>
                <a:lnTo>
                  <a:pt x="59994" y="6426"/>
                </a:lnTo>
                <a:lnTo>
                  <a:pt x="60045" y="6705"/>
                </a:lnTo>
                <a:lnTo>
                  <a:pt x="59778" y="6604"/>
                </a:lnTo>
                <a:lnTo>
                  <a:pt x="59753" y="6921"/>
                </a:lnTo>
                <a:lnTo>
                  <a:pt x="59690" y="7226"/>
                </a:lnTo>
                <a:lnTo>
                  <a:pt x="59918" y="7302"/>
                </a:lnTo>
                <a:lnTo>
                  <a:pt x="59766" y="6946"/>
                </a:lnTo>
                <a:lnTo>
                  <a:pt x="59969" y="6756"/>
                </a:lnTo>
                <a:lnTo>
                  <a:pt x="60261" y="6642"/>
                </a:lnTo>
                <a:close/>
              </a:path>
              <a:path w="95250" h="24130">
                <a:moveTo>
                  <a:pt x="60947" y="3048"/>
                </a:moveTo>
                <a:lnTo>
                  <a:pt x="60934" y="2616"/>
                </a:lnTo>
                <a:lnTo>
                  <a:pt x="60591" y="2578"/>
                </a:lnTo>
                <a:lnTo>
                  <a:pt x="60325" y="2692"/>
                </a:lnTo>
                <a:lnTo>
                  <a:pt x="60629" y="2717"/>
                </a:lnTo>
                <a:lnTo>
                  <a:pt x="60617" y="3048"/>
                </a:lnTo>
                <a:lnTo>
                  <a:pt x="60947" y="3048"/>
                </a:lnTo>
                <a:close/>
              </a:path>
              <a:path w="95250" h="24130">
                <a:moveTo>
                  <a:pt x="63373" y="12344"/>
                </a:moveTo>
                <a:lnTo>
                  <a:pt x="62826" y="12395"/>
                </a:lnTo>
                <a:lnTo>
                  <a:pt x="62496" y="12319"/>
                </a:lnTo>
                <a:lnTo>
                  <a:pt x="62217" y="12534"/>
                </a:lnTo>
                <a:lnTo>
                  <a:pt x="62471" y="12687"/>
                </a:lnTo>
                <a:lnTo>
                  <a:pt x="63157" y="12585"/>
                </a:lnTo>
                <a:lnTo>
                  <a:pt x="63373" y="12344"/>
                </a:lnTo>
                <a:close/>
              </a:path>
              <a:path w="95250" h="24130">
                <a:moveTo>
                  <a:pt x="64084" y="16268"/>
                </a:moveTo>
                <a:lnTo>
                  <a:pt x="63817" y="16078"/>
                </a:lnTo>
                <a:lnTo>
                  <a:pt x="63842" y="16383"/>
                </a:lnTo>
                <a:lnTo>
                  <a:pt x="63461" y="16294"/>
                </a:lnTo>
                <a:lnTo>
                  <a:pt x="63677" y="16548"/>
                </a:lnTo>
                <a:lnTo>
                  <a:pt x="63868" y="16497"/>
                </a:lnTo>
                <a:lnTo>
                  <a:pt x="64084" y="16548"/>
                </a:lnTo>
                <a:lnTo>
                  <a:pt x="64084" y="16268"/>
                </a:lnTo>
                <a:close/>
              </a:path>
              <a:path w="95250" h="24130">
                <a:moveTo>
                  <a:pt x="65125" y="19519"/>
                </a:moveTo>
                <a:lnTo>
                  <a:pt x="64820" y="19304"/>
                </a:lnTo>
                <a:lnTo>
                  <a:pt x="64909" y="19723"/>
                </a:lnTo>
                <a:lnTo>
                  <a:pt x="64249" y="19456"/>
                </a:lnTo>
                <a:lnTo>
                  <a:pt x="64274" y="19862"/>
                </a:lnTo>
                <a:lnTo>
                  <a:pt x="64668" y="19977"/>
                </a:lnTo>
                <a:lnTo>
                  <a:pt x="65125" y="19519"/>
                </a:lnTo>
                <a:close/>
              </a:path>
              <a:path w="95250" h="24130">
                <a:moveTo>
                  <a:pt x="65354" y="11303"/>
                </a:moveTo>
                <a:lnTo>
                  <a:pt x="65087" y="11036"/>
                </a:lnTo>
                <a:lnTo>
                  <a:pt x="65062" y="11290"/>
                </a:lnTo>
                <a:lnTo>
                  <a:pt x="65087" y="11671"/>
                </a:lnTo>
                <a:lnTo>
                  <a:pt x="64871" y="11404"/>
                </a:lnTo>
                <a:lnTo>
                  <a:pt x="64846" y="11645"/>
                </a:lnTo>
                <a:lnTo>
                  <a:pt x="64884" y="11874"/>
                </a:lnTo>
                <a:lnTo>
                  <a:pt x="65011" y="12001"/>
                </a:lnTo>
                <a:lnTo>
                  <a:pt x="65189" y="11734"/>
                </a:lnTo>
                <a:lnTo>
                  <a:pt x="65354" y="11303"/>
                </a:lnTo>
                <a:close/>
              </a:path>
              <a:path w="95250" h="24130">
                <a:moveTo>
                  <a:pt x="65798" y="19634"/>
                </a:moveTo>
                <a:lnTo>
                  <a:pt x="65620" y="18948"/>
                </a:lnTo>
                <a:lnTo>
                  <a:pt x="65176" y="19075"/>
                </a:lnTo>
                <a:lnTo>
                  <a:pt x="65379" y="19265"/>
                </a:lnTo>
                <a:lnTo>
                  <a:pt x="65112" y="19888"/>
                </a:lnTo>
                <a:lnTo>
                  <a:pt x="65519" y="19862"/>
                </a:lnTo>
                <a:lnTo>
                  <a:pt x="65798" y="19634"/>
                </a:lnTo>
                <a:close/>
              </a:path>
              <a:path w="95250" h="24130">
                <a:moveTo>
                  <a:pt x="68160" y="13627"/>
                </a:moveTo>
                <a:lnTo>
                  <a:pt x="67919" y="13627"/>
                </a:lnTo>
                <a:lnTo>
                  <a:pt x="67564" y="13474"/>
                </a:lnTo>
                <a:lnTo>
                  <a:pt x="67525" y="13766"/>
                </a:lnTo>
                <a:lnTo>
                  <a:pt x="68084" y="13766"/>
                </a:lnTo>
                <a:lnTo>
                  <a:pt x="67627" y="14008"/>
                </a:lnTo>
                <a:lnTo>
                  <a:pt x="68059" y="14198"/>
                </a:lnTo>
                <a:lnTo>
                  <a:pt x="67995" y="13906"/>
                </a:lnTo>
                <a:lnTo>
                  <a:pt x="68160" y="13804"/>
                </a:lnTo>
                <a:lnTo>
                  <a:pt x="68160" y="13627"/>
                </a:lnTo>
                <a:close/>
              </a:path>
              <a:path w="95250" h="24130">
                <a:moveTo>
                  <a:pt x="68338" y="17335"/>
                </a:moveTo>
                <a:lnTo>
                  <a:pt x="68097" y="17437"/>
                </a:lnTo>
                <a:lnTo>
                  <a:pt x="68160" y="16852"/>
                </a:lnTo>
                <a:lnTo>
                  <a:pt x="67983" y="17195"/>
                </a:lnTo>
                <a:lnTo>
                  <a:pt x="67945" y="17487"/>
                </a:lnTo>
                <a:lnTo>
                  <a:pt x="68160" y="17538"/>
                </a:lnTo>
                <a:lnTo>
                  <a:pt x="68300" y="17487"/>
                </a:lnTo>
                <a:lnTo>
                  <a:pt x="68338" y="17335"/>
                </a:lnTo>
                <a:close/>
              </a:path>
              <a:path w="95250" h="24130">
                <a:moveTo>
                  <a:pt x="68414" y="18072"/>
                </a:moveTo>
                <a:lnTo>
                  <a:pt x="68249" y="17983"/>
                </a:lnTo>
                <a:lnTo>
                  <a:pt x="68110" y="17868"/>
                </a:lnTo>
                <a:lnTo>
                  <a:pt x="68059" y="18148"/>
                </a:lnTo>
                <a:lnTo>
                  <a:pt x="68046" y="18389"/>
                </a:lnTo>
                <a:lnTo>
                  <a:pt x="68351" y="18376"/>
                </a:lnTo>
                <a:lnTo>
                  <a:pt x="68414" y="18072"/>
                </a:lnTo>
                <a:close/>
              </a:path>
              <a:path w="95250" h="24130">
                <a:moveTo>
                  <a:pt x="68694" y="13284"/>
                </a:moveTo>
                <a:lnTo>
                  <a:pt x="68630" y="12992"/>
                </a:lnTo>
                <a:lnTo>
                  <a:pt x="68402" y="12966"/>
                </a:lnTo>
                <a:lnTo>
                  <a:pt x="68262" y="12433"/>
                </a:lnTo>
                <a:lnTo>
                  <a:pt x="68084" y="12649"/>
                </a:lnTo>
                <a:lnTo>
                  <a:pt x="68224" y="12750"/>
                </a:lnTo>
                <a:lnTo>
                  <a:pt x="68262" y="12915"/>
                </a:lnTo>
                <a:lnTo>
                  <a:pt x="68249" y="13157"/>
                </a:lnTo>
                <a:lnTo>
                  <a:pt x="68414" y="13157"/>
                </a:lnTo>
                <a:lnTo>
                  <a:pt x="68694" y="13284"/>
                </a:lnTo>
                <a:close/>
              </a:path>
              <a:path w="95250" h="24130">
                <a:moveTo>
                  <a:pt x="68948" y="12268"/>
                </a:moveTo>
                <a:lnTo>
                  <a:pt x="68605" y="11861"/>
                </a:lnTo>
                <a:lnTo>
                  <a:pt x="68414" y="12103"/>
                </a:lnTo>
                <a:lnTo>
                  <a:pt x="68516" y="12319"/>
                </a:lnTo>
                <a:lnTo>
                  <a:pt x="68719" y="12446"/>
                </a:lnTo>
                <a:lnTo>
                  <a:pt x="68948" y="12522"/>
                </a:lnTo>
                <a:lnTo>
                  <a:pt x="68948" y="12268"/>
                </a:lnTo>
                <a:close/>
              </a:path>
              <a:path w="95250" h="24130">
                <a:moveTo>
                  <a:pt x="70510" y="16560"/>
                </a:moveTo>
                <a:lnTo>
                  <a:pt x="70459" y="16408"/>
                </a:lnTo>
                <a:lnTo>
                  <a:pt x="70027" y="16637"/>
                </a:lnTo>
                <a:lnTo>
                  <a:pt x="70281" y="16827"/>
                </a:lnTo>
                <a:lnTo>
                  <a:pt x="70421" y="16598"/>
                </a:lnTo>
                <a:close/>
              </a:path>
              <a:path w="95250" h="24130">
                <a:moveTo>
                  <a:pt x="70637" y="16078"/>
                </a:moveTo>
                <a:lnTo>
                  <a:pt x="70345" y="16052"/>
                </a:lnTo>
                <a:lnTo>
                  <a:pt x="70459" y="16408"/>
                </a:lnTo>
                <a:lnTo>
                  <a:pt x="70421" y="16243"/>
                </a:lnTo>
                <a:lnTo>
                  <a:pt x="70637" y="16078"/>
                </a:lnTo>
                <a:close/>
              </a:path>
              <a:path w="95250" h="24130">
                <a:moveTo>
                  <a:pt x="72783" y="13931"/>
                </a:moveTo>
                <a:lnTo>
                  <a:pt x="72631" y="13843"/>
                </a:lnTo>
                <a:lnTo>
                  <a:pt x="72428" y="13233"/>
                </a:lnTo>
                <a:lnTo>
                  <a:pt x="72224" y="13589"/>
                </a:lnTo>
                <a:lnTo>
                  <a:pt x="72351" y="13716"/>
                </a:lnTo>
                <a:lnTo>
                  <a:pt x="72644" y="14185"/>
                </a:lnTo>
                <a:lnTo>
                  <a:pt x="72783" y="13931"/>
                </a:lnTo>
                <a:close/>
              </a:path>
              <a:path w="95250" h="24130">
                <a:moveTo>
                  <a:pt x="73571" y="16725"/>
                </a:moveTo>
                <a:lnTo>
                  <a:pt x="73456" y="16192"/>
                </a:lnTo>
                <a:lnTo>
                  <a:pt x="73304" y="15430"/>
                </a:lnTo>
                <a:lnTo>
                  <a:pt x="72783" y="15494"/>
                </a:lnTo>
                <a:lnTo>
                  <a:pt x="73228" y="15697"/>
                </a:lnTo>
                <a:lnTo>
                  <a:pt x="73164" y="16459"/>
                </a:lnTo>
                <a:lnTo>
                  <a:pt x="73571" y="16725"/>
                </a:lnTo>
                <a:close/>
              </a:path>
              <a:path w="95250" h="24130">
                <a:moveTo>
                  <a:pt x="74282" y="19659"/>
                </a:moveTo>
                <a:lnTo>
                  <a:pt x="74218" y="19431"/>
                </a:lnTo>
                <a:lnTo>
                  <a:pt x="74129" y="19202"/>
                </a:lnTo>
                <a:lnTo>
                  <a:pt x="73863" y="19138"/>
                </a:lnTo>
                <a:lnTo>
                  <a:pt x="73825" y="19278"/>
                </a:lnTo>
                <a:lnTo>
                  <a:pt x="73723" y="19519"/>
                </a:lnTo>
                <a:lnTo>
                  <a:pt x="73964" y="19634"/>
                </a:lnTo>
                <a:lnTo>
                  <a:pt x="74282" y="19659"/>
                </a:lnTo>
                <a:close/>
              </a:path>
              <a:path w="95250" h="24130">
                <a:moveTo>
                  <a:pt x="78740" y="13589"/>
                </a:moveTo>
                <a:lnTo>
                  <a:pt x="78574" y="13373"/>
                </a:lnTo>
                <a:lnTo>
                  <a:pt x="78511" y="13055"/>
                </a:lnTo>
                <a:lnTo>
                  <a:pt x="78168" y="13030"/>
                </a:lnTo>
                <a:lnTo>
                  <a:pt x="78270" y="13284"/>
                </a:lnTo>
                <a:lnTo>
                  <a:pt x="78384" y="13576"/>
                </a:lnTo>
                <a:lnTo>
                  <a:pt x="78511" y="13804"/>
                </a:lnTo>
                <a:lnTo>
                  <a:pt x="78613" y="13589"/>
                </a:lnTo>
                <a:lnTo>
                  <a:pt x="78740" y="13589"/>
                </a:lnTo>
                <a:close/>
              </a:path>
              <a:path w="95250" h="24130">
                <a:moveTo>
                  <a:pt x="79032" y="18542"/>
                </a:moveTo>
                <a:lnTo>
                  <a:pt x="78663" y="18376"/>
                </a:lnTo>
                <a:lnTo>
                  <a:pt x="78549" y="18516"/>
                </a:lnTo>
                <a:lnTo>
                  <a:pt x="78397" y="18554"/>
                </a:lnTo>
                <a:lnTo>
                  <a:pt x="78346" y="18745"/>
                </a:lnTo>
                <a:lnTo>
                  <a:pt x="78613" y="18770"/>
                </a:lnTo>
                <a:lnTo>
                  <a:pt x="79032" y="18542"/>
                </a:lnTo>
                <a:close/>
              </a:path>
              <a:path w="95250" h="24130">
                <a:moveTo>
                  <a:pt x="80886" y="19177"/>
                </a:moveTo>
                <a:lnTo>
                  <a:pt x="80606" y="18961"/>
                </a:lnTo>
                <a:lnTo>
                  <a:pt x="80314" y="19024"/>
                </a:lnTo>
                <a:lnTo>
                  <a:pt x="80403" y="19291"/>
                </a:lnTo>
                <a:lnTo>
                  <a:pt x="80594" y="19456"/>
                </a:lnTo>
                <a:lnTo>
                  <a:pt x="80746" y="19634"/>
                </a:lnTo>
                <a:lnTo>
                  <a:pt x="80632" y="19342"/>
                </a:lnTo>
                <a:lnTo>
                  <a:pt x="80886" y="19177"/>
                </a:lnTo>
                <a:close/>
              </a:path>
              <a:path w="95250" h="24130">
                <a:moveTo>
                  <a:pt x="81470" y="19989"/>
                </a:moveTo>
                <a:lnTo>
                  <a:pt x="81089" y="19964"/>
                </a:lnTo>
                <a:lnTo>
                  <a:pt x="81064" y="20281"/>
                </a:lnTo>
                <a:lnTo>
                  <a:pt x="80899" y="20358"/>
                </a:lnTo>
                <a:lnTo>
                  <a:pt x="81140" y="20535"/>
                </a:lnTo>
                <a:lnTo>
                  <a:pt x="81381" y="20281"/>
                </a:lnTo>
                <a:lnTo>
                  <a:pt x="81470" y="19989"/>
                </a:lnTo>
                <a:close/>
              </a:path>
              <a:path w="95250" h="24130">
                <a:moveTo>
                  <a:pt x="81927" y="11811"/>
                </a:moveTo>
                <a:lnTo>
                  <a:pt x="81584" y="11811"/>
                </a:lnTo>
                <a:lnTo>
                  <a:pt x="81661" y="12598"/>
                </a:lnTo>
                <a:lnTo>
                  <a:pt x="81927" y="11811"/>
                </a:lnTo>
                <a:close/>
              </a:path>
              <a:path w="95250" h="24130">
                <a:moveTo>
                  <a:pt x="83375" y="12598"/>
                </a:moveTo>
                <a:lnTo>
                  <a:pt x="82816" y="12598"/>
                </a:lnTo>
                <a:lnTo>
                  <a:pt x="82892" y="12966"/>
                </a:lnTo>
                <a:lnTo>
                  <a:pt x="83350" y="12966"/>
                </a:lnTo>
                <a:lnTo>
                  <a:pt x="83375" y="12598"/>
                </a:lnTo>
                <a:close/>
              </a:path>
              <a:path w="95250" h="24130">
                <a:moveTo>
                  <a:pt x="83400" y="14147"/>
                </a:moveTo>
                <a:lnTo>
                  <a:pt x="83108" y="13652"/>
                </a:lnTo>
                <a:lnTo>
                  <a:pt x="82994" y="13462"/>
                </a:lnTo>
                <a:lnTo>
                  <a:pt x="83400" y="14147"/>
                </a:lnTo>
                <a:close/>
              </a:path>
              <a:path w="95250" h="24130">
                <a:moveTo>
                  <a:pt x="84226" y="13589"/>
                </a:moveTo>
                <a:lnTo>
                  <a:pt x="84074" y="13335"/>
                </a:lnTo>
                <a:lnTo>
                  <a:pt x="83172" y="13398"/>
                </a:lnTo>
                <a:lnTo>
                  <a:pt x="83451" y="13703"/>
                </a:lnTo>
                <a:lnTo>
                  <a:pt x="83591" y="13423"/>
                </a:lnTo>
                <a:lnTo>
                  <a:pt x="83756" y="14020"/>
                </a:lnTo>
                <a:lnTo>
                  <a:pt x="84010" y="14033"/>
                </a:lnTo>
                <a:lnTo>
                  <a:pt x="83756" y="13538"/>
                </a:lnTo>
                <a:lnTo>
                  <a:pt x="84061" y="13665"/>
                </a:lnTo>
                <a:lnTo>
                  <a:pt x="84226" y="13589"/>
                </a:lnTo>
                <a:close/>
              </a:path>
              <a:path w="95250" h="24130">
                <a:moveTo>
                  <a:pt x="85559" y="17729"/>
                </a:moveTo>
                <a:lnTo>
                  <a:pt x="85432" y="17399"/>
                </a:lnTo>
                <a:lnTo>
                  <a:pt x="85140" y="16662"/>
                </a:lnTo>
                <a:lnTo>
                  <a:pt x="84658" y="17056"/>
                </a:lnTo>
                <a:lnTo>
                  <a:pt x="85153" y="17018"/>
                </a:lnTo>
                <a:lnTo>
                  <a:pt x="85217" y="17983"/>
                </a:lnTo>
                <a:lnTo>
                  <a:pt x="85559" y="17729"/>
                </a:lnTo>
                <a:close/>
              </a:path>
              <a:path w="95250" h="24130">
                <a:moveTo>
                  <a:pt x="86956" y="15240"/>
                </a:moveTo>
                <a:lnTo>
                  <a:pt x="86398" y="14503"/>
                </a:lnTo>
                <a:lnTo>
                  <a:pt x="85407" y="14503"/>
                </a:lnTo>
                <a:lnTo>
                  <a:pt x="86042" y="15240"/>
                </a:lnTo>
                <a:lnTo>
                  <a:pt x="86956" y="15240"/>
                </a:lnTo>
                <a:close/>
              </a:path>
              <a:path w="95250" h="24130">
                <a:moveTo>
                  <a:pt x="88455" y="9207"/>
                </a:moveTo>
                <a:lnTo>
                  <a:pt x="88239" y="9042"/>
                </a:lnTo>
                <a:lnTo>
                  <a:pt x="87896" y="8661"/>
                </a:lnTo>
                <a:lnTo>
                  <a:pt x="87795" y="9207"/>
                </a:lnTo>
                <a:lnTo>
                  <a:pt x="88011" y="9258"/>
                </a:lnTo>
                <a:lnTo>
                  <a:pt x="88011" y="9080"/>
                </a:lnTo>
                <a:lnTo>
                  <a:pt x="88239" y="9207"/>
                </a:lnTo>
                <a:lnTo>
                  <a:pt x="88023" y="9334"/>
                </a:lnTo>
                <a:lnTo>
                  <a:pt x="88353" y="9461"/>
                </a:lnTo>
                <a:lnTo>
                  <a:pt x="88455" y="9207"/>
                </a:lnTo>
                <a:close/>
              </a:path>
              <a:path w="95250" h="24130">
                <a:moveTo>
                  <a:pt x="91452" y="17157"/>
                </a:moveTo>
                <a:lnTo>
                  <a:pt x="89623" y="16941"/>
                </a:lnTo>
                <a:lnTo>
                  <a:pt x="89700" y="17157"/>
                </a:lnTo>
                <a:lnTo>
                  <a:pt x="89763" y="17348"/>
                </a:lnTo>
                <a:lnTo>
                  <a:pt x="89827" y="17551"/>
                </a:lnTo>
                <a:lnTo>
                  <a:pt x="91427" y="17551"/>
                </a:lnTo>
                <a:lnTo>
                  <a:pt x="91452" y="17157"/>
                </a:lnTo>
                <a:close/>
              </a:path>
              <a:path w="95250" h="24130">
                <a:moveTo>
                  <a:pt x="92367" y="18288"/>
                </a:moveTo>
                <a:lnTo>
                  <a:pt x="92265" y="17551"/>
                </a:lnTo>
                <a:lnTo>
                  <a:pt x="90601" y="18288"/>
                </a:lnTo>
                <a:lnTo>
                  <a:pt x="90309" y="18288"/>
                </a:lnTo>
                <a:lnTo>
                  <a:pt x="90347" y="18503"/>
                </a:lnTo>
                <a:lnTo>
                  <a:pt x="90449" y="19062"/>
                </a:lnTo>
                <a:lnTo>
                  <a:pt x="90868" y="19062"/>
                </a:lnTo>
                <a:lnTo>
                  <a:pt x="90665" y="18503"/>
                </a:lnTo>
                <a:lnTo>
                  <a:pt x="92367" y="18288"/>
                </a:lnTo>
                <a:close/>
              </a:path>
              <a:path w="95250" h="24130">
                <a:moveTo>
                  <a:pt x="92405" y="23914"/>
                </a:moveTo>
                <a:lnTo>
                  <a:pt x="92392" y="23558"/>
                </a:lnTo>
                <a:lnTo>
                  <a:pt x="92202" y="23469"/>
                </a:lnTo>
                <a:lnTo>
                  <a:pt x="91986" y="23380"/>
                </a:lnTo>
                <a:lnTo>
                  <a:pt x="91719" y="23342"/>
                </a:lnTo>
                <a:lnTo>
                  <a:pt x="91668" y="23698"/>
                </a:lnTo>
                <a:lnTo>
                  <a:pt x="92024" y="23647"/>
                </a:lnTo>
                <a:lnTo>
                  <a:pt x="92049" y="23901"/>
                </a:lnTo>
                <a:lnTo>
                  <a:pt x="91833" y="24015"/>
                </a:lnTo>
                <a:lnTo>
                  <a:pt x="92100" y="23939"/>
                </a:lnTo>
                <a:lnTo>
                  <a:pt x="92405" y="23914"/>
                </a:lnTo>
                <a:close/>
              </a:path>
              <a:path w="95250" h="24130">
                <a:moveTo>
                  <a:pt x="94792" y="20497"/>
                </a:moveTo>
                <a:lnTo>
                  <a:pt x="94170" y="20040"/>
                </a:lnTo>
                <a:lnTo>
                  <a:pt x="94297" y="19748"/>
                </a:lnTo>
                <a:lnTo>
                  <a:pt x="93853" y="20104"/>
                </a:lnTo>
                <a:lnTo>
                  <a:pt x="94094" y="19977"/>
                </a:lnTo>
                <a:lnTo>
                  <a:pt x="93865" y="20307"/>
                </a:lnTo>
                <a:lnTo>
                  <a:pt x="94157" y="20281"/>
                </a:lnTo>
                <a:lnTo>
                  <a:pt x="94399" y="20878"/>
                </a:lnTo>
                <a:lnTo>
                  <a:pt x="94538" y="20650"/>
                </a:lnTo>
                <a:lnTo>
                  <a:pt x="94792" y="20497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bg object 94"/>
          <p:cNvSpPr/>
          <p:nvPr/>
        </p:nvSpPr>
        <p:spPr>
          <a:xfrm>
            <a:off x="1957514" y="856322"/>
            <a:ext cx="80645" cy="38735"/>
          </a:xfrm>
          <a:custGeom>
            <a:avLst/>
            <a:gdLst/>
            <a:ahLst/>
            <a:cxnLst/>
            <a:rect l="l" t="t" r="r" b="b"/>
            <a:pathLst>
              <a:path w="80644" h="38734">
                <a:moveTo>
                  <a:pt x="558" y="29273"/>
                </a:moveTo>
                <a:lnTo>
                  <a:pt x="520" y="28600"/>
                </a:lnTo>
                <a:lnTo>
                  <a:pt x="152" y="28803"/>
                </a:lnTo>
                <a:lnTo>
                  <a:pt x="25" y="28994"/>
                </a:lnTo>
                <a:lnTo>
                  <a:pt x="0" y="29298"/>
                </a:lnTo>
                <a:lnTo>
                  <a:pt x="266" y="29171"/>
                </a:lnTo>
                <a:lnTo>
                  <a:pt x="444" y="29540"/>
                </a:lnTo>
                <a:lnTo>
                  <a:pt x="482" y="29324"/>
                </a:lnTo>
                <a:close/>
              </a:path>
              <a:path w="80644" h="38734">
                <a:moveTo>
                  <a:pt x="1003" y="24231"/>
                </a:moveTo>
                <a:lnTo>
                  <a:pt x="723" y="24028"/>
                </a:lnTo>
                <a:lnTo>
                  <a:pt x="660" y="23837"/>
                </a:lnTo>
                <a:lnTo>
                  <a:pt x="596" y="24015"/>
                </a:lnTo>
                <a:lnTo>
                  <a:pt x="444" y="24117"/>
                </a:lnTo>
                <a:lnTo>
                  <a:pt x="342" y="24282"/>
                </a:lnTo>
                <a:lnTo>
                  <a:pt x="685" y="24168"/>
                </a:lnTo>
                <a:lnTo>
                  <a:pt x="787" y="24422"/>
                </a:lnTo>
                <a:lnTo>
                  <a:pt x="1003" y="24231"/>
                </a:lnTo>
                <a:close/>
              </a:path>
              <a:path w="80644" h="38734">
                <a:moveTo>
                  <a:pt x="1409" y="29806"/>
                </a:moveTo>
                <a:lnTo>
                  <a:pt x="1117" y="29781"/>
                </a:lnTo>
                <a:lnTo>
                  <a:pt x="1003" y="29946"/>
                </a:lnTo>
                <a:lnTo>
                  <a:pt x="901" y="30149"/>
                </a:lnTo>
                <a:lnTo>
                  <a:pt x="1117" y="30111"/>
                </a:lnTo>
                <a:lnTo>
                  <a:pt x="1346" y="30048"/>
                </a:lnTo>
                <a:lnTo>
                  <a:pt x="1409" y="29806"/>
                </a:lnTo>
                <a:close/>
              </a:path>
              <a:path w="80644" h="38734">
                <a:moveTo>
                  <a:pt x="1727" y="29133"/>
                </a:moveTo>
                <a:lnTo>
                  <a:pt x="1422" y="29171"/>
                </a:lnTo>
                <a:lnTo>
                  <a:pt x="1219" y="29311"/>
                </a:lnTo>
                <a:lnTo>
                  <a:pt x="1130" y="29578"/>
                </a:lnTo>
                <a:lnTo>
                  <a:pt x="1397" y="29705"/>
                </a:lnTo>
                <a:lnTo>
                  <a:pt x="1308" y="29387"/>
                </a:lnTo>
                <a:lnTo>
                  <a:pt x="1562" y="29489"/>
                </a:lnTo>
                <a:lnTo>
                  <a:pt x="1638" y="29337"/>
                </a:lnTo>
                <a:lnTo>
                  <a:pt x="1727" y="29133"/>
                </a:lnTo>
                <a:close/>
              </a:path>
              <a:path w="80644" h="38734">
                <a:moveTo>
                  <a:pt x="3429" y="29298"/>
                </a:moveTo>
                <a:lnTo>
                  <a:pt x="3060" y="29159"/>
                </a:lnTo>
                <a:lnTo>
                  <a:pt x="3009" y="29400"/>
                </a:lnTo>
                <a:lnTo>
                  <a:pt x="2844" y="29527"/>
                </a:lnTo>
                <a:lnTo>
                  <a:pt x="2997" y="30137"/>
                </a:lnTo>
                <a:lnTo>
                  <a:pt x="3187" y="29857"/>
                </a:lnTo>
                <a:lnTo>
                  <a:pt x="3149" y="29705"/>
                </a:lnTo>
                <a:lnTo>
                  <a:pt x="3276" y="29514"/>
                </a:lnTo>
                <a:lnTo>
                  <a:pt x="3429" y="29298"/>
                </a:lnTo>
                <a:close/>
              </a:path>
              <a:path w="80644" h="38734">
                <a:moveTo>
                  <a:pt x="3695" y="20688"/>
                </a:moveTo>
                <a:lnTo>
                  <a:pt x="3505" y="20624"/>
                </a:lnTo>
                <a:lnTo>
                  <a:pt x="3492" y="20802"/>
                </a:lnTo>
                <a:lnTo>
                  <a:pt x="3365" y="20713"/>
                </a:lnTo>
                <a:lnTo>
                  <a:pt x="3022" y="20421"/>
                </a:lnTo>
                <a:lnTo>
                  <a:pt x="2946" y="20624"/>
                </a:lnTo>
                <a:lnTo>
                  <a:pt x="3175" y="20701"/>
                </a:lnTo>
                <a:lnTo>
                  <a:pt x="3200" y="20942"/>
                </a:lnTo>
                <a:lnTo>
                  <a:pt x="3492" y="20955"/>
                </a:lnTo>
                <a:lnTo>
                  <a:pt x="3695" y="20688"/>
                </a:lnTo>
                <a:close/>
              </a:path>
              <a:path w="80644" h="38734">
                <a:moveTo>
                  <a:pt x="3860" y="25946"/>
                </a:moveTo>
                <a:lnTo>
                  <a:pt x="3302" y="26289"/>
                </a:lnTo>
                <a:lnTo>
                  <a:pt x="3302" y="26479"/>
                </a:lnTo>
                <a:lnTo>
                  <a:pt x="3644" y="26898"/>
                </a:lnTo>
                <a:lnTo>
                  <a:pt x="3860" y="25946"/>
                </a:lnTo>
                <a:close/>
              </a:path>
              <a:path w="80644" h="38734">
                <a:moveTo>
                  <a:pt x="8699" y="16281"/>
                </a:moveTo>
                <a:lnTo>
                  <a:pt x="8382" y="16370"/>
                </a:lnTo>
                <a:lnTo>
                  <a:pt x="8305" y="16179"/>
                </a:lnTo>
                <a:lnTo>
                  <a:pt x="8128" y="16332"/>
                </a:lnTo>
                <a:lnTo>
                  <a:pt x="8496" y="16700"/>
                </a:lnTo>
                <a:lnTo>
                  <a:pt x="8305" y="16573"/>
                </a:lnTo>
                <a:lnTo>
                  <a:pt x="8648" y="16954"/>
                </a:lnTo>
                <a:lnTo>
                  <a:pt x="8636" y="16725"/>
                </a:lnTo>
                <a:lnTo>
                  <a:pt x="8572" y="16548"/>
                </a:lnTo>
                <a:lnTo>
                  <a:pt x="8509" y="16357"/>
                </a:lnTo>
                <a:lnTo>
                  <a:pt x="8699" y="16281"/>
                </a:lnTo>
                <a:close/>
              </a:path>
              <a:path w="80644" h="38734">
                <a:moveTo>
                  <a:pt x="10617" y="19443"/>
                </a:moveTo>
                <a:lnTo>
                  <a:pt x="10375" y="19481"/>
                </a:lnTo>
                <a:lnTo>
                  <a:pt x="10134" y="19481"/>
                </a:lnTo>
                <a:lnTo>
                  <a:pt x="10109" y="19786"/>
                </a:lnTo>
                <a:lnTo>
                  <a:pt x="10375" y="19786"/>
                </a:lnTo>
                <a:lnTo>
                  <a:pt x="10464" y="19608"/>
                </a:lnTo>
                <a:lnTo>
                  <a:pt x="10617" y="19443"/>
                </a:lnTo>
                <a:close/>
              </a:path>
              <a:path w="80644" h="38734">
                <a:moveTo>
                  <a:pt x="10922" y="16192"/>
                </a:moveTo>
                <a:lnTo>
                  <a:pt x="10807" y="15963"/>
                </a:lnTo>
                <a:lnTo>
                  <a:pt x="10528" y="15938"/>
                </a:lnTo>
                <a:lnTo>
                  <a:pt x="10452" y="16141"/>
                </a:lnTo>
                <a:lnTo>
                  <a:pt x="10629" y="16586"/>
                </a:lnTo>
                <a:lnTo>
                  <a:pt x="10769" y="16344"/>
                </a:lnTo>
                <a:lnTo>
                  <a:pt x="10541" y="16306"/>
                </a:lnTo>
                <a:lnTo>
                  <a:pt x="10922" y="16192"/>
                </a:lnTo>
                <a:close/>
              </a:path>
              <a:path w="80644" h="38734">
                <a:moveTo>
                  <a:pt x="11468" y="14554"/>
                </a:moveTo>
                <a:lnTo>
                  <a:pt x="11049" y="14351"/>
                </a:lnTo>
                <a:lnTo>
                  <a:pt x="10934" y="14528"/>
                </a:lnTo>
                <a:lnTo>
                  <a:pt x="10668" y="14414"/>
                </a:lnTo>
                <a:lnTo>
                  <a:pt x="10617" y="14655"/>
                </a:lnTo>
                <a:lnTo>
                  <a:pt x="10464" y="14693"/>
                </a:lnTo>
                <a:lnTo>
                  <a:pt x="10718" y="14795"/>
                </a:lnTo>
                <a:lnTo>
                  <a:pt x="10820" y="14617"/>
                </a:lnTo>
                <a:lnTo>
                  <a:pt x="11468" y="14554"/>
                </a:lnTo>
                <a:close/>
              </a:path>
              <a:path w="80644" h="38734">
                <a:moveTo>
                  <a:pt x="13957" y="22212"/>
                </a:moveTo>
                <a:lnTo>
                  <a:pt x="13512" y="22110"/>
                </a:lnTo>
                <a:lnTo>
                  <a:pt x="13487" y="22402"/>
                </a:lnTo>
                <a:lnTo>
                  <a:pt x="13284" y="22466"/>
                </a:lnTo>
                <a:lnTo>
                  <a:pt x="13182" y="22656"/>
                </a:lnTo>
                <a:lnTo>
                  <a:pt x="13436" y="22707"/>
                </a:lnTo>
                <a:lnTo>
                  <a:pt x="13957" y="22212"/>
                </a:lnTo>
                <a:close/>
              </a:path>
              <a:path w="80644" h="38734">
                <a:moveTo>
                  <a:pt x="15405" y="19837"/>
                </a:moveTo>
                <a:lnTo>
                  <a:pt x="15252" y="19443"/>
                </a:lnTo>
                <a:lnTo>
                  <a:pt x="14668" y="19469"/>
                </a:lnTo>
                <a:lnTo>
                  <a:pt x="14325" y="19304"/>
                </a:lnTo>
                <a:lnTo>
                  <a:pt x="14071" y="19824"/>
                </a:lnTo>
                <a:lnTo>
                  <a:pt x="14732" y="19621"/>
                </a:lnTo>
                <a:lnTo>
                  <a:pt x="14160" y="20040"/>
                </a:lnTo>
                <a:lnTo>
                  <a:pt x="14325" y="20243"/>
                </a:lnTo>
                <a:lnTo>
                  <a:pt x="14554" y="20053"/>
                </a:lnTo>
                <a:lnTo>
                  <a:pt x="14681" y="19710"/>
                </a:lnTo>
                <a:lnTo>
                  <a:pt x="14947" y="19621"/>
                </a:lnTo>
                <a:lnTo>
                  <a:pt x="14909" y="19989"/>
                </a:lnTo>
                <a:lnTo>
                  <a:pt x="15189" y="19837"/>
                </a:lnTo>
                <a:lnTo>
                  <a:pt x="15405" y="19837"/>
                </a:lnTo>
                <a:close/>
              </a:path>
              <a:path w="80644" h="38734">
                <a:moveTo>
                  <a:pt x="16052" y="18923"/>
                </a:moveTo>
                <a:lnTo>
                  <a:pt x="15836" y="18834"/>
                </a:lnTo>
                <a:lnTo>
                  <a:pt x="15875" y="18542"/>
                </a:lnTo>
                <a:lnTo>
                  <a:pt x="15608" y="18503"/>
                </a:lnTo>
                <a:lnTo>
                  <a:pt x="15582" y="18732"/>
                </a:lnTo>
                <a:lnTo>
                  <a:pt x="15900" y="19151"/>
                </a:lnTo>
                <a:lnTo>
                  <a:pt x="16052" y="18923"/>
                </a:lnTo>
                <a:close/>
              </a:path>
              <a:path w="80644" h="38734">
                <a:moveTo>
                  <a:pt x="16344" y="20993"/>
                </a:moveTo>
                <a:lnTo>
                  <a:pt x="15976" y="20955"/>
                </a:lnTo>
                <a:lnTo>
                  <a:pt x="15900" y="21183"/>
                </a:lnTo>
                <a:lnTo>
                  <a:pt x="15875" y="21463"/>
                </a:lnTo>
                <a:lnTo>
                  <a:pt x="15722" y="21805"/>
                </a:lnTo>
                <a:lnTo>
                  <a:pt x="16090" y="21742"/>
                </a:lnTo>
                <a:lnTo>
                  <a:pt x="16167" y="21285"/>
                </a:lnTo>
                <a:lnTo>
                  <a:pt x="16344" y="20993"/>
                </a:lnTo>
                <a:close/>
              </a:path>
              <a:path w="80644" h="38734">
                <a:moveTo>
                  <a:pt x="17056" y="20561"/>
                </a:moveTo>
                <a:lnTo>
                  <a:pt x="16827" y="20523"/>
                </a:lnTo>
                <a:lnTo>
                  <a:pt x="16764" y="20701"/>
                </a:lnTo>
                <a:lnTo>
                  <a:pt x="16573" y="20726"/>
                </a:lnTo>
                <a:lnTo>
                  <a:pt x="16611" y="21082"/>
                </a:lnTo>
                <a:lnTo>
                  <a:pt x="16878" y="21615"/>
                </a:lnTo>
                <a:lnTo>
                  <a:pt x="16992" y="21107"/>
                </a:lnTo>
                <a:lnTo>
                  <a:pt x="16764" y="20751"/>
                </a:lnTo>
                <a:lnTo>
                  <a:pt x="17056" y="20561"/>
                </a:lnTo>
                <a:close/>
              </a:path>
              <a:path w="80644" h="38734">
                <a:moveTo>
                  <a:pt x="17386" y="30746"/>
                </a:moveTo>
                <a:lnTo>
                  <a:pt x="17132" y="30746"/>
                </a:lnTo>
                <a:lnTo>
                  <a:pt x="17081" y="30975"/>
                </a:lnTo>
                <a:lnTo>
                  <a:pt x="17056" y="31229"/>
                </a:lnTo>
                <a:lnTo>
                  <a:pt x="17386" y="31153"/>
                </a:lnTo>
                <a:lnTo>
                  <a:pt x="17360" y="30962"/>
                </a:lnTo>
                <a:lnTo>
                  <a:pt x="17386" y="30746"/>
                </a:lnTo>
                <a:close/>
              </a:path>
              <a:path w="80644" h="38734">
                <a:moveTo>
                  <a:pt x="18275" y="16230"/>
                </a:moveTo>
                <a:lnTo>
                  <a:pt x="18186" y="16103"/>
                </a:lnTo>
                <a:lnTo>
                  <a:pt x="17805" y="16078"/>
                </a:lnTo>
                <a:lnTo>
                  <a:pt x="17741" y="16281"/>
                </a:lnTo>
                <a:lnTo>
                  <a:pt x="17932" y="16281"/>
                </a:lnTo>
                <a:lnTo>
                  <a:pt x="17868" y="16573"/>
                </a:lnTo>
                <a:lnTo>
                  <a:pt x="18224" y="16713"/>
                </a:lnTo>
                <a:lnTo>
                  <a:pt x="18275" y="16230"/>
                </a:lnTo>
                <a:close/>
              </a:path>
              <a:path w="80644" h="38734">
                <a:moveTo>
                  <a:pt x="18338" y="17907"/>
                </a:moveTo>
                <a:lnTo>
                  <a:pt x="18148" y="17754"/>
                </a:lnTo>
                <a:lnTo>
                  <a:pt x="18034" y="18008"/>
                </a:lnTo>
                <a:lnTo>
                  <a:pt x="17957" y="17513"/>
                </a:lnTo>
                <a:lnTo>
                  <a:pt x="17780" y="17538"/>
                </a:lnTo>
                <a:lnTo>
                  <a:pt x="17805" y="17881"/>
                </a:lnTo>
                <a:lnTo>
                  <a:pt x="17792" y="18249"/>
                </a:lnTo>
                <a:lnTo>
                  <a:pt x="18199" y="18249"/>
                </a:lnTo>
                <a:lnTo>
                  <a:pt x="18072" y="17970"/>
                </a:lnTo>
                <a:lnTo>
                  <a:pt x="18338" y="17907"/>
                </a:lnTo>
                <a:close/>
              </a:path>
              <a:path w="80644" h="38734">
                <a:moveTo>
                  <a:pt x="18453" y="23964"/>
                </a:moveTo>
                <a:lnTo>
                  <a:pt x="18440" y="23749"/>
                </a:lnTo>
                <a:lnTo>
                  <a:pt x="18351" y="23622"/>
                </a:lnTo>
                <a:lnTo>
                  <a:pt x="18415" y="23291"/>
                </a:lnTo>
                <a:lnTo>
                  <a:pt x="18275" y="23266"/>
                </a:lnTo>
                <a:lnTo>
                  <a:pt x="18008" y="22898"/>
                </a:lnTo>
                <a:lnTo>
                  <a:pt x="17868" y="23152"/>
                </a:lnTo>
                <a:lnTo>
                  <a:pt x="18211" y="23291"/>
                </a:lnTo>
                <a:lnTo>
                  <a:pt x="18211" y="23749"/>
                </a:lnTo>
                <a:lnTo>
                  <a:pt x="18453" y="23964"/>
                </a:lnTo>
                <a:close/>
              </a:path>
              <a:path w="80644" h="38734">
                <a:moveTo>
                  <a:pt x="18821" y="20828"/>
                </a:moveTo>
                <a:lnTo>
                  <a:pt x="18275" y="20777"/>
                </a:lnTo>
                <a:lnTo>
                  <a:pt x="18389" y="20993"/>
                </a:lnTo>
                <a:lnTo>
                  <a:pt x="18389" y="21463"/>
                </a:lnTo>
                <a:lnTo>
                  <a:pt x="18694" y="21424"/>
                </a:lnTo>
                <a:lnTo>
                  <a:pt x="18757" y="21120"/>
                </a:lnTo>
                <a:lnTo>
                  <a:pt x="18821" y="20828"/>
                </a:lnTo>
                <a:close/>
              </a:path>
              <a:path w="80644" h="38734">
                <a:moveTo>
                  <a:pt x="19621" y="33286"/>
                </a:moveTo>
                <a:lnTo>
                  <a:pt x="19583" y="32893"/>
                </a:lnTo>
                <a:lnTo>
                  <a:pt x="19227" y="32854"/>
                </a:lnTo>
                <a:lnTo>
                  <a:pt x="19202" y="33147"/>
                </a:lnTo>
                <a:lnTo>
                  <a:pt x="19075" y="33096"/>
                </a:lnTo>
                <a:lnTo>
                  <a:pt x="18999" y="33235"/>
                </a:lnTo>
                <a:lnTo>
                  <a:pt x="19329" y="33261"/>
                </a:lnTo>
                <a:lnTo>
                  <a:pt x="19621" y="33286"/>
                </a:lnTo>
                <a:close/>
              </a:path>
              <a:path w="80644" h="38734">
                <a:moveTo>
                  <a:pt x="19799" y="20510"/>
                </a:moveTo>
                <a:lnTo>
                  <a:pt x="19773" y="20205"/>
                </a:lnTo>
                <a:lnTo>
                  <a:pt x="19634" y="19989"/>
                </a:lnTo>
                <a:lnTo>
                  <a:pt x="19278" y="19977"/>
                </a:lnTo>
                <a:lnTo>
                  <a:pt x="19316" y="20281"/>
                </a:lnTo>
                <a:lnTo>
                  <a:pt x="19469" y="20472"/>
                </a:lnTo>
                <a:lnTo>
                  <a:pt x="19583" y="20688"/>
                </a:lnTo>
                <a:lnTo>
                  <a:pt x="19799" y="20510"/>
                </a:lnTo>
                <a:close/>
              </a:path>
              <a:path w="80644" h="38734">
                <a:moveTo>
                  <a:pt x="19900" y="22618"/>
                </a:moveTo>
                <a:lnTo>
                  <a:pt x="19519" y="22618"/>
                </a:lnTo>
                <a:lnTo>
                  <a:pt x="19621" y="22872"/>
                </a:lnTo>
                <a:lnTo>
                  <a:pt x="19545" y="23266"/>
                </a:lnTo>
                <a:lnTo>
                  <a:pt x="19837" y="23342"/>
                </a:lnTo>
                <a:lnTo>
                  <a:pt x="19723" y="23114"/>
                </a:lnTo>
                <a:lnTo>
                  <a:pt x="19900" y="22618"/>
                </a:lnTo>
                <a:close/>
              </a:path>
              <a:path w="80644" h="38734">
                <a:moveTo>
                  <a:pt x="21501" y="5054"/>
                </a:moveTo>
                <a:lnTo>
                  <a:pt x="21285" y="5118"/>
                </a:lnTo>
                <a:lnTo>
                  <a:pt x="20866" y="5473"/>
                </a:lnTo>
                <a:lnTo>
                  <a:pt x="20980" y="5600"/>
                </a:lnTo>
                <a:lnTo>
                  <a:pt x="21107" y="5537"/>
                </a:lnTo>
                <a:lnTo>
                  <a:pt x="21272" y="5435"/>
                </a:lnTo>
                <a:lnTo>
                  <a:pt x="21501" y="5054"/>
                </a:lnTo>
                <a:close/>
              </a:path>
              <a:path w="80644" h="38734">
                <a:moveTo>
                  <a:pt x="25806" y="5626"/>
                </a:moveTo>
                <a:lnTo>
                  <a:pt x="25590" y="5588"/>
                </a:lnTo>
                <a:lnTo>
                  <a:pt x="25628" y="5346"/>
                </a:lnTo>
                <a:lnTo>
                  <a:pt x="25438" y="5295"/>
                </a:lnTo>
                <a:lnTo>
                  <a:pt x="25476" y="5448"/>
                </a:lnTo>
                <a:lnTo>
                  <a:pt x="25069" y="5486"/>
                </a:lnTo>
                <a:lnTo>
                  <a:pt x="25323" y="5588"/>
                </a:lnTo>
                <a:lnTo>
                  <a:pt x="25374" y="6007"/>
                </a:lnTo>
                <a:lnTo>
                  <a:pt x="25438" y="5829"/>
                </a:lnTo>
                <a:lnTo>
                  <a:pt x="25590" y="5613"/>
                </a:lnTo>
                <a:lnTo>
                  <a:pt x="25679" y="5994"/>
                </a:lnTo>
                <a:lnTo>
                  <a:pt x="25806" y="5626"/>
                </a:lnTo>
                <a:close/>
              </a:path>
              <a:path w="80644" h="38734">
                <a:moveTo>
                  <a:pt x="35140" y="1574"/>
                </a:moveTo>
                <a:lnTo>
                  <a:pt x="34988" y="1181"/>
                </a:lnTo>
                <a:lnTo>
                  <a:pt x="34772" y="1130"/>
                </a:lnTo>
                <a:lnTo>
                  <a:pt x="34620" y="1181"/>
                </a:lnTo>
                <a:lnTo>
                  <a:pt x="34594" y="1346"/>
                </a:lnTo>
                <a:lnTo>
                  <a:pt x="34937" y="1219"/>
                </a:lnTo>
                <a:lnTo>
                  <a:pt x="34963" y="1841"/>
                </a:lnTo>
                <a:lnTo>
                  <a:pt x="35140" y="1574"/>
                </a:lnTo>
                <a:close/>
              </a:path>
              <a:path w="80644" h="38734">
                <a:moveTo>
                  <a:pt x="41376" y="24003"/>
                </a:moveTo>
                <a:lnTo>
                  <a:pt x="41008" y="23964"/>
                </a:lnTo>
                <a:lnTo>
                  <a:pt x="41008" y="24422"/>
                </a:lnTo>
                <a:lnTo>
                  <a:pt x="41236" y="24561"/>
                </a:lnTo>
                <a:lnTo>
                  <a:pt x="41186" y="24257"/>
                </a:lnTo>
                <a:lnTo>
                  <a:pt x="41363" y="24218"/>
                </a:lnTo>
                <a:lnTo>
                  <a:pt x="41376" y="24003"/>
                </a:lnTo>
                <a:close/>
              </a:path>
              <a:path w="80644" h="38734">
                <a:moveTo>
                  <a:pt x="42100" y="18516"/>
                </a:moveTo>
                <a:lnTo>
                  <a:pt x="42049" y="18249"/>
                </a:lnTo>
                <a:lnTo>
                  <a:pt x="41770" y="18135"/>
                </a:lnTo>
                <a:lnTo>
                  <a:pt x="41846" y="18491"/>
                </a:lnTo>
                <a:lnTo>
                  <a:pt x="41656" y="18554"/>
                </a:lnTo>
                <a:lnTo>
                  <a:pt x="41910" y="18707"/>
                </a:lnTo>
                <a:lnTo>
                  <a:pt x="41884" y="18478"/>
                </a:lnTo>
                <a:lnTo>
                  <a:pt x="42100" y="18516"/>
                </a:lnTo>
                <a:close/>
              </a:path>
              <a:path w="80644" h="38734">
                <a:moveTo>
                  <a:pt x="42354" y="27520"/>
                </a:moveTo>
                <a:lnTo>
                  <a:pt x="41414" y="27813"/>
                </a:lnTo>
                <a:lnTo>
                  <a:pt x="41617" y="27889"/>
                </a:lnTo>
                <a:lnTo>
                  <a:pt x="41910" y="27838"/>
                </a:lnTo>
                <a:lnTo>
                  <a:pt x="41960" y="28028"/>
                </a:lnTo>
                <a:lnTo>
                  <a:pt x="42164" y="28028"/>
                </a:lnTo>
                <a:lnTo>
                  <a:pt x="42354" y="27520"/>
                </a:lnTo>
                <a:close/>
              </a:path>
              <a:path w="80644" h="38734">
                <a:moveTo>
                  <a:pt x="42494" y="22834"/>
                </a:moveTo>
                <a:lnTo>
                  <a:pt x="42125" y="22821"/>
                </a:lnTo>
                <a:lnTo>
                  <a:pt x="42176" y="22987"/>
                </a:lnTo>
                <a:lnTo>
                  <a:pt x="41821" y="23177"/>
                </a:lnTo>
                <a:lnTo>
                  <a:pt x="42087" y="23291"/>
                </a:lnTo>
                <a:lnTo>
                  <a:pt x="42176" y="23063"/>
                </a:lnTo>
                <a:lnTo>
                  <a:pt x="42418" y="23050"/>
                </a:lnTo>
                <a:lnTo>
                  <a:pt x="42494" y="22834"/>
                </a:lnTo>
                <a:close/>
              </a:path>
              <a:path w="80644" h="38734">
                <a:moveTo>
                  <a:pt x="42976" y="28486"/>
                </a:moveTo>
                <a:lnTo>
                  <a:pt x="42799" y="28549"/>
                </a:lnTo>
                <a:lnTo>
                  <a:pt x="42608" y="28181"/>
                </a:lnTo>
                <a:lnTo>
                  <a:pt x="42494" y="28448"/>
                </a:lnTo>
                <a:lnTo>
                  <a:pt x="42748" y="28511"/>
                </a:lnTo>
                <a:lnTo>
                  <a:pt x="42672" y="28879"/>
                </a:lnTo>
                <a:lnTo>
                  <a:pt x="42926" y="28968"/>
                </a:lnTo>
                <a:lnTo>
                  <a:pt x="42976" y="28486"/>
                </a:lnTo>
                <a:close/>
              </a:path>
              <a:path w="80644" h="38734">
                <a:moveTo>
                  <a:pt x="43497" y="393"/>
                </a:moveTo>
                <a:lnTo>
                  <a:pt x="43446" y="241"/>
                </a:lnTo>
                <a:lnTo>
                  <a:pt x="43319" y="127"/>
                </a:lnTo>
                <a:lnTo>
                  <a:pt x="43040" y="292"/>
                </a:lnTo>
                <a:lnTo>
                  <a:pt x="43167" y="482"/>
                </a:lnTo>
                <a:lnTo>
                  <a:pt x="43370" y="381"/>
                </a:lnTo>
                <a:lnTo>
                  <a:pt x="43472" y="635"/>
                </a:lnTo>
                <a:lnTo>
                  <a:pt x="43497" y="393"/>
                </a:lnTo>
                <a:close/>
              </a:path>
              <a:path w="80644" h="38734">
                <a:moveTo>
                  <a:pt x="43865" y="18897"/>
                </a:moveTo>
                <a:lnTo>
                  <a:pt x="43497" y="18948"/>
                </a:lnTo>
                <a:lnTo>
                  <a:pt x="43472" y="19240"/>
                </a:lnTo>
                <a:lnTo>
                  <a:pt x="43459" y="19532"/>
                </a:lnTo>
                <a:lnTo>
                  <a:pt x="43637" y="19634"/>
                </a:lnTo>
                <a:lnTo>
                  <a:pt x="43573" y="19418"/>
                </a:lnTo>
                <a:lnTo>
                  <a:pt x="43865" y="18897"/>
                </a:lnTo>
                <a:close/>
              </a:path>
              <a:path w="80644" h="38734">
                <a:moveTo>
                  <a:pt x="44069" y="22288"/>
                </a:moveTo>
                <a:lnTo>
                  <a:pt x="43916" y="21882"/>
                </a:lnTo>
                <a:lnTo>
                  <a:pt x="43726" y="21971"/>
                </a:lnTo>
                <a:lnTo>
                  <a:pt x="43700" y="22263"/>
                </a:lnTo>
                <a:lnTo>
                  <a:pt x="43954" y="22288"/>
                </a:lnTo>
                <a:lnTo>
                  <a:pt x="43903" y="22123"/>
                </a:lnTo>
                <a:lnTo>
                  <a:pt x="44069" y="22288"/>
                </a:lnTo>
                <a:close/>
              </a:path>
              <a:path w="80644" h="38734">
                <a:moveTo>
                  <a:pt x="47472" y="457"/>
                </a:moveTo>
                <a:lnTo>
                  <a:pt x="47205" y="0"/>
                </a:lnTo>
                <a:lnTo>
                  <a:pt x="47066" y="279"/>
                </a:lnTo>
                <a:lnTo>
                  <a:pt x="47040" y="635"/>
                </a:lnTo>
                <a:lnTo>
                  <a:pt x="47117" y="863"/>
                </a:lnTo>
                <a:lnTo>
                  <a:pt x="47320" y="965"/>
                </a:lnTo>
                <a:lnTo>
                  <a:pt x="47155" y="165"/>
                </a:lnTo>
                <a:lnTo>
                  <a:pt x="47472" y="457"/>
                </a:lnTo>
                <a:close/>
              </a:path>
              <a:path w="80644" h="38734">
                <a:moveTo>
                  <a:pt x="48336" y="18415"/>
                </a:moveTo>
                <a:lnTo>
                  <a:pt x="48107" y="18275"/>
                </a:lnTo>
                <a:lnTo>
                  <a:pt x="48044" y="18415"/>
                </a:lnTo>
                <a:lnTo>
                  <a:pt x="47713" y="18757"/>
                </a:lnTo>
                <a:lnTo>
                  <a:pt x="47955" y="18948"/>
                </a:lnTo>
                <a:lnTo>
                  <a:pt x="47929" y="18681"/>
                </a:lnTo>
                <a:lnTo>
                  <a:pt x="48336" y="18415"/>
                </a:lnTo>
                <a:close/>
              </a:path>
              <a:path w="80644" h="38734">
                <a:moveTo>
                  <a:pt x="50901" y="25285"/>
                </a:moveTo>
                <a:lnTo>
                  <a:pt x="50622" y="25260"/>
                </a:lnTo>
                <a:lnTo>
                  <a:pt x="50723" y="25577"/>
                </a:lnTo>
                <a:lnTo>
                  <a:pt x="50469" y="25488"/>
                </a:lnTo>
                <a:lnTo>
                  <a:pt x="50406" y="25628"/>
                </a:lnTo>
                <a:lnTo>
                  <a:pt x="50723" y="25679"/>
                </a:lnTo>
                <a:lnTo>
                  <a:pt x="50888" y="25539"/>
                </a:lnTo>
                <a:lnTo>
                  <a:pt x="50901" y="25285"/>
                </a:lnTo>
                <a:close/>
              </a:path>
              <a:path w="80644" h="38734">
                <a:moveTo>
                  <a:pt x="52311" y="2349"/>
                </a:moveTo>
                <a:lnTo>
                  <a:pt x="52171" y="1828"/>
                </a:lnTo>
                <a:lnTo>
                  <a:pt x="51955" y="2133"/>
                </a:lnTo>
                <a:lnTo>
                  <a:pt x="52158" y="2336"/>
                </a:lnTo>
                <a:lnTo>
                  <a:pt x="51841" y="2311"/>
                </a:lnTo>
                <a:lnTo>
                  <a:pt x="51828" y="2705"/>
                </a:lnTo>
                <a:lnTo>
                  <a:pt x="52108" y="2730"/>
                </a:lnTo>
                <a:lnTo>
                  <a:pt x="52120" y="2527"/>
                </a:lnTo>
                <a:lnTo>
                  <a:pt x="52311" y="2349"/>
                </a:lnTo>
                <a:close/>
              </a:path>
              <a:path w="80644" h="38734">
                <a:moveTo>
                  <a:pt x="54610" y="28600"/>
                </a:moveTo>
                <a:lnTo>
                  <a:pt x="54432" y="28498"/>
                </a:lnTo>
                <a:lnTo>
                  <a:pt x="54279" y="28422"/>
                </a:lnTo>
                <a:lnTo>
                  <a:pt x="54063" y="28359"/>
                </a:lnTo>
                <a:lnTo>
                  <a:pt x="54000" y="28600"/>
                </a:lnTo>
                <a:lnTo>
                  <a:pt x="54508" y="28790"/>
                </a:lnTo>
                <a:lnTo>
                  <a:pt x="54610" y="28600"/>
                </a:lnTo>
                <a:close/>
              </a:path>
              <a:path w="80644" h="38734">
                <a:moveTo>
                  <a:pt x="55105" y="31953"/>
                </a:moveTo>
                <a:lnTo>
                  <a:pt x="54851" y="31915"/>
                </a:lnTo>
                <a:lnTo>
                  <a:pt x="54889" y="32092"/>
                </a:lnTo>
                <a:lnTo>
                  <a:pt x="54724" y="31915"/>
                </a:lnTo>
                <a:lnTo>
                  <a:pt x="54851" y="32169"/>
                </a:lnTo>
                <a:lnTo>
                  <a:pt x="54571" y="32232"/>
                </a:lnTo>
                <a:lnTo>
                  <a:pt x="54762" y="32410"/>
                </a:lnTo>
                <a:lnTo>
                  <a:pt x="54864" y="32232"/>
                </a:lnTo>
                <a:lnTo>
                  <a:pt x="55016" y="32131"/>
                </a:lnTo>
                <a:lnTo>
                  <a:pt x="55105" y="31953"/>
                </a:lnTo>
                <a:close/>
              </a:path>
              <a:path w="80644" h="38734">
                <a:moveTo>
                  <a:pt x="55727" y="30556"/>
                </a:moveTo>
                <a:lnTo>
                  <a:pt x="55486" y="30530"/>
                </a:lnTo>
                <a:lnTo>
                  <a:pt x="55524" y="30734"/>
                </a:lnTo>
                <a:lnTo>
                  <a:pt x="55270" y="31191"/>
                </a:lnTo>
                <a:lnTo>
                  <a:pt x="55626" y="31127"/>
                </a:lnTo>
                <a:lnTo>
                  <a:pt x="55664" y="30861"/>
                </a:lnTo>
                <a:lnTo>
                  <a:pt x="55727" y="30556"/>
                </a:lnTo>
                <a:close/>
              </a:path>
              <a:path w="80644" h="38734">
                <a:moveTo>
                  <a:pt x="56413" y="30594"/>
                </a:moveTo>
                <a:lnTo>
                  <a:pt x="56172" y="30378"/>
                </a:lnTo>
                <a:lnTo>
                  <a:pt x="55981" y="30454"/>
                </a:lnTo>
                <a:lnTo>
                  <a:pt x="55981" y="30759"/>
                </a:lnTo>
                <a:lnTo>
                  <a:pt x="55664" y="31038"/>
                </a:lnTo>
                <a:lnTo>
                  <a:pt x="56019" y="31153"/>
                </a:lnTo>
                <a:lnTo>
                  <a:pt x="56070" y="30962"/>
                </a:lnTo>
                <a:lnTo>
                  <a:pt x="56413" y="30594"/>
                </a:lnTo>
                <a:close/>
              </a:path>
              <a:path w="80644" h="38734">
                <a:moveTo>
                  <a:pt x="58851" y="20929"/>
                </a:moveTo>
                <a:lnTo>
                  <a:pt x="58674" y="20904"/>
                </a:lnTo>
                <a:lnTo>
                  <a:pt x="58153" y="21043"/>
                </a:lnTo>
                <a:lnTo>
                  <a:pt x="58445" y="21272"/>
                </a:lnTo>
                <a:lnTo>
                  <a:pt x="58559" y="21120"/>
                </a:lnTo>
                <a:lnTo>
                  <a:pt x="58813" y="21132"/>
                </a:lnTo>
                <a:lnTo>
                  <a:pt x="58851" y="20929"/>
                </a:lnTo>
                <a:close/>
              </a:path>
              <a:path w="80644" h="38734">
                <a:moveTo>
                  <a:pt x="59410" y="21259"/>
                </a:moveTo>
                <a:lnTo>
                  <a:pt x="59042" y="21234"/>
                </a:lnTo>
                <a:lnTo>
                  <a:pt x="59042" y="21412"/>
                </a:lnTo>
                <a:lnTo>
                  <a:pt x="59207" y="21894"/>
                </a:lnTo>
                <a:lnTo>
                  <a:pt x="59385" y="21640"/>
                </a:lnTo>
                <a:lnTo>
                  <a:pt x="59156" y="21615"/>
                </a:lnTo>
                <a:lnTo>
                  <a:pt x="59385" y="21310"/>
                </a:lnTo>
                <a:close/>
              </a:path>
              <a:path w="80644" h="38734">
                <a:moveTo>
                  <a:pt x="59817" y="5334"/>
                </a:moveTo>
                <a:lnTo>
                  <a:pt x="59651" y="5118"/>
                </a:lnTo>
                <a:lnTo>
                  <a:pt x="59728" y="4191"/>
                </a:lnTo>
                <a:lnTo>
                  <a:pt x="59423" y="4406"/>
                </a:lnTo>
                <a:lnTo>
                  <a:pt x="59613" y="4406"/>
                </a:lnTo>
                <a:lnTo>
                  <a:pt x="59423" y="4749"/>
                </a:lnTo>
                <a:lnTo>
                  <a:pt x="59486" y="4889"/>
                </a:lnTo>
                <a:lnTo>
                  <a:pt x="59194" y="4787"/>
                </a:lnTo>
                <a:lnTo>
                  <a:pt x="59359" y="5181"/>
                </a:lnTo>
                <a:lnTo>
                  <a:pt x="59550" y="5118"/>
                </a:lnTo>
                <a:lnTo>
                  <a:pt x="59715" y="5308"/>
                </a:lnTo>
                <a:lnTo>
                  <a:pt x="59461" y="5549"/>
                </a:lnTo>
                <a:lnTo>
                  <a:pt x="59613" y="5588"/>
                </a:lnTo>
                <a:lnTo>
                  <a:pt x="59817" y="5384"/>
                </a:lnTo>
                <a:close/>
              </a:path>
              <a:path w="80644" h="38734">
                <a:moveTo>
                  <a:pt x="61125" y="22148"/>
                </a:moveTo>
                <a:lnTo>
                  <a:pt x="60731" y="21755"/>
                </a:lnTo>
                <a:lnTo>
                  <a:pt x="60998" y="21412"/>
                </a:lnTo>
                <a:lnTo>
                  <a:pt x="60210" y="21272"/>
                </a:lnTo>
                <a:lnTo>
                  <a:pt x="60617" y="22212"/>
                </a:lnTo>
                <a:lnTo>
                  <a:pt x="60934" y="22364"/>
                </a:lnTo>
                <a:lnTo>
                  <a:pt x="61125" y="22148"/>
                </a:lnTo>
                <a:close/>
              </a:path>
              <a:path w="80644" h="38734">
                <a:moveTo>
                  <a:pt x="63855" y="20269"/>
                </a:moveTo>
                <a:lnTo>
                  <a:pt x="63563" y="20167"/>
                </a:lnTo>
                <a:lnTo>
                  <a:pt x="63296" y="20142"/>
                </a:lnTo>
                <a:lnTo>
                  <a:pt x="63258" y="20421"/>
                </a:lnTo>
                <a:lnTo>
                  <a:pt x="63538" y="20548"/>
                </a:lnTo>
                <a:lnTo>
                  <a:pt x="63449" y="20370"/>
                </a:lnTo>
                <a:lnTo>
                  <a:pt x="63855" y="20269"/>
                </a:lnTo>
                <a:close/>
              </a:path>
              <a:path w="80644" h="38734">
                <a:moveTo>
                  <a:pt x="65989" y="13081"/>
                </a:moveTo>
                <a:lnTo>
                  <a:pt x="65976" y="12814"/>
                </a:lnTo>
                <a:lnTo>
                  <a:pt x="65786" y="12534"/>
                </a:lnTo>
                <a:lnTo>
                  <a:pt x="65544" y="12128"/>
                </a:lnTo>
                <a:lnTo>
                  <a:pt x="64985" y="11747"/>
                </a:lnTo>
                <a:lnTo>
                  <a:pt x="64897" y="12065"/>
                </a:lnTo>
                <a:lnTo>
                  <a:pt x="65214" y="12192"/>
                </a:lnTo>
                <a:lnTo>
                  <a:pt x="65570" y="12268"/>
                </a:lnTo>
                <a:lnTo>
                  <a:pt x="65595" y="12598"/>
                </a:lnTo>
                <a:lnTo>
                  <a:pt x="65290" y="12547"/>
                </a:lnTo>
                <a:lnTo>
                  <a:pt x="65290" y="12230"/>
                </a:lnTo>
                <a:lnTo>
                  <a:pt x="64998" y="12166"/>
                </a:lnTo>
                <a:lnTo>
                  <a:pt x="65151" y="12573"/>
                </a:lnTo>
                <a:lnTo>
                  <a:pt x="65430" y="12852"/>
                </a:lnTo>
                <a:lnTo>
                  <a:pt x="65659" y="13182"/>
                </a:lnTo>
                <a:lnTo>
                  <a:pt x="65595" y="12865"/>
                </a:lnTo>
                <a:lnTo>
                  <a:pt x="65989" y="13081"/>
                </a:lnTo>
                <a:close/>
              </a:path>
              <a:path w="80644" h="38734">
                <a:moveTo>
                  <a:pt x="66052" y="20777"/>
                </a:moveTo>
                <a:lnTo>
                  <a:pt x="66027" y="20548"/>
                </a:lnTo>
                <a:lnTo>
                  <a:pt x="65900" y="19964"/>
                </a:lnTo>
                <a:lnTo>
                  <a:pt x="65620" y="20256"/>
                </a:lnTo>
                <a:lnTo>
                  <a:pt x="65824" y="20281"/>
                </a:lnTo>
                <a:lnTo>
                  <a:pt x="65620" y="20447"/>
                </a:lnTo>
                <a:lnTo>
                  <a:pt x="65862" y="20701"/>
                </a:lnTo>
                <a:lnTo>
                  <a:pt x="66052" y="20777"/>
                </a:lnTo>
                <a:close/>
              </a:path>
              <a:path w="80644" h="38734">
                <a:moveTo>
                  <a:pt x="66814" y="13296"/>
                </a:moveTo>
                <a:lnTo>
                  <a:pt x="65989" y="13296"/>
                </a:lnTo>
                <a:lnTo>
                  <a:pt x="66141" y="13309"/>
                </a:lnTo>
                <a:lnTo>
                  <a:pt x="66370" y="13538"/>
                </a:lnTo>
                <a:lnTo>
                  <a:pt x="66560" y="13589"/>
                </a:lnTo>
                <a:lnTo>
                  <a:pt x="66776" y="13665"/>
                </a:lnTo>
                <a:lnTo>
                  <a:pt x="66814" y="13296"/>
                </a:lnTo>
                <a:close/>
              </a:path>
              <a:path w="80644" h="38734">
                <a:moveTo>
                  <a:pt x="67614" y="29870"/>
                </a:moveTo>
                <a:lnTo>
                  <a:pt x="67322" y="29578"/>
                </a:lnTo>
                <a:lnTo>
                  <a:pt x="67297" y="29832"/>
                </a:lnTo>
                <a:lnTo>
                  <a:pt x="66713" y="29972"/>
                </a:lnTo>
                <a:lnTo>
                  <a:pt x="66967" y="30238"/>
                </a:lnTo>
                <a:lnTo>
                  <a:pt x="67017" y="30010"/>
                </a:lnTo>
                <a:lnTo>
                  <a:pt x="67614" y="29870"/>
                </a:lnTo>
                <a:close/>
              </a:path>
              <a:path w="80644" h="38734">
                <a:moveTo>
                  <a:pt x="69824" y="16725"/>
                </a:moveTo>
                <a:lnTo>
                  <a:pt x="69456" y="16598"/>
                </a:lnTo>
                <a:lnTo>
                  <a:pt x="69329" y="16865"/>
                </a:lnTo>
                <a:lnTo>
                  <a:pt x="69202" y="17157"/>
                </a:lnTo>
                <a:lnTo>
                  <a:pt x="69392" y="17272"/>
                </a:lnTo>
                <a:lnTo>
                  <a:pt x="69608" y="17538"/>
                </a:lnTo>
                <a:lnTo>
                  <a:pt x="69684" y="17208"/>
                </a:lnTo>
                <a:lnTo>
                  <a:pt x="69532" y="16814"/>
                </a:lnTo>
                <a:lnTo>
                  <a:pt x="69659" y="16916"/>
                </a:lnTo>
                <a:lnTo>
                  <a:pt x="69824" y="16725"/>
                </a:lnTo>
                <a:close/>
              </a:path>
              <a:path w="80644" h="38734">
                <a:moveTo>
                  <a:pt x="71196" y="19558"/>
                </a:moveTo>
                <a:lnTo>
                  <a:pt x="70815" y="19532"/>
                </a:lnTo>
                <a:lnTo>
                  <a:pt x="70789" y="19850"/>
                </a:lnTo>
                <a:lnTo>
                  <a:pt x="70624" y="19926"/>
                </a:lnTo>
                <a:lnTo>
                  <a:pt x="70866" y="20104"/>
                </a:lnTo>
                <a:lnTo>
                  <a:pt x="71107" y="19850"/>
                </a:lnTo>
                <a:lnTo>
                  <a:pt x="71196" y="19558"/>
                </a:lnTo>
                <a:close/>
              </a:path>
              <a:path w="80644" h="38734">
                <a:moveTo>
                  <a:pt x="71666" y="32880"/>
                </a:moveTo>
                <a:lnTo>
                  <a:pt x="71450" y="32359"/>
                </a:lnTo>
                <a:lnTo>
                  <a:pt x="71310" y="32550"/>
                </a:lnTo>
                <a:lnTo>
                  <a:pt x="71501" y="32600"/>
                </a:lnTo>
                <a:lnTo>
                  <a:pt x="71475" y="32816"/>
                </a:lnTo>
                <a:lnTo>
                  <a:pt x="71666" y="32880"/>
                </a:lnTo>
                <a:close/>
              </a:path>
              <a:path w="80644" h="38734">
                <a:moveTo>
                  <a:pt x="72593" y="32727"/>
                </a:moveTo>
                <a:lnTo>
                  <a:pt x="72364" y="32448"/>
                </a:lnTo>
                <a:lnTo>
                  <a:pt x="71983" y="32346"/>
                </a:lnTo>
                <a:lnTo>
                  <a:pt x="71805" y="32105"/>
                </a:lnTo>
                <a:lnTo>
                  <a:pt x="71577" y="32270"/>
                </a:lnTo>
                <a:lnTo>
                  <a:pt x="72593" y="32727"/>
                </a:lnTo>
                <a:close/>
              </a:path>
              <a:path w="80644" h="38734">
                <a:moveTo>
                  <a:pt x="72694" y="20320"/>
                </a:moveTo>
                <a:lnTo>
                  <a:pt x="72136" y="19913"/>
                </a:lnTo>
                <a:lnTo>
                  <a:pt x="71894" y="20294"/>
                </a:lnTo>
                <a:lnTo>
                  <a:pt x="72263" y="20434"/>
                </a:lnTo>
                <a:lnTo>
                  <a:pt x="72085" y="20777"/>
                </a:lnTo>
                <a:lnTo>
                  <a:pt x="72491" y="21018"/>
                </a:lnTo>
                <a:lnTo>
                  <a:pt x="72694" y="20320"/>
                </a:lnTo>
                <a:close/>
              </a:path>
              <a:path w="80644" h="38734">
                <a:moveTo>
                  <a:pt x="73253" y="22123"/>
                </a:moveTo>
                <a:lnTo>
                  <a:pt x="73215" y="21653"/>
                </a:lnTo>
                <a:lnTo>
                  <a:pt x="72821" y="21628"/>
                </a:lnTo>
                <a:lnTo>
                  <a:pt x="72796" y="21983"/>
                </a:lnTo>
                <a:lnTo>
                  <a:pt x="72809" y="22301"/>
                </a:lnTo>
                <a:lnTo>
                  <a:pt x="72948" y="22504"/>
                </a:lnTo>
                <a:lnTo>
                  <a:pt x="72948" y="22123"/>
                </a:lnTo>
                <a:lnTo>
                  <a:pt x="73253" y="22123"/>
                </a:lnTo>
                <a:close/>
              </a:path>
              <a:path w="80644" h="38734">
                <a:moveTo>
                  <a:pt x="73596" y="29070"/>
                </a:moveTo>
                <a:lnTo>
                  <a:pt x="73152" y="29006"/>
                </a:lnTo>
                <a:lnTo>
                  <a:pt x="72986" y="29565"/>
                </a:lnTo>
                <a:lnTo>
                  <a:pt x="73253" y="29819"/>
                </a:lnTo>
                <a:lnTo>
                  <a:pt x="73342" y="29514"/>
                </a:lnTo>
                <a:lnTo>
                  <a:pt x="73583" y="29438"/>
                </a:lnTo>
                <a:lnTo>
                  <a:pt x="73596" y="29070"/>
                </a:lnTo>
                <a:close/>
              </a:path>
              <a:path w="80644" h="38734">
                <a:moveTo>
                  <a:pt x="74015" y="18630"/>
                </a:moveTo>
                <a:lnTo>
                  <a:pt x="73863" y="18681"/>
                </a:lnTo>
                <a:lnTo>
                  <a:pt x="73304" y="18808"/>
                </a:lnTo>
                <a:lnTo>
                  <a:pt x="73507" y="18986"/>
                </a:lnTo>
                <a:lnTo>
                  <a:pt x="73850" y="18732"/>
                </a:lnTo>
                <a:lnTo>
                  <a:pt x="73812" y="18897"/>
                </a:lnTo>
                <a:lnTo>
                  <a:pt x="74015" y="18630"/>
                </a:lnTo>
                <a:close/>
              </a:path>
              <a:path w="80644" h="38734">
                <a:moveTo>
                  <a:pt x="74206" y="32118"/>
                </a:moveTo>
                <a:lnTo>
                  <a:pt x="73837" y="31991"/>
                </a:lnTo>
                <a:lnTo>
                  <a:pt x="73736" y="32169"/>
                </a:lnTo>
                <a:lnTo>
                  <a:pt x="73672" y="32486"/>
                </a:lnTo>
                <a:lnTo>
                  <a:pt x="73863" y="32588"/>
                </a:lnTo>
                <a:lnTo>
                  <a:pt x="73952" y="32778"/>
                </a:lnTo>
                <a:lnTo>
                  <a:pt x="74041" y="32550"/>
                </a:lnTo>
                <a:lnTo>
                  <a:pt x="74079" y="32283"/>
                </a:lnTo>
                <a:lnTo>
                  <a:pt x="74206" y="32118"/>
                </a:lnTo>
                <a:close/>
              </a:path>
              <a:path w="80644" h="38734">
                <a:moveTo>
                  <a:pt x="74409" y="18211"/>
                </a:moveTo>
                <a:lnTo>
                  <a:pt x="73850" y="18389"/>
                </a:lnTo>
                <a:lnTo>
                  <a:pt x="73761" y="18592"/>
                </a:lnTo>
                <a:lnTo>
                  <a:pt x="74028" y="18618"/>
                </a:lnTo>
                <a:lnTo>
                  <a:pt x="74231" y="18453"/>
                </a:lnTo>
                <a:lnTo>
                  <a:pt x="74320" y="18643"/>
                </a:lnTo>
                <a:lnTo>
                  <a:pt x="74409" y="18211"/>
                </a:lnTo>
                <a:close/>
              </a:path>
              <a:path w="80644" h="38734">
                <a:moveTo>
                  <a:pt x="74726" y="30327"/>
                </a:moveTo>
                <a:lnTo>
                  <a:pt x="74371" y="29933"/>
                </a:lnTo>
                <a:lnTo>
                  <a:pt x="74256" y="30187"/>
                </a:lnTo>
                <a:lnTo>
                  <a:pt x="74472" y="30264"/>
                </a:lnTo>
                <a:lnTo>
                  <a:pt x="74587" y="30721"/>
                </a:lnTo>
                <a:lnTo>
                  <a:pt x="74726" y="30327"/>
                </a:lnTo>
                <a:close/>
              </a:path>
              <a:path w="80644" h="38734">
                <a:moveTo>
                  <a:pt x="76200" y="21818"/>
                </a:moveTo>
                <a:lnTo>
                  <a:pt x="75933" y="21691"/>
                </a:lnTo>
                <a:lnTo>
                  <a:pt x="75692" y="21869"/>
                </a:lnTo>
                <a:lnTo>
                  <a:pt x="75971" y="22021"/>
                </a:lnTo>
                <a:lnTo>
                  <a:pt x="75793" y="22161"/>
                </a:lnTo>
                <a:lnTo>
                  <a:pt x="76098" y="22225"/>
                </a:lnTo>
                <a:lnTo>
                  <a:pt x="75971" y="21844"/>
                </a:lnTo>
                <a:lnTo>
                  <a:pt x="76200" y="21818"/>
                </a:lnTo>
                <a:close/>
              </a:path>
              <a:path w="80644" h="38734">
                <a:moveTo>
                  <a:pt x="76479" y="27178"/>
                </a:moveTo>
                <a:lnTo>
                  <a:pt x="76123" y="27228"/>
                </a:lnTo>
                <a:lnTo>
                  <a:pt x="75971" y="27533"/>
                </a:lnTo>
                <a:lnTo>
                  <a:pt x="76250" y="27495"/>
                </a:lnTo>
                <a:lnTo>
                  <a:pt x="76479" y="27178"/>
                </a:lnTo>
                <a:close/>
              </a:path>
              <a:path w="80644" h="38734">
                <a:moveTo>
                  <a:pt x="76568" y="27584"/>
                </a:moveTo>
                <a:lnTo>
                  <a:pt x="76276" y="27622"/>
                </a:lnTo>
                <a:lnTo>
                  <a:pt x="76568" y="27584"/>
                </a:lnTo>
                <a:close/>
              </a:path>
              <a:path w="80644" h="38734">
                <a:moveTo>
                  <a:pt x="77343" y="23952"/>
                </a:moveTo>
                <a:lnTo>
                  <a:pt x="77165" y="23545"/>
                </a:lnTo>
                <a:lnTo>
                  <a:pt x="76911" y="23634"/>
                </a:lnTo>
                <a:lnTo>
                  <a:pt x="76885" y="23482"/>
                </a:lnTo>
                <a:lnTo>
                  <a:pt x="76377" y="23545"/>
                </a:lnTo>
                <a:lnTo>
                  <a:pt x="76619" y="23698"/>
                </a:lnTo>
                <a:lnTo>
                  <a:pt x="77343" y="23952"/>
                </a:lnTo>
                <a:close/>
              </a:path>
              <a:path w="80644" h="38734">
                <a:moveTo>
                  <a:pt x="78460" y="29832"/>
                </a:moveTo>
                <a:lnTo>
                  <a:pt x="78346" y="29362"/>
                </a:lnTo>
                <a:lnTo>
                  <a:pt x="78117" y="29248"/>
                </a:lnTo>
                <a:lnTo>
                  <a:pt x="78092" y="29578"/>
                </a:lnTo>
                <a:lnTo>
                  <a:pt x="78193" y="29781"/>
                </a:lnTo>
                <a:lnTo>
                  <a:pt x="78346" y="29946"/>
                </a:lnTo>
                <a:close/>
              </a:path>
              <a:path w="80644" h="38734">
                <a:moveTo>
                  <a:pt x="79044" y="38531"/>
                </a:moveTo>
                <a:lnTo>
                  <a:pt x="79032" y="38290"/>
                </a:lnTo>
                <a:lnTo>
                  <a:pt x="78981" y="38100"/>
                </a:lnTo>
                <a:lnTo>
                  <a:pt x="78803" y="38023"/>
                </a:lnTo>
                <a:lnTo>
                  <a:pt x="78752" y="38277"/>
                </a:lnTo>
                <a:lnTo>
                  <a:pt x="78740" y="38544"/>
                </a:lnTo>
                <a:lnTo>
                  <a:pt x="79044" y="38531"/>
                </a:lnTo>
                <a:close/>
              </a:path>
              <a:path w="80644" h="38734">
                <a:moveTo>
                  <a:pt x="80010" y="36093"/>
                </a:moveTo>
                <a:lnTo>
                  <a:pt x="79641" y="35966"/>
                </a:lnTo>
                <a:lnTo>
                  <a:pt x="79667" y="36118"/>
                </a:lnTo>
                <a:lnTo>
                  <a:pt x="80010" y="36093"/>
                </a:lnTo>
                <a:close/>
              </a:path>
              <a:path w="80644" h="38734">
                <a:moveTo>
                  <a:pt x="80111" y="30594"/>
                </a:moveTo>
                <a:lnTo>
                  <a:pt x="79844" y="30365"/>
                </a:lnTo>
                <a:lnTo>
                  <a:pt x="79641" y="30492"/>
                </a:lnTo>
                <a:lnTo>
                  <a:pt x="79717" y="30645"/>
                </a:lnTo>
                <a:lnTo>
                  <a:pt x="79895" y="30861"/>
                </a:lnTo>
                <a:lnTo>
                  <a:pt x="79705" y="30924"/>
                </a:lnTo>
                <a:lnTo>
                  <a:pt x="79527" y="30721"/>
                </a:lnTo>
                <a:lnTo>
                  <a:pt x="79717" y="30645"/>
                </a:lnTo>
                <a:lnTo>
                  <a:pt x="79324" y="30556"/>
                </a:lnTo>
                <a:lnTo>
                  <a:pt x="79667" y="30556"/>
                </a:lnTo>
                <a:lnTo>
                  <a:pt x="79362" y="30327"/>
                </a:lnTo>
                <a:lnTo>
                  <a:pt x="79197" y="30543"/>
                </a:lnTo>
                <a:lnTo>
                  <a:pt x="79413" y="31064"/>
                </a:lnTo>
                <a:lnTo>
                  <a:pt x="79883" y="31038"/>
                </a:lnTo>
                <a:lnTo>
                  <a:pt x="80098" y="30848"/>
                </a:lnTo>
                <a:lnTo>
                  <a:pt x="80111" y="30594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bg object 95"/>
          <p:cNvSpPr/>
          <p:nvPr/>
        </p:nvSpPr>
        <p:spPr>
          <a:xfrm>
            <a:off x="1970976" y="856322"/>
            <a:ext cx="61594" cy="20320"/>
          </a:xfrm>
          <a:custGeom>
            <a:avLst/>
            <a:gdLst/>
            <a:ahLst/>
            <a:cxnLst/>
            <a:rect l="l" t="t" r="r" b="b"/>
            <a:pathLst>
              <a:path w="61594" h="20319">
                <a:moveTo>
                  <a:pt x="609" y="12268"/>
                </a:moveTo>
                <a:lnTo>
                  <a:pt x="317" y="12280"/>
                </a:lnTo>
                <a:lnTo>
                  <a:pt x="127" y="12407"/>
                </a:lnTo>
                <a:lnTo>
                  <a:pt x="0" y="12611"/>
                </a:lnTo>
                <a:lnTo>
                  <a:pt x="279" y="12534"/>
                </a:lnTo>
                <a:lnTo>
                  <a:pt x="254" y="12763"/>
                </a:lnTo>
                <a:lnTo>
                  <a:pt x="469" y="12738"/>
                </a:lnTo>
                <a:lnTo>
                  <a:pt x="406" y="12344"/>
                </a:lnTo>
                <a:lnTo>
                  <a:pt x="609" y="12268"/>
                </a:lnTo>
                <a:close/>
              </a:path>
              <a:path w="61594" h="20319">
                <a:moveTo>
                  <a:pt x="5549" y="11049"/>
                </a:moveTo>
                <a:lnTo>
                  <a:pt x="5511" y="10693"/>
                </a:lnTo>
                <a:lnTo>
                  <a:pt x="5156" y="10629"/>
                </a:lnTo>
                <a:lnTo>
                  <a:pt x="4826" y="10515"/>
                </a:lnTo>
                <a:lnTo>
                  <a:pt x="4889" y="10845"/>
                </a:lnTo>
                <a:lnTo>
                  <a:pt x="5473" y="10731"/>
                </a:lnTo>
                <a:lnTo>
                  <a:pt x="5549" y="11049"/>
                </a:lnTo>
                <a:close/>
              </a:path>
              <a:path w="61594" h="20319">
                <a:moveTo>
                  <a:pt x="5854" y="13347"/>
                </a:moveTo>
                <a:lnTo>
                  <a:pt x="5753" y="12255"/>
                </a:lnTo>
                <a:lnTo>
                  <a:pt x="5499" y="12496"/>
                </a:lnTo>
                <a:lnTo>
                  <a:pt x="5613" y="12661"/>
                </a:lnTo>
                <a:lnTo>
                  <a:pt x="5600" y="12890"/>
                </a:lnTo>
                <a:lnTo>
                  <a:pt x="5384" y="12674"/>
                </a:lnTo>
                <a:lnTo>
                  <a:pt x="5854" y="13347"/>
                </a:lnTo>
                <a:close/>
              </a:path>
              <a:path w="61594" h="20319">
                <a:moveTo>
                  <a:pt x="5956" y="13843"/>
                </a:moveTo>
                <a:lnTo>
                  <a:pt x="5549" y="13944"/>
                </a:lnTo>
                <a:lnTo>
                  <a:pt x="5549" y="14236"/>
                </a:lnTo>
                <a:lnTo>
                  <a:pt x="5930" y="14185"/>
                </a:lnTo>
                <a:lnTo>
                  <a:pt x="5956" y="13843"/>
                </a:lnTo>
                <a:close/>
              </a:path>
              <a:path w="61594" h="20319">
                <a:moveTo>
                  <a:pt x="5981" y="13690"/>
                </a:moveTo>
                <a:lnTo>
                  <a:pt x="5689" y="13665"/>
                </a:lnTo>
                <a:lnTo>
                  <a:pt x="5969" y="13792"/>
                </a:lnTo>
                <a:close/>
              </a:path>
              <a:path w="61594" h="20319">
                <a:moveTo>
                  <a:pt x="5981" y="5854"/>
                </a:moveTo>
                <a:lnTo>
                  <a:pt x="5765" y="5778"/>
                </a:lnTo>
                <a:lnTo>
                  <a:pt x="5461" y="5308"/>
                </a:lnTo>
                <a:lnTo>
                  <a:pt x="5156" y="5600"/>
                </a:lnTo>
                <a:lnTo>
                  <a:pt x="5461" y="5499"/>
                </a:lnTo>
                <a:lnTo>
                  <a:pt x="5359" y="5765"/>
                </a:lnTo>
                <a:lnTo>
                  <a:pt x="5511" y="5829"/>
                </a:lnTo>
                <a:lnTo>
                  <a:pt x="5613" y="5638"/>
                </a:lnTo>
                <a:lnTo>
                  <a:pt x="5791" y="5943"/>
                </a:lnTo>
                <a:lnTo>
                  <a:pt x="5981" y="5854"/>
                </a:lnTo>
                <a:close/>
              </a:path>
              <a:path w="61594" h="20319">
                <a:moveTo>
                  <a:pt x="6159" y="11099"/>
                </a:moveTo>
                <a:lnTo>
                  <a:pt x="5943" y="10541"/>
                </a:lnTo>
                <a:lnTo>
                  <a:pt x="5588" y="10566"/>
                </a:lnTo>
                <a:lnTo>
                  <a:pt x="5626" y="11150"/>
                </a:lnTo>
                <a:lnTo>
                  <a:pt x="5816" y="11188"/>
                </a:lnTo>
                <a:lnTo>
                  <a:pt x="5753" y="10883"/>
                </a:lnTo>
                <a:lnTo>
                  <a:pt x="6159" y="11099"/>
                </a:lnTo>
                <a:close/>
              </a:path>
              <a:path w="61594" h="20319">
                <a:moveTo>
                  <a:pt x="9588" y="7899"/>
                </a:moveTo>
                <a:lnTo>
                  <a:pt x="9410" y="7874"/>
                </a:lnTo>
                <a:lnTo>
                  <a:pt x="9055" y="7607"/>
                </a:lnTo>
                <a:lnTo>
                  <a:pt x="9017" y="8039"/>
                </a:lnTo>
                <a:lnTo>
                  <a:pt x="9372" y="8039"/>
                </a:lnTo>
                <a:lnTo>
                  <a:pt x="9448" y="7912"/>
                </a:lnTo>
                <a:lnTo>
                  <a:pt x="9588" y="7899"/>
                </a:lnTo>
                <a:close/>
              </a:path>
              <a:path w="61594" h="20319">
                <a:moveTo>
                  <a:pt x="10236" y="9994"/>
                </a:moveTo>
                <a:lnTo>
                  <a:pt x="9321" y="9359"/>
                </a:lnTo>
                <a:lnTo>
                  <a:pt x="9525" y="9550"/>
                </a:lnTo>
                <a:lnTo>
                  <a:pt x="9715" y="9740"/>
                </a:lnTo>
                <a:lnTo>
                  <a:pt x="9525" y="9817"/>
                </a:lnTo>
                <a:lnTo>
                  <a:pt x="9715" y="10045"/>
                </a:lnTo>
                <a:lnTo>
                  <a:pt x="9842" y="9982"/>
                </a:lnTo>
                <a:lnTo>
                  <a:pt x="9842" y="10248"/>
                </a:lnTo>
                <a:lnTo>
                  <a:pt x="10236" y="9994"/>
                </a:lnTo>
                <a:close/>
              </a:path>
              <a:path w="61594" h="20319">
                <a:moveTo>
                  <a:pt x="11696" y="7708"/>
                </a:moveTo>
                <a:lnTo>
                  <a:pt x="11150" y="7162"/>
                </a:lnTo>
                <a:lnTo>
                  <a:pt x="11036" y="7454"/>
                </a:lnTo>
                <a:lnTo>
                  <a:pt x="11125" y="7073"/>
                </a:lnTo>
                <a:lnTo>
                  <a:pt x="10756" y="7480"/>
                </a:lnTo>
                <a:lnTo>
                  <a:pt x="10477" y="7315"/>
                </a:lnTo>
                <a:lnTo>
                  <a:pt x="10261" y="6883"/>
                </a:lnTo>
                <a:lnTo>
                  <a:pt x="10210" y="7099"/>
                </a:lnTo>
                <a:lnTo>
                  <a:pt x="10299" y="7493"/>
                </a:lnTo>
                <a:lnTo>
                  <a:pt x="11696" y="7708"/>
                </a:lnTo>
                <a:close/>
              </a:path>
              <a:path w="61594" h="20319">
                <a:moveTo>
                  <a:pt x="12661" y="11239"/>
                </a:moveTo>
                <a:lnTo>
                  <a:pt x="12649" y="10896"/>
                </a:lnTo>
                <a:lnTo>
                  <a:pt x="12293" y="10744"/>
                </a:lnTo>
                <a:lnTo>
                  <a:pt x="12357" y="11049"/>
                </a:lnTo>
                <a:lnTo>
                  <a:pt x="11671" y="11074"/>
                </a:lnTo>
                <a:lnTo>
                  <a:pt x="12661" y="11239"/>
                </a:lnTo>
                <a:close/>
              </a:path>
              <a:path w="61594" h="20319">
                <a:moveTo>
                  <a:pt x="12839" y="15151"/>
                </a:moveTo>
                <a:lnTo>
                  <a:pt x="12763" y="15011"/>
                </a:lnTo>
                <a:lnTo>
                  <a:pt x="12776" y="14757"/>
                </a:lnTo>
                <a:lnTo>
                  <a:pt x="12534" y="15290"/>
                </a:lnTo>
                <a:lnTo>
                  <a:pt x="12839" y="15151"/>
                </a:lnTo>
                <a:close/>
              </a:path>
              <a:path w="61594" h="20319">
                <a:moveTo>
                  <a:pt x="13157" y="14300"/>
                </a:moveTo>
                <a:lnTo>
                  <a:pt x="12446" y="13843"/>
                </a:lnTo>
                <a:lnTo>
                  <a:pt x="12573" y="14058"/>
                </a:lnTo>
                <a:lnTo>
                  <a:pt x="12763" y="14211"/>
                </a:lnTo>
                <a:lnTo>
                  <a:pt x="12738" y="14376"/>
                </a:lnTo>
                <a:lnTo>
                  <a:pt x="12496" y="14643"/>
                </a:lnTo>
                <a:lnTo>
                  <a:pt x="12776" y="14757"/>
                </a:lnTo>
                <a:lnTo>
                  <a:pt x="12776" y="14630"/>
                </a:lnTo>
                <a:lnTo>
                  <a:pt x="12992" y="14681"/>
                </a:lnTo>
                <a:lnTo>
                  <a:pt x="13157" y="14300"/>
                </a:lnTo>
                <a:close/>
              </a:path>
              <a:path w="61594" h="20319">
                <a:moveTo>
                  <a:pt x="13512" y="13093"/>
                </a:moveTo>
                <a:lnTo>
                  <a:pt x="13385" y="12788"/>
                </a:lnTo>
                <a:lnTo>
                  <a:pt x="13169" y="12611"/>
                </a:lnTo>
                <a:lnTo>
                  <a:pt x="12992" y="12369"/>
                </a:lnTo>
                <a:lnTo>
                  <a:pt x="13068" y="12573"/>
                </a:lnTo>
                <a:lnTo>
                  <a:pt x="12534" y="12204"/>
                </a:lnTo>
                <a:lnTo>
                  <a:pt x="12801" y="12458"/>
                </a:lnTo>
                <a:lnTo>
                  <a:pt x="12928" y="12725"/>
                </a:lnTo>
                <a:lnTo>
                  <a:pt x="13068" y="12623"/>
                </a:lnTo>
                <a:lnTo>
                  <a:pt x="13131" y="13068"/>
                </a:lnTo>
                <a:lnTo>
                  <a:pt x="13385" y="13093"/>
                </a:lnTo>
                <a:lnTo>
                  <a:pt x="13322" y="12915"/>
                </a:lnTo>
                <a:lnTo>
                  <a:pt x="13512" y="13106"/>
                </a:lnTo>
                <a:close/>
              </a:path>
              <a:path w="61594" h="20319">
                <a:moveTo>
                  <a:pt x="14325" y="3378"/>
                </a:moveTo>
                <a:lnTo>
                  <a:pt x="14071" y="3492"/>
                </a:lnTo>
                <a:lnTo>
                  <a:pt x="14058" y="2984"/>
                </a:lnTo>
                <a:lnTo>
                  <a:pt x="13957" y="3238"/>
                </a:lnTo>
                <a:lnTo>
                  <a:pt x="13741" y="3429"/>
                </a:lnTo>
                <a:lnTo>
                  <a:pt x="13804" y="3860"/>
                </a:lnTo>
                <a:lnTo>
                  <a:pt x="13868" y="4114"/>
                </a:lnTo>
                <a:lnTo>
                  <a:pt x="14274" y="4152"/>
                </a:lnTo>
                <a:lnTo>
                  <a:pt x="14211" y="3670"/>
                </a:lnTo>
                <a:lnTo>
                  <a:pt x="14325" y="3378"/>
                </a:lnTo>
                <a:close/>
              </a:path>
              <a:path w="61594" h="20319">
                <a:moveTo>
                  <a:pt x="14414" y="12661"/>
                </a:moveTo>
                <a:lnTo>
                  <a:pt x="14236" y="12420"/>
                </a:lnTo>
                <a:lnTo>
                  <a:pt x="14249" y="12573"/>
                </a:lnTo>
                <a:lnTo>
                  <a:pt x="13944" y="12446"/>
                </a:lnTo>
                <a:lnTo>
                  <a:pt x="13868" y="12738"/>
                </a:lnTo>
                <a:lnTo>
                  <a:pt x="14135" y="12801"/>
                </a:lnTo>
                <a:lnTo>
                  <a:pt x="14300" y="12661"/>
                </a:lnTo>
                <a:close/>
              </a:path>
              <a:path w="61594" h="20319">
                <a:moveTo>
                  <a:pt x="14617" y="15201"/>
                </a:moveTo>
                <a:lnTo>
                  <a:pt x="14363" y="14947"/>
                </a:lnTo>
                <a:lnTo>
                  <a:pt x="13766" y="14617"/>
                </a:lnTo>
                <a:lnTo>
                  <a:pt x="13512" y="14846"/>
                </a:lnTo>
                <a:lnTo>
                  <a:pt x="13728" y="14846"/>
                </a:lnTo>
                <a:lnTo>
                  <a:pt x="14617" y="15201"/>
                </a:lnTo>
                <a:close/>
              </a:path>
              <a:path w="61594" h="20319">
                <a:moveTo>
                  <a:pt x="17183" y="13563"/>
                </a:moveTo>
                <a:lnTo>
                  <a:pt x="16725" y="13766"/>
                </a:lnTo>
                <a:lnTo>
                  <a:pt x="16878" y="13462"/>
                </a:lnTo>
                <a:lnTo>
                  <a:pt x="16624" y="13512"/>
                </a:lnTo>
                <a:lnTo>
                  <a:pt x="16332" y="13512"/>
                </a:lnTo>
                <a:lnTo>
                  <a:pt x="16192" y="13690"/>
                </a:lnTo>
                <a:lnTo>
                  <a:pt x="16332" y="13830"/>
                </a:lnTo>
                <a:lnTo>
                  <a:pt x="16560" y="13843"/>
                </a:lnTo>
                <a:lnTo>
                  <a:pt x="16383" y="13614"/>
                </a:lnTo>
                <a:lnTo>
                  <a:pt x="16814" y="13512"/>
                </a:lnTo>
                <a:lnTo>
                  <a:pt x="16649" y="13919"/>
                </a:lnTo>
                <a:lnTo>
                  <a:pt x="17030" y="13855"/>
                </a:lnTo>
                <a:lnTo>
                  <a:pt x="17183" y="13563"/>
                </a:lnTo>
                <a:close/>
              </a:path>
              <a:path w="61594" h="20319">
                <a:moveTo>
                  <a:pt x="17818" y="8001"/>
                </a:moveTo>
                <a:lnTo>
                  <a:pt x="17551" y="7912"/>
                </a:lnTo>
                <a:lnTo>
                  <a:pt x="17653" y="8229"/>
                </a:lnTo>
                <a:lnTo>
                  <a:pt x="17233" y="7950"/>
                </a:lnTo>
                <a:lnTo>
                  <a:pt x="17322" y="8267"/>
                </a:lnTo>
                <a:lnTo>
                  <a:pt x="17780" y="8318"/>
                </a:lnTo>
                <a:lnTo>
                  <a:pt x="17818" y="8001"/>
                </a:lnTo>
                <a:close/>
              </a:path>
              <a:path w="61594" h="20319">
                <a:moveTo>
                  <a:pt x="18300" y="7962"/>
                </a:moveTo>
                <a:lnTo>
                  <a:pt x="17868" y="7937"/>
                </a:lnTo>
                <a:lnTo>
                  <a:pt x="18072" y="8432"/>
                </a:lnTo>
                <a:lnTo>
                  <a:pt x="18122" y="8267"/>
                </a:lnTo>
                <a:lnTo>
                  <a:pt x="18288" y="8216"/>
                </a:lnTo>
                <a:lnTo>
                  <a:pt x="18300" y="7962"/>
                </a:lnTo>
                <a:close/>
              </a:path>
              <a:path w="61594" h="20319">
                <a:moveTo>
                  <a:pt x="18999" y="14732"/>
                </a:moveTo>
                <a:lnTo>
                  <a:pt x="18973" y="14503"/>
                </a:lnTo>
                <a:lnTo>
                  <a:pt x="18796" y="14490"/>
                </a:lnTo>
                <a:lnTo>
                  <a:pt x="18351" y="14655"/>
                </a:lnTo>
                <a:lnTo>
                  <a:pt x="18567" y="14782"/>
                </a:lnTo>
                <a:lnTo>
                  <a:pt x="18630" y="14998"/>
                </a:lnTo>
                <a:lnTo>
                  <a:pt x="18834" y="14973"/>
                </a:lnTo>
                <a:lnTo>
                  <a:pt x="18796" y="14693"/>
                </a:lnTo>
                <a:lnTo>
                  <a:pt x="18999" y="14732"/>
                </a:lnTo>
                <a:close/>
              </a:path>
              <a:path w="61594" h="20319">
                <a:moveTo>
                  <a:pt x="20078" y="5029"/>
                </a:moveTo>
                <a:lnTo>
                  <a:pt x="19837" y="5041"/>
                </a:lnTo>
                <a:lnTo>
                  <a:pt x="19888" y="4826"/>
                </a:lnTo>
                <a:lnTo>
                  <a:pt x="19634" y="4876"/>
                </a:lnTo>
                <a:lnTo>
                  <a:pt x="19304" y="5168"/>
                </a:lnTo>
                <a:lnTo>
                  <a:pt x="19418" y="5359"/>
                </a:lnTo>
                <a:lnTo>
                  <a:pt x="19812" y="5080"/>
                </a:lnTo>
                <a:lnTo>
                  <a:pt x="20078" y="5029"/>
                </a:lnTo>
                <a:close/>
              </a:path>
              <a:path w="61594" h="20319">
                <a:moveTo>
                  <a:pt x="21056" y="5486"/>
                </a:moveTo>
                <a:lnTo>
                  <a:pt x="20955" y="5219"/>
                </a:lnTo>
                <a:lnTo>
                  <a:pt x="20726" y="5219"/>
                </a:lnTo>
                <a:lnTo>
                  <a:pt x="20942" y="5346"/>
                </a:lnTo>
                <a:lnTo>
                  <a:pt x="20510" y="5689"/>
                </a:lnTo>
                <a:lnTo>
                  <a:pt x="20853" y="5854"/>
                </a:lnTo>
                <a:lnTo>
                  <a:pt x="20802" y="5600"/>
                </a:lnTo>
                <a:lnTo>
                  <a:pt x="21043" y="5689"/>
                </a:lnTo>
                <a:lnTo>
                  <a:pt x="21056" y="5486"/>
                </a:lnTo>
                <a:close/>
              </a:path>
              <a:path w="61594" h="20319">
                <a:moveTo>
                  <a:pt x="21386" y="7772"/>
                </a:moveTo>
                <a:lnTo>
                  <a:pt x="20777" y="7747"/>
                </a:lnTo>
                <a:lnTo>
                  <a:pt x="21043" y="7924"/>
                </a:lnTo>
                <a:lnTo>
                  <a:pt x="21323" y="8128"/>
                </a:lnTo>
                <a:lnTo>
                  <a:pt x="21209" y="7848"/>
                </a:lnTo>
                <a:lnTo>
                  <a:pt x="21386" y="7772"/>
                </a:lnTo>
                <a:close/>
              </a:path>
              <a:path w="61594" h="20319">
                <a:moveTo>
                  <a:pt x="21602" y="7683"/>
                </a:moveTo>
                <a:lnTo>
                  <a:pt x="21361" y="7556"/>
                </a:lnTo>
                <a:lnTo>
                  <a:pt x="21386" y="7772"/>
                </a:lnTo>
                <a:lnTo>
                  <a:pt x="21602" y="7683"/>
                </a:lnTo>
                <a:close/>
              </a:path>
              <a:path w="61594" h="20319">
                <a:moveTo>
                  <a:pt x="22923" y="12890"/>
                </a:moveTo>
                <a:lnTo>
                  <a:pt x="22758" y="12738"/>
                </a:lnTo>
                <a:lnTo>
                  <a:pt x="22428" y="12573"/>
                </a:lnTo>
                <a:lnTo>
                  <a:pt x="22415" y="12738"/>
                </a:lnTo>
                <a:lnTo>
                  <a:pt x="22199" y="12636"/>
                </a:lnTo>
                <a:lnTo>
                  <a:pt x="22225" y="12852"/>
                </a:lnTo>
                <a:lnTo>
                  <a:pt x="22390" y="13055"/>
                </a:lnTo>
                <a:lnTo>
                  <a:pt x="22415" y="12827"/>
                </a:lnTo>
                <a:lnTo>
                  <a:pt x="22606" y="12776"/>
                </a:lnTo>
                <a:lnTo>
                  <a:pt x="22440" y="13131"/>
                </a:lnTo>
                <a:lnTo>
                  <a:pt x="22923" y="12890"/>
                </a:lnTo>
                <a:close/>
              </a:path>
              <a:path w="61594" h="20319">
                <a:moveTo>
                  <a:pt x="23037" y="12966"/>
                </a:moveTo>
                <a:lnTo>
                  <a:pt x="22860" y="13106"/>
                </a:lnTo>
                <a:lnTo>
                  <a:pt x="22656" y="13284"/>
                </a:lnTo>
                <a:lnTo>
                  <a:pt x="23025" y="13398"/>
                </a:lnTo>
                <a:lnTo>
                  <a:pt x="23037" y="12966"/>
                </a:lnTo>
                <a:close/>
              </a:path>
              <a:path w="61594" h="20319">
                <a:moveTo>
                  <a:pt x="25209" y="15722"/>
                </a:moveTo>
                <a:lnTo>
                  <a:pt x="24866" y="15608"/>
                </a:lnTo>
                <a:lnTo>
                  <a:pt x="23990" y="15417"/>
                </a:lnTo>
                <a:lnTo>
                  <a:pt x="24155" y="15811"/>
                </a:lnTo>
                <a:lnTo>
                  <a:pt x="24485" y="15557"/>
                </a:lnTo>
                <a:lnTo>
                  <a:pt x="24536" y="15760"/>
                </a:lnTo>
                <a:lnTo>
                  <a:pt x="24511" y="15951"/>
                </a:lnTo>
                <a:lnTo>
                  <a:pt x="24790" y="15684"/>
                </a:lnTo>
                <a:lnTo>
                  <a:pt x="25019" y="16002"/>
                </a:lnTo>
                <a:lnTo>
                  <a:pt x="25209" y="15722"/>
                </a:lnTo>
                <a:close/>
              </a:path>
              <a:path w="61594" h="20319">
                <a:moveTo>
                  <a:pt x="26022" y="2832"/>
                </a:moveTo>
                <a:lnTo>
                  <a:pt x="25958" y="2438"/>
                </a:lnTo>
                <a:lnTo>
                  <a:pt x="25819" y="2476"/>
                </a:lnTo>
                <a:lnTo>
                  <a:pt x="25488" y="2286"/>
                </a:lnTo>
                <a:lnTo>
                  <a:pt x="25488" y="2489"/>
                </a:lnTo>
                <a:lnTo>
                  <a:pt x="25654" y="2616"/>
                </a:lnTo>
                <a:lnTo>
                  <a:pt x="25831" y="2908"/>
                </a:lnTo>
                <a:lnTo>
                  <a:pt x="26022" y="2832"/>
                </a:lnTo>
                <a:close/>
              </a:path>
              <a:path w="61594" h="20319">
                <a:moveTo>
                  <a:pt x="28892" y="1905"/>
                </a:moveTo>
                <a:lnTo>
                  <a:pt x="28778" y="1143"/>
                </a:lnTo>
                <a:lnTo>
                  <a:pt x="28486" y="1663"/>
                </a:lnTo>
                <a:lnTo>
                  <a:pt x="28803" y="1562"/>
                </a:lnTo>
                <a:lnTo>
                  <a:pt x="28613" y="2311"/>
                </a:lnTo>
                <a:lnTo>
                  <a:pt x="28841" y="1981"/>
                </a:lnTo>
                <a:close/>
              </a:path>
              <a:path w="61594" h="20319">
                <a:moveTo>
                  <a:pt x="29273" y="8356"/>
                </a:moveTo>
                <a:lnTo>
                  <a:pt x="29083" y="8216"/>
                </a:lnTo>
                <a:lnTo>
                  <a:pt x="28867" y="8394"/>
                </a:lnTo>
                <a:lnTo>
                  <a:pt x="28854" y="8572"/>
                </a:lnTo>
                <a:lnTo>
                  <a:pt x="28994" y="9029"/>
                </a:lnTo>
                <a:lnTo>
                  <a:pt x="29121" y="8801"/>
                </a:lnTo>
                <a:lnTo>
                  <a:pt x="29019" y="8674"/>
                </a:lnTo>
                <a:lnTo>
                  <a:pt x="29248" y="8610"/>
                </a:lnTo>
                <a:lnTo>
                  <a:pt x="29273" y="8356"/>
                </a:lnTo>
                <a:close/>
              </a:path>
              <a:path w="61594" h="20319">
                <a:moveTo>
                  <a:pt x="29883" y="1587"/>
                </a:moveTo>
                <a:lnTo>
                  <a:pt x="29667" y="1168"/>
                </a:lnTo>
                <a:lnTo>
                  <a:pt x="29718" y="1524"/>
                </a:lnTo>
                <a:lnTo>
                  <a:pt x="29210" y="1739"/>
                </a:lnTo>
                <a:lnTo>
                  <a:pt x="29502" y="2032"/>
                </a:lnTo>
                <a:lnTo>
                  <a:pt x="29464" y="1689"/>
                </a:lnTo>
                <a:lnTo>
                  <a:pt x="29883" y="1587"/>
                </a:lnTo>
                <a:close/>
              </a:path>
              <a:path w="61594" h="20319">
                <a:moveTo>
                  <a:pt x="30721" y="10096"/>
                </a:moveTo>
                <a:lnTo>
                  <a:pt x="30594" y="10058"/>
                </a:lnTo>
                <a:lnTo>
                  <a:pt x="30340" y="9956"/>
                </a:lnTo>
                <a:lnTo>
                  <a:pt x="30314" y="10261"/>
                </a:lnTo>
                <a:lnTo>
                  <a:pt x="30302" y="10541"/>
                </a:lnTo>
                <a:lnTo>
                  <a:pt x="30480" y="10655"/>
                </a:lnTo>
                <a:lnTo>
                  <a:pt x="30594" y="10375"/>
                </a:lnTo>
                <a:lnTo>
                  <a:pt x="30721" y="10096"/>
                </a:lnTo>
                <a:close/>
              </a:path>
              <a:path w="61594" h="20319">
                <a:moveTo>
                  <a:pt x="31076" y="3632"/>
                </a:moveTo>
                <a:lnTo>
                  <a:pt x="30695" y="3708"/>
                </a:lnTo>
                <a:lnTo>
                  <a:pt x="30492" y="3594"/>
                </a:lnTo>
                <a:lnTo>
                  <a:pt x="30657" y="3708"/>
                </a:lnTo>
                <a:lnTo>
                  <a:pt x="30594" y="4000"/>
                </a:lnTo>
                <a:lnTo>
                  <a:pt x="30962" y="3937"/>
                </a:lnTo>
                <a:lnTo>
                  <a:pt x="31076" y="3632"/>
                </a:lnTo>
                <a:close/>
              </a:path>
              <a:path w="61594" h="20319">
                <a:moveTo>
                  <a:pt x="31292" y="8851"/>
                </a:moveTo>
                <a:lnTo>
                  <a:pt x="30949" y="8559"/>
                </a:lnTo>
                <a:lnTo>
                  <a:pt x="30759" y="8229"/>
                </a:lnTo>
                <a:lnTo>
                  <a:pt x="30302" y="8216"/>
                </a:lnTo>
                <a:lnTo>
                  <a:pt x="30099" y="8382"/>
                </a:lnTo>
                <a:lnTo>
                  <a:pt x="30226" y="8572"/>
                </a:lnTo>
                <a:lnTo>
                  <a:pt x="30251" y="8788"/>
                </a:lnTo>
                <a:lnTo>
                  <a:pt x="30581" y="8890"/>
                </a:lnTo>
                <a:lnTo>
                  <a:pt x="30403" y="8343"/>
                </a:lnTo>
                <a:lnTo>
                  <a:pt x="30759" y="8445"/>
                </a:lnTo>
                <a:lnTo>
                  <a:pt x="30861" y="8597"/>
                </a:lnTo>
                <a:lnTo>
                  <a:pt x="31064" y="9105"/>
                </a:lnTo>
                <a:lnTo>
                  <a:pt x="31292" y="8851"/>
                </a:lnTo>
                <a:close/>
              </a:path>
              <a:path w="61594" h="20319">
                <a:moveTo>
                  <a:pt x="34010" y="457"/>
                </a:moveTo>
                <a:lnTo>
                  <a:pt x="33743" y="0"/>
                </a:lnTo>
                <a:lnTo>
                  <a:pt x="33604" y="279"/>
                </a:lnTo>
                <a:lnTo>
                  <a:pt x="33578" y="635"/>
                </a:lnTo>
                <a:lnTo>
                  <a:pt x="33655" y="863"/>
                </a:lnTo>
                <a:lnTo>
                  <a:pt x="33858" y="965"/>
                </a:lnTo>
                <a:lnTo>
                  <a:pt x="33693" y="165"/>
                </a:lnTo>
                <a:lnTo>
                  <a:pt x="34010" y="457"/>
                </a:lnTo>
                <a:close/>
              </a:path>
              <a:path w="61594" h="20319">
                <a:moveTo>
                  <a:pt x="35877" y="9461"/>
                </a:moveTo>
                <a:lnTo>
                  <a:pt x="35001" y="9677"/>
                </a:lnTo>
                <a:lnTo>
                  <a:pt x="35140" y="9842"/>
                </a:lnTo>
                <a:lnTo>
                  <a:pt x="35763" y="9817"/>
                </a:lnTo>
                <a:lnTo>
                  <a:pt x="35877" y="9461"/>
                </a:lnTo>
                <a:close/>
              </a:path>
              <a:path w="61594" h="20319">
                <a:moveTo>
                  <a:pt x="38341" y="17170"/>
                </a:moveTo>
                <a:lnTo>
                  <a:pt x="36017" y="15506"/>
                </a:lnTo>
                <a:lnTo>
                  <a:pt x="34772" y="15506"/>
                </a:lnTo>
                <a:lnTo>
                  <a:pt x="34925" y="17170"/>
                </a:lnTo>
                <a:lnTo>
                  <a:pt x="35331" y="17170"/>
                </a:lnTo>
                <a:lnTo>
                  <a:pt x="35115" y="17335"/>
                </a:lnTo>
                <a:lnTo>
                  <a:pt x="35636" y="17221"/>
                </a:lnTo>
                <a:lnTo>
                  <a:pt x="36004" y="17703"/>
                </a:lnTo>
                <a:lnTo>
                  <a:pt x="36144" y="17627"/>
                </a:lnTo>
                <a:lnTo>
                  <a:pt x="35839" y="17373"/>
                </a:lnTo>
                <a:lnTo>
                  <a:pt x="35636" y="17170"/>
                </a:lnTo>
                <a:lnTo>
                  <a:pt x="38341" y="17170"/>
                </a:lnTo>
                <a:close/>
              </a:path>
              <a:path w="61594" h="20319">
                <a:moveTo>
                  <a:pt x="39636" y="4330"/>
                </a:moveTo>
                <a:lnTo>
                  <a:pt x="38722" y="3835"/>
                </a:lnTo>
                <a:lnTo>
                  <a:pt x="38671" y="4356"/>
                </a:lnTo>
                <a:lnTo>
                  <a:pt x="39077" y="4267"/>
                </a:lnTo>
                <a:lnTo>
                  <a:pt x="39001" y="4610"/>
                </a:lnTo>
                <a:lnTo>
                  <a:pt x="39217" y="4711"/>
                </a:lnTo>
                <a:lnTo>
                  <a:pt x="39636" y="4330"/>
                </a:lnTo>
                <a:close/>
              </a:path>
              <a:path w="61594" h="20319">
                <a:moveTo>
                  <a:pt x="41668" y="1524"/>
                </a:moveTo>
                <a:lnTo>
                  <a:pt x="41313" y="1587"/>
                </a:lnTo>
                <a:lnTo>
                  <a:pt x="41363" y="1943"/>
                </a:lnTo>
                <a:lnTo>
                  <a:pt x="41541" y="1892"/>
                </a:lnTo>
                <a:lnTo>
                  <a:pt x="41427" y="2095"/>
                </a:lnTo>
                <a:lnTo>
                  <a:pt x="41071" y="1930"/>
                </a:lnTo>
                <a:lnTo>
                  <a:pt x="41338" y="2260"/>
                </a:lnTo>
                <a:lnTo>
                  <a:pt x="41605" y="2197"/>
                </a:lnTo>
                <a:lnTo>
                  <a:pt x="41630" y="1968"/>
                </a:lnTo>
                <a:lnTo>
                  <a:pt x="41643" y="1752"/>
                </a:lnTo>
                <a:lnTo>
                  <a:pt x="41668" y="1524"/>
                </a:lnTo>
                <a:close/>
              </a:path>
              <a:path w="61594" h="20319">
                <a:moveTo>
                  <a:pt x="41935" y="9867"/>
                </a:moveTo>
                <a:close/>
              </a:path>
              <a:path w="61594" h="20319">
                <a:moveTo>
                  <a:pt x="42125" y="10820"/>
                </a:moveTo>
                <a:lnTo>
                  <a:pt x="41021" y="10401"/>
                </a:lnTo>
                <a:lnTo>
                  <a:pt x="41541" y="9207"/>
                </a:lnTo>
                <a:lnTo>
                  <a:pt x="41211" y="9207"/>
                </a:lnTo>
                <a:lnTo>
                  <a:pt x="40944" y="10375"/>
                </a:lnTo>
                <a:lnTo>
                  <a:pt x="39928" y="9982"/>
                </a:lnTo>
                <a:lnTo>
                  <a:pt x="39306" y="9207"/>
                </a:lnTo>
                <a:lnTo>
                  <a:pt x="39471" y="9804"/>
                </a:lnTo>
                <a:lnTo>
                  <a:pt x="38531" y="9436"/>
                </a:lnTo>
                <a:lnTo>
                  <a:pt x="38658" y="10820"/>
                </a:lnTo>
                <a:lnTo>
                  <a:pt x="39763" y="10820"/>
                </a:lnTo>
                <a:lnTo>
                  <a:pt x="40792" y="11099"/>
                </a:lnTo>
                <a:lnTo>
                  <a:pt x="40640" y="10820"/>
                </a:lnTo>
                <a:lnTo>
                  <a:pt x="40843" y="10820"/>
                </a:lnTo>
                <a:lnTo>
                  <a:pt x="42125" y="10820"/>
                </a:lnTo>
                <a:close/>
              </a:path>
              <a:path w="61594" h="20319">
                <a:moveTo>
                  <a:pt x="42125" y="9334"/>
                </a:moveTo>
                <a:lnTo>
                  <a:pt x="41744" y="9283"/>
                </a:lnTo>
                <a:lnTo>
                  <a:pt x="41605" y="9613"/>
                </a:lnTo>
                <a:lnTo>
                  <a:pt x="41897" y="9855"/>
                </a:lnTo>
                <a:lnTo>
                  <a:pt x="42024" y="9601"/>
                </a:lnTo>
                <a:lnTo>
                  <a:pt x="41643" y="9601"/>
                </a:lnTo>
                <a:lnTo>
                  <a:pt x="42125" y="9334"/>
                </a:lnTo>
                <a:close/>
              </a:path>
              <a:path w="61594" h="20319">
                <a:moveTo>
                  <a:pt x="42684" y="11988"/>
                </a:moveTo>
                <a:lnTo>
                  <a:pt x="42202" y="11950"/>
                </a:lnTo>
                <a:lnTo>
                  <a:pt x="42176" y="12242"/>
                </a:lnTo>
                <a:lnTo>
                  <a:pt x="42405" y="12242"/>
                </a:lnTo>
                <a:lnTo>
                  <a:pt x="42595" y="12179"/>
                </a:lnTo>
                <a:lnTo>
                  <a:pt x="42684" y="11988"/>
                </a:lnTo>
                <a:close/>
              </a:path>
              <a:path w="61594" h="20319">
                <a:moveTo>
                  <a:pt x="43840" y="13716"/>
                </a:moveTo>
                <a:lnTo>
                  <a:pt x="43561" y="13779"/>
                </a:lnTo>
                <a:lnTo>
                  <a:pt x="43599" y="13576"/>
                </a:lnTo>
                <a:lnTo>
                  <a:pt x="43319" y="13487"/>
                </a:lnTo>
                <a:lnTo>
                  <a:pt x="43218" y="13741"/>
                </a:lnTo>
                <a:lnTo>
                  <a:pt x="43472" y="13690"/>
                </a:lnTo>
                <a:lnTo>
                  <a:pt x="43472" y="13881"/>
                </a:lnTo>
                <a:lnTo>
                  <a:pt x="43840" y="13716"/>
                </a:lnTo>
                <a:close/>
              </a:path>
              <a:path w="61594" h="20319">
                <a:moveTo>
                  <a:pt x="44030" y="13093"/>
                </a:moveTo>
                <a:lnTo>
                  <a:pt x="43815" y="12954"/>
                </a:lnTo>
                <a:lnTo>
                  <a:pt x="43726" y="13246"/>
                </a:lnTo>
                <a:lnTo>
                  <a:pt x="43268" y="13042"/>
                </a:lnTo>
                <a:lnTo>
                  <a:pt x="43230" y="13169"/>
                </a:lnTo>
                <a:lnTo>
                  <a:pt x="43408" y="13373"/>
                </a:lnTo>
                <a:lnTo>
                  <a:pt x="43624" y="13411"/>
                </a:lnTo>
                <a:lnTo>
                  <a:pt x="44030" y="13093"/>
                </a:lnTo>
                <a:close/>
              </a:path>
              <a:path w="61594" h="20319">
                <a:moveTo>
                  <a:pt x="44881" y="11379"/>
                </a:moveTo>
                <a:lnTo>
                  <a:pt x="44081" y="11150"/>
                </a:lnTo>
                <a:lnTo>
                  <a:pt x="44145" y="12090"/>
                </a:lnTo>
                <a:lnTo>
                  <a:pt x="43599" y="12065"/>
                </a:lnTo>
                <a:lnTo>
                  <a:pt x="43243" y="11938"/>
                </a:lnTo>
                <a:lnTo>
                  <a:pt x="43218" y="12115"/>
                </a:lnTo>
                <a:lnTo>
                  <a:pt x="43421" y="12090"/>
                </a:lnTo>
                <a:lnTo>
                  <a:pt x="43459" y="12280"/>
                </a:lnTo>
                <a:lnTo>
                  <a:pt x="43573" y="12090"/>
                </a:lnTo>
                <a:lnTo>
                  <a:pt x="43573" y="12306"/>
                </a:lnTo>
                <a:lnTo>
                  <a:pt x="43726" y="12255"/>
                </a:lnTo>
                <a:lnTo>
                  <a:pt x="43561" y="12433"/>
                </a:lnTo>
                <a:lnTo>
                  <a:pt x="44145" y="12293"/>
                </a:lnTo>
                <a:lnTo>
                  <a:pt x="44323" y="11658"/>
                </a:lnTo>
                <a:lnTo>
                  <a:pt x="44805" y="11379"/>
                </a:lnTo>
                <a:close/>
              </a:path>
              <a:path w="61594" h="20319">
                <a:moveTo>
                  <a:pt x="45135" y="6489"/>
                </a:moveTo>
                <a:lnTo>
                  <a:pt x="44983" y="5803"/>
                </a:lnTo>
                <a:lnTo>
                  <a:pt x="44843" y="6464"/>
                </a:lnTo>
                <a:lnTo>
                  <a:pt x="45135" y="6489"/>
                </a:lnTo>
                <a:close/>
              </a:path>
              <a:path w="61594" h="20319">
                <a:moveTo>
                  <a:pt x="45681" y="5905"/>
                </a:moveTo>
                <a:lnTo>
                  <a:pt x="45542" y="5892"/>
                </a:lnTo>
                <a:lnTo>
                  <a:pt x="45224" y="6083"/>
                </a:lnTo>
                <a:lnTo>
                  <a:pt x="45262" y="5892"/>
                </a:lnTo>
                <a:lnTo>
                  <a:pt x="45389" y="5778"/>
                </a:lnTo>
                <a:lnTo>
                  <a:pt x="45567" y="5715"/>
                </a:lnTo>
                <a:lnTo>
                  <a:pt x="45288" y="5600"/>
                </a:lnTo>
                <a:lnTo>
                  <a:pt x="45173" y="5842"/>
                </a:lnTo>
                <a:lnTo>
                  <a:pt x="45186" y="6134"/>
                </a:lnTo>
                <a:lnTo>
                  <a:pt x="45326" y="6375"/>
                </a:lnTo>
                <a:lnTo>
                  <a:pt x="45605" y="6210"/>
                </a:lnTo>
                <a:lnTo>
                  <a:pt x="45516" y="5969"/>
                </a:lnTo>
                <a:lnTo>
                  <a:pt x="45681" y="5905"/>
                </a:lnTo>
                <a:close/>
              </a:path>
              <a:path w="61594" h="20319">
                <a:moveTo>
                  <a:pt x="45935" y="10121"/>
                </a:moveTo>
                <a:lnTo>
                  <a:pt x="45593" y="10121"/>
                </a:lnTo>
                <a:lnTo>
                  <a:pt x="45250" y="10096"/>
                </a:lnTo>
                <a:lnTo>
                  <a:pt x="45351" y="10375"/>
                </a:lnTo>
                <a:lnTo>
                  <a:pt x="45542" y="10274"/>
                </a:lnTo>
                <a:lnTo>
                  <a:pt x="45618" y="10490"/>
                </a:lnTo>
                <a:lnTo>
                  <a:pt x="45669" y="10299"/>
                </a:lnTo>
                <a:lnTo>
                  <a:pt x="45897" y="10325"/>
                </a:lnTo>
                <a:lnTo>
                  <a:pt x="45935" y="10121"/>
                </a:lnTo>
                <a:close/>
              </a:path>
              <a:path w="61594" h="20319">
                <a:moveTo>
                  <a:pt x="46786" y="13576"/>
                </a:moveTo>
                <a:lnTo>
                  <a:pt x="46609" y="13373"/>
                </a:lnTo>
                <a:lnTo>
                  <a:pt x="46393" y="13385"/>
                </a:lnTo>
                <a:lnTo>
                  <a:pt x="46202" y="13436"/>
                </a:lnTo>
                <a:lnTo>
                  <a:pt x="46113" y="13614"/>
                </a:lnTo>
                <a:lnTo>
                  <a:pt x="46342" y="13639"/>
                </a:lnTo>
                <a:lnTo>
                  <a:pt x="46405" y="13474"/>
                </a:lnTo>
                <a:lnTo>
                  <a:pt x="46685" y="13576"/>
                </a:lnTo>
                <a:close/>
              </a:path>
              <a:path w="61594" h="20319">
                <a:moveTo>
                  <a:pt x="48323" y="14744"/>
                </a:moveTo>
                <a:lnTo>
                  <a:pt x="47929" y="14846"/>
                </a:lnTo>
                <a:lnTo>
                  <a:pt x="47942" y="14554"/>
                </a:lnTo>
                <a:lnTo>
                  <a:pt x="48145" y="14478"/>
                </a:lnTo>
                <a:lnTo>
                  <a:pt x="47790" y="14325"/>
                </a:lnTo>
                <a:lnTo>
                  <a:pt x="47866" y="14820"/>
                </a:lnTo>
                <a:lnTo>
                  <a:pt x="47663" y="14528"/>
                </a:lnTo>
                <a:lnTo>
                  <a:pt x="47599" y="14859"/>
                </a:lnTo>
                <a:lnTo>
                  <a:pt x="47929" y="14859"/>
                </a:lnTo>
                <a:lnTo>
                  <a:pt x="47993" y="15036"/>
                </a:lnTo>
                <a:lnTo>
                  <a:pt x="48285" y="15062"/>
                </a:lnTo>
                <a:lnTo>
                  <a:pt x="48323" y="14744"/>
                </a:lnTo>
                <a:close/>
              </a:path>
              <a:path w="61594" h="20319">
                <a:moveTo>
                  <a:pt x="48590" y="11417"/>
                </a:moveTo>
                <a:lnTo>
                  <a:pt x="48552" y="11176"/>
                </a:lnTo>
                <a:lnTo>
                  <a:pt x="47993" y="10909"/>
                </a:lnTo>
                <a:lnTo>
                  <a:pt x="48145" y="11061"/>
                </a:lnTo>
                <a:lnTo>
                  <a:pt x="48285" y="11633"/>
                </a:lnTo>
                <a:lnTo>
                  <a:pt x="48488" y="11404"/>
                </a:lnTo>
                <a:close/>
              </a:path>
              <a:path w="61594" h="20319">
                <a:moveTo>
                  <a:pt x="50380" y="7988"/>
                </a:moveTo>
                <a:lnTo>
                  <a:pt x="49936" y="7835"/>
                </a:lnTo>
                <a:lnTo>
                  <a:pt x="50190" y="7988"/>
                </a:lnTo>
                <a:lnTo>
                  <a:pt x="50088" y="8242"/>
                </a:lnTo>
                <a:lnTo>
                  <a:pt x="50152" y="8051"/>
                </a:lnTo>
                <a:lnTo>
                  <a:pt x="49911" y="8039"/>
                </a:lnTo>
                <a:lnTo>
                  <a:pt x="49949" y="8191"/>
                </a:lnTo>
                <a:lnTo>
                  <a:pt x="49745" y="8547"/>
                </a:lnTo>
                <a:lnTo>
                  <a:pt x="49961" y="8547"/>
                </a:lnTo>
                <a:lnTo>
                  <a:pt x="50139" y="8445"/>
                </a:lnTo>
                <a:lnTo>
                  <a:pt x="50165" y="8204"/>
                </a:lnTo>
                <a:lnTo>
                  <a:pt x="50330" y="8166"/>
                </a:lnTo>
                <a:lnTo>
                  <a:pt x="50380" y="7988"/>
                </a:lnTo>
                <a:close/>
              </a:path>
              <a:path w="61594" h="20319">
                <a:moveTo>
                  <a:pt x="50546" y="8547"/>
                </a:moveTo>
                <a:lnTo>
                  <a:pt x="50380" y="8178"/>
                </a:lnTo>
                <a:lnTo>
                  <a:pt x="50165" y="8445"/>
                </a:lnTo>
                <a:lnTo>
                  <a:pt x="50355" y="8483"/>
                </a:lnTo>
                <a:lnTo>
                  <a:pt x="50546" y="8547"/>
                </a:lnTo>
                <a:close/>
              </a:path>
              <a:path w="61594" h="20319">
                <a:moveTo>
                  <a:pt x="50952" y="12573"/>
                </a:moveTo>
                <a:lnTo>
                  <a:pt x="50660" y="12598"/>
                </a:lnTo>
                <a:lnTo>
                  <a:pt x="50012" y="13093"/>
                </a:lnTo>
                <a:lnTo>
                  <a:pt x="50431" y="13017"/>
                </a:lnTo>
                <a:lnTo>
                  <a:pt x="50520" y="12877"/>
                </a:lnTo>
                <a:lnTo>
                  <a:pt x="50888" y="13081"/>
                </a:lnTo>
                <a:lnTo>
                  <a:pt x="50927" y="12865"/>
                </a:lnTo>
                <a:lnTo>
                  <a:pt x="50952" y="12573"/>
                </a:lnTo>
                <a:close/>
              </a:path>
              <a:path w="61594" h="20319">
                <a:moveTo>
                  <a:pt x="51130" y="10185"/>
                </a:moveTo>
                <a:lnTo>
                  <a:pt x="50965" y="10401"/>
                </a:lnTo>
                <a:lnTo>
                  <a:pt x="50990" y="10541"/>
                </a:lnTo>
                <a:lnTo>
                  <a:pt x="50723" y="10820"/>
                </a:lnTo>
                <a:lnTo>
                  <a:pt x="51104" y="10756"/>
                </a:lnTo>
                <a:lnTo>
                  <a:pt x="51104" y="10414"/>
                </a:lnTo>
                <a:lnTo>
                  <a:pt x="51130" y="10185"/>
                </a:lnTo>
                <a:close/>
              </a:path>
              <a:path w="61594" h="20319">
                <a:moveTo>
                  <a:pt x="51727" y="13436"/>
                </a:moveTo>
                <a:lnTo>
                  <a:pt x="51371" y="13373"/>
                </a:lnTo>
                <a:lnTo>
                  <a:pt x="50965" y="13804"/>
                </a:lnTo>
                <a:lnTo>
                  <a:pt x="51181" y="13627"/>
                </a:lnTo>
                <a:lnTo>
                  <a:pt x="51625" y="13766"/>
                </a:lnTo>
                <a:lnTo>
                  <a:pt x="51727" y="13436"/>
                </a:lnTo>
                <a:close/>
              </a:path>
              <a:path w="61594" h="20319">
                <a:moveTo>
                  <a:pt x="51968" y="16154"/>
                </a:moveTo>
                <a:lnTo>
                  <a:pt x="51333" y="16459"/>
                </a:lnTo>
                <a:lnTo>
                  <a:pt x="50901" y="16992"/>
                </a:lnTo>
                <a:lnTo>
                  <a:pt x="50546" y="17145"/>
                </a:lnTo>
                <a:lnTo>
                  <a:pt x="50330" y="17145"/>
                </a:lnTo>
                <a:lnTo>
                  <a:pt x="50241" y="17640"/>
                </a:lnTo>
                <a:lnTo>
                  <a:pt x="50647" y="17424"/>
                </a:lnTo>
                <a:lnTo>
                  <a:pt x="51854" y="17106"/>
                </a:lnTo>
                <a:lnTo>
                  <a:pt x="51930" y="16535"/>
                </a:lnTo>
                <a:lnTo>
                  <a:pt x="51587" y="17119"/>
                </a:lnTo>
                <a:lnTo>
                  <a:pt x="51092" y="17132"/>
                </a:lnTo>
                <a:lnTo>
                  <a:pt x="51384" y="16522"/>
                </a:lnTo>
                <a:lnTo>
                  <a:pt x="51968" y="16154"/>
                </a:lnTo>
                <a:close/>
              </a:path>
              <a:path w="61594" h="20319">
                <a:moveTo>
                  <a:pt x="54368" y="16967"/>
                </a:moveTo>
                <a:lnTo>
                  <a:pt x="54279" y="16383"/>
                </a:lnTo>
                <a:lnTo>
                  <a:pt x="53835" y="16510"/>
                </a:lnTo>
                <a:lnTo>
                  <a:pt x="53962" y="16903"/>
                </a:lnTo>
                <a:lnTo>
                  <a:pt x="53594" y="16764"/>
                </a:lnTo>
                <a:lnTo>
                  <a:pt x="53886" y="17094"/>
                </a:lnTo>
                <a:lnTo>
                  <a:pt x="53403" y="16840"/>
                </a:lnTo>
                <a:lnTo>
                  <a:pt x="53479" y="16979"/>
                </a:lnTo>
                <a:lnTo>
                  <a:pt x="53644" y="17373"/>
                </a:lnTo>
                <a:lnTo>
                  <a:pt x="53771" y="17195"/>
                </a:lnTo>
                <a:lnTo>
                  <a:pt x="54076" y="16840"/>
                </a:lnTo>
                <a:lnTo>
                  <a:pt x="54076" y="17119"/>
                </a:lnTo>
                <a:lnTo>
                  <a:pt x="54279" y="17119"/>
                </a:lnTo>
                <a:lnTo>
                  <a:pt x="54368" y="16967"/>
                </a:lnTo>
                <a:close/>
              </a:path>
              <a:path w="61594" h="20319">
                <a:moveTo>
                  <a:pt x="54521" y="17145"/>
                </a:moveTo>
                <a:lnTo>
                  <a:pt x="54368" y="16967"/>
                </a:lnTo>
                <a:lnTo>
                  <a:pt x="54521" y="17157"/>
                </a:lnTo>
                <a:close/>
              </a:path>
              <a:path w="61594" h="20319">
                <a:moveTo>
                  <a:pt x="56159" y="14820"/>
                </a:moveTo>
                <a:lnTo>
                  <a:pt x="55854" y="15024"/>
                </a:lnTo>
                <a:lnTo>
                  <a:pt x="55638" y="15113"/>
                </a:lnTo>
                <a:lnTo>
                  <a:pt x="55562" y="14922"/>
                </a:lnTo>
                <a:lnTo>
                  <a:pt x="55638" y="15227"/>
                </a:lnTo>
                <a:lnTo>
                  <a:pt x="55867" y="15227"/>
                </a:lnTo>
                <a:lnTo>
                  <a:pt x="55956" y="15074"/>
                </a:lnTo>
                <a:lnTo>
                  <a:pt x="56108" y="15252"/>
                </a:lnTo>
                <a:lnTo>
                  <a:pt x="56159" y="14820"/>
                </a:lnTo>
                <a:close/>
              </a:path>
              <a:path w="61594" h="20319">
                <a:moveTo>
                  <a:pt x="57023" y="18046"/>
                </a:moveTo>
                <a:lnTo>
                  <a:pt x="56756" y="18008"/>
                </a:lnTo>
                <a:lnTo>
                  <a:pt x="56667" y="18186"/>
                </a:lnTo>
                <a:lnTo>
                  <a:pt x="56807" y="18313"/>
                </a:lnTo>
                <a:lnTo>
                  <a:pt x="56603" y="18491"/>
                </a:lnTo>
                <a:lnTo>
                  <a:pt x="56857" y="18491"/>
                </a:lnTo>
                <a:lnTo>
                  <a:pt x="56946" y="18275"/>
                </a:lnTo>
                <a:lnTo>
                  <a:pt x="57023" y="18046"/>
                </a:lnTo>
                <a:close/>
              </a:path>
              <a:path w="61594" h="20319">
                <a:moveTo>
                  <a:pt x="60706" y="19126"/>
                </a:moveTo>
                <a:lnTo>
                  <a:pt x="60413" y="19291"/>
                </a:lnTo>
                <a:lnTo>
                  <a:pt x="60515" y="19443"/>
                </a:lnTo>
                <a:lnTo>
                  <a:pt x="60706" y="19126"/>
                </a:lnTo>
                <a:close/>
              </a:path>
              <a:path w="61594" h="20319">
                <a:moveTo>
                  <a:pt x="61061" y="19634"/>
                </a:moveTo>
                <a:lnTo>
                  <a:pt x="60858" y="19532"/>
                </a:lnTo>
                <a:lnTo>
                  <a:pt x="60490" y="19507"/>
                </a:lnTo>
                <a:lnTo>
                  <a:pt x="60325" y="19913"/>
                </a:lnTo>
                <a:lnTo>
                  <a:pt x="60629" y="20002"/>
                </a:lnTo>
                <a:lnTo>
                  <a:pt x="60629" y="19799"/>
                </a:lnTo>
                <a:lnTo>
                  <a:pt x="61061" y="19634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bg object 96"/>
          <p:cNvSpPr/>
          <p:nvPr/>
        </p:nvSpPr>
        <p:spPr>
          <a:xfrm>
            <a:off x="1958835" y="871219"/>
            <a:ext cx="80010" cy="33020"/>
          </a:xfrm>
          <a:custGeom>
            <a:avLst/>
            <a:gdLst/>
            <a:ahLst/>
            <a:cxnLst/>
            <a:rect l="l" t="t" r="r" b="b"/>
            <a:pathLst>
              <a:path w="80010" h="33019">
                <a:moveTo>
                  <a:pt x="482" y="17843"/>
                </a:moveTo>
                <a:lnTo>
                  <a:pt x="0" y="17894"/>
                </a:lnTo>
                <a:lnTo>
                  <a:pt x="76" y="18097"/>
                </a:lnTo>
                <a:lnTo>
                  <a:pt x="127" y="17907"/>
                </a:lnTo>
                <a:lnTo>
                  <a:pt x="431" y="18034"/>
                </a:lnTo>
                <a:lnTo>
                  <a:pt x="482" y="17843"/>
                </a:lnTo>
                <a:close/>
              </a:path>
              <a:path w="80010" h="33019">
                <a:moveTo>
                  <a:pt x="901" y="16230"/>
                </a:moveTo>
                <a:lnTo>
                  <a:pt x="876" y="16103"/>
                </a:lnTo>
                <a:lnTo>
                  <a:pt x="469" y="16078"/>
                </a:lnTo>
                <a:lnTo>
                  <a:pt x="723" y="16217"/>
                </a:lnTo>
                <a:lnTo>
                  <a:pt x="482" y="16268"/>
                </a:lnTo>
                <a:lnTo>
                  <a:pt x="254" y="16357"/>
                </a:lnTo>
                <a:lnTo>
                  <a:pt x="317" y="16751"/>
                </a:lnTo>
                <a:lnTo>
                  <a:pt x="673" y="16827"/>
                </a:lnTo>
                <a:lnTo>
                  <a:pt x="660" y="16459"/>
                </a:lnTo>
                <a:lnTo>
                  <a:pt x="901" y="16421"/>
                </a:lnTo>
                <a:lnTo>
                  <a:pt x="901" y="16230"/>
                </a:lnTo>
                <a:close/>
              </a:path>
              <a:path w="80010" h="33019">
                <a:moveTo>
                  <a:pt x="3111" y="4165"/>
                </a:moveTo>
                <a:lnTo>
                  <a:pt x="2997" y="4000"/>
                </a:lnTo>
                <a:lnTo>
                  <a:pt x="2921" y="4356"/>
                </a:lnTo>
                <a:lnTo>
                  <a:pt x="2349" y="4089"/>
                </a:lnTo>
                <a:lnTo>
                  <a:pt x="2476" y="4648"/>
                </a:lnTo>
                <a:lnTo>
                  <a:pt x="2806" y="4686"/>
                </a:lnTo>
                <a:lnTo>
                  <a:pt x="3111" y="4165"/>
                </a:lnTo>
                <a:close/>
              </a:path>
              <a:path w="80010" h="33019">
                <a:moveTo>
                  <a:pt x="9093" y="2286"/>
                </a:moveTo>
                <a:lnTo>
                  <a:pt x="8674" y="2095"/>
                </a:lnTo>
                <a:lnTo>
                  <a:pt x="8382" y="2844"/>
                </a:lnTo>
                <a:lnTo>
                  <a:pt x="8699" y="2641"/>
                </a:lnTo>
                <a:lnTo>
                  <a:pt x="8864" y="2540"/>
                </a:lnTo>
                <a:lnTo>
                  <a:pt x="8966" y="2400"/>
                </a:lnTo>
                <a:lnTo>
                  <a:pt x="9093" y="2286"/>
                </a:lnTo>
                <a:close/>
              </a:path>
              <a:path w="80010" h="33019">
                <a:moveTo>
                  <a:pt x="9677" y="4051"/>
                </a:moveTo>
                <a:lnTo>
                  <a:pt x="9550" y="3695"/>
                </a:lnTo>
                <a:lnTo>
                  <a:pt x="9258" y="3670"/>
                </a:lnTo>
                <a:lnTo>
                  <a:pt x="9194" y="4610"/>
                </a:lnTo>
                <a:lnTo>
                  <a:pt x="9398" y="4356"/>
                </a:lnTo>
                <a:lnTo>
                  <a:pt x="9194" y="4241"/>
                </a:lnTo>
                <a:lnTo>
                  <a:pt x="9677" y="4051"/>
                </a:lnTo>
                <a:close/>
              </a:path>
              <a:path w="80010" h="33019">
                <a:moveTo>
                  <a:pt x="11277" y="10033"/>
                </a:moveTo>
                <a:lnTo>
                  <a:pt x="10922" y="9855"/>
                </a:lnTo>
                <a:lnTo>
                  <a:pt x="10883" y="10198"/>
                </a:lnTo>
                <a:lnTo>
                  <a:pt x="11163" y="10312"/>
                </a:lnTo>
                <a:lnTo>
                  <a:pt x="11163" y="10134"/>
                </a:lnTo>
                <a:close/>
              </a:path>
              <a:path w="80010" h="33019">
                <a:moveTo>
                  <a:pt x="11353" y="9271"/>
                </a:moveTo>
                <a:lnTo>
                  <a:pt x="10617" y="9448"/>
                </a:lnTo>
                <a:lnTo>
                  <a:pt x="10147" y="9537"/>
                </a:lnTo>
                <a:lnTo>
                  <a:pt x="9613" y="9702"/>
                </a:lnTo>
                <a:lnTo>
                  <a:pt x="9575" y="10007"/>
                </a:lnTo>
                <a:lnTo>
                  <a:pt x="9842" y="10172"/>
                </a:lnTo>
                <a:lnTo>
                  <a:pt x="10020" y="10528"/>
                </a:lnTo>
                <a:lnTo>
                  <a:pt x="10045" y="9931"/>
                </a:lnTo>
                <a:lnTo>
                  <a:pt x="10629" y="10426"/>
                </a:lnTo>
                <a:lnTo>
                  <a:pt x="10807" y="10198"/>
                </a:lnTo>
                <a:lnTo>
                  <a:pt x="10579" y="10198"/>
                </a:lnTo>
                <a:lnTo>
                  <a:pt x="10528" y="10020"/>
                </a:lnTo>
                <a:lnTo>
                  <a:pt x="10452" y="9867"/>
                </a:lnTo>
                <a:lnTo>
                  <a:pt x="10845" y="9817"/>
                </a:lnTo>
                <a:lnTo>
                  <a:pt x="10833" y="9410"/>
                </a:lnTo>
                <a:lnTo>
                  <a:pt x="11252" y="9550"/>
                </a:lnTo>
                <a:lnTo>
                  <a:pt x="11353" y="9271"/>
                </a:lnTo>
                <a:close/>
              </a:path>
              <a:path w="80010" h="33019">
                <a:moveTo>
                  <a:pt x="13728" y="3657"/>
                </a:moveTo>
                <a:lnTo>
                  <a:pt x="13500" y="3733"/>
                </a:lnTo>
                <a:lnTo>
                  <a:pt x="13360" y="3289"/>
                </a:lnTo>
                <a:lnTo>
                  <a:pt x="13271" y="3530"/>
                </a:lnTo>
                <a:lnTo>
                  <a:pt x="13296" y="4102"/>
                </a:lnTo>
                <a:lnTo>
                  <a:pt x="13677" y="4152"/>
                </a:lnTo>
                <a:lnTo>
                  <a:pt x="13728" y="3657"/>
                </a:lnTo>
                <a:close/>
              </a:path>
              <a:path w="80010" h="33019">
                <a:moveTo>
                  <a:pt x="13754" y="7442"/>
                </a:moveTo>
                <a:lnTo>
                  <a:pt x="13398" y="7327"/>
                </a:lnTo>
                <a:lnTo>
                  <a:pt x="13639" y="7645"/>
                </a:lnTo>
                <a:lnTo>
                  <a:pt x="13322" y="7937"/>
                </a:lnTo>
                <a:lnTo>
                  <a:pt x="13614" y="8115"/>
                </a:lnTo>
                <a:lnTo>
                  <a:pt x="13652" y="7886"/>
                </a:lnTo>
                <a:lnTo>
                  <a:pt x="13665" y="7645"/>
                </a:lnTo>
                <a:lnTo>
                  <a:pt x="13754" y="7442"/>
                </a:lnTo>
                <a:close/>
              </a:path>
              <a:path w="80010" h="33019">
                <a:moveTo>
                  <a:pt x="15062" y="5613"/>
                </a:moveTo>
                <a:lnTo>
                  <a:pt x="14897" y="5410"/>
                </a:lnTo>
                <a:lnTo>
                  <a:pt x="14592" y="5575"/>
                </a:lnTo>
                <a:lnTo>
                  <a:pt x="14668" y="5270"/>
                </a:lnTo>
                <a:lnTo>
                  <a:pt x="14363" y="5283"/>
                </a:lnTo>
                <a:lnTo>
                  <a:pt x="14338" y="5067"/>
                </a:lnTo>
                <a:lnTo>
                  <a:pt x="14173" y="5054"/>
                </a:lnTo>
                <a:lnTo>
                  <a:pt x="14478" y="5435"/>
                </a:lnTo>
                <a:lnTo>
                  <a:pt x="14147" y="5930"/>
                </a:lnTo>
                <a:lnTo>
                  <a:pt x="14351" y="6223"/>
                </a:lnTo>
                <a:lnTo>
                  <a:pt x="14579" y="5994"/>
                </a:lnTo>
                <a:lnTo>
                  <a:pt x="14782" y="5765"/>
                </a:lnTo>
                <a:lnTo>
                  <a:pt x="15062" y="5613"/>
                </a:lnTo>
                <a:close/>
              </a:path>
              <a:path w="80010" h="33019">
                <a:moveTo>
                  <a:pt x="17043" y="254"/>
                </a:moveTo>
                <a:lnTo>
                  <a:pt x="16967" y="63"/>
                </a:lnTo>
                <a:lnTo>
                  <a:pt x="16408" y="12"/>
                </a:lnTo>
                <a:lnTo>
                  <a:pt x="16408" y="266"/>
                </a:lnTo>
                <a:lnTo>
                  <a:pt x="16840" y="584"/>
                </a:lnTo>
                <a:lnTo>
                  <a:pt x="16941" y="444"/>
                </a:lnTo>
                <a:lnTo>
                  <a:pt x="16662" y="355"/>
                </a:lnTo>
                <a:lnTo>
                  <a:pt x="17043" y="254"/>
                </a:lnTo>
                <a:close/>
              </a:path>
              <a:path w="80010" h="33019">
                <a:moveTo>
                  <a:pt x="17691" y="228"/>
                </a:moveTo>
                <a:lnTo>
                  <a:pt x="17437" y="101"/>
                </a:lnTo>
                <a:lnTo>
                  <a:pt x="17297" y="203"/>
                </a:lnTo>
                <a:lnTo>
                  <a:pt x="17691" y="228"/>
                </a:lnTo>
                <a:close/>
              </a:path>
              <a:path w="80010" h="33019">
                <a:moveTo>
                  <a:pt x="17805" y="2870"/>
                </a:moveTo>
                <a:lnTo>
                  <a:pt x="17602" y="2540"/>
                </a:lnTo>
                <a:lnTo>
                  <a:pt x="17602" y="2260"/>
                </a:lnTo>
                <a:lnTo>
                  <a:pt x="17310" y="2273"/>
                </a:lnTo>
                <a:lnTo>
                  <a:pt x="17170" y="2133"/>
                </a:lnTo>
                <a:lnTo>
                  <a:pt x="16979" y="2590"/>
                </a:lnTo>
                <a:lnTo>
                  <a:pt x="17805" y="2870"/>
                </a:lnTo>
                <a:close/>
              </a:path>
              <a:path w="80010" h="33019">
                <a:moveTo>
                  <a:pt x="19164" y="8648"/>
                </a:moveTo>
                <a:lnTo>
                  <a:pt x="19075" y="8331"/>
                </a:lnTo>
                <a:lnTo>
                  <a:pt x="18846" y="7632"/>
                </a:lnTo>
                <a:lnTo>
                  <a:pt x="18478" y="7835"/>
                </a:lnTo>
                <a:lnTo>
                  <a:pt x="18808" y="8039"/>
                </a:lnTo>
                <a:lnTo>
                  <a:pt x="18897" y="8432"/>
                </a:lnTo>
                <a:lnTo>
                  <a:pt x="19164" y="8648"/>
                </a:lnTo>
                <a:close/>
              </a:path>
              <a:path w="80010" h="33019">
                <a:moveTo>
                  <a:pt x="19850" y="1066"/>
                </a:moveTo>
                <a:close/>
              </a:path>
              <a:path w="80010" h="33019">
                <a:moveTo>
                  <a:pt x="20193" y="18630"/>
                </a:moveTo>
                <a:lnTo>
                  <a:pt x="19850" y="18326"/>
                </a:lnTo>
                <a:lnTo>
                  <a:pt x="19697" y="18567"/>
                </a:lnTo>
                <a:lnTo>
                  <a:pt x="19710" y="18796"/>
                </a:lnTo>
                <a:lnTo>
                  <a:pt x="19989" y="18923"/>
                </a:lnTo>
                <a:lnTo>
                  <a:pt x="19964" y="18656"/>
                </a:lnTo>
                <a:lnTo>
                  <a:pt x="20091" y="18630"/>
                </a:lnTo>
                <a:close/>
              </a:path>
              <a:path w="80010" h="33019">
                <a:moveTo>
                  <a:pt x="21031" y="1676"/>
                </a:moveTo>
                <a:lnTo>
                  <a:pt x="20180" y="1130"/>
                </a:lnTo>
                <a:lnTo>
                  <a:pt x="20370" y="1054"/>
                </a:lnTo>
                <a:lnTo>
                  <a:pt x="20040" y="1079"/>
                </a:lnTo>
                <a:lnTo>
                  <a:pt x="19850" y="1092"/>
                </a:lnTo>
                <a:lnTo>
                  <a:pt x="20180" y="1409"/>
                </a:lnTo>
                <a:lnTo>
                  <a:pt x="21031" y="1676"/>
                </a:lnTo>
                <a:close/>
              </a:path>
              <a:path w="80010" h="33019">
                <a:moveTo>
                  <a:pt x="22288" y="29984"/>
                </a:moveTo>
                <a:lnTo>
                  <a:pt x="21932" y="29959"/>
                </a:lnTo>
                <a:lnTo>
                  <a:pt x="21958" y="29654"/>
                </a:lnTo>
                <a:lnTo>
                  <a:pt x="21564" y="29654"/>
                </a:lnTo>
                <a:lnTo>
                  <a:pt x="21590" y="30048"/>
                </a:lnTo>
                <a:lnTo>
                  <a:pt x="21983" y="30086"/>
                </a:lnTo>
                <a:lnTo>
                  <a:pt x="22288" y="29984"/>
                </a:lnTo>
                <a:close/>
              </a:path>
              <a:path w="80010" h="33019">
                <a:moveTo>
                  <a:pt x="22923" y="26289"/>
                </a:moveTo>
                <a:lnTo>
                  <a:pt x="22860" y="26098"/>
                </a:lnTo>
                <a:lnTo>
                  <a:pt x="22910" y="25806"/>
                </a:lnTo>
                <a:lnTo>
                  <a:pt x="22656" y="25730"/>
                </a:lnTo>
                <a:lnTo>
                  <a:pt x="22834" y="26073"/>
                </a:lnTo>
                <a:lnTo>
                  <a:pt x="22593" y="26238"/>
                </a:lnTo>
                <a:lnTo>
                  <a:pt x="22275" y="26314"/>
                </a:lnTo>
                <a:lnTo>
                  <a:pt x="22580" y="26530"/>
                </a:lnTo>
                <a:lnTo>
                  <a:pt x="22517" y="26289"/>
                </a:lnTo>
                <a:lnTo>
                  <a:pt x="22821" y="26377"/>
                </a:lnTo>
                <a:close/>
              </a:path>
              <a:path w="80010" h="33019">
                <a:moveTo>
                  <a:pt x="23736" y="25806"/>
                </a:moveTo>
                <a:lnTo>
                  <a:pt x="23507" y="25692"/>
                </a:lnTo>
                <a:lnTo>
                  <a:pt x="23545" y="25971"/>
                </a:lnTo>
                <a:lnTo>
                  <a:pt x="23177" y="25857"/>
                </a:lnTo>
                <a:lnTo>
                  <a:pt x="23253" y="26212"/>
                </a:lnTo>
                <a:lnTo>
                  <a:pt x="23609" y="26352"/>
                </a:lnTo>
                <a:lnTo>
                  <a:pt x="23736" y="25806"/>
                </a:lnTo>
                <a:close/>
              </a:path>
              <a:path w="80010" h="33019">
                <a:moveTo>
                  <a:pt x="24599" y="419"/>
                </a:moveTo>
                <a:lnTo>
                  <a:pt x="24422" y="419"/>
                </a:lnTo>
                <a:lnTo>
                  <a:pt x="24409" y="596"/>
                </a:lnTo>
                <a:lnTo>
                  <a:pt x="24206" y="533"/>
                </a:lnTo>
                <a:lnTo>
                  <a:pt x="24180" y="355"/>
                </a:lnTo>
                <a:lnTo>
                  <a:pt x="23952" y="342"/>
                </a:lnTo>
                <a:lnTo>
                  <a:pt x="23888" y="647"/>
                </a:lnTo>
                <a:lnTo>
                  <a:pt x="24244" y="584"/>
                </a:lnTo>
                <a:lnTo>
                  <a:pt x="24384" y="685"/>
                </a:lnTo>
                <a:lnTo>
                  <a:pt x="24599" y="419"/>
                </a:lnTo>
                <a:close/>
              </a:path>
              <a:path w="80010" h="33019">
                <a:moveTo>
                  <a:pt x="25298" y="4343"/>
                </a:moveTo>
                <a:lnTo>
                  <a:pt x="24815" y="3670"/>
                </a:lnTo>
                <a:lnTo>
                  <a:pt x="24561" y="4178"/>
                </a:lnTo>
                <a:lnTo>
                  <a:pt x="24866" y="4241"/>
                </a:lnTo>
                <a:lnTo>
                  <a:pt x="24904" y="4660"/>
                </a:lnTo>
                <a:lnTo>
                  <a:pt x="25298" y="4343"/>
                </a:lnTo>
                <a:close/>
              </a:path>
              <a:path w="80010" h="33019">
                <a:moveTo>
                  <a:pt x="25641" y="4457"/>
                </a:moveTo>
                <a:lnTo>
                  <a:pt x="25590" y="4292"/>
                </a:lnTo>
                <a:lnTo>
                  <a:pt x="25298" y="4343"/>
                </a:lnTo>
                <a:lnTo>
                  <a:pt x="25298" y="4584"/>
                </a:lnTo>
                <a:lnTo>
                  <a:pt x="25501" y="5041"/>
                </a:lnTo>
                <a:lnTo>
                  <a:pt x="25641" y="4851"/>
                </a:lnTo>
                <a:lnTo>
                  <a:pt x="25425" y="4826"/>
                </a:lnTo>
                <a:lnTo>
                  <a:pt x="25641" y="4457"/>
                </a:lnTo>
                <a:close/>
              </a:path>
              <a:path w="80010" h="33019">
                <a:moveTo>
                  <a:pt x="26441" y="1066"/>
                </a:moveTo>
                <a:lnTo>
                  <a:pt x="25920" y="1104"/>
                </a:lnTo>
                <a:lnTo>
                  <a:pt x="25679" y="1193"/>
                </a:lnTo>
                <a:lnTo>
                  <a:pt x="25806" y="1320"/>
                </a:lnTo>
                <a:lnTo>
                  <a:pt x="25323" y="1651"/>
                </a:lnTo>
                <a:lnTo>
                  <a:pt x="25717" y="1866"/>
                </a:lnTo>
                <a:lnTo>
                  <a:pt x="25920" y="1651"/>
                </a:lnTo>
                <a:lnTo>
                  <a:pt x="26098" y="1409"/>
                </a:lnTo>
                <a:lnTo>
                  <a:pt x="26339" y="1244"/>
                </a:lnTo>
                <a:lnTo>
                  <a:pt x="26187" y="1422"/>
                </a:lnTo>
                <a:lnTo>
                  <a:pt x="26416" y="1435"/>
                </a:lnTo>
                <a:lnTo>
                  <a:pt x="26441" y="1066"/>
                </a:lnTo>
                <a:close/>
              </a:path>
              <a:path w="80010" h="33019">
                <a:moveTo>
                  <a:pt x="27216" y="30429"/>
                </a:moveTo>
                <a:lnTo>
                  <a:pt x="26873" y="30365"/>
                </a:lnTo>
                <a:lnTo>
                  <a:pt x="27012" y="30657"/>
                </a:lnTo>
                <a:lnTo>
                  <a:pt x="26568" y="30886"/>
                </a:lnTo>
                <a:lnTo>
                  <a:pt x="26822" y="30988"/>
                </a:lnTo>
                <a:lnTo>
                  <a:pt x="27089" y="30988"/>
                </a:lnTo>
                <a:lnTo>
                  <a:pt x="27216" y="30429"/>
                </a:lnTo>
                <a:close/>
              </a:path>
              <a:path w="80010" h="33019">
                <a:moveTo>
                  <a:pt x="31076" y="25476"/>
                </a:moveTo>
                <a:lnTo>
                  <a:pt x="30454" y="25311"/>
                </a:lnTo>
                <a:lnTo>
                  <a:pt x="30289" y="25476"/>
                </a:lnTo>
                <a:lnTo>
                  <a:pt x="30505" y="25577"/>
                </a:lnTo>
                <a:lnTo>
                  <a:pt x="30276" y="25666"/>
                </a:lnTo>
                <a:lnTo>
                  <a:pt x="30670" y="25704"/>
                </a:lnTo>
                <a:lnTo>
                  <a:pt x="31038" y="25717"/>
                </a:lnTo>
                <a:lnTo>
                  <a:pt x="31076" y="25476"/>
                </a:lnTo>
                <a:close/>
              </a:path>
              <a:path w="80010" h="33019">
                <a:moveTo>
                  <a:pt x="31140" y="31991"/>
                </a:moveTo>
                <a:lnTo>
                  <a:pt x="30657" y="31877"/>
                </a:lnTo>
                <a:lnTo>
                  <a:pt x="30721" y="32524"/>
                </a:lnTo>
                <a:lnTo>
                  <a:pt x="30962" y="32600"/>
                </a:lnTo>
                <a:lnTo>
                  <a:pt x="30988" y="32385"/>
                </a:lnTo>
                <a:lnTo>
                  <a:pt x="30975" y="32105"/>
                </a:lnTo>
                <a:lnTo>
                  <a:pt x="31140" y="31991"/>
                </a:lnTo>
                <a:close/>
              </a:path>
              <a:path w="80010" h="33019">
                <a:moveTo>
                  <a:pt x="31775" y="14020"/>
                </a:moveTo>
                <a:lnTo>
                  <a:pt x="31584" y="13817"/>
                </a:lnTo>
                <a:lnTo>
                  <a:pt x="31508" y="14033"/>
                </a:lnTo>
                <a:lnTo>
                  <a:pt x="30988" y="14236"/>
                </a:lnTo>
                <a:lnTo>
                  <a:pt x="31165" y="14452"/>
                </a:lnTo>
                <a:lnTo>
                  <a:pt x="31305" y="14274"/>
                </a:lnTo>
                <a:lnTo>
                  <a:pt x="31775" y="14020"/>
                </a:lnTo>
                <a:close/>
              </a:path>
              <a:path w="80010" h="33019">
                <a:moveTo>
                  <a:pt x="34569" y="30949"/>
                </a:moveTo>
                <a:lnTo>
                  <a:pt x="34340" y="30924"/>
                </a:lnTo>
                <a:lnTo>
                  <a:pt x="34163" y="31051"/>
                </a:lnTo>
                <a:lnTo>
                  <a:pt x="34137" y="31432"/>
                </a:lnTo>
                <a:lnTo>
                  <a:pt x="34505" y="31394"/>
                </a:lnTo>
                <a:lnTo>
                  <a:pt x="34531" y="31165"/>
                </a:lnTo>
                <a:lnTo>
                  <a:pt x="34569" y="30949"/>
                </a:lnTo>
                <a:close/>
              </a:path>
              <a:path w="80010" h="33019">
                <a:moveTo>
                  <a:pt x="34671" y="28384"/>
                </a:moveTo>
                <a:lnTo>
                  <a:pt x="34658" y="28117"/>
                </a:lnTo>
                <a:lnTo>
                  <a:pt x="34493" y="27889"/>
                </a:lnTo>
                <a:lnTo>
                  <a:pt x="34467" y="28117"/>
                </a:lnTo>
                <a:lnTo>
                  <a:pt x="34264" y="28181"/>
                </a:lnTo>
                <a:lnTo>
                  <a:pt x="34137" y="28321"/>
                </a:lnTo>
                <a:lnTo>
                  <a:pt x="33934" y="28194"/>
                </a:lnTo>
                <a:lnTo>
                  <a:pt x="34023" y="28371"/>
                </a:lnTo>
                <a:lnTo>
                  <a:pt x="34239" y="28422"/>
                </a:lnTo>
                <a:lnTo>
                  <a:pt x="34442" y="28498"/>
                </a:lnTo>
                <a:lnTo>
                  <a:pt x="34671" y="28384"/>
                </a:lnTo>
                <a:close/>
              </a:path>
              <a:path w="80010" h="33019">
                <a:moveTo>
                  <a:pt x="38061" y="30060"/>
                </a:moveTo>
                <a:lnTo>
                  <a:pt x="37871" y="30048"/>
                </a:lnTo>
                <a:lnTo>
                  <a:pt x="37731" y="30010"/>
                </a:lnTo>
                <a:lnTo>
                  <a:pt x="37744" y="30251"/>
                </a:lnTo>
                <a:lnTo>
                  <a:pt x="37350" y="30530"/>
                </a:lnTo>
                <a:lnTo>
                  <a:pt x="37566" y="30645"/>
                </a:lnTo>
                <a:lnTo>
                  <a:pt x="37680" y="30391"/>
                </a:lnTo>
                <a:lnTo>
                  <a:pt x="37884" y="30238"/>
                </a:lnTo>
                <a:lnTo>
                  <a:pt x="38061" y="30060"/>
                </a:lnTo>
                <a:close/>
              </a:path>
              <a:path w="80010" h="33019">
                <a:moveTo>
                  <a:pt x="38239" y="14655"/>
                </a:moveTo>
                <a:lnTo>
                  <a:pt x="37769" y="14655"/>
                </a:lnTo>
                <a:lnTo>
                  <a:pt x="37604" y="15074"/>
                </a:lnTo>
                <a:lnTo>
                  <a:pt x="37249" y="15252"/>
                </a:lnTo>
                <a:lnTo>
                  <a:pt x="37655" y="15138"/>
                </a:lnTo>
                <a:lnTo>
                  <a:pt x="37909" y="14846"/>
                </a:lnTo>
                <a:lnTo>
                  <a:pt x="38239" y="14655"/>
                </a:lnTo>
                <a:close/>
              </a:path>
              <a:path w="80010" h="33019">
                <a:moveTo>
                  <a:pt x="38646" y="15328"/>
                </a:moveTo>
                <a:lnTo>
                  <a:pt x="38328" y="15036"/>
                </a:lnTo>
                <a:lnTo>
                  <a:pt x="38620" y="14884"/>
                </a:lnTo>
                <a:lnTo>
                  <a:pt x="38341" y="14884"/>
                </a:lnTo>
                <a:lnTo>
                  <a:pt x="38214" y="15138"/>
                </a:lnTo>
                <a:lnTo>
                  <a:pt x="38392" y="15252"/>
                </a:lnTo>
                <a:lnTo>
                  <a:pt x="38201" y="15328"/>
                </a:lnTo>
                <a:lnTo>
                  <a:pt x="38646" y="15328"/>
                </a:lnTo>
                <a:close/>
              </a:path>
              <a:path w="80010" h="33019">
                <a:moveTo>
                  <a:pt x="38747" y="10922"/>
                </a:moveTo>
                <a:lnTo>
                  <a:pt x="38544" y="10756"/>
                </a:lnTo>
                <a:lnTo>
                  <a:pt x="38392" y="11137"/>
                </a:lnTo>
                <a:lnTo>
                  <a:pt x="38379" y="10883"/>
                </a:lnTo>
                <a:lnTo>
                  <a:pt x="38176" y="11023"/>
                </a:lnTo>
                <a:lnTo>
                  <a:pt x="38074" y="11150"/>
                </a:lnTo>
                <a:lnTo>
                  <a:pt x="38430" y="11226"/>
                </a:lnTo>
                <a:lnTo>
                  <a:pt x="38569" y="11036"/>
                </a:lnTo>
                <a:lnTo>
                  <a:pt x="38747" y="10922"/>
                </a:lnTo>
                <a:close/>
              </a:path>
              <a:path w="80010" h="33019">
                <a:moveTo>
                  <a:pt x="39827" y="11264"/>
                </a:moveTo>
                <a:lnTo>
                  <a:pt x="39712" y="10807"/>
                </a:lnTo>
                <a:lnTo>
                  <a:pt x="39611" y="10388"/>
                </a:lnTo>
                <a:lnTo>
                  <a:pt x="39344" y="10807"/>
                </a:lnTo>
                <a:lnTo>
                  <a:pt x="39293" y="10960"/>
                </a:lnTo>
                <a:lnTo>
                  <a:pt x="39179" y="11264"/>
                </a:lnTo>
                <a:lnTo>
                  <a:pt x="39827" y="11264"/>
                </a:lnTo>
                <a:close/>
              </a:path>
              <a:path w="80010" h="33019">
                <a:moveTo>
                  <a:pt x="39941" y="14909"/>
                </a:moveTo>
                <a:lnTo>
                  <a:pt x="39598" y="14833"/>
                </a:lnTo>
                <a:lnTo>
                  <a:pt x="39230" y="14274"/>
                </a:lnTo>
                <a:lnTo>
                  <a:pt x="38836" y="14528"/>
                </a:lnTo>
                <a:lnTo>
                  <a:pt x="39179" y="14605"/>
                </a:lnTo>
                <a:lnTo>
                  <a:pt x="39941" y="15138"/>
                </a:lnTo>
                <a:lnTo>
                  <a:pt x="39941" y="14909"/>
                </a:lnTo>
                <a:close/>
              </a:path>
              <a:path w="80010" h="33019">
                <a:moveTo>
                  <a:pt x="40589" y="13296"/>
                </a:moveTo>
                <a:lnTo>
                  <a:pt x="40017" y="12661"/>
                </a:lnTo>
                <a:lnTo>
                  <a:pt x="39890" y="13157"/>
                </a:lnTo>
                <a:lnTo>
                  <a:pt x="40093" y="13335"/>
                </a:lnTo>
                <a:lnTo>
                  <a:pt x="40589" y="13296"/>
                </a:lnTo>
                <a:close/>
              </a:path>
              <a:path w="80010" h="33019">
                <a:moveTo>
                  <a:pt x="40995" y="13728"/>
                </a:moveTo>
                <a:lnTo>
                  <a:pt x="40589" y="13296"/>
                </a:lnTo>
                <a:lnTo>
                  <a:pt x="40309" y="13677"/>
                </a:lnTo>
                <a:lnTo>
                  <a:pt x="40995" y="13728"/>
                </a:lnTo>
                <a:close/>
              </a:path>
              <a:path w="80010" h="33019">
                <a:moveTo>
                  <a:pt x="41135" y="9677"/>
                </a:moveTo>
                <a:lnTo>
                  <a:pt x="40906" y="9575"/>
                </a:lnTo>
                <a:lnTo>
                  <a:pt x="40830" y="8890"/>
                </a:lnTo>
                <a:lnTo>
                  <a:pt x="40525" y="9131"/>
                </a:lnTo>
                <a:lnTo>
                  <a:pt x="40779" y="9232"/>
                </a:lnTo>
                <a:lnTo>
                  <a:pt x="40944" y="9829"/>
                </a:lnTo>
                <a:lnTo>
                  <a:pt x="41135" y="9677"/>
                </a:lnTo>
                <a:close/>
              </a:path>
              <a:path w="80010" h="33019">
                <a:moveTo>
                  <a:pt x="44932" y="7404"/>
                </a:moveTo>
                <a:lnTo>
                  <a:pt x="44653" y="7277"/>
                </a:lnTo>
                <a:lnTo>
                  <a:pt x="44475" y="7569"/>
                </a:lnTo>
                <a:lnTo>
                  <a:pt x="44234" y="7975"/>
                </a:lnTo>
                <a:lnTo>
                  <a:pt x="44399" y="8128"/>
                </a:lnTo>
                <a:lnTo>
                  <a:pt x="44538" y="7823"/>
                </a:lnTo>
                <a:lnTo>
                  <a:pt x="44640" y="7505"/>
                </a:lnTo>
                <a:lnTo>
                  <a:pt x="44932" y="7404"/>
                </a:lnTo>
                <a:close/>
              </a:path>
              <a:path w="80010" h="33019">
                <a:moveTo>
                  <a:pt x="46634" y="2895"/>
                </a:moveTo>
                <a:lnTo>
                  <a:pt x="46482" y="2755"/>
                </a:lnTo>
                <a:lnTo>
                  <a:pt x="46050" y="2768"/>
                </a:lnTo>
                <a:lnTo>
                  <a:pt x="46253" y="2946"/>
                </a:lnTo>
                <a:lnTo>
                  <a:pt x="45961" y="3124"/>
                </a:lnTo>
                <a:lnTo>
                  <a:pt x="46240" y="3251"/>
                </a:lnTo>
                <a:lnTo>
                  <a:pt x="46329" y="3086"/>
                </a:lnTo>
                <a:lnTo>
                  <a:pt x="46609" y="3098"/>
                </a:lnTo>
                <a:lnTo>
                  <a:pt x="46634" y="2895"/>
                </a:lnTo>
                <a:close/>
              </a:path>
              <a:path w="80010" h="33019">
                <a:moveTo>
                  <a:pt x="47548" y="14122"/>
                </a:moveTo>
                <a:lnTo>
                  <a:pt x="47269" y="13627"/>
                </a:lnTo>
                <a:lnTo>
                  <a:pt x="47142" y="13423"/>
                </a:lnTo>
                <a:lnTo>
                  <a:pt x="47548" y="14122"/>
                </a:lnTo>
                <a:close/>
              </a:path>
              <a:path w="80010" h="33019">
                <a:moveTo>
                  <a:pt x="48285" y="2730"/>
                </a:moveTo>
                <a:lnTo>
                  <a:pt x="47980" y="2476"/>
                </a:lnTo>
                <a:lnTo>
                  <a:pt x="47650" y="2146"/>
                </a:lnTo>
                <a:lnTo>
                  <a:pt x="47256" y="2438"/>
                </a:lnTo>
                <a:lnTo>
                  <a:pt x="47777" y="2324"/>
                </a:lnTo>
                <a:lnTo>
                  <a:pt x="48145" y="2806"/>
                </a:lnTo>
                <a:lnTo>
                  <a:pt x="48285" y="2730"/>
                </a:lnTo>
                <a:close/>
              </a:path>
              <a:path w="80010" h="33019">
                <a:moveTo>
                  <a:pt x="48869" y="2895"/>
                </a:moveTo>
                <a:lnTo>
                  <a:pt x="48552" y="2857"/>
                </a:lnTo>
                <a:lnTo>
                  <a:pt x="48628" y="3149"/>
                </a:lnTo>
                <a:lnTo>
                  <a:pt x="48869" y="2895"/>
                </a:lnTo>
                <a:close/>
              </a:path>
              <a:path w="80010" h="33019">
                <a:moveTo>
                  <a:pt x="49479" y="18122"/>
                </a:moveTo>
                <a:lnTo>
                  <a:pt x="49009" y="17957"/>
                </a:lnTo>
                <a:lnTo>
                  <a:pt x="48983" y="17716"/>
                </a:lnTo>
                <a:lnTo>
                  <a:pt x="48780" y="17805"/>
                </a:lnTo>
                <a:lnTo>
                  <a:pt x="48933" y="18034"/>
                </a:lnTo>
                <a:lnTo>
                  <a:pt x="49199" y="18211"/>
                </a:lnTo>
                <a:lnTo>
                  <a:pt x="49390" y="18402"/>
                </a:lnTo>
                <a:lnTo>
                  <a:pt x="49479" y="18122"/>
                </a:lnTo>
                <a:close/>
              </a:path>
              <a:path w="80010" h="33019">
                <a:moveTo>
                  <a:pt x="49644" y="3340"/>
                </a:moveTo>
                <a:lnTo>
                  <a:pt x="49098" y="2806"/>
                </a:lnTo>
                <a:lnTo>
                  <a:pt x="49491" y="3517"/>
                </a:lnTo>
                <a:lnTo>
                  <a:pt x="49644" y="3340"/>
                </a:lnTo>
                <a:close/>
              </a:path>
              <a:path w="80010" h="33019">
                <a:moveTo>
                  <a:pt x="50126" y="18580"/>
                </a:moveTo>
                <a:lnTo>
                  <a:pt x="49923" y="18516"/>
                </a:lnTo>
                <a:lnTo>
                  <a:pt x="49720" y="18427"/>
                </a:lnTo>
                <a:lnTo>
                  <a:pt x="49415" y="18427"/>
                </a:lnTo>
                <a:lnTo>
                  <a:pt x="49530" y="18923"/>
                </a:lnTo>
                <a:lnTo>
                  <a:pt x="49872" y="18986"/>
                </a:lnTo>
                <a:lnTo>
                  <a:pt x="50088" y="18884"/>
                </a:lnTo>
                <a:lnTo>
                  <a:pt x="50126" y="18580"/>
                </a:lnTo>
                <a:close/>
              </a:path>
              <a:path w="80010" h="33019">
                <a:moveTo>
                  <a:pt x="55587" y="19621"/>
                </a:moveTo>
                <a:lnTo>
                  <a:pt x="55473" y="18986"/>
                </a:lnTo>
                <a:lnTo>
                  <a:pt x="55105" y="19088"/>
                </a:lnTo>
                <a:lnTo>
                  <a:pt x="55245" y="19265"/>
                </a:lnTo>
                <a:lnTo>
                  <a:pt x="54978" y="19786"/>
                </a:lnTo>
                <a:lnTo>
                  <a:pt x="55321" y="19786"/>
                </a:lnTo>
                <a:lnTo>
                  <a:pt x="55587" y="19621"/>
                </a:lnTo>
                <a:close/>
              </a:path>
              <a:path w="80010" h="33019">
                <a:moveTo>
                  <a:pt x="58585" y="7086"/>
                </a:moveTo>
                <a:lnTo>
                  <a:pt x="58508" y="6896"/>
                </a:lnTo>
                <a:lnTo>
                  <a:pt x="58229" y="6870"/>
                </a:lnTo>
                <a:lnTo>
                  <a:pt x="58127" y="7048"/>
                </a:lnTo>
                <a:lnTo>
                  <a:pt x="57924" y="7137"/>
                </a:lnTo>
                <a:lnTo>
                  <a:pt x="58267" y="7035"/>
                </a:lnTo>
                <a:lnTo>
                  <a:pt x="58407" y="7239"/>
                </a:lnTo>
                <a:lnTo>
                  <a:pt x="58585" y="7086"/>
                </a:lnTo>
                <a:close/>
              </a:path>
              <a:path w="80010" h="33019">
                <a:moveTo>
                  <a:pt x="61175" y="9829"/>
                </a:moveTo>
                <a:lnTo>
                  <a:pt x="61010" y="9613"/>
                </a:lnTo>
                <a:lnTo>
                  <a:pt x="60909" y="9867"/>
                </a:lnTo>
                <a:lnTo>
                  <a:pt x="60337" y="10058"/>
                </a:lnTo>
                <a:lnTo>
                  <a:pt x="60579" y="10350"/>
                </a:lnTo>
                <a:lnTo>
                  <a:pt x="60617" y="10033"/>
                </a:lnTo>
                <a:lnTo>
                  <a:pt x="61175" y="9829"/>
                </a:lnTo>
                <a:close/>
              </a:path>
              <a:path w="80010" h="33019">
                <a:moveTo>
                  <a:pt x="61849" y="3975"/>
                </a:moveTo>
                <a:lnTo>
                  <a:pt x="61709" y="3886"/>
                </a:lnTo>
                <a:lnTo>
                  <a:pt x="61391" y="4229"/>
                </a:lnTo>
                <a:lnTo>
                  <a:pt x="61620" y="4343"/>
                </a:lnTo>
                <a:lnTo>
                  <a:pt x="61849" y="3975"/>
                </a:lnTo>
                <a:close/>
              </a:path>
              <a:path w="80010" h="33019">
                <a:moveTo>
                  <a:pt x="61874" y="15214"/>
                </a:moveTo>
                <a:lnTo>
                  <a:pt x="61734" y="15138"/>
                </a:lnTo>
                <a:lnTo>
                  <a:pt x="61633" y="14592"/>
                </a:lnTo>
                <a:lnTo>
                  <a:pt x="61429" y="14897"/>
                </a:lnTo>
                <a:lnTo>
                  <a:pt x="61760" y="15430"/>
                </a:lnTo>
                <a:lnTo>
                  <a:pt x="61874" y="15214"/>
                </a:lnTo>
                <a:close/>
              </a:path>
              <a:path w="80010" h="33019">
                <a:moveTo>
                  <a:pt x="62141" y="4432"/>
                </a:moveTo>
                <a:lnTo>
                  <a:pt x="61988" y="3886"/>
                </a:lnTo>
                <a:lnTo>
                  <a:pt x="61849" y="3975"/>
                </a:lnTo>
                <a:lnTo>
                  <a:pt x="61963" y="4279"/>
                </a:lnTo>
                <a:lnTo>
                  <a:pt x="61760" y="4356"/>
                </a:lnTo>
                <a:lnTo>
                  <a:pt x="62141" y="4432"/>
                </a:lnTo>
                <a:close/>
              </a:path>
              <a:path w="80010" h="33019">
                <a:moveTo>
                  <a:pt x="62318" y="17678"/>
                </a:moveTo>
                <a:lnTo>
                  <a:pt x="62255" y="17208"/>
                </a:lnTo>
                <a:lnTo>
                  <a:pt x="62179" y="16535"/>
                </a:lnTo>
                <a:lnTo>
                  <a:pt x="61747" y="16573"/>
                </a:lnTo>
                <a:lnTo>
                  <a:pt x="62115" y="16776"/>
                </a:lnTo>
                <a:lnTo>
                  <a:pt x="62001" y="17424"/>
                </a:lnTo>
                <a:lnTo>
                  <a:pt x="62318" y="17678"/>
                </a:lnTo>
                <a:close/>
              </a:path>
              <a:path w="80010" h="33019">
                <a:moveTo>
                  <a:pt x="62623" y="4800"/>
                </a:moveTo>
                <a:lnTo>
                  <a:pt x="62407" y="4610"/>
                </a:lnTo>
                <a:lnTo>
                  <a:pt x="62191" y="4419"/>
                </a:lnTo>
                <a:lnTo>
                  <a:pt x="61988" y="4495"/>
                </a:lnTo>
                <a:lnTo>
                  <a:pt x="61823" y="4648"/>
                </a:lnTo>
                <a:lnTo>
                  <a:pt x="61988" y="4749"/>
                </a:lnTo>
                <a:lnTo>
                  <a:pt x="62064" y="4953"/>
                </a:lnTo>
                <a:lnTo>
                  <a:pt x="62268" y="5080"/>
                </a:lnTo>
                <a:lnTo>
                  <a:pt x="62369" y="4787"/>
                </a:lnTo>
                <a:lnTo>
                  <a:pt x="62039" y="4864"/>
                </a:lnTo>
                <a:lnTo>
                  <a:pt x="62115" y="4584"/>
                </a:lnTo>
                <a:lnTo>
                  <a:pt x="62306" y="4546"/>
                </a:lnTo>
                <a:lnTo>
                  <a:pt x="62623" y="4800"/>
                </a:lnTo>
                <a:close/>
              </a:path>
              <a:path w="80010" h="33019">
                <a:moveTo>
                  <a:pt x="63512" y="7747"/>
                </a:moveTo>
                <a:lnTo>
                  <a:pt x="63398" y="7581"/>
                </a:lnTo>
                <a:lnTo>
                  <a:pt x="63195" y="7493"/>
                </a:lnTo>
                <a:lnTo>
                  <a:pt x="62560" y="7607"/>
                </a:lnTo>
                <a:lnTo>
                  <a:pt x="62877" y="7835"/>
                </a:lnTo>
                <a:lnTo>
                  <a:pt x="63296" y="7581"/>
                </a:lnTo>
                <a:lnTo>
                  <a:pt x="63055" y="7962"/>
                </a:lnTo>
                <a:lnTo>
                  <a:pt x="63360" y="7874"/>
                </a:lnTo>
                <a:lnTo>
                  <a:pt x="63436" y="8089"/>
                </a:lnTo>
                <a:lnTo>
                  <a:pt x="63512" y="7747"/>
                </a:lnTo>
                <a:close/>
              </a:path>
              <a:path w="80010" h="33019">
                <a:moveTo>
                  <a:pt x="66890" y="15354"/>
                </a:moveTo>
                <a:lnTo>
                  <a:pt x="66789" y="15151"/>
                </a:lnTo>
                <a:lnTo>
                  <a:pt x="66738" y="14897"/>
                </a:lnTo>
                <a:lnTo>
                  <a:pt x="66459" y="14833"/>
                </a:lnTo>
                <a:lnTo>
                  <a:pt x="66522" y="15074"/>
                </a:lnTo>
                <a:lnTo>
                  <a:pt x="66586" y="15316"/>
                </a:lnTo>
                <a:lnTo>
                  <a:pt x="66662" y="15519"/>
                </a:lnTo>
                <a:lnTo>
                  <a:pt x="66802" y="15354"/>
                </a:lnTo>
                <a:close/>
              </a:path>
              <a:path w="80010" h="33019">
                <a:moveTo>
                  <a:pt x="69786" y="6578"/>
                </a:moveTo>
                <a:lnTo>
                  <a:pt x="69735" y="6299"/>
                </a:lnTo>
                <a:lnTo>
                  <a:pt x="69443" y="6273"/>
                </a:lnTo>
                <a:lnTo>
                  <a:pt x="69646" y="6337"/>
                </a:lnTo>
                <a:lnTo>
                  <a:pt x="69316" y="6553"/>
                </a:lnTo>
                <a:lnTo>
                  <a:pt x="69253" y="6350"/>
                </a:lnTo>
                <a:lnTo>
                  <a:pt x="69176" y="6591"/>
                </a:lnTo>
                <a:lnTo>
                  <a:pt x="69430" y="6553"/>
                </a:lnTo>
                <a:lnTo>
                  <a:pt x="69786" y="6578"/>
                </a:lnTo>
                <a:close/>
              </a:path>
              <a:path w="80010" h="33019">
                <a:moveTo>
                  <a:pt x="70866" y="14732"/>
                </a:moveTo>
                <a:lnTo>
                  <a:pt x="70307" y="14236"/>
                </a:lnTo>
                <a:lnTo>
                  <a:pt x="70408" y="15113"/>
                </a:lnTo>
                <a:lnTo>
                  <a:pt x="70802" y="15113"/>
                </a:lnTo>
                <a:lnTo>
                  <a:pt x="70866" y="14732"/>
                </a:lnTo>
                <a:close/>
              </a:path>
              <a:path w="80010" h="33019">
                <a:moveTo>
                  <a:pt x="71132" y="7124"/>
                </a:moveTo>
                <a:lnTo>
                  <a:pt x="70485" y="6235"/>
                </a:lnTo>
                <a:lnTo>
                  <a:pt x="70281" y="6540"/>
                </a:lnTo>
                <a:lnTo>
                  <a:pt x="70421" y="6718"/>
                </a:lnTo>
                <a:lnTo>
                  <a:pt x="70688" y="6769"/>
                </a:lnTo>
                <a:lnTo>
                  <a:pt x="70700" y="7061"/>
                </a:lnTo>
                <a:lnTo>
                  <a:pt x="71132" y="7124"/>
                </a:lnTo>
                <a:close/>
              </a:path>
              <a:path w="80010" h="33019">
                <a:moveTo>
                  <a:pt x="71501" y="15748"/>
                </a:moveTo>
                <a:lnTo>
                  <a:pt x="71374" y="15494"/>
                </a:lnTo>
                <a:lnTo>
                  <a:pt x="70612" y="15468"/>
                </a:lnTo>
                <a:lnTo>
                  <a:pt x="70827" y="15773"/>
                </a:lnTo>
                <a:lnTo>
                  <a:pt x="70954" y="15557"/>
                </a:lnTo>
                <a:lnTo>
                  <a:pt x="71094" y="16078"/>
                </a:lnTo>
                <a:lnTo>
                  <a:pt x="71272" y="16103"/>
                </a:lnTo>
                <a:lnTo>
                  <a:pt x="71120" y="15671"/>
                </a:lnTo>
                <a:lnTo>
                  <a:pt x="71348" y="15798"/>
                </a:lnTo>
                <a:lnTo>
                  <a:pt x="71501" y="15748"/>
                </a:lnTo>
                <a:close/>
              </a:path>
              <a:path w="80010" h="33019">
                <a:moveTo>
                  <a:pt x="71869" y="10579"/>
                </a:moveTo>
                <a:lnTo>
                  <a:pt x="71120" y="10020"/>
                </a:lnTo>
                <a:lnTo>
                  <a:pt x="71005" y="10185"/>
                </a:lnTo>
                <a:lnTo>
                  <a:pt x="71361" y="10274"/>
                </a:lnTo>
                <a:lnTo>
                  <a:pt x="71615" y="10858"/>
                </a:lnTo>
                <a:lnTo>
                  <a:pt x="71628" y="10718"/>
                </a:lnTo>
                <a:lnTo>
                  <a:pt x="71869" y="10579"/>
                </a:lnTo>
                <a:close/>
              </a:path>
              <a:path w="80010" h="33019">
                <a:moveTo>
                  <a:pt x="72224" y="9042"/>
                </a:moveTo>
                <a:lnTo>
                  <a:pt x="71831" y="8521"/>
                </a:lnTo>
                <a:lnTo>
                  <a:pt x="70891" y="8864"/>
                </a:lnTo>
                <a:lnTo>
                  <a:pt x="70878" y="9309"/>
                </a:lnTo>
                <a:lnTo>
                  <a:pt x="71005" y="8991"/>
                </a:lnTo>
                <a:lnTo>
                  <a:pt x="71399" y="9067"/>
                </a:lnTo>
                <a:lnTo>
                  <a:pt x="71589" y="8890"/>
                </a:lnTo>
                <a:lnTo>
                  <a:pt x="71513" y="9245"/>
                </a:lnTo>
                <a:lnTo>
                  <a:pt x="71920" y="8915"/>
                </a:lnTo>
                <a:lnTo>
                  <a:pt x="72224" y="9042"/>
                </a:lnTo>
                <a:close/>
              </a:path>
              <a:path w="80010" h="33019">
                <a:moveTo>
                  <a:pt x="72224" y="5638"/>
                </a:moveTo>
                <a:lnTo>
                  <a:pt x="71932" y="5689"/>
                </a:lnTo>
                <a:lnTo>
                  <a:pt x="71386" y="6019"/>
                </a:lnTo>
                <a:lnTo>
                  <a:pt x="71526" y="6248"/>
                </a:lnTo>
                <a:lnTo>
                  <a:pt x="71831" y="6083"/>
                </a:lnTo>
                <a:lnTo>
                  <a:pt x="71628" y="5930"/>
                </a:lnTo>
                <a:lnTo>
                  <a:pt x="72148" y="5778"/>
                </a:lnTo>
                <a:lnTo>
                  <a:pt x="72224" y="5638"/>
                </a:lnTo>
                <a:close/>
              </a:path>
              <a:path w="80010" h="33019">
                <a:moveTo>
                  <a:pt x="72301" y="19405"/>
                </a:moveTo>
                <a:lnTo>
                  <a:pt x="72021" y="18440"/>
                </a:lnTo>
                <a:lnTo>
                  <a:pt x="71602" y="18757"/>
                </a:lnTo>
                <a:lnTo>
                  <a:pt x="72009" y="18757"/>
                </a:lnTo>
                <a:lnTo>
                  <a:pt x="71996" y="19608"/>
                </a:lnTo>
                <a:lnTo>
                  <a:pt x="72301" y="19405"/>
                </a:lnTo>
                <a:close/>
              </a:path>
              <a:path w="80010" h="33019">
                <a:moveTo>
                  <a:pt x="74053" y="8978"/>
                </a:moveTo>
                <a:lnTo>
                  <a:pt x="73761" y="8509"/>
                </a:lnTo>
                <a:lnTo>
                  <a:pt x="73609" y="8661"/>
                </a:lnTo>
                <a:lnTo>
                  <a:pt x="73583" y="8940"/>
                </a:lnTo>
                <a:lnTo>
                  <a:pt x="73875" y="8915"/>
                </a:lnTo>
                <a:lnTo>
                  <a:pt x="73812" y="9232"/>
                </a:lnTo>
                <a:lnTo>
                  <a:pt x="74028" y="9271"/>
                </a:lnTo>
                <a:lnTo>
                  <a:pt x="74053" y="8978"/>
                </a:lnTo>
                <a:close/>
              </a:path>
              <a:path w="80010" h="33019">
                <a:moveTo>
                  <a:pt x="74904" y="5715"/>
                </a:moveTo>
                <a:lnTo>
                  <a:pt x="74637" y="5702"/>
                </a:lnTo>
                <a:lnTo>
                  <a:pt x="74472" y="5359"/>
                </a:lnTo>
                <a:lnTo>
                  <a:pt x="74663" y="5270"/>
                </a:lnTo>
                <a:lnTo>
                  <a:pt x="74371" y="5245"/>
                </a:lnTo>
                <a:lnTo>
                  <a:pt x="74510" y="5295"/>
                </a:lnTo>
                <a:lnTo>
                  <a:pt x="74231" y="5626"/>
                </a:lnTo>
                <a:lnTo>
                  <a:pt x="74523" y="5740"/>
                </a:lnTo>
                <a:lnTo>
                  <a:pt x="74904" y="5715"/>
                </a:lnTo>
                <a:close/>
              </a:path>
              <a:path w="80010" h="33019">
                <a:moveTo>
                  <a:pt x="75399" y="12306"/>
                </a:moveTo>
                <a:lnTo>
                  <a:pt x="75222" y="12128"/>
                </a:lnTo>
                <a:lnTo>
                  <a:pt x="74955" y="11785"/>
                </a:lnTo>
                <a:lnTo>
                  <a:pt x="74828" y="12255"/>
                </a:lnTo>
                <a:lnTo>
                  <a:pt x="75145" y="12090"/>
                </a:lnTo>
                <a:lnTo>
                  <a:pt x="75196" y="12280"/>
                </a:lnTo>
                <a:lnTo>
                  <a:pt x="75018" y="12357"/>
                </a:lnTo>
                <a:lnTo>
                  <a:pt x="75272" y="12496"/>
                </a:lnTo>
                <a:lnTo>
                  <a:pt x="75399" y="12306"/>
                </a:lnTo>
                <a:close/>
              </a:path>
              <a:path w="80010" h="33019">
                <a:moveTo>
                  <a:pt x="77330" y="19278"/>
                </a:moveTo>
                <a:lnTo>
                  <a:pt x="76263" y="20180"/>
                </a:lnTo>
                <a:lnTo>
                  <a:pt x="76288" y="20472"/>
                </a:lnTo>
                <a:lnTo>
                  <a:pt x="77177" y="20180"/>
                </a:lnTo>
                <a:lnTo>
                  <a:pt x="77330" y="19278"/>
                </a:lnTo>
                <a:close/>
              </a:path>
              <a:path w="80010" h="33019">
                <a:moveTo>
                  <a:pt x="77622" y="24892"/>
                </a:moveTo>
                <a:lnTo>
                  <a:pt x="77457" y="24790"/>
                </a:lnTo>
                <a:lnTo>
                  <a:pt x="77292" y="24701"/>
                </a:lnTo>
                <a:lnTo>
                  <a:pt x="77076" y="24638"/>
                </a:lnTo>
                <a:lnTo>
                  <a:pt x="77000" y="24955"/>
                </a:lnTo>
                <a:lnTo>
                  <a:pt x="77304" y="24930"/>
                </a:lnTo>
                <a:lnTo>
                  <a:pt x="77304" y="25146"/>
                </a:lnTo>
                <a:lnTo>
                  <a:pt x="77114" y="25247"/>
                </a:lnTo>
                <a:lnTo>
                  <a:pt x="77330" y="25196"/>
                </a:lnTo>
                <a:lnTo>
                  <a:pt x="77609" y="25184"/>
                </a:lnTo>
                <a:lnTo>
                  <a:pt x="77622" y="24892"/>
                </a:lnTo>
                <a:close/>
              </a:path>
              <a:path w="80010" h="33019">
                <a:moveTo>
                  <a:pt x="78193" y="18516"/>
                </a:moveTo>
                <a:lnTo>
                  <a:pt x="78117" y="18732"/>
                </a:lnTo>
                <a:lnTo>
                  <a:pt x="78193" y="18516"/>
                </a:lnTo>
                <a:close/>
              </a:path>
              <a:path w="80010" h="33019">
                <a:moveTo>
                  <a:pt x="78638" y="19443"/>
                </a:moveTo>
                <a:lnTo>
                  <a:pt x="78473" y="18948"/>
                </a:lnTo>
                <a:lnTo>
                  <a:pt x="78193" y="18516"/>
                </a:lnTo>
                <a:lnTo>
                  <a:pt x="78384" y="18872"/>
                </a:lnTo>
                <a:lnTo>
                  <a:pt x="77901" y="18732"/>
                </a:lnTo>
                <a:lnTo>
                  <a:pt x="78105" y="18923"/>
                </a:lnTo>
                <a:lnTo>
                  <a:pt x="78384" y="19037"/>
                </a:lnTo>
                <a:lnTo>
                  <a:pt x="78333" y="19392"/>
                </a:lnTo>
                <a:lnTo>
                  <a:pt x="78625" y="19456"/>
                </a:lnTo>
                <a:close/>
              </a:path>
              <a:path w="80010" h="33019">
                <a:moveTo>
                  <a:pt x="79857" y="22440"/>
                </a:moveTo>
                <a:lnTo>
                  <a:pt x="79362" y="22009"/>
                </a:lnTo>
                <a:lnTo>
                  <a:pt x="79489" y="21767"/>
                </a:lnTo>
                <a:lnTo>
                  <a:pt x="79082" y="22047"/>
                </a:lnTo>
                <a:lnTo>
                  <a:pt x="79298" y="21945"/>
                </a:lnTo>
                <a:lnTo>
                  <a:pt x="79082" y="22212"/>
                </a:lnTo>
                <a:lnTo>
                  <a:pt x="79324" y="22212"/>
                </a:lnTo>
                <a:lnTo>
                  <a:pt x="79489" y="22745"/>
                </a:lnTo>
                <a:lnTo>
                  <a:pt x="79629" y="22555"/>
                </a:lnTo>
                <a:lnTo>
                  <a:pt x="79857" y="2244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bg object 97"/>
          <p:cNvSpPr/>
          <p:nvPr/>
        </p:nvSpPr>
        <p:spPr>
          <a:xfrm>
            <a:off x="1948459" y="872527"/>
            <a:ext cx="88900" cy="26034"/>
          </a:xfrm>
          <a:custGeom>
            <a:avLst/>
            <a:gdLst/>
            <a:ahLst/>
            <a:cxnLst/>
            <a:rect l="l" t="t" r="r" b="b"/>
            <a:pathLst>
              <a:path w="88900" h="26034">
                <a:moveTo>
                  <a:pt x="406" y="2882"/>
                </a:moveTo>
                <a:lnTo>
                  <a:pt x="266" y="2679"/>
                </a:lnTo>
                <a:lnTo>
                  <a:pt x="127" y="2527"/>
                </a:lnTo>
                <a:lnTo>
                  <a:pt x="0" y="2641"/>
                </a:lnTo>
                <a:lnTo>
                  <a:pt x="127" y="3073"/>
                </a:lnTo>
                <a:lnTo>
                  <a:pt x="381" y="3187"/>
                </a:lnTo>
                <a:lnTo>
                  <a:pt x="406" y="2882"/>
                </a:lnTo>
                <a:close/>
              </a:path>
              <a:path w="88900" h="26034">
                <a:moveTo>
                  <a:pt x="3276" y="10033"/>
                </a:moveTo>
                <a:lnTo>
                  <a:pt x="2946" y="9918"/>
                </a:lnTo>
                <a:lnTo>
                  <a:pt x="3149" y="9779"/>
                </a:lnTo>
                <a:lnTo>
                  <a:pt x="2832" y="9715"/>
                </a:lnTo>
                <a:lnTo>
                  <a:pt x="2946" y="10083"/>
                </a:lnTo>
                <a:lnTo>
                  <a:pt x="2705" y="10109"/>
                </a:lnTo>
                <a:lnTo>
                  <a:pt x="3009" y="10210"/>
                </a:lnTo>
                <a:lnTo>
                  <a:pt x="3276" y="10033"/>
                </a:lnTo>
                <a:close/>
              </a:path>
              <a:path w="88900" h="26034">
                <a:moveTo>
                  <a:pt x="4762" y="2400"/>
                </a:moveTo>
                <a:lnTo>
                  <a:pt x="4546" y="2311"/>
                </a:lnTo>
                <a:lnTo>
                  <a:pt x="4394" y="1917"/>
                </a:lnTo>
                <a:lnTo>
                  <a:pt x="4229" y="2260"/>
                </a:lnTo>
                <a:lnTo>
                  <a:pt x="4622" y="2641"/>
                </a:lnTo>
                <a:lnTo>
                  <a:pt x="4762" y="2400"/>
                </a:lnTo>
                <a:close/>
              </a:path>
              <a:path w="88900" h="26034">
                <a:moveTo>
                  <a:pt x="5410" y="266"/>
                </a:moveTo>
                <a:lnTo>
                  <a:pt x="5194" y="177"/>
                </a:lnTo>
                <a:lnTo>
                  <a:pt x="5054" y="0"/>
                </a:lnTo>
                <a:lnTo>
                  <a:pt x="4965" y="203"/>
                </a:lnTo>
                <a:lnTo>
                  <a:pt x="4940" y="431"/>
                </a:lnTo>
                <a:lnTo>
                  <a:pt x="4787" y="609"/>
                </a:lnTo>
                <a:lnTo>
                  <a:pt x="4991" y="609"/>
                </a:lnTo>
                <a:lnTo>
                  <a:pt x="5207" y="736"/>
                </a:lnTo>
                <a:lnTo>
                  <a:pt x="5334" y="571"/>
                </a:lnTo>
                <a:lnTo>
                  <a:pt x="5410" y="266"/>
                </a:lnTo>
                <a:close/>
              </a:path>
              <a:path w="88900" h="26034">
                <a:moveTo>
                  <a:pt x="6210" y="3009"/>
                </a:moveTo>
                <a:lnTo>
                  <a:pt x="5905" y="2755"/>
                </a:lnTo>
                <a:lnTo>
                  <a:pt x="5829" y="3035"/>
                </a:lnTo>
                <a:lnTo>
                  <a:pt x="5537" y="3098"/>
                </a:lnTo>
                <a:lnTo>
                  <a:pt x="5524" y="3441"/>
                </a:lnTo>
                <a:lnTo>
                  <a:pt x="6045" y="3505"/>
                </a:lnTo>
                <a:lnTo>
                  <a:pt x="6210" y="3009"/>
                </a:lnTo>
                <a:close/>
              </a:path>
              <a:path w="88900" h="26034">
                <a:moveTo>
                  <a:pt x="6591" y="10007"/>
                </a:moveTo>
                <a:lnTo>
                  <a:pt x="6540" y="9728"/>
                </a:lnTo>
                <a:lnTo>
                  <a:pt x="6400" y="9537"/>
                </a:lnTo>
                <a:lnTo>
                  <a:pt x="6426" y="9918"/>
                </a:lnTo>
                <a:lnTo>
                  <a:pt x="6057" y="9906"/>
                </a:lnTo>
                <a:lnTo>
                  <a:pt x="6108" y="10312"/>
                </a:lnTo>
                <a:lnTo>
                  <a:pt x="6540" y="10337"/>
                </a:lnTo>
                <a:lnTo>
                  <a:pt x="6591" y="10007"/>
                </a:lnTo>
                <a:close/>
              </a:path>
              <a:path w="88900" h="26034">
                <a:moveTo>
                  <a:pt x="7607" y="11582"/>
                </a:moveTo>
                <a:lnTo>
                  <a:pt x="7175" y="11455"/>
                </a:lnTo>
                <a:lnTo>
                  <a:pt x="7391" y="11137"/>
                </a:lnTo>
                <a:lnTo>
                  <a:pt x="6908" y="10896"/>
                </a:lnTo>
                <a:lnTo>
                  <a:pt x="6705" y="11531"/>
                </a:lnTo>
                <a:lnTo>
                  <a:pt x="7340" y="11950"/>
                </a:lnTo>
                <a:lnTo>
                  <a:pt x="7607" y="11582"/>
                </a:lnTo>
                <a:close/>
              </a:path>
              <a:path w="88900" h="26034">
                <a:moveTo>
                  <a:pt x="9055" y="11963"/>
                </a:moveTo>
                <a:lnTo>
                  <a:pt x="8775" y="11798"/>
                </a:lnTo>
                <a:lnTo>
                  <a:pt x="8534" y="12014"/>
                </a:lnTo>
                <a:lnTo>
                  <a:pt x="8420" y="12293"/>
                </a:lnTo>
                <a:lnTo>
                  <a:pt x="8839" y="12319"/>
                </a:lnTo>
                <a:lnTo>
                  <a:pt x="8864" y="12026"/>
                </a:lnTo>
                <a:lnTo>
                  <a:pt x="9055" y="11963"/>
                </a:lnTo>
                <a:close/>
              </a:path>
              <a:path w="88900" h="26034">
                <a:moveTo>
                  <a:pt x="9728" y="13208"/>
                </a:moveTo>
                <a:lnTo>
                  <a:pt x="9639" y="12954"/>
                </a:lnTo>
                <a:lnTo>
                  <a:pt x="9423" y="12801"/>
                </a:lnTo>
                <a:lnTo>
                  <a:pt x="9245" y="12636"/>
                </a:lnTo>
                <a:lnTo>
                  <a:pt x="9385" y="12903"/>
                </a:lnTo>
                <a:lnTo>
                  <a:pt x="9067" y="13055"/>
                </a:lnTo>
                <a:lnTo>
                  <a:pt x="9410" y="13271"/>
                </a:lnTo>
                <a:lnTo>
                  <a:pt x="9728" y="13208"/>
                </a:lnTo>
                <a:close/>
              </a:path>
              <a:path w="88900" h="26034">
                <a:moveTo>
                  <a:pt x="11950" y="13474"/>
                </a:moveTo>
                <a:lnTo>
                  <a:pt x="11633" y="13449"/>
                </a:lnTo>
                <a:lnTo>
                  <a:pt x="11176" y="13665"/>
                </a:lnTo>
                <a:lnTo>
                  <a:pt x="11595" y="13817"/>
                </a:lnTo>
                <a:lnTo>
                  <a:pt x="11950" y="13474"/>
                </a:lnTo>
                <a:close/>
              </a:path>
              <a:path w="88900" h="26034">
                <a:moveTo>
                  <a:pt x="13309" y="2705"/>
                </a:moveTo>
                <a:lnTo>
                  <a:pt x="13004" y="2463"/>
                </a:lnTo>
                <a:lnTo>
                  <a:pt x="12941" y="2667"/>
                </a:lnTo>
                <a:lnTo>
                  <a:pt x="12306" y="2794"/>
                </a:lnTo>
                <a:lnTo>
                  <a:pt x="12636" y="3060"/>
                </a:lnTo>
                <a:lnTo>
                  <a:pt x="12661" y="2832"/>
                </a:lnTo>
                <a:lnTo>
                  <a:pt x="13309" y="2705"/>
                </a:lnTo>
                <a:close/>
              </a:path>
              <a:path w="88900" h="26034">
                <a:moveTo>
                  <a:pt x="14706" y="11569"/>
                </a:moveTo>
                <a:lnTo>
                  <a:pt x="14439" y="11328"/>
                </a:lnTo>
                <a:lnTo>
                  <a:pt x="14198" y="11252"/>
                </a:lnTo>
                <a:lnTo>
                  <a:pt x="14224" y="11480"/>
                </a:lnTo>
                <a:lnTo>
                  <a:pt x="14376" y="11988"/>
                </a:lnTo>
                <a:lnTo>
                  <a:pt x="14681" y="11747"/>
                </a:lnTo>
                <a:lnTo>
                  <a:pt x="14490" y="11722"/>
                </a:lnTo>
                <a:lnTo>
                  <a:pt x="14706" y="11569"/>
                </a:lnTo>
                <a:close/>
              </a:path>
              <a:path w="88900" h="26034">
                <a:moveTo>
                  <a:pt x="17183" y="13030"/>
                </a:moveTo>
                <a:lnTo>
                  <a:pt x="17157" y="12839"/>
                </a:lnTo>
                <a:lnTo>
                  <a:pt x="16891" y="12738"/>
                </a:lnTo>
                <a:lnTo>
                  <a:pt x="16522" y="12700"/>
                </a:lnTo>
                <a:lnTo>
                  <a:pt x="16624" y="12915"/>
                </a:lnTo>
                <a:lnTo>
                  <a:pt x="16700" y="13144"/>
                </a:lnTo>
                <a:lnTo>
                  <a:pt x="17018" y="13182"/>
                </a:lnTo>
                <a:lnTo>
                  <a:pt x="17183" y="13030"/>
                </a:lnTo>
                <a:close/>
              </a:path>
              <a:path w="88900" h="26034">
                <a:moveTo>
                  <a:pt x="17373" y="11607"/>
                </a:moveTo>
                <a:lnTo>
                  <a:pt x="17056" y="11506"/>
                </a:lnTo>
                <a:lnTo>
                  <a:pt x="17145" y="11671"/>
                </a:lnTo>
                <a:lnTo>
                  <a:pt x="16700" y="11772"/>
                </a:lnTo>
                <a:lnTo>
                  <a:pt x="17018" y="11861"/>
                </a:lnTo>
                <a:lnTo>
                  <a:pt x="17335" y="11874"/>
                </a:lnTo>
                <a:lnTo>
                  <a:pt x="17373" y="11607"/>
                </a:lnTo>
                <a:close/>
              </a:path>
              <a:path w="88900" h="26034">
                <a:moveTo>
                  <a:pt x="20840" y="10909"/>
                </a:moveTo>
                <a:lnTo>
                  <a:pt x="20358" y="10007"/>
                </a:lnTo>
                <a:lnTo>
                  <a:pt x="20002" y="9867"/>
                </a:lnTo>
                <a:lnTo>
                  <a:pt x="19786" y="10071"/>
                </a:lnTo>
                <a:lnTo>
                  <a:pt x="20243" y="10439"/>
                </a:lnTo>
                <a:lnTo>
                  <a:pt x="19926" y="10756"/>
                </a:lnTo>
                <a:lnTo>
                  <a:pt x="20840" y="10909"/>
                </a:lnTo>
                <a:close/>
              </a:path>
              <a:path w="88900" h="26034">
                <a:moveTo>
                  <a:pt x="21412" y="15595"/>
                </a:moveTo>
                <a:lnTo>
                  <a:pt x="21132" y="15443"/>
                </a:lnTo>
                <a:lnTo>
                  <a:pt x="20980" y="15659"/>
                </a:lnTo>
                <a:lnTo>
                  <a:pt x="20980" y="15963"/>
                </a:lnTo>
                <a:lnTo>
                  <a:pt x="20751" y="16129"/>
                </a:lnTo>
                <a:lnTo>
                  <a:pt x="21069" y="16141"/>
                </a:lnTo>
                <a:lnTo>
                  <a:pt x="20942" y="15811"/>
                </a:lnTo>
                <a:lnTo>
                  <a:pt x="21412" y="15595"/>
                </a:lnTo>
                <a:close/>
              </a:path>
              <a:path w="88900" h="26034">
                <a:moveTo>
                  <a:pt x="22148" y="10769"/>
                </a:moveTo>
                <a:lnTo>
                  <a:pt x="21932" y="10325"/>
                </a:lnTo>
                <a:lnTo>
                  <a:pt x="21755" y="10553"/>
                </a:lnTo>
                <a:lnTo>
                  <a:pt x="22009" y="10591"/>
                </a:lnTo>
                <a:lnTo>
                  <a:pt x="21755" y="10858"/>
                </a:lnTo>
                <a:lnTo>
                  <a:pt x="22148" y="10934"/>
                </a:lnTo>
                <a:lnTo>
                  <a:pt x="22148" y="10769"/>
                </a:lnTo>
                <a:close/>
              </a:path>
              <a:path w="88900" h="26034">
                <a:moveTo>
                  <a:pt x="23164" y="11163"/>
                </a:moveTo>
                <a:lnTo>
                  <a:pt x="22796" y="10922"/>
                </a:lnTo>
                <a:lnTo>
                  <a:pt x="22682" y="11061"/>
                </a:lnTo>
                <a:lnTo>
                  <a:pt x="22402" y="11036"/>
                </a:lnTo>
                <a:lnTo>
                  <a:pt x="22352" y="11239"/>
                </a:lnTo>
                <a:lnTo>
                  <a:pt x="22567" y="11252"/>
                </a:lnTo>
                <a:lnTo>
                  <a:pt x="23164" y="11163"/>
                </a:lnTo>
                <a:close/>
              </a:path>
              <a:path w="88900" h="26034">
                <a:moveTo>
                  <a:pt x="23329" y="19837"/>
                </a:moveTo>
                <a:lnTo>
                  <a:pt x="23215" y="19634"/>
                </a:lnTo>
                <a:lnTo>
                  <a:pt x="22987" y="19507"/>
                </a:lnTo>
                <a:lnTo>
                  <a:pt x="22720" y="19431"/>
                </a:lnTo>
                <a:lnTo>
                  <a:pt x="22720" y="19659"/>
                </a:lnTo>
                <a:lnTo>
                  <a:pt x="23101" y="20040"/>
                </a:lnTo>
                <a:lnTo>
                  <a:pt x="23329" y="19837"/>
                </a:lnTo>
                <a:close/>
              </a:path>
              <a:path w="88900" h="26034">
                <a:moveTo>
                  <a:pt x="23634" y="13995"/>
                </a:moveTo>
                <a:lnTo>
                  <a:pt x="23291" y="13995"/>
                </a:lnTo>
                <a:lnTo>
                  <a:pt x="23228" y="14262"/>
                </a:lnTo>
                <a:lnTo>
                  <a:pt x="23406" y="14376"/>
                </a:lnTo>
                <a:lnTo>
                  <a:pt x="23583" y="14478"/>
                </a:lnTo>
                <a:lnTo>
                  <a:pt x="23634" y="14211"/>
                </a:lnTo>
                <a:lnTo>
                  <a:pt x="23634" y="13995"/>
                </a:lnTo>
                <a:close/>
              </a:path>
              <a:path w="88900" h="26034">
                <a:moveTo>
                  <a:pt x="23698" y="19329"/>
                </a:moveTo>
                <a:lnTo>
                  <a:pt x="23558" y="19227"/>
                </a:lnTo>
                <a:lnTo>
                  <a:pt x="23482" y="19100"/>
                </a:lnTo>
                <a:lnTo>
                  <a:pt x="23520" y="18859"/>
                </a:lnTo>
                <a:lnTo>
                  <a:pt x="23329" y="18859"/>
                </a:lnTo>
                <a:lnTo>
                  <a:pt x="22999" y="18732"/>
                </a:lnTo>
                <a:lnTo>
                  <a:pt x="23075" y="18999"/>
                </a:lnTo>
                <a:lnTo>
                  <a:pt x="23329" y="19024"/>
                </a:lnTo>
                <a:lnTo>
                  <a:pt x="23507" y="19519"/>
                </a:lnTo>
                <a:lnTo>
                  <a:pt x="23698" y="19329"/>
                </a:lnTo>
                <a:close/>
              </a:path>
              <a:path w="88900" h="26034">
                <a:moveTo>
                  <a:pt x="23761" y="14833"/>
                </a:moveTo>
                <a:lnTo>
                  <a:pt x="23520" y="14782"/>
                </a:lnTo>
                <a:lnTo>
                  <a:pt x="23355" y="14833"/>
                </a:lnTo>
                <a:lnTo>
                  <a:pt x="23317" y="14973"/>
                </a:lnTo>
                <a:lnTo>
                  <a:pt x="23583" y="14871"/>
                </a:lnTo>
                <a:lnTo>
                  <a:pt x="23533" y="15417"/>
                </a:lnTo>
                <a:lnTo>
                  <a:pt x="23736" y="15113"/>
                </a:lnTo>
                <a:lnTo>
                  <a:pt x="23761" y="14833"/>
                </a:lnTo>
                <a:close/>
              </a:path>
              <a:path w="88900" h="26034">
                <a:moveTo>
                  <a:pt x="24307" y="18288"/>
                </a:moveTo>
                <a:lnTo>
                  <a:pt x="23672" y="18262"/>
                </a:lnTo>
                <a:lnTo>
                  <a:pt x="24193" y="18072"/>
                </a:lnTo>
                <a:lnTo>
                  <a:pt x="23710" y="17894"/>
                </a:lnTo>
                <a:lnTo>
                  <a:pt x="23787" y="18161"/>
                </a:lnTo>
                <a:lnTo>
                  <a:pt x="23571" y="18237"/>
                </a:lnTo>
                <a:lnTo>
                  <a:pt x="23545" y="18427"/>
                </a:lnTo>
                <a:lnTo>
                  <a:pt x="23863" y="18440"/>
                </a:lnTo>
                <a:lnTo>
                  <a:pt x="24282" y="18554"/>
                </a:lnTo>
                <a:lnTo>
                  <a:pt x="24307" y="18300"/>
                </a:lnTo>
                <a:close/>
              </a:path>
              <a:path w="88900" h="26034">
                <a:moveTo>
                  <a:pt x="25806" y="1930"/>
                </a:moveTo>
                <a:lnTo>
                  <a:pt x="25400" y="1803"/>
                </a:lnTo>
                <a:lnTo>
                  <a:pt x="25336" y="1981"/>
                </a:lnTo>
                <a:lnTo>
                  <a:pt x="24942" y="2336"/>
                </a:lnTo>
                <a:lnTo>
                  <a:pt x="25222" y="2501"/>
                </a:lnTo>
                <a:lnTo>
                  <a:pt x="25438" y="2438"/>
                </a:lnTo>
                <a:lnTo>
                  <a:pt x="25438" y="2159"/>
                </a:lnTo>
                <a:lnTo>
                  <a:pt x="25806" y="1930"/>
                </a:lnTo>
                <a:close/>
              </a:path>
              <a:path w="88900" h="26034">
                <a:moveTo>
                  <a:pt x="27355" y="20294"/>
                </a:moveTo>
                <a:lnTo>
                  <a:pt x="27317" y="20091"/>
                </a:lnTo>
                <a:lnTo>
                  <a:pt x="27178" y="19964"/>
                </a:lnTo>
                <a:lnTo>
                  <a:pt x="26987" y="20218"/>
                </a:lnTo>
                <a:lnTo>
                  <a:pt x="26809" y="20624"/>
                </a:lnTo>
                <a:lnTo>
                  <a:pt x="27101" y="20866"/>
                </a:lnTo>
                <a:lnTo>
                  <a:pt x="27127" y="20637"/>
                </a:lnTo>
                <a:lnTo>
                  <a:pt x="27101" y="20281"/>
                </a:lnTo>
                <a:lnTo>
                  <a:pt x="27343" y="20523"/>
                </a:lnTo>
                <a:lnTo>
                  <a:pt x="27355" y="20294"/>
                </a:lnTo>
                <a:close/>
              </a:path>
              <a:path w="88900" h="26034">
                <a:moveTo>
                  <a:pt x="27711" y="4229"/>
                </a:moveTo>
                <a:lnTo>
                  <a:pt x="27101" y="4038"/>
                </a:lnTo>
                <a:lnTo>
                  <a:pt x="27025" y="4203"/>
                </a:lnTo>
                <a:lnTo>
                  <a:pt x="27216" y="4305"/>
                </a:lnTo>
                <a:lnTo>
                  <a:pt x="27406" y="4381"/>
                </a:lnTo>
                <a:lnTo>
                  <a:pt x="27635" y="4432"/>
                </a:lnTo>
                <a:lnTo>
                  <a:pt x="27711" y="4229"/>
                </a:lnTo>
                <a:close/>
              </a:path>
              <a:path w="88900" h="26034">
                <a:moveTo>
                  <a:pt x="28854" y="16027"/>
                </a:moveTo>
                <a:lnTo>
                  <a:pt x="28613" y="15798"/>
                </a:lnTo>
                <a:lnTo>
                  <a:pt x="28409" y="15824"/>
                </a:lnTo>
                <a:lnTo>
                  <a:pt x="28143" y="15798"/>
                </a:lnTo>
                <a:lnTo>
                  <a:pt x="28155" y="16027"/>
                </a:lnTo>
                <a:lnTo>
                  <a:pt x="28473" y="16230"/>
                </a:lnTo>
                <a:lnTo>
                  <a:pt x="28435" y="15938"/>
                </a:lnTo>
                <a:lnTo>
                  <a:pt x="28854" y="16027"/>
                </a:lnTo>
                <a:close/>
              </a:path>
              <a:path w="88900" h="26034">
                <a:moveTo>
                  <a:pt x="30340" y="19519"/>
                </a:moveTo>
                <a:lnTo>
                  <a:pt x="30060" y="19392"/>
                </a:lnTo>
                <a:lnTo>
                  <a:pt x="29273" y="19456"/>
                </a:lnTo>
                <a:lnTo>
                  <a:pt x="29032" y="19685"/>
                </a:lnTo>
                <a:lnTo>
                  <a:pt x="29654" y="19646"/>
                </a:lnTo>
                <a:lnTo>
                  <a:pt x="30010" y="19710"/>
                </a:lnTo>
                <a:lnTo>
                  <a:pt x="30340" y="19519"/>
                </a:lnTo>
                <a:close/>
              </a:path>
              <a:path w="88900" h="26034">
                <a:moveTo>
                  <a:pt x="31826" y="7023"/>
                </a:moveTo>
                <a:lnTo>
                  <a:pt x="31483" y="6972"/>
                </a:lnTo>
                <a:lnTo>
                  <a:pt x="31305" y="7086"/>
                </a:lnTo>
                <a:lnTo>
                  <a:pt x="31267" y="7340"/>
                </a:lnTo>
                <a:lnTo>
                  <a:pt x="31584" y="7366"/>
                </a:lnTo>
                <a:lnTo>
                  <a:pt x="31483" y="7073"/>
                </a:lnTo>
                <a:lnTo>
                  <a:pt x="31775" y="7175"/>
                </a:lnTo>
                <a:lnTo>
                  <a:pt x="31826" y="7023"/>
                </a:lnTo>
                <a:close/>
              </a:path>
              <a:path w="88900" h="26034">
                <a:moveTo>
                  <a:pt x="34493" y="19888"/>
                </a:moveTo>
                <a:lnTo>
                  <a:pt x="34112" y="19773"/>
                </a:lnTo>
                <a:lnTo>
                  <a:pt x="34201" y="20167"/>
                </a:lnTo>
                <a:lnTo>
                  <a:pt x="34023" y="20281"/>
                </a:lnTo>
                <a:lnTo>
                  <a:pt x="34353" y="20307"/>
                </a:lnTo>
                <a:lnTo>
                  <a:pt x="34328" y="20104"/>
                </a:lnTo>
                <a:lnTo>
                  <a:pt x="34391" y="19964"/>
                </a:lnTo>
                <a:close/>
              </a:path>
              <a:path w="88900" h="26034">
                <a:moveTo>
                  <a:pt x="35026" y="13436"/>
                </a:moveTo>
                <a:lnTo>
                  <a:pt x="34734" y="13271"/>
                </a:lnTo>
                <a:lnTo>
                  <a:pt x="34759" y="13500"/>
                </a:lnTo>
                <a:lnTo>
                  <a:pt x="34302" y="13741"/>
                </a:lnTo>
                <a:lnTo>
                  <a:pt x="34556" y="13881"/>
                </a:lnTo>
                <a:lnTo>
                  <a:pt x="34632" y="13741"/>
                </a:lnTo>
                <a:lnTo>
                  <a:pt x="35026" y="13436"/>
                </a:lnTo>
                <a:close/>
              </a:path>
              <a:path w="88900" h="26034">
                <a:moveTo>
                  <a:pt x="35356" y="14706"/>
                </a:moveTo>
                <a:lnTo>
                  <a:pt x="35039" y="14668"/>
                </a:lnTo>
                <a:lnTo>
                  <a:pt x="34823" y="14516"/>
                </a:lnTo>
                <a:lnTo>
                  <a:pt x="34886" y="14757"/>
                </a:lnTo>
                <a:lnTo>
                  <a:pt x="34607" y="14681"/>
                </a:lnTo>
                <a:lnTo>
                  <a:pt x="34594" y="14859"/>
                </a:lnTo>
                <a:lnTo>
                  <a:pt x="34886" y="14897"/>
                </a:lnTo>
                <a:lnTo>
                  <a:pt x="35204" y="14884"/>
                </a:lnTo>
                <a:lnTo>
                  <a:pt x="35318" y="15024"/>
                </a:lnTo>
                <a:lnTo>
                  <a:pt x="35356" y="14706"/>
                </a:lnTo>
                <a:close/>
              </a:path>
              <a:path w="88900" h="26034">
                <a:moveTo>
                  <a:pt x="39484" y="10248"/>
                </a:moveTo>
                <a:lnTo>
                  <a:pt x="39192" y="10210"/>
                </a:lnTo>
                <a:lnTo>
                  <a:pt x="39255" y="10375"/>
                </a:lnTo>
                <a:lnTo>
                  <a:pt x="39065" y="10210"/>
                </a:lnTo>
                <a:lnTo>
                  <a:pt x="39243" y="10591"/>
                </a:lnTo>
                <a:lnTo>
                  <a:pt x="39458" y="10528"/>
                </a:lnTo>
                <a:lnTo>
                  <a:pt x="39484" y="10248"/>
                </a:lnTo>
                <a:close/>
              </a:path>
              <a:path w="88900" h="26034">
                <a:moveTo>
                  <a:pt x="39814" y="12788"/>
                </a:moveTo>
                <a:lnTo>
                  <a:pt x="39611" y="12700"/>
                </a:lnTo>
                <a:lnTo>
                  <a:pt x="39687" y="12903"/>
                </a:lnTo>
                <a:lnTo>
                  <a:pt x="39357" y="13360"/>
                </a:lnTo>
                <a:lnTo>
                  <a:pt x="39763" y="13335"/>
                </a:lnTo>
                <a:lnTo>
                  <a:pt x="39801" y="13042"/>
                </a:lnTo>
                <a:lnTo>
                  <a:pt x="39814" y="12788"/>
                </a:lnTo>
                <a:close/>
              </a:path>
              <a:path w="88900" h="26034">
                <a:moveTo>
                  <a:pt x="40716" y="4546"/>
                </a:moveTo>
                <a:lnTo>
                  <a:pt x="40411" y="4483"/>
                </a:lnTo>
                <a:lnTo>
                  <a:pt x="40500" y="4140"/>
                </a:lnTo>
                <a:lnTo>
                  <a:pt x="40220" y="4064"/>
                </a:lnTo>
                <a:lnTo>
                  <a:pt x="40182" y="4508"/>
                </a:lnTo>
                <a:lnTo>
                  <a:pt x="40360" y="4445"/>
                </a:lnTo>
                <a:lnTo>
                  <a:pt x="40589" y="4787"/>
                </a:lnTo>
                <a:lnTo>
                  <a:pt x="40716" y="4546"/>
                </a:lnTo>
                <a:close/>
              </a:path>
              <a:path w="88900" h="26034">
                <a:moveTo>
                  <a:pt x="40868" y="21844"/>
                </a:moveTo>
                <a:lnTo>
                  <a:pt x="40640" y="21844"/>
                </a:lnTo>
                <a:lnTo>
                  <a:pt x="40525" y="22161"/>
                </a:lnTo>
                <a:lnTo>
                  <a:pt x="40373" y="22047"/>
                </a:lnTo>
                <a:lnTo>
                  <a:pt x="40106" y="21882"/>
                </a:lnTo>
                <a:lnTo>
                  <a:pt x="40043" y="22212"/>
                </a:lnTo>
                <a:lnTo>
                  <a:pt x="40474" y="22186"/>
                </a:lnTo>
                <a:lnTo>
                  <a:pt x="40716" y="22288"/>
                </a:lnTo>
                <a:lnTo>
                  <a:pt x="40652" y="22161"/>
                </a:lnTo>
                <a:lnTo>
                  <a:pt x="40868" y="21844"/>
                </a:lnTo>
                <a:close/>
              </a:path>
              <a:path w="88900" h="26034">
                <a:moveTo>
                  <a:pt x="41452" y="24168"/>
                </a:moveTo>
                <a:lnTo>
                  <a:pt x="40830" y="24003"/>
                </a:lnTo>
                <a:lnTo>
                  <a:pt x="40665" y="24168"/>
                </a:lnTo>
                <a:lnTo>
                  <a:pt x="40881" y="24269"/>
                </a:lnTo>
                <a:lnTo>
                  <a:pt x="40652" y="24358"/>
                </a:lnTo>
                <a:lnTo>
                  <a:pt x="41046" y="24396"/>
                </a:lnTo>
                <a:lnTo>
                  <a:pt x="41414" y="24409"/>
                </a:lnTo>
                <a:lnTo>
                  <a:pt x="41452" y="24168"/>
                </a:lnTo>
                <a:close/>
              </a:path>
              <a:path w="88900" h="26034">
                <a:moveTo>
                  <a:pt x="41592" y="9436"/>
                </a:moveTo>
                <a:lnTo>
                  <a:pt x="41287" y="9359"/>
                </a:lnTo>
                <a:lnTo>
                  <a:pt x="41198" y="9550"/>
                </a:lnTo>
                <a:lnTo>
                  <a:pt x="40906" y="9563"/>
                </a:lnTo>
                <a:lnTo>
                  <a:pt x="40830" y="9753"/>
                </a:lnTo>
                <a:lnTo>
                  <a:pt x="41236" y="9791"/>
                </a:lnTo>
                <a:lnTo>
                  <a:pt x="41198" y="9626"/>
                </a:lnTo>
                <a:lnTo>
                  <a:pt x="41592" y="9436"/>
                </a:lnTo>
                <a:close/>
              </a:path>
              <a:path w="88900" h="26034">
                <a:moveTo>
                  <a:pt x="41871" y="13741"/>
                </a:moveTo>
                <a:lnTo>
                  <a:pt x="41567" y="13589"/>
                </a:lnTo>
                <a:lnTo>
                  <a:pt x="41592" y="13792"/>
                </a:lnTo>
                <a:lnTo>
                  <a:pt x="41363" y="13754"/>
                </a:lnTo>
                <a:lnTo>
                  <a:pt x="41414" y="14008"/>
                </a:lnTo>
                <a:lnTo>
                  <a:pt x="41732" y="14135"/>
                </a:lnTo>
                <a:lnTo>
                  <a:pt x="41643" y="13792"/>
                </a:lnTo>
                <a:lnTo>
                  <a:pt x="41871" y="13741"/>
                </a:lnTo>
                <a:close/>
              </a:path>
              <a:path w="88900" h="26034">
                <a:moveTo>
                  <a:pt x="41960" y="5156"/>
                </a:moveTo>
                <a:lnTo>
                  <a:pt x="41757" y="5080"/>
                </a:lnTo>
                <a:lnTo>
                  <a:pt x="41414" y="5118"/>
                </a:lnTo>
                <a:lnTo>
                  <a:pt x="41363" y="4953"/>
                </a:lnTo>
                <a:lnTo>
                  <a:pt x="41122" y="4940"/>
                </a:lnTo>
                <a:lnTo>
                  <a:pt x="40919" y="5397"/>
                </a:lnTo>
                <a:lnTo>
                  <a:pt x="41960" y="5156"/>
                </a:lnTo>
                <a:close/>
              </a:path>
              <a:path w="88900" h="26034">
                <a:moveTo>
                  <a:pt x="42519" y="8305"/>
                </a:moveTo>
                <a:lnTo>
                  <a:pt x="42252" y="8166"/>
                </a:lnTo>
                <a:lnTo>
                  <a:pt x="42303" y="8470"/>
                </a:lnTo>
                <a:lnTo>
                  <a:pt x="42113" y="8496"/>
                </a:lnTo>
                <a:lnTo>
                  <a:pt x="42100" y="8686"/>
                </a:lnTo>
                <a:lnTo>
                  <a:pt x="42494" y="8724"/>
                </a:lnTo>
                <a:lnTo>
                  <a:pt x="42519" y="8305"/>
                </a:lnTo>
                <a:close/>
              </a:path>
              <a:path w="88900" h="26034">
                <a:moveTo>
                  <a:pt x="44132" y="21221"/>
                </a:moveTo>
                <a:lnTo>
                  <a:pt x="44081" y="20993"/>
                </a:lnTo>
                <a:lnTo>
                  <a:pt x="44081" y="20701"/>
                </a:lnTo>
                <a:lnTo>
                  <a:pt x="43878" y="20586"/>
                </a:lnTo>
                <a:lnTo>
                  <a:pt x="43840" y="20866"/>
                </a:lnTo>
                <a:lnTo>
                  <a:pt x="43776" y="21209"/>
                </a:lnTo>
                <a:lnTo>
                  <a:pt x="44132" y="21221"/>
                </a:lnTo>
                <a:close/>
              </a:path>
              <a:path w="88900" h="26034">
                <a:moveTo>
                  <a:pt x="44792" y="21031"/>
                </a:moveTo>
                <a:lnTo>
                  <a:pt x="44475" y="21005"/>
                </a:lnTo>
                <a:lnTo>
                  <a:pt x="44538" y="21259"/>
                </a:lnTo>
                <a:lnTo>
                  <a:pt x="44310" y="21209"/>
                </a:lnTo>
                <a:lnTo>
                  <a:pt x="44323" y="21424"/>
                </a:lnTo>
                <a:lnTo>
                  <a:pt x="44716" y="21551"/>
                </a:lnTo>
                <a:lnTo>
                  <a:pt x="44792" y="21031"/>
                </a:lnTo>
                <a:close/>
              </a:path>
              <a:path w="88900" h="26034">
                <a:moveTo>
                  <a:pt x="47650" y="19989"/>
                </a:moveTo>
                <a:lnTo>
                  <a:pt x="47586" y="19646"/>
                </a:lnTo>
                <a:lnTo>
                  <a:pt x="47167" y="19608"/>
                </a:lnTo>
                <a:lnTo>
                  <a:pt x="47053" y="19939"/>
                </a:lnTo>
                <a:lnTo>
                  <a:pt x="47650" y="19989"/>
                </a:lnTo>
                <a:close/>
              </a:path>
              <a:path w="88900" h="26034">
                <a:moveTo>
                  <a:pt x="50050" y="18415"/>
                </a:moveTo>
                <a:lnTo>
                  <a:pt x="49860" y="18453"/>
                </a:lnTo>
                <a:lnTo>
                  <a:pt x="49441" y="18237"/>
                </a:lnTo>
                <a:lnTo>
                  <a:pt x="49415" y="18453"/>
                </a:lnTo>
                <a:lnTo>
                  <a:pt x="49542" y="18592"/>
                </a:lnTo>
                <a:lnTo>
                  <a:pt x="50038" y="18656"/>
                </a:lnTo>
                <a:lnTo>
                  <a:pt x="50050" y="18415"/>
                </a:lnTo>
                <a:close/>
              </a:path>
              <a:path w="88900" h="26034">
                <a:moveTo>
                  <a:pt x="51600" y="24358"/>
                </a:moveTo>
                <a:lnTo>
                  <a:pt x="51562" y="24206"/>
                </a:lnTo>
                <a:lnTo>
                  <a:pt x="51384" y="24180"/>
                </a:lnTo>
                <a:lnTo>
                  <a:pt x="51473" y="24472"/>
                </a:lnTo>
                <a:lnTo>
                  <a:pt x="51130" y="24536"/>
                </a:lnTo>
                <a:lnTo>
                  <a:pt x="51333" y="24714"/>
                </a:lnTo>
                <a:lnTo>
                  <a:pt x="51562" y="24549"/>
                </a:lnTo>
                <a:lnTo>
                  <a:pt x="51600" y="24358"/>
                </a:lnTo>
                <a:close/>
              </a:path>
              <a:path w="88900" h="26034">
                <a:moveTo>
                  <a:pt x="53695" y="25425"/>
                </a:moveTo>
                <a:lnTo>
                  <a:pt x="53670" y="25158"/>
                </a:lnTo>
                <a:lnTo>
                  <a:pt x="53352" y="25146"/>
                </a:lnTo>
                <a:lnTo>
                  <a:pt x="53162" y="25019"/>
                </a:lnTo>
                <a:lnTo>
                  <a:pt x="52959" y="24930"/>
                </a:lnTo>
                <a:lnTo>
                  <a:pt x="53111" y="25273"/>
                </a:lnTo>
                <a:lnTo>
                  <a:pt x="53098" y="25044"/>
                </a:lnTo>
                <a:lnTo>
                  <a:pt x="53695" y="25425"/>
                </a:lnTo>
                <a:close/>
              </a:path>
              <a:path w="88900" h="26034">
                <a:moveTo>
                  <a:pt x="55930" y="16141"/>
                </a:moveTo>
                <a:lnTo>
                  <a:pt x="55638" y="16027"/>
                </a:lnTo>
                <a:lnTo>
                  <a:pt x="55587" y="16230"/>
                </a:lnTo>
                <a:lnTo>
                  <a:pt x="55372" y="15900"/>
                </a:lnTo>
                <a:lnTo>
                  <a:pt x="55219" y="15900"/>
                </a:lnTo>
                <a:lnTo>
                  <a:pt x="55295" y="16268"/>
                </a:lnTo>
                <a:lnTo>
                  <a:pt x="55562" y="16383"/>
                </a:lnTo>
                <a:lnTo>
                  <a:pt x="55930" y="16141"/>
                </a:lnTo>
                <a:close/>
              </a:path>
              <a:path w="88900" h="26034">
                <a:moveTo>
                  <a:pt x="58267" y="16624"/>
                </a:moveTo>
                <a:lnTo>
                  <a:pt x="58013" y="16560"/>
                </a:lnTo>
                <a:lnTo>
                  <a:pt x="57886" y="16446"/>
                </a:lnTo>
                <a:lnTo>
                  <a:pt x="57531" y="16471"/>
                </a:lnTo>
                <a:lnTo>
                  <a:pt x="57734" y="16700"/>
                </a:lnTo>
                <a:lnTo>
                  <a:pt x="57810" y="17043"/>
                </a:lnTo>
                <a:lnTo>
                  <a:pt x="58242" y="16878"/>
                </a:lnTo>
                <a:lnTo>
                  <a:pt x="58267" y="16624"/>
                </a:lnTo>
                <a:close/>
              </a:path>
              <a:path w="88900" h="26034">
                <a:moveTo>
                  <a:pt x="58445" y="24498"/>
                </a:moveTo>
                <a:lnTo>
                  <a:pt x="58331" y="24345"/>
                </a:lnTo>
                <a:lnTo>
                  <a:pt x="57721" y="24130"/>
                </a:lnTo>
                <a:lnTo>
                  <a:pt x="57505" y="24333"/>
                </a:lnTo>
                <a:lnTo>
                  <a:pt x="57785" y="24257"/>
                </a:lnTo>
                <a:lnTo>
                  <a:pt x="58267" y="24815"/>
                </a:lnTo>
                <a:lnTo>
                  <a:pt x="58445" y="24498"/>
                </a:lnTo>
                <a:close/>
              </a:path>
              <a:path w="88900" h="26034">
                <a:moveTo>
                  <a:pt x="59118" y="16598"/>
                </a:moveTo>
                <a:lnTo>
                  <a:pt x="58813" y="16433"/>
                </a:lnTo>
                <a:lnTo>
                  <a:pt x="58712" y="16586"/>
                </a:lnTo>
                <a:lnTo>
                  <a:pt x="58470" y="16725"/>
                </a:lnTo>
                <a:lnTo>
                  <a:pt x="58712" y="16725"/>
                </a:lnTo>
                <a:lnTo>
                  <a:pt x="58775" y="16891"/>
                </a:lnTo>
                <a:lnTo>
                  <a:pt x="59118" y="16865"/>
                </a:lnTo>
                <a:lnTo>
                  <a:pt x="59118" y="16598"/>
                </a:lnTo>
                <a:close/>
              </a:path>
              <a:path w="88900" h="26034">
                <a:moveTo>
                  <a:pt x="62890" y="21577"/>
                </a:moveTo>
                <a:lnTo>
                  <a:pt x="62788" y="21221"/>
                </a:lnTo>
                <a:lnTo>
                  <a:pt x="62865" y="21082"/>
                </a:lnTo>
                <a:lnTo>
                  <a:pt x="62623" y="21005"/>
                </a:lnTo>
                <a:lnTo>
                  <a:pt x="62585" y="21272"/>
                </a:lnTo>
                <a:lnTo>
                  <a:pt x="62661" y="21450"/>
                </a:lnTo>
                <a:lnTo>
                  <a:pt x="62890" y="21577"/>
                </a:lnTo>
                <a:close/>
              </a:path>
              <a:path w="88900" h="26034">
                <a:moveTo>
                  <a:pt x="66103" y="19253"/>
                </a:moveTo>
                <a:lnTo>
                  <a:pt x="65709" y="19227"/>
                </a:lnTo>
                <a:lnTo>
                  <a:pt x="65519" y="18503"/>
                </a:lnTo>
                <a:lnTo>
                  <a:pt x="65265" y="18910"/>
                </a:lnTo>
                <a:lnTo>
                  <a:pt x="65557" y="18910"/>
                </a:lnTo>
                <a:lnTo>
                  <a:pt x="65519" y="19113"/>
                </a:lnTo>
                <a:lnTo>
                  <a:pt x="65557" y="19291"/>
                </a:lnTo>
                <a:lnTo>
                  <a:pt x="65709" y="19265"/>
                </a:lnTo>
                <a:lnTo>
                  <a:pt x="66103" y="19443"/>
                </a:lnTo>
                <a:lnTo>
                  <a:pt x="66103" y="19253"/>
                </a:lnTo>
                <a:close/>
              </a:path>
              <a:path w="88900" h="26034">
                <a:moveTo>
                  <a:pt x="66840" y="10350"/>
                </a:moveTo>
                <a:lnTo>
                  <a:pt x="66725" y="10121"/>
                </a:lnTo>
                <a:lnTo>
                  <a:pt x="66802" y="9779"/>
                </a:lnTo>
                <a:lnTo>
                  <a:pt x="66484" y="9690"/>
                </a:lnTo>
                <a:lnTo>
                  <a:pt x="66598" y="9918"/>
                </a:lnTo>
                <a:lnTo>
                  <a:pt x="66408" y="10363"/>
                </a:lnTo>
                <a:lnTo>
                  <a:pt x="66840" y="10350"/>
                </a:lnTo>
                <a:close/>
              </a:path>
              <a:path w="88900" h="26034">
                <a:moveTo>
                  <a:pt x="66954" y="24244"/>
                </a:moveTo>
                <a:lnTo>
                  <a:pt x="66738" y="24079"/>
                </a:lnTo>
                <a:lnTo>
                  <a:pt x="66357" y="23774"/>
                </a:lnTo>
                <a:lnTo>
                  <a:pt x="66103" y="24079"/>
                </a:lnTo>
                <a:lnTo>
                  <a:pt x="66446" y="24079"/>
                </a:lnTo>
                <a:lnTo>
                  <a:pt x="66624" y="24244"/>
                </a:lnTo>
                <a:lnTo>
                  <a:pt x="66408" y="24384"/>
                </a:lnTo>
                <a:lnTo>
                  <a:pt x="66598" y="24333"/>
                </a:lnTo>
                <a:lnTo>
                  <a:pt x="66840" y="24371"/>
                </a:lnTo>
                <a:lnTo>
                  <a:pt x="66954" y="24244"/>
                </a:lnTo>
                <a:close/>
              </a:path>
              <a:path w="88900" h="26034">
                <a:moveTo>
                  <a:pt x="67183" y="12814"/>
                </a:moveTo>
                <a:lnTo>
                  <a:pt x="67119" y="12534"/>
                </a:lnTo>
                <a:lnTo>
                  <a:pt x="66954" y="12344"/>
                </a:lnTo>
                <a:lnTo>
                  <a:pt x="66802" y="12141"/>
                </a:lnTo>
                <a:lnTo>
                  <a:pt x="66586" y="12306"/>
                </a:lnTo>
                <a:lnTo>
                  <a:pt x="66611" y="12573"/>
                </a:lnTo>
                <a:lnTo>
                  <a:pt x="66776" y="12776"/>
                </a:lnTo>
                <a:lnTo>
                  <a:pt x="67183" y="12814"/>
                </a:lnTo>
                <a:close/>
              </a:path>
              <a:path w="88900" h="26034">
                <a:moveTo>
                  <a:pt x="68275" y="12065"/>
                </a:moveTo>
                <a:lnTo>
                  <a:pt x="68186" y="11849"/>
                </a:lnTo>
                <a:lnTo>
                  <a:pt x="68160" y="11442"/>
                </a:lnTo>
                <a:lnTo>
                  <a:pt x="67818" y="11468"/>
                </a:lnTo>
                <a:lnTo>
                  <a:pt x="67754" y="11747"/>
                </a:lnTo>
                <a:lnTo>
                  <a:pt x="67678" y="12026"/>
                </a:lnTo>
                <a:lnTo>
                  <a:pt x="68275" y="12065"/>
                </a:lnTo>
                <a:close/>
              </a:path>
              <a:path w="88900" h="26034">
                <a:moveTo>
                  <a:pt x="68719" y="9880"/>
                </a:moveTo>
                <a:lnTo>
                  <a:pt x="68326" y="9728"/>
                </a:lnTo>
                <a:lnTo>
                  <a:pt x="68326" y="9321"/>
                </a:lnTo>
                <a:lnTo>
                  <a:pt x="68033" y="9105"/>
                </a:lnTo>
                <a:lnTo>
                  <a:pt x="68046" y="9309"/>
                </a:lnTo>
                <a:lnTo>
                  <a:pt x="68173" y="9448"/>
                </a:lnTo>
                <a:lnTo>
                  <a:pt x="68084" y="9728"/>
                </a:lnTo>
                <a:lnTo>
                  <a:pt x="68237" y="9766"/>
                </a:lnTo>
                <a:lnTo>
                  <a:pt x="68541" y="10121"/>
                </a:lnTo>
                <a:lnTo>
                  <a:pt x="68719" y="9880"/>
                </a:lnTo>
                <a:close/>
              </a:path>
              <a:path w="88900" h="26034">
                <a:moveTo>
                  <a:pt x="68910" y="16433"/>
                </a:moveTo>
                <a:lnTo>
                  <a:pt x="68719" y="16141"/>
                </a:lnTo>
                <a:lnTo>
                  <a:pt x="68834" y="15989"/>
                </a:lnTo>
                <a:lnTo>
                  <a:pt x="68440" y="15849"/>
                </a:lnTo>
                <a:lnTo>
                  <a:pt x="68364" y="16294"/>
                </a:lnTo>
                <a:lnTo>
                  <a:pt x="68491" y="16395"/>
                </a:lnTo>
                <a:lnTo>
                  <a:pt x="68910" y="16433"/>
                </a:lnTo>
                <a:close/>
              </a:path>
              <a:path w="88900" h="26034">
                <a:moveTo>
                  <a:pt x="68922" y="15100"/>
                </a:moveTo>
                <a:lnTo>
                  <a:pt x="68884" y="14770"/>
                </a:lnTo>
                <a:lnTo>
                  <a:pt x="68897" y="14452"/>
                </a:lnTo>
                <a:lnTo>
                  <a:pt x="68453" y="14439"/>
                </a:lnTo>
                <a:lnTo>
                  <a:pt x="68618" y="14668"/>
                </a:lnTo>
                <a:lnTo>
                  <a:pt x="68300" y="14732"/>
                </a:lnTo>
                <a:lnTo>
                  <a:pt x="68516" y="14884"/>
                </a:lnTo>
                <a:lnTo>
                  <a:pt x="68643" y="14655"/>
                </a:lnTo>
                <a:lnTo>
                  <a:pt x="68732" y="15100"/>
                </a:lnTo>
                <a:lnTo>
                  <a:pt x="68922" y="15100"/>
                </a:lnTo>
                <a:close/>
              </a:path>
              <a:path w="88900" h="26034">
                <a:moveTo>
                  <a:pt x="70243" y="12153"/>
                </a:moveTo>
                <a:lnTo>
                  <a:pt x="70205" y="11811"/>
                </a:lnTo>
                <a:lnTo>
                  <a:pt x="70040" y="11569"/>
                </a:lnTo>
                <a:lnTo>
                  <a:pt x="69888" y="11328"/>
                </a:lnTo>
                <a:lnTo>
                  <a:pt x="69761" y="11785"/>
                </a:lnTo>
                <a:lnTo>
                  <a:pt x="70040" y="12128"/>
                </a:lnTo>
                <a:lnTo>
                  <a:pt x="69697" y="12293"/>
                </a:lnTo>
                <a:lnTo>
                  <a:pt x="69951" y="12331"/>
                </a:lnTo>
                <a:lnTo>
                  <a:pt x="70027" y="12179"/>
                </a:lnTo>
                <a:lnTo>
                  <a:pt x="70243" y="12153"/>
                </a:lnTo>
                <a:close/>
              </a:path>
              <a:path w="88900" h="26034">
                <a:moveTo>
                  <a:pt x="71183" y="11163"/>
                </a:moveTo>
                <a:lnTo>
                  <a:pt x="70751" y="11214"/>
                </a:lnTo>
                <a:lnTo>
                  <a:pt x="70675" y="11633"/>
                </a:lnTo>
                <a:lnTo>
                  <a:pt x="70472" y="11899"/>
                </a:lnTo>
                <a:lnTo>
                  <a:pt x="70891" y="11938"/>
                </a:lnTo>
                <a:lnTo>
                  <a:pt x="70980" y="11722"/>
                </a:lnTo>
                <a:lnTo>
                  <a:pt x="71018" y="11480"/>
                </a:lnTo>
                <a:lnTo>
                  <a:pt x="71183" y="11163"/>
                </a:lnTo>
                <a:close/>
              </a:path>
              <a:path w="88900" h="26034">
                <a:moveTo>
                  <a:pt x="71374" y="14008"/>
                </a:moveTo>
                <a:lnTo>
                  <a:pt x="71018" y="13627"/>
                </a:lnTo>
                <a:lnTo>
                  <a:pt x="70840" y="13830"/>
                </a:lnTo>
                <a:lnTo>
                  <a:pt x="71094" y="13906"/>
                </a:lnTo>
                <a:lnTo>
                  <a:pt x="71043" y="14185"/>
                </a:lnTo>
                <a:lnTo>
                  <a:pt x="71348" y="14224"/>
                </a:lnTo>
                <a:lnTo>
                  <a:pt x="71374" y="14008"/>
                </a:lnTo>
                <a:close/>
              </a:path>
              <a:path w="88900" h="26034">
                <a:moveTo>
                  <a:pt x="72478" y="19786"/>
                </a:moveTo>
                <a:lnTo>
                  <a:pt x="72174" y="19735"/>
                </a:lnTo>
                <a:lnTo>
                  <a:pt x="72148" y="19977"/>
                </a:lnTo>
                <a:lnTo>
                  <a:pt x="72110" y="20205"/>
                </a:lnTo>
                <a:lnTo>
                  <a:pt x="72440" y="20332"/>
                </a:lnTo>
                <a:lnTo>
                  <a:pt x="72478" y="19786"/>
                </a:lnTo>
                <a:close/>
              </a:path>
              <a:path w="88900" h="26034">
                <a:moveTo>
                  <a:pt x="73050" y="13017"/>
                </a:moveTo>
                <a:lnTo>
                  <a:pt x="72313" y="13208"/>
                </a:lnTo>
                <a:lnTo>
                  <a:pt x="72974" y="12827"/>
                </a:lnTo>
                <a:lnTo>
                  <a:pt x="72783" y="12636"/>
                </a:lnTo>
                <a:lnTo>
                  <a:pt x="72517" y="12814"/>
                </a:lnTo>
                <a:lnTo>
                  <a:pt x="72402" y="13106"/>
                </a:lnTo>
                <a:lnTo>
                  <a:pt x="72085" y="13208"/>
                </a:lnTo>
                <a:lnTo>
                  <a:pt x="72110" y="12839"/>
                </a:lnTo>
                <a:lnTo>
                  <a:pt x="71805" y="12966"/>
                </a:lnTo>
                <a:lnTo>
                  <a:pt x="71551" y="12966"/>
                </a:lnTo>
                <a:lnTo>
                  <a:pt x="71755" y="13004"/>
                </a:lnTo>
                <a:lnTo>
                  <a:pt x="71602" y="13284"/>
                </a:lnTo>
                <a:lnTo>
                  <a:pt x="71742" y="13347"/>
                </a:lnTo>
                <a:lnTo>
                  <a:pt x="72402" y="13335"/>
                </a:lnTo>
                <a:lnTo>
                  <a:pt x="72783" y="13500"/>
                </a:lnTo>
                <a:lnTo>
                  <a:pt x="73050" y="13017"/>
                </a:lnTo>
                <a:close/>
              </a:path>
              <a:path w="88900" h="26034">
                <a:moveTo>
                  <a:pt x="74028" y="10414"/>
                </a:moveTo>
                <a:lnTo>
                  <a:pt x="73748" y="10363"/>
                </a:lnTo>
                <a:lnTo>
                  <a:pt x="73152" y="10820"/>
                </a:lnTo>
                <a:lnTo>
                  <a:pt x="73672" y="10934"/>
                </a:lnTo>
                <a:lnTo>
                  <a:pt x="73685" y="10668"/>
                </a:lnTo>
                <a:lnTo>
                  <a:pt x="73926" y="10604"/>
                </a:lnTo>
                <a:lnTo>
                  <a:pt x="74028" y="10414"/>
                </a:lnTo>
                <a:close/>
              </a:path>
              <a:path w="88900" h="26034">
                <a:moveTo>
                  <a:pt x="77216" y="16484"/>
                </a:moveTo>
                <a:lnTo>
                  <a:pt x="77012" y="16052"/>
                </a:lnTo>
                <a:lnTo>
                  <a:pt x="76860" y="16294"/>
                </a:lnTo>
                <a:lnTo>
                  <a:pt x="77127" y="16344"/>
                </a:lnTo>
                <a:lnTo>
                  <a:pt x="76695" y="16446"/>
                </a:lnTo>
                <a:lnTo>
                  <a:pt x="76822" y="16649"/>
                </a:lnTo>
                <a:lnTo>
                  <a:pt x="77152" y="16687"/>
                </a:lnTo>
                <a:lnTo>
                  <a:pt x="77216" y="16484"/>
                </a:lnTo>
                <a:close/>
              </a:path>
              <a:path w="88900" h="26034">
                <a:moveTo>
                  <a:pt x="77558" y="13144"/>
                </a:moveTo>
                <a:lnTo>
                  <a:pt x="77241" y="13131"/>
                </a:lnTo>
                <a:lnTo>
                  <a:pt x="77152" y="13309"/>
                </a:lnTo>
                <a:lnTo>
                  <a:pt x="76987" y="13449"/>
                </a:lnTo>
                <a:lnTo>
                  <a:pt x="77254" y="13411"/>
                </a:lnTo>
                <a:lnTo>
                  <a:pt x="77546" y="13411"/>
                </a:lnTo>
                <a:lnTo>
                  <a:pt x="77558" y="13144"/>
                </a:lnTo>
                <a:close/>
              </a:path>
              <a:path w="88900" h="26034">
                <a:moveTo>
                  <a:pt x="79844" y="16383"/>
                </a:moveTo>
                <a:lnTo>
                  <a:pt x="79438" y="16027"/>
                </a:lnTo>
                <a:lnTo>
                  <a:pt x="79654" y="16154"/>
                </a:lnTo>
                <a:lnTo>
                  <a:pt x="79260" y="15798"/>
                </a:lnTo>
                <a:lnTo>
                  <a:pt x="79273" y="16002"/>
                </a:lnTo>
                <a:lnTo>
                  <a:pt x="79362" y="16179"/>
                </a:lnTo>
                <a:lnTo>
                  <a:pt x="79413" y="16344"/>
                </a:lnTo>
                <a:lnTo>
                  <a:pt x="79209" y="16421"/>
                </a:lnTo>
                <a:lnTo>
                  <a:pt x="79578" y="16344"/>
                </a:lnTo>
                <a:lnTo>
                  <a:pt x="79654" y="16522"/>
                </a:lnTo>
                <a:lnTo>
                  <a:pt x="79844" y="16383"/>
                </a:lnTo>
                <a:close/>
              </a:path>
              <a:path w="88900" h="26034">
                <a:moveTo>
                  <a:pt x="86728" y="11518"/>
                </a:moveTo>
                <a:lnTo>
                  <a:pt x="86385" y="11391"/>
                </a:lnTo>
                <a:lnTo>
                  <a:pt x="86448" y="11633"/>
                </a:lnTo>
                <a:lnTo>
                  <a:pt x="86182" y="11544"/>
                </a:lnTo>
                <a:lnTo>
                  <a:pt x="86156" y="11722"/>
                </a:lnTo>
                <a:lnTo>
                  <a:pt x="86347" y="11874"/>
                </a:lnTo>
                <a:lnTo>
                  <a:pt x="86563" y="11836"/>
                </a:lnTo>
                <a:lnTo>
                  <a:pt x="86436" y="11557"/>
                </a:lnTo>
                <a:lnTo>
                  <a:pt x="86728" y="11518"/>
                </a:lnTo>
                <a:close/>
              </a:path>
              <a:path w="88900" h="26034">
                <a:moveTo>
                  <a:pt x="88531" y="9156"/>
                </a:moveTo>
                <a:lnTo>
                  <a:pt x="88163" y="9258"/>
                </a:lnTo>
                <a:lnTo>
                  <a:pt x="88049" y="9017"/>
                </a:lnTo>
                <a:lnTo>
                  <a:pt x="87782" y="9182"/>
                </a:lnTo>
                <a:lnTo>
                  <a:pt x="88099" y="9385"/>
                </a:lnTo>
                <a:lnTo>
                  <a:pt x="88176" y="9563"/>
                </a:lnTo>
                <a:lnTo>
                  <a:pt x="88531" y="9156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bg object 98"/>
          <p:cNvSpPr/>
          <p:nvPr/>
        </p:nvSpPr>
        <p:spPr>
          <a:xfrm>
            <a:off x="1946592" y="867079"/>
            <a:ext cx="90805" cy="37465"/>
          </a:xfrm>
          <a:custGeom>
            <a:avLst/>
            <a:gdLst/>
            <a:ahLst/>
            <a:cxnLst/>
            <a:rect l="l" t="t" r="r" b="b"/>
            <a:pathLst>
              <a:path w="90805" h="37465">
                <a:moveTo>
                  <a:pt x="990" y="7429"/>
                </a:moveTo>
                <a:lnTo>
                  <a:pt x="749" y="6934"/>
                </a:lnTo>
                <a:lnTo>
                  <a:pt x="254" y="6946"/>
                </a:lnTo>
                <a:lnTo>
                  <a:pt x="0" y="7137"/>
                </a:lnTo>
                <a:lnTo>
                  <a:pt x="139" y="7175"/>
                </a:lnTo>
                <a:lnTo>
                  <a:pt x="0" y="7378"/>
                </a:lnTo>
                <a:lnTo>
                  <a:pt x="304" y="7569"/>
                </a:lnTo>
                <a:lnTo>
                  <a:pt x="520" y="7467"/>
                </a:lnTo>
                <a:lnTo>
                  <a:pt x="215" y="7124"/>
                </a:lnTo>
                <a:lnTo>
                  <a:pt x="444" y="7061"/>
                </a:lnTo>
                <a:lnTo>
                  <a:pt x="635" y="7239"/>
                </a:lnTo>
                <a:lnTo>
                  <a:pt x="419" y="7327"/>
                </a:lnTo>
                <a:lnTo>
                  <a:pt x="863" y="7416"/>
                </a:lnTo>
                <a:lnTo>
                  <a:pt x="482" y="7391"/>
                </a:lnTo>
                <a:lnTo>
                  <a:pt x="825" y="7620"/>
                </a:lnTo>
                <a:lnTo>
                  <a:pt x="990" y="7429"/>
                </a:lnTo>
                <a:close/>
              </a:path>
              <a:path w="90805" h="37465">
                <a:moveTo>
                  <a:pt x="1384" y="0"/>
                </a:moveTo>
                <a:lnTo>
                  <a:pt x="1041" y="25"/>
                </a:lnTo>
                <a:lnTo>
                  <a:pt x="1079" y="241"/>
                </a:lnTo>
                <a:lnTo>
                  <a:pt x="1130" y="431"/>
                </a:lnTo>
                <a:lnTo>
                  <a:pt x="1333" y="495"/>
                </a:lnTo>
                <a:lnTo>
                  <a:pt x="1371" y="241"/>
                </a:lnTo>
                <a:lnTo>
                  <a:pt x="1384" y="0"/>
                </a:lnTo>
                <a:close/>
              </a:path>
              <a:path w="90805" h="37465">
                <a:moveTo>
                  <a:pt x="4368" y="13957"/>
                </a:moveTo>
                <a:lnTo>
                  <a:pt x="4076" y="13804"/>
                </a:lnTo>
                <a:lnTo>
                  <a:pt x="3225" y="13550"/>
                </a:lnTo>
                <a:lnTo>
                  <a:pt x="3454" y="13931"/>
                </a:lnTo>
                <a:lnTo>
                  <a:pt x="3733" y="13843"/>
                </a:lnTo>
                <a:lnTo>
                  <a:pt x="3822" y="14236"/>
                </a:lnTo>
                <a:lnTo>
                  <a:pt x="3771" y="14008"/>
                </a:lnTo>
                <a:lnTo>
                  <a:pt x="4368" y="13957"/>
                </a:lnTo>
                <a:close/>
              </a:path>
              <a:path w="90805" h="37465">
                <a:moveTo>
                  <a:pt x="7277" y="5715"/>
                </a:moveTo>
                <a:lnTo>
                  <a:pt x="7061" y="5626"/>
                </a:lnTo>
                <a:lnTo>
                  <a:pt x="6921" y="5448"/>
                </a:lnTo>
                <a:lnTo>
                  <a:pt x="6832" y="5651"/>
                </a:lnTo>
                <a:lnTo>
                  <a:pt x="6807" y="5880"/>
                </a:lnTo>
                <a:lnTo>
                  <a:pt x="6654" y="6057"/>
                </a:lnTo>
                <a:lnTo>
                  <a:pt x="6858" y="6057"/>
                </a:lnTo>
                <a:lnTo>
                  <a:pt x="7073" y="6184"/>
                </a:lnTo>
                <a:lnTo>
                  <a:pt x="7200" y="6019"/>
                </a:lnTo>
                <a:lnTo>
                  <a:pt x="7277" y="5715"/>
                </a:lnTo>
                <a:close/>
              </a:path>
              <a:path w="90805" h="37465">
                <a:moveTo>
                  <a:pt x="7429" y="18580"/>
                </a:moveTo>
                <a:lnTo>
                  <a:pt x="7251" y="18529"/>
                </a:lnTo>
                <a:lnTo>
                  <a:pt x="7137" y="18694"/>
                </a:lnTo>
                <a:lnTo>
                  <a:pt x="7099" y="18554"/>
                </a:lnTo>
                <a:lnTo>
                  <a:pt x="6870" y="18707"/>
                </a:lnTo>
                <a:lnTo>
                  <a:pt x="6781" y="18529"/>
                </a:lnTo>
                <a:lnTo>
                  <a:pt x="6680" y="18923"/>
                </a:lnTo>
                <a:lnTo>
                  <a:pt x="7327" y="18770"/>
                </a:lnTo>
                <a:lnTo>
                  <a:pt x="7429" y="18580"/>
                </a:lnTo>
                <a:close/>
              </a:path>
              <a:path w="90805" h="37465">
                <a:moveTo>
                  <a:pt x="7912" y="18389"/>
                </a:moveTo>
                <a:lnTo>
                  <a:pt x="7658" y="18224"/>
                </a:lnTo>
                <a:lnTo>
                  <a:pt x="7340" y="18288"/>
                </a:lnTo>
                <a:lnTo>
                  <a:pt x="7099" y="18542"/>
                </a:lnTo>
                <a:lnTo>
                  <a:pt x="7277" y="18478"/>
                </a:lnTo>
                <a:lnTo>
                  <a:pt x="7912" y="18389"/>
                </a:lnTo>
                <a:close/>
              </a:path>
              <a:path w="90805" h="37465">
                <a:moveTo>
                  <a:pt x="9626" y="5969"/>
                </a:moveTo>
                <a:lnTo>
                  <a:pt x="8470" y="5511"/>
                </a:lnTo>
                <a:lnTo>
                  <a:pt x="8724" y="5765"/>
                </a:lnTo>
                <a:lnTo>
                  <a:pt x="9169" y="5880"/>
                </a:lnTo>
                <a:lnTo>
                  <a:pt x="9385" y="6108"/>
                </a:lnTo>
                <a:lnTo>
                  <a:pt x="9626" y="5969"/>
                </a:lnTo>
                <a:close/>
              </a:path>
              <a:path w="90805" h="37465">
                <a:moveTo>
                  <a:pt x="9918" y="5702"/>
                </a:moveTo>
                <a:lnTo>
                  <a:pt x="9702" y="5664"/>
                </a:lnTo>
                <a:lnTo>
                  <a:pt x="9728" y="5448"/>
                </a:lnTo>
                <a:lnTo>
                  <a:pt x="9512" y="5410"/>
                </a:lnTo>
                <a:lnTo>
                  <a:pt x="9753" y="5892"/>
                </a:lnTo>
                <a:lnTo>
                  <a:pt x="9918" y="5702"/>
                </a:lnTo>
                <a:close/>
              </a:path>
              <a:path w="90805" h="37465">
                <a:moveTo>
                  <a:pt x="12573" y="19989"/>
                </a:moveTo>
                <a:lnTo>
                  <a:pt x="12369" y="19888"/>
                </a:lnTo>
                <a:lnTo>
                  <a:pt x="12090" y="19634"/>
                </a:lnTo>
                <a:lnTo>
                  <a:pt x="12039" y="19951"/>
                </a:lnTo>
                <a:lnTo>
                  <a:pt x="12217" y="20320"/>
                </a:lnTo>
                <a:lnTo>
                  <a:pt x="11874" y="20383"/>
                </a:lnTo>
                <a:lnTo>
                  <a:pt x="12293" y="20497"/>
                </a:lnTo>
                <a:lnTo>
                  <a:pt x="12433" y="20243"/>
                </a:lnTo>
                <a:lnTo>
                  <a:pt x="12573" y="19989"/>
                </a:lnTo>
                <a:close/>
              </a:path>
              <a:path w="90805" h="37465">
                <a:moveTo>
                  <a:pt x="16294" y="23634"/>
                </a:moveTo>
                <a:lnTo>
                  <a:pt x="16103" y="23609"/>
                </a:lnTo>
                <a:lnTo>
                  <a:pt x="15824" y="23393"/>
                </a:lnTo>
                <a:lnTo>
                  <a:pt x="15621" y="23380"/>
                </a:lnTo>
                <a:lnTo>
                  <a:pt x="15379" y="23279"/>
                </a:lnTo>
                <a:lnTo>
                  <a:pt x="15341" y="23622"/>
                </a:lnTo>
                <a:lnTo>
                  <a:pt x="16294" y="23634"/>
                </a:lnTo>
                <a:close/>
              </a:path>
              <a:path w="90805" h="37465">
                <a:moveTo>
                  <a:pt x="17399" y="24701"/>
                </a:moveTo>
                <a:lnTo>
                  <a:pt x="17233" y="24320"/>
                </a:lnTo>
                <a:lnTo>
                  <a:pt x="16891" y="24053"/>
                </a:lnTo>
                <a:lnTo>
                  <a:pt x="16624" y="23749"/>
                </a:lnTo>
                <a:lnTo>
                  <a:pt x="16687" y="24053"/>
                </a:lnTo>
                <a:lnTo>
                  <a:pt x="16281" y="23837"/>
                </a:lnTo>
                <a:lnTo>
                  <a:pt x="16281" y="24079"/>
                </a:lnTo>
                <a:lnTo>
                  <a:pt x="16789" y="24714"/>
                </a:lnTo>
                <a:lnTo>
                  <a:pt x="16852" y="24841"/>
                </a:lnTo>
                <a:lnTo>
                  <a:pt x="16814" y="24638"/>
                </a:lnTo>
                <a:lnTo>
                  <a:pt x="16675" y="24282"/>
                </a:lnTo>
                <a:lnTo>
                  <a:pt x="17056" y="24320"/>
                </a:lnTo>
                <a:lnTo>
                  <a:pt x="17068" y="24638"/>
                </a:lnTo>
                <a:lnTo>
                  <a:pt x="17399" y="24701"/>
                </a:lnTo>
                <a:close/>
              </a:path>
              <a:path w="90805" h="37465">
                <a:moveTo>
                  <a:pt x="17475" y="24803"/>
                </a:moveTo>
                <a:lnTo>
                  <a:pt x="17132" y="24676"/>
                </a:lnTo>
                <a:lnTo>
                  <a:pt x="16814" y="24638"/>
                </a:lnTo>
                <a:lnTo>
                  <a:pt x="17411" y="25095"/>
                </a:lnTo>
                <a:lnTo>
                  <a:pt x="17475" y="24803"/>
                </a:lnTo>
                <a:close/>
              </a:path>
              <a:path w="90805" h="37465">
                <a:moveTo>
                  <a:pt x="18376" y="25971"/>
                </a:moveTo>
                <a:lnTo>
                  <a:pt x="18173" y="25908"/>
                </a:lnTo>
                <a:lnTo>
                  <a:pt x="18135" y="26035"/>
                </a:lnTo>
                <a:lnTo>
                  <a:pt x="17945" y="26009"/>
                </a:lnTo>
                <a:lnTo>
                  <a:pt x="17945" y="26543"/>
                </a:lnTo>
                <a:lnTo>
                  <a:pt x="18110" y="26339"/>
                </a:lnTo>
                <a:lnTo>
                  <a:pt x="18084" y="26212"/>
                </a:lnTo>
                <a:lnTo>
                  <a:pt x="18376" y="25971"/>
                </a:lnTo>
                <a:close/>
              </a:path>
              <a:path w="90805" h="37465">
                <a:moveTo>
                  <a:pt x="19050" y="28168"/>
                </a:moveTo>
                <a:lnTo>
                  <a:pt x="18846" y="28143"/>
                </a:lnTo>
                <a:lnTo>
                  <a:pt x="18618" y="28079"/>
                </a:lnTo>
                <a:lnTo>
                  <a:pt x="18808" y="28409"/>
                </a:lnTo>
                <a:lnTo>
                  <a:pt x="19050" y="28168"/>
                </a:lnTo>
                <a:close/>
              </a:path>
              <a:path w="90805" h="37465">
                <a:moveTo>
                  <a:pt x="19138" y="23876"/>
                </a:moveTo>
                <a:lnTo>
                  <a:pt x="18656" y="23926"/>
                </a:lnTo>
                <a:lnTo>
                  <a:pt x="18554" y="24053"/>
                </a:lnTo>
                <a:lnTo>
                  <a:pt x="18148" y="23863"/>
                </a:lnTo>
                <a:lnTo>
                  <a:pt x="18110" y="24053"/>
                </a:lnTo>
                <a:lnTo>
                  <a:pt x="18084" y="24320"/>
                </a:lnTo>
                <a:lnTo>
                  <a:pt x="18415" y="24320"/>
                </a:lnTo>
                <a:lnTo>
                  <a:pt x="19138" y="23876"/>
                </a:lnTo>
                <a:close/>
              </a:path>
              <a:path w="90805" h="37465">
                <a:moveTo>
                  <a:pt x="19304" y="28714"/>
                </a:moveTo>
                <a:lnTo>
                  <a:pt x="19011" y="28587"/>
                </a:lnTo>
                <a:lnTo>
                  <a:pt x="19050" y="28384"/>
                </a:lnTo>
                <a:lnTo>
                  <a:pt x="18846" y="28422"/>
                </a:lnTo>
                <a:lnTo>
                  <a:pt x="18783" y="28587"/>
                </a:lnTo>
                <a:lnTo>
                  <a:pt x="19304" y="28714"/>
                </a:lnTo>
                <a:close/>
              </a:path>
              <a:path w="90805" h="37465">
                <a:moveTo>
                  <a:pt x="19494" y="28079"/>
                </a:moveTo>
                <a:lnTo>
                  <a:pt x="19253" y="28079"/>
                </a:lnTo>
                <a:lnTo>
                  <a:pt x="19050" y="28155"/>
                </a:lnTo>
                <a:lnTo>
                  <a:pt x="19050" y="28384"/>
                </a:lnTo>
                <a:lnTo>
                  <a:pt x="19050" y="28511"/>
                </a:lnTo>
                <a:lnTo>
                  <a:pt x="19329" y="28524"/>
                </a:lnTo>
                <a:lnTo>
                  <a:pt x="19265" y="28384"/>
                </a:lnTo>
                <a:lnTo>
                  <a:pt x="19494" y="28079"/>
                </a:lnTo>
                <a:close/>
              </a:path>
              <a:path w="90805" h="37465">
                <a:moveTo>
                  <a:pt x="21475" y="25844"/>
                </a:moveTo>
                <a:lnTo>
                  <a:pt x="21259" y="25768"/>
                </a:lnTo>
                <a:lnTo>
                  <a:pt x="21107" y="25222"/>
                </a:lnTo>
                <a:lnTo>
                  <a:pt x="20891" y="25425"/>
                </a:lnTo>
                <a:lnTo>
                  <a:pt x="20828" y="25666"/>
                </a:lnTo>
                <a:lnTo>
                  <a:pt x="21437" y="25908"/>
                </a:lnTo>
                <a:close/>
              </a:path>
              <a:path w="90805" h="37465">
                <a:moveTo>
                  <a:pt x="23025" y="26873"/>
                </a:moveTo>
                <a:lnTo>
                  <a:pt x="22821" y="26581"/>
                </a:lnTo>
                <a:lnTo>
                  <a:pt x="22847" y="26428"/>
                </a:lnTo>
                <a:lnTo>
                  <a:pt x="22606" y="26657"/>
                </a:lnTo>
                <a:lnTo>
                  <a:pt x="22606" y="26835"/>
                </a:lnTo>
                <a:lnTo>
                  <a:pt x="22796" y="26758"/>
                </a:lnTo>
                <a:lnTo>
                  <a:pt x="22923" y="27127"/>
                </a:lnTo>
                <a:lnTo>
                  <a:pt x="23025" y="26873"/>
                </a:lnTo>
                <a:close/>
              </a:path>
              <a:path w="90805" h="37465">
                <a:moveTo>
                  <a:pt x="24104" y="31623"/>
                </a:moveTo>
                <a:lnTo>
                  <a:pt x="23926" y="31254"/>
                </a:lnTo>
                <a:lnTo>
                  <a:pt x="23736" y="31318"/>
                </a:lnTo>
                <a:lnTo>
                  <a:pt x="23520" y="31127"/>
                </a:lnTo>
                <a:lnTo>
                  <a:pt x="23825" y="30911"/>
                </a:lnTo>
                <a:lnTo>
                  <a:pt x="23634" y="30861"/>
                </a:lnTo>
                <a:lnTo>
                  <a:pt x="23418" y="31064"/>
                </a:lnTo>
                <a:lnTo>
                  <a:pt x="23596" y="31318"/>
                </a:lnTo>
                <a:lnTo>
                  <a:pt x="23533" y="32169"/>
                </a:lnTo>
                <a:lnTo>
                  <a:pt x="23863" y="31965"/>
                </a:lnTo>
                <a:lnTo>
                  <a:pt x="23634" y="31965"/>
                </a:lnTo>
                <a:lnTo>
                  <a:pt x="23850" y="31635"/>
                </a:lnTo>
                <a:lnTo>
                  <a:pt x="23787" y="31496"/>
                </a:lnTo>
                <a:lnTo>
                  <a:pt x="24104" y="31623"/>
                </a:lnTo>
                <a:close/>
              </a:path>
              <a:path w="90805" h="37465">
                <a:moveTo>
                  <a:pt x="24574" y="26708"/>
                </a:moveTo>
                <a:lnTo>
                  <a:pt x="24447" y="26466"/>
                </a:lnTo>
                <a:lnTo>
                  <a:pt x="24244" y="26543"/>
                </a:lnTo>
                <a:lnTo>
                  <a:pt x="24142" y="26352"/>
                </a:lnTo>
                <a:lnTo>
                  <a:pt x="23799" y="26682"/>
                </a:lnTo>
                <a:lnTo>
                  <a:pt x="24180" y="26682"/>
                </a:lnTo>
                <a:lnTo>
                  <a:pt x="24574" y="26708"/>
                </a:lnTo>
                <a:close/>
              </a:path>
              <a:path w="90805" h="37465">
                <a:moveTo>
                  <a:pt x="24765" y="30619"/>
                </a:moveTo>
                <a:lnTo>
                  <a:pt x="24752" y="30353"/>
                </a:lnTo>
                <a:lnTo>
                  <a:pt x="24587" y="30124"/>
                </a:lnTo>
                <a:lnTo>
                  <a:pt x="24244" y="30276"/>
                </a:lnTo>
                <a:lnTo>
                  <a:pt x="24358" y="30518"/>
                </a:lnTo>
                <a:lnTo>
                  <a:pt x="24142" y="30581"/>
                </a:lnTo>
                <a:lnTo>
                  <a:pt x="24320" y="30657"/>
                </a:lnTo>
                <a:lnTo>
                  <a:pt x="24638" y="30581"/>
                </a:lnTo>
                <a:lnTo>
                  <a:pt x="24498" y="30708"/>
                </a:lnTo>
                <a:lnTo>
                  <a:pt x="24307" y="30734"/>
                </a:lnTo>
                <a:lnTo>
                  <a:pt x="24625" y="30848"/>
                </a:lnTo>
                <a:lnTo>
                  <a:pt x="24765" y="30619"/>
                </a:lnTo>
                <a:close/>
              </a:path>
              <a:path w="90805" h="37465">
                <a:moveTo>
                  <a:pt x="25107" y="30099"/>
                </a:moveTo>
                <a:lnTo>
                  <a:pt x="24777" y="30073"/>
                </a:lnTo>
                <a:lnTo>
                  <a:pt x="24955" y="30721"/>
                </a:lnTo>
                <a:lnTo>
                  <a:pt x="25044" y="30594"/>
                </a:lnTo>
                <a:lnTo>
                  <a:pt x="25107" y="30099"/>
                </a:lnTo>
                <a:close/>
              </a:path>
              <a:path w="90805" h="37465">
                <a:moveTo>
                  <a:pt x="26441" y="24561"/>
                </a:moveTo>
                <a:lnTo>
                  <a:pt x="25806" y="24701"/>
                </a:lnTo>
                <a:lnTo>
                  <a:pt x="25603" y="25285"/>
                </a:lnTo>
                <a:lnTo>
                  <a:pt x="25082" y="25527"/>
                </a:lnTo>
                <a:lnTo>
                  <a:pt x="25895" y="25742"/>
                </a:lnTo>
                <a:lnTo>
                  <a:pt x="25806" y="24866"/>
                </a:lnTo>
                <a:lnTo>
                  <a:pt x="26416" y="24917"/>
                </a:lnTo>
                <a:lnTo>
                  <a:pt x="26441" y="24688"/>
                </a:lnTo>
                <a:lnTo>
                  <a:pt x="26263" y="24739"/>
                </a:lnTo>
                <a:lnTo>
                  <a:pt x="26441" y="24561"/>
                </a:lnTo>
                <a:close/>
              </a:path>
              <a:path w="90805" h="37465">
                <a:moveTo>
                  <a:pt x="26847" y="24866"/>
                </a:moveTo>
                <a:lnTo>
                  <a:pt x="26619" y="24892"/>
                </a:lnTo>
                <a:lnTo>
                  <a:pt x="26555" y="24726"/>
                </a:lnTo>
                <a:lnTo>
                  <a:pt x="26428" y="24917"/>
                </a:lnTo>
                <a:lnTo>
                  <a:pt x="26822" y="25044"/>
                </a:lnTo>
                <a:lnTo>
                  <a:pt x="26847" y="24866"/>
                </a:lnTo>
                <a:close/>
              </a:path>
              <a:path w="90805" h="37465">
                <a:moveTo>
                  <a:pt x="28003" y="24803"/>
                </a:moveTo>
                <a:lnTo>
                  <a:pt x="27774" y="24803"/>
                </a:lnTo>
                <a:lnTo>
                  <a:pt x="27571" y="24853"/>
                </a:lnTo>
                <a:lnTo>
                  <a:pt x="27457" y="25006"/>
                </a:lnTo>
                <a:lnTo>
                  <a:pt x="27673" y="25146"/>
                </a:lnTo>
                <a:lnTo>
                  <a:pt x="27901" y="25133"/>
                </a:lnTo>
                <a:lnTo>
                  <a:pt x="28003" y="24803"/>
                </a:lnTo>
                <a:close/>
              </a:path>
              <a:path w="90805" h="37465">
                <a:moveTo>
                  <a:pt x="28079" y="7264"/>
                </a:moveTo>
                <a:lnTo>
                  <a:pt x="27698" y="7302"/>
                </a:lnTo>
                <a:lnTo>
                  <a:pt x="27673" y="7543"/>
                </a:lnTo>
                <a:lnTo>
                  <a:pt x="27584" y="7835"/>
                </a:lnTo>
                <a:lnTo>
                  <a:pt x="27851" y="7861"/>
                </a:lnTo>
                <a:lnTo>
                  <a:pt x="27813" y="7670"/>
                </a:lnTo>
                <a:lnTo>
                  <a:pt x="28079" y="7264"/>
                </a:lnTo>
                <a:close/>
              </a:path>
              <a:path w="90805" h="37465">
                <a:moveTo>
                  <a:pt x="28384" y="26974"/>
                </a:moveTo>
                <a:close/>
              </a:path>
              <a:path w="90805" h="37465">
                <a:moveTo>
                  <a:pt x="28702" y="27241"/>
                </a:moveTo>
                <a:lnTo>
                  <a:pt x="28575" y="27127"/>
                </a:lnTo>
                <a:lnTo>
                  <a:pt x="28371" y="27000"/>
                </a:lnTo>
                <a:lnTo>
                  <a:pt x="28232" y="27241"/>
                </a:lnTo>
                <a:lnTo>
                  <a:pt x="28663" y="27241"/>
                </a:lnTo>
                <a:lnTo>
                  <a:pt x="28130" y="27470"/>
                </a:lnTo>
                <a:lnTo>
                  <a:pt x="28549" y="27533"/>
                </a:lnTo>
                <a:lnTo>
                  <a:pt x="28702" y="27241"/>
                </a:lnTo>
                <a:close/>
              </a:path>
              <a:path w="90805" h="37465">
                <a:moveTo>
                  <a:pt x="28879" y="6286"/>
                </a:moveTo>
                <a:lnTo>
                  <a:pt x="28651" y="6146"/>
                </a:lnTo>
                <a:lnTo>
                  <a:pt x="28295" y="6553"/>
                </a:lnTo>
                <a:lnTo>
                  <a:pt x="28575" y="6578"/>
                </a:lnTo>
                <a:lnTo>
                  <a:pt x="28524" y="6413"/>
                </a:lnTo>
                <a:lnTo>
                  <a:pt x="28702" y="6591"/>
                </a:lnTo>
                <a:lnTo>
                  <a:pt x="28562" y="6337"/>
                </a:lnTo>
                <a:lnTo>
                  <a:pt x="28879" y="6286"/>
                </a:lnTo>
                <a:close/>
              </a:path>
              <a:path w="90805" h="37465">
                <a:moveTo>
                  <a:pt x="29451" y="34340"/>
                </a:moveTo>
                <a:lnTo>
                  <a:pt x="29171" y="34023"/>
                </a:lnTo>
                <a:lnTo>
                  <a:pt x="28854" y="34099"/>
                </a:lnTo>
                <a:lnTo>
                  <a:pt x="28829" y="34302"/>
                </a:lnTo>
                <a:lnTo>
                  <a:pt x="28816" y="34505"/>
                </a:lnTo>
                <a:lnTo>
                  <a:pt x="28790" y="34721"/>
                </a:lnTo>
                <a:lnTo>
                  <a:pt x="29184" y="34658"/>
                </a:lnTo>
                <a:lnTo>
                  <a:pt x="29121" y="34340"/>
                </a:lnTo>
                <a:lnTo>
                  <a:pt x="28930" y="34366"/>
                </a:lnTo>
                <a:lnTo>
                  <a:pt x="29044" y="34175"/>
                </a:lnTo>
                <a:lnTo>
                  <a:pt x="29451" y="34340"/>
                </a:lnTo>
                <a:close/>
              </a:path>
              <a:path w="90805" h="37465">
                <a:moveTo>
                  <a:pt x="32004" y="27393"/>
                </a:moveTo>
                <a:lnTo>
                  <a:pt x="31089" y="27089"/>
                </a:lnTo>
                <a:lnTo>
                  <a:pt x="30708" y="25946"/>
                </a:lnTo>
                <a:lnTo>
                  <a:pt x="29603" y="25946"/>
                </a:lnTo>
                <a:lnTo>
                  <a:pt x="29476" y="26187"/>
                </a:lnTo>
                <a:lnTo>
                  <a:pt x="29413" y="26517"/>
                </a:lnTo>
                <a:lnTo>
                  <a:pt x="28892" y="27393"/>
                </a:lnTo>
                <a:lnTo>
                  <a:pt x="29222" y="27393"/>
                </a:lnTo>
                <a:lnTo>
                  <a:pt x="31203" y="27393"/>
                </a:lnTo>
                <a:lnTo>
                  <a:pt x="32004" y="27393"/>
                </a:lnTo>
                <a:close/>
              </a:path>
              <a:path w="90805" h="37465">
                <a:moveTo>
                  <a:pt x="32118" y="32118"/>
                </a:moveTo>
                <a:lnTo>
                  <a:pt x="31635" y="32194"/>
                </a:lnTo>
                <a:lnTo>
                  <a:pt x="31750" y="31877"/>
                </a:lnTo>
                <a:lnTo>
                  <a:pt x="31496" y="31800"/>
                </a:lnTo>
                <a:lnTo>
                  <a:pt x="31013" y="32143"/>
                </a:lnTo>
                <a:lnTo>
                  <a:pt x="32067" y="32613"/>
                </a:lnTo>
                <a:lnTo>
                  <a:pt x="32118" y="32118"/>
                </a:lnTo>
                <a:close/>
              </a:path>
              <a:path w="90805" h="37465">
                <a:moveTo>
                  <a:pt x="32207" y="27393"/>
                </a:moveTo>
                <a:lnTo>
                  <a:pt x="32004" y="25946"/>
                </a:lnTo>
                <a:lnTo>
                  <a:pt x="31089" y="25946"/>
                </a:lnTo>
                <a:lnTo>
                  <a:pt x="32029" y="27393"/>
                </a:lnTo>
                <a:lnTo>
                  <a:pt x="32207" y="27393"/>
                </a:lnTo>
                <a:close/>
              </a:path>
              <a:path w="90805" h="37465">
                <a:moveTo>
                  <a:pt x="32524" y="33680"/>
                </a:moveTo>
                <a:lnTo>
                  <a:pt x="32207" y="33667"/>
                </a:lnTo>
                <a:lnTo>
                  <a:pt x="32207" y="33832"/>
                </a:lnTo>
                <a:lnTo>
                  <a:pt x="31978" y="33985"/>
                </a:lnTo>
                <a:lnTo>
                  <a:pt x="32143" y="34455"/>
                </a:lnTo>
                <a:lnTo>
                  <a:pt x="32372" y="34201"/>
                </a:lnTo>
                <a:lnTo>
                  <a:pt x="32143" y="33997"/>
                </a:lnTo>
                <a:lnTo>
                  <a:pt x="32499" y="34023"/>
                </a:lnTo>
                <a:lnTo>
                  <a:pt x="32524" y="33680"/>
                </a:lnTo>
                <a:close/>
              </a:path>
              <a:path w="90805" h="37465">
                <a:moveTo>
                  <a:pt x="34912" y="36118"/>
                </a:moveTo>
                <a:lnTo>
                  <a:pt x="34721" y="35928"/>
                </a:lnTo>
                <a:lnTo>
                  <a:pt x="34823" y="35712"/>
                </a:lnTo>
                <a:lnTo>
                  <a:pt x="34518" y="35750"/>
                </a:lnTo>
                <a:lnTo>
                  <a:pt x="34531" y="35572"/>
                </a:lnTo>
                <a:lnTo>
                  <a:pt x="34709" y="35369"/>
                </a:lnTo>
                <a:lnTo>
                  <a:pt x="34874" y="35229"/>
                </a:lnTo>
                <a:lnTo>
                  <a:pt x="34772" y="35052"/>
                </a:lnTo>
                <a:lnTo>
                  <a:pt x="34785" y="34734"/>
                </a:lnTo>
                <a:lnTo>
                  <a:pt x="34620" y="34582"/>
                </a:lnTo>
                <a:lnTo>
                  <a:pt x="34391" y="35153"/>
                </a:lnTo>
                <a:lnTo>
                  <a:pt x="34772" y="35280"/>
                </a:lnTo>
                <a:lnTo>
                  <a:pt x="34417" y="35547"/>
                </a:lnTo>
                <a:lnTo>
                  <a:pt x="34340" y="35356"/>
                </a:lnTo>
                <a:lnTo>
                  <a:pt x="34302" y="35585"/>
                </a:lnTo>
                <a:lnTo>
                  <a:pt x="34912" y="36118"/>
                </a:lnTo>
                <a:close/>
              </a:path>
              <a:path w="90805" h="37465">
                <a:moveTo>
                  <a:pt x="36195" y="27292"/>
                </a:moveTo>
                <a:lnTo>
                  <a:pt x="36029" y="27139"/>
                </a:lnTo>
                <a:lnTo>
                  <a:pt x="35318" y="27139"/>
                </a:lnTo>
                <a:lnTo>
                  <a:pt x="35217" y="27470"/>
                </a:lnTo>
                <a:lnTo>
                  <a:pt x="36195" y="27292"/>
                </a:lnTo>
                <a:close/>
              </a:path>
              <a:path w="90805" h="37465">
                <a:moveTo>
                  <a:pt x="37960" y="35712"/>
                </a:moveTo>
                <a:lnTo>
                  <a:pt x="37846" y="35496"/>
                </a:lnTo>
                <a:lnTo>
                  <a:pt x="37655" y="35382"/>
                </a:lnTo>
                <a:lnTo>
                  <a:pt x="37846" y="36118"/>
                </a:lnTo>
                <a:lnTo>
                  <a:pt x="37465" y="35839"/>
                </a:lnTo>
                <a:lnTo>
                  <a:pt x="37782" y="36296"/>
                </a:lnTo>
                <a:lnTo>
                  <a:pt x="37947" y="36017"/>
                </a:lnTo>
                <a:lnTo>
                  <a:pt x="37960" y="35712"/>
                </a:lnTo>
                <a:close/>
              </a:path>
              <a:path w="90805" h="37465">
                <a:moveTo>
                  <a:pt x="41376" y="33007"/>
                </a:moveTo>
                <a:lnTo>
                  <a:pt x="41262" y="32639"/>
                </a:lnTo>
                <a:lnTo>
                  <a:pt x="40881" y="32689"/>
                </a:lnTo>
                <a:lnTo>
                  <a:pt x="40741" y="32943"/>
                </a:lnTo>
                <a:lnTo>
                  <a:pt x="41376" y="33007"/>
                </a:lnTo>
                <a:close/>
              </a:path>
              <a:path w="90805" h="37465">
                <a:moveTo>
                  <a:pt x="41490" y="26543"/>
                </a:moveTo>
                <a:lnTo>
                  <a:pt x="41287" y="26454"/>
                </a:lnTo>
                <a:lnTo>
                  <a:pt x="41148" y="26708"/>
                </a:lnTo>
                <a:lnTo>
                  <a:pt x="41021" y="26962"/>
                </a:lnTo>
                <a:lnTo>
                  <a:pt x="41148" y="27012"/>
                </a:lnTo>
                <a:lnTo>
                  <a:pt x="41440" y="27101"/>
                </a:lnTo>
                <a:lnTo>
                  <a:pt x="41490" y="26797"/>
                </a:lnTo>
                <a:lnTo>
                  <a:pt x="41490" y="26543"/>
                </a:lnTo>
                <a:close/>
              </a:path>
              <a:path w="90805" h="37465">
                <a:moveTo>
                  <a:pt x="41757" y="28562"/>
                </a:moveTo>
                <a:lnTo>
                  <a:pt x="41592" y="28384"/>
                </a:lnTo>
                <a:lnTo>
                  <a:pt x="41579" y="28168"/>
                </a:lnTo>
                <a:lnTo>
                  <a:pt x="41186" y="28067"/>
                </a:lnTo>
                <a:lnTo>
                  <a:pt x="41414" y="28587"/>
                </a:lnTo>
                <a:lnTo>
                  <a:pt x="41021" y="28486"/>
                </a:lnTo>
                <a:lnTo>
                  <a:pt x="40906" y="28346"/>
                </a:lnTo>
                <a:lnTo>
                  <a:pt x="40640" y="27863"/>
                </a:lnTo>
                <a:lnTo>
                  <a:pt x="40411" y="28092"/>
                </a:lnTo>
                <a:lnTo>
                  <a:pt x="40805" y="28371"/>
                </a:lnTo>
                <a:lnTo>
                  <a:pt x="41033" y="28689"/>
                </a:lnTo>
                <a:lnTo>
                  <a:pt x="41541" y="28702"/>
                </a:lnTo>
                <a:lnTo>
                  <a:pt x="41757" y="28562"/>
                </a:lnTo>
                <a:close/>
              </a:path>
              <a:path w="90805" h="37465">
                <a:moveTo>
                  <a:pt x="42494" y="36068"/>
                </a:moveTo>
                <a:lnTo>
                  <a:pt x="42329" y="35890"/>
                </a:lnTo>
                <a:lnTo>
                  <a:pt x="42113" y="35979"/>
                </a:lnTo>
                <a:lnTo>
                  <a:pt x="41998" y="35750"/>
                </a:lnTo>
                <a:lnTo>
                  <a:pt x="41973" y="35966"/>
                </a:lnTo>
                <a:lnTo>
                  <a:pt x="42024" y="36118"/>
                </a:lnTo>
                <a:lnTo>
                  <a:pt x="42176" y="36195"/>
                </a:lnTo>
                <a:lnTo>
                  <a:pt x="42494" y="36068"/>
                </a:lnTo>
                <a:close/>
              </a:path>
              <a:path w="90805" h="37465">
                <a:moveTo>
                  <a:pt x="42519" y="36055"/>
                </a:moveTo>
                <a:close/>
              </a:path>
              <a:path w="90805" h="37465">
                <a:moveTo>
                  <a:pt x="42875" y="34721"/>
                </a:moveTo>
                <a:lnTo>
                  <a:pt x="42532" y="34455"/>
                </a:lnTo>
                <a:lnTo>
                  <a:pt x="42595" y="34785"/>
                </a:lnTo>
                <a:lnTo>
                  <a:pt x="42125" y="34861"/>
                </a:lnTo>
                <a:lnTo>
                  <a:pt x="42367" y="35242"/>
                </a:lnTo>
                <a:lnTo>
                  <a:pt x="42303" y="34925"/>
                </a:lnTo>
                <a:lnTo>
                  <a:pt x="42875" y="34721"/>
                </a:lnTo>
                <a:close/>
              </a:path>
              <a:path w="90805" h="37465">
                <a:moveTo>
                  <a:pt x="43154" y="28422"/>
                </a:moveTo>
                <a:lnTo>
                  <a:pt x="42964" y="28003"/>
                </a:lnTo>
                <a:lnTo>
                  <a:pt x="42849" y="28206"/>
                </a:lnTo>
                <a:lnTo>
                  <a:pt x="42722" y="28371"/>
                </a:lnTo>
                <a:lnTo>
                  <a:pt x="42684" y="28613"/>
                </a:lnTo>
                <a:lnTo>
                  <a:pt x="42913" y="28740"/>
                </a:lnTo>
                <a:lnTo>
                  <a:pt x="43154" y="28587"/>
                </a:lnTo>
                <a:lnTo>
                  <a:pt x="43154" y="28422"/>
                </a:lnTo>
                <a:close/>
              </a:path>
              <a:path w="90805" h="37465">
                <a:moveTo>
                  <a:pt x="43688" y="34810"/>
                </a:moveTo>
                <a:lnTo>
                  <a:pt x="43345" y="34912"/>
                </a:lnTo>
                <a:lnTo>
                  <a:pt x="43535" y="34213"/>
                </a:lnTo>
                <a:lnTo>
                  <a:pt x="43281" y="34505"/>
                </a:lnTo>
                <a:lnTo>
                  <a:pt x="43383" y="35280"/>
                </a:lnTo>
                <a:lnTo>
                  <a:pt x="43688" y="34810"/>
                </a:lnTo>
                <a:close/>
              </a:path>
              <a:path w="90805" h="37465">
                <a:moveTo>
                  <a:pt x="47091" y="34124"/>
                </a:moveTo>
                <a:lnTo>
                  <a:pt x="46888" y="34010"/>
                </a:lnTo>
                <a:lnTo>
                  <a:pt x="46697" y="33743"/>
                </a:lnTo>
                <a:lnTo>
                  <a:pt x="46469" y="33794"/>
                </a:lnTo>
                <a:lnTo>
                  <a:pt x="46558" y="34163"/>
                </a:lnTo>
                <a:lnTo>
                  <a:pt x="46723" y="34137"/>
                </a:lnTo>
                <a:lnTo>
                  <a:pt x="47091" y="34302"/>
                </a:lnTo>
                <a:lnTo>
                  <a:pt x="47091" y="34124"/>
                </a:lnTo>
                <a:close/>
              </a:path>
              <a:path w="90805" h="37465">
                <a:moveTo>
                  <a:pt x="49149" y="36271"/>
                </a:moveTo>
                <a:lnTo>
                  <a:pt x="48856" y="36156"/>
                </a:lnTo>
                <a:lnTo>
                  <a:pt x="48564" y="36563"/>
                </a:lnTo>
                <a:lnTo>
                  <a:pt x="48780" y="36664"/>
                </a:lnTo>
                <a:lnTo>
                  <a:pt x="48564" y="37084"/>
                </a:lnTo>
                <a:lnTo>
                  <a:pt x="48958" y="37147"/>
                </a:lnTo>
                <a:lnTo>
                  <a:pt x="49085" y="36690"/>
                </a:lnTo>
                <a:lnTo>
                  <a:pt x="48958" y="36563"/>
                </a:lnTo>
                <a:lnTo>
                  <a:pt x="49149" y="36271"/>
                </a:lnTo>
                <a:close/>
              </a:path>
              <a:path w="90805" h="37465">
                <a:moveTo>
                  <a:pt x="52019" y="35242"/>
                </a:moveTo>
                <a:lnTo>
                  <a:pt x="51638" y="35331"/>
                </a:lnTo>
                <a:lnTo>
                  <a:pt x="51600" y="34772"/>
                </a:lnTo>
                <a:lnTo>
                  <a:pt x="51396" y="35026"/>
                </a:lnTo>
                <a:lnTo>
                  <a:pt x="51574" y="35382"/>
                </a:lnTo>
                <a:lnTo>
                  <a:pt x="51828" y="35433"/>
                </a:lnTo>
                <a:lnTo>
                  <a:pt x="51981" y="35407"/>
                </a:lnTo>
                <a:lnTo>
                  <a:pt x="52019" y="35242"/>
                </a:lnTo>
                <a:close/>
              </a:path>
              <a:path w="90805" h="37465">
                <a:moveTo>
                  <a:pt x="52641" y="31534"/>
                </a:moveTo>
                <a:lnTo>
                  <a:pt x="52451" y="31521"/>
                </a:lnTo>
                <a:lnTo>
                  <a:pt x="52628" y="31572"/>
                </a:lnTo>
                <a:close/>
              </a:path>
              <a:path w="90805" h="37465">
                <a:moveTo>
                  <a:pt x="52666" y="31229"/>
                </a:moveTo>
                <a:lnTo>
                  <a:pt x="52273" y="31076"/>
                </a:lnTo>
                <a:lnTo>
                  <a:pt x="52336" y="31305"/>
                </a:lnTo>
                <a:lnTo>
                  <a:pt x="52057" y="31229"/>
                </a:lnTo>
                <a:lnTo>
                  <a:pt x="52031" y="31407"/>
                </a:lnTo>
                <a:lnTo>
                  <a:pt x="52158" y="31661"/>
                </a:lnTo>
                <a:lnTo>
                  <a:pt x="52425" y="31661"/>
                </a:lnTo>
                <a:lnTo>
                  <a:pt x="52552" y="31623"/>
                </a:lnTo>
                <a:lnTo>
                  <a:pt x="52184" y="31546"/>
                </a:lnTo>
                <a:lnTo>
                  <a:pt x="52666" y="31229"/>
                </a:lnTo>
                <a:close/>
              </a:path>
              <a:path w="90805" h="37465">
                <a:moveTo>
                  <a:pt x="54140" y="31750"/>
                </a:moveTo>
                <a:lnTo>
                  <a:pt x="53911" y="31559"/>
                </a:lnTo>
                <a:lnTo>
                  <a:pt x="53479" y="31813"/>
                </a:lnTo>
                <a:lnTo>
                  <a:pt x="53174" y="31851"/>
                </a:lnTo>
                <a:lnTo>
                  <a:pt x="53428" y="31838"/>
                </a:lnTo>
                <a:lnTo>
                  <a:pt x="53378" y="32029"/>
                </a:lnTo>
                <a:lnTo>
                  <a:pt x="53695" y="31991"/>
                </a:lnTo>
                <a:lnTo>
                  <a:pt x="54051" y="31750"/>
                </a:lnTo>
                <a:close/>
              </a:path>
              <a:path w="90805" h="37465">
                <a:moveTo>
                  <a:pt x="56324" y="29197"/>
                </a:moveTo>
                <a:lnTo>
                  <a:pt x="56210" y="28892"/>
                </a:lnTo>
                <a:lnTo>
                  <a:pt x="55702" y="28841"/>
                </a:lnTo>
                <a:lnTo>
                  <a:pt x="55664" y="29121"/>
                </a:lnTo>
                <a:lnTo>
                  <a:pt x="55372" y="28714"/>
                </a:lnTo>
                <a:lnTo>
                  <a:pt x="55308" y="28892"/>
                </a:lnTo>
                <a:lnTo>
                  <a:pt x="55105" y="28930"/>
                </a:lnTo>
                <a:lnTo>
                  <a:pt x="55105" y="29159"/>
                </a:lnTo>
                <a:lnTo>
                  <a:pt x="55600" y="29197"/>
                </a:lnTo>
                <a:lnTo>
                  <a:pt x="55956" y="29222"/>
                </a:lnTo>
                <a:lnTo>
                  <a:pt x="55867" y="28917"/>
                </a:lnTo>
                <a:lnTo>
                  <a:pt x="56324" y="29197"/>
                </a:lnTo>
                <a:close/>
              </a:path>
              <a:path w="90805" h="37465">
                <a:moveTo>
                  <a:pt x="60337" y="33464"/>
                </a:moveTo>
                <a:lnTo>
                  <a:pt x="60261" y="33058"/>
                </a:lnTo>
                <a:lnTo>
                  <a:pt x="60185" y="32829"/>
                </a:lnTo>
                <a:lnTo>
                  <a:pt x="59753" y="32766"/>
                </a:lnTo>
                <a:lnTo>
                  <a:pt x="59817" y="33223"/>
                </a:lnTo>
                <a:lnTo>
                  <a:pt x="59690" y="33489"/>
                </a:lnTo>
                <a:lnTo>
                  <a:pt x="59969" y="33388"/>
                </a:lnTo>
                <a:lnTo>
                  <a:pt x="60007" y="33870"/>
                </a:lnTo>
                <a:lnTo>
                  <a:pt x="60109" y="33616"/>
                </a:lnTo>
                <a:lnTo>
                  <a:pt x="60337" y="33464"/>
                </a:lnTo>
                <a:close/>
              </a:path>
              <a:path w="90805" h="37465">
                <a:moveTo>
                  <a:pt x="62649" y="28917"/>
                </a:moveTo>
                <a:lnTo>
                  <a:pt x="62471" y="28689"/>
                </a:lnTo>
                <a:lnTo>
                  <a:pt x="62496" y="29006"/>
                </a:lnTo>
                <a:lnTo>
                  <a:pt x="62649" y="28917"/>
                </a:lnTo>
                <a:close/>
              </a:path>
              <a:path w="90805" h="37465">
                <a:moveTo>
                  <a:pt x="62738" y="31546"/>
                </a:moveTo>
                <a:lnTo>
                  <a:pt x="62445" y="31470"/>
                </a:lnTo>
                <a:lnTo>
                  <a:pt x="62318" y="31572"/>
                </a:lnTo>
                <a:lnTo>
                  <a:pt x="62382" y="31089"/>
                </a:lnTo>
                <a:lnTo>
                  <a:pt x="62306" y="31242"/>
                </a:lnTo>
                <a:lnTo>
                  <a:pt x="62128" y="31445"/>
                </a:lnTo>
                <a:lnTo>
                  <a:pt x="62052" y="31076"/>
                </a:lnTo>
                <a:lnTo>
                  <a:pt x="61912" y="31432"/>
                </a:lnTo>
                <a:lnTo>
                  <a:pt x="62128" y="31470"/>
                </a:lnTo>
                <a:lnTo>
                  <a:pt x="62103" y="31686"/>
                </a:lnTo>
                <a:lnTo>
                  <a:pt x="62306" y="31724"/>
                </a:lnTo>
                <a:lnTo>
                  <a:pt x="62255" y="31597"/>
                </a:lnTo>
                <a:lnTo>
                  <a:pt x="62738" y="31546"/>
                </a:lnTo>
                <a:close/>
              </a:path>
              <a:path w="90805" h="37465">
                <a:moveTo>
                  <a:pt x="62992" y="29197"/>
                </a:moveTo>
                <a:lnTo>
                  <a:pt x="62572" y="29006"/>
                </a:lnTo>
                <a:lnTo>
                  <a:pt x="62433" y="29222"/>
                </a:lnTo>
                <a:lnTo>
                  <a:pt x="62674" y="29222"/>
                </a:lnTo>
                <a:lnTo>
                  <a:pt x="62839" y="29273"/>
                </a:lnTo>
                <a:lnTo>
                  <a:pt x="62992" y="29197"/>
                </a:lnTo>
                <a:close/>
              </a:path>
              <a:path w="90805" h="37465">
                <a:moveTo>
                  <a:pt x="63042" y="28587"/>
                </a:moveTo>
                <a:lnTo>
                  <a:pt x="62725" y="28892"/>
                </a:lnTo>
                <a:lnTo>
                  <a:pt x="62877" y="28816"/>
                </a:lnTo>
                <a:lnTo>
                  <a:pt x="62992" y="29006"/>
                </a:lnTo>
                <a:lnTo>
                  <a:pt x="63042" y="28587"/>
                </a:lnTo>
                <a:close/>
              </a:path>
              <a:path w="90805" h="37465">
                <a:moveTo>
                  <a:pt x="64274" y="30111"/>
                </a:moveTo>
                <a:lnTo>
                  <a:pt x="64185" y="29730"/>
                </a:lnTo>
                <a:lnTo>
                  <a:pt x="62611" y="29514"/>
                </a:lnTo>
                <a:lnTo>
                  <a:pt x="63207" y="30010"/>
                </a:lnTo>
                <a:lnTo>
                  <a:pt x="63347" y="29756"/>
                </a:lnTo>
                <a:lnTo>
                  <a:pt x="63233" y="30111"/>
                </a:lnTo>
                <a:lnTo>
                  <a:pt x="63665" y="29730"/>
                </a:lnTo>
                <a:lnTo>
                  <a:pt x="63969" y="29908"/>
                </a:lnTo>
                <a:lnTo>
                  <a:pt x="64223" y="30327"/>
                </a:lnTo>
                <a:lnTo>
                  <a:pt x="64274" y="30111"/>
                </a:lnTo>
                <a:close/>
              </a:path>
              <a:path w="90805" h="37465">
                <a:moveTo>
                  <a:pt x="65252" y="28028"/>
                </a:moveTo>
                <a:lnTo>
                  <a:pt x="64998" y="27851"/>
                </a:lnTo>
                <a:lnTo>
                  <a:pt x="64808" y="27660"/>
                </a:lnTo>
                <a:lnTo>
                  <a:pt x="64998" y="27584"/>
                </a:lnTo>
                <a:lnTo>
                  <a:pt x="65151" y="27495"/>
                </a:lnTo>
                <a:lnTo>
                  <a:pt x="64782" y="27368"/>
                </a:lnTo>
                <a:lnTo>
                  <a:pt x="64643" y="27444"/>
                </a:lnTo>
                <a:lnTo>
                  <a:pt x="64643" y="27190"/>
                </a:lnTo>
                <a:lnTo>
                  <a:pt x="64211" y="27419"/>
                </a:lnTo>
                <a:lnTo>
                  <a:pt x="65252" y="28028"/>
                </a:lnTo>
                <a:close/>
              </a:path>
              <a:path w="90805" h="37465">
                <a:moveTo>
                  <a:pt x="65633" y="29235"/>
                </a:moveTo>
                <a:lnTo>
                  <a:pt x="65227" y="29222"/>
                </a:lnTo>
                <a:lnTo>
                  <a:pt x="65125" y="29362"/>
                </a:lnTo>
                <a:lnTo>
                  <a:pt x="64973" y="29362"/>
                </a:lnTo>
                <a:lnTo>
                  <a:pt x="65189" y="29400"/>
                </a:lnTo>
                <a:lnTo>
                  <a:pt x="65595" y="29629"/>
                </a:lnTo>
                <a:lnTo>
                  <a:pt x="65633" y="29235"/>
                </a:lnTo>
                <a:close/>
              </a:path>
              <a:path w="90805" h="37465">
                <a:moveTo>
                  <a:pt x="67500" y="31635"/>
                </a:moveTo>
                <a:lnTo>
                  <a:pt x="67373" y="31521"/>
                </a:lnTo>
                <a:lnTo>
                  <a:pt x="67221" y="31597"/>
                </a:lnTo>
                <a:lnTo>
                  <a:pt x="67043" y="31673"/>
                </a:lnTo>
                <a:lnTo>
                  <a:pt x="66789" y="32029"/>
                </a:lnTo>
                <a:lnTo>
                  <a:pt x="67043" y="31978"/>
                </a:lnTo>
                <a:lnTo>
                  <a:pt x="67500" y="31635"/>
                </a:lnTo>
                <a:close/>
              </a:path>
              <a:path w="90805" h="37465">
                <a:moveTo>
                  <a:pt x="69138" y="5969"/>
                </a:moveTo>
                <a:lnTo>
                  <a:pt x="68770" y="5943"/>
                </a:lnTo>
                <a:lnTo>
                  <a:pt x="68427" y="5918"/>
                </a:lnTo>
                <a:lnTo>
                  <a:pt x="68465" y="6286"/>
                </a:lnTo>
                <a:lnTo>
                  <a:pt x="68897" y="6324"/>
                </a:lnTo>
                <a:lnTo>
                  <a:pt x="68922" y="6057"/>
                </a:lnTo>
                <a:lnTo>
                  <a:pt x="69049" y="6083"/>
                </a:lnTo>
                <a:close/>
              </a:path>
              <a:path w="90805" h="37465">
                <a:moveTo>
                  <a:pt x="70053" y="31572"/>
                </a:moveTo>
                <a:lnTo>
                  <a:pt x="69710" y="31661"/>
                </a:lnTo>
                <a:lnTo>
                  <a:pt x="69799" y="31407"/>
                </a:lnTo>
                <a:lnTo>
                  <a:pt x="69646" y="31369"/>
                </a:lnTo>
                <a:lnTo>
                  <a:pt x="69519" y="31534"/>
                </a:lnTo>
                <a:lnTo>
                  <a:pt x="69329" y="31242"/>
                </a:lnTo>
                <a:lnTo>
                  <a:pt x="69113" y="31318"/>
                </a:lnTo>
                <a:lnTo>
                  <a:pt x="69354" y="31381"/>
                </a:lnTo>
                <a:lnTo>
                  <a:pt x="69710" y="31838"/>
                </a:lnTo>
                <a:lnTo>
                  <a:pt x="70053" y="31572"/>
                </a:lnTo>
                <a:close/>
              </a:path>
              <a:path w="90805" h="37465">
                <a:moveTo>
                  <a:pt x="71361" y="7874"/>
                </a:moveTo>
                <a:lnTo>
                  <a:pt x="70993" y="7924"/>
                </a:lnTo>
                <a:lnTo>
                  <a:pt x="71031" y="8102"/>
                </a:lnTo>
                <a:lnTo>
                  <a:pt x="70993" y="8318"/>
                </a:lnTo>
                <a:lnTo>
                  <a:pt x="71297" y="8318"/>
                </a:lnTo>
                <a:lnTo>
                  <a:pt x="71348" y="8089"/>
                </a:lnTo>
                <a:lnTo>
                  <a:pt x="71361" y="7874"/>
                </a:lnTo>
                <a:close/>
              </a:path>
              <a:path w="90805" h="37465">
                <a:moveTo>
                  <a:pt x="79133" y="23317"/>
                </a:moveTo>
                <a:lnTo>
                  <a:pt x="78828" y="23202"/>
                </a:lnTo>
                <a:lnTo>
                  <a:pt x="78701" y="23380"/>
                </a:lnTo>
                <a:lnTo>
                  <a:pt x="77965" y="23418"/>
                </a:lnTo>
                <a:lnTo>
                  <a:pt x="78460" y="23609"/>
                </a:lnTo>
                <a:lnTo>
                  <a:pt x="78587" y="23444"/>
                </a:lnTo>
                <a:lnTo>
                  <a:pt x="78892" y="23558"/>
                </a:lnTo>
                <a:lnTo>
                  <a:pt x="78943" y="23355"/>
                </a:lnTo>
                <a:lnTo>
                  <a:pt x="79133" y="23317"/>
                </a:lnTo>
                <a:close/>
              </a:path>
              <a:path w="90805" h="37465">
                <a:moveTo>
                  <a:pt x="87007" y="12509"/>
                </a:moveTo>
                <a:lnTo>
                  <a:pt x="86626" y="12128"/>
                </a:lnTo>
                <a:lnTo>
                  <a:pt x="86385" y="12992"/>
                </a:lnTo>
                <a:lnTo>
                  <a:pt x="87007" y="12700"/>
                </a:lnTo>
                <a:lnTo>
                  <a:pt x="87007" y="12509"/>
                </a:lnTo>
                <a:close/>
              </a:path>
              <a:path w="90805" h="37465">
                <a:moveTo>
                  <a:pt x="87553" y="17932"/>
                </a:moveTo>
                <a:lnTo>
                  <a:pt x="87274" y="17881"/>
                </a:lnTo>
                <a:lnTo>
                  <a:pt x="87236" y="17640"/>
                </a:lnTo>
                <a:lnTo>
                  <a:pt x="86918" y="17614"/>
                </a:lnTo>
                <a:lnTo>
                  <a:pt x="86690" y="17868"/>
                </a:lnTo>
                <a:lnTo>
                  <a:pt x="86893" y="17919"/>
                </a:lnTo>
                <a:lnTo>
                  <a:pt x="86906" y="17754"/>
                </a:lnTo>
                <a:lnTo>
                  <a:pt x="87033" y="17716"/>
                </a:lnTo>
                <a:lnTo>
                  <a:pt x="87045" y="17843"/>
                </a:lnTo>
                <a:lnTo>
                  <a:pt x="87439" y="18135"/>
                </a:lnTo>
                <a:lnTo>
                  <a:pt x="87553" y="17932"/>
                </a:lnTo>
                <a:close/>
              </a:path>
              <a:path w="90805" h="37465">
                <a:moveTo>
                  <a:pt x="87795" y="9779"/>
                </a:moveTo>
                <a:lnTo>
                  <a:pt x="87604" y="9702"/>
                </a:lnTo>
                <a:lnTo>
                  <a:pt x="87439" y="9626"/>
                </a:lnTo>
                <a:lnTo>
                  <a:pt x="87312" y="9131"/>
                </a:lnTo>
                <a:lnTo>
                  <a:pt x="87083" y="9385"/>
                </a:lnTo>
                <a:lnTo>
                  <a:pt x="87147" y="9537"/>
                </a:lnTo>
                <a:lnTo>
                  <a:pt x="86982" y="9702"/>
                </a:lnTo>
                <a:lnTo>
                  <a:pt x="86817" y="9906"/>
                </a:lnTo>
                <a:lnTo>
                  <a:pt x="87236" y="10033"/>
                </a:lnTo>
                <a:lnTo>
                  <a:pt x="87299" y="9804"/>
                </a:lnTo>
                <a:lnTo>
                  <a:pt x="87477" y="9702"/>
                </a:lnTo>
                <a:lnTo>
                  <a:pt x="87464" y="9829"/>
                </a:lnTo>
                <a:lnTo>
                  <a:pt x="87795" y="9779"/>
                </a:lnTo>
                <a:close/>
              </a:path>
              <a:path w="90805" h="37465">
                <a:moveTo>
                  <a:pt x="89395" y="9677"/>
                </a:moveTo>
                <a:lnTo>
                  <a:pt x="89090" y="9563"/>
                </a:lnTo>
                <a:lnTo>
                  <a:pt x="89179" y="9842"/>
                </a:lnTo>
                <a:lnTo>
                  <a:pt x="88912" y="9753"/>
                </a:lnTo>
                <a:lnTo>
                  <a:pt x="88849" y="9893"/>
                </a:lnTo>
                <a:lnTo>
                  <a:pt x="88734" y="10071"/>
                </a:lnTo>
                <a:lnTo>
                  <a:pt x="89090" y="10045"/>
                </a:lnTo>
                <a:lnTo>
                  <a:pt x="89306" y="9931"/>
                </a:lnTo>
                <a:lnTo>
                  <a:pt x="89395" y="9677"/>
                </a:lnTo>
                <a:close/>
              </a:path>
              <a:path w="90805" h="37465">
                <a:moveTo>
                  <a:pt x="89674" y="9156"/>
                </a:moveTo>
                <a:lnTo>
                  <a:pt x="89420" y="9194"/>
                </a:lnTo>
                <a:lnTo>
                  <a:pt x="89154" y="9232"/>
                </a:lnTo>
                <a:lnTo>
                  <a:pt x="89115" y="9474"/>
                </a:lnTo>
                <a:lnTo>
                  <a:pt x="89433" y="9499"/>
                </a:lnTo>
                <a:lnTo>
                  <a:pt x="89560" y="9347"/>
                </a:lnTo>
                <a:lnTo>
                  <a:pt x="89674" y="9156"/>
                </a:lnTo>
                <a:close/>
              </a:path>
              <a:path w="90805" h="37465">
                <a:moveTo>
                  <a:pt x="90703" y="9969"/>
                </a:moveTo>
                <a:lnTo>
                  <a:pt x="90398" y="10045"/>
                </a:lnTo>
                <a:lnTo>
                  <a:pt x="90182" y="9715"/>
                </a:lnTo>
                <a:lnTo>
                  <a:pt x="90170" y="9906"/>
                </a:lnTo>
                <a:lnTo>
                  <a:pt x="90119" y="10591"/>
                </a:lnTo>
                <a:lnTo>
                  <a:pt x="90512" y="10401"/>
                </a:lnTo>
                <a:lnTo>
                  <a:pt x="90360" y="10337"/>
                </a:lnTo>
                <a:lnTo>
                  <a:pt x="90614" y="10299"/>
                </a:lnTo>
                <a:lnTo>
                  <a:pt x="90703" y="9969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bg object 99"/>
          <p:cNvSpPr/>
          <p:nvPr/>
        </p:nvSpPr>
        <p:spPr>
          <a:xfrm>
            <a:off x="1950516" y="874191"/>
            <a:ext cx="83185" cy="20320"/>
          </a:xfrm>
          <a:custGeom>
            <a:avLst/>
            <a:gdLst/>
            <a:ahLst/>
            <a:cxnLst/>
            <a:rect l="l" t="t" r="r" b="b"/>
            <a:pathLst>
              <a:path w="83185" h="20319">
                <a:moveTo>
                  <a:pt x="635" y="3517"/>
                </a:moveTo>
                <a:lnTo>
                  <a:pt x="419" y="3467"/>
                </a:lnTo>
                <a:lnTo>
                  <a:pt x="406" y="3619"/>
                </a:lnTo>
                <a:lnTo>
                  <a:pt x="279" y="3657"/>
                </a:lnTo>
                <a:lnTo>
                  <a:pt x="190" y="3467"/>
                </a:lnTo>
                <a:lnTo>
                  <a:pt x="406" y="3403"/>
                </a:lnTo>
                <a:lnTo>
                  <a:pt x="114" y="3276"/>
                </a:lnTo>
                <a:lnTo>
                  <a:pt x="0" y="3441"/>
                </a:lnTo>
                <a:lnTo>
                  <a:pt x="190" y="3606"/>
                </a:lnTo>
                <a:lnTo>
                  <a:pt x="482" y="3937"/>
                </a:lnTo>
                <a:lnTo>
                  <a:pt x="635" y="3517"/>
                </a:lnTo>
                <a:close/>
              </a:path>
              <a:path w="83185" h="20319">
                <a:moveTo>
                  <a:pt x="2082" y="6591"/>
                </a:moveTo>
                <a:lnTo>
                  <a:pt x="1752" y="6616"/>
                </a:lnTo>
                <a:lnTo>
                  <a:pt x="1816" y="6324"/>
                </a:lnTo>
                <a:lnTo>
                  <a:pt x="1587" y="6286"/>
                </a:lnTo>
                <a:lnTo>
                  <a:pt x="1562" y="6540"/>
                </a:lnTo>
                <a:lnTo>
                  <a:pt x="1905" y="6997"/>
                </a:lnTo>
                <a:lnTo>
                  <a:pt x="2082" y="6870"/>
                </a:lnTo>
                <a:lnTo>
                  <a:pt x="2082" y="6591"/>
                </a:lnTo>
                <a:close/>
              </a:path>
              <a:path w="83185" h="20319">
                <a:moveTo>
                  <a:pt x="4610" y="9347"/>
                </a:moveTo>
                <a:lnTo>
                  <a:pt x="4432" y="9118"/>
                </a:lnTo>
                <a:lnTo>
                  <a:pt x="4102" y="9271"/>
                </a:lnTo>
                <a:lnTo>
                  <a:pt x="4330" y="9423"/>
                </a:lnTo>
                <a:lnTo>
                  <a:pt x="3733" y="9550"/>
                </a:lnTo>
                <a:lnTo>
                  <a:pt x="3987" y="9639"/>
                </a:lnTo>
                <a:lnTo>
                  <a:pt x="4610" y="9347"/>
                </a:lnTo>
                <a:close/>
              </a:path>
              <a:path w="83185" h="20319">
                <a:moveTo>
                  <a:pt x="4953" y="5511"/>
                </a:moveTo>
                <a:lnTo>
                  <a:pt x="4572" y="5397"/>
                </a:lnTo>
                <a:lnTo>
                  <a:pt x="4254" y="4851"/>
                </a:lnTo>
                <a:lnTo>
                  <a:pt x="4254" y="4991"/>
                </a:lnTo>
                <a:lnTo>
                  <a:pt x="3987" y="5130"/>
                </a:lnTo>
                <a:lnTo>
                  <a:pt x="4813" y="5626"/>
                </a:lnTo>
                <a:lnTo>
                  <a:pt x="4953" y="5511"/>
                </a:lnTo>
                <a:close/>
              </a:path>
              <a:path w="83185" h="20319">
                <a:moveTo>
                  <a:pt x="5118" y="6718"/>
                </a:moveTo>
                <a:lnTo>
                  <a:pt x="5105" y="6324"/>
                </a:lnTo>
                <a:lnTo>
                  <a:pt x="4978" y="6565"/>
                </a:lnTo>
                <a:lnTo>
                  <a:pt x="4533" y="6502"/>
                </a:lnTo>
                <a:lnTo>
                  <a:pt x="4330" y="6680"/>
                </a:lnTo>
                <a:lnTo>
                  <a:pt x="4406" y="6362"/>
                </a:lnTo>
                <a:lnTo>
                  <a:pt x="3975" y="6642"/>
                </a:lnTo>
                <a:lnTo>
                  <a:pt x="3594" y="6540"/>
                </a:lnTo>
                <a:lnTo>
                  <a:pt x="4064" y="7010"/>
                </a:lnTo>
                <a:lnTo>
                  <a:pt x="5118" y="6718"/>
                </a:lnTo>
                <a:close/>
              </a:path>
              <a:path w="83185" h="20319">
                <a:moveTo>
                  <a:pt x="5334" y="584"/>
                </a:moveTo>
                <a:lnTo>
                  <a:pt x="5092" y="317"/>
                </a:lnTo>
                <a:lnTo>
                  <a:pt x="4953" y="508"/>
                </a:lnTo>
                <a:lnTo>
                  <a:pt x="4813" y="12"/>
                </a:lnTo>
                <a:lnTo>
                  <a:pt x="4584" y="0"/>
                </a:lnTo>
                <a:lnTo>
                  <a:pt x="4762" y="406"/>
                </a:lnTo>
                <a:lnTo>
                  <a:pt x="4508" y="292"/>
                </a:lnTo>
                <a:lnTo>
                  <a:pt x="4330" y="342"/>
                </a:lnTo>
                <a:lnTo>
                  <a:pt x="4457" y="546"/>
                </a:lnTo>
                <a:lnTo>
                  <a:pt x="5334" y="584"/>
                </a:lnTo>
                <a:close/>
              </a:path>
              <a:path w="83185" h="20319">
                <a:moveTo>
                  <a:pt x="5664" y="1612"/>
                </a:moveTo>
                <a:lnTo>
                  <a:pt x="5537" y="939"/>
                </a:lnTo>
                <a:lnTo>
                  <a:pt x="5118" y="939"/>
                </a:lnTo>
                <a:lnTo>
                  <a:pt x="4978" y="1612"/>
                </a:lnTo>
                <a:lnTo>
                  <a:pt x="5664" y="1612"/>
                </a:lnTo>
                <a:close/>
              </a:path>
              <a:path w="83185" h="20319">
                <a:moveTo>
                  <a:pt x="5854" y="8877"/>
                </a:moveTo>
                <a:lnTo>
                  <a:pt x="5689" y="8712"/>
                </a:lnTo>
                <a:lnTo>
                  <a:pt x="5372" y="8661"/>
                </a:lnTo>
                <a:lnTo>
                  <a:pt x="5346" y="8369"/>
                </a:lnTo>
                <a:lnTo>
                  <a:pt x="4902" y="8318"/>
                </a:lnTo>
                <a:lnTo>
                  <a:pt x="5626" y="9144"/>
                </a:lnTo>
                <a:lnTo>
                  <a:pt x="5854" y="8877"/>
                </a:lnTo>
                <a:close/>
              </a:path>
              <a:path w="83185" h="20319">
                <a:moveTo>
                  <a:pt x="7112" y="8839"/>
                </a:moveTo>
                <a:lnTo>
                  <a:pt x="6807" y="8877"/>
                </a:lnTo>
                <a:lnTo>
                  <a:pt x="6438" y="8864"/>
                </a:lnTo>
                <a:lnTo>
                  <a:pt x="6502" y="9105"/>
                </a:lnTo>
                <a:lnTo>
                  <a:pt x="6807" y="9131"/>
                </a:lnTo>
                <a:lnTo>
                  <a:pt x="6540" y="9067"/>
                </a:lnTo>
                <a:lnTo>
                  <a:pt x="6946" y="8877"/>
                </a:lnTo>
                <a:lnTo>
                  <a:pt x="7010" y="9055"/>
                </a:lnTo>
                <a:lnTo>
                  <a:pt x="7112" y="8839"/>
                </a:lnTo>
                <a:close/>
              </a:path>
              <a:path w="83185" h="20319">
                <a:moveTo>
                  <a:pt x="7670" y="11633"/>
                </a:moveTo>
                <a:lnTo>
                  <a:pt x="7366" y="11645"/>
                </a:lnTo>
                <a:lnTo>
                  <a:pt x="7302" y="11836"/>
                </a:lnTo>
                <a:lnTo>
                  <a:pt x="7200" y="12039"/>
                </a:lnTo>
                <a:lnTo>
                  <a:pt x="7505" y="12077"/>
                </a:lnTo>
                <a:lnTo>
                  <a:pt x="7569" y="11925"/>
                </a:lnTo>
                <a:lnTo>
                  <a:pt x="7442" y="11785"/>
                </a:lnTo>
                <a:lnTo>
                  <a:pt x="7670" y="11633"/>
                </a:lnTo>
                <a:close/>
              </a:path>
              <a:path w="83185" h="20319">
                <a:moveTo>
                  <a:pt x="8890" y="14947"/>
                </a:moveTo>
                <a:lnTo>
                  <a:pt x="8801" y="14668"/>
                </a:lnTo>
                <a:lnTo>
                  <a:pt x="8534" y="14643"/>
                </a:lnTo>
                <a:lnTo>
                  <a:pt x="8458" y="14808"/>
                </a:lnTo>
                <a:lnTo>
                  <a:pt x="8267" y="14630"/>
                </a:lnTo>
                <a:lnTo>
                  <a:pt x="8229" y="15036"/>
                </a:lnTo>
                <a:lnTo>
                  <a:pt x="8572" y="14833"/>
                </a:lnTo>
                <a:lnTo>
                  <a:pt x="8788" y="14770"/>
                </a:lnTo>
                <a:lnTo>
                  <a:pt x="8890" y="14947"/>
                </a:lnTo>
                <a:close/>
              </a:path>
              <a:path w="83185" h="20319">
                <a:moveTo>
                  <a:pt x="13957" y="10820"/>
                </a:moveTo>
                <a:lnTo>
                  <a:pt x="13525" y="10871"/>
                </a:lnTo>
                <a:lnTo>
                  <a:pt x="13779" y="10934"/>
                </a:lnTo>
                <a:lnTo>
                  <a:pt x="13093" y="11125"/>
                </a:lnTo>
                <a:lnTo>
                  <a:pt x="13589" y="11226"/>
                </a:lnTo>
                <a:lnTo>
                  <a:pt x="13919" y="11176"/>
                </a:lnTo>
                <a:lnTo>
                  <a:pt x="13957" y="10934"/>
                </a:lnTo>
                <a:lnTo>
                  <a:pt x="13766" y="10985"/>
                </a:lnTo>
                <a:lnTo>
                  <a:pt x="13957" y="10820"/>
                </a:lnTo>
                <a:close/>
              </a:path>
              <a:path w="83185" h="20319">
                <a:moveTo>
                  <a:pt x="14109" y="16065"/>
                </a:moveTo>
                <a:lnTo>
                  <a:pt x="13855" y="16243"/>
                </a:lnTo>
                <a:lnTo>
                  <a:pt x="13335" y="16103"/>
                </a:lnTo>
                <a:lnTo>
                  <a:pt x="13258" y="16408"/>
                </a:lnTo>
                <a:lnTo>
                  <a:pt x="13652" y="16471"/>
                </a:lnTo>
                <a:lnTo>
                  <a:pt x="14109" y="16065"/>
                </a:lnTo>
                <a:close/>
              </a:path>
              <a:path w="83185" h="20319">
                <a:moveTo>
                  <a:pt x="14566" y="8001"/>
                </a:moveTo>
                <a:lnTo>
                  <a:pt x="14211" y="7785"/>
                </a:lnTo>
                <a:lnTo>
                  <a:pt x="13754" y="8013"/>
                </a:lnTo>
                <a:lnTo>
                  <a:pt x="13995" y="7696"/>
                </a:lnTo>
                <a:lnTo>
                  <a:pt x="13690" y="7747"/>
                </a:lnTo>
                <a:lnTo>
                  <a:pt x="13589" y="7569"/>
                </a:lnTo>
                <a:lnTo>
                  <a:pt x="13487" y="7874"/>
                </a:lnTo>
                <a:lnTo>
                  <a:pt x="13639" y="8013"/>
                </a:lnTo>
                <a:lnTo>
                  <a:pt x="13855" y="8128"/>
                </a:lnTo>
                <a:lnTo>
                  <a:pt x="14566" y="8001"/>
                </a:lnTo>
                <a:close/>
              </a:path>
              <a:path w="83185" h="20319">
                <a:moveTo>
                  <a:pt x="14871" y="12509"/>
                </a:moveTo>
                <a:lnTo>
                  <a:pt x="14414" y="12712"/>
                </a:lnTo>
                <a:lnTo>
                  <a:pt x="13042" y="12979"/>
                </a:lnTo>
                <a:lnTo>
                  <a:pt x="12979" y="13512"/>
                </a:lnTo>
                <a:lnTo>
                  <a:pt x="13335" y="12979"/>
                </a:lnTo>
                <a:lnTo>
                  <a:pt x="13881" y="12979"/>
                </a:lnTo>
                <a:lnTo>
                  <a:pt x="13563" y="13525"/>
                </a:lnTo>
                <a:lnTo>
                  <a:pt x="12941" y="13868"/>
                </a:lnTo>
                <a:lnTo>
                  <a:pt x="13652" y="13614"/>
                </a:lnTo>
                <a:lnTo>
                  <a:pt x="14109" y="13106"/>
                </a:lnTo>
                <a:lnTo>
                  <a:pt x="14490" y="12979"/>
                </a:lnTo>
                <a:lnTo>
                  <a:pt x="14770" y="12979"/>
                </a:lnTo>
                <a:lnTo>
                  <a:pt x="14871" y="12509"/>
                </a:lnTo>
                <a:close/>
              </a:path>
              <a:path w="83185" h="20319">
                <a:moveTo>
                  <a:pt x="15938" y="11163"/>
                </a:moveTo>
                <a:lnTo>
                  <a:pt x="15671" y="11061"/>
                </a:lnTo>
                <a:lnTo>
                  <a:pt x="15417" y="11404"/>
                </a:lnTo>
                <a:lnTo>
                  <a:pt x="15303" y="11112"/>
                </a:lnTo>
                <a:lnTo>
                  <a:pt x="15532" y="11049"/>
                </a:lnTo>
                <a:lnTo>
                  <a:pt x="15087" y="10960"/>
                </a:lnTo>
                <a:lnTo>
                  <a:pt x="15252" y="11404"/>
                </a:lnTo>
                <a:lnTo>
                  <a:pt x="15557" y="11353"/>
                </a:lnTo>
                <a:lnTo>
                  <a:pt x="15582" y="11493"/>
                </a:lnTo>
                <a:lnTo>
                  <a:pt x="15938" y="11163"/>
                </a:lnTo>
                <a:close/>
              </a:path>
              <a:path w="83185" h="20319">
                <a:moveTo>
                  <a:pt x="17043" y="5778"/>
                </a:moveTo>
                <a:lnTo>
                  <a:pt x="16776" y="5511"/>
                </a:lnTo>
                <a:lnTo>
                  <a:pt x="16725" y="5791"/>
                </a:lnTo>
                <a:lnTo>
                  <a:pt x="16103" y="5994"/>
                </a:lnTo>
                <a:lnTo>
                  <a:pt x="16281" y="6172"/>
                </a:lnTo>
                <a:lnTo>
                  <a:pt x="16408" y="5956"/>
                </a:lnTo>
                <a:lnTo>
                  <a:pt x="17043" y="5778"/>
                </a:lnTo>
                <a:close/>
              </a:path>
              <a:path w="83185" h="20319">
                <a:moveTo>
                  <a:pt x="17932" y="15151"/>
                </a:moveTo>
                <a:lnTo>
                  <a:pt x="17564" y="15151"/>
                </a:lnTo>
                <a:lnTo>
                  <a:pt x="17462" y="14973"/>
                </a:lnTo>
                <a:lnTo>
                  <a:pt x="17145" y="14947"/>
                </a:lnTo>
                <a:lnTo>
                  <a:pt x="17081" y="15227"/>
                </a:lnTo>
                <a:lnTo>
                  <a:pt x="17538" y="15163"/>
                </a:lnTo>
                <a:lnTo>
                  <a:pt x="17513" y="15443"/>
                </a:lnTo>
                <a:lnTo>
                  <a:pt x="17310" y="15494"/>
                </a:lnTo>
                <a:lnTo>
                  <a:pt x="17703" y="15646"/>
                </a:lnTo>
                <a:lnTo>
                  <a:pt x="17589" y="15189"/>
                </a:lnTo>
                <a:lnTo>
                  <a:pt x="17843" y="15455"/>
                </a:lnTo>
                <a:lnTo>
                  <a:pt x="17932" y="15151"/>
                </a:lnTo>
                <a:close/>
              </a:path>
              <a:path w="83185" h="20319">
                <a:moveTo>
                  <a:pt x="19621" y="16332"/>
                </a:moveTo>
                <a:lnTo>
                  <a:pt x="19380" y="16306"/>
                </a:lnTo>
                <a:lnTo>
                  <a:pt x="19278" y="16459"/>
                </a:lnTo>
                <a:lnTo>
                  <a:pt x="18986" y="16370"/>
                </a:lnTo>
                <a:lnTo>
                  <a:pt x="19062" y="16548"/>
                </a:lnTo>
                <a:lnTo>
                  <a:pt x="19304" y="16535"/>
                </a:lnTo>
                <a:lnTo>
                  <a:pt x="19519" y="16497"/>
                </a:lnTo>
                <a:lnTo>
                  <a:pt x="19621" y="16332"/>
                </a:lnTo>
                <a:close/>
              </a:path>
              <a:path w="83185" h="20319">
                <a:moveTo>
                  <a:pt x="19837" y="8534"/>
                </a:moveTo>
                <a:lnTo>
                  <a:pt x="19456" y="8610"/>
                </a:lnTo>
                <a:lnTo>
                  <a:pt x="19278" y="8445"/>
                </a:lnTo>
                <a:lnTo>
                  <a:pt x="19062" y="8559"/>
                </a:lnTo>
                <a:lnTo>
                  <a:pt x="19164" y="8750"/>
                </a:lnTo>
                <a:lnTo>
                  <a:pt x="19494" y="8775"/>
                </a:lnTo>
                <a:lnTo>
                  <a:pt x="19608" y="8610"/>
                </a:lnTo>
                <a:lnTo>
                  <a:pt x="19837" y="8534"/>
                </a:lnTo>
                <a:close/>
              </a:path>
              <a:path w="83185" h="20319">
                <a:moveTo>
                  <a:pt x="22872" y="16776"/>
                </a:moveTo>
                <a:lnTo>
                  <a:pt x="22682" y="16573"/>
                </a:lnTo>
                <a:lnTo>
                  <a:pt x="22428" y="16548"/>
                </a:lnTo>
                <a:lnTo>
                  <a:pt x="21971" y="16827"/>
                </a:lnTo>
                <a:lnTo>
                  <a:pt x="22212" y="16979"/>
                </a:lnTo>
                <a:lnTo>
                  <a:pt x="22326" y="16713"/>
                </a:lnTo>
                <a:lnTo>
                  <a:pt x="22847" y="16903"/>
                </a:lnTo>
                <a:lnTo>
                  <a:pt x="22872" y="16776"/>
                </a:lnTo>
                <a:close/>
              </a:path>
              <a:path w="83185" h="20319">
                <a:moveTo>
                  <a:pt x="22910" y="16268"/>
                </a:moveTo>
                <a:lnTo>
                  <a:pt x="22606" y="16294"/>
                </a:lnTo>
                <a:lnTo>
                  <a:pt x="22618" y="16116"/>
                </a:lnTo>
                <a:lnTo>
                  <a:pt x="22428" y="16116"/>
                </a:lnTo>
                <a:lnTo>
                  <a:pt x="22250" y="16141"/>
                </a:lnTo>
                <a:lnTo>
                  <a:pt x="22491" y="16192"/>
                </a:lnTo>
                <a:lnTo>
                  <a:pt x="22466" y="16383"/>
                </a:lnTo>
                <a:lnTo>
                  <a:pt x="22796" y="16484"/>
                </a:lnTo>
                <a:lnTo>
                  <a:pt x="22910" y="16268"/>
                </a:lnTo>
                <a:close/>
              </a:path>
              <a:path w="83185" h="20319">
                <a:moveTo>
                  <a:pt x="24701" y="16967"/>
                </a:moveTo>
                <a:lnTo>
                  <a:pt x="24485" y="16510"/>
                </a:lnTo>
                <a:lnTo>
                  <a:pt x="24409" y="16357"/>
                </a:lnTo>
                <a:lnTo>
                  <a:pt x="24701" y="16967"/>
                </a:lnTo>
                <a:close/>
              </a:path>
              <a:path w="83185" h="20319">
                <a:moveTo>
                  <a:pt x="25933" y="17183"/>
                </a:moveTo>
                <a:lnTo>
                  <a:pt x="25654" y="17183"/>
                </a:lnTo>
                <a:lnTo>
                  <a:pt x="25654" y="17360"/>
                </a:lnTo>
                <a:lnTo>
                  <a:pt x="25831" y="17475"/>
                </a:lnTo>
                <a:lnTo>
                  <a:pt x="25933" y="17183"/>
                </a:lnTo>
                <a:close/>
              </a:path>
              <a:path w="83185" h="20319">
                <a:moveTo>
                  <a:pt x="27317" y="17767"/>
                </a:moveTo>
                <a:lnTo>
                  <a:pt x="27228" y="17411"/>
                </a:lnTo>
                <a:lnTo>
                  <a:pt x="26441" y="17538"/>
                </a:lnTo>
                <a:lnTo>
                  <a:pt x="26416" y="17157"/>
                </a:lnTo>
                <a:lnTo>
                  <a:pt x="25958" y="17183"/>
                </a:lnTo>
                <a:lnTo>
                  <a:pt x="26022" y="17411"/>
                </a:lnTo>
                <a:lnTo>
                  <a:pt x="26035" y="17576"/>
                </a:lnTo>
                <a:lnTo>
                  <a:pt x="26276" y="17322"/>
                </a:lnTo>
                <a:lnTo>
                  <a:pt x="26466" y="17576"/>
                </a:lnTo>
                <a:lnTo>
                  <a:pt x="26860" y="17691"/>
                </a:lnTo>
                <a:lnTo>
                  <a:pt x="27317" y="17767"/>
                </a:lnTo>
                <a:close/>
              </a:path>
              <a:path w="83185" h="20319">
                <a:moveTo>
                  <a:pt x="29921" y="12623"/>
                </a:moveTo>
                <a:lnTo>
                  <a:pt x="29464" y="12052"/>
                </a:lnTo>
                <a:lnTo>
                  <a:pt x="29286" y="12217"/>
                </a:lnTo>
                <a:lnTo>
                  <a:pt x="29921" y="12725"/>
                </a:lnTo>
                <a:close/>
              </a:path>
              <a:path w="83185" h="20319">
                <a:moveTo>
                  <a:pt x="30518" y="12687"/>
                </a:moveTo>
                <a:lnTo>
                  <a:pt x="30454" y="12420"/>
                </a:lnTo>
                <a:lnTo>
                  <a:pt x="30149" y="12649"/>
                </a:lnTo>
                <a:lnTo>
                  <a:pt x="30518" y="12687"/>
                </a:lnTo>
                <a:close/>
              </a:path>
              <a:path w="83185" h="20319">
                <a:moveTo>
                  <a:pt x="32004" y="13081"/>
                </a:moveTo>
                <a:lnTo>
                  <a:pt x="31407" y="13195"/>
                </a:lnTo>
                <a:lnTo>
                  <a:pt x="31013" y="12725"/>
                </a:lnTo>
                <a:lnTo>
                  <a:pt x="30848" y="12814"/>
                </a:lnTo>
                <a:lnTo>
                  <a:pt x="31165" y="13030"/>
                </a:lnTo>
                <a:lnTo>
                  <a:pt x="31559" y="13335"/>
                </a:lnTo>
                <a:lnTo>
                  <a:pt x="32004" y="13081"/>
                </a:lnTo>
                <a:close/>
              </a:path>
              <a:path w="83185" h="20319">
                <a:moveTo>
                  <a:pt x="33451" y="12471"/>
                </a:moveTo>
                <a:lnTo>
                  <a:pt x="33121" y="12369"/>
                </a:lnTo>
                <a:lnTo>
                  <a:pt x="32994" y="12496"/>
                </a:lnTo>
                <a:lnTo>
                  <a:pt x="32727" y="12471"/>
                </a:lnTo>
                <a:lnTo>
                  <a:pt x="32677" y="12687"/>
                </a:lnTo>
                <a:lnTo>
                  <a:pt x="32867" y="12814"/>
                </a:lnTo>
                <a:lnTo>
                  <a:pt x="33350" y="12814"/>
                </a:lnTo>
                <a:lnTo>
                  <a:pt x="33108" y="12636"/>
                </a:lnTo>
                <a:lnTo>
                  <a:pt x="32981" y="12725"/>
                </a:lnTo>
                <a:lnTo>
                  <a:pt x="32981" y="12585"/>
                </a:lnTo>
                <a:lnTo>
                  <a:pt x="33451" y="12471"/>
                </a:lnTo>
                <a:close/>
              </a:path>
              <a:path w="83185" h="20319">
                <a:moveTo>
                  <a:pt x="35331" y="8026"/>
                </a:moveTo>
                <a:lnTo>
                  <a:pt x="35140" y="7874"/>
                </a:lnTo>
                <a:lnTo>
                  <a:pt x="34975" y="8166"/>
                </a:lnTo>
                <a:lnTo>
                  <a:pt x="34861" y="8458"/>
                </a:lnTo>
                <a:lnTo>
                  <a:pt x="34544" y="8547"/>
                </a:lnTo>
                <a:lnTo>
                  <a:pt x="34874" y="8661"/>
                </a:lnTo>
                <a:lnTo>
                  <a:pt x="35064" y="8407"/>
                </a:lnTo>
                <a:lnTo>
                  <a:pt x="35331" y="8026"/>
                </a:lnTo>
                <a:close/>
              </a:path>
              <a:path w="83185" h="20319">
                <a:moveTo>
                  <a:pt x="39497" y="6997"/>
                </a:moveTo>
                <a:lnTo>
                  <a:pt x="39204" y="6908"/>
                </a:lnTo>
                <a:lnTo>
                  <a:pt x="38989" y="6350"/>
                </a:lnTo>
                <a:lnTo>
                  <a:pt x="38785" y="6477"/>
                </a:lnTo>
                <a:lnTo>
                  <a:pt x="39052" y="6578"/>
                </a:lnTo>
                <a:lnTo>
                  <a:pt x="39141" y="7213"/>
                </a:lnTo>
                <a:lnTo>
                  <a:pt x="39497" y="6997"/>
                </a:lnTo>
                <a:close/>
              </a:path>
              <a:path w="83185" h="20319">
                <a:moveTo>
                  <a:pt x="40944" y="5181"/>
                </a:moveTo>
                <a:lnTo>
                  <a:pt x="40297" y="5181"/>
                </a:lnTo>
                <a:lnTo>
                  <a:pt x="40449" y="5664"/>
                </a:lnTo>
                <a:lnTo>
                  <a:pt x="40513" y="5892"/>
                </a:lnTo>
                <a:lnTo>
                  <a:pt x="40728" y="5664"/>
                </a:lnTo>
                <a:lnTo>
                  <a:pt x="40944" y="5181"/>
                </a:lnTo>
                <a:close/>
              </a:path>
              <a:path w="83185" h="20319">
                <a:moveTo>
                  <a:pt x="42227" y="5143"/>
                </a:moveTo>
                <a:lnTo>
                  <a:pt x="41808" y="5067"/>
                </a:lnTo>
                <a:lnTo>
                  <a:pt x="41656" y="5245"/>
                </a:lnTo>
                <a:lnTo>
                  <a:pt x="41465" y="5346"/>
                </a:lnTo>
                <a:lnTo>
                  <a:pt x="41694" y="5499"/>
                </a:lnTo>
                <a:lnTo>
                  <a:pt x="41871" y="5156"/>
                </a:lnTo>
                <a:lnTo>
                  <a:pt x="41884" y="5384"/>
                </a:lnTo>
                <a:lnTo>
                  <a:pt x="42227" y="5143"/>
                </a:lnTo>
                <a:close/>
              </a:path>
              <a:path w="83185" h="20319">
                <a:moveTo>
                  <a:pt x="44640" y="15049"/>
                </a:moveTo>
                <a:lnTo>
                  <a:pt x="44424" y="14668"/>
                </a:lnTo>
                <a:lnTo>
                  <a:pt x="44069" y="14897"/>
                </a:lnTo>
                <a:lnTo>
                  <a:pt x="44005" y="14706"/>
                </a:lnTo>
                <a:lnTo>
                  <a:pt x="44005" y="14554"/>
                </a:lnTo>
                <a:lnTo>
                  <a:pt x="43726" y="14795"/>
                </a:lnTo>
                <a:lnTo>
                  <a:pt x="43484" y="14478"/>
                </a:lnTo>
                <a:lnTo>
                  <a:pt x="43256" y="14744"/>
                </a:lnTo>
                <a:lnTo>
                  <a:pt x="43662" y="14859"/>
                </a:lnTo>
                <a:lnTo>
                  <a:pt x="44640" y="15049"/>
                </a:lnTo>
                <a:close/>
              </a:path>
              <a:path w="83185" h="20319">
                <a:moveTo>
                  <a:pt x="46710" y="17653"/>
                </a:moveTo>
                <a:lnTo>
                  <a:pt x="46647" y="17437"/>
                </a:lnTo>
                <a:lnTo>
                  <a:pt x="46456" y="17246"/>
                </a:lnTo>
                <a:lnTo>
                  <a:pt x="46431" y="17475"/>
                </a:lnTo>
                <a:lnTo>
                  <a:pt x="46228" y="17500"/>
                </a:lnTo>
                <a:lnTo>
                  <a:pt x="46418" y="17208"/>
                </a:lnTo>
                <a:lnTo>
                  <a:pt x="45872" y="17411"/>
                </a:lnTo>
                <a:lnTo>
                  <a:pt x="45923" y="17208"/>
                </a:lnTo>
                <a:lnTo>
                  <a:pt x="46151" y="17043"/>
                </a:lnTo>
                <a:lnTo>
                  <a:pt x="45961" y="17043"/>
                </a:lnTo>
                <a:lnTo>
                  <a:pt x="45732" y="16929"/>
                </a:lnTo>
                <a:lnTo>
                  <a:pt x="45732" y="17335"/>
                </a:lnTo>
                <a:lnTo>
                  <a:pt x="46050" y="17526"/>
                </a:lnTo>
                <a:lnTo>
                  <a:pt x="46418" y="17691"/>
                </a:lnTo>
                <a:lnTo>
                  <a:pt x="46443" y="17551"/>
                </a:lnTo>
                <a:lnTo>
                  <a:pt x="46710" y="17653"/>
                </a:lnTo>
                <a:close/>
              </a:path>
              <a:path w="83185" h="20319">
                <a:moveTo>
                  <a:pt x="51028" y="15849"/>
                </a:moveTo>
                <a:lnTo>
                  <a:pt x="50787" y="15748"/>
                </a:lnTo>
                <a:lnTo>
                  <a:pt x="50711" y="15506"/>
                </a:lnTo>
                <a:lnTo>
                  <a:pt x="50482" y="15532"/>
                </a:lnTo>
                <a:lnTo>
                  <a:pt x="50546" y="15798"/>
                </a:lnTo>
                <a:lnTo>
                  <a:pt x="50304" y="15748"/>
                </a:lnTo>
                <a:lnTo>
                  <a:pt x="50342" y="15976"/>
                </a:lnTo>
                <a:lnTo>
                  <a:pt x="50533" y="16002"/>
                </a:lnTo>
                <a:lnTo>
                  <a:pt x="51028" y="15849"/>
                </a:lnTo>
                <a:close/>
              </a:path>
              <a:path w="83185" h="20319">
                <a:moveTo>
                  <a:pt x="52946" y="16560"/>
                </a:moveTo>
                <a:lnTo>
                  <a:pt x="52527" y="16624"/>
                </a:lnTo>
                <a:lnTo>
                  <a:pt x="52362" y="16903"/>
                </a:lnTo>
                <a:lnTo>
                  <a:pt x="52857" y="16725"/>
                </a:lnTo>
                <a:lnTo>
                  <a:pt x="52946" y="16560"/>
                </a:lnTo>
                <a:close/>
              </a:path>
              <a:path w="83185" h="20319">
                <a:moveTo>
                  <a:pt x="53479" y="16776"/>
                </a:moveTo>
                <a:lnTo>
                  <a:pt x="53314" y="16649"/>
                </a:lnTo>
                <a:lnTo>
                  <a:pt x="53060" y="16624"/>
                </a:lnTo>
                <a:lnTo>
                  <a:pt x="53251" y="16840"/>
                </a:lnTo>
                <a:lnTo>
                  <a:pt x="52768" y="16941"/>
                </a:lnTo>
                <a:lnTo>
                  <a:pt x="52857" y="16725"/>
                </a:lnTo>
                <a:lnTo>
                  <a:pt x="52705" y="16967"/>
                </a:lnTo>
                <a:lnTo>
                  <a:pt x="52997" y="16929"/>
                </a:lnTo>
                <a:lnTo>
                  <a:pt x="53314" y="16941"/>
                </a:lnTo>
                <a:lnTo>
                  <a:pt x="53479" y="16776"/>
                </a:lnTo>
                <a:close/>
              </a:path>
              <a:path w="83185" h="20319">
                <a:moveTo>
                  <a:pt x="56134" y="17716"/>
                </a:moveTo>
                <a:lnTo>
                  <a:pt x="55816" y="17627"/>
                </a:lnTo>
                <a:lnTo>
                  <a:pt x="55651" y="17767"/>
                </a:lnTo>
                <a:lnTo>
                  <a:pt x="55740" y="17995"/>
                </a:lnTo>
                <a:lnTo>
                  <a:pt x="55702" y="17843"/>
                </a:lnTo>
                <a:lnTo>
                  <a:pt x="56057" y="17983"/>
                </a:lnTo>
                <a:lnTo>
                  <a:pt x="56134" y="17716"/>
                </a:lnTo>
                <a:close/>
              </a:path>
              <a:path w="83185" h="20319">
                <a:moveTo>
                  <a:pt x="56515" y="15735"/>
                </a:moveTo>
                <a:lnTo>
                  <a:pt x="56248" y="15748"/>
                </a:lnTo>
                <a:lnTo>
                  <a:pt x="55219" y="15392"/>
                </a:lnTo>
                <a:lnTo>
                  <a:pt x="55524" y="15633"/>
                </a:lnTo>
                <a:lnTo>
                  <a:pt x="56210" y="15951"/>
                </a:lnTo>
                <a:lnTo>
                  <a:pt x="56515" y="15735"/>
                </a:lnTo>
                <a:close/>
              </a:path>
              <a:path w="83185" h="20319">
                <a:moveTo>
                  <a:pt x="56870" y="14185"/>
                </a:moveTo>
                <a:lnTo>
                  <a:pt x="56400" y="13982"/>
                </a:lnTo>
                <a:lnTo>
                  <a:pt x="56184" y="14173"/>
                </a:lnTo>
                <a:lnTo>
                  <a:pt x="55994" y="14389"/>
                </a:lnTo>
                <a:lnTo>
                  <a:pt x="55727" y="14554"/>
                </a:lnTo>
                <a:lnTo>
                  <a:pt x="55765" y="14427"/>
                </a:lnTo>
                <a:lnTo>
                  <a:pt x="55892" y="14376"/>
                </a:lnTo>
                <a:lnTo>
                  <a:pt x="55626" y="14363"/>
                </a:lnTo>
                <a:lnTo>
                  <a:pt x="55587" y="14719"/>
                </a:lnTo>
                <a:lnTo>
                  <a:pt x="56172" y="14681"/>
                </a:lnTo>
                <a:lnTo>
                  <a:pt x="56476" y="14605"/>
                </a:lnTo>
                <a:lnTo>
                  <a:pt x="56311" y="14478"/>
                </a:lnTo>
                <a:lnTo>
                  <a:pt x="56870" y="14185"/>
                </a:lnTo>
                <a:close/>
              </a:path>
              <a:path w="83185" h="20319">
                <a:moveTo>
                  <a:pt x="57645" y="18249"/>
                </a:moveTo>
                <a:lnTo>
                  <a:pt x="57340" y="17995"/>
                </a:lnTo>
                <a:lnTo>
                  <a:pt x="57200" y="17741"/>
                </a:lnTo>
                <a:lnTo>
                  <a:pt x="57048" y="17830"/>
                </a:lnTo>
                <a:lnTo>
                  <a:pt x="56959" y="17424"/>
                </a:lnTo>
                <a:lnTo>
                  <a:pt x="56680" y="17386"/>
                </a:lnTo>
                <a:lnTo>
                  <a:pt x="56743" y="17564"/>
                </a:lnTo>
                <a:lnTo>
                  <a:pt x="56540" y="17386"/>
                </a:lnTo>
                <a:lnTo>
                  <a:pt x="56680" y="17653"/>
                </a:lnTo>
                <a:lnTo>
                  <a:pt x="56921" y="17830"/>
                </a:lnTo>
                <a:lnTo>
                  <a:pt x="57124" y="18072"/>
                </a:lnTo>
                <a:lnTo>
                  <a:pt x="57061" y="17868"/>
                </a:lnTo>
                <a:lnTo>
                  <a:pt x="57645" y="18249"/>
                </a:lnTo>
                <a:close/>
              </a:path>
              <a:path w="83185" h="20319">
                <a:moveTo>
                  <a:pt x="57645" y="11849"/>
                </a:moveTo>
                <a:lnTo>
                  <a:pt x="57327" y="11785"/>
                </a:lnTo>
                <a:lnTo>
                  <a:pt x="57277" y="11391"/>
                </a:lnTo>
                <a:lnTo>
                  <a:pt x="56807" y="11684"/>
                </a:lnTo>
                <a:lnTo>
                  <a:pt x="56819" y="11480"/>
                </a:lnTo>
                <a:lnTo>
                  <a:pt x="56565" y="11036"/>
                </a:lnTo>
                <a:lnTo>
                  <a:pt x="56426" y="11201"/>
                </a:lnTo>
                <a:lnTo>
                  <a:pt x="56654" y="11226"/>
                </a:lnTo>
                <a:lnTo>
                  <a:pt x="56451" y="11582"/>
                </a:lnTo>
                <a:lnTo>
                  <a:pt x="56489" y="11734"/>
                </a:lnTo>
                <a:lnTo>
                  <a:pt x="56896" y="11684"/>
                </a:lnTo>
                <a:lnTo>
                  <a:pt x="57404" y="12319"/>
                </a:lnTo>
                <a:lnTo>
                  <a:pt x="57645" y="11849"/>
                </a:lnTo>
                <a:close/>
              </a:path>
              <a:path w="83185" h="20319">
                <a:moveTo>
                  <a:pt x="57734" y="16700"/>
                </a:moveTo>
                <a:lnTo>
                  <a:pt x="57581" y="16484"/>
                </a:lnTo>
                <a:lnTo>
                  <a:pt x="57353" y="16344"/>
                </a:lnTo>
                <a:lnTo>
                  <a:pt x="57404" y="15989"/>
                </a:lnTo>
                <a:lnTo>
                  <a:pt x="57099" y="15913"/>
                </a:lnTo>
                <a:lnTo>
                  <a:pt x="56934" y="16268"/>
                </a:lnTo>
                <a:lnTo>
                  <a:pt x="57734" y="16700"/>
                </a:lnTo>
                <a:close/>
              </a:path>
              <a:path w="83185" h="20319">
                <a:moveTo>
                  <a:pt x="58496" y="15138"/>
                </a:moveTo>
                <a:lnTo>
                  <a:pt x="58077" y="15201"/>
                </a:lnTo>
                <a:lnTo>
                  <a:pt x="57899" y="15100"/>
                </a:lnTo>
                <a:lnTo>
                  <a:pt x="57670" y="15354"/>
                </a:lnTo>
                <a:lnTo>
                  <a:pt x="57886" y="15392"/>
                </a:lnTo>
                <a:lnTo>
                  <a:pt x="57899" y="15176"/>
                </a:lnTo>
                <a:lnTo>
                  <a:pt x="58102" y="15240"/>
                </a:lnTo>
                <a:lnTo>
                  <a:pt x="58153" y="15405"/>
                </a:lnTo>
                <a:lnTo>
                  <a:pt x="58420" y="15417"/>
                </a:lnTo>
                <a:lnTo>
                  <a:pt x="58496" y="15138"/>
                </a:lnTo>
                <a:close/>
              </a:path>
              <a:path w="83185" h="20319">
                <a:moveTo>
                  <a:pt x="58648" y="19291"/>
                </a:moveTo>
                <a:lnTo>
                  <a:pt x="57505" y="19113"/>
                </a:lnTo>
                <a:lnTo>
                  <a:pt x="57531" y="19443"/>
                </a:lnTo>
                <a:lnTo>
                  <a:pt x="57950" y="19583"/>
                </a:lnTo>
                <a:lnTo>
                  <a:pt x="57873" y="19304"/>
                </a:lnTo>
                <a:lnTo>
                  <a:pt x="58648" y="19291"/>
                </a:lnTo>
                <a:close/>
              </a:path>
              <a:path w="83185" h="20319">
                <a:moveTo>
                  <a:pt x="63042" y="14820"/>
                </a:moveTo>
                <a:lnTo>
                  <a:pt x="62661" y="14528"/>
                </a:lnTo>
                <a:lnTo>
                  <a:pt x="61709" y="14262"/>
                </a:lnTo>
                <a:lnTo>
                  <a:pt x="62661" y="14782"/>
                </a:lnTo>
                <a:lnTo>
                  <a:pt x="62433" y="14859"/>
                </a:lnTo>
                <a:lnTo>
                  <a:pt x="62826" y="14833"/>
                </a:lnTo>
                <a:lnTo>
                  <a:pt x="63042" y="14820"/>
                </a:lnTo>
                <a:close/>
              </a:path>
              <a:path w="83185" h="20319">
                <a:moveTo>
                  <a:pt x="63106" y="14808"/>
                </a:moveTo>
                <a:close/>
              </a:path>
              <a:path w="83185" h="20319">
                <a:moveTo>
                  <a:pt x="64477" y="8572"/>
                </a:moveTo>
                <a:lnTo>
                  <a:pt x="64096" y="8382"/>
                </a:lnTo>
                <a:lnTo>
                  <a:pt x="63995" y="8013"/>
                </a:lnTo>
                <a:lnTo>
                  <a:pt x="63690" y="7785"/>
                </a:lnTo>
                <a:lnTo>
                  <a:pt x="63804" y="8102"/>
                </a:lnTo>
                <a:lnTo>
                  <a:pt x="64058" y="8737"/>
                </a:lnTo>
                <a:lnTo>
                  <a:pt x="64477" y="8572"/>
                </a:lnTo>
                <a:close/>
              </a:path>
              <a:path w="83185" h="20319">
                <a:moveTo>
                  <a:pt x="65239" y="16929"/>
                </a:moveTo>
                <a:lnTo>
                  <a:pt x="65074" y="16878"/>
                </a:lnTo>
                <a:lnTo>
                  <a:pt x="65239" y="16929"/>
                </a:lnTo>
                <a:close/>
              </a:path>
              <a:path w="83185" h="20319">
                <a:moveTo>
                  <a:pt x="65379" y="16967"/>
                </a:moveTo>
                <a:lnTo>
                  <a:pt x="65239" y="16929"/>
                </a:lnTo>
                <a:lnTo>
                  <a:pt x="65316" y="17094"/>
                </a:lnTo>
                <a:lnTo>
                  <a:pt x="65379" y="16967"/>
                </a:lnTo>
                <a:close/>
              </a:path>
              <a:path w="83185" h="20319">
                <a:moveTo>
                  <a:pt x="65544" y="16433"/>
                </a:moveTo>
                <a:lnTo>
                  <a:pt x="65328" y="16395"/>
                </a:lnTo>
                <a:lnTo>
                  <a:pt x="65303" y="16522"/>
                </a:lnTo>
                <a:lnTo>
                  <a:pt x="65100" y="16484"/>
                </a:lnTo>
                <a:lnTo>
                  <a:pt x="65074" y="16802"/>
                </a:lnTo>
                <a:lnTo>
                  <a:pt x="65532" y="16713"/>
                </a:lnTo>
                <a:lnTo>
                  <a:pt x="65544" y="16433"/>
                </a:lnTo>
                <a:close/>
              </a:path>
              <a:path w="83185" h="20319">
                <a:moveTo>
                  <a:pt x="65557" y="19862"/>
                </a:moveTo>
                <a:lnTo>
                  <a:pt x="65493" y="19316"/>
                </a:lnTo>
                <a:lnTo>
                  <a:pt x="65290" y="19291"/>
                </a:lnTo>
                <a:lnTo>
                  <a:pt x="65163" y="19367"/>
                </a:lnTo>
                <a:lnTo>
                  <a:pt x="65366" y="19558"/>
                </a:lnTo>
                <a:lnTo>
                  <a:pt x="64897" y="19354"/>
                </a:lnTo>
                <a:lnTo>
                  <a:pt x="65151" y="19875"/>
                </a:lnTo>
                <a:lnTo>
                  <a:pt x="64909" y="19875"/>
                </a:lnTo>
                <a:lnTo>
                  <a:pt x="65557" y="19862"/>
                </a:lnTo>
                <a:close/>
              </a:path>
              <a:path w="83185" h="20319">
                <a:moveTo>
                  <a:pt x="65735" y="17894"/>
                </a:moveTo>
                <a:lnTo>
                  <a:pt x="65201" y="17284"/>
                </a:lnTo>
                <a:lnTo>
                  <a:pt x="65341" y="18288"/>
                </a:lnTo>
                <a:lnTo>
                  <a:pt x="65608" y="18072"/>
                </a:lnTo>
                <a:lnTo>
                  <a:pt x="65468" y="17919"/>
                </a:lnTo>
                <a:lnTo>
                  <a:pt x="65493" y="17703"/>
                </a:lnTo>
                <a:lnTo>
                  <a:pt x="65735" y="17894"/>
                </a:lnTo>
                <a:close/>
              </a:path>
              <a:path w="83185" h="20319">
                <a:moveTo>
                  <a:pt x="65951" y="15671"/>
                </a:moveTo>
                <a:lnTo>
                  <a:pt x="65506" y="15633"/>
                </a:lnTo>
                <a:lnTo>
                  <a:pt x="65798" y="15748"/>
                </a:lnTo>
                <a:lnTo>
                  <a:pt x="65951" y="15671"/>
                </a:lnTo>
                <a:close/>
              </a:path>
              <a:path w="83185" h="20319">
                <a:moveTo>
                  <a:pt x="66230" y="19634"/>
                </a:moveTo>
                <a:lnTo>
                  <a:pt x="66103" y="19329"/>
                </a:lnTo>
                <a:lnTo>
                  <a:pt x="66001" y="19138"/>
                </a:lnTo>
                <a:lnTo>
                  <a:pt x="66230" y="19634"/>
                </a:lnTo>
                <a:close/>
              </a:path>
              <a:path w="83185" h="20319">
                <a:moveTo>
                  <a:pt x="66268" y="13487"/>
                </a:moveTo>
                <a:lnTo>
                  <a:pt x="65328" y="13195"/>
                </a:lnTo>
                <a:lnTo>
                  <a:pt x="65557" y="13500"/>
                </a:lnTo>
                <a:lnTo>
                  <a:pt x="65684" y="13411"/>
                </a:lnTo>
                <a:lnTo>
                  <a:pt x="65557" y="13754"/>
                </a:lnTo>
                <a:lnTo>
                  <a:pt x="65925" y="13741"/>
                </a:lnTo>
                <a:lnTo>
                  <a:pt x="66065" y="13893"/>
                </a:lnTo>
                <a:lnTo>
                  <a:pt x="66268" y="13487"/>
                </a:lnTo>
                <a:close/>
              </a:path>
              <a:path w="83185" h="20319">
                <a:moveTo>
                  <a:pt x="66382" y="19939"/>
                </a:moveTo>
                <a:lnTo>
                  <a:pt x="66332" y="19608"/>
                </a:lnTo>
                <a:lnTo>
                  <a:pt x="65697" y="19710"/>
                </a:lnTo>
                <a:lnTo>
                  <a:pt x="65595" y="19405"/>
                </a:lnTo>
                <a:lnTo>
                  <a:pt x="65646" y="19735"/>
                </a:lnTo>
                <a:lnTo>
                  <a:pt x="66040" y="19812"/>
                </a:lnTo>
                <a:lnTo>
                  <a:pt x="66382" y="19939"/>
                </a:lnTo>
                <a:close/>
              </a:path>
              <a:path w="83185" h="20319">
                <a:moveTo>
                  <a:pt x="66967" y="15646"/>
                </a:moveTo>
                <a:lnTo>
                  <a:pt x="66471" y="15341"/>
                </a:lnTo>
                <a:lnTo>
                  <a:pt x="66687" y="15544"/>
                </a:lnTo>
                <a:lnTo>
                  <a:pt x="66255" y="15633"/>
                </a:lnTo>
                <a:lnTo>
                  <a:pt x="66332" y="15811"/>
                </a:lnTo>
                <a:lnTo>
                  <a:pt x="66967" y="15862"/>
                </a:lnTo>
                <a:lnTo>
                  <a:pt x="66967" y="15646"/>
                </a:lnTo>
                <a:close/>
              </a:path>
              <a:path w="83185" h="20319">
                <a:moveTo>
                  <a:pt x="69405" y="10414"/>
                </a:moveTo>
                <a:lnTo>
                  <a:pt x="69164" y="10134"/>
                </a:lnTo>
                <a:lnTo>
                  <a:pt x="68922" y="10325"/>
                </a:lnTo>
                <a:lnTo>
                  <a:pt x="68707" y="10541"/>
                </a:lnTo>
                <a:lnTo>
                  <a:pt x="68376" y="10680"/>
                </a:lnTo>
                <a:lnTo>
                  <a:pt x="68567" y="10871"/>
                </a:lnTo>
                <a:lnTo>
                  <a:pt x="68567" y="10718"/>
                </a:lnTo>
                <a:lnTo>
                  <a:pt x="68707" y="10693"/>
                </a:lnTo>
                <a:lnTo>
                  <a:pt x="68910" y="10731"/>
                </a:lnTo>
                <a:lnTo>
                  <a:pt x="68821" y="11023"/>
                </a:lnTo>
                <a:lnTo>
                  <a:pt x="69164" y="11010"/>
                </a:lnTo>
                <a:lnTo>
                  <a:pt x="69189" y="11201"/>
                </a:lnTo>
                <a:lnTo>
                  <a:pt x="69405" y="11226"/>
                </a:lnTo>
                <a:lnTo>
                  <a:pt x="69062" y="10871"/>
                </a:lnTo>
                <a:lnTo>
                  <a:pt x="69405" y="10414"/>
                </a:lnTo>
                <a:close/>
              </a:path>
              <a:path w="83185" h="20319">
                <a:moveTo>
                  <a:pt x="70218" y="9156"/>
                </a:moveTo>
                <a:lnTo>
                  <a:pt x="70027" y="8966"/>
                </a:lnTo>
                <a:lnTo>
                  <a:pt x="69824" y="9042"/>
                </a:lnTo>
                <a:lnTo>
                  <a:pt x="70027" y="9042"/>
                </a:lnTo>
                <a:lnTo>
                  <a:pt x="70218" y="9156"/>
                </a:lnTo>
                <a:close/>
              </a:path>
              <a:path w="83185" h="20319">
                <a:moveTo>
                  <a:pt x="70319" y="8610"/>
                </a:moveTo>
                <a:lnTo>
                  <a:pt x="69964" y="8432"/>
                </a:lnTo>
                <a:lnTo>
                  <a:pt x="69938" y="8636"/>
                </a:lnTo>
                <a:lnTo>
                  <a:pt x="69926" y="8839"/>
                </a:lnTo>
                <a:lnTo>
                  <a:pt x="70027" y="8966"/>
                </a:lnTo>
                <a:lnTo>
                  <a:pt x="70319" y="8610"/>
                </a:lnTo>
                <a:close/>
              </a:path>
              <a:path w="83185" h="20319">
                <a:moveTo>
                  <a:pt x="70485" y="12649"/>
                </a:moveTo>
                <a:lnTo>
                  <a:pt x="70421" y="12128"/>
                </a:lnTo>
                <a:lnTo>
                  <a:pt x="69977" y="12077"/>
                </a:lnTo>
                <a:lnTo>
                  <a:pt x="69951" y="12522"/>
                </a:lnTo>
                <a:lnTo>
                  <a:pt x="70205" y="12471"/>
                </a:lnTo>
                <a:lnTo>
                  <a:pt x="70383" y="12865"/>
                </a:lnTo>
                <a:lnTo>
                  <a:pt x="70485" y="12649"/>
                </a:lnTo>
                <a:close/>
              </a:path>
              <a:path w="83185" h="20319">
                <a:moveTo>
                  <a:pt x="71818" y="18072"/>
                </a:moveTo>
                <a:lnTo>
                  <a:pt x="71501" y="18122"/>
                </a:lnTo>
                <a:lnTo>
                  <a:pt x="71539" y="17894"/>
                </a:lnTo>
                <a:lnTo>
                  <a:pt x="71285" y="17945"/>
                </a:lnTo>
                <a:lnTo>
                  <a:pt x="71361" y="18300"/>
                </a:lnTo>
                <a:lnTo>
                  <a:pt x="71158" y="18364"/>
                </a:lnTo>
                <a:lnTo>
                  <a:pt x="71462" y="18364"/>
                </a:lnTo>
                <a:lnTo>
                  <a:pt x="71691" y="18249"/>
                </a:lnTo>
                <a:lnTo>
                  <a:pt x="71818" y="18072"/>
                </a:lnTo>
                <a:close/>
              </a:path>
              <a:path w="83185" h="20319">
                <a:moveTo>
                  <a:pt x="73025" y="6515"/>
                </a:moveTo>
                <a:lnTo>
                  <a:pt x="72707" y="6388"/>
                </a:lnTo>
                <a:lnTo>
                  <a:pt x="72707" y="6565"/>
                </a:lnTo>
                <a:lnTo>
                  <a:pt x="72580" y="6654"/>
                </a:lnTo>
                <a:lnTo>
                  <a:pt x="72974" y="6832"/>
                </a:lnTo>
                <a:lnTo>
                  <a:pt x="73025" y="6515"/>
                </a:lnTo>
                <a:close/>
              </a:path>
              <a:path w="83185" h="20319">
                <a:moveTo>
                  <a:pt x="74523" y="6705"/>
                </a:moveTo>
                <a:lnTo>
                  <a:pt x="74206" y="6553"/>
                </a:lnTo>
                <a:lnTo>
                  <a:pt x="74015" y="6248"/>
                </a:lnTo>
                <a:lnTo>
                  <a:pt x="74015" y="6781"/>
                </a:lnTo>
                <a:lnTo>
                  <a:pt x="73329" y="6311"/>
                </a:lnTo>
                <a:lnTo>
                  <a:pt x="73126" y="6515"/>
                </a:lnTo>
                <a:lnTo>
                  <a:pt x="73393" y="6515"/>
                </a:lnTo>
                <a:lnTo>
                  <a:pt x="73444" y="6680"/>
                </a:lnTo>
                <a:lnTo>
                  <a:pt x="73533" y="6819"/>
                </a:lnTo>
                <a:lnTo>
                  <a:pt x="73050" y="6870"/>
                </a:lnTo>
                <a:lnTo>
                  <a:pt x="73113" y="7239"/>
                </a:lnTo>
                <a:lnTo>
                  <a:pt x="72631" y="7112"/>
                </a:lnTo>
                <a:lnTo>
                  <a:pt x="72529" y="7366"/>
                </a:lnTo>
                <a:lnTo>
                  <a:pt x="73367" y="7213"/>
                </a:lnTo>
                <a:lnTo>
                  <a:pt x="73901" y="7150"/>
                </a:lnTo>
                <a:lnTo>
                  <a:pt x="74485" y="6997"/>
                </a:lnTo>
                <a:lnTo>
                  <a:pt x="74523" y="6705"/>
                </a:lnTo>
                <a:close/>
              </a:path>
              <a:path w="83185" h="20319">
                <a:moveTo>
                  <a:pt x="75120" y="12560"/>
                </a:moveTo>
                <a:lnTo>
                  <a:pt x="75031" y="11709"/>
                </a:lnTo>
                <a:lnTo>
                  <a:pt x="74815" y="11963"/>
                </a:lnTo>
                <a:lnTo>
                  <a:pt x="75044" y="12065"/>
                </a:lnTo>
                <a:lnTo>
                  <a:pt x="74510" y="12242"/>
                </a:lnTo>
                <a:lnTo>
                  <a:pt x="74650" y="12560"/>
                </a:lnTo>
                <a:lnTo>
                  <a:pt x="74968" y="12585"/>
                </a:lnTo>
                <a:lnTo>
                  <a:pt x="75120" y="12560"/>
                </a:lnTo>
                <a:close/>
              </a:path>
              <a:path w="83185" h="20319">
                <a:moveTo>
                  <a:pt x="75996" y="13385"/>
                </a:moveTo>
                <a:lnTo>
                  <a:pt x="75653" y="13550"/>
                </a:lnTo>
                <a:lnTo>
                  <a:pt x="75476" y="13639"/>
                </a:lnTo>
                <a:lnTo>
                  <a:pt x="75349" y="13792"/>
                </a:lnTo>
                <a:lnTo>
                  <a:pt x="75184" y="13868"/>
                </a:lnTo>
                <a:lnTo>
                  <a:pt x="75692" y="14071"/>
                </a:lnTo>
                <a:lnTo>
                  <a:pt x="75996" y="13385"/>
                </a:lnTo>
                <a:close/>
              </a:path>
              <a:path w="83185" h="20319">
                <a:moveTo>
                  <a:pt x="82791" y="12331"/>
                </a:moveTo>
                <a:lnTo>
                  <a:pt x="82664" y="11811"/>
                </a:lnTo>
                <a:lnTo>
                  <a:pt x="82283" y="11760"/>
                </a:lnTo>
                <a:lnTo>
                  <a:pt x="81927" y="12230"/>
                </a:lnTo>
                <a:lnTo>
                  <a:pt x="82067" y="12382"/>
                </a:lnTo>
                <a:lnTo>
                  <a:pt x="82118" y="12052"/>
                </a:lnTo>
                <a:lnTo>
                  <a:pt x="82791" y="12331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bg object 100"/>
          <p:cNvSpPr/>
          <p:nvPr/>
        </p:nvSpPr>
        <p:spPr>
          <a:xfrm>
            <a:off x="1945259" y="865631"/>
            <a:ext cx="90805" cy="12700"/>
          </a:xfrm>
          <a:custGeom>
            <a:avLst/>
            <a:gdLst/>
            <a:ahLst/>
            <a:cxnLst/>
            <a:rect l="l" t="t" r="r" b="b"/>
            <a:pathLst>
              <a:path w="90805" h="12700">
                <a:moveTo>
                  <a:pt x="889" y="2781"/>
                </a:moveTo>
                <a:lnTo>
                  <a:pt x="596" y="2781"/>
                </a:lnTo>
                <a:lnTo>
                  <a:pt x="406" y="2298"/>
                </a:lnTo>
                <a:lnTo>
                  <a:pt x="254" y="2451"/>
                </a:lnTo>
                <a:lnTo>
                  <a:pt x="0" y="2552"/>
                </a:lnTo>
                <a:lnTo>
                  <a:pt x="558" y="2959"/>
                </a:lnTo>
                <a:lnTo>
                  <a:pt x="419" y="3187"/>
                </a:lnTo>
                <a:lnTo>
                  <a:pt x="889" y="2946"/>
                </a:lnTo>
                <a:lnTo>
                  <a:pt x="635" y="3022"/>
                </a:lnTo>
                <a:lnTo>
                  <a:pt x="889" y="2781"/>
                </a:lnTo>
                <a:close/>
              </a:path>
              <a:path w="90805" h="12700">
                <a:moveTo>
                  <a:pt x="2273" y="6007"/>
                </a:moveTo>
                <a:lnTo>
                  <a:pt x="2006" y="5829"/>
                </a:lnTo>
                <a:lnTo>
                  <a:pt x="1727" y="5715"/>
                </a:lnTo>
                <a:lnTo>
                  <a:pt x="1752" y="5384"/>
                </a:lnTo>
                <a:lnTo>
                  <a:pt x="1422" y="5334"/>
                </a:lnTo>
                <a:lnTo>
                  <a:pt x="1625" y="5803"/>
                </a:lnTo>
                <a:lnTo>
                  <a:pt x="1981" y="6273"/>
                </a:lnTo>
                <a:lnTo>
                  <a:pt x="1981" y="5994"/>
                </a:lnTo>
                <a:lnTo>
                  <a:pt x="1943" y="6210"/>
                </a:lnTo>
                <a:lnTo>
                  <a:pt x="1727" y="5880"/>
                </a:lnTo>
                <a:lnTo>
                  <a:pt x="2273" y="6007"/>
                </a:lnTo>
                <a:close/>
              </a:path>
              <a:path w="90805" h="12700">
                <a:moveTo>
                  <a:pt x="3187" y="266"/>
                </a:moveTo>
                <a:lnTo>
                  <a:pt x="2844" y="279"/>
                </a:lnTo>
                <a:lnTo>
                  <a:pt x="2832" y="63"/>
                </a:lnTo>
                <a:lnTo>
                  <a:pt x="3060" y="0"/>
                </a:lnTo>
                <a:lnTo>
                  <a:pt x="2794" y="25"/>
                </a:lnTo>
                <a:lnTo>
                  <a:pt x="2501" y="25"/>
                </a:lnTo>
                <a:lnTo>
                  <a:pt x="2501" y="304"/>
                </a:lnTo>
                <a:lnTo>
                  <a:pt x="2679" y="393"/>
                </a:lnTo>
                <a:lnTo>
                  <a:pt x="2870" y="482"/>
                </a:lnTo>
                <a:lnTo>
                  <a:pt x="3124" y="546"/>
                </a:lnTo>
                <a:lnTo>
                  <a:pt x="3187" y="266"/>
                </a:lnTo>
                <a:close/>
              </a:path>
              <a:path w="90805" h="12700">
                <a:moveTo>
                  <a:pt x="4610" y="5664"/>
                </a:moveTo>
                <a:lnTo>
                  <a:pt x="4521" y="5321"/>
                </a:lnTo>
                <a:lnTo>
                  <a:pt x="4102" y="5232"/>
                </a:lnTo>
                <a:lnTo>
                  <a:pt x="4610" y="5664"/>
                </a:lnTo>
                <a:close/>
              </a:path>
              <a:path w="90805" h="12700">
                <a:moveTo>
                  <a:pt x="4673" y="5867"/>
                </a:moveTo>
                <a:lnTo>
                  <a:pt x="4610" y="5664"/>
                </a:lnTo>
                <a:lnTo>
                  <a:pt x="4076" y="5549"/>
                </a:lnTo>
                <a:lnTo>
                  <a:pt x="4114" y="5016"/>
                </a:lnTo>
                <a:lnTo>
                  <a:pt x="4038" y="5232"/>
                </a:lnTo>
                <a:lnTo>
                  <a:pt x="3568" y="5016"/>
                </a:lnTo>
                <a:lnTo>
                  <a:pt x="3708" y="4800"/>
                </a:lnTo>
                <a:lnTo>
                  <a:pt x="4114" y="4876"/>
                </a:lnTo>
                <a:lnTo>
                  <a:pt x="4025" y="4025"/>
                </a:lnTo>
                <a:lnTo>
                  <a:pt x="3657" y="4089"/>
                </a:lnTo>
                <a:lnTo>
                  <a:pt x="3708" y="4279"/>
                </a:lnTo>
                <a:lnTo>
                  <a:pt x="3873" y="4775"/>
                </a:lnTo>
                <a:lnTo>
                  <a:pt x="3492" y="4787"/>
                </a:lnTo>
                <a:lnTo>
                  <a:pt x="3644" y="4673"/>
                </a:lnTo>
                <a:lnTo>
                  <a:pt x="3657" y="4483"/>
                </a:lnTo>
                <a:lnTo>
                  <a:pt x="3416" y="4432"/>
                </a:lnTo>
                <a:lnTo>
                  <a:pt x="3314" y="4813"/>
                </a:lnTo>
                <a:lnTo>
                  <a:pt x="2971" y="4953"/>
                </a:lnTo>
                <a:lnTo>
                  <a:pt x="2527" y="4991"/>
                </a:lnTo>
                <a:lnTo>
                  <a:pt x="2730" y="4826"/>
                </a:lnTo>
                <a:lnTo>
                  <a:pt x="2451" y="4813"/>
                </a:lnTo>
                <a:lnTo>
                  <a:pt x="2565" y="4546"/>
                </a:lnTo>
                <a:lnTo>
                  <a:pt x="2247" y="4508"/>
                </a:lnTo>
                <a:lnTo>
                  <a:pt x="2324" y="4660"/>
                </a:lnTo>
                <a:lnTo>
                  <a:pt x="2133" y="4508"/>
                </a:lnTo>
                <a:lnTo>
                  <a:pt x="2197" y="4851"/>
                </a:lnTo>
                <a:lnTo>
                  <a:pt x="2184" y="5143"/>
                </a:lnTo>
                <a:lnTo>
                  <a:pt x="3022" y="4953"/>
                </a:lnTo>
                <a:lnTo>
                  <a:pt x="2882" y="5651"/>
                </a:lnTo>
                <a:lnTo>
                  <a:pt x="3835" y="5575"/>
                </a:lnTo>
                <a:lnTo>
                  <a:pt x="3670" y="5803"/>
                </a:lnTo>
                <a:lnTo>
                  <a:pt x="4673" y="5867"/>
                </a:lnTo>
                <a:close/>
              </a:path>
              <a:path w="90805" h="12700">
                <a:moveTo>
                  <a:pt x="9055" y="8674"/>
                </a:moveTo>
                <a:lnTo>
                  <a:pt x="8902" y="8369"/>
                </a:lnTo>
                <a:lnTo>
                  <a:pt x="8318" y="7747"/>
                </a:lnTo>
                <a:lnTo>
                  <a:pt x="8801" y="8369"/>
                </a:lnTo>
                <a:lnTo>
                  <a:pt x="9055" y="8674"/>
                </a:lnTo>
                <a:close/>
              </a:path>
              <a:path w="90805" h="12700">
                <a:moveTo>
                  <a:pt x="9410" y="6096"/>
                </a:moveTo>
                <a:lnTo>
                  <a:pt x="8928" y="6083"/>
                </a:lnTo>
                <a:lnTo>
                  <a:pt x="8928" y="5321"/>
                </a:lnTo>
                <a:lnTo>
                  <a:pt x="8610" y="5499"/>
                </a:lnTo>
                <a:lnTo>
                  <a:pt x="8686" y="5778"/>
                </a:lnTo>
                <a:lnTo>
                  <a:pt x="8915" y="6388"/>
                </a:lnTo>
                <a:lnTo>
                  <a:pt x="9410" y="6096"/>
                </a:lnTo>
                <a:close/>
              </a:path>
              <a:path w="90805" h="12700">
                <a:moveTo>
                  <a:pt x="15303" y="9817"/>
                </a:moveTo>
                <a:lnTo>
                  <a:pt x="15240" y="9613"/>
                </a:lnTo>
                <a:lnTo>
                  <a:pt x="15151" y="9385"/>
                </a:lnTo>
                <a:lnTo>
                  <a:pt x="15062" y="9169"/>
                </a:lnTo>
                <a:lnTo>
                  <a:pt x="14922" y="9334"/>
                </a:lnTo>
                <a:lnTo>
                  <a:pt x="14947" y="9525"/>
                </a:lnTo>
                <a:lnTo>
                  <a:pt x="14998" y="9766"/>
                </a:lnTo>
                <a:lnTo>
                  <a:pt x="15303" y="9817"/>
                </a:lnTo>
                <a:close/>
              </a:path>
              <a:path w="90805" h="12700">
                <a:moveTo>
                  <a:pt x="20586" y="8293"/>
                </a:moveTo>
                <a:lnTo>
                  <a:pt x="20180" y="8089"/>
                </a:lnTo>
                <a:lnTo>
                  <a:pt x="20294" y="7505"/>
                </a:lnTo>
                <a:lnTo>
                  <a:pt x="19913" y="7251"/>
                </a:lnTo>
                <a:lnTo>
                  <a:pt x="20015" y="7683"/>
                </a:lnTo>
                <a:lnTo>
                  <a:pt x="20078" y="8305"/>
                </a:lnTo>
                <a:lnTo>
                  <a:pt x="20586" y="8293"/>
                </a:lnTo>
                <a:close/>
              </a:path>
              <a:path w="90805" h="12700">
                <a:moveTo>
                  <a:pt x="20993" y="9855"/>
                </a:moveTo>
                <a:lnTo>
                  <a:pt x="20624" y="9334"/>
                </a:lnTo>
                <a:lnTo>
                  <a:pt x="20472" y="9537"/>
                </a:lnTo>
                <a:lnTo>
                  <a:pt x="20624" y="9626"/>
                </a:lnTo>
                <a:lnTo>
                  <a:pt x="20777" y="10109"/>
                </a:lnTo>
                <a:lnTo>
                  <a:pt x="20993" y="9855"/>
                </a:lnTo>
                <a:close/>
              </a:path>
              <a:path w="90805" h="12700">
                <a:moveTo>
                  <a:pt x="28206" y="5410"/>
                </a:moveTo>
                <a:lnTo>
                  <a:pt x="27813" y="5410"/>
                </a:lnTo>
                <a:lnTo>
                  <a:pt x="27508" y="5562"/>
                </a:lnTo>
                <a:lnTo>
                  <a:pt x="27660" y="6134"/>
                </a:lnTo>
                <a:lnTo>
                  <a:pt x="28079" y="6057"/>
                </a:lnTo>
                <a:lnTo>
                  <a:pt x="27901" y="5905"/>
                </a:lnTo>
                <a:lnTo>
                  <a:pt x="28206" y="5410"/>
                </a:lnTo>
                <a:close/>
              </a:path>
              <a:path w="90805" h="12700">
                <a:moveTo>
                  <a:pt x="34518" y="6794"/>
                </a:moveTo>
                <a:lnTo>
                  <a:pt x="34315" y="6642"/>
                </a:lnTo>
                <a:lnTo>
                  <a:pt x="34213" y="6489"/>
                </a:lnTo>
                <a:lnTo>
                  <a:pt x="34391" y="6350"/>
                </a:lnTo>
                <a:lnTo>
                  <a:pt x="33985" y="6286"/>
                </a:lnTo>
                <a:lnTo>
                  <a:pt x="33756" y="6362"/>
                </a:lnTo>
                <a:lnTo>
                  <a:pt x="33718" y="6642"/>
                </a:lnTo>
                <a:lnTo>
                  <a:pt x="33947" y="6705"/>
                </a:lnTo>
                <a:lnTo>
                  <a:pt x="34188" y="6794"/>
                </a:lnTo>
                <a:lnTo>
                  <a:pt x="34518" y="6794"/>
                </a:lnTo>
                <a:close/>
              </a:path>
              <a:path w="90805" h="12700">
                <a:moveTo>
                  <a:pt x="34569" y="6794"/>
                </a:moveTo>
                <a:close/>
              </a:path>
              <a:path w="90805" h="12700">
                <a:moveTo>
                  <a:pt x="35255" y="7404"/>
                </a:moveTo>
                <a:lnTo>
                  <a:pt x="35077" y="7188"/>
                </a:lnTo>
                <a:lnTo>
                  <a:pt x="34785" y="6985"/>
                </a:lnTo>
                <a:lnTo>
                  <a:pt x="34556" y="6832"/>
                </a:lnTo>
                <a:lnTo>
                  <a:pt x="34493" y="7086"/>
                </a:lnTo>
                <a:lnTo>
                  <a:pt x="35001" y="7251"/>
                </a:lnTo>
                <a:lnTo>
                  <a:pt x="35039" y="7480"/>
                </a:lnTo>
                <a:lnTo>
                  <a:pt x="35255" y="7404"/>
                </a:lnTo>
                <a:close/>
              </a:path>
              <a:path w="90805" h="12700">
                <a:moveTo>
                  <a:pt x="45415" y="11849"/>
                </a:moveTo>
                <a:lnTo>
                  <a:pt x="45161" y="11684"/>
                </a:lnTo>
                <a:lnTo>
                  <a:pt x="44615" y="11709"/>
                </a:lnTo>
                <a:lnTo>
                  <a:pt x="44907" y="11353"/>
                </a:lnTo>
                <a:lnTo>
                  <a:pt x="44132" y="11290"/>
                </a:lnTo>
                <a:lnTo>
                  <a:pt x="45275" y="12293"/>
                </a:lnTo>
                <a:lnTo>
                  <a:pt x="45415" y="11849"/>
                </a:lnTo>
                <a:close/>
              </a:path>
              <a:path w="90805" h="12700">
                <a:moveTo>
                  <a:pt x="46596" y="10604"/>
                </a:moveTo>
                <a:lnTo>
                  <a:pt x="46215" y="10541"/>
                </a:lnTo>
                <a:lnTo>
                  <a:pt x="45326" y="10020"/>
                </a:lnTo>
                <a:lnTo>
                  <a:pt x="45326" y="10236"/>
                </a:lnTo>
                <a:lnTo>
                  <a:pt x="45720" y="10337"/>
                </a:lnTo>
                <a:lnTo>
                  <a:pt x="46126" y="10833"/>
                </a:lnTo>
                <a:lnTo>
                  <a:pt x="46596" y="10604"/>
                </a:lnTo>
                <a:close/>
              </a:path>
              <a:path w="90805" h="12700">
                <a:moveTo>
                  <a:pt x="47282" y="9842"/>
                </a:moveTo>
                <a:lnTo>
                  <a:pt x="46761" y="9829"/>
                </a:lnTo>
                <a:lnTo>
                  <a:pt x="47155" y="10109"/>
                </a:lnTo>
                <a:lnTo>
                  <a:pt x="46837" y="10248"/>
                </a:lnTo>
                <a:lnTo>
                  <a:pt x="47142" y="10274"/>
                </a:lnTo>
                <a:lnTo>
                  <a:pt x="47269" y="10033"/>
                </a:lnTo>
                <a:lnTo>
                  <a:pt x="47066" y="9906"/>
                </a:lnTo>
                <a:lnTo>
                  <a:pt x="47282" y="9842"/>
                </a:lnTo>
                <a:close/>
              </a:path>
              <a:path w="90805" h="12700">
                <a:moveTo>
                  <a:pt x="48348" y="9931"/>
                </a:moveTo>
                <a:lnTo>
                  <a:pt x="47904" y="10033"/>
                </a:lnTo>
                <a:lnTo>
                  <a:pt x="47625" y="10312"/>
                </a:lnTo>
                <a:lnTo>
                  <a:pt x="47231" y="10477"/>
                </a:lnTo>
                <a:lnTo>
                  <a:pt x="47777" y="10477"/>
                </a:lnTo>
                <a:lnTo>
                  <a:pt x="47980" y="10121"/>
                </a:lnTo>
                <a:lnTo>
                  <a:pt x="48348" y="9931"/>
                </a:lnTo>
                <a:close/>
              </a:path>
              <a:path w="90805" h="12700">
                <a:moveTo>
                  <a:pt x="55473" y="10985"/>
                </a:moveTo>
                <a:lnTo>
                  <a:pt x="55257" y="10795"/>
                </a:lnTo>
                <a:lnTo>
                  <a:pt x="55105" y="10947"/>
                </a:lnTo>
                <a:lnTo>
                  <a:pt x="54571" y="11188"/>
                </a:lnTo>
                <a:lnTo>
                  <a:pt x="54775" y="11379"/>
                </a:lnTo>
                <a:lnTo>
                  <a:pt x="54876" y="11176"/>
                </a:lnTo>
                <a:lnTo>
                  <a:pt x="55473" y="10985"/>
                </a:lnTo>
                <a:close/>
              </a:path>
              <a:path w="90805" h="12700">
                <a:moveTo>
                  <a:pt x="68160" y="7175"/>
                </a:moveTo>
                <a:lnTo>
                  <a:pt x="68148" y="6972"/>
                </a:lnTo>
                <a:lnTo>
                  <a:pt x="67830" y="6845"/>
                </a:lnTo>
                <a:lnTo>
                  <a:pt x="67868" y="7073"/>
                </a:lnTo>
                <a:lnTo>
                  <a:pt x="67703" y="7099"/>
                </a:lnTo>
                <a:lnTo>
                  <a:pt x="67779" y="7353"/>
                </a:lnTo>
                <a:lnTo>
                  <a:pt x="67995" y="7391"/>
                </a:lnTo>
                <a:lnTo>
                  <a:pt x="68160" y="7175"/>
                </a:lnTo>
                <a:close/>
              </a:path>
              <a:path w="90805" h="12700">
                <a:moveTo>
                  <a:pt x="90220" y="9563"/>
                </a:moveTo>
                <a:lnTo>
                  <a:pt x="90170" y="9194"/>
                </a:lnTo>
                <a:lnTo>
                  <a:pt x="89750" y="9118"/>
                </a:lnTo>
                <a:lnTo>
                  <a:pt x="89763" y="9461"/>
                </a:lnTo>
                <a:lnTo>
                  <a:pt x="89496" y="9512"/>
                </a:lnTo>
                <a:lnTo>
                  <a:pt x="89496" y="9677"/>
                </a:lnTo>
                <a:lnTo>
                  <a:pt x="89979" y="9829"/>
                </a:lnTo>
                <a:lnTo>
                  <a:pt x="89687" y="9690"/>
                </a:lnTo>
                <a:lnTo>
                  <a:pt x="89954" y="9652"/>
                </a:lnTo>
                <a:lnTo>
                  <a:pt x="90220" y="9563"/>
                </a:lnTo>
                <a:close/>
              </a:path>
              <a:path w="90805" h="12700">
                <a:moveTo>
                  <a:pt x="90525" y="8001"/>
                </a:moveTo>
                <a:lnTo>
                  <a:pt x="90360" y="7950"/>
                </a:lnTo>
                <a:lnTo>
                  <a:pt x="89928" y="8178"/>
                </a:lnTo>
                <a:lnTo>
                  <a:pt x="90462" y="8140"/>
                </a:lnTo>
                <a:lnTo>
                  <a:pt x="90271" y="8089"/>
                </a:lnTo>
                <a:lnTo>
                  <a:pt x="90525" y="8001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bg object 101"/>
          <p:cNvSpPr/>
          <p:nvPr/>
        </p:nvSpPr>
        <p:spPr>
          <a:xfrm>
            <a:off x="1779943" y="953807"/>
            <a:ext cx="142875" cy="179705"/>
          </a:xfrm>
          <a:custGeom>
            <a:avLst/>
            <a:gdLst/>
            <a:ahLst/>
            <a:cxnLst/>
            <a:rect l="l" t="t" r="r" b="b"/>
            <a:pathLst>
              <a:path w="142875" h="179705">
                <a:moveTo>
                  <a:pt x="5740" y="118643"/>
                </a:moveTo>
                <a:lnTo>
                  <a:pt x="5156" y="116205"/>
                </a:lnTo>
                <a:lnTo>
                  <a:pt x="2755" y="116205"/>
                </a:lnTo>
                <a:lnTo>
                  <a:pt x="2755" y="118351"/>
                </a:lnTo>
                <a:lnTo>
                  <a:pt x="2311" y="120929"/>
                </a:lnTo>
                <a:lnTo>
                  <a:pt x="4356" y="121018"/>
                </a:lnTo>
                <a:lnTo>
                  <a:pt x="3784" y="118567"/>
                </a:lnTo>
                <a:lnTo>
                  <a:pt x="5740" y="118643"/>
                </a:lnTo>
                <a:close/>
              </a:path>
              <a:path w="142875" h="179705">
                <a:moveTo>
                  <a:pt x="6756" y="125031"/>
                </a:moveTo>
                <a:lnTo>
                  <a:pt x="4521" y="123888"/>
                </a:lnTo>
                <a:lnTo>
                  <a:pt x="1181" y="125082"/>
                </a:lnTo>
                <a:lnTo>
                  <a:pt x="0" y="126009"/>
                </a:lnTo>
                <a:lnTo>
                  <a:pt x="342" y="126441"/>
                </a:lnTo>
                <a:lnTo>
                  <a:pt x="2501" y="125984"/>
                </a:lnTo>
                <a:lnTo>
                  <a:pt x="5346" y="126238"/>
                </a:lnTo>
                <a:lnTo>
                  <a:pt x="6756" y="125031"/>
                </a:lnTo>
                <a:close/>
              </a:path>
              <a:path w="142875" h="179705">
                <a:moveTo>
                  <a:pt x="10426" y="97447"/>
                </a:moveTo>
                <a:lnTo>
                  <a:pt x="9956" y="94564"/>
                </a:lnTo>
                <a:lnTo>
                  <a:pt x="8826" y="99034"/>
                </a:lnTo>
                <a:lnTo>
                  <a:pt x="5994" y="101841"/>
                </a:lnTo>
                <a:lnTo>
                  <a:pt x="5956" y="107391"/>
                </a:lnTo>
                <a:lnTo>
                  <a:pt x="8915" y="105270"/>
                </a:lnTo>
                <a:lnTo>
                  <a:pt x="10426" y="97447"/>
                </a:lnTo>
                <a:close/>
              </a:path>
              <a:path w="142875" h="179705">
                <a:moveTo>
                  <a:pt x="22796" y="113804"/>
                </a:moveTo>
                <a:lnTo>
                  <a:pt x="19189" y="111417"/>
                </a:lnTo>
                <a:lnTo>
                  <a:pt x="16268" y="115531"/>
                </a:lnTo>
                <a:lnTo>
                  <a:pt x="13182" y="116205"/>
                </a:lnTo>
                <a:lnTo>
                  <a:pt x="16103" y="117487"/>
                </a:lnTo>
                <a:lnTo>
                  <a:pt x="20243" y="113271"/>
                </a:lnTo>
                <a:lnTo>
                  <a:pt x="22796" y="113804"/>
                </a:lnTo>
                <a:close/>
              </a:path>
              <a:path w="142875" h="179705">
                <a:moveTo>
                  <a:pt x="37223" y="67335"/>
                </a:moveTo>
                <a:lnTo>
                  <a:pt x="28067" y="74549"/>
                </a:lnTo>
                <a:lnTo>
                  <a:pt x="19342" y="83527"/>
                </a:lnTo>
                <a:lnTo>
                  <a:pt x="13144" y="94018"/>
                </a:lnTo>
                <a:lnTo>
                  <a:pt x="11569" y="105778"/>
                </a:lnTo>
                <a:lnTo>
                  <a:pt x="14287" y="102844"/>
                </a:lnTo>
                <a:lnTo>
                  <a:pt x="17119" y="93776"/>
                </a:lnTo>
                <a:lnTo>
                  <a:pt x="21196" y="99390"/>
                </a:lnTo>
                <a:lnTo>
                  <a:pt x="23482" y="89433"/>
                </a:lnTo>
                <a:lnTo>
                  <a:pt x="27584" y="80746"/>
                </a:lnTo>
                <a:lnTo>
                  <a:pt x="32499" y="73355"/>
                </a:lnTo>
                <a:lnTo>
                  <a:pt x="37223" y="67335"/>
                </a:lnTo>
                <a:close/>
              </a:path>
              <a:path w="142875" h="179705">
                <a:moveTo>
                  <a:pt x="37769" y="108267"/>
                </a:moveTo>
                <a:lnTo>
                  <a:pt x="34810" y="109004"/>
                </a:lnTo>
                <a:lnTo>
                  <a:pt x="35915" y="112229"/>
                </a:lnTo>
                <a:lnTo>
                  <a:pt x="33375" y="111810"/>
                </a:lnTo>
                <a:lnTo>
                  <a:pt x="32397" y="113004"/>
                </a:lnTo>
                <a:lnTo>
                  <a:pt x="33820" y="112928"/>
                </a:lnTo>
                <a:lnTo>
                  <a:pt x="34912" y="113182"/>
                </a:lnTo>
                <a:lnTo>
                  <a:pt x="35610" y="113804"/>
                </a:lnTo>
                <a:lnTo>
                  <a:pt x="36258" y="113220"/>
                </a:lnTo>
                <a:lnTo>
                  <a:pt x="37769" y="108267"/>
                </a:lnTo>
                <a:close/>
              </a:path>
              <a:path w="142875" h="179705">
                <a:moveTo>
                  <a:pt x="40005" y="133045"/>
                </a:moveTo>
                <a:lnTo>
                  <a:pt x="39839" y="129819"/>
                </a:lnTo>
                <a:lnTo>
                  <a:pt x="38023" y="129032"/>
                </a:lnTo>
                <a:lnTo>
                  <a:pt x="37350" y="129959"/>
                </a:lnTo>
                <a:lnTo>
                  <a:pt x="36957" y="131191"/>
                </a:lnTo>
                <a:lnTo>
                  <a:pt x="37223" y="133045"/>
                </a:lnTo>
                <a:lnTo>
                  <a:pt x="40005" y="133045"/>
                </a:lnTo>
                <a:close/>
              </a:path>
              <a:path w="142875" h="179705">
                <a:moveTo>
                  <a:pt x="48412" y="59004"/>
                </a:moveTo>
                <a:lnTo>
                  <a:pt x="46837" y="58521"/>
                </a:lnTo>
                <a:lnTo>
                  <a:pt x="46837" y="60921"/>
                </a:lnTo>
                <a:lnTo>
                  <a:pt x="48412" y="59004"/>
                </a:lnTo>
                <a:close/>
              </a:path>
              <a:path w="142875" h="179705">
                <a:moveTo>
                  <a:pt x="49530" y="59347"/>
                </a:moveTo>
                <a:lnTo>
                  <a:pt x="49034" y="58216"/>
                </a:lnTo>
                <a:lnTo>
                  <a:pt x="48641" y="58674"/>
                </a:lnTo>
                <a:lnTo>
                  <a:pt x="48425" y="59004"/>
                </a:lnTo>
                <a:lnTo>
                  <a:pt x="49530" y="59347"/>
                </a:lnTo>
                <a:close/>
              </a:path>
              <a:path w="142875" h="179705">
                <a:moveTo>
                  <a:pt x="54051" y="52895"/>
                </a:moveTo>
                <a:lnTo>
                  <a:pt x="50723" y="51968"/>
                </a:lnTo>
                <a:lnTo>
                  <a:pt x="50939" y="54584"/>
                </a:lnTo>
                <a:lnTo>
                  <a:pt x="48412" y="54584"/>
                </a:lnTo>
                <a:lnTo>
                  <a:pt x="48082" y="56019"/>
                </a:lnTo>
                <a:lnTo>
                  <a:pt x="49034" y="58216"/>
                </a:lnTo>
                <a:lnTo>
                  <a:pt x="54051" y="52895"/>
                </a:lnTo>
                <a:close/>
              </a:path>
              <a:path w="142875" h="179705">
                <a:moveTo>
                  <a:pt x="60934" y="144678"/>
                </a:moveTo>
                <a:lnTo>
                  <a:pt x="58851" y="141046"/>
                </a:lnTo>
                <a:lnTo>
                  <a:pt x="56172" y="142913"/>
                </a:lnTo>
                <a:lnTo>
                  <a:pt x="50050" y="141338"/>
                </a:lnTo>
                <a:lnTo>
                  <a:pt x="46037" y="141871"/>
                </a:lnTo>
                <a:lnTo>
                  <a:pt x="46443" y="143535"/>
                </a:lnTo>
                <a:lnTo>
                  <a:pt x="46647" y="145719"/>
                </a:lnTo>
                <a:lnTo>
                  <a:pt x="46748" y="148196"/>
                </a:lnTo>
                <a:lnTo>
                  <a:pt x="51612" y="151434"/>
                </a:lnTo>
                <a:lnTo>
                  <a:pt x="56324" y="154190"/>
                </a:lnTo>
                <a:lnTo>
                  <a:pt x="60540" y="156451"/>
                </a:lnTo>
                <a:lnTo>
                  <a:pt x="60833" y="150469"/>
                </a:lnTo>
                <a:lnTo>
                  <a:pt x="60934" y="144678"/>
                </a:lnTo>
                <a:close/>
              </a:path>
              <a:path w="142875" h="179705">
                <a:moveTo>
                  <a:pt x="62801" y="140589"/>
                </a:moveTo>
                <a:lnTo>
                  <a:pt x="62788" y="139788"/>
                </a:lnTo>
                <a:lnTo>
                  <a:pt x="62522" y="140258"/>
                </a:lnTo>
                <a:lnTo>
                  <a:pt x="62801" y="140589"/>
                </a:lnTo>
                <a:close/>
              </a:path>
              <a:path w="142875" h="179705">
                <a:moveTo>
                  <a:pt x="63677" y="141605"/>
                </a:moveTo>
                <a:lnTo>
                  <a:pt x="62801" y="140589"/>
                </a:lnTo>
                <a:lnTo>
                  <a:pt x="62839" y="145872"/>
                </a:lnTo>
                <a:lnTo>
                  <a:pt x="63601" y="141986"/>
                </a:lnTo>
                <a:lnTo>
                  <a:pt x="63677" y="141605"/>
                </a:lnTo>
                <a:close/>
              </a:path>
              <a:path w="142875" h="179705">
                <a:moveTo>
                  <a:pt x="64566" y="128231"/>
                </a:moveTo>
                <a:lnTo>
                  <a:pt x="64376" y="128028"/>
                </a:lnTo>
                <a:lnTo>
                  <a:pt x="62903" y="125209"/>
                </a:lnTo>
                <a:lnTo>
                  <a:pt x="62788" y="125603"/>
                </a:lnTo>
                <a:lnTo>
                  <a:pt x="62725" y="126123"/>
                </a:lnTo>
                <a:lnTo>
                  <a:pt x="62623" y="126847"/>
                </a:lnTo>
                <a:lnTo>
                  <a:pt x="62763" y="127241"/>
                </a:lnTo>
                <a:lnTo>
                  <a:pt x="62839" y="127419"/>
                </a:lnTo>
                <a:lnTo>
                  <a:pt x="62915" y="127635"/>
                </a:lnTo>
                <a:lnTo>
                  <a:pt x="63004" y="127863"/>
                </a:lnTo>
                <a:lnTo>
                  <a:pt x="63068" y="128028"/>
                </a:lnTo>
                <a:lnTo>
                  <a:pt x="64566" y="128231"/>
                </a:lnTo>
                <a:close/>
              </a:path>
              <a:path w="142875" h="179705">
                <a:moveTo>
                  <a:pt x="64604" y="140563"/>
                </a:moveTo>
                <a:lnTo>
                  <a:pt x="64262" y="140563"/>
                </a:lnTo>
                <a:lnTo>
                  <a:pt x="64503" y="141452"/>
                </a:lnTo>
                <a:lnTo>
                  <a:pt x="64604" y="140563"/>
                </a:lnTo>
                <a:close/>
              </a:path>
              <a:path w="142875" h="179705">
                <a:moveTo>
                  <a:pt x="65252" y="105778"/>
                </a:moveTo>
                <a:lnTo>
                  <a:pt x="59372" y="104140"/>
                </a:lnTo>
                <a:lnTo>
                  <a:pt x="61544" y="111633"/>
                </a:lnTo>
                <a:lnTo>
                  <a:pt x="63665" y="112991"/>
                </a:lnTo>
                <a:lnTo>
                  <a:pt x="64541" y="110591"/>
                </a:lnTo>
                <a:lnTo>
                  <a:pt x="64770" y="109931"/>
                </a:lnTo>
                <a:lnTo>
                  <a:pt x="64871" y="109677"/>
                </a:lnTo>
                <a:lnTo>
                  <a:pt x="64604" y="109677"/>
                </a:lnTo>
                <a:lnTo>
                  <a:pt x="63652" y="110591"/>
                </a:lnTo>
                <a:lnTo>
                  <a:pt x="61963" y="107416"/>
                </a:lnTo>
                <a:lnTo>
                  <a:pt x="62191" y="107276"/>
                </a:lnTo>
                <a:lnTo>
                  <a:pt x="65252" y="105778"/>
                </a:lnTo>
                <a:close/>
              </a:path>
              <a:path w="142875" h="179705">
                <a:moveTo>
                  <a:pt x="65265" y="144259"/>
                </a:moveTo>
                <a:lnTo>
                  <a:pt x="64503" y="141452"/>
                </a:lnTo>
                <a:lnTo>
                  <a:pt x="63931" y="146558"/>
                </a:lnTo>
                <a:lnTo>
                  <a:pt x="65265" y="144259"/>
                </a:lnTo>
                <a:close/>
              </a:path>
              <a:path w="142875" h="179705">
                <a:moveTo>
                  <a:pt x="67665" y="138645"/>
                </a:moveTo>
                <a:lnTo>
                  <a:pt x="64465" y="138645"/>
                </a:lnTo>
                <a:lnTo>
                  <a:pt x="64643" y="140169"/>
                </a:lnTo>
                <a:lnTo>
                  <a:pt x="66827" y="140169"/>
                </a:lnTo>
                <a:lnTo>
                  <a:pt x="67665" y="138645"/>
                </a:lnTo>
                <a:close/>
              </a:path>
              <a:path w="142875" h="179705">
                <a:moveTo>
                  <a:pt x="68084" y="87096"/>
                </a:moveTo>
                <a:lnTo>
                  <a:pt x="64465" y="85750"/>
                </a:lnTo>
                <a:lnTo>
                  <a:pt x="64350" y="88252"/>
                </a:lnTo>
                <a:lnTo>
                  <a:pt x="62026" y="93599"/>
                </a:lnTo>
                <a:lnTo>
                  <a:pt x="65265" y="94551"/>
                </a:lnTo>
                <a:lnTo>
                  <a:pt x="64516" y="91186"/>
                </a:lnTo>
                <a:lnTo>
                  <a:pt x="68084" y="87096"/>
                </a:lnTo>
                <a:close/>
              </a:path>
              <a:path w="142875" h="179705">
                <a:moveTo>
                  <a:pt x="68491" y="59321"/>
                </a:moveTo>
                <a:lnTo>
                  <a:pt x="62369" y="58978"/>
                </a:lnTo>
                <a:lnTo>
                  <a:pt x="57759" y="56705"/>
                </a:lnTo>
                <a:lnTo>
                  <a:pt x="52463" y="59321"/>
                </a:lnTo>
                <a:lnTo>
                  <a:pt x="54914" y="60096"/>
                </a:lnTo>
                <a:lnTo>
                  <a:pt x="51536" y="61455"/>
                </a:lnTo>
                <a:lnTo>
                  <a:pt x="51663" y="62509"/>
                </a:lnTo>
                <a:lnTo>
                  <a:pt x="42176" y="66624"/>
                </a:lnTo>
                <a:lnTo>
                  <a:pt x="33985" y="74091"/>
                </a:lnTo>
                <a:lnTo>
                  <a:pt x="28003" y="83781"/>
                </a:lnTo>
                <a:lnTo>
                  <a:pt x="25196" y="94564"/>
                </a:lnTo>
                <a:lnTo>
                  <a:pt x="28575" y="91249"/>
                </a:lnTo>
                <a:lnTo>
                  <a:pt x="31711" y="87718"/>
                </a:lnTo>
                <a:lnTo>
                  <a:pt x="37236" y="86550"/>
                </a:lnTo>
                <a:lnTo>
                  <a:pt x="40538" y="88265"/>
                </a:lnTo>
                <a:lnTo>
                  <a:pt x="38125" y="93535"/>
                </a:lnTo>
                <a:lnTo>
                  <a:pt x="40449" y="94564"/>
                </a:lnTo>
                <a:lnTo>
                  <a:pt x="43129" y="83400"/>
                </a:lnTo>
                <a:lnTo>
                  <a:pt x="46786" y="72656"/>
                </a:lnTo>
                <a:lnTo>
                  <a:pt x="52082" y="64058"/>
                </a:lnTo>
                <a:lnTo>
                  <a:pt x="59677" y="59309"/>
                </a:lnTo>
                <a:lnTo>
                  <a:pt x="54698" y="64147"/>
                </a:lnTo>
                <a:lnTo>
                  <a:pt x="50609" y="69875"/>
                </a:lnTo>
                <a:lnTo>
                  <a:pt x="47650" y="76733"/>
                </a:lnTo>
                <a:lnTo>
                  <a:pt x="46050" y="84963"/>
                </a:lnTo>
                <a:lnTo>
                  <a:pt x="51803" y="83426"/>
                </a:lnTo>
                <a:lnTo>
                  <a:pt x="61150" y="80378"/>
                </a:lnTo>
                <a:lnTo>
                  <a:pt x="66078" y="84963"/>
                </a:lnTo>
                <a:lnTo>
                  <a:pt x="67716" y="79133"/>
                </a:lnTo>
                <a:lnTo>
                  <a:pt x="68211" y="73075"/>
                </a:lnTo>
                <a:lnTo>
                  <a:pt x="68237" y="66548"/>
                </a:lnTo>
                <a:lnTo>
                  <a:pt x="68491" y="59321"/>
                </a:lnTo>
                <a:close/>
              </a:path>
              <a:path w="142875" h="179705">
                <a:moveTo>
                  <a:pt x="70878" y="112191"/>
                </a:moveTo>
                <a:lnTo>
                  <a:pt x="69037" y="109931"/>
                </a:lnTo>
                <a:lnTo>
                  <a:pt x="70205" y="109931"/>
                </a:lnTo>
                <a:lnTo>
                  <a:pt x="69888" y="109220"/>
                </a:lnTo>
                <a:lnTo>
                  <a:pt x="69113" y="109867"/>
                </a:lnTo>
                <a:lnTo>
                  <a:pt x="66497" y="109677"/>
                </a:lnTo>
                <a:lnTo>
                  <a:pt x="65062" y="109677"/>
                </a:lnTo>
                <a:lnTo>
                  <a:pt x="68732" y="111048"/>
                </a:lnTo>
                <a:lnTo>
                  <a:pt x="70878" y="112191"/>
                </a:lnTo>
                <a:close/>
              </a:path>
              <a:path w="142875" h="179705">
                <a:moveTo>
                  <a:pt x="71539" y="939"/>
                </a:moveTo>
                <a:lnTo>
                  <a:pt x="71081" y="558"/>
                </a:lnTo>
                <a:lnTo>
                  <a:pt x="70866" y="0"/>
                </a:lnTo>
                <a:lnTo>
                  <a:pt x="69773" y="127"/>
                </a:lnTo>
                <a:lnTo>
                  <a:pt x="69278" y="647"/>
                </a:lnTo>
                <a:lnTo>
                  <a:pt x="69583" y="1714"/>
                </a:lnTo>
                <a:lnTo>
                  <a:pt x="70434" y="1752"/>
                </a:lnTo>
                <a:lnTo>
                  <a:pt x="71069" y="1676"/>
                </a:lnTo>
                <a:lnTo>
                  <a:pt x="71424" y="1409"/>
                </a:lnTo>
                <a:lnTo>
                  <a:pt x="71539" y="939"/>
                </a:lnTo>
                <a:close/>
              </a:path>
              <a:path w="142875" h="179705">
                <a:moveTo>
                  <a:pt x="72771" y="106946"/>
                </a:moveTo>
                <a:lnTo>
                  <a:pt x="69278" y="105778"/>
                </a:lnTo>
                <a:lnTo>
                  <a:pt x="68846" y="106946"/>
                </a:lnTo>
                <a:lnTo>
                  <a:pt x="69888" y="109220"/>
                </a:lnTo>
                <a:lnTo>
                  <a:pt x="72567" y="106946"/>
                </a:lnTo>
                <a:lnTo>
                  <a:pt x="72771" y="106946"/>
                </a:lnTo>
                <a:close/>
              </a:path>
              <a:path w="142875" h="179705">
                <a:moveTo>
                  <a:pt x="73050" y="110858"/>
                </a:moveTo>
                <a:lnTo>
                  <a:pt x="72478" y="110858"/>
                </a:lnTo>
                <a:lnTo>
                  <a:pt x="72542" y="111353"/>
                </a:lnTo>
                <a:lnTo>
                  <a:pt x="72885" y="111023"/>
                </a:lnTo>
                <a:lnTo>
                  <a:pt x="73050" y="110858"/>
                </a:lnTo>
                <a:close/>
              </a:path>
              <a:path w="142875" h="179705">
                <a:moveTo>
                  <a:pt x="73279" y="116205"/>
                </a:moveTo>
                <a:lnTo>
                  <a:pt x="72669" y="112191"/>
                </a:lnTo>
                <a:lnTo>
                  <a:pt x="72542" y="111353"/>
                </a:lnTo>
                <a:lnTo>
                  <a:pt x="71678" y="112191"/>
                </a:lnTo>
                <a:lnTo>
                  <a:pt x="71564" y="114185"/>
                </a:lnTo>
                <a:lnTo>
                  <a:pt x="72097" y="115519"/>
                </a:lnTo>
                <a:lnTo>
                  <a:pt x="73279" y="116205"/>
                </a:lnTo>
                <a:close/>
              </a:path>
              <a:path w="142875" h="179705">
                <a:moveTo>
                  <a:pt x="81089" y="111023"/>
                </a:moveTo>
                <a:lnTo>
                  <a:pt x="72885" y="111023"/>
                </a:lnTo>
                <a:lnTo>
                  <a:pt x="79819" y="113652"/>
                </a:lnTo>
                <a:lnTo>
                  <a:pt x="81089" y="111023"/>
                </a:lnTo>
                <a:close/>
              </a:path>
              <a:path w="142875" h="179705">
                <a:moveTo>
                  <a:pt x="81292" y="110591"/>
                </a:moveTo>
                <a:lnTo>
                  <a:pt x="77368" y="110388"/>
                </a:lnTo>
                <a:lnTo>
                  <a:pt x="73545" y="110388"/>
                </a:lnTo>
                <a:lnTo>
                  <a:pt x="73050" y="110858"/>
                </a:lnTo>
                <a:lnTo>
                  <a:pt x="81165" y="110858"/>
                </a:lnTo>
                <a:lnTo>
                  <a:pt x="81292" y="110591"/>
                </a:lnTo>
                <a:close/>
              </a:path>
              <a:path w="142875" h="179705">
                <a:moveTo>
                  <a:pt x="82029" y="34696"/>
                </a:moveTo>
                <a:lnTo>
                  <a:pt x="81038" y="37998"/>
                </a:lnTo>
                <a:lnTo>
                  <a:pt x="81318" y="38265"/>
                </a:lnTo>
                <a:lnTo>
                  <a:pt x="82029" y="34696"/>
                </a:lnTo>
                <a:close/>
              </a:path>
              <a:path w="142875" h="179705">
                <a:moveTo>
                  <a:pt x="84518" y="121018"/>
                </a:moveTo>
                <a:lnTo>
                  <a:pt x="68033" y="120192"/>
                </a:lnTo>
                <a:lnTo>
                  <a:pt x="51130" y="120332"/>
                </a:lnTo>
                <a:lnTo>
                  <a:pt x="34696" y="121424"/>
                </a:lnTo>
                <a:lnTo>
                  <a:pt x="26187" y="122555"/>
                </a:lnTo>
                <a:lnTo>
                  <a:pt x="26187" y="126466"/>
                </a:lnTo>
                <a:lnTo>
                  <a:pt x="25984" y="126606"/>
                </a:lnTo>
                <a:lnTo>
                  <a:pt x="26035" y="126466"/>
                </a:lnTo>
                <a:lnTo>
                  <a:pt x="26187" y="126466"/>
                </a:lnTo>
                <a:lnTo>
                  <a:pt x="26187" y="122555"/>
                </a:lnTo>
                <a:lnTo>
                  <a:pt x="19062" y="123494"/>
                </a:lnTo>
                <a:lnTo>
                  <a:pt x="20027" y="123494"/>
                </a:lnTo>
                <a:lnTo>
                  <a:pt x="22250" y="123825"/>
                </a:lnTo>
                <a:lnTo>
                  <a:pt x="23990" y="123825"/>
                </a:lnTo>
                <a:lnTo>
                  <a:pt x="25374" y="125209"/>
                </a:lnTo>
                <a:lnTo>
                  <a:pt x="23571" y="125209"/>
                </a:lnTo>
                <a:lnTo>
                  <a:pt x="20281" y="125603"/>
                </a:lnTo>
                <a:lnTo>
                  <a:pt x="21018" y="125603"/>
                </a:lnTo>
                <a:lnTo>
                  <a:pt x="21590" y="126314"/>
                </a:lnTo>
                <a:lnTo>
                  <a:pt x="22936" y="127863"/>
                </a:lnTo>
                <a:lnTo>
                  <a:pt x="24053" y="127635"/>
                </a:lnTo>
                <a:lnTo>
                  <a:pt x="25082" y="127241"/>
                </a:lnTo>
                <a:lnTo>
                  <a:pt x="25641" y="126847"/>
                </a:lnTo>
                <a:lnTo>
                  <a:pt x="25920" y="126847"/>
                </a:lnTo>
                <a:lnTo>
                  <a:pt x="25819" y="127241"/>
                </a:lnTo>
                <a:lnTo>
                  <a:pt x="25768" y="127419"/>
                </a:lnTo>
                <a:lnTo>
                  <a:pt x="25654" y="127863"/>
                </a:lnTo>
                <a:lnTo>
                  <a:pt x="25527" y="128727"/>
                </a:lnTo>
                <a:lnTo>
                  <a:pt x="25311" y="129933"/>
                </a:lnTo>
                <a:lnTo>
                  <a:pt x="25234" y="130378"/>
                </a:lnTo>
                <a:lnTo>
                  <a:pt x="26263" y="131470"/>
                </a:lnTo>
                <a:lnTo>
                  <a:pt x="26797" y="132003"/>
                </a:lnTo>
                <a:lnTo>
                  <a:pt x="26670" y="129933"/>
                </a:lnTo>
                <a:lnTo>
                  <a:pt x="26543" y="127863"/>
                </a:lnTo>
                <a:lnTo>
                  <a:pt x="26530" y="127635"/>
                </a:lnTo>
                <a:lnTo>
                  <a:pt x="28282" y="126466"/>
                </a:lnTo>
                <a:lnTo>
                  <a:pt x="31292" y="124485"/>
                </a:lnTo>
                <a:lnTo>
                  <a:pt x="31445" y="124485"/>
                </a:lnTo>
                <a:lnTo>
                  <a:pt x="34810" y="128231"/>
                </a:lnTo>
                <a:lnTo>
                  <a:pt x="34925" y="127419"/>
                </a:lnTo>
                <a:lnTo>
                  <a:pt x="35013" y="126847"/>
                </a:lnTo>
                <a:lnTo>
                  <a:pt x="35115" y="126123"/>
                </a:lnTo>
                <a:lnTo>
                  <a:pt x="35204" y="125603"/>
                </a:lnTo>
                <a:lnTo>
                  <a:pt x="35331" y="124752"/>
                </a:lnTo>
                <a:lnTo>
                  <a:pt x="35369" y="124485"/>
                </a:lnTo>
                <a:lnTo>
                  <a:pt x="35394" y="124218"/>
                </a:lnTo>
                <a:lnTo>
                  <a:pt x="39471" y="126123"/>
                </a:lnTo>
                <a:lnTo>
                  <a:pt x="39776" y="126314"/>
                </a:lnTo>
                <a:lnTo>
                  <a:pt x="39319" y="127241"/>
                </a:lnTo>
                <a:lnTo>
                  <a:pt x="39230" y="127419"/>
                </a:lnTo>
                <a:lnTo>
                  <a:pt x="39116" y="127635"/>
                </a:lnTo>
                <a:lnTo>
                  <a:pt x="39001" y="127863"/>
                </a:lnTo>
                <a:lnTo>
                  <a:pt x="38925" y="128028"/>
                </a:lnTo>
                <a:lnTo>
                  <a:pt x="38823" y="128231"/>
                </a:lnTo>
                <a:lnTo>
                  <a:pt x="40563" y="127419"/>
                </a:lnTo>
                <a:lnTo>
                  <a:pt x="40728" y="127241"/>
                </a:lnTo>
                <a:lnTo>
                  <a:pt x="41592" y="125831"/>
                </a:lnTo>
                <a:lnTo>
                  <a:pt x="44437" y="125831"/>
                </a:lnTo>
                <a:lnTo>
                  <a:pt x="46050" y="127419"/>
                </a:lnTo>
                <a:lnTo>
                  <a:pt x="47904" y="128701"/>
                </a:lnTo>
                <a:lnTo>
                  <a:pt x="49250" y="130632"/>
                </a:lnTo>
                <a:lnTo>
                  <a:pt x="51142" y="127419"/>
                </a:lnTo>
                <a:lnTo>
                  <a:pt x="47955" y="128689"/>
                </a:lnTo>
                <a:lnTo>
                  <a:pt x="47853" y="128231"/>
                </a:lnTo>
                <a:lnTo>
                  <a:pt x="47764" y="127241"/>
                </a:lnTo>
                <a:lnTo>
                  <a:pt x="47663" y="126123"/>
                </a:lnTo>
                <a:lnTo>
                  <a:pt x="47637" y="125831"/>
                </a:lnTo>
                <a:lnTo>
                  <a:pt x="49911" y="126466"/>
                </a:lnTo>
                <a:lnTo>
                  <a:pt x="49834" y="125831"/>
                </a:lnTo>
                <a:lnTo>
                  <a:pt x="49720" y="124752"/>
                </a:lnTo>
                <a:lnTo>
                  <a:pt x="49961" y="124752"/>
                </a:lnTo>
                <a:lnTo>
                  <a:pt x="52705" y="125209"/>
                </a:lnTo>
                <a:lnTo>
                  <a:pt x="51676" y="125209"/>
                </a:lnTo>
                <a:lnTo>
                  <a:pt x="51803" y="126314"/>
                </a:lnTo>
                <a:lnTo>
                  <a:pt x="51904" y="127241"/>
                </a:lnTo>
                <a:lnTo>
                  <a:pt x="52006" y="128028"/>
                </a:lnTo>
                <a:lnTo>
                  <a:pt x="52070" y="130632"/>
                </a:lnTo>
                <a:lnTo>
                  <a:pt x="51892" y="131470"/>
                </a:lnTo>
                <a:lnTo>
                  <a:pt x="51777" y="132003"/>
                </a:lnTo>
                <a:lnTo>
                  <a:pt x="51727" y="132232"/>
                </a:lnTo>
                <a:lnTo>
                  <a:pt x="51612" y="132765"/>
                </a:lnTo>
                <a:lnTo>
                  <a:pt x="51574" y="132930"/>
                </a:lnTo>
                <a:lnTo>
                  <a:pt x="48450" y="132232"/>
                </a:lnTo>
                <a:lnTo>
                  <a:pt x="50126" y="132765"/>
                </a:lnTo>
                <a:lnTo>
                  <a:pt x="52006" y="134353"/>
                </a:lnTo>
                <a:lnTo>
                  <a:pt x="53251" y="133032"/>
                </a:lnTo>
                <a:lnTo>
                  <a:pt x="53124" y="132232"/>
                </a:lnTo>
                <a:lnTo>
                  <a:pt x="53022" y="131470"/>
                </a:lnTo>
                <a:lnTo>
                  <a:pt x="52895" y="130632"/>
                </a:lnTo>
                <a:lnTo>
                  <a:pt x="52793" y="129933"/>
                </a:lnTo>
                <a:lnTo>
                  <a:pt x="52666" y="129108"/>
                </a:lnTo>
                <a:lnTo>
                  <a:pt x="52616" y="128727"/>
                </a:lnTo>
                <a:lnTo>
                  <a:pt x="52489" y="127863"/>
                </a:lnTo>
                <a:lnTo>
                  <a:pt x="52400" y="127241"/>
                </a:lnTo>
                <a:lnTo>
                  <a:pt x="52285" y="126466"/>
                </a:lnTo>
                <a:lnTo>
                  <a:pt x="52235" y="126123"/>
                </a:lnTo>
                <a:lnTo>
                  <a:pt x="55587" y="124752"/>
                </a:lnTo>
                <a:lnTo>
                  <a:pt x="56210" y="124485"/>
                </a:lnTo>
                <a:lnTo>
                  <a:pt x="57188" y="124485"/>
                </a:lnTo>
                <a:lnTo>
                  <a:pt x="62801" y="125031"/>
                </a:lnTo>
                <a:lnTo>
                  <a:pt x="62534" y="124485"/>
                </a:lnTo>
                <a:lnTo>
                  <a:pt x="68567" y="123494"/>
                </a:lnTo>
                <a:lnTo>
                  <a:pt x="60528" y="123494"/>
                </a:lnTo>
                <a:lnTo>
                  <a:pt x="39331" y="124206"/>
                </a:lnTo>
                <a:lnTo>
                  <a:pt x="35407" y="124206"/>
                </a:lnTo>
                <a:lnTo>
                  <a:pt x="26797" y="124206"/>
                </a:lnTo>
                <a:lnTo>
                  <a:pt x="41059" y="122440"/>
                </a:lnTo>
                <a:lnTo>
                  <a:pt x="55943" y="122097"/>
                </a:lnTo>
                <a:lnTo>
                  <a:pt x="69596" y="122097"/>
                </a:lnTo>
                <a:lnTo>
                  <a:pt x="84518" y="121018"/>
                </a:lnTo>
                <a:close/>
              </a:path>
              <a:path w="142875" h="179705">
                <a:moveTo>
                  <a:pt x="85077" y="41668"/>
                </a:moveTo>
                <a:lnTo>
                  <a:pt x="81318" y="38265"/>
                </a:lnTo>
                <a:lnTo>
                  <a:pt x="81178" y="38989"/>
                </a:lnTo>
                <a:lnTo>
                  <a:pt x="80492" y="41668"/>
                </a:lnTo>
                <a:lnTo>
                  <a:pt x="85077" y="41668"/>
                </a:lnTo>
                <a:close/>
              </a:path>
              <a:path w="142875" h="179705">
                <a:moveTo>
                  <a:pt x="86106" y="24053"/>
                </a:moveTo>
                <a:lnTo>
                  <a:pt x="85953" y="23863"/>
                </a:lnTo>
                <a:lnTo>
                  <a:pt x="82143" y="19989"/>
                </a:lnTo>
                <a:lnTo>
                  <a:pt x="80505" y="18338"/>
                </a:lnTo>
                <a:lnTo>
                  <a:pt x="71653" y="16865"/>
                </a:lnTo>
                <a:lnTo>
                  <a:pt x="62217" y="18770"/>
                </a:lnTo>
                <a:lnTo>
                  <a:pt x="54864" y="23215"/>
                </a:lnTo>
                <a:lnTo>
                  <a:pt x="55321" y="24638"/>
                </a:lnTo>
                <a:lnTo>
                  <a:pt x="53797" y="28143"/>
                </a:lnTo>
                <a:lnTo>
                  <a:pt x="55562" y="28143"/>
                </a:lnTo>
                <a:lnTo>
                  <a:pt x="56921" y="26289"/>
                </a:lnTo>
                <a:lnTo>
                  <a:pt x="56578" y="28994"/>
                </a:lnTo>
                <a:lnTo>
                  <a:pt x="55638" y="31242"/>
                </a:lnTo>
                <a:lnTo>
                  <a:pt x="57988" y="36156"/>
                </a:lnTo>
                <a:lnTo>
                  <a:pt x="60185" y="31546"/>
                </a:lnTo>
                <a:lnTo>
                  <a:pt x="62852" y="35255"/>
                </a:lnTo>
                <a:lnTo>
                  <a:pt x="62852" y="30454"/>
                </a:lnTo>
                <a:lnTo>
                  <a:pt x="58191" y="30086"/>
                </a:lnTo>
                <a:lnTo>
                  <a:pt x="61239" y="29375"/>
                </a:lnTo>
                <a:lnTo>
                  <a:pt x="60452" y="26454"/>
                </a:lnTo>
                <a:lnTo>
                  <a:pt x="57010" y="26162"/>
                </a:lnTo>
                <a:lnTo>
                  <a:pt x="60312" y="21678"/>
                </a:lnTo>
                <a:lnTo>
                  <a:pt x="69430" y="19989"/>
                </a:lnTo>
                <a:lnTo>
                  <a:pt x="78879" y="22123"/>
                </a:lnTo>
                <a:lnTo>
                  <a:pt x="84505" y="27228"/>
                </a:lnTo>
                <a:lnTo>
                  <a:pt x="81826" y="25158"/>
                </a:lnTo>
                <a:lnTo>
                  <a:pt x="80149" y="23863"/>
                </a:lnTo>
                <a:lnTo>
                  <a:pt x="72567" y="23672"/>
                </a:lnTo>
                <a:lnTo>
                  <a:pt x="64185" y="24053"/>
                </a:lnTo>
                <a:lnTo>
                  <a:pt x="64465" y="24053"/>
                </a:lnTo>
                <a:lnTo>
                  <a:pt x="64935" y="26327"/>
                </a:lnTo>
                <a:lnTo>
                  <a:pt x="62903" y="25958"/>
                </a:lnTo>
                <a:lnTo>
                  <a:pt x="65900" y="34810"/>
                </a:lnTo>
                <a:lnTo>
                  <a:pt x="65278" y="40081"/>
                </a:lnTo>
                <a:lnTo>
                  <a:pt x="70878" y="40081"/>
                </a:lnTo>
                <a:lnTo>
                  <a:pt x="70485" y="35915"/>
                </a:lnTo>
                <a:lnTo>
                  <a:pt x="71742" y="30124"/>
                </a:lnTo>
                <a:lnTo>
                  <a:pt x="70091" y="27254"/>
                </a:lnTo>
                <a:lnTo>
                  <a:pt x="67932" y="26873"/>
                </a:lnTo>
                <a:lnTo>
                  <a:pt x="71437" y="25158"/>
                </a:lnTo>
                <a:lnTo>
                  <a:pt x="75679" y="27228"/>
                </a:lnTo>
                <a:lnTo>
                  <a:pt x="73761" y="29019"/>
                </a:lnTo>
                <a:lnTo>
                  <a:pt x="72199" y="40271"/>
                </a:lnTo>
                <a:lnTo>
                  <a:pt x="72174" y="40424"/>
                </a:lnTo>
                <a:lnTo>
                  <a:pt x="76492" y="40868"/>
                </a:lnTo>
                <a:lnTo>
                  <a:pt x="79540" y="40271"/>
                </a:lnTo>
                <a:lnTo>
                  <a:pt x="76619" y="32334"/>
                </a:lnTo>
                <a:lnTo>
                  <a:pt x="76542" y="32143"/>
                </a:lnTo>
                <a:lnTo>
                  <a:pt x="79692" y="29629"/>
                </a:lnTo>
                <a:lnTo>
                  <a:pt x="82753" y="31000"/>
                </a:lnTo>
                <a:lnTo>
                  <a:pt x="82067" y="34493"/>
                </a:lnTo>
                <a:lnTo>
                  <a:pt x="84772" y="32334"/>
                </a:lnTo>
                <a:lnTo>
                  <a:pt x="85674" y="29629"/>
                </a:lnTo>
                <a:lnTo>
                  <a:pt x="85877" y="29019"/>
                </a:lnTo>
                <a:lnTo>
                  <a:pt x="85991" y="28143"/>
                </a:lnTo>
                <a:lnTo>
                  <a:pt x="86017" y="27228"/>
                </a:lnTo>
                <a:lnTo>
                  <a:pt x="86106" y="24053"/>
                </a:lnTo>
                <a:close/>
              </a:path>
              <a:path w="142875" h="179705">
                <a:moveTo>
                  <a:pt x="86893" y="141046"/>
                </a:moveTo>
                <a:lnTo>
                  <a:pt x="82232" y="141465"/>
                </a:lnTo>
                <a:lnTo>
                  <a:pt x="75844" y="140157"/>
                </a:lnTo>
                <a:lnTo>
                  <a:pt x="72453" y="141859"/>
                </a:lnTo>
                <a:lnTo>
                  <a:pt x="72148" y="146875"/>
                </a:lnTo>
                <a:lnTo>
                  <a:pt x="72466" y="154838"/>
                </a:lnTo>
                <a:lnTo>
                  <a:pt x="72529" y="162344"/>
                </a:lnTo>
                <a:lnTo>
                  <a:pt x="75247" y="163550"/>
                </a:lnTo>
                <a:lnTo>
                  <a:pt x="76847" y="164160"/>
                </a:lnTo>
                <a:lnTo>
                  <a:pt x="80365" y="165277"/>
                </a:lnTo>
                <a:lnTo>
                  <a:pt x="83731" y="166420"/>
                </a:lnTo>
                <a:lnTo>
                  <a:pt x="86893" y="167551"/>
                </a:lnTo>
                <a:lnTo>
                  <a:pt x="86893" y="141046"/>
                </a:lnTo>
                <a:close/>
              </a:path>
              <a:path w="142875" h="179705">
                <a:moveTo>
                  <a:pt x="88506" y="46494"/>
                </a:moveTo>
                <a:lnTo>
                  <a:pt x="86448" y="45821"/>
                </a:lnTo>
                <a:lnTo>
                  <a:pt x="82727" y="42697"/>
                </a:lnTo>
                <a:lnTo>
                  <a:pt x="80492" y="44881"/>
                </a:lnTo>
                <a:lnTo>
                  <a:pt x="82550" y="45085"/>
                </a:lnTo>
                <a:lnTo>
                  <a:pt x="79400" y="46278"/>
                </a:lnTo>
                <a:lnTo>
                  <a:pt x="80492" y="48107"/>
                </a:lnTo>
                <a:lnTo>
                  <a:pt x="82905" y="49149"/>
                </a:lnTo>
                <a:lnTo>
                  <a:pt x="84861" y="50698"/>
                </a:lnTo>
                <a:lnTo>
                  <a:pt x="88506" y="50507"/>
                </a:lnTo>
                <a:lnTo>
                  <a:pt x="88506" y="46494"/>
                </a:lnTo>
                <a:close/>
              </a:path>
              <a:path w="142875" h="179705">
                <a:moveTo>
                  <a:pt x="91173" y="83527"/>
                </a:moveTo>
                <a:lnTo>
                  <a:pt x="90462" y="77127"/>
                </a:lnTo>
                <a:lnTo>
                  <a:pt x="89306" y="76923"/>
                </a:lnTo>
                <a:lnTo>
                  <a:pt x="89065" y="78816"/>
                </a:lnTo>
                <a:lnTo>
                  <a:pt x="88036" y="79933"/>
                </a:lnTo>
                <a:lnTo>
                  <a:pt x="88506" y="82550"/>
                </a:lnTo>
                <a:lnTo>
                  <a:pt x="91173" y="83527"/>
                </a:lnTo>
                <a:close/>
              </a:path>
              <a:path w="142875" h="179705">
                <a:moveTo>
                  <a:pt x="91427" y="86918"/>
                </a:moveTo>
                <a:lnTo>
                  <a:pt x="90449" y="84416"/>
                </a:lnTo>
                <a:lnTo>
                  <a:pt x="89306" y="83350"/>
                </a:lnTo>
                <a:lnTo>
                  <a:pt x="89128" y="83972"/>
                </a:lnTo>
                <a:lnTo>
                  <a:pt x="88633" y="84289"/>
                </a:lnTo>
                <a:lnTo>
                  <a:pt x="87693" y="84150"/>
                </a:lnTo>
                <a:lnTo>
                  <a:pt x="88049" y="85953"/>
                </a:lnTo>
                <a:lnTo>
                  <a:pt x="89433" y="86702"/>
                </a:lnTo>
                <a:lnTo>
                  <a:pt x="90106" y="88150"/>
                </a:lnTo>
                <a:lnTo>
                  <a:pt x="91427" y="86918"/>
                </a:lnTo>
                <a:close/>
              </a:path>
              <a:path w="142875" h="179705">
                <a:moveTo>
                  <a:pt x="93865" y="110934"/>
                </a:moveTo>
                <a:lnTo>
                  <a:pt x="88811" y="108242"/>
                </a:lnTo>
                <a:lnTo>
                  <a:pt x="88696" y="109804"/>
                </a:lnTo>
                <a:lnTo>
                  <a:pt x="88607" y="110934"/>
                </a:lnTo>
                <a:lnTo>
                  <a:pt x="88506" y="112318"/>
                </a:lnTo>
                <a:lnTo>
                  <a:pt x="89954" y="112318"/>
                </a:lnTo>
                <a:lnTo>
                  <a:pt x="91732" y="112471"/>
                </a:lnTo>
                <a:lnTo>
                  <a:pt x="92760" y="111061"/>
                </a:lnTo>
                <a:lnTo>
                  <a:pt x="92862" y="110934"/>
                </a:lnTo>
                <a:lnTo>
                  <a:pt x="93865" y="110934"/>
                </a:lnTo>
                <a:close/>
              </a:path>
              <a:path w="142875" h="179705">
                <a:moveTo>
                  <a:pt x="95224" y="59880"/>
                </a:moveTo>
                <a:lnTo>
                  <a:pt x="95135" y="59093"/>
                </a:lnTo>
                <a:lnTo>
                  <a:pt x="95008" y="58102"/>
                </a:lnTo>
                <a:lnTo>
                  <a:pt x="94919" y="55308"/>
                </a:lnTo>
                <a:lnTo>
                  <a:pt x="91846" y="54711"/>
                </a:lnTo>
                <a:lnTo>
                  <a:pt x="90906" y="53695"/>
                </a:lnTo>
                <a:lnTo>
                  <a:pt x="90779" y="53568"/>
                </a:lnTo>
                <a:lnTo>
                  <a:pt x="89776" y="52489"/>
                </a:lnTo>
                <a:lnTo>
                  <a:pt x="89573" y="52095"/>
                </a:lnTo>
                <a:lnTo>
                  <a:pt x="89319" y="51295"/>
                </a:lnTo>
                <a:lnTo>
                  <a:pt x="82791" y="50888"/>
                </a:lnTo>
                <a:lnTo>
                  <a:pt x="84556" y="53568"/>
                </a:lnTo>
                <a:lnTo>
                  <a:pt x="80238" y="53568"/>
                </a:lnTo>
                <a:lnTo>
                  <a:pt x="81546" y="51295"/>
                </a:lnTo>
                <a:lnTo>
                  <a:pt x="81788" y="50888"/>
                </a:lnTo>
                <a:lnTo>
                  <a:pt x="82232" y="50888"/>
                </a:lnTo>
                <a:lnTo>
                  <a:pt x="82791" y="50888"/>
                </a:lnTo>
                <a:lnTo>
                  <a:pt x="82245" y="50076"/>
                </a:lnTo>
                <a:lnTo>
                  <a:pt x="81813" y="50850"/>
                </a:lnTo>
                <a:lnTo>
                  <a:pt x="71780" y="49707"/>
                </a:lnTo>
                <a:lnTo>
                  <a:pt x="67284" y="49847"/>
                </a:lnTo>
                <a:lnTo>
                  <a:pt x="65455" y="48704"/>
                </a:lnTo>
                <a:lnTo>
                  <a:pt x="65303" y="49707"/>
                </a:lnTo>
                <a:lnTo>
                  <a:pt x="65265" y="49911"/>
                </a:lnTo>
                <a:lnTo>
                  <a:pt x="59397" y="50076"/>
                </a:lnTo>
                <a:lnTo>
                  <a:pt x="62191" y="50076"/>
                </a:lnTo>
                <a:lnTo>
                  <a:pt x="55626" y="53695"/>
                </a:lnTo>
                <a:lnTo>
                  <a:pt x="58458" y="53340"/>
                </a:lnTo>
                <a:lnTo>
                  <a:pt x="60274" y="51930"/>
                </a:lnTo>
                <a:lnTo>
                  <a:pt x="63639" y="52095"/>
                </a:lnTo>
                <a:lnTo>
                  <a:pt x="63563" y="54114"/>
                </a:lnTo>
                <a:lnTo>
                  <a:pt x="61836" y="54711"/>
                </a:lnTo>
                <a:lnTo>
                  <a:pt x="62471" y="54711"/>
                </a:lnTo>
                <a:lnTo>
                  <a:pt x="64452" y="55308"/>
                </a:lnTo>
                <a:lnTo>
                  <a:pt x="64884" y="52489"/>
                </a:lnTo>
                <a:lnTo>
                  <a:pt x="64973" y="51930"/>
                </a:lnTo>
                <a:lnTo>
                  <a:pt x="65062" y="51295"/>
                </a:lnTo>
                <a:lnTo>
                  <a:pt x="65125" y="50888"/>
                </a:lnTo>
                <a:lnTo>
                  <a:pt x="65252" y="50076"/>
                </a:lnTo>
                <a:lnTo>
                  <a:pt x="67665" y="50076"/>
                </a:lnTo>
                <a:lnTo>
                  <a:pt x="73266" y="53568"/>
                </a:lnTo>
                <a:lnTo>
                  <a:pt x="78879" y="51295"/>
                </a:lnTo>
                <a:lnTo>
                  <a:pt x="78955" y="51930"/>
                </a:lnTo>
                <a:lnTo>
                  <a:pt x="79019" y="52489"/>
                </a:lnTo>
                <a:lnTo>
                  <a:pt x="78828" y="53340"/>
                </a:lnTo>
                <a:lnTo>
                  <a:pt x="78778" y="53568"/>
                </a:lnTo>
                <a:lnTo>
                  <a:pt x="78651" y="54114"/>
                </a:lnTo>
                <a:lnTo>
                  <a:pt x="78613" y="54254"/>
                </a:lnTo>
                <a:lnTo>
                  <a:pt x="79692" y="54521"/>
                </a:lnTo>
                <a:lnTo>
                  <a:pt x="80162" y="53695"/>
                </a:lnTo>
                <a:lnTo>
                  <a:pt x="84645" y="53695"/>
                </a:lnTo>
                <a:lnTo>
                  <a:pt x="87731" y="58369"/>
                </a:lnTo>
                <a:lnTo>
                  <a:pt x="89992" y="54711"/>
                </a:lnTo>
                <a:lnTo>
                  <a:pt x="90170" y="54711"/>
                </a:lnTo>
                <a:lnTo>
                  <a:pt x="90614" y="56362"/>
                </a:lnTo>
                <a:lnTo>
                  <a:pt x="91135" y="58102"/>
                </a:lnTo>
                <a:lnTo>
                  <a:pt x="89306" y="59309"/>
                </a:lnTo>
                <a:lnTo>
                  <a:pt x="91655" y="59093"/>
                </a:lnTo>
                <a:lnTo>
                  <a:pt x="91757" y="61099"/>
                </a:lnTo>
                <a:lnTo>
                  <a:pt x="94107" y="60896"/>
                </a:lnTo>
                <a:lnTo>
                  <a:pt x="95224" y="59880"/>
                </a:lnTo>
                <a:close/>
              </a:path>
              <a:path w="142875" h="179705">
                <a:moveTo>
                  <a:pt x="95732" y="124206"/>
                </a:moveTo>
                <a:lnTo>
                  <a:pt x="82854" y="123494"/>
                </a:lnTo>
                <a:lnTo>
                  <a:pt x="68872" y="123494"/>
                </a:lnTo>
                <a:lnTo>
                  <a:pt x="68338" y="125209"/>
                </a:lnTo>
                <a:lnTo>
                  <a:pt x="68224" y="125603"/>
                </a:lnTo>
                <a:lnTo>
                  <a:pt x="68148" y="125831"/>
                </a:lnTo>
                <a:lnTo>
                  <a:pt x="68059" y="126123"/>
                </a:lnTo>
                <a:lnTo>
                  <a:pt x="67957" y="126466"/>
                </a:lnTo>
                <a:lnTo>
                  <a:pt x="67830" y="126847"/>
                </a:lnTo>
                <a:lnTo>
                  <a:pt x="67716" y="127241"/>
                </a:lnTo>
                <a:lnTo>
                  <a:pt x="67665" y="127419"/>
                </a:lnTo>
                <a:lnTo>
                  <a:pt x="73317" y="125603"/>
                </a:lnTo>
                <a:lnTo>
                  <a:pt x="72136" y="125603"/>
                </a:lnTo>
                <a:lnTo>
                  <a:pt x="80911" y="124752"/>
                </a:lnTo>
                <a:lnTo>
                  <a:pt x="87782" y="125603"/>
                </a:lnTo>
                <a:lnTo>
                  <a:pt x="93357" y="128231"/>
                </a:lnTo>
                <a:lnTo>
                  <a:pt x="93484" y="127863"/>
                </a:lnTo>
                <a:lnTo>
                  <a:pt x="93916" y="126847"/>
                </a:lnTo>
                <a:lnTo>
                  <a:pt x="94018" y="126466"/>
                </a:lnTo>
                <a:lnTo>
                  <a:pt x="94094" y="126123"/>
                </a:lnTo>
                <a:lnTo>
                  <a:pt x="94208" y="125603"/>
                </a:lnTo>
                <a:lnTo>
                  <a:pt x="94297" y="125209"/>
                </a:lnTo>
                <a:lnTo>
                  <a:pt x="93929" y="125209"/>
                </a:lnTo>
                <a:lnTo>
                  <a:pt x="94767" y="124752"/>
                </a:lnTo>
                <a:lnTo>
                  <a:pt x="95732" y="124206"/>
                </a:lnTo>
                <a:close/>
              </a:path>
              <a:path w="142875" h="179705">
                <a:moveTo>
                  <a:pt x="96405" y="114084"/>
                </a:moveTo>
                <a:lnTo>
                  <a:pt x="94348" y="115023"/>
                </a:lnTo>
                <a:lnTo>
                  <a:pt x="96240" y="116293"/>
                </a:lnTo>
                <a:lnTo>
                  <a:pt x="96342" y="115023"/>
                </a:lnTo>
                <a:lnTo>
                  <a:pt x="96405" y="114084"/>
                </a:lnTo>
                <a:close/>
              </a:path>
              <a:path w="142875" h="179705">
                <a:moveTo>
                  <a:pt x="96545" y="111404"/>
                </a:moveTo>
                <a:lnTo>
                  <a:pt x="93865" y="110934"/>
                </a:lnTo>
                <a:lnTo>
                  <a:pt x="96494" y="112318"/>
                </a:lnTo>
                <a:lnTo>
                  <a:pt x="96545" y="111404"/>
                </a:lnTo>
                <a:close/>
              </a:path>
              <a:path w="142875" h="179705">
                <a:moveTo>
                  <a:pt x="99733" y="118618"/>
                </a:moveTo>
                <a:lnTo>
                  <a:pt x="96240" y="116293"/>
                </a:lnTo>
                <a:lnTo>
                  <a:pt x="95770" y="122262"/>
                </a:lnTo>
                <a:lnTo>
                  <a:pt x="99733" y="118618"/>
                </a:lnTo>
                <a:close/>
              </a:path>
              <a:path w="142875" h="179705">
                <a:moveTo>
                  <a:pt x="103873" y="110934"/>
                </a:moveTo>
                <a:lnTo>
                  <a:pt x="97332" y="109804"/>
                </a:lnTo>
                <a:lnTo>
                  <a:pt x="100533" y="107911"/>
                </a:lnTo>
                <a:lnTo>
                  <a:pt x="96621" y="107403"/>
                </a:lnTo>
                <a:lnTo>
                  <a:pt x="96710" y="108064"/>
                </a:lnTo>
                <a:lnTo>
                  <a:pt x="98018" y="113131"/>
                </a:lnTo>
                <a:lnTo>
                  <a:pt x="96494" y="112318"/>
                </a:lnTo>
                <a:lnTo>
                  <a:pt x="96405" y="114084"/>
                </a:lnTo>
                <a:lnTo>
                  <a:pt x="98488" y="113131"/>
                </a:lnTo>
                <a:lnTo>
                  <a:pt x="103314" y="110934"/>
                </a:lnTo>
                <a:lnTo>
                  <a:pt x="103873" y="110934"/>
                </a:lnTo>
                <a:close/>
              </a:path>
              <a:path w="142875" h="179705">
                <a:moveTo>
                  <a:pt x="104381" y="108242"/>
                </a:moveTo>
                <a:lnTo>
                  <a:pt x="103860" y="108064"/>
                </a:lnTo>
                <a:lnTo>
                  <a:pt x="101777" y="107175"/>
                </a:lnTo>
                <a:lnTo>
                  <a:pt x="100533" y="107911"/>
                </a:lnTo>
                <a:lnTo>
                  <a:pt x="101727" y="108064"/>
                </a:lnTo>
                <a:lnTo>
                  <a:pt x="104381" y="108242"/>
                </a:lnTo>
                <a:close/>
              </a:path>
              <a:path w="142875" h="179705">
                <a:moveTo>
                  <a:pt x="107061" y="69938"/>
                </a:moveTo>
                <a:lnTo>
                  <a:pt x="104178" y="69684"/>
                </a:lnTo>
                <a:lnTo>
                  <a:pt x="105092" y="72898"/>
                </a:lnTo>
                <a:lnTo>
                  <a:pt x="106603" y="74879"/>
                </a:lnTo>
                <a:lnTo>
                  <a:pt x="106489" y="69938"/>
                </a:lnTo>
                <a:lnTo>
                  <a:pt x="107061" y="69938"/>
                </a:lnTo>
                <a:close/>
              </a:path>
              <a:path w="142875" h="179705">
                <a:moveTo>
                  <a:pt x="109537" y="69329"/>
                </a:moveTo>
                <a:lnTo>
                  <a:pt x="107848" y="68110"/>
                </a:lnTo>
                <a:lnTo>
                  <a:pt x="106870" y="67398"/>
                </a:lnTo>
                <a:lnTo>
                  <a:pt x="97205" y="63423"/>
                </a:lnTo>
                <a:lnTo>
                  <a:pt x="86106" y="60909"/>
                </a:lnTo>
                <a:lnTo>
                  <a:pt x="88023" y="66192"/>
                </a:lnTo>
                <a:lnTo>
                  <a:pt x="89357" y="69354"/>
                </a:lnTo>
                <a:lnTo>
                  <a:pt x="85775" y="65913"/>
                </a:lnTo>
                <a:lnTo>
                  <a:pt x="84493" y="60909"/>
                </a:lnTo>
                <a:lnTo>
                  <a:pt x="79540" y="59563"/>
                </a:lnTo>
                <a:lnTo>
                  <a:pt x="70878" y="57543"/>
                </a:lnTo>
                <a:lnTo>
                  <a:pt x="69265" y="59296"/>
                </a:lnTo>
                <a:lnTo>
                  <a:pt x="73304" y="60236"/>
                </a:lnTo>
                <a:lnTo>
                  <a:pt x="68757" y="64744"/>
                </a:lnTo>
                <a:lnTo>
                  <a:pt x="70065" y="68110"/>
                </a:lnTo>
                <a:lnTo>
                  <a:pt x="74002" y="73279"/>
                </a:lnTo>
                <a:lnTo>
                  <a:pt x="87287" y="69062"/>
                </a:lnTo>
                <a:lnTo>
                  <a:pt x="88506" y="76923"/>
                </a:lnTo>
                <a:lnTo>
                  <a:pt x="90614" y="71640"/>
                </a:lnTo>
                <a:lnTo>
                  <a:pt x="94119" y="74523"/>
                </a:lnTo>
                <a:lnTo>
                  <a:pt x="93624" y="71551"/>
                </a:lnTo>
                <a:lnTo>
                  <a:pt x="92849" y="69938"/>
                </a:lnTo>
                <a:lnTo>
                  <a:pt x="95719" y="68922"/>
                </a:lnTo>
                <a:lnTo>
                  <a:pt x="104178" y="69684"/>
                </a:lnTo>
                <a:lnTo>
                  <a:pt x="104076" y="69329"/>
                </a:lnTo>
                <a:lnTo>
                  <a:pt x="103962" y="68922"/>
                </a:lnTo>
                <a:lnTo>
                  <a:pt x="103733" y="68110"/>
                </a:lnTo>
                <a:lnTo>
                  <a:pt x="109537" y="69329"/>
                </a:lnTo>
                <a:close/>
              </a:path>
              <a:path w="142875" h="179705">
                <a:moveTo>
                  <a:pt x="110934" y="141859"/>
                </a:moveTo>
                <a:lnTo>
                  <a:pt x="107175" y="139534"/>
                </a:lnTo>
                <a:lnTo>
                  <a:pt x="102806" y="142544"/>
                </a:lnTo>
                <a:lnTo>
                  <a:pt x="98107" y="141859"/>
                </a:lnTo>
                <a:lnTo>
                  <a:pt x="98018" y="148767"/>
                </a:lnTo>
                <a:lnTo>
                  <a:pt x="98247" y="155359"/>
                </a:lnTo>
                <a:lnTo>
                  <a:pt x="98602" y="161798"/>
                </a:lnTo>
                <a:lnTo>
                  <a:pt x="98907" y="168313"/>
                </a:lnTo>
                <a:lnTo>
                  <a:pt x="110147" y="168313"/>
                </a:lnTo>
                <a:lnTo>
                  <a:pt x="110109" y="162572"/>
                </a:lnTo>
                <a:lnTo>
                  <a:pt x="110312" y="155790"/>
                </a:lnTo>
                <a:lnTo>
                  <a:pt x="110934" y="141859"/>
                </a:lnTo>
                <a:close/>
              </a:path>
              <a:path w="142875" h="179705">
                <a:moveTo>
                  <a:pt x="111747" y="88138"/>
                </a:moveTo>
                <a:lnTo>
                  <a:pt x="110871" y="81368"/>
                </a:lnTo>
                <a:lnTo>
                  <a:pt x="110820" y="80949"/>
                </a:lnTo>
                <a:lnTo>
                  <a:pt x="110744" y="80340"/>
                </a:lnTo>
                <a:lnTo>
                  <a:pt x="106603" y="74879"/>
                </a:lnTo>
                <a:lnTo>
                  <a:pt x="106641" y="76962"/>
                </a:lnTo>
                <a:lnTo>
                  <a:pt x="106743" y="81368"/>
                </a:lnTo>
                <a:lnTo>
                  <a:pt x="111747" y="88138"/>
                </a:lnTo>
                <a:close/>
              </a:path>
              <a:path w="142875" h="179705">
                <a:moveTo>
                  <a:pt x="111950" y="121666"/>
                </a:moveTo>
                <a:lnTo>
                  <a:pt x="109093" y="119837"/>
                </a:lnTo>
                <a:lnTo>
                  <a:pt x="108851" y="119837"/>
                </a:lnTo>
                <a:lnTo>
                  <a:pt x="104889" y="121666"/>
                </a:lnTo>
                <a:lnTo>
                  <a:pt x="111950" y="121666"/>
                </a:lnTo>
                <a:close/>
              </a:path>
              <a:path w="142875" h="179705">
                <a:moveTo>
                  <a:pt x="112585" y="71551"/>
                </a:moveTo>
                <a:lnTo>
                  <a:pt x="111963" y="69938"/>
                </a:lnTo>
                <a:lnTo>
                  <a:pt x="112407" y="69938"/>
                </a:lnTo>
                <a:lnTo>
                  <a:pt x="109537" y="69329"/>
                </a:lnTo>
                <a:lnTo>
                  <a:pt x="112585" y="71551"/>
                </a:lnTo>
                <a:close/>
              </a:path>
              <a:path w="142875" h="179705">
                <a:moveTo>
                  <a:pt x="113144" y="108432"/>
                </a:moveTo>
                <a:lnTo>
                  <a:pt x="107238" y="108432"/>
                </a:lnTo>
                <a:lnTo>
                  <a:pt x="104724" y="108432"/>
                </a:lnTo>
                <a:lnTo>
                  <a:pt x="110896" y="111061"/>
                </a:lnTo>
                <a:lnTo>
                  <a:pt x="113144" y="108432"/>
                </a:lnTo>
                <a:close/>
              </a:path>
              <a:path w="142875" h="179705">
                <a:moveTo>
                  <a:pt x="117881" y="121983"/>
                </a:moveTo>
                <a:lnTo>
                  <a:pt x="117271" y="121666"/>
                </a:lnTo>
                <a:lnTo>
                  <a:pt x="116166" y="121666"/>
                </a:lnTo>
                <a:lnTo>
                  <a:pt x="113220" y="122504"/>
                </a:lnTo>
                <a:lnTo>
                  <a:pt x="112204" y="121831"/>
                </a:lnTo>
                <a:lnTo>
                  <a:pt x="104533" y="121831"/>
                </a:lnTo>
                <a:lnTo>
                  <a:pt x="100520" y="121831"/>
                </a:lnTo>
                <a:lnTo>
                  <a:pt x="99085" y="121831"/>
                </a:lnTo>
                <a:lnTo>
                  <a:pt x="98539" y="122732"/>
                </a:lnTo>
                <a:lnTo>
                  <a:pt x="101765" y="122732"/>
                </a:lnTo>
                <a:lnTo>
                  <a:pt x="109994" y="123405"/>
                </a:lnTo>
                <a:lnTo>
                  <a:pt x="112382" y="122732"/>
                </a:lnTo>
                <a:lnTo>
                  <a:pt x="113601" y="122732"/>
                </a:lnTo>
                <a:lnTo>
                  <a:pt x="113385" y="122605"/>
                </a:lnTo>
                <a:lnTo>
                  <a:pt x="117881" y="121983"/>
                </a:lnTo>
                <a:close/>
              </a:path>
              <a:path w="142875" h="179705">
                <a:moveTo>
                  <a:pt x="120573" y="125031"/>
                </a:moveTo>
                <a:lnTo>
                  <a:pt x="113652" y="123659"/>
                </a:lnTo>
                <a:lnTo>
                  <a:pt x="104635" y="124396"/>
                </a:lnTo>
                <a:lnTo>
                  <a:pt x="96532" y="124231"/>
                </a:lnTo>
                <a:lnTo>
                  <a:pt x="96532" y="127444"/>
                </a:lnTo>
                <a:lnTo>
                  <a:pt x="98907" y="126060"/>
                </a:lnTo>
                <a:lnTo>
                  <a:pt x="101981" y="125399"/>
                </a:lnTo>
                <a:lnTo>
                  <a:pt x="106146" y="125844"/>
                </a:lnTo>
                <a:lnTo>
                  <a:pt x="106159" y="127012"/>
                </a:lnTo>
                <a:lnTo>
                  <a:pt x="105854" y="132384"/>
                </a:lnTo>
                <a:lnTo>
                  <a:pt x="106959" y="129857"/>
                </a:lnTo>
                <a:lnTo>
                  <a:pt x="106832" y="127850"/>
                </a:lnTo>
                <a:lnTo>
                  <a:pt x="107365" y="126504"/>
                </a:lnTo>
                <a:lnTo>
                  <a:pt x="108546" y="125844"/>
                </a:lnTo>
                <a:lnTo>
                  <a:pt x="111963" y="125590"/>
                </a:lnTo>
                <a:lnTo>
                  <a:pt x="117360" y="128308"/>
                </a:lnTo>
                <a:lnTo>
                  <a:pt x="120573" y="125031"/>
                </a:lnTo>
                <a:close/>
              </a:path>
              <a:path w="142875" h="179705">
                <a:moveTo>
                  <a:pt x="120573" y="80949"/>
                </a:moveTo>
                <a:lnTo>
                  <a:pt x="114757" y="73126"/>
                </a:lnTo>
                <a:lnTo>
                  <a:pt x="112585" y="71551"/>
                </a:lnTo>
                <a:lnTo>
                  <a:pt x="114655" y="76962"/>
                </a:lnTo>
                <a:lnTo>
                  <a:pt x="120573" y="80949"/>
                </a:lnTo>
                <a:close/>
              </a:path>
              <a:path w="142875" h="179705">
                <a:moveTo>
                  <a:pt x="126936" y="115023"/>
                </a:moveTo>
                <a:lnTo>
                  <a:pt x="124587" y="113817"/>
                </a:lnTo>
                <a:lnTo>
                  <a:pt x="122453" y="113804"/>
                </a:lnTo>
                <a:lnTo>
                  <a:pt x="119862" y="114261"/>
                </a:lnTo>
                <a:lnTo>
                  <a:pt x="119773" y="112204"/>
                </a:lnTo>
                <a:lnTo>
                  <a:pt x="121513" y="112331"/>
                </a:lnTo>
                <a:lnTo>
                  <a:pt x="120129" y="109359"/>
                </a:lnTo>
                <a:lnTo>
                  <a:pt x="120573" y="108204"/>
                </a:lnTo>
                <a:lnTo>
                  <a:pt x="119634" y="108318"/>
                </a:lnTo>
                <a:lnTo>
                  <a:pt x="118313" y="108064"/>
                </a:lnTo>
                <a:lnTo>
                  <a:pt x="118173" y="109004"/>
                </a:lnTo>
                <a:lnTo>
                  <a:pt x="119773" y="109016"/>
                </a:lnTo>
                <a:lnTo>
                  <a:pt x="118846" y="109956"/>
                </a:lnTo>
                <a:lnTo>
                  <a:pt x="118859" y="111836"/>
                </a:lnTo>
                <a:lnTo>
                  <a:pt x="118960" y="113817"/>
                </a:lnTo>
                <a:lnTo>
                  <a:pt x="119265" y="115023"/>
                </a:lnTo>
                <a:lnTo>
                  <a:pt x="126936" y="115023"/>
                </a:lnTo>
                <a:close/>
              </a:path>
              <a:path w="142875" h="179705">
                <a:moveTo>
                  <a:pt x="129794" y="157734"/>
                </a:moveTo>
                <a:lnTo>
                  <a:pt x="128943" y="150050"/>
                </a:lnTo>
                <a:lnTo>
                  <a:pt x="128574" y="141859"/>
                </a:lnTo>
                <a:lnTo>
                  <a:pt x="121793" y="142303"/>
                </a:lnTo>
                <a:lnTo>
                  <a:pt x="120586" y="148539"/>
                </a:lnTo>
                <a:lnTo>
                  <a:pt x="121564" y="157441"/>
                </a:lnTo>
                <a:lnTo>
                  <a:pt x="121373" y="165887"/>
                </a:lnTo>
                <a:lnTo>
                  <a:pt x="122885" y="167322"/>
                </a:lnTo>
                <a:lnTo>
                  <a:pt x="126657" y="166484"/>
                </a:lnTo>
                <a:lnTo>
                  <a:pt x="129374" y="166687"/>
                </a:lnTo>
                <a:lnTo>
                  <a:pt x="129794" y="157734"/>
                </a:lnTo>
                <a:close/>
              </a:path>
              <a:path w="142875" h="179705">
                <a:moveTo>
                  <a:pt x="130530" y="125882"/>
                </a:moveTo>
                <a:lnTo>
                  <a:pt x="128079" y="125526"/>
                </a:lnTo>
                <a:lnTo>
                  <a:pt x="125895" y="125526"/>
                </a:lnTo>
                <a:lnTo>
                  <a:pt x="125399" y="125031"/>
                </a:lnTo>
                <a:lnTo>
                  <a:pt x="123761" y="125031"/>
                </a:lnTo>
                <a:lnTo>
                  <a:pt x="122339" y="125031"/>
                </a:lnTo>
                <a:lnTo>
                  <a:pt x="121399" y="127254"/>
                </a:lnTo>
                <a:lnTo>
                  <a:pt x="121323" y="127419"/>
                </a:lnTo>
                <a:lnTo>
                  <a:pt x="121272" y="127558"/>
                </a:lnTo>
                <a:lnTo>
                  <a:pt x="121183" y="127762"/>
                </a:lnTo>
                <a:lnTo>
                  <a:pt x="121069" y="128028"/>
                </a:lnTo>
                <a:lnTo>
                  <a:pt x="122948" y="128244"/>
                </a:lnTo>
                <a:lnTo>
                  <a:pt x="125234" y="125526"/>
                </a:lnTo>
                <a:lnTo>
                  <a:pt x="125539" y="125526"/>
                </a:lnTo>
                <a:lnTo>
                  <a:pt x="127914" y="129082"/>
                </a:lnTo>
                <a:lnTo>
                  <a:pt x="129362" y="129832"/>
                </a:lnTo>
                <a:lnTo>
                  <a:pt x="128981" y="128460"/>
                </a:lnTo>
                <a:lnTo>
                  <a:pt x="128854" y="128028"/>
                </a:lnTo>
                <a:lnTo>
                  <a:pt x="128778" y="127762"/>
                </a:lnTo>
                <a:lnTo>
                  <a:pt x="128714" y="127558"/>
                </a:lnTo>
                <a:lnTo>
                  <a:pt x="130479" y="127762"/>
                </a:lnTo>
                <a:lnTo>
                  <a:pt x="130454" y="127558"/>
                </a:lnTo>
                <a:lnTo>
                  <a:pt x="130263" y="126403"/>
                </a:lnTo>
                <a:lnTo>
                  <a:pt x="130187" y="125882"/>
                </a:lnTo>
                <a:lnTo>
                  <a:pt x="130530" y="125882"/>
                </a:lnTo>
                <a:close/>
              </a:path>
              <a:path w="142875" h="179705">
                <a:moveTo>
                  <a:pt x="139496" y="116586"/>
                </a:moveTo>
                <a:lnTo>
                  <a:pt x="139268" y="116205"/>
                </a:lnTo>
                <a:lnTo>
                  <a:pt x="139153" y="115849"/>
                </a:lnTo>
                <a:lnTo>
                  <a:pt x="138849" y="116154"/>
                </a:lnTo>
                <a:lnTo>
                  <a:pt x="136588" y="114617"/>
                </a:lnTo>
                <a:lnTo>
                  <a:pt x="136652" y="115176"/>
                </a:lnTo>
                <a:lnTo>
                  <a:pt x="136740" y="117005"/>
                </a:lnTo>
                <a:lnTo>
                  <a:pt x="136398" y="117348"/>
                </a:lnTo>
                <a:lnTo>
                  <a:pt x="134988" y="116205"/>
                </a:lnTo>
                <a:lnTo>
                  <a:pt x="134874" y="120078"/>
                </a:lnTo>
                <a:lnTo>
                  <a:pt x="137642" y="117348"/>
                </a:lnTo>
                <a:lnTo>
                  <a:pt x="138798" y="116205"/>
                </a:lnTo>
                <a:lnTo>
                  <a:pt x="138938" y="116205"/>
                </a:lnTo>
                <a:lnTo>
                  <a:pt x="139496" y="116586"/>
                </a:lnTo>
                <a:close/>
              </a:path>
              <a:path w="142875" h="179705">
                <a:moveTo>
                  <a:pt x="140589" y="176339"/>
                </a:moveTo>
                <a:lnTo>
                  <a:pt x="111493" y="177876"/>
                </a:lnTo>
                <a:lnTo>
                  <a:pt x="115087" y="179692"/>
                </a:lnTo>
                <a:lnTo>
                  <a:pt x="121958" y="179184"/>
                </a:lnTo>
                <a:lnTo>
                  <a:pt x="128536" y="178485"/>
                </a:lnTo>
                <a:lnTo>
                  <a:pt x="134759" y="177546"/>
                </a:lnTo>
                <a:lnTo>
                  <a:pt x="140589" y="176339"/>
                </a:lnTo>
                <a:close/>
              </a:path>
              <a:path w="142875" h="179705">
                <a:moveTo>
                  <a:pt x="142303" y="137553"/>
                </a:moveTo>
                <a:lnTo>
                  <a:pt x="137655" y="137134"/>
                </a:lnTo>
                <a:lnTo>
                  <a:pt x="136880" y="137071"/>
                </a:lnTo>
                <a:lnTo>
                  <a:pt x="136829" y="136525"/>
                </a:lnTo>
                <a:lnTo>
                  <a:pt x="136372" y="137020"/>
                </a:lnTo>
                <a:lnTo>
                  <a:pt x="116128" y="135204"/>
                </a:lnTo>
                <a:lnTo>
                  <a:pt x="87985" y="134467"/>
                </a:lnTo>
                <a:lnTo>
                  <a:pt x="59245" y="134975"/>
                </a:lnTo>
                <a:lnTo>
                  <a:pt x="26784" y="136525"/>
                </a:lnTo>
                <a:lnTo>
                  <a:pt x="31521" y="136525"/>
                </a:lnTo>
                <a:lnTo>
                  <a:pt x="33718" y="138455"/>
                </a:lnTo>
                <a:lnTo>
                  <a:pt x="34975" y="139496"/>
                </a:lnTo>
                <a:lnTo>
                  <a:pt x="36588" y="139496"/>
                </a:lnTo>
                <a:lnTo>
                  <a:pt x="39065" y="139128"/>
                </a:lnTo>
                <a:lnTo>
                  <a:pt x="39687" y="139128"/>
                </a:lnTo>
                <a:lnTo>
                  <a:pt x="41097" y="137947"/>
                </a:lnTo>
                <a:lnTo>
                  <a:pt x="41236" y="137947"/>
                </a:lnTo>
                <a:lnTo>
                  <a:pt x="41821" y="139496"/>
                </a:lnTo>
                <a:lnTo>
                  <a:pt x="41694" y="141046"/>
                </a:lnTo>
                <a:lnTo>
                  <a:pt x="41605" y="141605"/>
                </a:lnTo>
                <a:lnTo>
                  <a:pt x="41503" y="143319"/>
                </a:lnTo>
                <a:lnTo>
                  <a:pt x="41795" y="144284"/>
                </a:lnTo>
                <a:lnTo>
                  <a:pt x="41884" y="144589"/>
                </a:lnTo>
                <a:lnTo>
                  <a:pt x="42151" y="145034"/>
                </a:lnTo>
                <a:lnTo>
                  <a:pt x="43561" y="146037"/>
                </a:lnTo>
                <a:lnTo>
                  <a:pt x="43459" y="144284"/>
                </a:lnTo>
                <a:lnTo>
                  <a:pt x="43421" y="141605"/>
                </a:lnTo>
                <a:lnTo>
                  <a:pt x="43561" y="141046"/>
                </a:lnTo>
                <a:lnTo>
                  <a:pt x="43675" y="140589"/>
                </a:lnTo>
                <a:lnTo>
                  <a:pt x="43751" y="140258"/>
                </a:lnTo>
                <a:lnTo>
                  <a:pt x="43878" y="139788"/>
                </a:lnTo>
                <a:lnTo>
                  <a:pt x="43942" y="139496"/>
                </a:lnTo>
                <a:lnTo>
                  <a:pt x="44043" y="139128"/>
                </a:lnTo>
                <a:lnTo>
                  <a:pt x="43637" y="139128"/>
                </a:lnTo>
                <a:lnTo>
                  <a:pt x="46609" y="137947"/>
                </a:lnTo>
                <a:lnTo>
                  <a:pt x="45720" y="137947"/>
                </a:lnTo>
                <a:lnTo>
                  <a:pt x="55854" y="137134"/>
                </a:lnTo>
                <a:lnTo>
                  <a:pt x="56121" y="137134"/>
                </a:lnTo>
                <a:lnTo>
                  <a:pt x="60553" y="136525"/>
                </a:lnTo>
                <a:lnTo>
                  <a:pt x="62763" y="136525"/>
                </a:lnTo>
                <a:lnTo>
                  <a:pt x="62788" y="139788"/>
                </a:lnTo>
                <a:lnTo>
                  <a:pt x="64274" y="137325"/>
                </a:lnTo>
                <a:lnTo>
                  <a:pt x="64389" y="137134"/>
                </a:lnTo>
                <a:lnTo>
                  <a:pt x="69253" y="137134"/>
                </a:lnTo>
                <a:lnTo>
                  <a:pt x="69253" y="140258"/>
                </a:lnTo>
                <a:lnTo>
                  <a:pt x="71678" y="137134"/>
                </a:lnTo>
                <a:lnTo>
                  <a:pt x="72148" y="136525"/>
                </a:lnTo>
                <a:lnTo>
                  <a:pt x="86575" y="136525"/>
                </a:lnTo>
                <a:lnTo>
                  <a:pt x="87947" y="137325"/>
                </a:lnTo>
                <a:lnTo>
                  <a:pt x="89090" y="139128"/>
                </a:lnTo>
                <a:lnTo>
                  <a:pt x="90106" y="141046"/>
                </a:lnTo>
                <a:lnTo>
                  <a:pt x="91211" y="140017"/>
                </a:lnTo>
                <a:lnTo>
                  <a:pt x="90652" y="137947"/>
                </a:lnTo>
                <a:lnTo>
                  <a:pt x="90551" y="137553"/>
                </a:lnTo>
                <a:lnTo>
                  <a:pt x="90436" y="137134"/>
                </a:lnTo>
                <a:lnTo>
                  <a:pt x="92570" y="137134"/>
                </a:lnTo>
                <a:lnTo>
                  <a:pt x="94310" y="139496"/>
                </a:lnTo>
                <a:lnTo>
                  <a:pt x="94996" y="137553"/>
                </a:lnTo>
                <a:lnTo>
                  <a:pt x="95072" y="137325"/>
                </a:lnTo>
                <a:lnTo>
                  <a:pt x="95135" y="137134"/>
                </a:lnTo>
                <a:lnTo>
                  <a:pt x="95262" y="136791"/>
                </a:lnTo>
                <a:lnTo>
                  <a:pt x="95351" y="136525"/>
                </a:lnTo>
                <a:lnTo>
                  <a:pt x="95770" y="136525"/>
                </a:lnTo>
                <a:lnTo>
                  <a:pt x="98145" y="139496"/>
                </a:lnTo>
                <a:lnTo>
                  <a:pt x="98209" y="137947"/>
                </a:lnTo>
                <a:lnTo>
                  <a:pt x="98348" y="137553"/>
                </a:lnTo>
                <a:lnTo>
                  <a:pt x="98437" y="137325"/>
                </a:lnTo>
                <a:lnTo>
                  <a:pt x="98501" y="137134"/>
                </a:lnTo>
                <a:lnTo>
                  <a:pt x="98628" y="136791"/>
                </a:lnTo>
                <a:lnTo>
                  <a:pt x="99148" y="136525"/>
                </a:lnTo>
                <a:lnTo>
                  <a:pt x="106705" y="136525"/>
                </a:lnTo>
                <a:lnTo>
                  <a:pt x="112776" y="138455"/>
                </a:lnTo>
                <a:lnTo>
                  <a:pt x="112941" y="138455"/>
                </a:lnTo>
                <a:lnTo>
                  <a:pt x="117348" y="139446"/>
                </a:lnTo>
                <a:lnTo>
                  <a:pt x="118554" y="139128"/>
                </a:lnTo>
                <a:lnTo>
                  <a:pt x="119875" y="139128"/>
                </a:lnTo>
                <a:lnTo>
                  <a:pt x="114439" y="136791"/>
                </a:lnTo>
                <a:lnTo>
                  <a:pt x="116255" y="136525"/>
                </a:lnTo>
                <a:lnTo>
                  <a:pt x="121196" y="136525"/>
                </a:lnTo>
                <a:lnTo>
                  <a:pt x="124091" y="136791"/>
                </a:lnTo>
                <a:lnTo>
                  <a:pt x="123469" y="136791"/>
                </a:lnTo>
                <a:lnTo>
                  <a:pt x="127736" y="138455"/>
                </a:lnTo>
                <a:lnTo>
                  <a:pt x="132588" y="141046"/>
                </a:lnTo>
                <a:lnTo>
                  <a:pt x="132638" y="151472"/>
                </a:lnTo>
                <a:lnTo>
                  <a:pt x="132753" y="155740"/>
                </a:lnTo>
                <a:lnTo>
                  <a:pt x="132892" y="151790"/>
                </a:lnTo>
                <a:lnTo>
                  <a:pt x="132981" y="149860"/>
                </a:lnTo>
                <a:lnTo>
                  <a:pt x="133070" y="148310"/>
                </a:lnTo>
                <a:lnTo>
                  <a:pt x="133197" y="145872"/>
                </a:lnTo>
                <a:lnTo>
                  <a:pt x="133273" y="144284"/>
                </a:lnTo>
                <a:lnTo>
                  <a:pt x="133705" y="141986"/>
                </a:lnTo>
                <a:lnTo>
                  <a:pt x="133781" y="141605"/>
                </a:lnTo>
                <a:lnTo>
                  <a:pt x="133883" y="141046"/>
                </a:lnTo>
                <a:lnTo>
                  <a:pt x="133972" y="140589"/>
                </a:lnTo>
                <a:lnTo>
                  <a:pt x="134086" y="140017"/>
                </a:lnTo>
                <a:lnTo>
                  <a:pt x="134175" y="139496"/>
                </a:lnTo>
                <a:lnTo>
                  <a:pt x="134480" y="139128"/>
                </a:lnTo>
                <a:lnTo>
                  <a:pt x="136271" y="137134"/>
                </a:lnTo>
                <a:lnTo>
                  <a:pt x="136893" y="137134"/>
                </a:lnTo>
                <a:lnTo>
                  <a:pt x="136969" y="137947"/>
                </a:lnTo>
                <a:lnTo>
                  <a:pt x="137083" y="139128"/>
                </a:lnTo>
                <a:lnTo>
                  <a:pt x="137160" y="139788"/>
                </a:lnTo>
                <a:lnTo>
                  <a:pt x="137274" y="141046"/>
                </a:lnTo>
                <a:lnTo>
                  <a:pt x="137375" y="141986"/>
                </a:lnTo>
                <a:lnTo>
                  <a:pt x="137464" y="142913"/>
                </a:lnTo>
                <a:lnTo>
                  <a:pt x="137502" y="143319"/>
                </a:lnTo>
                <a:lnTo>
                  <a:pt x="140335" y="141986"/>
                </a:lnTo>
                <a:lnTo>
                  <a:pt x="140627" y="141986"/>
                </a:lnTo>
                <a:lnTo>
                  <a:pt x="141033" y="144284"/>
                </a:lnTo>
                <a:lnTo>
                  <a:pt x="141084" y="144589"/>
                </a:lnTo>
                <a:lnTo>
                  <a:pt x="141160" y="145034"/>
                </a:lnTo>
                <a:lnTo>
                  <a:pt x="139192" y="150736"/>
                </a:lnTo>
                <a:lnTo>
                  <a:pt x="142189" y="151472"/>
                </a:lnTo>
                <a:lnTo>
                  <a:pt x="142303" y="148310"/>
                </a:lnTo>
                <a:lnTo>
                  <a:pt x="142036" y="146037"/>
                </a:lnTo>
                <a:lnTo>
                  <a:pt x="141909" y="144284"/>
                </a:lnTo>
                <a:lnTo>
                  <a:pt x="142290" y="141986"/>
                </a:lnTo>
                <a:lnTo>
                  <a:pt x="142303" y="137553"/>
                </a:lnTo>
                <a:close/>
              </a:path>
              <a:path w="142875" h="179705">
                <a:moveTo>
                  <a:pt x="142328" y="127419"/>
                </a:moveTo>
                <a:lnTo>
                  <a:pt x="141351" y="127279"/>
                </a:lnTo>
                <a:lnTo>
                  <a:pt x="140970" y="126555"/>
                </a:lnTo>
                <a:lnTo>
                  <a:pt x="139788" y="126631"/>
                </a:lnTo>
                <a:lnTo>
                  <a:pt x="138811" y="128016"/>
                </a:lnTo>
                <a:lnTo>
                  <a:pt x="139103" y="133248"/>
                </a:lnTo>
                <a:lnTo>
                  <a:pt x="142176" y="133057"/>
                </a:lnTo>
                <a:lnTo>
                  <a:pt x="141960" y="131775"/>
                </a:lnTo>
                <a:lnTo>
                  <a:pt x="142087" y="130848"/>
                </a:lnTo>
                <a:lnTo>
                  <a:pt x="142328" y="130022"/>
                </a:lnTo>
                <a:lnTo>
                  <a:pt x="142328" y="127419"/>
                </a:lnTo>
                <a:close/>
              </a:path>
              <a:path w="142875" h="179705">
                <a:moveTo>
                  <a:pt x="142328" y="117005"/>
                </a:moveTo>
                <a:lnTo>
                  <a:pt x="140017" y="117005"/>
                </a:lnTo>
                <a:lnTo>
                  <a:pt x="139534" y="117005"/>
                </a:lnTo>
                <a:lnTo>
                  <a:pt x="139814" y="117830"/>
                </a:lnTo>
                <a:lnTo>
                  <a:pt x="137452" y="123253"/>
                </a:lnTo>
                <a:lnTo>
                  <a:pt x="131229" y="122885"/>
                </a:lnTo>
                <a:lnTo>
                  <a:pt x="124282" y="120586"/>
                </a:lnTo>
                <a:lnTo>
                  <a:pt x="121107" y="120332"/>
                </a:lnTo>
                <a:lnTo>
                  <a:pt x="120777" y="120586"/>
                </a:lnTo>
                <a:lnTo>
                  <a:pt x="119799" y="121666"/>
                </a:lnTo>
                <a:lnTo>
                  <a:pt x="119519" y="121666"/>
                </a:lnTo>
                <a:lnTo>
                  <a:pt x="118973" y="121831"/>
                </a:lnTo>
                <a:lnTo>
                  <a:pt x="117881" y="121983"/>
                </a:lnTo>
                <a:lnTo>
                  <a:pt x="123088" y="124688"/>
                </a:lnTo>
                <a:lnTo>
                  <a:pt x="125044" y="124688"/>
                </a:lnTo>
                <a:lnTo>
                  <a:pt x="124612" y="124256"/>
                </a:lnTo>
                <a:lnTo>
                  <a:pt x="130873" y="124256"/>
                </a:lnTo>
                <a:lnTo>
                  <a:pt x="131305" y="124460"/>
                </a:lnTo>
                <a:lnTo>
                  <a:pt x="131152" y="124256"/>
                </a:lnTo>
                <a:lnTo>
                  <a:pt x="133934" y="124460"/>
                </a:lnTo>
                <a:lnTo>
                  <a:pt x="137502" y="125882"/>
                </a:lnTo>
                <a:lnTo>
                  <a:pt x="137223" y="125882"/>
                </a:lnTo>
                <a:lnTo>
                  <a:pt x="135572" y="126403"/>
                </a:lnTo>
                <a:lnTo>
                  <a:pt x="134988" y="126136"/>
                </a:lnTo>
                <a:lnTo>
                  <a:pt x="131305" y="124460"/>
                </a:lnTo>
                <a:lnTo>
                  <a:pt x="131406" y="125526"/>
                </a:lnTo>
                <a:lnTo>
                  <a:pt x="131749" y="127254"/>
                </a:lnTo>
                <a:lnTo>
                  <a:pt x="131775" y="127419"/>
                </a:lnTo>
                <a:lnTo>
                  <a:pt x="133908" y="126136"/>
                </a:lnTo>
                <a:lnTo>
                  <a:pt x="134391" y="127254"/>
                </a:lnTo>
                <a:lnTo>
                  <a:pt x="134454" y="127419"/>
                </a:lnTo>
                <a:lnTo>
                  <a:pt x="134518" y="127558"/>
                </a:lnTo>
                <a:lnTo>
                  <a:pt x="134607" y="127762"/>
                </a:lnTo>
                <a:lnTo>
                  <a:pt x="134721" y="128028"/>
                </a:lnTo>
                <a:lnTo>
                  <a:pt x="134823" y="128282"/>
                </a:lnTo>
                <a:lnTo>
                  <a:pt x="134899" y="128460"/>
                </a:lnTo>
                <a:lnTo>
                  <a:pt x="136588" y="131432"/>
                </a:lnTo>
                <a:lnTo>
                  <a:pt x="136347" y="129832"/>
                </a:lnTo>
                <a:lnTo>
                  <a:pt x="136232" y="129082"/>
                </a:lnTo>
                <a:lnTo>
                  <a:pt x="136105" y="128282"/>
                </a:lnTo>
                <a:lnTo>
                  <a:pt x="137782" y="127254"/>
                </a:lnTo>
                <a:lnTo>
                  <a:pt x="138518" y="126403"/>
                </a:lnTo>
                <a:lnTo>
                  <a:pt x="138747" y="126136"/>
                </a:lnTo>
                <a:lnTo>
                  <a:pt x="138849" y="126009"/>
                </a:lnTo>
                <a:lnTo>
                  <a:pt x="138963" y="125882"/>
                </a:lnTo>
                <a:lnTo>
                  <a:pt x="141262" y="125882"/>
                </a:lnTo>
                <a:lnTo>
                  <a:pt x="142328" y="126009"/>
                </a:lnTo>
                <a:lnTo>
                  <a:pt x="142328" y="124688"/>
                </a:lnTo>
                <a:lnTo>
                  <a:pt x="140550" y="123253"/>
                </a:lnTo>
                <a:lnTo>
                  <a:pt x="139865" y="120586"/>
                </a:lnTo>
                <a:lnTo>
                  <a:pt x="139801" y="120332"/>
                </a:lnTo>
                <a:lnTo>
                  <a:pt x="139725" y="120078"/>
                </a:lnTo>
                <a:lnTo>
                  <a:pt x="139661" y="119837"/>
                </a:lnTo>
                <a:lnTo>
                  <a:pt x="141312" y="118846"/>
                </a:lnTo>
                <a:lnTo>
                  <a:pt x="142240" y="117348"/>
                </a:lnTo>
                <a:lnTo>
                  <a:pt x="142328" y="117005"/>
                </a:lnTo>
                <a:close/>
              </a:path>
              <a:path w="142875" h="179705">
                <a:moveTo>
                  <a:pt x="142328" y="115176"/>
                </a:moveTo>
                <a:lnTo>
                  <a:pt x="140538" y="116586"/>
                </a:lnTo>
                <a:lnTo>
                  <a:pt x="142328" y="116586"/>
                </a:lnTo>
                <a:lnTo>
                  <a:pt x="142328" y="115176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bg object 102"/>
          <p:cNvSpPr/>
          <p:nvPr/>
        </p:nvSpPr>
        <p:spPr>
          <a:xfrm>
            <a:off x="1849052" y="954018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2273" y="0"/>
                </a:moveTo>
                <a:lnTo>
                  <a:pt x="0" y="0"/>
                </a:lnTo>
                <a:lnTo>
                  <a:pt x="124" y="1079"/>
                </a:lnTo>
                <a:lnTo>
                  <a:pt x="330" y="1600"/>
                </a:lnTo>
                <a:lnTo>
                  <a:pt x="2514" y="1600"/>
                </a:lnTo>
                <a:lnTo>
                  <a:pt x="2705" y="1270"/>
                </a:lnTo>
                <a:lnTo>
                  <a:pt x="2673" y="571"/>
                </a:lnTo>
                <a:lnTo>
                  <a:pt x="2809" y="571"/>
                </a:lnTo>
                <a:lnTo>
                  <a:pt x="227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bg object 103"/>
          <p:cNvSpPr/>
          <p:nvPr/>
        </p:nvSpPr>
        <p:spPr>
          <a:xfrm>
            <a:off x="1847748" y="956948"/>
            <a:ext cx="5080" cy="2540"/>
          </a:xfrm>
          <a:custGeom>
            <a:avLst/>
            <a:gdLst/>
            <a:ahLst/>
            <a:cxnLst/>
            <a:rect l="l" t="t" r="r" b="b"/>
            <a:pathLst>
              <a:path w="5080" h="2540">
                <a:moveTo>
                  <a:pt x="4559" y="0"/>
                </a:moveTo>
                <a:lnTo>
                  <a:pt x="152" y="381"/>
                </a:lnTo>
                <a:lnTo>
                  <a:pt x="0" y="1524"/>
                </a:lnTo>
                <a:lnTo>
                  <a:pt x="838" y="2463"/>
                </a:lnTo>
                <a:lnTo>
                  <a:pt x="3924" y="1917"/>
                </a:lnTo>
                <a:lnTo>
                  <a:pt x="4813" y="1358"/>
                </a:lnTo>
                <a:lnTo>
                  <a:pt x="4559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bg object 104"/>
          <p:cNvSpPr/>
          <p:nvPr/>
        </p:nvSpPr>
        <p:spPr>
          <a:xfrm>
            <a:off x="1847164" y="957041"/>
            <a:ext cx="6350" cy="2540"/>
          </a:xfrm>
          <a:custGeom>
            <a:avLst/>
            <a:gdLst/>
            <a:ahLst/>
            <a:cxnLst/>
            <a:rect l="l" t="t" r="r" b="b"/>
            <a:pathLst>
              <a:path w="6350" h="2540">
                <a:moveTo>
                  <a:pt x="5525" y="1714"/>
                </a:moveTo>
                <a:lnTo>
                  <a:pt x="262" y="1714"/>
                </a:lnTo>
                <a:lnTo>
                  <a:pt x="643" y="2133"/>
                </a:lnTo>
                <a:lnTo>
                  <a:pt x="4809" y="2133"/>
                </a:lnTo>
                <a:lnTo>
                  <a:pt x="5525" y="1714"/>
                </a:lnTo>
                <a:close/>
              </a:path>
              <a:path w="6350" h="2540">
                <a:moveTo>
                  <a:pt x="1879" y="952"/>
                </a:moveTo>
                <a:lnTo>
                  <a:pt x="232" y="952"/>
                </a:lnTo>
                <a:lnTo>
                  <a:pt x="159" y="1485"/>
                </a:lnTo>
                <a:lnTo>
                  <a:pt x="1430" y="1485"/>
                </a:lnTo>
                <a:lnTo>
                  <a:pt x="846" y="1193"/>
                </a:lnTo>
                <a:lnTo>
                  <a:pt x="1188" y="1193"/>
                </a:lnTo>
                <a:lnTo>
                  <a:pt x="1879" y="952"/>
                </a:lnTo>
                <a:close/>
              </a:path>
              <a:path w="6350" h="2540">
                <a:moveTo>
                  <a:pt x="5799" y="1193"/>
                </a:moveTo>
                <a:lnTo>
                  <a:pt x="4586" y="1193"/>
                </a:lnTo>
                <a:lnTo>
                  <a:pt x="3783" y="1485"/>
                </a:lnTo>
                <a:lnTo>
                  <a:pt x="5850" y="1485"/>
                </a:lnTo>
                <a:lnTo>
                  <a:pt x="5799" y="1193"/>
                </a:lnTo>
                <a:close/>
              </a:path>
              <a:path w="6350" h="2540">
                <a:moveTo>
                  <a:pt x="5799" y="1193"/>
                </a:moveTo>
                <a:lnTo>
                  <a:pt x="5759" y="952"/>
                </a:lnTo>
                <a:lnTo>
                  <a:pt x="5850" y="1485"/>
                </a:lnTo>
                <a:lnTo>
                  <a:pt x="5799" y="1193"/>
                </a:lnTo>
                <a:close/>
              </a:path>
              <a:path w="6350" h="2540">
                <a:moveTo>
                  <a:pt x="4758" y="0"/>
                </a:moveTo>
                <a:lnTo>
                  <a:pt x="2129" y="0"/>
                </a:lnTo>
                <a:lnTo>
                  <a:pt x="0" y="431"/>
                </a:lnTo>
                <a:lnTo>
                  <a:pt x="304" y="431"/>
                </a:lnTo>
                <a:lnTo>
                  <a:pt x="250" y="825"/>
                </a:lnTo>
                <a:lnTo>
                  <a:pt x="2243" y="825"/>
                </a:lnTo>
                <a:lnTo>
                  <a:pt x="1879" y="952"/>
                </a:lnTo>
                <a:lnTo>
                  <a:pt x="5799" y="1193"/>
                </a:lnTo>
                <a:lnTo>
                  <a:pt x="5759" y="952"/>
                </a:lnTo>
                <a:lnTo>
                  <a:pt x="5672" y="431"/>
                </a:lnTo>
                <a:lnTo>
                  <a:pt x="475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bg object 105"/>
          <p:cNvSpPr/>
          <p:nvPr/>
        </p:nvSpPr>
        <p:spPr>
          <a:xfrm>
            <a:off x="1845082" y="959641"/>
            <a:ext cx="11430" cy="1905"/>
          </a:xfrm>
          <a:custGeom>
            <a:avLst/>
            <a:gdLst/>
            <a:ahLst/>
            <a:cxnLst/>
            <a:rect l="l" t="t" r="r" b="b"/>
            <a:pathLst>
              <a:path w="11430" h="1905">
                <a:moveTo>
                  <a:pt x="2578" y="0"/>
                </a:moveTo>
                <a:lnTo>
                  <a:pt x="0" y="1435"/>
                </a:lnTo>
                <a:lnTo>
                  <a:pt x="3276" y="1816"/>
                </a:lnTo>
                <a:lnTo>
                  <a:pt x="7505" y="1498"/>
                </a:lnTo>
                <a:lnTo>
                  <a:pt x="11163" y="1612"/>
                </a:lnTo>
                <a:lnTo>
                  <a:pt x="8966" y="304"/>
                </a:lnTo>
                <a:lnTo>
                  <a:pt x="257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bg object 106"/>
          <p:cNvSpPr/>
          <p:nvPr/>
        </p:nvSpPr>
        <p:spPr>
          <a:xfrm>
            <a:off x="1843752" y="959726"/>
            <a:ext cx="14604" cy="2540"/>
          </a:xfrm>
          <a:custGeom>
            <a:avLst/>
            <a:gdLst/>
            <a:ahLst/>
            <a:cxnLst/>
            <a:rect l="l" t="t" r="r" b="b"/>
            <a:pathLst>
              <a:path w="14605" h="2540">
                <a:moveTo>
                  <a:pt x="9055" y="0"/>
                </a:moveTo>
                <a:lnTo>
                  <a:pt x="4241" y="0"/>
                </a:lnTo>
                <a:lnTo>
                  <a:pt x="1730" y="469"/>
                </a:lnTo>
                <a:lnTo>
                  <a:pt x="2091" y="469"/>
                </a:lnTo>
                <a:lnTo>
                  <a:pt x="0" y="1638"/>
                </a:lnTo>
                <a:lnTo>
                  <a:pt x="3413" y="1993"/>
                </a:lnTo>
                <a:lnTo>
                  <a:pt x="14046" y="1993"/>
                </a:lnTo>
                <a:lnTo>
                  <a:pt x="12520" y="1092"/>
                </a:lnTo>
                <a:lnTo>
                  <a:pt x="3378" y="1092"/>
                </a:lnTo>
                <a:lnTo>
                  <a:pt x="5181" y="736"/>
                </a:lnTo>
                <a:lnTo>
                  <a:pt x="11919" y="736"/>
                </a:lnTo>
                <a:lnTo>
                  <a:pt x="11468" y="469"/>
                </a:lnTo>
                <a:lnTo>
                  <a:pt x="9055" y="0"/>
                </a:lnTo>
                <a:close/>
              </a:path>
              <a:path w="14605" h="2540">
                <a:moveTo>
                  <a:pt x="11919" y="736"/>
                </a:moveTo>
                <a:lnTo>
                  <a:pt x="7823" y="736"/>
                </a:lnTo>
                <a:lnTo>
                  <a:pt x="9804" y="1092"/>
                </a:lnTo>
                <a:lnTo>
                  <a:pt x="12520" y="1092"/>
                </a:lnTo>
                <a:lnTo>
                  <a:pt x="11919" y="7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bg object 107"/>
          <p:cNvSpPr/>
          <p:nvPr/>
        </p:nvSpPr>
        <p:spPr>
          <a:xfrm>
            <a:off x="1849447" y="963842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2705" y="0"/>
                </a:moveTo>
                <a:lnTo>
                  <a:pt x="685" y="101"/>
                </a:lnTo>
                <a:lnTo>
                  <a:pt x="12" y="342"/>
                </a:lnTo>
                <a:lnTo>
                  <a:pt x="0" y="546"/>
                </a:lnTo>
                <a:lnTo>
                  <a:pt x="101" y="685"/>
                </a:lnTo>
                <a:lnTo>
                  <a:pt x="241" y="825"/>
                </a:lnTo>
                <a:lnTo>
                  <a:pt x="787" y="1003"/>
                </a:lnTo>
                <a:lnTo>
                  <a:pt x="3174" y="1346"/>
                </a:lnTo>
                <a:lnTo>
                  <a:pt x="3073" y="495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bg object 108"/>
          <p:cNvSpPr/>
          <p:nvPr/>
        </p:nvSpPr>
        <p:spPr>
          <a:xfrm>
            <a:off x="1849029" y="964115"/>
            <a:ext cx="4445" cy="1270"/>
          </a:xfrm>
          <a:custGeom>
            <a:avLst/>
            <a:gdLst/>
            <a:ahLst/>
            <a:cxnLst/>
            <a:rect l="l" t="t" r="r" b="b"/>
            <a:pathLst>
              <a:path w="4444" h="1269">
                <a:moveTo>
                  <a:pt x="3862" y="444"/>
                </a:moveTo>
                <a:lnTo>
                  <a:pt x="3873" y="634"/>
                </a:lnTo>
                <a:lnTo>
                  <a:pt x="3352" y="1206"/>
                </a:lnTo>
                <a:lnTo>
                  <a:pt x="3873" y="634"/>
                </a:lnTo>
                <a:lnTo>
                  <a:pt x="3862" y="444"/>
                </a:lnTo>
                <a:close/>
              </a:path>
              <a:path w="4444" h="1269">
                <a:moveTo>
                  <a:pt x="3835" y="0"/>
                </a:moveTo>
                <a:lnTo>
                  <a:pt x="25" y="0"/>
                </a:lnTo>
                <a:lnTo>
                  <a:pt x="0" y="444"/>
                </a:lnTo>
                <a:lnTo>
                  <a:pt x="3862" y="444"/>
                </a:lnTo>
                <a:lnTo>
                  <a:pt x="38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bg object 109"/>
          <p:cNvSpPr/>
          <p:nvPr/>
        </p:nvSpPr>
        <p:spPr>
          <a:xfrm>
            <a:off x="1842467" y="965715"/>
            <a:ext cx="16510" cy="3175"/>
          </a:xfrm>
          <a:custGeom>
            <a:avLst/>
            <a:gdLst/>
            <a:ahLst/>
            <a:cxnLst/>
            <a:rect l="l" t="t" r="r" b="b"/>
            <a:pathLst>
              <a:path w="16510" h="3175">
                <a:moveTo>
                  <a:pt x="825" y="0"/>
                </a:moveTo>
                <a:lnTo>
                  <a:pt x="0" y="1701"/>
                </a:lnTo>
                <a:lnTo>
                  <a:pt x="3111" y="1790"/>
                </a:lnTo>
                <a:lnTo>
                  <a:pt x="6870" y="1384"/>
                </a:lnTo>
                <a:lnTo>
                  <a:pt x="8763" y="2349"/>
                </a:lnTo>
                <a:lnTo>
                  <a:pt x="10744" y="990"/>
                </a:lnTo>
                <a:lnTo>
                  <a:pt x="13627" y="2819"/>
                </a:lnTo>
                <a:lnTo>
                  <a:pt x="16192" y="2197"/>
                </a:lnTo>
                <a:lnTo>
                  <a:pt x="14516" y="444"/>
                </a:lnTo>
                <a:lnTo>
                  <a:pt x="9817" y="800"/>
                </a:lnTo>
                <a:lnTo>
                  <a:pt x="4152" y="952"/>
                </a:lnTo>
                <a:lnTo>
                  <a:pt x="82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bg object 110"/>
          <p:cNvSpPr/>
          <p:nvPr/>
        </p:nvSpPr>
        <p:spPr>
          <a:xfrm>
            <a:off x="1841749" y="966094"/>
            <a:ext cx="17780" cy="2540"/>
          </a:xfrm>
          <a:custGeom>
            <a:avLst/>
            <a:gdLst/>
            <a:ahLst/>
            <a:cxnLst/>
            <a:rect l="l" t="t" r="r" b="b"/>
            <a:pathLst>
              <a:path w="17780" h="2540">
                <a:moveTo>
                  <a:pt x="10432" y="1828"/>
                </a:moveTo>
                <a:lnTo>
                  <a:pt x="8294" y="1828"/>
                </a:lnTo>
                <a:lnTo>
                  <a:pt x="9504" y="2463"/>
                </a:lnTo>
                <a:lnTo>
                  <a:pt x="10432" y="1828"/>
                </a:lnTo>
                <a:close/>
              </a:path>
              <a:path w="17780" h="2540">
                <a:moveTo>
                  <a:pt x="13364" y="0"/>
                </a:moveTo>
                <a:lnTo>
                  <a:pt x="894" y="0"/>
                </a:lnTo>
                <a:lnTo>
                  <a:pt x="0" y="1828"/>
                </a:lnTo>
                <a:lnTo>
                  <a:pt x="11904" y="1828"/>
                </a:lnTo>
                <a:lnTo>
                  <a:pt x="15577" y="2463"/>
                </a:lnTo>
                <a:lnTo>
                  <a:pt x="15956" y="2463"/>
                </a:lnTo>
                <a:lnTo>
                  <a:pt x="17624" y="2032"/>
                </a:lnTo>
                <a:lnTo>
                  <a:pt x="17531" y="1828"/>
                </a:lnTo>
                <a:lnTo>
                  <a:pt x="17264" y="1562"/>
                </a:lnTo>
                <a:lnTo>
                  <a:pt x="9546" y="1562"/>
                </a:lnTo>
                <a:lnTo>
                  <a:pt x="8046" y="914"/>
                </a:lnTo>
                <a:lnTo>
                  <a:pt x="16656" y="914"/>
                </a:lnTo>
                <a:lnTo>
                  <a:pt x="15943" y="152"/>
                </a:lnTo>
                <a:lnTo>
                  <a:pt x="13364" y="0"/>
                </a:lnTo>
                <a:close/>
              </a:path>
              <a:path w="17780" h="2540">
                <a:moveTo>
                  <a:pt x="14483" y="914"/>
                </a:moveTo>
                <a:lnTo>
                  <a:pt x="11244" y="914"/>
                </a:lnTo>
                <a:lnTo>
                  <a:pt x="9974" y="1219"/>
                </a:lnTo>
                <a:lnTo>
                  <a:pt x="9333" y="1562"/>
                </a:lnTo>
                <a:lnTo>
                  <a:pt x="15054" y="1562"/>
                </a:lnTo>
                <a:lnTo>
                  <a:pt x="13031" y="1219"/>
                </a:lnTo>
                <a:lnTo>
                  <a:pt x="15123" y="1219"/>
                </a:lnTo>
                <a:lnTo>
                  <a:pt x="14483" y="914"/>
                </a:lnTo>
                <a:close/>
              </a:path>
              <a:path w="17780" h="2540">
                <a:moveTo>
                  <a:pt x="16941" y="1219"/>
                </a:moveTo>
                <a:lnTo>
                  <a:pt x="15123" y="1219"/>
                </a:lnTo>
                <a:lnTo>
                  <a:pt x="15844" y="1562"/>
                </a:lnTo>
                <a:lnTo>
                  <a:pt x="17261" y="1562"/>
                </a:lnTo>
                <a:lnTo>
                  <a:pt x="16941" y="1219"/>
                </a:lnTo>
                <a:close/>
              </a:path>
              <a:path w="17780" h="2540">
                <a:moveTo>
                  <a:pt x="11244" y="914"/>
                </a:moveTo>
                <a:lnTo>
                  <a:pt x="9792" y="914"/>
                </a:lnTo>
                <a:lnTo>
                  <a:pt x="13237" y="1219"/>
                </a:lnTo>
                <a:lnTo>
                  <a:pt x="9974" y="1219"/>
                </a:lnTo>
                <a:lnTo>
                  <a:pt x="11244" y="91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bg object 111"/>
          <p:cNvSpPr/>
          <p:nvPr/>
        </p:nvSpPr>
        <p:spPr>
          <a:xfrm>
            <a:off x="1739590" y="944913"/>
            <a:ext cx="184150" cy="212090"/>
          </a:xfrm>
          <a:custGeom>
            <a:avLst/>
            <a:gdLst/>
            <a:ahLst/>
            <a:cxnLst/>
            <a:rect l="l" t="t" r="r" b="b"/>
            <a:pathLst>
              <a:path w="184150" h="212090">
                <a:moveTo>
                  <a:pt x="58736" y="129082"/>
                </a:moveTo>
                <a:lnTo>
                  <a:pt x="57315" y="129082"/>
                </a:lnTo>
                <a:lnTo>
                  <a:pt x="57784" y="130009"/>
                </a:lnTo>
                <a:lnTo>
                  <a:pt x="57042" y="130380"/>
                </a:lnTo>
                <a:lnTo>
                  <a:pt x="94043" y="162648"/>
                </a:lnTo>
                <a:lnTo>
                  <a:pt x="134882" y="180421"/>
                </a:lnTo>
                <a:lnTo>
                  <a:pt x="149378" y="186702"/>
                </a:lnTo>
                <a:lnTo>
                  <a:pt x="181800" y="209041"/>
                </a:lnTo>
                <a:lnTo>
                  <a:pt x="183730" y="211874"/>
                </a:lnTo>
                <a:lnTo>
                  <a:pt x="183730" y="208495"/>
                </a:lnTo>
                <a:lnTo>
                  <a:pt x="181648" y="208495"/>
                </a:lnTo>
                <a:lnTo>
                  <a:pt x="181648" y="205745"/>
                </a:lnTo>
                <a:lnTo>
                  <a:pt x="180655" y="204617"/>
                </a:lnTo>
                <a:lnTo>
                  <a:pt x="170440" y="196310"/>
                </a:lnTo>
                <a:lnTo>
                  <a:pt x="150281" y="184840"/>
                </a:lnTo>
                <a:lnTo>
                  <a:pt x="120055" y="173037"/>
                </a:lnTo>
                <a:lnTo>
                  <a:pt x="117233" y="173037"/>
                </a:lnTo>
                <a:lnTo>
                  <a:pt x="117547" y="172072"/>
                </a:lnTo>
                <a:lnTo>
                  <a:pt x="108606" y="168096"/>
                </a:lnTo>
                <a:lnTo>
                  <a:pt x="92763" y="159448"/>
                </a:lnTo>
                <a:lnTo>
                  <a:pt x="74373" y="146171"/>
                </a:lnTo>
                <a:lnTo>
                  <a:pt x="58736" y="129082"/>
                </a:lnTo>
                <a:close/>
              </a:path>
              <a:path w="184150" h="212090">
                <a:moveTo>
                  <a:pt x="181648" y="205745"/>
                </a:moveTo>
                <a:lnTo>
                  <a:pt x="181648" y="208495"/>
                </a:lnTo>
                <a:lnTo>
                  <a:pt x="182670" y="208495"/>
                </a:lnTo>
                <a:lnTo>
                  <a:pt x="183553" y="207911"/>
                </a:lnTo>
                <a:lnTo>
                  <a:pt x="181648" y="205745"/>
                </a:lnTo>
                <a:close/>
              </a:path>
              <a:path w="184150" h="212090">
                <a:moveTo>
                  <a:pt x="183743" y="1015"/>
                </a:moveTo>
                <a:lnTo>
                  <a:pt x="47993" y="1015"/>
                </a:lnTo>
                <a:lnTo>
                  <a:pt x="48996" y="1244"/>
                </a:lnTo>
                <a:lnTo>
                  <a:pt x="48831" y="2070"/>
                </a:lnTo>
                <a:lnTo>
                  <a:pt x="181648" y="2070"/>
                </a:lnTo>
                <a:lnTo>
                  <a:pt x="181648" y="205745"/>
                </a:lnTo>
                <a:lnTo>
                  <a:pt x="183565" y="207911"/>
                </a:lnTo>
                <a:lnTo>
                  <a:pt x="182683" y="208495"/>
                </a:lnTo>
                <a:lnTo>
                  <a:pt x="183743" y="208495"/>
                </a:lnTo>
                <a:lnTo>
                  <a:pt x="183743" y="1015"/>
                </a:lnTo>
                <a:close/>
              </a:path>
              <a:path w="184150" h="212090">
                <a:moveTo>
                  <a:pt x="117583" y="172072"/>
                </a:moveTo>
                <a:lnTo>
                  <a:pt x="117233" y="173037"/>
                </a:lnTo>
                <a:lnTo>
                  <a:pt x="120055" y="173037"/>
                </a:lnTo>
                <a:lnTo>
                  <a:pt x="117583" y="172072"/>
                </a:lnTo>
                <a:close/>
              </a:path>
              <a:path w="184150" h="212090">
                <a:moveTo>
                  <a:pt x="183743" y="0"/>
                </a:moveTo>
                <a:lnTo>
                  <a:pt x="47142" y="0"/>
                </a:lnTo>
                <a:lnTo>
                  <a:pt x="46075" y="5397"/>
                </a:lnTo>
                <a:lnTo>
                  <a:pt x="42697" y="13309"/>
                </a:lnTo>
                <a:lnTo>
                  <a:pt x="20209" y="55316"/>
                </a:lnTo>
                <a:lnTo>
                  <a:pt x="4368" y="81940"/>
                </a:lnTo>
                <a:lnTo>
                  <a:pt x="3149" y="83972"/>
                </a:lnTo>
                <a:lnTo>
                  <a:pt x="0" y="89052"/>
                </a:lnTo>
                <a:lnTo>
                  <a:pt x="41668" y="138048"/>
                </a:lnTo>
                <a:lnTo>
                  <a:pt x="46786" y="135496"/>
                </a:lnTo>
                <a:lnTo>
                  <a:pt x="42202" y="135496"/>
                </a:lnTo>
                <a:lnTo>
                  <a:pt x="3083" y="89509"/>
                </a:lnTo>
                <a:lnTo>
                  <a:pt x="2158" y="89509"/>
                </a:lnTo>
                <a:lnTo>
                  <a:pt x="1425" y="89052"/>
                </a:lnTo>
                <a:lnTo>
                  <a:pt x="1178" y="89052"/>
                </a:lnTo>
                <a:lnTo>
                  <a:pt x="2057" y="88303"/>
                </a:lnTo>
                <a:lnTo>
                  <a:pt x="2908" y="88303"/>
                </a:lnTo>
                <a:lnTo>
                  <a:pt x="8523" y="79269"/>
                </a:lnTo>
                <a:lnTo>
                  <a:pt x="28290" y="45297"/>
                </a:lnTo>
                <a:lnTo>
                  <a:pt x="47993" y="6261"/>
                </a:lnTo>
                <a:lnTo>
                  <a:pt x="48831" y="2070"/>
                </a:lnTo>
                <a:lnTo>
                  <a:pt x="47993" y="2070"/>
                </a:lnTo>
                <a:lnTo>
                  <a:pt x="47993" y="1015"/>
                </a:lnTo>
                <a:lnTo>
                  <a:pt x="183743" y="1015"/>
                </a:lnTo>
                <a:lnTo>
                  <a:pt x="183743" y="0"/>
                </a:lnTo>
                <a:close/>
              </a:path>
              <a:path w="184150" h="212090">
                <a:moveTo>
                  <a:pt x="57670" y="127749"/>
                </a:moveTo>
                <a:lnTo>
                  <a:pt x="42202" y="135496"/>
                </a:lnTo>
                <a:lnTo>
                  <a:pt x="46786" y="135496"/>
                </a:lnTo>
                <a:lnTo>
                  <a:pt x="57042" y="130380"/>
                </a:lnTo>
                <a:lnTo>
                  <a:pt x="56464" y="129666"/>
                </a:lnTo>
                <a:lnTo>
                  <a:pt x="57315" y="129082"/>
                </a:lnTo>
                <a:lnTo>
                  <a:pt x="58736" y="129082"/>
                </a:lnTo>
                <a:lnTo>
                  <a:pt x="58178" y="128473"/>
                </a:lnTo>
                <a:lnTo>
                  <a:pt x="57670" y="127749"/>
                </a:lnTo>
                <a:close/>
              </a:path>
              <a:path w="184150" h="212090">
                <a:moveTo>
                  <a:pt x="57315" y="129082"/>
                </a:moveTo>
                <a:lnTo>
                  <a:pt x="56464" y="129666"/>
                </a:lnTo>
                <a:lnTo>
                  <a:pt x="57042" y="130380"/>
                </a:lnTo>
                <a:lnTo>
                  <a:pt x="57784" y="130009"/>
                </a:lnTo>
                <a:lnTo>
                  <a:pt x="57315" y="129082"/>
                </a:lnTo>
                <a:close/>
              </a:path>
              <a:path w="184150" h="212090">
                <a:moveTo>
                  <a:pt x="2908" y="88303"/>
                </a:moveTo>
                <a:lnTo>
                  <a:pt x="2057" y="88303"/>
                </a:lnTo>
                <a:lnTo>
                  <a:pt x="2694" y="89052"/>
                </a:lnTo>
                <a:lnTo>
                  <a:pt x="1425" y="89052"/>
                </a:lnTo>
                <a:lnTo>
                  <a:pt x="2158" y="89509"/>
                </a:lnTo>
                <a:lnTo>
                  <a:pt x="2908" y="88303"/>
                </a:lnTo>
                <a:close/>
              </a:path>
              <a:path w="184150" h="212090">
                <a:moveTo>
                  <a:pt x="2057" y="88303"/>
                </a:moveTo>
                <a:lnTo>
                  <a:pt x="1178" y="89052"/>
                </a:lnTo>
                <a:lnTo>
                  <a:pt x="2443" y="89052"/>
                </a:lnTo>
                <a:lnTo>
                  <a:pt x="2158" y="89509"/>
                </a:lnTo>
                <a:lnTo>
                  <a:pt x="3083" y="89509"/>
                </a:lnTo>
                <a:lnTo>
                  <a:pt x="2057" y="88303"/>
                </a:lnTo>
                <a:close/>
              </a:path>
              <a:path w="184150" h="212090">
                <a:moveTo>
                  <a:pt x="47993" y="1015"/>
                </a:moveTo>
                <a:lnTo>
                  <a:pt x="47993" y="2070"/>
                </a:lnTo>
                <a:lnTo>
                  <a:pt x="48831" y="2070"/>
                </a:lnTo>
                <a:lnTo>
                  <a:pt x="48996" y="1244"/>
                </a:lnTo>
                <a:lnTo>
                  <a:pt x="47993" y="1015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bg object 112"/>
          <p:cNvSpPr/>
          <p:nvPr/>
        </p:nvSpPr>
        <p:spPr>
          <a:xfrm>
            <a:off x="1756156" y="791247"/>
            <a:ext cx="338455" cy="13335"/>
          </a:xfrm>
          <a:custGeom>
            <a:avLst/>
            <a:gdLst/>
            <a:ahLst/>
            <a:cxnLst/>
            <a:rect l="l" t="t" r="r" b="b"/>
            <a:pathLst>
              <a:path w="338455" h="13334">
                <a:moveTo>
                  <a:pt x="3086" y="5524"/>
                </a:moveTo>
                <a:lnTo>
                  <a:pt x="2921" y="5524"/>
                </a:lnTo>
                <a:lnTo>
                  <a:pt x="0" y="10363"/>
                </a:lnTo>
                <a:lnTo>
                  <a:pt x="3086" y="5524"/>
                </a:lnTo>
                <a:close/>
              </a:path>
              <a:path w="338455" h="13334">
                <a:moveTo>
                  <a:pt x="14719" y="6769"/>
                </a:moveTo>
                <a:lnTo>
                  <a:pt x="12471" y="1028"/>
                </a:lnTo>
                <a:lnTo>
                  <a:pt x="6654" y="1892"/>
                </a:lnTo>
                <a:lnTo>
                  <a:pt x="3441" y="4991"/>
                </a:lnTo>
                <a:lnTo>
                  <a:pt x="3086" y="5524"/>
                </a:lnTo>
                <a:lnTo>
                  <a:pt x="14719" y="6769"/>
                </a:lnTo>
                <a:close/>
              </a:path>
              <a:path w="338455" h="13334">
                <a:moveTo>
                  <a:pt x="337921" y="7632"/>
                </a:moveTo>
                <a:lnTo>
                  <a:pt x="336219" y="4876"/>
                </a:lnTo>
                <a:lnTo>
                  <a:pt x="327050" y="0"/>
                </a:lnTo>
                <a:lnTo>
                  <a:pt x="323799" y="3378"/>
                </a:lnTo>
                <a:lnTo>
                  <a:pt x="334899" y="4381"/>
                </a:lnTo>
                <a:lnTo>
                  <a:pt x="337807" y="12712"/>
                </a:lnTo>
                <a:lnTo>
                  <a:pt x="337921" y="76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bg object 113"/>
          <p:cNvSpPr/>
          <p:nvPr/>
        </p:nvSpPr>
        <p:spPr>
          <a:xfrm>
            <a:off x="1783308" y="1110957"/>
            <a:ext cx="295910" cy="76835"/>
          </a:xfrm>
          <a:custGeom>
            <a:avLst/>
            <a:gdLst/>
            <a:ahLst/>
            <a:cxnLst/>
            <a:rect l="l" t="t" r="r" b="b"/>
            <a:pathLst>
              <a:path w="295910" h="76834">
                <a:moveTo>
                  <a:pt x="55460" y="36842"/>
                </a:moveTo>
                <a:lnTo>
                  <a:pt x="55245" y="36715"/>
                </a:lnTo>
                <a:lnTo>
                  <a:pt x="55168" y="36842"/>
                </a:lnTo>
                <a:lnTo>
                  <a:pt x="55460" y="36842"/>
                </a:lnTo>
                <a:close/>
              </a:path>
              <a:path w="295910" h="76834">
                <a:moveTo>
                  <a:pt x="57238" y="36842"/>
                </a:moveTo>
                <a:lnTo>
                  <a:pt x="55460" y="36842"/>
                </a:lnTo>
                <a:lnTo>
                  <a:pt x="56794" y="37630"/>
                </a:lnTo>
                <a:lnTo>
                  <a:pt x="57238" y="36842"/>
                </a:lnTo>
                <a:close/>
              </a:path>
              <a:path w="295910" h="76834">
                <a:moveTo>
                  <a:pt x="57759" y="35941"/>
                </a:moveTo>
                <a:lnTo>
                  <a:pt x="52984" y="33172"/>
                </a:lnTo>
                <a:lnTo>
                  <a:pt x="45834" y="29032"/>
                </a:lnTo>
                <a:lnTo>
                  <a:pt x="45694" y="28956"/>
                </a:lnTo>
                <a:lnTo>
                  <a:pt x="36245" y="22885"/>
                </a:lnTo>
                <a:lnTo>
                  <a:pt x="25438" y="15240"/>
                </a:lnTo>
                <a:lnTo>
                  <a:pt x="20574" y="11468"/>
                </a:lnTo>
                <a:lnTo>
                  <a:pt x="8369" y="1409"/>
                </a:lnTo>
                <a:lnTo>
                  <a:pt x="7124" y="2895"/>
                </a:lnTo>
                <a:lnTo>
                  <a:pt x="16395" y="10655"/>
                </a:lnTo>
                <a:lnTo>
                  <a:pt x="15100" y="12217"/>
                </a:lnTo>
                <a:lnTo>
                  <a:pt x="14173" y="12001"/>
                </a:lnTo>
                <a:lnTo>
                  <a:pt x="13322" y="11544"/>
                </a:lnTo>
                <a:lnTo>
                  <a:pt x="12509" y="10820"/>
                </a:lnTo>
                <a:lnTo>
                  <a:pt x="9385" y="7886"/>
                </a:lnTo>
                <a:lnTo>
                  <a:pt x="7670" y="6743"/>
                </a:lnTo>
                <a:lnTo>
                  <a:pt x="6858" y="6311"/>
                </a:lnTo>
                <a:lnTo>
                  <a:pt x="5626" y="6083"/>
                </a:lnTo>
                <a:lnTo>
                  <a:pt x="5067" y="6248"/>
                </a:lnTo>
                <a:lnTo>
                  <a:pt x="4254" y="7251"/>
                </a:lnTo>
                <a:lnTo>
                  <a:pt x="4013" y="7708"/>
                </a:lnTo>
                <a:lnTo>
                  <a:pt x="3898" y="9321"/>
                </a:lnTo>
                <a:lnTo>
                  <a:pt x="4076" y="11137"/>
                </a:lnTo>
                <a:lnTo>
                  <a:pt x="4533" y="12217"/>
                </a:lnTo>
                <a:lnTo>
                  <a:pt x="5448" y="12954"/>
                </a:lnTo>
                <a:lnTo>
                  <a:pt x="5715" y="13081"/>
                </a:lnTo>
                <a:lnTo>
                  <a:pt x="6667" y="13373"/>
                </a:lnTo>
                <a:lnTo>
                  <a:pt x="7086" y="13563"/>
                </a:lnTo>
                <a:lnTo>
                  <a:pt x="7302" y="13728"/>
                </a:lnTo>
                <a:lnTo>
                  <a:pt x="7708" y="14135"/>
                </a:lnTo>
                <a:lnTo>
                  <a:pt x="7708" y="14566"/>
                </a:lnTo>
                <a:lnTo>
                  <a:pt x="6883" y="15519"/>
                </a:lnTo>
                <a:lnTo>
                  <a:pt x="6375" y="15735"/>
                </a:lnTo>
                <a:lnTo>
                  <a:pt x="5067" y="15671"/>
                </a:lnTo>
                <a:lnTo>
                  <a:pt x="4470" y="15455"/>
                </a:lnTo>
                <a:lnTo>
                  <a:pt x="3962" y="15011"/>
                </a:lnTo>
                <a:lnTo>
                  <a:pt x="3683" y="13563"/>
                </a:lnTo>
                <a:lnTo>
                  <a:pt x="3517" y="12954"/>
                </a:lnTo>
                <a:lnTo>
                  <a:pt x="3251" y="12547"/>
                </a:lnTo>
                <a:lnTo>
                  <a:pt x="2628" y="12090"/>
                </a:lnTo>
                <a:lnTo>
                  <a:pt x="2235" y="11950"/>
                </a:lnTo>
                <a:lnTo>
                  <a:pt x="1739" y="11925"/>
                </a:lnTo>
                <a:lnTo>
                  <a:pt x="1231" y="12039"/>
                </a:lnTo>
                <a:lnTo>
                  <a:pt x="863" y="12268"/>
                </a:lnTo>
                <a:lnTo>
                  <a:pt x="152" y="13081"/>
                </a:lnTo>
                <a:lnTo>
                  <a:pt x="0" y="13716"/>
                </a:lnTo>
                <a:lnTo>
                  <a:pt x="304" y="15151"/>
                </a:lnTo>
                <a:lnTo>
                  <a:pt x="736" y="15798"/>
                </a:lnTo>
                <a:lnTo>
                  <a:pt x="1879" y="16776"/>
                </a:lnTo>
                <a:lnTo>
                  <a:pt x="2298" y="17018"/>
                </a:lnTo>
                <a:lnTo>
                  <a:pt x="2336" y="17995"/>
                </a:lnTo>
                <a:lnTo>
                  <a:pt x="2273" y="19062"/>
                </a:lnTo>
                <a:lnTo>
                  <a:pt x="2057" y="21056"/>
                </a:lnTo>
                <a:lnTo>
                  <a:pt x="2082" y="21259"/>
                </a:lnTo>
                <a:lnTo>
                  <a:pt x="2324" y="21958"/>
                </a:lnTo>
                <a:lnTo>
                  <a:pt x="2590" y="22415"/>
                </a:lnTo>
                <a:lnTo>
                  <a:pt x="3340" y="22974"/>
                </a:lnTo>
                <a:lnTo>
                  <a:pt x="3708" y="22987"/>
                </a:lnTo>
                <a:lnTo>
                  <a:pt x="4178" y="22440"/>
                </a:lnTo>
                <a:lnTo>
                  <a:pt x="4178" y="22047"/>
                </a:lnTo>
                <a:lnTo>
                  <a:pt x="3975" y="21450"/>
                </a:lnTo>
                <a:lnTo>
                  <a:pt x="3810" y="20637"/>
                </a:lnTo>
                <a:lnTo>
                  <a:pt x="3644" y="19519"/>
                </a:lnTo>
                <a:lnTo>
                  <a:pt x="3657" y="17970"/>
                </a:lnTo>
                <a:lnTo>
                  <a:pt x="3733" y="17602"/>
                </a:lnTo>
                <a:lnTo>
                  <a:pt x="5613" y="18224"/>
                </a:lnTo>
                <a:lnTo>
                  <a:pt x="6997" y="17995"/>
                </a:lnTo>
                <a:lnTo>
                  <a:pt x="8496" y="16129"/>
                </a:lnTo>
                <a:lnTo>
                  <a:pt x="8699" y="15176"/>
                </a:lnTo>
                <a:lnTo>
                  <a:pt x="8255" y="12903"/>
                </a:lnTo>
                <a:lnTo>
                  <a:pt x="7835" y="12103"/>
                </a:lnTo>
                <a:lnTo>
                  <a:pt x="7048" y="11442"/>
                </a:lnTo>
                <a:lnTo>
                  <a:pt x="5842" y="10795"/>
                </a:lnTo>
                <a:lnTo>
                  <a:pt x="5461" y="10553"/>
                </a:lnTo>
                <a:lnTo>
                  <a:pt x="5168" y="10312"/>
                </a:lnTo>
                <a:lnTo>
                  <a:pt x="4813" y="9867"/>
                </a:lnTo>
                <a:lnTo>
                  <a:pt x="4787" y="9461"/>
                </a:lnTo>
                <a:lnTo>
                  <a:pt x="5321" y="8839"/>
                </a:lnTo>
                <a:lnTo>
                  <a:pt x="5600" y="8674"/>
                </a:lnTo>
                <a:lnTo>
                  <a:pt x="6350" y="8445"/>
                </a:lnTo>
                <a:lnTo>
                  <a:pt x="6756" y="8559"/>
                </a:lnTo>
                <a:lnTo>
                  <a:pt x="7874" y="9436"/>
                </a:lnTo>
                <a:lnTo>
                  <a:pt x="9791" y="11074"/>
                </a:lnTo>
                <a:lnTo>
                  <a:pt x="11950" y="12763"/>
                </a:lnTo>
                <a:lnTo>
                  <a:pt x="12585" y="13220"/>
                </a:lnTo>
                <a:lnTo>
                  <a:pt x="13169" y="13563"/>
                </a:lnTo>
                <a:lnTo>
                  <a:pt x="13754" y="13728"/>
                </a:lnTo>
                <a:lnTo>
                  <a:pt x="8432" y="20218"/>
                </a:lnTo>
                <a:lnTo>
                  <a:pt x="8153" y="20701"/>
                </a:lnTo>
                <a:lnTo>
                  <a:pt x="8064" y="21170"/>
                </a:lnTo>
                <a:lnTo>
                  <a:pt x="8445" y="22885"/>
                </a:lnTo>
                <a:lnTo>
                  <a:pt x="8585" y="22948"/>
                </a:lnTo>
                <a:lnTo>
                  <a:pt x="8813" y="22758"/>
                </a:lnTo>
                <a:lnTo>
                  <a:pt x="17907" y="11899"/>
                </a:lnTo>
                <a:lnTo>
                  <a:pt x="19431" y="13195"/>
                </a:lnTo>
                <a:lnTo>
                  <a:pt x="20980" y="14198"/>
                </a:lnTo>
                <a:lnTo>
                  <a:pt x="13449" y="24066"/>
                </a:lnTo>
                <a:lnTo>
                  <a:pt x="13335" y="24320"/>
                </a:lnTo>
                <a:lnTo>
                  <a:pt x="13284" y="24536"/>
                </a:lnTo>
                <a:lnTo>
                  <a:pt x="13830" y="26987"/>
                </a:lnTo>
                <a:lnTo>
                  <a:pt x="13957" y="27025"/>
                </a:lnTo>
                <a:lnTo>
                  <a:pt x="14109" y="26898"/>
                </a:lnTo>
                <a:lnTo>
                  <a:pt x="22656" y="15494"/>
                </a:lnTo>
                <a:lnTo>
                  <a:pt x="24142" y="16649"/>
                </a:lnTo>
                <a:lnTo>
                  <a:pt x="31991" y="22237"/>
                </a:lnTo>
                <a:lnTo>
                  <a:pt x="29438" y="25819"/>
                </a:lnTo>
                <a:lnTo>
                  <a:pt x="22656" y="20980"/>
                </a:lnTo>
                <a:lnTo>
                  <a:pt x="21348" y="20955"/>
                </a:lnTo>
                <a:lnTo>
                  <a:pt x="20472" y="22148"/>
                </a:lnTo>
                <a:lnTo>
                  <a:pt x="19926" y="22961"/>
                </a:lnTo>
                <a:lnTo>
                  <a:pt x="19761" y="23888"/>
                </a:lnTo>
                <a:lnTo>
                  <a:pt x="20345" y="26631"/>
                </a:lnTo>
                <a:lnTo>
                  <a:pt x="20637" y="27076"/>
                </a:lnTo>
                <a:lnTo>
                  <a:pt x="21069" y="27393"/>
                </a:lnTo>
                <a:lnTo>
                  <a:pt x="21755" y="27724"/>
                </a:lnTo>
                <a:lnTo>
                  <a:pt x="22021" y="27787"/>
                </a:lnTo>
                <a:lnTo>
                  <a:pt x="22288" y="27597"/>
                </a:lnTo>
                <a:lnTo>
                  <a:pt x="22783" y="26898"/>
                </a:lnTo>
                <a:lnTo>
                  <a:pt x="23037" y="26339"/>
                </a:lnTo>
                <a:lnTo>
                  <a:pt x="23368" y="25476"/>
                </a:lnTo>
                <a:lnTo>
                  <a:pt x="23418" y="25247"/>
                </a:lnTo>
                <a:lnTo>
                  <a:pt x="23672" y="25057"/>
                </a:lnTo>
                <a:lnTo>
                  <a:pt x="23863" y="24968"/>
                </a:lnTo>
                <a:lnTo>
                  <a:pt x="24333" y="24942"/>
                </a:lnTo>
                <a:lnTo>
                  <a:pt x="24638" y="25006"/>
                </a:lnTo>
                <a:lnTo>
                  <a:pt x="28028" y="27419"/>
                </a:lnTo>
                <a:lnTo>
                  <a:pt x="24777" y="31953"/>
                </a:lnTo>
                <a:lnTo>
                  <a:pt x="24663" y="32245"/>
                </a:lnTo>
                <a:lnTo>
                  <a:pt x="24625" y="32512"/>
                </a:lnTo>
                <a:lnTo>
                  <a:pt x="24904" y="34594"/>
                </a:lnTo>
                <a:lnTo>
                  <a:pt x="25031" y="35090"/>
                </a:lnTo>
                <a:lnTo>
                  <a:pt x="25374" y="35306"/>
                </a:lnTo>
                <a:lnTo>
                  <a:pt x="25641" y="35128"/>
                </a:lnTo>
                <a:lnTo>
                  <a:pt x="33731" y="23520"/>
                </a:lnTo>
                <a:lnTo>
                  <a:pt x="35140" y="24498"/>
                </a:lnTo>
                <a:lnTo>
                  <a:pt x="37934" y="26250"/>
                </a:lnTo>
                <a:lnTo>
                  <a:pt x="36296" y="28829"/>
                </a:lnTo>
                <a:lnTo>
                  <a:pt x="36156" y="28981"/>
                </a:lnTo>
                <a:lnTo>
                  <a:pt x="35737" y="29286"/>
                </a:lnTo>
                <a:lnTo>
                  <a:pt x="35318" y="29502"/>
                </a:lnTo>
                <a:lnTo>
                  <a:pt x="35001" y="29540"/>
                </a:lnTo>
                <a:lnTo>
                  <a:pt x="34772" y="29413"/>
                </a:lnTo>
                <a:lnTo>
                  <a:pt x="34429" y="28879"/>
                </a:lnTo>
                <a:lnTo>
                  <a:pt x="34302" y="28752"/>
                </a:lnTo>
                <a:lnTo>
                  <a:pt x="34023" y="28321"/>
                </a:lnTo>
                <a:lnTo>
                  <a:pt x="33820" y="28067"/>
                </a:lnTo>
                <a:lnTo>
                  <a:pt x="33210" y="27686"/>
                </a:lnTo>
                <a:lnTo>
                  <a:pt x="32727" y="27889"/>
                </a:lnTo>
                <a:lnTo>
                  <a:pt x="31648" y="29667"/>
                </a:lnTo>
                <a:lnTo>
                  <a:pt x="31496" y="31254"/>
                </a:lnTo>
                <a:lnTo>
                  <a:pt x="32143" y="37338"/>
                </a:lnTo>
                <a:lnTo>
                  <a:pt x="32385" y="38392"/>
                </a:lnTo>
                <a:lnTo>
                  <a:pt x="32905" y="40119"/>
                </a:lnTo>
                <a:lnTo>
                  <a:pt x="33108" y="40436"/>
                </a:lnTo>
                <a:lnTo>
                  <a:pt x="33604" y="40728"/>
                </a:lnTo>
                <a:lnTo>
                  <a:pt x="33769" y="40728"/>
                </a:lnTo>
                <a:lnTo>
                  <a:pt x="33896" y="40538"/>
                </a:lnTo>
                <a:lnTo>
                  <a:pt x="34163" y="39928"/>
                </a:lnTo>
                <a:lnTo>
                  <a:pt x="34124" y="39128"/>
                </a:lnTo>
                <a:lnTo>
                  <a:pt x="33121" y="36423"/>
                </a:lnTo>
                <a:lnTo>
                  <a:pt x="32854" y="35255"/>
                </a:lnTo>
                <a:lnTo>
                  <a:pt x="32842" y="34493"/>
                </a:lnTo>
                <a:lnTo>
                  <a:pt x="33058" y="34150"/>
                </a:lnTo>
                <a:lnTo>
                  <a:pt x="33337" y="33858"/>
                </a:lnTo>
                <a:lnTo>
                  <a:pt x="35687" y="32537"/>
                </a:lnTo>
                <a:lnTo>
                  <a:pt x="36156" y="32219"/>
                </a:lnTo>
                <a:lnTo>
                  <a:pt x="36626" y="32588"/>
                </a:lnTo>
                <a:lnTo>
                  <a:pt x="36741" y="32740"/>
                </a:lnTo>
                <a:lnTo>
                  <a:pt x="36842" y="32943"/>
                </a:lnTo>
                <a:lnTo>
                  <a:pt x="36893" y="33210"/>
                </a:lnTo>
                <a:lnTo>
                  <a:pt x="37211" y="34353"/>
                </a:lnTo>
                <a:lnTo>
                  <a:pt x="40881" y="36804"/>
                </a:lnTo>
                <a:lnTo>
                  <a:pt x="42202" y="34671"/>
                </a:lnTo>
                <a:lnTo>
                  <a:pt x="41325" y="34658"/>
                </a:lnTo>
                <a:lnTo>
                  <a:pt x="40309" y="34290"/>
                </a:lnTo>
                <a:lnTo>
                  <a:pt x="37693" y="32537"/>
                </a:lnTo>
                <a:lnTo>
                  <a:pt x="37223" y="32258"/>
                </a:lnTo>
                <a:lnTo>
                  <a:pt x="36969" y="31965"/>
                </a:lnTo>
                <a:lnTo>
                  <a:pt x="36880" y="31661"/>
                </a:lnTo>
                <a:lnTo>
                  <a:pt x="39649" y="27368"/>
                </a:lnTo>
                <a:lnTo>
                  <a:pt x="44704" y="30619"/>
                </a:lnTo>
                <a:lnTo>
                  <a:pt x="48069" y="32537"/>
                </a:lnTo>
                <a:lnTo>
                  <a:pt x="47993" y="33477"/>
                </a:lnTo>
                <a:lnTo>
                  <a:pt x="47371" y="34480"/>
                </a:lnTo>
                <a:lnTo>
                  <a:pt x="47269" y="34632"/>
                </a:lnTo>
                <a:lnTo>
                  <a:pt x="46596" y="35102"/>
                </a:lnTo>
                <a:lnTo>
                  <a:pt x="45326" y="35102"/>
                </a:lnTo>
                <a:lnTo>
                  <a:pt x="44196" y="34480"/>
                </a:lnTo>
                <a:lnTo>
                  <a:pt x="43383" y="34074"/>
                </a:lnTo>
                <a:lnTo>
                  <a:pt x="43002" y="34074"/>
                </a:lnTo>
                <a:lnTo>
                  <a:pt x="43078" y="38950"/>
                </a:lnTo>
                <a:lnTo>
                  <a:pt x="45529" y="42646"/>
                </a:lnTo>
                <a:lnTo>
                  <a:pt x="46837" y="43434"/>
                </a:lnTo>
                <a:lnTo>
                  <a:pt x="48361" y="43434"/>
                </a:lnTo>
                <a:lnTo>
                  <a:pt x="48361" y="43802"/>
                </a:lnTo>
                <a:lnTo>
                  <a:pt x="47345" y="45415"/>
                </a:lnTo>
                <a:lnTo>
                  <a:pt x="47040" y="46101"/>
                </a:lnTo>
                <a:lnTo>
                  <a:pt x="47078" y="46812"/>
                </a:lnTo>
                <a:lnTo>
                  <a:pt x="47561" y="48641"/>
                </a:lnTo>
                <a:lnTo>
                  <a:pt x="47726" y="49022"/>
                </a:lnTo>
                <a:lnTo>
                  <a:pt x="47904" y="49237"/>
                </a:lnTo>
                <a:lnTo>
                  <a:pt x="48120" y="49022"/>
                </a:lnTo>
                <a:lnTo>
                  <a:pt x="52832" y="40868"/>
                </a:lnTo>
                <a:lnTo>
                  <a:pt x="55168" y="36842"/>
                </a:lnTo>
                <a:lnTo>
                  <a:pt x="52514" y="36842"/>
                </a:lnTo>
                <a:lnTo>
                  <a:pt x="50380" y="40411"/>
                </a:lnTo>
                <a:lnTo>
                  <a:pt x="49555" y="40868"/>
                </a:lnTo>
                <a:lnTo>
                  <a:pt x="46532" y="40868"/>
                </a:lnTo>
                <a:lnTo>
                  <a:pt x="45008" y="39992"/>
                </a:lnTo>
                <a:lnTo>
                  <a:pt x="44602" y="39573"/>
                </a:lnTo>
                <a:lnTo>
                  <a:pt x="44234" y="38950"/>
                </a:lnTo>
                <a:lnTo>
                  <a:pt x="43789" y="38290"/>
                </a:lnTo>
                <a:lnTo>
                  <a:pt x="43764" y="37630"/>
                </a:lnTo>
                <a:lnTo>
                  <a:pt x="44018" y="37172"/>
                </a:lnTo>
                <a:lnTo>
                  <a:pt x="44627" y="37172"/>
                </a:lnTo>
                <a:lnTo>
                  <a:pt x="45872" y="37630"/>
                </a:lnTo>
                <a:lnTo>
                  <a:pt x="47205" y="37630"/>
                </a:lnTo>
                <a:lnTo>
                  <a:pt x="47459" y="37172"/>
                </a:lnTo>
                <a:lnTo>
                  <a:pt x="47650" y="36842"/>
                </a:lnTo>
                <a:lnTo>
                  <a:pt x="47866" y="36372"/>
                </a:lnTo>
                <a:lnTo>
                  <a:pt x="48323" y="35102"/>
                </a:lnTo>
                <a:lnTo>
                  <a:pt x="48666" y="34074"/>
                </a:lnTo>
                <a:lnTo>
                  <a:pt x="48907" y="33477"/>
                </a:lnTo>
                <a:lnTo>
                  <a:pt x="49085" y="33172"/>
                </a:lnTo>
                <a:lnTo>
                  <a:pt x="52412" y="35102"/>
                </a:lnTo>
                <a:lnTo>
                  <a:pt x="53238" y="35648"/>
                </a:lnTo>
                <a:lnTo>
                  <a:pt x="52590" y="36715"/>
                </a:lnTo>
                <a:lnTo>
                  <a:pt x="55245" y="36715"/>
                </a:lnTo>
                <a:lnTo>
                  <a:pt x="57315" y="36715"/>
                </a:lnTo>
                <a:lnTo>
                  <a:pt x="57759" y="35941"/>
                </a:lnTo>
                <a:close/>
              </a:path>
              <a:path w="295910" h="76834">
                <a:moveTo>
                  <a:pt x="93738" y="50825"/>
                </a:moveTo>
                <a:lnTo>
                  <a:pt x="87134" y="41910"/>
                </a:lnTo>
                <a:lnTo>
                  <a:pt x="85928" y="41910"/>
                </a:lnTo>
                <a:lnTo>
                  <a:pt x="83921" y="42684"/>
                </a:lnTo>
                <a:lnTo>
                  <a:pt x="83273" y="43319"/>
                </a:lnTo>
                <a:lnTo>
                  <a:pt x="82854" y="44373"/>
                </a:lnTo>
                <a:lnTo>
                  <a:pt x="82905" y="46901"/>
                </a:lnTo>
                <a:lnTo>
                  <a:pt x="83070" y="47358"/>
                </a:lnTo>
                <a:lnTo>
                  <a:pt x="82753" y="47358"/>
                </a:lnTo>
                <a:lnTo>
                  <a:pt x="83693" y="47688"/>
                </a:lnTo>
                <a:lnTo>
                  <a:pt x="83934" y="47358"/>
                </a:lnTo>
                <a:lnTo>
                  <a:pt x="84645" y="45732"/>
                </a:lnTo>
                <a:lnTo>
                  <a:pt x="85217" y="45097"/>
                </a:lnTo>
                <a:lnTo>
                  <a:pt x="86728" y="44373"/>
                </a:lnTo>
                <a:lnTo>
                  <a:pt x="87591" y="44373"/>
                </a:lnTo>
                <a:lnTo>
                  <a:pt x="92697" y="50952"/>
                </a:lnTo>
                <a:lnTo>
                  <a:pt x="92773" y="51130"/>
                </a:lnTo>
                <a:lnTo>
                  <a:pt x="93027" y="51650"/>
                </a:lnTo>
                <a:lnTo>
                  <a:pt x="93129" y="51866"/>
                </a:lnTo>
                <a:lnTo>
                  <a:pt x="93573" y="51866"/>
                </a:lnTo>
                <a:lnTo>
                  <a:pt x="93662" y="51650"/>
                </a:lnTo>
                <a:lnTo>
                  <a:pt x="93738" y="50825"/>
                </a:lnTo>
                <a:close/>
              </a:path>
              <a:path w="295910" h="76834">
                <a:moveTo>
                  <a:pt x="93903" y="58762"/>
                </a:moveTo>
                <a:lnTo>
                  <a:pt x="91909" y="58762"/>
                </a:lnTo>
                <a:lnTo>
                  <a:pt x="92417" y="57467"/>
                </a:lnTo>
                <a:lnTo>
                  <a:pt x="90093" y="57467"/>
                </a:lnTo>
                <a:lnTo>
                  <a:pt x="90195" y="57213"/>
                </a:lnTo>
                <a:lnTo>
                  <a:pt x="89865" y="57213"/>
                </a:lnTo>
                <a:lnTo>
                  <a:pt x="89865" y="58102"/>
                </a:lnTo>
                <a:lnTo>
                  <a:pt x="89433" y="59182"/>
                </a:lnTo>
                <a:lnTo>
                  <a:pt x="89344" y="59410"/>
                </a:lnTo>
                <a:lnTo>
                  <a:pt x="85001" y="59410"/>
                </a:lnTo>
                <a:lnTo>
                  <a:pt x="86004" y="59804"/>
                </a:lnTo>
                <a:lnTo>
                  <a:pt x="87706" y="59804"/>
                </a:lnTo>
                <a:lnTo>
                  <a:pt x="86918" y="59944"/>
                </a:lnTo>
                <a:lnTo>
                  <a:pt x="86004" y="59804"/>
                </a:lnTo>
                <a:lnTo>
                  <a:pt x="84416" y="59182"/>
                </a:lnTo>
                <a:lnTo>
                  <a:pt x="84366" y="58470"/>
                </a:lnTo>
                <a:lnTo>
                  <a:pt x="84759" y="57467"/>
                </a:lnTo>
                <a:lnTo>
                  <a:pt x="85204" y="57035"/>
                </a:lnTo>
                <a:lnTo>
                  <a:pt x="86258" y="56667"/>
                </a:lnTo>
                <a:lnTo>
                  <a:pt x="87249" y="56667"/>
                </a:lnTo>
                <a:lnTo>
                  <a:pt x="88036" y="57035"/>
                </a:lnTo>
                <a:lnTo>
                  <a:pt x="89865" y="58102"/>
                </a:lnTo>
                <a:lnTo>
                  <a:pt x="89865" y="57213"/>
                </a:lnTo>
                <a:lnTo>
                  <a:pt x="89509" y="57213"/>
                </a:lnTo>
                <a:lnTo>
                  <a:pt x="89217" y="56667"/>
                </a:lnTo>
                <a:lnTo>
                  <a:pt x="88696" y="55676"/>
                </a:lnTo>
                <a:lnTo>
                  <a:pt x="88150" y="55143"/>
                </a:lnTo>
                <a:lnTo>
                  <a:pt x="87452" y="54864"/>
                </a:lnTo>
                <a:lnTo>
                  <a:pt x="86017" y="54457"/>
                </a:lnTo>
                <a:lnTo>
                  <a:pt x="84709" y="54305"/>
                </a:lnTo>
                <a:lnTo>
                  <a:pt x="83807" y="54864"/>
                </a:lnTo>
                <a:lnTo>
                  <a:pt x="83096" y="56667"/>
                </a:lnTo>
                <a:lnTo>
                  <a:pt x="83185" y="58102"/>
                </a:lnTo>
                <a:lnTo>
                  <a:pt x="83972" y="60490"/>
                </a:lnTo>
                <a:lnTo>
                  <a:pt x="84696" y="61417"/>
                </a:lnTo>
                <a:lnTo>
                  <a:pt x="85928" y="61899"/>
                </a:lnTo>
                <a:lnTo>
                  <a:pt x="88226" y="61899"/>
                </a:lnTo>
                <a:lnTo>
                  <a:pt x="87007" y="64935"/>
                </a:lnTo>
                <a:lnTo>
                  <a:pt x="87083" y="66294"/>
                </a:lnTo>
                <a:lnTo>
                  <a:pt x="87236" y="66573"/>
                </a:lnTo>
                <a:lnTo>
                  <a:pt x="87807" y="67424"/>
                </a:lnTo>
                <a:lnTo>
                  <a:pt x="88201" y="67881"/>
                </a:lnTo>
                <a:lnTo>
                  <a:pt x="88493" y="67881"/>
                </a:lnTo>
                <a:lnTo>
                  <a:pt x="91160" y="60909"/>
                </a:lnTo>
                <a:lnTo>
                  <a:pt x="91694" y="60744"/>
                </a:lnTo>
                <a:lnTo>
                  <a:pt x="93205" y="60744"/>
                </a:lnTo>
                <a:lnTo>
                  <a:pt x="93484" y="59944"/>
                </a:lnTo>
                <a:lnTo>
                  <a:pt x="93903" y="58762"/>
                </a:lnTo>
                <a:close/>
              </a:path>
              <a:path w="295910" h="76834">
                <a:moveTo>
                  <a:pt x="108762" y="57810"/>
                </a:moveTo>
                <a:lnTo>
                  <a:pt x="95999" y="53403"/>
                </a:lnTo>
                <a:lnTo>
                  <a:pt x="89941" y="50952"/>
                </a:lnTo>
                <a:lnTo>
                  <a:pt x="92697" y="50952"/>
                </a:lnTo>
                <a:lnTo>
                  <a:pt x="89827" y="50914"/>
                </a:lnTo>
                <a:lnTo>
                  <a:pt x="85496" y="49199"/>
                </a:lnTo>
                <a:lnTo>
                  <a:pt x="80251" y="46951"/>
                </a:lnTo>
                <a:lnTo>
                  <a:pt x="74663" y="44411"/>
                </a:lnTo>
                <a:lnTo>
                  <a:pt x="64566" y="39585"/>
                </a:lnTo>
                <a:lnTo>
                  <a:pt x="63715" y="41313"/>
                </a:lnTo>
                <a:lnTo>
                  <a:pt x="67335" y="43078"/>
                </a:lnTo>
                <a:lnTo>
                  <a:pt x="66573" y="44627"/>
                </a:lnTo>
                <a:lnTo>
                  <a:pt x="63512" y="43878"/>
                </a:lnTo>
                <a:lnTo>
                  <a:pt x="63131" y="43865"/>
                </a:lnTo>
                <a:lnTo>
                  <a:pt x="62763" y="43903"/>
                </a:lnTo>
                <a:lnTo>
                  <a:pt x="62420" y="44081"/>
                </a:lnTo>
                <a:lnTo>
                  <a:pt x="62369" y="44411"/>
                </a:lnTo>
                <a:lnTo>
                  <a:pt x="62420" y="44754"/>
                </a:lnTo>
                <a:lnTo>
                  <a:pt x="62852" y="46342"/>
                </a:lnTo>
                <a:lnTo>
                  <a:pt x="62992" y="46583"/>
                </a:lnTo>
                <a:lnTo>
                  <a:pt x="63157" y="46647"/>
                </a:lnTo>
                <a:lnTo>
                  <a:pt x="66878" y="46990"/>
                </a:lnTo>
                <a:lnTo>
                  <a:pt x="67589" y="47231"/>
                </a:lnTo>
                <a:lnTo>
                  <a:pt x="68567" y="47713"/>
                </a:lnTo>
                <a:lnTo>
                  <a:pt x="68859" y="48221"/>
                </a:lnTo>
                <a:lnTo>
                  <a:pt x="68897" y="48729"/>
                </a:lnTo>
                <a:lnTo>
                  <a:pt x="68414" y="49720"/>
                </a:lnTo>
                <a:lnTo>
                  <a:pt x="65341" y="51371"/>
                </a:lnTo>
                <a:lnTo>
                  <a:pt x="65151" y="51117"/>
                </a:lnTo>
                <a:lnTo>
                  <a:pt x="64935" y="50749"/>
                </a:lnTo>
                <a:lnTo>
                  <a:pt x="64427" y="49733"/>
                </a:lnTo>
                <a:lnTo>
                  <a:pt x="64058" y="49364"/>
                </a:lnTo>
                <a:lnTo>
                  <a:pt x="63119" y="48907"/>
                </a:lnTo>
                <a:lnTo>
                  <a:pt x="62649" y="48856"/>
                </a:lnTo>
                <a:lnTo>
                  <a:pt x="61734" y="49136"/>
                </a:lnTo>
                <a:lnTo>
                  <a:pt x="61379" y="49466"/>
                </a:lnTo>
                <a:lnTo>
                  <a:pt x="61010" y="50317"/>
                </a:lnTo>
                <a:lnTo>
                  <a:pt x="60947" y="50634"/>
                </a:lnTo>
                <a:lnTo>
                  <a:pt x="60960" y="51968"/>
                </a:lnTo>
                <a:lnTo>
                  <a:pt x="61480" y="52743"/>
                </a:lnTo>
                <a:lnTo>
                  <a:pt x="62484" y="53238"/>
                </a:lnTo>
                <a:lnTo>
                  <a:pt x="63182" y="53530"/>
                </a:lnTo>
                <a:lnTo>
                  <a:pt x="63919" y="53721"/>
                </a:lnTo>
                <a:lnTo>
                  <a:pt x="64096" y="53809"/>
                </a:lnTo>
                <a:lnTo>
                  <a:pt x="64223" y="53987"/>
                </a:lnTo>
                <a:lnTo>
                  <a:pt x="64782" y="56476"/>
                </a:lnTo>
                <a:lnTo>
                  <a:pt x="65036" y="57353"/>
                </a:lnTo>
                <a:lnTo>
                  <a:pt x="65328" y="58077"/>
                </a:lnTo>
                <a:lnTo>
                  <a:pt x="65671" y="58458"/>
                </a:lnTo>
                <a:lnTo>
                  <a:pt x="66624" y="58928"/>
                </a:lnTo>
                <a:lnTo>
                  <a:pt x="67017" y="58686"/>
                </a:lnTo>
                <a:lnTo>
                  <a:pt x="67373" y="57975"/>
                </a:lnTo>
                <a:lnTo>
                  <a:pt x="67411" y="57772"/>
                </a:lnTo>
                <a:lnTo>
                  <a:pt x="67259" y="57391"/>
                </a:lnTo>
                <a:lnTo>
                  <a:pt x="66027" y="55410"/>
                </a:lnTo>
                <a:lnTo>
                  <a:pt x="65532" y="54394"/>
                </a:lnTo>
                <a:lnTo>
                  <a:pt x="65417" y="53759"/>
                </a:lnTo>
                <a:lnTo>
                  <a:pt x="67754" y="53530"/>
                </a:lnTo>
                <a:lnTo>
                  <a:pt x="69253" y="52717"/>
                </a:lnTo>
                <a:lnTo>
                  <a:pt x="70307" y="50558"/>
                </a:lnTo>
                <a:lnTo>
                  <a:pt x="70345" y="49593"/>
                </a:lnTo>
                <a:lnTo>
                  <a:pt x="69735" y="47244"/>
                </a:lnTo>
                <a:lnTo>
                  <a:pt x="69265" y="46329"/>
                </a:lnTo>
                <a:lnTo>
                  <a:pt x="68592" y="45656"/>
                </a:lnTo>
                <a:lnTo>
                  <a:pt x="69405" y="44043"/>
                </a:lnTo>
                <a:lnTo>
                  <a:pt x="73952" y="46266"/>
                </a:lnTo>
                <a:lnTo>
                  <a:pt x="75666" y="46990"/>
                </a:lnTo>
                <a:lnTo>
                  <a:pt x="70586" y="58280"/>
                </a:lnTo>
                <a:lnTo>
                  <a:pt x="70510" y="58572"/>
                </a:lnTo>
                <a:lnTo>
                  <a:pt x="70510" y="58775"/>
                </a:lnTo>
                <a:lnTo>
                  <a:pt x="71386" y="60617"/>
                </a:lnTo>
                <a:lnTo>
                  <a:pt x="71615" y="61023"/>
                </a:lnTo>
                <a:lnTo>
                  <a:pt x="71831" y="60896"/>
                </a:lnTo>
                <a:lnTo>
                  <a:pt x="77622" y="47853"/>
                </a:lnTo>
                <a:lnTo>
                  <a:pt x="79476" y="48704"/>
                </a:lnTo>
                <a:lnTo>
                  <a:pt x="81127" y="49403"/>
                </a:lnTo>
                <a:lnTo>
                  <a:pt x="76073" y="61239"/>
                </a:lnTo>
                <a:lnTo>
                  <a:pt x="76047" y="61887"/>
                </a:lnTo>
                <a:lnTo>
                  <a:pt x="76593" y="62992"/>
                </a:lnTo>
                <a:lnTo>
                  <a:pt x="76923" y="63423"/>
                </a:lnTo>
                <a:lnTo>
                  <a:pt x="77419" y="63423"/>
                </a:lnTo>
                <a:lnTo>
                  <a:pt x="82981" y="50215"/>
                </a:lnTo>
                <a:lnTo>
                  <a:pt x="84569" y="50901"/>
                </a:lnTo>
                <a:lnTo>
                  <a:pt x="91592" y="53670"/>
                </a:lnTo>
                <a:lnTo>
                  <a:pt x="90258" y="57035"/>
                </a:lnTo>
                <a:lnTo>
                  <a:pt x="90195" y="57213"/>
                </a:lnTo>
                <a:lnTo>
                  <a:pt x="92519" y="57213"/>
                </a:lnTo>
                <a:lnTo>
                  <a:pt x="93599" y="54457"/>
                </a:lnTo>
                <a:lnTo>
                  <a:pt x="95173" y="55092"/>
                </a:lnTo>
                <a:lnTo>
                  <a:pt x="104254" y="58293"/>
                </a:lnTo>
                <a:lnTo>
                  <a:pt x="103073" y="61709"/>
                </a:lnTo>
                <a:lnTo>
                  <a:pt x="99529" y="60426"/>
                </a:lnTo>
                <a:lnTo>
                  <a:pt x="97472" y="59766"/>
                </a:lnTo>
                <a:lnTo>
                  <a:pt x="96621" y="59766"/>
                </a:lnTo>
                <a:lnTo>
                  <a:pt x="95694" y="59982"/>
                </a:lnTo>
                <a:lnTo>
                  <a:pt x="94665" y="60350"/>
                </a:lnTo>
                <a:lnTo>
                  <a:pt x="94005" y="61010"/>
                </a:lnTo>
                <a:lnTo>
                  <a:pt x="93306" y="63144"/>
                </a:lnTo>
                <a:lnTo>
                  <a:pt x="93306" y="64338"/>
                </a:lnTo>
                <a:lnTo>
                  <a:pt x="96456" y="70954"/>
                </a:lnTo>
                <a:lnTo>
                  <a:pt x="96824" y="70751"/>
                </a:lnTo>
                <a:lnTo>
                  <a:pt x="96875" y="70104"/>
                </a:lnTo>
                <a:lnTo>
                  <a:pt x="96342" y="68973"/>
                </a:lnTo>
                <a:lnTo>
                  <a:pt x="96062" y="68580"/>
                </a:lnTo>
                <a:lnTo>
                  <a:pt x="94792" y="66408"/>
                </a:lnTo>
                <a:lnTo>
                  <a:pt x="94703" y="65379"/>
                </a:lnTo>
                <a:lnTo>
                  <a:pt x="95694" y="62611"/>
                </a:lnTo>
                <a:lnTo>
                  <a:pt x="96989" y="61988"/>
                </a:lnTo>
                <a:lnTo>
                  <a:pt x="98996" y="62382"/>
                </a:lnTo>
                <a:lnTo>
                  <a:pt x="102501" y="63601"/>
                </a:lnTo>
                <a:lnTo>
                  <a:pt x="100279" y="69786"/>
                </a:lnTo>
                <a:lnTo>
                  <a:pt x="100228" y="70142"/>
                </a:lnTo>
                <a:lnTo>
                  <a:pt x="100241" y="70446"/>
                </a:lnTo>
                <a:lnTo>
                  <a:pt x="100342" y="70650"/>
                </a:lnTo>
                <a:lnTo>
                  <a:pt x="101676" y="72707"/>
                </a:lnTo>
                <a:lnTo>
                  <a:pt x="101904" y="72466"/>
                </a:lnTo>
                <a:lnTo>
                  <a:pt x="106413" y="59016"/>
                </a:lnTo>
                <a:lnTo>
                  <a:pt x="108140" y="59639"/>
                </a:lnTo>
                <a:lnTo>
                  <a:pt x="108762" y="57810"/>
                </a:lnTo>
                <a:close/>
              </a:path>
              <a:path w="295910" h="76834">
                <a:moveTo>
                  <a:pt x="111569" y="68999"/>
                </a:moveTo>
                <a:lnTo>
                  <a:pt x="111353" y="68503"/>
                </a:lnTo>
                <a:lnTo>
                  <a:pt x="111099" y="68084"/>
                </a:lnTo>
                <a:lnTo>
                  <a:pt x="109804" y="68084"/>
                </a:lnTo>
                <a:lnTo>
                  <a:pt x="108546" y="68999"/>
                </a:lnTo>
                <a:lnTo>
                  <a:pt x="111569" y="68999"/>
                </a:lnTo>
                <a:close/>
              </a:path>
              <a:path w="295910" h="76834">
                <a:moveTo>
                  <a:pt x="111861" y="70497"/>
                </a:moveTo>
                <a:lnTo>
                  <a:pt x="108839" y="70497"/>
                </a:lnTo>
                <a:lnTo>
                  <a:pt x="109169" y="71285"/>
                </a:lnTo>
                <a:lnTo>
                  <a:pt x="110705" y="71285"/>
                </a:lnTo>
                <a:lnTo>
                  <a:pt x="111861" y="70497"/>
                </a:lnTo>
                <a:close/>
              </a:path>
              <a:path w="295910" h="76834">
                <a:moveTo>
                  <a:pt x="112039" y="70065"/>
                </a:moveTo>
                <a:lnTo>
                  <a:pt x="111747" y="69418"/>
                </a:lnTo>
                <a:lnTo>
                  <a:pt x="108407" y="69418"/>
                </a:lnTo>
                <a:lnTo>
                  <a:pt x="108673" y="70065"/>
                </a:lnTo>
                <a:lnTo>
                  <a:pt x="112039" y="70065"/>
                </a:lnTo>
                <a:close/>
              </a:path>
              <a:path w="295910" h="76834">
                <a:moveTo>
                  <a:pt x="113741" y="64427"/>
                </a:moveTo>
                <a:lnTo>
                  <a:pt x="110705" y="64427"/>
                </a:lnTo>
                <a:lnTo>
                  <a:pt x="111023" y="65201"/>
                </a:lnTo>
                <a:lnTo>
                  <a:pt x="112560" y="65201"/>
                </a:lnTo>
                <a:lnTo>
                  <a:pt x="113741" y="64427"/>
                </a:lnTo>
                <a:close/>
              </a:path>
              <a:path w="295910" h="76834">
                <a:moveTo>
                  <a:pt x="113893" y="63982"/>
                </a:moveTo>
                <a:lnTo>
                  <a:pt x="113258" y="62458"/>
                </a:lnTo>
                <a:lnTo>
                  <a:pt x="112788" y="61645"/>
                </a:lnTo>
                <a:lnTo>
                  <a:pt x="111988" y="61645"/>
                </a:lnTo>
                <a:lnTo>
                  <a:pt x="111506" y="61963"/>
                </a:lnTo>
                <a:lnTo>
                  <a:pt x="110401" y="62915"/>
                </a:lnTo>
                <a:lnTo>
                  <a:pt x="110274" y="63347"/>
                </a:lnTo>
                <a:lnTo>
                  <a:pt x="110528" y="63982"/>
                </a:lnTo>
                <a:lnTo>
                  <a:pt x="113893" y="63982"/>
                </a:lnTo>
                <a:close/>
              </a:path>
              <a:path w="295910" h="76834">
                <a:moveTo>
                  <a:pt x="203073" y="61569"/>
                </a:moveTo>
                <a:lnTo>
                  <a:pt x="202171" y="59258"/>
                </a:lnTo>
                <a:lnTo>
                  <a:pt x="202057" y="58966"/>
                </a:lnTo>
                <a:lnTo>
                  <a:pt x="201980" y="58775"/>
                </a:lnTo>
                <a:lnTo>
                  <a:pt x="201879" y="58496"/>
                </a:lnTo>
                <a:lnTo>
                  <a:pt x="201803" y="58775"/>
                </a:lnTo>
                <a:lnTo>
                  <a:pt x="201726" y="59258"/>
                </a:lnTo>
                <a:lnTo>
                  <a:pt x="201358" y="60020"/>
                </a:lnTo>
                <a:lnTo>
                  <a:pt x="200113" y="61569"/>
                </a:lnTo>
                <a:lnTo>
                  <a:pt x="199288" y="62230"/>
                </a:lnTo>
                <a:lnTo>
                  <a:pt x="197878" y="62941"/>
                </a:lnTo>
                <a:lnTo>
                  <a:pt x="196888" y="63334"/>
                </a:lnTo>
                <a:lnTo>
                  <a:pt x="196240" y="63080"/>
                </a:lnTo>
                <a:lnTo>
                  <a:pt x="195668" y="61569"/>
                </a:lnTo>
                <a:lnTo>
                  <a:pt x="195719" y="60718"/>
                </a:lnTo>
                <a:lnTo>
                  <a:pt x="196545" y="59601"/>
                </a:lnTo>
                <a:lnTo>
                  <a:pt x="197053" y="59258"/>
                </a:lnTo>
                <a:lnTo>
                  <a:pt x="198145" y="58775"/>
                </a:lnTo>
                <a:lnTo>
                  <a:pt x="198285" y="58775"/>
                </a:lnTo>
                <a:lnTo>
                  <a:pt x="198577" y="58496"/>
                </a:lnTo>
                <a:lnTo>
                  <a:pt x="198488" y="57975"/>
                </a:lnTo>
                <a:lnTo>
                  <a:pt x="197980" y="57696"/>
                </a:lnTo>
                <a:lnTo>
                  <a:pt x="197142" y="57289"/>
                </a:lnTo>
                <a:lnTo>
                  <a:pt x="196481" y="57289"/>
                </a:lnTo>
                <a:lnTo>
                  <a:pt x="195503" y="57696"/>
                </a:lnTo>
                <a:lnTo>
                  <a:pt x="195084" y="57975"/>
                </a:lnTo>
                <a:lnTo>
                  <a:pt x="194513" y="58483"/>
                </a:lnTo>
                <a:lnTo>
                  <a:pt x="193827" y="58267"/>
                </a:lnTo>
                <a:lnTo>
                  <a:pt x="193675" y="58267"/>
                </a:lnTo>
                <a:lnTo>
                  <a:pt x="192963" y="57696"/>
                </a:lnTo>
                <a:lnTo>
                  <a:pt x="192671" y="56972"/>
                </a:lnTo>
                <a:lnTo>
                  <a:pt x="192595" y="56616"/>
                </a:lnTo>
                <a:lnTo>
                  <a:pt x="192468" y="56134"/>
                </a:lnTo>
                <a:lnTo>
                  <a:pt x="192392" y="54927"/>
                </a:lnTo>
                <a:lnTo>
                  <a:pt x="192925" y="54737"/>
                </a:lnTo>
                <a:lnTo>
                  <a:pt x="191084" y="53390"/>
                </a:lnTo>
                <a:lnTo>
                  <a:pt x="188912" y="54241"/>
                </a:lnTo>
                <a:lnTo>
                  <a:pt x="177088" y="58318"/>
                </a:lnTo>
                <a:lnTo>
                  <a:pt x="177711" y="60147"/>
                </a:lnTo>
                <a:lnTo>
                  <a:pt x="185826" y="57365"/>
                </a:lnTo>
                <a:lnTo>
                  <a:pt x="187236" y="61468"/>
                </a:lnTo>
                <a:lnTo>
                  <a:pt x="186969" y="61468"/>
                </a:lnTo>
                <a:lnTo>
                  <a:pt x="184264" y="60883"/>
                </a:lnTo>
                <a:lnTo>
                  <a:pt x="183375" y="60883"/>
                </a:lnTo>
                <a:lnTo>
                  <a:pt x="181686" y="61468"/>
                </a:lnTo>
                <a:lnTo>
                  <a:pt x="180898" y="61950"/>
                </a:lnTo>
                <a:lnTo>
                  <a:pt x="187401" y="61950"/>
                </a:lnTo>
                <a:lnTo>
                  <a:pt x="187515" y="62344"/>
                </a:lnTo>
                <a:lnTo>
                  <a:pt x="187629" y="62725"/>
                </a:lnTo>
                <a:lnTo>
                  <a:pt x="187718" y="63030"/>
                </a:lnTo>
                <a:lnTo>
                  <a:pt x="187807" y="63944"/>
                </a:lnTo>
                <a:lnTo>
                  <a:pt x="187629" y="64262"/>
                </a:lnTo>
                <a:lnTo>
                  <a:pt x="187083" y="64909"/>
                </a:lnTo>
                <a:lnTo>
                  <a:pt x="186537" y="65443"/>
                </a:lnTo>
                <a:lnTo>
                  <a:pt x="185889" y="64947"/>
                </a:lnTo>
                <a:lnTo>
                  <a:pt x="185889" y="66040"/>
                </a:lnTo>
                <a:lnTo>
                  <a:pt x="185280" y="66535"/>
                </a:lnTo>
                <a:lnTo>
                  <a:pt x="184708" y="66852"/>
                </a:lnTo>
                <a:lnTo>
                  <a:pt x="183159" y="67386"/>
                </a:lnTo>
                <a:lnTo>
                  <a:pt x="182448" y="67183"/>
                </a:lnTo>
                <a:lnTo>
                  <a:pt x="182105" y="66535"/>
                </a:lnTo>
                <a:lnTo>
                  <a:pt x="181698" y="65443"/>
                </a:lnTo>
                <a:lnTo>
                  <a:pt x="181825" y="64909"/>
                </a:lnTo>
                <a:lnTo>
                  <a:pt x="181978" y="64427"/>
                </a:lnTo>
                <a:lnTo>
                  <a:pt x="182918" y="63487"/>
                </a:lnTo>
                <a:lnTo>
                  <a:pt x="184924" y="65125"/>
                </a:lnTo>
                <a:lnTo>
                  <a:pt x="185889" y="66040"/>
                </a:lnTo>
                <a:lnTo>
                  <a:pt x="185889" y="64947"/>
                </a:lnTo>
                <a:lnTo>
                  <a:pt x="184619" y="63944"/>
                </a:lnTo>
                <a:lnTo>
                  <a:pt x="184086" y="63487"/>
                </a:lnTo>
                <a:lnTo>
                  <a:pt x="183553" y="63030"/>
                </a:lnTo>
                <a:lnTo>
                  <a:pt x="183934" y="62725"/>
                </a:lnTo>
                <a:lnTo>
                  <a:pt x="184340" y="62522"/>
                </a:lnTo>
                <a:lnTo>
                  <a:pt x="184823" y="62344"/>
                </a:lnTo>
                <a:lnTo>
                  <a:pt x="180530" y="62344"/>
                </a:lnTo>
                <a:lnTo>
                  <a:pt x="179895" y="63030"/>
                </a:lnTo>
                <a:lnTo>
                  <a:pt x="179565" y="63487"/>
                </a:lnTo>
                <a:lnTo>
                  <a:pt x="179463" y="64427"/>
                </a:lnTo>
                <a:lnTo>
                  <a:pt x="180225" y="66535"/>
                </a:lnTo>
                <a:lnTo>
                  <a:pt x="180340" y="66852"/>
                </a:lnTo>
                <a:lnTo>
                  <a:pt x="181775" y="67995"/>
                </a:lnTo>
                <a:lnTo>
                  <a:pt x="184734" y="68745"/>
                </a:lnTo>
                <a:lnTo>
                  <a:pt x="185331" y="68745"/>
                </a:lnTo>
                <a:lnTo>
                  <a:pt x="188556" y="66535"/>
                </a:lnTo>
                <a:lnTo>
                  <a:pt x="189293" y="66852"/>
                </a:lnTo>
                <a:lnTo>
                  <a:pt x="188988" y="66852"/>
                </a:lnTo>
                <a:lnTo>
                  <a:pt x="189090" y="67183"/>
                </a:lnTo>
                <a:lnTo>
                  <a:pt x="189153" y="67386"/>
                </a:lnTo>
                <a:lnTo>
                  <a:pt x="189280" y="67767"/>
                </a:lnTo>
                <a:lnTo>
                  <a:pt x="189331" y="67995"/>
                </a:lnTo>
                <a:lnTo>
                  <a:pt x="190220" y="69583"/>
                </a:lnTo>
                <a:lnTo>
                  <a:pt x="189280" y="69926"/>
                </a:lnTo>
                <a:lnTo>
                  <a:pt x="188620" y="70408"/>
                </a:lnTo>
                <a:lnTo>
                  <a:pt x="188099" y="71081"/>
                </a:lnTo>
                <a:lnTo>
                  <a:pt x="187820" y="71386"/>
                </a:lnTo>
                <a:lnTo>
                  <a:pt x="187731" y="71653"/>
                </a:lnTo>
                <a:lnTo>
                  <a:pt x="187858" y="72047"/>
                </a:lnTo>
                <a:lnTo>
                  <a:pt x="188595" y="72275"/>
                </a:lnTo>
                <a:lnTo>
                  <a:pt x="190004" y="72605"/>
                </a:lnTo>
                <a:lnTo>
                  <a:pt x="190220" y="72478"/>
                </a:lnTo>
                <a:lnTo>
                  <a:pt x="190487" y="72237"/>
                </a:lnTo>
                <a:lnTo>
                  <a:pt x="191312" y="71069"/>
                </a:lnTo>
                <a:lnTo>
                  <a:pt x="191833" y="70573"/>
                </a:lnTo>
                <a:lnTo>
                  <a:pt x="192405" y="70358"/>
                </a:lnTo>
                <a:lnTo>
                  <a:pt x="193065" y="70116"/>
                </a:lnTo>
                <a:lnTo>
                  <a:pt x="193624" y="70256"/>
                </a:lnTo>
                <a:lnTo>
                  <a:pt x="193941" y="70840"/>
                </a:lnTo>
                <a:lnTo>
                  <a:pt x="194208" y="71640"/>
                </a:lnTo>
                <a:lnTo>
                  <a:pt x="194030" y="72428"/>
                </a:lnTo>
                <a:lnTo>
                  <a:pt x="192836" y="73799"/>
                </a:lnTo>
                <a:lnTo>
                  <a:pt x="192163" y="74269"/>
                </a:lnTo>
                <a:lnTo>
                  <a:pt x="189611" y="75209"/>
                </a:lnTo>
                <a:lnTo>
                  <a:pt x="187794" y="75133"/>
                </a:lnTo>
                <a:lnTo>
                  <a:pt x="185902" y="74295"/>
                </a:lnTo>
                <a:lnTo>
                  <a:pt x="185178" y="73926"/>
                </a:lnTo>
                <a:lnTo>
                  <a:pt x="183565" y="72910"/>
                </a:lnTo>
                <a:lnTo>
                  <a:pt x="183261" y="72745"/>
                </a:lnTo>
                <a:lnTo>
                  <a:pt x="182994" y="72720"/>
                </a:lnTo>
                <a:lnTo>
                  <a:pt x="182460" y="72936"/>
                </a:lnTo>
                <a:lnTo>
                  <a:pt x="182359" y="73101"/>
                </a:lnTo>
                <a:lnTo>
                  <a:pt x="182448" y="73317"/>
                </a:lnTo>
                <a:lnTo>
                  <a:pt x="182867" y="74053"/>
                </a:lnTo>
                <a:lnTo>
                  <a:pt x="184213" y="74764"/>
                </a:lnTo>
                <a:lnTo>
                  <a:pt x="189293" y="76301"/>
                </a:lnTo>
                <a:lnTo>
                  <a:pt x="191465" y="76441"/>
                </a:lnTo>
                <a:lnTo>
                  <a:pt x="193065" y="75869"/>
                </a:lnTo>
                <a:lnTo>
                  <a:pt x="194183" y="75425"/>
                </a:lnTo>
                <a:lnTo>
                  <a:pt x="195008" y="74866"/>
                </a:lnTo>
                <a:lnTo>
                  <a:pt x="195503" y="74206"/>
                </a:lnTo>
                <a:lnTo>
                  <a:pt x="196265" y="73355"/>
                </a:lnTo>
                <a:lnTo>
                  <a:pt x="196456" y="72440"/>
                </a:lnTo>
                <a:lnTo>
                  <a:pt x="196088" y="71551"/>
                </a:lnTo>
                <a:lnTo>
                  <a:pt x="195630" y="70408"/>
                </a:lnTo>
                <a:lnTo>
                  <a:pt x="194779" y="69710"/>
                </a:lnTo>
                <a:lnTo>
                  <a:pt x="192405" y="69138"/>
                </a:lnTo>
                <a:lnTo>
                  <a:pt x="192201" y="69151"/>
                </a:lnTo>
                <a:lnTo>
                  <a:pt x="191592" y="67386"/>
                </a:lnTo>
                <a:lnTo>
                  <a:pt x="191528" y="67183"/>
                </a:lnTo>
                <a:lnTo>
                  <a:pt x="191401" y="66852"/>
                </a:lnTo>
                <a:lnTo>
                  <a:pt x="191300" y="66535"/>
                </a:lnTo>
                <a:lnTo>
                  <a:pt x="190919" y="65443"/>
                </a:lnTo>
                <a:lnTo>
                  <a:pt x="189534" y="61468"/>
                </a:lnTo>
                <a:lnTo>
                  <a:pt x="188099" y="57365"/>
                </a:lnTo>
                <a:lnTo>
                  <a:pt x="187858" y="56667"/>
                </a:lnTo>
                <a:lnTo>
                  <a:pt x="189623" y="56070"/>
                </a:lnTo>
                <a:lnTo>
                  <a:pt x="190195" y="56134"/>
                </a:lnTo>
                <a:lnTo>
                  <a:pt x="192595" y="58775"/>
                </a:lnTo>
                <a:lnTo>
                  <a:pt x="193103" y="58775"/>
                </a:lnTo>
                <a:lnTo>
                  <a:pt x="193548" y="58966"/>
                </a:lnTo>
                <a:lnTo>
                  <a:pt x="193954" y="59258"/>
                </a:lnTo>
                <a:lnTo>
                  <a:pt x="193662" y="60020"/>
                </a:lnTo>
                <a:lnTo>
                  <a:pt x="193548" y="60299"/>
                </a:lnTo>
                <a:lnTo>
                  <a:pt x="193522" y="61112"/>
                </a:lnTo>
                <a:lnTo>
                  <a:pt x="197612" y="64300"/>
                </a:lnTo>
                <a:lnTo>
                  <a:pt x="199263" y="64300"/>
                </a:lnTo>
                <a:lnTo>
                  <a:pt x="200647" y="63741"/>
                </a:lnTo>
                <a:lnTo>
                  <a:pt x="201206" y="63334"/>
                </a:lnTo>
                <a:lnTo>
                  <a:pt x="201866" y="62623"/>
                </a:lnTo>
                <a:lnTo>
                  <a:pt x="202463" y="62014"/>
                </a:lnTo>
                <a:lnTo>
                  <a:pt x="202869" y="61569"/>
                </a:lnTo>
                <a:lnTo>
                  <a:pt x="203073" y="61569"/>
                </a:lnTo>
                <a:close/>
              </a:path>
              <a:path w="295910" h="76834">
                <a:moveTo>
                  <a:pt x="206743" y="45707"/>
                </a:moveTo>
                <a:lnTo>
                  <a:pt x="206578" y="45377"/>
                </a:lnTo>
                <a:lnTo>
                  <a:pt x="206146" y="45046"/>
                </a:lnTo>
                <a:lnTo>
                  <a:pt x="205435" y="44716"/>
                </a:lnTo>
                <a:lnTo>
                  <a:pt x="201739" y="43002"/>
                </a:lnTo>
                <a:lnTo>
                  <a:pt x="198983" y="41719"/>
                </a:lnTo>
                <a:lnTo>
                  <a:pt x="196456" y="41617"/>
                </a:lnTo>
                <a:lnTo>
                  <a:pt x="193497" y="43027"/>
                </a:lnTo>
                <a:lnTo>
                  <a:pt x="193230" y="43319"/>
                </a:lnTo>
                <a:lnTo>
                  <a:pt x="193357" y="43611"/>
                </a:lnTo>
                <a:lnTo>
                  <a:pt x="196672" y="45389"/>
                </a:lnTo>
                <a:lnTo>
                  <a:pt x="197104" y="45389"/>
                </a:lnTo>
                <a:lnTo>
                  <a:pt x="197739" y="45034"/>
                </a:lnTo>
                <a:lnTo>
                  <a:pt x="198107" y="44729"/>
                </a:lnTo>
                <a:lnTo>
                  <a:pt x="198716" y="44386"/>
                </a:lnTo>
                <a:lnTo>
                  <a:pt x="199263" y="43980"/>
                </a:lnTo>
                <a:lnTo>
                  <a:pt x="199491" y="43903"/>
                </a:lnTo>
                <a:lnTo>
                  <a:pt x="199796" y="43840"/>
                </a:lnTo>
                <a:lnTo>
                  <a:pt x="200240" y="43789"/>
                </a:lnTo>
                <a:lnTo>
                  <a:pt x="200926" y="43840"/>
                </a:lnTo>
                <a:lnTo>
                  <a:pt x="201523" y="43980"/>
                </a:lnTo>
                <a:lnTo>
                  <a:pt x="205867" y="46164"/>
                </a:lnTo>
                <a:lnTo>
                  <a:pt x="206349" y="46253"/>
                </a:lnTo>
                <a:lnTo>
                  <a:pt x="206641" y="46139"/>
                </a:lnTo>
                <a:lnTo>
                  <a:pt x="206743" y="45707"/>
                </a:lnTo>
                <a:close/>
              </a:path>
              <a:path w="295910" h="76834">
                <a:moveTo>
                  <a:pt x="217335" y="63601"/>
                </a:moveTo>
                <a:lnTo>
                  <a:pt x="217182" y="63601"/>
                </a:lnTo>
                <a:lnTo>
                  <a:pt x="217233" y="63042"/>
                </a:lnTo>
                <a:lnTo>
                  <a:pt x="217055" y="62534"/>
                </a:lnTo>
                <a:lnTo>
                  <a:pt x="216877" y="62115"/>
                </a:lnTo>
                <a:lnTo>
                  <a:pt x="216115" y="61531"/>
                </a:lnTo>
                <a:lnTo>
                  <a:pt x="213766" y="60337"/>
                </a:lnTo>
                <a:lnTo>
                  <a:pt x="213080" y="59982"/>
                </a:lnTo>
                <a:lnTo>
                  <a:pt x="212458" y="59461"/>
                </a:lnTo>
                <a:lnTo>
                  <a:pt x="212623" y="59461"/>
                </a:lnTo>
                <a:lnTo>
                  <a:pt x="212737" y="58966"/>
                </a:lnTo>
                <a:lnTo>
                  <a:pt x="212813" y="58813"/>
                </a:lnTo>
                <a:lnTo>
                  <a:pt x="212890" y="57162"/>
                </a:lnTo>
                <a:lnTo>
                  <a:pt x="212623" y="56705"/>
                </a:lnTo>
                <a:lnTo>
                  <a:pt x="212166" y="56311"/>
                </a:lnTo>
                <a:lnTo>
                  <a:pt x="211696" y="56146"/>
                </a:lnTo>
                <a:lnTo>
                  <a:pt x="211696" y="60337"/>
                </a:lnTo>
                <a:lnTo>
                  <a:pt x="211442" y="60515"/>
                </a:lnTo>
                <a:lnTo>
                  <a:pt x="210146" y="60337"/>
                </a:lnTo>
                <a:lnTo>
                  <a:pt x="211696" y="60337"/>
                </a:lnTo>
                <a:lnTo>
                  <a:pt x="211696" y="56146"/>
                </a:lnTo>
                <a:lnTo>
                  <a:pt x="210832" y="55829"/>
                </a:lnTo>
                <a:lnTo>
                  <a:pt x="210235" y="55829"/>
                </a:lnTo>
                <a:lnTo>
                  <a:pt x="209715" y="56045"/>
                </a:lnTo>
                <a:lnTo>
                  <a:pt x="208699" y="56705"/>
                </a:lnTo>
                <a:lnTo>
                  <a:pt x="208610" y="56934"/>
                </a:lnTo>
                <a:lnTo>
                  <a:pt x="208521" y="57162"/>
                </a:lnTo>
                <a:lnTo>
                  <a:pt x="208394" y="57480"/>
                </a:lnTo>
                <a:lnTo>
                  <a:pt x="209080" y="58813"/>
                </a:lnTo>
                <a:lnTo>
                  <a:pt x="209092" y="59461"/>
                </a:lnTo>
                <a:lnTo>
                  <a:pt x="209283" y="59461"/>
                </a:lnTo>
                <a:lnTo>
                  <a:pt x="208661" y="59982"/>
                </a:lnTo>
                <a:lnTo>
                  <a:pt x="207314" y="60706"/>
                </a:lnTo>
                <a:lnTo>
                  <a:pt x="207073" y="60706"/>
                </a:lnTo>
                <a:lnTo>
                  <a:pt x="206044" y="60337"/>
                </a:lnTo>
                <a:lnTo>
                  <a:pt x="205295" y="59982"/>
                </a:lnTo>
                <a:lnTo>
                  <a:pt x="204787" y="59461"/>
                </a:lnTo>
                <a:lnTo>
                  <a:pt x="204825" y="55702"/>
                </a:lnTo>
                <a:lnTo>
                  <a:pt x="205790" y="54787"/>
                </a:lnTo>
                <a:lnTo>
                  <a:pt x="206565" y="54317"/>
                </a:lnTo>
                <a:lnTo>
                  <a:pt x="209651" y="53060"/>
                </a:lnTo>
                <a:lnTo>
                  <a:pt x="209867" y="53060"/>
                </a:lnTo>
                <a:lnTo>
                  <a:pt x="209778" y="51587"/>
                </a:lnTo>
                <a:lnTo>
                  <a:pt x="209550" y="51066"/>
                </a:lnTo>
                <a:lnTo>
                  <a:pt x="209308" y="50596"/>
                </a:lnTo>
                <a:lnTo>
                  <a:pt x="208661" y="49695"/>
                </a:lnTo>
                <a:lnTo>
                  <a:pt x="208368" y="49237"/>
                </a:lnTo>
                <a:lnTo>
                  <a:pt x="208165" y="48780"/>
                </a:lnTo>
                <a:lnTo>
                  <a:pt x="208140" y="48298"/>
                </a:lnTo>
                <a:lnTo>
                  <a:pt x="210705" y="47180"/>
                </a:lnTo>
                <a:lnTo>
                  <a:pt x="209931" y="45364"/>
                </a:lnTo>
                <a:lnTo>
                  <a:pt x="198704" y="50393"/>
                </a:lnTo>
                <a:lnTo>
                  <a:pt x="193535" y="52412"/>
                </a:lnTo>
                <a:lnTo>
                  <a:pt x="195414" y="53759"/>
                </a:lnTo>
                <a:lnTo>
                  <a:pt x="199288" y="52222"/>
                </a:lnTo>
                <a:lnTo>
                  <a:pt x="199415" y="52171"/>
                </a:lnTo>
                <a:lnTo>
                  <a:pt x="206006" y="49237"/>
                </a:lnTo>
                <a:lnTo>
                  <a:pt x="206324" y="49237"/>
                </a:lnTo>
                <a:lnTo>
                  <a:pt x="206883" y="50469"/>
                </a:lnTo>
                <a:lnTo>
                  <a:pt x="206933" y="50596"/>
                </a:lnTo>
                <a:lnTo>
                  <a:pt x="207048" y="52222"/>
                </a:lnTo>
                <a:lnTo>
                  <a:pt x="206895" y="52222"/>
                </a:lnTo>
                <a:lnTo>
                  <a:pt x="206679" y="52362"/>
                </a:lnTo>
                <a:lnTo>
                  <a:pt x="206006" y="52679"/>
                </a:lnTo>
                <a:lnTo>
                  <a:pt x="203657" y="53594"/>
                </a:lnTo>
                <a:lnTo>
                  <a:pt x="202819" y="54317"/>
                </a:lnTo>
                <a:lnTo>
                  <a:pt x="202044" y="55702"/>
                </a:lnTo>
                <a:lnTo>
                  <a:pt x="201980" y="55829"/>
                </a:lnTo>
                <a:lnTo>
                  <a:pt x="201853" y="56045"/>
                </a:lnTo>
                <a:lnTo>
                  <a:pt x="201841" y="57480"/>
                </a:lnTo>
                <a:lnTo>
                  <a:pt x="202323" y="58508"/>
                </a:lnTo>
                <a:lnTo>
                  <a:pt x="203200" y="59982"/>
                </a:lnTo>
                <a:lnTo>
                  <a:pt x="203352" y="59982"/>
                </a:lnTo>
                <a:lnTo>
                  <a:pt x="204292" y="60706"/>
                </a:lnTo>
                <a:lnTo>
                  <a:pt x="205905" y="61214"/>
                </a:lnTo>
                <a:lnTo>
                  <a:pt x="207835" y="61861"/>
                </a:lnTo>
                <a:lnTo>
                  <a:pt x="208927" y="61861"/>
                </a:lnTo>
                <a:lnTo>
                  <a:pt x="210515" y="61023"/>
                </a:lnTo>
                <a:lnTo>
                  <a:pt x="211188" y="60706"/>
                </a:lnTo>
                <a:lnTo>
                  <a:pt x="212420" y="60706"/>
                </a:lnTo>
                <a:lnTo>
                  <a:pt x="213499" y="61353"/>
                </a:lnTo>
                <a:lnTo>
                  <a:pt x="214185" y="61861"/>
                </a:lnTo>
                <a:lnTo>
                  <a:pt x="214274" y="62534"/>
                </a:lnTo>
                <a:lnTo>
                  <a:pt x="213982" y="63042"/>
                </a:lnTo>
                <a:lnTo>
                  <a:pt x="214071" y="63601"/>
                </a:lnTo>
                <a:lnTo>
                  <a:pt x="213588" y="63601"/>
                </a:lnTo>
                <a:lnTo>
                  <a:pt x="215036" y="64198"/>
                </a:lnTo>
                <a:lnTo>
                  <a:pt x="216687" y="64198"/>
                </a:lnTo>
                <a:lnTo>
                  <a:pt x="217335" y="63601"/>
                </a:lnTo>
                <a:close/>
              </a:path>
              <a:path w="295910" h="76834">
                <a:moveTo>
                  <a:pt x="217627" y="48437"/>
                </a:moveTo>
                <a:lnTo>
                  <a:pt x="214731" y="48437"/>
                </a:lnTo>
                <a:lnTo>
                  <a:pt x="215950" y="48996"/>
                </a:lnTo>
                <a:lnTo>
                  <a:pt x="217487" y="48996"/>
                </a:lnTo>
                <a:lnTo>
                  <a:pt x="217627" y="48437"/>
                </a:lnTo>
                <a:close/>
              </a:path>
              <a:path w="295910" h="76834">
                <a:moveTo>
                  <a:pt x="217817" y="46443"/>
                </a:moveTo>
                <a:lnTo>
                  <a:pt x="216369" y="45783"/>
                </a:lnTo>
                <a:lnTo>
                  <a:pt x="214884" y="45783"/>
                </a:lnTo>
                <a:lnTo>
                  <a:pt x="214718" y="46443"/>
                </a:lnTo>
                <a:lnTo>
                  <a:pt x="217817" y="46443"/>
                </a:lnTo>
                <a:close/>
              </a:path>
              <a:path w="295910" h="76834">
                <a:moveTo>
                  <a:pt x="218008" y="46875"/>
                </a:moveTo>
                <a:lnTo>
                  <a:pt x="214655" y="46875"/>
                </a:lnTo>
                <a:lnTo>
                  <a:pt x="214541" y="48044"/>
                </a:lnTo>
                <a:lnTo>
                  <a:pt x="217716" y="48044"/>
                </a:lnTo>
                <a:lnTo>
                  <a:pt x="218008" y="46875"/>
                </a:lnTo>
                <a:close/>
              </a:path>
              <a:path w="295910" h="76834">
                <a:moveTo>
                  <a:pt x="220459" y="54127"/>
                </a:moveTo>
                <a:lnTo>
                  <a:pt x="217512" y="54127"/>
                </a:lnTo>
                <a:lnTo>
                  <a:pt x="218833" y="54737"/>
                </a:lnTo>
                <a:lnTo>
                  <a:pt x="220306" y="54737"/>
                </a:lnTo>
                <a:lnTo>
                  <a:pt x="220459" y="54127"/>
                </a:lnTo>
                <a:close/>
              </a:path>
              <a:path w="295910" h="76834">
                <a:moveTo>
                  <a:pt x="220802" y="52527"/>
                </a:moveTo>
                <a:lnTo>
                  <a:pt x="217563" y="52527"/>
                </a:lnTo>
                <a:lnTo>
                  <a:pt x="217322" y="53759"/>
                </a:lnTo>
                <a:lnTo>
                  <a:pt x="220548" y="53759"/>
                </a:lnTo>
                <a:lnTo>
                  <a:pt x="220802" y="52527"/>
                </a:lnTo>
                <a:close/>
              </a:path>
              <a:path w="295910" h="76834">
                <a:moveTo>
                  <a:pt x="221043" y="52324"/>
                </a:moveTo>
                <a:lnTo>
                  <a:pt x="219735" y="51752"/>
                </a:lnTo>
                <a:lnTo>
                  <a:pt x="217601" y="52324"/>
                </a:lnTo>
                <a:lnTo>
                  <a:pt x="217563" y="52527"/>
                </a:lnTo>
                <a:lnTo>
                  <a:pt x="221043" y="52324"/>
                </a:lnTo>
                <a:close/>
              </a:path>
              <a:path w="295910" h="76834">
                <a:moveTo>
                  <a:pt x="295503" y="13779"/>
                </a:moveTo>
                <a:lnTo>
                  <a:pt x="295478" y="13423"/>
                </a:lnTo>
                <a:lnTo>
                  <a:pt x="295262" y="13208"/>
                </a:lnTo>
                <a:lnTo>
                  <a:pt x="294805" y="13055"/>
                </a:lnTo>
                <a:lnTo>
                  <a:pt x="294170" y="12979"/>
                </a:lnTo>
                <a:lnTo>
                  <a:pt x="290728" y="12611"/>
                </a:lnTo>
                <a:lnTo>
                  <a:pt x="288175" y="12319"/>
                </a:lnTo>
                <a:lnTo>
                  <a:pt x="286346" y="12877"/>
                </a:lnTo>
                <a:lnTo>
                  <a:pt x="285826" y="12230"/>
                </a:lnTo>
                <a:lnTo>
                  <a:pt x="284213" y="10350"/>
                </a:lnTo>
                <a:lnTo>
                  <a:pt x="279692" y="5080"/>
                </a:lnTo>
                <a:lnTo>
                  <a:pt x="279692" y="8686"/>
                </a:lnTo>
                <a:lnTo>
                  <a:pt x="275501" y="12230"/>
                </a:lnTo>
                <a:lnTo>
                  <a:pt x="273075" y="9359"/>
                </a:lnTo>
                <a:lnTo>
                  <a:pt x="271830" y="7899"/>
                </a:lnTo>
                <a:lnTo>
                  <a:pt x="276034" y="4330"/>
                </a:lnTo>
                <a:lnTo>
                  <a:pt x="279692" y="8686"/>
                </a:lnTo>
                <a:lnTo>
                  <a:pt x="279692" y="5080"/>
                </a:lnTo>
                <a:lnTo>
                  <a:pt x="279057" y="4330"/>
                </a:lnTo>
                <a:lnTo>
                  <a:pt x="277787" y="2857"/>
                </a:lnTo>
                <a:lnTo>
                  <a:pt x="279387" y="1498"/>
                </a:lnTo>
                <a:lnTo>
                  <a:pt x="278142" y="0"/>
                </a:lnTo>
                <a:lnTo>
                  <a:pt x="266903" y="9486"/>
                </a:lnTo>
                <a:lnTo>
                  <a:pt x="262051" y="13233"/>
                </a:lnTo>
                <a:lnTo>
                  <a:pt x="253326" y="19799"/>
                </a:lnTo>
                <a:lnTo>
                  <a:pt x="248272" y="23291"/>
                </a:lnTo>
                <a:lnTo>
                  <a:pt x="234670" y="32105"/>
                </a:lnTo>
                <a:lnTo>
                  <a:pt x="228244" y="35788"/>
                </a:lnTo>
                <a:lnTo>
                  <a:pt x="223634" y="38481"/>
                </a:lnTo>
                <a:lnTo>
                  <a:pt x="224561" y="40119"/>
                </a:lnTo>
                <a:lnTo>
                  <a:pt x="225501" y="39573"/>
                </a:lnTo>
                <a:lnTo>
                  <a:pt x="228003" y="43929"/>
                </a:lnTo>
                <a:lnTo>
                  <a:pt x="228155" y="44157"/>
                </a:lnTo>
                <a:lnTo>
                  <a:pt x="228460" y="44462"/>
                </a:lnTo>
                <a:lnTo>
                  <a:pt x="227939" y="44462"/>
                </a:lnTo>
                <a:lnTo>
                  <a:pt x="230327" y="45135"/>
                </a:lnTo>
                <a:lnTo>
                  <a:pt x="230670" y="45135"/>
                </a:lnTo>
                <a:lnTo>
                  <a:pt x="231813" y="45326"/>
                </a:lnTo>
                <a:lnTo>
                  <a:pt x="233286" y="45326"/>
                </a:lnTo>
                <a:lnTo>
                  <a:pt x="233870" y="45135"/>
                </a:lnTo>
                <a:lnTo>
                  <a:pt x="235178" y="44462"/>
                </a:lnTo>
                <a:lnTo>
                  <a:pt x="235318" y="44348"/>
                </a:lnTo>
                <a:lnTo>
                  <a:pt x="234238" y="45923"/>
                </a:lnTo>
                <a:lnTo>
                  <a:pt x="232943" y="47840"/>
                </a:lnTo>
                <a:lnTo>
                  <a:pt x="232537" y="49707"/>
                </a:lnTo>
                <a:lnTo>
                  <a:pt x="233057" y="51536"/>
                </a:lnTo>
                <a:lnTo>
                  <a:pt x="233197" y="52082"/>
                </a:lnTo>
                <a:lnTo>
                  <a:pt x="233400" y="52336"/>
                </a:lnTo>
                <a:lnTo>
                  <a:pt x="233629" y="52260"/>
                </a:lnTo>
                <a:lnTo>
                  <a:pt x="233832" y="52158"/>
                </a:lnTo>
                <a:lnTo>
                  <a:pt x="234022" y="51993"/>
                </a:lnTo>
                <a:lnTo>
                  <a:pt x="235038" y="50660"/>
                </a:lnTo>
                <a:lnTo>
                  <a:pt x="235216" y="50457"/>
                </a:lnTo>
                <a:lnTo>
                  <a:pt x="235394" y="50025"/>
                </a:lnTo>
                <a:lnTo>
                  <a:pt x="235432" y="49695"/>
                </a:lnTo>
                <a:lnTo>
                  <a:pt x="235242" y="49187"/>
                </a:lnTo>
                <a:lnTo>
                  <a:pt x="235077" y="48856"/>
                </a:lnTo>
                <a:lnTo>
                  <a:pt x="234899" y="48374"/>
                </a:lnTo>
                <a:lnTo>
                  <a:pt x="234670" y="47904"/>
                </a:lnTo>
                <a:lnTo>
                  <a:pt x="234632" y="47739"/>
                </a:lnTo>
                <a:lnTo>
                  <a:pt x="234632" y="47472"/>
                </a:lnTo>
                <a:lnTo>
                  <a:pt x="234670" y="47142"/>
                </a:lnTo>
                <a:lnTo>
                  <a:pt x="234797" y="46634"/>
                </a:lnTo>
                <a:lnTo>
                  <a:pt x="234975" y="46228"/>
                </a:lnTo>
                <a:lnTo>
                  <a:pt x="236588" y="44018"/>
                </a:lnTo>
                <a:lnTo>
                  <a:pt x="236867" y="44462"/>
                </a:lnTo>
                <a:lnTo>
                  <a:pt x="237172" y="45135"/>
                </a:lnTo>
                <a:lnTo>
                  <a:pt x="238048" y="46685"/>
                </a:lnTo>
                <a:lnTo>
                  <a:pt x="238594" y="47142"/>
                </a:lnTo>
                <a:lnTo>
                  <a:pt x="240207" y="47447"/>
                </a:lnTo>
                <a:lnTo>
                  <a:pt x="241147" y="47447"/>
                </a:lnTo>
                <a:lnTo>
                  <a:pt x="241058" y="47002"/>
                </a:lnTo>
                <a:lnTo>
                  <a:pt x="239166" y="43700"/>
                </a:lnTo>
                <a:lnTo>
                  <a:pt x="234873" y="36233"/>
                </a:lnTo>
                <a:lnTo>
                  <a:pt x="234873" y="40614"/>
                </a:lnTo>
                <a:lnTo>
                  <a:pt x="234708" y="41198"/>
                </a:lnTo>
                <a:lnTo>
                  <a:pt x="234505" y="41643"/>
                </a:lnTo>
                <a:lnTo>
                  <a:pt x="233387" y="42964"/>
                </a:lnTo>
                <a:lnTo>
                  <a:pt x="232524" y="43700"/>
                </a:lnTo>
                <a:lnTo>
                  <a:pt x="231851" y="44157"/>
                </a:lnTo>
                <a:lnTo>
                  <a:pt x="230886" y="44157"/>
                </a:lnTo>
                <a:lnTo>
                  <a:pt x="230555" y="43929"/>
                </a:lnTo>
                <a:lnTo>
                  <a:pt x="230390" y="43700"/>
                </a:lnTo>
                <a:lnTo>
                  <a:pt x="228003" y="39573"/>
                </a:lnTo>
                <a:lnTo>
                  <a:pt x="227368" y="38481"/>
                </a:lnTo>
                <a:lnTo>
                  <a:pt x="232079" y="35788"/>
                </a:lnTo>
                <a:lnTo>
                  <a:pt x="234873" y="40614"/>
                </a:lnTo>
                <a:lnTo>
                  <a:pt x="234873" y="36233"/>
                </a:lnTo>
                <a:lnTo>
                  <a:pt x="234619" y="35788"/>
                </a:lnTo>
                <a:lnTo>
                  <a:pt x="233984" y="34683"/>
                </a:lnTo>
                <a:lnTo>
                  <a:pt x="235432" y="33870"/>
                </a:lnTo>
                <a:lnTo>
                  <a:pt x="241808" y="29819"/>
                </a:lnTo>
                <a:lnTo>
                  <a:pt x="244005" y="33235"/>
                </a:lnTo>
                <a:lnTo>
                  <a:pt x="243751" y="33477"/>
                </a:lnTo>
                <a:lnTo>
                  <a:pt x="240969" y="33477"/>
                </a:lnTo>
                <a:lnTo>
                  <a:pt x="240322" y="33896"/>
                </a:lnTo>
                <a:lnTo>
                  <a:pt x="239179" y="34810"/>
                </a:lnTo>
                <a:lnTo>
                  <a:pt x="238277" y="35788"/>
                </a:lnTo>
                <a:lnTo>
                  <a:pt x="238175" y="36791"/>
                </a:lnTo>
                <a:lnTo>
                  <a:pt x="239242" y="38442"/>
                </a:lnTo>
                <a:lnTo>
                  <a:pt x="239776" y="38900"/>
                </a:lnTo>
                <a:lnTo>
                  <a:pt x="240487" y="39217"/>
                </a:lnTo>
                <a:lnTo>
                  <a:pt x="240855" y="39357"/>
                </a:lnTo>
                <a:lnTo>
                  <a:pt x="242874" y="39979"/>
                </a:lnTo>
                <a:lnTo>
                  <a:pt x="243979" y="39979"/>
                </a:lnTo>
                <a:lnTo>
                  <a:pt x="245148" y="39217"/>
                </a:lnTo>
                <a:lnTo>
                  <a:pt x="245440" y="38900"/>
                </a:lnTo>
                <a:lnTo>
                  <a:pt x="246011" y="37960"/>
                </a:lnTo>
                <a:lnTo>
                  <a:pt x="246113" y="37795"/>
                </a:lnTo>
                <a:lnTo>
                  <a:pt x="246507" y="37350"/>
                </a:lnTo>
                <a:lnTo>
                  <a:pt x="248412" y="40347"/>
                </a:lnTo>
                <a:lnTo>
                  <a:pt x="248246" y="40347"/>
                </a:lnTo>
                <a:lnTo>
                  <a:pt x="249148" y="40779"/>
                </a:lnTo>
                <a:lnTo>
                  <a:pt x="251612" y="40779"/>
                </a:lnTo>
                <a:lnTo>
                  <a:pt x="249364" y="37350"/>
                </a:lnTo>
                <a:lnTo>
                  <a:pt x="247472" y="34467"/>
                </a:lnTo>
                <a:lnTo>
                  <a:pt x="247561" y="33896"/>
                </a:lnTo>
                <a:lnTo>
                  <a:pt x="250024" y="31356"/>
                </a:lnTo>
                <a:lnTo>
                  <a:pt x="250228" y="31356"/>
                </a:lnTo>
                <a:lnTo>
                  <a:pt x="250964" y="31559"/>
                </a:lnTo>
                <a:lnTo>
                  <a:pt x="250812" y="31559"/>
                </a:lnTo>
                <a:lnTo>
                  <a:pt x="251726" y="33020"/>
                </a:lnTo>
                <a:lnTo>
                  <a:pt x="251790" y="35140"/>
                </a:lnTo>
                <a:lnTo>
                  <a:pt x="251637" y="35788"/>
                </a:lnTo>
                <a:lnTo>
                  <a:pt x="251536" y="36791"/>
                </a:lnTo>
                <a:lnTo>
                  <a:pt x="249631" y="36791"/>
                </a:lnTo>
                <a:lnTo>
                  <a:pt x="253974" y="37350"/>
                </a:lnTo>
                <a:lnTo>
                  <a:pt x="253568" y="37350"/>
                </a:lnTo>
                <a:lnTo>
                  <a:pt x="254254" y="37566"/>
                </a:lnTo>
                <a:lnTo>
                  <a:pt x="254622" y="37350"/>
                </a:lnTo>
                <a:lnTo>
                  <a:pt x="254838" y="36791"/>
                </a:lnTo>
                <a:lnTo>
                  <a:pt x="254838" y="35788"/>
                </a:lnTo>
                <a:lnTo>
                  <a:pt x="254660" y="35140"/>
                </a:lnTo>
                <a:lnTo>
                  <a:pt x="254571" y="34810"/>
                </a:lnTo>
                <a:lnTo>
                  <a:pt x="251345" y="30949"/>
                </a:lnTo>
                <a:lnTo>
                  <a:pt x="251472" y="30949"/>
                </a:lnTo>
                <a:lnTo>
                  <a:pt x="249301" y="30556"/>
                </a:lnTo>
                <a:lnTo>
                  <a:pt x="247904" y="30556"/>
                </a:lnTo>
                <a:lnTo>
                  <a:pt x="246062" y="32486"/>
                </a:lnTo>
                <a:lnTo>
                  <a:pt x="245224" y="31178"/>
                </a:lnTo>
                <a:lnTo>
                  <a:pt x="245224" y="35140"/>
                </a:lnTo>
                <a:lnTo>
                  <a:pt x="245084" y="35140"/>
                </a:lnTo>
                <a:lnTo>
                  <a:pt x="244817" y="35788"/>
                </a:lnTo>
                <a:lnTo>
                  <a:pt x="244805" y="35953"/>
                </a:lnTo>
                <a:lnTo>
                  <a:pt x="244068" y="37350"/>
                </a:lnTo>
                <a:lnTo>
                  <a:pt x="243484" y="37960"/>
                </a:lnTo>
                <a:lnTo>
                  <a:pt x="242036" y="38900"/>
                </a:lnTo>
                <a:lnTo>
                  <a:pt x="241706" y="38900"/>
                </a:lnTo>
                <a:lnTo>
                  <a:pt x="241109" y="37960"/>
                </a:lnTo>
                <a:lnTo>
                  <a:pt x="241007" y="37795"/>
                </a:lnTo>
                <a:lnTo>
                  <a:pt x="240957" y="36410"/>
                </a:lnTo>
                <a:lnTo>
                  <a:pt x="241096" y="35953"/>
                </a:lnTo>
                <a:lnTo>
                  <a:pt x="241147" y="35788"/>
                </a:lnTo>
                <a:lnTo>
                  <a:pt x="241617" y="35140"/>
                </a:lnTo>
                <a:lnTo>
                  <a:pt x="242176" y="34810"/>
                </a:lnTo>
                <a:lnTo>
                  <a:pt x="244157" y="33896"/>
                </a:lnTo>
                <a:lnTo>
                  <a:pt x="244411" y="33896"/>
                </a:lnTo>
                <a:lnTo>
                  <a:pt x="245224" y="35140"/>
                </a:lnTo>
                <a:lnTo>
                  <a:pt x="245224" y="31178"/>
                </a:lnTo>
                <a:lnTo>
                  <a:pt x="244360" y="29819"/>
                </a:lnTo>
                <a:lnTo>
                  <a:pt x="243624" y="28676"/>
                </a:lnTo>
                <a:lnTo>
                  <a:pt x="249504" y="24892"/>
                </a:lnTo>
                <a:lnTo>
                  <a:pt x="250990" y="23736"/>
                </a:lnTo>
                <a:lnTo>
                  <a:pt x="258089" y="33909"/>
                </a:lnTo>
                <a:lnTo>
                  <a:pt x="258305" y="34086"/>
                </a:lnTo>
                <a:lnTo>
                  <a:pt x="258495" y="34201"/>
                </a:lnTo>
                <a:lnTo>
                  <a:pt x="258660" y="34239"/>
                </a:lnTo>
                <a:lnTo>
                  <a:pt x="260502" y="34404"/>
                </a:lnTo>
                <a:lnTo>
                  <a:pt x="260985" y="34417"/>
                </a:lnTo>
                <a:lnTo>
                  <a:pt x="260985" y="34150"/>
                </a:lnTo>
                <a:lnTo>
                  <a:pt x="252742" y="22504"/>
                </a:lnTo>
                <a:lnTo>
                  <a:pt x="254228" y="21475"/>
                </a:lnTo>
                <a:lnTo>
                  <a:pt x="257492" y="19100"/>
                </a:lnTo>
                <a:lnTo>
                  <a:pt x="258521" y="20523"/>
                </a:lnTo>
                <a:lnTo>
                  <a:pt x="257327" y="21844"/>
                </a:lnTo>
                <a:lnTo>
                  <a:pt x="256451" y="22898"/>
                </a:lnTo>
                <a:lnTo>
                  <a:pt x="256260" y="23215"/>
                </a:lnTo>
                <a:lnTo>
                  <a:pt x="256133" y="23558"/>
                </a:lnTo>
                <a:lnTo>
                  <a:pt x="256133" y="23939"/>
                </a:lnTo>
                <a:lnTo>
                  <a:pt x="256717" y="24257"/>
                </a:lnTo>
                <a:lnTo>
                  <a:pt x="258356" y="24599"/>
                </a:lnTo>
                <a:lnTo>
                  <a:pt x="258622" y="24587"/>
                </a:lnTo>
                <a:lnTo>
                  <a:pt x="258762" y="24485"/>
                </a:lnTo>
                <a:lnTo>
                  <a:pt x="260769" y="21323"/>
                </a:lnTo>
                <a:lnTo>
                  <a:pt x="261315" y="20802"/>
                </a:lnTo>
                <a:lnTo>
                  <a:pt x="262166" y="20167"/>
                </a:lnTo>
                <a:lnTo>
                  <a:pt x="262763" y="20142"/>
                </a:lnTo>
                <a:lnTo>
                  <a:pt x="263220" y="20345"/>
                </a:lnTo>
                <a:lnTo>
                  <a:pt x="263893" y="21247"/>
                </a:lnTo>
                <a:lnTo>
                  <a:pt x="264109" y="21869"/>
                </a:lnTo>
                <a:lnTo>
                  <a:pt x="264236" y="22707"/>
                </a:lnTo>
                <a:lnTo>
                  <a:pt x="264274" y="23444"/>
                </a:lnTo>
                <a:lnTo>
                  <a:pt x="264160" y="24104"/>
                </a:lnTo>
                <a:lnTo>
                  <a:pt x="263931" y="24726"/>
                </a:lnTo>
                <a:lnTo>
                  <a:pt x="263626" y="24777"/>
                </a:lnTo>
                <a:lnTo>
                  <a:pt x="262064" y="24777"/>
                </a:lnTo>
                <a:lnTo>
                  <a:pt x="261581" y="24917"/>
                </a:lnTo>
                <a:lnTo>
                  <a:pt x="260718" y="25539"/>
                </a:lnTo>
                <a:lnTo>
                  <a:pt x="260464" y="25946"/>
                </a:lnTo>
                <a:lnTo>
                  <a:pt x="260286" y="26873"/>
                </a:lnTo>
                <a:lnTo>
                  <a:pt x="260413" y="27317"/>
                </a:lnTo>
                <a:lnTo>
                  <a:pt x="261010" y="28054"/>
                </a:lnTo>
                <a:lnTo>
                  <a:pt x="261264" y="28270"/>
                </a:lnTo>
                <a:lnTo>
                  <a:pt x="262470" y="28854"/>
                </a:lnTo>
                <a:lnTo>
                  <a:pt x="263398" y="28765"/>
                </a:lnTo>
                <a:lnTo>
                  <a:pt x="264604" y="27863"/>
                </a:lnTo>
                <a:lnTo>
                  <a:pt x="264871" y="27622"/>
                </a:lnTo>
                <a:lnTo>
                  <a:pt x="265391" y="27051"/>
                </a:lnTo>
                <a:lnTo>
                  <a:pt x="265569" y="26936"/>
                </a:lnTo>
                <a:lnTo>
                  <a:pt x="265760" y="26885"/>
                </a:lnTo>
                <a:lnTo>
                  <a:pt x="268757" y="27673"/>
                </a:lnTo>
                <a:lnTo>
                  <a:pt x="269900" y="27800"/>
                </a:lnTo>
                <a:lnTo>
                  <a:pt x="270395" y="27698"/>
                </a:lnTo>
                <a:lnTo>
                  <a:pt x="271259" y="27063"/>
                </a:lnTo>
                <a:lnTo>
                  <a:pt x="271221" y="26593"/>
                </a:lnTo>
                <a:lnTo>
                  <a:pt x="270751" y="25946"/>
                </a:lnTo>
                <a:lnTo>
                  <a:pt x="270586" y="25831"/>
                </a:lnTo>
                <a:lnTo>
                  <a:pt x="270167" y="25781"/>
                </a:lnTo>
                <a:lnTo>
                  <a:pt x="267843" y="25958"/>
                </a:lnTo>
                <a:lnTo>
                  <a:pt x="266725" y="25933"/>
                </a:lnTo>
                <a:lnTo>
                  <a:pt x="266115" y="25730"/>
                </a:lnTo>
                <a:lnTo>
                  <a:pt x="266966" y="23558"/>
                </a:lnTo>
                <a:lnTo>
                  <a:pt x="266954" y="21856"/>
                </a:lnTo>
                <a:lnTo>
                  <a:pt x="265518" y="19964"/>
                </a:lnTo>
                <a:lnTo>
                  <a:pt x="264668" y="19469"/>
                </a:lnTo>
                <a:lnTo>
                  <a:pt x="262318" y="18923"/>
                </a:lnTo>
                <a:lnTo>
                  <a:pt x="261277" y="18923"/>
                </a:lnTo>
                <a:lnTo>
                  <a:pt x="260388" y="19227"/>
                </a:lnTo>
                <a:lnTo>
                  <a:pt x="259321" y="17729"/>
                </a:lnTo>
                <a:lnTo>
                  <a:pt x="263372" y="14732"/>
                </a:lnTo>
                <a:lnTo>
                  <a:pt x="264820" y="13550"/>
                </a:lnTo>
                <a:lnTo>
                  <a:pt x="272503" y="23291"/>
                </a:lnTo>
                <a:lnTo>
                  <a:pt x="272732" y="23469"/>
                </a:lnTo>
                <a:lnTo>
                  <a:pt x="272923" y="23571"/>
                </a:lnTo>
                <a:lnTo>
                  <a:pt x="275424" y="23647"/>
                </a:lnTo>
                <a:lnTo>
                  <a:pt x="275501" y="23520"/>
                </a:lnTo>
                <a:lnTo>
                  <a:pt x="275412" y="23380"/>
                </a:lnTo>
                <a:lnTo>
                  <a:pt x="266509" y="12230"/>
                </a:lnTo>
                <a:lnTo>
                  <a:pt x="267982" y="11036"/>
                </a:lnTo>
                <a:lnTo>
                  <a:pt x="270065" y="9359"/>
                </a:lnTo>
                <a:lnTo>
                  <a:pt x="272503" y="12230"/>
                </a:lnTo>
                <a:lnTo>
                  <a:pt x="273634" y="13652"/>
                </a:lnTo>
                <a:lnTo>
                  <a:pt x="272770" y="14376"/>
                </a:lnTo>
                <a:lnTo>
                  <a:pt x="272288" y="14922"/>
                </a:lnTo>
                <a:lnTo>
                  <a:pt x="272237" y="15405"/>
                </a:lnTo>
                <a:lnTo>
                  <a:pt x="273024" y="16319"/>
                </a:lnTo>
                <a:lnTo>
                  <a:pt x="273672" y="16535"/>
                </a:lnTo>
                <a:lnTo>
                  <a:pt x="274624" y="16535"/>
                </a:lnTo>
                <a:lnTo>
                  <a:pt x="276466" y="16802"/>
                </a:lnTo>
                <a:lnTo>
                  <a:pt x="277545" y="16802"/>
                </a:lnTo>
                <a:lnTo>
                  <a:pt x="277863" y="16535"/>
                </a:lnTo>
                <a:lnTo>
                  <a:pt x="278257" y="15951"/>
                </a:lnTo>
                <a:lnTo>
                  <a:pt x="278218" y="15405"/>
                </a:lnTo>
                <a:lnTo>
                  <a:pt x="277964" y="14922"/>
                </a:lnTo>
                <a:lnTo>
                  <a:pt x="277749" y="14668"/>
                </a:lnTo>
                <a:lnTo>
                  <a:pt x="277431" y="14376"/>
                </a:lnTo>
                <a:lnTo>
                  <a:pt x="277152" y="14071"/>
                </a:lnTo>
                <a:lnTo>
                  <a:pt x="277241" y="13652"/>
                </a:lnTo>
                <a:lnTo>
                  <a:pt x="278841" y="12230"/>
                </a:lnTo>
                <a:lnTo>
                  <a:pt x="281076" y="10350"/>
                </a:lnTo>
                <a:lnTo>
                  <a:pt x="283845" y="13652"/>
                </a:lnTo>
                <a:lnTo>
                  <a:pt x="284391" y="14071"/>
                </a:lnTo>
                <a:lnTo>
                  <a:pt x="284949" y="14071"/>
                </a:lnTo>
                <a:lnTo>
                  <a:pt x="284607" y="14401"/>
                </a:lnTo>
                <a:lnTo>
                  <a:pt x="284137" y="14820"/>
                </a:lnTo>
                <a:lnTo>
                  <a:pt x="284010" y="15163"/>
                </a:lnTo>
                <a:lnTo>
                  <a:pt x="284200" y="15341"/>
                </a:lnTo>
                <a:lnTo>
                  <a:pt x="284429" y="15494"/>
                </a:lnTo>
                <a:lnTo>
                  <a:pt x="284670" y="15570"/>
                </a:lnTo>
                <a:lnTo>
                  <a:pt x="286156" y="15798"/>
                </a:lnTo>
                <a:lnTo>
                  <a:pt x="286816" y="15938"/>
                </a:lnTo>
                <a:lnTo>
                  <a:pt x="287324" y="15887"/>
                </a:lnTo>
                <a:lnTo>
                  <a:pt x="287667" y="15748"/>
                </a:lnTo>
                <a:lnTo>
                  <a:pt x="288086" y="15303"/>
                </a:lnTo>
                <a:lnTo>
                  <a:pt x="288302" y="14947"/>
                </a:lnTo>
                <a:lnTo>
                  <a:pt x="288696" y="14503"/>
                </a:lnTo>
                <a:lnTo>
                  <a:pt x="290842" y="13423"/>
                </a:lnTo>
                <a:lnTo>
                  <a:pt x="291236" y="13500"/>
                </a:lnTo>
                <a:lnTo>
                  <a:pt x="294284" y="13919"/>
                </a:lnTo>
                <a:lnTo>
                  <a:pt x="294906" y="14020"/>
                </a:lnTo>
                <a:lnTo>
                  <a:pt x="295313" y="13970"/>
                </a:lnTo>
                <a:lnTo>
                  <a:pt x="295503" y="13779"/>
                </a:lnTo>
                <a:close/>
              </a:path>
            </a:pathLst>
          </a:custGeom>
          <a:solidFill>
            <a:srgbClr val="0F1D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bg object 114"/>
          <p:cNvSpPr/>
          <p:nvPr/>
        </p:nvSpPr>
        <p:spPr>
          <a:xfrm>
            <a:off x="1873282" y="886329"/>
            <a:ext cx="106680" cy="112395"/>
          </a:xfrm>
          <a:custGeom>
            <a:avLst/>
            <a:gdLst/>
            <a:ahLst/>
            <a:cxnLst/>
            <a:rect l="l" t="t" r="r" b="b"/>
            <a:pathLst>
              <a:path w="106680" h="112394">
                <a:moveTo>
                  <a:pt x="88125" y="89598"/>
                </a:moveTo>
                <a:lnTo>
                  <a:pt x="17932" y="89598"/>
                </a:lnTo>
                <a:lnTo>
                  <a:pt x="26352" y="98183"/>
                </a:lnTo>
                <a:lnTo>
                  <a:pt x="37426" y="101942"/>
                </a:lnTo>
                <a:lnTo>
                  <a:pt x="50507" y="106057"/>
                </a:lnTo>
                <a:lnTo>
                  <a:pt x="51384" y="112153"/>
                </a:lnTo>
                <a:lnTo>
                  <a:pt x="54686" y="112153"/>
                </a:lnTo>
                <a:lnTo>
                  <a:pt x="55549" y="106057"/>
                </a:lnTo>
                <a:lnTo>
                  <a:pt x="68643" y="101942"/>
                </a:lnTo>
                <a:lnTo>
                  <a:pt x="79692" y="98183"/>
                </a:lnTo>
                <a:lnTo>
                  <a:pt x="88125" y="89598"/>
                </a:lnTo>
                <a:close/>
              </a:path>
              <a:path w="106680" h="112394">
                <a:moveTo>
                  <a:pt x="23240" y="0"/>
                </a:moveTo>
                <a:lnTo>
                  <a:pt x="11150" y="11175"/>
                </a:lnTo>
                <a:lnTo>
                  <a:pt x="18077" y="17622"/>
                </a:lnTo>
                <a:lnTo>
                  <a:pt x="19559" y="27546"/>
                </a:lnTo>
                <a:lnTo>
                  <a:pt x="6016" y="67592"/>
                </a:lnTo>
                <a:lnTo>
                  <a:pt x="0" y="75590"/>
                </a:lnTo>
                <a:lnTo>
                  <a:pt x="1460" y="76136"/>
                </a:lnTo>
                <a:lnTo>
                  <a:pt x="13538" y="92074"/>
                </a:lnTo>
                <a:lnTo>
                  <a:pt x="17932" y="89598"/>
                </a:lnTo>
                <a:lnTo>
                  <a:pt x="94408" y="89598"/>
                </a:lnTo>
                <a:lnTo>
                  <a:pt x="104609" y="76136"/>
                </a:lnTo>
                <a:lnTo>
                  <a:pt x="106083" y="75590"/>
                </a:lnTo>
                <a:lnTo>
                  <a:pt x="100038" y="69600"/>
                </a:lnTo>
                <a:lnTo>
                  <a:pt x="96210" y="63963"/>
                </a:lnTo>
                <a:lnTo>
                  <a:pt x="92965" y="55402"/>
                </a:lnTo>
                <a:lnTo>
                  <a:pt x="88671" y="40639"/>
                </a:lnTo>
                <a:lnTo>
                  <a:pt x="84346" y="26063"/>
                </a:lnTo>
                <a:lnTo>
                  <a:pt x="83554" y="18135"/>
                </a:lnTo>
                <a:lnTo>
                  <a:pt x="86880" y="14093"/>
                </a:lnTo>
                <a:lnTo>
                  <a:pt x="53091" y="14093"/>
                </a:lnTo>
                <a:lnTo>
                  <a:pt x="47305" y="9188"/>
                </a:lnTo>
                <a:lnTo>
                  <a:pt x="36523" y="9188"/>
                </a:lnTo>
                <a:lnTo>
                  <a:pt x="29100" y="5929"/>
                </a:lnTo>
                <a:lnTo>
                  <a:pt x="24694" y="1943"/>
                </a:lnTo>
                <a:lnTo>
                  <a:pt x="23240" y="0"/>
                </a:lnTo>
                <a:close/>
              </a:path>
              <a:path w="106680" h="112394">
                <a:moveTo>
                  <a:pt x="94408" y="89598"/>
                </a:moveTo>
                <a:lnTo>
                  <a:pt x="88125" y="89598"/>
                </a:lnTo>
                <a:lnTo>
                  <a:pt x="92532" y="92074"/>
                </a:lnTo>
                <a:lnTo>
                  <a:pt x="94408" y="89598"/>
                </a:lnTo>
                <a:close/>
              </a:path>
              <a:path w="106680" h="112394">
                <a:moveTo>
                  <a:pt x="59029" y="8953"/>
                </a:moveTo>
                <a:lnTo>
                  <a:pt x="52979" y="14093"/>
                </a:lnTo>
                <a:lnTo>
                  <a:pt x="86880" y="14093"/>
                </a:lnTo>
                <a:lnTo>
                  <a:pt x="94907" y="11175"/>
                </a:lnTo>
                <a:lnTo>
                  <a:pt x="94708" y="10992"/>
                </a:lnTo>
                <a:lnTo>
                  <a:pt x="68452" y="10992"/>
                </a:lnTo>
                <a:lnTo>
                  <a:pt x="59029" y="8953"/>
                </a:lnTo>
                <a:close/>
              </a:path>
              <a:path w="106680" h="112394">
                <a:moveTo>
                  <a:pt x="82816" y="0"/>
                </a:moveTo>
                <a:lnTo>
                  <a:pt x="78115" y="7355"/>
                </a:lnTo>
                <a:lnTo>
                  <a:pt x="74071" y="10739"/>
                </a:lnTo>
                <a:lnTo>
                  <a:pt x="68452" y="10992"/>
                </a:lnTo>
                <a:lnTo>
                  <a:pt x="94708" y="10992"/>
                </a:lnTo>
                <a:lnTo>
                  <a:pt x="82816" y="0"/>
                </a:lnTo>
                <a:close/>
              </a:path>
              <a:path w="106680" h="112394">
                <a:moveTo>
                  <a:pt x="47028" y="8953"/>
                </a:moveTo>
                <a:lnTo>
                  <a:pt x="36523" y="9188"/>
                </a:lnTo>
                <a:lnTo>
                  <a:pt x="47305" y="9188"/>
                </a:lnTo>
                <a:lnTo>
                  <a:pt x="47028" y="89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bg object 115"/>
          <p:cNvSpPr/>
          <p:nvPr/>
        </p:nvSpPr>
        <p:spPr>
          <a:xfrm>
            <a:off x="1870900" y="884300"/>
            <a:ext cx="111125" cy="115570"/>
          </a:xfrm>
          <a:custGeom>
            <a:avLst/>
            <a:gdLst/>
            <a:ahLst/>
            <a:cxnLst/>
            <a:rect l="l" t="t" r="r" b="b"/>
            <a:pathLst>
              <a:path w="111125" h="115569">
                <a:moveTo>
                  <a:pt x="52806" y="21564"/>
                </a:moveTo>
                <a:lnTo>
                  <a:pt x="48437" y="21920"/>
                </a:lnTo>
                <a:lnTo>
                  <a:pt x="48437" y="26263"/>
                </a:lnTo>
                <a:lnTo>
                  <a:pt x="48437" y="44640"/>
                </a:lnTo>
                <a:lnTo>
                  <a:pt x="47777" y="44259"/>
                </a:lnTo>
                <a:lnTo>
                  <a:pt x="43967" y="43281"/>
                </a:lnTo>
                <a:lnTo>
                  <a:pt x="42214" y="43281"/>
                </a:lnTo>
                <a:lnTo>
                  <a:pt x="41262" y="42735"/>
                </a:lnTo>
                <a:lnTo>
                  <a:pt x="41262" y="43281"/>
                </a:lnTo>
                <a:lnTo>
                  <a:pt x="38277" y="43281"/>
                </a:lnTo>
                <a:lnTo>
                  <a:pt x="39890" y="42481"/>
                </a:lnTo>
                <a:lnTo>
                  <a:pt x="41262" y="43281"/>
                </a:lnTo>
                <a:lnTo>
                  <a:pt x="41262" y="42735"/>
                </a:lnTo>
                <a:lnTo>
                  <a:pt x="39916" y="41948"/>
                </a:lnTo>
                <a:lnTo>
                  <a:pt x="37223" y="43281"/>
                </a:lnTo>
                <a:lnTo>
                  <a:pt x="32867" y="43281"/>
                </a:lnTo>
                <a:lnTo>
                  <a:pt x="29616" y="44907"/>
                </a:lnTo>
                <a:lnTo>
                  <a:pt x="31089" y="27673"/>
                </a:lnTo>
                <a:lnTo>
                  <a:pt x="48437" y="26263"/>
                </a:lnTo>
                <a:lnTo>
                  <a:pt x="48437" y="21920"/>
                </a:lnTo>
                <a:lnTo>
                  <a:pt x="26352" y="23698"/>
                </a:lnTo>
                <a:lnTo>
                  <a:pt x="26568" y="25908"/>
                </a:lnTo>
                <a:lnTo>
                  <a:pt x="25552" y="43853"/>
                </a:lnTo>
                <a:lnTo>
                  <a:pt x="20789" y="59524"/>
                </a:lnTo>
                <a:lnTo>
                  <a:pt x="15494" y="70675"/>
                </a:lnTo>
                <a:lnTo>
                  <a:pt x="11849" y="76631"/>
                </a:lnTo>
                <a:lnTo>
                  <a:pt x="15455" y="79032"/>
                </a:lnTo>
                <a:lnTo>
                  <a:pt x="16535" y="77444"/>
                </a:lnTo>
                <a:lnTo>
                  <a:pt x="19100" y="73126"/>
                </a:lnTo>
                <a:lnTo>
                  <a:pt x="24485" y="61950"/>
                </a:lnTo>
                <a:lnTo>
                  <a:pt x="28117" y="50495"/>
                </a:lnTo>
                <a:lnTo>
                  <a:pt x="33921" y="47625"/>
                </a:lnTo>
                <a:lnTo>
                  <a:pt x="43205" y="47625"/>
                </a:lnTo>
                <a:lnTo>
                  <a:pt x="46278" y="48399"/>
                </a:lnTo>
                <a:lnTo>
                  <a:pt x="48437" y="49657"/>
                </a:lnTo>
                <a:lnTo>
                  <a:pt x="48437" y="100215"/>
                </a:lnTo>
                <a:lnTo>
                  <a:pt x="52806" y="100228"/>
                </a:lnTo>
                <a:lnTo>
                  <a:pt x="52806" y="21564"/>
                </a:lnTo>
                <a:close/>
              </a:path>
              <a:path w="111125" h="115569">
                <a:moveTo>
                  <a:pt x="101320" y="76758"/>
                </a:moveTo>
                <a:lnTo>
                  <a:pt x="83985" y="25565"/>
                </a:lnTo>
                <a:lnTo>
                  <a:pt x="84023" y="23647"/>
                </a:lnTo>
                <a:lnTo>
                  <a:pt x="79667" y="23571"/>
                </a:lnTo>
                <a:lnTo>
                  <a:pt x="90487" y="69202"/>
                </a:lnTo>
                <a:lnTo>
                  <a:pt x="94678" y="75653"/>
                </a:lnTo>
                <a:lnTo>
                  <a:pt x="62750" y="94488"/>
                </a:lnTo>
                <a:lnTo>
                  <a:pt x="62750" y="21831"/>
                </a:lnTo>
                <a:lnTo>
                  <a:pt x="58394" y="21831"/>
                </a:lnTo>
                <a:lnTo>
                  <a:pt x="58394" y="102108"/>
                </a:lnTo>
                <a:lnTo>
                  <a:pt x="101320" y="76758"/>
                </a:lnTo>
                <a:close/>
              </a:path>
              <a:path w="111125" h="115569">
                <a:moveTo>
                  <a:pt x="110871" y="78130"/>
                </a:moveTo>
                <a:lnTo>
                  <a:pt x="110274" y="77520"/>
                </a:lnTo>
                <a:lnTo>
                  <a:pt x="109410" y="76708"/>
                </a:lnTo>
                <a:lnTo>
                  <a:pt x="107683" y="74739"/>
                </a:lnTo>
                <a:lnTo>
                  <a:pt x="106591" y="73177"/>
                </a:lnTo>
                <a:lnTo>
                  <a:pt x="106591" y="77520"/>
                </a:lnTo>
                <a:lnTo>
                  <a:pt x="103746" y="80429"/>
                </a:lnTo>
                <a:lnTo>
                  <a:pt x="94564" y="92405"/>
                </a:lnTo>
                <a:lnTo>
                  <a:pt x="90297" y="89992"/>
                </a:lnTo>
                <a:lnTo>
                  <a:pt x="81534" y="98933"/>
                </a:lnTo>
                <a:lnTo>
                  <a:pt x="70624" y="102730"/>
                </a:lnTo>
                <a:lnTo>
                  <a:pt x="60045" y="106070"/>
                </a:lnTo>
                <a:lnTo>
                  <a:pt x="59131" y="107442"/>
                </a:lnTo>
                <a:lnTo>
                  <a:pt x="58648" y="108178"/>
                </a:lnTo>
                <a:lnTo>
                  <a:pt x="58331" y="108267"/>
                </a:lnTo>
                <a:lnTo>
                  <a:pt x="58229" y="108800"/>
                </a:lnTo>
                <a:lnTo>
                  <a:pt x="56972" y="110705"/>
                </a:lnTo>
                <a:lnTo>
                  <a:pt x="56095" y="112890"/>
                </a:lnTo>
                <a:lnTo>
                  <a:pt x="54762" y="112890"/>
                </a:lnTo>
                <a:lnTo>
                  <a:pt x="53886" y="110705"/>
                </a:lnTo>
                <a:lnTo>
                  <a:pt x="52489" y="108585"/>
                </a:lnTo>
                <a:lnTo>
                  <a:pt x="52438" y="108267"/>
                </a:lnTo>
                <a:lnTo>
                  <a:pt x="52247" y="108216"/>
                </a:lnTo>
                <a:lnTo>
                  <a:pt x="50850" y="106070"/>
                </a:lnTo>
                <a:lnTo>
                  <a:pt x="40322" y="102730"/>
                </a:lnTo>
                <a:lnTo>
                  <a:pt x="29400" y="98933"/>
                </a:lnTo>
                <a:lnTo>
                  <a:pt x="26289" y="95821"/>
                </a:lnTo>
                <a:lnTo>
                  <a:pt x="23799" y="93268"/>
                </a:lnTo>
                <a:lnTo>
                  <a:pt x="22948" y="92405"/>
                </a:lnTo>
                <a:lnTo>
                  <a:pt x="20586" y="89992"/>
                </a:lnTo>
                <a:lnTo>
                  <a:pt x="16281" y="92392"/>
                </a:lnTo>
                <a:lnTo>
                  <a:pt x="13550" y="88785"/>
                </a:lnTo>
                <a:lnTo>
                  <a:pt x="7086" y="80429"/>
                </a:lnTo>
                <a:lnTo>
                  <a:pt x="4279" y="77520"/>
                </a:lnTo>
                <a:lnTo>
                  <a:pt x="4902" y="76708"/>
                </a:lnTo>
                <a:lnTo>
                  <a:pt x="21805" y="40144"/>
                </a:lnTo>
                <a:lnTo>
                  <a:pt x="23126" y="27533"/>
                </a:lnTo>
                <a:lnTo>
                  <a:pt x="21945" y="31330"/>
                </a:lnTo>
                <a:lnTo>
                  <a:pt x="22110" y="26060"/>
                </a:lnTo>
                <a:lnTo>
                  <a:pt x="22110" y="25869"/>
                </a:lnTo>
                <a:lnTo>
                  <a:pt x="21894" y="25069"/>
                </a:lnTo>
                <a:lnTo>
                  <a:pt x="23190" y="27533"/>
                </a:lnTo>
                <a:lnTo>
                  <a:pt x="16078" y="12801"/>
                </a:lnTo>
                <a:lnTo>
                  <a:pt x="15887" y="12801"/>
                </a:lnTo>
                <a:lnTo>
                  <a:pt x="25438" y="3987"/>
                </a:lnTo>
                <a:lnTo>
                  <a:pt x="27571" y="6731"/>
                </a:lnTo>
                <a:lnTo>
                  <a:pt x="31038" y="10363"/>
                </a:lnTo>
                <a:lnTo>
                  <a:pt x="31623" y="11303"/>
                </a:lnTo>
                <a:lnTo>
                  <a:pt x="31711" y="11455"/>
                </a:lnTo>
                <a:lnTo>
                  <a:pt x="32092" y="11455"/>
                </a:lnTo>
                <a:lnTo>
                  <a:pt x="32359" y="11747"/>
                </a:lnTo>
                <a:lnTo>
                  <a:pt x="32562" y="12001"/>
                </a:lnTo>
                <a:lnTo>
                  <a:pt x="33591" y="13017"/>
                </a:lnTo>
                <a:lnTo>
                  <a:pt x="45351" y="13017"/>
                </a:lnTo>
                <a:lnTo>
                  <a:pt x="47205" y="12801"/>
                </a:lnTo>
                <a:lnTo>
                  <a:pt x="49085" y="12407"/>
                </a:lnTo>
                <a:lnTo>
                  <a:pt x="55435" y="17792"/>
                </a:lnTo>
                <a:lnTo>
                  <a:pt x="59423" y="14389"/>
                </a:lnTo>
                <a:lnTo>
                  <a:pt x="61760" y="12407"/>
                </a:lnTo>
                <a:lnTo>
                  <a:pt x="63639" y="12801"/>
                </a:lnTo>
                <a:lnTo>
                  <a:pt x="65506" y="13017"/>
                </a:lnTo>
                <a:lnTo>
                  <a:pt x="77266" y="13017"/>
                </a:lnTo>
                <a:lnTo>
                  <a:pt x="77838" y="12407"/>
                </a:lnTo>
                <a:lnTo>
                  <a:pt x="78219" y="12001"/>
                </a:lnTo>
                <a:lnTo>
                  <a:pt x="78740" y="11455"/>
                </a:lnTo>
                <a:lnTo>
                  <a:pt x="79070" y="11455"/>
                </a:lnTo>
                <a:lnTo>
                  <a:pt x="79654" y="10502"/>
                </a:lnTo>
                <a:lnTo>
                  <a:pt x="83248" y="6731"/>
                </a:lnTo>
                <a:lnTo>
                  <a:pt x="85420" y="3987"/>
                </a:lnTo>
                <a:lnTo>
                  <a:pt x="94957" y="12801"/>
                </a:lnTo>
                <a:lnTo>
                  <a:pt x="94805" y="12801"/>
                </a:lnTo>
                <a:lnTo>
                  <a:pt x="92684" y="13881"/>
                </a:lnTo>
                <a:lnTo>
                  <a:pt x="90944" y="15621"/>
                </a:lnTo>
                <a:lnTo>
                  <a:pt x="89801" y="17792"/>
                </a:lnTo>
                <a:lnTo>
                  <a:pt x="89712" y="17970"/>
                </a:lnTo>
                <a:lnTo>
                  <a:pt x="87655" y="25717"/>
                </a:lnTo>
                <a:lnTo>
                  <a:pt x="87706" y="27533"/>
                </a:lnTo>
                <a:lnTo>
                  <a:pt x="88734" y="25565"/>
                </a:lnTo>
                <a:lnTo>
                  <a:pt x="88658" y="25869"/>
                </a:lnTo>
                <a:lnTo>
                  <a:pt x="88798" y="30873"/>
                </a:lnTo>
                <a:lnTo>
                  <a:pt x="87769" y="27533"/>
                </a:lnTo>
                <a:lnTo>
                  <a:pt x="87884" y="33743"/>
                </a:lnTo>
                <a:lnTo>
                  <a:pt x="103606" y="73736"/>
                </a:lnTo>
                <a:lnTo>
                  <a:pt x="106591" y="77520"/>
                </a:lnTo>
                <a:lnTo>
                  <a:pt x="106591" y="73177"/>
                </a:lnTo>
                <a:lnTo>
                  <a:pt x="103454" y="68656"/>
                </a:lnTo>
                <a:lnTo>
                  <a:pt x="97929" y="58013"/>
                </a:lnTo>
                <a:lnTo>
                  <a:pt x="92367" y="42329"/>
                </a:lnTo>
                <a:lnTo>
                  <a:pt x="89433" y="32905"/>
                </a:lnTo>
                <a:lnTo>
                  <a:pt x="89192" y="26060"/>
                </a:lnTo>
                <a:lnTo>
                  <a:pt x="89865" y="23393"/>
                </a:lnTo>
                <a:lnTo>
                  <a:pt x="93306" y="16840"/>
                </a:lnTo>
                <a:lnTo>
                  <a:pt x="95186" y="15252"/>
                </a:lnTo>
                <a:lnTo>
                  <a:pt x="99555" y="13881"/>
                </a:lnTo>
                <a:lnTo>
                  <a:pt x="99987" y="13881"/>
                </a:lnTo>
                <a:lnTo>
                  <a:pt x="89293" y="3987"/>
                </a:lnTo>
                <a:lnTo>
                  <a:pt x="84988" y="0"/>
                </a:lnTo>
                <a:lnTo>
                  <a:pt x="78346" y="10439"/>
                </a:lnTo>
                <a:lnTo>
                  <a:pt x="65633" y="10439"/>
                </a:lnTo>
                <a:lnTo>
                  <a:pt x="63766" y="10210"/>
                </a:lnTo>
                <a:lnTo>
                  <a:pt x="61810" y="9753"/>
                </a:lnTo>
                <a:lnTo>
                  <a:pt x="60921" y="9753"/>
                </a:lnTo>
                <a:lnTo>
                  <a:pt x="55473" y="14389"/>
                </a:lnTo>
                <a:lnTo>
                  <a:pt x="53124" y="12407"/>
                </a:lnTo>
                <a:lnTo>
                  <a:pt x="50800" y="10439"/>
                </a:lnTo>
                <a:lnTo>
                  <a:pt x="50203" y="9931"/>
                </a:lnTo>
                <a:lnTo>
                  <a:pt x="49872" y="9753"/>
                </a:lnTo>
                <a:lnTo>
                  <a:pt x="49136" y="9753"/>
                </a:lnTo>
                <a:lnTo>
                  <a:pt x="47244" y="10210"/>
                </a:lnTo>
                <a:lnTo>
                  <a:pt x="45377" y="10439"/>
                </a:lnTo>
                <a:lnTo>
                  <a:pt x="32448" y="10439"/>
                </a:lnTo>
                <a:lnTo>
                  <a:pt x="28409" y="3987"/>
                </a:lnTo>
                <a:lnTo>
                  <a:pt x="26784" y="1384"/>
                </a:lnTo>
                <a:lnTo>
                  <a:pt x="25946" y="0"/>
                </a:lnTo>
                <a:lnTo>
                  <a:pt x="10934" y="13881"/>
                </a:lnTo>
                <a:lnTo>
                  <a:pt x="11315" y="13881"/>
                </a:lnTo>
                <a:lnTo>
                  <a:pt x="15697" y="15252"/>
                </a:lnTo>
                <a:lnTo>
                  <a:pt x="17602" y="16840"/>
                </a:lnTo>
                <a:lnTo>
                  <a:pt x="20764" y="22898"/>
                </a:lnTo>
                <a:lnTo>
                  <a:pt x="21526" y="25869"/>
                </a:lnTo>
                <a:lnTo>
                  <a:pt x="21577" y="26060"/>
                </a:lnTo>
                <a:lnTo>
                  <a:pt x="7454" y="68656"/>
                </a:lnTo>
                <a:lnTo>
                  <a:pt x="0" y="78130"/>
                </a:lnTo>
                <a:lnTo>
                  <a:pt x="1892" y="78854"/>
                </a:lnTo>
                <a:lnTo>
                  <a:pt x="2794" y="79425"/>
                </a:lnTo>
                <a:lnTo>
                  <a:pt x="8648" y="86652"/>
                </a:lnTo>
                <a:lnTo>
                  <a:pt x="15582" y="95821"/>
                </a:lnTo>
                <a:lnTo>
                  <a:pt x="20116" y="93268"/>
                </a:lnTo>
                <a:lnTo>
                  <a:pt x="28600" y="101523"/>
                </a:lnTo>
                <a:lnTo>
                  <a:pt x="39446" y="105232"/>
                </a:lnTo>
                <a:lnTo>
                  <a:pt x="51308" y="108978"/>
                </a:lnTo>
                <a:lnTo>
                  <a:pt x="52489" y="114388"/>
                </a:lnTo>
                <a:lnTo>
                  <a:pt x="52654" y="115506"/>
                </a:lnTo>
                <a:lnTo>
                  <a:pt x="58242" y="115506"/>
                </a:lnTo>
                <a:lnTo>
                  <a:pt x="58394" y="114388"/>
                </a:lnTo>
                <a:lnTo>
                  <a:pt x="58724" y="112890"/>
                </a:lnTo>
                <a:lnTo>
                  <a:pt x="59588" y="108978"/>
                </a:lnTo>
                <a:lnTo>
                  <a:pt x="71412" y="105232"/>
                </a:lnTo>
                <a:lnTo>
                  <a:pt x="72669" y="104800"/>
                </a:lnTo>
                <a:lnTo>
                  <a:pt x="82702" y="101130"/>
                </a:lnTo>
                <a:lnTo>
                  <a:pt x="90754" y="93268"/>
                </a:lnTo>
                <a:lnTo>
                  <a:pt x="95326" y="95821"/>
                </a:lnTo>
                <a:lnTo>
                  <a:pt x="97256" y="93268"/>
                </a:lnTo>
                <a:lnTo>
                  <a:pt x="97904" y="92405"/>
                </a:lnTo>
                <a:lnTo>
                  <a:pt x="102247" y="86652"/>
                </a:lnTo>
                <a:lnTo>
                  <a:pt x="108115" y="79425"/>
                </a:lnTo>
                <a:lnTo>
                  <a:pt x="108953" y="78854"/>
                </a:lnTo>
                <a:lnTo>
                  <a:pt x="110871" y="78130"/>
                </a:lnTo>
                <a:close/>
              </a:path>
            </a:pathLst>
          </a:custGeom>
          <a:solidFill>
            <a:srgbClr val="06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bg object 116"/>
          <p:cNvSpPr/>
          <p:nvPr/>
        </p:nvSpPr>
        <p:spPr>
          <a:xfrm>
            <a:off x="1622437" y="658062"/>
            <a:ext cx="608330" cy="597535"/>
          </a:xfrm>
          <a:custGeom>
            <a:avLst/>
            <a:gdLst/>
            <a:ahLst/>
            <a:cxnLst/>
            <a:rect l="l" t="t" r="r" b="b"/>
            <a:pathLst>
              <a:path w="608330" h="597535">
                <a:moveTo>
                  <a:pt x="10972" y="291388"/>
                </a:moveTo>
                <a:lnTo>
                  <a:pt x="10680" y="291096"/>
                </a:lnTo>
                <a:lnTo>
                  <a:pt x="10934" y="291706"/>
                </a:lnTo>
                <a:lnTo>
                  <a:pt x="10972" y="291388"/>
                </a:lnTo>
                <a:close/>
              </a:path>
              <a:path w="608330" h="597535">
                <a:moveTo>
                  <a:pt x="29819" y="289140"/>
                </a:moveTo>
                <a:lnTo>
                  <a:pt x="27279" y="289140"/>
                </a:lnTo>
                <a:lnTo>
                  <a:pt x="27406" y="289267"/>
                </a:lnTo>
                <a:lnTo>
                  <a:pt x="29819" y="289267"/>
                </a:lnTo>
                <a:lnTo>
                  <a:pt x="29819" y="289140"/>
                </a:lnTo>
                <a:close/>
              </a:path>
              <a:path w="608330" h="597535">
                <a:moveTo>
                  <a:pt x="47028" y="289140"/>
                </a:moveTo>
                <a:lnTo>
                  <a:pt x="43840" y="289140"/>
                </a:lnTo>
                <a:lnTo>
                  <a:pt x="44145" y="287782"/>
                </a:lnTo>
                <a:lnTo>
                  <a:pt x="44208" y="287477"/>
                </a:lnTo>
                <a:lnTo>
                  <a:pt x="43383" y="284492"/>
                </a:lnTo>
                <a:lnTo>
                  <a:pt x="43281" y="284124"/>
                </a:lnTo>
                <a:lnTo>
                  <a:pt x="43192" y="283781"/>
                </a:lnTo>
                <a:lnTo>
                  <a:pt x="43129" y="283552"/>
                </a:lnTo>
                <a:lnTo>
                  <a:pt x="43002" y="283095"/>
                </a:lnTo>
                <a:lnTo>
                  <a:pt x="42887" y="282676"/>
                </a:lnTo>
                <a:lnTo>
                  <a:pt x="38989" y="282079"/>
                </a:lnTo>
                <a:lnTo>
                  <a:pt x="38989" y="284124"/>
                </a:lnTo>
                <a:lnTo>
                  <a:pt x="38887" y="284289"/>
                </a:lnTo>
                <a:lnTo>
                  <a:pt x="38785" y="284124"/>
                </a:lnTo>
                <a:lnTo>
                  <a:pt x="38989" y="284124"/>
                </a:lnTo>
                <a:lnTo>
                  <a:pt x="38989" y="282079"/>
                </a:lnTo>
                <a:lnTo>
                  <a:pt x="34772" y="281432"/>
                </a:lnTo>
                <a:lnTo>
                  <a:pt x="33515" y="288645"/>
                </a:lnTo>
                <a:lnTo>
                  <a:pt x="33426" y="289140"/>
                </a:lnTo>
                <a:lnTo>
                  <a:pt x="31623" y="289140"/>
                </a:lnTo>
                <a:lnTo>
                  <a:pt x="33401" y="289267"/>
                </a:lnTo>
                <a:lnTo>
                  <a:pt x="33261" y="290080"/>
                </a:lnTo>
                <a:lnTo>
                  <a:pt x="33197" y="290436"/>
                </a:lnTo>
                <a:lnTo>
                  <a:pt x="33134" y="290817"/>
                </a:lnTo>
                <a:lnTo>
                  <a:pt x="33032" y="291388"/>
                </a:lnTo>
                <a:lnTo>
                  <a:pt x="32931" y="291973"/>
                </a:lnTo>
                <a:lnTo>
                  <a:pt x="32804" y="292696"/>
                </a:lnTo>
                <a:lnTo>
                  <a:pt x="31927" y="291388"/>
                </a:lnTo>
                <a:lnTo>
                  <a:pt x="31813" y="290817"/>
                </a:lnTo>
                <a:lnTo>
                  <a:pt x="31724" y="290080"/>
                </a:lnTo>
                <a:lnTo>
                  <a:pt x="31635" y="289267"/>
                </a:lnTo>
                <a:lnTo>
                  <a:pt x="29819" y="289267"/>
                </a:lnTo>
                <a:lnTo>
                  <a:pt x="29933" y="291706"/>
                </a:lnTo>
                <a:lnTo>
                  <a:pt x="28244" y="290080"/>
                </a:lnTo>
                <a:lnTo>
                  <a:pt x="27406" y="289267"/>
                </a:lnTo>
                <a:lnTo>
                  <a:pt x="23609" y="289267"/>
                </a:lnTo>
                <a:lnTo>
                  <a:pt x="23609" y="290080"/>
                </a:lnTo>
                <a:lnTo>
                  <a:pt x="23418" y="290842"/>
                </a:lnTo>
                <a:lnTo>
                  <a:pt x="23190" y="291096"/>
                </a:lnTo>
                <a:lnTo>
                  <a:pt x="23596" y="290080"/>
                </a:lnTo>
                <a:lnTo>
                  <a:pt x="23609" y="289267"/>
                </a:lnTo>
                <a:lnTo>
                  <a:pt x="15633" y="289267"/>
                </a:lnTo>
                <a:lnTo>
                  <a:pt x="16167" y="290817"/>
                </a:lnTo>
                <a:lnTo>
                  <a:pt x="16256" y="291096"/>
                </a:lnTo>
                <a:lnTo>
                  <a:pt x="16357" y="291388"/>
                </a:lnTo>
                <a:lnTo>
                  <a:pt x="16471" y="291706"/>
                </a:lnTo>
                <a:lnTo>
                  <a:pt x="16510" y="291846"/>
                </a:lnTo>
                <a:lnTo>
                  <a:pt x="19342" y="292950"/>
                </a:lnTo>
                <a:lnTo>
                  <a:pt x="19304" y="290080"/>
                </a:lnTo>
                <a:lnTo>
                  <a:pt x="20574" y="291388"/>
                </a:lnTo>
                <a:lnTo>
                  <a:pt x="22656" y="292417"/>
                </a:lnTo>
                <a:lnTo>
                  <a:pt x="22974" y="292569"/>
                </a:lnTo>
                <a:lnTo>
                  <a:pt x="23241" y="292696"/>
                </a:lnTo>
                <a:lnTo>
                  <a:pt x="22948" y="292696"/>
                </a:lnTo>
                <a:lnTo>
                  <a:pt x="22555" y="292696"/>
                </a:lnTo>
                <a:lnTo>
                  <a:pt x="21031" y="296506"/>
                </a:lnTo>
                <a:lnTo>
                  <a:pt x="20929" y="296786"/>
                </a:lnTo>
                <a:lnTo>
                  <a:pt x="31203" y="294144"/>
                </a:lnTo>
                <a:lnTo>
                  <a:pt x="32435" y="294843"/>
                </a:lnTo>
                <a:lnTo>
                  <a:pt x="32385" y="295148"/>
                </a:lnTo>
                <a:lnTo>
                  <a:pt x="32715" y="294995"/>
                </a:lnTo>
                <a:lnTo>
                  <a:pt x="35382" y="296506"/>
                </a:lnTo>
                <a:lnTo>
                  <a:pt x="34010" y="294474"/>
                </a:lnTo>
                <a:lnTo>
                  <a:pt x="42418" y="290817"/>
                </a:lnTo>
                <a:lnTo>
                  <a:pt x="42786" y="290817"/>
                </a:lnTo>
                <a:lnTo>
                  <a:pt x="36385" y="295681"/>
                </a:lnTo>
                <a:lnTo>
                  <a:pt x="35382" y="296506"/>
                </a:lnTo>
                <a:lnTo>
                  <a:pt x="36144" y="296938"/>
                </a:lnTo>
                <a:lnTo>
                  <a:pt x="42392" y="294843"/>
                </a:lnTo>
                <a:lnTo>
                  <a:pt x="42621" y="294843"/>
                </a:lnTo>
                <a:lnTo>
                  <a:pt x="43230" y="291973"/>
                </a:lnTo>
                <a:lnTo>
                  <a:pt x="43294" y="291706"/>
                </a:lnTo>
                <a:lnTo>
                  <a:pt x="43357" y="291388"/>
                </a:lnTo>
                <a:lnTo>
                  <a:pt x="43484" y="290817"/>
                </a:lnTo>
                <a:lnTo>
                  <a:pt x="43573" y="290436"/>
                </a:lnTo>
                <a:lnTo>
                  <a:pt x="43294" y="290436"/>
                </a:lnTo>
                <a:lnTo>
                  <a:pt x="42646" y="290715"/>
                </a:lnTo>
                <a:lnTo>
                  <a:pt x="37528" y="286727"/>
                </a:lnTo>
                <a:lnTo>
                  <a:pt x="38773" y="284492"/>
                </a:lnTo>
                <a:lnTo>
                  <a:pt x="39052" y="284492"/>
                </a:lnTo>
                <a:lnTo>
                  <a:pt x="42506" y="289140"/>
                </a:lnTo>
                <a:lnTo>
                  <a:pt x="40640" y="289140"/>
                </a:lnTo>
                <a:lnTo>
                  <a:pt x="42595" y="289267"/>
                </a:lnTo>
                <a:lnTo>
                  <a:pt x="43472" y="290436"/>
                </a:lnTo>
                <a:lnTo>
                  <a:pt x="43637" y="290080"/>
                </a:lnTo>
                <a:lnTo>
                  <a:pt x="43815" y="289267"/>
                </a:lnTo>
                <a:lnTo>
                  <a:pt x="47002" y="289267"/>
                </a:lnTo>
                <a:lnTo>
                  <a:pt x="47028" y="289140"/>
                </a:lnTo>
                <a:close/>
              </a:path>
              <a:path w="608330" h="597535">
                <a:moveTo>
                  <a:pt x="52539" y="322173"/>
                </a:moveTo>
                <a:lnTo>
                  <a:pt x="52425" y="321348"/>
                </a:lnTo>
                <a:lnTo>
                  <a:pt x="52400" y="321170"/>
                </a:lnTo>
                <a:lnTo>
                  <a:pt x="52285" y="320382"/>
                </a:lnTo>
                <a:lnTo>
                  <a:pt x="52184" y="319620"/>
                </a:lnTo>
                <a:lnTo>
                  <a:pt x="52057" y="318706"/>
                </a:lnTo>
                <a:lnTo>
                  <a:pt x="51968" y="318071"/>
                </a:lnTo>
                <a:lnTo>
                  <a:pt x="51841" y="317157"/>
                </a:lnTo>
                <a:lnTo>
                  <a:pt x="51790" y="316788"/>
                </a:lnTo>
                <a:lnTo>
                  <a:pt x="51689" y="316090"/>
                </a:lnTo>
                <a:lnTo>
                  <a:pt x="51587" y="315277"/>
                </a:lnTo>
                <a:lnTo>
                  <a:pt x="51536" y="314934"/>
                </a:lnTo>
                <a:lnTo>
                  <a:pt x="51422" y="314159"/>
                </a:lnTo>
                <a:lnTo>
                  <a:pt x="51308" y="313347"/>
                </a:lnTo>
                <a:lnTo>
                  <a:pt x="51269" y="313004"/>
                </a:lnTo>
                <a:lnTo>
                  <a:pt x="51181" y="312369"/>
                </a:lnTo>
                <a:lnTo>
                  <a:pt x="49911" y="311162"/>
                </a:lnTo>
                <a:lnTo>
                  <a:pt x="49911" y="316788"/>
                </a:lnTo>
                <a:lnTo>
                  <a:pt x="49834" y="317563"/>
                </a:lnTo>
                <a:lnTo>
                  <a:pt x="48425" y="323303"/>
                </a:lnTo>
                <a:lnTo>
                  <a:pt x="48361" y="323545"/>
                </a:lnTo>
                <a:lnTo>
                  <a:pt x="43408" y="326783"/>
                </a:lnTo>
                <a:lnTo>
                  <a:pt x="40792" y="326377"/>
                </a:lnTo>
                <a:lnTo>
                  <a:pt x="38087" y="325970"/>
                </a:lnTo>
                <a:lnTo>
                  <a:pt x="34480" y="317563"/>
                </a:lnTo>
                <a:lnTo>
                  <a:pt x="34378" y="316788"/>
                </a:lnTo>
                <a:lnTo>
                  <a:pt x="34963" y="315277"/>
                </a:lnTo>
                <a:lnTo>
                  <a:pt x="39522" y="325970"/>
                </a:lnTo>
                <a:lnTo>
                  <a:pt x="46990" y="323545"/>
                </a:lnTo>
                <a:lnTo>
                  <a:pt x="47218" y="323545"/>
                </a:lnTo>
                <a:lnTo>
                  <a:pt x="47244" y="322541"/>
                </a:lnTo>
                <a:lnTo>
                  <a:pt x="47358" y="318528"/>
                </a:lnTo>
                <a:lnTo>
                  <a:pt x="44221" y="311873"/>
                </a:lnTo>
                <a:lnTo>
                  <a:pt x="44107" y="311645"/>
                </a:lnTo>
                <a:lnTo>
                  <a:pt x="37223" y="310553"/>
                </a:lnTo>
                <a:lnTo>
                  <a:pt x="36588" y="311137"/>
                </a:lnTo>
                <a:lnTo>
                  <a:pt x="45923" y="315861"/>
                </a:lnTo>
                <a:lnTo>
                  <a:pt x="42900" y="322541"/>
                </a:lnTo>
                <a:lnTo>
                  <a:pt x="40995" y="320382"/>
                </a:lnTo>
                <a:lnTo>
                  <a:pt x="41211" y="320078"/>
                </a:lnTo>
                <a:lnTo>
                  <a:pt x="45123" y="315620"/>
                </a:lnTo>
                <a:lnTo>
                  <a:pt x="35725" y="313347"/>
                </a:lnTo>
                <a:lnTo>
                  <a:pt x="36588" y="311137"/>
                </a:lnTo>
                <a:lnTo>
                  <a:pt x="35928" y="311645"/>
                </a:lnTo>
                <a:lnTo>
                  <a:pt x="34315" y="313004"/>
                </a:lnTo>
                <a:lnTo>
                  <a:pt x="33997" y="313004"/>
                </a:lnTo>
                <a:lnTo>
                  <a:pt x="34086" y="313207"/>
                </a:lnTo>
                <a:lnTo>
                  <a:pt x="33845" y="313410"/>
                </a:lnTo>
                <a:lnTo>
                  <a:pt x="33845" y="324523"/>
                </a:lnTo>
                <a:lnTo>
                  <a:pt x="30670" y="323862"/>
                </a:lnTo>
                <a:lnTo>
                  <a:pt x="29146" y="323545"/>
                </a:lnTo>
                <a:lnTo>
                  <a:pt x="28638" y="323748"/>
                </a:lnTo>
                <a:lnTo>
                  <a:pt x="28727" y="323545"/>
                </a:lnTo>
                <a:lnTo>
                  <a:pt x="28829" y="323303"/>
                </a:lnTo>
                <a:lnTo>
                  <a:pt x="29641" y="321348"/>
                </a:lnTo>
                <a:lnTo>
                  <a:pt x="30048" y="320382"/>
                </a:lnTo>
                <a:lnTo>
                  <a:pt x="30175" y="320078"/>
                </a:lnTo>
                <a:lnTo>
                  <a:pt x="30365" y="319620"/>
                </a:lnTo>
                <a:lnTo>
                  <a:pt x="30543" y="319366"/>
                </a:lnTo>
                <a:lnTo>
                  <a:pt x="32169" y="316953"/>
                </a:lnTo>
                <a:lnTo>
                  <a:pt x="32092" y="315277"/>
                </a:lnTo>
                <a:lnTo>
                  <a:pt x="32385" y="316788"/>
                </a:lnTo>
                <a:lnTo>
                  <a:pt x="33616" y="323303"/>
                </a:lnTo>
                <a:lnTo>
                  <a:pt x="33718" y="323862"/>
                </a:lnTo>
                <a:lnTo>
                  <a:pt x="33845" y="324523"/>
                </a:lnTo>
                <a:lnTo>
                  <a:pt x="33845" y="313410"/>
                </a:lnTo>
                <a:lnTo>
                  <a:pt x="33045" y="314083"/>
                </a:lnTo>
                <a:lnTo>
                  <a:pt x="27063" y="313563"/>
                </a:lnTo>
                <a:lnTo>
                  <a:pt x="27063" y="324358"/>
                </a:lnTo>
                <a:lnTo>
                  <a:pt x="24028" y="325526"/>
                </a:lnTo>
                <a:lnTo>
                  <a:pt x="18427" y="327888"/>
                </a:lnTo>
                <a:lnTo>
                  <a:pt x="15189" y="330441"/>
                </a:lnTo>
                <a:lnTo>
                  <a:pt x="13843" y="329361"/>
                </a:lnTo>
                <a:lnTo>
                  <a:pt x="16484" y="327888"/>
                </a:lnTo>
                <a:lnTo>
                  <a:pt x="17221" y="327482"/>
                </a:lnTo>
                <a:lnTo>
                  <a:pt x="27063" y="324358"/>
                </a:lnTo>
                <a:lnTo>
                  <a:pt x="27063" y="313563"/>
                </a:lnTo>
                <a:lnTo>
                  <a:pt x="26581" y="313524"/>
                </a:lnTo>
                <a:lnTo>
                  <a:pt x="26581" y="319366"/>
                </a:lnTo>
                <a:lnTo>
                  <a:pt x="26123" y="318706"/>
                </a:lnTo>
                <a:lnTo>
                  <a:pt x="26136" y="318541"/>
                </a:lnTo>
                <a:lnTo>
                  <a:pt x="26466" y="319138"/>
                </a:lnTo>
                <a:lnTo>
                  <a:pt x="26581" y="319366"/>
                </a:lnTo>
                <a:lnTo>
                  <a:pt x="26581" y="313524"/>
                </a:lnTo>
                <a:lnTo>
                  <a:pt x="22999" y="313207"/>
                </a:lnTo>
                <a:lnTo>
                  <a:pt x="22352" y="313207"/>
                </a:lnTo>
                <a:lnTo>
                  <a:pt x="25069" y="317157"/>
                </a:lnTo>
                <a:lnTo>
                  <a:pt x="26009" y="318528"/>
                </a:lnTo>
                <a:lnTo>
                  <a:pt x="25069" y="317157"/>
                </a:lnTo>
                <a:lnTo>
                  <a:pt x="23215" y="318528"/>
                </a:lnTo>
                <a:lnTo>
                  <a:pt x="22301" y="319976"/>
                </a:lnTo>
                <a:lnTo>
                  <a:pt x="22225" y="319620"/>
                </a:lnTo>
                <a:lnTo>
                  <a:pt x="22110" y="319138"/>
                </a:lnTo>
                <a:lnTo>
                  <a:pt x="22021" y="318706"/>
                </a:lnTo>
                <a:lnTo>
                  <a:pt x="21971" y="318528"/>
                </a:lnTo>
                <a:lnTo>
                  <a:pt x="21869" y="318071"/>
                </a:lnTo>
                <a:lnTo>
                  <a:pt x="21755" y="317563"/>
                </a:lnTo>
                <a:lnTo>
                  <a:pt x="21666" y="317157"/>
                </a:lnTo>
                <a:lnTo>
                  <a:pt x="19151" y="318706"/>
                </a:lnTo>
                <a:lnTo>
                  <a:pt x="19265" y="317563"/>
                </a:lnTo>
                <a:lnTo>
                  <a:pt x="18973" y="317652"/>
                </a:lnTo>
                <a:lnTo>
                  <a:pt x="18973" y="320382"/>
                </a:lnTo>
                <a:lnTo>
                  <a:pt x="18872" y="321348"/>
                </a:lnTo>
                <a:lnTo>
                  <a:pt x="18757" y="320078"/>
                </a:lnTo>
                <a:lnTo>
                  <a:pt x="18859" y="321170"/>
                </a:lnTo>
                <a:lnTo>
                  <a:pt x="18973" y="320382"/>
                </a:lnTo>
                <a:lnTo>
                  <a:pt x="18973" y="317652"/>
                </a:lnTo>
                <a:lnTo>
                  <a:pt x="15049" y="318668"/>
                </a:lnTo>
                <a:lnTo>
                  <a:pt x="15544" y="318071"/>
                </a:lnTo>
                <a:lnTo>
                  <a:pt x="17195" y="316090"/>
                </a:lnTo>
                <a:lnTo>
                  <a:pt x="22161" y="311873"/>
                </a:lnTo>
                <a:lnTo>
                  <a:pt x="27686" y="308787"/>
                </a:lnTo>
                <a:lnTo>
                  <a:pt x="33985" y="307174"/>
                </a:lnTo>
                <a:lnTo>
                  <a:pt x="40970" y="307441"/>
                </a:lnTo>
                <a:lnTo>
                  <a:pt x="47155" y="310553"/>
                </a:lnTo>
                <a:lnTo>
                  <a:pt x="46964" y="310553"/>
                </a:lnTo>
                <a:lnTo>
                  <a:pt x="49911" y="316788"/>
                </a:lnTo>
                <a:lnTo>
                  <a:pt x="49911" y="311162"/>
                </a:lnTo>
                <a:lnTo>
                  <a:pt x="45720" y="307174"/>
                </a:lnTo>
                <a:lnTo>
                  <a:pt x="43637" y="305193"/>
                </a:lnTo>
                <a:lnTo>
                  <a:pt x="33274" y="304076"/>
                </a:lnTo>
                <a:lnTo>
                  <a:pt x="43675" y="301193"/>
                </a:lnTo>
                <a:lnTo>
                  <a:pt x="43954" y="300786"/>
                </a:lnTo>
                <a:lnTo>
                  <a:pt x="49390" y="292950"/>
                </a:lnTo>
                <a:lnTo>
                  <a:pt x="49276" y="291706"/>
                </a:lnTo>
                <a:lnTo>
                  <a:pt x="49149" y="290436"/>
                </a:lnTo>
                <a:lnTo>
                  <a:pt x="49047" y="289267"/>
                </a:lnTo>
                <a:lnTo>
                  <a:pt x="47002" y="289267"/>
                </a:lnTo>
                <a:lnTo>
                  <a:pt x="46266" y="292696"/>
                </a:lnTo>
                <a:lnTo>
                  <a:pt x="46202" y="292950"/>
                </a:lnTo>
                <a:lnTo>
                  <a:pt x="46139" y="293281"/>
                </a:lnTo>
                <a:lnTo>
                  <a:pt x="46075" y="293573"/>
                </a:lnTo>
                <a:lnTo>
                  <a:pt x="45999" y="293890"/>
                </a:lnTo>
                <a:lnTo>
                  <a:pt x="45872" y="294474"/>
                </a:lnTo>
                <a:lnTo>
                  <a:pt x="45758" y="294995"/>
                </a:lnTo>
                <a:lnTo>
                  <a:pt x="45643" y="295529"/>
                </a:lnTo>
                <a:lnTo>
                  <a:pt x="40538" y="299389"/>
                </a:lnTo>
                <a:lnTo>
                  <a:pt x="33743" y="300786"/>
                </a:lnTo>
                <a:lnTo>
                  <a:pt x="27190" y="300202"/>
                </a:lnTo>
                <a:lnTo>
                  <a:pt x="21043" y="298056"/>
                </a:lnTo>
                <a:lnTo>
                  <a:pt x="15379" y="294843"/>
                </a:lnTo>
                <a:lnTo>
                  <a:pt x="14871" y="294474"/>
                </a:lnTo>
                <a:lnTo>
                  <a:pt x="13398" y="293281"/>
                </a:lnTo>
                <a:lnTo>
                  <a:pt x="12674" y="292696"/>
                </a:lnTo>
                <a:lnTo>
                  <a:pt x="14262" y="292696"/>
                </a:lnTo>
                <a:lnTo>
                  <a:pt x="16878" y="292938"/>
                </a:lnTo>
                <a:lnTo>
                  <a:pt x="16560" y="291973"/>
                </a:lnTo>
                <a:lnTo>
                  <a:pt x="16510" y="291846"/>
                </a:lnTo>
                <a:lnTo>
                  <a:pt x="15633" y="289267"/>
                </a:lnTo>
                <a:lnTo>
                  <a:pt x="12230" y="289267"/>
                </a:lnTo>
                <a:lnTo>
                  <a:pt x="12242" y="289140"/>
                </a:lnTo>
                <a:lnTo>
                  <a:pt x="27279" y="289140"/>
                </a:lnTo>
                <a:lnTo>
                  <a:pt x="26327" y="287782"/>
                </a:lnTo>
                <a:lnTo>
                  <a:pt x="24752" y="285508"/>
                </a:lnTo>
                <a:lnTo>
                  <a:pt x="25196" y="285508"/>
                </a:lnTo>
                <a:lnTo>
                  <a:pt x="25501" y="285394"/>
                </a:lnTo>
                <a:lnTo>
                  <a:pt x="29565" y="283781"/>
                </a:lnTo>
                <a:lnTo>
                  <a:pt x="29578" y="284124"/>
                </a:lnTo>
                <a:lnTo>
                  <a:pt x="29705" y="286727"/>
                </a:lnTo>
                <a:lnTo>
                  <a:pt x="29819" y="289140"/>
                </a:lnTo>
                <a:lnTo>
                  <a:pt x="31623" y="289140"/>
                </a:lnTo>
                <a:lnTo>
                  <a:pt x="31521" y="287477"/>
                </a:lnTo>
                <a:lnTo>
                  <a:pt x="32423" y="284492"/>
                </a:lnTo>
                <a:lnTo>
                  <a:pt x="32524" y="284124"/>
                </a:lnTo>
                <a:lnTo>
                  <a:pt x="32626" y="283781"/>
                </a:lnTo>
                <a:lnTo>
                  <a:pt x="32829" y="283095"/>
                </a:lnTo>
                <a:lnTo>
                  <a:pt x="32956" y="282676"/>
                </a:lnTo>
                <a:lnTo>
                  <a:pt x="33032" y="282422"/>
                </a:lnTo>
                <a:lnTo>
                  <a:pt x="33083" y="282244"/>
                </a:lnTo>
                <a:lnTo>
                  <a:pt x="33248" y="281711"/>
                </a:lnTo>
                <a:lnTo>
                  <a:pt x="38417" y="280035"/>
                </a:lnTo>
                <a:lnTo>
                  <a:pt x="44018" y="282422"/>
                </a:lnTo>
                <a:lnTo>
                  <a:pt x="47142" y="288645"/>
                </a:lnTo>
                <a:lnTo>
                  <a:pt x="47028" y="289140"/>
                </a:lnTo>
                <a:lnTo>
                  <a:pt x="49034" y="289140"/>
                </a:lnTo>
                <a:lnTo>
                  <a:pt x="48983" y="288645"/>
                </a:lnTo>
                <a:lnTo>
                  <a:pt x="48869" y="287477"/>
                </a:lnTo>
                <a:lnTo>
                  <a:pt x="48793" y="286727"/>
                </a:lnTo>
                <a:lnTo>
                  <a:pt x="48679" y="285508"/>
                </a:lnTo>
                <a:lnTo>
                  <a:pt x="48577" y="284492"/>
                </a:lnTo>
                <a:lnTo>
                  <a:pt x="48488" y="283552"/>
                </a:lnTo>
                <a:lnTo>
                  <a:pt x="48437" y="283095"/>
                </a:lnTo>
                <a:lnTo>
                  <a:pt x="45859" y="280035"/>
                </a:lnTo>
                <a:lnTo>
                  <a:pt x="43434" y="277177"/>
                </a:lnTo>
                <a:lnTo>
                  <a:pt x="42697" y="276301"/>
                </a:lnTo>
                <a:lnTo>
                  <a:pt x="34036" y="277177"/>
                </a:lnTo>
                <a:lnTo>
                  <a:pt x="34861" y="271259"/>
                </a:lnTo>
                <a:lnTo>
                  <a:pt x="24980" y="269798"/>
                </a:lnTo>
                <a:lnTo>
                  <a:pt x="27952" y="282168"/>
                </a:lnTo>
                <a:lnTo>
                  <a:pt x="22618" y="281355"/>
                </a:lnTo>
                <a:lnTo>
                  <a:pt x="22618" y="284975"/>
                </a:lnTo>
                <a:lnTo>
                  <a:pt x="16586" y="284124"/>
                </a:lnTo>
                <a:lnTo>
                  <a:pt x="12560" y="283552"/>
                </a:lnTo>
                <a:lnTo>
                  <a:pt x="11899" y="283324"/>
                </a:lnTo>
                <a:lnTo>
                  <a:pt x="11899" y="289140"/>
                </a:lnTo>
                <a:lnTo>
                  <a:pt x="11849" y="289267"/>
                </a:lnTo>
                <a:lnTo>
                  <a:pt x="9944" y="289267"/>
                </a:lnTo>
                <a:lnTo>
                  <a:pt x="10566" y="290817"/>
                </a:lnTo>
                <a:lnTo>
                  <a:pt x="10680" y="291096"/>
                </a:lnTo>
                <a:lnTo>
                  <a:pt x="11049" y="291388"/>
                </a:lnTo>
                <a:lnTo>
                  <a:pt x="11036" y="291973"/>
                </a:lnTo>
                <a:lnTo>
                  <a:pt x="10934" y="291706"/>
                </a:lnTo>
                <a:lnTo>
                  <a:pt x="10795" y="291846"/>
                </a:lnTo>
                <a:lnTo>
                  <a:pt x="10731" y="291973"/>
                </a:lnTo>
                <a:lnTo>
                  <a:pt x="10680" y="291096"/>
                </a:lnTo>
                <a:lnTo>
                  <a:pt x="9855" y="290436"/>
                </a:lnTo>
                <a:lnTo>
                  <a:pt x="5410" y="285508"/>
                </a:lnTo>
                <a:lnTo>
                  <a:pt x="5067" y="285508"/>
                </a:lnTo>
                <a:lnTo>
                  <a:pt x="6832" y="284124"/>
                </a:lnTo>
                <a:lnTo>
                  <a:pt x="8026" y="284492"/>
                </a:lnTo>
                <a:lnTo>
                  <a:pt x="9893" y="289140"/>
                </a:lnTo>
                <a:lnTo>
                  <a:pt x="11899" y="289140"/>
                </a:lnTo>
                <a:lnTo>
                  <a:pt x="11899" y="283324"/>
                </a:lnTo>
                <a:lnTo>
                  <a:pt x="8801" y="282244"/>
                </a:lnTo>
                <a:lnTo>
                  <a:pt x="9906" y="280987"/>
                </a:lnTo>
                <a:lnTo>
                  <a:pt x="13652" y="282968"/>
                </a:lnTo>
                <a:lnTo>
                  <a:pt x="20256" y="284492"/>
                </a:lnTo>
                <a:lnTo>
                  <a:pt x="22618" y="284975"/>
                </a:lnTo>
                <a:lnTo>
                  <a:pt x="22618" y="281355"/>
                </a:lnTo>
                <a:lnTo>
                  <a:pt x="20307" y="280987"/>
                </a:lnTo>
                <a:lnTo>
                  <a:pt x="14147" y="280035"/>
                </a:lnTo>
                <a:lnTo>
                  <a:pt x="10248" y="278726"/>
                </a:lnTo>
                <a:lnTo>
                  <a:pt x="11125" y="275653"/>
                </a:lnTo>
                <a:lnTo>
                  <a:pt x="11823" y="271259"/>
                </a:lnTo>
                <a:lnTo>
                  <a:pt x="11303" y="270548"/>
                </a:lnTo>
                <a:lnTo>
                  <a:pt x="7886" y="266331"/>
                </a:lnTo>
                <a:lnTo>
                  <a:pt x="2578" y="264464"/>
                </a:lnTo>
                <a:lnTo>
                  <a:pt x="419" y="270548"/>
                </a:lnTo>
                <a:lnTo>
                  <a:pt x="0" y="273786"/>
                </a:lnTo>
                <a:lnTo>
                  <a:pt x="1485" y="276593"/>
                </a:lnTo>
                <a:lnTo>
                  <a:pt x="3987" y="281432"/>
                </a:lnTo>
                <a:lnTo>
                  <a:pt x="6832" y="281432"/>
                </a:lnTo>
                <a:lnTo>
                  <a:pt x="3340" y="286727"/>
                </a:lnTo>
                <a:lnTo>
                  <a:pt x="11315" y="295681"/>
                </a:lnTo>
                <a:lnTo>
                  <a:pt x="21704" y="301904"/>
                </a:lnTo>
                <a:lnTo>
                  <a:pt x="32372" y="304038"/>
                </a:lnTo>
                <a:lnTo>
                  <a:pt x="21932" y="308000"/>
                </a:lnTo>
                <a:lnTo>
                  <a:pt x="14655" y="314477"/>
                </a:lnTo>
                <a:lnTo>
                  <a:pt x="14655" y="319138"/>
                </a:lnTo>
                <a:lnTo>
                  <a:pt x="14617" y="319620"/>
                </a:lnTo>
                <a:lnTo>
                  <a:pt x="14516" y="319366"/>
                </a:lnTo>
                <a:lnTo>
                  <a:pt x="14274" y="319595"/>
                </a:lnTo>
                <a:lnTo>
                  <a:pt x="14465" y="319366"/>
                </a:lnTo>
                <a:lnTo>
                  <a:pt x="14414" y="319138"/>
                </a:lnTo>
                <a:lnTo>
                  <a:pt x="14516" y="319366"/>
                </a:lnTo>
                <a:lnTo>
                  <a:pt x="14655" y="319138"/>
                </a:lnTo>
                <a:lnTo>
                  <a:pt x="14655" y="314477"/>
                </a:lnTo>
                <a:lnTo>
                  <a:pt x="14287" y="314807"/>
                </a:lnTo>
                <a:lnTo>
                  <a:pt x="14287" y="318858"/>
                </a:lnTo>
                <a:lnTo>
                  <a:pt x="13830" y="318985"/>
                </a:lnTo>
                <a:lnTo>
                  <a:pt x="14287" y="318858"/>
                </a:lnTo>
                <a:lnTo>
                  <a:pt x="14287" y="314807"/>
                </a:lnTo>
                <a:lnTo>
                  <a:pt x="13665" y="315353"/>
                </a:lnTo>
                <a:lnTo>
                  <a:pt x="13665" y="320078"/>
                </a:lnTo>
                <a:lnTo>
                  <a:pt x="13627" y="320382"/>
                </a:lnTo>
                <a:lnTo>
                  <a:pt x="12827" y="325526"/>
                </a:lnTo>
                <a:lnTo>
                  <a:pt x="12763" y="325970"/>
                </a:lnTo>
                <a:lnTo>
                  <a:pt x="12700" y="326377"/>
                </a:lnTo>
                <a:lnTo>
                  <a:pt x="12611" y="326885"/>
                </a:lnTo>
                <a:lnTo>
                  <a:pt x="12560" y="327240"/>
                </a:lnTo>
                <a:lnTo>
                  <a:pt x="11455" y="327837"/>
                </a:lnTo>
                <a:lnTo>
                  <a:pt x="9652" y="326885"/>
                </a:lnTo>
                <a:lnTo>
                  <a:pt x="12865" y="321348"/>
                </a:lnTo>
                <a:lnTo>
                  <a:pt x="12966" y="321170"/>
                </a:lnTo>
                <a:lnTo>
                  <a:pt x="13614" y="320382"/>
                </a:lnTo>
                <a:lnTo>
                  <a:pt x="13665" y="320078"/>
                </a:lnTo>
                <a:lnTo>
                  <a:pt x="13665" y="315353"/>
                </a:lnTo>
                <a:lnTo>
                  <a:pt x="13360" y="315620"/>
                </a:lnTo>
                <a:lnTo>
                  <a:pt x="13131" y="315861"/>
                </a:lnTo>
                <a:lnTo>
                  <a:pt x="7366" y="325970"/>
                </a:lnTo>
                <a:lnTo>
                  <a:pt x="7581" y="325970"/>
                </a:lnTo>
                <a:lnTo>
                  <a:pt x="12204" y="330542"/>
                </a:lnTo>
                <a:lnTo>
                  <a:pt x="9296" y="331000"/>
                </a:lnTo>
                <a:lnTo>
                  <a:pt x="7188" y="339090"/>
                </a:lnTo>
                <a:lnTo>
                  <a:pt x="8356" y="342176"/>
                </a:lnTo>
                <a:lnTo>
                  <a:pt x="11899" y="347802"/>
                </a:lnTo>
                <a:lnTo>
                  <a:pt x="16649" y="345109"/>
                </a:lnTo>
                <a:lnTo>
                  <a:pt x="17843" y="342849"/>
                </a:lnTo>
                <a:lnTo>
                  <a:pt x="19405" y="339725"/>
                </a:lnTo>
                <a:lnTo>
                  <a:pt x="17678" y="335483"/>
                </a:lnTo>
                <a:lnTo>
                  <a:pt x="16090" y="332587"/>
                </a:lnTo>
                <a:lnTo>
                  <a:pt x="19519" y="330708"/>
                </a:lnTo>
                <a:lnTo>
                  <a:pt x="20015" y="330542"/>
                </a:lnTo>
                <a:lnTo>
                  <a:pt x="32664" y="326377"/>
                </a:lnTo>
                <a:lnTo>
                  <a:pt x="32626" y="338988"/>
                </a:lnTo>
                <a:lnTo>
                  <a:pt x="41973" y="335978"/>
                </a:lnTo>
                <a:lnTo>
                  <a:pt x="40055" y="331000"/>
                </a:lnTo>
                <a:lnTo>
                  <a:pt x="39954" y="330708"/>
                </a:lnTo>
                <a:lnTo>
                  <a:pt x="39890" y="330542"/>
                </a:lnTo>
                <a:lnTo>
                  <a:pt x="39789" y="330288"/>
                </a:lnTo>
                <a:lnTo>
                  <a:pt x="48488" y="329768"/>
                </a:lnTo>
                <a:lnTo>
                  <a:pt x="50025" y="326885"/>
                </a:lnTo>
                <a:lnTo>
                  <a:pt x="52539" y="322173"/>
                </a:lnTo>
                <a:close/>
              </a:path>
              <a:path w="608330" h="597535">
                <a:moveTo>
                  <a:pt x="110236" y="128422"/>
                </a:moveTo>
                <a:lnTo>
                  <a:pt x="103809" y="126923"/>
                </a:lnTo>
                <a:lnTo>
                  <a:pt x="87223" y="123063"/>
                </a:lnTo>
                <a:lnTo>
                  <a:pt x="85991" y="122783"/>
                </a:lnTo>
                <a:lnTo>
                  <a:pt x="85991" y="126161"/>
                </a:lnTo>
                <a:lnTo>
                  <a:pt x="78359" y="135686"/>
                </a:lnTo>
                <a:lnTo>
                  <a:pt x="72745" y="123063"/>
                </a:lnTo>
                <a:lnTo>
                  <a:pt x="85991" y="126161"/>
                </a:lnTo>
                <a:lnTo>
                  <a:pt x="85991" y="122783"/>
                </a:lnTo>
                <a:lnTo>
                  <a:pt x="83197" y="122123"/>
                </a:lnTo>
                <a:lnTo>
                  <a:pt x="64274" y="117716"/>
                </a:lnTo>
                <a:lnTo>
                  <a:pt x="63842" y="118275"/>
                </a:lnTo>
                <a:lnTo>
                  <a:pt x="62826" y="119405"/>
                </a:lnTo>
                <a:lnTo>
                  <a:pt x="59740" y="122732"/>
                </a:lnTo>
                <a:lnTo>
                  <a:pt x="58610" y="124028"/>
                </a:lnTo>
                <a:lnTo>
                  <a:pt x="57111" y="125882"/>
                </a:lnTo>
                <a:lnTo>
                  <a:pt x="56984" y="126161"/>
                </a:lnTo>
                <a:lnTo>
                  <a:pt x="57505" y="126568"/>
                </a:lnTo>
                <a:lnTo>
                  <a:pt x="59067" y="124777"/>
                </a:lnTo>
                <a:lnTo>
                  <a:pt x="60871" y="123532"/>
                </a:lnTo>
                <a:lnTo>
                  <a:pt x="64871" y="122123"/>
                </a:lnTo>
                <a:lnTo>
                  <a:pt x="67398" y="122123"/>
                </a:lnTo>
                <a:lnTo>
                  <a:pt x="69265" y="122542"/>
                </a:lnTo>
                <a:lnTo>
                  <a:pt x="83400" y="154114"/>
                </a:lnTo>
                <a:lnTo>
                  <a:pt x="83997" y="157327"/>
                </a:lnTo>
                <a:lnTo>
                  <a:pt x="84074" y="158496"/>
                </a:lnTo>
                <a:lnTo>
                  <a:pt x="83566" y="160934"/>
                </a:lnTo>
                <a:lnTo>
                  <a:pt x="83464" y="161404"/>
                </a:lnTo>
                <a:lnTo>
                  <a:pt x="84023" y="161874"/>
                </a:lnTo>
                <a:lnTo>
                  <a:pt x="84696" y="160934"/>
                </a:lnTo>
                <a:lnTo>
                  <a:pt x="86220" y="158496"/>
                </a:lnTo>
                <a:lnTo>
                  <a:pt x="87033" y="157327"/>
                </a:lnTo>
                <a:lnTo>
                  <a:pt x="88544" y="155448"/>
                </a:lnTo>
                <a:lnTo>
                  <a:pt x="89522" y="154381"/>
                </a:lnTo>
                <a:lnTo>
                  <a:pt x="91592" y="152311"/>
                </a:lnTo>
                <a:lnTo>
                  <a:pt x="92290" y="151536"/>
                </a:lnTo>
                <a:lnTo>
                  <a:pt x="91719" y="151091"/>
                </a:lnTo>
                <a:lnTo>
                  <a:pt x="89649" y="152311"/>
                </a:lnTo>
                <a:lnTo>
                  <a:pt x="87858" y="152311"/>
                </a:lnTo>
                <a:lnTo>
                  <a:pt x="85280" y="150279"/>
                </a:lnTo>
                <a:lnTo>
                  <a:pt x="84543" y="149326"/>
                </a:lnTo>
                <a:lnTo>
                  <a:pt x="83477" y="147015"/>
                </a:lnTo>
                <a:lnTo>
                  <a:pt x="83185" y="146494"/>
                </a:lnTo>
                <a:lnTo>
                  <a:pt x="79730" y="138811"/>
                </a:lnTo>
                <a:lnTo>
                  <a:pt x="82232" y="135686"/>
                </a:lnTo>
                <a:lnTo>
                  <a:pt x="89230" y="126923"/>
                </a:lnTo>
                <a:lnTo>
                  <a:pt x="105168" y="133781"/>
                </a:lnTo>
                <a:lnTo>
                  <a:pt x="104254" y="135686"/>
                </a:lnTo>
                <a:lnTo>
                  <a:pt x="104736" y="136055"/>
                </a:lnTo>
                <a:lnTo>
                  <a:pt x="106807" y="133032"/>
                </a:lnTo>
                <a:lnTo>
                  <a:pt x="108635" y="130492"/>
                </a:lnTo>
                <a:lnTo>
                  <a:pt x="110236" y="128422"/>
                </a:lnTo>
                <a:close/>
              </a:path>
              <a:path w="608330" h="597535">
                <a:moveTo>
                  <a:pt x="117640" y="119875"/>
                </a:moveTo>
                <a:lnTo>
                  <a:pt x="117068" y="119405"/>
                </a:lnTo>
                <a:lnTo>
                  <a:pt x="113588" y="121450"/>
                </a:lnTo>
                <a:lnTo>
                  <a:pt x="108153" y="121589"/>
                </a:lnTo>
                <a:lnTo>
                  <a:pt x="79463" y="115036"/>
                </a:lnTo>
                <a:lnTo>
                  <a:pt x="79146" y="114909"/>
                </a:lnTo>
                <a:lnTo>
                  <a:pt x="78892" y="114909"/>
                </a:lnTo>
                <a:lnTo>
                  <a:pt x="78155" y="114617"/>
                </a:lnTo>
                <a:lnTo>
                  <a:pt x="76720" y="114236"/>
                </a:lnTo>
                <a:lnTo>
                  <a:pt x="74269" y="113652"/>
                </a:lnTo>
                <a:lnTo>
                  <a:pt x="71996" y="113068"/>
                </a:lnTo>
                <a:lnTo>
                  <a:pt x="70154" y="112560"/>
                </a:lnTo>
                <a:lnTo>
                  <a:pt x="68732" y="112115"/>
                </a:lnTo>
                <a:lnTo>
                  <a:pt x="66255" y="115201"/>
                </a:lnTo>
                <a:lnTo>
                  <a:pt x="112204" y="125882"/>
                </a:lnTo>
                <a:lnTo>
                  <a:pt x="113284" y="124523"/>
                </a:lnTo>
                <a:lnTo>
                  <a:pt x="115100" y="122542"/>
                </a:lnTo>
                <a:lnTo>
                  <a:pt x="116014" y="121589"/>
                </a:lnTo>
                <a:lnTo>
                  <a:pt x="117640" y="119875"/>
                </a:lnTo>
                <a:close/>
              </a:path>
              <a:path w="608330" h="597535">
                <a:moveTo>
                  <a:pt x="117665" y="484936"/>
                </a:moveTo>
                <a:lnTo>
                  <a:pt x="113436" y="480275"/>
                </a:lnTo>
                <a:lnTo>
                  <a:pt x="113080" y="480656"/>
                </a:lnTo>
                <a:lnTo>
                  <a:pt x="113855" y="481799"/>
                </a:lnTo>
                <a:lnTo>
                  <a:pt x="114096" y="483006"/>
                </a:lnTo>
                <a:lnTo>
                  <a:pt x="113423" y="485432"/>
                </a:lnTo>
                <a:lnTo>
                  <a:pt x="112458" y="486867"/>
                </a:lnTo>
                <a:lnTo>
                  <a:pt x="99822" y="499605"/>
                </a:lnTo>
                <a:lnTo>
                  <a:pt x="98844" y="500811"/>
                </a:lnTo>
                <a:lnTo>
                  <a:pt x="98399" y="501675"/>
                </a:lnTo>
                <a:lnTo>
                  <a:pt x="97967" y="502589"/>
                </a:lnTo>
                <a:lnTo>
                  <a:pt x="98056" y="504977"/>
                </a:lnTo>
                <a:lnTo>
                  <a:pt x="98158" y="505637"/>
                </a:lnTo>
                <a:lnTo>
                  <a:pt x="98196" y="505904"/>
                </a:lnTo>
                <a:lnTo>
                  <a:pt x="98526" y="506679"/>
                </a:lnTo>
                <a:lnTo>
                  <a:pt x="98742" y="507098"/>
                </a:lnTo>
                <a:lnTo>
                  <a:pt x="99352" y="507936"/>
                </a:lnTo>
                <a:lnTo>
                  <a:pt x="99415" y="504799"/>
                </a:lnTo>
                <a:lnTo>
                  <a:pt x="100164" y="503262"/>
                </a:lnTo>
                <a:lnTo>
                  <a:pt x="100291" y="503021"/>
                </a:lnTo>
                <a:lnTo>
                  <a:pt x="100393" y="502793"/>
                </a:lnTo>
                <a:lnTo>
                  <a:pt x="100495" y="502589"/>
                </a:lnTo>
                <a:lnTo>
                  <a:pt x="101815" y="500951"/>
                </a:lnTo>
                <a:lnTo>
                  <a:pt x="117665" y="484936"/>
                </a:lnTo>
                <a:close/>
              </a:path>
              <a:path w="608330" h="597535">
                <a:moveTo>
                  <a:pt x="134213" y="501396"/>
                </a:moveTo>
                <a:lnTo>
                  <a:pt x="133413" y="500545"/>
                </a:lnTo>
                <a:lnTo>
                  <a:pt x="131406" y="498322"/>
                </a:lnTo>
                <a:lnTo>
                  <a:pt x="130835" y="497611"/>
                </a:lnTo>
                <a:lnTo>
                  <a:pt x="130098" y="496798"/>
                </a:lnTo>
                <a:lnTo>
                  <a:pt x="129641" y="497065"/>
                </a:lnTo>
                <a:lnTo>
                  <a:pt x="130187" y="497967"/>
                </a:lnTo>
                <a:lnTo>
                  <a:pt x="130302" y="498322"/>
                </a:lnTo>
                <a:lnTo>
                  <a:pt x="114973" y="517448"/>
                </a:lnTo>
                <a:lnTo>
                  <a:pt x="111175" y="516674"/>
                </a:lnTo>
                <a:lnTo>
                  <a:pt x="108242" y="515251"/>
                </a:lnTo>
                <a:lnTo>
                  <a:pt x="104914" y="511949"/>
                </a:lnTo>
                <a:lnTo>
                  <a:pt x="104089" y="510628"/>
                </a:lnTo>
                <a:lnTo>
                  <a:pt x="103454" y="508114"/>
                </a:lnTo>
                <a:lnTo>
                  <a:pt x="103505" y="506679"/>
                </a:lnTo>
                <a:lnTo>
                  <a:pt x="104368" y="504977"/>
                </a:lnTo>
                <a:lnTo>
                  <a:pt x="104457" y="504799"/>
                </a:lnTo>
                <a:lnTo>
                  <a:pt x="104546" y="504609"/>
                </a:lnTo>
                <a:lnTo>
                  <a:pt x="105638" y="503262"/>
                </a:lnTo>
                <a:lnTo>
                  <a:pt x="114922" y="493903"/>
                </a:lnTo>
                <a:lnTo>
                  <a:pt x="115366" y="493496"/>
                </a:lnTo>
                <a:lnTo>
                  <a:pt x="116649" y="492201"/>
                </a:lnTo>
                <a:lnTo>
                  <a:pt x="117678" y="491324"/>
                </a:lnTo>
                <a:lnTo>
                  <a:pt x="118440" y="490880"/>
                </a:lnTo>
                <a:lnTo>
                  <a:pt x="119075" y="490474"/>
                </a:lnTo>
                <a:lnTo>
                  <a:pt x="120002" y="490194"/>
                </a:lnTo>
                <a:lnTo>
                  <a:pt x="121907" y="490194"/>
                </a:lnTo>
                <a:lnTo>
                  <a:pt x="122745" y="490474"/>
                </a:lnTo>
                <a:lnTo>
                  <a:pt x="123596" y="491096"/>
                </a:lnTo>
                <a:lnTo>
                  <a:pt x="123939" y="490728"/>
                </a:lnTo>
                <a:lnTo>
                  <a:pt x="123291" y="490194"/>
                </a:lnTo>
                <a:lnTo>
                  <a:pt x="122085" y="489191"/>
                </a:lnTo>
                <a:lnTo>
                  <a:pt x="120459" y="487743"/>
                </a:lnTo>
                <a:lnTo>
                  <a:pt x="119062" y="486359"/>
                </a:lnTo>
                <a:lnTo>
                  <a:pt x="103581" y="501967"/>
                </a:lnTo>
                <a:lnTo>
                  <a:pt x="102362" y="503605"/>
                </a:lnTo>
                <a:lnTo>
                  <a:pt x="101168" y="506336"/>
                </a:lnTo>
                <a:lnTo>
                  <a:pt x="101168" y="508114"/>
                </a:lnTo>
                <a:lnTo>
                  <a:pt x="113499" y="518934"/>
                </a:lnTo>
                <a:lnTo>
                  <a:pt x="112649" y="519785"/>
                </a:lnTo>
                <a:lnTo>
                  <a:pt x="111925" y="520357"/>
                </a:lnTo>
                <a:lnTo>
                  <a:pt x="111366" y="520687"/>
                </a:lnTo>
                <a:lnTo>
                  <a:pt x="113245" y="522541"/>
                </a:lnTo>
                <a:lnTo>
                  <a:pt x="118300" y="517448"/>
                </a:lnTo>
                <a:lnTo>
                  <a:pt x="134213" y="501396"/>
                </a:lnTo>
                <a:close/>
              </a:path>
              <a:path w="608330" h="597535">
                <a:moveTo>
                  <a:pt x="140462" y="507098"/>
                </a:moveTo>
                <a:lnTo>
                  <a:pt x="139992" y="506679"/>
                </a:lnTo>
                <a:lnTo>
                  <a:pt x="136690" y="503783"/>
                </a:lnTo>
                <a:lnTo>
                  <a:pt x="135674" y="502793"/>
                </a:lnTo>
                <a:lnTo>
                  <a:pt x="114706" y="523963"/>
                </a:lnTo>
                <a:lnTo>
                  <a:pt x="116370" y="525614"/>
                </a:lnTo>
                <a:lnTo>
                  <a:pt x="117411" y="526796"/>
                </a:lnTo>
                <a:lnTo>
                  <a:pt x="119037" y="528726"/>
                </a:lnTo>
                <a:lnTo>
                  <a:pt x="119380" y="528345"/>
                </a:lnTo>
                <a:lnTo>
                  <a:pt x="117729" y="526173"/>
                </a:lnTo>
                <a:lnTo>
                  <a:pt x="118541" y="523417"/>
                </a:lnTo>
                <a:lnTo>
                  <a:pt x="132473" y="509346"/>
                </a:lnTo>
                <a:lnTo>
                  <a:pt x="133845" y="508114"/>
                </a:lnTo>
                <a:lnTo>
                  <a:pt x="135331" y="507098"/>
                </a:lnTo>
                <a:lnTo>
                  <a:pt x="135128" y="507098"/>
                </a:lnTo>
                <a:lnTo>
                  <a:pt x="136436" y="506679"/>
                </a:lnTo>
                <a:lnTo>
                  <a:pt x="138607" y="506679"/>
                </a:lnTo>
                <a:lnTo>
                  <a:pt x="139979" y="507098"/>
                </a:lnTo>
                <a:lnTo>
                  <a:pt x="139611" y="507098"/>
                </a:lnTo>
                <a:lnTo>
                  <a:pt x="140106" y="507441"/>
                </a:lnTo>
                <a:lnTo>
                  <a:pt x="140462" y="507098"/>
                </a:lnTo>
                <a:close/>
              </a:path>
              <a:path w="608330" h="597535">
                <a:moveTo>
                  <a:pt x="143459" y="97853"/>
                </a:moveTo>
                <a:lnTo>
                  <a:pt x="118643" y="63284"/>
                </a:lnTo>
                <a:lnTo>
                  <a:pt x="111315" y="67957"/>
                </a:lnTo>
                <a:lnTo>
                  <a:pt x="111518" y="67957"/>
                </a:lnTo>
                <a:lnTo>
                  <a:pt x="111874" y="68465"/>
                </a:lnTo>
                <a:lnTo>
                  <a:pt x="113055" y="67957"/>
                </a:lnTo>
                <a:lnTo>
                  <a:pt x="114604" y="67957"/>
                </a:lnTo>
                <a:lnTo>
                  <a:pt x="137934" y="99021"/>
                </a:lnTo>
                <a:lnTo>
                  <a:pt x="137566" y="100825"/>
                </a:lnTo>
                <a:lnTo>
                  <a:pt x="136385" y="102616"/>
                </a:lnTo>
                <a:lnTo>
                  <a:pt x="136829" y="103200"/>
                </a:lnTo>
                <a:lnTo>
                  <a:pt x="138645" y="101511"/>
                </a:lnTo>
                <a:lnTo>
                  <a:pt x="140169" y="100190"/>
                </a:lnTo>
                <a:lnTo>
                  <a:pt x="141427" y="99314"/>
                </a:lnTo>
                <a:lnTo>
                  <a:pt x="143459" y="97853"/>
                </a:lnTo>
                <a:close/>
              </a:path>
              <a:path w="608330" h="597535">
                <a:moveTo>
                  <a:pt x="166662" y="559333"/>
                </a:moveTo>
                <a:lnTo>
                  <a:pt x="157518" y="528789"/>
                </a:lnTo>
                <a:lnTo>
                  <a:pt x="154393" y="518337"/>
                </a:lnTo>
                <a:lnTo>
                  <a:pt x="150317" y="515302"/>
                </a:lnTo>
                <a:lnTo>
                  <a:pt x="150050" y="515734"/>
                </a:lnTo>
                <a:lnTo>
                  <a:pt x="151333" y="517334"/>
                </a:lnTo>
                <a:lnTo>
                  <a:pt x="152514" y="519887"/>
                </a:lnTo>
                <a:lnTo>
                  <a:pt x="141097" y="543775"/>
                </a:lnTo>
                <a:lnTo>
                  <a:pt x="139877" y="543775"/>
                </a:lnTo>
                <a:lnTo>
                  <a:pt x="138303" y="543204"/>
                </a:lnTo>
                <a:lnTo>
                  <a:pt x="137934" y="543775"/>
                </a:lnTo>
                <a:lnTo>
                  <a:pt x="138328" y="543775"/>
                </a:lnTo>
                <a:lnTo>
                  <a:pt x="140106" y="544703"/>
                </a:lnTo>
                <a:lnTo>
                  <a:pt x="141630" y="545541"/>
                </a:lnTo>
                <a:lnTo>
                  <a:pt x="143522" y="546773"/>
                </a:lnTo>
                <a:lnTo>
                  <a:pt x="145008" y="547852"/>
                </a:lnTo>
                <a:lnTo>
                  <a:pt x="147269" y="549579"/>
                </a:lnTo>
                <a:lnTo>
                  <a:pt x="147548" y="549173"/>
                </a:lnTo>
                <a:lnTo>
                  <a:pt x="146418" y="548017"/>
                </a:lnTo>
                <a:lnTo>
                  <a:pt x="145808" y="546773"/>
                </a:lnTo>
                <a:lnTo>
                  <a:pt x="145783" y="544131"/>
                </a:lnTo>
                <a:lnTo>
                  <a:pt x="146469" y="542544"/>
                </a:lnTo>
                <a:lnTo>
                  <a:pt x="146583" y="542277"/>
                </a:lnTo>
                <a:lnTo>
                  <a:pt x="155244" y="528789"/>
                </a:lnTo>
                <a:lnTo>
                  <a:pt x="164922" y="560971"/>
                </a:lnTo>
                <a:lnTo>
                  <a:pt x="165404" y="561276"/>
                </a:lnTo>
                <a:lnTo>
                  <a:pt x="166662" y="559333"/>
                </a:lnTo>
                <a:close/>
              </a:path>
              <a:path w="608330" h="597535">
                <a:moveTo>
                  <a:pt x="167017" y="81597"/>
                </a:moveTo>
                <a:lnTo>
                  <a:pt x="166522" y="80594"/>
                </a:lnTo>
                <a:lnTo>
                  <a:pt x="166039" y="79184"/>
                </a:lnTo>
                <a:lnTo>
                  <a:pt x="165569" y="77393"/>
                </a:lnTo>
                <a:lnTo>
                  <a:pt x="164871" y="74904"/>
                </a:lnTo>
                <a:lnTo>
                  <a:pt x="164757" y="74472"/>
                </a:lnTo>
                <a:lnTo>
                  <a:pt x="164045" y="72466"/>
                </a:lnTo>
                <a:lnTo>
                  <a:pt x="163449" y="71310"/>
                </a:lnTo>
                <a:lnTo>
                  <a:pt x="162775" y="71793"/>
                </a:lnTo>
                <a:lnTo>
                  <a:pt x="163131" y="74472"/>
                </a:lnTo>
                <a:lnTo>
                  <a:pt x="163195" y="74904"/>
                </a:lnTo>
                <a:lnTo>
                  <a:pt x="162890" y="77393"/>
                </a:lnTo>
                <a:lnTo>
                  <a:pt x="160794" y="81241"/>
                </a:lnTo>
                <a:lnTo>
                  <a:pt x="159042" y="83058"/>
                </a:lnTo>
                <a:lnTo>
                  <a:pt x="148704" y="90487"/>
                </a:lnTo>
                <a:lnTo>
                  <a:pt x="148018" y="90805"/>
                </a:lnTo>
                <a:lnTo>
                  <a:pt x="146227" y="90487"/>
                </a:lnTo>
                <a:lnTo>
                  <a:pt x="146939" y="90487"/>
                </a:lnTo>
                <a:lnTo>
                  <a:pt x="146164" y="89801"/>
                </a:lnTo>
                <a:lnTo>
                  <a:pt x="126657" y="60515"/>
                </a:lnTo>
                <a:lnTo>
                  <a:pt x="126580" y="59893"/>
                </a:lnTo>
                <a:lnTo>
                  <a:pt x="127152" y="58191"/>
                </a:lnTo>
                <a:lnTo>
                  <a:pt x="128524" y="56553"/>
                </a:lnTo>
                <a:lnTo>
                  <a:pt x="128104" y="55968"/>
                </a:lnTo>
                <a:lnTo>
                  <a:pt x="125831" y="57772"/>
                </a:lnTo>
                <a:lnTo>
                  <a:pt x="124091" y="59232"/>
                </a:lnTo>
                <a:lnTo>
                  <a:pt x="122491" y="60515"/>
                </a:lnTo>
                <a:lnTo>
                  <a:pt x="120929" y="61709"/>
                </a:lnTo>
                <a:lnTo>
                  <a:pt x="121107" y="61709"/>
                </a:lnTo>
                <a:lnTo>
                  <a:pt x="145846" y="96189"/>
                </a:lnTo>
                <a:lnTo>
                  <a:pt x="153352" y="90805"/>
                </a:lnTo>
                <a:lnTo>
                  <a:pt x="163080" y="83845"/>
                </a:lnTo>
                <a:lnTo>
                  <a:pt x="165049" y="82613"/>
                </a:lnTo>
                <a:lnTo>
                  <a:pt x="167017" y="81597"/>
                </a:lnTo>
                <a:close/>
              </a:path>
              <a:path w="608330" h="597535">
                <a:moveTo>
                  <a:pt x="185635" y="538162"/>
                </a:moveTo>
                <a:lnTo>
                  <a:pt x="185445" y="537984"/>
                </a:lnTo>
                <a:lnTo>
                  <a:pt x="181305" y="535686"/>
                </a:lnTo>
                <a:lnTo>
                  <a:pt x="179895" y="534771"/>
                </a:lnTo>
                <a:lnTo>
                  <a:pt x="178676" y="533895"/>
                </a:lnTo>
                <a:lnTo>
                  <a:pt x="175755" y="531698"/>
                </a:lnTo>
                <a:lnTo>
                  <a:pt x="175475" y="532117"/>
                </a:lnTo>
                <a:lnTo>
                  <a:pt x="176428" y="532968"/>
                </a:lnTo>
                <a:lnTo>
                  <a:pt x="177050" y="533895"/>
                </a:lnTo>
                <a:lnTo>
                  <a:pt x="177634" y="535686"/>
                </a:lnTo>
                <a:lnTo>
                  <a:pt x="177698" y="536905"/>
                </a:lnTo>
                <a:lnTo>
                  <a:pt x="177330" y="537984"/>
                </a:lnTo>
                <a:lnTo>
                  <a:pt x="177266" y="538162"/>
                </a:lnTo>
                <a:lnTo>
                  <a:pt x="177139" y="538530"/>
                </a:lnTo>
                <a:lnTo>
                  <a:pt x="177088" y="538695"/>
                </a:lnTo>
                <a:lnTo>
                  <a:pt x="177012" y="538911"/>
                </a:lnTo>
                <a:lnTo>
                  <a:pt x="176517" y="539838"/>
                </a:lnTo>
                <a:lnTo>
                  <a:pt x="176415" y="540016"/>
                </a:lnTo>
                <a:lnTo>
                  <a:pt x="176301" y="540232"/>
                </a:lnTo>
                <a:lnTo>
                  <a:pt x="168884" y="551751"/>
                </a:lnTo>
                <a:lnTo>
                  <a:pt x="159880" y="521855"/>
                </a:lnTo>
                <a:lnTo>
                  <a:pt x="157086" y="520065"/>
                </a:lnTo>
                <a:lnTo>
                  <a:pt x="168173" y="557009"/>
                </a:lnTo>
                <a:lnTo>
                  <a:pt x="171564" y="551751"/>
                </a:lnTo>
                <a:lnTo>
                  <a:pt x="177685" y="542277"/>
                </a:lnTo>
                <a:lnTo>
                  <a:pt x="182587" y="538162"/>
                </a:lnTo>
                <a:lnTo>
                  <a:pt x="183565" y="537984"/>
                </a:lnTo>
                <a:lnTo>
                  <a:pt x="184886" y="538162"/>
                </a:lnTo>
                <a:lnTo>
                  <a:pt x="184619" y="538162"/>
                </a:lnTo>
                <a:lnTo>
                  <a:pt x="185394" y="538530"/>
                </a:lnTo>
                <a:lnTo>
                  <a:pt x="185547" y="538302"/>
                </a:lnTo>
                <a:lnTo>
                  <a:pt x="185635" y="538162"/>
                </a:lnTo>
                <a:close/>
              </a:path>
              <a:path w="608330" h="597535">
                <a:moveTo>
                  <a:pt x="193763" y="571525"/>
                </a:moveTo>
                <a:lnTo>
                  <a:pt x="188607" y="571525"/>
                </a:lnTo>
                <a:lnTo>
                  <a:pt x="187045" y="571525"/>
                </a:lnTo>
                <a:lnTo>
                  <a:pt x="186931" y="571779"/>
                </a:lnTo>
                <a:lnTo>
                  <a:pt x="189572" y="572643"/>
                </a:lnTo>
                <a:lnTo>
                  <a:pt x="191503" y="573354"/>
                </a:lnTo>
                <a:lnTo>
                  <a:pt x="192760" y="573887"/>
                </a:lnTo>
                <a:lnTo>
                  <a:pt x="193649" y="571779"/>
                </a:lnTo>
                <a:lnTo>
                  <a:pt x="193763" y="571525"/>
                </a:lnTo>
                <a:close/>
              </a:path>
              <a:path w="608330" h="597535">
                <a:moveTo>
                  <a:pt x="199707" y="64389"/>
                </a:moveTo>
                <a:lnTo>
                  <a:pt x="185686" y="28181"/>
                </a:lnTo>
                <a:lnTo>
                  <a:pt x="185623" y="28028"/>
                </a:lnTo>
                <a:lnTo>
                  <a:pt x="185559" y="27851"/>
                </a:lnTo>
                <a:lnTo>
                  <a:pt x="184340" y="24714"/>
                </a:lnTo>
                <a:lnTo>
                  <a:pt x="176225" y="27343"/>
                </a:lnTo>
                <a:lnTo>
                  <a:pt x="176415" y="27851"/>
                </a:lnTo>
                <a:lnTo>
                  <a:pt x="176479" y="28028"/>
                </a:lnTo>
                <a:lnTo>
                  <a:pt x="194157" y="60388"/>
                </a:lnTo>
                <a:lnTo>
                  <a:pt x="194056" y="64147"/>
                </a:lnTo>
                <a:lnTo>
                  <a:pt x="193179" y="65862"/>
                </a:lnTo>
                <a:lnTo>
                  <a:pt x="191668" y="67246"/>
                </a:lnTo>
                <a:lnTo>
                  <a:pt x="191947" y="67932"/>
                </a:lnTo>
                <a:lnTo>
                  <a:pt x="194119" y="66725"/>
                </a:lnTo>
                <a:lnTo>
                  <a:pt x="195935" y="65862"/>
                </a:lnTo>
                <a:lnTo>
                  <a:pt x="199707" y="64389"/>
                </a:lnTo>
                <a:close/>
              </a:path>
              <a:path w="608330" h="597535">
                <a:moveTo>
                  <a:pt x="204381" y="546455"/>
                </a:moveTo>
                <a:lnTo>
                  <a:pt x="202717" y="545719"/>
                </a:lnTo>
                <a:lnTo>
                  <a:pt x="200863" y="544804"/>
                </a:lnTo>
                <a:lnTo>
                  <a:pt x="198818" y="543737"/>
                </a:lnTo>
                <a:lnTo>
                  <a:pt x="198615" y="544207"/>
                </a:lnTo>
                <a:lnTo>
                  <a:pt x="199771" y="545058"/>
                </a:lnTo>
                <a:lnTo>
                  <a:pt x="200418" y="546125"/>
                </a:lnTo>
                <a:lnTo>
                  <a:pt x="200545" y="548932"/>
                </a:lnTo>
                <a:lnTo>
                  <a:pt x="200152" y="550456"/>
                </a:lnTo>
                <a:lnTo>
                  <a:pt x="189407" y="571296"/>
                </a:lnTo>
                <a:lnTo>
                  <a:pt x="193865" y="571296"/>
                </a:lnTo>
                <a:lnTo>
                  <a:pt x="204381" y="546455"/>
                </a:lnTo>
                <a:close/>
              </a:path>
              <a:path w="608330" h="597535">
                <a:moveTo>
                  <a:pt x="212191" y="549427"/>
                </a:moveTo>
                <a:lnTo>
                  <a:pt x="210451" y="548932"/>
                </a:lnTo>
                <a:lnTo>
                  <a:pt x="208495" y="548220"/>
                </a:lnTo>
                <a:lnTo>
                  <a:pt x="206552" y="547395"/>
                </a:lnTo>
                <a:lnTo>
                  <a:pt x="206298" y="547395"/>
                </a:lnTo>
                <a:lnTo>
                  <a:pt x="194716" y="574738"/>
                </a:lnTo>
                <a:lnTo>
                  <a:pt x="196913" y="575652"/>
                </a:lnTo>
                <a:lnTo>
                  <a:pt x="198780" y="576567"/>
                </a:lnTo>
                <a:lnTo>
                  <a:pt x="200304" y="577469"/>
                </a:lnTo>
                <a:lnTo>
                  <a:pt x="200494" y="576986"/>
                </a:lnTo>
                <a:lnTo>
                  <a:pt x="199669" y="576351"/>
                </a:lnTo>
                <a:lnTo>
                  <a:pt x="199072" y="575424"/>
                </a:lnTo>
                <a:lnTo>
                  <a:pt x="198501" y="573354"/>
                </a:lnTo>
                <a:lnTo>
                  <a:pt x="198475" y="572643"/>
                </a:lnTo>
                <a:lnTo>
                  <a:pt x="198640" y="571779"/>
                </a:lnTo>
                <a:lnTo>
                  <a:pt x="198767" y="571169"/>
                </a:lnTo>
                <a:lnTo>
                  <a:pt x="198793" y="571017"/>
                </a:lnTo>
                <a:lnTo>
                  <a:pt x="206451" y="552970"/>
                </a:lnTo>
                <a:lnTo>
                  <a:pt x="207619" y="551141"/>
                </a:lnTo>
                <a:lnTo>
                  <a:pt x="209715" y="549897"/>
                </a:lnTo>
                <a:lnTo>
                  <a:pt x="209511" y="549897"/>
                </a:lnTo>
                <a:lnTo>
                  <a:pt x="210883" y="549656"/>
                </a:lnTo>
                <a:lnTo>
                  <a:pt x="212001" y="549897"/>
                </a:lnTo>
                <a:lnTo>
                  <a:pt x="212102" y="549656"/>
                </a:lnTo>
                <a:lnTo>
                  <a:pt x="212191" y="549427"/>
                </a:lnTo>
                <a:close/>
              </a:path>
              <a:path w="608330" h="597535">
                <a:moveTo>
                  <a:pt x="226555" y="54533"/>
                </a:moveTo>
                <a:lnTo>
                  <a:pt x="226441" y="53962"/>
                </a:lnTo>
                <a:lnTo>
                  <a:pt x="226352" y="53479"/>
                </a:lnTo>
                <a:lnTo>
                  <a:pt x="226263" y="51346"/>
                </a:lnTo>
                <a:lnTo>
                  <a:pt x="226161" y="47117"/>
                </a:lnTo>
                <a:lnTo>
                  <a:pt x="225983" y="44958"/>
                </a:lnTo>
                <a:lnTo>
                  <a:pt x="225755" y="43980"/>
                </a:lnTo>
                <a:lnTo>
                  <a:pt x="225679" y="43688"/>
                </a:lnTo>
                <a:lnTo>
                  <a:pt x="224942" y="43980"/>
                </a:lnTo>
                <a:lnTo>
                  <a:pt x="224561" y="47117"/>
                </a:lnTo>
                <a:lnTo>
                  <a:pt x="223634" y="49453"/>
                </a:lnTo>
                <a:lnTo>
                  <a:pt x="220637" y="52628"/>
                </a:lnTo>
                <a:lnTo>
                  <a:pt x="218503" y="53962"/>
                </a:lnTo>
                <a:lnTo>
                  <a:pt x="206641" y="58559"/>
                </a:lnTo>
                <a:lnTo>
                  <a:pt x="205841" y="58712"/>
                </a:lnTo>
                <a:lnTo>
                  <a:pt x="205562" y="58559"/>
                </a:lnTo>
                <a:lnTo>
                  <a:pt x="205041" y="58331"/>
                </a:lnTo>
                <a:lnTo>
                  <a:pt x="192570" y="27851"/>
                </a:lnTo>
                <a:lnTo>
                  <a:pt x="192455" y="27343"/>
                </a:lnTo>
                <a:lnTo>
                  <a:pt x="192405" y="27076"/>
                </a:lnTo>
                <a:lnTo>
                  <a:pt x="192684" y="24714"/>
                </a:lnTo>
                <a:lnTo>
                  <a:pt x="192811" y="23698"/>
                </a:lnTo>
                <a:lnTo>
                  <a:pt x="192836" y="23444"/>
                </a:lnTo>
                <a:lnTo>
                  <a:pt x="193827" y="21907"/>
                </a:lnTo>
                <a:lnTo>
                  <a:pt x="195567" y="20662"/>
                </a:lnTo>
                <a:lnTo>
                  <a:pt x="195313" y="19989"/>
                </a:lnTo>
                <a:lnTo>
                  <a:pt x="192646" y="21170"/>
                </a:lnTo>
                <a:lnTo>
                  <a:pt x="190601" y="22148"/>
                </a:lnTo>
                <a:lnTo>
                  <a:pt x="187045" y="23698"/>
                </a:lnTo>
                <a:lnTo>
                  <a:pt x="202387" y="63373"/>
                </a:lnTo>
                <a:lnTo>
                  <a:pt x="214414" y="58712"/>
                </a:lnTo>
                <a:lnTo>
                  <a:pt x="222173" y="55727"/>
                </a:lnTo>
                <a:lnTo>
                  <a:pt x="224409" y="55029"/>
                </a:lnTo>
                <a:lnTo>
                  <a:pt x="226555" y="54533"/>
                </a:lnTo>
                <a:close/>
              </a:path>
              <a:path w="608330" h="597535">
                <a:moveTo>
                  <a:pt x="237451" y="587248"/>
                </a:moveTo>
                <a:lnTo>
                  <a:pt x="229882" y="556133"/>
                </a:lnTo>
                <a:lnTo>
                  <a:pt x="224815" y="554520"/>
                </a:lnTo>
                <a:lnTo>
                  <a:pt x="224688" y="555002"/>
                </a:lnTo>
                <a:lnTo>
                  <a:pt x="226834" y="556133"/>
                </a:lnTo>
                <a:lnTo>
                  <a:pt x="226707" y="556133"/>
                </a:lnTo>
                <a:lnTo>
                  <a:pt x="228041" y="558355"/>
                </a:lnTo>
                <a:lnTo>
                  <a:pt x="228142" y="558533"/>
                </a:lnTo>
                <a:lnTo>
                  <a:pt x="235597" y="589000"/>
                </a:lnTo>
                <a:lnTo>
                  <a:pt x="236004" y="589000"/>
                </a:lnTo>
                <a:lnTo>
                  <a:pt x="237451" y="587248"/>
                </a:lnTo>
                <a:close/>
              </a:path>
              <a:path w="608330" h="597535">
                <a:moveTo>
                  <a:pt x="238137" y="557822"/>
                </a:moveTo>
                <a:lnTo>
                  <a:pt x="235775" y="557479"/>
                </a:lnTo>
                <a:lnTo>
                  <a:pt x="233756" y="557085"/>
                </a:lnTo>
                <a:lnTo>
                  <a:pt x="232092" y="556666"/>
                </a:lnTo>
                <a:lnTo>
                  <a:pt x="233464" y="562356"/>
                </a:lnTo>
                <a:lnTo>
                  <a:pt x="235750" y="562356"/>
                </a:lnTo>
                <a:lnTo>
                  <a:pt x="235635" y="561187"/>
                </a:lnTo>
                <a:lnTo>
                  <a:pt x="235610" y="561009"/>
                </a:lnTo>
                <a:lnTo>
                  <a:pt x="236181" y="558863"/>
                </a:lnTo>
                <a:lnTo>
                  <a:pt x="236880" y="558355"/>
                </a:lnTo>
                <a:lnTo>
                  <a:pt x="237998" y="558355"/>
                </a:lnTo>
                <a:lnTo>
                  <a:pt x="238137" y="557822"/>
                </a:lnTo>
                <a:close/>
              </a:path>
              <a:path w="608330" h="597535">
                <a:moveTo>
                  <a:pt x="252234" y="562483"/>
                </a:moveTo>
                <a:lnTo>
                  <a:pt x="252183" y="562356"/>
                </a:lnTo>
                <a:lnTo>
                  <a:pt x="235750" y="562356"/>
                </a:lnTo>
                <a:lnTo>
                  <a:pt x="235775" y="562483"/>
                </a:lnTo>
                <a:lnTo>
                  <a:pt x="252234" y="562483"/>
                </a:lnTo>
                <a:close/>
              </a:path>
              <a:path w="608330" h="597535">
                <a:moveTo>
                  <a:pt x="254927" y="562356"/>
                </a:moveTo>
                <a:lnTo>
                  <a:pt x="251421" y="561187"/>
                </a:lnTo>
                <a:lnTo>
                  <a:pt x="250977" y="561009"/>
                </a:lnTo>
                <a:lnTo>
                  <a:pt x="250901" y="561187"/>
                </a:lnTo>
                <a:lnTo>
                  <a:pt x="250837" y="561530"/>
                </a:lnTo>
                <a:lnTo>
                  <a:pt x="252247" y="562356"/>
                </a:lnTo>
                <a:lnTo>
                  <a:pt x="254927" y="562356"/>
                </a:lnTo>
                <a:close/>
              </a:path>
              <a:path w="608330" h="597535">
                <a:moveTo>
                  <a:pt x="259918" y="563245"/>
                </a:moveTo>
                <a:lnTo>
                  <a:pt x="258432" y="563041"/>
                </a:lnTo>
                <a:lnTo>
                  <a:pt x="258292" y="563041"/>
                </a:lnTo>
                <a:lnTo>
                  <a:pt x="256374" y="562711"/>
                </a:lnTo>
                <a:lnTo>
                  <a:pt x="255447" y="562483"/>
                </a:lnTo>
                <a:lnTo>
                  <a:pt x="252234" y="562483"/>
                </a:lnTo>
                <a:lnTo>
                  <a:pt x="252476" y="563041"/>
                </a:lnTo>
                <a:lnTo>
                  <a:pt x="252412" y="564388"/>
                </a:lnTo>
                <a:lnTo>
                  <a:pt x="252044" y="565823"/>
                </a:lnTo>
                <a:lnTo>
                  <a:pt x="251231" y="567118"/>
                </a:lnTo>
                <a:lnTo>
                  <a:pt x="240144" y="580593"/>
                </a:lnTo>
                <a:lnTo>
                  <a:pt x="236524" y="565975"/>
                </a:lnTo>
                <a:lnTo>
                  <a:pt x="236143" y="564388"/>
                </a:lnTo>
                <a:lnTo>
                  <a:pt x="236042" y="563943"/>
                </a:lnTo>
                <a:lnTo>
                  <a:pt x="235927" y="563448"/>
                </a:lnTo>
                <a:lnTo>
                  <a:pt x="235826" y="563041"/>
                </a:lnTo>
                <a:lnTo>
                  <a:pt x="235775" y="562483"/>
                </a:lnTo>
                <a:lnTo>
                  <a:pt x="233502" y="562483"/>
                </a:lnTo>
                <a:lnTo>
                  <a:pt x="239001" y="585317"/>
                </a:lnTo>
                <a:lnTo>
                  <a:pt x="242912" y="580593"/>
                </a:lnTo>
                <a:lnTo>
                  <a:pt x="253936" y="567258"/>
                </a:lnTo>
                <a:lnTo>
                  <a:pt x="255308" y="565823"/>
                </a:lnTo>
                <a:lnTo>
                  <a:pt x="257302" y="564388"/>
                </a:lnTo>
                <a:lnTo>
                  <a:pt x="258470" y="563943"/>
                </a:lnTo>
                <a:lnTo>
                  <a:pt x="259791" y="563753"/>
                </a:lnTo>
                <a:lnTo>
                  <a:pt x="259918" y="563245"/>
                </a:lnTo>
                <a:close/>
              </a:path>
              <a:path w="608330" h="597535">
                <a:moveTo>
                  <a:pt x="264160" y="46075"/>
                </a:moveTo>
                <a:lnTo>
                  <a:pt x="258508" y="7251"/>
                </a:lnTo>
                <a:lnTo>
                  <a:pt x="258394" y="6502"/>
                </a:lnTo>
                <a:lnTo>
                  <a:pt x="258279" y="5676"/>
                </a:lnTo>
                <a:lnTo>
                  <a:pt x="258254" y="5486"/>
                </a:lnTo>
                <a:lnTo>
                  <a:pt x="258152" y="4787"/>
                </a:lnTo>
                <a:lnTo>
                  <a:pt x="258038" y="4064"/>
                </a:lnTo>
                <a:lnTo>
                  <a:pt x="257327" y="4064"/>
                </a:lnTo>
                <a:lnTo>
                  <a:pt x="255435" y="4305"/>
                </a:lnTo>
                <a:lnTo>
                  <a:pt x="252501" y="4572"/>
                </a:lnTo>
                <a:lnTo>
                  <a:pt x="249212" y="4787"/>
                </a:lnTo>
                <a:lnTo>
                  <a:pt x="249326" y="5486"/>
                </a:lnTo>
                <a:lnTo>
                  <a:pt x="251396" y="5676"/>
                </a:lnTo>
                <a:lnTo>
                  <a:pt x="252958" y="6502"/>
                </a:lnTo>
                <a:lnTo>
                  <a:pt x="259689" y="41148"/>
                </a:lnTo>
                <a:lnTo>
                  <a:pt x="258597" y="44919"/>
                </a:lnTo>
                <a:lnTo>
                  <a:pt x="257543" y="46075"/>
                </a:lnTo>
                <a:lnTo>
                  <a:pt x="257175" y="46367"/>
                </a:lnTo>
                <a:lnTo>
                  <a:pt x="255384" y="47117"/>
                </a:lnTo>
                <a:lnTo>
                  <a:pt x="255473" y="47828"/>
                </a:lnTo>
                <a:lnTo>
                  <a:pt x="259346" y="46939"/>
                </a:lnTo>
                <a:lnTo>
                  <a:pt x="262255" y="46367"/>
                </a:lnTo>
                <a:lnTo>
                  <a:pt x="264160" y="46075"/>
                </a:lnTo>
                <a:close/>
              </a:path>
              <a:path w="608330" h="597535">
                <a:moveTo>
                  <a:pt x="276009" y="44919"/>
                </a:moveTo>
                <a:lnTo>
                  <a:pt x="275920" y="44132"/>
                </a:lnTo>
                <a:lnTo>
                  <a:pt x="274408" y="43967"/>
                </a:lnTo>
                <a:lnTo>
                  <a:pt x="273011" y="43268"/>
                </a:lnTo>
                <a:lnTo>
                  <a:pt x="270344" y="40767"/>
                </a:lnTo>
                <a:lnTo>
                  <a:pt x="269379" y="38087"/>
                </a:lnTo>
                <a:lnTo>
                  <a:pt x="268808" y="33985"/>
                </a:lnTo>
                <a:lnTo>
                  <a:pt x="265353" y="10350"/>
                </a:lnTo>
                <a:lnTo>
                  <a:pt x="265455" y="7251"/>
                </a:lnTo>
                <a:lnTo>
                  <a:pt x="267144" y="4064"/>
                </a:lnTo>
                <a:lnTo>
                  <a:pt x="268262" y="3086"/>
                </a:lnTo>
                <a:lnTo>
                  <a:pt x="269862" y="2501"/>
                </a:lnTo>
                <a:lnTo>
                  <a:pt x="269760" y="1803"/>
                </a:lnTo>
                <a:lnTo>
                  <a:pt x="267119" y="2501"/>
                </a:lnTo>
                <a:lnTo>
                  <a:pt x="264325" y="3086"/>
                </a:lnTo>
                <a:lnTo>
                  <a:pt x="261035" y="3556"/>
                </a:lnTo>
                <a:lnTo>
                  <a:pt x="266776" y="43027"/>
                </a:lnTo>
                <a:lnTo>
                  <a:pt x="266814" y="43268"/>
                </a:lnTo>
                <a:lnTo>
                  <a:pt x="266941" y="44132"/>
                </a:lnTo>
                <a:lnTo>
                  <a:pt x="267055" y="44919"/>
                </a:lnTo>
                <a:lnTo>
                  <a:pt x="267157" y="45656"/>
                </a:lnTo>
                <a:lnTo>
                  <a:pt x="270510" y="45186"/>
                </a:lnTo>
                <a:lnTo>
                  <a:pt x="273342" y="44919"/>
                </a:lnTo>
                <a:lnTo>
                  <a:pt x="276009" y="44919"/>
                </a:lnTo>
                <a:close/>
              </a:path>
              <a:path w="608330" h="597535">
                <a:moveTo>
                  <a:pt x="278765" y="565670"/>
                </a:moveTo>
                <a:lnTo>
                  <a:pt x="278345" y="565670"/>
                </a:lnTo>
                <a:lnTo>
                  <a:pt x="272745" y="564870"/>
                </a:lnTo>
                <a:lnTo>
                  <a:pt x="272732" y="565378"/>
                </a:lnTo>
                <a:lnTo>
                  <a:pt x="273710" y="565670"/>
                </a:lnTo>
                <a:lnTo>
                  <a:pt x="274548" y="566343"/>
                </a:lnTo>
                <a:lnTo>
                  <a:pt x="275844" y="568515"/>
                </a:lnTo>
                <a:lnTo>
                  <a:pt x="275894" y="572871"/>
                </a:lnTo>
                <a:lnTo>
                  <a:pt x="274853" y="586473"/>
                </a:lnTo>
                <a:lnTo>
                  <a:pt x="274739" y="588073"/>
                </a:lnTo>
                <a:lnTo>
                  <a:pt x="274523" y="589635"/>
                </a:lnTo>
                <a:lnTo>
                  <a:pt x="274459" y="590156"/>
                </a:lnTo>
                <a:lnTo>
                  <a:pt x="273913" y="592010"/>
                </a:lnTo>
                <a:lnTo>
                  <a:pt x="270459" y="594728"/>
                </a:lnTo>
                <a:lnTo>
                  <a:pt x="270433" y="595223"/>
                </a:lnTo>
                <a:lnTo>
                  <a:pt x="274612" y="595223"/>
                </a:lnTo>
                <a:lnTo>
                  <a:pt x="276479" y="595363"/>
                </a:lnTo>
                <a:lnTo>
                  <a:pt x="278206" y="572871"/>
                </a:lnTo>
                <a:lnTo>
                  <a:pt x="278231" y="572630"/>
                </a:lnTo>
                <a:lnTo>
                  <a:pt x="278333" y="571157"/>
                </a:lnTo>
                <a:lnTo>
                  <a:pt x="278460" y="569518"/>
                </a:lnTo>
                <a:lnTo>
                  <a:pt x="278574" y="568134"/>
                </a:lnTo>
                <a:lnTo>
                  <a:pt x="278676" y="566775"/>
                </a:lnTo>
                <a:lnTo>
                  <a:pt x="278765" y="565670"/>
                </a:lnTo>
                <a:close/>
              </a:path>
              <a:path w="608330" h="597535">
                <a:moveTo>
                  <a:pt x="298119" y="590524"/>
                </a:moveTo>
                <a:lnTo>
                  <a:pt x="297497" y="590524"/>
                </a:lnTo>
                <a:lnTo>
                  <a:pt x="296392" y="592010"/>
                </a:lnTo>
                <a:lnTo>
                  <a:pt x="296087" y="592353"/>
                </a:lnTo>
                <a:lnTo>
                  <a:pt x="294703" y="593534"/>
                </a:lnTo>
                <a:lnTo>
                  <a:pt x="294462" y="593534"/>
                </a:lnTo>
                <a:lnTo>
                  <a:pt x="293509" y="593877"/>
                </a:lnTo>
                <a:lnTo>
                  <a:pt x="292392" y="594245"/>
                </a:lnTo>
                <a:lnTo>
                  <a:pt x="290601" y="594410"/>
                </a:lnTo>
                <a:lnTo>
                  <a:pt x="283997" y="593877"/>
                </a:lnTo>
                <a:lnTo>
                  <a:pt x="283489" y="593877"/>
                </a:lnTo>
                <a:lnTo>
                  <a:pt x="282257" y="593686"/>
                </a:lnTo>
                <a:lnTo>
                  <a:pt x="281470" y="593534"/>
                </a:lnTo>
                <a:lnTo>
                  <a:pt x="281495" y="588073"/>
                </a:lnTo>
                <a:lnTo>
                  <a:pt x="281609" y="586473"/>
                </a:lnTo>
                <a:lnTo>
                  <a:pt x="281736" y="584746"/>
                </a:lnTo>
                <a:lnTo>
                  <a:pt x="281825" y="583577"/>
                </a:lnTo>
                <a:lnTo>
                  <a:pt x="281927" y="582206"/>
                </a:lnTo>
                <a:lnTo>
                  <a:pt x="282003" y="581139"/>
                </a:lnTo>
                <a:lnTo>
                  <a:pt x="290893" y="581812"/>
                </a:lnTo>
                <a:lnTo>
                  <a:pt x="292188" y="582206"/>
                </a:lnTo>
                <a:lnTo>
                  <a:pt x="293763" y="583577"/>
                </a:lnTo>
                <a:lnTo>
                  <a:pt x="294182" y="584746"/>
                </a:lnTo>
                <a:lnTo>
                  <a:pt x="294220" y="586473"/>
                </a:lnTo>
                <a:lnTo>
                  <a:pt x="294830" y="586473"/>
                </a:lnTo>
                <a:lnTo>
                  <a:pt x="294932" y="581139"/>
                </a:lnTo>
                <a:lnTo>
                  <a:pt x="295021" y="579869"/>
                </a:lnTo>
                <a:lnTo>
                  <a:pt x="295135" y="579018"/>
                </a:lnTo>
                <a:lnTo>
                  <a:pt x="295249" y="578142"/>
                </a:lnTo>
                <a:lnTo>
                  <a:pt x="295490" y="576757"/>
                </a:lnTo>
                <a:lnTo>
                  <a:pt x="294830" y="576757"/>
                </a:lnTo>
                <a:lnTo>
                  <a:pt x="294297" y="578142"/>
                </a:lnTo>
                <a:lnTo>
                  <a:pt x="293624" y="579018"/>
                </a:lnTo>
                <a:lnTo>
                  <a:pt x="291706" y="579869"/>
                </a:lnTo>
                <a:lnTo>
                  <a:pt x="282155" y="579145"/>
                </a:lnTo>
                <a:lnTo>
                  <a:pt x="282498" y="574548"/>
                </a:lnTo>
                <a:lnTo>
                  <a:pt x="282689" y="572871"/>
                </a:lnTo>
                <a:lnTo>
                  <a:pt x="282841" y="571157"/>
                </a:lnTo>
                <a:lnTo>
                  <a:pt x="283629" y="568134"/>
                </a:lnTo>
                <a:lnTo>
                  <a:pt x="285623" y="568134"/>
                </a:lnTo>
                <a:lnTo>
                  <a:pt x="290690" y="568515"/>
                </a:lnTo>
                <a:lnTo>
                  <a:pt x="293217" y="568731"/>
                </a:lnTo>
                <a:lnTo>
                  <a:pt x="292773" y="568731"/>
                </a:lnTo>
                <a:lnTo>
                  <a:pt x="294106" y="569010"/>
                </a:lnTo>
                <a:lnTo>
                  <a:pt x="297002" y="572871"/>
                </a:lnTo>
                <a:lnTo>
                  <a:pt x="297459" y="572871"/>
                </a:lnTo>
                <a:lnTo>
                  <a:pt x="297573" y="569010"/>
                </a:lnTo>
                <a:lnTo>
                  <a:pt x="297611" y="568134"/>
                </a:lnTo>
                <a:lnTo>
                  <a:pt x="297700" y="567347"/>
                </a:lnTo>
                <a:lnTo>
                  <a:pt x="297764" y="566775"/>
                </a:lnTo>
                <a:lnTo>
                  <a:pt x="295516" y="566775"/>
                </a:lnTo>
                <a:lnTo>
                  <a:pt x="285546" y="566343"/>
                </a:lnTo>
                <a:lnTo>
                  <a:pt x="287731" y="566343"/>
                </a:lnTo>
                <a:lnTo>
                  <a:pt x="280809" y="565810"/>
                </a:lnTo>
                <a:lnTo>
                  <a:pt x="279209" y="586473"/>
                </a:lnTo>
                <a:lnTo>
                  <a:pt x="279095" y="588073"/>
                </a:lnTo>
                <a:lnTo>
                  <a:pt x="278968" y="589635"/>
                </a:lnTo>
                <a:lnTo>
                  <a:pt x="278930" y="590156"/>
                </a:lnTo>
                <a:lnTo>
                  <a:pt x="278841" y="591362"/>
                </a:lnTo>
                <a:lnTo>
                  <a:pt x="278765" y="592353"/>
                </a:lnTo>
                <a:lnTo>
                  <a:pt x="278650" y="593877"/>
                </a:lnTo>
                <a:lnTo>
                  <a:pt x="278523" y="595515"/>
                </a:lnTo>
                <a:lnTo>
                  <a:pt x="291490" y="596506"/>
                </a:lnTo>
                <a:lnTo>
                  <a:pt x="293395" y="596760"/>
                </a:lnTo>
                <a:lnTo>
                  <a:pt x="295592" y="597166"/>
                </a:lnTo>
                <a:lnTo>
                  <a:pt x="295681" y="596760"/>
                </a:lnTo>
                <a:lnTo>
                  <a:pt x="295757" y="596506"/>
                </a:lnTo>
                <a:lnTo>
                  <a:pt x="295871" y="596099"/>
                </a:lnTo>
                <a:lnTo>
                  <a:pt x="296329" y="594868"/>
                </a:lnTo>
                <a:lnTo>
                  <a:pt x="296379" y="594728"/>
                </a:lnTo>
                <a:lnTo>
                  <a:pt x="296468" y="594550"/>
                </a:lnTo>
                <a:lnTo>
                  <a:pt x="296519" y="594410"/>
                </a:lnTo>
                <a:lnTo>
                  <a:pt x="297446" y="592353"/>
                </a:lnTo>
                <a:lnTo>
                  <a:pt x="297827" y="591362"/>
                </a:lnTo>
                <a:lnTo>
                  <a:pt x="298119" y="590524"/>
                </a:lnTo>
                <a:close/>
              </a:path>
              <a:path w="608330" h="597535">
                <a:moveTo>
                  <a:pt x="323354" y="596023"/>
                </a:moveTo>
                <a:lnTo>
                  <a:pt x="319963" y="571055"/>
                </a:lnTo>
                <a:lnTo>
                  <a:pt x="319925" y="570788"/>
                </a:lnTo>
                <a:lnTo>
                  <a:pt x="319811" y="569899"/>
                </a:lnTo>
                <a:lnTo>
                  <a:pt x="319684" y="568972"/>
                </a:lnTo>
                <a:lnTo>
                  <a:pt x="319582" y="568185"/>
                </a:lnTo>
                <a:lnTo>
                  <a:pt x="319493" y="567550"/>
                </a:lnTo>
                <a:lnTo>
                  <a:pt x="319443" y="567207"/>
                </a:lnTo>
                <a:lnTo>
                  <a:pt x="319354" y="566559"/>
                </a:lnTo>
                <a:lnTo>
                  <a:pt x="311912" y="567207"/>
                </a:lnTo>
                <a:lnTo>
                  <a:pt x="312902" y="567207"/>
                </a:lnTo>
                <a:lnTo>
                  <a:pt x="312953" y="567550"/>
                </a:lnTo>
                <a:lnTo>
                  <a:pt x="315785" y="567753"/>
                </a:lnTo>
                <a:lnTo>
                  <a:pt x="317487" y="569899"/>
                </a:lnTo>
                <a:lnTo>
                  <a:pt x="319874" y="587629"/>
                </a:lnTo>
                <a:lnTo>
                  <a:pt x="320001" y="588556"/>
                </a:lnTo>
                <a:lnTo>
                  <a:pt x="320116" y="589407"/>
                </a:lnTo>
                <a:lnTo>
                  <a:pt x="320167" y="589737"/>
                </a:lnTo>
                <a:lnTo>
                  <a:pt x="320281" y="593420"/>
                </a:lnTo>
                <a:lnTo>
                  <a:pt x="319214" y="595287"/>
                </a:lnTo>
                <a:lnTo>
                  <a:pt x="318935" y="595744"/>
                </a:lnTo>
                <a:lnTo>
                  <a:pt x="318084" y="596442"/>
                </a:lnTo>
                <a:lnTo>
                  <a:pt x="316903" y="596722"/>
                </a:lnTo>
                <a:lnTo>
                  <a:pt x="316966" y="597217"/>
                </a:lnTo>
                <a:lnTo>
                  <a:pt x="318122" y="597077"/>
                </a:lnTo>
                <a:lnTo>
                  <a:pt x="319125" y="596887"/>
                </a:lnTo>
                <a:lnTo>
                  <a:pt x="320751" y="596442"/>
                </a:lnTo>
                <a:lnTo>
                  <a:pt x="321691" y="596239"/>
                </a:lnTo>
                <a:lnTo>
                  <a:pt x="321894" y="596239"/>
                </a:lnTo>
                <a:lnTo>
                  <a:pt x="323354" y="596023"/>
                </a:lnTo>
                <a:close/>
              </a:path>
              <a:path w="608330" h="597535">
                <a:moveTo>
                  <a:pt x="342366" y="574040"/>
                </a:moveTo>
                <a:lnTo>
                  <a:pt x="341960" y="571055"/>
                </a:lnTo>
                <a:lnTo>
                  <a:pt x="341922" y="570788"/>
                </a:lnTo>
                <a:lnTo>
                  <a:pt x="341795" y="569899"/>
                </a:lnTo>
                <a:lnTo>
                  <a:pt x="336270" y="565289"/>
                </a:lnTo>
                <a:lnTo>
                  <a:pt x="337959" y="567207"/>
                </a:lnTo>
                <a:lnTo>
                  <a:pt x="338950" y="569239"/>
                </a:lnTo>
                <a:lnTo>
                  <a:pt x="339547" y="573646"/>
                </a:lnTo>
                <a:lnTo>
                  <a:pt x="339229" y="575868"/>
                </a:lnTo>
                <a:lnTo>
                  <a:pt x="338277" y="577951"/>
                </a:lnTo>
                <a:lnTo>
                  <a:pt x="341122" y="576326"/>
                </a:lnTo>
                <a:lnTo>
                  <a:pt x="342366" y="574040"/>
                </a:lnTo>
                <a:close/>
              </a:path>
              <a:path w="608330" h="597535">
                <a:moveTo>
                  <a:pt x="345186" y="45935"/>
                </a:moveTo>
                <a:lnTo>
                  <a:pt x="337959" y="26022"/>
                </a:lnTo>
                <a:lnTo>
                  <a:pt x="337362" y="24384"/>
                </a:lnTo>
                <a:lnTo>
                  <a:pt x="333857" y="14732"/>
                </a:lnTo>
                <a:lnTo>
                  <a:pt x="333857" y="24384"/>
                </a:lnTo>
                <a:lnTo>
                  <a:pt x="321729" y="23202"/>
                </a:lnTo>
                <a:lnTo>
                  <a:pt x="329247" y="11620"/>
                </a:lnTo>
                <a:lnTo>
                  <a:pt x="333857" y="24384"/>
                </a:lnTo>
                <a:lnTo>
                  <a:pt x="333857" y="14732"/>
                </a:lnTo>
                <a:lnTo>
                  <a:pt x="332727" y="11607"/>
                </a:lnTo>
                <a:lnTo>
                  <a:pt x="329209" y="1892"/>
                </a:lnTo>
                <a:lnTo>
                  <a:pt x="329095" y="1587"/>
                </a:lnTo>
                <a:lnTo>
                  <a:pt x="326923" y="1282"/>
                </a:lnTo>
                <a:lnTo>
                  <a:pt x="322440" y="520"/>
                </a:lnTo>
                <a:lnTo>
                  <a:pt x="320738" y="266"/>
                </a:lnTo>
                <a:lnTo>
                  <a:pt x="318071" y="0"/>
                </a:lnTo>
                <a:lnTo>
                  <a:pt x="318008" y="723"/>
                </a:lnTo>
                <a:lnTo>
                  <a:pt x="320370" y="1066"/>
                </a:lnTo>
                <a:lnTo>
                  <a:pt x="322402" y="1892"/>
                </a:lnTo>
                <a:lnTo>
                  <a:pt x="325729" y="4483"/>
                </a:lnTo>
                <a:lnTo>
                  <a:pt x="326974" y="6223"/>
                </a:lnTo>
                <a:lnTo>
                  <a:pt x="327774" y="8382"/>
                </a:lnTo>
                <a:lnTo>
                  <a:pt x="309003" y="37452"/>
                </a:lnTo>
                <a:lnTo>
                  <a:pt x="306171" y="40144"/>
                </a:lnTo>
                <a:lnTo>
                  <a:pt x="306387" y="40144"/>
                </a:lnTo>
                <a:lnTo>
                  <a:pt x="302920" y="41478"/>
                </a:lnTo>
                <a:lnTo>
                  <a:pt x="302818" y="42494"/>
                </a:lnTo>
                <a:lnTo>
                  <a:pt x="310705" y="42494"/>
                </a:lnTo>
                <a:lnTo>
                  <a:pt x="312331" y="42773"/>
                </a:lnTo>
                <a:lnTo>
                  <a:pt x="313664" y="43078"/>
                </a:lnTo>
                <a:lnTo>
                  <a:pt x="316001" y="43548"/>
                </a:lnTo>
                <a:lnTo>
                  <a:pt x="316090" y="42773"/>
                </a:lnTo>
                <a:lnTo>
                  <a:pt x="314109" y="41783"/>
                </a:lnTo>
                <a:lnTo>
                  <a:pt x="313791" y="41478"/>
                </a:lnTo>
                <a:lnTo>
                  <a:pt x="312940" y="40144"/>
                </a:lnTo>
                <a:lnTo>
                  <a:pt x="313143" y="38265"/>
                </a:lnTo>
                <a:lnTo>
                  <a:pt x="313220" y="37452"/>
                </a:lnTo>
                <a:lnTo>
                  <a:pt x="313270" y="36918"/>
                </a:lnTo>
                <a:lnTo>
                  <a:pt x="313664" y="35801"/>
                </a:lnTo>
                <a:lnTo>
                  <a:pt x="315036" y="33642"/>
                </a:lnTo>
                <a:lnTo>
                  <a:pt x="315315" y="33134"/>
                </a:lnTo>
                <a:lnTo>
                  <a:pt x="319874" y="26022"/>
                </a:lnTo>
                <a:lnTo>
                  <a:pt x="335013" y="27533"/>
                </a:lnTo>
                <a:lnTo>
                  <a:pt x="337845" y="35369"/>
                </a:lnTo>
                <a:lnTo>
                  <a:pt x="338848" y="38100"/>
                </a:lnTo>
                <a:lnTo>
                  <a:pt x="338912" y="38265"/>
                </a:lnTo>
                <a:lnTo>
                  <a:pt x="339318" y="40144"/>
                </a:lnTo>
                <a:lnTo>
                  <a:pt x="339267" y="41478"/>
                </a:lnTo>
                <a:lnTo>
                  <a:pt x="339166" y="42494"/>
                </a:lnTo>
                <a:lnTo>
                  <a:pt x="339051" y="43624"/>
                </a:lnTo>
                <a:lnTo>
                  <a:pt x="337921" y="44627"/>
                </a:lnTo>
                <a:lnTo>
                  <a:pt x="335851" y="44767"/>
                </a:lnTo>
                <a:lnTo>
                  <a:pt x="335762" y="45605"/>
                </a:lnTo>
                <a:lnTo>
                  <a:pt x="339445" y="45605"/>
                </a:lnTo>
                <a:lnTo>
                  <a:pt x="342595" y="45732"/>
                </a:lnTo>
                <a:lnTo>
                  <a:pt x="345186" y="45935"/>
                </a:lnTo>
                <a:close/>
              </a:path>
              <a:path w="608330" h="597535">
                <a:moveTo>
                  <a:pt x="354126" y="45605"/>
                </a:moveTo>
                <a:lnTo>
                  <a:pt x="339610" y="12522"/>
                </a:lnTo>
                <a:lnTo>
                  <a:pt x="339496" y="12242"/>
                </a:lnTo>
                <a:lnTo>
                  <a:pt x="339382" y="12001"/>
                </a:lnTo>
                <a:lnTo>
                  <a:pt x="339318" y="11607"/>
                </a:lnTo>
                <a:lnTo>
                  <a:pt x="338836" y="10134"/>
                </a:lnTo>
                <a:lnTo>
                  <a:pt x="337985" y="7747"/>
                </a:lnTo>
                <a:lnTo>
                  <a:pt x="336638" y="3708"/>
                </a:lnTo>
                <a:lnTo>
                  <a:pt x="336257" y="2273"/>
                </a:lnTo>
                <a:lnTo>
                  <a:pt x="332562" y="1892"/>
                </a:lnTo>
                <a:lnTo>
                  <a:pt x="332333" y="1892"/>
                </a:lnTo>
                <a:lnTo>
                  <a:pt x="348183" y="45605"/>
                </a:lnTo>
                <a:lnTo>
                  <a:pt x="354126" y="45605"/>
                </a:lnTo>
                <a:close/>
              </a:path>
              <a:path w="608330" h="597535">
                <a:moveTo>
                  <a:pt x="354825" y="589407"/>
                </a:moveTo>
                <a:lnTo>
                  <a:pt x="354596" y="588746"/>
                </a:lnTo>
                <a:lnTo>
                  <a:pt x="353872" y="589407"/>
                </a:lnTo>
                <a:lnTo>
                  <a:pt x="353237" y="589407"/>
                </a:lnTo>
                <a:lnTo>
                  <a:pt x="350939" y="589737"/>
                </a:lnTo>
                <a:lnTo>
                  <a:pt x="347929" y="588391"/>
                </a:lnTo>
                <a:lnTo>
                  <a:pt x="347345" y="588010"/>
                </a:lnTo>
                <a:lnTo>
                  <a:pt x="340868" y="582980"/>
                </a:lnTo>
                <a:lnTo>
                  <a:pt x="338874" y="581634"/>
                </a:lnTo>
                <a:lnTo>
                  <a:pt x="336854" y="580618"/>
                </a:lnTo>
                <a:lnTo>
                  <a:pt x="336384" y="580377"/>
                </a:lnTo>
                <a:lnTo>
                  <a:pt x="334962" y="580085"/>
                </a:lnTo>
                <a:lnTo>
                  <a:pt x="333298" y="580085"/>
                </a:lnTo>
                <a:lnTo>
                  <a:pt x="333832" y="579818"/>
                </a:lnTo>
                <a:lnTo>
                  <a:pt x="336410" y="578561"/>
                </a:lnTo>
                <a:lnTo>
                  <a:pt x="337718" y="575868"/>
                </a:lnTo>
                <a:lnTo>
                  <a:pt x="337045" y="571055"/>
                </a:lnTo>
                <a:lnTo>
                  <a:pt x="337007" y="570788"/>
                </a:lnTo>
                <a:lnTo>
                  <a:pt x="336880" y="569899"/>
                </a:lnTo>
                <a:lnTo>
                  <a:pt x="336867" y="569722"/>
                </a:lnTo>
                <a:lnTo>
                  <a:pt x="336003" y="567893"/>
                </a:lnTo>
                <a:lnTo>
                  <a:pt x="335267" y="567207"/>
                </a:lnTo>
                <a:lnTo>
                  <a:pt x="335267" y="576605"/>
                </a:lnTo>
                <a:lnTo>
                  <a:pt x="333451" y="579069"/>
                </a:lnTo>
                <a:lnTo>
                  <a:pt x="327964" y="579818"/>
                </a:lnTo>
                <a:lnTo>
                  <a:pt x="325615" y="579818"/>
                </a:lnTo>
                <a:lnTo>
                  <a:pt x="324408" y="571055"/>
                </a:lnTo>
                <a:lnTo>
                  <a:pt x="324319" y="568972"/>
                </a:lnTo>
                <a:lnTo>
                  <a:pt x="324548" y="568185"/>
                </a:lnTo>
                <a:lnTo>
                  <a:pt x="325196" y="567550"/>
                </a:lnTo>
                <a:lnTo>
                  <a:pt x="326034" y="567207"/>
                </a:lnTo>
                <a:lnTo>
                  <a:pt x="325412" y="567207"/>
                </a:lnTo>
                <a:lnTo>
                  <a:pt x="331736" y="566356"/>
                </a:lnTo>
                <a:lnTo>
                  <a:pt x="333794" y="567893"/>
                </a:lnTo>
                <a:lnTo>
                  <a:pt x="334111" y="568185"/>
                </a:lnTo>
                <a:lnTo>
                  <a:pt x="335165" y="575868"/>
                </a:lnTo>
                <a:lnTo>
                  <a:pt x="335267" y="576605"/>
                </a:lnTo>
                <a:lnTo>
                  <a:pt x="335267" y="567207"/>
                </a:lnTo>
                <a:lnTo>
                  <a:pt x="334378" y="566356"/>
                </a:lnTo>
                <a:lnTo>
                  <a:pt x="333082" y="565124"/>
                </a:lnTo>
                <a:lnTo>
                  <a:pt x="331063" y="564603"/>
                </a:lnTo>
                <a:lnTo>
                  <a:pt x="327037" y="565124"/>
                </a:lnTo>
                <a:lnTo>
                  <a:pt x="327253" y="565124"/>
                </a:lnTo>
                <a:lnTo>
                  <a:pt x="323723" y="565886"/>
                </a:lnTo>
                <a:lnTo>
                  <a:pt x="322529" y="566077"/>
                </a:lnTo>
                <a:lnTo>
                  <a:pt x="321411" y="566229"/>
                </a:lnTo>
                <a:lnTo>
                  <a:pt x="325272" y="594728"/>
                </a:lnTo>
                <a:lnTo>
                  <a:pt x="325348" y="595287"/>
                </a:lnTo>
                <a:lnTo>
                  <a:pt x="325412" y="595744"/>
                </a:lnTo>
                <a:lnTo>
                  <a:pt x="327672" y="595439"/>
                </a:lnTo>
                <a:lnTo>
                  <a:pt x="329539" y="595287"/>
                </a:lnTo>
                <a:lnTo>
                  <a:pt x="331812" y="595287"/>
                </a:lnTo>
                <a:lnTo>
                  <a:pt x="331736" y="594728"/>
                </a:lnTo>
                <a:lnTo>
                  <a:pt x="329018" y="594728"/>
                </a:lnTo>
                <a:lnTo>
                  <a:pt x="327355" y="592531"/>
                </a:lnTo>
                <a:lnTo>
                  <a:pt x="327253" y="592048"/>
                </a:lnTo>
                <a:lnTo>
                  <a:pt x="326110" y="583476"/>
                </a:lnTo>
                <a:lnTo>
                  <a:pt x="326009" y="582764"/>
                </a:lnTo>
                <a:lnTo>
                  <a:pt x="325920" y="582041"/>
                </a:lnTo>
                <a:lnTo>
                  <a:pt x="325831" y="581418"/>
                </a:lnTo>
                <a:lnTo>
                  <a:pt x="326110" y="581418"/>
                </a:lnTo>
                <a:lnTo>
                  <a:pt x="327329" y="581634"/>
                </a:lnTo>
                <a:lnTo>
                  <a:pt x="327126" y="581634"/>
                </a:lnTo>
                <a:lnTo>
                  <a:pt x="328193" y="582041"/>
                </a:lnTo>
                <a:lnTo>
                  <a:pt x="329476" y="582764"/>
                </a:lnTo>
                <a:lnTo>
                  <a:pt x="330682" y="583476"/>
                </a:lnTo>
                <a:lnTo>
                  <a:pt x="332549" y="584860"/>
                </a:lnTo>
                <a:lnTo>
                  <a:pt x="336867" y="588391"/>
                </a:lnTo>
                <a:lnTo>
                  <a:pt x="338366" y="589546"/>
                </a:lnTo>
                <a:lnTo>
                  <a:pt x="345668" y="593369"/>
                </a:lnTo>
                <a:lnTo>
                  <a:pt x="347497" y="593115"/>
                </a:lnTo>
                <a:lnTo>
                  <a:pt x="347891" y="593115"/>
                </a:lnTo>
                <a:lnTo>
                  <a:pt x="348729" y="592848"/>
                </a:lnTo>
                <a:lnTo>
                  <a:pt x="349326" y="592531"/>
                </a:lnTo>
                <a:lnTo>
                  <a:pt x="349288" y="592251"/>
                </a:lnTo>
                <a:lnTo>
                  <a:pt x="347929" y="592467"/>
                </a:lnTo>
                <a:lnTo>
                  <a:pt x="346417" y="592048"/>
                </a:lnTo>
                <a:lnTo>
                  <a:pt x="343141" y="590156"/>
                </a:lnTo>
                <a:lnTo>
                  <a:pt x="340918" y="588556"/>
                </a:lnTo>
                <a:lnTo>
                  <a:pt x="334175" y="583196"/>
                </a:lnTo>
                <a:lnTo>
                  <a:pt x="331139" y="581418"/>
                </a:lnTo>
                <a:lnTo>
                  <a:pt x="329006" y="581075"/>
                </a:lnTo>
                <a:lnTo>
                  <a:pt x="332295" y="580618"/>
                </a:lnTo>
                <a:lnTo>
                  <a:pt x="336207" y="582041"/>
                </a:lnTo>
                <a:lnTo>
                  <a:pt x="336054" y="582041"/>
                </a:lnTo>
                <a:lnTo>
                  <a:pt x="343179" y="587629"/>
                </a:lnTo>
                <a:lnTo>
                  <a:pt x="344792" y="588746"/>
                </a:lnTo>
                <a:lnTo>
                  <a:pt x="345795" y="589407"/>
                </a:lnTo>
                <a:lnTo>
                  <a:pt x="348881" y="590956"/>
                </a:lnTo>
                <a:lnTo>
                  <a:pt x="350431" y="591312"/>
                </a:lnTo>
                <a:lnTo>
                  <a:pt x="353085" y="590956"/>
                </a:lnTo>
                <a:lnTo>
                  <a:pt x="354139" y="590321"/>
                </a:lnTo>
                <a:lnTo>
                  <a:pt x="354482" y="589737"/>
                </a:lnTo>
                <a:lnTo>
                  <a:pt x="354584" y="589546"/>
                </a:lnTo>
                <a:lnTo>
                  <a:pt x="354672" y="589407"/>
                </a:lnTo>
                <a:lnTo>
                  <a:pt x="354825" y="589407"/>
                </a:lnTo>
                <a:close/>
              </a:path>
              <a:path w="608330" h="597535">
                <a:moveTo>
                  <a:pt x="356450" y="46812"/>
                </a:moveTo>
                <a:lnTo>
                  <a:pt x="355676" y="46393"/>
                </a:lnTo>
                <a:lnTo>
                  <a:pt x="354368" y="45732"/>
                </a:lnTo>
                <a:lnTo>
                  <a:pt x="348234" y="45732"/>
                </a:lnTo>
                <a:lnTo>
                  <a:pt x="348310" y="45935"/>
                </a:lnTo>
                <a:lnTo>
                  <a:pt x="348411" y="46228"/>
                </a:lnTo>
                <a:lnTo>
                  <a:pt x="350113" y="46393"/>
                </a:lnTo>
                <a:lnTo>
                  <a:pt x="352767" y="46812"/>
                </a:lnTo>
                <a:lnTo>
                  <a:pt x="356450" y="47523"/>
                </a:lnTo>
                <a:lnTo>
                  <a:pt x="356450" y="46812"/>
                </a:lnTo>
                <a:close/>
              </a:path>
              <a:path w="608330" h="597535">
                <a:moveTo>
                  <a:pt x="387807" y="577227"/>
                </a:moveTo>
                <a:lnTo>
                  <a:pt x="386702" y="573544"/>
                </a:lnTo>
                <a:lnTo>
                  <a:pt x="385584" y="572262"/>
                </a:lnTo>
                <a:lnTo>
                  <a:pt x="382384" y="570890"/>
                </a:lnTo>
                <a:lnTo>
                  <a:pt x="382676" y="570890"/>
                </a:lnTo>
                <a:lnTo>
                  <a:pt x="379691" y="570458"/>
                </a:lnTo>
                <a:lnTo>
                  <a:pt x="374065" y="570458"/>
                </a:lnTo>
                <a:lnTo>
                  <a:pt x="371881" y="570280"/>
                </a:lnTo>
                <a:lnTo>
                  <a:pt x="365036" y="562965"/>
                </a:lnTo>
                <a:lnTo>
                  <a:pt x="364566" y="564388"/>
                </a:lnTo>
                <a:lnTo>
                  <a:pt x="364490" y="564616"/>
                </a:lnTo>
                <a:lnTo>
                  <a:pt x="364363" y="565912"/>
                </a:lnTo>
                <a:lnTo>
                  <a:pt x="365163" y="568566"/>
                </a:lnTo>
                <a:lnTo>
                  <a:pt x="365264" y="568871"/>
                </a:lnTo>
                <a:lnTo>
                  <a:pt x="365683" y="569493"/>
                </a:lnTo>
                <a:lnTo>
                  <a:pt x="365747" y="569747"/>
                </a:lnTo>
                <a:lnTo>
                  <a:pt x="367169" y="570890"/>
                </a:lnTo>
                <a:lnTo>
                  <a:pt x="367919" y="571538"/>
                </a:lnTo>
                <a:lnTo>
                  <a:pt x="369074" y="572071"/>
                </a:lnTo>
                <a:lnTo>
                  <a:pt x="371551" y="572516"/>
                </a:lnTo>
                <a:lnTo>
                  <a:pt x="368719" y="572516"/>
                </a:lnTo>
                <a:lnTo>
                  <a:pt x="378561" y="572808"/>
                </a:lnTo>
                <a:lnTo>
                  <a:pt x="379209" y="572808"/>
                </a:lnTo>
                <a:lnTo>
                  <a:pt x="382346" y="573151"/>
                </a:lnTo>
                <a:lnTo>
                  <a:pt x="381673" y="573151"/>
                </a:lnTo>
                <a:lnTo>
                  <a:pt x="383908" y="573976"/>
                </a:lnTo>
                <a:lnTo>
                  <a:pt x="384746" y="574929"/>
                </a:lnTo>
                <a:lnTo>
                  <a:pt x="385432" y="577227"/>
                </a:lnTo>
                <a:lnTo>
                  <a:pt x="385457" y="578434"/>
                </a:lnTo>
                <a:lnTo>
                  <a:pt x="385305" y="579081"/>
                </a:lnTo>
                <a:lnTo>
                  <a:pt x="383844" y="581533"/>
                </a:lnTo>
                <a:lnTo>
                  <a:pt x="382485" y="582498"/>
                </a:lnTo>
                <a:lnTo>
                  <a:pt x="382346" y="582498"/>
                </a:lnTo>
                <a:lnTo>
                  <a:pt x="378701" y="583603"/>
                </a:lnTo>
                <a:lnTo>
                  <a:pt x="369900" y="577672"/>
                </a:lnTo>
                <a:lnTo>
                  <a:pt x="369709" y="577672"/>
                </a:lnTo>
                <a:lnTo>
                  <a:pt x="369252" y="577811"/>
                </a:lnTo>
                <a:lnTo>
                  <a:pt x="369366" y="578434"/>
                </a:lnTo>
                <a:lnTo>
                  <a:pt x="369735" y="579869"/>
                </a:lnTo>
                <a:lnTo>
                  <a:pt x="369912" y="580428"/>
                </a:lnTo>
                <a:lnTo>
                  <a:pt x="370687" y="582498"/>
                </a:lnTo>
                <a:lnTo>
                  <a:pt x="371373" y="584250"/>
                </a:lnTo>
                <a:lnTo>
                  <a:pt x="371487" y="584568"/>
                </a:lnTo>
                <a:lnTo>
                  <a:pt x="371741" y="585431"/>
                </a:lnTo>
                <a:lnTo>
                  <a:pt x="371830" y="585711"/>
                </a:lnTo>
                <a:lnTo>
                  <a:pt x="371932" y="586054"/>
                </a:lnTo>
                <a:lnTo>
                  <a:pt x="371995" y="586320"/>
                </a:lnTo>
                <a:lnTo>
                  <a:pt x="372249" y="586486"/>
                </a:lnTo>
                <a:lnTo>
                  <a:pt x="372808" y="586320"/>
                </a:lnTo>
                <a:lnTo>
                  <a:pt x="372427" y="586320"/>
                </a:lnTo>
                <a:lnTo>
                  <a:pt x="374472" y="586054"/>
                </a:lnTo>
                <a:lnTo>
                  <a:pt x="378015" y="585711"/>
                </a:lnTo>
                <a:lnTo>
                  <a:pt x="378409" y="585711"/>
                </a:lnTo>
                <a:lnTo>
                  <a:pt x="380034" y="585431"/>
                </a:lnTo>
                <a:lnTo>
                  <a:pt x="387680" y="578434"/>
                </a:lnTo>
                <a:lnTo>
                  <a:pt x="387807" y="577227"/>
                </a:lnTo>
                <a:close/>
              </a:path>
              <a:path w="608330" h="597535">
                <a:moveTo>
                  <a:pt x="390829" y="574636"/>
                </a:moveTo>
                <a:lnTo>
                  <a:pt x="389737" y="571042"/>
                </a:lnTo>
                <a:lnTo>
                  <a:pt x="389699" y="570890"/>
                </a:lnTo>
                <a:lnTo>
                  <a:pt x="388950" y="569747"/>
                </a:lnTo>
                <a:lnTo>
                  <a:pt x="380796" y="566394"/>
                </a:lnTo>
                <a:lnTo>
                  <a:pt x="381355" y="566394"/>
                </a:lnTo>
                <a:lnTo>
                  <a:pt x="368007" y="565912"/>
                </a:lnTo>
                <a:lnTo>
                  <a:pt x="372605" y="565912"/>
                </a:lnTo>
                <a:lnTo>
                  <a:pt x="370166" y="565073"/>
                </a:lnTo>
                <a:lnTo>
                  <a:pt x="369519" y="564388"/>
                </a:lnTo>
                <a:lnTo>
                  <a:pt x="369023" y="562965"/>
                </a:lnTo>
                <a:lnTo>
                  <a:pt x="368757" y="562063"/>
                </a:lnTo>
                <a:lnTo>
                  <a:pt x="369049" y="560959"/>
                </a:lnTo>
                <a:lnTo>
                  <a:pt x="370827" y="558825"/>
                </a:lnTo>
                <a:lnTo>
                  <a:pt x="370954" y="558685"/>
                </a:lnTo>
                <a:lnTo>
                  <a:pt x="372338" y="557847"/>
                </a:lnTo>
                <a:lnTo>
                  <a:pt x="376453" y="556602"/>
                </a:lnTo>
                <a:lnTo>
                  <a:pt x="378879" y="556602"/>
                </a:lnTo>
                <a:lnTo>
                  <a:pt x="382384" y="557517"/>
                </a:lnTo>
                <a:lnTo>
                  <a:pt x="383692" y="558825"/>
                </a:lnTo>
                <a:lnTo>
                  <a:pt x="384276" y="560743"/>
                </a:lnTo>
                <a:lnTo>
                  <a:pt x="384314" y="560920"/>
                </a:lnTo>
                <a:lnTo>
                  <a:pt x="384911" y="560743"/>
                </a:lnTo>
                <a:lnTo>
                  <a:pt x="384594" y="559460"/>
                </a:lnTo>
                <a:lnTo>
                  <a:pt x="383717" y="556895"/>
                </a:lnTo>
                <a:lnTo>
                  <a:pt x="383616" y="556602"/>
                </a:lnTo>
                <a:lnTo>
                  <a:pt x="383133" y="555218"/>
                </a:lnTo>
                <a:lnTo>
                  <a:pt x="382981" y="554672"/>
                </a:lnTo>
                <a:lnTo>
                  <a:pt x="382612" y="553681"/>
                </a:lnTo>
                <a:lnTo>
                  <a:pt x="382562" y="553478"/>
                </a:lnTo>
                <a:lnTo>
                  <a:pt x="379349" y="553681"/>
                </a:lnTo>
                <a:lnTo>
                  <a:pt x="366445" y="562063"/>
                </a:lnTo>
                <a:lnTo>
                  <a:pt x="367601" y="565912"/>
                </a:lnTo>
                <a:lnTo>
                  <a:pt x="368592" y="567131"/>
                </a:lnTo>
                <a:lnTo>
                  <a:pt x="368719" y="567131"/>
                </a:lnTo>
                <a:lnTo>
                  <a:pt x="371208" y="568096"/>
                </a:lnTo>
                <a:lnTo>
                  <a:pt x="375437" y="568566"/>
                </a:lnTo>
                <a:lnTo>
                  <a:pt x="380339" y="568566"/>
                </a:lnTo>
                <a:lnTo>
                  <a:pt x="383044" y="568871"/>
                </a:lnTo>
                <a:lnTo>
                  <a:pt x="382587" y="568871"/>
                </a:lnTo>
                <a:lnTo>
                  <a:pt x="384759" y="569493"/>
                </a:lnTo>
                <a:lnTo>
                  <a:pt x="385902" y="570128"/>
                </a:lnTo>
                <a:lnTo>
                  <a:pt x="387464" y="571538"/>
                </a:lnTo>
                <a:lnTo>
                  <a:pt x="387997" y="572071"/>
                </a:lnTo>
                <a:lnTo>
                  <a:pt x="388658" y="573151"/>
                </a:lnTo>
                <a:lnTo>
                  <a:pt x="389547" y="576135"/>
                </a:lnTo>
                <a:lnTo>
                  <a:pt x="389470" y="577811"/>
                </a:lnTo>
                <a:lnTo>
                  <a:pt x="389255" y="578434"/>
                </a:lnTo>
                <a:lnTo>
                  <a:pt x="390525" y="576668"/>
                </a:lnTo>
                <a:lnTo>
                  <a:pt x="390779" y="574929"/>
                </a:lnTo>
                <a:lnTo>
                  <a:pt x="390829" y="574636"/>
                </a:lnTo>
                <a:close/>
              </a:path>
              <a:path w="608330" h="597535">
                <a:moveTo>
                  <a:pt x="415747" y="571715"/>
                </a:moveTo>
                <a:lnTo>
                  <a:pt x="404876" y="547382"/>
                </a:lnTo>
                <a:lnTo>
                  <a:pt x="404799" y="547217"/>
                </a:lnTo>
                <a:lnTo>
                  <a:pt x="404672" y="546938"/>
                </a:lnTo>
                <a:lnTo>
                  <a:pt x="403606" y="544525"/>
                </a:lnTo>
                <a:lnTo>
                  <a:pt x="401764" y="545287"/>
                </a:lnTo>
                <a:lnTo>
                  <a:pt x="399973" y="545960"/>
                </a:lnTo>
                <a:lnTo>
                  <a:pt x="397789" y="546747"/>
                </a:lnTo>
                <a:lnTo>
                  <a:pt x="398005" y="547217"/>
                </a:lnTo>
                <a:lnTo>
                  <a:pt x="399427" y="546938"/>
                </a:lnTo>
                <a:lnTo>
                  <a:pt x="400659" y="547217"/>
                </a:lnTo>
                <a:lnTo>
                  <a:pt x="402628" y="548792"/>
                </a:lnTo>
                <a:lnTo>
                  <a:pt x="403631" y="550341"/>
                </a:lnTo>
                <a:lnTo>
                  <a:pt x="411137" y="567055"/>
                </a:lnTo>
                <a:lnTo>
                  <a:pt x="411784" y="569226"/>
                </a:lnTo>
                <a:lnTo>
                  <a:pt x="411772" y="571982"/>
                </a:lnTo>
                <a:lnTo>
                  <a:pt x="411099" y="573214"/>
                </a:lnTo>
                <a:lnTo>
                  <a:pt x="410032" y="574090"/>
                </a:lnTo>
                <a:lnTo>
                  <a:pt x="410235" y="574548"/>
                </a:lnTo>
                <a:lnTo>
                  <a:pt x="412661" y="573214"/>
                </a:lnTo>
                <a:lnTo>
                  <a:pt x="414502" y="572249"/>
                </a:lnTo>
                <a:lnTo>
                  <a:pt x="415747" y="571715"/>
                </a:lnTo>
                <a:close/>
              </a:path>
              <a:path w="608330" h="597535">
                <a:moveTo>
                  <a:pt x="422897" y="67767"/>
                </a:moveTo>
                <a:lnTo>
                  <a:pt x="402120" y="28143"/>
                </a:lnTo>
                <a:lnTo>
                  <a:pt x="394487" y="13601"/>
                </a:lnTo>
                <a:lnTo>
                  <a:pt x="388010" y="10477"/>
                </a:lnTo>
                <a:lnTo>
                  <a:pt x="387718" y="11137"/>
                </a:lnTo>
                <a:lnTo>
                  <a:pt x="389966" y="13017"/>
                </a:lnTo>
                <a:lnTo>
                  <a:pt x="392303" y="16306"/>
                </a:lnTo>
                <a:lnTo>
                  <a:pt x="394766" y="21005"/>
                </a:lnTo>
                <a:lnTo>
                  <a:pt x="396557" y="24358"/>
                </a:lnTo>
                <a:lnTo>
                  <a:pt x="388747" y="43942"/>
                </a:lnTo>
                <a:lnTo>
                  <a:pt x="387223" y="47815"/>
                </a:lnTo>
                <a:lnTo>
                  <a:pt x="385749" y="50368"/>
                </a:lnTo>
                <a:lnTo>
                  <a:pt x="384352" y="51562"/>
                </a:lnTo>
                <a:lnTo>
                  <a:pt x="382930" y="52844"/>
                </a:lnTo>
                <a:lnTo>
                  <a:pt x="382752" y="52844"/>
                </a:lnTo>
                <a:lnTo>
                  <a:pt x="381101" y="53213"/>
                </a:lnTo>
                <a:lnTo>
                  <a:pt x="378764" y="52844"/>
                </a:lnTo>
                <a:lnTo>
                  <a:pt x="378485" y="53530"/>
                </a:lnTo>
                <a:lnTo>
                  <a:pt x="381685" y="54457"/>
                </a:lnTo>
                <a:lnTo>
                  <a:pt x="384035" y="55219"/>
                </a:lnTo>
                <a:lnTo>
                  <a:pt x="387146" y="56502"/>
                </a:lnTo>
                <a:lnTo>
                  <a:pt x="389407" y="57556"/>
                </a:lnTo>
                <a:lnTo>
                  <a:pt x="393052" y="59372"/>
                </a:lnTo>
                <a:lnTo>
                  <a:pt x="393331" y="58699"/>
                </a:lnTo>
                <a:lnTo>
                  <a:pt x="391426" y="57404"/>
                </a:lnTo>
                <a:lnTo>
                  <a:pt x="390258" y="55829"/>
                </a:lnTo>
                <a:lnTo>
                  <a:pt x="389788" y="53530"/>
                </a:lnTo>
                <a:lnTo>
                  <a:pt x="389712" y="53213"/>
                </a:lnTo>
                <a:lnTo>
                  <a:pt x="389597" y="51562"/>
                </a:lnTo>
                <a:lnTo>
                  <a:pt x="390055" y="49263"/>
                </a:lnTo>
                <a:lnTo>
                  <a:pt x="398500" y="28143"/>
                </a:lnTo>
                <a:lnTo>
                  <a:pt x="420941" y="70535"/>
                </a:lnTo>
                <a:lnTo>
                  <a:pt x="421678" y="70827"/>
                </a:lnTo>
                <a:lnTo>
                  <a:pt x="422897" y="67767"/>
                </a:lnTo>
                <a:close/>
              </a:path>
              <a:path w="608330" h="597535">
                <a:moveTo>
                  <a:pt x="423506" y="568604"/>
                </a:moveTo>
                <a:lnTo>
                  <a:pt x="423379" y="568312"/>
                </a:lnTo>
                <a:lnTo>
                  <a:pt x="423303" y="568134"/>
                </a:lnTo>
                <a:lnTo>
                  <a:pt x="422262" y="568312"/>
                </a:lnTo>
                <a:lnTo>
                  <a:pt x="421309" y="568134"/>
                </a:lnTo>
                <a:lnTo>
                  <a:pt x="419138" y="567055"/>
                </a:lnTo>
                <a:lnTo>
                  <a:pt x="418998" y="567055"/>
                </a:lnTo>
                <a:lnTo>
                  <a:pt x="417766" y="565315"/>
                </a:lnTo>
                <a:lnTo>
                  <a:pt x="409752" y="547382"/>
                </a:lnTo>
                <a:lnTo>
                  <a:pt x="409219" y="545287"/>
                </a:lnTo>
                <a:lnTo>
                  <a:pt x="409752" y="542823"/>
                </a:lnTo>
                <a:lnTo>
                  <a:pt x="410349" y="541921"/>
                </a:lnTo>
                <a:lnTo>
                  <a:pt x="411264" y="541261"/>
                </a:lnTo>
                <a:lnTo>
                  <a:pt x="411060" y="540804"/>
                </a:lnTo>
                <a:lnTo>
                  <a:pt x="409511" y="541756"/>
                </a:lnTo>
                <a:lnTo>
                  <a:pt x="407670" y="542683"/>
                </a:lnTo>
                <a:lnTo>
                  <a:pt x="405536" y="543648"/>
                </a:lnTo>
                <a:lnTo>
                  <a:pt x="417690" y="570826"/>
                </a:lnTo>
                <a:lnTo>
                  <a:pt x="419849" y="569874"/>
                </a:lnTo>
                <a:lnTo>
                  <a:pt x="421525" y="569226"/>
                </a:lnTo>
                <a:lnTo>
                  <a:pt x="423506" y="568604"/>
                </a:lnTo>
                <a:close/>
              </a:path>
              <a:path w="608330" h="597535">
                <a:moveTo>
                  <a:pt x="443763" y="32791"/>
                </a:moveTo>
                <a:lnTo>
                  <a:pt x="428104" y="26530"/>
                </a:lnTo>
                <a:lnTo>
                  <a:pt x="427812" y="27203"/>
                </a:lnTo>
                <a:lnTo>
                  <a:pt x="432003" y="34975"/>
                </a:lnTo>
                <a:lnTo>
                  <a:pt x="431863" y="36080"/>
                </a:lnTo>
                <a:lnTo>
                  <a:pt x="431838" y="36309"/>
                </a:lnTo>
                <a:lnTo>
                  <a:pt x="431203" y="38366"/>
                </a:lnTo>
                <a:lnTo>
                  <a:pt x="423938" y="56502"/>
                </a:lnTo>
                <a:lnTo>
                  <a:pt x="403148" y="17043"/>
                </a:lnTo>
                <a:lnTo>
                  <a:pt x="398729" y="15290"/>
                </a:lnTo>
                <a:lnTo>
                  <a:pt x="424395" y="64071"/>
                </a:lnTo>
                <a:lnTo>
                  <a:pt x="427431" y="56502"/>
                </a:lnTo>
                <a:lnTo>
                  <a:pt x="434467" y="38912"/>
                </a:lnTo>
                <a:lnTo>
                  <a:pt x="435368" y="37211"/>
                </a:lnTo>
                <a:lnTo>
                  <a:pt x="436206" y="36080"/>
                </a:lnTo>
                <a:lnTo>
                  <a:pt x="437070" y="34975"/>
                </a:lnTo>
                <a:lnTo>
                  <a:pt x="438137" y="34188"/>
                </a:lnTo>
                <a:lnTo>
                  <a:pt x="440524" y="33299"/>
                </a:lnTo>
                <a:lnTo>
                  <a:pt x="442823" y="33299"/>
                </a:lnTo>
                <a:lnTo>
                  <a:pt x="443484" y="33464"/>
                </a:lnTo>
                <a:lnTo>
                  <a:pt x="443560" y="33299"/>
                </a:lnTo>
                <a:lnTo>
                  <a:pt x="443763" y="32791"/>
                </a:lnTo>
                <a:close/>
              </a:path>
              <a:path w="608330" h="597535">
                <a:moveTo>
                  <a:pt x="453377" y="551497"/>
                </a:moveTo>
                <a:lnTo>
                  <a:pt x="439039" y="529374"/>
                </a:lnTo>
                <a:lnTo>
                  <a:pt x="437184" y="526503"/>
                </a:lnTo>
                <a:lnTo>
                  <a:pt x="429374" y="531558"/>
                </a:lnTo>
                <a:lnTo>
                  <a:pt x="427278" y="532790"/>
                </a:lnTo>
                <a:lnTo>
                  <a:pt x="426034" y="533565"/>
                </a:lnTo>
                <a:lnTo>
                  <a:pt x="424942" y="534149"/>
                </a:lnTo>
                <a:lnTo>
                  <a:pt x="424027" y="534606"/>
                </a:lnTo>
                <a:lnTo>
                  <a:pt x="424929" y="535978"/>
                </a:lnTo>
                <a:lnTo>
                  <a:pt x="425729" y="537387"/>
                </a:lnTo>
                <a:lnTo>
                  <a:pt x="426986" y="539927"/>
                </a:lnTo>
                <a:lnTo>
                  <a:pt x="427215" y="540346"/>
                </a:lnTo>
                <a:lnTo>
                  <a:pt x="427583" y="540943"/>
                </a:lnTo>
                <a:lnTo>
                  <a:pt x="427863" y="541312"/>
                </a:lnTo>
                <a:lnTo>
                  <a:pt x="428409" y="540943"/>
                </a:lnTo>
                <a:lnTo>
                  <a:pt x="427697" y="538924"/>
                </a:lnTo>
                <a:lnTo>
                  <a:pt x="427482" y="537565"/>
                </a:lnTo>
                <a:lnTo>
                  <a:pt x="436372" y="529374"/>
                </a:lnTo>
                <a:lnTo>
                  <a:pt x="446862" y="545604"/>
                </a:lnTo>
                <a:lnTo>
                  <a:pt x="448373" y="547916"/>
                </a:lnTo>
                <a:lnTo>
                  <a:pt x="449211" y="549732"/>
                </a:lnTo>
                <a:lnTo>
                  <a:pt x="449427" y="551497"/>
                </a:lnTo>
                <a:lnTo>
                  <a:pt x="449440" y="552615"/>
                </a:lnTo>
                <a:lnTo>
                  <a:pt x="448970" y="553720"/>
                </a:lnTo>
                <a:lnTo>
                  <a:pt x="447979" y="554812"/>
                </a:lnTo>
                <a:lnTo>
                  <a:pt x="448246" y="555231"/>
                </a:lnTo>
                <a:lnTo>
                  <a:pt x="450164" y="553720"/>
                </a:lnTo>
                <a:lnTo>
                  <a:pt x="451650" y="552615"/>
                </a:lnTo>
                <a:lnTo>
                  <a:pt x="453377" y="551497"/>
                </a:lnTo>
                <a:close/>
              </a:path>
              <a:path w="608330" h="597535">
                <a:moveTo>
                  <a:pt x="460756" y="547255"/>
                </a:moveTo>
                <a:lnTo>
                  <a:pt x="460387" y="546735"/>
                </a:lnTo>
                <a:lnTo>
                  <a:pt x="459092" y="547255"/>
                </a:lnTo>
                <a:lnTo>
                  <a:pt x="458000" y="547255"/>
                </a:lnTo>
                <a:lnTo>
                  <a:pt x="455472" y="545960"/>
                </a:lnTo>
                <a:lnTo>
                  <a:pt x="454240" y="544652"/>
                </a:lnTo>
                <a:lnTo>
                  <a:pt x="441972" y="525716"/>
                </a:lnTo>
                <a:lnTo>
                  <a:pt x="449402" y="520941"/>
                </a:lnTo>
                <a:lnTo>
                  <a:pt x="451015" y="520509"/>
                </a:lnTo>
                <a:lnTo>
                  <a:pt x="453364" y="521423"/>
                </a:lnTo>
                <a:lnTo>
                  <a:pt x="454469" y="522414"/>
                </a:lnTo>
                <a:lnTo>
                  <a:pt x="455269" y="523570"/>
                </a:lnTo>
                <a:lnTo>
                  <a:pt x="455853" y="523201"/>
                </a:lnTo>
                <a:lnTo>
                  <a:pt x="455460" y="522414"/>
                </a:lnTo>
                <a:lnTo>
                  <a:pt x="455041" y="521677"/>
                </a:lnTo>
                <a:lnTo>
                  <a:pt x="454279" y="520509"/>
                </a:lnTo>
                <a:lnTo>
                  <a:pt x="453313" y="518985"/>
                </a:lnTo>
                <a:lnTo>
                  <a:pt x="452437" y="517410"/>
                </a:lnTo>
                <a:lnTo>
                  <a:pt x="451916" y="516547"/>
                </a:lnTo>
                <a:lnTo>
                  <a:pt x="450519" y="517728"/>
                </a:lnTo>
                <a:lnTo>
                  <a:pt x="449046" y="518833"/>
                </a:lnTo>
                <a:lnTo>
                  <a:pt x="447319" y="519912"/>
                </a:lnTo>
                <a:lnTo>
                  <a:pt x="438937" y="525360"/>
                </a:lnTo>
                <a:lnTo>
                  <a:pt x="455117" y="550367"/>
                </a:lnTo>
                <a:lnTo>
                  <a:pt x="456095" y="549732"/>
                </a:lnTo>
                <a:lnTo>
                  <a:pt x="460476" y="547255"/>
                </a:lnTo>
                <a:lnTo>
                  <a:pt x="460756" y="547255"/>
                </a:lnTo>
                <a:close/>
              </a:path>
              <a:path w="608330" h="597535">
                <a:moveTo>
                  <a:pt x="479082" y="63398"/>
                </a:moveTo>
                <a:lnTo>
                  <a:pt x="477304" y="63080"/>
                </a:lnTo>
                <a:lnTo>
                  <a:pt x="475462" y="63080"/>
                </a:lnTo>
                <a:lnTo>
                  <a:pt x="472325" y="63576"/>
                </a:lnTo>
                <a:lnTo>
                  <a:pt x="470446" y="64325"/>
                </a:lnTo>
                <a:lnTo>
                  <a:pt x="468376" y="65582"/>
                </a:lnTo>
                <a:lnTo>
                  <a:pt x="466255" y="66802"/>
                </a:lnTo>
                <a:lnTo>
                  <a:pt x="457377" y="84556"/>
                </a:lnTo>
                <a:lnTo>
                  <a:pt x="457708" y="87045"/>
                </a:lnTo>
                <a:lnTo>
                  <a:pt x="457733" y="87198"/>
                </a:lnTo>
                <a:lnTo>
                  <a:pt x="459193" y="89941"/>
                </a:lnTo>
                <a:lnTo>
                  <a:pt x="459130" y="89344"/>
                </a:lnTo>
                <a:lnTo>
                  <a:pt x="459016" y="88252"/>
                </a:lnTo>
                <a:lnTo>
                  <a:pt x="458901" y="87045"/>
                </a:lnTo>
                <a:lnTo>
                  <a:pt x="458787" y="85877"/>
                </a:lnTo>
                <a:lnTo>
                  <a:pt x="458762" y="85686"/>
                </a:lnTo>
                <a:lnTo>
                  <a:pt x="458660" y="84556"/>
                </a:lnTo>
                <a:lnTo>
                  <a:pt x="460794" y="78854"/>
                </a:lnTo>
                <a:lnTo>
                  <a:pt x="469734" y="67716"/>
                </a:lnTo>
                <a:lnTo>
                  <a:pt x="474205" y="64566"/>
                </a:lnTo>
                <a:lnTo>
                  <a:pt x="479082" y="63398"/>
                </a:lnTo>
                <a:close/>
              </a:path>
              <a:path w="608330" h="597535">
                <a:moveTo>
                  <a:pt x="496697" y="516775"/>
                </a:moveTo>
                <a:lnTo>
                  <a:pt x="488175" y="508139"/>
                </a:lnTo>
                <a:lnTo>
                  <a:pt x="486702" y="506641"/>
                </a:lnTo>
                <a:lnTo>
                  <a:pt x="465366" y="505866"/>
                </a:lnTo>
                <a:lnTo>
                  <a:pt x="464693" y="506488"/>
                </a:lnTo>
                <a:lnTo>
                  <a:pt x="463397" y="507758"/>
                </a:lnTo>
                <a:lnTo>
                  <a:pt x="462114" y="508876"/>
                </a:lnTo>
                <a:lnTo>
                  <a:pt x="460844" y="509803"/>
                </a:lnTo>
                <a:lnTo>
                  <a:pt x="461200" y="510171"/>
                </a:lnTo>
                <a:lnTo>
                  <a:pt x="463715" y="508749"/>
                </a:lnTo>
                <a:lnTo>
                  <a:pt x="467436" y="508139"/>
                </a:lnTo>
                <a:lnTo>
                  <a:pt x="485470" y="508749"/>
                </a:lnTo>
                <a:lnTo>
                  <a:pt x="491693" y="515048"/>
                </a:lnTo>
                <a:lnTo>
                  <a:pt x="492683" y="516572"/>
                </a:lnTo>
                <a:lnTo>
                  <a:pt x="492937" y="518388"/>
                </a:lnTo>
                <a:lnTo>
                  <a:pt x="493014" y="518909"/>
                </a:lnTo>
                <a:lnTo>
                  <a:pt x="492810" y="519811"/>
                </a:lnTo>
                <a:lnTo>
                  <a:pt x="492760" y="520052"/>
                </a:lnTo>
                <a:lnTo>
                  <a:pt x="492048" y="521119"/>
                </a:lnTo>
                <a:lnTo>
                  <a:pt x="492417" y="521474"/>
                </a:lnTo>
                <a:lnTo>
                  <a:pt x="493776" y="519811"/>
                </a:lnTo>
                <a:lnTo>
                  <a:pt x="495058" y="518388"/>
                </a:lnTo>
                <a:lnTo>
                  <a:pt x="496239" y="517245"/>
                </a:lnTo>
                <a:lnTo>
                  <a:pt x="496697" y="516775"/>
                </a:lnTo>
                <a:close/>
              </a:path>
              <a:path w="608330" h="597535">
                <a:moveTo>
                  <a:pt x="503021" y="511022"/>
                </a:moveTo>
                <a:lnTo>
                  <a:pt x="502666" y="510654"/>
                </a:lnTo>
                <a:lnTo>
                  <a:pt x="500354" y="512165"/>
                </a:lnTo>
                <a:lnTo>
                  <a:pt x="497662" y="511378"/>
                </a:lnTo>
                <a:lnTo>
                  <a:pt x="489572" y="503148"/>
                </a:lnTo>
                <a:lnTo>
                  <a:pt x="489521" y="502373"/>
                </a:lnTo>
                <a:lnTo>
                  <a:pt x="488784" y="491871"/>
                </a:lnTo>
                <a:lnTo>
                  <a:pt x="488696" y="490537"/>
                </a:lnTo>
                <a:lnTo>
                  <a:pt x="488581" y="489369"/>
                </a:lnTo>
                <a:lnTo>
                  <a:pt x="488518" y="488784"/>
                </a:lnTo>
                <a:lnTo>
                  <a:pt x="488645" y="484517"/>
                </a:lnTo>
                <a:lnTo>
                  <a:pt x="489077" y="483311"/>
                </a:lnTo>
                <a:lnTo>
                  <a:pt x="489762" y="482015"/>
                </a:lnTo>
                <a:lnTo>
                  <a:pt x="489419" y="481647"/>
                </a:lnTo>
                <a:lnTo>
                  <a:pt x="487451" y="483908"/>
                </a:lnTo>
                <a:lnTo>
                  <a:pt x="486117" y="485381"/>
                </a:lnTo>
                <a:lnTo>
                  <a:pt x="485698" y="485787"/>
                </a:lnTo>
                <a:lnTo>
                  <a:pt x="482854" y="488188"/>
                </a:lnTo>
                <a:lnTo>
                  <a:pt x="482180" y="488784"/>
                </a:lnTo>
                <a:lnTo>
                  <a:pt x="481977" y="489000"/>
                </a:lnTo>
                <a:lnTo>
                  <a:pt x="482333" y="489369"/>
                </a:lnTo>
                <a:lnTo>
                  <a:pt x="483285" y="488784"/>
                </a:lnTo>
                <a:lnTo>
                  <a:pt x="484505" y="488784"/>
                </a:lnTo>
                <a:lnTo>
                  <a:pt x="486219" y="490537"/>
                </a:lnTo>
                <a:lnTo>
                  <a:pt x="486702" y="491871"/>
                </a:lnTo>
                <a:lnTo>
                  <a:pt x="486816" y="493801"/>
                </a:lnTo>
                <a:lnTo>
                  <a:pt x="487121" y="498246"/>
                </a:lnTo>
                <a:lnTo>
                  <a:pt x="487146" y="498614"/>
                </a:lnTo>
                <a:lnTo>
                  <a:pt x="487248" y="500087"/>
                </a:lnTo>
                <a:lnTo>
                  <a:pt x="487362" y="501624"/>
                </a:lnTo>
                <a:lnTo>
                  <a:pt x="487413" y="502373"/>
                </a:lnTo>
                <a:lnTo>
                  <a:pt x="478802" y="502094"/>
                </a:lnTo>
                <a:lnTo>
                  <a:pt x="475983" y="502094"/>
                </a:lnTo>
                <a:lnTo>
                  <a:pt x="473544" y="501624"/>
                </a:lnTo>
                <a:lnTo>
                  <a:pt x="472351" y="500392"/>
                </a:lnTo>
                <a:lnTo>
                  <a:pt x="472376" y="499630"/>
                </a:lnTo>
                <a:lnTo>
                  <a:pt x="472948" y="498614"/>
                </a:lnTo>
                <a:lnTo>
                  <a:pt x="472592" y="498246"/>
                </a:lnTo>
                <a:lnTo>
                  <a:pt x="471055" y="500087"/>
                </a:lnTo>
                <a:lnTo>
                  <a:pt x="469468" y="501815"/>
                </a:lnTo>
                <a:lnTo>
                  <a:pt x="467321" y="503923"/>
                </a:lnTo>
                <a:lnTo>
                  <a:pt x="487718" y="504507"/>
                </a:lnTo>
                <a:lnTo>
                  <a:pt x="498297" y="515239"/>
                </a:lnTo>
                <a:lnTo>
                  <a:pt x="499008" y="514527"/>
                </a:lnTo>
                <a:lnTo>
                  <a:pt x="500392" y="513270"/>
                </a:lnTo>
                <a:lnTo>
                  <a:pt x="501688" y="512165"/>
                </a:lnTo>
                <a:lnTo>
                  <a:pt x="503021" y="511022"/>
                </a:lnTo>
                <a:close/>
              </a:path>
              <a:path w="608330" h="597535">
                <a:moveTo>
                  <a:pt x="508152" y="81673"/>
                </a:moveTo>
                <a:lnTo>
                  <a:pt x="488365" y="64985"/>
                </a:lnTo>
                <a:lnTo>
                  <a:pt x="477481" y="65951"/>
                </a:lnTo>
                <a:lnTo>
                  <a:pt x="472516" y="68999"/>
                </a:lnTo>
                <a:lnTo>
                  <a:pt x="463550" y="80187"/>
                </a:lnTo>
                <a:lnTo>
                  <a:pt x="461949" y="84556"/>
                </a:lnTo>
                <a:lnTo>
                  <a:pt x="461568" y="85686"/>
                </a:lnTo>
                <a:lnTo>
                  <a:pt x="462597" y="96126"/>
                </a:lnTo>
                <a:lnTo>
                  <a:pt x="476135" y="108508"/>
                </a:lnTo>
                <a:lnTo>
                  <a:pt x="478218" y="109613"/>
                </a:lnTo>
                <a:lnTo>
                  <a:pt x="480555" y="110566"/>
                </a:lnTo>
                <a:lnTo>
                  <a:pt x="483095" y="111366"/>
                </a:lnTo>
                <a:lnTo>
                  <a:pt x="488302" y="106883"/>
                </a:lnTo>
                <a:lnTo>
                  <a:pt x="487743" y="106324"/>
                </a:lnTo>
                <a:lnTo>
                  <a:pt x="485343" y="106883"/>
                </a:lnTo>
                <a:lnTo>
                  <a:pt x="483006" y="106883"/>
                </a:lnTo>
                <a:lnTo>
                  <a:pt x="480733" y="106324"/>
                </a:lnTo>
                <a:lnTo>
                  <a:pt x="477240" y="105537"/>
                </a:lnTo>
                <a:lnTo>
                  <a:pt x="474611" y="104228"/>
                </a:lnTo>
                <a:lnTo>
                  <a:pt x="467779" y="98742"/>
                </a:lnTo>
                <a:lnTo>
                  <a:pt x="465556" y="94754"/>
                </a:lnTo>
                <a:lnTo>
                  <a:pt x="465531" y="85686"/>
                </a:lnTo>
                <a:lnTo>
                  <a:pt x="467106" y="81673"/>
                </a:lnTo>
                <a:lnTo>
                  <a:pt x="467182" y="81483"/>
                </a:lnTo>
                <a:lnTo>
                  <a:pt x="474573" y="72263"/>
                </a:lnTo>
                <a:lnTo>
                  <a:pt x="478777" y="69456"/>
                </a:lnTo>
                <a:lnTo>
                  <a:pt x="483260" y="68795"/>
                </a:lnTo>
                <a:lnTo>
                  <a:pt x="487768" y="68072"/>
                </a:lnTo>
                <a:lnTo>
                  <a:pt x="492404" y="69456"/>
                </a:lnTo>
                <a:lnTo>
                  <a:pt x="492163" y="69456"/>
                </a:lnTo>
                <a:lnTo>
                  <a:pt x="502005" y="77355"/>
                </a:lnTo>
                <a:lnTo>
                  <a:pt x="503097" y="83426"/>
                </a:lnTo>
                <a:lnTo>
                  <a:pt x="499325" y="90817"/>
                </a:lnTo>
                <a:lnTo>
                  <a:pt x="499872" y="91236"/>
                </a:lnTo>
                <a:lnTo>
                  <a:pt x="500761" y="90335"/>
                </a:lnTo>
                <a:lnTo>
                  <a:pt x="501662" y="89344"/>
                </a:lnTo>
                <a:lnTo>
                  <a:pt x="502513" y="88252"/>
                </a:lnTo>
                <a:lnTo>
                  <a:pt x="503135" y="87490"/>
                </a:lnTo>
                <a:lnTo>
                  <a:pt x="503326" y="87198"/>
                </a:lnTo>
                <a:lnTo>
                  <a:pt x="504507" y="85686"/>
                </a:lnTo>
                <a:lnTo>
                  <a:pt x="505841" y="84188"/>
                </a:lnTo>
                <a:lnTo>
                  <a:pt x="508152" y="81673"/>
                </a:lnTo>
                <a:close/>
              </a:path>
              <a:path w="608330" h="597535">
                <a:moveTo>
                  <a:pt x="540537" y="114719"/>
                </a:moveTo>
                <a:lnTo>
                  <a:pt x="539750" y="113665"/>
                </a:lnTo>
                <a:lnTo>
                  <a:pt x="535787" y="107505"/>
                </a:lnTo>
                <a:lnTo>
                  <a:pt x="535178" y="107924"/>
                </a:lnTo>
                <a:lnTo>
                  <a:pt x="535787" y="109296"/>
                </a:lnTo>
                <a:lnTo>
                  <a:pt x="535813" y="110820"/>
                </a:lnTo>
                <a:lnTo>
                  <a:pt x="534720" y="114236"/>
                </a:lnTo>
                <a:lnTo>
                  <a:pt x="506323" y="134442"/>
                </a:lnTo>
                <a:lnTo>
                  <a:pt x="503897" y="134442"/>
                </a:lnTo>
                <a:lnTo>
                  <a:pt x="502564" y="133934"/>
                </a:lnTo>
                <a:lnTo>
                  <a:pt x="501434" y="133007"/>
                </a:lnTo>
                <a:lnTo>
                  <a:pt x="500824" y="133413"/>
                </a:lnTo>
                <a:lnTo>
                  <a:pt x="502983" y="135775"/>
                </a:lnTo>
                <a:lnTo>
                  <a:pt x="504215" y="137185"/>
                </a:lnTo>
                <a:lnTo>
                  <a:pt x="506361" y="140068"/>
                </a:lnTo>
                <a:lnTo>
                  <a:pt x="513943" y="134442"/>
                </a:lnTo>
                <a:lnTo>
                  <a:pt x="540537" y="114719"/>
                </a:lnTo>
                <a:close/>
              </a:path>
              <a:path w="608330" h="597535">
                <a:moveTo>
                  <a:pt x="557098" y="136271"/>
                </a:moveTo>
                <a:lnTo>
                  <a:pt x="553186" y="131521"/>
                </a:lnTo>
                <a:lnTo>
                  <a:pt x="550570" y="128270"/>
                </a:lnTo>
                <a:lnTo>
                  <a:pt x="546227" y="122428"/>
                </a:lnTo>
                <a:lnTo>
                  <a:pt x="546125" y="122288"/>
                </a:lnTo>
                <a:lnTo>
                  <a:pt x="542251" y="117068"/>
                </a:lnTo>
                <a:lnTo>
                  <a:pt x="508063" y="142405"/>
                </a:lnTo>
                <a:lnTo>
                  <a:pt x="519112" y="157314"/>
                </a:lnTo>
                <a:lnTo>
                  <a:pt x="520636" y="159626"/>
                </a:lnTo>
                <a:lnTo>
                  <a:pt x="522211" y="162293"/>
                </a:lnTo>
                <a:lnTo>
                  <a:pt x="523633" y="161658"/>
                </a:lnTo>
                <a:lnTo>
                  <a:pt x="525399" y="160985"/>
                </a:lnTo>
                <a:lnTo>
                  <a:pt x="527519" y="160324"/>
                </a:lnTo>
                <a:lnTo>
                  <a:pt x="529170" y="159842"/>
                </a:lnTo>
                <a:lnTo>
                  <a:pt x="530593" y="159346"/>
                </a:lnTo>
                <a:lnTo>
                  <a:pt x="531761" y="158851"/>
                </a:lnTo>
                <a:lnTo>
                  <a:pt x="531418" y="158407"/>
                </a:lnTo>
                <a:lnTo>
                  <a:pt x="531266" y="158191"/>
                </a:lnTo>
                <a:lnTo>
                  <a:pt x="528066" y="158407"/>
                </a:lnTo>
                <a:lnTo>
                  <a:pt x="525640" y="158051"/>
                </a:lnTo>
                <a:lnTo>
                  <a:pt x="523951" y="157073"/>
                </a:lnTo>
                <a:lnTo>
                  <a:pt x="522338" y="156171"/>
                </a:lnTo>
                <a:lnTo>
                  <a:pt x="520534" y="154381"/>
                </a:lnTo>
                <a:lnTo>
                  <a:pt x="514121" y="145732"/>
                </a:lnTo>
                <a:lnTo>
                  <a:pt x="513486" y="144716"/>
                </a:lnTo>
                <a:lnTo>
                  <a:pt x="512940" y="143700"/>
                </a:lnTo>
                <a:lnTo>
                  <a:pt x="514769" y="141871"/>
                </a:lnTo>
                <a:lnTo>
                  <a:pt x="516890" y="140068"/>
                </a:lnTo>
                <a:lnTo>
                  <a:pt x="526821" y="132676"/>
                </a:lnTo>
                <a:lnTo>
                  <a:pt x="534403" y="142900"/>
                </a:lnTo>
                <a:lnTo>
                  <a:pt x="535038" y="144399"/>
                </a:lnTo>
                <a:lnTo>
                  <a:pt x="535165" y="147675"/>
                </a:lnTo>
                <a:lnTo>
                  <a:pt x="534276" y="149212"/>
                </a:lnTo>
                <a:lnTo>
                  <a:pt x="532523" y="150812"/>
                </a:lnTo>
                <a:lnTo>
                  <a:pt x="533057" y="151523"/>
                </a:lnTo>
                <a:lnTo>
                  <a:pt x="534276" y="150495"/>
                </a:lnTo>
                <a:lnTo>
                  <a:pt x="535101" y="149834"/>
                </a:lnTo>
                <a:lnTo>
                  <a:pt x="536879" y="148247"/>
                </a:lnTo>
                <a:lnTo>
                  <a:pt x="538022" y="147294"/>
                </a:lnTo>
                <a:lnTo>
                  <a:pt x="540359" y="145567"/>
                </a:lnTo>
                <a:lnTo>
                  <a:pt x="542112" y="144399"/>
                </a:lnTo>
                <a:lnTo>
                  <a:pt x="543953" y="143268"/>
                </a:lnTo>
                <a:lnTo>
                  <a:pt x="544283" y="143268"/>
                </a:lnTo>
                <a:lnTo>
                  <a:pt x="543648" y="142405"/>
                </a:lnTo>
                <a:lnTo>
                  <a:pt x="541286" y="143268"/>
                </a:lnTo>
                <a:lnTo>
                  <a:pt x="539953" y="143268"/>
                </a:lnTo>
                <a:lnTo>
                  <a:pt x="537756" y="142214"/>
                </a:lnTo>
                <a:lnTo>
                  <a:pt x="536232" y="140627"/>
                </a:lnTo>
                <a:lnTo>
                  <a:pt x="530339" y="132676"/>
                </a:lnTo>
                <a:lnTo>
                  <a:pt x="529094" y="130987"/>
                </a:lnTo>
                <a:lnTo>
                  <a:pt x="534365" y="127063"/>
                </a:lnTo>
                <a:lnTo>
                  <a:pt x="536638" y="125488"/>
                </a:lnTo>
                <a:lnTo>
                  <a:pt x="539292" y="123609"/>
                </a:lnTo>
                <a:lnTo>
                  <a:pt x="541350" y="122428"/>
                </a:lnTo>
                <a:lnTo>
                  <a:pt x="542391" y="122288"/>
                </a:lnTo>
                <a:lnTo>
                  <a:pt x="543026" y="122897"/>
                </a:lnTo>
                <a:lnTo>
                  <a:pt x="543648" y="123609"/>
                </a:lnTo>
                <a:lnTo>
                  <a:pt x="544233" y="124434"/>
                </a:lnTo>
                <a:lnTo>
                  <a:pt x="550100" y="132321"/>
                </a:lnTo>
                <a:lnTo>
                  <a:pt x="550964" y="133934"/>
                </a:lnTo>
                <a:lnTo>
                  <a:pt x="551218" y="134442"/>
                </a:lnTo>
                <a:lnTo>
                  <a:pt x="551434" y="135775"/>
                </a:lnTo>
                <a:lnTo>
                  <a:pt x="551497" y="137604"/>
                </a:lnTo>
                <a:lnTo>
                  <a:pt x="551103" y="138938"/>
                </a:lnTo>
                <a:lnTo>
                  <a:pt x="549821" y="141109"/>
                </a:lnTo>
                <a:lnTo>
                  <a:pt x="550227" y="141655"/>
                </a:lnTo>
                <a:lnTo>
                  <a:pt x="550964" y="141109"/>
                </a:lnTo>
                <a:lnTo>
                  <a:pt x="555129" y="137604"/>
                </a:lnTo>
                <a:lnTo>
                  <a:pt x="556399" y="136702"/>
                </a:lnTo>
                <a:lnTo>
                  <a:pt x="557098" y="136271"/>
                </a:lnTo>
                <a:close/>
              </a:path>
              <a:path w="608330" h="597535">
                <a:moveTo>
                  <a:pt x="572820" y="315252"/>
                </a:moveTo>
                <a:lnTo>
                  <a:pt x="572071" y="313334"/>
                </a:lnTo>
                <a:lnTo>
                  <a:pt x="566889" y="314617"/>
                </a:lnTo>
                <a:lnTo>
                  <a:pt x="566889" y="320433"/>
                </a:lnTo>
                <a:lnTo>
                  <a:pt x="566750" y="320433"/>
                </a:lnTo>
                <a:lnTo>
                  <a:pt x="564908" y="322541"/>
                </a:lnTo>
                <a:lnTo>
                  <a:pt x="561975" y="316077"/>
                </a:lnTo>
                <a:lnTo>
                  <a:pt x="561886" y="315861"/>
                </a:lnTo>
                <a:lnTo>
                  <a:pt x="562864" y="315861"/>
                </a:lnTo>
                <a:lnTo>
                  <a:pt x="566889" y="320433"/>
                </a:lnTo>
                <a:lnTo>
                  <a:pt x="566889" y="314617"/>
                </a:lnTo>
                <a:lnTo>
                  <a:pt x="562025" y="315798"/>
                </a:lnTo>
                <a:lnTo>
                  <a:pt x="571220" y="311137"/>
                </a:lnTo>
                <a:lnTo>
                  <a:pt x="570572" y="310553"/>
                </a:lnTo>
                <a:lnTo>
                  <a:pt x="563689" y="311658"/>
                </a:lnTo>
                <a:lnTo>
                  <a:pt x="560641" y="318084"/>
                </a:lnTo>
                <a:lnTo>
                  <a:pt x="560438" y="318706"/>
                </a:lnTo>
                <a:lnTo>
                  <a:pt x="560451" y="319125"/>
                </a:lnTo>
                <a:lnTo>
                  <a:pt x="560578" y="323545"/>
                </a:lnTo>
                <a:lnTo>
                  <a:pt x="560806" y="323545"/>
                </a:lnTo>
                <a:lnTo>
                  <a:pt x="568286" y="325970"/>
                </a:lnTo>
                <a:lnTo>
                  <a:pt x="569734" y="322541"/>
                </a:lnTo>
                <a:lnTo>
                  <a:pt x="572477" y="316077"/>
                </a:lnTo>
                <a:lnTo>
                  <a:pt x="572566" y="315861"/>
                </a:lnTo>
                <a:lnTo>
                  <a:pt x="572820" y="315252"/>
                </a:lnTo>
                <a:close/>
              </a:path>
              <a:path w="608330" h="597535">
                <a:moveTo>
                  <a:pt x="607809" y="273773"/>
                </a:moveTo>
                <a:lnTo>
                  <a:pt x="607504" y="271246"/>
                </a:lnTo>
                <a:lnTo>
                  <a:pt x="607415" y="270535"/>
                </a:lnTo>
                <a:lnTo>
                  <a:pt x="605231" y="264452"/>
                </a:lnTo>
                <a:lnTo>
                  <a:pt x="599935" y="266331"/>
                </a:lnTo>
                <a:lnTo>
                  <a:pt x="599008" y="267474"/>
                </a:lnTo>
                <a:lnTo>
                  <a:pt x="599008" y="282219"/>
                </a:lnTo>
                <a:lnTo>
                  <a:pt x="596023" y="283273"/>
                </a:lnTo>
                <a:lnTo>
                  <a:pt x="596023" y="291947"/>
                </a:lnTo>
                <a:lnTo>
                  <a:pt x="595884" y="291134"/>
                </a:lnTo>
                <a:lnTo>
                  <a:pt x="595934" y="291363"/>
                </a:lnTo>
                <a:lnTo>
                  <a:pt x="596023" y="291947"/>
                </a:lnTo>
                <a:lnTo>
                  <a:pt x="596023" y="283273"/>
                </a:lnTo>
                <a:lnTo>
                  <a:pt x="595236" y="283540"/>
                </a:lnTo>
                <a:lnTo>
                  <a:pt x="591781" y="284035"/>
                </a:lnTo>
                <a:lnTo>
                  <a:pt x="591781" y="290398"/>
                </a:lnTo>
                <a:lnTo>
                  <a:pt x="591654" y="290791"/>
                </a:lnTo>
                <a:lnTo>
                  <a:pt x="591553" y="291084"/>
                </a:lnTo>
                <a:lnTo>
                  <a:pt x="591451" y="291363"/>
                </a:lnTo>
                <a:lnTo>
                  <a:pt x="591350" y="291693"/>
                </a:lnTo>
                <a:lnTo>
                  <a:pt x="591286" y="291833"/>
                </a:lnTo>
                <a:lnTo>
                  <a:pt x="591451" y="291363"/>
                </a:lnTo>
                <a:lnTo>
                  <a:pt x="591781" y="290398"/>
                </a:lnTo>
                <a:lnTo>
                  <a:pt x="591781" y="284035"/>
                </a:lnTo>
                <a:lnTo>
                  <a:pt x="584974" y="284988"/>
                </a:lnTo>
                <a:lnTo>
                  <a:pt x="587527" y="284467"/>
                </a:lnTo>
                <a:lnTo>
                  <a:pt x="590651" y="283756"/>
                </a:lnTo>
                <a:lnTo>
                  <a:pt x="594156" y="282943"/>
                </a:lnTo>
                <a:lnTo>
                  <a:pt x="595528" y="282219"/>
                </a:lnTo>
                <a:lnTo>
                  <a:pt x="597916" y="280962"/>
                </a:lnTo>
                <a:lnTo>
                  <a:pt x="599008" y="282219"/>
                </a:lnTo>
                <a:lnTo>
                  <a:pt x="599008" y="267474"/>
                </a:lnTo>
                <a:lnTo>
                  <a:pt x="596506" y="270535"/>
                </a:lnTo>
                <a:lnTo>
                  <a:pt x="595998" y="271246"/>
                </a:lnTo>
                <a:lnTo>
                  <a:pt x="596696" y="275640"/>
                </a:lnTo>
                <a:lnTo>
                  <a:pt x="597598" y="278714"/>
                </a:lnTo>
                <a:lnTo>
                  <a:pt x="593788" y="280022"/>
                </a:lnTo>
                <a:lnTo>
                  <a:pt x="584593" y="281432"/>
                </a:lnTo>
                <a:lnTo>
                  <a:pt x="584593" y="291693"/>
                </a:lnTo>
                <a:lnTo>
                  <a:pt x="584517" y="291363"/>
                </a:lnTo>
                <a:lnTo>
                  <a:pt x="584441" y="291084"/>
                </a:lnTo>
                <a:lnTo>
                  <a:pt x="584365" y="290791"/>
                </a:lnTo>
                <a:lnTo>
                  <a:pt x="584263" y="290398"/>
                </a:lnTo>
                <a:lnTo>
                  <a:pt x="584174" y="290055"/>
                </a:lnTo>
                <a:lnTo>
                  <a:pt x="584479" y="290791"/>
                </a:lnTo>
                <a:lnTo>
                  <a:pt x="584593" y="291693"/>
                </a:lnTo>
                <a:lnTo>
                  <a:pt x="584593" y="281432"/>
                </a:lnTo>
                <a:lnTo>
                  <a:pt x="583069" y="281673"/>
                </a:lnTo>
                <a:lnTo>
                  <a:pt x="583069" y="285483"/>
                </a:lnTo>
                <a:lnTo>
                  <a:pt x="580529" y="289115"/>
                </a:lnTo>
                <a:lnTo>
                  <a:pt x="577862" y="291693"/>
                </a:lnTo>
                <a:lnTo>
                  <a:pt x="577977" y="289115"/>
                </a:lnTo>
                <a:lnTo>
                  <a:pt x="578091" y="286715"/>
                </a:lnTo>
                <a:lnTo>
                  <a:pt x="578218" y="284099"/>
                </a:lnTo>
                <a:lnTo>
                  <a:pt x="578231" y="283756"/>
                </a:lnTo>
                <a:lnTo>
                  <a:pt x="582320" y="285381"/>
                </a:lnTo>
                <a:lnTo>
                  <a:pt x="582612" y="285483"/>
                </a:lnTo>
                <a:lnTo>
                  <a:pt x="583069" y="285483"/>
                </a:lnTo>
                <a:lnTo>
                  <a:pt x="583069" y="281673"/>
                </a:lnTo>
                <a:lnTo>
                  <a:pt x="579869" y="282155"/>
                </a:lnTo>
                <a:lnTo>
                  <a:pt x="580377" y="280022"/>
                </a:lnTo>
                <a:lnTo>
                  <a:pt x="581063" y="277164"/>
                </a:lnTo>
                <a:lnTo>
                  <a:pt x="582828" y="269786"/>
                </a:lnTo>
                <a:lnTo>
                  <a:pt x="572947" y="271246"/>
                </a:lnTo>
                <a:lnTo>
                  <a:pt x="573557" y="275640"/>
                </a:lnTo>
                <a:lnTo>
                  <a:pt x="573646" y="276288"/>
                </a:lnTo>
                <a:lnTo>
                  <a:pt x="573773" y="277164"/>
                </a:lnTo>
                <a:lnTo>
                  <a:pt x="565111" y="276288"/>
                </a:lnTo>
                <a:lnTo>
                  <a:pt x="559498" y="282943"/>
                </a:lnTo>
                <a:lnTo>
                  <a:pt x="559371" y="283083"/>
                </a:lnTo>
                <a:lnTo>
                  <a:pt x="559320" y="283540"/>
                </a:lnTo>
                <a:lnTo>
                  <a:pt x="559231" y="284467"/>
                </a:lnTo>
                <a:lnTo>
                  <a:pt x="559130" y="285483"/>
                </a:lnTo>
                <a:lnTo>
                  <a:pt x="559015" y="286715"/>
                </a:lnTo>
                <a:lnTo>
                  <a:pt x="558939" y="287451"/>
                </a:lnTo>
                <a:lnTo>
                  <a:pt x="558825" y="288620"/>
                </a:lnTo>
                <a:lnTo>
                  <a:pt x="558787" y="289115"/>
                </a:lnTo>
                <a:lnTo>
                  <a:pt x="560755" y="289115"/>
                </a:lnTo>
                <a:lnTo>
                  <a:pt x="560654" y="288620"/>
                </a:lnTo>
                <a:lnTo>
                  <a:pt x="563778" y="282384"/>
                </a:lnTo>
                <a:lnTo>
                  <a:pt x="569353" y="280022"/>
                </a:lnTo>
                <a:lnTo>
                  <a:pt x="574560" y="281686"/>
                </a:lnTo>
                <a:lnTo>
                  <a:pt x="576275" y="287451"/>
                </a:lnTo>
                <a:lnTo>
                  <a:pt x="576173" y="289115"/>
                </a:lnTo>
                <a:lnTo>
                  <a:pt x="576072" y="290055"/>
                </a:lnTo>
                <a:lnTo>
                  <a:pt x="575995" y="290791"/>
                </a:lnTo>
                <a:lnTo>
                  <a:pt x="575868" y="291363"/>
                </a:lnTo>
                <a:lnTo>
                  <a:pt x="574992" y="292671"/>
                </a:lnTo>
                <a:lnTo>
                  <a:pt x="573798" y="285788"/>
                </a:lnTo>
                <a:lnTo>
                  <a:pt x="573798" y="294449"/>
                </a:lnTo>
                <a:lnTo>
                  <a:pt x="572439" y="296443"/>
                </a:lnTo>
                <a:lnTo>
                  <a:pt x="565023" y="290804"/>
                </a:lnTo>
                <a:lnTo>
                  <a:pt x="573798" y="294449"/>
                </a:lnTo>
                <a:lnTo>
                  <a:pt x="573798" y="285788"/>
                </a:lnTo>
                <a:lnTo>
                  <a:pt x="573747" y="285483"/>
                </a:lnTo>
                <a:lnTo>
                  <a:pt x="573659" y="284988"/>
                </a:lnTo>
                <a:lnTo>
                  <a:pt x="573570" y="284467"/>
                </a:lnTo>
                <a:lnTo>
                  <a:pt x="573506" y="284099"/>
                </a:lnTo>
                <a:lnTo>
                  <a:pt x="573405" y="283540"/>
                </a:lnTo>
                <a:lnTo>
                  <a:pt x="573303" y="282943"/>
                </a:lnTo>
                <a:lnTo>
                  <a:pt x="573176" y="282219"/>
                </a:lnTo>
                <a:lnTo>
                  <a:pt x="573087" y="281686"/>
                </a:lnTo>
                <a:lnTo>
                  <a:pt x="573036" y="281406"/>
                </a:lnTo>
                <a:lnTo>
                  <a:pt x="569023" y="282028"/>
                </a:lnTo>
                <a:lnTo>
                  <a:pt x="569023" y="284099"/>
                </a:lnTo>
                <a:lnTo>
                  <a:pt x="568896" y="284264"/>
                </a:lnTo>
                <a:lnTo>
                  <a:pt x="568820" y="284099"/>
                </a:lnTo>
                <a:lnTo>
                  <a:pt x="569023" y="284099"/>
                </a:lnTo>
                <a:lnTo>
                  <a:pt x="569023" y="282028"/>
                </a:lnTo>
                <a:lnTo>
                  <a:pt x="564908" y="282651"/>
                </a:lnTo>
                <a:lnTo>
                  <a:pt x="563575" y="287451"/>
                </a:lnTo>
                <a:lnTo>
                  <a:pt x="564146" y="290055"/>
                </a:lnTo>
                <a:lnTo>
                  <a:pt x="564222" y="290398"/>
                </a:lnTo>
                <a:lnTo>
                  <a:pt x="564591" y="290055"/>
                </a:lnTo>
                <a:lnTo>
                  <a:pt x="568744" y="284467"/>
                </a:lnTo>
                <a:lnTo>
                  <a:pt x="569023" y="284467"/>
                </a:lnTo>
                <a:lnTo>
                  <a:pt x="569607" y="285483"/>
                </a:lnTo>
                <a:lnTo>
                  <a:pt x="570255" y="286715"/>
                </a:lnTo>
                <a:lnTo>
                  <a:pt x="565010" y="290791"/>
                </a:lnTo>
                <a:lnTo>
                  <a:pt x="564502" y="290398"/>
                </a:lnTo>
                <a:lnTo>
                  <a:pt x="564222" y="290398"/>
                </a:lnTo>
                <a:lnTo>
                  <a:pt x="564718" y="292671"/>
                </a:lnTo>
                <a:lnTo>
                  <a:pt x="564769" y="292938"/>
                </a:lnTo>
                <a:lnTo>
                  <a:pt x="564845" y="293255"/>
                </a:lnTo>
                <a:lnTo>
                  <a:pt x="564908" y="293547"/>
                </a:lnTo>
                <a:lnTo>
                  <a:pt x="564972" y="293865"/>
                </a:lnTo>
                <a:lnTo>
                  <a:pt x="565099" y="294449"/>
                </a:lnTo>
                <a:lnTo>
                  <a:pt x="565175" y="294805"/>
                </a:lnTo>
                <a:lnTo>
                  <a:pt x="565404" y="294805"/>
                </a:lnTo>
                <a:lnTo>
                  <a:pt x="571665" y="296913"/>
                </a:lnTo>
                <a:lnTo>
                  <a:pt x="572465" y="296456"/>
                </a:lnTo>
                <a:lnTo>
                  <a:pt x="575081" y="294970"/>
                </a:lnTo>
                <a:lnTo>
                  <a:pt x="575424" y="295122"/>
                </a:lnTo>
                <a:lnTo>
                  <a:pt x="575373" y="294805"/>
                </a:lnTo>
                <a:lnTo>
                  <a:pt x="576592" y="294119"/>
                </a:lnTo>
                <a:lnTo>
                  <a:pt x="586892" y="296760"/>
                </a:lnTo>
                <a:lnTo>
                  <a:pt x="585355" y="292938"/>
                </a:lnTo>
                <a:lnTo>
                  <a:pt x="585241" y="292671"/>
                </a:lnTo>
                <a:lnTo>
                  <a:pt x="584847" y="292671"/>
                </a:lnTo>
                <a:lnTo>
                  <a:pt x="584568" y="292671"/>
                </a:lnTo>
                <a:lnTo>
                  <a:pt x="584809" y="292557"/>
                </a:lnTo>
                <a:lnTo>
                  <a:pt x="585127" y="292404"/>
                </a:lnTo>
                <a:lnTo>
                  <a:pt x="587248" y="291363"/>
                </a:lnTo>
                <a:lnTo>
                  <a:pt x="588518" y="290055"/>
                </a:lnTo>
                <a:lnTo>
                  <a:pt x="588479" y="292938"/>
                </a:lnTo>
                <a:lnTo>
                  <a:pt x="590969" y="291947"/>
                </a:lnTo>
                <a:lnTo>
                  <a:pt x="591248" y="291947"/>
                </a:lnTo>
                <a:lnTo>
                  <a:pt x="591007" y="292671"/>
                </a:lnTo>
                <a:lnTo>
                  <a:pt x="590918" y="292912"/>
                </a:lnTo>
                <a:lnTo>
                  <a:pt x="593547" y="292671"/>
                </a:lnTo>
                <a:lnTo>
                  <a:pt x="574065" y="300748"/>
                </a:lnTo>
                <a:lnTo>
                  <a:pt x="567270" y="299364"/>
                </a:lnTo>
                <a:lnTo>
                  <a:pt x="562152" y="295490"/>
                </a:lnTo>
                <a:lnTo>
                  <a:pt x="560793" y="289242"/>
                </a:lnTo>
                <a:lnTo>
                  <a:pt x="558774" y="289242"/>
                </a:lnTo>
                <a:lnTo>
                  <a:pt x="558660" y="290398"/>
                </a:lnTo>
                <a:lnTo>
                  <a:pt x="558533" y="291693"/>
                </a:lnTo>
                <a:lnTo>
                  <a:pt x="558419" y="292938"/>
                </a:lnTo>
                <a:lnTo>
                  <a:pt x="564134" y="301180"/>
                </a:lnTo>
                <a:lnTo>
                  <a:pt x="574446" y="304063"/>
                </a:lnTo>
                <a:lnTo>
                  <a:pt x="564159" y="305181"/>
                </a:lnTo>
                <a:lnTo>
                  <a:pt x="556615" y="312356"/>
                </a:lnTo>
                <a:lnTo>
                  <a:pt x="556526" y="313004"/>
                </a:lnTo>
                <a:lnTo>
                  <a:pt x="556475" y="313334"/>
                </a:lnTo>
                <a:lnTo>
                  <a:pt x="556361" y="314172"/>
                </a:lnTo>
                <a:lnTo>
                  <a:pt x="556260" y="314947"/>
                </a:lnTo>
                <a:lnTo>
                  <a:pt x="556209" y="315252"/>
                </a:lnTo>
                <a:lnTo>
                  <a:pt x="556094" y="316077"/>
                </a:lnTo>
                <a:lnTo>
                  <a:pt x="555993" y="316788"/>
                </a:lnTo>
                <a:lnTo>
                  <a:pt x="555891" y="317563"/>
                </a:lnTo>
                <a:lnTo>
                  <a:pt x="555815" y="318084"/>
                </a:lnTo>
                <a:lnTo>
                  <a:pt x="555726" y="318706"/>
                </a:lnTo>
                <a:lnTo>
                  <a:pt x="555675" y="319125"/>
                </a:lnTo>
                <a:lnTo>
                  <a:pt x="555599" y="319620"/>
                </a:lnTo>
                <a:lnTo>
                  <a:pt x="555485" y="320433"/>
                </a:lnTo>
                <a:lnTo>
                  <a:pt x="555371" y="321348"/>
                </a:lnTo>
                <a:lnTo>
                  <a:pt x="555256" y="322160"/>
                </a:lnTo>
                <a:lnTo>
                  <a:pt x="559308" y="329755"/>
                </a:lnTo>
                <a:lnTo>
                  <a:pt x="568007" y="330276"/>
                </a:lnTo>
                <a:lnTo>
                  <a:pt x="565835" y="335965"/>
                </a:lnTo>
                <a:lnTo>
                  <a:pt x="575157" y="338988"/>
                </a:lnTo>
                <a:lnTo>
                  <a:pt x="575144" y="326885"/>
                </a:lnTo>
                <a:lnTo>
                  <a:pt x="575144" y="326364"/>
                </a:lnTo>
                <a:lnTo>
                  <a:pt x="588289" y="330708"/>
                </a:lnTo>
                <a:lnTo>
                  <a:pt x="591718" y="332574"/>
                </a:lnTo>
                <a:lnTo>
                  <a:pt x="590118" y="335470"/>
                </a:lnTo>
                <a:lnTo>
                  <a:pt x="588378" y="339712"/>
                </a:lnTo>
                <a:lnTo>
                  <a:pt x="589965" y="342836"/>
                </a:lnTo>
                <a:lnTo>
                  <a:pt x="591146" y="345109"/>
                </a:lnTo>
                <a:lnTo>
                  <a:pt x="595896" y="347789"/>
                </a:lnTo>
                <a:lnTo>
                  <a:pt x="599452" y="342163"/>
                </a:lnTo>
                <a:lnTo>
                  <a:pt x="600608" y="339077"/>
                </a:lnTo>
                <a:lnTo>
                  <a:pt x="598512" y="331000"/>
                </a:lnTo>
                <a:lnTo>
                  <a:pt x="595591" y="330542"/>
                </a:lnTo>
                <a:lnTo>
                  <a:pt x="598271" y="327888"/>
                </a:lnTo>
                <a:lnTo>
                  <a:pt x="600202" y="325970"/>
                </a:lnTo>
                <a:lnTo>
                  <a:pt x="600430" y="325970"/>
                </a:lnTo>
                <a:lnTo>
                  <a:pt x="598144" y="321970"/>
                </a:lnTo>
                <a:lnTo>
                  <a:pt x="598144" y="326885"/>
                </a:lnTo>
                <a:lnTo>
                  <a:pt x="596341" y="327837"/>
                </a:lnTo>
                <a:lnTo>
                  <a:pt x="595249" y="327253"/>
                </a:lnTo>
                <a:lnTo>
                  <a:pt x="594829" y="324523"/>
                </a:lnTo>
                <a:lnTo>
                  <a:pt x="594728" y="323862"/>
                </a:lnTo>
                <a:lnTo>
                  <a:pt x="594652" y="323303"/>
                </a:lnTo>
                <a:lnTo>
                  <a:pt x="594525" y="322541"/>
                </a:lnTo>
                <a:lnTo>
                  <a:pt x="594474" y="322160"/>
                </a:lnTo>
                <a:lnTo>
                  <a:pt x="594347" y="321348"/>
                </a:lnTo>
                <a:lnTo>
                  <a:pt x="594321" y="321170"/>
                </a:lnTo>
                <a:lnTo>
                  <a:pt x="594207" y="320433"/>
                </a:lnTo>
                <a:lnTo>
                  <a:pt x="594118" y="319824"/>
                </a:lnTo>
                <a:lnTo>
                  <a:pt x="593966" y="320040"/>
                </a:lnTo>
                <a:lnTo>
                  <a:pt x="593966" y="329361"/>
                </a:lnTo>
                <a:lnTo>
                  <a:pt x="592594" y="330428"/>
                </a:lnTo>
                <a:lnTo>
                  <a:pt x="589381" y="327888"/>
                </a:lnTo>
                <a:lnTo>
                  <a:pt x="585736" y="326364"/>
                </a:lnTo>
                <a:lnTo>
                  <a:pt x="583780" y="325539"/>
                </a:lnTo>
                <a:lnTo>
                  <a:pt x="581164" y="324523"/>
                </a:lnTo>
                <a:lnTo>
                  <a:pt x="580593" y="324294"/>
                </a:lnTo>
                <a:lnTo>
                  <a:pt x="590600" y="327469"/>
                </a:lnTo>
                <a:lnTo>
                  <a:pt x="593966" y="329361"/>
                </a:lnTo>
                <a:lnTo>
                  <a:pt x="593966" y="320040"/>
                </a:lnTo>
                <a:lnTo>
                  <a:pt x="593890" y="319125"/>
                </a:lnTo>
                <a:lnTo>
                  <a:pt x="594017" y="319125"/>
                </a:lnTo>
                <a:lnTo>
                  <a:pt x="594118" y="319824"/>
                </a:lnTo>
                <a:lnTo>
                  <a:pt x="594245" y="319633"/>
                </a:lnTo>
                <a:lnTo>
                  <a:pt x="594207" y="320433"/>
                </a:lnTo>
                <a:lnTo>
                  <a:pt x="594817" y="321170"/>
                </a:lnTo>
                <a:lnTo>
                  <a:pt x="598144" y="326885"/>
                </a:lnTo>
                <a:lnTo>
                  <a:pt x="598144" y="321970"/>
                </a:lnTo>
                <a:lnTo>
                  <a:pt x="596519" y="319125"/>
                </a:lnTo>
                <a:lnTo>
                  <a:pt x="595934" y="318084"/>
                </a:lnTo>
                <a:lnTo>
                  <a:pt x="594791" y="316077"/>
                </a:lnTo>
                <a:lnTo>
                  <a:pt x="594664" y="315861"/>
                </a:lnTo>
                <a:lnTo>
                  <a:pt x="594042" y="315252"/>
                </a:lnTo>
                <a:lnTo>
                  <a:pt x="593991" y="318973"/>
                </a:lnTo>
                <a:lnTo>
                  <a:pt x="593864" y="318084"/>
                </a:lnTo>
                <a:lnTo>
                  <a:pt x="593953" y="318706"/>
                </a:lnTo>
                <a:lnTo>
                  <a:pt x="593991" y="318973"/>
                </a:lnTo>
                <a:lnTo>
                  <a:pt x="593991" y="315214"/>
                </a:lnTo>
                <a:lnTo>
                  <a:pt x="593598" y="314858"/>
                </a:lnTo>
                <a:lnTo>
                  <a:pt x="593598" y="318706"/>
                </a:lnTo>
                <a:lnTo>
                  <a:pt x="593534" y="318858"/>
                </a:lnTo>
                <a:lnTo>
                  <a:pt x="592963" y="318706"/>
                </a:lnTo>
                <a:lnTo>
                  <a:pt x="593598" y="318706"/>
                </a:lnTo>
                <a:lnTo>
                  <a:pt x="593598" y="314858"/>
                </a:lnTo>
                <a:lnTo>
                  <a:pt x="592709" y="314071"/>
                </a:lnTo>
                <a:lnTo>
                  <a:pt x="592709" y="318643"/>
                </a:lnTo>
                <a:lnTo>
                  <a:pt x="589114" y="317715"/>
                </a:lnTo>
                <a:lnTo>
                  <a:pt x="589114" y="319366"/>
                </a:lnTo>
                <a:lnTo>
                  <a:pt x="589038" y="320090"/>
                </a:lnTo>
                <a:lnTo>
                  <a:pt x="589000" y="320433"/>
                </a:lnTo>
                <a:lnTo>
                  <a:pt x="588924" y="321348"/>
                </a:lnTo>
                <a:lnTo>
                  <a:pt x="588899" y="321170"/>
                </a:lnTo>
                <a:lnTo>
                  <a:pt x="589000" y="320433"/>
                </a:lnTo>
                <a:lnTo>
                  <a:pt x="589114" y="319366"/>
                </a:lnTo>
                <a:lnTo>
                  <a:pt x="589114" y="317715"/>
                </a:lnTo>
                <a:lnTo>
                  <a:pt x="588556" y="317563"/>
                </a:lnTo>
                <a:lnTo>
                  <a:pt x="588657" y="318706"/>
                </a:lnTo>
                <a:lnTo>
                  <a:pt x="586130" y="317157"/>
                </a:lnTo>
                <a:lnTo>
                  <a:pt x="585774" y="318706"/>
                </a:lnTo>
                <a:lnTo>
                  <a:pt x="585685" y="319125"/>
                </a:lnTo>
                <a:lnTo>
                  <a:pt x="585571" y="319620"/>
                </a:lnTo>
                <a:lnTo>
                  <a:pt x="585482" y="319976"/>
                </a:lnTo>
                <a:lnTo>
                  <a:pt x="585114" y="319366"/>
                </a:lnTo>
                <a:lnTo>
                  <a:pt x="584695" y="318706"/>
                </a:lnTo>
                <a:lnTo>
                  <a:pt x="584847" y="318706"/>
                </a:lnTo>
                <a:lnTo>
                  <a:pt x="582752" y="317157"/>
                </a:lnTo>
                <a:lnTo>
                  <a:pt x="582472" y="317538"/>
                </a:lnTo>
                <a:lnTo>
                  <a:pt x="582739" y="317157"/>
                </a:lnTo>
                <a:lnTo>
                  <a:pt x="582879" y="316941"/>
                </a:lnTo>
                <a:lnTo>
                  <a:pt x="584784" y="314172"/>
                </a:lnTo>
                <a:lnTo>
                  <a:pt x="585355" y="313334"/>
                </a:lnTo>
                <a:lnTo>
                  <a:pt x="585444" y="313194"/>
                </a:lnTo>
                <a:lnTo>
                  <a:pt x="585038" y="313194"/>
                </a:lnTo>
                <a:lnTo>
                  <a:pt x="582079" y="313461"/>
                </a:lnTo>
                <a:lnTo>
                  <a:pt x="582079" y="318109"/>
                </a:lnTo>
                <a:lnTo>
                  <a:pt x="581672" y="318706"/>
                </a:lnTo>
                <a:lnTo>
                  <a:pt x="581444" y="318998"/>
                </a:lnTo>
                <a:lnTo>
                  <a:pt x="581558" y="318706"/>
                </a:lnTo>
                <a:lnTo>
                  <a:pt x="582079" y="318109"/>
                </a:lnTo>
                <a:lnTo>
                  <a:pt x="582079" y="313461"/>
                </a:lnTo>
                <a:lnTo>
                  <a:pt x="579170" y="313715"/>
                </a:lnTo>
                <a:lnTo>
                  <a:pt x="579170" y="323748"/>
                </a:lnTo>
                <a:lnTo>
                  <a:pt x="578662" y="323545"/>
                </a:lnTo>
                <a:lnTo>
                  <a:pt x="573963" y="324523"/>
                </a:lnTo>
                <a:lnTo>
                  <a:pt x="574725" y="320433"/>
                </a:lnTo>
                <a:lnTo>
                  <a:pt x="574852" y="319824"/>
                </a:lnTo>
                <a:lnTo>
                  <a:pt x="574929" y="319366"/>
                </a:lnTo>
                <a:lnTo>
                  <a:pt x="575056" y="318706"/>
                </a:lnTo>
                <a:lnTo>
                  <a:pt x="575183" y="318084"/>
                </a:lnTo>
                <a:lnTo>
                  <a:pt x="575271" y="317563"/>
                </a:lnTo>
                <a:lnTo>
                  <a:pt x="575398" y="316941"/>
                </a:lnTo>
                <a:lnTo>
                  <a:pt x="575424" y="316788"/>
                </a:lnTo>
                <a:lnTo>
                  <a:pt x="575030" y="316090"/>
                </a:lnTo>
                <a:lnTo>
                  <a:pt x="575513" y="316788"/>
                </a:lnTo>
                <a:lnTo>
                  <a:pt x="575602" y="315861"/>
                </a:lnTo>
                <a:lnTo>
                  <a:pt x="575716" y="315252"/>
                </a:lnTo>
                <a:lnTo>
                  <a:pt x="575614" y="316941"/>
                </a:lnTo>
                <a:lnTo>
                  <a:pt x="577443" y="319620"/>
                </a:lnTo>
                <a:lnTo>
                  <a:pt x="579170" y="323748"/>
                </a:lnTo>
                <a:lnTo>
                  <a:pt x="579170" y="313715"/>
                </a:lnTo>
                <a:lnTo>
                  <a:pt x="574738" y="314096"/>
                </a:lnTo>
                <a:lnTo>
                  <a:pt x="573697" y="313194"/>
                </a:lnTo>
                <a:lnTo>
                  <a:pt x="573786" y="313004"/>
                </a:lnTo>
                <a:lnTo>
                  <a:pt x="573468" y="313004"/>
                </a:lnTo>
                <a:lnTo>
                  <a:pt x="571258" y="311137"/>
                </a:lnTo>
                <a:lnTo>
                  <a:pt x="571411" y="311658"/>
                </a:lnTo>
                <a:lnTo>
                  <a:pt x="571944" y="313004"/>
                </a:lnTo>
                <a:lnTo>
                  <a:pt x="572020" y="313194"/>
                </a:lnTo>
                <a:lnTo>
                  <a:pt x="572071" y="313334"/>
                </a:lnTo>
                <a:lnTo>
                  <a:pt x="572706" y="314947"/>
                </a:lnTo>
                <a:lnTo>
                  <a:pt x="572820" y="315252"/>
                </a:lnTo>
                <a:lnTo>
                  <a:pt x="573430" y="316788"/>
                </a:lnTo>
                <a:lnTo>
                  <a:pt x="573379" y="317157"/>
                </a:lnTo>
                <a:lnTo>
                  <a:pt x="573265" y="318084"/>
                </a:lnTo>
                <a:lnTo>
                  <a:pt x="573176" y="318706"/>
                </a:lnTo>
                <a:lnTo>
                  <a:pt x="564375" y="326771"/>
                </a:lnTo>
                <a:lnTo>
                  <a:pt x="559447" y="323545"/>
                </a:lnTo>
                <a:lnTo>
                  <a:pt x="557961" y="317563"/>
                </a:lnTo>
                <a:lnTo>
                  <a:pt x="557885" y="316788"/>
                </a:lnTo>
                <a:lnTo>
                  <a:pt x="560832" y="310553"/>
                </a:lnTo>
                <a:lnTo>
                  <a:pt x="560895" y="310426"/>
                </a:lnTo>
                <a:lnTo>
                  <a:pt x="566813" y="307441"/>
                </a:lnTo>
                <a:lnTo>
                  <a:pt x="573811" y="307174"/>
                </a:lnTo>
                <a:lnTo>
                  <a:pt x="580110" y="308787"/>
                </a:lnTo>
                <a:lnTo>
                  <a:pt x="585622" y="311873"/>
                </a:lnTo>
                <a:lnTo>
                  <a:pt x="590588" y="316077"/>
                </a:lnTo>
                <a:lnTo>
                  <a:pt x="592709" y="318643"/>
                </a:lnTo>
                <a:lnTo>
                  <a:pt x="592709" y="314071"/>
                </a:lnTo>
                <a:lnTo>
                  <a:pt x="585851" y="307975"/>
                </a:lnTo>
                <a:lnTo>
                  <a:pt x="583730" y="307174"/>
                </a:lnTo>
                <a:lnTo>
                  <a:pt x="575449" y="304025"/>
                </a:lnTo>
                <a:lnTo>
                  <a:pt x="586079" y="301891"/>
                </a:lnTo>
                <a:lnTo>
                  <a:pt x="587984" y="300748"/>
                </a:lnTo>
                <a:lnTo>
                  <a:pt x="596480" y="295668"/>
                </a:lnTo>
                <a:lnTo>
                  <a:pt x="598627" y="293255"/>
                </a:lnTo>
                <a:lnTo>
                  <a:pt x="599147" y="292671"/>
                </a:lnTo>
                <a:lnTo>
                  <a:pt x="604456" y="286715"/>
                </a:lnTo>
                <a:lnTo>
                  <a:pt x="602742" y="284099"/>
                </a:lnTo>
                <a:lnTo>
                  <a:pt x="602716" y="285483"/>
                </a:lnTo>
                <a:lnTo>
                  <a:pt x="602386" y="285483"/>
                </a:lnTo>
                <a:lnTo>
                  <a:pt x="597954" y="290398"/>
                </a:lnTo>
                <a:lnTo>
                  <a:pt x="597103" y="291084"/>
                </a:lnTo>
                <a:lnTo>
                  <a:pt x="597077" y="291947"/>
                </a:lnTo>
                <a:lnTo>
                  <a:pt x="596976" y="291693"/>
                </a:lnTo>
                <a:lnTo>
                  <a:pt x="596760" y="291947"/>
                </a:lnTo>
                <a:lnTo>
                  <a:pt x="596836" y="291363"/>
                </a:lnTo>
                <a:lnTo>
                  <a:pt x="596353" y="291693"/>
                </a:lnTo>
                <a:lnTo>
                  <a:pt x="596760" y="291363"/>
                </a:lnTo>
                <a:lnTo>
                  <a:pt x="596722" y="291084"/>
                </a:lnTo>
                <a:lnTo>
                  <a:pt x="596836" y="291363"/>
                </a:lnTo>
                <a:lnTo>
                  <a:pt x="596976" y="291693"/>
                </a:lnTo>
                <a:lnTo>
                  <a:pt x="596988" y="291363"/>
                </a:lnTo>
                <a:lnTo>
                  <a:pt x="597103" y="291084"/>
                </a:lnTo>
                <a:lnTo>
                  <a:pt x="598436" y="287756"/>
                </a:lnTo>
                <a:lnTo>
                  <a:pt x="599757" y="284467"/>
                </a:lnTo>
                <a:lnTo>
                  <a:pt x="600964" y="284099"/>
                </a:lnTo>
                <a:lnTo>
                  <a:pt x="602716" y="285483"/>
                </a:lnTo>
                <a:lnTo>
                  <a:pt x="602716" y="284060"/>
                </a:lnTo>
                <a:lnTo>
                  <a:pt x="600951" y="281406"/>
                </a:lnTo>
                <a:lnTo>
                  <a:pt x="603834" y="281406"/>
                </a:lnTo>
                <a:lnTo>
                  <a:pt x="604062" y="280962"/>
                </a:lnTo>
                <a:lnTo>
                  <a:pt x="607809" y="273773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7" name="bg object 1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652308" y="654571"/>
            <a:ext cx="85813" cy="85788"/>
          </a:xfrm>
          <a:prstGeom prst="rect">
            <a:avLst/>
          </a:prstGeom>
        </p:spPr>
      </p:pic>
      <p:sp>
        <p:nvSpPr>
          <p:cNvPr id="118" name="bg object 118"/>
          <p:cNvSpPr/>
          <p:nvPr/>
        </p:nvSpPr>
        <p:spPr>
          <a:xfrm>
            <a:off x="6221044" y="816762"/>
            <a:ext cx="183515" cy="267335"/>
          </a:xfrm>
          <a:custGeom>
            <a:avLst/>
            <a:gdLst/>
            <a:ahLst/>
            <a:cxnLst/>
            <a:rect l="l" t="t" r="r" b="b"/>
            <a:pathLst>
              <a:path w="183514" h="267334">
                <a:moveTo>
                  <a:pt x="183210" y="0"/>
                </a:moveTo>
                <a:lnTo>
                  <a:pt x="108813" y="0"/>
                </a:lnTo>
                <a:lnTo>
                  <a:pt x="108813" y="101854"/>
                </a:lnTo>
                <a:lnTo>
                  <a:pt x="0" y="101854"/>
                </a:lnTo>
                <a:lnTo>
                  <a:pt x="0" y="165201"/>
                </a:lnTo>
                <a:lnTo>
                  <a:pt x="108813" y="165201"/>
                </a:lnTo>
                <a:lnTo>
                  <a:pt x="108813" y="267055"/>
                </a:lnTo>
                <a:lnTo>
                  <a:pt x="183210" y="267055"/>
                </a:lnTo>
                <a:lnTo>
                  <a:pt x="183210" y="0"/>
                </a:lnTo>
                <a:close/>
              </a:path>
            </a:pathLst>
          </a:custGeom>
          <a:solidFill>
            <a:srgbClr val="C0212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9" name="bg object 11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957281" y="693421"/>
            <a:ext cx="1376376" cy="534247"/>
          </a:xfrm>
          <a:prstGeom prst="rect">
            <a:avLst/>
          </a:prstGeom>
        </p:spPr>
      </p:pic>
      <p:sp>
        <p:nvSpPr>
          <p:cNvPr id="120" name="bg object 120"/>
          <p:cNvSpPr/>
          <p:nvPr/>
        </p:nvSpPr>
        <p:spPr>
          <a:xfrm>
            <a:off x="6404254" y="918616"/>
            <a:ext cx="109220" cy="63500"/>
          </a:xfrm>
          <a:custGeom>
            <a:avLst/>
            <a:gdLst/>
            <a:ahLst/>
            <a:cxnLst/>
            <a:rect l="l" t="t" r="r" b="b"/>
            <a:pathLst>
              <a:path w="109220" h="63500">
                <a:moveTo>
                  <a:pt x="108826" y="0"/>
                </a:moveTo>
                <a:lnTo>
                  <a:pt x="0" y="0"/>
                </a:lnTo>
                <a:lnTo>
                  <a:pt x="0" y="63347"/>
                </a:lnTo>
                <a:lnTo>
                  <a:pt x="108826" y="63347"/>
                </a:lnTo>
                <a:lnTo>
                  <a:pt x="108826" y="0"/>
                </a:lnTo>
                <a:close/>
              </a:path>
            </a:pathLst>
          </a:custGeom>
          <a:solidFill>
            <a:srgbClr val="C021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bg object 121"/>
          <p:cNvSpPr/>
          <p:nvPr/>
        </p:nvSpPr>
        <p:spPr>
          <a:xfrm>
            <a:off x="6367132" y="1158773"/>
            <a:ext cx="167005" cy="66040"/>
          </a:xfrm>
          <a:custGeom>
            <a:avLst/>
            <a:gdLst/>
            <a:ahLst/>
            <a:cxnLst/>
            <a:rect l="l" t="t" r="r" b="b"/>
            <a:pathLst>
              <a:path w="167004" h="66040">
                <a:moveTo>
                  <a:pt x="8763" y="0"/>
                </a:moveTo>
                <a:lnTo>
                  <a:pt x="0" y="0"/>
                </a:lnTo>
                <a:lnTo>
                  <a:pt x="0" y="65608"/>
                </a:lnTo>
                <a:lnTo>
                  <a:pt x="8763" y="65608"/>
                </a:lnTo>
                <a:lnTo>
                  <a:pt x="8763" y="0"/>
                </a:lnTo>
                <a:close/>
              </a:path>
              <a:path w="167004" h="66040">
                <a:moveTo>
                  <a:pt x="84531" y="0"/>
                </a:moveTo>
                <a:lnTo>
                  <a:pt x="38658" y="0"/>
                </a:lnTo>
                <a:lnTo>
                  <a:pt x="38658" y="7505"/>
                </a:lnTo>
                <a:lnTo>
                  <a:pt x="57213" y="7505"/>
                </a:lnTo>
                <a:lnTo>
                  <a:pt x="57213" y="65608"/>
                </a:lnTo>
                <a:lnTo>
                  <a:pt x="65976" y="65608"/>
                </a:lnTo>
                <a:lnTo>
                  <a:pt x="65976" y="7505"/>
                </a:lnTo>
                <a:lnTo>
                  <a:pt x="84531" y="7505"/>
                </a:lnTo>
                <a:lnTo>
                  <a:pt x="84531" y="0"/>
                </a:lnTo>
                <a:close/>
              </a:path>
              <a:path w="167004" h="66040">
                <a:moveTo>
                  <a:pt x="166611" y="0"/>
                </a:moveTo>
                <a:lnTo>
                  <a:pt x="156819" y="0"/>
                </a:lnTo>
                <a:lnTo>
                  <a:pt x="138150" y="30365"/>
                </a:lnTo>
                <a:lnTo>
                  <a:pt x="119595" y="0"/>
                </a:lnTo>
                <a:lnTo>
                  <a:pt x="109804" y="0"/>
                </a:lnTo>
                <a:lnTo>
                  <a:pt x="133819" y="37401"/>
                </a:lnTo>
                <a:lnTo>
                  <a:pt x="133819" y="65608"/>
                </a:lnTo>
                <a:lnTo>
                  <a:pt x="142582" y="65608"/>
                </a:lnTo>
                <a:lnTo>
                  <a:pt x="142582" y="37299"/>
                </a:lnTo>
                <a:lnTo>
                  <a:pt x="166611" y="0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bg object 122"/>
          <p:cNvSpPr/>
          <p:nvPr/>
        </p:nvSpPr>
        <p:spPr>
          <a:xfrm>
            <a:off x="1590884" y="635355"/>
            <a:ext cx="645795" cy="645795"/>
          </a:xfrm>
          <a:custGeom>
            <a:avLst/>
            <a:gdLst/>
            <a:ahLst/>
            <a:cxnLst/>
            <a:rect l="l" t="t" r="r" b="b"/>
            <a:pathLst>
              <a:path w="645794" h="645794">
                <a:moveTo>
                  <a:pt x="322884" y="0"/>
                </a:moveTo>
                <a:lnTo>
                  <a:pt x="275172" y="3501"/>
                </a:lnTo>
                <a:lnTo>
                  <a:pt x="229632" y="13672"/>
                </a:lnTo>
                <a:lnTo>
                  <a:pt x="186766" y="30012"/>
                </a:lnTo>
                <a:lnTo>
                  <a:pt x="147072" y="52023"/>
                </a:lnTo>
                <a:lnTo>
                  <a:pt x="111050" y="79204"/>
                </a:lnTo>
                <a:lnTo>
                  <a:pt x="79199" y="111057"/>
                </a:lnTo>
                <a:lnTo>
                  <a:pt x="52019" y="147081"/>
                </a:lnTo>
                <a:lnTo>
                  <a:pt x="30010" y="186776"/>
                </a:lnTo>
                <a:lnTo>
                  <a:pt x="13670" y="229644"/>
                </a:lnTo>
                <a:lnTo>
                  <a:pt x="3500" y="275184"/>
                </a:lnTo>
                <a:lnTo>
                  <a:pt x="0" y="322897"/>
                </a:lnTo>
                <a:lnTo>
                  <a:pt x="3500" y="370609"/>
                </a:lnTo>
                <a:lnTo>
                  <a:pt x="13669" y="416148"/>
                </a:lnTo>
                <a:lnTo>
                  <a:pt x="30008" y="459013"/>
                </a:lnTo>
                <a:lnTo>
                  <a:pt x="52016" y="498706"/>
                </a:lnTo>
                <a:lnTo>
                  <a:pt x="79195" y="534726"/>
                </a:lnTo>
                <a:lnTo>
                  <a:pt x="111044" y="566575"/>
                </a:lnTo>
                <a:lnTo>
                  <a:pt x="147066" y="593753"/>
                </a:lnTo>
                <a:lnTo>
                  <a:pt x="186760" y="615761"/>
                </a:lnTo>
                <a:lnTo>
                  <a:pt x="229628" y="632099"/>
                </a:lnTo>
                <a:lnTo>
                  <a:pt x="275169" y="642268"/>
                </a:lnTo>
                <a:lnTo>
                  <a:pt x="322884" y="645769"/>
                </a:lnTo>
                <a:lnTo>
                  <a:pt x="370600" y="642268"/>
                </a:lnTo>
                <a:lnTo>
                  <a:pt x="416142" y="632099"/>
                </a:lnTo>
                <a:lnTo>
                  <a:pt x="459011" y="615761"/>
                </a:lnTo>
                <a:lnTo>
                  <a:pt x="498706" y="593753"/>
                </a:lnTo>
                <a:lnTo>
                  <a:pt x="534730" y="566575"/>
                </a:lnTo>
                <a:lnTo>
                  <a:pt x="566581" y="534726"/>
                </a:lnTo>
                <a:lnTo>
                  <a:pt x="593762" y="498706"/>
                </a:lnTo>
                <a:lnTo>
                  <a:pt x="615771" y="459013"/>
                </a:lnTo>
                <a:lnTo>
                  <a:pt x="632111" y="416148"/>
                </a:lnTo>
                <a:lnTo>
                  <a:pt x="642281" y="370609"/>
                </a:lnTo>
                <a:lnTo>
                  <a:pt x="645782" y="322897"/>
                </a:lnTo>
                <a:lnTo>
                  <a:pt x="642281" y="275184"/>
                </a:lnTo>
                <a:lnTo>
                  <a:pt x="632110" y="229644"/>
                </a:lnTo>
                <a:lnTo>
                  <a:pt x="615769" y="186776"/>
                </a:lnTo>
                <a:lnTo>
                  <a:pt x="593758" y="147081"/>
                </a:lnTo>
                <a:lnTo>
                  <a:pt x="566577" y="111057"/>
                </a:lnTo>
                <a:lnTo>
                  <a:pt x="534724" y="79204"/>
                </a:lnTo>
                <a:lnTo>
                  <a:pt x="498701" y="52023"/>
                </a:lnTo>
                <a:lnTo>
                  <a:pt x="459005" y="30012"/>
                </a:lnTo>
                <a:lnTo>
                  <a:pt x="416137" y="13672"/>
                </a:lnTo>
                <a:lnTo>
                  <a:pt x="370597" y="3501"/>
                </a:lnTo>
                <a:lnTo>
                  <a:pt x="3228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bg object 123"/>
          <p:cNvSpPr/>
          <p:nvPr/>
        </p:nvSpPr>
        <p:spPr>
          <a:xfrm>
            <a:off x="1599100" y="643566"/>
            <a:ext cx="629920" cy="629920"/>
          </a:xfrm>
          <a:custGeom>
            <a:avLst/>
            <a:gdLst/>
            <a:ahLst/>
            <a:cxnLst/>
            <a:rect l="l" t="t" r="r" b="b"/>
            <a:pathLst>
              <a:path w="629919" h="629919">
                <a:moveTo>
                  <a:pt x="314666" y="0"/>
                </a:moveTo>
                <a:lnTo>
                  <a:pt x="268163" y="3412"/>
                </a:lnTo>
                <a:lnTo>
                  <a:pt x="223780" y="13323"/>
                </a:lnTo>
                <a:lnTo>
                  <a:pt x="182004" y="29248"/>
                </a:lnTo>
                <a:lnTo>
                  <a:pt x="143320" y="50698"/>
                </a:lnTo>
                <a:lnTo>
                  <a:pt x="108215" y="77186"/>
                </a:lnTo>
                <a:lnTo>
                  <a:pt x="77176" y="108227"/>
                </a:lnTo>
                <a:lnTo>
                  <a:pt x="50689" y="143333"/>
                </a:lnTo>
                <a:lnTo>
                  <a:pt x="29242" y="182017"/>
                </a:lnTo>
                <a:lnTo>
                  <a:pt x="13319" y="223792"/>
                </a:lnTo>
                <a:lnTo>
                  <a:pt x="3409" y="268171"/>
                </a:lnTo>
                <a:lnTo>
                  <a:pt x="0" y="314693"/>
                </a:lnTo>
                <a:lnTo>
                  <a:pt x="3285" y="359475"/>
                </a:lnTo>
                <a:lnTo>
                  <a:pt x="13323" y="405558"/>
                </a:lnTo>
                <a:lnTo>
                  <a:pt x="29248" y="447337"/>
                </a:lnTo>
                <a:lnTo>
                  <a:pt x="50698" y="486023"/>
                </a:lnTo>
                <a:lnTo>
                  <a:pt x="77186" y="521129"/>
                </a:lnTo>
                <a:lnTo>
                  <a:pt x="108226" y="552169"/>
                </a:lnTo>
                <a:lnTo>
                  <a:pt x="143331" y="578656"/>
                </a:lnTo>
                <a:lnTo>
                  <a:pt x="182015" y="600104"/>
                </a:lnTo>
                <a:lnTo>
                  <a:pt x="223790" y="616026"/>
                </a:lnTo>
                <a:lnTo>
                  <a:pt x="268171" y="625936"/>
                </a:lnTo>
                <a:lnTo>
                  <a:pt x="314666" y="629348"/>
                </a:lnTo>
                <a:lnTo>
                  <a:pt x="361168" y="625936"/>
                </a:lnTo>
                <a:lnTo>
                  <a:pt x="405551" y="616026"/>
                </a:lnTo>
                <a:lnTo>
                  <a:pt x="447327" y="600104"/>
                </a:lnTo>
                <a:lnTo>
                  <a:pt x="486011" y="578656"/>
                </a:lnTo>
                <a:lnTo>
                  <a:pt x="505662" y="563829"/>
                </a:lnTo>
                <a:lnTo>
                  <a:pt x="314666" y="563829"/>
                </a:lnTo>
                <a:lnTo>
                  <a:pt x="269880" y="559815"/>
                </a:lnTo>
                <a:lnTo>
                  <a:pt x="227728" y="548242"/>
                </a:lnTo>
                <a:lnTo>
                  <a:pt x="188914" y="529814"/>
                </a:lnTo>
                <a:lnTo>
                  <a:pt x="154141" y="505234"/>
                </a:lnTo>
                <a:lnTo>
                  <a:pt x="124112" y="475207"/>
                </a:lnTo>
                <a:lnTo>
                  <a:pt x="99532" y="440436"/>
                </a:lnTo>
                <a:lnTo>
                  <a:pt x="81104" y="401624"/>
                </a:lnTo>
                <a:lnTo>
                  <a:pt x="69531" y="359475"/>
                </a:lnTo>
                <a:lnTo>
                  <a:pt x="65517" y="314693"/>
                </a:lnTo>
                <a:lnTo>
                  <a:pt x="69531" y="269907"/>
                </a:lnTo>
                <a:lnTo>
                  <a:pt x="81105" y="227755"/>
                </a:lnTo>
                <a:lnTo>
                  <a:pt x="99535" y="188941"/>
                </a:lnTo>
                <a:lnTo>
                  <a:pt x="124117" y="154168"/>
                </a:lnTo>
                <a:lnTo>
                  <a:pt x="154146" y="124140"/>
                </a:lnTo>
                <a:lnTo>
                  <a:pt x="188920" y="99560"/>
                </a:lnTo>
                <a:lnTo>
                  <a:pt x="227733" y="81131"/>
                </a:lnTo>
                <a:lnTo>
                  <a:pt x="269883" y="69558"/>
                </a:lnTo>
                <a:lnTo>
                  <a:pt x="314666" y="65544"/>
                </a:lnTo>
                <a:lnTo>
                  <a:pt x="505697" y="65544"/>
                </a:lnTo>
                <a:lnTo>
                  <a:pt x="486020" y="50698"/>
                </a:lnTo>
                <a:lnTo>
                  <a:pt x="447335" y="29248"/>
                </a:lnTo>
                <a:lnTo>
                  <a:pt x="405556" y="13323"/>
                </a:lnTo>
                <a:lnTo>
                  <a:pt x="361170" y="3412"/>
                </a:lnTo>
                <a:lnTo>
                  <a:pt x="314666" y="0"/>
                </a:lnTo>
                <a:close/>
              </a:path>
              <a:path w="629919" h="629919">
                <a:moveTo>
                  <a:pt x="505697" y="65544"/>
                </a:moveTo>
                <a:lnTo>
                  <a:pt x="314666" y="65544"/>
                </a:lnTo>
                <a:lnTo>
                  <a:pt x="359447" y="69558"/>
                </a:lnTo>
                <a:lnTo>
                  <a:pt x="401596" y="81131"/>
                </a:lnTo>
                <a:lnTo>
                  <a:pt x="440408" y="99560"/>
                </a:lnTo>
                <a:lnTo>
                  <a:pt x="475180" y="124140"/>
                </a:lnTo>
                <a:lnTo>
                  <a:pt x="505207" y="154168"/>
                </a:lnTo>
                <a:lnTo>
                  <a:pt x="529787" y="188941"/>
                </a:lnTo>
                <a:lnTo>
                  <a:pt x="548215" y="227755"/>
                </a:lnTo>
                <a:lnTo>
                  <a:pt x="559787" y="269907"/>
                </a:lnTo>
                <a:lnTo>
                  <a:pt x="563801" y="314693"/>
                </a:lnTo>
                <a:lnTo>
                  <a:pt x="559787" y="359475"/>
                </a:lnTo>
                <a:lnTo>
                  <a:pt x="548215" y="401624"/>
                </a:lnTo>
                <a:lnTo>
                  <a:pt x="529787" y="440436"/>
                </a:lnTo>
                <a:lnTo>
                  <a:pt x="505207" y="475207"/>
                </a:lnTo>
                <a:lnTo>
                  <a:pt x="475180" y="505234"/>
                </a:lnTo>
                <a:lnTo>
                  <a:pt x="440408" y="529814"/>
                </a:lnTo>
                <a:lnTo>
                  <a:pt x="401596" y="548242"/>
                </a:lnTo>
                <a:lnTo>
                  <a:pt x="359447" y="559815"/>
                </a:lnTo>
                <a:lnTo>
                  <a:pt x="314666" y="563829"/>
                </a:lnTo>
                <a:lnTo>
                  <a:pt x="505662" y="563829"/>
                </a:lnTo>
                <a:lnTo>
                  <a:pt x="552155" y="521129"/>
                </a:lnTo>
                <a:lnTo>
                  <a:pt x="578642" y="486023"/>
                </a:lnTo>
                <a:lnTo>
                  <a:pt x="600090" y="447337"/>
                </a:lnTo>
                <a:lnTo>
                  <a:pt x="616012" y="405558"/>
                </a:lnTo>
                <a:lnTo>
                  <a:pt x="625922" y="361173"/>
                </a:lnTo>
                <a:lnTo>
                  <a:pt x="629332" y="314693"/>
                </a:lnTo>
                <a:lnTo>
                  <a:pt x="625922" y="268171"/>
                </a:lnTo>
                <a:lnTo>
                  <a:pt x="616014" y="223792"/>
                </a:lnTo>
                <a:lnTo>
                  <a:pt x="600094" y="182017"/>
                </a:lnTo>
                <a:lnTo>
                  <a:pt x="578648" y="143333"/>
                </a:lnTo>
                <a:lnTo>
                  <a:pt x="552163" y="108227"/>
                </a:lnTo>
                <a:lnTo>
                  <a:pt x="521125" y="77186"/>
                </a:lnTo>
                <a:lnTo>
                  <a:pt x="505697" y="65544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4" name="bg object 12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729101" y="783386"/>
            <a:ext cx="74818" cy="92015"/>
          </a:xfrm>
          <a:prstGeom prst="rect">
            <a:avLst/>
          </a:prstGeom>
        </p:spPr>
      </p:pic>
      <p:pic>
        <p:nvPicPr>
          <p:cNvPr id="125" name="bg object 12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026744" y="781039"/>
            <a:ext cx="74002" cy="93096"/>
          </a:xfrm>
          <a:prstGeom prst="rect">
            <a:avLst/>
          </a:prstGeom>
        </p:spPr>
      </p:pic>
      <p:sp>
        <p:nvSpPr>
          <p:cNvPr id="126" name="bg object 126"/>
          <p:cNvSpPr/>
          <p:nvPr/>
        </p:nvSpPr>
        <p:spPr>
          <a:xfrm>
            <a:off x="1712946" y="748653"/>
            <a:ext cx="406400" cy="426084"/>
          </a:xfrm>
          <a:custGeom>
            <a:avLst/>
            <a:gdLst/>
            <a:ahLst/>
            <a:cxnLst/>
            <a:rect l="l" t="t" r="r" b="b"/>
            <a:pathLst>
              <a:path w="406400" h="426084">
                <a:moveTo>
                  <a:pt x="337489" y="339483"/>
                </a:moveTo>
                <a:lnTo>
                  <a:pt x="68618" y="339483"/>
                </a:lnTo>
                <a:lnTo>
                  <a:pt x="91689" y="360109"/>
                </a:lnTo>
                <a:lnTo>
                  <a:pt x="115514" y="374740"/>
                </a:lnTo>
                <a:lnTo>
                  <a:pt x="134160" y="383458"/>
                </a:lnTo>
                <a:lnTo>
                  <a:pt x="141693" y="386346"/>
                </a:lnTo>
                <a:lnTo>
                  <a:pt x="172474" y="399825"/>
                </a:lnTo>
                <a:lnTo>
                  <a:pt x="188793" y="412627"/>
                </a:lnTo>
                <a:lnTo>
                  <a:pt x="195227" y="422188"/>
                </a:lnTo>
                <a:lnTo>
                  <a:pt x="196354" y="425945"/>
                </a:lnTo>
                <a:lnTo>
                  <a:pt x="209727" y="425945"/>
                </a:lnTo>
                <a:lnTo>
                  <a:pt x="211682" y="412775"/>
                </a:lnTo>
                <a:lnTo>
                  <a:pt x="218030" y="404260"/>
                </a:lnTo>
                <a:lnTo>
                  <a:pt x="233898" y="396688"/>
                </a:lnTo>
                <a:lnTo>
                  <a:pt x="264414" y="386346"/>
                </a:lnTo>
                <a:lnTo>
                  <a:pt x="291123" y="376984"/>
                </a:lnTo>
                <a:lnTo>
                  <a:pt x="307638" y="368982"/>
                </a:lnTo>
                <a:lnTo>
                  <a:pt x="320810" y="357946"/>
                </a:lnTo>
                <a:lnTo>
                  <a:pt x="337489" y="339483"/>
                </a:lnTo>
                <a:close/>
              </a:path>
              <a:path w="406400" h="426084">
                <a:moveTo>
                  <a:pt x="90550" y="0"/>
                </a:moveTo>
                <a:lnTo>
                  <a:pt x="80911" y="10325"/>
                </a:lnTo>
                <a:lnTo>
                  <a:pt x="42405" y="40449"/>
                </a:lnTo>
                <a:lnTo>
                  <a:pt x="35356" y="40868"/>
                </a:lnTo>
                <a:lnTo>
                  <a:pt x="31699" y="48780"/>
                </a:lnTo>
                <a:lnTo>
                  <a:pt x="63429" y="55402"/>
                </a:lnTo>
                <a:lnTo>
                  <a:pt x="74950" y="81573"/>
                </a:lnTo>
                <a:lnTo>
                  <a:pt x="75263" y="109975"/>
                </a:lnTo>
                <a:lnTo>
                  <a:pt x="73421" y="122917"/>
                </a:lnTo>
                <a:lnTo>
                  <a:pt x="52720" y="195480"/>
                </a:lnTo>
                <a:lnTo>
                  <a:pt x="28521" y="246592"/>
                </a:lnTo>
                <a:lnTo>
                  <a:pt x="0" y="287045"/>
                </a:lnTo>
                <a:lnTo>
                  <a:pt x="11693" y="299456"/>
                </a:lnTo>
                <a:lnTo>
                  <a:pt x="29089" y="320587"/>
                </a:lnTo>
                <a:lnTo>
                  <a:pt x="44962" y="340628"/>
                </a:lnTo>
                <a:lnTo>
                  <a:pt x="51892" y="349529"/>
                </a:lnTo>
                <a:lnTo>
                  <a:pt x="68618" y="339483"/>
                </a:lnTo>
                <a:lnTo>
                  <a:pt x="362002" y="339483"/>
                </a:lnTo>
                <a:lnTo>
                  <a:pt x="379513" y="316856"/>
                </a:lnTo>
                <a:lnTo>
                  <a:pt x="393345" y="299456"/>
                </a:lnTo>
                <a:lnTo>
                  <a:pt x="400589" y="291472"/>
                </a:lnTo>
                <a:lnTo>
                  <a:pt x="406107" y="287045"/>
                </a:lnTo>
                <a:lnTo>
                  <a:pt x="375929" y="254511"/>
                </a:lnTo>
                <a:lnTo>
                  <a:pt x="358228" y="226609"/>
                </a:lnTo>
                <a:lnTo>
                  <a:pt x="346128" y="187986"/>
                </a:lnTo>
                <a:lnTo>
                  <a:pt x="332755" y="123306"/>
                </a:lnTo>
                <a:lnTo>
                  <a:pt x="321782" y="76120"/>
                </a:lnTo>
                <a:lnTo>
                  <a:pt x="322145" y="55402"/>
                </a:lnTo>
                <a:lnTo>
                  <a:pt x="322195" y="52538"/>
                </a:lnTo>
                <a:lnTo>
                  <a:pt x="324255" y="51600"/>
                </a:lnTo>
                <a:lnTo>
                  <a:pt x="203072" y="51600"/>
                </a:lnTo>
                <a:lnTo>
                  <a:pt x="186347" y="31915"/>
                </a:lnTo>
                <a:lnTo>
                  <a:pt x="173518" y="30638"/>
                </a:lnTo>
                <a:lnTo>
                  <a:pt x="157814" y="26208"/>
                </a:lnTo>
                <a:lnTo>
                  <a:pt x="144518" y="21465"/>
                </a:lnTo>
                <a:lnTo>
                  <a:pt x="138912" y="19253"/>
                </a:lnTo>
                <a:lnTo>
                  <a:pt x="129594" y="14978"/>
                </a:lnTo>
                <a:lnTo>
                  <a:pt x="117243" y="9931"/>
                </a:lnTo>
                <a:lnTo>
                  <a:pt x="101841" y="3962"/>
                </a:lnTo>
                <a:lnTo>
                  <a:pt x="90550" y="0"/>
                </a:lnTo>
                <a:close/>
              </a:path>
              <a:path w="406400" h="426084">
                <a:moveTo>
                  <a:pt x="362002" y="339483"/>
                </a:moveTo>
                <a:lnTo>
                  <a:pt x="337489" y="339483"/>
                </a:lnTo>
                <a:lnTo>
                  <a:pt x="354228" y="349529"/>
                </a:lnTo>
                <a:lnTo>
                  <a:pt x="362002" y="339483"/>
                </a:lnTo>
                <a:close/>
              </a:path>
              <a:path w="406400" h="426084">
                <a:moveTo>
                  <a:pt x="219811" y="31915"/>
                </a:moveTo>
                <a:lnTo>
                  <a:pt x="203072" y="51600"/>
                </a:lnTo>
                <a:lnTo>
                  <a:pt x="324255" y="51600"/>
                </a:lnTo>
                <a:lnTo>
                  <a:pt x="337673" y="45489"/>
                </a:lnTo>
                <a:lnTo>
                  <a:pt x="371581" y="45489"/>
                </a:lnTo>
                <a:lnTo>
                  <a:pt x="363740" y="40449"/>
                </a:lnTo>
                <a:lnTo>
                  <a:pt x="353796" y="32667"/>
                </a:lnTo>
                <a:lnTo>
                  <a:pt x="227774" y="32667"/>
                </a:lnTo>
                <a:lnTo>
                  <a:pt x="219811" y="31915"/>
                </a:lnTo>
                <a:close/>
              </a:path>
              <a:path w="406400" h="426084">
                <a:moveTo>
                  <a:pt x="371581" y="45489"/>
                </a:moveTo>
                <a:lnTo>
                  <a:pt x="337673" y="45489"/>
                </a:lnTo>
                <a:lnTo>
                  <a:pt x="371881" y="47904"/>
                </a:lnTo>
                <a:lnTo>
                  <a:pt x="372592" y="46139"/>
                </a:lnTo>
                <a:lnTo>
                  <a:pt x="371581" y="45489"/>
                </a:lnTo>
                <a:close/>
              </a:path>
              <a:path w="406400" h="426084">
                <a:moveTo>
                  <a:pt x="317311" y="5424"/>
                </a:moveTo>
                <a:lnTo>
                  <a:pt x="277836" y="14503"/>
                </a:lnTo>
                <a:lnTo>
                  <a:pt x="267233" y="19253"/>
                </a:lnTo>
                <a:lnTo>
                  <a:pt x="247040" y="27523"/>
                </a:lnTo>
                <a:lnTo>
                  <a:pt x="235369" y="31599"/>
                </a:lnTo>
                <a:lnTo>
                  <a:pt x="227774" y="32667"/>
                </a:lnTo>
                <a:lnTo>
                  <a:pt x="353796" y="32667"/>
                </a:lnTo>
                <a:lnTo>
                  <a:pt x="325247" y="10325"/>
                </a:lnTo>
                <a:lnTo>
                  <a:pt x="321123" y="6825"/>
                </a:lnTo>
                <a:lnTo>
                  <a:pt x="317311" y="54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bg object 127"/>
          <p:cNvSpPr/>
          <p:nvPr/>
        </p:nvSpPr>
        <p:spPr>
          <a:xfrm>
            <a:off x="1711702" y="751231"/>
            <a:ext cx="408940" cy="424180"/>
          </a:xfrm>
          <a:custGeom>
            <a:avLst/>
            <a:gdLst/>
            <a:ahLst/>
            <a:cxnLst/>
            <a:rect l="l" t="t" r="r" b="b"/>
            <a:pathLst>
              <a:path w="408939" h="424180">
                <a:moveTo>
                  <a:pt x="71799" y="337819"/>
                </a:moveTo>
                <a:lnTo>
                  <a:pt x="70231" y="337819"/>
                </a:lnTo>
                <a:lnTo>
                  <a:pt x="69661" y="338211"/>
                </a:lnTo>
                <a:lnTo>
                  <a:pt x="92451" y="359409"/>
                </a:lnTo>
                <a:lnTo>
                  <a:pt x="116376" y="373379"/>
                </a:lnTo>
                <a:lnTo>
                  <a:pt x="135091" y="382269"/>
                </a:lnTo>
                <a:lnTo>
                  <a:pt x="160088" y="392429"/>
                </a:lnTo>
                <a:lnTo>
                  <a:pt x="173307" y="398779"/>
                </a:lnTo>
                <a:lnTo>
                  <a:pt x="196875" y="424179"/>
                </a:lnTo>
                <a:lnTo>
                  <a:pt x="197637" y="424179"/>
                </a:lnTo>
                <a:lnTo>
                  <a:pt x="197637" y="422909"/>
                </a:lnTo>
                <a:lnTo>
                  <a:pt x="198323" y="422909"/>
                </a:lnTo>
                <a:lnTo>
                  <a:pt x="197866" y="417829"/>
                </a:lnTo>
                <a:lnTo>
                  <a:pt x="160779" y="389889"/>
                </a:lnTo>
                <a:lnTo>
                  <a:pt x="143217" y="383539"/>
                </a:lnTo>
                <a:lnTo>
                  <a:pt x="141236" y="383539"/>
                </a:lnTo>
                <a:lnTo>
                  <a:pt x="129745" y="378459"/>
                </a:lnTo>
                <a:lnTo>
                  <a:pt x="111469" y="369569"/>
                </a:lnTo>
                <a:lnTo>
                  <a:pt x="90385" y="355599"/>
                </a:lnTo>
                <a:lnTo>
                  <a:pt x="71799" y="337819"/>
                </a:lnTo>
                <a:close/>
              </a:path>
              <a:path w="408939" h="424180">
                <a:moveTo>
                  <a:pt x="198323" y="422909"/>
                </a:moveTo>
                <a:lnTo>
                  <a:pt x="197637" y="422909"/>
                </a:lnTo>
                <a:lnTo>
                  <a:pt x="197637" y="424179"/>
                </a:lnTo>
                <a:lnTo>
                  <a:pt x="198437" y="424179"/>
                </a:lnTo>
                <a:lnTo>
                  <a:pt x="198323" y="422909"/>
                </a:lnTo>
                <a:close/>
              </a:path>
              <a:path w="408939" h="424180">
                <a:moveTo>
                  <a:pt x="210350" y="422909"/>
                </a:moveTo>
                <a:lnTo>
                  <a:pt x="198323" y="422909"/>
                </a:lnTo>
                <a:lnTo>
                  <a:pt x="198437" y="424179"/>
                </a:lnTo>
                <a:lnTo>
                  <a:pt x="210235" y="424179"/>
                </a:lnTo>
                <a:lnTo>
                  <a:pt x="210350" y="422909"/>
                </a:lnTo>
                <a:close/>
              </a:path>
              <a:path w="408939" h="424180">
                <a:moveTo>
                  <a:pt x="338620" y="336549"/>
                </a:moveTo>
                <a:lnTo>
                  <a:pt x="338188" y="336549"/>
                </a:lnTo>
                <a:lnTo>
                  <a:pt x="327186" y="347979"/>
                </a:lnTo>
                <a:lnTo>
                  <a:pt x="315248" y="358139"/>
                </a:lnTo>
                <a:lnTo>
                  <a:pt x="303116" y="365759"/>
                </a:lnTo>
                <a:lnTo>
                  <a:pt x="291528" y="372109"/>
                </a:lnTo>
                <a:lnTo>
                  <a:pt x="284137" y="375919"/>
                </a:lnTo>
                <a:lnTo>
                  <a:pt x="277622" y="378459"/>
                </a:lnTo>
                <a:lnTo>
                  <a:pt x="270611" y="382269"/>
                </a:lnTo>
                <a:lnTo>
                  <a:pt x="266141" y="383539"/>
                </a:lnTo>
                <a:lnTo>
                  <a:pt x="265455" y="383539"/>
                </a:lnTo>
                <a:lnTo>
                  <a:pt x="247899" y="389889"/>
                </a:lnTo>
                <a:lnTo>
                  <a:pt x="210807" y="417829"/>
                </a:lnTo>
                <a:lnTo>
                  <a:pt x="210464" y="421639"/>
                </a:lnTo>
                <a:lnTo>
                  <a:pt x="210350" y="422909"/>
                </a:lnTo>
                <a:lnTo>
                  <a:pt x="210235" y="424179"/>
                </a:lnTo>
                <a:lnTo>
                  <a:pt x="211010" y="424179"/>
                </a:lnTo>
                <a:lnTo>
                  <a:pt x="211010" y="422909"/>
                </a:lnTo>
                <a:lnTo>
                  <a:pt x="211937" y="422909"/>
                </a:lnTo>
                <a:lnTo>
                  <a:pt x="248968" y="391159"/>
                </a:lnTo>
                <a:lnTo>
                  <a:pt x="273483" y="382269"/>
                </a:lnTo>
                <a:lnTo>
                  <a:pt x="292204" y="373379"/>
                </a:lnTo>
                <a:lnTo>
                  <a:pt x="316131" y="359409"/>
                </a:lnTo>
                <a:lnTo>
                  <a:pt x="338910" y="338211"/>
                </a:lnTo>
                <a:lnTo>
                  <a:pt x="338315" y="337819"/>
                </a:lnTo>
                <a:lnTo>
                  <a:pt x="340780" y="337819"/>
                </a:lnTo>
                <a:lnTo>
                  <a:pt x="338620" y="336549"/>
                </a:lnTo>
                <a:close/>
              </a:path>
              <a:path w="408939" h="424180">
                <a:moveTo>
                  <a:pt x="211937" y="422909"/>
                </a:moveTo>
                <a:lnTo>
                  <a:pt x="211010" y="422909"/>
                </a:lnTo>
                <a:lnTo>
                  <a:pt x="211010" y="424179"/>
                </a:lnTo>
                <a:lnTo>
                  <a:pt x="211759" y="424179"/>
                </a:lnTo>
                <a:lnTo>
                  <a:pt x="211937" y="422909"/>
                </a:lnTo>
                <a:close/>
              </a:path>
              <a:path w="408939" h="424180">
                <a:moveTo>
                  <a:pt x="340780" y="337819"/>
                </a:moveTo>
                <a:lnTo>
                  <a:pt x="339331" y="337819"/>
                </a:lnTo>
                <a:lnTo>
                  <a:pt x="338910" y="338211"/>
                </a:lnTo>
                <a:lnTo>
                  <a:pt x="355663" y="349249"/>
                </a:lnTo>
                <a:lnTo>
                  <a:pt x="356604" y="347979"/>
                </a:lnTo>
                <a:lnTo>
                  <a:pt x="355498" y="347979"/>
                </a:lnTo>
                <a:lnTo>
                  <a:pt x="354888" y="346709"/>
                </a:lnTo>
                <a:lnTo>
                  <a:pt x="355228" y="346312"/>
                </a:lnTo>
                <a:lnTo>
                  <a:pt x="340780" y="337819"/>
                </a:lnTo>
                <a:close/>
              </a:path>
              <a:path w="408939" h="424180">
                <a:moveTo>
                  <a:pt x="63871" y="162265"/>
                </a:moveTo>
                <a:lnTo>
                  <a:pt x="54500" y="189229"/>
                </a:lnTo>
                <a:lnTo>
                  <a:pt x="53193" y="193039"/>
                </a:lnTo>
                <a:lnTo>
                  <a:pt x="41084" y="220979"/>
                </a:lnTo>
                <a:lnTo>
                  <a:pt x="29044" y="243839"/>
                </a:lnTo>
                <a:lnTo>
                  <a:pt x="23346" y="253999"/>
                </a:lnTo>
                <a:lnTo>
                  <a:pt x="18026" y="261619"/>
                </a:lnTo>
                <a:lnTo>
                  <a:pt x="13198" y="269239"/>
                </a:lnTo>
                <a:lnTo>
                  <a:pt x="8978" y="274319"/>
                </a:lnTo>
                <a:lnTo>
                  <a:pt x="6400" y="278129"/>
                </a:lnTo>
                <a:lnTo>
                  <a:pt x="4318" y="280669"/>
                </a:lnTo>
                <a:lnTo>
                  <a:pt x="2857" y="281939"/>
                </a:lnTo>
                <a:lnTo>
                  <a:pt x="2146" y="283209"/>
                </a:lnTo>
                <a:lnTo>
                  <a:pt x="635" y="284479"/>
                </a:lnTo>
                <a:lnTo>
                  <a:pt x="0" y="285749"/>
                </a:lnTo>
                <a:lnTo>
                  <a:pt x="1701" y="287019"/>
                </a:lnTo>
                <a:lnTo>
                  <a:pt x="3276" y="288289"/>
                </a:lnTo>
                <a:lnTo>
                  <a:pt x="5257" y="289559"/>
                </a:lnTo>
                <a:lnTo>
                  <a:pt x="11276" y="297179"/>
                </a:lnTo>
                <a:lnTo>
                  <a:pt x="18500" y="304799"/>
                </a:lnTo>
                <a:lnTo>
                  <a:pt x="34086" y="325119"/>
                </a:lnTo>
                <a:lnTo>
                  <a:pt x="39103" y="331469"/>
                </a:lnTo>
                <a:lnTo>
                  <a:pt x="48729" y="342899"/>
                </a:lnTo>
                <a:lnTo>
                  <a:pt x="51868" y="347842"/>
                </a:lnTo>
                <a:lnTo>
                  <a:pt x="51955" y="347979"/>
                </a:lnTo>
                <a:lnTo>
                  <a:pt x="52882" y="347979"/>
                </a:lnTo>
                <a:lnTo>
                  <a:pt x="53118" y="347842"/>
                </a:lnTo>
                <a:lnTo>
                  <a:pt x="52755" y="346709"/>
                </a:lnTo>
                <a:lnTo>
                  <a:pt x="53432" y="346312"/>
                </a:lnTo>
                <a:lnTo>
                  <a:pt x="47300" y="339089"/>
                </a:lnTo>
                <a:lnTo>
                  <a:pt x="42767" y="332739"/>
                </a:lnTo>
                <a:lnTo>
                  <a:pt x="38034" y="326389"/>
                </a:lnTo>
                <a:lnTo>
                  <a:pt x="26464" y="312419"/>
                </a:lnTo>
                <a:lnTo>
                  <a:pt x="21980" y="307339"/>
                </a:lnTo>
                <a:lnTo>
                  <a:pt x="17625" y="302259"/>
                </a:lnTo>
                <a:lnTo>
                  <a:pt x="10883" y="293369"/>
                </a:lnTo>
                <a:lnTo>
                  <a:pt x="8496" y="290829"/>
                </a:lnTo>
                <a:lnTo>
                  <a:pt x="6502" y="289559"/>
                </a:lnTo>
                <a:lnTo>
                  <a:pt x="4483" y="287019"/>
                </a:lnTo>
                <a:lnTo>
                  <a:pt x="2882" y="285749"/>
                </a:lnTo>
                <a:lnTo>
                  <a:pt x="1270" y="285749"/>
                </a:lnTo>
                <a:lnTo>
                  <a:pt x="1752" y="284479"/>
                </a:lnTo>
                <a:lnTo>
                  <a:pt x="2886" y="284479"/>
                </a:lnTo>
                <a:lnTo>
                  <a:pt x="10289" y="275589"/>
                </a:lnTo>
                <a:lnTo>
                  <a:pt x="30465" y="245109"/>
                </a:lnTo>
                <a:lnTo>
                  <a:pt x="54715" y="194309"/>
                </a:lnTo>
                <a:lnTo>
                  <a:pt x="63871" y="162265"/>
                </a:lnTo>
                <a:close/>
              </a:path>
              <a:path w="408939" h="424180">
                <a:moveTo>
                  <a:pt x="406315" y="285160"/>
                </a:moveTo>
                <a:lnTo>
                  <a:pt x="405790" y="285749"/>
                </a:lnTo>
                <a:lnTo>
                  <a:pt x="404190" y="287019"/>
                </a:lnTo>
                <a:lnTo>
                  <a:pt x="402183" y="289559"/>
                </a:lnTo>
                <a:lnTo>
                  <a:pt x="388889" y="304799"/>
                </a:lnTo>
                <a:lnTo>
                  <a:pt x="373287" y="323849"/>
                </a:lnTo>
                <a:lnTo>
                  <a:pt x="360310" y="340359"/>
                </a:lnTo>
                <a:lnTo>
                  <a:pt x="355228" y="346312"/>
                </a:lnTo>
                <a:lnTo>
                  <a:pt x="355904" y="346709"/>
                </a:lnTo>
                <a:lnTo>
                  <a:pt x="355542" y="347842"/>
                </a:lnTo>
                <a:lnTo>
                  <a:pt x="355498" y="347979"/>
                </a:lnTo>
                <a:lnTo>
                  <a:pt x="356604" y="347979"/>
                </a:lnTo>
                <a:lnTo>
                  <a:pt x="362249" y="340359"/>
                </a:lnTo>
                <a:lnTo>
                  <a:pt x="368317" y="332739"/>
                </a:lnTo>
                <a:lnTo>
                  <a:pt x="375573" y="323849"/>
                </a:lnTo>
                <a:lnTo>
                  <a:pt x="388658" y="307339"/>
                </a:lnTo>
                <a:lnTo>
                  <a:pt x="393877" y="300989"/>
                </a:lnTo>
                <a:lnTo>
                  <a:pt x="400431" y="293369"/>
                </a:lnTo>
                <a:lnTo>
                  <a:pt x="402386" y="290829"/>
                </a:lnTo>
                <a:lnTo>
                  <a:pt x="405663" y="287019"/>
                </a:lnTo>
                <a:lnTo>
                  <a:pt x="406984" y="285749"/>
                </a:lnTo>
                <a:lnTo>
                  <a:pt x="406806" y="285749"/>
                </a:lnTo>
                <a:lnTo>
                  <a:pt x="406315" y="285160"/>
                </a:lnTo>
                <a:close/>
              </a:path>
              <a:path w="408939" h="424180">
                <a:moveTo>
                  <a:pt x="53434" y="346312"/>
                </a:moveTo>
                <a:lnTo>
                  <a:pt x="52755" y="346709"/>
                </a:lnTo>
                <a:lnTo>
                  <a:pt x="53118" y="347842"/>
                </a:lnTo>
                <a:lnTo>
                  <a:pt x="53771" y="346709"/>
                </a:lnTo>
                <a:lnTo>
                  <a:pt x="53434" y="346312"/>
                </a:lnTo>
                <a:close/>
              </a:path>
              <a:path w="408939" h="424180">
                <a:moveTo>
                  <a:pt x="70472" y="336549"/>
                </a:moveTo>
                <a:lnTo>
                  <a:pt x="70040" y="336549"/>
                </a:lnTo>
                <a:lnTo>
                  <a:pt x="53434" y="346312"/>
                </a:lnTo>
                <a:lnTo>
                  <a:pt x="53771" y="346709"/>
                </a:lnTo>
                <a:lnTo>
                  <a:pt x="53228" y="347842"/>
                </a:lnTo>
                <a:lnTo>
                  <a:pt x="55051" y="346709"/>
                </a:lnTo>
                <a:lnTo>
                  <a:pt x="69561" y="338211"/>
                </a:lnTo>
                <a:lnTo>
                  <a:pt x="69240" y="337819"/>
                </a:lnTo>
                <a:lnTo>
                  <a:pt x="71799" y="337819"/>
                </a:lnTo>
                <a:lnTo>
                  <a:pt x="70472" y="336549"/>
                </a:lnTo>
                <a:close/>
              </a:path>
              <a:path w="408939" h="424180">
                <a:moveTo>
                  <a:pt x="355228" y="346312"/>
                </a:moveTo>
                <a:lnTo>
                  <a:pt x="354888" y="346709"/>
                </a:lnTo>
                <a:lnTo>
                  <a:pt x="355432" y="347842"/>
                </a:lnTo>
                <a:lnTo>
                  <a:pt x="355904" y="346709"/>
                </a:lnTo>
                <a:lnTo>
                  <a:pt x="355228" y="346312"/>
                </a:lnTo>
                <a:close/>
              </a:path>
              <a:path w="408939" h="424180">
                <a:moveTo>
                  <a:pt x="70231" y="337819"/>
                </a:moveTo>
                <a:lnTo>
                  <a:pt x="69240" y="337819"/>
                </a:lnTo>
                <a:lnTo>
                  <a:pt x="69661" y="338211"/>
                </a:lnTo>
                <a:lnTo>
                  <a:pt x="70231" y="337819"/>
                </a:lnTo>
                <a:close/>
              </a:path>
              <a:path w="408939" h="424180">
                <a:moveTo>
                  <a:pt x="339331" y="337819"/>
                </a:moveTo>
                <a:lnTo>
                  <a:pt x="338315" y="337819"/>
                </a:lnTo>
                <a:lnTo>
                  <a:pt x="338910" y="338211"/>
                </a:lnTo>
                <a:lnTo>
                  <a:pt x="339331" y="337819"/>
                </a:lnTo>
                <a:close/>
              </a:path>
              <a:path w="408939" h="424180">
                <a:moveTo>
                  <a:pt x="1752" y="284479"/>
                </a:moveTo>
                <a:lnTo>
                  <a:pt x="1270" y="285749"/>
                </a:lnTo>
                <a:lnTo>
                  <a:pt x="1828" y="285749"/>
                </a:lnTo>
                <a:lnTo>
                  <a:pt x="2319" y="285160"/>
                </a:lnTo>
                <a:lnTo>
                  <a:pt x="1752" y="284479"/>
                </a:lnTo>
                <a:close/>
              </a:path>
              <a:path w="408939" h="424180">
                <a:moveTo>
                  <a:pt x="2358" y="285160"/>
                </a:moveTo>
                <a:lnTo>
                  <a:pt x="1828" y="285749"/>
                </a:lnTo>
                <a:lnTo>
                  <a:pt x="2882" y="285749"/>
                </a:lnTo>
                <a:lnTo>
                  <a:pt x="2358" y="285160"/>
                </a:lnTo>
                <a:close/>
              </a:path>
              <a:path w="408939" h="424180">
                <a:moveTo>
                  <a:pt x="406920" y="284479"/>
                </a:moveTo>
                <a:lnTo>
                  <a:pt x="406315" y="285160"/>
                </a:lnTo>
                <a:lnTo>
                  <a:pt x="406806" y="285749"/>
                </a:lnTo>
                <a:lnTo>
                  <a:pt x="407390" y="285749"/>
                </a:lnTo>
                <a:lnTo>
                  <a:pt x="406920" y="284479"/>
                </a:lnTo>
                <a:close/>
              </a:path>
              <a:path w="408939" h="424180">
                <a:moveTo>
                  <a:pt x="407936" y="284479"/>
                </a:moveTo>
                <a:lnTo>
                  <a:pt x="406920" y="284479"/>
                </a:lnTo>
                <a:lnTo>
                  <a:pt x="407390" y="285749"/>
                </a:lnTo>
                <a:lnTo>
                  <a:pt x="408559" y="285749"/>
                </a:lnTo>
                <a:lnTo>
                  <a:pt x="407936" y="284479"/>
                </a:lnTo>
                <a:close/>
              </a:path>
              <a:path w="408939" h="424180">
                <a:moveTo>
                  <a:pt x="2886" y="284479"/>
                </a:moveTo>
                <a:lnTo>
                  <a:pt x="1752" y="284479"/>
                </a:lnTo>
                <a:lnTo>
                  <a:pt x="2358" y="285160"/>
                </a:lnTo>
                <a:lnTo>
                  <a:pt x="2886" y="284479"/>
                </a:lnTo>
                <a:close/>
              </a:path>
              <a:path w="408939" h="424180">
                <a:moveTo>
                  <a:pt x="334772" y="120649"/>
                </a:moveTo>
                <a:lnTo>
                  <a:pt x="334005" y="121926"/>
                </a:lnTo>
                <a:lnTo>
                  <a:pt x="333249" y="121926"/>
                </a:lnTo>
                <a:lnTo>
                  <a:pt x="353919" y="194309"/>
                </a:lnTo>
                <a:lnTo>
                  <a:pt x="378166" y="245109"/>
                </a:lnTo>
                <a:lnTo>
                  <a:pt x="398343" y="275589"/>
                </a:lnTo>
                <a:lnTo>
                  <a:pt x="406315" y="285160"/>
                </a:lnTo>
                <a:lnTo>
                  <a:pt x="406920" y="284479"/>
                </a:lnTo>
                <a:lnTo>
                  <a:pt x="407352" y="284479"/>
                </a:lnTo>
                <a:lnTo>
                  <a:pt x="376562" y="238759"/>
                </a:lnTo>
                <a:lnTo>
                  <a:pt x="353901" y="189229"/>
                </a:lnTo>
                <a:lnTo>
                  <a:pt x="335227" y="122281"/>
                </a:lnTo>
                <a:lnTo>
                  <a:pt x="335128" y="121926"/>
                </a:lnTo>
                <a:lnTo>
                  <a:pt x="334005" y="121926"/>
                </a:lnTo>
                <a:lnTo>
                  <a:pt x="334772" y="120649"/>
                </a:lnTo>
                <a:close/>
              </a:path>
              <a:path w="408939" h="424180">
                <a:moveTo>
                  <a:pt x="50673" y="44449"/>
                </a:moveTo>
                <a:lnTo>
                  <a:pt x="40271" y="44449"/>
                </a:lnTo>
                <a:lnTo>
                  <a:pt x="36677" y="45719"/>
                </a:lnTo>
                <a:lnTo>
                  <a:pt x="34264" y="45719"/>
                </a:lnTo>
                <a:lnTo>
                  <a:pt x="33667" y="46989"/>
                </a:lnTo>
                <a:lnTo>
                  <a:pt x="50393" y="46989"/>
                </a:lnTo>
                <a:lnTo>
                  <a:pt x="55816" y="48259"/>
                </a:lnTo>
                <a:lnTo>
                  <a:pt x="66649" y="54609"/>
                </a:lnTo>
                <a:lnTo>
                  <a:pt x="70700" y="62229"/>
                </a:lnTo>
                <a:lnTo>
                  <a:pt x="75577" y="77469"/>
                </a:lnTo>
                <a:lnTo>
                  <a:pt x="76365" y="86359"/>
                </a:lnTo>
                <a:lnTo>
                  <a:pt x="76365" y="101599"/>
                </a:lnTo>
                <a:lnTo>
                  <a:pt x="75730" y="107949"/>
                </a:lnTo>
                <a:lnTo>
                  <a:pt x="74752" y="115569"/>
                </a:lnTo>
                <a:lnTo>
                  <a:pt x="74447" y="118109"/>
                </a:lnTo>
                <a:lnTo>
                  <a:pt x="74193" y="119379"/>
                </a:lnTo>
                <a:lnTo>
                  <a:pt x="73977" y="120649"/>
                </a:lnTo>
                <a:lnTo>
                  <a:pt x="64410" y="160049"/>
                </a:lnTo>
                <a:lnTo>
                  <a:pt x="75296" y="122281"/>
                </a:lnTo>
                <a:lnTo>
                  <a:pt x="77950" y="102869"/>
                </a:lnTo>
                <a:lnTo>
                  <a:pt x="77890" y="91439"/>
                </a:lnTo>
                <a:lnTo>
                  <a:pt x="65659" y="52069"/>
                </a:lnTo>
                <a:lnTo>
                  <a:pt x="56451" y="46989"/>
                </a:lnTo>
                <a:lnTo>
                  <a:pt x="50673" y="44449"/>
                </a:lnTo>
                <a:close/>
              </a:path>
              <a:path w="408939" h="424180">
                <a:moveTo>
                  <a:pt x="370941" y="44449"/>
                </a:moveTo>
                <a:lnTo>
                  <a:pt x="366737" y="44449"/>
                </a:lnTo>
                <a:lnTo>
                  <a:pt x="356440" y="45719"/>
                </a:lnTo>
                <a:lnTo>
                  <a:pt x="331276" y="76199"/>
                </a:lnTo>
                <a:lnTo>
                  <a:pt x="329926" y="93979"/>
                </a:lnTo>
                <a:lnTo>
                  <a:pt x="330286" y="101599"/>
                </a:lnTo>
                <a:lnTo>
                  <a:pt x="330346" y="102869"/>
                </a:lnTo>
                <a:lnTo>
                  <a:pt x="331535" y="113029"/>
                </a:lnTo>
                <a:lnTo>
                  <a:pt x="332726" y="119379"/>
                </a:lnTo>
                <a:lnTo>
                  <a:pt x="333274" y="121926"/>
                </a:lnTo>
                <a:lnTo>
                  <a:pt x="334772" y="120649"/>
                </a:lnTo>
                <a:lnTo>
                  <a:pt x="333849" y="116839"/>
                </a:lnTo>
                <a:lnTo>
                  <a:pt x="332757" y="110489"/>
                </a:lnTo>
                <a:lnTo>
                  <a:pt x="331787" y="101599"/>
                </a:lnTo>
                <a:lnTo>
                  <a:pt x="331473" y="93979"/>
                </a:lnTo>
                <a:lnTo>
                  <a:pt x="331368" y="91439"/>
                </a:lnTo>
                <a:lnTo>
                  <a:pt x="342732" y="54609"/>
                </a:lnTo>
                <a:lnTo>
                  <a:pt x="356782" y="46989"/>
                </a:lnTo>
                <a:lnTo>
                  <a:pt x="373634" y="46989"/>
                </a:lnTo>
                <a:lnTo>
                  <a:pt x="373913" y="45719"/>
                </a:lnTo>
                <a:lnTo>
                  <a:pt x="372338" y="45719"/>
                </a:lnTo>
                <a:lnTo>
                  <a:pt x="372102" y="45098"/>
                </a:lnTo>
                <a:lnTo>
                  <a:pt x="370941" y="44449"/>
                </a:lnTo>
                <a:close/>
              </a:path>
              <a:path w="408939" h="424180">
                <a:moveTo>
                  <a:pt x="140919" y="16509"/>
                </a:moveTo>
                <a:lnTo>
                  <a:pt x="140436" y="16509"/>
                </a:lnTo>
                <a:lnTo>
                  <a:pt x="140036" y="17900"/>
                </a:lnTo>
                <a:lnTo>
                  <a:pt x="147599" y="21589"/>
                </a:lnTo>
                <a:lnTo>
                  <a:pt x="157137" y="24129"/>
                </a:lnTo>
                <a:lnTo>
                  <a:pt x="172035" y="29209"/>
                </a:lnTo>
                <a:lnTo>
                  <a:pt x="179127" y="30479"/>
                </a:lnTo>
                <a:lnTo>
                  <a:pt x="186982" y="30479"/>
                </a:lnTo>
                <a:lnTo>
                  <a:pt x="204317" y="50799"/>
                </a:lnTo>
                <a:lnTo>
                  <a:pt x="206482" y="48259"/>
                </a:lnTo>
                <a:lnTo>
                  <a:pt x="204292" y="48259"/>
                </a:lnTo>
                <a:lnTo>
                  <a:pt x="187883" y="29209"/>
                </a:lnTo>
                <a:lnTo>
                  <a:pt x="179352" y="29209"/>
                </a:lnTo>
                <a:lnTo>
                  <a:pt x="172394" y="27939"/>
                </a:lnTo>
                <a:lnTo>
                  <a:pt x="157619" y="22859"/>
                </a:lnTo>
                <a:lnTo>
                  <a:pt x="152882" y="21589"/>
                </a:lnTo>
                <a:lnTo>
                  <a:pt x="148590" y="20319"/>
                </a:lnTo>
                <a:lnTo>
                  <a:pt x="144138" y="17900"/>
                </a:lnTo>
                <a:lnTo>
                  <a:pt x="140919" y="16509"/>
                </a:lnTo>
                <a:close/>
              </a:path>
              <a:path w="408939" h="424180">
                <a:moveTo>
                  <a:pt x="81630" y="7638"/>
                </a:moveTo>
                <a:lnTo>
                  <a:pt x="43117" y="38129"/>
                </a:lnTo>
                <a:lnTo>
                  <a:pt x="39743" y="38129"/>
                </a:lnTo>
                <a:lnTo>
                  <a:pt x="36906" y="40639"/>
                </a:lnTo>
                <a:lnTo>
                  <a:pt x="33172" y="44449"/>
                </a:lnTo>
                <a:lnTo>
                  <a:pt x="31546" y="48259"/>
                </a:lnTo>
                <a:lnTo>
                  <a:pt x="36868" y="46989"/>
                </a:lnTo>
                <a:lnTo>
                  <a:pt x="32956" y="46989"/>
                </a:lnTo>
                <a:lnTo>
                  <a:pt x="32791" y="45719"/>
                </a:lnTo>
                <a:lnTo>
                  <a:pt x="34264" y="45719"/>
                </a:lnTo>
                <a:lnTo>
                  <a:pt x="34861" y="44449"/>
                </a:lnTo>
                <a:lnTo>
                  <a:pt x="38303" y="40639"/>
                </a:lnTo>
                <a:lnTo>
                  <a:pt x="40690" y="39369"/>
                </a:lnTo>
                <a:lnTo>
                  <a:pt x="43954" y="39369"/>
                </a:lnTo>
                <a:lnTo>
                  <a:pt x="82677" y="8889"/>
                </a:lnTo>
                <a:lnTo>
                  <a:pt x="82143" y="8889"/>
                </a:lnTo>
                <a:lnTo>
                  <a:pt x="81716" y="7847"/>
                </a:lnTo>
                <a:lnTo>
                  <a:pt x="81630" y="7638"/>
                </a:lnTo>
                <a:close/>
              </a:path>
              <a:path w="408939" h="424180">
                <a:moveTo>
                  <a:pt x="268084" y="16509"/>
                </a:moveTo>
                <a:lnTo>
                  <a:pt x="263362" y="17900"/>
                </a:lnTo>
                <a:lnTo>
                  <a:pt x="263530" y="17900"/>
                </a:lnTo>
                <a:lnTo>
                  <a:pt x="255943" y="21589"/>
                </a:lnTo>
                <a:lnTo>
                  <a:pt x="238772" y="26669"/>
                </a:lnTo>
                <a:lnTo>
                  <a:pt x="229374" y="29209"/>
                </a:lnTo>
                <a:lnTo>
                  <a:pt x="220700" y="29209"/>
                </a:lnTo>
                <a:lnTo>
                  <a:pt x="204292" y="48259"/>
                </a:lnTo>
                <a:lnTo>
                  <a:pt x="206482" y="48259"/>
                </a:lnTo>
                <a:lnTo>
                  <a:pt x="221640" y="30479"/>
                </a:lnTo>
                <a:lnTo>
                  <a:pt x="229502" y="30479"/>
                </a:lnTo>
                <a:lnTo>
                  <a:pt x="236597" y="29209"/>
                </a:lnTo>
                <a:lnTo>
                  <a:pt x="251498" y="24129"/>
                </a:lnTo>
                <a:lnTo>
                  <a:pt x="261035" y="21589"/>
                </a:lnTo>
                <a:lnTo>
                  <a:pt x="268512" y="17900"/>
                </a:lnTo>
                <a:lnTo>
                  <a:pt x="268084" y="16509"/>
                </a:lnTo>
                <a:close/>
              </a:path>
              <a:path w="408939" h="424180">
                <a:moveTo>
                  <a:pt x="34264" y="45719"/>
                </a:moveTo>
                <a:lnTo>
                  <a:pt x="32791" y="45719"/>
                </a:lnTo>
                <a:lnTo>
                  <a:pt x="32956" y="46989"/>
                </a:lnTo>
                <a:lnTo>
                  <a:pt x="33667" y="46989"/>
                </a:lnTo>
                <a:lnTo>
                  <a:pt x="34264" y="45719"/>
                </a:lnTo>
                <a:close/>
              </a:path>
              <a:path w="408939" h="424180">
                <a:moveTo>
                  <a:pt x="372102" y="45098"/>
                </a:moveTo>
                <a:lnTo>
                  <a:pt x="372338" y="45719"/>
                </a:lnTo>
                <a:lnTo>
                  <a:pt x="373214" y="45719"/>
                </a:lnTo>
                <a:lnTo>
                  <a:pt x="372102" y="45098"/>
                </a:lnTo>
                <a:close/>
              </a:path>
              <a:path w="408939" h="424180">
                <a:moveTo>
                  <a:pt x="327019" y="7638"/>
                </a:moveTo>
                <a:lnTo>
                  <a:pt x="326900" y="7847"/>
                </a:lnTo>
                <a:lnTo>
                  <a:pt x="326478" y="8889"/>
                </a:lnTo>
                <a:lnTo>
                  <a:pt x="325716" y="8889"/>
                </a:lnTo>
                <a:lnTo>
                  <a:pt x="364528" y="39369"/>
                </a:lnTo>
                <a:lnTo>
                  <a:pt x="368338" y="41909"/>
                </a:lnTo>
                <a:lnTo>
                  <a:pt x="370319" y="43179"/>
                </a:lnTo>
                <a:lnTo>
                  <a:pt x="371856" y="44449"/>
                </a:lnTo>
                <a:lnTo>
                  <a:pt x="372102" y="45098"/>
                </a:lnTo>
                <a:lnTo>
                  <a:pt x="373214" y="45719"/>
                </a:lnTo>
                <a:lnTo>
                  <a:pt x="373913" y="45719"/>
                </a:lnTo>
                <a:lnTo>
                  <a:pt x="373634" y="44449"/>
                </a:lnTo>
                <a:lnTo>
                  <a:pt x="371322" y="41909"/>
                </a:lnTo>
                <a:lnTo>
                  <a:pt x="369265" y="40639"/>
                </a:lnTo>
                <a:lnTo>
                  <a:pt x="365761" y="38342"/>
                </a:lnTo>
                <a:lnTo>
                  <a:pt x="327247" y="7847"/>
                </a:lnTo>
                <a:lnTo>
                  <a:pt x="327019" y="7638"/>
                </a:lnTo>
                <a:close/>
              </a:path>
              <a:path w="408939" h="424180">
                <a:moveTo>
                  <a:pt x="103339" y="1269"/>
                </a:moveTo>
                <a:lnTo>
                  <a:pt x="89903" y="1269"/>
                </a:lnTo>
                <a:lnTo>
                  <a:pt x="99415" y="2539"/>
                </a:lnTo>
                <a:lnTo>
                  <a:pt x="102806" y="2539"/>
                </a:lnTo>
                <a:lnTo>
                  <a:pt x="107416" y="5079"/>
                </a:lnTo>
                <a:lnTo>
                  <a:pt x="118186" y="8889"/>
                </a:lnTo>
                <a:lnTo>
                  <a:pt x="130721" y="13969"/>
                </a:lnTo>
                <a:lnTo>
                  <a:pt x="140080" y="17900"/>
                </a:lnTo>
                <a:lnTo>
                  <a:pt x="140512" y="16509"/>
                </a:lnTo>
                <a:lnTo>
                  <a:pt x="136245" y="13969"/>
                </a:lnTo>
                <a:lnTo>
                  <a:pt x="126987" y="10159"/>
                </a:lnTo>
                <a:lnTo>
                  <a:pt x="110515" y="3809"/>
                </a:lnTo>
                <a:lnTo>
                  <a:pt x="103339" y="1269"/>
                </a:lnTo>
                <a:close/>
              </a:path>
              <a:path w="408939" h="424180">
                <a:moveTo>
                  <a:pt x="322834" y="3809"/>
                </a:moveTo>
                <a:lnTo>
                  <a:pt x="306971" y="3809"/>
                </a:lnTo>
                <a:lnTo>
                  <a:pt x="302869" y="5079"/>
                </a:lnTo>
                <a:lnTo>
                  <a:pt x="296229" y="7638"/>
                </a:lnTo>
                <a:lnTo>
                  <a:pt x="281051" y="11429"/>
                </a:lnTo>
                <a:lnTo>
                  <a:pt x="272415" y="13969"/>
                </a:lnTo>
                <a:lnTo>
                  <a:pt x="268147" y="16509"/>
                </a:lnTo>
                <a:lnTo>
                  <a:pt x="268512" y="17900"/>
                </a:lnTo>
                <a:lnTo>
                  <a:pt x="268365" y="17900"/>
                </a:lnTo>
                <a:lnTo>
                  <a:pt x="272872" y="16509"/>
                </a:lnTo>
                <a:lnTo>
                  <a:pt x="281546" y="12699"/>
                </a:lnTo>
                <a:lnTo>
                  <a:pt x="292912" y="10159"/>
                </a:lnTo>
                <a:lnTo>
                  <a:pt x="299002" y="7638"/>
                </a:lnTo>
                <a:lnTo>
                  <a:pt x="303263" y="6349"/>
                </a:lnTo>
                <a:lnTo>
                  <a:pt x="307225" y="6349"/>
                </a:lnTo>
                <a:lnTo>
                  <a:pt x="310616" y="5079"/>
                </a:lnTo>
                <a:lnTo>
                  <a:pt x="324222" y="5079"/>
                </a:lnTo>
                <a:lnTo>
                  <a:pt x="322834" y="3809"/>
                </a:lnTo>
                <a:close/>
              </a:path>
              <a:path w="408939" h="424180">
                <a:moveTo>
                  <a:pt x="101434" y="0"/>
                </a:moveTo>
                <a:lnTo>
                  <a:pt x="88480" y="0"/>
                </a:lnTo>
                <a:lnTo>
                  <a:pt x="82765" y="6349"/>
                </a:lnTo>
                <a:lnTo>
                  <a:pt x="81655" y="7638"/>
                </a:lnTo>
                <a:lnTo>
                  <a:pt x="82143" y="8889"/>
                </a:lnTo>
                <a:lnTo>
                  <a:pt x="82677" y="8889"/>
                </a:lnTo>
                <a:lnTo>
                  <a:pt x="83477" y="7638"/>
                </a:lnTo>
                <a:lnTo>
                  <a:pt x="89903" y="1269"/>
                </a:lnTo>
                <a:lnTo>
                  <a:pt x="103339" y="1269"/>
                </a:lnTo>
                <a:lnTo>
                  <a:pt x="101434" y="0"/>
                </a:lnTo>
                <a:close/>
              </a:path>
              <a:path w="408939" h="424180">
                <a:moveTo>
                  <a:pt x="324222" y="5079"/>
                </a:moveTo>
                <a:lnTo>
                  <a:pt x="317957" y="5079"/>
                </a:lnTo>
                <a:lnTo>
                  <a:pt x="321094" y="6349"/>
                </a:lnTo>
                <a:lnTo>
                  <a:pt x="323155" y="7638"/>
                </a:lnTo>
                <a:lnTo>
                  <a:pt x="324134" y="7638"/>
                </a:lnTo>
                <a:lnTo>
                  <a:pt x="325323" y="8889"/>
                </a:lnTo>
                <a:lnTo>
                  <a:pt x="326478" y="8889"/>
                </a:lnTo>
                <a:lnTo>
                  <a:pt x="326883" y="7847"/>
                </a:lnTo>
                <a:lnTo>
                  <a:pt x="326964" y="7638"/>
                </a:lnTo>
                <a:lnTo>
                  <a:pt x="325611" y="6349"/>
                </a:lnTo>
                <a:lnTo>
                  <a:pt x="324222" y="5079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bg object 128"/>
          <p:cNvSpPr/>
          <p:nvPr/>
        </p:nvSpPr>
        <p:spPr>
          <a:xfrm>
            <a:off x="1919865" y="946144"/>
            <a:ext cx="184785" cy="213360"/>
          </a:xfrm>
          <a:custGeom>
            <a:avLst/>
            <a:gdLst/>
            <a:ahLst/>
            <a:cxnLst/>
            <a:rect l="l" t="t" r="r" b="b"/>
            <a:pathLst>
              <a:path w="184785" h="213359">
                <a:moveTo>
                  <a:pt x="137299" y="0"/>
                </a:moveTo>
                <a:lnTo>
                  <a:pt x="0" y="0"/>
                </a:lnTo>
                <a:lnTo>
                  <a:pt x="12" y="212953"/>
                </a:lnTo>
                <a:lnTo>
                  <a:pt x="8460" y="201381"/>
                </a:lnTo>
                <a:lnTo>
                  <a:pt x="18256" y="193671"/>
                </a:lnTo>
                <a:lnTo>
                  <a:pt x="35681" y="186357"/>
                </a:lnTo>
                <a:lnTo>
                  <a:pt x="67017" y="175971"/>
                </a:lnTo>
                <a:lnTo>
                  <a:pt x="91035" y="166410"/>
                </a:lnTo>
                <a:lnTo>
                  <a:pt x="105375" y="158538"/>
                </a:lnTo>
                <a:lnTo>
                  <a:pt x="115738" y="148140"/>
                </a:lnTo>
                <a:lnTo>
                  <a:pt x="127825" y="131000"/>
                </a:lnTo>
                <a:lnTo>
                  <a:pt x="143433" y="138874"/>
                </a:lnTo>
                <a:lnTo>
                  <a:pt x="184721" y="89954"/>
                </a:lnTo>
                <a:lnTo>
                  <a:pt x="159498" y="49029"/>
                </a:lnTo>
                <a:lnTo>
                  <a:pt x="146151" y="26017"/>
                </a:lnTo>
                <a:lnTo>
                  <a:pt x="140233" y="12485"/>
                </a:lnTo>
                <a:lnTo>
                  <a:pt x="137299" y="0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bg object 129"/>
          <p:cNvSpPr/>
          <p:nvPr/>
        </p:nvSpPr>
        <p:spPr>
          <a:xfrm>
            <a:off x="1929904" y="1001547"/>
            <a:ext cx="57785" cy="19050"/>
          </a:xfrm>
          <a:custGeom>
            <a:avLst/>
            <a:gdLst/>
            <a:ahLst/>
            <a:cxnLst/>
            <a:rect l="l" t="t" r="r" b="b"/>
            <a:pathLst>
              <a:path w="57785" h="19050">
                <a:moveTo>
                  <a:pt x="114" y="12128"/>
                </a:moveTo>
                <a:lnTo>
                  <a:pt x="0" y="12280"/>
                </a:lnTo>
                <a:lnTo>
                  <a:pt x="114" y="12128"/>
                </a:lnTo>
                <a:close/>
              </a:path>
              <a:path w="57785" h="19050">
                <a:moveTo>
                  <a:pt x="6477" y="18440"/>
                </a:moveTo>
                <a:lnTo>
                  <a:pt x="6108" y="18542"/>
                </a:lnTo>
                <a:lnTo>
                  <a:pt x="6261" y="18542"/>
                </a:lnTo>
                <a:lnTo>
                  <a:pt x="6477" y="18440"/>
                </a:lnTo>
                <a:close/>
              </a:path>
              <a:path w="57785" h="19050">
                <a:moveTo>
                  <a:pt x="14795" y="13487"/>
                </a:moveTo>
                <a:lnTo>
                  <a:pt x="14655" y="13462"/>
                </a:lnTo>
                <a:lnTo>
                  <a:pt x="14693" y="13335"/>
                </a:lnTo>
                <a:lnTo>
                  <a:pt x="14503" y="13411"/>
                </a:lnTo>
                <a:lnTo>
                  <a:pt x="14655" y="13512"/>
                </a:lnTo>
                <a:lnTo>
                  <a:pt x="14795" y="13487"/>
                </a:lnTo>
                <a:close/>
              </a:path>
              <a:path w="57785" h="19050">
                <a:moveTo>
                  <a:pt x="24980" y="15011"/>
                </a:moveTo>
                <a:lnTo>
                  <a:pt x="24904" y="14770"/>
                </a:lnTo>
                <a:lnTo>
                  <a:pt x="24777" y="15036"/>
                </a:lnTo>
                <a:lnTo>
                  <a:pt x="24803" y="15430"/>
                </a:lnTo>
                <a:lnTo>
                  <a:pt x="24968" y="15671"/>
                </a:lnTo>
                <a:lnTo>
                  <a:pt x="24904" y="15405"/>
                </a:lnTo>
                <a:lnTo>
                  <a:pt x="24980" y="15011"/>
                </a:lnTo>
                <a:close/>
              </a:path>
              <a:path w="57785" h="19050">
                <a:moveTo>
                  <a:pt x="25806" y="698"/>
                </a:moveTo>
                <a:lnTo>
                  <a:pt x="25768" y="520"/>
                </a:lnTo>
                <a:lnTo>
                  <a:pt x="25806" y="698"/>
                </a:lnTo>
                <a:close/>
              </a:path>
              <a:path w="57785" h="19050">
                <a:moveTo>
                  <a:pt x="25920" y="15532"/>
                </a:moveTo>
                <a:lnTo>
                  <a:pt x="25679" y="15328"/>
                </a:lnTo>
                <a:lnTo>
                  <a:pt x="25730" y="15621"/>
                </a:lnTo>
                <a:lnTo>
                  <a:pt x="25920" y="15532"/>
                </a:lnTo>
                <a:close/>
              </a:path>
              <a:path w="57785" h="19050">
                <a:moveTo>
                  <a:pt x="26746" y="14579"/>
                </a:moveTo>
                <a:lnTo>
                  <a:pt x="26568" y="14630"/>
                </a:lnTo>
                <a:lnTo>
                  <a:pt x="26568" y="14770"/>
                </a:lnTo>
                <a:lnTo>
                  <a:pt x="26746" y="14655"/>
                </a:lnTo>
                <a:close/>
              </a:path>
              <a:path w="57785" h="19050">
                <a:moveTo>
                  <a:pt x="28816" y="76"/>
                </a:moveTo>
                <a:lnTo>
                  <a:pt x="28676" y="0"/>
                </a:lnTo>
                <a:lnTo>
                  <a:pt x="28816" y="76"/>
                </a:lnTo>
                <a:close/>
              </a:path>
              <a:path w="57785" h="19050">
                <a:moveTo>
                  <a:pt x="29578" y="11417"/>
                </a:moveTo>
                <a:lnTo>
                  <a:pt x="29362" y="11620"/>
                </a:lnTo>
                <a:lnTo>
                  <a:pt x="29337" y="11430"/>
                </a:lnTo>
                <a:lnTo>
                  <a:pt x="29197" y="11874"/>
                </a:lnTo>
                <a:lnTo>
                  <a:pt x="29324" y="12547"/>
                </a:lnTo>
                <a:lnTo>
                  <a:pt x="28676" y="12458"/>
                </a:lnTo>
                <a:lnTo>
                  <a:pt x="28562" y="12788"/>
                </a:lnTo>
                <a:lnTo>
                  <a:pt x="28613" y="12992"/>
                </a:lnTo>
                <a:lnTo>
                  <a:pt x="28740" y="13525"/>
                </a:lnTo>
                <a:lnTo>
                  <a:pt x="29171" y="13258"/>
                </a:lnTo>
                <a:lnTo>
                  <a:pt x="29349" y="12801"/>
                </a:lnTo>
                <a:lnTo>
                  <a:pt x="29527" y="12014"/>
                </a:lnTo>
                <a:lnTo>
                  <a:pt x="29476" y="11582"/>
                </a:lnTo>
                <a:lnTo>
                  <a:pt x="29578" y="11417"/>
                </a:lnTo>
                <a:close/>
              </a:path>
              <a:path w="57785" h="19050">
                <a:moveTo>
                  <a:pt x="29972" y="0"/>
                </a:moveTo>
                <a:lnTo>
                  <a:pt x="29819" y="76"/>
                </a:lnTo>
                <a:lnTo>
                  <a:pt x="29972" y="177"/>
                </a:lnTo>
                <a:lnTo>
                  <a:pt x="29972" y="0"/>
                </a:lnTo>
                <a:close/>
              </a:path>
              <a:path w="57785" h="19050">
                <a:moveTo>
                  <a:pt x="32118" y="13601"/>
                </a:moveTo>
                <a:lnTo>
                  <a:pt x="31902" y="13144"/>
                </a:lnTo>
                <a:lnTo>
                  <a:pt x="31610" y="13131"/>
                </a:lnTo>
                <a:lnTo>
                  <a:pt x="31610" y="13893"/>
                </a:lnTo>
                <a:lnTo>
                  <a:pt x="31724" y="13741"/>
                </a:lnTo>
                <a:lnTo>
                  <a:pt x="31826" y="13449"/>
                </a:lnTo>
                <a:lnTo>
                  <a:pt x="32118" y="13601"/>
                </a:lnTo>
                <a:close/>
              </a:path>
              <a:path w="57785" h="19050">
                <a:moveTo>
                  <a:pt x="32283" y="10858"/>
                </a:moveTo>
                <a:lnTo>
                  <a:pt x="32258" y="10680"/>
                </a:lnTo>
                <a:lnTo>
                  <a:pt x="32207" y="10934"/>
                </a:lnTo>
                <a:close/>
              </a:path>
              <a:path w="57785" h="19050">
                <a:moveTo>
                  <a:pt x="32994" y="13309"/>
                </a:moveTo>
                <a:lnTo>
                  <a:pt x="32867" y="13309"/>
                </a:lnTo>
                <a:lnTo>
                  <a:pt x="32943" y="13487"/>
                </a:lnTo>
                <a:lnTo>
                  <a:pt x="32994" y="13309"/>
                </a:lnTo>
                <a:close/>
              </a:path>
              <a:path w="57785" h="19050">
                <a:moveTo>
                  <a:pt x="33540" y="18262"/>
                </a:moveTo>
                <a:lnTo>
                  <a:pt x="33413" y="18326"/>
                </a:lnTo>
                <a:lnTo>
                  <a:pt x="33540" y="18262"/>
                </a:lnTo>
                <a:close/>
              </a:path>
              <a:path w="57785" h="19050">
                <a:moveTo>
                  <a:pt x="35699" y="14249"/>
                </a:moveTo>
                <a:lnTo>
                  <a:pt x="35572" y="13893"/>
                </a:lnTo>
                <a:lnTo>
                  <a:pt x="35547" y="14135"/>
                </a:lnTo>
                <a:lnTo>
                  <a:pt x="35699" y="14249"/>
                </a:lnTo>
                <a:close/>
              </a:path>
              <a:path w="57785" h="19050">
                <a:moveTo>
                  <a:pt x="36347" y="5511"/>
                </a:moveTo>
                <a:lnTo>
                  <a:pt x="36182" y="5524"/>
                </a:lnTo>
                <a:lnTo>
                  <a:pt x="36296" y="5702"/>
                </a:lnTo>
                <a:lnTo>
                  <a:pt x="36347" y="5511"/>
                </a:lnTo>
                <a:close/>
              </a:path>
              <a:path w="57785" h="19050">
                <a:moveTo>
                  <a:pt x="36715" y="7264"/>
                </a:moveTo>
                <a:lnTo>
                  <a:pt x="36715" y="7581"/>
                </a:lnTo>
                <a:lnTo>
                  <a:pt x="36715" y="7264"/>
                </a:lnTo>
                <a:close/>
              </a:path>
              <a:path w="57785" h="19050">
                <a:moveTo>
                  <a:pt x="38519" y="12865"/>
                </a:moveTo>
                <a:lnTo>
                  <a:pt x="38366" y="13296"/>
                </a:lnTo>
                <a:lnTo>
                  <a:pt x="38519" y="12865"/>
                </a:lnTo>
                <a:close/>
              </a:path>
              <a:path w="57785" h="19050">
                <a:moveTo>
                  <a:pt x="39141" y="13398"/>
                </a:moveTo>
                <a:lnTo>
                  <a:pt x="38989" y="13398"/>
                </a:lnTo>
                <a:lnTo>
                  <a:pt x="39141" y="13512"/>
                </a:lnTo>
                <a:close/>
              </a:path>
              <a:path w="57785" h="19050">
                <a:moveTo>
                  <a:pt x="39446" y="13119"/>
                </a:moveTo>
                <a:lnTo>
                  <a:pt x="39382" y="12890"/>
                </a:lnTo>
                <a:lnTo>
                  <a:pt x="39268" y="13017"/>
                </a:lnTo>
                <a:lnTo>
                  <a:pt x="39446" y="13119"/>
                </a:lnTo>
                <a:close/>
              </a:path>
              <a:path w="57785" h="19050">
                <a:moveTo>
                  <a:pt x="40259" y="8597"/>
                </a:moveTo>
                <a:lnTo>
                  <a:pt x="40220" y="8470"/>
                </a:lnTo>
                <a:lnTo>
                  <a:pt x="40043" y="8496"/>
                </a:lnTo>
                <a:lnTo>
                  <a:pt x="40259" y="8597"/>
                </a:lnTo>
                <a:close/>
              </a:path>
              <a:path w="57785" h="19050">
                <a:moveTo>
                  <a:pt x="40360" y="13995"/>
                </a:moveTo>
                <a:lnTo>
                  <a:pt x="40157" y="13919"/>
                </a:lnTo>
                <a:lnTo>
                  <a:pt x="39928" y="13881"/>
                </a:lnTo>
                <a:lnTo>
                  <a:pt x="39751" y="13779"/>
                </a:lnTo>
                <a:lnTo>
                  <a:pt x="39776" y="13982"/>
                </a:lnTo>
                <a:lnTo>
                  <a:pt x="40284" y="14046"/>
                </a:lnTo>
                <a:close/>
              </a:path>
              <a:path w="57785" h="19050">
                <a:moveTo>
                  <a:pt x="41452" y="13512"/>
                </a:moveTo>
                <a:lnTo>
                  <a:pt x="41313" y="13563"/>
                </a:lnTo>
                <a:lnTo>
                  <a:pt x="41452" y="13512"/>
                </a:lnTo>
                <a:close/>
              </a:path>
              <a:path w="57785" h="19050">
                <a:moveTo>
                  <a:pt x="41859" y="4343"/>
                </a:moveTo>
                <a:lnTo>
                  <a:pt x="41706" y="4229"/>
                </a:lnTo>
                <a:lnTo>
                  <a:pt x="41554" y="4457"/>
                </a:lnTo>
                <a:lnTo>
                  <a:pt x="41859" y="4343"/>
                </a:lnTo>
                <a:close/>
              </a:path>
              <a:path w="57785" h="19050">
                <a:moveTo>
                  <a:pt x="42468" y="16979"/>
                </a:moveTo>
                <a:lnTo>
                  <a:pt x="42265" y="15824"/>
                </a:lnTo>
                <a:lnTo>
                  <a:pt x="41846" y="14871"/>
                </a:lnTo>
                <a:lnTo>
                  <a:pt x="41922" y="13995"/>
                </a:lnTo>
                <a:lnTo>
                  <a:pt x="41732" y="13995"/>
                </a:lnTo>
                <a:lnTo>
                  <a:pt x="41871" y="15113"/>
                </a:lnTo>
                <a:lnTo>
                  <a:pt x="42125" y="16090"/>
                </a:lnTo>
                <a:lnTo>
                  <a:pt x="42468" y="16979"/>
                </a:lnTo>
                <a:close/>
              </a:path>
              <a:path w="57785" h="19050">
                <a:moveTo>
                  <a:pt x="44805" y="9398"/>
                </a:moveTo>
                <a:lnTo>
                  <a:pt x="44526" y="9309"/>
                </a:lnTo>
                <a:lnTo>
                  <a:pt x="44386" y="9194"/>
                </a:lnTo>
                <a:lnTo>
                  <a:pt x="44564" y="9436"/>
                </a:lnTo>
                <a:lnTo>
                  <a:pt x="44805" y="9398"/>
                </a:lnTo>
                <a:close/>
              </a:path>
              <a:path w="57785" h="19050">
                <a:moveTo>
                  <a:pt x="46304" y="5384"/>
                </a:moveTo>
                <a:lnTo>
                  <a:pt x="46113" y="5257"/>
                </a:lnTo>
                <a:lnTo>
                  <a:pt x="45897" y="5283"/>
                </a:lnTo>
                <a:lnTo>
                  <a:pt x="46304" y="5384"/>
                </a:lnTo>
                <a:close/>
              </a:path>
              <a:path w="57785" h="19050">
                <a:moveTo>
                  <a:pt x="46634" y="5143"/>
                </a:moveTo>
                <a:lnTo>
                  <a:pt x="46443" y="4991"/>
                </a:lnTo>
                <a:lnTo>
                  <a:pt x="46443" y="5143"/>
                </a:lnTo>
                <a:lnTo>
                  <a:pt x="46634" y="5143"/>
                </a:lnTo>
                <a:close/>
              </a:path>
              <a:path w="57785" h="19050">
                <a:moveTo>
                  <a:pt x="47066" y="5499"/>
                </a:moveTo>
                <a:lnTo>
                  <a:pt x="47028" y="5346"/>
                </a:lnTo>
                <a:lnTo>
                  <a:pt x="46697" y="5473"/>
                </a:lnTo>
                <a:lnTo>
                  <a:pt x="47066" y="5499"/>
                </a:lnTo>
                <a:close/>
              </a:path>
              <a:path w="57785" h="19050">
                <a:moveTo>
                  <a:pt x="47599" y="6108"/>
                </a:moveTo>
                <a:lnTo>
                  <a:pt x="47282" y="6146"/>
                </a:lnTo>
                <a:lnTo>
                  <a:pt x="47599" y="6108"/>
                </a:lnTo>
                <a:close/>
              </a:path>
              <a:path w="57785" h="19050">
                <a:moveTo>
                  <a:pt x="52019" y="11658"/>
                </a:moveTo>
                <a:lnTo>
                  <a:pt x="51727" y="11391"/>
                </a:lnTo>
                <a:lnTo>
                  <a:pt x="51943" y="11798"/>
                </a:lnTo>
                <a:lnTo>
                  <a:pt x="52019" y="11658"/>
                </a:lnTo>
                <a:close/>
              </a:path>
              <a:path w="57785" h="19050">
                <a:moveTo>
                  <a:pt x="52057" y="13398"/>
                </a:moveTo>
                <a:lnTo>
                  <a:pt x="51930" y="13335"/>
                </a:lnTo>
                <a:lnTo>
                  <a:pt x="51981" y="13589"/>
                </a:lnTo>
                <a:lnTo>
                  <a:pt x="52057" y="13398"/>
                </a:lnTo>
                <a:close/>
              </a:path>
              <a:path w="57785" h="19050">
                <a:moveTo>
                  <a:pt x="52819" y="5384"/>
                </a:moveTo>
                <a:lnTo>
                  <a:pt x="52743" y="5143"/>
                </a:lnTo>
                <a:lnTo>
                  <a:pt x="52565" y="5181"/>
                </a:lnTo>
                <a:lnTo>
                  <a:pt x="52527" y="5435"/>
                </a:lnTo>
                <a:lnTo>
                  <a:pt x="52819" y="5384"/>
                </a:lnTo>
                <a:close/>
              </a:path>
              <a:path w="57785" h="19050">
                <a:moveTo>
                  <a:pt x="53149" y="16903"/>
                </a:moveTo>
                <a:lnTo>
                  <a:pt x="52895" y="16903"/>
                </a:lnTo>
                <a:lnTo>
                  <a:pt x="53149" y="17132"/>
                </a:lnTo>
                <a:lnTo>
                  <a:pt x="53149" y="16903"/>
                </a:lnTo>
                <a:close/>
              </a:path>
              <a:path w="57785" h="19050">
                <a:moveTo>
                  <a:pt x="55346" y="14465"/>
                </a:moveTo>
                <a:lnTo>
                  <a:pt x="55194" y="14503"/>
                </a:lnTo>
                <a:lnTo>
                  <a:pt x="55232" y="14630"/>
                </a:lnTo>
                <a:lnTo>
                  <a:pt x="55346" y="14465"/>
                </a:lnTo>
                <a:close/>
              </a:path>
              <a:path w="57785" h="19050">
                <a:moveTo>
                  <a:pt x="55524" y="9944"/>
                </a:moveTo>
                <a:lnTo>
                  <a:pt x="55270" y="9880"/>
                </a:lnTo>
                <a:lnTo>
                  <a:pt x="55397" y="10134"/>
                </a:lnTo>
                <a:lnTo>
                  <a:pt x="55270" y="9931"/>
                </a:lnTo>
                <a:lnTo>
                  <a:pt x="55486" y="10083"/>
                </a:lnTo>
                <a:lnTo>
                  <a:pt x="55524" y="9944"/>
                </a:lnTo>
                <a:close/>
              </a:path>
              <a:path w="57785" h="19050">
                <a:moveTo>
                  <a:pt x="56400" y="8496"/>
                </a:moveTo>
                <a:lnTo>
                  <a:pt x="56261" y="8242"/>
                </a:lnTo>
                <a:lnTo>
                  <a:pt x="56222" y="8470"/>
                </a:lnTo>
                <a:lnTo>
                  <a:pt x="56400" y="8496"/>
                </a:lnTo>
                <a:close/>
              </a:path>
              <a:path w="57785" h="19050">
                <a:moveTo>
                  <a:pt x="56692" y="8369"/>
                </a:moveTo>
                <a:lnTo>
                  <a:pt x="56540" y="8204"/>
                </a:lnTo>
                <a:lnTo>
                  <a:pt x="56591" y="8407"/>
                </a:lnTo>
                <a:close/>
              </a:path>
              <a:path w="57785" h="19050">
                <a:moveTo>
                  <a:pt x="57188" y="18288"/>
                </a:moveTo>
                <a:lnTo>
                  <a:pt x="56654" y="18415"/>
                </a:lnTo>
                <a:lnTo>
                  <a:pt x="56845" y="18402"/>
                </a:lnTo>
                <a:lnTo>
                  <a:pt x="57061" y="18402"/>
                </a:lnTo>
                <a:lnTo>
                  <a:pt x="57188" y="18288"/>
                </a:lnTo>
                <a:close/>
              </a:path>
              <a:path w="57785" h="19050">
                <a:moveTo>
                  <a:pt x="57429" y="5321"/>
                </a:moveTo>
                <a:lnTo>
                  <a:pt x="56946" y="5346"/>
                </a:lnTo>
                <a:lnTo>
                  <a:pt x="57340" y="5473"/>
                </a:lnTo>
                <a:lnTo>
                  <a:pt x="57429" y="532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bg object 130"/>
          <p:cNvSpPr/>
          <p:nvPr/>
        </p:nvSpPr>
        <p:spPr>
          <a:xfrm>
            <a:off x="1941525" y="1020178"/>
            <a:ext cx="44450" cy="29209"/>
          </a:xfrm>
          <a:custGeom>
            <a:avLst/>
            <a:gdLst/>
            <a:ahLst/>
            <a:cxnLst/>
            <a:rect l="l" t="t" r="r" b="b"/>
            <a:pathLst>
              <a:path w="44450" h="29209">
                <a:moveTo>
                  <a:pt x="152" y="5562"/>
                </a:moveTo>
                <a:lnTo>
                  <a:pt x="0" y="5715"/>
                </a:lnTo>
                <a:lnTo>
                  <a:pt x="152" y="5676"/>
                </a:lnTo>
                <a:close/>
              </a:path>
              <a:path w="44450" h="29209">
                <a:moveTo>
                  <a:pt x="6070" y="11277"/>
                </a:moveTo>
                <a:lnTo>
                  <a:pt x="5816" y="11366"/>
                </a:lnTo>
                <a:lnTo>
                  <a:pt x="6007" y="11328"/>
                </a:lnTo>
                <a:close/>
              </a:path>
              <a:path w="44450" h="29209">
                <a:moveTo>
                  <a:pt x="10058" y="24320"/>
                </a:moveTo>
                <a:lnTo>
                  <a:pt x="9994" y="24180"/>
                </a:lnTo>
                <a:lnTo>
                  <a:pt x="9867" y="24244"/>
                </a:lnTo>
                <a:lnTo>
                  <a:pt x="9740" y="24384"/>
                </a:lnTo>
                <a:lnTo>
                  <a:pt x="9829" y="24511"/>
                </a:lnTo>
                <a:lnTo>
                  <a:pt x="10058" y="24320"/>
                </a:lnTo>
                <a:close/>
              </a:path>
              <a:path w="44450" h="29209">
                <a:moveTo>
                  <a:pt x="11506" y="19888"/>
                </a:moveTo>
                <a:lnTo>
                  <a:pt x="11214" y="19824"/>
                </a:lnTo>
                <a:lnTo>
                  <a:pt x="11214" y="19951"/>
                </a:lnTo>
                <a:lnTo>
                  <a:pt x="11341" y="19977"/>
                </a:lnTo>
                <a:lnTo>
                  <a:pt x="11506" y="19888"/>
                </a:lnTo>
                <a:close/>
              </a:path>
              <a:path w="44450" h="29209">
                <a:moveTo>
                  <a:pt x="11544" y="24282"/>
                </a:moveTo>
                <a:lnTo>
                  <a:pt x="11493" y="24079"/>
                </a:lnTo>
                <a:lnTo>
                  <a:pt x="11455" y="24218"/>
                </a:lnTo>
                <a:close/>
              </a:path>
              <a:path w="44450" h="29209">
                <a:moveTo>
                  <a:pt x="11582" y="24904"/>
                </a:moveTo>
                <a:lnTo>
                  <a:pt x="11442" y="24904"/>
                </a:lnTo>
                <a:lnTo>
                  <a:pt x="11480" y="25044"/>
                </a:lnTo>
                <a:lnTo>
                  <a:pt x="11582" y="24904"/>
                </a:lnTo>
                <a:close/>
              </a:path>
              <a:path w="44450" h="29209">
                <a:moveTo>
                  <a:pt x="12065" y="23317"/>
                </a:moveTo>
                <a:lnTo>
                  <a:pt x="11988" y="23533"/>
                </a:lnTo>
                <a:lnTo>
                  <a:pt x="12065" y="23317"/>
                </a:lnTo>
                <a:close/>
              </a:path>
              <a:path w="44450" h="29209">
                <a:moveTo>
                  <a:pt x="12128" y="23596"/>
                </a:moveTo>
                <a:lnTo>
                  <a:pt x="12077" y="23926"/>
                </a:lnTo>
                <a:lnTo>
                  <a:pt x="12128" y="23596"/>
                </a:lnTo>
                <a:close/>
              </a:path>
              <a:path w="44450" h="29209">
                <a:moveTo>
                  <a:pt x="12890" y="24752"/>
                </a:moveTo>
                <a:lnTo>
                  <a:pt x="12814" y="24511"/>
                </a:lnTo>
                <a:lnTo>
                  <a:pt x="12763" y="24701"/>
                </a:lnTo>
                <a:lnTo>
                  <a:pt x="12890" y="24752"/>
                </a:lnTo>
                <a:close/>
              </a:path>
              <a:path w="44450" h="29209">
                <a:moveTo>
                  <a:pt x="12954" y="24320"/>
                </a:moveTo>
                <a:lnTo>
                  <a:pt x="12750" y="24206"/>
                </a:lnTo>
                <a:lnTo>
                  <a:pt x="12801" y="24345"/>
                </a:lnTo>
                <a:lnTo>
                  <a:pt x="12954" y="24320"/>
                </a:lnTo>
                <a:close/>
              </a:path>
              <a:path w="44450" h="29209">
                <a:moveTo>
                  <a:pt x="13195" y="20739"/>
                </a:moveTo>
                <a:lnTo>
                  <a:pt x="12928" y="20675"/>
                </a:lnTo>
                <a:lnTo>
                  <a:pt x="12776" y="20751"/>
                </a:lnTo>
                <a:lnTo>
                  <a:pt x="13195" y="20739"/>
                </a:lnTo>
                <a:close/>
              </a:path>
              <a:path w="44450" h="29209">
                <a:moveTo>
                  <a:pt x="13436" y="10401"/>
                </a:moveTo>
                <a:lnTo>
                  <a:pt x="13246" y="10477"/>
                </a:lnTo>
                <a:lnTo>
                  <a:pt x="13398" y="10553"/>
                </a:lnTo>
                <a:lnTo>
                  <a:pt x="13436" y="10401"/>
                </a:lnTo>
                <a:close/>
              </a:path>
              <a:path w="44450" h="29209">
                <a:moveTo>
                  <a:pt x="13449" y="22402"/>
                </a:moveTo>
                <a:lnTo>
                  <a:pt x="13335" y="22275"/>
                </a:lnTo>
                <a:lnTo>
                  <a:pt x="13398" y="22618"/>
                </a:lnTo>
                <a:lnTo>
                  <a:pt x="13449" y="22402"/>
                </a:lnTo>
                <a:close/>
              </a:path>
              <a:path w="44450" h="29209">
                <a:moveTo>
                  <a:pt x="14236" y="8509"/>
                </a:moveTo>
                <a:lnTo>
                  <a:pt x="14173" y="7912"/>
                </a:lnTo>
                <a:lnTo>
                  <a:pt x="14173" y="7239"/>
                </a:lnTo>
                <a:lnTo>
                  <a:pt x="14058" y="6553"/>
                </a:lnTo>
                <a:lnTo>
                  <a:pt x="14084" y="7188"/>
                </a:lnTo>
                <a:lnTo>
                  <a:pt x="14071" y="7823"/>
                </a:lnTo>
                <a:lnTo>
                  <a:pt x="14236" y="8509"/>
                </a:lnTo>
                <a:close/>
              </a:path>
              <a:path w="44450" h="29209">
                <a:moveTo>
                  <a:pt x="14262" y="25146"/>
                </a:moveTo>
                <a:lnTo>
                  <a:pt x="14185" y="24828"/>
                </a:lnTo>
                <a:lnTo>
                  <a:pt x="13995" y="25222"/>
                </a:lnTo>
                <a:lnTo>
                  <a:pt x="14185" y="25146"/>
                </a:lnTo>
                <a:close/>
              </a:path>
              <a:path w="44450" h="29209">
                <a:moveTo>
                  <a:pt x="14503" y="26504"/>
                </a:moveTo>
                <a:lnTo>
                  <a:pt x="14376" y="26479"/>
                </a:lnTo>
                <a:lnTo>
                  <a:pt x="14490" y="26695"/>
                </a:lnTo>
                <a:lnTo>
                  <a:pt x="14503" y="26504"/>
                </a:lnTo>
                <a:close/>
              </a:path>
              <a:path w="44450" h="29209">
                <a:moveTo>
                  <a:pt x="14884" y="24536"/>
                </a:moveTo>
                <a:lnTo>
                  <a:pt x="14757" y="24472"/>
                </a:lnTo>
                <a:lnTo>
                  <a:pt x="14693" y="24701"/>
                </a:lnTo>
                <a:lnTo>
                  <a:pt x="14884" y="24536"/>
                </a:lnTo>
                <a:close/>
              </a:path>
              <a:path w="44450" h="29209">
                <a:moveTo>
                  <a:pt x="14884" y="2578"/>
                </a:moveTo>
                <a:lnTo>
                  <a:pt x="14693" y="2654"/>
                </a:lnTo>
                <a:lnTo>
                  <a:pt x="14846" y="2768"/>
                </a:lnTo>
                <a:lnTo>
                  <a:pt x="14884" y="2578"/>
                </a:lnTo>
                <a:close/>
              </a:path>
              <a:path w="44450" h="29209">
                <a:moveTo>
                  <a:pt x="15062" y="20713"/>
                </a:moveTo>
                <a:lnTo>
                  <a:pt x="14693" y="20764"/>
                </a:lnTo>
                <a:lnTo>
                  <a:pt x="14020" y="20650"/>
                </a:lnTo>
                <a:lnTo>
                  <a:pt x="13703" y="20789"/>
                </a:lnTo>
                <a:lnTo>
                  <a:pt x="14033" y="20764"/>
                </a:lnTo>
                <a:lnTo>
                  <a:pt x="14630" y="20866"/>
                </a:lnTo>
                <a:lnTo>
                  <a:pt x="15062" y="20713"/>
                </a:lnTo>
                <a:close/>
              </a:path>
              <a:path w="44450" h="29209">
                <a:moveTo>
                  <a:pt x="17297" y="5689"/>
                </a:moveTo>
                <a:lnTo>
                  <a:pt x="17157" y="5740"/>
                </a:lnTo>
                <a:lnTo>
                  <a:pt x="17030" y="6807"/>
                </a:lnTo>
                <a:lnTo>
                  <a:pt x="17030" y="7950"/>
                </a:lnTo>
                <a:lnTo>
                  <a:pt x="17119" y="8775"/>
                </a:lnTo>
                <a:lnTo>
                  <a:pt x="17132" y="7531"/>
                </a:lnTo>
                <a:lnTo>
                  <a:pt x="17183" y="6883"/>
                </a:lnTo>
                <a:lnTo>
                  <a:pt x="17297" y="5702"/>
                </a:lnTo>
                <a:close/>
              </a:path>
              <a:path w="44450" h="29209">
                <a:moveTo>
                  <a:pt x="17881" y="2501"/>
                </a:moveTo>
                <a:lnTo>
                  <a:pt x="17589" y="2438"/>
                </a:lnTo>
                <a:lnTo>
                  <a:pt x="17564" y="2616"/>
                </a:lnTo>
                <a:lnTo>
                  <a:pt x="17741" y="2730"/>
                </a:lnTo>
                <a:lnTo>
                  <a:pt x="17767" y="2527"/>
                </a:lnTo>
                <a:close/>
              </a:path>
              <a:path w="44450" h="29209">
                <a:moveTo>
                  <a:pt x="21069" y="14884"/>
                </a:moveTo>
                <a:lnTo>
                  <a:pt x="20916" y="15252"/>
                </a:lnTo>
                <a:lnTo>
                  <a:pt x="21069" y="15240"/>
                </a:lnTo>
                <a:lnTo>
                  <a:pt x="21069" y="14884"/>
                </a:lnTo>
                <a:close/>
              </a:path>
              <a:path w="44450" h="29209">
                <a:moveTo>
                  <a:pt x="22009" y="6146"/>
                </a:moveTo>
                <a:lnTo>
                  <a:pt x="21856" y="6146"/>
                </a:lnTo>
                <a:lnTo>
                  <a:pt x="21971" y="6299"/>
                </a:lnTo>
                <a:lnTo>
                  <a:pt x="22009" y="6146"/>
                </a:lnTo>
                <a:close/>
              </a:path>
              <a:path w="44450" h="29209">
                <a:moveTo>
                  <a:pt x="22440" y="10807"/>
                </a:moveTo>
                <a:lnTo>
                  <a:pt x="22186" y="10960"/>
                </a:lnTo>
                <a:lnTo>
                  <a:pt x="22326" y="11049"/>
                </a:lnTo>
                <a:lnTo>
                  <a:pt x="22440" y="10807"/>
                </a:lnTo>
                <a:close/>
              </a:path>
              <a:path w="44450" h="29209">
                <a:moveTo>
                  <a:pt x="23406" y="18694"/>
                </a:moveTo>
                <a:lnTo>
                  <a:pt x="23202" y="17145"/>
                </a:lnTo>
                <a:lnTo>
                  <a:pt x="22974" y="15100"/>
                </a:lnTo>
                <a:lnTo>
                  <a:pt x="22974" y="13398"/>
                </a:lnTo>
                <a:lnTo>
                  <a:pt x="22923" y="15240"/>
                </a:lnTo>
                <a:lnTo>
                  <a:pt x="23075" y="17132"/>
                </a:lnTo>
                <a:lnTo>
                  <a:pt x="23406" y="18694"/>
                </a:lnTo>
                <a:close/>
              </a:path>
              <a:path w="44450" h="29209">
                <a:moveTo>
                  <a:pt x="26098" y="13106"/>
                </a:moveTo>
                <a:lnTo>
                  <a:pt x="25882" y="13144"/>
                </a:lnTo>
                <a:lnTo>
                  <a:pt x="25920" y="13284"/>
                </a:lnTo>
                <a:lnTo>
                  <a:pt x="26098" y="13106"/>
                </a:lnTo>
                <a:close/>
              </a:path>
              <a:path w="44450" h="29209">
                <a:moveTo>
                  <a:pt x="26250" y="12230"/>
                </a:moveTo>
                <a:lnTo>
                  <a:pt x="25857" y="11874"/>
                </a:lnTo>
                <a:lnTo>
                  <a:pt x="25247" y="12280"/>
                </a:lnTo>
                <a:lnTo>
                  <a:pt x="25184" y="12725"/>
                </a:lnTo>
                <a:lnTo>
                  <a:pt x="25450" y="12458"/>
                </a:lnTo>
                <a:lnTo>
                  <a:pt x="25666" y="12039"/>
                </a:lnTo>
                <a:lnTo>
                  <a:pt x="26250" y="12230"/>
                </a:lnTo>
                <a:close/>
              </a:path>
              <a:path w="44450" h="29209">
                <a:moveTo>
                  <a:pt x="27838" y="7912"/>
                </a:moveTo>
                <a:lnTo>
                  <a:pt x="27686" y="8597"/>
                </a:lnTo>
                <a:lnTo>
                  <a:pt x="27520" y="9499"/>
                </a:lnTo>
                <a:lnTo>
                  <a:pt x="27584" y="10299"/>
                </a:lnTo>
                <a:lnTo>
                  <a:pt x="27584" y="9537"/>
                </a:lnTo>
                <a:lnTo>
                  <a:pt x="27813" y="8610"/>
                </a:lnTo>
                <a:lnTo>
                  <a:pt x="27838" y="7912"/>
                </a:lnTo>
                <a:close/>
              </a:path>
              <a:path w="44450" h="29209">
                <a:moveTo>
                  <a:pt x="28663" y="19824"/>
                </a:moveTo>
                <a:lnTo>
                  <a:pt x="28130" y="19659"/>
                </a:lnTo>
                <a:lnTo>
                  <a:pt x="28067" y="19481"/>
                </a:lnTo>
                <a:lnTo>
                  <a:pt x="28092" y="19786"/>
                </a:lnTo>
                <a:lnTo>
                  <a:pt x="28308" y="19824"/>
                </a:lnTo>
                <a:lnTo>
                  <a:pt x="28498" y="19875"/>
                </a:lnTo>
                <a:lnTo>
                  <a:pt x="28663" y="19824"/>
                </a:lnTo>
                <a:close/>
              </a:path>
              <a:path w="44450" h="29209">
                <a:moveTo>
                  <a:pt x="29438" y="19888"/>
                </a:moveTo>
                <a:lnTo>
                  <a:pt x="29222" y="19786"/>
                </a:lnTo>
                <a:lnTo>
                  <a:pt x="29083" y="19862"/>
                </a:lnTo>
                <a:lnTo>
                  <a:pt x="29438" y="19888"/>
                </a:lnTo>
                <a:close/>
              </a:path>
              <a:path w="44450" h="29209">
                <a:moveTo>
                  <a:pt x="29933" y="19265"/>
                </a:moveTo>
                <a:lnTo>
                  <a:pt x="29870" y="19075"/>
                </a:lnTo>
                <a:lnTo>
                  <a:pt x="29718" y="19113"/>
                </a:lnTo>
                <a:lnTo>
                  <a:pt x="29718" y="19240"/>
                </a:lnTo>
                <a:lnTo>
                  <a:pt x="29933" y="19265"/>
                </a:lnTo>
                <a:close/>
              </a:path>
              <a:path w="44450" h="29209">
                <a:moveTo>
                  <a:pt x="30543" y="17183"/>
                </a:moveTo>
                <a:lnTo>
                  <a:pt x="30365" y="17932"/>
                </a:lnTo>
                <a:lnTo>
                  <a:pt x="30403" y="18059"/>
                </a:lnTo>
                <a:lnTo>
                  <a:pt x="30518" y="17627"/>
                </a:lnTo>
                <a:lnTo>
                  <a:pt x="30543" y="17183"/>
                </a:lnTo>
                <a:close/>
              </a:path>
              <a:path w="44450" h="29209">
                <a:moveTo>
                  <a:pt x="30607" y="16421"/>
                </a:moveTo>
                <a:lnTo>
                  <a:pt x="30441" y="16243"/>
                </a:lnTo>
                <a:lnTo>
                  <a:pt x="30505" y="16383"/>
                </a:lnTo>
                <a:lnTo>
                  <a:pt x="30480" y="16802"/>
                </a:lnTo>
                <a:lnTo>
                  <a:pt x="30556" y="17081"/>
                </a:lnTo>
                <a:lnTo>
                  <a:pt x="30581" y="16789"/>
                </a:lnTo>
                <a:lnTo>
                  <a:pt x="30607" y="16421"/>
                </a:lnTo>
                <a:close/>
              </a:path>
              <a:path w="44450" h="29209">
                <a:moveTo>
                  <a:pt x="31064" y="19748"/>
                </a:moveTo>
                <a:lnTo>
                  <a:pt x="30708" y="19646"/>
                </a:lnTo>
                <a:lnTo>
                  <a:pt x="30302" y="19621"/>
                </a:lnTo>
                <a:lnTo>
                  <a:pt x="30200" y="19304"/>
                </a:lnTo>
                <a:lnTo>
                  <a:pt x="30048" y="19304"/>
                </a:lnTo>
                <a:lnTo>
                  <a:pt x="30048" y="19519"/>
                </a:lnTo>
                <a:lnTo>
                  <a:pt x="30060" y="19697"/>
                </a:lnTo>
                <a:lnTo>
                  <a:pt x="30238" y="19748"/>
                </a:lnTo>
                <a:lnTo>
                  <a:pt x="30238" y="19621"/>
                </a:lnTo>
                <a:lnTo>
                  <a:pt x="30772" y="19926"/>
                </a:lnTo>
                <a:lnTo>
                  <a:pt x="30924" y="19939"/>
                </a:lnTo>
                <a:lnTo>
                  <a:pt x="30924" y="19748"/>
                </a:lnTo>
                <a:lnTo>
                  <a:pt x="31064" y="19748"/>
                </a:lnTo>
                <a:close/>
              </a:path>
              <a:path w="44450" h="29209">
                <a:moveTo>
                  <a:pt x="32118" y="27012"/>
                </a:moveTo>
                <a:lnTo>
                  <a:pt x="32042" y="26441"/>
                </a:lnTo>
                <a:lnTo>
                  <a:pt x="32067" y="27203"/>
                </a:lnTo>
                <a:lnTo>
                  <a:pt x="31978" y="28244"/>
                </a:lnTo>
                <a:lnTo>
                  <a:pt x="32067" y="28816"/>
                </a:lnTo>
                <a:lnTo>
                  <a:pt x="32042" y="28067"/>
                </a:lnTo>
                <a:lnTo>
                  <a:pt x="32118" y="27012"/>
                </a:lnTo>
                <a:close/>
              </a:path>
              <a:path w="44450" h="29209">
                <a:moveTo>
                  <a:pt x="32461" y="20116"/>
                </a:moveTo>
                <a:lnTo>
                  <a:pt x="32283" y="20205"/>
                </a:lnTo>
                <a:lnTo>
                  <a:pt x="32461" y="20320"/>
                </a:lnTo>
                <a:lnTo>
                  <a:pt x="32461" y="20116"/>
                </a:lnTo>
                <a:close/>
              </a:path>
              <a:path w="44450" h="29209">
                <a:moveTo>
                  <a:pt x="34353" y="13258"/>
                </a:moveTo>
                <a:lnTo>
                  <a:pt x="34137" y="12890"/>
                </a:lnTo>
                <a:lnTo>
                  <a:pt x="34137" y="13144"/>
                </a:lnTo>
                <a:lnTo>
                  <a:pt x="34353" y="13258"/>
                </a:lnTo>
                <a:close/>
              </a:path>
              <a:path w="44450" h="29209">
                <a:moveTo>
                  <a:pt x="34810" y="14224"/>
                </a:moveTo>
                <a:lnTo>
                  <a:pt x="34683" y="14160"/>
                </a:lnTo>
                <a:lnTo>
                  <a:pt x="34582" y="14389"/>
                </a:lnTo>
                <a:lnTo>
                  <a:pt x="34709" y="14236"/>
                </a:lnTo>
                <a:close/>
              </a:path>
              <a:path w="44450" h="29209">
                <a:moveTo>
                  <a:pt x="34886" y="14770"/>
                </a:moveTo>
                <a:lnTo>
                  <a:pt x="34785" y="14287"/>
                </a:lnTo>
                <a:lnTo>
                  <a:pt x="34658" y="14325"/>
                </a:lnTo>
                <a:lnTo>
                  <a:pt x="34607" y="14579"/>
                </a:lnTo>
                <a:lnTo>
                  <a:pt x="34886" y="14770"/>
                </a:lnTo>
                <a:close/>
              </a:path>
              <a:path w="44450" h="29209">
                <a:moveTo>
                  <a:pt x="35712" y="12801"/>
                </a:moveTo>
                <a:lnTo>
                  <a:pt x="35585" y="13144"/>
                </a:lnTo>
                <a:lnTo>
                  <a:pt x="35394" y="13411"/>
                </a:lnTo>
                <a:lnTo>
                  <a:pt x="35179" y="13677"/>
                </a:lnTo>
                <a:lnTo>
                  <a:pt x="35445" y="13703"/>
                </a:lnTo>
                <a:lnTo>
                  <a:pt x="35560" y="13423"/>
                </a:lnTo>
                <a:lnTo>
                  <a:pt x="35534" y="13284"/>
                </a:lnTo>
                <a:lnTo>
                  <a:pt x="35674" y="13284"/>
                </a:lnTo>
                <a:lnTo>
                  <a:pt x="35712" y="12801"/>
                </a:lnTo>
                <a:close/>
              </a:path>
              <a:path w="44450" h="29209">
                <a:moveTo>
                  <a:pt x="39268" y="266"/>
                </a:moveTo>
                <a:lnTo>
                  <a:pt x="39065" y="304"/>
                </a:lnTo>
                <a:lnTo>
                  <a:pt x="39204" y="381"/>
                </a:lnTo>
                <a:close/>
              </a:path>
              <a:path w="44450" h="29209">
                <a:moveTo>
                  <a:pt x="43688" y="508"/>
                </a:moveTo>
                <a:lnTo>
                  <a:pt x="43548" y="444"/>
                </a:lnTo>
                <a:lnTo>
                  <a:pt x="43688" y="508"/>
                </a:lnTo>
                <a:close/>
              </a:path>
              <a:path w="44450" h="29209">
                <a:moveTo>
                  <a:pt x="44069" y="76"/>
                </a:moveTo>
                <a:lnTo>
                  <a:pt x="43395" y="0"/>
                </a:lnTo>
                <a:lnTo>
                  <a:pt x="43599" y="63"/>
                </a:lnTo>
                <a:lnTo>
                  <a:pt x="43815" y="76"/>
                </a:lnTo>
                <a:lnTo>
                  <a:pt x="44069" y="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bg object 131"/>
          <p:cNvSpPr/>
          <p:nvPr/>
        </p:nvSpPr>
        <p:spPr>
          <a:xfrm>
            <a:off x="1927644" y="100152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1181" y="8382"/>
                </a:moveTo>
                <a:lnTo>
                  <a:pt x="914" y="8128"/>
                </a:lnTo>
                <a:lnTo>
                  <a:pt x="952" y="8382"/>
                </a:lnTo>
                <a:lnTo>
                  <a:pt x="1181" y="8382"/>
                </a:lnTo>
                <a:close/>
              </a:path>
              <a:path w="64135" h="50800">
                <a:moveTo>
                  <a:pt x="1219" y="7505"/>
                </a:moveTo>
                <a:lnTo>
                  <a:pt x="1117" y="7366"/>
                </a:lnTo>
                <a:lnTo>
                  <a:pt x="876" y="7366"/>
                </a:lnTo>
                <a:lnTo>
                  <a:pt x="1219" y="7505"/>
                </a:lnTo>
                <a:close/>
              </a:path>
              <a:path w="64135" h="50800">
                <a:moveTo>
                  <a:pt x="1358" y="16129"/>
                </a:moveTo>
                <a:lnTo>
                  <a:pt x="1104" y="16129"/>
                </a:lnTo>
                <a:lnTo>
                  <a:pt x="1193" y="16383"/>
                </a:lnTo>
                <a:lnTo>
                  <a:pt x="1270" y="16637"/>
                </a:lnTo>
                <a:lnTo>
                  <a:pt x="1358" y="16129"/>
                </a:lnTo>
                <a:close/>
              </a:path>
              <a:path w="64135" h="50800">
                <a:moveTo>
                  <a:pt x="1524" y="14986"/>
                </a:moveTo>
                <a:lnTo>
                  <a:pt x="1371" y="14986"/>
                </a:lnTo>
                <a:lnTo>
                  <a:pt x="1282" y="15240"/>
                </a:lnTo>
                <a:lnTo>
                  <a:pt x="1524" y="14986"/>
                </a:lnTo>
                <a:close/>
              </a:path>
              <a:path w="64135" h="50800">
                <a:moveTo>
                  <a:pt x="2032" y="8636"/>
                </a:moveTo>
                <a:lnTo>
                  <a:pt x="2006" y="8382"/>
                </a:lnTo>
                <a:lnTo>
                  <a:pt x="1193" y="8382"/>
                </a:lnTo>
                <a:lnTo>
                  <a:pt x="1295" y="8509"/>
                </a:lnTo>
                <a:lnTo>
                  <a:pt x="952" y="8382"/>
                </a:lnTo>
                <a:lnTo>
                  <a:pt x="1041" y="8636"/>
                </a:lnTo>
                <a:lnTo>
                  <a:pt x="1968" y="8763"/>
                </a:lnTo>
                <a:lnTo>
                  <a:pt x="1651" y="8636"/>
                </a:lnTo>
                <a:lnTo>
                  <a:pt x="2032" y="8636"/>
                </a:lnTo>
                <a:close/>
              </a:path>
              <a:path w="64135" h="50800">
                <a:moveTo>
                  <a:pt x="2717" y="7366"/>
                </a:moveTo>
                <a:lnTo>
                  <a:pt x="2667" y="7112"/>
                </a:lnTo>
                <a:lnTo>
                  <a:pt x="2501" y="7112"/>
                </a:lnTo>
                <a:lnTo>
                  <a:pt x="2527" y="6858"/>
                </a:lnTo>
                <a:lnTo>
                  <a:pt x="2374" y="7112"/>
                </a:lnTo>
                <a:lnTo>
                  <a:pt x="2451" y="6858"/>
                </a:lnTo>
                <a:lnTo>
                  <a:pt x="2641" y="6858"/>
                </a:lnTo>
                <a:lnTo>
                  <a:pt x="2298" y="6680"/>
                </a:lnTo>
                <a:lnTo>
                  <a:pt x="2298" y="6985"/>
                </a:lnTo>
                <a:lnTo>
                  <a:pt x="2298" y="6680"/>
                </a:lnTo>
                <a:lnTo>
                  <a:pt x="2159" y="6604"/>
                </a:lnTo>
                <a:lnTo>
                  <a:pt x="1651" y="6604"/>
                </a:lnTo>
                <a:lnTo>
                  <a:pt x="1841" y="6858"/>
                </a:lnTo>
                <a:lnTo>
                  <a:pt x="2082" y="6858"/>
                </a:lnTo>
                <a:lnTo>
                  <a:pt x="2006" y="6997"/>
                </a:lnTo>
                <a:lnTo>
                  <a:pt x="1905" y="6858"/>
                </a:lnTo>
                <a:lnTo>
                  <a:pt x="1511" y="6858"/>
                </a:lnTo>
                <a:lnTo>
                  <a:pt x="1333" y="6731"/>
                </a:lnTo>
                <a:lnTo>
                  <a:pt x="1155" y="6794"/>
                </a:lnTo>
                <a:lnTo>
                  <a:pt x="1104" y="6985"/>
                </a:lnTo>
                <a:lnTo>
                  <a:pt x="812" y="6858"/>
                </a:lnTo>
                <a:lnTo>
                  <a:pt x="1155" y="6858"/>
                </a:lnTo>
                <a:lnTo>
                  <a:pt x="876" y="6642"/>
                </a:lnTo>
                <a:lnTo>
                  <a:pt x="241" y="6604"/>
                </a:lnTo>
                <a:lnTo>
                  <a:pt x="304" y="6858"/>
                </a:lnTo>
                <a:lnTo>
                  <a:pt x="419" y="7366"/>
                </a:lnTo>
                <a:lnTo>
                  <a:pt x="533" y="7874"/>
                </a:lnTo>
                <a:lnTo>
                  <a:pt x="774" y="7874"/>
                </a:lnTo>
                <a:lnTo>
                  <a:pt x="673" y="7620"/>
                </a:lnTo>
                <a:lnTo>
                  <a:pt x="584" y="7366"/>
                </a:lnTo>
                <a:lnTo>
                  <a:pt x="495" y="7112"/>
                </a:lnTo>
                <a:lnTo>
                  <a:pt x="876" y="7366"/>
                </a:lnTo>
                <a:lnTo>
                  <a:pt x="1054" y="7112"/>
                </a:lnTo>
                <a:lnTo>
                  <a:pt x="1397" y="7112"/>
                </a:lnTo>
                <a:lnTo>
                  <a:pt x="1917" y="7112"/>
                </a:lnTo>
                <a:lnTo>
                  <a:pt x="2108" y="7112"/>
                </a:lnTo>
                <a:lnTo>
                  <a:pt x="2298" y="7366"/>
                </a:lnTo>
                <a:lnTo>
                  <a:pt x="2667" y="7366"/>
                </a:lnTo>
                <a:close/>
              </a:path>
              <a:path w="64135" h="50800">
                <a:moveTo>
                  <a:pt x="3416" y="6604"/>
                </a:moveTo>
                <a:lnTo>
                  <a:pt x="3162" y="6350"/>
                </a:lnTo>
                <a:lnTo>
                  <a:pt x="3111" y="6604"/>
                </a:lnTo>
                <a:lnTo>
                  <a:pt x="3416" y="6604"/>
                </a:lnTo>
                <a:close/>
              </a:path>
              <a:path w="64135" h="50800">
                <a:moveTo>
                  <a:pt x="3594" y="18973"/>
                </a:moveTo>
                <a:lnTo>
                  <a:pt x="3568" y="18834"/>
                </a:lnTo>
                <a:lnTo>
                  <a:pt x="3352" y="18834"/>
                </a:lnTo>
                <a:lnTo>
                  <a:pt x="3594" y="18973"/>
                </a:lnTo>
                <a:close/>
              </a:path>
              <a:path w="64135" h="50800">
                <a:moveTo>
                  <a:pt x="5346" y="20053"/>
                </a:moveTo>
                <a:lnTo>
                  <a:pt x="4965" y="19812"/>
                </a:lnTo>
                <a:lnTo>
                  <a:pt x="5245" y="20066"/>
                </a:lnTo>
                <a:close/>
              </a:path>
              <a:path w="64135" h="50800">
                <a:moveTo>
                  <a:pt x="5803" y="20320"/>
                </a:moveTo>
                <a:lnTo>
                  <a:pt x="5588" y="20193"/>
                </a:lnTo>
                <a:lnTo>
                  <a:pt x="5575" y="20320"/>
                </a:lnTo>
                <a:lnTo>
                  <a:pt x="5803" y="20320"/>
                </a:lnTo>
                <a:close/>
              </a:path>
              <a:path w="64135" h="50800">
                <a:moveTo>
                  <a:pt x="6502" y="20828"/>
                </a:moveTo>
                <a:lnTo>
                  <a:pt x="6451" y="20701"/>
                </a:lnTo>
                <a:lnTo>
                  <a:pt x="6197" y="20828"/>
                </a:lnTo>
                <a:lnTo>
                  <a:pt x="6502" y="20828"/>
                </a:lnTo>
                <a:close/>
              </a:path>
              <a:path w="64135" h="50800">
                <a:moveTo>
                  <a:pt x="7327" y="19558"/>
                </a:moveTo>
                <a:lnTo>
                  <a:pt x="6985" y="19558"/>
                </a:lnTo>
                <a:lnTo>
                  <a:pt x="7048" y="19812"/>
                </a:lnTo>
                <a:lnTo>
                  <a:pt x="7327" y="19558"/>
                </a:lnTo>
                <a:close/>
              </a:path>
              <a:path w="64135" h="50800">
                <a:moveTo>
                  <a:pt x="9359" y="18415"/>
                </a:moveTo>
                <a:lnTo>
                  <a:pt x="9194" y="18415"/>
                </a:lnTo>
                <a:lnTo>
                  <a:pt x="9334" y="18796"/>
                </a:lnTo>
                <a:lnTo>
                  <a:pt x="9359" y="18415"/>
                </a:lnTo>
                <a:close/>
              </a:path>
              <a:path w="64135" h="50800">
                <a:moveTo>
                  <a:pt x="9829" y="27178"/>
                </a:moveTo>
                <a:lnTo>
                  <a:pt x="9512" y="27051"/>
                </a:lnTo>
                <a:lnTo>
                  <a:pt x="9309" y="26924"/>
                </a:lnTo>
                <a:lnTo>
                  <a:pt x="9309" y="27051"/>
                </a:lnTo>
                <a:lnTo>
                  <a:pt x="9829" y="27178"/>
                </a:lnTo>
                <a:close/>
              </a:path>
              <a:path w="64135" h="50800">
                <a:moveTo>
                  <a:pt x="12598" y="24765"/>
                </a:moveTo>
                <a:lnTo>
                  <a:pt x="12573" y="24511"/>
                </a:lnTo>
                <a:lnTo>
                  <a:pt x="12344" y="24511"/>
                </a:lnTo>
                <a:lnTo>
                  <a:pt x="12420" y="24765"/>
                </a:lnTo>
                <a:lnTo>
                  <a:pt x="12598" y="24765"/>
                </a:lnTo>
                <a:close/>
              </a:path>
              <a:path w="64135" h="50800">
                <a:moveTo>
                  <a:pt x="12712" y="32004"/>
                </a:moveTo>
                <a:lnTo>
                  <a:pt x="12141" y="31877"/>
                </a:lnTo>
                <a:lnTo>
                  <a:pt x="12217" y="32131"/>
                </a:lnTo>
                <a:lnTo>
                  <a:pt x="12712" y="32004"/>
                </a:lnTo>
                <a:close/>
              </a:path>
              <a:path w="64135" h="50800">
                <a:moveTo>
                  <a:pt x="12979" y="25273"/>
                </a:moveTo>
                <a:lnTo>
                  <a:pt x="12496" y="25146"/>
                </a:lnTo>
                <a:lnTo>
                  <a:pt x="12522" y="25019"/>
                </a:lnTo>
                <a:lnTo>
                  <a:pt x="12319" y="25019"/>
                </a:lnTo>
                <a:lnTo>
                  <a:pt x="12344" y="24511"/>
                </a:lnTo>
                <a:lnTo>
                  <a:pt x="12026" y="24511"/>
                </a:lnTo>
                <a:lnTo>
                  <a:pt x="12103" y="25273"/>
                </a:lnTo>
                <a:lnTo>
                  <a:pt x="12979" y="25273"/>
                </a:lnTo>
                <a:close/>
              </a:path>
              <a:path w="64135" h="50800">
                <a:moveTo>
                  <a:pt x="13055" y="20726"/>
                </a:moveTo>
                <a:lnTo>
                  <a:pt x="12941" y="20574"/>
                </a:lnTo>
                <a:lnTo>
                  <a:pt x="12712" y="20574"/>
                </a:lnTo>
                <a:lnTo>
                  <a:pt x="13055" y="20726"/>
                </a:lnTo>
                <a:close/>
              </a:path>
              <a:path w="64135" h="50800">
                <a:moveTo>
                  <a:pt x="13195" y="31242"/>
                </a:moveTo>
                <a:lnTo>
                  <a:pt x="13042" y="31115"/>
                </a:lnTo>
                <a:lnTo>
                  <a:pt x="12966" y="31242"/>
                </a:lnTo>
                <a:lnTo>
                  <a:pt x="13195" y="31242"/>
                </a:lnTo>
                <a:close/>
              </a:path>
              <a:path w="64135" h="50800">
                <a:moveTo>
                  <a:pt x="13296" y="20828"/>
                </a:moveTo>
                <a:lnTo>
                  <a:pt x="13220" y="20574"/>
                </a:lnTo>
                <a:lnTo>
                  <a:pt x="12496" y="20320"/>
                </a:lnTo>
                <a:lnTo>
                  <a:pt x="12979" y="20574"/>
                </a:lnTo>
                <a:lnTo>
                  <a:pt x="13296" y="20828"/>
                </a:lnTo>
                <a:close/>
              </a:path>
              <a:path w="64135" h="50800">
                <a:moveTo>
                  <a:pt x="13538" y="22479"/>
                </a:moveTo>
                <a:lnTo>
                  <a:pt x="12242" y="22479"/>
                </a:lnTo>
                <a:lnTo>
                  <a:pt x="12179" y="22733"/>
                </a:lnTo>
                <a:lnTo>
                  <a:pt x="13233" y="22733"/>
                </a:lnTo>
                <a:lnTo>
                  <a:pt x="13538" y="22479"/>
                </a:lnTo>
                <a:close/>
              </a:path>
              <a:path w="64135" h="50800">
                <a:moveTo>
                  <a:pt x="14439" y="22987"/>
                </a:moveTo>
                <a:lnTo>
                  <a:pt x="12052" y="22987"/>
                </a:lnTo>
                <a:lnTo>
                  <a:pt x="11950" y="23495"/>
                </a:lnTo>
                <a:lnTo>
                  <a:pt x="11137" y="23749"/>
                </a:lnTo>
                <a:lnTo>
                  <a:pt x="11887" y="23749"/>
                </a:lnTo>
                <a:lnTo>
                  <a:pt x="11988" y="24257"/>
                </a:lnTo>
                <a:lnTo>
                  <a:pt x="12890" y="24257"/>
                </a:lnTo>
                <a:lnTo>
                  <a:pt x="13030" y="24257"/>
                </a:lnTo>
                <a:lnTo>
                  <a:pt x="13169" y="24257"/>
                </a:lnTo>
                <a:lnTo>
                  <a:pt x="13030" y="24257"/>
                </a:lnTo>
                <a:lnTo>
                  <a:pt x="12890" y="24257"/>
                </a:lnTo>
                <a:lnTo>
                  <a:pt x="12814" y="24511"/>
                </a:lnTo>
                <a:lnTo>
                  <a:pt x="12611" y="24511"/>
                </a:lnTo>
                <a:lnTo>
                  <a:pt x="12649" y="24765"/>
                </a:lnTo>
                <a:lnTo>
                  <a:pt x="12776" y="25019"/>
                </a:lnTo>
                <a:lnTo>
                  <a:pt x="12852" y="24511"/>
                </a:lnTo>
                <a:lnTo>
                  <a:pt x="12979" y="24511"/>
                </a:lnTo>
                <a:lnTo>
                  <a:pt x="13195" y="24511"/>
                </a:lnTo>
                <a:lnTo>
                  <a:pt x="13385" y="24511"/>
                </a:lnTo>
                <a:lnTo>
                  <a:pt x="13563" y="24650"/>
                </a:lnTo>
                <a:lnTo>
                  <a:pt x="13474" y="24257"/>
                </a:lnTo>
                <a:lnTo>
                  <a:pt x="13855" y="24511"/>
                </a:lnTo>
                <a:lnTo>
                  <a:pt x="13741" y="24257"/>
                </a:lnTo>
                <a:lnTo>
                  <a:pt x="14033" y="23774"/>
                </a:lnTo>
                <a:lnTo>
                  <a:pt x="14109" y="24257"/>
                </a:lnTo>
                <a:lnTo>
                  <a:pt x="14376" y="24396"/>
                </a:lnTo>
                <a:lnTo>
                  <a:pt x="14300" y="24003"/>
                </a:lnTo>
                <a:lnTo>
                  <a:pt x="14287" y="23749"/>
                </a:lnTo>
                <a:lnTo>
                  <a:pt x="14046" y="23749"/>
                </a:lnTo>
                <a:lnTo>
                  <a:pt x="13754" y="23749"/>
                </a:lnTo>
                <a:lnTo>
                  <a:pt x="13677" y="23495"/>
                </a:lnTo>
                <a:lnTo>
                  <a:pt x="14274" y="23495"/>
                </a:lnTo>
                <a:lnTo>
                  <a:pt x="14274" y="23241"/>
                </a:lnTo>
                <a:lnTo>
                  <a:pt x="14439" y="22987"/>
                </a:lnTo>
                <a:close/>
              </a:path>
              <a:path w="64135" h="50800">
                <a:moveTo>
                  <a:pt x="14490" y="22479"/>
                </a:moveTo>
                <a:lnTo>
                  <a:pt x="14198" y="22479"/>
                </a:lnTo>
                <a:lnTo>
                  <a:pt x="13538" y="22479"/>
                </a:lnTo>
                <a:lnTo>
                  <a:pt x="13423" y="22733"/>
                </a:lnTo>
                <a:lnTo>
                  <a:pt x="14058" y="22733"/>
                </a:lnTo>
                <a:lnTo>
                  <a:pt x="14490" y="22479"/>
                </a:lnTo>
                <a:close/>
              </a:path>
              <a:path w="64135" h="50800">
                <a:moveTo>
                  <a:pt x="14528" y="22733"/>
                </a:moveTo>
                <a:lnTo>
                  <a:pt x="14185" y="22733"/>
                </a:lnTo>
                <a:lnTo>
                  <a:pt x="14478" y="22872"/>
                </a:lnTo>
                <a:lnTo>
                  <a:pt x="14528" y="22733"/>
                </a:lnTo>
                <a:close/>
              </a:path>
              <a:path w="64135" h="50800">
                <a:moveTo>
                  <a:pt x="14782" y="24511"/>
                </a:moveTo>
                <a:lnTo>
                  <a:pt x="14617" y="24511"/>
                </a:lnTo>
                <a:lnTo>
                  <a:pt x="14414" y="24511"/>
                </a:lnTo>
                <a:lnTo>
                  <a:pt x="14528" y="24765"/>
                </a:lnTo>
                <a:lnTo>
                  <a:pt x="14782" y="24511"/>
                </a:lnTo>
                <a:close/>
              </a:path>
              <a:path w="64135" h="50800">
                <a:moveTo>
                  <a:pt x="15468" y="23495"/>
                </a:moveTo>
                <a:lnTo>
                  <a:pt x="14617" y="23495"/>
                </a:lnTo>
                <a:lnTo>
                  <a:pt x="14351" y="23241"/>
                </a:lnTo>
                <a:lnTo>
                  <a:pt x="14439" y="23495"/>
                </a:lnTo>
                <a:lnTo>
                  <a:pt x="14274" y="23495"/>
                </a:lnTo>
                <a:lnTo>
                  <a:pt x="14287" y="23749"/>
                </a:lnTo>
                <a:lnTo>
                  <a:pt x="15455" y="23749"/>
                </a:lnTo>
                <a:lnTo>
                  <a:pt x="15468" y="23495"/>
                </a:lnTo>
                <a:close/>
              </a:path>
              <a:path w="64135" h="50800">
                <a:moveTo>
                  <a:pt x="16065" y="41529"/>
                </a:moveTo>
                <a:lnTo>
                  <a:pt x="15760" y="41402"/>
                </a:lnTo>
                <a:lnTo>
                  <a:pt x="15430" y="41402"/>
                </a:lnTo>
                <a:lnTo>
                  <a:pt x="15506" y="41529"/>
                </a:lnTo>
                <a:lnTo>
                  <a:pt x="16065" y="41656"/>
                </a:lnTo>
                <a:lnTo>
                  <a:pt x="16065" y="41529"/>
                </a:lnTo>
                <a:close/>
              </a:path>
              <a:path w="64135" h="50800">
                <a:moveTo>
                  <a:pt x="16865" y="21971"/>
                </a:moveTo>
                <a:lnTo>
                  <a:pt x="16840" y="21590"/>
                </a:lnTo>
                <a:lnTo>
                  <a:pt x="16395" y="21971"/>
                </a:lnTo>
                <a:lnTo>
                  <a:pt x="16865" y="21971"/>
                </a:lnTo>
                <a:close/>
              </a:path>
              <a:path w="64135" h="50800">
                <a:moveTo>
                  <a:pt x="17005" y="20193"/>
                </a:moveTo>
                <a:lnTo>
                  <a:pt x="16789" y="20320"/>
                </a:lnTo>
                <a:lnTo>
                  <a:pt x="12712" y="20320"/>
                </a:lnTo>
                <a:lnTo>
                  <a:pt x="13220" y="20574"/>
                </a:lnTo>
                <a:lnTo>
                  <a:pt x="16230" y="20574"/>
                </a:lnTo>
                <a:lnTo>
                  <a:pt x="16891" y="20574"/>
                </a:lnTo>
                <a:lnTo>
                  <a:pt x="16967" y="20320"/>
                </a:lnTo>
                <a:lnTo>
                  <a:pt x="17005" y="20193"/>
                </a:lnTo>
                <a:close/>
              </a:path>
              <a:path w="64135" h="50800">
                <a:moveTo>
                  <a:pt x="18834" y="21082"/>
                </a:moveTo>
                <a:lnTo>
                  <a:pt x="18808" y="20828"/>
                </a:lnTo>
                <a:lnTo>
                  <a:pt x="18516" y="20828"/>
                </a:lnTo>
                <a:lnTo>
                  <a:pt x="18516" y="21082"/>
                </a:lnTo>
                <a:lnTo>
                  <a:pt x="18656" y="21082"/>
                </a:lnTo>
                <a:lnTo>
                  <a:pt x="18834" y="21082"/>
                </a:lnTo>
                <a:close/>
              </a:path>
              <a:path w="64135" h="50800">
                <a:moveTo>
                  <a:pt x="19316" y="12928"/>
                </a:moveTo>
                <a:lnTo>
                  <a:pt x="19062" y="12700"/>
                </a:lnTo>
                <a:lnTo>
                  <a:pt x="18935" y="12700"/>
                </a:lnTo>
                <a:lnTo>
                  <a:pt x="19316" y="12928"/>
                </a:lnTo>
                <a:close/>
              </a:path>
              <a:path w="64135" h="50800">
                <a:moveTo>
                  <a:pt x="20027" y="20828"/>
                </a:moveTo>
                <a:lnTo>
                  <a:pt x="19875" y="20828"/>
                </a:lnTo>
                <a:lnTo>
                  <a:pt x="20027" y="20828"/>
                </a:lnTo>
                <a:close/>
              </a:path>
              <a:path w="64135" h="50800">
                <a:moveTo>
                  <a:pt x="20701" y="32766"/>
                </a:moveTo>
                <a:lnTo>
                  <a:pt x="20523" y="32639"/>
                </a:lnTo>
                <a:lnTo>
                  <a:pt x="20561" y="32766"/>
                </a:lnTo>
                <a:lnTo>
                  <a:pt x="20701" y="32766"/>
                </a:lnTo>
                <a:close/>
              </a:path>
              <a:path w="64135" h="50800">
                <a:moveTo>
                  <a:pt x="20967" y="36322"/>
                </a:moveTo>
                <a:lnTo>
                  <a:pt x="20942" y="36195"/>
                </a:lnTo>
                <a:lnTo>
                  <a:pt x="20739" y="36195"/>
                </a:lnTo>
                <a:lnTo>
                  <a:pt x="20713" y="36322"/>
                </a:lnTo>
                <a:lnTo>
                  <a:pt x="20967" y="36322"/>
                </a:lnTo>
                <a:close/>
              </a:path>
              <a:path w="64135" h="50800">
                <a:moveTo>
                  <a:pt x="21031" y="23495"/>
                </a:moveTo>
                <a:lnTo>
                  <a:pt x="20955" y="23241"/>
                </a:lnTo>
                <a:lnTo>
                  <a:pt x="20891" y="22987"/>
                </a:lnTo>
                <a:lnTo>
                  <a:pt x="18161" y="22987"/>
                </a:lnTo>
                <a:lnTo>
                  <a:pt x="17970" y="22860"/>
                </a:lnTo>
                <a:lnTo>
                  <a:pt x="17780" y="22987"/>
                </a:lnTo>
                <a:lnTo>
                  <a:pt x="17881" y="23241"/>
                </a:lnTo>
                <a:lnTo>
                  <a:pt x="17894" y="23406"/>
                </a:lnTo>
                <a:lnTo>
                  <a:pt x="17627" y="23241"/>
                </a:lnTo>
                <a:lnTo>
                  <a:pt x="17665" y="22987"/>
                </a:lnTo>
                <a:lnTo>
                  <a:pt x="17475" y="23114"/>
                </a:lnTo>
                <a:lnTo>
                  <a:pt x="17487" y="22987"/>
                </a:lnTo>
                <a:lnTo>
                  <a:pt x="17500" y="22733"/>
                </a:lnTo>
                <a:lnTo>
                  <a:pt x="17119" y="22987"/>
                </a:lnTo>
                <a:lnTo>
                  <a:pt x="17487" y="22733"/>
                </a:lnTo>
                <a:lnTo>
                  <a:pt x="17233" y="22733"/>
                </a:lnTo>
                <a:lnTo>
                  <a:pt x="17233" y="22479"/>
                </a:lnTo>
                <a:lnTo>
                  <a:pt x="17932" y="22479"/>
                </a:lnTo>
                <a:lnTo>
                  <a:pt x="17970" y="22733"/>
                </a:lnTo>
                <a:lnTo>
                  <a:pt x="18161" y="22733"/>
                </a:lnTo>
                <a:lnTo>
                  <a:pt x="18364" y="22733"/>
                </a:lnTo>
                <a:lnTo>
                  <a:pt x="18313" y="22479"/>
                </a:lnTo>
                <a:lnTo>
                  <a:pt x="18402" y="22352"/>
                </a:lnTo>
                <a:lnTo>
                  <a:pt x="18275" y="22225"/>
                </a:lnTo>
                <a:lnTo>
                  <a:pt x="18084" y="22225"/>
                </a:lnTo>
                <a:lnTo>
                  <a:pt x="17995" y="21971"/>
                </a:lnTo>
                <a:lnTo>
                  <a:pt x="17805" y="21971"/>
                </a:lnTo>
                <a:lnTo>
                  <a:pt x="17614" y="21590"/>
                </a:lnTo>
                <a:lnTo>
                  <a:pt x="17614" y="21971"/>
                </a:lnTo>
                <a:lnTo>
                  <a:pt x="17830" y="22225"/>
                </a:lnTo>
                <a:lnTo>
                  <a:pt x="17068" y="22225"/>
                </a:lnTo>
                <a:lnTo>
                  <a:pt x="17043" y="22364"/>
                </a:lnTo>
                <a:lnTo>
                  <a:pt x="16852" y="22225"/>
                </a:lnTo>
                <a:lnTo>
                  <a:pt x="16433" y="22225"/>
                </a:lnTo>
                <a:lnTo>
                  <a:pt x="16027" y="22225"/>
                </a:lnTo>
                <a:lnTo>
                  <a:pt x="15557" y="22225"/>
                </a:lnTo>
                <a:lnTo>
                  <a:pt x="15455" y="22479"/>
                </a:lnTo>
                <a:lnTo>
                  <a:pt x="15392" y="22225"/>
                </a:lnTo>
                <a:lnTo>
                  <a:pt x="15316" y="21971"/>
                </a:lnTo>
                <a:lnTo>
                  <a:pt x="15709" y="21590"/>
                </a:lnTo>
                <a:lnTo>
                  <a:pt x="15836" y="21336"/>
                </a:lnTo>
                <a:lnTo>
                  <a:pt x="18351" y="21336"/>
                </a:lnTo>
                <a:lnTo>
                  <a:pt x="18503" y="21336"/>
                </a:lnTo>
                <a:lnTo>
                  <a:pt x="18656" y="21336"/>
                </a:lnTo>
                <a:lnTo>
                  <a:pt x="18656" y="21082"/>
                </a:lnTo>
                <a:lnTo>
                  <a:pt x="18503" y="21209"/>
                </a:lnTo>
                <a:lnTo>
                  <a:pt x="18516" y="21082"/>
                </a:lnTo>
                <a:lnTo>
                  <a:pt x="16167" y="21082"/>
                </a:lnTo>
                <a:lnTo>
                  <a:pt x="15963" y="21094"/>
                </a:lnTo>
                <a:lnTo>
                  <a:pt x="16103" y="20828"/>
                </a:lnTo>
                <a:lnTo>
                  <a:pt x="16167" y="20701"/>
                </a:lnTo>
                <a:lnTo>
                  <a:pt x="15290" y="20828"/>
                </a:lnTo>
                <a:lnTo>
                  <a:pt x="13296" y="20828"/>
                </a:lnTo>
                <a:lnTo>
                  <a:pt x="12992" y="21082"/>
                </a:lnTo>
                <a:lnTo>
                  <a:pt x="13182" y="21082"/>
                </a:lnTo>
                <a:lnTo>
                  <a:pt x="13208" y="21209"/>
                </a:lnTo>
                <a:lnTo>
                  <a:pt x="11709" y="21285"/>
                </a:lnTo>
                <a:lnTo>
                  <a:pt x="11709" y="22225"/>
                </a:lnTo>
                <a:lnTo>
                  <a:pt x="11010" y="22352"/>
                </a:lnTo>
                <a:lnTo>
                  <a:pt x="11023" y="22225"/>
                </a:lnTo>
                <a:lnTo>
                  <a:pt x="11709" y="22225"/>
                </a:lnTo>
                <a:lnTo>
                  <a:pt x="11709" y="21285"/>
                </a:lnTo>
                <a:lnTo>
                  <a:pt x="10248" y="21336"/>
                </a:lnTo>
                <a:lnTo>
                  <a:pt x="7124" y="23495"/>
                </a:lnTo>
                <a:lnTo>
                  <a:pt x="8039" y="25019"/>
                </a:lnTo>
                <a:lnTo>
                  <a:pt x="8115" y="25146"/>
                </a:lnTo>
                <a:lnTo>
                  <a:pt x="8648" y="26035"/>
                </a:lnTo>
                <a:lnTo>
                  <a:pt x="8699" y="25908"/>
                </a:lnTo>
                <a:lnTo>
                  <a:pt x="8775" y="26035"/>
                </a:lnTo>
                <a:lnTo>
                  <a:pt x="8839" y="26162"/>
                </a:lnTo>
                <a:lnTo>
                  <a:pt x="9283" y="26416"/>
                </a:lnTo>
                <a:lnTo>
                  <a:pt x="9131" y="26670"/>
                </a:lnTo>
                <a:lnTo>
                  <a:pt x="9956" y="26924"/>
                </a:lnTo>
                <a:lnTo>
                  <a:pt x="10071" y="27051"/>
                </a:lnTo>
                <a:lnTo>
                  <a:pt x="10147" y="26670"/>
                </a:lnTo>
                <a:lnTo>
                  <a:pt x="9944" y="26416"/>
                </a:lnTo>
                <a:lnTo>
                  <a:pt x="9855" y="25908"/>
                </a:lnTo>
                <a:lnTo>
                  <a:pt x="9893" y="25400"/>
                </a:lnTo>
                <a:lnTo>
                  <a:pt x="9918" y="25146"/>
                </a:lnTo>
                <a:lnTo>
                  <a:pt x="9740" y="25273"/>
                </a:lnTo>
                <a:lnTo>
                  <a:pt x="9639" y="25400"/>
                </a:lnTo>
                <a:lnTo>
                  <a:pt x="9588" y="25146"/>
                </a:lnTo>
                <a:lnTo>
                  <a:pt x="9372" y="25146"/>
                </a:lnTo>
                <a:lnTo>
                  <a:pt x="9385" y="24003"/>
                </a:lnTo>
                <a:lnTo>
                  <a:pt x="9385" y="23749"/>
                </a:lnTo>
                <a:lnTo>
                  <a:pt x="9080" y="23749"/>
                </a:lnTo>
                <a:lnTo>
                  <a:pt x="9156" y="23241"/>
                </a:lnTo>
                <a:lnTo>
                  <a:pt x="9525" y="23241"/>
                </a:lnTo>
                <a:lnTo>
                  <a:pt x="9753" y="22885"/>
                </a:lnTo>
                <a:lnTo>
                  <a:pt x="10033" y="22733"/>
                </a:lnTo>
                <a:lnTo>
                  <a:pt x="10312" y="22479"/>
                </a:lnTo>
                <a:lnTo>
                  <a:pt x="10998" y="22479"/>
                </a:lnTo>
                <a:lnTo>
                  <a:pt x="12242" y="22479"/>
                </a:lnTo>
                <a:lnTo>
                  <a:pt x="12001" y="22225"/>
                </a:lnTo>
                <a:lnTo>
                  <a:pt x="14211" y="22225"/>
                </a:lnTo>
                <a:lnTo>
                  <a:pt x="14363" y="22339"/>
                </a:lnTo>
                <a:lnTo>
                  <a:pt x="14503" y="22225"/>
                </a:lnTo>
                <a:lnTo>
                  <a:pt x="14566" y="22479"/>
                </a:lnTo>
                <a:lnTo>
                  <a:pt x="14592" y="22860"/>
                </a:lnTo>
                <a:lnTo>
                  <a:pt x="14808" y="22733"/>
                </a:lnTo>
                <a:lnTo>
                  <a:pt x="14871" y="22479"/>
                </a:lnTo>
                <a:lnTo>
                  <a:pt x="14922" y="22225"/>
                </a:lnTo>
                <a:lnTo>
                  <a:pt x="15062" y="22479"/>
                </a:lnTo>
                <a:lnTo>
                  <a:pt x="15214" y="22479"/>
                </a:lnTo>
                <a:lnTo>
                  <a:pt x="15354" y="22733"/>
                </a:lnTo>
                <a:lnTo>
                  <a:pt x="15468" y="23495"/>
                </a:lnTo>
                <a:lnTo>
                  <a:pt x="17907" y="23495"/>
                </a:lnTo>
                <a:lnTo>
                  <a:pt x="18059" y="23495"/>
                </a:lnTo>
                <a:lnTo>
                  <a:pt x="21031" y="23495"/>
                </a:lnTo>
                <a:close/>
              </a:path>
              <a:path w="64135" h="50800">
                <a:moveTo>
                  <a:pt x="21221" y="34290"/>
                </a:moveTo>
                <a:lnTo>
                  <a:pt x="21056" y="34290"/>
                </a:lnTo>
                <a:lnTo>
                  <a:pt x="21031" y="34417"/>
                </a:lnTo>
                <a:lnTo>
                  <a:pt x="21221" y="34290"/>
                </a:lnTo>
                <a:close/>
              </a:path>
              <a:path w="64135" h="50800">
                <a:moveTo>
                  <a:pt x="21475" y="34417"/>
                </a:moveTo>
                <a:lnTo>
                  <a:pt x="21463" y="34290"/>
                </a:lnTo>
                <a:lnTo>
                  <a:pt x="21221" y="34290"/>
                </a:lnTo>
                <a:lnTo>
                  <a:pt x="21259" y="34417"/>
                </a:lnTo>
                <a:lnTo>
                  <a:pt x="21475" y="34417"/>
                </a:lnTo>
                <a:close/>
              </a:path>
              <a:path w="64135" h="50800">
                <a:moveTo>
                  <a:pt x="21602" y="36195"/>
                </a:moveTo>
                <a:lnTo>
                  <a:pt x="21374" y="36322"/>
                </a:lnTo>
                <a:lnTo>
                  <a:pt x="21551" y="36322"/>
                </a:lnTo>
                <a:lnTo>
                  <a:pt x="21602" y="36195"/>
                </a:lnTo>
                <a:close/>
              </a:path>
              <a:path w="64135" h="50800">
                <a:moveTo>
                  <a:pt x="21755" y="35687"/>
                </a:moveTo>
                <a:lnTo>
                  <a:pt x="21729" y="35560"/>
                </a:lnTo>
                <a:lnTo>
                  <a:pt x="21513" y="35560"/>
                </a:lnTo>
                <a:lnTo>
                  <a:pt x="21450" y="35687"/>
                </a:lnTo>
                <a:lnTo>
                  <a:pt x="21755" y="35687"/>
                </a:lnTo>
                <a:close/>
              </a:path>
              <a:path w="64135" h="50800">
                <a:moveTo>
                  <a:pt x="22009" y="38608"/>
                </a:moveTo>
                <a:lnTo>
                  <a:pt x="21717" y="38608"/>
                </a:lnTo>
                <a:lnTo>
                  <a:pt x="21590" y="38862"/>
                </a:lnTo>
                <a:lnTo>
                  <a:pt x="21310" y="38989"/>
                </a:lnTo>
                <a:lnTo>
                  <a:pt x="21894" y="38989"/>
                </a:lnTo>
                <a:lnTo>
                  <a:pt x="21755" y="38862"/>
                </a:lnTo>
                <a:lnTo>
                  <a:pt x="21932" y="38862"/>
                </a:lnTo>
                <a:lnTo>
                  <a:pt x="21971" y="38735"/>
                </a:lnTo>
                <a:lnTo>
                  <a:pt x="21831" y="38735"/>
                </a:lnTo>
                <a:lnTo>
                  <a:pt x="22009" y="38608"/>
                </a:lnTo>
                <a:close/>
              </a:path>
              <a:path w="64135" h="50800">
                <a:moveTo>
                  <a:pt x="22009" y="35560"/>
                </a:moveTo>
                <a:lnTo>
                  <a:pt x="21894" y="35433"/>
                </a:lnTo>
                <a:lnTo>
                  <a:pt x="21767" y="35306"/>
                </a:lnTo>
                <a:lnTo>
                  <a:pt x="21729" y="35560"/>
                </a:lnTo>
                <a:lnTo>
                  <a:pt x="22009" y="35560"/>
                </a:lnTo>
                <a:close/>
              </a:path>
              <a:path w="64135" h="50800">
                <a:moveTo>
                  <a:pt x="22021" y="35052"/>
                </a:moveTo>
                <a:lnTo>
                  <a:pt x="21640" y="35052"/>
                </a:lnTo>
                <a:lnTo>
                  <a:pt x="21691" y="35306"/>
                </a:lnTo>
                <a:lnTo>
                  <a:pt x="22009" y="35179"/>
                </a:lnTo>
                <a:lnTo>
                  <a:pt x="22021" y="35052"/>
                </a:lnTo>
                <a:close/>
              </a:path>
              <a:path w="64135" h="50800">
                <a:moveTo>
                  <a:pt x="22186" y="34544"/>
                </a:moveTo>
                <a:lnTo>
                  <a:pt x="22059" y="34417"/>
                </a:lnTo>
                <a:lnTo>
                  <a:pt x="21475" y="34417"/>
                </a:lnTo>
                <a:lnTo>
                  <a:pt x="21539" y="34671"/>
                </a:lnTo>
                <a:lnTo>
                  <a:pt x="21615" y="34925"/>
                </a:lnTo>
                <a:lnTo>
                  <a:pt x="22021" y="34925"/>
                </a:lnTo>
                <a:lnTo>
                  <a:pt x="22009" y="34798"/>
                </a:lnTo>
                <a:lnTo>
                  <a:pt x="22161" y="34798"/>
                </a:lnTo>
                <a:lnTo>
                  <a:pt x="22009" y="34671"/>
                </a:lnTo>
                <a:lnTo>
                  <a:pt x="22186" y="34544"/>
                </a:lnTo>
                <a:close/>
              </a:path>
              <a:path w="64135" h="50800">
                <a:moveTo>
                  <a:pt x="22275" y="38862"/>
                </a:moveTo>
                <a:lnTo>
                  <a:pt x="21932" y="38862"/>
                </a:lnTo>
                <a:lnTo>
                  <a:pt x="21894" y="38989"/>
                </a:lnTo>
                <a:lnTo>
                  <a:pt x="22148" y="38989"/>
                </a:lnTo>
                <a:lnTo>
                  <a:pt x="22275" y="38862"/>
                </a:lnTo>
                <a:close/>
              </a:path>
              <a:path w="64135" h="50800">
                <a:moveTo>
                  <a:pt x="22339" y="34417"/>
                </a:moveTo>
                <a:lnTo>
                  <a:pt x="22326" y="34290"/>
                </a:lnTo>
                <a:lnTo>
                  <a:pt x="22072" y="34290"/>
                </a:lnTo>
                <a:lnTo>
                  <a:pt x="22059" y="34417"/>
                </a:lnTo>
                <a:lnTo>
                  <a:pt x="22339" y="34417"/>
                </a:lnTo>
                <a:close/>
              </a:path>
              <a:path w="64135" h="50800">
                <a:moveTo>
                  <a:pt x="22428" y="33401"/>
                </a:moveTo>
                <a:lnTo>
                  <a:pt x="22161" y="33528"/>
                </a:lnTo>
                <a:lnTo>
                  <a:pt x="22301" y="33528"/>
                </a:lnTo>
                <a:lnTo>
                  <a:pt x="22326" y="34163"/>
                </a:lnTo>
                <a:lnTo>
                  <a:pt x="22428" y="33401"/>
                </a:lnTo>
                <a:close/>
              </a:path>
              <a:path w="64135" h="50800">
                <a:moveTo>
                  <a:pt x="22440" y="39116"/>
                </a:moveTo>
                <a:lnTo>
                  <a:pt x="22148" y="39116"/>
                </a:lnTo>
                <a:lnTo>
                  <a:pt x="22339" y="39243"/>
                </a:lnTo>
                <a:lnTo>
                  <a:pt x="22440" y="39116"/>
                </a:lnTo>
                <a:close/>
              </a:path>
              <a:path w="64135" h="50800">
                <a:moveTo>
                  <a:pt x="22440" y="31877"/>
                </a:moveTo>
                <a:lnTo>
                  <a:pt x="22301" y="31750"/>
                </a:lnTo>
                <a:lnTo>
                  <a:pt x="22326" y="32004"/>
                </a:lnTo>
                <a:lnTo>
                  <a:pt x="22440" y="31877"/>
                </a:lnTo>
                <a:close/>
              </a:path>
              <a:path w="64135" h="50800">
                <a:moveTo>
                  <a:pt x="22479" y="31242"/>
                </a:moveTo>
                <a:lnTo>
                  <a:pt x="22313" y="31242"/>
                </a:lnTo>
                <a:lnTo>
                  <a:pt x="22237" y="31750"/>
                </a:lnTo>
                <a:lnTo>
                  <a:pt x="22440" y="31750"/>
                </a:lnTo>
                <a:lnTo>
                  <a:pt x="22479" y="31242"/>
                </a:lnTo>
                <a:close/>
              </a:path>
              <a:path w="64135" h="50800">
                <a:moveTo>
                  <a:pt x="22529" y="36322"/>
                </a:moveTo>
                <a:lnTo>
                  <a:pt x="22517" y="36195"/>
                </a:lnTo>
                <a:lnTo>
                  <a:pt x="22275" y="36195"/>
                </a:lnTo>
                <a:lnTo>
                  <a:pt x="21869" y="35941"/>
                </a:lnTo>
                <a:lnTo>
                  <a:pt x="21894" y="35687"/>
                </a:lnTo>
                <a:lnTo>
                  <a:pt x="21755" y="35687"/>
                </a:lnTo>
                <a:lnTo>
                  <a:pt x="21717" y="35814"/>
                </a:lnTo>
                <a:lnTo>
                  <a:pt x="21602" y="36195"/>
                </a:lnTo>
                <a:lnTo>
                  <a:pt x="21780" y="36195"/>
                </a:lnTo>
                <a:lnTo>
                  <a:pt x="21805" y="36322"/>
                </a:lnTo>
                <a:lnTo>
                  <a:pt x="22529" y="36322"/>
                </a:lnTo>
                <a:close/>
              </a:path>
              <a:path w="64135" h="50800">
                <a:moveTo>
                  <a:pt x="22593" y="35560"/>
                </a:moveTo>
                <a:lnTo>
                  <a:pt x="22009" y="35560"/>
                </a:lnTo>
                <a:lnTo>
                  <a:pt x="22009" y="35687"/>
                </a:lnTo>
                <a:lnTo>
                  <a:pt x="22542" y="35687"/>
                </a:lnTo>
                <a:lnTo>
                  <a:pt x="22593" y="35560"/>
                </a:lnTo>
                <a:close/>
              </a:path>
              <a:path w="64135" h="50800">
                <a:moveTo>
                  <a:pt x="22707" y="23380"/>
                </a:moveTo>
                <a:lnTo>
                  <a:pt x="22694" y="23241"/>
                </a:lnTo>
                <a:lnTo>
                  <a:pt x="22479" y="23241"/>
                </a:lnTo>
                <a:lnTo>
                  <a:pt x="22707" y="23380"/>
                </a:lnTo>
                <a:close/>
              </a:path>
              <a:path w="64135" h="50800">
                <a:moveTo>
                  <a:pt x="22745" y="32385"/>
                </a:moveTo>
                <a:lnTo>
                  <a:pt x="22529" y="32385"/>
                </a:lnTo>
                <a:lnTo>
                  <a:pt x="22529" y="32512"/>
                </a:lnTo>
                <a:lnTo>
                  <a:pt x="22745" y="32385"/>
                </a:lnTo>
                <a:close/>
              </a:path>
              <a:path w="64135" h="50800">
                <a:moveTo>
                  <a:pt x="22771" y="34925"/>
                </a:moveTo>
                <a:lnTo>
                  <a:pt x="22021" y="34925"/>
                </a:lnTo>
                <a:lnTo>
                  <a:pt x="22021" y="35052"/>
                </a:lnTo>
                <a:lnTo>
                  <a:pt x="22771" y="35052"/>
                </a:lnTo>
                <a:lnTo>
                  <a:pt x="22771" y="34925"/>
                </a:lnTo>
                <a:close/>
              </a:path>
              <a:path w="64135" h="50800">
                <a:moveTo>
                  <a:pt x="22796" y="34290"/>
                </a:moveTo>
                <a:lnTo>
                  <a:pt x="22415" y="34290"/>
                </a:lnTo>
                <a:lnTo>
                  <a:pt x="22377" y="34417"/>
                </a:lnTo>
                <a:lnTo>
                  <a:pt x="22796" y="34417"/>
                </a:lnTo>
                <a:lnTo>
                  <a:pt x="22796" y="34290"/>
                </a:lnTo>
                <a:close/>
              </a:path>
              <a:path w="64135" h="50800">
                <a:moveTo>
                  <a:pt x="22834" y="32131"/>
                </a:moveTo>
                <a:lnTo>
                  <a:pt x="22479" y="32131"/>
                </a:lnTo>
                <a:lnTo>
                  <a:pt x="22542" y="32258"/>
                </a:lnTo>
                <a:lnTo>
                  <a:pt x="22834" y="32258"/>
                </a:lnTo>
                <a:lnTo>
                  <a:pt x="22834" y="32131"/>
                </a:lnTo>
                <a:close/>
              </a:path>
              <a:path w="64135" h="50800">
                <a:moveTo>
                  <a:pt x="22936" y="38862"/>
                </a:moveTo>
                <a:lnTo>
                  <a:pt x="22402" y="38862"/>
                </a:lnTo>
                <a:lnTo>
                  <a:pt x="22377" y="39116"/>
                </a:lnTo>
                <a:lnTo>
                  <a:pt x="22517" y="38989"/>
                </a:lnTo>
                <a:lnTo>
                  <a:pt x="22936" y="38862"/>
                </a:lnTo>
                <a:close/>
              </a:path>
              <a:path w="64135" h="50800">
                <a:moveTo>
                  <a:pt x="23075" y="43942"/>
                </a:moveTo>
                <a:lnTo>
                  <a:pt x="22885" y="43815"/>
                </a:lnTo>
                <a:lnTo>
                  <a:pt x="22847" y="43942"/>
                </a:lnTo>
                <a:lnTo>
                  <a:pt x="23075" y="43942"/>
                </a:lnTo>
                <a:close/>
              </a:path>
              <a:path w="64135" h="50800">
                <a:moveTo>
                  <a:pt x="23291" y="32131"/>
                </a:moveTo>
                <a:lnTo>
                  <a:pt x="23164" y="30734"/>
                </a:lnTo>
                <a:lnTo>
                  <a:pt x="23114" y="30607"/>
                </a:lnTo>
                <a:lnTo>
                  <a:pt x="22999" y="30861"/>
                </a:lnTo>
                <a:lnTo>
                  <a:pt x="22860" y="30988"/>
                </a:lnTo>
                <a:lnTo>
                  <a:pt x="22733" y="31026"/>
                </a:lnTo>
                <a:lnTo>
                  <a:pt x="22402" y="31115"/>
                </a:lnTo>
                <a:lnTo>
                  <a:pt x="22745" y="31115"/>
                </a:lnTo>
                <a:lnTo>
                  <a:pt x="22834" y="32131"/>
                </a:lnTo>
                <a:lnTo>
                  <a:pt x="23291" y="32131"/>
                </a:lnTo>
                <a:close/>
              </a:path>
              <a:path w="64135" h="50800">
                <a:moveTo>
                  <a:pt x="23355" y="34290"/>
                </a:moveTo>
                <a:lnTo>
                  <a:pt x="23304" y="32512"/>
                </a:lnTo>
                <a:lnTo>
                  <a:pt x="23291" y="32258"/>
                </a:lnTo>
                <a:lnTo>
                  <a:pt x="22834" y="32258"/>
                </a:lnTo>
                <a:lnTo>
                  <a:pt x="22847" y="32385"/>
                </a:lnTo>
                <a:lnTo>
                  <a:pt x="22529" y="32512"/>
                </a:lnTo>
                <a:lnTo>
                  <a:pt x="22529" y="32639"/>
                </a:lnTo>
                <a:lnTo>
                  <a:pt x="22809" y="32512"/>
                </a:lnTo>
                <a:lnTo>
                  <a:pt x="22796" y="34290"/>
                </a:lnTo>
                <a:lnTo>
                  <a:pt x="23355" y="34290"/>
                </a:lnTo>
                <a:close/>
              </a:path>
              <a:path w="64135" h="50800">
                <a:moveTo>
                  <a:pt x="23393" y="34925"/>
                </a:moveTo>
                <a:lnTo>
                  <a:pt x="23368" y="34417"/>
                </a:lnTo>
                <a:lnTo>
                  <a:pt x="22796" y="34417"/>
                </a:lnTo>
                <a:lnTo>
                  <a:pt x="22771" y="34925"/>
                </a:lnTo>
                <a:lnTo>
                  <a:pt x="23393" y="34925"/>
                </a:lnTo>
                <a:close/>
              </a:path>
              <a:path w="64135" h="50800">
                <a:moveTo>
                  <a:pt x="23431" y="35687"/>
                </a:moveTo>
                <a:lnTo>
                  <a:pt x="22542" y="35687"/>
                </a:lnTo>
                <a:lnTo>
                  <a:pt x="22517" y="36195"/>
                </a:lnTo>
                <a:lnTo>
                  <a:pt x="23279" y="36195"/>
                </a:lnTo>
                <a:lnTo>
                  <a:pt x="23393" y="35814"/>
                </a:lnTo>
                <a:lnTo>
                  <a:pt x="23431" y="35687"/>
                </a:lnTo>
                <a:close/>
              </a:path>
              <a:path w="64135" h="50800">
                <a:moveTo>
                  <a:pt x="23685" y="21590"/>
                </a:moveTo>
                <a:lnTo>
                  <a:pt x="23533" y="21336"/>
                </a:lnTo>
                <a:lnTo>
                  <a:pt x="20078" y="21336"/>
                </a:lnTo>
                <a:lnTo>
                  <a:pt x="19989" y="22225"/>
                </a:lnTo>
                <a:lnTo>
                  <a:pt x="22479" y="22225"/>
                </a:lnTo>
                <a:lnTo>
                  <a:pt x="22453" y="21971"/>
                </a:lnTo>
                <a:lnTo>
                  <a:pt x="22136" y="21971"/>
                </a:lnTo>
                <a:lnTo>
                  <a:pt x="23050" y="21590"/>
                </a:lnTo>
                <a:lnTo>
                  <a:pt x="23469" y="21590"/>
                </a:lnTo>
                <a:lnTo>
                  <a:pt x="23622" y="21971"/>
                </a:lnTo>
                <a:lnTo>
                  <a:pt x="23685" y="21590"/>
                </a:lnTo>
                <a:close/>
              </a:path>
              <a:path w="64135" h="50800">
                <a:moveTo>
                  <a:pt x="23837" y="43942"/>
                </a:moveTo>
                <a:lnTo>
                  <a:pt x="23685" y="43942"/>
                </a:lnTo>
                <a:lnTo>
                  <a:pt x="23685" y="44069"/>
                </a:lnTo>
                <a:lnTo>
                  <a:pt x="23837" y="43942"/>
                </a:lnTo>
                <a:close/>
              </a:path>
              <a:path w="64135" h="50800">
                <a:moveTo>
                  <a:pt x="23964" y="42926"/>
                </a:moveTo>
                <a:lnTo>
                  <a:pt x="23837" y="42672"/>
                </a:lnTo>
                <a:lnTo>
                  <a:pt x="23799" y="42926"/>
                </a:lnTo>
                <a:lnTo>
                  <a:pt x="23964" y="42926"/>
                </a:lnTo>
                <a:close/>
              </a:path>
              <a:path w="64135" h="50800">
                <a:moveTo>
                  <a:pt x="23964" y="30226"/>
                </a:moveTo>
                <a:lnTo>
                  <a:pt x="23710" y="30099"/>
                </a:lnTo>
                <a:lnTo>
                  <a:pt x="23812" y="30480"/>
                </a:lnTo>
                <a:lnTo>
                  <a:pt x="23952" y="30353"/>
                </a:lnTo>
                <a:lnTo>
                  <a:pt x="23964" y="30226"/>
                </a:lnTo>
                <a:close/>
              </a:path>
              <a:path w="64135" h="50800">
                <a:moveTo>
                  <a:pt x="24053" y="42672"/>
                </a:moveTo>
                <a:lnTo>
                  <a:pt x="23990" y="42545"/>
                </a:lnTo>
                <a:lnTo>
                  <a:pt x="23863" y="42672"/>
                </a:lnTo>
                <a:lnTo>
                  <a:pt x="24053" y="42672"/>
                </a:lnTo>
                <a:close/>
              </a:path>
              <a:path w="64135" h="50800">
                <a:moveTo>
                  <a:pt x="24142" y="32131"/>
                </a:moveTo>
                <a:lnTo>
                  <a:pt x="23291" y="32131"/>
                </a:lnTo>
                <a:lnTo>
                  <a:pt x="23291" y="32258"/>
                </a:lnTo>
                <a:lnTo>
                  <a:pt x="24142" y="32258"/>
                </a:lnTo>
                <a:lnTo>
                  <a:pt x="24142" y="32131"/>
                </a:lnTo>
                <a:close/>
              </a:path>
              <a:path w="64135" h="50800">
                <a:moveTo>
                  <a:pt x="24282" y="40386"/>
                </a:moveTo>
                <a:lnTo>
                  <a:pt x="24206" y="40259"/>
                </a:lnTo>
                <a:lnTo>
                  <a:pt x="23939" y="40386"/>
                </a:lnTo>
                <a:lnTo>
                  <a:pt x="24282" y="40386"/>
                </a:lnTo>
                <a:close/>
              </a:path>
              <a:path w="64135" h="50800">
                <a:moveTo>
                  <a:pt x="24307" y="43942"/>
                </a:moveTo>
                <a:lnTo>
                  <a:pt x="24193" y="43688"/>
                </a:lnTo>
                <a:lnTo>
                  <a:pt x="24130" y="43815"/>
                </a:lnTo>
                <a:lnTo>
                  <a:pt x="24053" y="43942"/>
                </a:lnTo>
                <a:lnTo>
                  <a:pt x="24307" y="43942"/>
                </a:lnTo>
                <a:close/>
              </a:path>
              <a:path w="64135" h="50800">
                <a:moveTo>
                  <a:pt x="24345" y="34290"/>
                </a:moveTo>
                <a:lnTo>
                  <a:pt x="23355" y="34290"/>
                </a:lnTo>
                <a:lnTo>
                  <a:pt x="23368" y="34417"/>
                </a:lnTo>
                <a:lnTo>
                  <a:pt x="24345" y="34417"/>
                </a:lnTo>
                <a:lnTo>
                  <a:pt x="24345" y="34290"/>
                </a:lnTo>
                <a:close/>
              </a:path>
              <a:path w="64135" h="50800">
                <a:moveTo>
                  <a:pt x="24371" y="34925"/>
                </a:moveTo>
                <a:lnTo>
                  <a:pt x="23393" y="34925"/>
                </a:lnTo>
                <a:lnTo>
                  <a:pt x="23393" y="35052"/>
                </a:lnTo>
                <a:lnTo>
                  <a:pt x="24371" y="35052"/>
                </a:lnTo>
                <a:lnTo>
                  <a:pt x="24371" y="34925"/>
                </a:lnTo>
                <a:close/>
              </a:path>
              <a:path w="64135" h="50800">
                <a:moveTo>
                  <a:pt x="24396" y="35560"/>
                </a:moveTo>
                <a:lnTo>
                  <a:pt x="23418" y="35560"/>
                </a:lnTo>
                <a:lnTo>
                  <a:pt x="23393" y="35052"/>
                </a:lnTo>
                <a:lnTo>
                  <a:pt x="22771" y="35052"/>
                </a:lnTo>
                <a:lnTo>
                  <a:pt x="22682" y="35306"/>
                </a:lnTo>
                <a:lnTo>
                  <a:pt x="22593" y="35560"/>
                </a:lnTo>
                <a:lnTo>
                  <a:pt x="23253" y="35560"/>
                </a:lnTo>
                <a:lnTo>
                  <a:pt x="23431" y="35687"/>
                </a:lnTo>
                <a:lnTo>
                  <a:pt x="24396" y="35687"/>
                </a:lnTo>
                <a:lnTo>
                  <a:pt x="24396" y="35560"/>
                </a:lnTo>
                <a:close/>
              </a:path>
              <a:path w="64135" h="50800">
                <a:moveTo>
                  <a:pt x="24422" y="36195"/>
                </a:moveTo>
                <a:lnTo>
                  <a:pt x="23279" y="36195"/>
                </a:lnTo>
                <a:lnTo>
                  <a:pt x="23266" y="36322"/>
                </a:lnTo>
                <a:lnTo>
                  <a:pt x="24422" y="36322"/>
                </a:lnTo>
                <a:lnTo>
                  <a:pt x="24422" y="36195"/>
                </a:lnTo>
                <a:close/>
              </a:path>
              <a:path w="64135" h="50800">
                <a:moveTo>
                  <a:pt x="24536" y="20320"/>
                </a:moveTo>
                <a:lnTo>
                  <a:pt x="22974" y="20320"/>
                </a:lnTo>
                <a:lnTo>
                  <a:pt x="19634" y="20320"/>
                </a:lnTo>
                <a:lnTo>
                  <a:pt x="19761" y="20574"/>
                </a:lnTo>
                <a:lnTo>
                  <a:pt x="19253" y="20574"/>
                </a:lnTo>
                <a:lnTo>
                  <a:pt x="19253" y="20701"/>
                </a:lnTo>
                <a:lnTo>
                  <a:pt x="18884" y="20574"/>
                </a:lnTo>
                <a:lnTo>
                  <a:pt x="18910" y="21082"/>
                </a:lnTo>
                <a:lnTo>
                  <a:pt x="18961" y="20878"/>
                </a:lnTo>
                <a:lnTo>
                  <a:pt x="19088" y="21336"/>
                </a:lnTo>
                <a:lnTo>
                  <a:pt x="18656" y="21336"/>
                </a:lnTo>
                <a:lnTo>
                  <a:pt x="18630" y="21971"/>
                </a:lnTo>
                <a:lnTo>
                  <a:pt x="18923" y="22479"/>
                </a:lnTo>
                <a:lnTo>
                  <a:pt x="18821" y="22733"/>
                </a:lnTo>
                <a:lnTo>
                  <a:pt x="19291" y="22733"/>
                </a:lnTo>
                <a:lnTo>
                  <a:pt x="19367" y="22479"/>
                </a:lnTo>
                <a:lnTo>
                  <a:pt x="19380" y="22263"/>
                </a:lnTo>
                <a:lnTo>
                  <a:pt x="19634" y="22479"/>
                </a:lnTo>
                <a:lnTo>
                  <a:pt x="19545" y="22225"/>
                </a:lnTo>
                <a:lnTo>
                  <a:pt x="19380" y="22225"/>
                </a:lnTo>
                <a:lnTo>
                  <a:pt x="19469" y="21336"/>
                </a:lnTo>
                <a:lnTo>
                  <a:pt x="19659" y="21336"/>
                </a:lnTo>
                <a:lnTo>
                  <a:pt x="19837" y="21336"/>
                </a:lnTo>
                <a:lnTo>
                  <a:pt x="19850" y="21082"/>
                </a:lnTo>
                <a:lnTo>
                  <a:pt x="19710" y="21170"/>
                </a:lnTo>
                <a:lnTo>
                  <a:pt x="19469" y="21323"/>
                </a:lnTo>
                <a:lnTo>
                  <a:pt x="19494" y="21082"/>
                </a:lnTo>
                <a:lnTo>
                  <a:pt x="19646" y="21082"/>
                </a:lnTo>
                <a:lnTo>
                  <a:pt x="19519" y="20891"/>
                </a:lnTo>
                <a:lnTo>
                  <a:pt x="19875" y="20828"/>
                </a:lnTo>
                <a:lnTo>
                  <a:pt x="19951" y="20574"/>
                </a:lnTo>
                <a:lnTo>
                  <a:pt x="22974" y="20574"/>
                </a:lnTo>
                <a:lnTo>
                  <a:pt x="23672" y="20574"/>
                </a:lnTo>
                <a:lnTo>
                  <a:pt x="23672" y="20701"/>
                </a:lnTo>
                <a:lnTo>
                  <a:pt x="24536" y="20320"/>
                </a:lnTo>
                <a:close/>
              </a:path>
              <a:path w="64135" h="50800">
                <a:moveTo>
                  <a:pt x="24549" y="44069"/>
                </a:moveTo>
                <a:lnTo>
                  <a:pt x="24409" y="43942"/>
                </a:lnTo>
                <a:lnTo>
                  <a:pt x="24384" y="44069"/>
                </a:lnTo>
                <a:lnTo>
                  <a:pt x="24549" y="44069"/>
                </a:lnTo>
                <a:close/>
              </a:path>
              <a:path w="64135" h="50800">
                <a:moveTo>
                  <a:pt x="24549" y="43434"/>
                </a:moveTo>
                <a:lnTo>
                  <a:pt x="24218" y="43561"/>
                </a:lnTo>
                <a:lnTo>
                  <a:pt x="24257" y="43688"/>
                </a:lnTo>
                <a:lnTo>
                  <a:pt x="24460" y="43561"/>
                </a:lnTo>
                <a:lnTo>
                  <a:pt x="24549" y="43434"/>
                </a:lnTo>
                <a:close/>
              </a:path>
              <a:path w="64135" h="50800">
                <a:moveTo>
                  <a:pt x="24638" y="32131"/>
                </a:moveTo>
                <a:lnTo>
                  <a:pt x="24574" y="31242"/>
                </a:lnTo>
                <a:lnTo>
                  <a:pt x="24320" y="31242"/>
                </a:lnTo>
                <a:lnTo>
                  <a:pt x="24231" y="30861"/>
                </a:lnTo>
                <a:lnTo>
                  <a:pt x="24130" y="30607"/>
                </a:lnTo>
                <a:lnTo>
                  <a:pt x="24142" y="32131"/>
                </a:lnTo>
                <a:lnTo>
                  <a:pt x="24638" y="32131"/>
                </a:lnTo>
                <a:close/>
              </a:path>
              <a:path w="64135" h="50800">
                <a:moveTo>
                  <a:pt x="24790" y="41783"/>
                </a:moveTo>
                <a:lnTo>
                  <a:pt x="16624" y="41783"/>
                </a:lnTo>
                <a:lnTo>
                  <a:pt x="16065" y="41783"/>
                </a:lnTo>
                <a:lnTo>
                  <a:pt x="16027" y="43942"/>
                </a:lnTo>
                <a:lnTo>
                  <a:pt x="22847" y="43942"/>
                </a:lnTo>
                <a:lnTo>
                  <a:pt x="22783" y="43688"/>
                </a:lnTo>
                <a:lnTo>
                  <a:pt x="22567" y="43688"/>
                </a:lnTo>
                <a:lnTo>
                  <a:pt x="22631" y="43434"/>
                </a:lnTo>
                <a:lnTo>
                  <a:pt x="23139" y="43307"/>
                </a:lnTo>
                <a:lnTo>
                  <a:pt x="23075" y="43942"/>
                </a:lnTo>
                <a:lnTo>
                  <a:pt x="23685" y="43942"/>
                </a:lnTo>
                <a:lnTo>
                  <a:pt x="23685" y="43815"/>
                </a:lnTo>
                <a:lnTo>
                  <a:pt x="23914" y="43815"/>
                </a:lnTo>
                <a:lnTo>
                  <a:pt x="23850" y="43942"/>
                </a:lnTo>
                <a:lnTo>
                  <a:pt x="24053" y="43942"/>
                </a:lnTo>
                <a:lnTo>
                  <a:pt x="24041" y="43688"/>
                </a:lnTo>
                <a:lnTo>
                  <a:pt x="23939" y="43561"/>
                </a:lnTo>
                <a:lnTo>
                  <a:pt x="23660" y="43688"/>
                </a:lnTo>
                <a:lnTo>
                  <a:pt x="23596" y="43307"/>
                </a:lnTo>
                <a:lnTo>
                  <a:pt x="23672" y="42926"/>
                </a:lnTo>
                <a:lnTo>
                  <a:pt x="23774" y="42545"/>
                </a:lnTo>
                <a:lnTo>
                  <a:pt x="23863" y="42418"/>
                </a:lnTo>
                <a:lnTo>
                  <a:pt x="24193" y="42418"/>
                </a:lnTo>
                <a:lnTo>
                  <a:pt x="24218" y="42037"/>
                </a:lnTo>
                <a:lnTo>
                  <a:pt x="24523" y="42037"/>
                </a:lnTo>
                <a:lnTo>
                  <a:pt x="24663" y="41910"/>
                </a:lnTo>
                <a:lnTo>
                  <a:pt x="24790" y="41783"/>
                </a:lnTo>
                <a:close/>
              </a:path>
              <a:path w="64135" h="50800">
                <a:moveTo>
                  <a:pt x="24790" y="32004"/>
                </a:moveTo>
                <a:lnTo>
                  <a:pt x="24638" y="32131"/>
                </a:lnTo>
                <a:lnTo>
                  <a:pt x="24790" y="32131"/>
                </a:lnTo>
                <a:lnTo>
                  <a:pt x="24790" y="32004"/>
                </a:lnTo>
                <a:close/>
              </a:path>
              <a:path w="64135" h="50800">
                <a:moveTo>
                  <a:pt x="24841" y="34417"/>
                </a:moveTo>
                <a:lnTo>
                  <a:pt x="24345" y="34417"/>
                </a:lnTo>
                <a:lnTo>
                  <a:pt x="24371" y="34925"/>
                </a:lnTo>
                <a:lnTo>
                  <a:pt x="24828" y="34925"/>
                </a:lnTo>
                <a:lnTo>
                  <a:pt x="24841" y="34417"/>
                </a:lnTo>
                <a:close/>
              </a:path>
              <a:path w="64135" h="50800">
                <a:moveTo>
                  <a:pt x="24853" y="34290"/>
                </a:moveTo>
                <a:lnTo>
                  <a:pt x="24803" y="32258"/>
                </a:lnTo>
                <a:lnTo>
                  <a:pt x="24142" y="32258"/>
                </a:lnTo>
                <a:lnTo>
                  <a:pt x="24231" y="33274"/>
                </a:lnTo>
                <a:lnTo>
                  <a:pt x="24345" y="34290"/>
                </a:lnTo>
                <a:lnTo>
                  <a:pt x="24853" y="34290"/>
                </a:lnTo>
                <a:close/>
              </a:path>
              <a:path w="64135" h="50800">
                <a:moveTo>
                  <a:pt x="24892" y="29591"/>
                </a:moveTo>
                <a:lnTo>
                  <a:pt x="23304" y="29591"/>
                </a:lnTo>
                <a:lnTo>
                  <a:pt x="22771" y="29845"/>
                </a:lnTo>
                <a:lnTo>
                  <a:pt x="22580" y="29845"/>
                </a:lnTo>
                <a:lnTo>
                  <a:pt x="22631" y="30099"/>
                </a:lnTo>
                <a:lnTo>
                  <a:pt x="23075" y="30353"/>
                </a:lnTo>
                <a:lnTo>
                  <a:pt x="23050" y="29845"/>
                </a:lnTo>
                <a:lnTo>
                  <a:pt x="24892" y="29845"/>
                </a:lnTo>
                <a:lnTo>
                  <a:pt x="24892" y="29591"/>
                </a:lnTo>
                <a:close/>
              </a:path>
              <a:path w="64135" h="50800">
                <a:moveTo>
                  <a:pt x="24904" y="35052"/>
                </a:moveTo>
                <a:lnTo>
                  <a:pt x="24371" y="35052"/>
                </a:lnTo>
                <a:lnTo>
                  <a:pt x="24396" y="35560"/>
                </a:lnTo>
                <a:lnTo>
                  <a:pt x="24866" y="35560"/>
                </a:lnTo>
                <a:lnTo>
                  <a:pt x="24904" y="35052"/>
                </a:lnTo>
                <a:close/>
              </a:path>
              <a:path w="64135" h="50800">
                <a:moveTo>
                  <a:pt x="24930" y="36195"/>
                </a:moveTo>
                <a:lnTo>
                  <a:pt x="24841" y="35941"/>
                </a:lnTo>
                <a:lnTo>
                  <a:pt x="24739" y="35687"/>
                </a:lnTo>
                <a:lnTo>
                  <a:pt x="24396" y="35687"/>
                </a:lnTo>
                <a:lnTo>
                  <a:pt x="24422" y="36195"/>
                </a:lnTo>
                <a:lnTo>
                  <a:pt x="24930" y="36195"/>
                </a:lnTo>
                <a:close/>
              </a:path>
              <a:path w="64135" h="50800">
                <a:moveTo>
                  <a:pt x="24980" y="38608"/>
                </a:moveTo>
                <a:lnTo>
                  <a:pt x="23456" y="38608"/>
                </a:lnTo>
                <a:lnTo>
                  <a:pt x="23444" y="38735"/>
                </a:lnTo>
                <a:lnTo>
                  <a:pt x="24980" y="38608"/>
                </a:lnTo>
                <a:close/>
              </a:path>
              <a:path w="64135" h="50800">
                <a:moveTo>
                  <a:pt x="25019" y="40259"/>
                </a:moveTo>
                <a:lnTo>
                  <a:pt x="24714" y="40259"/>
                </a:lnTo>
                <a:lnTo>
                  <a:pt x="24460" y="40259"/>
                </a:lnTo>
                <a:lnTo>
                  <a:pt x="24282" y="40386"/>
                </a:lnTo>
                <a:lnTo>
                  <a:pt x="24752" y="40386"/>
                </a:lnTo>
                <a:lnTo>
                  <a:pt x="25019" y="40259"/>
                </a:lnTo>
                <a:close/>
              </a:path>
              <a:path w="64135" h="50800">
                <a:moveTo>
                  <a:pt x="25057" y="43561"/>
                </a:moveTo>
                <a:lnTo>
                  <a:pt x="24726" y="43434"/>
                </a:lnTo>
                <a:lnTo>
                  <a:pt x="24726" y="43307"/>
                </a:lnTo>
                <a:lnTo>
                  <a:pt x="24587" y="43434"/>
                </a:lnTo>
                <a:lnTo>
                  <a:pt x="24511" y="43561"/>
                </a:lnTo>
                <a:lnTo>
                  <a:pt x="24257" y="43688"/>
                </a:lnTo>
                <a:lnTo>
                  <a:pt x="24307" y="43942"/>
                </a:lnTo>
                <a:lnTo>
                  <a:pt x="24523" y="43942"/>
                </a:lnTo>
                <a:lnTo>
                  <a:pt x="24587" y="43815"/>
                </a:lnTo>
                <a:lnTo>
                  <a:pt x="24828" y="43688"/>
                </a:lnTo>
                <a:lnTo>
                  <a:pt x="24650" y="43815"/>
                </a:lnTo>
                <a:lnTo>
                  <a:pt x="25044" y="43815"/>
                </a:lnTo>
                <a:lnTo>
                  <a:pt x="25044" y="43688"/>
                </a:lnTo>
                <a:lnTo>
                  <a:pt x="25057" y="43561"/>
                </a:lnTo>
                <a:close/>
              </a:path>
              <a:path w="64135" h="50800">
                <a:moveTo>
                  <a:pt x="25095" y="29845"/>
                </a:moveTo>
                <a:lnTo>
                  <a:pt x="24892" y="29845"/>
                </a:lnTo>
                <a:lnTo>
                  <a:pt x="24892" y="30480"/>
                </a:lnTo>
                <a:lnTo>
                  <a:pt x="25019" y="30353"/>
                </a:lnTo>
                <a:lnTo>
                  <a:pt x="25095" y="29845"/>
                </a:lnTo>
                <a:close/>
              </a:path>
              <a:path w="64135" h="50800">
                <a:moveTo>
                  <a:pt x="25209" y="34925"/>
                </a:moveTo>
                <a:lnTo>
                  <a:pt x="24828" y="34925"/>
                </a:lnTo>
                <a:lnTo>
                  <a:pt x="24904" y="35052"/>
                </a:lnTo>
                <a:lnTo>
                  <a:pt x="25184" y="35052"/>
                </a:lnTo>
                <a:lnTo>
                  <a:pt x="25209" y="34925"/>
                </a:lnTo>
                <a:close/>
              </a:path>
              <a:path w="64135" h="50800">
                <a:moveTo>
                  <a:pt x="25234" y="36195"/>
                </a:moveTo>
                <a:lnTo>
                  <a:pt x="24942" y="36195"/>
                </a:lnTo>
                <a:lnTo>
                  <a:pt x="24968" y="36322"/>
                </a:lnTo>
                <a:lnTo>
                  <a:pt x="25234" y="36195"/>
                </a:lnTo>
                <a:close/>
              </a:path>
              <a:path w="64135" h="50800">
                <a:moveTo>
                  <a:pt x="25298" y="35687"/>
                </a:moveTo>
                <a:lnTo>
                  <a:pt x="25273" y="35560"/>
                </a:lnTo>
                <a:lnTo>
                  <a:pt x="24866" y="35560"/>
                </a:lnTo>
                <a:lnTo>
                  <a:pt x="24930" y="35687"/>
                </a:lnTo>
                <a:lnTo>
                  <a:pt x="25298" y="35687"/>
                </a:lnTo>
                <a:close/>
              </a:path>
              <a:path w="64135" h="50800">
                <a:moveTo>
                  <a:pt x="25323" y="34290"/>
                </a:moveTo>
                <a:lnTo>
                  <a:pt x="24866" y="34290"/>
                </a:lnTo>
                <a:lnTo>
                  <a:pt x="24866" y="34417"/>
                </a:lnTo>
                <a:lnTo>
                  <a:pt x="25298" y="34417"/>
                </a:lnTo>
                <a:lnTo>
                  <a:pt x="25323" y="34290"/>
                </a:lnTo>
                <a:close/>
              </a:path>
              <a:path w="64135" h="50800">
                <a:moveTo>
                  <a:pt x="25349" y="41783"/>
                </a:moveTo>
                <a:lnTo>
                  <a:pt x="25031" y="41783"/>
                </a:lnTo>
                <a:lnTo>
                  <a:pt x="25146" y="41910"/>
                </a:lnTo>
                <a:lnTo>
                  <a:pt x="25349" y="41783"/>
                </a:lnTo>
                <a:close/>
              </a:path>
              <a:path w="64135" h="50800">
                <a:moveTo>
                  <a:pt x="25349" y="32131"/>
                </a:moveTo>
                <a:lnTo>
                  <a:pt x="24904" y="32131"/>
                </a:lnTo>
                <a:lnTo>
                  <a:pt x="24904" y="32258"/>
                </a:lnTo>
                <a:lnTo>
                  <a:pt x="25349" y="32258"/>
                </a:lnTo>
                <a:lnTo>
                  <a:pt x="25349" y="32131"/>
                </a:lnTo>
                <a:close/>
              </a:path>
              <a:path w="64135" h="50800">
                <a:moveTo>
                  <a:pt x="25463" y="21336"/>
                </a:moveTo>
                <a:lnTo>
                  <a:pt x="25374" y="21082"/>
                </a:lnTo>
                <a:lnTo>
                  <a:pt x="25196" y="20828"/>
                </a:lnTo>
                <a:lnTo>
                  <a:pt x="24942" y="20828"/>
                </a:lnTo>
                <a:lnTo>
                  <a:pt x="25006" y="21082"/>
                </a:lnTo>
                <a:lnTo>
                  <a:pt x="23685" y="21082"/>
                </a:lnTo>
                <a:lnTo>
                  <a:pt x="23685" y="20828"/>
                </a:lnTo>
                <a:lnTo>
                  <a:pt x="23393" y="20828"/>
                </a:lnTo>
                <a:lnTo>
                  <a:pt x="20027" y="20828"/>
                </a:lnTo>
                <a:lnTo>
                  <a:pt x="19875" y="21056"/>
                </a:lnTo>
                <a:lnTo>
                  <a:pt x="19875" y="21336"/>
                </a:lnTo>
                <a:lnTo>
                  <a:pt x="20078" y="21336"/>
                </a:lnTo>
                <a:lnTo>
                  <a:pt x="20091" y="21082"/>
                </a:lnTo>
                <a:lnTo>
                  <a:pt x="23444" y="21082"/>
                </a:lnTo>
                <a:lnTo>
                  <a:pt x="23533" y="21336"/>
                </a:lnTo>
                <a:lnTo>
                  <a:pt x="25273" y="21336"/>
                </a:lnTo>
                <a:lnTo>
                  <a:pt x="25069" y="21082"/>
                </a:lnTo>
                <a:lnTo>
                  <a:pt x="25247" y="21082"/>
                </a:lnTo>
                <a:lnTo>
                  <a:pt x="25463" y="21336"/>
                </a:lnTo>
                <a:close/>
              </a:path>
              <a:path w="64135" h="50800">
                <a:moveTo>
                  <a:pt x="25501" y="35814"/>
                </a:moveTo>
                <a:lnTo>
                  <a:pt x="25336" y="35814"/>
                </a:lnTo>
                <a:lnTo>
                  <a:pt x="25234" y="36195"/>
                </a:lnTo>
                <a:lnTo>
                  <a:pt x="25438" y="35941"/>
                </a:lnTo>
                <a:lnTo>
                  <a:pt x="25501" y="35814"/>
                </a:lnTo>
                <a:close/>
              </a:path>
              <a:path w="64135" h="50800">
                <a:moveTo>
                  <a:pt x="25501" y="35687"/>
                </a:moveTo>
                <a:lnTo>
                  <a:pt x="25298" y="35687"/>
                </a:lnTo>
                <a:lnTo>
                  <a:pt x="25336" y="35814"/>
                </a:lnTo>
                <a:lnTo>
                  <a:pt x="25501" y="35687"/>
                </a:lnTo>
                <a:close/>
              </a:path>
              <a:path w="64135" h="50800">
                <a:moveTo>
                  <a:pt x="25527" y="40640"/>
                </a:moveTo>
                <a:lnTo>
                  <a:pt x="25450" y="40513"/>
                </a:lnTo>
                <a:lnTo>
                  <a:pt x="25273" y="40640"/>
                </a:lnTo>
                <a:lnTo>
                  <a:pt x="25527" y="40640"/>
                </a:lnTo>
                <a:close/>
              </a:path>
              <a:path w="64135" h="50800">
                <a:moveTo>
                  <a:pt x="25527" y="20828"/>
                </a:moveTo>
                <a:lnTo>
                  <a:pt x="25196" y="20828"/>
                </a:lnTo>
                <a:lnTo>
                  <a:pt x="25412" y="21082"/>
                </a:lnTo>
                <a:lnTo>
                  <a:pt x="25527" y="20828"/>
                </a:lnTo>
                <a:close/>
              </a:path>
              <a:path w="64135" h="50800">
                <a:moveTo>
                  <a:pt x="25539" y="25146"/>
                </a:moveTo>
                <a:lnTo>
                  <a:pt x="25336" y="25019"/>
                </a:lnTo>
                <a:lnTo>
                  <a:pt x="25298" y="25273"/>
                </a:lnTo>
                <a:lnTo>
                  <a:pt x="25539" y="25146"/>
                </a:lnTo>
                <a:close/>
              </a:path>
              <a:path w="64135" h="50800">
                <a:moveTo>
                  <a:pt x="25628" y="35052"/>
                </a:moveTo>
                <a:lnTo>
                  <a:pt x="25184" y="35052"/>
                </a:lnTo>
                <a:lnTo>
                  <a:pt x="25273" y="35560"/>
                </a:lnTo>
                <a:lnTo>
                  <a:pt x="25615" y="35560"/>
                </a:lnTo>
                <a:lnTo>
                  <a:pt x="25628" y="35052"/>
                </a:lnTo>
                <a:close/>
              </a:path>
              <a:path w="64135" h="50800">
                <a:moveTo>
                  <a:pt x="25641" y="34417"/>
                </a:moveTo>
                <a:lnTo>
                  <a:pt x="25298" y="34417"/>
                </a:lnTo>
                <a:lnTo>
                  <a:pt x="25209" y="34925"/>
                </a:lnTo>
                <a:lnTo>
                  <a:pt x="25628" y="34925"/>
                </a:lnTo>
                <a:lnTo>
                  <a:pt x="25641" y="34417"/>
                </a:lnTo>
                <a:close/>
              </a:path>
              <a:path w="64135" h="50800">
                <a:moveTo>
                  <a:pt x="25844" y="44196"/>
                </a:moveTo>
                <a:lnTo>
                  <a:pt x="25692" y="44323"/>
                </a:lnTo>
                <a:lnTo>
                  <a:pt x="25222" y="44323"/>
                </a:lnTo>
                <a:lnTo>
                  <a:pt x="25781" y="44577"/>
                </a:lnTo>
                <a:lnTo>
                  <a:pt x="25844" y="44196"/>
                </a:lnTo>
                <a:close/>
              </a:path>
              <a:path w="64135" h="50800">
                <a:moveTo>
                  <a:pt x="25895" y="43942"/>
                </a:moveTo>
                <a:lnTo>
                  <a:pt x="25869" y="43815"/>
                </a:lnTo>
                <a:lnTo>
                  <a:pt x="25044" y="43815"/>
                </a:lnTo>
                <a:lnTo>
                  <a:pt x="25031" y="43942"/>
                </a:lnTo>
                <a:lnTo>
                  <a:pt x="24955" y="44069"/>
                </a:lnTo>
                <a:lnTo>
                  <a:pt x="25222" y="44323"/>
                </a:lnTo>
                <a:lnTo>
                  <a:pt x="25349" y="44196"/>
                </a:lnTo>
                <a:lnTo>
                  <a:pt x="25425" y="44069"/>
                </a:lnTo>
                <a:lnTo>
                  <a:pt x="25019" y="44069"/>
                </a:lnTo>
                <a:lnTo>
                  <a:pt x="25158" y="43942"/>
                </a:lnTo>
                <a:lnTo>
                  <a:pt x="25349" y="43942"/>
                </a:lnTo>
                <a:lnTo>
                  <a:pt x="25425" y="44069"/>
                </a:lnTo>
                <a:lnTo>
                  <a:pt x="25831" y="44069"/>
                </a:lnTo>
                <a:lnTo>
                  <a:pt x="25895" y="43942"/>
                </a:lnTo>
                <a:close/>
              </a:path>
              <a:path w="64135" h="50800">
                <a:moveTo>
                  <a:pt x="26022" y="49784"/>
                </a:moveTo>
                <a:lnTo>
                  <a:pt x="25857" y="49657"/>
                </a:lnTo>
                <a:lnTo>
                  <a:pt x="25882" y="49784"/>
                </a:lnTo>
                <a:lnTo>
                  <a:pt x="26022" y="49784"/>
                </a:lnTo>
                <a:close/>
              </a:path>
              <a:path w="64135" h="50800">
                <a:moveTo>
                  <a:pt x="26073" y="45085"/>
                </a:moveTo>
                <a:lnTo>
                  <a:pt x="26047" y="44323"/>
                </a:lnTo>
                <a:lnTo>
                  <a:pt x="25831" y="44323"/>
                </a:lnTo>
                <a:lnTo>
                  <a:pt x="25781" y="44577"/>
                </a:lnTo>
                <a:lnTo>
                  <a:pt x="25285" y="44577"/>
                </a:lnTo>
                <a:lnTo>
                  <a:pt x="25361" y="44704"/>
                </a:lnTo>
                <a:lnTo>
                  <a:pt x="25425" y="44831"/>
                </a:lnTo>
                <a:lnTo>
                  <a:pt x="25285" y="44831"/>
                </a:lnTo>
                <a:lnTo>
                  <a:pt x="25285" y="44577"/>
                </a:lnTo>
                <a:lnTo>
                  <a:pt x="25057" y="44577"/>
                </a:lnTo>
                <a:lnTo>
                  <a:pt x="25019" y="44450"/>
                </a:lnTo>
                <a:lnTo>
                  <a:pt x="24955" y="44323"/>
                </a:lnTo>
                <a:lnTo>
                  <a:pt x="24777" y="44323"/>
                </a:lnTo>
                <a:lnTo>
                  <a:pt x="24866" y="44069"/>
                </a:lnTo>
                <a:lnTo>
                  <a:pt x="24549" y="44069"/>
                </a:lnTo>
                <a:lnTo>
                  <a:pt x="24434" y="44196"/>
                </a:lnTo>
                <a:lnTo>
                  <a:pt x="24104" y="44323"/>
                </a:lnTo>
                <a:lnTo>
                  <a:pt x="24434" y="44323"/>
                </a:lnTo>
                <a:lnTo>
                  <a:pt x="24688" y="44577"/>
                </a:lnTo>
                <a:lnTo>
                  <a:pt x="24828" y="44577"/>
                </a:lnTo>
                <a:lnTo>
                  <a:pt x="24701" y="44704"/>
                </a:lnTo>
                <a:lnTo>
                  <a:pt x="24625" y="44831"/>
                </a:lnTo>
                <a:lnTo>
                  <a:pt x="24663" y="44704"/>
                </a:lnTo>
                <a:lnTo>
                  <a:pt x="24688" y="44577"/>
                </a:lnTo>
                <a:lnTo>
                  <a:pt x="24142" y="44577"/>
                </a:lnTo>
                <a:lnTo>
                  <a:pt x="24142" y="46736"/>
                </a:lnTo>
                <a:lnTo>
                  <a:pt x="24142" y="47117"/>
                </a:lnTo>
                <a:lnTo>
                  <a:pt x="24003" y="47205"/>
                </a:lnTo>
                <a:lnTo>
                  <a:pt x="24003" y="47625"/>
                </a:lnTo>
                <a:lnTo>
                  <a:pt x="23876" y="47371"/>
                </a:lnTo>
                <a:lnTo>
                  <a:pt x="23939" y="47498"/>
                </a:lnTo>
                <a:lnTo>
                  <a:pt x="24003" y="47625"/>
                </a:lnTo>
                <a:lnTo>
                  <a:pt x="24003" y="47205"/>
                </a:lnTo>
                <a:lnTo>
                  <a:pt x="23863" y="47244"/>
                </a:lnTo>
                <a:lnTo>
                  <a:pt x="24003" y="47117"/>
                </a:lnTo>
                <a:lnTo>
                  <a:pt x="24053" y="46990"/>
                </a:lnTo>
                <a:lnTo>
                  <a:pt x="24142" y="46736"/>
                </a:lnTo>
                <a:lnTo>
                  <a:pt x="24142" y="44577"/>
                </a:lnTo>
                <a:lnTo>
                  <a:pt x="24066" y="44831"/>
                </a:lnTo>
                <a:lnTo>
                  <a:pt x="24028" y="44958"/>
                </a:lnTo>
                <a:lnTo>
                  <a:pt x="23863" y="45085"/>
                </a:lnTo>
                <a:lnTo>
                  <a:pt x="23863" y="44831"/>
                </a:lnTo>
                <a:lnTo>
                  <a:pt x="24066" y="44831"/>
                </a:lnTo>
                <a:lnTo>
                  <a:pt x="24066" y="44577"/>
                </a:lnTo>
                <a:lnTo>
                  <a:pt x="23736" y="44577"/>
                </a:lnTo>
                <a:lnTo>
                  <a:pt x="23355" y="44577"/>
                </a:lnTo>
                <a:lnTo>
                  <a:pt x="23139" y="44704"/>
                </a:lnTo>
                <a:lnTo>
                  <a:pt x="23380" y="44348"/>
                </a:lnTo>
                <a:lnTo>
                  <a:pt x="23545" y="44450"/>
                </a:lnTo>
                <a:lnTo>
                  <a:pt x="23736" y="44323"/>
                </a:lnTo>
                <a:lnTo>
                  <a:pt x="23787" y="44196"/>
                </a:lnTo>
                <a:lnTo>
                  <a:pt x="23977" y="44196"/>
                </a:lnTo>
                <a:lnTo>
                  <a:pt x="23787" y="44323"/>
                </a:lnTo>
                <a:lnTo>
                  <a:pt x="23914" y="44323"/>
                </a:lnTo>
                <a:lnTo>
                  <a:pt x="24257" y="44196"/>
                </a:lnTo>
                <a:lnTo>
                  <a:pt x="24333" y="44069"/>
                </a:lnTo>
                <a:lnTo>
                  <a:pt x="23685" y="44069"/>
                </a:lnTo>
                <a:lnTo>
                  <a:pt x="23406" y="44069"/>
                </a:lnTo>
                <a:lnTo>
                  <a:pt x="23355" y="44323"/>
                </a:lnTo>
                <a:lnTo>
                  <a:pt x="23063" y="44323"/>
                </a:lnTo>
                <a:lnTo>
                  <a:pt x="23177" y="44069"/>
                </a:lnTo>
                <a:lnTo>
                  <a:pt x="16014" y="44069"/>
                </a:lnTo>
                <a:lnTo>
                  <a:pt x="16014" y="44577"/>
                </a:lnTo>
                <a:lnTo>
                  <a:pt x="15887" y="48514"/>
                </a:lnTo>
                <a:lnTo>
                  <a:pt x="15760" y="50419"/>
                </a:lnTo>
                <a:lnTo>
                  <a:pt x="25895" y="50419"/>
                </a:lnTo>
                <a:lnTo>
                  <a:pt x="25895" y="50165"/>
                </a:lnTo>
                <a:lnTo>
                  <a:pt x="25882" y="49911"/>
                </a:lnTo>
                <a:lnTo>
                  <a:pt x="25666" y="50050"/>
                </a:lnTo>
                <a:lnTo>
                  <a:pt x="25704" y="48768"/>
                </a:lnTo>
                <a:lnTo>
                  <a:pt x="25971" y="48514"/>
                </a:lnTo>
                <a:lnTo>
                  <a:pt x="26035" y="48260"/>
                </a:lnTo>
                <a:lnTo>
                  <a:pt x="25717" y="48260"/>
                </a:lnTo>
                <a:lnTo>
                  <a:pt x="26035" y="47879"/>
                </a:lnTo>
                <a:lnTo>
                  <a:pt x="25806" y="47879"/>
                </a:lnTo>
                <a:lnTo>
                  <a:pt x="25692" y="48133"/>
                </a:lnTo>
                <a:lnTo>
                  <a:pt x="25615" y="47625"/>
                </a:lnTo>
                <a:lnTo>
                  <a:pt x="25882" y="47625"/>
                </a:lnTo>
                <a:lnTo>
                  <a:pt x="25895" y="47498"/>
                </a:lnTo>
                <a:lnTo>
                  <a:pt x="25920" y="47244"/>
                </a:lnTo>
                <a:lnTo>
                  <a:pt x="25742" y="47244"/>
                </a:lnTo>
                <a:lnTo>
                  <a:pt x="25679" y="47498"/>
                </a:lnTo>
                <a:lnTo>
                  <a:pt x="25742" y="46736"/>
                </a:lnTo>
                <a:lnTo>
                  <a:pt x="25603" y="46609"/>
                </a:lnTo>
                <a:lnTo>
                  <a:pt x="25819" y="46609"/>
                </a:lnTo>
                <a:lnTo>
                  <a:pt x="25565" y="46482"/>
                </a:lnTo>
                <a:lnTo>
                  <a:pt x="25742" y="46355"/>
                </a:lnTo>
                <a:lnTo>
                  <a:pt x="25755" y="46101"/>
                </a:lnTo>
                <a:lnTo>
                  <a:pt x="25958" y="46101"/>
                </a:lnTo>
                <a:lnTo>
                  <a:pt x="26035" y="45593"/>
                </a:lnTo>
                <a:lnTo>
                  <a:pt x="25793" y="45212"/>
                </a:lnTo>
                <a:lnTo>
                  <a:pt x="26073" y="45085"/>
                </a:lnTo>
                <a:close/>
              </a:path>
              <a:path w="64135" h="50800">
                <a:moveTo>
                  <a:pt x="26073" y="44069"/>
                </a:moveTo>
                <a:lnTo>
                  <a:pt x="25831" y="44069"/>
                </a:lnTo>
                <a:lnTo>
                  <a:pt x="25768" y="44196"/>
                </a:lnTo>
                <a:lnTo>
                  <a:pt x="26047" y="44196"/>
                </a:lnTo>
                <a:lnTo>
                  <a:pt x="26073" y="44069"/>
                </a:lnTo>
                <a:close/>
              </a:path>
              <a:path w="64135" h="50800">
                <a:moveTo>
                  <a:pt x="26149" y="32258"/>
                </a:moveTo>
                <a:lnTo>
                  <a:pt x="25349" y="32258"/>
                </a:lnTo>
                <a:lnTo>
                  <a:pt x="25323" y="34290"/>
                </a:lnTo>
                <a:lnTo>
                  <a:pt x="25654" y="34290"/>
                </a:lnTo>
                <a:lnTo>
                  <a:pt x="25628" y="33274"/>
                </a:lnTo>
                <a:lnTo>
                  <a:pt x="25869" y="33147"/>
                </a:lnTo>
                <a:lnTo>
                  <a:pt x="25920" y="32512"/>
                </a:lnTo>
                <a:lnTo>
                  <a:pt x="26085" y="32385"/>
                </a:lnTo>
                <a:lnTo>
                  <a:pt x="26149" y="32258"/>
                </a:lnTo>
                <a:close/>
              </a:path>
              <a:path w="64135" h="50800">
                <a:moveTo>
                  <a:pt x="26289" y="49784"/>
                </a:moveTo>
                <a:lnTo>
                  <a:pt x="26085" y="49911"/>
                </a:lnTo>
                <a:lnTo>
                  <a:pt x="26289" y="50165"/>
                </a:lnTo>
                <a:lnTo>
                  <a:pt x="26289" y="49784"/>
                </a:lnTo>
                <a:close/>
              </a:path>
              <a:path w="64135" h="50800">
                <a:moveTo>
                  <a:pt x="26314" y="40132"/>
                </a:moveTo>
                <a:lnTo>
                  <a:pt x="26047" y="40132"/>
                </a:lnTo>
                <a:lnTo>
                  <a:pt x="26289" y="40259"/>
                </a:lnTo>
                <a:lnTo>
                  <a:pt x="26314" y="40132"/>
                </a:lnTo>
                <a:close/>
              </a:path>
              <a:path w="64135" h="50800">
                <a:moveTo>
                  <a:pt x="26314" y="29591"/>
                </a:moveTo>
                <a:lnTo>
                  <a:pt x="25107" y="29591"/>
                </a:lnTo>
                <a:lnTo>
                  <a:pt x="25095" y="29845"/>
                </a:lnTo>
                <a:lnTo>
                  <a:pt x="26225" y="29845"/>
                </a:lnTo>
                <a:lnTo>
                  <a:pt x="26314" y="29591"/>
                </a:lnTo>
                <a:close/>
              </a:path>
              <a:path w="64135" h="50800">
                <a:moveTo>
                  <a:pt x="26377" y="50165"/>
                </a:moveTo>
                <a:lnTo>
                  <a:pt x="26085" y="50165"/>
                </a:lnTo>
                <a:lnTo>
                  <a:pt x="25895" y="50419"/>
                </a:lnTo>
                <a:lnTo>
                  <a:pt x="26377" y="50419"/>
                </a:lnTo>
                <a:lnTo>
                  <a:pt x="26377" y="50165"/>
                </a:lnTo>
                <a:close/>
              </a:path>
              <a:path w="64135" h="50800">
                <a:moveTo>
                  <a:pt x="26416" y="14732"/>
                </a:moveTo>
                <a:lnTo>
                  <a:pt x="26200" y="14986"/>
                </a:lnTo>
                <a:lnTo>
                  <a:pt x="26123" y="15621"/>
                </a:lnTo>
                <a:lnTo>
                  <a:pt x="26314" y="15240"/>
                </a:lnTo>
                <a:lnTo>
                  <a:pt x="26416" y="14732"/>
                </a:lnTo>
                <a:close/>
              </a:path>
              <a:path w="64135" h="50800">
                <a:moveTo>
                  <a:pt x="26428" y="37465"/>
                </a:moveTo>
                <a:lnTo>
                  <a:pt x="25120" y="37338"/>
                </a:lnTo>
                <a:lnTo>
                  <a:pt x="25349" y="37211"/>
                </a:lnTo>
                <a:lnTo>
                  <a:pt x="25006" y="37211"/>
                </a:lnTo>
                <a:lnTo>
                  <a:pt x="25273" y="37084"/>
                </a:lnTo>
                <a:lnTo>
                  <a:pt x="24968" y="36957"/>
                </a:lnTo>
                <a:lnTo>
                  <a:pt x="25120" y="36830"/>
                </a:lnTo>
                <a:lnTo>
                  <a:pt x="25146" y="36576"/>
                </a:lnTo>
                <a:lnTo>
                  <a:pt x="25527" y="36576"/>
                </a:lnTo>
                <a:lnTo>
                  <a:pt x="25501" y="36322"/>
                </a:lnTo>
                <a:lnTo>
                  <a:pt x="24968" y="36322"/>
                </a:lnTo>
                <a:lnTo>
                  <a:pt x="24422" y="36322"/>
                </a:lnTo>
                <a:lnTo>
                  <a:pt x="24549" y="36703"/>
                </a:lnTo>
                <a:lnTo>
                  <a:pt x="24638" y="37465"/>
                </a:lnTo>
                <a:lnTo>
                  <a:pt x="26428" y="37465"/>
                </a:lnTo>
                <a:close/>
              </a:path>
              <a:path w="64135" h="50800">
                <a:moveTo>
                  <a:pt x="26454" y="29591"/>
                </a:moveTo>
                <a:lnTo>
                  <a:pt x="26441" y="29464"/>
                </a:lnTo>
                <a:lnTo>
                  <a:pt x="26314" y="29591"/>
                </a:lnTo>
                <a:lnTo>
                  <a:pt x="26454" y="29591"/>
                </a:lnTo>
                <a:close/>
              </a:path>
              <a:path w="64135" h="50800">
                <a:moveTo>
                  <a:pt x="26568" y="22733"/>
                </a:moveTo>
                <a:lnTo>
                  <a:pt x="26441" y="22987"/>
                </a:lnTo>
                <a:lnTo>
                  <a:pt x="26276" y="22733"/>
                </a:lnTo>
                <a:lnTo>
                  <a:pt x="26149" y="22479"/>
                </a:lnTo>
                <a:lnTo>
                  <a:pt x="26073" y="22225"/>
                </a:lnTo>
                <a:lnTo>
                  <a:pt x="25933" y="22352"/>
                </a:lnTo>
                <a:lnTo>
                  <a:pt x="25933" y="22733"/>
                </a:lnTo>
                <a:lnTo>
                  <a:pt x="25666" y="22606"/>
                </a:lnTo>
                <a:lnTo>
                  <a:pt x="25933" y="22733"/>
                </a:lnTo>
                <a:lnTo>
                  <a:pt x="25933" y="22352"/>
                </a:lnTo>
                <a:lnTo>
                  <a:pt x="25895" y="22225"/>
                </a:lnTo>
                <a:lnTo>
                  <a:pt x="25819" y="21971"/>
                </a:lnTo>
                <a:lnTo>
                  <a:pt x="25654" y="21590"/>
                </a:lnTo>
                <a:lnTo>
                  <a:pt x="25463" y="21336"/>
                </a:lnTo>
                <a:lnTo>
                  <a:pt x="25273" y="21336"/>
                </a:lnTo>
                <a:lnTo>
                  <a:pt x="25463" y="21590"/>
                </a:lnTo>
                <a:lnTo>
                  <a:pt x="25514" y="21844"/>
                </a:lnTo>
                <a:lnTo>
                  <a:pt x="25234" y="21717"/>
                </a:lnTo>
                <a:lnTo>
                  <a:pt x="24803" y="21971"/>
                </a:lnTo>
                <a:lnTo>
                  <a:pt x="24866" y="22225"/>
                </a:lnTo>
                <a:lnTo>
                  <a:pt x="24371" y="22225"/>
                </a:lnTo>
                <a:lnTo>
                  <a:pt x="24142" y="22352"/>
                </a:lnTo>
                <a:lnTo>
                  <a:pt x="23990" y="22225"/>
                </a:lnTo>
                <a:lnTo>
                  <a:pt x="23787" y="22225"/>
                </a:lnTo>
                <a:lnTo>
                  <a:pt x="23787" y="22479"/>
                </a:lnTo>
                <a:lnTo>
                  <a:pt x="23520" y="22733"/>
                </a:lnTo>
                <a:lnTo>
                  <a:pt x="22682" y="22733"/>
                </a:lnTo>
                <a:lnTo>
                  <a:pt x="22682" y="22479"/>
                </a:lnTo>
                <a:lnTo>
                  <a:pt x="23787" y="22479"/>
                </a:lnTo>
                <a:lnTo>
                  <a:pt x="23787" y="22225"/>
                </a:lnTo>
                <a:lnTo>
                  <a:pt x="22479" y="22225"/>
                </a:lnTo>
                <a:lnTo>
                  <a:pt x="22491" y="22479"/>
                </a:lnTo>
                <a:lnTo>
                  <a:pt x="19634" y="22479"/>
                </a:lnTo>
                <a:lnTo>
                  <a:pt x="19481" y="22733"/>
                </a:lnTo>
                <a:lnTo>
                  <a:pt x="20675" y="22733"/>
                </a:lnTo>
                <a:lnTo>
                  <a:pt x="20891" y="22987"/>
                </a:lnTo>
                <a:lnTo>
                  <a:pt x="21107" y="23241"/>
                </a:lnTo>
                <a:lnTo>
                  <a:pt x="21691" y="23241"/>
                </a:lnTo>
                <a:lnTo>
                  <a:pt x="24180" y="22987"/>
                </a:lnTo>
                <a:lnTo>
                  <a:pt x="23685" y="22987"/>
                </a:lnTo>
                <a:lnTo>
                  <a:pt x="24142" y="22860"/>
                </a:lnTo>
                <a:lnTo>
                  <a:pt x="24130" y="22733"/>
                </a:lnTo>
                <a:lnTo>
                  <a:pt x="24396" y="22733"/>
                </a:lnTo>
                <a:lnTo>
                  <a:pt x="24574" y="22733"/>
                </a:lnTo>
                <a:lnTo>
                  <a:pt x="24803" y="22733"/>
                </a:lnTo>
                <a:lnTo>
                  <a:pt x="24942" y="22860"/>
                </a:lnTo>
                <a:lnTo>
                  <a:pt x="25006" y="22733"/>
                </a:lnTo>
                <a:lnTo>
                  <a:pt x="25069" y="22479"/>
                </a:lnTo>
                <a:lnTo>
                  <a:pt x="25260" y="22479"/>
                </a:lnTo>
                <a:lnTo>
                  <a:pt x="25082" y="22339"/>
                </a:lnTo>
                <a:lnTo>
                  <a:pt x="25400" y="22479"/>
                </a:lnTo>
                <a:lnTo>
                  <a:pt x="25260" y="22479"/>
                </a:lnTo>
                <a:lnTo>
                  <a:pt x="25209" y="22733"/>
                </a:lnTo>
                <a:lnTo>
                  <a:pt x="25488" y="22733"/>
                </a:lnTo>
                <a:lnTo>
                  <a:pt x="25006" y="22860"/>
                </a:lnTo>
                <a:lnTo>
                  <a:pt x="25615" y="22987"/>
                </a:lnTo>
                <a:lnTo>
                  <a:pt x="25781" y="23241"/>
                </a:lnTo>
                <a:lnTo>
                  <a:pt x="24333" y="23241"/>
                </a:lnTo>
                <a:lnTo>
                  <a:pt x="24269" y="23380"/>
                </a:lnTo>
                <a:lnTo>
                  <a:pt x="24053" y="23241"/>
                </a:lnTo>
                <a:lnTo>
                  <a:pt x="24155" y="23495"/>
                </a:lnTo>
                <a:lnTo>
                  <a:pt x="24485" y="23495"/>
                </a:lnTo>
                <a:lnTo>
                  <a:pt x="26060" y="23495"/>
                </a:lnTo>
                <a:lnTo>
                  <a:pt x="26441" y="23749"/>
                </a:lnTo>
                <a:lnTo>
                  <a:pt x="26339" y="23495"/>
                </a:lnTo>
                <a:lnTo>
                  <a:pt x="26301" y="23241"/>
                </a:lnTo>
                <a:lnTo>
                  <a:pt x="26543" y="22987"/>
                </a:lnTo>
                <a:lnTo>
                  <a:pt x="26568" y="22733"/>
                </a:lnTo>
                <a:close/>
              </a:path>
              <a:path w="64135" h="50800">
                <a:moveTo>
                  <a:pt x="26581" y="12954"/>
                </a:moveTo>
                <a:lnTo>
                  <a:pt x="20167" y="12954"/>
                </a:lnTo>
                <a:lnTo>
                  <a:pt x="19913" y="12954"/>
                </a:lnTo>
                <a:lnTo>
                  <a:pt x="19672" y="12700"/>
                </a:lnTo>
                <a:lnTo>
                  <a:pt x="19761" y="13208"/>
                </a:lnTo>
                <a:lnTo>
                  <a:pt x="19913" y="13309"/>
                </a:lnTo>
                <a:lnTo>
                  <a:pt x="19913" y="13106"/>
                </a:lnTo>
                <a:lnTo>
                  <a:pt x="26568" y="13208"/>
                </a:lnTo>
                <a:lnTo>
                  <a:pt x="26581" y="12954"/>
                </a:lnTo>
                <a:close/>
              </a:path>
              <a:path w="64135" h="50800">
                <a:moveTo>
                  <a:pt x="26657" y="12065"/>
                </a:moveTo>
                <a:lnTo>
                  <a:pt x="20370" y="12065"/>
                </a:lnTo>
                <a:lnTo>
                  <a:pt x="20459" y="12446"/>
                </a:lnTo>
                <a:lnTo>
                  <a:pt x="20104" y="12065"/>
                </a:lnTo>
                <a:lnTo>
                  <a:pt x="19596" y="12065"/>
                </a:lnTo>
                <a:lnTo>
                  <a:pt x="19977" y="12446"/>
                </a:lnTo>
                <a:lnTo>
                  <a:pt x="19799" y="12446"/>
                </a:lnTo>
                <a:lnTo>
                  <a:pt x="19685" y="12700"/>
                </a:lnTo>
                <a:lnTo>
                  <a:pt x="19926" y="12827"/>
                </a:lnTo>
                <a:lnTo>
                  <a:pt x="19939" y="12700"/>
                </a:lnTo>
                <a:lnTo>
                  <a:pt x="26606" y="12700"/>
                </a:lnTo>
                <a:lnTo>
                  <a:pt x="26657" y="12065"/>
                </a:lnTo>
                <a:close/>
              </a:path>
              <a:path w="64135" h="50800">
                <a:moveTo>
                  <a:pt x="26746" y="10287"/>
                </a:moveTo>
                <a:lnTo>
                  <a:pt x="17640" y="10287"/>
                </a:lnTo>
                <a:lnTo>
                  <a:pt x="16751" y="10541"/>
                </a:lnTo>
                <a:lnTo>
                  <a:pt x="17056" y="10541"/>
                </a:lnTo>
                <a:lnTo>
                  <a:pt x="17195" y="10668"/>
                </a:lnTo>
                <a:lnTo>
                  <a:pt x="17373" y="10541"/>
                </a:lnTo>
                <a:lnTo>
                  <a:pt x="26746" y="10541"/>
                </a:lnTo>
                <a:lnTo>
                  <a:pt x="26746" y="10287"/>
                </a:lnTo>
                <a:close/>
              </a:path>
              <a:path w="64135" h="50800">
                <a:moveTo>
                  <a:pt x="26771" y="9271"/>
                </a:moveTo>
                <a:lnTo>
                  <a:pt x="19964" y="9271"/>
                </a:lnTo>
                <a:lnTo>
                  <a:pt x="20053" y="9017"/>
                </a:lnTo>
                <a:lnTo>
                  <a:pt x="19659" y="9271"/>
                </a:lnTo>
                <a:lnTo>
                  <a:pt x="18681" y="9271"/>
                </a:lnTo>
                <a:lnTo>
                  <a:pt x="18402" y="9525"/>
                </a:lnTo>
                <a:lnTo>
                  <a:pt x="18161" y="9525"/>
                </a:lnTo>
                <a:lnTo>
                  <a:pt x="17881" y="9779"/>
                </a:lnTo>
                <a:lnTo>
                  <a:pt x="17424" y="10033"/>
                </a:lnTo>
                <a:lnTo>
                  <a:pt x="17233" y="10033"/>
                </a:lnTo>
                <a:lnTo>
                  <a:pt x="17437" y="10172"/>
                </a:lnTo>
                <a:lnTo>
                  <a:pt x="17551" y="10033"/>
                </a:lnTo>
                <a:lnTo>
                  <a:pt x="26758" y="10033"/>
                </a:lnTo>
                <a:lnTo>
                  <a:pt x="26771" y="9271"/>
                </a:lnTo>
                <a:close/>
              </a:path>
              <a:path w="64135" h="50800">
                <a:moveTo>
                  <a:pt x="26885" y="8636"/>
                </a:moveTo>
                <a:lnTo>
                  <a:pt x="20408" y="8636"/>
                </a:lnTo>
                <a:lnTo>
                  <a:pt x="20104" y="8382"/>
                </a:lnTo>
                <a:lnTo>
                  <a:pt x="20104" y="8890"/>
                </a:lnTo>
                <a:lnTo>
                  <a:pt x="20256" y="8890"/>
                </a:lnTo>
                <a:lnTo>
                  <a:pt x="20447" y="8890"/>
                </a:lnTo>
                <a:lnTo>
                  <a:pt x="20421" y="8763"/>
                </a:lnTo>
                <a:lnTo>
                  <a:pt x="20535" y="8890"/>
                </a:lnTo>
                <a:lnTo>
                  <a:pt x="26784" y="8890"/>
                </a:lnTo>
                <a:lnTo>
                  <a:pt x="26885" y="8636"/>
                </a:lnTo>
                <a:close/>
              </a:path>
              <a:path w="64135" h="50800">
                <a:moveTo>
                  <a:pt x="27076" y="7620"/>
                </a:moveTo>
                <a:lnTo>
                  <a:pt x="2997" y="7620"/>
                </a:lnTo>
                <a:lnTo>
                  <a:pt x="2679" y="7620"/>
                </a:lnTo>
                <a:lnTo>
                  <a:pt x="2540" y="7620"/>
                </a:lnTo>
                <a:lnTo>
                  <a:pt x="2159" y="7747"/>
                </a:lnTo>
                <a:lnTo>
                  <a:pt x="1981" y="7620"/>
                </a:lnTo>
                <a:lnTo>
                  <a:pt x="1981" y="7797"/>
                </a:lnTo>
                <a:lnTo>
                  <a:pt x="1739" y="7874"/>
                </a:lnTo>
                <a:lnTo>
                  <a:pt x="1854" y="8128"/>
                </a:lnTo>
                <a:lnTo>
                  <a:pt x="2006" y="8382"/>
                </a:lnTo>
                <a:lnTo>
                  <a:pt x="19723" y="8382"/>
                </a:lnTo>
                <a:lnTo>
                  <a:pt x="19723" y="8636"/>
                </a:lnTo>
                <a:lnTo>
                  <a:pt x="19862" y="8636"/>
                </a:lnTo>
                <a:lnTo>
                  <a:pt x="19913" y="8382"/>
                </a:lnTo>
                <a:lnTo>
                  <a:pt x="20104" y="8382"/>
                </a:lnTo>
                <a:lnTo>
                  <a:pt x="26974" y="8382"/>
                </a:lnTo>
                <a:lnTo>
                  <a:pt x="27076" y="7620"/>
                </a:lnTo>
                <a:close/>
              </a:path>
              <a:path w="64135" h="50800">
                <a:moveTo>
                  <a:pt x="27546" y="47205"/>
                </a:moveTo>
                <a:lnTo>
                  <a:pt x="27305" y="47028"/>
                </a:lnTo>
                <a:lnTo>
                  <a:pt x="27089" y="46621"/>
                </a:lnTo>
                <a:lnTo>
                  <a:pt x="27165" y="47205"/>
                </a:lnTo>
                <a:lnTo>
                  <a:pt x="27241" y="47015"/>
                </a:lnTo>
                <a:lnTo>
                  <a:pt x="27317" y="47358"/>
                </a:lnTo>
                <a:lnTo>
                  <a:pt x="27317" y="47218"/>
                </a:lnTo>
                <a:lnTo>
                  <a:pt x="27546" y="47205"/>
                </a:lnTo>
                <a:close/>
              </a:path>
              <a:path w="64135" h="50800">
                <a:moveTo>
                  <a:pt x="27546" y="30353"/>
                </a:moveTo>
                <a:lnTo>
                  <a:pt x="27520" y="30226"/>
                </a:lnTo>
                <a:lnTo>
                  <a:pt x="27305" y="30226"/>
                </a:lnTo>
                <a:lnTo>
                  <a:pt x="27266" y="30353"/>
                </a:lnTo>
                <a:lnTo>
                  <a:pt x="26949" y="30353"/>
                </a:lnTo>
                <a:lnTo>
                  <a:pt x="26885" y="29972"/>
                </a:lnTo>
                <a:lnTo>
                  <a:pt x="26670" y="29972"/>
                </a:lnTo>
                <a:lnTo>
                  <a:pt x="26670" y="29845"/>
                </a:lnTo>
                <a:lnTo>
                  <a:pt x="26454" y="29972"/>
                </a:lnTo>
                <a:lnTo>
                  <a:pt x="26339" y="30099"/>
                </a:lnTo>
                <a:lnTo>
                  <a:pt x="26225" y="30226"/>
                </a:lnTo>
                <a:lnTo>
                  <a:pt x="26174" y="30353"/>
                </a:lnTo>
                <a:lnTo>
                  <a:pt x="26047" y="30607"/>
                </a:lnTo>
                <a:lnTo>
                  <a:pt x="25793" y="30607"/>
                </a:lnTo>
                <a:lnTo>
                  <a:pt x="25742" y="30861"/>
                </a:lnTo>
                <a:lnTo>
                  <a:pt x="25641" y="31369"/>
                </a:lnTo>
                <a:lnTo>
                  <a:pt x="25539" y="31877"/>
                </a:lnTo>
                <a:lnTo>
                  <a:pt x="25349" y="32004"/>
                </a:lnTo>
                <a:lnTo>
                  <a:pt x="25349" y="32131"/>
                </a:lnTo>
                <a:lnTo>
                  <a:pt x="26212" y="32131"/>
                </a:lnTo>
                <a:lnTo>
                  <a:pt x="26327" y="31750"/>
                </a:lnTo>
                <a:lnTo>
                  <a:pt x="26428" y="31496"/>
                </a:lnTo>
                <a:lnTo>
                  <a:pt x="26517" y="31369"/>
                </a:lnTo>
                <a:lnTo>
                  <a:pt x="26593" y="31242"/>
                </a:lnTo>
                <a:lnTo>
                  <a:pt x="26746" y="31115"/>
                </a:lnTo>
                <a:lnTo>
                  <a:pt x="26822" y="30861"/>
                </a:lnTo>
                <a:lnTo>
                  <a:pt x="26898" y="30734"/>
                </a:lnTo>
                <a:lnTo>
                  <a:pt x="26974" y="30607"/>
                </a:lnTo>
                <a:lnTo>
                  <a:pt x="26758" y="30480"/>
                </a:lnTo>
                <a:lnTo>
                  <a:pt x="27254" y="30607"/>
                </a:lnTo>
                <a:lnTo>
                  <a:pt x="27266" y="30480"/>
                </a:lnTo>
                <a:lnTo>
                  <a:pt x="27546" y="30353"/>
                </a:lnTo>
                <a:close/>
              </a:path>
              <a:path w="64135" h="50800">
                <a:moveTo>
                  <a:pt x="27698" y="13208"/>
                </a:moveTo>
                <a:lnTo>
                  <a:pt x="26568" y="13208"/>
                </a:lnTo>
                <a:lnTo>
                  <a:pt x="26543" y="13462"/>
                </a:lnTo>
                <a:lnTo>
                  <a:pt x="27698" y="13462"/>
                </a:lnTo>
                <a:lnTo>
                  <a:pt x="27698" y="13208"/>
                </a:lnTo>
                <a:close/>
              </a:path>
              <a:path w="64135" h="50800">
                <a:moveTo>
                  <a:pt x="27698" y="12700"/>
                </a:moveTo>
                <a:lnTo>
                  <a:pt x="26606" y="12700"/>
                </a:lnTo>
                <a:lnTo>
                  <a:pt x="26581" y="12954"/>
                </a:lnTo>
                <a:lnTo>
                  <a:pt x="27698" y="12954"/>
                </a:lnTo>
                <a:lnTo>
                  <a:pt x="27698" y="12700"/>
                </a:lnTo>
                <a:close/>
              </a:path>
              <a:path w="64135" h="50800">
                <a:moveTo>
                  <a:pt x="27711" y="11557"/>
                </a:moveTo>
                <a:lnTo>
                  <a:pt x="26720" y="11557"/>
                </a:lnTo>
                <a:lnTo>
                  <a:pt x="26720" y="11303"/>
                </a:lnTo>
                <a:lnTo>
                  <a:pt x="18529" y="11303"/>
                </a:lnTo>
                <a:lnTo>
                  <a:pt x="18516" y="11430"/>
                </a:lnTo>
                <a:lnTo>
                  <a:pt x="18199" y="11303"/>
                </a:lnTo>
                <a:lnTo>
                  <a:pt x="18249" y="11049"/>
                </a:lnTo>
                <a:lnTo>
                  <a:pt x="26733" y="11049"/>
                </a:lnTo>
                <a:lnTo>
                  <a:pt x="26733" y="10795"/>
                </a:lnTo>
                <a:lnTo>
                  <a:pt x="18021" y="10795"/>
                </a:lnTo>
                <a:lnTo>
                  <a:pt x="18021" y="11049"/>
                </a:lnTo>
                <a:lnTo>
                  <a:pt x="17957" y="11188"/>
                </a:lnTo>
                <a:lnTo>
                  <a:pt x="17716" y="11049"/>
                </a:lnTo>
                <a:lnTo>
                  <a:pt x="18021" y="11049"/>
                </a:lnTo>
                <a:lnTo>
                  <a:pt x="18021" y="10795"/>
                </a:lnTo>
                <a:lnTo>
                  <a:pt x="17335" y="10795"/>
                </a:lnTo>
                <a:lnTo>
                  <a:pt x="17487" y="11049"/>
                </a:lnTo>
                <a:lnTo>
                  <a:pt x="16840" y="11049"/>
                </a:lnTo>
                <a:lnTo>
                  <a:pt x="16548" y="11303"/>
                </a:lnTo>
                <a:lnTo>
                  <a:pt x="16560" y="11557"/>
                </a:lnTo>
                <a:lnTo>
                  <a:pt x="18503" y="11557"/>
                </a:lnTo>
                <a:lnTo>
                  <a:pt x="18834" y="11557"/>
                </a:lnTo>
                <a:lnTo>
                  <a:pt x="26708" y="11557"/>
                </a:lnTo>
                <a:lnTo>
                  <a:pt x="26657" y="12065"/>
                </a:lnTo>
                <a:lnTo>
                  <a:pt x="27698" y="12065"/>
                </a:lnTo>
                <a:lnTo>
                  <a:pt x="27711" y="11557"/>
                </a:lnTo>
                <a:close/>
              </a:path>
              <a:path w="64135" h="50800">
                <a:moveTo>
                  <a:pt x="27711" y="11049"/>
                </a:moveTo>
                <a:lnTo>
                  <a:pt x="26733" y="11049"/>
                </a:lnTo>
                <a:lnTo>
                  <a:pt x="26720" y="11303"/>
                </a:lnTo>
                <a:lnTo>
                  <a:pt x="27711" y="11303"/>
                </a:lnTo>
                <a:lnTo>
                  <a:pt x="27711" y="11049"/>
                </a:lnTo>
                <a:close/>
              </a:path>
              <a:path w="64135" h="50800">
                <a:moveTo>
                  <a:pt x="27711" y="10541"/>
                </a:moveTo>
                <a:lnTo>
                  <a:pt x="26746" y="10541"/>
                </a:lnTo>
                <a:lnTo>
                  <a:pt x="26733" y="10795"/>
                </a:lnTo>
                <a:lnTo>
                  <a:pt x="27711" y="10795"/>
                </a:lnTo>
                <a:lnTo>
                  <a:pt x="27711" y="10541"/>
                </a:lnTo>
                <a:close/>
              </a:path>
              <a:path w="64135" h="50800">
                <a:moveTo>
                  <a:pt x="27711" y="10033"/>
                </a:moveTo>
                <a:lnTo>
                  <a:pt x="26758" y="10033"/>
                </a:lnTo>
                <a:lnTo>
                  <a:pt x="26746" y="10287"/>
                </a:lnTo>
                <a:lnTo>
                  <a:pt x="27711" y="10287"/>
                </a:lnTo>
                <a:lnTo>
                  <a:pt x="27711" y="10033"/>
                </a:lnTo>
                <a:close/>
              </a:path>
              <a:path w="64135" h="50800">
                <a:moveTo>
                  <a:pt x="27838" y="12954"/>
                </a:moveTo>
                <a:lnTo>
                  <a:pt x="27698" y="12954"/>
                </a:lnTo>
                <a:lnTo>
                  <a:pt x="27698" y="13208"/>
                </a:lnTo>
                <a:lnTo>
                  <a:pt x="27838" y="13208"/>
                </a:lnTo>
                <a:lnTo>
                  <a:pt x="27838" y="12954"/>
                </a:lnTo>
                <a:close/>
              </a:path>
              <a:path w="64135" h="50800">
                <a:moveTo>
                  <a:pt x="27876" y="12065"/>
                </a:moveTo>
                <a:lnTo>
                  <a:pt x="27698" y="12065"/>
                </a:lnTo>
                <a:lnTo>
                  <a:pt x="27698" y="12700"/>
                </a:lnTo>
                <a:lnTo>
                  <a:pt x="27851" y="12700"/>
                </a:lnTo>
                <a:lnTo>
                  <a:pt x="27876" y="12065"/>
                </a:lnTo>
                <a:close/>
              </a:path>
              <a:path w="64135" h="50800">
                <a:moveTo>
                  <a:pt x="27914" y="11303"/>
                </a:moveTo>
                <a:lnTo>
                  <a:pt x="27711" y="11303"/>
                </a:lnTo>
                <a:lnTo>
                  <a:pt x="27711" y="11557"/>
                </a:lnTo>
                <a:lnTo>
                  <a:pt x="27901" y="11557"/>
                </a:lnTo>
                <a:lnTo>
                  <a:pt x="27914" y="11303"/>
                </a:lnTo>
                <a:close/>
              </a:path>
              <a:path w="64135" h="50800">
                <a:moveTo>
                  <a:pt x="27927" y="10795"/>
                </a:moveTo>
                <a:lnTo>
                  <a:pt x="27711" y="10795"/>
                </a:lnTo>
                <a:lnTo>
                  <a:pt x="27711" y="11049"/>
                </a:lnTo>
                <a:lnTo>
                  <a:pt x="27927" y="11049"/>
                </a:lnTo>
                <a:lnTo>
                  <a:pt x="27927" y="10795"/>
                </a:lnTo>
                <a:close/>
              </a:path>
              <a:path w="64135" h="50800">
                <a:moveTo>
                  <a:pt x="27952" y="10287"/>
                </a:moveTo>
                <a:lnTo>
                  <a:pt x="27711" y="10287"/>
                </a:lnTo>
                <a:lnTo>
                  <a:pt x="27711" y="10541"/>
                </a:lnTo>
                <a:lnTo>
                  <a:pt x="27940" y="10541"/>
                </a:lnTo>
                <a:lnTo>
                  <a:pt x="27952" y="10287"/>
                </a:lnTo>
                <a:close/>
              </a:path>
              <a:path w="64135" h="50800">
                <a:moveTo>
                  <a:pt x="27965" y="45897"/>
                </a:moveTo>
                <a:lnTo>
                  <a:pt x="27940" y="45681"/>
                </a:lnTo>
                <a:lnTo>
                  <a:pt x="27825" y="45897"/>
                </a:lnTo>
                <a:lnTo>
                  <a:pt x="27965" y="45897"/>
                </a:lnTo>
                <a:close/>
              </a:path>
              <a:path w="64135" h="50800">
                <a:moveTo>
                  <a:pt x="28003" y="50419"/>
                </a:moveTo>
                <a:lnTo>
                  <a:pt x="27940" y="49987"/>
                </a:lnTo>
                <a:lnTo>
                  <a:pt x="27940" y="50419"/>
                </a:lnTo>
                <a:close/>
              </a:path>
              <a:path w="64135" h="50800">
                <a:moveTo>
                  <a:pt x="28028" y="49263"/>
                </a:moveTo>
                <a:lnTo>
                  <a:pt x="27889" y="49149"/>
                </a:lnTo>
                <a:lnTo>
                  <a:pt x="27952" y="49517"/>
                </a:lnTo>
                <a:lnTo>
                  <a:pt x="27965" y="49301"/>
                </a:lnTo>
                <a:close/>
              </a:path>
              <a:path w="64135" h="50800">
                <a:moveTo>
                  <a:pt x="28257" y="36195"/>
                </a:moveTo>
                <a:lnTo>
                  <a:pt x="25438" y="36195"/>
                </a:lnTo>
                <a:lnTo>
                  <a:pt x="25501" y="36322"/>
                </a:lnTo>
                <a:lnTo>
                  <a:pt x="28194" y="36322"/>
                </a:lnTo>
                <a:lnTo>
                  <a:pt x="28257" y="36195"/>
                </a:lnTo>
                <a:close/>
              </a:path>
              <a:path w="64135" h="50800">
                <a:moveTo>
                  <a:pt x="28270" y="39624"/>
                </a:moveTo>
                <a:lnTo>
                  <a:pt x="26327" y="39497"/>
                </a:lnTo>
                <a:lnTo>
                  <a:pt x="26466" y="39624"/>
                </a:lnTo>
                <a:lnTo>
                  <a:pt x="25692" y="39497"/>
                </a:lnTo>
                <a:lnTo>
                  <a:pt x="23418" y="39331"/>
                </a:lnTo>
                <a:lnTo>
                  <a:pt x="23418" y="39751"/>
                </a:lnTo>
                <a:lnTo>
                  <a:pt x="23368" y="39878"/>
                </a:lnTo>
                <a:lnTo>
                  <a:pt x="23291" y="39751"/>
                </a:lnTo>
                <a:lnTo>
                  <a:pt x="23418" y="39751"/>
                </a:lnTo>
                <a:lnTo>
                  <a:pt x="23418" y="39331"/>
                </a:lnTo>
                <a:lnTo>
                  <a:pt x="22339" y="39243"/>
                </a:lnTo>
                <a:lnTo>
                  <a:pt x="18859" y="39370"/>
                </a:lnTo>
                <a:lnTo>
                  <a:pt x="14884" y="40132"/>
                </a:lnTo>
                <a:lnTo>
                  <a:pt x="15430" y="40132"/>
                </a:lnTo>
                <a:lnTo>
                  <a:pt x="15303" y="40259"/>
                </a:lnTo>
                <a:lnTo>
                  <a:pt x="15290" y="40386"/>
                </a:lnTo>
                <a:lnTo>
                  <a:pt x="15049" y="40386"/>
                </a:lnTo>
                <a:lnTo>
                  <a:pt x="15290" y="40487"/>
                </a:lnTo>
                <a:lnTo>
                  <a:pt x="15252" y="41148"/>
                </a:lnTo>
                <a:lnTo>
                  <a:pt x="15430" y="41402"/>
                </a:lnTo>
                <a:lnTo>
                  <a:pt x="15405" y="41021"/>
                </a:lnTo>
                <a:lnTo>
                  <a:pt x="15748" y="40767"/>
                </a:lnTo>
                <a:lnTo>
                  <a:pt x="16497" y="40767"/>
                </a:lnTo>
                <a:lnTo>
                  <a:pt x="16852" y="40640"/>
                </a:lnTo>
                <a:lnTo>
                  <a:pt x="16827" y="40894"/>
                </a:lnTo>
                <a:lnTo>
                  <a:pt x="16522" y="40767"/>
                </a:lnTo>
                <a:lnTo>
                  <a:pt x="16306" y="40894"/>
                </a:lnTo>
                <a:lnTo>
                  <a:pt x="16294" y="41021"/>
                </a:lnTo>
                <a:lnTo>
                  <a:pt x="16103" y="41021"/>
                </a:lnTo>
                <a:lnTo>
                  <a:pt x="16065" y="41529"/>
                </a:lnTo>
                <a:lnTo>
                  <a:pt x="24803" y="41529"/>
                </a:lnTo>
                <a:lnTo>
                  <a:pt x="24917" y="41668"/>
                </a:lnTo>
                <a:lnTo>
                  <a:pt x="25057" y="41529"/>
                </a:lnTo>
                <a:lnTo>
                  <a:pt x="25311" y="41529"/>
                </a:lnTo>
                <a:lnTo>
                  <a:pt x="25425" y="40894"/>
                </a:lnTo>
                <a:lnTo>
                  <a:pt x="25552" y="40894"/>
                </a:lnTo>
                <a:lnTo>
                  <a:pt x="25565" y="40767"/>
                </a:lnTo>
                <a:lnTo>
                  <a:pt x="24701" y="40767"/>
                </a:lnTo>
                <a:lnTo>
                  <a:pt x="24587" y="40894"/>
                </a:lnTo>
                <a:lnTo>
                  <a:pt x="24434" y="40767"/>
                </a:lnTo>
                <a:lnTo>
                  <a:pt x="24130" y="40767"/>
                </a:lnTo>
                <a:lnTo>
                  <a:pt x="24345" y="40640"/>
                </a:lnTo>
                <a:lnTo>
                  <a:pt x="24625" y="40640"/>
                </a:lnTo>
                <a:lnTo>
                  <a:pt x="24434" y="40767"/>
                </a:lnTo>
                <a:lnTo>
                  <a:pt x="24701" y="40767"/>
                </a:lnTo>
                <a:lnTo>
                  <a:pt x="24803" y="40640"/>
                </a:lnTo>
                <a:lnTo>
                  <a:pt x="25273" y="40640"/>
                </a:lnTo>
                <a:lnTo>
                  <a:pt x="25196" y="40513"/>
                </a:lnTo>
                <a:lnTo>
                  <a:pt x="25107" y="40386"/>
                </a:lnTo>
                <a:lnTo>
                  <a:pt x="24752" y="40386"/>
                </a:lnTo>
                <a:lnTo>
                  <a:pt x="23939" y="40767"/>
                </a:lnTo>
                <a:lnTo>
                  <a:pt x="23863" y="40640"/>
                </a:lnTo>
                <a:lnTo>
                  <a:pt x="23787" y="40513"/>
                </a:lnTo>
                <a:lnTo>
                  <a:pt x="23710" y="40386"/>
                </a:lnTo>
                <a:lnTo>
                  <a:pt x="22898" y="40386"/>
                </a:lnTo>
                <a:lnTo>
                  <a:pt x="22504" y="40259"/>
                </a:lnTo>
                <a:lnTo>
                  <a:pt x="22352" y="40386"/>
                </a:lnTo>
                <a:lnTo>
                  <a:pt x="22047" y="40259"/>
                </a:lnTo>
                <a:lnTo>
                  <a:pt x="22504" y="40259"/>
                </a:lnTo>
                <a:lnTo>
                  <a:pt x="24206" y="40259"/>
                </a:lnTo>
                <a:lnTo>
                  <a:pt x="24460" y="40259"/>
                </a:lnTo>
                <a:lnTo>
                  <a:pt x="24485" y="40132"/>
                </a:lnTo>
                <a:lnTo>
                  <a:pt x="24714" y="40259"/>
                </a:lnTo>
                <a:lnTo>
                  <a:pt x="24866" y="40132"/>
                </a:lnTo>
                <a:lnTo>
                  <a:pt x="25412" y="40132"/>
                </a:lnTo>
                <a:lnTo>
                  <a:pt x="25539" y="39878"/>
                </a:lnTo>
                <a:lnTo>
                  <a:pt x="25933" y="39878"/>
                </a:lnTo>
                <a:lnTo>
                  <a:pt x="25679" y="40132"/>
                </a:lnTo>
                <a:lnTo>
                  <a:pt x="26619" y="39878"/>
                </a:lnTo>
                <a:lnTo>
                  <a:pt x="26720" y="39751"/>
                </a:lnTo>
                <a:lnTo>
                  <a:pt x="26797" y="39878"/>
                </a:lnTo>
                <a:lnTo>
                  <a:pt x="27698" y="39878"/>
                </a:lnTo>
                <a:lnTo>
                  <a:pt x="27546" y="39751"/>
                </a:lnTo>
                <a:lnTo>
                  <a:pt x="28092" y="39751"/>
                </a:lnTo>
                <a:lnTo>
                  <a:pt x="28270" y="39624"/>
                </a:lnTo>
                <a:close/>
              </a:path>
              <a:path w="64135" h="50800">
                <a:moveTo>
                  <a:pt x="28282" y="21590"/>
                </a:moveTo>
                <a:lnTo>
                  <a:pt x="28270" y="21336"/>
                </a:lnTo>
                <a:lnTo>
                  <a:pt x="26047" y="21336"/>
                </a:lnTo>
                <a:lnTo>
                  <a:pt x="26111" y="22225"/>
                </a:lnTo>
                <a:lnTo>
                  <a:pt x="26301" y="22225"/>
                </a:lnTo>
                <a:lnTo>
                  <a:pt x="26631" y="22479"/>
                </a:lnTo>
                <a:lnTo>
                  <a:pt x="26670" y="22225"/>
                </a:lnTo>
                <a:lnTo>
                  <a:pt x="26809" y="22225"/>
                </a:lnTo>
                <a:lnTo>
                  <a:pt x="26809" y="22377"/>
                </a:lnTo>
                <a:lnTo>
                  <a:pt x="27038" y="22225"/>
                </a:lnTo>
                <a:lnTo>
                  <a:pt x="27025" y="21590"/>
                </a:lnTo>
                <a:lnTo>
                  <a:pt x="28257" y="21590"/>
                </a:lnTo>
                <a:close/>
              </a:path>
              <a:path w="64135" h="50800">
                <a:moveTo>
                  <a:pt x="28371" y="16383"/>
                </a:moveTo>
                <a:lnTo>
                  <a:pt x="28333" y="16129"/>
                </a:lnTo>
                <a:lnTo>
                  <a:pt x="28194" y="16129"/>
                </a:lnTo>
                <a:lnTo>
                  <a:pt x="27952" y="16383"/>
                </a:lnTo>
                <a:lnTo>
                  <a:pt x="28371" y="16383"/>
                </a:lnTo>
                <a:close/>
              </a:path>
              <a:path w="64135" h="50800">
                <a:moveTo>
                  <a:pt x="28384" y="45161"/>
                </a:moveTo>
                <a:lnTo>
                  <a:pt x="28257" y="45135"/>
                </a:lnTo>
                <a:lnTo>
                  <a:pt x="28371" y="45351"/>
                </a:lnTo>
                <a:lnTo>
                  <a:pt x="28384" y="45161"/>
                </a:lnTo>
                <a:close/>
              </a:path>
              <a:path w="64135" h="50800">
                <a:moveTo>
                  <a:pt x="28448" y="29591"/>
                </a:moveTo>
                <a:lnTo>
                  <a:pt x="26454" y="29591"/>
                </a:lnTo>
                <a:lnTo>
                  <a:pt x="26301" y="29845"/>
                </a:lnTo>
                <a:lnTo>
                  <a:pt x="26670" y="29845"/>
                </a:lnTo>
                <a:lnTo>
                  <a:pt x="28448" y="29845"/>
                </a:lnTo>
                <a:lnTo>
                  <a:pt x="28448" y="29591"/>
                </a:lnTo>
                <a:close/>
              </a:path>
              <a:path w="64135" h="50800">
                <a:moveTo>
                  <a:pt x="28473" y="35687"/>
                </a:moveTo>
                <a:lnTo>
                  <a:pt x="28435" y="35560"/>
                </a:lnTo>
                <a:lnTo>
                  <a:pt x="25615" y="35560"/>
                </a:lnTo>
                <a:lnTo>
                  <a:pt x="25501" y="35687"/>
                </a:lnTo>
                <a:lnTo>
                  <a:pt x="28473" y="35687"/>
                </a:lnTo>
                <a:close/>
              </a:path>
              <a:path w="64135" h="50800">
                <a:moveTo>
                  <a:pt x="28473" y="32131"/>
                </a:moveTo>
                <a:lnTo>
                  <a:pt x="26212" y="32131"/>
                </a:lnTo>
                <a:lnTo>
                  <a:pt x="26149" y="32258"/>
                </a:lnTo>
                <a:lnTo>
                  <a:pt x="28473" y="32258"/>
                </a:lnTo>
                <a:lnTo>
                  <a:pt x="28473" y="32131"/>
                </a:lnTo>
                <a:close/>
              </a:path>
              <a:path w="64135" h="50800">
                <a:moveTo>
                  <a:pt x="28562" y="34417"/>
                </a:moveTo>
                <a:lnTo>
                  <a:pt x="28549" y="34290"/>
                </a:lnTo>
                <a:lnTo>
                  <a:pt x="25654" y="34290"/>
                </a:lnTo>
                <a:lnTo>
                  <a:pt x="25641" y="34417"/>
                </a:lnTo>
                <a:lnTo>
                  <a:pt x="28562" y="34417"/>
                </a:lnTo>
                <a:close/>
              </a:path>
              <a:path w="64135" h="50800">
                <a:moveTo>
                  <a:pt x="28575" y="34925"/>
                </a:moveTo>
                <a:lnTo>
                  <a:pt x="25628" y="34925"/>
                </a:lnTo>
                <a:lnTo>
                  <a:pt x="25628" y="35052"/>
                </a:lnTo>
                <a:lnTo>
                  <a:pt x="28575" y="35052"/>
                </a:lnTo>
                <a:lnTo>
                  <a:pt x="28575" y="34925"/>
                </a:lnTo>
                <a:close/>
              </a:path>
              <a:path w="64135" h="50800">
                <a:moveTo>
                  <a:pt x="28587" y="16383"/>
                </a:moveTo>
                <a:lnTo>
                  <a:pt x="28473" y="16129"/>
                </a:lnTo>
                <a:lnTo>
                  <a:pt x="28333" y="16129"/>
                </a:lnTo>
                <a:lnTo>
                  <a:pt x="28587" y="16383"/>
                </a:lnTo>
                <a:close/>
              </a:path>
              <a:path w="64135" h="50800">
                <a:moveTo>
                  <a:pt x="28638" y="49022"/>
                </a:moveTo>
                <a:lnTo>
                  <a:pt x="28460" y="48996"/>
                </a:lnTo>
                <a:lnTo>
                  <a:pt x="28638" y="49212"/>
                </a:lnTo>
                <a:lnTo>
                  <a:pt x="28638" y="49022"/>
                </a:lnTo>
                <a:close/>
              </a:path>
              <a:path w="64135" h="50800">
                <a:moveTo>
                  <a:pt x="28638" y="14986"/>
                </a:moveTo>
                <a:lnTo>
                  <a:pt x="28511" y="14732"/>
                </a:lnTo>
                <a:lnTo>
                  <a:pt x="28371" y="14732"/>
                </a:lnTo>
                <a:lnTo>
                  <a:pt x="28638" y="14986"/>
                </a:lnTo>
                <a:close/>
              </a:path>
              <a:path w="64135" h="50800">
                <a:moveTo>
                  <a:pt x="28663" y="16129"/>
                </a:moveTo>
                <a:lnTo>
                  <a:pt x="28486" y="15875"/>
                </a:lnTo>
                <a:lnTo>
                  <a:pt x="28473" y="16129"/>
                </a:lnTo>
                <a:lnTo>
                  <a:pt x="28663" y="16129"/>
                </a:lnTo>
                <a:close/>
              </a:path>
              <a:path w="64135" h="50800">
                <a:moveTo>
                  <a:pt x="28714" y="30099"/>
                </a:moveTo>
                <a:lnTo>
                  <a:pt x="28676" y="29845"/>
                </a:lnTo>
                <a:lnTo>
                  <a:pt x="28448" y="29845"/>
                </a:lnTo>
                <a:lnTo>
                  <a:pt x="28448" y="30099"/>
                </a:lnTo>
                <a:lnTo>
                  <a:pt x="28714" y="30099"/>
                </a:lnTo>
                <a:close/>
              </a:path>
              <a:path w="64135" h="50800">
                <a:moveTo>
                  <a:pt x="28740" y="28956"/>
                </a:moveTo>
                <a:lnTo>
                  <a:pt x="28448" y="28956"/>
                </a:lnTo>
                <a:lnTo>
                  <a:pt x="28448" y="29464"/>
                </a:lnTo>
                <a:lnTo>
                  <a:pt x="28663" y="29337"/>
                </a:lnTo>
                <a:lnTo>
                  <a:pt x="28587" y="29083"/>
                </a:lnTo>
                <a:lnTo>
                  <a:pt x="28740" y="29083"/>
                </a:lnTo>
                <a:lnTo>
                  <a:pt x="28740" y="28956"/>
                </a:lnTo>
                <a:close/>
              </a:path>
              <a:path w="64135" h="50800">
                <a:moveTo>
                  <a:pt x="28778" y="21336"/>
                </a:moveTo>
                <a:lnTo>
                  <a:pt x="28625" y="21082"/>
                </a:lnTo>
                <a:lnTo>
                  <a:pt x="28422" y="21336"/>
                </a:lnTo>
                <a:lnTo>
                  <a:pt x="28778" y="21336"/>
                </a:lnTo>
                <a:close/>
              </a:path>
              <a:path w="64135" h="50800">
                <a:moveTo>
                  <a:pt x="28803" y="35179"/>
                </a:moveTo>
                <a:lnTo>
                  <a:pt x="28587" y="35179"/>
                </a:lnTo>
                <a:lnTo>
                  <a:pt x="28511" y="35433"/>
                </a:lnTo>
                <a:lnTo>
                  <a:pt x="28435" y="35560"/>
                </a:lnTo>
                <a:lnTo>
                  <a:pt x="28587" y="35560"/>
                </a:lnTo>
                <a:lnTo>
                  <a:pt x="28663" y="35433"/>
                </a:lnTo>
                <a:lnTo>
                  <a:pt x="28740" y="35306"/>
                </a:lnTo>
                <a:lnTo>
                  <a:pt x="28803" y="35179"/>
                </a:lnTo>
                <a:close/>
              </a:path>
              <a:path w="64135" h="50800">
                <a:moveTo>
                  <a:pt x="28829" y="34417"/>
                </a:moveTo>
                <a:lnTo>
                  <a:pt x="28562" y="34417"/>
                </a:lnTo>
                <a:lnTo>
                  <a:pt x="28562" y="34671"/>
                </a:lnTo>
                <a:lnTo>
                  <a:pt x="28740" y="34544"/>
                </a:lnTo>
                <a:lnTo>
                  <a:pt x="28829" y="34417"/>
                </a:lnTo>
                <a:close/>
              </a:path>
              <a:path w="64135" h="50800">
                <a:moveTo>
                  <a:pt x="28829" y="34290"/>
                </a:moveTo>
                <a:lnTo>
                  <a:pt x="28816" y="34036"/>
                </a:lnTo>
                <a:lnTo>
                  <a:pt x="28613" y="33909"/>
                </a:lnTo>
                <a:lnTo>
                  <a:pt x="28549" y="34290"/>
                </a:lnTo>
                <a:lnTo>
                  <a:pt x="28829" y="34290"/>
                </a:lnTo>
                <a:close/>
              </a:path>
              <a:path w="64135" h="50800">
                <a:moveTo>
                  <a:pt x="28829" y="33909"/>
                </a:moveTo>
                <a:lnTo>
                  <a:pt x="28727" y="33655"/>
                </a:lnTo>
                <a:lnTo>
                  <a:pt x="28676" y="33147"/>
                </a:lnTo>
                <a:lnTo>
                  <a:pt x="28511" y="33274"/>
                </a:lnTo>
                <a:lnTo>
                  <a:pt x="28536" y="33909"/>
                </a:lnTo>
                <a:lnTo>
                  <a:pt x="28829" y="33909"/>
                </a:lnTo>
                <a:close/>
              </a:path>
              <a:path w="64135" h="50800">
                <a:moveTo>
                  <a:pt x="28879" y="46355"/>
                </a:moveTo>
                <a:lnTo>
                  <a:pt x="28638" y="46177"/>
                </a:lnTo>
                <a:lnTo>
                  <a:pt x="28663" y="46367"/>
                </a:lnTo>
                <a:lnTo>
                  <a:pt x="28562" y="46507"/>
                </a:lnTo>
                <a:lnTo>
                  <a:pt x="28879" y="46355"/>
                </a:lnTo>
                <a:close/>
              </a:path>
              <a:path w="64135" h="50800">
                <a:moveTo>
                  <a:pt x="28905" y="15240"/>
                </a:moveTo>
                <a:lnTo>
                  <a:pt x="28638" y="14986"/>
                </a:lnTo>
                <a:lnTo>
                  <a:pt x="28486" y="14986"/>
                </a:lnTo>
                <a:lnTo>
                  <a:pt x="28448" y="15240"/>
                </a:lnTo>
                <a:lnTo>
                  <a:pt x="28905" y="15240"/>
                </a:lnTo>
                <a:close/>
              </a:path>
              <a:path w="64135" h="50800">
                <a:moveTo>
                  <a:pt x="28917" y="15875"/>
                </a:moveTo>
                <a:lnTo>
                  <a:pt x="28460" y="15621"/>
                </a:lnTo>
                <a:lnTo>
                  <a:pt x="28295" y="15621"/>
                </a:lnTo>
                <a:lnTo>
                  <a:pt x="28295" y="15773"/>
                </a:lnTo>
                <a:lnTo>
                  <a:pt x="28321" y="16002"/>
                </a:lnTo>
                <a:lnTo>
                  <a:pt x="28448" y="15875"/>
                </a:lnTo>
                <a:lnTo>
                  <a:pt x="28917" y="15875"/>
                </a:lnTo>
                <a:close/>
              </a:path>
              <a:path w="64135" h="50800">
                <a:moveTo>
                  <a:pt x="28930" y="30226"/>
                </a:moveTo>
                <a:lnTo>
                  <a:pt x="28676" y="30353"/>
                </a:lnTo>
                <a:lnTo>
                  <a:pt x="28613" y="30226"/>
                </a:lnTo>
                <a:lnTo>
                  <a:pt x="28549" y="30099"/>
                </a:lnTo>
                <a:lnTo>
                  <a:pt x="28460" y="31877"/>
                </a:lnTo>
                <a:lnTo>
                  <a:pt x="28651" y="31877"/>
                </a:lnTo>
                <a:lnTo>
                  <a:pt x="28600" y="30988"/>
                </a:lnTo>
                <a:lnTo>
                  <a:pt x="28638" y="31115"/>
                </a:lnTo>
                <a:lnTo>
                  <a:pt x="28854" y="30988"/>
                </a:lnTo>
                <a:lnTo>
                  <a:pt x="28917" y="30353"/>
                </a:lnTo>
                <a:lnTo>
                  <a:pt x="28930" y="30226"/>
                </a:lnTo>
                <a:close/>
              </a:path>
              <a:path w="64135" h="50800">
                <a:moveTo>
                  <a:pt x="28968" y="25781"/>
                </a:moveTo>
                <a:lnTo>
                  <a:pt x="28714" y="25527"/>
                </a:lnTo>
                <a:lnTo>
                  <a:pt x="28879" y="25527"/>
                </a:lnTo>
                <a:lnTo>
                  <a:pt x="28956" y="25273"/>
                </a:lnTo>
                <a:lnTo>
                  <a:pt x="28448" y="25273"/>
                </a:lnTo>
                <a:lnTo>
                  <a:pt x="28448" y="28829"/>
                </a:lnTo>
                <a:lnTo>
                  <a:pt x="28778" y="28829"/>
                </a:lnTo>
                <a:lnTo>
                  <a:pt x="28714" y="27813"/>
                </a:lnTo>
                <a:lnTo>
                  <a:pt x="28968" y="27559"/>
                </a:lnTo>
                <a:lnTo>
                  <a:pt x="28968" y="25781"/>
                </a:lnTo>
                <a:close/>
              </a:path>
              <a:path w="64135" h="50800">
                <a:moveTo>
                  <a:pt x="28981" y="32004"/>
                </a:moveTo>
                <a:lnTo>
                  <a:pt x="28752" y="32004"/>
                </a:lnTo>
                <a:lnTo>
                  <a:pt x="28790" y="32131"/>
                </a:lnTo>
                <a:lnTo>
                  <a:pt x="28981" y="32004"/>
                </a:lnTo>
                <a:close/>
              </a:path>
              <a:path w="64135" h="50800">
                <a:moveTo>
                  <a:pt x="29222" y="21590"/>
                </a:moveTo>
                <a:lnTo>
                  <a:pt x="29070" y="21590"/>
                </a:lnTo>
                <a:lnTo>
                  <a:pt x="28790" y="21755"/>
                </a:lnTo>
                <a:lnTo>
                  <a:pt x="29146" y="21856"/>
                </a:lnTo>
                <a:lnTo>
                  <a:pt x="29222" y="21590"/>
                </a:lnTo>
                <a:close/>
              </a:path>
              <a:path w="64135" h="50800">
                <a:moveTo>
                  <a:pt x="29235" y="38227"/>
                </a:moveTo>
                <a:lnTo>
                  <a:pt x="28981" y="38227"/>
                </a:lnTo>
                <a:lnTo>
                  <a:pt x="29006" y="38354"/>
                </a:lnTo>
                <a:lnTo>
                  <a:pt x="29235" y="38227"/>
                </a:lnTo>
                <a:close/>
              </a:path>
              <a:path w="64135" h="50800">
                <a:moveTo>
                  <a:pt x="29273" y="14757"/>
                </a:moveTo>
                <a:lnTo>
                  <a:pt x="29044" y="14655"/>
                </a:lnTo>
                <a:lnTo>
                  <a:pt x="29044" y="14973"/>
                </a:lnTo>
                <a:lnTo>
                  <a:pt x="29273" y="14757"/>
                </a:lnTo>
                <a:close/>
              </a:path>
              <a:path w="64135" h="50800">
                <a:moveTo>
                  <a:pt x="29349" y="16129"/>
                </a:moveTo>
                <a:lnTo>
                  <a:pt x="28765" y="16129"/>
                </a:lnTo>
                <a:lnTo>
                  <a:pt x="28752" y="16383"/>
                </a:lnTo>
                <a:lnTo>
                  <a:pt x="29273" y="16383"/>
                </a:lnTo>
                <a:lnTo>
                  <a:pt x="29349" y="16129"/>
                </a:lnTo>
                <a:close/>
              </a:path>
              <a:path w="64135" h="50800">
                <a:moveTo>
                  <a:pt x="29438" y="8128"/>
                </a:moveTo>
                <a:lnTo>
                  <a:pt x="27787" y="8128"/>
                </a:lnTo>
                <a:lnTo>
                  <a:pt x="27609" y="8128"/>
                </a:lnTo>
                <a:lnTo>
                  <a:pt x="27482" y="8382"/>
                </a:lnTo>
                <a:lnTo>
                  <a:pt x="26974" y="8382"/>
                </a:lnTo>
                <a:lnTo>
                  <a:pt x="26885" y="8636"/>
                </a:lnTo>
                <a:lnTo>
                  <a:pt x="27673" y="8636"/>
                </a:lnTo>
                <a:lnTo>
                  <a:pt x="27711" y="10033"/>
                </a:lnTo>
                <a:lnTo>
                  <a:pt x="27978" y="10033"/>
                </a:lnTo>
                <a:lnTo>
                  <a:pt x="28054" y="8636"/>
                </a:lnTo>
                <a:lnTo>
                  <a:pt x="28359" y="8636"/>
                </a:lnTo>
                <a:lnTo>
                  <a:pt x="28308" y="8890"/>
                </a:lnTo>
                <a:lnTo>
                  <a:pt x="28562" y="8636"/>
                </a:lnTo>
                <a:lnTo>
                  <a:pt x="29006" y="8890"/>
                </a:lnTo>
                <a:lnTo>
                  <a:pt x="28981" y="9271"/>
                </a:lnTo>
                <a:lnTo>
                  <a:pt x="29210" y="9525"/>
                </a:lnTo>
                <a:lnTo>
                  <a:pt x="29349" y="9525"/>
                </a:lnTo>
                <a:lnTo>
                  <a:pt x="29413" y="8636"/>
                </a:lnTo>
                <a:lnTo>
                  <a:pt x="29438" y="8128"/>
                </a:lnTo>
                <a:close/>
              </a:path>
              <a:path w="64135" h="50800">
                <a:moveTo>
                  <a:pt x="29451" y="47129"/>
                </a:moveTo>
                <a:lnTo>
                  <a:pt x="29413" y="46901"/>
                </a:lnTo>
                <a:lnTo>
                  <a:pt x="29451" y="47129"/>
                </a:lnTo>
                <a:close/>
              </a:path>
              <a:path w="64135" h="50800">
                <a:moveTo>
                  <a:pt x="29476" y="21336"/>
                </a:moveTo>
                <a:lnTo>
                  <a:pt x="28778" y="21336"/>
                </a:lnTo>
                <a:lnTo>
                  <a:pt x="28829" y="21590"/>
                </a:lnTo>
                <a:lnTo>
                  <a:pt x="29019" y="21590"/>
                </a:lnTo>
                <a:lnTo>
                  <a:pt x="29476" y="21336"/>
                </a:lnTo>
                <a:close/>
              </a:path>
              <a:path w="64135" h="50800">
                <a:moveTo>
                  <a:pt x="29476" y="15621"/>
                </a:moveTo>
                <a:lnTo>
                  <a:pt x="29311" y="15621"/>
                </a:lnTo>
                <a:lnTo>
                  <a:pt x="29108" y="15621"/>
                </a:lnTo>
                <a:lnTo>
                  <a:pt x="28917" y="15875"/>
                </a:lnTo>
                <a:lnTo>
                  <a:pt x="29413" y="15875"/>
                </a:lnTo>
                <a:lnTo>
                  <a:pt x="29476" y="15621"/>
                </a:lnTo>
                <a:close/>
              </a:path>
              <a:path w="64135" h="50800">
                <a:moveTo>
                  <a:pt x="29565" y="546"/>
                </a:moveTo>
                <a:lnTo>
                  <a:pt x="29527" y="355"/>
                </a:lnTo>
                <a:lnTo>
                  <a:pt x="29451" y="546"/>
                </a:lnTo>
                <a:close/>
              </a:path>
              <a:path w="64135" h="50800">
                <a:moveTo>
                  <a:pt x="29629" y="46113"/>
                </a:moveTo>
                <a:lnTo>
                  <a:pt x="29476" y="46291"/>
                </a:lnTo>
                <a:lnTo>
                  <a:pt x="29629" y="46113"/>
                </a:lnTo>
                <a:close/>
              </a:path>
              <a:path w="64135" h="50800">
                <a:moveTo>
                  <a:pt x="29667" y="48133"/>
                </a:moveTo>
                <a:lnTo>
                  <a:pt x="29540" y="47853"/>
                </a:lnTo>
                <a:lnTo>
                  <a:pt x="29413" y="48006"/>
                </a:lnTo>
                <a:lnTo>
                  <a:pt x="29629" y="48247"/>
                </a:lnTo>
                <a:close/>
              </a:path>
              <a:path w="64135" h="50800">
                <a:moveTo>
                  <a:pt x="29857" y="49631"/>
                </a:moveTo>
                <a:lnTo>
                  <a:pt x="29730" y="49631"/>
                </a:lnTo>
                <a:lnTo>
                  <a:pt x="29692" y="49822"/>
                </a:lnTo>
                <a:lnTo>
                  <a:pt x="29768" y="49669"/>
                </a:lnTo>
                <a:close/>
              </a:path>
              <a:path w="64135" h="50800">
                <a:moveTo>
                  <a:pt x="29997" y="21590"/>
                </a:moveTo>
                <a:lnTo>
                  <a:pt x="29781" y="21590"/>
                </a:lnTo>
                <a:lnTo>
                  <a:pt x="29933" y="21336"/>
                </a:lnTo>
                <a:lnTo>
                  <a:pt x="29476" y="21336"/>
                </a:lnTo>
                <a:lnTo>
                  <a:pt x="29540" y="21590"/>
                </a:lnTo>
                <a:lnTo>
                  <a:pt x="29667" y="22225"/>
                </a:lnTo>
                <a:lnTo>
                  <a:pt x="29794" y="22479"/>
                </a:lnTo>
                <a:lnTo>
                  <a:pt x="29959" y="22733"/>
                </a:lnTo>
                <a:lnTo>
                  <a:pt x="29997" y="21590"/>
                </a:lnTo>
                <a:close/>
              </a:path>
              <a:path w="64135" h="50800">
                <a:moveTo>
                  <a:pt x="30149" y="8128"/>
                </a:moveTo>
                <a:lnTo>
                  <a:pt x="29438" y="8128"/>
                </a:lnTo>
                <a:lnTo>
                  <a:pt x="29565" y="8382"/>
                </a:lnTo>
                <a:lnTo>
                  <a:pt x="29616" y="8509"/>
                </a:lnTo>
                <a:lnTo>
                  <a:pt x="29819" y="8382"/>
                </a:lnTo>
                <a:lnTo>
                  <a:pt x="30022" y="8521"/>
                </a:lnTo>
                <a:lnTo>
                  <a:pt x="30073" y="8382"/>
                </a:lnTo>
                <a:lnTo>
                  <a:pt x="30149" y="8128"/>
                </a:lnTo>
                <a:close/>
              </a:path>
              <a:path w="64135" h="50800">
                <a:moveTo>
                  <a:pt x="30200" y="20828"/>
                </a:moveTo>
                <a:lnTo>
                  <a:pt x="26454" y="20828"/>
                </a:lnTo>
                <a:lnTo>
                  <a:pt x="26212" y="20828"/>
                </a:lnTo>
                <a:lnTo>
                  <a:pt x="26098" y="21082"/>
                </a:lnTo>
                <a:lnTo>
                  <a:pt x="28625" y="21082"/>
                </a:lnTo>
                <a:lnTo>
                  <a:pt x="30010" y="21082"/>
                </a:lnTo>
                <a:lnTo>
                  <a:pt x="30200" y="21082"/>
                </a:lnTo>
                <a:lnTo>
                  <a:pt x="30200" y="20828"/>
                </a:lnTo>
                <a:close/>
              </a:path>
              <a:path w="64135" h="50800">
                <a:moveTo>
                  <a:pt x="30251" y="45758"/>
                </a:moveTo>
                <a:lnTo>
                  <a:pt x="30124" y="45567"/>
                </a:lnTo>
                <a:lnTo>
                  <a:pt x="30124" y="45770"/>
                </a:lnTo>
                <a:lnTo>
                  <a:pt x="29933" y="45986"/>
                </a:lnTo>
                <a:lnTo>
                  <a:pt x="30060" y="46177"/>
                </a:lnTo>
                <a:lnTo>
                  <a:pt x="30099" y="45986"/>
                </a:lnTo>
                <a:lnTo>
                  <a:pt x="30251" y="45758"/>
                </a:lnTo>
                <a:close/>
              </a:path>
              <a:path w="64135" h="50800">
                <a:moveTo>
                  <a:pt x="30264" y="7366"/>
                </a:moveTo>
                <a:lnTo>
                  <a:pt x="30238" y="6858"/>
                </a:lnTo>
                <a:lnTo>
                  <a:pt x="3035" y="6858"/>
                </a:lnTo>
                <a:lnTo>
                  <a:pt x="2882" y="6858"/>
                </a:lnTo>
                <a:lnTo>
                  <a:pt x="2667" y="7112"/>
                </a:lnTo>
                <a:lnTo>
                  <a:pt x="3149" y="7366"/>
                </a:lnTo>
                <a:lnTo>
                  <a:pt x="30264" y="7366"/>
                </a:lnTo>
                <a:close/>
              </a:path>
              <a:path w="64135" h="50800">
                <a:moveTo>
                  <a:pt x="30289" y="25019"/>
                </a:moveTo>
                <a:lnTo>
                  <a:pt x="30086" y="25019"/>
                </a:lnTo>
                <a:lnTo>
                  <a:pt x="30111" y="26162"/>
                </a:lnTo>
                <a:lnTo>
                  <a:pt x="30238" y="28321"/>
                </a:lnTo>
                <a:lnTo>
                  <a:pt x="30289" y="25019"/>
                </a:lnTo>
                <a:close/>
              </a:path>
              <a:path w="64135" h="50800">
                <a:moveTo>
                  <a:pt x="30340" y="21336"/>
                </a:moveTo>
                <a:lnTo>
                  <a:pt x="30200" y="21336"/>
                </a:lnTo>
                <a:lnTo>
                  <a:pt x="30200" y="21082"/>
                </a:lnTo>
                <a:lnTo>
                  <a:pt x="30060" y="21221"/>
                </a:lnTo>
                <a:lnTo>
                  <a:pt x="30010" y="21082"/>
                </a:lnTo>
                <a:lnTo>
                  <a:pt x="29997" y="21272"/>
                </a:lnTo>
                <a:lnTo>
                  <a:pt x="29997" y="21501"/>
                </a:lnTo>
                <a:lnTo>
                  <a:pt x="30340" y="21336"/>
                </a:lnTo>
                <a:close/>
              </a:path>
              <a:path w="64135" h="50800">
                <a:moveTo>
                  <a:pt x="30416" y="29845"/>
                </a:moveTo>
                <a:lnTo>
                  <a:pt x="30378" y="29591"/>
                </a:lnTo>
                <a:lnTo>
                  <a:pt x="28448" y="29591"/>
                </a:lnTo>
                <a:lnTo>
                  <a:pt x="28676" y="29845"/>
                </a:lnTo>
                <a:lnTo>
                  <a:pt x="30416" y="29845"/>
                </a:lnTo>
                <a:close/>
              </a:path>
              <a:path w="64135" h="50800">
                <a:moveTo>
                  <a:pt x="30594" y="35052"/>
                </a:moveTo>
                <a:lnTo>
                  <a:pt x="30530" y="34925"/>
                </a:lnTo>
                <a:lnTo>
                  <a:pt x="28651" y="34925"/>
                </a:lnTo>
                <a:lnTo>
                  <a:pt x="28651" y="35052"/>
                </a:lnTo>
                <a:lnTo>
                  <a:pt x="30594" y="35052"/>
                </a:lnTo>
                <a:close/>
              </a:path>
              <a:path w="64135" h="50800">
                <a:moveTo>
                  <a:pt x="30594" y="32258"/>
                </a:moveTo>
                <a:lnTo>
                  <a:pt x="30581" y="32131"/>
                </a:lnTo>
                <a:lnTo>
                  <a:pt x="28905" y="32131"/>
                </a:lnTo>
                <a:lnTo>
                  <a:pt x="28638" y="32131"/>
                </a:lnTo>
                <a:lnTo>
                  <a:pt x="28663" y="32258"/>
                </a:lnTo>
                <a:lnTo>
                  <a:pt x="28816" y="32258"/>
                </a:lnTo>
                <a:lnTo>
                  <a:pt x="30594" y="32258"/>
                </a:lnTo>
                <a:close/>
              </a:path>
              <a:path w="64135" h="50800">
                <a:moveTo>
                  <a:pt x="30619" y="34290"/>
                </a:moveTo>
                <a:lnTo>
                  <a:pt x="28829" y="34290"/>
                </a:lnTo>
                <a:lnTo>
                  <a:pt x="28829" y="34417"/>
                </a:lnTo>
                <a:lnTo>
                  <a:pt x="30581" y="34417"/>
                </a:lnTo>
                <a:lnTo>
                  <a:pt x="30619" y="34290"/>
                </a:lnTo>
                <a:close/>
              </a:path>
              <a:path w="64135" h="50800">
                <a:moveTo>
                  <a:pt x="30683" y="36703"/>
                </a:moveTo>
                <a:lnTo>
                  <a:pt x="30022" y="36830"/>
                </a:lnTo>
                <a:lnTo>
                  <a:pt x="29324" y="36830"/>
                </a:lnTo>
                <a:lnTo>
                  <a:pt x="29006" y="36703"/>
                </a:lnTo>
                <a:lnTo>
                  <a:pt x="28956" y="36449"/>
                </a:lnTo>
                <a:lnTo>
                  <a:pt x="28803" y="36322"/>
                </a:lnTo>
                <a:lnTo>
                  <a:pt x="28194" y="36322"/>
                </a:lnTo>
                <a:lnTo>
                  <a:pt x="28130" y="36449"/>
                </a:lnTo>
                <a:lnTo>
                  <a:pt x="28689" y="36830"/>
                </a:lnTo>
                <a:lnTo>
                  <a:pt x="28956" y="37084"/>
                </a:lnTo>
                <a:lnTo>
                  <a:pt x="30391" y="37084"/>
                </a:lnTo>
                <a:lnTo>
                  <a:pt x="30492" y="36957"/>
                </a:lnTo>
                <a:lnTo>
                  <a:pt x="30581" y="36830"/>
                </a:lnTo>
                <a:lnTo>
                  <a:pt x="30683" y="36703"/>
                </a:lnTo>
                <a:close/>
              </a:path>
              <a:path w="64135" h="50800">
                <a:moveTo>
                  <a:pt x="30721" y="36195"/>
                </a:moveTo>
                <a:lnTo>
                  <a:pt x="28994" y="36195"/>
                </a:lnTo>
                <a:lnTo>
                  <a:pt x="28740" y="35941"/>
                </a:lnTo>
                <a:lnTo>
                  <a:pt x="28778" y="35687"/>
                </a:lnTo>
                <a:lnTo>
                  <a:pt x="28473" y="35687"/>
                </a:lnTo>
                <a:lnTo>
                  <a:pt x="28536" y="35941"/>
                </a:lnTo>
                <a:lnTo>
                  <a:pt x="28651" y="36195"/>
                </a:lnTo>
                <a:lnTo>
                  <a:pt x="28803" y="36322"/>
                </a:lnTo>
                <a:lnTo>
                  <a:pt x="30568" y="36322"/>
                </a:lnTo>
                <a:lnTo>
                  <a:pt x="30721" y="36195"/>
                </a:lnTo>
                <a:close/>
              </a:path>
              <a:path w="64135" h="50800">
                <a:moveTo>
                  <a:pt x="30848" y="32512"/>
                </a:moveTo>
                <a:lnTo>
                  <a:pt x="30607" y="32639"/>
                </a:lnTo>
                <a:lnTo>
                  <a:pt x="30708" y="33020"/>
                </a:lnTo>
                <a:lnTo>
                  <a:pt x="30835" y="33147"/>
                </a:lnTo>
                <a:lnTo>
                  <a:pt x="30848" y="32512"/>
                </a:lnTo>
                <a:close/>
              </a:path>
              <a:path w="64135" h="50800">
                <a:moveTo>
                  <a:pt x="30848" y="31369"/>
                </a:moveTo>
                <a:lnTo>
                  <a:pt x="30797" y="31242"/>
                </a:lnTo>
                <a:lnTo>
                  <a:pt x="30670" y="31369"/>
                </a:lnTo>
                <a:lnTo>
                  <a:pt x="30657" y="31496"/>
                </a:lnTo>
                <a:lnTo>
                  <a:pt x="30848" y="31369"/>
                </a:lnTo>
                <a:close/>
              </a:path>
              <a:path w="64135" h="50800">
                <a:moveTo>
                  <a:pt x="30861" y="35560"/>
                </a:moveTo>
                <a:lnTo>
                  <a:pt x="28803" y="35560"/>
                </a:lnTo>
                <a:lnTo>
                  <a:pt x="28778" y="35687"/>
                </a:lnTo>
                <a:lnTo>
                  <a:pt x="30835" y="35687"/>
                </a:lnTo>
                <a:lnTo>
                  <a:pt x="30861" y="35560"/>
                </a:lnTo>
                <a:close/>
              </a:path>
              <a:path w="64135" h="50800">
                <a:moveTo>
                  <a:pt x="31026" y="34925"/>
                </a:moveTo>
                <a:lnTo>
                  <a:pt x="30899" y="34417"/>
                </a:lnTo>
                <a:lnTo>
                  <a:pt x="30581" y="34417"/>
                </a:lnTo>
                <a:lnTo>
                  <a:pt x="30530" y="34925"/>
                </a:lnTo>
                <a:lnTo>
                  <a:pt x="31026" y="34925"/>
                </a:lnTo>
                <a:close/>
              </a:path>
              <a:path w="64135" h="50800">
                <a:moveTo>
                  <a:pt x="31038" y="32131"/>
                </a:moveTo>
                <a:lnTo>
                  <a:pt x="30657" y="32131"/>
                </a:lnTo>
                <a:lnTo>
                  <a:pt x="30670" y="32258"/>
                </a:lnTo>
                <a:lnTo>
                  <a:pt x="31038" y="32258"/>
                </a:lnTo>
                <a:lnTo>
                  <a:pt x="31038" y="32131"/>
                </a:lnTo>
                <a:close/>
              </a:path>
              <a:path w="64135" h="50800">
                <a:moveTo>
                  <a:pt x="31051" y="36830"/>
                </a:moveTo>
                <a:lnTo>
                  <a:pt x="30911" y="36703"/>
                </a:lnTo>
                <a:lnTo>
                  <a:pt x="30899" y="36957"/>
                </a:lnTo>
                <a:lnTo>
                  <a:pt x="31051" y="36830"/>
                </a:lnTo>
                <a:close/>
              </a:path>
              <a:path w="64135" h="50800">
                <a:moveTo>
                  <a:pt x="31064" y="16637"/>
                </a:moveTo>
                <a:lnTo>
                  <a:pt x="30391" y="16510"/>
                </a:lnTo>
                <a:lnTo>
                  <a:pt x="30213" y="16637"/>
                </a:lnTo>
                <a:lnTo>
                  <a:pt x="31064" y="16637"/>
                </a:lnTo>
                <a:close/>
              </a:path>
              <a:path w="64135" h="50800">
                <a:moveTo>
                  <a:pt x="31102" y="35560"/>
                </a:moveTo>
                <a:lnTo>
                  <a:pt x="31051" y="35052"/>
                </a:lnTo>
                <a:lnTo>
                  <a:pt x="30594" y="35052"/>
                </a:lnTo>
                <a:lnTo>
                  <a:pt x="30657" y="35179"/>
                </a:lnTo>
                <a:lnTo>
                  <a:pt x="30734" y="35306"/>
                </a:lnTo>
                <a:lnTo>
                  <a:pt x="30797" y="35433"/>
                </a:lnTo>
                <a:lnTo>
                  <a:pt x="30861" y="35560"/>
                </a:lnTo>
                <a:lnTo>
                  <a:pt x="31102" y="35560"/>
                </a:lnTo>
                <a:close/>
              </a:path>
              <a:path w="64135" h="50800">
                <a:moveTo>
                  <a:pt x="31127" y="36322"/>
                </a:moveTo>
                <a:lnTo>
                  <a:pt x="30568" y="36322"/>
                </a:lnTo>
                <a:lnTo>
                  <a:pt x="30594" y="36703"/>
                </a:lnTo>
                <a:lnTo>
                  <a:pt x="30772" y="36576"/>
                </a:lnTo>
                <a:lnTo>
                  <a:pt x="31000" y="36449"/>
                </a:lnTo>
                <a:lnTo>
                  <a:pt x="31127" y="36322"/>
                </a:lnTo>
                <a:close/>
              </a:path>
              <a:path w="64135" h="50800">
                <a:moveTo>
                  <a:pt x="31127" y="36195"/>
                </a:moveTo>
                <a:lnTo>
                  <a:pt x="31102" y="35687"/>
                </a:lnTo>
                <a:lnTo>
                  <a:pt x="30835" y="35687"/>
                </a:lnTo>
                <a:lnTo>
                  <a:pt x="30721" y="36195"/>
                </a:lnTo>
                <a:lnTo>
                  <a:pt x="31127" y="36195"/>
                </a:lnTo>
                <a:close/>
              </a:path>
              <a:path w="64135" h="50800">
                <a:moveTo>
                  <a:pt x="31203" y="22225"/>
                </a:moveTo>
                <a:lnTo>
                  <a:pt x="31191" y="21971"/>
                </a:lnTo>
                <a:lnTo>
                  <a:pt x="31013" y="21590"/>
                </a:lnTo>
                <a:lnTo>
                  <a:pt x="31064" y="21971"/>
                </a:lnTo>
                <a:lnTo>
                  <a:pt x="31203" y="22225"/>
                </a:lnTo>
                <a:close/>
              </a:path>
              <a:path w="64135" h="50800">
                <a:moveTo>
                  <a:pt x="31254" y="5461"/>
                </a:moveTo>
                <a:lnTo>
                  <a:pt x="30670" y="5207"/>
                </a:lnTo>
                <a:lnTo>
                  <a:pt x="30162" y="5207"/>
                </a:lnTo>
                <a:lnTo>
                  <a:pt x="30162" y="5346"/>
                </a:lnTo>
                <a:lnTo>
                  <a:pt x="29070" y="5207"/>
                </a:lnTo>
                <a:lnTo>
                  <a:pt x="27584" y="5207"/>
                </a:lnTo>
                <a:lnTo>
                  <a:pt x="27647" y="4064"/>
                </a:lnTo>
                <a:lnTo>
                  <a:pt x="27724" y="3556"/>
                </a:lnTo>
                <a:lnTo>
                  <a:pt x="28308" y="3556"/>
                </a:lnTo>
                <a:lnTo>
                  <a:pt x="28308" y="3429"/>
                </a:lnTo>
                <a:lnTo>
                  <a:pt x="28308" y="3175"/>
                </a:lnTo>
                <a:lnTo>
                  <a:pt x="27838" y="3302"/>
                </a:lnTo>
                <a:lnTo>
                  <a:pt x="27584" y="2921"/>
                </a:lnTo>
                <a:lnTo>
                  <a:pt x="26847" y="3429"/>
                </a:lnTo>
                <a:lnTo>
                  <a:pt x="26924" y="2921"/>
                </a:lnTo>
                <a:lnTo>
                  <a:pt x="26974" y="2540"/>
                </a:lnTo>
                <a:lnTo>
                  <a:pt x="27152" y="2540"/>
                </a:lnTo>
                <a:lnTo>
                  <a:pt x="27152" y="2286"/>
                </a:lnTo>
                <a:lnTo>
                  <a:pt x="26860" y="2286"/>
                </a:lnTo>
                <a:lnTo>
                  <a:pt x="26771" y="2413"/>
                </a:lnTo>
                <a:lnTo>
                  <a:pt x="26708" y="2286"/>
                </a:lnTo>
                <a:lnTo>
                  <a:pt x="26517" y="2286"/>
                </a:lnTo>
                <a:lnTo>
                  <a:pt x="26492" y="2413"/>
                </a:lnTo>
                <a:lnTo>
                  <a:pt x="26149" y="2286"/>
                </a:lnTo>
                <a:lnTo>
                  <a:pt x="25844" y="2286"/>
                </a:lnTo>
                <a:lnTo>
                  <a:pt x="25933" y="1524"/>
                </a:lnTo>
                <a:lnTo>
                  <a:pt x="25196" y="889"/>
                </a:lnTo>
                <a:lnTo>
                  <a:pt x="25311" y="0"/>
                </a:lnTo>
                <a:lnTo>
                  <a:pt x="24688" y="0"/>
                </a:lnTo>
                <a:lnTo>
                  <a:pt x="20167" y="3175"/>
                </a:lnTo>
                <a:lnTo>
                  <a:pt x="13068" y="4826"/>
                </a:lnTo>
                <a:lnTo>
                  <a:pt x="4991" y="5461"/>
                </a:lnTo>
                <a:lnTo>
                  <a:pt x="3670" y="5461"/>
                </a:lnTo>
                <a:lnTo>
                  <a:pt x="2514" y="5549"/>
                </a:lnTo>
                <a:lnTo>
                  <a:pt x="2514" y="6096"/>
                </a:lnTo>
                <a:lnTo>
                  <a:pt x="2247" y="5715"/>
                </a:lnTo>
                <a:lnTo>
                  <a:pt x="2438" y="5715"/>
                </a:lnTo>
                <a:lnTo>
                  <a:pt x="2514" y="6096"/>
                </a:lnTo>
                <a:lnTo>
                  <a:pt x="2514" y="5549"/>
                </a:lnTo>
                <a:lnTo>
                  <a:pt x="0" y="5715"/>
                </a:lnTo>
                <a:lnTo>
                  <a:pt x="114" y="6096"/>
                </a:lnTo>
                <a:lnTo>
                  <a:pt x="177" y="6350"/>
                </a:lnTo>
                <a:lnTo>
                  <a:pt x="774" y="6350"/>
                </a:lnTo>
                <a:lnTo>
                  <a:pt x="914" y="6477"/>
                </a:lnTo>
                <a:lnTo>
                  <a:pt x="952" y="6350"/>
                </a:lnTo>
                <a:lnTo>
                  <a:pt x="1295" y="6350"/>
                </a:lnTo>
                <a:lnTo>
                  <a:pt x="1498" y="6286"/>
                </a:lnTo>
                <a:lnTo>
                  <a:pt x="1485" y="6096"/>
                </a:lnTo>
                <a:lnTo>
                  <a:pt x="1244" y="5715"/>
                </a:lnTo>
                <a:lnTo>
                  <a:pt x="1498" y="5715"/>
                </a:lnTo>
                <a:lnTo>
                  <a:pt x="1498" y="6286"/>
                </a:lnTo>
                <a:lnTo>
                  <a:pt x="2108" y="6096"/>
                </a:lnTo>
                <a:lnTo>
                  <a:pt x="1917" y="6350"/>
                </a:lnTo>
                <a:lnTo>
                  <a:pt x="3162" y="6350"/>
                </a:lnTo>
                <a:lnTo>
                  <a:pt x="30213" y="6350"/>
                </a:lnTo>
                <a:lnTo>
                  <a:pt x="30187" y="5715"/>
                </a:lnTo>
                <a:lnTo>
                  <a:pt x="30175" y="5461"/>
                </a:lnTo>
                <a:lnTo>
                  <a:pt x="31254" y="5461"/>
                </a:lnTo>
                <a:close/>
              </a:path>
              <a:path w="64135" h="50800">
                <a:moveTo>
                  <a:pt x="31305" y="33020"/>
                </a:moveTo>
                <a:lnTo>
                  <a:pt x="31051" y="33147"/>
                </a:lnTo>
                <a:lnTo>
                  <a:pt x="31140" y="33274"/>
                </a:lnTo>
                <a:lnTo>
                  <a:pt x="31229" y="33401"/>
                </a:lnTo>
                <a:lnTo>
                  <a:pt x="31305" y="33020"/>
                </a:lnTo>
                <a:close/>
              </a:path>
              <a:path w="64135" h="50800">
                <a:moveTo>
                  <a:pt x="31369" y="29845"/>
                </a:moveTo>
                <a:lnTo>
                  <a:pt x="31318" y="29591"/>
                </a:lnTo>
                <a:lnTo>
                  <a:pt x="30480" y="29591"/>
                </a:lnTo>
                <a:lnTo>
                  <a:pt x="30480" y="29845"/>
                </a:lnTo>
                <a:lnTo>
                  <a:pt x="31369" y="29845"/>
                </a:lnTo>
                <a:close/>
              </a:path>
              <a:path w="64135" h="50800">
                <a:moveTo>
                  <a:pt x="31470" y="32258"/>
                </a:moveTo>
                <a:lnTo>
                  <a:pt x="31038" y="32258"/>
                </a:lnTo>
                <a:lnTo>
                  <a:pt x="31051" y="32766"/>
                </a:lnTo>
                <a:lnTo>
                  <a:pt x="31216" y="33020"/>
                </a:lnTo>
                <a:lnTo>
                  <a:pt x="31343" y="32639"/>
                </a:lnTo>
                <a:lnTo>
                  <a:pt x="31419" y="32385"/>
                </a:lnTo>
                <a:lnTo>
                  <a:pt x="31470" y="32258"/>
                </a:lnTo>
                <a:close/>
              </a:path>
              <a:path w="64135" h="50800">
                <a:moveTo>
                  <a:pt x="31623" y="16891"/>
                </a:moveTo>
                <a:lnTo>
                  <a:pt x="31343" y="16764"/>
                </a:lnTo>
                <a:lnTo>
                  <a:pt x="31445" y="16891"/>
                </a:lnTo>
                <a:lnTo>
                  <a:pt x="31623" y="16891"/>
                </a:lnTo>
                <a:close/>
              </a:path>
              <a:path w="64135" h="50800">
                <a:moveTo>
                  <a:pt x="31673" y="20320"/>
                </a:moveTo>
                <a:lnTo>
                  <a:pt x="24536" y="20320"/>
                </a:lnTo>
                <a:lnTo>
                  <a:pt x="24790" y="20574"/>
                </a:lnTo>
                <a:lnTo>
                  <a:pt x="25400" y="20574"/>
                </a:lnTo>
                <a:lnTo>
                  <a:pt x="25552" y="20713"/>
                </a:lnTo>
                <a:lnTo>
                  <a:pt x="25590" y="20574"/>
                </a:lnTo>
                <a:lnTo>
                  <a:pt x="25819" y="20574"/>
                </a:lnTo>
                <a:lnTo>
                  <a:pt x="25704" y="20828"/>
                </a:lnTo>
                <a:lnTo>
                  <a:pt x="26149" y="20828"/>
                </a:lnTo>
                <a:lnTo>
                  <a:pt x="26225" y="20574"/>
                </a:lnTo>
                <a:lnTo>
                  <a:pt x="26492" y="20574"/>
                </a:lnTo>
                <a:lnTo>
                  <a:pt x="31584" y="20828"/>
                </a:lnTo>
                <a:lnTo>
                  <a:pt x="31559" y="20574"/>
                </a:lnTo>
                <a:lnTo>
                  <a:pt x="31661" y="20828"/>
                </a:lnTo>
                <a:lnTo>
                  <a:pt x="31673" y="20320"/>
                </a:lnTo>
                <a:close/>
              </a:path>
              <a:path w="64135" h="50800">
                <a:moveTo>
                  <a:pt x="31762" y="24257"/>
                </a:moveTo>
                <a:lnTo>
                  <a:pt x="26733" y="24257"/>
                </a:lnTo>
                <a:lnTo>
                  <a:pt x="26771" y="24396"/>
                </a:lnTo>
                <a:lnTo>
                  <a:pt x="26555" y="24257"/>
                </a:lnTo>
                <a:lnTo>
                  <a:pt x="26631" y="24511"/>
                </a:lnTo>
                <a:lnTo>
                  <a:pt x="26695" y="24765"/>
                </a:lnTo>
                <a:lnTo>
                  <a:pt x="26809" y="25146"/>
                </a:lnTo>
                <a:lnTo>
                  <a:pt x="26911" y="25527"/>
                </a:lnTo>
                <a:lnTo>
                  <a:pt x="27038" y="25908"/>
                </a:lnTo>
                <a:lnTo>
                  <a:pt x="27165" y="26289"/>
                </a:lnTo>
                <a:lnTo>
                  <a:pt x="27292" y="26670"/>
                </a:lnTo>
                <a:lnTo>
                  <a:pt x="27343" y="26924"/>
                </a:lnTo>
                <a:lnTo>
                  <a:pt x="27457" y="27813"/>
                </a:lnTo>
                <a:lnTo>
                  <a:pt x="27355" y="26035"/>
                </a:lnTo>
                <a:lnTo>
                  <a:pt x="27254" y="25654"/>
                </a:lnTo>
                <a:lnTo>
                  <a:pt x="27127" y="24765"/>
                </a:lnTo>
                <a:lnTo>
                  <a:pt x="26911" y="24765"/>
                </a:lnTo>
                <a:lnTo>
                  <a:pt x="26822" y="24511"/>
                </a:lnTo>
                <a:lnTo>
                  <a:pt x="26987" y="24511"/>
                </a:lnTo>
                <a:lnTo>
                  <a:pt x="31737" y="24511"/>
                </a:lnTo>
                <a:lnTo>
                  <a:pt x="31762" y="24257"/>
                </a:lnTo>
                <a:close/>
              </a:path>
              <a:path w="64135" h="50800">
                <a:moveTo>
                  <a:pt x="31826" y="23749"/>
                </a:moveTo>
                <a:lnTo>
                  <a:pt x="26441" y="23749"/>
                </a:lnTo>
                <a:lnTo>
                  <a:pt x="26238" y="24003"/>
                </a:lnTo>
                <a:lnTo>
                  <a:pt x="26428" y="24003"/>
                </a:lnTo>
                <a:lnTo>
                  <a:pt x="31800" y="24003"/>
                </a:lnTo>
                <a:lnTo>
                  <a:pt x="31826" y="23749"/>
                </a:lnTo>
                <a:close/>
              </a:path>
              <a:path w="64135" h="50800">
                <a:moveTo>
                  <a:pt x="32461" y="24003"/>
                </a:moveTo>
                <a:lnTo>
                  <a:pt x="31800" y="24003"/>
                </a:lnTo>
                <a:lnTo>
                  <a:pt x="31762" y="24257"/>
                </a:lnTo>
                <a:lnTo>
                  <a:pt x="32016" y="24257"/>
                </a:lnTo>
                <a:lnTo>
                  <a:pt x="32042" y="24384"/>
                </a:lnTo>
                <a:lnTo>
                  <a:pt x="32461" y="24003"/>
                </a:lnTo>
                <a:close/>
              </a:path>
              <a:path w="64135" h="50800">
                <a:moveTo>
                  <a:pt x="32651" y="37973"/>
                </a:moveTo>
                <a:lnTo>
                  <a:pt x="32639" y="37846"/>
                </a:lnTo>
                <a:lnTo>
                  <a:pt x="32512" y="37973"/>
                </a:lnTo>
                <a:lnTo>
                  <a:pt x="31242" y="37973"/>
                </a:lnTo>
                <a:lnTo>
                  <a:pt x="30975" y="38011"/>
                </a:lnTo>
                <a:lnTo>
                  <a:pt x="30226" y="37846"/>
                </a:lnTo>
                <a:lnTo>
                  <a:pt x="28562" y="37846"/>
                </a:lnTo>
                <a:lnTo>
                  <a:pt x="28244" y="37719"/>
                </a:lnTo>
                <a:lnTo>
                  <a:pt x="27914" y="37592"/>
                </a:lnTo>
                <a:lnTo>
                  <a:pt x="26670" y="37592"/>
                </a:lnTo>
                <a:lnTo>
                  <a:pt x="26441" y="37592"/>
                </a:lnTo>
                <a:lnTo>
                  <a:pt x="25831" y="37592"/>
                </a:lnTo>
                <a:lnTo>
                  <a:pt x="25831" y="37973"/>
                </a:lnTo>
                <a:lnTo>
                  <a:pt x="25463" y="38100"/>
                </a:lnTo>
                <a:lnTo>
                  <a:pt x="25438" y="37973"/>
                </a:lnTo>
                <a:lnTo>
                  <a:pt x="25831" y="37973"/>
                </a:lnTo>
                <a:lnTo>
                  <a:pt x="25831" y="37592"/>
                </a:lnTo>
                <a:lnTo>
                  <a:pt x="24663" y="37592"/>
                </a:lnTo>
                <a:lnTo>
                  <a:pt x="24295" y="37592"/>
                </a:lnTo>
                <a:lnTo>
                  <a:pt x="23901" y="37592"/>
                </a:lnTo>
                <a:lnTo>
                  <a:pt x="24041" y="37719"/>
                </a:lnTo>
                <a:lnTo>
                  <a:pt x="23609" y="37719"/>
                </a:lnTo>
                <a:lnTo>
                  <a:pt x="23660" y="37592"/>
                </a:lnTo>
                <a:lnTo>
                  <a:pt x="23469" y="37719"/>
                </a:lnTo>
                <a:lnTo>
                  <a:pt x="23482" y="37592"/>
                </a:lnTo>
                <a:lnTo>
                  <a:pt x="23520" y="37211"/>
                </a:lnTo>
                <a:lnTo>
                  <a:pt x="23253" y="37084"/>
                </a:lnTo>
                <a:lnTo>
                  <a:pt x="23266" y="36322"/>
                </a:lnTo>
                <a:lnTo>
                  <a:pt x="22529" y="36322"/>
                </a:lnTo>
                <a:lnTo>
                  <a:pt x="22415" y="36830"/>
                </a:lnTo>
                <a:lnTo>
                  <a:pt x="22301" y="37211"/>
                </a:lnTo>
                <a:lnTo>
                  <a:pt x="22123" y="37211"/>
                </a:lnTo>
                <a:lnTo>
                  <a:pt x="22034" y="37592"/>
                </a:lnTo>
                <a:lnTo>
                  <a:pt x="21971" y="37338"/>
                </a:lnTo>
                <a:lnTo>
                  <a:pt x="22072" y="37211"/>
                </a:lnTo>
                <a:lnTo>
                  <a:pt x="21831" y="37211"/>
                </a:lnTo>
                <a:lnTo>
                  <a:pt x="21793" y="37084"/>
                </a:lnTo>
                <a:lnTo>
                  <a:pt x="21640" y="37084"/>
                </a:lnTo>
                <a:lnTo>
                  <a:pt x="21640" y="36957"/>
                </a:lnTo>
                <a:lnTo>
                  <a:pt x="22034" y="36830"/>
                </a:lnTo>
                <a:lnTo>
                  <a:pt x="21920" y="36576"/>
                </a:lnTo>
                <a:lnTo>
                  <a:pt x="21805" y="36322"/>
                </a:lnTo>
                <a:lnTo>
                  <a:pt x="21551" y="36322"/>
                </a:lnTo>
                <a:lnTo>
                  <a:pt x="21475" y="37211"/>
                </a:lnTo>
                <a:lnTo>
                  <a:pt x="21374" y="36322"/>
                </a:lnTo>
                <a:lnTo>
                  <a:pt x="20967" y="36322"/>
                </a:lnTo>
                <a:lnTo>
                  <a:pt x="21018" y="36576"/>
                </a:lnTo>
                <a:lnTo>
                  <a:pt x="20739" y="36703"/>
                </a:lnTo>
                <a:lnTo>
                  <a:pt x="20916" y="36830"/>
                </a:lnTo>
                <a:lnTo>
                  <a:pt x="20777" y="36957"/>
                </a:lnTo>
                <a:lnTo>
                  <a:pt x="20739" y="37084"/>
                </a:lnTo>
                <a:lnTo>
                  <a:pt x="20701" y="38481"/>
                </a:lnTo>
                <a:lnTo>
                  <a:pt x="20358" y="38354"/>
                </a:lnTo>
                <a:lnTo>
                  <a:pt x="20548" y="38354"/>
                </a:lnTo>
                <a:lnTo>
                  <a:pt x="20701" y="38481"/>
                </a:lnTo>
                <a:lnTo>
                  <a:pt x="20701" y="37071"/>
                </a:lnTo>
                <a:lnTo>
                  <a:pt x="20485" y="36957"/>
                </a:lnTo>
                <a:lnTo>
                  <a:pt x="20459" y="36703"/>
                </a:lnTo>
                <a:lnTo>
                  <a:pt x="20586" y="36576"/>
                </a:lnTo>
                <a:lnTo>
                  <a:pt x="20459" y="36449"/>
                </a:lnTo>
                <a:lnTo>
                  <a:pt x="20650" y="36449"/>
                </a:lnTo>
                <a:lnTo>
                  <a:pt x="20713" y="36322"/>
                </a:lnTo>
                <a:lnTo>
                  <a:pt x="20408" y="36322"/>
                </a:lnTo>
                <a:lnTo>
                  <a:pt x="20370" y="36195"/>
                </a:lnTo>
                <a:lnTo>
                  <a:pt x="20535" y="36195"/>
                </a:lnTo>
                <a:lnTo>
                  <a:pt x="20701" y="36080"/>
                </a:lnTo>
                <a:lnTo>
                  <a:pt x="20624" y="35814"/>
                </a:lnTo>
                <a:lnTo>
                  <a:pt x="20701" y="36080"/>
                </a:lnTo>
                <a:lnTo>
                  <a:pt x="20891" y="35941"/>
                </a:lnTo>
                <a:lnTo>
                  <a:pt x="20942" y="36195"/>
                </a:lnTo>
                <a:lnTo>
                  <a:pt x="21285" y="36195"/>
                </a:lnTo>
                <a:lnTo>
                  <a:pt x="21348" y="35941"/>
                </a:lnTo>
                <a:lnTo>
                  <a:pt x="21450" y="35687"/>
                </a:lnTo>
                <a:lnTo>
                  <a:pt x="20878" y="35687"/>
                </a:lnTo>
                <a:lnTo>
                  <a:pt x="20878" y="35814"/>
                </a:lnTo>
                <a:lnTo>
                  <a:pt x="20726" y="35687"/>
                </a:lnTo>
                <a:lnTo>
                  <a:pt x="20878" y="35687"/>
                </a:lnTo>
                <a:lnTo>
                  <a:pt x="20612" y="35560"/>
                </a:lnTo>
                <a:lnTo>
                  <a:pt x="21386" y="35560"/>
                </a:lnTo>
                <a:lnTo>
                  <a:pt x="21323" y="35179"/>
                </a:lnTo>
                <a:lnTo>
                  <a:pt x="21297" y="35052"/>
                </a:lnTo>
                <a:lnTo>
                  <a:pt x="21640" y="35052"/>
                </a:lnTo>
                <a:lnTo>
                  <a:pt x="21615" y="34925"/>
                </a:lnTo>
                <a:lnTo>
                  <a:pt x="21132" y="34925"/>
                </a:lnTo>
                <a:lnTo>
                  <a:pt x="21145" y="35052"/>
                </a:lnTo>
                <a:lnTo>
                  <a:pt x="20929" y="35052"/>
                </a:lnTo>
                <a:lnTo>
                  <a:pt x="20929" y="35433"/>
                </a:lnTo>
                <a:lnTo>
                  <a:pt x="20688" y="35306"/>
                </a:lnTo>
                <a:lnTo>
                  <a:pt x="20726" y="35433"/>
                </a:lnTo>
                <a:lnTo>
                  <a:pt x="20624" y="35179"/>
                </a:lnTo>
                <a:lnTo>
                  <a:pt x="20789" y="35179"/>
                </a:lnTo>
                <a:lnTo>
                  <a:pt x="20866" y="35306"/>
                </a:lnTo>
                <a:lnTo>
                  <a:pt x="20929" y="35433"/>
                </a:lnTo>
                <a:lnTo>
                  <a:pt x="20929" y="35052"/>
                </a:lnTo>
                <a:lnTo>
                  <a:pt x="20358" y="35052"/>
                </a:lnTo>
                <a:lnTo>
                  <a:pt x="20548" y="34925"/>
                </a:lnTo>
                <a:lnTo>
                  <a:pt x="21132" y="34925"/>
                </a:lnTo>
                <a:lnTo>
                  <a:pt x="21094" y="34671"/>
                </a:lnTo>
                <a:lnTo>
                  <a:pt x="21082" y="34544"/>
                </a:lnTo>
                <a:lnTo>
                  <a:pt x="21285" y="34544"/>
                </a:lnTo>
                <a:lnTo>
                  <a:pt x="21259" y="34417"/>
                </a:lnTo>
                <a:lnTo>
                  <a:pt x="21031" y="34417"/>
                </a:lnTo>
                <a:lnTo>
                  <a:pt x="20383" y="34417"/>
                </a:lnTo>
                <a:lnTo>
                  <a:pt x="20370" y="34290"/>
                </a:lnTo>
                <a:lnTo>
                  <a:pt x="20180" y="34290"/>
                </a:lnTo>
                <a:lnTo>
                  <a:pt x="20218" y="34544"/>
                </a:lnTo>
                <a:lnTo>
                  <a:pt x="20421" y="34544"/>
                </a:lnTo>
                <a:lnTo>
                  <a:pt x="20421" y="34798"/>
                </a:lnTo>
                <a:lnTo>
                  <a:pt x="20243" y="34798"/>
                </a:lnTo>
                <a:lnTo>
                  <a:pt x="20193" y="35560"/>
                </a:lnTo>
                <a:lnTo>
                  <a:pt x="19977" y="35560"/>
                </a:lnTo>
                <a:lnTo>
                  <a:pt x="20015" y="35814"/>
                </a:lnTo>
                <a:lnTo>
                  <a:pt x="20091" y="36195"/>
                </a:lnTo>
                <a:lnTo>
                  <a:pt x="20015" y="35814"/>
                </a:lnTo>
                <a:lnTo>
                  <a:pt x="19799" y="35687"/>
                </a:lnTo>
                <a:lnTo>
                  <a:pt x="19583" y="35687"/>
                </a:lnTo>
                <a:lnTo>
                  <a:pt x="19570" y="34925"/>
                </a:lnTo>
                <a:lnTo>
                  <a:pt x="19913" y="34925"/>
                </a:lnTo>
                <a:lnTo>
                  <a:pt x="20015" y="35433"/>
                </a:lnTo>
                <a:lnTo>
                  <a:pt x="20154" y="35433"/>
                </a:lnTo>
                <a:lnTo>
                  <a:pt x="20193" y="35560"/>
                </a:lnTo>
                <a:lnTo>
                  <a:pt x="20193" y="34696"/>
                </a:lnTo>
                <a:lnTo>
                  <a:pt x="20104" y="34544"/>
                </a:lnTo>
                <a:lnTo>
                  <a:pt x="20002" y="34163"/>
                </a:lnTo>
                <a:lnTo>
                  <a:pt x="20066" y="34036"/>
                </a:lnTo>
                <a:lnTo>
                  <a:pt x="20332" y="34036"/>
                </a:lnTo>
                <a:lnTo>
                  <a:pt x="20370" y="34290"/>
                </a:lnTo>
                <a:lnTo>
                  <a:pt x="21056" y="34290"/>
                </a:lnTo>
                <a:lnTo>
                  <a:pt x="21082" y="34036"/>
                </a:lnTo>
                <a:lnTo>
                  <a:pt x="20993" y="33909"/>
                </a:lnTo>
                <a:lnTo>
                  <a:pt x="20891" y="33655"/>
                </a:lnTo>
                <a:lnTo>
                  <a:pt x="20891" y="33401"/>
                </a:lnTo>
                <a:lnTo>
                  <a:pt x="20675" y="33274"/>
                </a:lnTo>
                <a:lnTo>
                  <a:pt x="20561" y="32766"/>
                </a:lnTo>
                <a:lnTo>
                  <a:pt x="20421" y="32766"/>
                </a:lnTo>
                <a:lnTo>
                  <a:pt x="20396" y="32385"/>
                </a:lnTo>
                <a:lnTo>
                  <a:pt x="20231" y="32258"/>
                </a:lnTo>
                <a:lnTo>
                  <a:pt x="20053" y="32131"/>
                </a:lnTo>
                <a:lnTo>
                  <a:pt x="19977" y="31877"/>
                </a:lnTo>
                <a:lnTo>
                  <a:pt x="19926" y="31750"/>
                </a:lnTo>
                <a:lnTo>
                  <a:pt x="20205" y="31623"/>
                </a:lnTo>
                <a:lnTo>
                  <a:pt x="20167" y="31496"/>
                </a:lnTo>
                <a:lnTo>
                  <a:pt x="20345" y="31623"/>
                </a:lnTo>
                <a:lnTo>
                  <a:pt x="20243" y="31115"/>
                </a:lnTo>
                <a:lnTo>
                  <a:pt x="20408" y="31242"/>
                </a:lnTo>
                <a:lnTo>
                  <a:pt x="20497" y="31496"/>
                </a:lnTo>
                <a:lnTo>
                  <a:pt x="20739" y="31623"/>
                </a:lnTo>
                <a:lnTo>
                  <a:pt x="20815" y="31877"/>
                </a:lnTo>
                <a:lnTo>
                  <a:pt x="20916" y="32766"/>
                </a:lnTo>
                <a:lnTo>
                  <a:pt x="21107" y="32639"/>
                </a:lnTo>
                <a:lnTo>
                  <a:pt x="21196" y="33274"/>
                </a:lnTo>
                <a:lnTo>
                  <a:pt x="21348" y="33274"/>
                </a:lnTo>
                <a:lnTo>
                  <a:pt x="21386" y="33528"/>
                </a:lnTo>
                <a:lnTo>
                  <a:pt x="21196" y="33528"/>
                </a:lnTo>
                <a:lnTo>
                  <a:pt x="21348" y="33655"/>
                </a:lnTo>
                <a:lnTo>
                  <a:pt x="21463" y="34290"/>
                </a:lnTo>
                <a:lnTo>
                  <a:pt x="22072" y="34290"/>
                </a:lnTo>
                <a:lnTo>
                  <a:pt x="22034" y="33020"/>
                </a:lnTo>
                <a:lnTo>
                  <a:pt x="22301" y="33020"/>
                </a:lnTo>
                <a:lnTo>
                  <a:pt x="22301" y="32258"/>
                </a:lnTo>
                <a:lnTo>
                  <a:pt x="22047" y="32258"/>
                </a:lnTo>
                <a:lnTo>
                  <a:pt x="22136" y="32639"/>
                </a:lnTo>
                <a:lnTo>
                  <a:pt x="21907" y="32512"/>
                </a:lnTo>
                <a:lnTo>
                  <a:pt x="21907" y="32385"/>
                </a:lnTo>
                <a:lnTo>
                  <a:pt x="22047" y="32258"/>
                </a:lnTo>
                <a:lnTo>
                  <a:pt x="21907" y="32258"/>
                </a:lnTo>
                <a:lnTo>
                  <a:pt x="21907" y="32131"/>
                </a:lnTo>
                <a:lnTo>
                  <a:pt x="22288" y="32131"/>
                </a:lnTo>
                <a:lnTo>
                  <a:pt x="22212" y="32004"/>
                </a:lnTo>
                <a:lnTo>
                  <a:pt x="22136" y="31369"/>
                </a:lnTo>
                <a:lnTo>
                  <a:pt x="22263" y="31242"/>
                </a:lnTo>
                <a:lnTo>
                  <a:pt x="22263" y="31115"/>
                </a:lnTo>
                <a:lnTo>
                  <a:pt x="22123" y="31242"/>
                </a:lnTo>
                <a:lnTo>
                  <a:pt x="22059" y="30988"/>
                </a:lnTo>
                <a:lnTo>
                  <a:pt x="21958" y="32004"/>
                </a:lnTo>
                <a:lnTo>
                  <a:pt x="21958" y="31877"/>
                </a:lnTo>
                <a:lnTo>
                  <a:pt x="21742" y="31877"/>
                </a:lnTo>
                <a:lnTo>
                  <a:pt x="21844" y="31750"/>
                </a:lnTo>
                <a:lnTo>
                  <a:pt x="21590" y="31877"/>
                </a:lnTo>
                <a:lnTo>
                  <a:pt x="21793" y="31750"/>
                </a:lnTo>
                <a:lnTo>
                  <a:pt x="21653" y="31623"/>
                </a:lnTo>
                <a:lnTo>
                  <a:pt x="21844" y="31496"/>
                </a:lnTo>
                <a:lnTo>
                  <a:pt x="21666" y="31496"/>
                </a:lnTo>
                <a:lnTo>
                  <a:pt x="21717" y="31242"/>
                </a:lnTo>
                <a:lnTo>
                  <a:pt x="21742" y="31115"/>
                </a:lnTo>
                <a:lnTo>
                  <a:pt x="21513" y="31242"/>
                </a:lnTo>
                <a:lnTo>
                  <a:pt x="21501" y="31115"/>
                </a:lnTo>
                <a:lnTo>
                  <a:pt x="21488" y="30988"/>
                </a:lnTo>
                <a:lnTo>
                  <a:pt x="21424" y="30480"/>
                </a:lnTo>
                <a:lnTo>
                  <a:pt x="21640" y="30353"/>
                </a:lnTo>
                <a:lnTo>
                  <a:pt x="21666" y="30734"/>
                </a:lnTo>
                <a:lnTo>
                  <a:pt x="22021" y="30607"/>
                </a:lnTo>
                <a:lnTo>
                  <a:pt x="22047" y="30353"/>
                </a:lnTo>
                <a:lnTo>
                  <a:pt x="22390" y="30480"/>
                </a:lnTo>
                <a:lnTo>
                  <a:pt x="22466" y="30353"/>
                </a:lnTo>
                <a:lnTo>
                  <a:pt x="22504" y="30099"/>
                </a:lnTo>
                <a:lnTo>
                  <a:pt x="22542" y="29845"/>
                </a:lnTo>
                <a:lnTo>
                  <a:pt x="21234" y="29845"/>
                </a:lnTo>
                <a:lnTo>
                  <a:pt x="21234" y="30734"/>
                </a:lnTo>
                <a:lnTo>
                  <a:pt x="20853" y="30734"/>
                </a:lnTo>
                <a:lnTo>
                  <a:pt x="20955" y="30480"/>
                </a:lnTo>
                <a:lnTo>
                  <a:pt x="21005" y="30353"/>
                </a:lnTo>
                <a:lnTo>
                  <a:pt x="21107" y="30099"/>
                </a:lnTo>
                <a:lnTo>
                  <a:pt x="21158" y="30226"/>
                </a:lnTo>
                <a:lnTo>
                  <a:pt x="21234" y="30734"/>
                </a:lnTo>
                <a:lnTo>
                  <a:pt x="21234" y="29845"/>
                </a:lnTo>
                <a:lnTo>
                  <a:pt x="20027" y="29845"/>
                </a:lnTo>
                <a:lnTo>
                  <a:pt x="19926" y="30353"/>
                </a:lnTo>
                <a:lnTo>
                  <a:pt x="19900" y="30226"/>
                </a:lnTo>
                <a:lnTo>
                  <a:pt x="19875" y="33655"/>
                </a:lnTo>
                <a:lnTo>
                  <a:pt x="19850" y="34163"/>
                </a:lnTo>
                <a:lnTo>
                  <a:pt x="19875" y="33655"/>
                </a:lnTo>
                <a:lnTo>
                  <a:pt x="19875" y="30251"/>
                </a:lnTo>
                <a:lnTo>
                  <a:pt x="19723" y="30353"/>
                </a:lnTo>
                <a:lnTo>
                  <a:pt x="19481" y="30353"/>
                </a:lnTo>
                <a:lnTo>
                  <a:pt x="19431" y="29845"/>
                </a:lnTo>
                <a:lnTo>
                  <a:pt x="19786" y="29845"/>
                </a:lnTo>
                <a:lnTo>
                  <a:pt x="19685" y="29464"/>
                </a:lnTo>
                <a:lnTo>
                  <a:pt x="19812" y="29591"/>
                </a:lnTo>
                <a:lnTo>
                  <a:pt x="23304" y="29591"/>
                </a:lnTo>
                <a:lnTo>
                  <a:pt x="23698" y="29464"/>
                </a:lnTo>
                <a:lnTo>
                  <a:pt x="23710" y="29210"/>
                </a:lnTo>
                <a:lnTo>
                  <a:pt x="23901" y="29337"/>
                </a:lnTo>
                <a:lnTo>
                  <a:pt x="24104" y="29210"/>
                </a:lnTo>
                <a:lnTo>
                  <a:pt x="24066" y="29083"/>
                </a:lnTo>
                <a:lnTo>
                  <a:pt x="24701" y="28575"/>
                </a:lnTo>
                <a:lnTo>
                  <a:pt x="24803" y="28829"/>
                </a:lnTo>
                <a:lnTo>
                  <a:pt x="24892" y="29591"/>
                </a:lnTo>
                <a:lnTo>
                  <a:pt x="25107" y="29591"/>
                </a:lnTo>
                <a:lnTo>
                  <a:pt x="25184" y="28575"/>
                </a:lnTo>
                <a:lnTo>
                  <a:pt x="25933" y="28575"/>
                </a:lnTo>
                <a:lnTo>
                  <a:pt x="26009" y="28702"/>
                </a:lnTo>
                <a:lnTo>
                  <a:pt x="26085" y="28829"/>
                </a:lnTo>
                <a:lnTo>
                  <a:pt x="26162" y="28956"/>
                </a:lnTo>
                <a:lnTo>
                  <a:pt x="26263" y="28829"/>
                </a:lnTo>
                <a:lnTo>
                  <a:pt x="26365" y="29210"/>
                </a:lnTo>
                <a:lnTo>
                  <a:pt x="26479" y="29083"/>
                </a:lnTo>
                <a:lnTo>
                  <a:pt x="26543" y="28956"/>
                </a:lnTo>
                <a:lnTo>
                  <a:pt x="26606" y="28829"/>
                </a:lnTo>
                <a:lnTo>
                  <a:pt x="26949" y="28702"/>
                </a:lnTo>
                <a:lnTo>
                  <a:pt x="27038" y="28829"/>
                </a:lnTo>
                <a:lnTo>
                  <a:pt x="27228" y="28829"/>
                </a:lnTo>
                <a:lnTo>
                  <a:pt x="27317" y="28702"/>
                </a:lnTo>
                <a:lnTo>
                  <a:pt x="27647" y="28829"/>
                </a:lnTo>
                <a:lnTo>
                  <a:pt x="27711" y="28956"/>
                </a:lnTo>
                <a:lnTo>
                  <a:pt x="27901" y="28956"/>
                </a:lnTo>
                <a:lnTo>
                  <a:pt x="27901" y="28702"/>
                </a:lnTo>
                <a:lnTo>
                  <a:pt x="27889" y="28575"/>
                </a:lnTo>
                <a:lnTo>
                  <a:pt x="27584" y="28448"/>
                </a:lnTo>
                <a:lnTo>
                  <a:pt x="27584" y="28321"/>
                </a:lnTo>
                <a:lnTo>
                  <a:pt x="27406" y="28194"/>
                </a:lnTo>
                <a:lnTo>
                  <a:pt x="27317" y="27940"/>
                </a:lnTo>
                <a:lnTo>
                  <a:pt x="27266" y="27813"/>
                </a:lnTo>
                <a:lnTo>
                  <a:pt x="26974" y="27686"/>
                </a:lnTo>
                <a:lnTo>
                  <a:pt x="26746" y="27813"/>
                </a:lnTo>
                <a:lnTo>
                  <a:pt x="26746" y="27940"/>
                </a:lnTo>
                <a:lnTo>
                  <a:pt x="26593" y="27787"/>
                </a:lnTo>
                <a:lnTo>
                  <a:pt x="26593" y="28194"/>
                </a:lnTo>
                <a:lnTo>
                  <a:pt x="25946" y="28194"/>
                </a:lnTo>
                <a:lnTo>
                  <a:pt x="25857" y="27940"/>
                </a:lnTo>
                <a:lnTo>
                  <a:pt x="25730" y="27940"/>
                </a:lnTo>
                <a:lnTo>
                  <a:pt x="25476" y="27813"/>
                </a:lnTo>
                <a:lnTo>
                  <a:pt x="25400" y="27559"/>
                </a:lnTo>
                <a:lnTo>
                  <a:pt x="25006" y="27432"/>
                </a:lnTo>
                <a:lnTo>
                  <a:pt x="24879" y="27432"/>
                </a:lnTo>
                <a:lnTo>
                  <a:pt x="24701" y="27305"/>
                </a:lnTo>
                <a:lnTo>
                  <a:pt x="24599" y="26670"/>
                </a:lnTo>
                <a:lnTo>
                  <a:pt x="24422" y="26670"/>
                </a:lnTo>
                <a:lnTo>
                  <a:pt x="25006" y="26289"/>
                </a:lnTo>
                <a:lnTo>
                  <a:pt x="25323" y="26416"/>
                </a:lnTo>
                <a:lnTo>
                  <a:pt x="25730" y="26670"/>
                </a:lnTo>
                <a:lnTo>
                  <a:pt x="25857" y="26924"/>
                </a:lnTo>
                <a:lnTo>
                  <a:pt x="25971" y="27178"/>
                </a:lnTo>
                <a:lnTo>
                  <a:pt x="26289" y="27432"/>
                </a:lnTo>
                <a:lnTo>
                  <a:pt x="26339" y="27559"/>
                </a:lnTo>
                <a:lnTo>
                  <a:pt x="26441" y="28067"/>
                </a:lnTo>
                <a:lnTo>
                  <a:pt x="26593" y="28194"/>
                </a:lnTo>
                <a:lnTo>
                  <a:pt x="26593" y="27787"/>
                </a:lnTo>
                <a:lnTo>
                  <a:pt x="26454" y="27305"/>
                </a:lnTo>
                <a:lnTo>
                  <a:pt x="26301" y="27305"/>
                </a:lnTo>
                <a:lnTo>
                  <a:pt x="26200" y="26797"/>
                </a:lnTo>
                <a:lnTo>
                  <a:pt x="26149" y="26670"/>
                </a:lnTo>
                <a:lnTo>
                  <a:pt x="26073" y="26416"/>
                </a:lnTo>
                <a:lnTo>
                  <a:pt x="26022" y="26289"/>
                </a:lnTo>
                <a:lnTo>
                  <a:pt x="25069" y="26162"/>
                </a:lnTo>
                <a:lnTo>
                  <a:pt x="24218" y="25527"/>
                </a:lnTo>
                <a:lnTo>
                  <a:pt x="23837" y="25146"/>
                </a:lnTo>
                <a:lnTo>
                  <a:pt x="23901" y="25019"/>
                </a:lnTo>
                <a:lnTo>
                  <a:pt x="24003" y="24765"/>
                </a:lnTo>
                <a:lnTo>
                  <a:pt x="24193" y="24511"/>
                </a:lnTo>
                <a:lnTo>
                  <a:pt x="24333" y="24765"/>
                </a:lnTo>
                <a:lnTo>
                  <a:pt x="24333" y="24511"/>
                </a:lnTo>
                <a:lnTo>
                  <a:pt x="24422" y="24765"/>
                </a:lnTo>
                <a:lnTo>
                  <a:pt x="24841" y="24765"/>
                </a:lnTo>
                <a:lnTo>
                  <a:pt x="24726" y="25019"/>
                </a:lnTo>
                <a:lnTo>
                  <a:pt x="24993" y="25019"/>
                </a:lnTo>
                <a:lnTo>
                  <a:pt x="25209" y="25146"/>
                </a:lnTo>
                <a:lnTo>
                  <a:pt x="25209" y="25019"/>
                </a:lnTo>
                <a:lnTo>
                  <a:pt x="25336" y="25019"/>
                </a:lnTo>
                <a:lnTo>
                  <a:pt x="25552" y="25019"/>
                </a:lnTo>
                <a:lnTo>
                  <a:pt x="25641" y="25273"/>
                </a:lnTo>
                <a:lnTo>
                  <a:pt x="25857" y="25400"/>
                </a:lnTo>
                <a:lnTo>
                  <a:pt x="25971" y="25527"/>
                </a:lnTo>
                <a:lnTo>
                  <a:pt x="26098" y="25908"/>
                </a:lnTo>
                <a:lnTo>
                  <a:pt x="26187" y="26035"/>
                </a:lnTo>
                <a:lnTo>
                  <a:pt x="26276" y="26162"/>
                </a:lnTo>
                <a:lnTo>
                  <a:pt x="26377" y="26670"/>
                </a:lnTo>
                <a:lnTo>
                  <a:pt x="26492" y="26797"/>
                </a:lnTo>
                <a:lnTo>
                  <a:pt x="26606" y="26924"/>
                </a:lnTo>
                <a:lnTo>
                  <a:pt x="26708" y="27051"/>
                </a:lnTo>
                <a:lnTo>
                  <a:pt x="26822" y="27178"/>
                </a:lnTo>
                <a:lnTo>
                  <a:pt x="26733" y="26670"/>
                </a:lnTo>
                <a:lnTo>
                  <a:pt x="26657" y="26416"/>
                </a:lnTo>
                <a:lnTo>
                  <a:pt x="26530" y="26162"/>
                </a:lnTo>
                <a:lnTo>
                  <a:pt x="26454" y="26035"/>
                </a:lnTo>
                <a:lnTo>
                  <a:pt x="26377" y="25908"/>
                </a:lnTo>
                <a:lnTo>
                  <a:pt x="26301" y="25781"/>
                </a:lnTo>
                <a:lnTo>
                  <a:pt x="26225" y="25654"/>
                </a:lnTo>
                <a:lnTo>
                  <a:pt x="26111" y="25400"/>
                </a:lnTo>
                <a:lnTo>
                  <a:pt x="24155" y="23495"/>
                </a:lnTo>
                <a:lnTo>
                  <a:pt x="24028" y="23749"/>
                </a:lnTo>
                <a:lnTo>
                  <a:pt x="23660" y="24003"/>
                </a:lnTo>
                <a:lnTo>
                  <a:pt x="23672" y="24257"/>
                </a:lnTo>
                <a:lnTo>
                  <a:pt x="23329" y="24384"/>
                </a:lnTo>
                <a:lnTo>
                  <a:pt x="23495" y="24257"/>
                </a:lnTo>
                <a:lnTo>
                  <a:pt x="23342" y="24257"/>
                </a:lnTo>
                <a:lnTo>
                  <a:pt x="23164" y="24384"/>
                </a:lnTo>
                <a:lnTo>
                  <a:pt x="22910" y="24257"/>
                </a:lnTo>
                <a:lnTo>
                  <a:pt x="22809" y="24003"/>
                </a:lnTo>
                <a:lnTo>
                  <a:pt x="22733" y="23495"/>
                </a:lnTo>
                <a:lnTo>
                  <a:pt x="21031" y="23495"/>
                </a:lnTo>
                <a:lnTo>
                  <a:pt x="21107" y="23749"/>
                </a:lnTo>
                <a:lnTo>
                  <a:pt x="18034" y="23749"/>
                </a:lnTo>
                <a:lnTo>
                  <a:pt x="18034" y="24003"/>
                </a:lnTo>
                <a:lnTo>
                  <a:pt x="17945" y="23876"/>
                </a:lnTo>
                <a:lnTo>
                  <a:pt x="18034" y="24003"/>
                </a:lnTo>
                <a:lnTo>
                  <a:pt x="18034" y="23749"/>
                </a:lnTo>
                <a:lnTo>
                  <a:pt x="17907" y="23495"/>
                </a:lnTo>
                <a:lnTo>
                  <a:pt x="17767" y="23749"/>
                </a:lnTo>
                <a:lnTo>
                  <a:pt x="15455" y="23749"/>
                </a:lnTo>
                <a:lnTo>
                  <a:pt x="15430" y="24003"/>
                </a:lnTo>
                <a:lnTo>
                  <a:pt x="15367" y="24257"/>
                </a:lnTo>
                <a:lnTo>
                  <a:pt x="14465" y="24257"/>
                </a:lnTo>
                <a:lnTo>
                  <a:pt x="14782" y="24511"/>
                </a:lnTo>
                <a:lnTo>
                  <a:pt x="15303" y="24511"/>
                </a:lnTo>
                <a:lnTo>
                  <a:pt x="14960" y="25019"/>
                </a:lnTo>
                <a:lnTo>
                  <a:pt x="14922" y="25400"/>
                </a:lnTo>
                <a:lnTo>
                  <a:pt x="14554" y="25527"/>
                </a:lnTo>
                <a:lnTo>
                  <a:pt x="13589" y="25654"/>
                </a:lnTo>
                <a:lnTo>
                  <a:pt x="13665" y="25908"/>
                </a:lnTo>
                <a:lnTo>
                  <a:pt x="13779" y="26289"/>
                </a:lnTo>
                <a:lnTo>
                  <a:pt x="13893" y="26670"/>
                </a:lnTo>
                <a:lnTo>
                  <a:pt x="14008" y="27051"/>
                </a:lnTo>
                <a:lnTo>
                  <a:pt x="14109" y="27432"/>
                </a:lnTo>
                <a:lnTo>
                  <a:pt x="14224" y="27813"/>
                </a:lnTo>
                <a:lnTo>
                  <a:pt x="14325" y="28321"/>
                </a:lnTo>
                <a:lnTo>
                  <a:pt x="14439" y="29464"/>
                </a:lnTo>
                <a:lnTo>
                  <a:pt x="13220" y="29845"/>
                </a:lnTo>
                <a:lnTo>
                  <a:pt x="11963" y="30099"/>
                </a:lnTo>
                <a:lnTo>
                  <a:pt x="12026" y="31750"/>
                </a:lnTo>
                <a:lnTo>
                  <a:pt x="12115" y="31623"/>
                </a:lnTo>
                <a:lnTo>
                  <a:pt x="12293" y="31496"/>
                </a:lnTo>
                <a:lnTo>
                  <a:pt x="12357" y="31623"/>
                </a:lnTo>
                <a:lnTo>
                  <a:pt x="12674" y="31623"/>
                </a:lnTo>
                <a:lnTo>
                  <a:pt x="12725" y="31750"/>
                </a:lnTo>
                <a:lnTo>
                  <a:pt x="12839" y="31623"/>
                </a:lnTo>
                <a:lnTo>
                  <a:pt x="12674" y="31496"/>
                </a:lnTo>
                <a:lnTo>
                  <a:pt x="12573" y="31115"/>
                </a:lnTo>
                <a:lnTo>
                  <a:pt x="12522" y="30988"/>
                </a:lnTo>
                <a:lnTo>
                  <a:pt x="12814" y="30861"/>
                </a:lnTo>
                <a:lnTo>
                  <a:pt x="12903" y="30607"/>
                </a:lnTo>
                <a:lnTo>
                  <a:pt x="12941" y="30480"/>
                </a:lnTo>
                <a:lnTo>
                  <a:pt x="13220" y="30353"/>
                </a:lnTo>
                <a:lnTo>
                  <a:pt x="13512" y="30353"/>
                </a:lnTo>
                <a:lnTo>
                  <a:pt x="13512" y="30099"/>
                </a:lnTo>
                <a:lnTo>
                  <a:pt x="13754" y="30226"/>
                </a:lnTo>
                <a:lnTo>
                  <a:pt x="13893" y="30099"/>
                </a:lnTo>
                <a:lnTo>
                  <a:pt x="14147" y="29845"/>
                </a:lnTo>
                <a:lnTo>
                  <a:pt x="14897" y="29972"/>
                </a:lnTo>
                <a:lnTo>
                  <a:pt x="14986" y="30099"/>
                </a:lnTo>
                <a:lnTo>
                  <a:pt x="15062" y="30226"/>
                </a:lnTo>
                <a:lnTo>
                  <a:pt x="15138" y="30353"/>
                </a:lnTo>
                <a:lnTo>
                  <a:pt x="15214" y="30607"/>
                </a:lnTo>
                <a:lnTo>
                  <a:pt x="14998" y="30734"/>
                </a:lnTo>
                <a:lnTo>
                  <a:pt x="15189" y="30734"/>
                </a:lnTo>
                <a:lnTo>
                  <a:pt x="15125" y="30861"/>
                </a:lnTo>
                <a:lnTo>
                  <a:pt x="15049" y="30988"/>
                </a:lnTo>
                <a:lnTo>
                  <a:pt x="14986" y="30861"/>
                </a:lnTo>
                <a:lnTo>
                  <a:pt x="14909" y="30734"/>
                </a:lnTo>
                <a:lnTo>
                  <a:pt x="14833" y="30607"/>
                </a:lnTo>
                <a:lnTo>
                  <a:pt x="14554" y="30734"/>
                </a:lnTo>
                <a:lnTo>
                  <a:pt x="14605" y="31496"/>
                </a:lnTo>
                <a:lnTo>
                  <a:pt x="14490" y="31369"/>
                </a:lnTo>
                <a:lnTo>
                  <a:pt x="14376" y="31242"/>
                </a:lnTo>
                <a:lnTo>
                  <a:pt x="14300" y="30988"/>
                </a:lnTo>
                <a:lnTo>
                  <a:pt x="13944" y="30988"/>
                </a:lnTo>
                <a:lnTo>
                  <a:pt x="13855" y="31496"/>
                </a:lnTo>
                <a:lnTo>
                  <a:pt x="13741" y="31750"/>
                </a:lnTo>
                <a:lnTo>
                  <a:pt x="13627" y="32004"/>
                </a:lnTo>
                <a:lnTo>
                  <a:pt x="13512" y="32258"/>
                </a:lnTo>
                <a:lnTo>
                  <a:pt x="13398" y="32512"/>
                </a:lnTo>
                <a:lnTo>
                  <a:pt x="13792" y="32512"/>
                </a:lnTo>
                <a:lnTo>
                  <a:pt x="13830" y="32258"/>
                </a:lnTo>
                <a:lnTo>
                  <a:pt x="14008" y="32385"/>
                </a:lnTo>
                <a:lnTo>
                  <a:pt x="14020" y="32512"/>
                </a:lnTo>
                <a:lnTo>
                  <a:pt x="13792" y="32512"/>
                </a:lnTo>
                <a:lnTo>
                  <a:pt x="14046" y="32613"/>
                </a:lnTo>
                <a:lnTo>
                  <a:pt x="14122" y="33020"/>
                </a:lnTo>
                <a:lnTo>
                  <a:pt x="14465" y="33020"/>
                </a:lnTo>
                <a:lnTo>
                  <a:pt x="14579" y="37084"/>
                </a:lnTo>
                <a:lnTo>
                  <a:pt x="14643" y="37211"/>
                </a:lnTo>
                <a:lnTo>
                  <a:pt x="14719" y="37338"/>
                </a:lnTo>
                <a:lnTo>
                  <a:pt x="14782" y="37465"/>
                </a:lnTo>
                <a:lnTo>
                  <a:pt x="14846" y="37592"/>
                </a:lnTo>
                <a:lnTo>
                  <a:pt x="14947" y="38735"/>
                </a:lnTo>
                <a:lnTo>
                  <a:pt x="14097" y="38989"/>
                </a:lnTo>
                <a:lnTo>
                  <a:pt x="14224" y="39370"/>
                </a:lnTo>
                <a:lnTo>
                  <a:pt x="14338" y="39751"/>
                </a:lnTo>
                <a:lnTo>
                  <a:pt x="14465" y="40132"/>
                </a:lnTo>
                <a:lnTo>
                  <a:pt x="14541" y="40386"/>
                </a:lnTo>
                <a:lnTo>
                  <a:pt x="15049" y="40386"/>
                </a:lnTo>
                <a:lnTo>
                  <a:pt x="14592" y="40132"/>
                </a:lnTo>
                <a:lnTo>
                  <a:pt x="14706" y="39624"/>
                </a:lnTo>
                <a:lnTo>
                  <a:pt x="14960" y="39751"/>
                </a:lnTo>
                <a:lnTo>
                  <a:pt x="15049" y="39624"/>
                </a:lnTo>
                <a:lnTo>
                  <a:pt x="15125" y="39497"/>
                </a:lnTo>
                <a:lnTo>
                  <a:pt x="15341" y="39370"/>
                </a:lnTo>
                <a:lnTo>
                  <a:pt x="15430" y="39497"/>
                </a:lnTo>
                <a:lnTo>
                  <a:pt x="15519" y="39624"/>
                </a:lnTo>
                <a:lnTo>
                  <a:pt x="15595" y="39751"/>
                </a:lnTo>
                <a:lnTo>
                  <a:pt x="15722" y="39497"/>
                </a:lnTo>
                <a:lnTo>
                  <a:pt x="16002" y="39497"/>
                </a:lnTo>
                <a:lnTo>
                  <a:pt x="16357" y="39751"/>
                </a:lnTo>
                <a:lnTo>
                  <a:pt x="16408" y="39497"/>
                </a:lnTo>
                <a:lnTo>
                  <a:pt x="16433" y="39370"/>
                </a:lnTo>
                <a:lnTo>
                  <a:pt x="17894" y="39243"/>
                </a:lnTo>
                <a:lnTo>
                  <a:pt x="18059" y="39116"/>
                </a:lnTo>
                <a:lnTo>
                  <a:pt x="18313" y="39243"/>
                </a:lnTo>
                <a:lnTo>
                  <a:pt x="18313" y="39370"/>
                </a:lnTo>
                <a:lnTo>
                  <a:pt x="18440" y="39243"/>
                </a:lnTo>
                <a:lnTo>
                  <a:pt x="18567" y="39116"/>
                </a:lnTo>
                <a:lnTo>
                  <a:pt x="18719" y="39116"/>
                </a:lnTo>
                <a:lnTo>
                  <a:pt x="18757" y="39243"/>
                </a:lnTo>
                <a:lnTo>
                  <a:pt x="18884" y="39116"/>
                </a:lnTo>
                <a:lnTo>
                  <a:pt x="19494" y="38989"/>
                </a:lnTo>
                <a:lnTo>
                  <a:pt x="20332" y="38862"/>
                </a:lnTo>
                <a:lnTo>
                  <a:pt x="20358" y="38735"/>
                </a:lnTo>
                <a:lnTo>
                  <a:pt x="20853" y="38608"/>
                </a:lnTo>
                <a:lnTo>
                  <a:pt x="21043" y="38608"/>
                </a:lnTo>
                <a:lnTo>
                  <a:pt x="20904" y="38481"/>
                </a:lnTo>
                <a:lnTo>
                  <a:pt x="21132" y="38608"/>
                </a:lnTo>
                <a:lnTo>
                  <a:pt x="21107" y="38735"/>
                </a:lnTo>
                <a:lnTo>
                  <a:pt x="21259" y="38608"/>
                </a:lnTo>
                <a:lnTo>
                  <a:pt x="20815" y="38354"/>
                </a:lnTo>
                <a:lnTo>
                  <a:pt x="21386" y="38354"/>
                </a:lnTo>
                <a:lnTo>
                  <a:pt x="21094" y="38227"/>
                </a:lnTo>
                <a:lnTo>
                  <a:pt x="21285" y="38227"/>
                </a:lnTo>
                <a:lnTo>
                  <a:pt x="21386" y="38354"/>
                </a:lnTo>
                <a:lnTo>
                  <a:pt x="21869" y="38354"/>
                </a:lnTo>
                <a:lnTo>
                  <a:pt x="22021" y="38227"/>
                </a:lnTo>
                <a:lnTo>
                  <a:pt x="22021" y="38354"/>
                </a:lnTo>
                <a:lnTo>
                  <a:pt x="22720" y="38354"/>
                </a:lnTo>
                <a:lnTo>
                  <a:pt x="22212" y="38608"/>
                </a:lnTo>
                <a:lnTo>
                  <a:pt x="22009" y="38608"/>
                </a:lnTo>
                <a:lnTo>
                  <a:pt x="21971" y="38735"/>
                </a:lnTo>
                <a:lnTo>
                  <a:pt x="23025" y="38735"/>
                </a:lnTo>
                <a:lnTo>
                  <a:pt x="23050" y="38608"/>
                </a:lnTo>
                <a:lnTo>
                  <a:pt x="23291" y="38608"/>
                </a:lnTo>
                <a:lnTo>
                  <a:pt x="23329" y="38354"/>
                </a:lnTo>
                <a:lnTo>
                  <a:pt x="23088" y="38481"/>
                </a:lnTo>
                <a:lnTo>
                  <a:pt x="23126" y="38354"/>
                </a:lnTo>
                <a:lnTo>
                  <a:pt x="23329" y="38354"/>
                </a:lnTo>
                <a:lnTo>
                  <a:pt x="25057" y="38354"/>
                </a:lnTo>
                <a:lnTo>
                  <a:pt x="25095" y="38227"/>
                </a:lnTo>
                <a:lnTo>
                  <a:pt x="25488" y="38227"/>
                </a:lnTo>
                <a:lnTo>
                  <a:pt x="25514" y="38354"/>
                </a:lnTo>
                <a:lnTo>
                  <a:pt x="25971" y="37973"/>
                </a:lnTo>
                <a:lnTo>
                  <a:pt x="26555" y="37973"/>
                </a:lnTo>
                <a:lnTo>
                  <a:pt x="25742" y="38227"/>
                </a:lnTo>
                <a:lnTo>
                  <a:pt x="26631" y="38227"/>
                </a:lnTo>
                <a:lnTo>
                  <a:pt x="26987" y="37973"/>
                </a:lnTo>
                <a:lnTo>
                  <a:pt x="28930" y="37973"/>
                </a:lnTo>
                <a:lnTo>
                  <a:pt x="28956" y="38100"/>
                </a:lnTo>
                <a:lnTo>
                  <a:pt x="29425" y="37973"/>
                </a:lnTo>
                <a:lnTo>
                  <a:pt x="30314" y="37973"/>
                </a:lnTo>
                <a:lnTo>
                  <a:pt x="30238" y="38100"/>
                </a:lnTo>
                <a:lnTo>
                  <a:pt x="29235" y="38227"/>
                </a:lnTo>
                <a:lnTo>
                  <a:pt x="30213" y="38163"/>
                </a:lnTo>
                <a:lnTo>
                  <a:pt x="30099" y="38354"/>
                </a:lnTo>
                <a:lnTo>
                  <a:pt x="30530" y="38227"/>
                </a:lnTo>
                <a:lnTo>
                  <a:pt x="30988" y="38227"/>
                </a:lnTo>
                <a:lnTo>
                  <a:pt x="30975" y="38100"/>
                </a:lnTo>
                <a:lnTo>
                  <a:pt x="32651" y="37973"/>
                </a:lnTo>
                <a:close/>
              </a:path>
              <a:path w="64135" h="50800">
                <a:moveTo>
                  <a:pt x="32651" y="34417"/>
                </a:moveTo>
                <a:lnTo>
                  <a:pt x="32397" y="34290"/>
                </a:lnTo>
                <a:lnTo>
                  <a:pt x="30873" y="34290"/>
                </a:lnTo>
                <a:lnTo>
                  <a:pt x="30899" y="34417"/>
                </a:lnTo>
                <a:lnTo>
                  <a:pt x="32651" y="34417"/>
                </a:lnTo>
                <a:close/>
              </a:path>
              <a:path w="64135" h="50800">
                <a:moveTo>
                  <a:pt x="32740" y="34290"/>
                </a:moveTo>
                <a:lnTo>
                  <a:pt x="32677" y="34036"/>
                </a:lnTo>
                <a:lnTo>
                  <a:pt x="32626" y="33782"/>
                </a:lnTo>
                <a:lnTo>
                  <a:pt x="31216" y="33782"/>
                </a:lnTo>
                <a:lnTo>
                  <a:pt x="31254" y="33401"/>
                </a:lnTo>
                <a:lnTo>
                  <a:pt x="31076" y="33528"/>
                </a:lnTo>
                <a:lnTo>
                  <a:pt x="31076" y="33782"/>
                </a:lnTo>
                <a:lnTo>
                  <a:pt x="30949" y="33782"/>
                </a:lnTo>
                <a:lnTo>
                  <a:pt x="30848" y="33274"/>
                </a:lnTo>
                <a:lnTo>
                  <a:pt x="30784" y="33147"/>
                </a:lnTo>
                <a:lnTo>
                  <a:pt x="30708" y="33020"/>
                </a:lnTo>
                <a:lnTo>
                  <a:pt x="30619" y="34290"/>
                </a:lnTo>
                <a:lnTo>
                  <a:pt x="30873" y="34290"/>
                </a:lnTo>
                <a:lnTo>
                  <a:pt x="30810" y="34036"/>
                </a:lnTo>
                <a:lnTo>
                  <a:pt x="32131" y="34163"/>
                </a:lnTo>
                <a:lnTo>
                  <a:pt x="32397" y="34290"/>
                </a:lnTo>
                <a:lnTo>
                  <a:pt x="32740" y="34290"/>
                </a:lnTo>
                <a:close/>
              </a:path>
              <a:path w="64135" h="50800">
                <a:moveTo>
                  <a:pt x="32740" y="23749"/>
                </a:moveTo>
                <a:lnTo>
                  <a:pt x="32715" y="23495"/>
                </a:lnTo>
                <a:lnTo>
                  <a:pt x="32626" y="23850"/>
                </a:lnTo>
                <a:close/>
              </a:path>
              <a:path w="64135" h="50800">
                <a:moveTo>
                  <a:pt x="32867" y="38227"/>
                </a:moveTo>
                <a:lnTo>
                  <a:pt x="32791" y="38100"/>
                </a:lnTo>
                <a:lnTo>
                  <a:pt x="32385" y="38227"/>
                </a:lnTo>
                <a:lnTo>
                  <a:pt x="32867" y="38227"/>
                </a:lnTo>
                <a:close/>
              </a:path>
              <a:path w="64135" h="50800">
                <a:moveTo>
                  <a:pt x="32867" y="35560"/>
                </a:moveTo>
                <a:lnTo>
                  <a:pt x="31102" y="35560"/>
                </a:lnTo>
                <a:lnTo>
                  <a:pt x="31102" y="35687"/>
                </a:lnTo>
                <a:lnTo>
                  <a:pt x="32867" y="35687"/>
                </a:lnTo>
                <a:lnTo>
                  <a:pt x="32867" y="35560"/>
                </a:lnTo>
                <a:close/>
              </a:path>
              <a:path w="64135" h="50800">
                <a:moveTo>
                  <a:pt x="32867" y="34925"/>
                </a:moveTo>
                <a:lnTo>
                  <a:pt x="31026" y="34925"/>
                </a:lnTo>
                <a:lnTo>
                  <a:pt x="31051" y="35052"/>
                </a:lnTo>
                <a:lnTo>
                  <a:pt x="32867" y="35052"/>
                </a:lnTo>
                <a:lnTo>
                  <a:pt x="32867" y="34925"/>
                </a:lnTo>
                <a:close/>
              </a:path>
              <a:path w="64135" h="50800">
                <a:moveTo>
                  <a:pt x="32956" y="21590"/>
                </a:moveTo>
                <a:lnTo>
                  <a:pt x="32639" y="21971"/>
                </a:lnTo>
                <a:lnTo>
                  <a:pt x="32766" y="21971"/>
                </a:lnTo>
                <a:lnTo>
                  <a:pt x="32956" y="21590"/>
                </a:lnTo>
                <a:close/>
              </a:path>
              <a:path w="64135" h="50800">
                <a:moveTo>
                  <a:pt x="32994" y="26289"/>
                </a:moveTo>
                <a:lnTo>
                  <a:pt x="32727" y="26289"/>
                </a:lnTo>
                <a:lnTo>
                  <a:pt x="32689" y="26416"/>
                </a:lnTo>
                <a:lnTo>
                  <a:pt x="32588" y="26924"/>
                </a:lnTo>
                <a:lnTo>
                  <a:pt x="32473" y="27432"/>
                </a:lnTo>
                <a:lnTo>
                  <a:pt x="32677" y="27305"/>
                </a:lnTo>
                <a:lnTo>
                  <a:pt x="32791" y="27178"/>
                </a:lnTo>
                <a:lnTo>
                  <a:pt x="32854" y="26416"/>
                </a:lnTo>
                <a:lnTo>
                  <a:pt x="32994" y="26289"/>
                </a:lnTo>
                <a:close/>
              </a:path>
              <a:path w="64135" h="50800">
                <a:moveTo>
                  <a:pt x="33121" y="20320"/>
                </a:moveTo>
                <a:lnTo>
                  <a:pt x="33045" y="20066"/>
                </a:lnTo>
                <a:lnTo>
                  <a:pt x="31864" y="20066"/>
                </a:lnTo>
                <a:lnTo>
                  <a:pt x="31673" y="20320"/>
                </a:lnTo>
                <a:lnTo>
                  <a:pt x="33121" y="20320"/>
                </a:lnTo>
                <a:close/>
              </a:path>
              <a:path w="64135" h="50800">
                <a:moveTo>
                  <a:pt x="33147" y="33020"/>
                </a:moveTo>
                <a:lnTo>
                  <a:pt x="33083" y="32639"/>
                </a:lnTo>
                <a:lnTo>
                  <a:pt x="32905" y="32512"/>
                </a:lnTo>
                <a:lnTo>
                  <a:pt x="32981" y="32766"/>
                </a:lnTo>
                <a:lnTo>
                  <a:pt x="33147" y="33020"/>
                </a:lnTo>
                <a:close/>
              </a:path>
              <a:path w="64135" h="50800">
                <a:moveTo>
                  <a:pt x="33210" y="25527"/>
                </a:moveTo>
                <a:lnTo>
                  <a:pt x="33020" y="25654"/>
                </a:lnTo>
                <a:lnTo>
                  <a:pt x="32905" y="25781"/>
                </a:lnTo>
                <a:lnTo>
                  <a:pt x="32804" y="25908"/>
                </a:lnTo>
                <a:lnTo>
                  <a:pt x="32727" y="26289"/>
                </a:lnTo>
                <a:lnTo>
                  <a:pt x="32981" y="26162"/>
                </a:lnTo>
                <a:lnTo>
                  <a:pt x="33070" y="25908"/>
                </a:lnTo>
                <a:lnTo>
                  <a:pt x="33185" y="25781"/>
                </a:lnTo>
                <a:lnTo>
                  <a:pt x="33210" y="25527"/>
                </a:lnTo>
                <a:close/>
              </a:path>
              <a:path w="64135" h="50800">
                <a:moveTo>
                  <a:pt x="33210" y="21971"/>
                </a:moveTo>
                <a:lnTo>
                  <a:pt x="33058" y="21971"/>
                </a:lnTo>
                <a:lnTo>
                  <a:pt x="32842" y="22225"/>
                </a:lnTo>
                <a:lnTo>
                  <a:pt x="33210" y="21971"/>
                </a:lnTo>
                <a:close/>
              </a:path>
              <a:path w="64135" h="50800">
                <a:moveTo>
                  <a:pt x="33210" y="21082"/>
                </a:moveTo>
                <a:lnTo>
                  <a:pt x="31394" y="21082"/>
                </a:lnTo>
                <a:lnTo>
                  <a:pt x="31115" y="20828"/>
                </a:lnTo>
                <a:lnTo>
                  <a:pt x="30200" y="20828"/>
                </a:lnTo>
                <a:lnTo>
                  <a:pt x="30276" y="21082"/>
                </a:lnTo>
                <a:lnTo>
                  <a:pt x="30683" y="21082"/>
                </a:lnTo>
                <a:lnTo>
                  <a:pt x="30835" y="21336"/>
                </a:lnTo>
                <a:lnTo>
                  <a:pt x="30911" y="21590"/>
                </a:lnTo>
                <a:lnTo>
                  <a:pt x="31280" y="21590"/>
                </a:lnTo>
                <a:lnTo>
                  <a:pt x="31102" y="21336"/>
                </a:lnTo>
                <a:lnTo>
                  <a:pt x="31470" y="21336"/>
                </a:lnTo>
                <a:lnTo>
                  <a:pt x="33083" y="21336"/>
                </a:lnTo>
                <a:lnTo>
                  <a:pt x="33210" y="21082"/>
                </a:lnTo>
                <a:close/>
              </a:path>
              <a:path w="64135" h="50800">
                <a:moveTo>
                  <a:pt x="33210" y="18415"/>
                </a:moveTo>
                <a:lnTo>
                  <a:pt x="32918" y="18364"/>
                </a:lnTo>
                <a:lnTo>
                  <a:pt x="32550" y="17907"/>
                </a:lnTo>
                <a:lnTo>
                  <a:pt x="32308" y="17907"/>
                </a:lnTo>
                <a:lnTo>
                  <a:pt x="32880" y="18364"/>
                </a:lnTo>
                <a:lnTo>
                  <a:pt x="31838" y="18161"/>
                </a:lnTo>
                <a:lnTo>
                  <a:pt x="32143" y="18415"/>
                </a:lnTo>
                <a:lnTo>
                  <a:pt x="32969" y="18415"/>
                </a:lnTo>
                <a:lnTo>
                  <a:pt x="33210" y="18415"/>
                </a:lnTo>
                <a:close/>
              </a:path>
              <a:path w="64135" h="50800">
                <a:moveTo>
                  <a:pt x="33248" y="29591"/>
                </a:moveTo>
                <a:lnTo>
                  <a:pt x="31343" y="29591"/>
                </a:lnTo>
                <a:lnTo>
                  <a:pt x="31369" y="29845"/>
                </a:lnTo>
                <a:lnTo>
                  <a:pt x="32715" y="29845"/>
                </a:lnTo>
                <a:lnTo>
                  <a:pt x="33185" y="29845"/>
                </a:lnTo>
                <a:lnTo>
                  <a:pt x="33248" y="29591"/>
                </a:lnTo>
                <a:close/>
              </a:path>
              <a:path w="64135" h="50800">
                <a:moveTo>
                  <a:pt x="33274" y="26924"/>
                </a:moveTo>
                <a:lnTo>
                  <a:pt x="33083" y="27051"/>
                </a:lnTo>
                <a:lnTo>
                  <a:pt x="33108" y="27178"/>
                </a:lnTo>
                <a:lnTo>
                  <a:pt x="33235" y="27051"/>
                </a:lnTo>
                <a:lnTo>
                  <a:pt x="33274" y="26924"/>
                </a:lnTo>
                <a:close/>
              </a:path>
              <a:path w="64135" h="50800">
                <a:moveTo>
                  <a:pt x="33350" y="25463"/>
                </a:moveTo>
                <a:lnTo>
                  <a:pt x="33210" y="25336"/>
                </a:lnTo>
                <a:lnTo>
                  <a:pt x="33210" y="25527"/>
                </a:lnTo>
                <a:lnTo>
                  <a:pt x="33210" y="25666"/>
                </a:lnTo>
                <a:lnTo>
                  <a:pt x="33350" y="25463"/>
                </a:lnTo>
                <a:close/>
              </a:path>
              <a:path w="64135" h="50800">
                <a:moveTo>
                  <a:pt x="33375" y="30353"/>
                </a:moveTo>
                <a:lnTo>
                  <a:pt x="33248" y="30226"/>
                </a:lnTo>
                <a:lnTo>
                  <a:pt x="33070" y="30099"/>
                </a:lnTo>
                <a:lnTo>
                  <a:pt x="32715" y="29845"/>
                </a:lnTo>
                <a:lnTo>
                  <a:pt x="31965" y="30226"/>
                </a:lnTo>
                <a:lnTo>
                  <a:pt x="31419" y="30099"/>
                </a:lnTo>
                <a:lnTo>
                  <a:pt x="31445" y="30480"/>
                </a:lnTo>
                <a:lnTo>
                  <a:pt x="31572" y="30353"/>
                </a:lnTo>
                <a:lnTo>
                  <a:pt x="31673" y="31115"/>
                </a:lnTo>
                <a:lnTo>
                  <a:pt x="31153" y="31623"/>
                </a:lnTo>
                <a:lnTo>
                  <a:pt x="31038" y="32131"/>
                </a:lnTo>
                <a:lnTo>
                  <a:pt x="31483" y="32131"/>
                </a:lnTo>
                <a:lnTo>
                  <a:pt x="31470" y="32258"/>
                </a:lnTo>
                <a:lnTo>
                  <a:pt x="32232" y="32258"/>
                </a:lnTo>
                <a:lnTo>
                  <a:pt x="32232" y="32131"/>
                </a:lnTo>
                <a:lnTo>
                  <a:pt x="31762" y="32131"/>
                </a:lnTo>
                <a:lnTo>
                  <a:pt x="31737" y="32004"/>
                </a:lnTo>
                <a:lnTo>
                  <a:pt x="31686" y="31750"/>
                </a:lnTo>
                <a:lnTo>
                  <a:pt x="31953" y="32004"/>
                </a:lnTo>
                <a:lnTo>
                  <a:pt x="31978" y="31877"/>
                </a:lnTo>
                <a:lnTo>
                  <a:pt x="32232" y="32004"/>
                </a:lnTo>
                <a:lnTo>
                  <a:pt x="32232" y="32131"/>
                </a:lnTo>
                <a:lnTo>
                  <a:pt x="32715" y="32131"/>
                </a:lnTo>
                <a:lnTo>
                  <a:pt x="32651" y="32004"/>
                </a:lnTo>
                <a:lnTo>
                  <a:pt x="32550" y="31877"/>
                </a:lnTo>
                <a:lnTo>
                  <a:pt x="32448" y="31750"/>
                </a:lnTo>
                <a:lnTo>
                  <a:pt x="31775" y="31369"/>
                </a:lnTo>
                <a:lnTo>
                  <a:pt x="31889" y="30988"/>
                </a:lnTo>
                <a:lnTo>
                  <a:pt x="31965" y="30734"/>
                </a:lnTo>
                <a:lnTo>
                  <a:pt x="32181" y="30607"/>
                </a:lnTo>
                <a:lnTo>
                  <a:pt x="32308" y="30353"/>
                </a:lnTo>
                <a:lnTo>
                  <a:pt x="32359" y="30226"/>
                </a:lnTo>
                <a:lnTo>
                  <a:pt x="32423" y="30099"/>
                </a:lnTo>
                <a:lnTo>
                  <a:pt x="33375" y="30353"/>
                </a:lnTo>
                <a:close/>
              </a:path>
              <a:path w="64135" h="50800">
                <a:moveTo>
                  <a:pt x="33413" y="35560"/>
                </a:moveTo>
                <a:lnTo>
                  <a:pt x="32893" y="35560"/>
                </a:lnTo>
                <a:lnTo>
                  <a:pt x="32880" y="35687"/>
                </a:lnTo>
                <a:lnTo>
                  <a:pt x="33401" y="35687"/>
                </a:lnTo>
                <a:lnTo>
                  <a:pt x="33413" y="35560"/>
                </a:lnTo>
                <a:close/>
              </a:path>
              <a:path w="64135" h="50800">
                <a:moveTo>
                  <a:pt x="33464" y="34925"/>
                </a:moveTo>
                <a:lnTo>
                  <a:pt x="32943" y="34925"/>
                </a:lnTo>
                <a:lnTo>
                  <a:pt x="32931" y="35052"/>
                </a:lnTo>
                <a:lnTo>
                  <a:pt x="33464" y="35052"/>
                </a:lnTo>
                <a:lnTo>
                  <a:pt x="33464" y="34925"/>
                </a:lnTo>
                <a:close/>
              </a:path>
              <a:path w="64135" h="50800">
                <a:moveTo>
                  <a:pt x="33477" y="34417"/>
                </a:moveTo>
                <a:lnTo>
                  <a:pt x="33451" y="34290"/>
                </a:lnTo>
                <a:lnTo>
                  <a:pt x="32740" y="34290"/>
                </a:lnTo>
                <a:lnTo>
                  <a:pt x="32766" y="34417"/>
                </a:lnTo>
                <a:lnTo>
                  <a:pt x="33477" y="34417"/>
                </a:lnTo>
                <a:close/>
              </a:path>
              <a:path w="64135" h="50800">
                <a:moveTo>
                  <a:pt x="33566" y="30226"/>
                </a:moveTo>
                <a:lnTo>
                  <a:pt x="33477" y="29845"/>
                </a:lnTo>
                <a:lnTo>
                  <a:pt x="33185" y="29845"/>
                </a:lnTo>
                <a:lnTo>
                  <a:pt x="33147" y="29972"/>
                </a:lnTo>
                <a:lnTo>
                  <a:pt x="33566" y="30226"/>
                </a:lnTo>
                <a:close/>
              </a:path>
              <a:path w="64135" h="50800">
                <a:moveTo>
                  <a:pt x="33858" y="37846"/>
                </a:moveTo>
                <a:lnTo>
                  <a:pt x="33172" y="37719"/>
                </a:lnTo>
                <a:lnTo>
                  <a:pt x="33197" y="37973"/>
                </a:lnTo>
                <a:lnTo>
                  <a:pt x="33731" y="37973"/>
                </a:lnTo>
                <a:lnTo>
                  <a:pt x="33858" y="37846"/>
                </a:lnTo>
                <a:close/>
              </a:path>
              <a:path w="64135" h="50800">
                <a:moveTo>
                  <a:pt x="33896" y="508"/>
                </a:moveTo>
                <a:lnTo>
                  <a:pt x="33401" y="127"/>
                </a:lnTo>
                <a:lnTo>
                  <a:pt x="32804" y="0"/>
                </a:lnTo>
                <a:lnTo>
                  <a:pt x="32905" y="127"/>
                </a:lnTo>
                <a:lnTo>
                  <a:pt x="33223" y="127"/>
                </a:lnTo>
                <a:lnTo>
                  <a:pt x="33743" y="508"/>
                </a:lnTo>
                <a:lnTo>
                  <a:pt x="33896" y="508"/>
                </a:lnTo>
                <a:close/>
              </a:path>
              <a:path w="64135" h="50800">
                <a:moveTo>
                  <a:pt x="34036" y="26162"/>
                </a:moveTo>
                <a:lnTo>
                  <a:pt x="33553" y="26162"/>
                </a:lnTo>
                <a:lnTo>
                  <a:pt x="33464" y="26416"/>
                </a:lnTo>
                <a:lnTo>
                  <a:pt x="33375" y="26670"/>
                </a:lnTo>
                <a:lnTo>
                  <a:pt x="33769" y="26416"/>
                </a:lnTo>
                <a:lnTo>
                  <a:pt x="34036" y="26162"/>
                </a:lnTo>
                <a:close/>
              </a:path>
              <a:path w="64135" h="50800">
                <a:moveTo>
                  <a:pt x="34226" y="19050"/>
                </a:moveTo>
                <a:lnTo>
                  <a:pt x="32969" y="18415"/>
                </a:lnTo>
                <a:lnTo>
                  <a:pt x="33362" y="18796"/>
                </a:lnTo>
                <a:lnTo>
                  <a:pt x="34226" y="19050"/>
                </a:lnTo>
                <a:close/>
              </a:path>
              <a:path w="64135" h="50800">
                <a:moveTo>
                  <a:pt x="34556" y="26035"/>
                </a:moveTo>
                <a:lnTo>
                  <a:pt x="34442" y="25781"/>
                </a:lnTo>
                <a:lnTo>
                  <a:pt x="34099" y="26098"/>
                </a:lnTo>
                <a:lnTo>
                  <a:pt x="34556" y="26035"/>
                </a:lnTo>
                <a:close/>
              </a:path>
              <a:path w="64135" h="50800">
                <a:moveTo>
                  <a:pt x="34658" y="36830"/>
                </a:moveTo>
                <a:lnTo>
                  <a:pt x="34518" y="36957"/>
                </a:lnTo>
                <a:lnTo>
                  <a:pt x="34455" y="37084"/>
                </a:lnTo>
                <a:lnTo>
                  <a:pt x="34340" y="37592"/>
                </a:lnTo>
                <a:lnTo>
                  <a:pt x="34531" y="37465"/>
                </a:lnTo>
                <a:lnTo>
                  <a:pt x="34645" y="36957"/>
                </a:lnTo>
                <a:lnTo>
                  <a:pt x="34658" y="36830"/>
                </a:lnTo>
                <a:close/>
              </a:path>
              <a:path w="64135" h="50800">
                <a:moveTo>
                  <a:pt x="34721" y="16383"/>
                </a:moveTo>
                <a:lnTo>
                  <a:pt x="31038" y="16383"/>
                </a:lnTo>
                <a:lnTo>
                  <a:pt x="31242" y="16637"/>
                </a:lnTo>
                <a:lnTo>
                  <a:pt x="34658" y="16637"/>
                </a:lnTo>
                <a:lnTo>
                  <a:pt x="34721" y="16383"/>
                </a:lnTo>
                <a:close/>
              </a:path>
              <a:path w="64135" h="50800">
                <a:moveTo>
                  <a:pt x="34810" y="36195"/>
                </a:moveTo>
                <a:lnTo>
                  <a:pt x="31127" y="36195"/>
                </a:lnTo>
                <a:lnTo>
                  <a:pt x="31127" y="36322"/>
                </a:lnTo>
                <a:lnTo>
                  <a:pt x="34785" y="36322"/>
                </a:lnTo>
                <a:lnTo>
                  <a:pt x="34810" y="36195"/>
                </a:lnTo>
                <a:close/>
              </a:path>
              <a:path w="64135" h="50800">
                <a:moveTo>
                  <a:pt x="34899" y="32131"/>
                </a:moveTo>
                <a:lnTo>
                  <a:pt x="32715" y="32131"/>
                </a:lnTo>
                <a:lnTo>
                  <a:pt x="32778" y="32258"/>
                </a:lnTo>
                <a:lnTo>
                  <a:pt x="34886" y="32258"/>
                </a:lnTo>
                <a:lnTo>
                  <a:pt x="34899" y="32131"/>
                </a:lnTo>
                <a:close/>
              </a:path>
              <a:path w="64135" h="50800">
                <a:moveTo>
                  <a:pt x="34899" y="29845"/>
                </a:moveTo>
                <a:lnTo>
                  <a:pt x="34861" y="29591"/>
                </a:lnTo>
                <a:lnTo>
                  <a:pt x="33401" y="29591"/>
                </a:lnTo>
                <a:lnTo>
                  <a:pt x="33477" y="29845"/>
                </a:lnTo>
                <a:lnTo>
                  <a:pt x="34899" y="29845"/>
                </a:lnTo>
                <a:close/>
              </a:path>
              <a:path w="64135" h="50800">
                <a:moveTo>
                  <a:pt x="34912" y="27432"/>
                </a:moveTo>
                <a:lnTo>
                  <a:pt x="34886" y="27305"/>
                </a:lnTo>
                <a:lnTo>
                  <a:pt x="34696" y="27432"/>
                </a:lnTo>
                <a:lnTo>
                  <a:pt x="34912" y="27432"/>
                </a:lnTo>
                <a:close/>
              </a:path>
              <a:path w="64135" h="50800">
                <a:moveTo>
                  <a:pt x="34963" y="35560"/>
                </a:moveTo>
                <a:lnTo>
                  <a:pt x="33451" y="35560"/>
                </a:lnTo>
                <a:lnTo>
                  <a:pt x="33426" y="35687"/>
                </a:lnTo>
                <a:lnTo>
                  <a:pt x="34937" y="35687"/>
                </a:lnTo>
                <a:lnTo>
                  <a:pt x="34963" y="35560"/>
                </a:lnTo>
                <a:close/>
              </a:path>
              <a:path w="64135" h="50800">
                <a:moveTo>
                  <a:pt x="34975" y="36322"/>
                </a:moveTo>
                <a:lnTo>
                  <a:pt x="34785" y="36322"/>
                </a:lnTo>
                <a:lnTo>
                  <a:pt x="34747" y="36449"/>
                </a:lnTo>
                <a:lnTo>
                  <a:pt x="34632" y="36703"/>
                </a:lnTo>
                <a:lnTo>
                  <a:pt x="34848" y="36576"/>
                </a:lnTo>
                <a:lnTo>
                  <a:pt x="34975" y="36322"/>
                </a:lnTo>
                <a:close/>
              </a:path>
              <a:path w="64135" h="50800">
                <a:moveTo>
                  <a:pt x="35064" y="32258"/>
                </a:moveTo>
                <a:lnTo>
                  <a:pt x="34886" y="32258"/>
                </a:lnTo>
                <a:lnTo>
                  <a:pt x="34886" y="32639"/>
                </a:lnTo>
                <a:lnTo>
                  <a:pt x="35013" y="32512"/>
                </a:lnTo>
                <a:lnTo>
                  <a:pt x="35064" y="32258"/>
                </a:lnTo>
                <a:close/>
              </a:path>
              <a:path w="64135" h="50800">
                <a:moveTo>
                  <a:pt x="35077" y="32131"/>
                </a:moveTo>
                <a:lnTo>
                  <a:pt x="35026" y="31623"/>
                </a:lnTo>
                <a:lnTo>
                  <a:pt x="34899" y="31750"/>
                </a:lnTo>
                <a:lnTo>
                  <a:pt x="34899" y="32131"/>
                </a:lnTo>
                <a:lnTo>
                  <a:pt x="35077" y="32131"/>
                </a:lnTo>
                <a:close/>
              </a:path>
              <a:path w="64135" h="50800">
                <a:moveTo>
                  <a:pt x="35102" y="35687"/>
                </a:moveTo>
                <a:lnTo>
                  <a:pt x="34937" y="35687"/>
                </a:lnTo>
                <a:lnTo>
                  <a:pt x="34810" y="36195"/>
                </a:lnTo>
                <a:lnTo>
                  <a:pt x="35013" y="35941"/>
                </a:lnTo>
                <a:lnTo>
                  <a:pt x="35102" y="35687"/>
                </a:lnTo>
                <a:close/>
              </a:path>
              <a:path w="64135" h="50800">
                <a:moveTo>
                  <a:pt x="35115" y="34925"/>
                </a:moveTo>
                <a:lnTo>
                  <a:pt x="33578" y="34925"/>
                </a:lnTo>
                <a:lnTo>
                  <a:pt x="33553" y="35052"/>
                </a:lnTo>
                <a:lnTo>
                  <a:pt x="35090" y="35052"/>
                </a:lnTo>
                <a:lnTo>
                  <a:pt x="35115" y="34925"/>
                </a:lnTo>
                <a:close/>
              </a:path>
              <a:path w="64135" h="50800">
                <a:moveTo>
                  <a:pt x="35166" y="35179"/>
                </a:moveTo>
                <a:lnTo>
                  <a:pt x="35026" y="35306"/>
                </a:lnTo>
                <a:lnTo>
                  <a:pt x="34963" y="35560"/>
                </a:lnTo>
                <a:lnTo>
                  <a:pt x="35153" y="35560"/>
                </a:lnTo>
                <a:lnTo>
                  <a:pt x="35166" y="35179"/>
                </a:lnTo>
                <a:close/>
              </a:path>
              <a:path w="64135" h="50800">
                <a:moveTo>
                  <a:pt x="35204" y="26670"/>
                </a:moveTo>
                <a:lnTo>
                  <a:pt x="35191" y="26289"/>
                </a:lnTo>
                <a:lnTo>
                  <a:pt x="34848" y="26162"/>
                </a:lnTo>
                <a:lnTo>
                  <a:pt x="34874" y="26289"/>
                </a:lnTo>
                <a:lnTo>
                  <a:pt x="35204" y="26670"/>
                </a:lnTo>
                <a:close/>
              </a:path>
              <a:path w="64135" h="50800">
                <a:moveTo>
                  <a:pt x="35242" y="17145"/>
                </a:moveTo>
                <a:lnTo>
                  <a:pt x="35191" y="16891"/>
                </a:lnTo>
                <a:lnTo>
                  <a:pt x="34950" y="16891"/>
                </a:lnTo>
                <a:lnTo>
                  <a:pt x="34836" y="16637"/>
                </a:lnTo>
                <a:lnTo>
                  <a:pt x="34658" y="16637"/>
                </a:lnTo>
                <a:lnTo>
                  <a:pt x="34594" y="16891"/>
                </a:lnTo>
                <a:lnTo>
                  <a:pt x="34759" y="16891"/>
                </a:lnTo>
                <a:lnTo>
                  <a:pt x="35013" y="17145"/>
                </a:lnTo>
                <a:lnTo>
                  <a:pt x="35242" y="17145"/>
                </a:lnTo>
                <a:close/>
              </a:path>
              <a:path w="64135" h="50800">
                <a:moveTo>
                  <a:pt x="35267" y="34290"/>
                </a:moveTo>
                <a:lnTo>
                  <a:pt x="33540" y="34290"/>
                </a:lnTo>
                <a:lnTo>
                  <a:pt x="33553" y="34417"/>
                </a:lnTo>
                <a:lnTo>
                  <a:pt x="35217" y="34417"/>
                </a:lnTo>
                <a:lnTo>
                  <a:pt x="35267" y="34290"/>
                </a:lnTo>
                <a:close/>
              </a:path>
              <a:path w="64135" h="50800">
                <a:moveTo>
                  <a:pt x="35318" y="13614"/>
                </a:moveTo>
                <a:lnTo>
                  <a:pt x="35280" y="13474"/>
                </a:lnTo>
                <a:lnTo>
                  <a:pt x="35204" y="13614"/>
                </a:lnTo>
                <a:close/>
              </a:path>
              <a:path w="64135" h="50800">
                <a:moveTo>
                  <a:pt x="35356" y="13119"/>
                </a:moveTo>
                <a:lnTo>
                  <a:pt x="35052" y="13144"/>
                </a:lnTo>
                <a:lnTo>
                  <a:pt x="35242" y="13182"/>
                </a:lnTo>
                <a:close/>
              </a:path>
              <a:path w="64135" h="50800">
                <a:moveTo>
                  <a:pt x="35445" y="32131"/>
                </a:moveTo>
                <a:lnTo>
                  <a:pt x="35077" y="32131"/>
                </a:lnTo>
                <a:lnTo>
                  <a:pt x="35064" y="32258"/>
                </a:lnTo>
                <a:lnTo>
                  <a:pt x="35433" y="32258"/>
                </a:lnTo>
                <a:lnTo>
                  <a:pt x="35445" y="32131"/>
                </a:lnTo>
                <a:close/>
              </a:path>
              <a:path w="64135" h="50800">
                <a:moveTo>
                  <a:pt x="35534" y="29591"/>
                </a:moveTo>
                <a:lnTo>
                  <a:pt x="35077" y="29591"/>
                </a:lnTo>
                <a:lnTo>
                  <a:pt x="35039" y="29845"/>
                </a:lnTo>
                <a:lnTo>
                  <a:pt x="35534" y="29845"/>
                </a:lnTo>
                <a:lnTo>
                  <a:pt x="35534" y="29591"/>
                </a:lnTo>
                <a:close/>
              </a:path>
              <a:path w="64135" h="50800">
                <a:moveTo>
                  <a:pt x="35801" y="29972"/>
                </a:moveTo>
                <a:lnTo>
                  <a:pt x="35712" y="29845"/>
                </a:lnTo>
                <a:lnTo>
                  <a:pt x="35534" y="29845"/>
                </a:lnTo>
                <a:lnTo>
                  <a:pt x="35801" y="29972"/>
                </a:lnTo>
                <a:close/>
              </a:path>
              <a:path w="64135" h="50800">
                <a:moveTo>
                  <a:pt x="35826" y="30861"/>
                </a:moveTo>
                <a:lnTo>
                  <a:pt x="35674" y="30988"/>
                </a:lnTo>
                <a:lnTo>
                  <a:pt x="35572" y="31369"/>
                </a:lnTo>
                <a:lnTo>
                  <a:pt x="35458" y="31877"/>
                </a:lnTo>
                <a:lnTo>
                  <a:pt x="35598" y="31750"/>
                </a:lnTo>
                <a:lnTo>
                  <a:pt x="35712" y="31369"/>
                </a:lnTo>
                <a:lnTo>
                  <a:pt x="35826" y="30861"/>
                </a:lnTo>
                <a:close/>
              </a:path>
              <a:path w="64135" h="50800">
                <a:moveTo>
                  <a:pt x="35991" y="19050"/>
                </a:moveTo>
                <a:lnTo>
                  <a:pt x="35610" y="19050"/>
                </a:lnTo>
                <a:lnTo>
                  <a:pt x="35585" y="19304"/>
                </a:lnTo>
                <a:lnTo>
                  <a:pt x="35979" y="19304"/>
                </a:lnTo>
                <a:lnTo>
                  <a:pt x="35991" y="19050"/>
                </a:lnTo>
                <a:close/>
              </a:path>
              <a:path w="64135" h="50800">
                <a:moveTo>
                  <a:pt x="36093" y="26670"/>
                </a:moveTo>
                <a:lnTo>
                  <a:pt x="35979" y="25908"/>
                </a:lnTo>
                <a:lnTo>
                  <a:pt x="35902" y="25273"/>
                </a:lnTo>
                <a:lnTo>
                  <a:pt x="35610" y="25019"/>
                </a:lnTo>
                <a:lnTo>
                  <a:pt x="35547" y="24511"/>
                </a:lnTo>
                <a:lnTo>
                  <a:pt x="35229" y="24511"/>
                </a:lnTo>
                <a:lnTo>
                  <a:pt x="35255" y="24765"/>
                </a:lnTo>
                <a:lnTo>
                  <a:pt x="35458" y="25019"/>
                </a:lnTo>
                <a:lnTo>
                  <a:pt x="35433" y="26670"/>
                </a:lnTo>
                <a:lnTo>
                  <a:pt x="36093" y="26670"/>
                </a:lnTo>
                <a:close/>
              </a:path>
              <a:path w="64135" h="50800">
                <a:moveTo>
                  <a:pt x="36169" y="1536"/>
                </a:moveTo>
                <a:lnTo>
                  <a:pt x="34836" y="1028"/>
                </a:lnTo>
                <a:lnTo>
                  <a:pt x="35585" y="1536"/>
                </a:lnTo>
                <a:lnTo>
                  <a:pt x="36169" y="1536"/>
                </a:lnTo>
                <a:close/>
              </a:path>
              <a:path w="64135" h="50800">
                <a:moveTo>
                  <a:pt x="36385" y="27432"/>
                </a:moveTo>
                <a:lnTo>
                  <a:pt x="36271" y="27305"/>
                </a:lnTo>
                <a:lnTo>
                  <a:pt x="36156" y="27178"/>
                </a:lnTo>
                <a:lnTo>
                  <a:pt x="36118" y="26797"/>
                </a:lnTo>
                <a:lnTo>
                  <a:pt x="35433" y="26797"/>
                </a:lnTo>
                <a:lnTo>
                  <a:pt x="35306" y="26797"/>
                </a:lnTo>
                <a:lnTo>
                  <a:pt x="35242" y="27432"/>
                </a:lnTo>
                <a:lnTo>
                  <a:pt x="36385" y="27432"/>
                </a:lnTo>
                <a:close/>
              </a:path>
              <a:path w="64135" h="50800">
                <a:moveTo>
                  <a:pt x="36398" y="30226"/>
                </a:moveTo>
                <a:lnTo>
                  <a:pt x="36195" y="30226"/>
                </a:lnTo>
                <a:lnTo>
                  <a:pt x="36271" y="30353"/>
                </a:lnTo>
                <a:lnTo>
                  <a:pt x="36398" y="30226"/>
                </a:lnTo>
                <a:close/>
              </a:path>
              <a:path w="64135" h="50800">
                <a:moveTo>
                  <a:pt x="36423" y="29591"/>
                </a:moveTo>
                <a:lnTo>
                  <a:pt x="35890" y="29591"/>
                </a:lnTo>
                <a:lnTo>
                  <a:pt x="35928" y="29845"/>
                </a:lnTo>
                <a:lnTo>
                  <a:pt x="36410" y="29845"/>
                </a:lnTo>
                <a:lnTo>
                  <a:pt x="36423" y="29591"/>
                </a:lnTo>
                <a:close/>
              </a:path>
              <a:path w="64135" h="50800">
                <a:moveTo>
                  <a:pt x="36741" y="38227"/>
                </a:moveTo>
                <a:lnTo>
                  <a:pt x="36461" y="37973"/>
                </a:lnTo>
                <a:lnTo>
                  <a:pt x="35509" y="38087"/>
                </a:lnTo>
                <a:lnTo>
                  <a:pt x="35267" y="38049"/>
                </a:lnTo>
                <a:lnTo>
                  <a:pt x="34747" y="37973"/>
                </a:lnTo>
                <a:lnTo>
                  <a:pt x="35255" y="37973"/>
                </a:lnTo>
                <a:lnTo>
                  <a:pt x="35217" y="37846"/>
                </a:lnTo>
                <a:lnTo>
                  <a:pt x="34658" y="37719"/>
                </a:lnTo>
                <a:lnTo>
                  <a:pt x="34607" y="37465"/>
                </a:lnTo>
                <a:lnTo>
                  <a:pt x="34340" y="37592"/>
                </a:lnTo>
                <a:lnTo>
                  <a:pt x="34290" y="37719"/>
                </a:lnTo>
                <a:lnTo>
                  <a:pt x="34112" y="37719"/>
                </a:lnTo>
                <a:lnTo>
                  <a:pt x="34251" y="37846"/>
                </a:lnTo>
                <a:lnTo>
                  <a:pt x="34048" y="37846"/>
                </a:lnTo>
                <a:lnTo>
                  <a:pt x="34086" y="38227"/>
                </a:lnTo>
                <a:lnTo>
                  <a:pt x="35344" y="38227"/>
                </a:lnTo>
                <a:lnTo>
                  <a:pt x="36664" y="38227"/>
                </a:lnTo>
                <a:close/>
              </a:path>
              <a:path w="64135" h="50800">
                <a:moveTo>
                  <a:pt x="36741" y="29845"/>
                </a:moveTo>
                <a:lnTo>
                  <a:pt x="36410" y="29845"/>
                </a:lnTo>
                <a:lnTo>
                  <a:pt x="36398" y="30226"/>
                </a:lnTo>
                <a:lnTo>
                  <a:pt x="36703" y="30226"/>
                </a:lnTo>
                <a:lnTo>
                  <a:pt x="36741" y="29845"/>
                </a:lnTo>
                <a:close/>
              </a:path>
              <a:path w="64135" h="50800">
                <a:moveTo>
                  <a:pt x="36918" y="27559"/>
                </a:moveTo>
                <a:lnTo>
                  <a:pt x="36893" y="27432"/>
                </a:lnTo>
                <a:lnTo>
                  <a:pt x="36385" y="27432"/>
                </a:lnTo>
                <a:lnTo>
                  <a:pt x="36499" y="27559"/>
                </a:lnTo>
                <a:lnTo>
                  <a:pt x="36918" y="27559"/>
                </a:lnTo>
                <a:close/>
              </a:path>
              <a:path w="64135" h="50800">
                <a:moveTo>
                  <a:pt x="37477" y="17145"/>
                </a:moveTo>
                <a:lnTo>
                  <a:pt x="37274" y="17145"/>
                </a:lnTo>
                <a:lnTo>
                  <a:pt x="36779" y="17145"/>
                </a:lnTo>
                <a:lnTo>
                  <a:pt x="36372" y="17653"/>
                </a:lnTo>
                <a:lnTo>
                  <a:pt x="36588" y="17653"/>
                </a:lnTo>
                <a:lnTo>
                  <a:pt x="36804" y="17907"/>
                </a:lnTo>
                <a:lnTo>
                  <a:pt x="37477" y="17907"/>
                </a:lnTo>
                <a:lnTo>
                  <a:pt x="37426" y="17551"/>
                </a:lnTo>
                <a:lnTo>
                  <a:pt x="37477" y="17145"/>
                </a:lnTo>
                <a:close/>
              </a:path>
              <a:path w="64135" h="50800">
                <a:moveTo>
                  <a:pt x="37490" y="16891"/>
                </a:moveTo>
                <a:lnTo>
                  <a:pt x="36906" y="16522"/>
                </a:lnTo>
                <a:lnTo>
                  <a:pt x="36868" y="16383"/>
                </a:lnTo>
                <a:lnTo>
                  <a:pt x="36703" y="16383"/>
                </a:lnTo>
                <a:lnTo>
                  <a:pt x="36398" y="16383"/>
                </a:lnTo>
                <a:lnTo>
                  <a:pt x="36372" y="16129"/>
                </a:lnTo>
                <a:lnTo>
                  <a:pt x="36283" y="16383"/>
                </a:lnTo>
                <a:lnTo>
                  <a:pt x="36283" y="16192"/>
                </a:lnTo>
                <a:lnTo>
                  <a:pt x="35966" y="16383"/>
                </a:lnTo>
                <a:lnTo>
                  <a:pt x="34721" y="16383"/>
                </a:lnTo>
                <a:lnTo>
                  <a:pt x="34836" y="16637"/>
                </a:lnTo>
                <a:lnTo>
                  <a:pt x="36322" y="16637"/>
                </a:lnTo>
                <a:lnTo>
                  <a:pt x="36372" y="16891"/>
                </a:lnTo>
                <a:lnTo>
                  <a:pt x="37096" y="16891"/>
                </a:lnTo>
                <a:lnTo>
                  <a:pt x="37223" y="17030"/>
                </a:lnTo>
                <a:lnTo>
                  <a:pt x="37477" y="17018"/>
                </a:lnTo>
                <a:lnTo>
                  <a:pt x="37490" y="16891"/>
                </a:lnTo>
                <a:close/>
              </a:path>
              <a:path w="64135" h="50800">
                <a:moveTo>
                  <a:pt x="37528" y="14986"/>
                </a:moveTo>
                <a:lnTo>
                  <a:pt x="37312" y="14986"/>
                </a:lnTo>
                <a:lnTo>
                  <a:pt x="37160" y="15240"/>
                </a:lnTo>
                <a:lnTo>
                  <a:pt x="37376" y="15240"/>
                </a:lnTo>
                <a:lnTo>
                  <a:pt x="37528" y="14986"/>
                </a:lnTo>
                <a:close/>
              </a:path>
              <a:path w="64135" h="50800">
                <a:moveTo>
                  <a:pt x="37528" y="14224"/>
                </a:moveTo>
                <a:lnTo>
                  <a:pt x="36703" y="14224"/>
                </a:lnTo>
                <a:lnTo>
                  <a:pt x="37084" y="13081"/>
                </a:lnTo>
                <a:lnTo>
                  <a:pt x="36817" y="13081"/>
                </a:lnTo>
                <a:lnTo>
                  <a:pt x="36626" y="13855"/>
                </a:lnTo>
                <a:lnTo>
                  <a:pt x="36474" y="14211"/>
                </a:lnTo>
                <a:lnTo>
                  <a:pt x="36423" y="14478"/>
                </a:lnTo>
                <a:lnTo>
                  <a:pt x="36398" y="14655"/>
                </a:lnTo>
                <a:lnTo>
                  <a:pt x="30568" y="14732"/>
                </a:lnTo>
                <a:lnTo>
                  <a:pt x="30276" y="14478"/>
                </a:lnTo>
                <a:lnTo>
                  <a:pt x="36423" y="14478"/>
                </a:lnTo>
                <a:lnTo>
                  <a:pt x="36423" y="14224"/>
                </a:lnTo>
                <a:lnTo>
                  <a:pt x="30962" y="14224"/>
                </a:lnTo>
                <a:lnTo>
                  <a:pt x="30124" y="14351"/>
                </a:lnTo>
                <a:lnTo>
                  <a:pt x="29984" y="14224"/>
                </a:lnTo>
                <a:lnTo>
                  <a:pt x="26479" y="14224"/>
                </a:lnTo>
                <a:lnTo>
                  <a:pt x="26454" y="14478"/>
                </a:lnTo>
                <a:lnTo>
                  <a:pt x="29286" y="14478"/>
                </a:lnTo>
                <a:lnTo>
                  <a:pt x="29540" y="14732"/>
                </a:lnTo>
                <a:lnTo>
                  <a:pt x="29387" y="14732"/>
                </a:lnTo>
                <a:lnTo>
                  <a:pt x="29375" y="15240"/>
                </a:lnTo>
                <a:lnTo>
                  <a:pt x="28968" y="15240"/>
                </a:lnTo>
                <a:lnTo>
                  <a:pt x="29311" y="15621"/>
                </a:lnTo>
                <a:lnTo>
                  <a:pt x="29692" y="15240"/>
                </a:lnTo>
                <a:lnTo>
                  <a:pt x="29845" y="14986"/>
                </a:lnTo>
                <a:lnTo>
                  <a:pt x="34036" y="14986"/>
                </a:lnTo>
                <a:lnTo>
                  <a:pt x="33909" y="15151"/>
                </a:lnTo>
                <a:lnTo>
                  <a:pt x="34010" y="15481"/>
                </a:lnTo>
                <a:lnTo>
                  <a:pt x="34048" y="15341"/>
                </a:lnTo>
                <a:lnTo>
                  <a:pt x="34467" y="14998"/>
                </a:lnTo>
                <a:lnTo>
                  <a:pt x="36271" y="14986"/>
                </a:lnTo>
                <a:lnTo>
                  <a:pt x="36169" y="15303"/>
                </a:lnTo>
                <a:lnTo>
                  <a:pt x="36106" y="15481"/>
                </a:lnTo>
                <a:lnTo>
                  <a:pt x="35725" y="15481"/>
                </a:lnTo>
                <a:lnTo>
                  <a:pt x="35725" y="15875"/>
                </a:lnTo>
                <a:lnTo>
                  <a:pt x="29413" y="15875"/>
                </a:lnTo>
                <a:lnTo>
                  <a:pt x="29349" y="16129"/>
                </a:lnTo>
                <a:lnTo>
                  <a:pt x="36372" y="16129"/>
                </a:lnTo>
                <a:lnTo>
                  <a:pt x="36703" y="16129"/>
                </a:lnTo>
                <a:lnTo>
                  <a:pt x="36576" y="15875"/>
                </a:lnTo>
                <a:lnTo>
                  <a:pt x="36271" y="15875"/>
                </a:lnTo>
                <a:lnTo>
                  <a:pt x="36347" y="15303"/>
                </a:lnTo>
                <a:lnTo>
                  <a:pt x="36449" y="14986"/>
                </a:lnTo>
                <a:lnTo>
                  <a:pt x="37312" y="14986"/>
                </a:lnTo>
                <a:lnTo>
                  <a:pt x="37338" y="14732"/>
                </a:lnTo>
                <a:lnTo>
                  <a:pt x="36525" y="14732"/>
                </a:lnTo>
                <a:lnTo>
                  <a:pt x="36614" y="14478"/>
                </a:lnTo>
                <a:lnTo>
                  <a:pt x="37363" y="14478"/>
                </a:lnTo>
                <a:lnTo>
                  <a:pt x="37528" y="14224"/>
                </a:lnTo>
                <a:close/>
              </a:path>
              <a:path w="64135" h="50800">
                <a:moveTo>
                  <a:pt x="37693" y="21336"/>
                </a:moveTo>
                <a:lnTo>
                  <a:pt x="37541" y="21209"/>
                </a:lnTo>
                <a:lnTo>
                  <a:pt x="37401" y="21336"/>
                </a:lnTo>
                <a:lnTo>
                  <a:pt x="37693" y="21336"/>
                </a:lnTo>
                <a:close/>
              </a:path>
              <a:path w="64135" h="50800">
                <a:moveTo>
                  <a:pt x="37807" y="29591"/>
                </a:moveTo>
                <a:lnTo>
                  <a:pt x="36753" y="29591"/>
                </a:lnTo>
                <a:lnTo>
                  <a:pt x="36741" y="29845"/>
                </a:lnTo>
                <a:lnTo>
                  <a:pt x="37795" y="29845"/>
                </a:lnTo>
                <a:lnTo>
                  <a:pt x="37807" y="29591"/>
                </a:lnTo>
                <a:close/>
              </a:path>
              <a:path w="64135" h="50800">
                <a:moveTo>
                  <a:pt x="37858" y="38227"/>
                </a:moveTo>
                <a:lnTo>
                  <a:pt x="37223" y="38227"/>
                </a:lnTo>
                <a:lnTo>
                  <a:pt x="37058" y="38227"/>
                </a:lnTo>
                <a:lnTo>
                  <a:pt x="36664" y="38227"/>
                </a:lnTo>
                <a:lnTo>
                  <a:pt x="36868" y="38354"/>
                </a:lnTo>
                <a:lnTo>
                  <a:pt x="37617" y="38354"/>
                </a:lnTo>
                <a:lnTo>
                  <a:pt x="37858" y="38227"/>
                </a:lnTo>
                <a:close/>
              </a:path>
              <a:path w="64135" h="50800">
                <a:moveTo>
                  <a:pt x="37871" y="15875"/>
                </a:moveTo>
                <a:lnTo>
                  <a:pt x="37807" y="15621"/>
                </a:lnTo>
                <a:lnTo>
                  <a:pt x="37033" y="15240"/>
                </a:lnTo>
                <a:lnTo>
                  <a:pt x="36728" y="15621"/>
                </a:lnTo>
                <a:lnTo>
                  <a:pt x="36563" y="15621"/>
                </a:lnTo>
                <a:lnTo>
                  <a:pt x="36576" y="15875"/>
                </a:lnTo>
                <a:lnTo>
                  <a:pt x="36893" y="15875"/>
                </a:lnTo>
                <a:lnTo>
                  <a:pt x="36995" y="15621"/>
                </a:lnTo>
                <a:lnTo>
                  <a:pt x="37338" y="15621"/>
                </a:lnTo>
                <a:lnTo>
                  <a:pt x="37579" y="15875"/>
                </a:lnTo>
                <a:lnTo>
                  <a:pt x="36893" y="15875"/>
                </a:lnTo>
                <a:lnTo>
                  <a:pt x="36779" y="16129"/>
                </a:lnTo>
                <a:lnTo>
                  <a:pt x="37744" y="16129"/>
                </a:lnTo>
                <a:lnTo>
                  <a:pt x="37719" y="15875"/>
                </a:lnTo>
                <a:lnTo>
                  <a:pt x="37871" y="15875"/>
                </a:lnTo>
                <a:close/>
              </a:path>
              <a:path w="64135" h="50800">
                <a:moveTo>
                  <a:pt x="37909" y="26162"/>
                </a:moveTo>
                <a:lnTo>
                  <a:pt x="37693" y="26289"/>
                </a:lnTo>
                <a:lnTo>
                  <a:pt x="37312" y="26289"/>
                </a:lnTo>
                <a:lnTo>
                  <a:pt x="37388" y="26670"/>
                </a:lnTo>
                <a:lnTo>
                  <a:pt x="37172" y="26797"/>
                </a:lnTo>
                <a:lnTo>
                  <a:pt x="37185" y="26670"/>
                </a:lnTo>
                <a:lnTo>
                  <a:pt x="36982" y="26670"/>
                </a:lnTo>
                <a:lnTo>
                  <a:pt x="36893" y="27432"/>
                </a:lnTo>
                <a:lnTo>
                  <a:pt x="37211" y="27432"/>
                </a:lnTo>
                <a:lnTo>
                  <a:pt x="37172" y="27305"/>
                </a:lnTo>
                <a:lnTo>
                  <a:pt x="37833" y="27305"/>
                </a:lnTo>
                <a:lnTo>
                  <a:pt x="37846" y="27051"/>
                </a:lnTo>
                <a:lnTo>
                  <a:pt x="37211" y="27051"/>
                </a:lnTo>
                <a:lnTo>
                  <a:pt x="37058" y="26924"/>
                </a:lnTo>
                <a:lnTo>
                  <a:pt x="37858" y="26924"/>
                </a:lnTo>
                <a:lnTo>
                  <a:pt x="37871" y="26797"/>
                </a:lnTo>
                <a:lnTo>
                  <a:pt x="37909" y="26162"/>
                </a:lnTo>
                <a:close/>
              </a:path>
              <a:path w="64135" h="50800">
                <a:moveTo>
                  <a:pt x="37947" y="37973"/>
                </a:moveTo>
                <a:lnTo>
                  <a:pt x="37680" y="37719"/>
                </a:lnTo>
                <a:lnTo>
                  <a:pt x="37503" y="37719"/>
                </a:lnTo>
                <a:lnTo>
                  <a:pt x="37401" y="37592"/>
                </a:lnTo>
                <a:lnTo>
                  <a:pt x="37287" y="37465"/>
                </a:lnTo>
                <a:lnTo>
                  <a:pt x="37223" y="38112"/>
                </a:lnTo>
                <a:lnTo>
                  <a:pt x="37439" y="37973"/>
                </a:lnTo>
                <a:lnTo>
                  <a:pt x="37744" y="37973"/>
                </a:lnTo>
                <a:lnTo>
                  <a:pt x="37947" y="37973"/>
                </a:lnTo>
                <a:close/>
              </a:path>
              <a:path w="64135" h="50800">
                <a:moveTo>
                  <a:pt x="38163" y="18796"/>
                </a:moveTo>
                <a:lnTo>
                  <a:pt x="37909" y="18796"/>
                </a:lnTo>
                <a:lnTo>
                  <a:pt x="37871" y="19050"/>
                </a:lnTo>
                <a:lnTo>
                  <a:pt x="38163" y="18796"/>
                </a:lnTo>
                <a:close/>
              </a:path>
              <a:path w="64135" h="50800">
                <a:moveTo>
                  <a:pt x="38227" y="2260"/>
                </a:moveTo>
                <a:lnTo>
                  <a:pt x="36169" y="1536"/>
                </a:lnTo>
                <a:lnTo>
                  <a:pt x="36563" y="1727"/>
                </a:lnTo>
                <a:lnTo>
                  <a:pt x="35509" y="1727"/>
                </a:lnTo>
                <a:lnTo>
                  <a:pt x="38227" y="2260"/>
                </a:lnTo>
                <a:close/>
              </a:path>
              <a:path w="64135" h="50800">
                <a:moveTo>
                  <a:pt x="38442" y="17145"/>
                </a:moveTo>
                <a:lnTo>
                  <a:pt x="37947" y="17145"/>
                </a:lnTo>
                <a:lnTo>
                  <a:pt x="37833" y="17907"/>
                </a:lnTo>
                <a:lnTo>
                  <a:pt x="37782" y="18415"/>
                </a:lnTo>
                <a:lnTo>
                  <a:pt x="38303" y="17653"/>
                </a:lnTo>
                <a:lnTo>
                  <a:pt x="38442" y="17145"/>
                </a:lnTo>
                <a:close/>
              </a:path>
              <a:path w="64135" h="50800">
                <a:moveTo>
                  <a:pt x="38557" y="24003"/>
                </a:moveTo>
                <a:lnTo>
                  <a:pt x="38404" y="24003"/>
                </a:lnTo>
                <a:lnTo>
                  <a:pt x="38557" y="24257"/>
                </a:lnTo>
                <a:lnTo>
                  <a:pt x="38557" y="24003"/>
                </a:lnTo>
                <a:close/>
              </a:path>
              <a:path w="64135" h="50800">
                <a:moveTo>
                  <a:pt x="38569" y="16129"/>
                </a:moveTo>
                <a:lnTo>
                  <a:pt x="38531" y="15875"/>
                </a:lnTo>
                <a:lnTo>
                  <a:pt x="37871" y="15875"/>
                </a:lnTo>
                <a:lnTo>
                  <a:pt x="37934" y="16129"/>
                </a:lnTo>
                <a:lnTo>
                  <a:pt x="38569" y="16129"/>
                </a:lnTo>
                <a:close/>
              </a:path>
              <a:path w="64135" h="50800">
                <a:moveTo>
                  <a:pt x="38658" y="16383"/>
                </a:moveTo>
                <a:lnTo>
                  <a:pt x="38506" y="16637"/>
                </a:lnTo>
                <a:lnTo>
                  <a:pt x="38442" y="17145"/>
                </a:lnTo>
                <a:lnTo>
                  <a:pt x="38608" y="17145"/>
                </a:lnTo>
                <a:lnTo>
                  <a:pt x="38658" y="16383"/>
                </a:lnTo>
                <a:close/>
              </a:path>
              <a:path w="64135" h="50800">
                <a:moveTo>
                  <a:pt x="38696" y="20650"/>
                </a:moveTo>
                <a:lnTo>
                  <a:pt x="38100" y="20701"/>
                </a:lnTo>
                <a:lnTo>
                  <a:pt x="37998" y="20574"/>
                </a:lnTo>
                <a:lnTo>
                  <a:pt x="36182" y="20574"/>
                </a:lnTo>
                <a:lnTo>
                  <a:pt x="36664" y="20828"/>
                </a:lnTo>
                <a:lnTo>
                  <a:pt x="34874" y="20828"/>
                </a:lnTo>
                <a:lnTo>
                  <a:pt x="35255" y="21082"/>
                </a:lnTo>
                <a:lnTo>
                  <a:pt x="35039" y="21082"/>
                </a:lnTo>
                <a:lnTo>
                  <a:pt x="34925" y="21590"/>
                </a:lnTo>
                <a:lnTo>
                  <a:pt x="35293" y="21590"/>
                </a:lnTo>
                <a:lnTo>
                  <a:pt x="35242" y="21336"/>
                </a:lnTo>
                <a:lnTo>
                  <a:pt x="35839" y="21336"/>
                </a:lnTo>
                <a:lnTo>
                  <a:pt x="36068" y="21590"/>
                </a:lnTo>
                <a:lnTo>
                  <a:pt x="35966" y="21336"/>
                </a:lnTo>
                <a:lnTo>
                  <a:pt x="36271" y="21336"/>
                </a:lnTo>
                <a:lnTo>
                  <a:pt x="36423" y="21082"/>
                </a:lnTo>
                <a:lnTo>
                  <a:pt x="37388" y="21082"/>
                </a:lnTo>
                <a:lnTo>
                  <a:pt x="37680" y="21082"/>
                </a:lnTo>
                <a:lnTo>
                  <a:pt x="37998" y="21082"/>
                </a:lnTo>
                <a:lnTo>
                  <a:pt x="38125" y="21336"/>
                </a:lnTo>
                <a:lnTo>
                  <a:pt x="38239" y="21590"/>
                </a:lnTo>
                <a:lnTo>
                  <a:pt x="38341" y="21336"/>
                </a:lnTo>
                <a:lnTo>
                  <a:pt x="38417" y="21082"/>
                </a:lnTo>
                <a:lnTo>
                  <a:pt x="38658" y="21082"/>
                </a:lnTo>
                <a:lnTo>
                  <a:pt x="38684" y="20828"/>
                </a:lnTo>
                <a:lnTo>
                  <a:pt x="38696" y="20650"/>
                </a:lnTo>
                <a:close/>
              </a:path>
              <a:path w="64135" h="50800">
                <a:moveTo>
                  <a:pt x="38735" y="14986"/>
                </a:moveTo>
                <a:lnTo>
                  <a:pt x="38481" y="14478"/>
                </a:lnTo>
                <a:lnTo>
                  <a:pt x="38430" y="14732"/>
                </a:lnTo>
                <a:lnTo>
                  <a:pt x="38290" y="14605"/>
                </a:lnTo>
                <a:lnTo>
                  <a:pt x="38430" y="14732"/>
                </a:lnTo>
                <a:lnTo>
                  <a:pt x="38430" y="14414"/>
                </a:lnTo>
                <a:lnTo>
                  <a:pt x="38290" y="14224"/>
                </a:lnTo>
                <a:lnTo>
                  <a:pt x="38150" y="13970"/>
                </a:lnTo>
                <a:lnTo>
                  <a:pt x="38150" y="14224"/>
                </a:lnTo>
                <a:lnTo>
                  <a:pt x="37973" y="14224"/>
                </a:lnTo>
                <a:lnTo>
                  <a:pt x="38150" y="14478"/>
                </a:lnTo>
                <a:lnTo>
                  <a:pt x="37363" y="14478"/>
                </a:lnTo>
                <a:lnTo>
                  <a:pt x="37338" y="14732"/>
                </a:lnTo>
                <a:lnTo>
                  <a:pt x="37693" y="14732"/>
                </a:lnTo>
                <a:lnTo>
                  <a:pt x="37528" y="14986"/>
                </a:lnTo>
                <a:lnTo>
                  <a:pt x="38061" y="14986"/>
                </a:lnTo>
                <a:lnTo>
                  <a:pt x="37998" y="14859"/>
                </a:lnTo>
                <a:lnTo>
                  <a:pt x="38176" y="14986"/>
                </a:lnTo>
                <a:lnTo>
                  <a:pt x="38404" y="15240"/>
                </a:lnTo>
                <a:lnTo>
                  <a:pt x="38531" y="15875"/>
                </a:lnTo>
                <a:lnTo>
                  <a:pt x="38684" y="15875"/>
                </a:lnTo>
                <a:lnTo>
                  <a:pt x="38735" y="14986"/>
                </a:lnTo>
                <a:close/>
              </a:path>
              <a:path w="64135" h="50800">
                <a:moveTo>
                  <a:pt x="38976" y="28829"/>
                </a:moveTo>
                <a:lnTo>
                  <a:pt x="38798" y="28829"/>
                </a:lnTo>
                <a:lnTo>
                  <a:pt x="38836" y="28702"/>
                </a:lnTo>
                <a:lnTo>
                  <a:pt x="38862" y="28575"/>
                </a:lnTo>
                <a:lnTo>
                  <a:pt x="38519" y="28575"/>
                </a:lnTo>
                <a:lnTo>
                  <a:pt x="38341" y="28448"/>
                </a:lnTo>
                <a:lnTo>
                  <a:pt x="38315" y="28321"/>
                </a:lnTo>
                <a:lnTo>
                  <a:pt x="38214" y="27940"/>
                </a:lnTo>
                <a:lnTo>
                  <a:pt x="37807" y="27559"/>
                </a:lnTo>
                <a:lnTo>
                  <a:pt x="36918" y="27559"/>
                </a:lnTo>
                <a:lnTo>
                  <a:pt x="36931" y="27686"/>
                </a:lnTo>
                <a:lnTo>
                  <a:pt x="36601" y="27940"/>
                </a:lnTo>
                <a:lnTo>
                  <a:pt x="36601" y="28321"/>
                </a:lnTo>
                <a:lnTo>
                  <a:pt x="36550" y="28067"/>
                </a:lnTo>
                <a:lnTo>
                  <a:pt x="36410" y="28067"/>
                </a:lnTo>
                <a:lnTo>
                  <a:pt x="36499" y="27559"/>
                </a:lnTo>
                <a:lnTo>
                  <a:pt x="35090" y="27559"/>
                </a:lnTo>
                <a:lnTo>
                  <a:pt x="35242" y="27432"/>
                </a:lnTo>
                <a:lnTo>
                  <a:pt x="34912" y="27432"/>
                </a:lnTo>
                <a:lnTo>
                  <a:pt x="34785" y="27813"/>
                </a:lnTo>
                <a:lnTo>
                  <a:pt x="34658" y="28067"/>
                </a:lnTo>
                <a:lnTo>
                  <a:pt x="34277" y="28067"/>
                </a:lnTo>
                <a:lnTo>
                  <a:pt x="34251" y="27940"/>
                </a:lnTo>
                <a:lnTo>
                  <a:pt x="34086" y="27940"/>
                </a:lnTo>
                <a:lnTo>
                  <a:pt x="34086" y="28067"/>
                </a:lnTo>
                <a:lnTo>
                  <a:pt x="33909" y="28194"/>
                </a:lnTo>
                <a:lnTo>
                  <a:pt x="33820" y="27965"/>
                </a:lnTo>
                <a:lnTo>
                  <a:pt x="34086" y="28067"/>
                </a:lnTo>
                <a:lnTo>
                  <a:pt x="34086" y="27940"/>
                </a:lnTo>
                <a:lnTo>
                  <a:pt x="33820" y="27940"/>
                </a:lnTo>
                <a:lnTo>
                  <a:pt x="33578" y="27940"/>
                </a:lnTo>
                <a:lnTo>
                  <a:pt x="33515" y="28067"/>
                </a:lnTo>
                <a:lnTo>
                  <a:pt x="33286" y="28194"/>
                </a:lnTo>
                <a:lnTo>
                  <a:pt x="33223" y="27813"/>
                </a:lnTo>
                <a:lnTo>
                  <a:pt x="33096" y="27940"/>
                </a:lnTo>
                <a:lnTo>
                  <a:pt x="33070" y="28194"/>
                </a:lnTo>
                <a:lnTo>
                  <a:pt x="32651" y="27813"/>
                </a:lnTo>
                <a:lnTo>
                  <a:pt x="32740" y="27686"/>
                </a:lnTo>
                <a:lnTo>
                  <a:pt x="32816" y="27559"/>
                </a:lnTo>
                <a:lnTo>
                  <a:pt x="32550" y="27432"/>
                </a:lnTo>
                <a:lnTo>
                  <a:pt x="32448" y="27559"/>
                </a:lnTo>
                <a:lnTo>
                  <a:pt x="32385" y="27813"/>
                </a:lnTo>
                <a:lnTo>
                  <a:pt x="32054" y="27813"/>
                </a:lnTo>
                <a:lnTo>
                  <a:pt x="32080" y="27686"/>
                </a:lnTo>
                <a:lnTo>
                  <a:pt x="31788" y="27686"/>
                </a:lnTo>
                <a:lnTo>
                  <a:pt x="31762" y="27305"/>
                </a:lnTo>
                <a:lnTo>
                  <a:pt x="31838" y="26924"/>
                </a:lnTo>
                <a:lnTo>
                  <a:pt x="31711" y="26289"/>
                </a:lnTo>
                <a:lnTo>
                  <a:pt x="31737" y="26416"/>
                </a:lnTo>
                <a:lnTo>
                  <a:pt x="31915" y="26289"/>
                </a:lnTo>
                <a:lnTo>
                  <a:pt x="32042" y="25273"/>
                </a:lnTo>
                <a:lnTo>
                  <a:pt x="32080" y="24511"/>
                </a:lnTo>
                <a:lnTo>
                  <a:pt x="31902" y="24511"/>
                </a:lnTo>
                <a:lnTo>
                  <a:pt x="31737" y="24511"/>
                </a:lnTo>
                <a:lnTo>
                  <a:pt x="31661" y="25273"/>
                </a:lnTo>
                <a:lnTo>
                  <a:pt x="31546" y="26416"/>
                </a:lnTo>
                <a:lnTo>
                  <a:pt x="31419" y="27813"/>
                </a:lnTo>
                <a:lnTo>
                  <a:pt x="31292" y="28448"/>
                </a:lnTo>
                <a:lnTo>
                  <a:pt x="31216" y="28575"/>
                </a:lnTo>
                <a:lnTo>
                  <a:pt x="31140" y="28956"/>
                </a:lnTo>
                <a:lnTo>
                  <a:pt x="31064" y="29083"/>
                </a:lnTo>
                <a:lnTo>
                  <a:pt x="30975" y="29210"/>
                </a:lnTo>
                <a:lnTo>
                  <a:pt x="31318" y="29210"/>
                </a:lnTo>
                <a:lnTo>
                  <a:pt x="31419" y="28956"/>
                </a:lnTo>
                <a:lnTo>
                  <a:pt x="32067" y="28321"/>
                </a:lnTo>
                <a:lnTo>
                  <a:pt x="32169" y="28194"/>
                </a:lnTo>
                <a:lnTo>
                  <a:pt x="32829" y="28194"/>
                </a:lnTo>
                <a:lnTo>
                  <a:pt x="33515" y="28575"/>
                </a:lnTo>
                <a:lnTo>
                  <a:pt x="33451" y="28829"/>
                </a:lnTo>
                <a:lnTo>
                  <a:pt x="33832" y="28575"/>
                </a:lnTo>
                <a:lnTo>
                  <a:pt x="33947" y="28448"/>
                </a:lnTo>
                <a:lnTo>
                  <a:pt x="34378" y="28448"/>
                </a:lnTo>
                <a:lnTo>
                  <a:pt x="34480" y="28575"/>
                </a:lnTo>
                <a:lnTo>
                  <a:pt x="34734" y="28702"/>
                </a:lnTo>
                <a:lnTo>
                  <a:pt x="34759" y="28829"/>
                </a:lnTo>
                <a:lnTo>
                  <a:pt x="34861" y="29591"/>
                </a:lnTo>
                <a:lnTo>
                  <a:pt x="35077" y="29591"/>
                </a:lnTo>
                <a:lnTo>
                  <a:pt x="35115" y="28956"/>
                </a:lnTo>
                <a:lnTo>
                  <a:pt x="35420" y="28702"/>
                </a:lnTo>
                <a:lnTo>
                  <a:pt x="35661" y="28702"/>
                </a:lnTo>
                <a:lnTo>
                  <a:pt x="35560" y="28829"/>
                </a:lnTo>
                <a:lnTo>
                  <a:pt x="35293" y="28829"/>
                </a:lnTo>
                <a:lnTo>
                  <a:pt x="35382" y="29337"/>
                </a:lnTo>
                <a:lnTo>
                  <a:pt x="35534" y="29464"/>
                </a:lnTo>
                <a:lnTo>
                  <a:pt x="35547" y="29337"/>
                </a:lnTo>
                <a:lnTo>
                  <a:pt x="35674" y="29464"/>
                </a:lnTo>
                <a:lnTo>
                  <a:pt x="35674" y="29591"/>
                </a:lnTo>
                <a:lnTo>
                  <a:pt x="35890" y="29591"/>
                </a:lnTo>
                <a:lnTo>
                  <a:pt x="36080" y="29464"/>
                </a:lnTo>
                <a:lnTo>
                  <a:pt x="36220" y="29337"/>
                </a:lnTo>
                <a:lnTo>
                  <a:pt x="36436" y="29210"/>
                </a:lnTo>
                <a:lnTo>
                  <a:pt x="36423" y="29591"/>
                </a:lnTo>
                <a:lnTo>
                  <a:pt x="36753" y="29591"/>
                </a:lnTo>
                <a:lnTo>
                  <a:pt x="36868" y="29337"/>
                </a:lnTo>
                <a:lnTo>
                  <a:pt x="36957" y="29210"/>
                </a:lnTo>
                <a:lnTo>
                  <a:pt x="37160" y="29337"/>
                </a:lnTo>
                <a:lnTo>
                  <a:pt x="37160" y="29210"/>
                </a:lnTo>
                <a:lnTo>
                  <a:pt x="37147" y="28956"/>
                </a:lnTo>
                <a:lnTo>
                  <a:pt x="37134" y="28829"/>
                </a:lnTo>
                <a:lnTo>
                  <a:pt x="36893" y="28956"/>
                </a:lnTo>
                <a:lnTo>
                  <a:pt x="36957" y="28829"/>
                </a:lnTo>
                <a:lnTo>
                  <a:pt x="37134" y="28829"/>
                </a:lnTo>
                <a:lnTo>
                  <a:pt x="37490" y="28829"/>
                </a:lnTo>
                <a:lnTo>
                  <a:pt x="37604" y="29210"/>
                </a:lnTo>
                <a:lnTo>
                  <a:pt x="37820" y="29337"/>
                </a:lnTo>
                <a:lnTo>
                  <a:pt x="37807" y="29591"/>
                </a:lnTo>
                <a:lnTo>
                  <a:pt x="38188" y="29591"/>
                </a:lnTo>
                <a:lnTo>
                  <a:pt x="38265" y="29210"/>
                </a:lnTo>
                <a:lnTo>
                  <a:pt x="38341" y="29083"/>
                </a:lnTo>
                <a:lnTo>
                  <a:pt x="38544" y="29210"/>
                </a:lnTo>
                <a:lnTo>
                  <a:pt x="38633" y="29083"/>
                </a:lnTo>
                <a:lnTo>
                  <a:pt x="38595" y="29337"/>
                </a:lnTo>
                <a:lnTo>
                  <a:pt x="38785" y="29337"/>
                </a:lnTo>
                <a:lnTo>
                  <a:pt x="38836" y="29083"/>
                </a:lnTo>
                <a:lnTo>
                  <a:pt x="38912" y="28956"/>
                </a:lnTo>
                <a:lnTo>
                  <a:pt x="38976" y="28829"/>
                </a:lnTo>
                <a:close/>
              </a:path>
              <a:path w="64135" h="50800">
                <a:moveTo>
                  <a:pt x="39306" y="17145"/>
                </a:moveTo>
                <a:lnTo>
                  <a:pt x="39014" y="17449"/>
                </a:lnTo>
                <a:lnTo>
                  <a:pt x="39128" y="17145"/>
                </a:lnTo>
                <a:lnTo>
                  <a:pt x="38608" y="17145"/>
                </a:lnTo>
                <a:lnTo>
                  <a:pt x="38595" y="17653"/>
                </a:lnTo>
                <a:lnTo>
                  <a:pt x="38354" y="17907"/>
                </a:lnTo>
                <a:lnTo>
                  <a:pt x="38277" y="18415"/>
                </a:lnTo>
                <a:lnTo>
                  <a:pt x="38608" y="17907"/>
                </a:lnTo>
                <a:lnTo>
                  <a:pt x="38823" y="17653"/>
                </a:lnTo>
                <a:lnTo>
                  <a:pt x="38950" y="17653"/>
                </a:lnTo>
                <a:lnTo>
                  <a:pt x="39268" y="17653"/>
                </a:lnTo>
                <a:lnTo>
                  <a:pt x="39306" y="17145"/>
                </a:lnTo>
                <a:close/>
              </a:path>
              <a:path w="64135" h="50800">
                <a:moveTo>
                  <a:pt x="39395" y="26416"/>
                </a:moveTo>
                <a:lnTo>
                  <a:pt x="39281" y="26289"/>
                </a:lnTo>
                <a:lnTo>
                  <a:pt x="39255" y="26162"/>
                </a:lnTo>
                <a:lnTo>
                  <a:pt x="38608" y="26162"/>
                </a:lnTo>
                <a:lnTo>
                  <a:pt x="39395" y="26416"/>
                </a:lnTo>
                <a:close/>
              </a:path>
              <a:path w="64135" h="50800">
                <a:moveTo>
                  <a:pt x="39395" y="15875"/>
                </a:moveTo>
                <a:lnTo>
                  <a:pt x="38684" y="15875"/>
                </a:lnTo>
                <a:lnTo>
                  <a:pt x="38671" y="16129"/>
                </a:lnTo>
                <a:lnTo>
                  <a:pt x="39395" y="16129"/>
                </a:lnTo>
                <a:lnTo>
                  <a:pt x="39395" y="15875"/>
                </a:lnTo>
                <a:close/>
              </a:path>
              <a:path w="64135" h="50800">
                <a:moveTo>
                  <a:pt x="39408" y="26924"/>
                </a:moveTo>
                <a:lnTo>
                  <a:pt x="37858" y="26924"/>
                </a:lnTo>
                <a:lnTo>
                  <a:pt x="37846" y="27051"/>
                </a:lnTo>
                <a:lnTo>
                  <a:pt x="39408" y="27051"/>
                </a:lnTo>
                <a:lnTo>
                  <a:pt x="39408" y="26924"/>
                </a:lnTo>
                <a:close/>
              </a:path>
              <a:path w="64135" h="50800">
                <a:moveTo>
                  <a:pt x="39522" y="13208"/>
                </a:moveTo>
                <a:lnTo>
                  <a:pt x="38557" y="12954"/>
                </a:lnTo>
                <a:lnTo>
                  <a:pt x="38557" y="12065"/>
                </a:lnTo>
                <a:lnTo>
                  <a:pt x="38404" y="12065"/>
                </a:lnTo>
                <a:lnTo>
                  <a:pt x="38404" y="12954"/>
                </a:lnTo>
                <a:lnTo>
                  <a:pt x="38290" y="12827"/>
                </a:lnTo>
                <a:lnTo>
                  <a:pt x="38404" y="12954"/>
                </a:lnTo>
                <a:lnTo>
                  <a:pt x="38404" y="12065"/>
                </a:lnTo>
                <a:lnTo>
                  <a:pt x="38366" y="12700"/>
                </a:lnTo>
                <a:lnTo>
                  <a:pt x="38214" y="12700"/>
                </a:lnTo>
                <a:lnTo>
                  <a:pt x="38023" y="12852"/>
                </a:lnTo>
                <a:lnTo>
                  <a:pt x="38011" y="12700"/>
                </a:lnTo>
                <a:lnTo>
                  <a:pt x="37211" y="12700"/>
                </a:lnTo>
                <a:lnTo>
                  <a:pt x="37325" y="12344"/>
                </a:lnTo>
                <a:lnTo>
                  <a:pt x="37147" y="12344"/>
                </a:lnTo>
                <a:lnTo>
                  <a:pt x="37033" y="12700"/>
                </a:lnTo>
                <a:lnTo>
                  <a:pt x="32016" y="12700"/>
                </a:lnTo>
                <a:lnTo>
                  <a:pt x="32258" y="12509"/>
                </a:lnTo>
                <a:lnTo>
                  <a:pt x="32499" y="12242"/>
                </a:lnTo>
                <a:lnTo>
                  <a:pt x="32639" y="12077"/>
                </a:lnTo>
                <a:lnTo>
                  <a:pt x="38379" y="12065"/>
                </a:lnTo>
                <a:lnTo>
                  <a:pt x="38379" y="11811"/>
                </a:lnTo>
                <a:lnTo>
                  <a:pt x="38684" y="11557"/>
                </a:lnTo>
                <a:lnTo>
                  <a:pt x="32524" y="11557"/>
                </a:lnTo>
                <a:lnTo>
                  <a:pt x="32588" y="11303"/>
                </a:lnTo>
                <a:lnTo>
                  <a:pt x="35128" y="11303"/>
                </a:lnTo>
                <a:lnTo>
                  <a:pt x="38989" y="11303"/>
                </a:lnTo>
                <a:lnTo>
                  <a:pt x="39281" y="11049"/>
                </a:lnTo>
                <a:lnTo>
                  <a:pt x="35255" y="11049"/>
                </a:lnTo>
                <a:lnTo>
                  <a:pt x="32651" y="11049"/>
                </a:lnTo>
                <a:lnTo>
                  <a:pt x="32880" y="10960"/>
                </a:lnTo>
                <a:lnTo>
                  <a:pt x="32410" y="11036"/>
                </a:lnTo>
                <a:lnTo>
                  <a:pt x="32372" y="10795"/>
                </a:lnTo>
                <a:lnTo>
                  <a:pt x="39370" y="10795"/>
                </a:lnTo>
                <a:lnTo>
                  <a:pt x="39446" y="10541"/>
                </a:lnTo>
                <a:lnTo>
                  <a:pt x="30937" y="10541"/>
                </a:lnTo>
                <a:lnTo>
                  <a:pt x="27940" y="10541"/>
                </a:lnTo>
                <a:lnTo>
                  <a:pt x="27927" y="10795"/>
                </a:lnTo>
                <a:lnTo>
                  <a:pt x="29489" y="10795"/>
                </a:lnTo>
                <a:lnTo>
                  <a:pt x="29514" y="11049"/>
                </a:lnTo>
                <a:lnTo>
                  <a:pt x="29603" y="10795"/>
                </a:lnTo>
                <a:lnTo>
                  <a:pt x="32143" y="10795"/>
                </a:lnTo>
                <a:lnTo>
                  <a:pt x="32080" y="11049"/>
                </a:lnTo>
                <a:lnTo>
                  <a:pt x="29514" y="11049"/>
                </a:lnTo>
                <a:lnTo>
                  <a:pt x="27927" y="11049"/>
                </a:lnTo>
                <a:lnTo>
                  <a:pt x="27914" y="11303"/>
                </a:lnTo>
                <a:lnTo>
                  <a:pt x="32042" y="11303"/>
                </a:lnTo>
                <a:lnTo>
                  <a:pt x="32080" y="11557"/>
                </a:lnTo>
                <a:lnTo>
                  <a:pt x="27901" y="11557"/>
                </a:lnTo>
                <a:lnTo>
                  <a:pt x="27876" y="12065"/>
                </a:lnTo>
                <a:lnTo>
                  <a:pt x="32143" y="12065"/>
                </a:lnTo>
                <a:lnTo>
                  <a:pt x="31978" y="12700"/>
                </a:lnTo>
                <a:lnTo>
                  <a:pt x="27851" y="12700"/>
                </a:lnTo>
                <a:lnTo>
                  <a:pt x="27838" y="12954"/>
                </a:lnTo>
                <a:lnTo>
                  <a:pt x="37871" y="12954"/>
                </a:lnTo>
                <a:lnTo>
                  <a:pt x="38036" y="12954"/>
                </a:lnTo>
                <a:lnTo>
                  <a:pt x="38150" y="13970"/>
                </a:lnTo>
                <a:lnTo>
                  <a:pt x="38290" y="13716"/>
                </a:lnTo>
                <a:lnTo>
                  <a:pt x="38379" y="13462"/>
                </a:lnTo>
                <a:lnTo>
                  <a:pt x="38493" y="13208"/>
                </a:lnTo>
                <a:lnTo>
                  <a:pt x="38823" y="13208"/>
                </a:lnTo>
                <a:lnTo>
                  <a:pt x="38976" y="13462"/>
                </a:lnTo>
                <a:lnTo>
                  <a:pt x="39433" y="13462"/>
                </a:lnTo>
                <a:lnTo>
                  <a:pt x="39408" y="13335"/>
                </a:lnTo>
                <a:lnTo>
                  <a:pt x="39497" y="13462"/>
                </a:lnTo>
                <a:lnTo>
                  <a:pt x="39522" y="13208"/>
                </a:lnTo>
                <a:close/>
              </a:path>
              <a:path w="64135" h="50800">
                <a:moveTo>
                  <a:pt x="39598" y="22733"/>
                </a:moveTo>
                <a:lnTo>
                  <a:pt x="39281" y="22733"/>
                </a:lnTo>
                <a:lnTo>
                  <a:pt x="39357" y="22872"/>
                </a:lnTo>
                <a:lnTo>
                  <a:pt x="39598" y="22733"/>
                </a:lnTo>
                <a:close/>
              </a:path>
              <a:path w="64135" h="50800">
                <a:moveTo>
                  <a:pt x="39700" y="15621"/>
                </a:moveTo>
                <a:lnTo>
                  <a:pt x="39446" y="15240"/>
                </a:lnTo>
                <a:lnTo>
                  <a:pt x="39395" y="15875"/>
                </a:lnTo>
                <a:lnTo>
                  <a:pt x="39573" y="15875"/>
                </a:lnTo>
                <a:lnTo>
                  <a:pt x="39700" y="15621"/>
                </a:lnTo>
                <a:close/>
              </a:path>
              <a:path w="64135" h="50800">
                <a:moveTo>
                  <a:pt x="39700" y="3073"/>
                </a:moveTo>
                <a:lnTo>
                  <a:pt x="39598" y="2794"/>
                </a:lnTo>
                <a:lnTo>
                  <a:pt x="39420" y="2794"/>
                </a:lnTo>
                <a:lnTo>
                  <a:pt x="39433" y="3073"/>
                </a:lnTo>
                <a:lnTo>
                  <a:pt x="39700" y="3073"/>
                </a:lnTo>
                <a:close/>
              </a:path>
              <a:path w="64135" h="50800">
                <a:moveTo>
                  <a:pt x="39712" y="16637"/>
                </a:moveTo>
                <a:lnTo>
                  <a:pt x="39649" y="16230"/>
                </a:lnTo>
                <a:lnTo>
                  <a:pt x="39395" y="16129"/>
                </a:lnTo>
                <a:lnTo>
                  <a:pt x="39293" y="16637"/>
                </a:lnTo>
                <a:lnTo>
                  <a:pt x="39712" y="16637"/>
                </a:lnTo>
                <a:close/>
              </a:path>
              <a:path w="64135" h="50800">
                <a:moveTo>
                  <a:pt x="39801" y="22860"/>
                </a:moveTo>
                <a:lnTo>
                  <a:pt x="39420" y="22948"/>
                </a:lnTo>
                <a:lnTo>
                  <a:pt x="39624" y="23241"/>
                </a:lnTo>
                <a:lnTo>
                  <a:pt x="39776" y="22987"/>
                </a:lnTo>
                <a:lnTo>
                  <a:pt x="39801" y="22860"/>
                </a:lnTo>
                <a:close/>
              </a:path>
              <a:path w="64135" h="50800">
                <a:moveTo>
                  <a:pt x="39827" y="16891"/>
                </a:moveTo>
                <a:lnTo>
                  <a:pt x="39751" y="16637"/>
                </a:lnTo>
                <a:lnTo>
                  <a:pt x="39649" y="16827"/>
                </a:lnTo>
                <a:lnTo>
                  <a:pt x="39382" y="16637"/>
                </a:lnTo>
                <a:lnTo>
                  <a:pt x="39217" y="16891"/>
                </a:lnTo>
                <a:lnTo>
                  <a:pt x="39128" y="17145"/>
                </a:lnTo>
                <a:lnTo>
                  <a:pt x="39306" y="17145"/>
                </a:lnTo>
                <a:lnTo>
                  <a:pt x="39509" y="17145"/>
                </a:lnTo>
                <a:lnTo>
                  <a:pt x="39560" y="16891"/>
                </a:lnTo>
                <a:lnTo>
                  <a:pt x="39509" y="17145"/>
                </a:lnTo>
                <a:lnTo>
                  <a:pt x="39827" y="16891"/>
                </a:lnTo>
                <a:close/>
              </a:path>
              <a:path w="64135" h="50800">
                <a:moveTo>
                  <a:pt x="39865" y="17653"/>
                </a:moveTo>
                <a:lnTo>
                  <a:pt x="39268" y="17653"/>
                </a:lnTo>
                <a:lnTo>
                  <a:pt x="39255" y="17907"/>
                </a:lnTo>
                <a:lnTo>
                  <a:pt x="39560" y="17907"/>
                </a:lnTo>
                <a:lnTo>
                  <a:pt x="39865" y="17653"/>
                </a:lnTo>
                <a:close/>
              </a:path>
              <a:path w="64135" h="50800">
                <a:moveTo>
                  <a:pt x="39865" y="13462"/>
                </a:moveTo>
                <a:lnTo>
                  <a:pt x="39497" y="13462"/>
                </a:lnTo>
                <a:lnTo>
                  <a:pt x="39662" y="13716"/>
                </a:lnTo>
                <a:lnTo>
                  <a:pt x="39522" y="13716"/>
                </a:lnTo>
                <a:lnTo>
                  <a:pt x="39408" y="15240"/>
                </a:lnTo>
                <a:lnTo>
                  <a:pt x="39801" y="15240"/>
                </a:lnTo>
                <a:lnTo>
                  <a:pt x="39865" y="13462"/>
                </a:lnTo>
                <a:close/>
              </a:path>
              <a:path w="64135" h="50800">
                <a:moveTo>
                  <a:pt x="39890" y="13208"/>
                </a:moveTo>
                <a:lnTo>
                  <a:pt x="39725" y="13208"/>
                </a:lnTo>
                <a:lnTo>
                  <a:pt x="39865" y="13385"/>
                </a:lnTo>
                <a:lnTo>
                  <a:pt x="39890" y="13208"/>
                </a:lnTo>
                <a:close/>
              </a:path>
              <a:path w="64135" h="50800">
                <a:moveTo>
                  <a:pt x="39928" y="20828"/>
                </a:moveTo>
                <a:lnTo>
                  <a:pt x="39611" y="20828"/>
                </a:lnTo>
                <a:lnTo>
                  <a:pt x="39763" y="21082"/>
                </a:lnTo>
                <a:lnTo>
                  <a:pt x="39878" y="21336"/>
                </a:lnTo>
                <a:lnTo>
                  <a:pt x="39928" y="20828"/>
                </a:lnTo>
                <a:close/>
              </a:path>
              <a:path w="64135" h="50800">
                <a:moveTo>
                  <a:pt x="40081" y="22479"/>
                </a:moveTo>
                <a:lnTo>
                  <a:pt x="40043" y="21971"/>
                </a:lnTo>
                <a:lnTo>
                  <a:pt x="39916" y="22225"/>
                </a:lnTo>
                <a:lnTo>
                  <a:pt x="35610" y="22225"/>
                </a:lnTo>
                <a:lnTo>
                  <a:pt x="35763" y="22352"/>
                </a:lnTo>
                <a:lnTo>
                  <a:pt x="35356" y="22225"/>
                </a:lnTo>
                <a:lnTo>
                  <a:pt x="35013" y="21971"/>
                </a:lnTo>
                <a:lnTo>
                  <a:pt x="34861" y="22225"/>
                </a:lnTo>
                <a:lnTo>
                  <a:pt x="34671" y="22225"/>
                </a:lnTo>
                <a:lnTo>
                  <a:pt x="34671" y="22479"/>
                </a:lnTo>
                <a:lnTo>
                  <a:pt x="34493" y="22669"/>
                </a:lnTo>
                <a:lnTo>
                  <a:pt x="33870" y="22606"/>
                </a:lnTo>
                <a:lnTo>
                  <a:pt x="33616" y="22479"/>
                </a:lnTo>
                <a:lnTo>
                  <a:pt x="33121" y="22517"/>
                </a:lnTo>
                <a:lnTo>
                  <a:pt x="32880" y="22733"/>
                </a:lnTo>
                <a:lnTo>
                  <a:pt x="32753" y="22923"/>
                </a:lnTo>
                <a:lnTo>
                  <a:pt x="32804" y="22733"/>
                </a:lnTo>
                <a:lnTo>
                  <a:pt x="32880" y="22479"/>
                </a:lnTo>
                <a:lnTo>
                  <a:pt x="33159" y="22479"/>
                </a:lnTo>
                <a:lnTo>
                  <a:pt x="33350" y="22479"/>
                </a:lnTo>
                <a:lnTo>
                  <a:pt x="33616" y="22479"/>
                </a:lnTo>
                <a:lnTo>
                  <a:pt x="34671" y="22479"/>
                </a:lnTo>
                <a:lnTo>
                  <a:pt x="34671" y="22225"/>
                </a:lnTo>
                <a:lnTo>
                  <a:pt x="33489" y="22225"/>
                </a:lnTo>
                <a:lnTo>
                  <a:pt x="33451" y="21971"/>
                </a:lnTo>
                <a:lnTo>
                  <a:pt x="33426" y="22225"/>
                </a:lnTo>
                <a:lnTo>
                  <a:pt x="33299" y="22339"/>
                </a:lnTo>
                <a:lnTo>
                  <a:pt x="33426" y="22225"/>
                </a:lnTo>
                <a:lnTo>
                  <a:pt x="33426" y="21983"/>
                </a:lnTo>
                <a:lnTo>
                  <a:pt x="32842" y="22225"/>
                </a:lnTo>
                <a:lnTo>
                  <a:pt x="32194" y="22987"/>
                </a:lnTo>
                <a:lnTo>
                  <a:pt x="31877" y="23241"/>
                </a:lnTo>
                <a:lnTo>
                  <a:pt x="28079" y="23241"/>
                </a:lnTo>
                <a:lnTo>
                  <a:pt x="28130" y="22225"/>
                </a:lnTo>
                <a:lnTo>
                  <a:pt x="28308" y="22225"/>
                </a:lnTo>
                <a:lnTo>
                  <a:pt x="28295" y="21971"/>
                </a:lnTo>
                <a:lnTo>
                  <a:pt x="27927" y="21971"/>
                </a:lnTo>
                <a:lnTo>
                  <a:pt x="27914" y="23495"/>
                </a:lnTo>
                <a:lnTo>
                  <a:pt x="28016" y="23342"/>
                </a:lnTo>
                <a:lnTo>
                  <a:pt x="28003" y="23495"/>
                </a:lnTo>
                <a:lnTo>
                  <a:pt x="31762" y="23495"/>
                </a:lnTo>
                <a:lnTo>
                  <a:pt x="31826" y="23749"/>
                </a:lnTo>
                <a:lnTo>
                  <a:pt x="32562" y="23749"/>
                </a:lnTo>
                <a:lnTo>
                  <a:pt x="32626" y="23241"/>
                </a:lnTo>
                <a:lnTo>
                  <a:pt x="32270" y="23241"/>
                </a:lnTo>
                <a:lnTo>
                  <a:pt x="32651" y="23152"/>
                </a:lnTo>
                <a:lnTo>
                  <a:pt x="33337" y="22987"/>
                </a:lnTo>
                <a:lnTo>
                  <a:pt x="33477" y="22733"/>
                </a:lnTo>
                <a:lnTo>
                  <a:pt x="34201" y="22733"/>
                </a:lnTo>
                <a:lnTo>
                  <a:pt x="34429" y="22733"/>
                </a:lnTo>
                <a:lnTo>
                  <a:pt x="35090" y="22733"/>
                </a:lnTo>
                <a:lnTo>
                  <a:pt x="36220" y="22733"/>
                </a:lnTo>
                <a:lnTo>
                  <a:pt x="35915" y="22479"/>
                </a:lnTo>
                <a:lnTo>
                  <a:pt x="36169" y="22479"/>
                </a:lnTo>
                <a:lnTo>
                  <a:pt x="40005" y="22479"/>
                </a:lnTo>
                <a:lnTo>
                  <a:pt x="39979" y="22352"/>
                </a:lnTo>
                <a:lnTo>
                  <a:pt x="40081" y="22479"/>
                </a:lnTo>
                <a:close/>
              </a:path>
              <a:path w="64135" h="50800">
                <a:moveTo>
                  <a:pt x="40462" y="12865"/>
                </a:moveTo>
                <a:lnTo>
                  <a:pt x="40347" y="12585"/>
                </a:lnTo>
                <a:lnTo>
                  <a:pt x="40259" y="12776"/>
                </a:lnTo>
                <a:lnTo>
                  <a:pt x="40259" y="12954"/>
                </a:lnTo>
                <a:lnTo>
                  <a:pt x="40462" y="12865"/>
                </a:lnTo>
                <a:close/>
              </a:path>
              <a:path w="64135" h="50800">
                <a:moveTo>
                  <a:pt x="40640" y="18097"/>
                </a:moveTo>
                <a:lnTo>
                  <a:pt x="40614" y="17919"/>
                </a:lnTo>
                <a:lnTo>
                  <a:pt x="40640" y="18097"/>
                </a:lnTo>
                <a:close/>
              </a:path>
              <a:path w="64135" h="50800">
                <a:moveTo>
                  <a:pt x="40690" y="7874"/>
                </a:moveTo>
                <a:lnTo>
                  <a:pt x="30289" y="7874"/>
                </a:lnTo>
                <a:lnTo>
                  <a:pt x="30276" y="7620"/>
                </a:lnTo>
                <a:lnTo>
                  <a:pt x="27305" y="7620"/>
                </a:lnTo>
                <a:lnTo>
                  <a:pt x="27305" y="7874"/>
                </a:lnTo>
                <a:lnTo>
                  <a:pt x="27559" y="7874"/>
                </a:lnTo>
                <a:lnTo>
                  <a:pt x="27787" y="8128"/>
                </a:lnTo>
                <a:lnTo>
                  <a:pt x="27736" y="7874"/>
                </a:lnTo>
                <a:lnTo>
                  <a:pt x="30238" y="7874"/>
                </a:lnTo>
                <a:lnTo>
                  <a:pt x="30149" y="8128"/>
                </a:lnTo>
                <a:lnTo>
                  <a:pt x="40690" y="8128"/>
                </a:lnTo>
                <a:lnTo>
                  <a:pt x="40690" y="7874"/>
                </a:lnTo>
                <a:close/>
              </a:path>
              <a:path w="64135" h="50800">
                <a:moveTo>
                  <a:pt x="40830" y="7620"/>
                </a:moveTo>
                <a:lnTo>
                  <a:pt x="40690" y="7366"/>
                </a:lnTo>
                <a:lnTo>
                  <a:pt x="30264" y="7366"/>
                </a:lnTo>
                <a:lnTo>
                  <a:pt x="30276" y="7620"/>
                </a:lnTo>
                <a:lnTo>
                  <a:pt x="40830" y="7620"/>
                </a:lnTo>
                <a:close/>
              </a:path>
              <a:path w="64135" h="50800">
                <a:moveTo>
                  <a:pt x="40843" y="12204"/>
                </a:moveTo>
                <a:lnTo>
                  <a:pt x="40678" y="12065"/>
                </a:lnTo>
                <a:lnTo>
                  <a:pt x="40525" y="12065"/>
                </a:lnTo>
                <a:lnTo>
                  <a:pt x="40449" y="12446"/>
                </a:lnTo>
                <a:lnTo>
                  <a:pt x="40843" y="12446"/>
                </a:lnTo>
                <a:lnTo>
                  <a:pt x="40843" y="12204"/>
                </a:lnTo>
                <a:close/>
              </a:path>
              <a:path w="64135" h="50800">
                <a:moveTo>
                  <a:pt x="40944" y="7366"/>
                </a:moveTo>
                <a:lnTo>
                  <a:pt x="40690" y="7366"/>
                </a:lnTo>
                <a:lnTo>
                  <a:pt x="40944" y="7505"/>
                </a:lnTo>
                <a:lnTo>
                  <a:pt x="40944" y="7366"/>
                </a:lnTo>
                <a:close/>
              </a:path>
              <a:path w="64135" h="50800">
                <a:moveTo>
                  <a:pt x="41021" y="12954"/>
                </a:moveTo>
                <a:lnTo>
                  <a:pt x="40894" y="13208"/>
                </a:lnTo>
                <a:lnTo>
                  <a:pt x="40855" y="13462"/>
                </a:lnTo>
                <a:lnTo>
                  <a:pt x="41021" y="13208"/>
                </a:lnTo>
                <a:lnTo>
                  <a:pt x="41021" y="12954"/>
                </a:lnTo>
                <a:close/>
              </a:path>
              <a:path w="64135" h="50800">
                <a:moveTo>
                  <a:pt x="41135" y="16129"/>
                </a:moveTo>
                <a:lnTo>
                  <a:pt x="40728" y="16129"/>
                </a:lnTo>
                <a:lnTo>
                  <a:pt x="40614" y="16383"/>
                </a:lnTo>
                <a:lnTo>
                  <a:pt x="40513" y="16637"/>
                </a:lnTo>
                <a:lnTo>
                  <a:pt x="40881" y="16383"/>
                </a:lnTo>
                <a:lnTo>
                  <a:pt x="41135" y="16129"/>
                </a:lnTo>
                <a:close/>
              </a:path>
              <a:path w="64135" h="50800">
                <a:moveTo>
                  <a:pt x="41262" y="24257"/>
                </a:moveTo>
                <a:lnTo>
                  <a:pt x="38557" y="24257"/>
                </a:lnTo>
                <a:lnTo>
                  <a:pt x="38455" y="24396"/>
                </a:lnTo>
                <a:lnTo>
                  <a:pt x="38265" y="24257"/>
                </a:lnTo>
                <a:lnTo>
                  <a:pt x="38442" y="24257"/>
                </a:lnTo>
                <a:lnTo>
                  <a:pt x="38341" y="23749"/>
                </a:lnTo>
                <a:lnTo>
                  <a:pt x="38582" y="23749"/>
                </a:lnTo>
                <a:lnTo>
                  <a:pt x="38633" y="23495"/>
                </a:lnTo>
                <a:lnTo>
                  <a:pt x="38379" y="23495"/>
                </a:lnTo>
                <a:lnTo>
                  <a:pt x="38227" y="23749"/>
                </a:lnTo>
                <a:lnTo>
                  <a:pt x="35382" y="23749"/>
                </a:lnTo>
                <a:lnTo>
                  <a:pt x="35407" y="23876"/>
                </a:lnTo>
                <a:lnTo>
                  <a:pt x="35153" y="23749"/>
                </a:lnTo>
                <a:lnTo>
                  <a:pt x="35102" y="23495"/>
                </a:lnTo>
                <a:lnTo>
                  <a:pt x="35064" y="23368"/>
                </a:lnTo>
                <a:lnTo>
                  <a:pt x="34912" y="23418"/>
                </a:lnTo>
                <a:lnTo>
                  <a:pt x="35001" y="23241"/>
                </a:lnTo>
                <a:lnTo>
                  <a:pt x="35483" y="22987"/>
                </a:lnTo>
                <a:lnTo>
                  <a:pt x="34772" y="22987"/>
                </a:lnTo>
                <a:lnTo>
                  <a:pt x="34467" y="22860"/>
                </a:lnTo>
                <a:lnTo>
                  <a:pt x="34505" y="22987"/>
                </a:lnTo>
                <a:lnTo>
                  <a:pt x="34556" y="23241"/>
                </a:lnTo>
                <a:lnTo>
                  <a:pt x="34848" y="23241"/>
                </a:lnTo>
                <a:lnTo>
                  <a:pt x="34861" y="23393"/>
                </a:lnTo>
                <a:lnTo>
                  <a:pt x="34556" y="23241"/>
                </a:lnTo>
                <a:lnTo>
                  <a:pt x="32778" y="23241"/>
                </a:lnTo>
                <a:lnTo>
                  <a:pt x="32715" y="23495"/>
                </a:lnTo>
                <a:lnTo>
                  <a:pt x="34861" y="23495"/>
                </a:lnTo>
                <a:lnTo>
                  <a:pt x="34937" y="24003"/>
                </a:lnTo>
                <a:lnTo>
                  <a:pt x="35128" y="24257"/>
                </a:lnTo>
                <a:lnTo>
                  <a:pt x="35471" y="24257"/>
                </a:lnTo>
                <a:lnTo>
                  <a:pt x="35433" y="24003"/>
                </a:lnTo>
                <a:lnTo>
                  <a:pt x="35661" y="24003"/>
                </a:lnTo>
                <a:lnTo>
                  <a:pt x="37909" y="24003"/>
                </a:lnTo>
                <a:lnTo>
                  <a:pt x="37680" y="24257"/>
                </a:lnTo>
                <a:lnTo>
                  <a:pt x="38100" y="24257"/>
                </a:lnTo>
                <a:lnTo>
                  <a:pt x="38049" y="24384"/>
                </a:lnTo>
                <a:lnTo>
                  <a:pt x="37668" y="24307"/>
                </a:lnTo>
                <a:lnTo>
                  <a:pt x="37655" y="24511"/>
                </a:lnTo>
                <a:lnTo>
                  <a:pt x="37693" y="25908"/>
                </a:lnTo>
                <a:lnTo>
                  <a:pt x="37807" y="26035"/>
                </a:lnTo>
                <a:lnTo>
                  <a:pt x="37909" y="26162"/>
                </a:lnTo>
                <a:lnTo>
                  <a:pt x="38608" y="26162"/>
                </a:lnTo>
                <a:lnTo>
                  <a:pt x="38049" y="26035"/>
                </a:lnTo>
                <a:lnTo>
                  <a:pt x="37998" y="24511"/>
                </a:lnTo>
                <a:lnTo>
                  <a:pt x="38481" y="24511"/>
                </a:lnTo>
                <a:lnTo>
                  <a:pt x="38646" y="24511"/>
                </a:lnTo>
                <a:lnTo>
                  <a:pt x="41262" y="24511"/>
                </a:lnTo>
                <a:lnTo>
                  <a:pt x="41262" y="24257"/>
                </a:lnTo>
                <a:close/>
              </a:path>
              <a:path w="64135" h="50800">
                <a:moveTo>
                  <a:pt x="41262" y="8636"/>
                </a:moveTo>
                <a:lnTo>
                  <a:pt x="40944" y="8509"/>
                </a:lnTo>
                <a:lnTo>
                  <a:pt x="40894" y="8636"/>
                </a:lnTo>
                <a:lnTo>
                  <a:pt x="41262" y="8636"/>
                </a:lnTo>
                <a:close/>
              </a:path>
              <a:path w="64135" h="50800">
                <a:moveTo>
                  <a:pt x="41275" y="8890"/>
                </a:moveTo>
                <a:lnTo>
                  <a:pt x="41262" y="8636"/>
                </a:lnTo>
                <a:lnTo>
                  <a:pt x="41008" y="8890"/>
                </a:lnTo>
                <a:lnTo>
                  <a:pt x="41275" y="8890"/>
                </a:lnTo>
                <a:close/>
              </a:path>
              <a:path w="64135" h="50800">
                <a:moveTo>
                  <a:pt x="41287" y="23241"/>
                </a:moveTo>
                <a:lnTo>
                  <a:pt x="39738" y="23241"/>
                </a:lnTo>
                <a:lnTo>
                  <a:pt x="38696" y="23241"/>
                </a:lnTo>
                <a:lnTo>
                  <a:pt x="39141" y="22987"/>
                </a:lnTo>
                <a:lnTo>
                  <a:pt x="38646" y="23101"/>
                </a:lnTo>
                <a:lnTo>
                  <a:pt x="38531" y="22733"/>
                </a:lnTo>
                <a:lnTo>
                  <a:pt x="38087" y="22733"/>
                </a:lnTo>
                <a:lnTo>
                  <a:pt x="38023" y="22987"/>
                </a:lnTo>
                <a:lnTo>
                  <a:pt x="37287" y="22987"/>
                </a:lnTo>
                <a:lnTo>
                  <a:pt x="37465" y="23241"/>
                </a:lnTo>
                <a:lnTo>
                  <a:pt x="37287" y="23241"/>
                </a:lnTo>
                <a:lnTo>
                  <a:pt x="37007" y="22987"/>
                </a:lnTo>
                <a:lnTo>
                  <a:pt x="35483" y="22987"/>
                </a:lnTo>
                <a:lnTo>
                  <a:pt x="35966" y="23368"/>
                </a:lnTo>
                <a:lnTo>
                  <a:pt x="36245" y="23241"/>
                </a:lnTo>
                <a:lnTo>
                  <a:pt x="36741" y="23241"/>
                </a:lnTo>
                <a:lnTo>
                  <a:pt x="37160" y="23495"/>
                </a:lnTo>
                <a:lnTo>
                  <a:pt x="37541" y="23495"/>
                </a:lnTo>
                <a:lnTo>
                  <a:pt x="38150" y="23495"/>
                </a:lnTo>
                <a:lnTo>
                  <a:pt x="38125" y="23368"/>
                </a:lnTo>
                <a:lnTo>
                  <a:pt x="38239" y="23495"/>
                </a:lnTo>
                <a:lnTo>
                  <a:pt x="38163" y="23241"/>
                </a:lnTo>
                <a:lnTo>
                  <a:pt x="38684" y="23241"/>
                </a:lnTo>
                <a:lnTo>
                  <a:pt x="38633" y="23495"/>
                </a:lnTo>
                <a:lnTo>
                  <a:pt x="39687" y="23495"/>
                </a:lnTo>
                <a:lnTo>
                  <a:pt x="39712" y="23368"/>
                </a:lnTo>
                <a:lnTo>
                  <a:pt x="39801" y="23495"/>
                </a:lnTo>
                <a:lnTo>
                  <a:pt x="41275" y="23495"/>
                </a:lnTo>
                <a:lnTo>
                  <a:pt x="41287" y="23241"/>
                </a:lnTo>
                <a:close/>
              </a:path>
              <a:path w="64135" h="50800">
                <a:moveTo>
                  <a:pt x="41338" y="38354"/>
                </a:moveTo>
                <a:lnTo>
                  <a:pt x="40386" y="38227"/>
                </a:lnTo>
                <a:lnTo>
                  <a:pt x="38557" y="38227"/>
                </a:lnTo>
                <a:lnTo>
                  <a:pt x="38150" y="38100"/>
                </a:lnTo>
                <a:lnTo>
                  <a:pt x="38354" y="38227"/>
                </a:lnTo>
                <a:lnTo>
                  <a:pt x="37858" y="38227"/>
                </a:lnTo>
                <a:lnTo>
                  <a:pt x="38176" y="38354"/>
                </a:lnTo>
                <a:lnTo>
                  <a:pt x="41338" y="38354"/>
                </a:lnTo>
                <a:close/>
              </a:path>
              <a:path w="64135" h="50800">
                <a:moveTo>
                  <a:pt x="41503" y="24511"/>
                </a:moveTo>
                <a:lnTo>
                  <a:pt x="41262" y="24511"/>
                </a:lnTo>
                <a:lnTo>
                  <a:pt x="41249" y="25273"/>
                </a:lnTo>
                <a:lnTo>
                  <a:pt x="41389" y="25146"/>
                </a:lnTo>
                <a:lnTo>
                  <a:pt x="41503" y="24511"/>
                </a:lnTo>
                <a:close/>
              </a:path>
              <a:path w="64135" h="50800">
                <a:moveTo>
                  <a:pt x="41529" y="15621"/>
                </a:moveTo>
                <a:lnTo>
                  <a:pt x="41148" y="15875"/>
                </a:lnTo>
                <a:lnTo>
                  <a:pt x="41363" y="15875"/>
                </a:lnTo>
                <a:lnTo>
                  <a:pt x="41529" y="15621"/>
                </a:lnTo>
                <a:close/>
              </a:path>
              <a:path w="64135" h="50800">
                <a:moveTo>
                  <a:pt x="41529" y="15621"/>
                </a:moveTo>
                <a:lnTo>
                  <a:pt x="41440" y="15875"/>
                </a:lnTo>
                <a:lnTo>
                  <a:pt x="41338" y="16129"/>
                </a:lnTo>
                <a:lnTo>
                  <a:pt x="41478" y="16129"/>
                </a:lnTo>
                <a:lnTo>
                  <a:pt x="41529" y="15621"/>
                </a:lnTo>
                <a:close/>
              </a:path>
              <a:path w="64135" h="50800">
                <a:moveTo>
                  <a:pt x="41554" y="24257"/>
                </a:moveTo>
                <a:lnTo>
                  <a:pt x="41503" y="23495"/>
                </a:lnTo>
                <a:lnTo>
                  <a:pt x="41275" y="23495"/>
                </a:lnTo>
                <a:lnTo>
                  <a:pt x="41262" y="24257"/>
                </a:lnTo>
                <a:lnTo>
                  <a:pt x="41554" y="24257"/>
                </a:lnTo>
                <a:close/>
              </a:path>
              <a:path w="64135" h="50800">
                <a:moveTo>
                  <a:pt x="41706" y="14058"/>
                </a:moveTo>
                <a:lnTo>
                  <a:pt x="41681" y="13728"/>
                </a:lnTo>
                <a:lnTo>
                  <a:pt x="41643" y="14058"/>
                </a:lnTo>
                <a:close/>
              </a:path>
              <a:path w="64135" h="50800">
                <a:moveTo>
                  <a:pt x="41960" y="19050"/>
                </a:moveTo>
                <a:lnTo>
                  <a:pt x="41592" y="19050"/>
                </a:lnTo>
                <a:lnTo>
                  <a:pt x="41922" y="19189"/>
                </a:lnTo>
                <a:lnTo>
                  <a:pt x="41960" y="19050"/>
                </a:lnTo>
                <a:close/>
              </a:path>
              <a:path w="64135" h="50800">
                <a:moveTo>
                  <a:pt x="42011" y="17145"/>
                </a:moveTo>
                <a:lnTo>
                  <a:pt x="40474" y="17145"/>
                </a:lnTo>
                <a:lnTo>
                  <a:pt x="39941" y="17653"/>
                </a:lnTo>
                <a:lnTo>
                  <a:pt x="39789" y="17907"/>
                </a:lnTo>
                <a:lnTo>
                  <a:pt x="41033" y="17907"/>
                </a:lnTo>
                <a:lnTo>
                  <a:pt x="41173" y="17907"/>
                </a:lnTo>
                <a:lnTo>
                  <a:pt x="41490" y="17907"/>
                </a:lnTo>
                <a:lnTo>
                  <a:pt x="41783" y="17907"/>
                </a:lnTo>
                <a:lnTo>
                  <a:pt x="41935" y="17653"/>
                </a:lnTo>
                <a:lnTo>
                  <a:pt x="42011" y="17145"/>
                </a:lnTo>
                <a:close/>
              </a:path>
              <a:path w="64135" h="50800">
                <a:moveTo>
                  <a:pt x="42037" y="14465"/>
                </a:moveTo>
                <a:lnTo>
                  <a:pt x="41668" y="14947"/>
                </a:lnTo>
                <a:lnTo>
                  <a:pt x="41097" y="15417"/>
                </a:lnTo>
                <a:lnTo>
                  <a:pt x="40906" y="15875"/>
                </a:lnTo>
                <a:lnTo>
                  <a:pt x="40360" y="15875"/>
                </a:lnTo>
                <a:lnTo>
                  <a:pt x="40081" y="15875"/>
                </a:lnTo>
                <a:lnTo>
                  <a:pt x="39954" y="16103"/>
                </a:lnTo>
                <a:lnTo>
                  <a:pt x="39839" y="16383"/>
                </a:lnTo>
                <a:lnTo>
                  <a:pt x="40157" y="16129"/>
                </a:lnTo>
                <a:lnTo>
                  <a:pt x="40271" y="15976"/>
                </a:lnTo>
                <a:lnTo>
                  <a:pt x="40195" y="16129"/>
                </a:lnTo>
                <a:lnTo>
                  <a:pt x="40728" y="16129"/>
                </a:lnTo>
                <a:lnTo>
                  <a:pt x="41148" y="15875"/>
                </a:lnTo>
                <a:lnTo>
                  <a:pt x="40919" y="15875"/>
                </a:lnTo>
                <a:lnTo>
                  <a:pt x="41198" y="15417"/>
                </a:lnTo>
                <a:lnTo>
                  <a:pt x="41783" y="14947"/>
                </a:lnTo>
                <a:lnTo>
                  <a:pt x="42037" y="14465"/>
                </a:lnTo>
                <a:close/>
              </a:path>
              <a:path w="64135" h="50800">
                <a:moveTo>
                  <a:pt x="42329" y="15875"/>
                </a:moveTo>
                <a:lnTo>
                  <a:pt x="41833" y="15621"/>
                </a:lnTo>
                <a:lnTo>
                  <a:pt x="41706" y="15875"/>
                </a:lnTo>
                <a:lnTo>
                  <a:pt x="42329" y="15875"/>
                </a:lnTo>
                <a:close/>
              </a:path>
              <a:path w="64135" h="50800">
                <a:moveTo>
                  <a:pt x="42545" y="13716"/>
                </a:moveTo>
                <a:lnTo>
                  <a:pt x="42316" y="13462"/>
                </a:lnTo>
                <a:lnTo>
                  <a:pt x="42087" y="13462"/>
                </a:lnTo>
                <a:lnTo>
                  <a:pt x="42545" y="13716"/>
                </a:lnTo>
                <a:close/>
              </a:path>
              <a:path w="64135" h="50800">
                <a:moveTo>
                  <a:pt x="42710" y="6604"/>
                </a:moveTo>
                <a:lnTo>
                  <a:pt x="42303" y="6477"/>
                </a:lnTo>
                <a:lnTo>
                  <a:pt x="42202" y="6350"/>
                </a:lnTo>
                <a:lnTo>
                  <a:pt x="41935" y="6350"/>
                </a:lnTo>
                <a:lnTo>
                  <a:pt x="30213" y="6350"/>
                </a:lnTo>
                <a:lnTo>
                  <a:pt x="30238" y="6858"/>
                </a:lnTo>
                <a:lnTo>
                  <a:pt x="40919" y="6858"/>
                </a:lnTo>
                <a:lnTo>
                  <a:pt x="40906" y="6604"/>
                </a:lnTo>
                <a:lnTo>
                  <a:pt x="42151" y="6604"/>
                </a:lnTo>
                <a:lnTo>
                  <a:pt x="42430" y="6604"/>
                </a:lnTo>
                <a:lnTo>
                  <a:pt x="42710" y="6604"/>
                </a:lnTo>
                <a:close/>
              </a:path>
              <a:path w="64135" h="50800">
                <a:moveTo>
                  <a:pt x="43205" y="16891"/>
                </a:moveTo>
                <a:lnTo>
                  <a:pt x="43053" y="16891"/>
                </a:lnTo>
                <a:lnTo>
                  <a:pt x="43205" y="16891"/>
                </a:lnTo>
                <a:close/>
              </a:path>
              <a:path w="64135" h="50800">
                <a:moveTo>
                  <a:pt x="43230" y="15875"/>
                </a:moveTo>
                <a:lnTo>
                  <a:pt x="42799" y="16027"/>
                </a:lnTo>
                <a:lnTo>
                  <a:pt x="42849" y="15621"/>
                </a:lnTo>
                <a:lnTo>
                  <a:pt x="42646" y="15875"/>
                </a:lnTo>
                <a:lnTo>
                  <a:pt x="42570" y="16002"/>
                </a:lnTo>
                <a:lnTo>
                  <a:pt x="42329" y="15875"/>
                </a:lnTo>
                <a:lnTo>
                  <a:pt x="42329" y="16383"/>
                </a:lnTo>
                <a:lnTo>
                  <a:pt x="42011" y="16637"/>
                </a:lnTo>
                <a:lnTo>
                  <a:pt x="42011" y="17145"/>
                </a:lnTo>
                <a:lnTo>
                  <a:pt x="42456" y="17145"/>
                </a:lnTo>
                <a:lnTo>
                  <a:pt x="42570" y="17411"/>
                </a:lnTo>
                <a:lnTo>
                  <a:pt x="42887" y="17145"/>
                </a:lnTo>
                <a:lnTo>
                  <a:pt x="43040" y="17030"/>
                </a:lnTo>
                <a:lnTo>
                  <a:pt x="42875" y="16891"/>
                </a:lnTo>
                <a:lnTo>
                  <a:pt x="42875" y="16383"/>
                </a:lnTo>
                <a:lnTo>
                  <a:pt x="42659" y="16383"/>
                </a:lnTo>
                <a:lnTo>
                  <a:pt x="42989" y="16129"/>
                </a:lnTo>
                <a:lnTo>
                  <a:pt x="43230" y="15875"/>
                </a:lnTo>
                <a:close/>
              </a:path>
              <a:path w="64135" h="50800">
                <a:moveTo>
                  <a:pt x="43446" y="23241"/>
                </a:moveTo>
                <a:lnTo>
                  <a:pt x="41478" y="23241"/>
                </a:lnTo>
                <a:lnTo>
                  <a:pt x="41503" y="23495"/>
                </a:lnTo>
                <a:lnTo>
                  <a:pt x="43281" y="23495"/>
                </a:lnTo>
                <a:lnTo>
                  <a:pt x="43446" y="23241"/>
                </a:lnTo>
                <a:close/>
              </a:path>
              <a:path w="64135" h="50800">
                <a:moveTo>
                  <a:pt x="43586" y="17424"/>
                </a:moveTo>
                <a:lnTo>
                  <a:pt x="43472" y="17145"/>
                </a:lnTo>
                <a:lnTo>
                  <a:pt x="43218" y="17145"/>
                </a:lnTo>
                <a:lnTo>
                  <a:pt x="43586" y="17424"/>
                </a:lnTo>
                <a:close/>
              </a:path>
              <a:path w="64135" h="50800">
                <a:moveTo>
                  <a:pt x="43840" y="16129"/>
                </a:moveTo>
                <a:lnTo>
                  <a:pt x="43535" y="16002"/>
                </a:lnTo>
                <a:lnTo>
                  <a:pt x="43599" y="16129"/>
                </a:lnTo>
                <a:lnTo>
                  <a:pt x="43840" y="16129"/>
                </a:lnTo>
                <a:close/>
              </a:path>
              <a:path w="64135" h="50800">
                <a:moveTo>
                  <a:pt x="43916" y="18796"/>
                </a:moveTo>
                <a:lnTo>
                  <a:pt x="43548" y="18796"/>
                </a:lnTo>
                <a:lnTo>
                  <a:pt x="43802" y="19050"/>
                </a:lnTo>
                <a:lnTo>
                  <a:pt x="43916" y="18796"/>
                </a:lnTo>
                <a:close/>
              </a:path>
              <a:path w="64135" h="50800">
                <a:moveTo>
                  <a:pt x="43992" y="19812"/>
                </a:moveTo>
                <a:lnTo>
                  <a:pt x="43878" y="19558"/>
                </a:lnTo>
                <a:lnTo>
                  <a:pt x="43370" y="19558"/>
                </a:lnTo>
                <a:lnTo>
                  <a:pt x="43611" y="19812"/>
                </a:lnTo>
                <a:lnTo>
                  <a:pt x="43992" y="19812"/>
                </a:lnTo>
                <a:close/>
              </a:path>
              <a:path w="64135" h="50800">
                <a:moveTo>
                  <a:pt x="44081" y="13462"/>
                </a:moveTo>
                <a:lnTo>
                  <a:pt x="43878" y="13208"/>
                </a:lnTo>
                <a:lnTo>
                  <a:pt x="42341" y="13208"/>
                </a:lnTo>
                <a:lnTo>
                  <a:pt x="42316" y="13462"/>
                </a:lnTo>
                <a:lnTo>
                  <a:pt x="44081" y="13462"/>
                </a:lnTo>
                <a:close/>
              </a:path>
              <a:path w="64135" h="50800">
                <a:moveTo>
                  <a:pt x="44119" y="12954"/>
                </a:moveTo>
                <a:lnTo>
                  <a:pt x="43726" y="12954"/>
                </a:lnTo>
                <a:lnTo>
                  <a:pt x="43776" y="13208"/>
                </a:lnTo>
                <a:lnTo>
                  <a:pt x="44119" y="12954"/>
                </a:lnTo>
                <a:close/>
              </a:path>
              <a:path w="64135" h="50800">
                <a:moveTo>
                  <a:pt x="44183" y="18796"/>
                </a:moveTo>
                <a:lnTo>
                  <a:pt x="44018" y="18415"/>
                </a:lnTo>
                <a:lnTo>
                  <a:pt x="43916" y="18796"/>
                </a:lnTo>
                <a:lnTo>
                  <a:pt x="44183" y="18796"/>
                </a:lnTo>
                <a:close/>
              </a:path>
              <a:path w="64135" h="50800">
                <a:moveTo>
                  <a:pt x="44208" y="11811"/>
                </a:moveTo>
                <a:lnTo>
                  <a:pt x="43789" y="11811"/>
                </a:lnTo>
                <a:lnTo>
                  <a:pt x="43815" y="11557"/>
                </a:lnTo>
                <a:lnTo>
                  <a:pt x="43992" y="11557"/>
                </a:lnTo>
                <a:lnTo>
                  <a:pt x="43916" y="11049"/>
                </a:lnTo>
                <a:lnTo>
                  <a:pt x="44132" y="10795"/>
                </a:lnTo>
                <a:lnTo>
                  <a:pt x="40055" y="10795"/>
                </a:lnTo>
                <a:lnTo>
                  <a:pt x="40284" y="11049"/>
                </a:lnTo>
                <a:lnTo>
                  <a:pt x="40119" y="11049"/>
                </a:lnTo>
                <a:lnTo>
                  <a:pt x="40055" y="10795"/>
                </a:lnTo>
                <a:lnTo>
                  <a:pt x="39370" y="10795"/>
                </a:lnTo>
                <a:lnTo>
                  <a:pt x="39281" y="11049"/>
                </a:lnTo>
                <a:lnTo>
                  <a:pt x="39420" y="11188"/>
                </a:lnTo>
                <a:lnTo>
                  <a:pt x="39497" y="11049"/>
                </a:lnTo>
                <a:lnTo>
                  <a:pt x="39560" y="11303"/>
                </a:lnTo>
                <a:lnTo>
                  <a:pt x="39357" y="11303"/>
                </a:lnTo>
                <a:lnTo>
                  <a:pt x="38989" y="11303"/>
                </a:lnTo>
                <a:lnTo>
                  <a:pt x="38684" y="11557"/>
                </a:lnTo>
                <a:lnTo>
                  <a:pt x="39103" y="11557"/>
                </a:lnTo>
                <a:lnTo>
                  <a:pt x="39255" y="11557"/>
                </a:lnTo>
                <a:lnTo>
                  <a:pt x="39408" y="11684"/>
                </a:lnTo>
                <a:lnTo>
                  <a:pt x="39103" y="11557"/>
                </a:lnTo>
                <a:lnTo>
                  <a:pt x="38849" y="11811"/>
                </a:lnTo>
                <a:lnTo>
                  <a:pt x="38684" y="12065"/>
                </a:lnTo>
                <a:lnTo>
                  <a:pt x="39865" y="12065"/>
                </a:lnTo>
                <a:lnTo>
                  <a:pt x="39560" y="11811"/>
                </a:lnTo>
                <a:lnTo>
                  <a:pt x="39712" y="11811"/>
                </a:lnTo>
                <a:lnTo>
                  <a:pt x="43637" y="11811"/>
                </a:lnTo>
                <a:lnTo>
                  <a:pt x="43573" y="12065"/>
                </a:lnTo>
                <a:lnTo>
                  <a:pt x="43942" y="12065"/>
                </a:lnTo>
                <a:lnTo>
                  <a:pt x="43878" y="12446"/>
                </a:lnTo>
                <a:lnTo>
                  <a:pt x="43599" y="12446"/>
                </a:lnTo>
                <a:lnTo>
                  <a:pt x="43281" y="12065"/>
                </a:lnTo>
                <a:lnTo>
                  <a:pt x="41046" y="12065"/>
                </a:lnTo>
                <a:lnTo>
                  <a:pt x="41021" y="12954"/>
                </a:lnTo>
                <a:lnTo>
                  <a:pt x="41160" y="13081"/>
                </a:lnTo>
                <a:lnTo>
                  <a:pt x="41160" y="12700"/>
                </a:lnTo>
                <a:lnTo>
                  <a:pt x="41529" y="12700"/>
                </a:lnTo>
                <a:lnTo>
                  <a:pt x="42011" y="13208"/>
                </a:lnTo>
                <a:lnTo>
                  <a:pt x="41706" y="13208"/>
                </a:lnTo>
                <a:lnTo>
                  <a:pt x="41579" y="13462"/>
                </a:lnTo>
                <a:lnTo>
                  <a:pt x="41846" y="13716"/>
                </a:lnTo>
                <a:lnTo>
                  <a:pt x="41897" y="13462"/>
                </a:lnTo>
                <a:lnTo>
                  <a:pt x="42087" y="13462"/>
                </a:lnTo>
                <a:lnTo>
                  <a:pt x="42024" y="13208"/>
                </a:lnTo>
                <a:lnTo>
                  <a:pt x="42570" y="12954"/>
                </a:lnTo>
                <a:lnTo>
                  <a:pt x="42316" y="12954"/>
                </a:lnTo>
                <a:lnTo>
                  <a:pt x="42418" y="12700"/>
                </a:lnTo>
                <a:lnTo>
                  <a:pt x="42164" y="12954"/>
                </a:lnTo>
                <a:lnTo>
                  <a:pt x="41935" y="12954"/>
                </a:lnTo>
                <a:lnTo>
                  <a:pt x="42138" y="12700"/>
                </a:lnTo>
                <a:lnTo>
                  <a:pt x="42418" y="12700"/>
                </a:lnTo>
                <a:lnTo>
                  <a:pt x="42672" y="12446"/>
                </a:lnTo>
                <a:lnTo>
                  <a:pt x="42506" y="12700"/>
                </a:lnTo>
                <a:lnTo>
                  <a:pt x="43014" y="12446"/>
                </a:lnTo>
                <a:lnTo>
                  <a:pt x="43624" y="12700"/>
                </a:lnTo>
                <a:lnTo>
                  <a:pt x="42672" y="12700"/>
                </a:lnTo>
                <a:lnTo>
                  <a:pt x="42570" y="12954"/>
                </a:lnTo>
                <a:lnTo>
                  <a:pt x="43726" y="12954"/>
                </a:lnTo>
                <a:lnTo>
                  <a:pt x="43662" y="12700"/>
                </a:lnTo>
                <a:lnTo>
                  <a:pt x="44030" y="12700"/>
                </a:lnTo>
                <a:lnTo>
                  <a:pt x="44119" y="12446"/>
                </a:lnTo>
                <a:lnTo>
                  <a:pt x="44208" y="11811"/>
                </a:lnTo>
                <a:close/>
              </a:path>
              <a:path w="64135" h="50800">
                <a:moveTo>
                  <a:pt x="44348" y="10541"/>
                </a:moveTo>
                <a:lnTo>
                  <a:pt x="43980" y="10541"/>
                </a:lnTo>
                <a:lnTo>
                  <a:pt x="44234" y="10668"/>
                </a:lnTo>
                <a:lnTo>
                  <a:pt x="44348" y="10541"/>
                </a:lnTo>
                <a:close/>
              </a:path>
              <a:path w="64135" h="50800">
                <a:moveTo>
                  <a:pt x="44399" y="10033"/>
                </a:moveTo>
                <a:lnTo>
                  <a:pt x="44056" y="10033"/>
                </a:lnTo>
                <a:lnTo>
                  <a:pt x="44094" y="10287"/>
                </a:lnTo>
                <a:lnTo>
                  <a:pt x="44399" y="10033"/>
                </a:lnTo>
                <a:close/>
              </a:path>
              <a:path w="64135" h="50800">
                <a:moveTo>
                  <a:pt x="44615" y="20066"/>
                </a:moveTo>
                <a:lnTo>
                  <a:pt x="44437" y="19812"/>
                </a:lnTo>
                <a:lnTo>
                  <a:pt x="43992" y="19812"/>
                </a:lnTo>
                <a:lnTo>
                  <a:pt x="43611" y="19812"/>
                </a:lnTo>
                <a:lnTo>
                  <a:pt x="37833" y="19812"/>
                </a:lnTo>
                <a:lnTo>
                  <a:pt x="37858" y="20066"/>
                </a:lnTo>
                <a:lnTo>
                  <a:pt x="38125" y="20066"/>
                </a:lnTo>
                <a:lnTo>
                  <a:pt x="38138" y="20205"/>
                </a:lnTo>
                <a:lnTo>
                  <a:pt x="37858" y="20066"/>
                </a:lnTo>
                <a:lnTo>
                  <a:pt x="35725" y="20066"/>
                </a:lnTo>
                <a:lnTo>
                  <a:pt x="36715" y="19812"/>
                </a:lnTo>
                <a:lnTo>
                  <a:pt x="37274" y="19608"/>
                </a:lnTo>
                <a:lnTo>
                  <a:pt x="37350" y="19812"/>
                </a:lnTo>
                <a:lnTo>
                  <a:pt x="37490" y="19558"/>
                </a:lnTo>
                <a:lnTo>
                  <a:pt x="40868" y="19558"/>
                </a:lnTo>
                <a:lnTo>
                  <a:pt x="40792" y="19304"/>
                </a:lnTo>
                <a:lnTo>
                  <a:pt x="41046" y="19304"/>
                </a:lnTo>
                <a:lnTo>
                  <a:pt x="40868" y="19558"/>
                </a:lnTo>
                <a:lnTo>
                  <a:pt x="41135" y="19558"/>
                </a:lnTo>
                <a:lnTo>
                  <a:pt x="43294" y="19558"/>
                </a:lnTo>
                <a:lnTo>
                  <a:pt x="43192" y="19304"/>
                </a:lnTo>
                <a:lnTo>
                  <a:pt x="43434" y="19304"/>
                </a:lnTo>
                <a:lnTo>
                  <a:pt x="43611" y="19304"/>
                </a:lnTo>
                <a:lnTo>
                  <a:pt x="44043" y="19558"/>
                </a:lnTo>
                <a:lnTo>
                  <a:pt x="44297" y="19558"/>
                </a:lnTo>
                <a:lnTo>
                  <a:pt x="44399" y="19304"/>
                </a:lnTo>
                <a:lnTo>
                  <a:pt x="44043" y="19304"/>
                </a:lnTo>
                <a:lnTo>
                  <a:pt x="43916" y="19050"/>
                </a:lnTo>
                <a:lnTo>
                  <a:pt x="43319" y="19050"/>
                </a:lnTo>
                <a:lnTo>
                  <a:pt x="43180" y="19050"/>
                </a:lnTo>
                <a:lnTo>
                  <a:pt x="42862" y="19304"/>
                </a:lnTo>
                <a:lnTo>
                  <a:pt x="42252" y="19304"/>
                </a:lnTo>
                <a:lnTo>
                  <a:pt x="41897" y="19304"/>
                </a:lnTo>
                <a:lnTo>
                  <a:pt x="41732" y="19304"/>
                </a:lnTo>
                <a:lnTo>
                  <a:pt x="41414" y="19177"/>
                </a:lnTo>
                <a:lnTo>
                  <a:pt x="41440" y="19304"/>
                </a:lnTo>
                <a:lnTo>
                  <a:pt x="41148" y="19304"/>
                </a:lnTo>
                <a:lnTo>
                  <a:pt x="41148" y="19075"/>
                </a:lnTo>
                <a:lnTo>
                  <a:pt x="40398" y="18897"/>
                </a:lnTo>
                <a:lnTo>
                  <a:pt x="40398" y="19050"/>
                </a:lnTo>
                <a:lnTo>
                  <a:pt x="40360" y="19177"/>
                </a:lnTo>
                <a:lnTo>
                  <a:pt x="40195" y="19050"/>
                </a:lnTo>
                <a:lnTo>
                  <a:pt x="40398" y="19050"/>
                </a:lnTo>
                <a:lnTo>
                  <a:pt x="40398" y="18897"/>
                </a:lnTo>
                <a:lnTo>
                  <a:pt x="39966" y="18808"/>
                </a:lnTo>
                <a:lnTo>
                  <a:pt x="39966" y="19050"/>
                </a:lnTo>
                <a:lnTo>
                  <a:pt x="39966" y="19177"/>
                </a:lnTo>
                <a:lnTo>
                  <a:pt x="39141" y="19050"/>
                </a:lnTo>
                <a:lnTo>
                  <a:pt x="39966" y="19050"/>
                </a:lnTo>
                <a:lnTo>
                  <a:pt x="39966" y="18808"/>
                </a:lnTo>
                <a:lnTo>
                  <a:pt x="41211" y="18796"/>
                </a:lnTo>
                <a:lnTo>
                  <a:pt x="41275" y="18415"/>
                </a:lnTo>
                <a:lnTo>
                  <a:pt x="42125" y="18415"/>
                </a:lnTo>
                <a:lnTo>
                  <a:pt x="42024" y="18796"/>
                </a:lnTo>
                <a:lnTo>
                  <a:pt x="41960" y="19050"/>
                </a:lnTo>
                <a:lnTo>
                  <a:pt x="42811" y="19050"/>
                </a:lnTo>
                <a:lnTo>
                  <a:pt x="42735" y="18796"/>
                </a:lnTo>
                <a:lnTo>
                  <a:pt x="42532" y="18415"/>
                </a:lnTo>
                <a:lnTo>
                  <a:pt x="42379" y="18415"/>
                </a:lnTo>
                <a:lnTo>
                  <a:pt x="41706" y="18034"/>
                </a:lnTo>
                <a:lnTo>
                  <a:pt x="41186" y="18161"/>
                </a:lnTo>
                <a:lnTo>
                  <a:pt x="41122" y="17970"/>
                </a:lnTo>
                <a:lnTo>
                  <a:pt x="40944" y="18224"/>
                </a:lnTo>
                <a:lnTo>
                  <a:pt x="40106" y="18415"/>
                </a:lnTo>
                <a:lnTo>
                  <a:pt x="39738" y="18415"/>
                </a:lnTo>
                <a:lnTo>
                  <a:pt x="38493" y="19050"/>
                </a:lnTo>
                <a:lnTo>
                  <a:pt x="38354" y="19050"/>
                </a:lnTo>
                <a:lnTo>
                  <a:pt x="37973" y="19177"/>
                </a:lnTo>
                <a:lnTo>
                  <a:pt x="37465" y="19050"/>
                </a:lnTo>
                <a:lnTo>
                  <a:pt x="37769" y="19050"/>
                </a:lnTo>
                <a:lnTo>
                  <a:pt x="37896" y="18796"/>
                </a:lnTo>
                <a:lnTo>
                  <a:pt x="38735" y="18415"/>
                </a:lnTo>
                <a:lnTo>
                  <a:pt x="38277" y="18415"/>
                </a:lnTo>
                <a:lnTo>
                  <a:pt x="37782" y="18415"/>
                </a:lnTo>
                <a:lnTo>
                  <a:pt x="37477" y="18415"/>
                </a:lnTo>
                <a:lnTo>
                  <a:pt x="37477" y="18161"/>
                </a:lnTo>
                <a:lnTo>
                  <a:pt x="37236" y="18415"/>
                </a:lnTo>
                <a:lnTo>
                  <a:pt x="37122" y="18681"/>
                </a:lnTo>
                <a:lnTo>
                  <a:pt x="36931" y="18415"/>
                </a:lnTo>
                <a:lnTo>
                  <a:pt x="37223" y="18415"/>
                </a:lnTo>
                <a:lnTo>
                  <a:pt x="36804" y="17907"/>
                </a:lnTo>
                <a:lnTo>
                  <a:pt x="36283" y="17907"/>
                </a:lnTo>
                <a:lnTo>
                  <a:pt x="36537" y="18415"/>
                </a:lnTo>
                <a:lnTo>
                  <a:pt x="36233" y="17907"/>
                </a:lnTo>
                <a:lnTo>
                  <a:pt x="35090" y="17907"/>
                </a:lnTo>
                <a:lnTo>
                  <a:pt x="35153" y="17653"/>
                </a:lnTo>
                <a:lnTo>
                  <a:pt x="35496" y="17653"/>
                </a:lnTo>
                <a:lnTo>
                  <a:pt x="35636" y="17653"/>
                </a:lnTo>
                <a:lnTo>
                  <a:pt x="35928" y="17653"/>
                </a:lnTo>
                <a:lnTo>
                  <a:pt x="36118" y="17399"/>
                </a:lnTo>
                <a:lnTo>
                  <a:pt x="36283" y="17145"/>
                </a:lnTo>
                <a:lnTo>
                  <a:pt x="36372" y="16891"/>
                </a:lnTo>
                <a:lnTo>
                  <a:pt x="35242" y="16891"/>
                </a:lnTo>
                <a:lnTo>
                  <a:pt x="35344" y="17145"/>
                </a:lnTo>
                <a:lnTo>
                  <a:pt x="35636" y="17145"/>
                </a:lnTo>
                <a:lnTo>
                  <a:pt x="35826" y="17145"/>
                </a:lnTo>
                <a:lnTo>
                  <a:pt x="35636" y="17272"/>
                </a:lnTo>
                <a:lnTo>
                  <a:pt x="35636" y="17145"/>
                </a:lnTo>
                <a:lnTo>
                  <a:pt x="35394" y="17284"/>
                </a:lnTo>
                <a:lnTo>
                  <a:pt x="35344" y="17145"/>
                </a:lnTo>
                <a:lnTo>
                  <a:pt x="35267" y="17348"/>
                </a:lnTo>
                <a:lnTo>
                  <a:pt x="34963" y="17500"/>
                </a:lnTo>
                <a:lnTo>
                  <a:pt x="35013" y="17145"/>
                </a:lnTo>
                <a:lnTo>
                  <a:pt x="34721" y="17145"/>
                </a:lnTo>
                <a:lnTo>
                  <a:pt x="34721" y="17830"/>
                </a:lnTo>
                <a:lnTo>
                  <a:pt x="34417" y="17653"/>
                </a:lnTo>
                <a:lnTo>
                  <a:pt x="34683" y="17653"/>
                </a:lnTo>
                <a:lnTo>
                  <a:pt x="34721" y="17830"/>
                </a:lnTo>
                <a:lnTo>
                  <a:pt x="34721" y="17145"/>
                </a:lnTo>
                <a:lnTo>
                  <a:pt x="31750" y="17145"/>
                </a:lnTo>
                <a:lnTo>
                  <a:pt x="31750" y="17449"/>
                </a:lnTo>
                <a:lnTo>
                  <a:pt x="31496" y="17310"/>
                </a:lnTo>
                <a:lnTo>
                  <a:pt x="31750" y="17449"/>
                </a:lnTo>
                <a:lnTo>
                  <a:pt x="31750" y="17145"/>
                </a:lnTo>
                <a:lnTo>
                  <a:pt x="31280" y="17145"/>
                </a:lnTo>
                <a:lnTo>
                  <a:pt x="31394" y="17399"/>
                </a:lnTo>
                <a:lnTo>
                  <a:pt x="29083" y="17145"/>
                </a:lnTo>
                <a:lnTo>
                  <a:pt x="30276" y="17145"/>
                </a:lnTo>
                <a:lnTo>
                  <a:pt x="30340" y="16891"/>
                </a:lnTo>
                <a:lnTo>
                  <a:pt x="29857" y="16891"/>
                </a:lnTo>
                <a:lnTo>
                  <a:pt x="30213" y="16637"/>
                </a:lnTo>
                <a:lnTo>
                  <a:pt x="28740" y="16637"/>
                </a:lnTo>
                <a:lnTo>
                  <a:pt x="28752" y="16383"/>
                </a:lnTo>
                <a:lnTo>
                  <a:pt x="28587" y="16383"/>
                </a:lnTo>
                <a:lnTo>
                  <a:pt x="28371" y="16383"/>
                </a:lnTo>
                <a:lnTo>
                  <a:pt x="28384" y="16522"/>
                </a:lnTo>
                <a:lnTo>
                  <a:pt x="28028" y="16383"/>
                </a:lnTo>
                <a:lnTo>
                  <a:pt x="27838" y="16535"/>
                </a:lnTo>
                <a:lnTo>
                  <a:pt x="27520" y="16129"/>
                </a:lnTo>
                <a:lnTo>
                  <a:pt x="27457" y="16383"/>
                </a:lnTo>
                <a:lnTo>
                  <a:pt x="27381" y="16637"/>
                </a:lnTo>
                <a:lnTo>
                  <a:pt x="27343" y="16764"/>
                </a:lnTo>
                <a:lnTo>
                  <a:pt x="26517" y="16383"/>
                </a:lnTo>
                <a:lnTo>
                  <a:pt x="26073" y="16383"/>
                </a:lnTo>
                <a:lnTo>
                  <a:pt x="25819" y="16129"/>
                </a:lnTo>
                <a:lnTo>
                  <a:pt x="25958" y="15875"/>
                </a:lnTo>
                <a:lnTo>
                  <a:pt x="25539" y="16002"/>
                </a:lnTo>
                <a:lnTo>
                  <a:pt x="25323" y="15875"/>
                </a:lnTo>
                <a:lnTo>
                  <a:pt x="25387" y="14986"/>
                </a:lnTo>
                <a:lnTo>
                  <a:pt x="25641" y="15113"/>
                </a:lnTo>
                <a:lnTo>
                  <a:pt x="25641" y="14732"/>
                </a:lnTo>
                <a:lnTo>
                  <a:pt x="26416" y="14732"/>
                </a:lnTo>
                <a:lnTo>
                  <a:pt x="26454" y="14478"/>
                </a:lnTo>
                <a:lnTo>
                  <a:pt x="4470" y="14478"/>
                </a:lnTo>
                <a:lnTo>
                  <a:pt x="4470" y="16129"/>
                </a:lnTo>
                <a:lnTo>
                  <a:pt x="4445" y="15875"/>
                </a:lnTo>
                <a:lnTo>
                  <a:pt x="3568" y="15875"/>
                </a:lnTo>
                <a:lnTo>
                  <a:pt x="4000" y="15621"/>
                </a:lnTo>
                <a:lnTo>
                  <a:pt x="3924" y="15341"/>
                </a:lnTo>
                <a:lnTo>
                  <a:pt x="4152" y="15621"/>
                </a:lnTo>
                <a:lnTo>
                  <a:pt x="4457" y="15621"/>
                </a:lnTo>
                <a:lnTo>
                  <a:pt x="4470" y="16129"/>
                </a:lnTo>
                <a:lnTo>
                  <a:pt x="4470" y="14478"/>
                </a:lnTo>
                <a:lnTo>
                  <a:pt x="4089" y="14478"/>
                </a:lnTo>
                <a:lnTo>
                  <a:pt x="4089" y="15379"/>
                </a:lnTo>
                <a:lnTo>
                  <a:pt x="3911" y="15278"/>
                </a:lnTo>
                <a:lnTo>
                  <a:pt x="3759" y="15240"/>
                </a:lnTo>
                <a:lnTo>
                  <a:pt x="3708" y="14884"/>
                </a:lnTo>
                <a:lnTo>
                  <a:pt x="3962" y="14986"/>
                </a:lnTo>
                <a:lnTo>
                  <a:pt x="4025" y="15240"/>
                </a:lnTo>
                <a:lnTo>
                  <a:pt x="4089" y="15379"/>
                </a:lnTo>
                <a:lnTo>
                  <a:pt x="4089" y="14478"/>
                </a:lnTo>
                <a:lnTo>
                  <a:pt x="3530" y="14478"/>
                </a:lnTo>
                <a:lnTo>
                  <a:pt x="3543" y="14224"/>
                </a:lnTo>
                <a:lnTo>
                  <a:pt x="3390" y="14478"/>
                </a:lnTo>
                <a:lnTo>
                  <a:pt x="3225" y="14478"/>
                </a:lnTo>
                <a:lnTo>
                  <a:pt x="3187" y="14224"/>
                </a:lnTo>
                <a:lnTo>
                  <a:pt x="3543" y="14224"/>
                </a:lnTo>
                <a:lnTo>
                  <a:pt x="3683" y="14224"/>
                </a:lnTo>
                <a:lnTo>
                  <a:pt x="3949" y="14224"/>
                </a:lnTo>
                <a:lnTo>
                  <a:pt x="4102" y="14224"/>
                </a:lnTo>
                <a:lnTo>
                  <a:pt x="16891" y="14224"/>
                </a:lnTo>
                <a:lnTo>
                  <a:pt x="16497" y="13970"/>
                </a:lnTo>
                <a:lnTo>
                  <a:pt x="16497" y="13716"/>
                </a:lnTo>
                <a:lnTo>
                  <a:pt x="16802" y="13970"/>
                </a:lnTo>
                <a:lnTo>
                  <a:pt x="16675" y="13462"/>
                </a:lnTo>
                <a:lnTo>
                  <a:pt x="15316" y="13462"/>
                </a:lnTo>
                <a:lnTo>
                  <a:pt x="3949" y="13462"/>
                </a:lnTo>
                <a:lnTo>
                  <a:pt x="3873" y="13335"/>
                </a:lnTo>
                <a:lnTo>
                  <a:pt x="3797" y="13462"/>
                </a:lnTo>
                <a:lnTo>
                  <a:pt x="3644" y="13716"/>
                </a:lnTo>
                <a:lnTo>
                  <a:pt x="4254" y="13716"/>
                </a:lnTo>
                <a:lnTo>
                  <a:pt x="3962" y="13970"/>
                </a:lnTo>
                <a:lnTo>
                  <a:pt x="3949" y="14109"/>
                </a:lnTo>
                <a:lnTo>
                  <a:pt x="3797" y="13970"/>
                </a:lnTo>
                <a:lnTo>
                  <a:pt x="3581" y="13817"/>
                </a:lnTo>
                <a:lnTo>
                  <a:pt x="3492" y="13970"/>
                </a:lnTo>
                <a:lnTo>
                  <a:pt x="3340" y="13970"/>
                </a:lnTo>
                <a:lnTo>
                  <a:pt x="3454" y="13741"/>
                </a:lnTo>
                <a:lnTo>
                  <a:pt x="3505" y="13462"/>
                </a:lnTo>
                <a:lnTo>
                  <a:pt x="3251" y="13258"/>
                </a:lnTo>
                <a:lnTo>
                  <a:pt x="3479" y="13398"/>
                </a:lnTo>
                <a:lnTo>
                  <a:pt x="3606" y="13462"/>
                </a:lnTo>
                <a:lnTo>
                  <a:pt x="3797" y="13208"/>
                </a:lnTo>
                <a:lnTo>
                  <a:pt x="3632" y="13208"/>
                </a:lnTo>
                <a:lnTo>
                  <a:pt x="3200" y="13208"/>
                </a:lnTo>
                <a:lnTo>
                  <a:pt x="3860" y="12954"/>
                </a:lnTo>
                <a:lnTo>
                  <a:pt x="4038" y="12700"/>
                </a:lnTo>
                <a:lnTo>
                  <a:pt x="4025" y="13208"/>
                </a:lnTo>
                <a:lnTo>
                  <a:pt x="16548" y="13208"/>
                </a:lnTo>
                <a:lnTo>
                  <a:pt x="16764" y="13462"/>
                </a:lnTo>
                <a:lnTo>
                  <a:pt x="16700" y="13208"/>
                </a:lnTo>
                <a:lnTo>
                  <a:pt x="17030" y="13208"/>
                </a:lnTo>
                <a:lnTo>
                  <a:pt x="17221" y="13462"/>
                </a:lnTo>
                <a:lnTo>
                  <a:pt x="17043" y="13716"/>
                </a:lnTo>
                <a:lnTo>
                  <a:pt x="17360" y="13716"/>
                </a:lnTo>
                <a:lnTo>
                  <a:pt x="17449" y="14224"/>
                </a:lnTo>
                <a:lnTo>
                  <a:pt x="26479" y="14224"/>
                </a:lnTo>
                <a:lnTo>
                  <a:pt x="26504" y="13970"/>
                </a:lnTo>
                <a:lnTo>
                  <a:pt x="26543" y="13462"/>
                </a:lnTo>
                <a:lnTo>
                  <a:pt x="20142" y="13462"/>
                </a:lnTo>
                <a:lnTo>
                  <a:pt x="19913" y="13462"/>
                </a:lnTo>
                <a:lnTo>
                  <a:pt x="19862" y="13601"/>
                </a:lnTo>
                <a:lnTo>
                  <a:pt x="19723" y="13462"/>
                </a:lnTo>
                <a:lnTo>
                  <a:pt x="19761" y="13208"/>
                </a:lnTo>
                <a:lnTo>
                  <a:pt x="19507" y="12954"/>
                </a:lnTo>
                <a:lnTo>
                  <a:pt x="19507" y="13462"/>
                </a:lnTo>
                <a:lnTo>
                  <a:pt x="19354" y="13335"/>
                </a:lnTo>
                <a:lnTo>
                  <a:pt x="19507" y="13462"/>
                </a:lnTo>
                <a:lnTo>
                  <a:pt x="19507" y="12954"/>
                </a:lnTo>
                <a:lnTo>
                  <a:pt x="19367" y="12954"/>
                </a:lnTo>
                <a:lnTo>
                  <a:pt x="19240" y="13208"/>
                </a:lnTo>
                <a:lnTo>
                  <a:pt x="19011" y="13208"/>
                </a:lnTo>
                <a:lnTo>
                  <a:pt x="19011" y="13335"/>
                </a:lnTo>
                <a:lnTo>
                  <a:pt x="19011" y="13462"/>
                </a:lnTo>
                <a:lnTo>
                  <a:pt x="19011" y="13716"/>
                </a:lnTo>
                <a:lnTo>
                  <a:pt x="18884" y="13804"/>
                </a:lnTo>
                <a:lnTo>
                  <a:pt x="18643" y="13716"/>
                </a:lnTo>
                <a:lnTo>
                  <a:pt x="18694" y="13462"/>
                </a:lnTo>
                <a:lnTo>
                  <a:pt x="19011" y="13462"/>
                </a:lnTo>
                <a:lnTo>
                  <a:pt x="19011" y="13335"/>
                </a:lnTo>
                <a:lnTo>
                  <a:pt x="18656" y="13208"/>
                </a:lnTo>
                <a:lnTo>
                  <a:pt x="18389" y="13462"/>
                </a:lnTo>
                <a:lnTo>
                  <a:pt x="18224" y="13462"/>
                </a:lnTo>
                <a:lnTo>
                  <a:pt x="18465" y="13208"/>
                </a:lnTo>
                <a:lnTo>
                  <a:pt x="18656" y="13208"/>
                </a:lnTo>
                <a:lnTo>
                  <a:pt x="18948" y="13208"/>
                </a:lnTo>
                <a:lnTo>
                  <a:pt x="18745" y="12954"/>
                </a:lnTo>
                <a:lnTo>
                  <a:pt x="18681" y="13131"/>
                </a:lnTo>
                <a:lnTo>
                  <a:pt x="18567" y="12954"/>
                </a:lnTo>
                <a:lnTo>
                  <a:pt x="18707" y="12954"/>
                </a:lnTo>
                <a:lnTo>
                  <a:pt x="18732" y="12827"/>
                </a:lnTo>
                <a:lnTo>
                  <a:pt x="18592" y="12915"/>
                </a:lnTo>
                <a:lnTo>
                  <a:pt x="18732" y="12700"/>
                </a:lnTo>
                <a:lnTo>
                  <a:pt x="18808" y="12446"/>
                </a:lnTo>
                <a:lnTo>
                  <a:pt x="19138" y="12700"/>
                </a:lnTo>
                <a:lnTo>
                  <a:pt x="19304" y="12827"/>
                </a:lnTo>
                <a:lnTo>
                  <a:pt x="19240" y="12065"/>
                </a:lnTo>
                <a:lnTo>
                  <a:pt x="18554" y="12065"/>
                </a:lnTo>
                <a:lnTo>
                  <a:pt x="18554" y="12941"/>
                </a:lnTo>
                <a:lnTo>
                  <a:pt x="18389" y="12954"/>
                </a:lnTo>
                <a:lnTo>
                  <a:pt x="18389" y="12700"/>
                </a:lnTo>
                <a:lnTo>
                  <a:pt x="18554" y="12941"/>
                </a:lnTo>
                <a:lnTo>
                  <a:pt x="18554" y="12065"/>
                </a:lnTo>
                <a:lnTo>
                  <a:pt x="18161" y="12065"/>
                </a:lnTo>
                <a:lnTo>
                  <a:pt x="18161" y="13208"/>
                </a:lnTo>
                <a:lnTo>
                  <a:pt x="18084" y="13347"/>
                </a:lnTo>
                <a:lnTo>
                  <a:pt x="17945" y="13208"/>
                </a:lnTo>
                <a:lnTo>
                  <a:pt x="17919" y="13716"/>
                </a:lnTo>
                <a:lnTo>
                  <a:pt x="17614" y="13716"/>
                </a:lnTo>
                <a:lnTo>
                  <a:pt x="17500" y="13462"/>
                </a:lnTo>
                <a:lnTo>
                  <a:pt x="17373" y="13208"/>
                </a:lnTo>
                <a:lnTo>
                  <a:pt x="17945" y="13208"/>
                </a:lnTo>
                <a:lnTo>
                  <a:pt x="18161" y="13208"/>
                </a:lnTo>
                <a:lnTo>
                  <a:pt x="18161" y="12065"/>
                </a:lnTo>
                <a:lnTo>
                  <a:pt x="2971" y="12065"/>
                </a:lnTo>
                <a:lnTo>
                  <a:pt x="3048" y="11811"/>
                </a:lnTo>
                <a:lnTo>
                  <a:pt x="3124" y="11557"/>
                </a:lnTo>
                <a:lnTo>
                  <a:pt x="16459" y="11557"/>
                </a:lnTo>
                <a:lnTo>
                  <a:pt x="16433" y="9525"/>
                </a:lnTo>
                <a:lnTo>
                  <a:pt x="17183" y="8890"/>
                </a:lnTo>
                <a:lnTo>
                  <a:pt x="17602" y="8636"/>
                </a:lnTo>
                <a:lnTo>
                  <a:pt x="2032" y="8636"/>
                </a:lnTo>
                <a:lnTo>
                  <a:pt x="2044" y="8763"/>
                </a:lnTo>
                <a:lnTo>
                  <a:pt x="3048" y="8890"/>
                </a:lnTo>
                <a:lnTo>
                  <a:pt x="2349" y="8890"/>
                </a:lnTo>
                <a:lnTo>
                  <a:pt x="2044" y="8788"/>
                </a:lnTo>
                <a:lnTo>
                  <a:pt x="2222" y="8890"/>
                </a:lnTo>
                <a:lnTo>
                  <a:pt x="2260" y="9271"/>
                </a:lnTo>
                <a:lnTo>
                  <a:pt x="2768" y="9271"/>
                </a:lnTo>
                <a:lnTo>
                  <a:pt x="2374" y="9271"/>
                </a:lnTo>
                <a:lnTo>
                  <a:pt x="2286" y="9525"/>
                </a:lnTo>
                <a:lnTo>
                  <a:pt x="2743" y="9525"/>
                </a:lnTo>
                <a:lnTo>
                  <a:pt x="2667" y="10541"/>
                </a:lnTo>
                <a:lnTo>
                  <a:pt x="2933" y="10795"/>
                </a:lnTo>
                <a:lnTo>
                  <a:pt x="2857" y="11684"/>
                </a:lnTo>
                <a:lnTo>
                  <a:pt x="2819" y="11811"/>
                </a:lnTo>
                <a:lnTo>
                  <a:pt x="2755" y="12001"/>
                </a:lnTo>
                <a:lnTo>
                  <a:pt x="2628" y="12065"/>
                </a:lnTo>
                <a:lnTo>
                  <a:pt x="2755" y="12446"/>
                </a:lnTo>
                <a:lnTo>
                  <a:pt x="2273" y="12446"/>
                </a:lnTo>
                <a:lnTo>
                  <a:pt x="2273" y="12065"/>
                </a:lnTo>
                <a:lnTo>
                  <a:pt x="2552" y="11811"/>
                </a:lnTo>
                <a:lnTo>
                  <a:pt x="2781" y="11811"/>
                </a:lnTo>
                <a:lnTo>
                  <a:pt x="2857" y="11684"/>
                </a:lnTo>
                <a:lnTo>
                  <a:pt x="2857" y="10858"/>
                </a:lnTo>
                <a:lnTo>
                  <a:pt x="2108" y="11366"/>
                </a:lnTo>
                <a:lnTo>
                  <a:pt x="2108" y="12446"/>
                </a:lnTo>
                <a:lnTo>
                  <a:pt x="2108" y="14224"/>
                </a:lnTo>
                <a:lnTo>
                  <a:pt x="1701" y="14224"/>
                </a:lnTo>
                <a:lnTo>
                  <a:pt x="1612" y="14351"/>
                </a:lnTo>
                <a:lnTo>
                  <a:pt x="1574" y="14224"/>
                </a:lnTo>
                <a:lnTo>
                  <a:pt x="1473" y="13970"/>
                </a:lnTo>
                <a:lnTo>
                  <a:pt x="2108" y="14224"/>
                </a:lnTo>
                <a:lnTo>
                  <a:pt x="2108" y="12446"/>
                </a:lnTo>
                <a:lnTo>
                  <a:pt x="2044" y="12700"/>
                </a:lnTo>
                <a:lnTo>
                  <a:pt x="2095" y="12446"/>
                </a:lnTo>
                <a:lnTo>
                  <a:pt x="2108" y="11366"/>
                </a:lnTo>
                <a:lnTo>
                  <a:pt x="1816" y="11557"/>
                </a:lnTo>
                <a:lnTo>
                  <a:pt x="609" y="12954"/>
                </a:lnTo>
                <a:lnTo>
                  <a:pt x="635" y="14224"/>
                </a:lnTo>
                <a:lnTo>
                  <a:pt x="762" y="14732"/>
                </a:lnTo>
                <a:lnTo>
                  <a:pt x="876" y="15240"/>
                </a:lnTo>
                <a:lnTo>
                  <a:pt x="990" y="14732"/>
                </a:lnTo>
                <a:lnTo>
                  <a:pt x="1143" y="14732"/>
                </a:lnTo>
                <a:lnTo>
                  <a:pt x="1231" y="14478"/>
                </a:lnTo>
                <a:lnTo>
                  <a:pt x="1308" y="14224"/>
                </a:lnTo>
                <a:lnTo>
                  <a:pt x="1244" y="14478"/>
                </a:lnTo>
                <a:lnTo>
                  <a:pt x="1524" y="14478"/>
                </a:lnTo>
                <a:lnTo>
                  <a:pt x="1676" y="14478"/>
                </a:lnTo>
                <a:lnTo>
                  <a:pt x="1498" y="14732"/>
                </a:lnTo>
                <a:lnTo>
                  <a:pt x="1752" y="14732"/>
                </a:lnTo>
                <a:lnTo>
                  <a:pt x="1524" y="14986"/>
                </a:lnTo>
                <a:lnTo>
                  <a:pt x="1663" y="14986"/>
                </a:lnTo>
                <a:lnTo>
                  <a:pt x="1498" y="15240"/>
                </a:lnTo>
                <a:lnTo>
                  <a:pt x="1625" y="15328"/>
                </a:lnTo>
                <a:lnTo>
                  <a:pt x="1752" y="15494"/>
                </a:lnTo>
                <a:lnTo>
                  <a:pt x="1727" y="15875"/>
                </a:lnTo>
                <a:lnTo>
                  <a:pt x="1536" y="15875"/>
                </a:lnTo>
                <a:lnTo>
                  <a:pt x="1638" y="15621"/>
                </a:lnTo>
                <a:lnTo>
                  <a:pt x="1727" y="15875"/>
                </a:lnTo>
                <a:lnTo>
                  <a:pt x="1727" y="15494"/>
                </a:lnTo>
                <a:lnTo>
                  <a:pt x="1270" y="15379"/>
                </a:lnTo>
                <a:lnTo>
                  <a:pt x="1257" y="15240"/>
                </a:lnTo>
                <a:lnTo>
                  <a:pt x="787" y="15240"/>
                </a:lnTo>
                <a:lnTo>
                  <a:pt x="1092" y="15468"/>
                </a:lnTo>
                <a:lnTo>
                  <a:pt x="977" y="15621"/>
                </a:lnTo>
                <a:lnTo>
                  <a:pt x="1041" y="15875"/>
                </a:lnTo>
                <a:lnTo>
                  <a:pt x="1358" y="15875"/>
                </a:lnTo>
                <a:lnTo>
                  <a:pt x="1358" y="16129"/>
                </a:lnTo>
                <a:lnTo>
                  <a:pt x="1422" y="16383"/>
                </a:lnTo>
                <a:lnTo>
                  <a:pt x="1358" y="16637"/>
                </a:lnTo>
                <a:lnTo>
                  <a:pt x="1752" y="16383"/>
                </a:lnTo>
                <a:lnTo>
                  <a:pt x="1498" y="16383"/>
                </a:lnTo>
                <a:lnTo>
                  <a:pt x="1714" y="16281"/>
                </a:lnTo>
                <a:lnTo>
                  <a:pt x="1549" y="16294"/>
                </a:lnTo>
                <a:lnTo>
                  <a:pt x="1511" y="16129"/>
                </a:lnTo>
                <a:lnTo>
                  <a:pt x="1739" y="16129"/>
                </a:lnTo>
                <a:lnTo>
                  <a:pt x="1803" y="16535"/>
                </a:lnTo>
                <a:lnTo>
                  <a:pt x="1981" y="16408"/>
                </a:lnTo>
                <a:lnTo>
                  <a:pt x="2120" y="16383"/>
                </a:lnTo>
                <a:lnTo>
                  <a:pt x="7924" y="16383"/>
                </a:lnTo>
                <a:lnTo>
                  <a:pt x="8178" y="16891"/>
                </a:lnTo>
                <a:lnTo>
                  <a:pt x="8064" y="17145"/>
                </a:lnTo>
                <a:lnTo>
                  <a:pt x="7950" y="17475"/>
                </a:lnTo>
                <a:lnTo>
                  <a:pt x="7797" y="17399"/>
                </a:lnTo>
                <a:lnTo>
                  <a:pt x="7848" y="17259"/>
                </a:lnTo>
                <a:lnTo>
                  <a:pt x="7670" y="17348"/>
                </a:lnTo>
                <a:lnTo>
                  <a:pt x="7366" y="17208"/>
                </a:lnTo>
                <a:lnTo>
                  <a:pt x="7251" y="17703"/>
                </a:lnTo>
                <a:lnTo>
                  <a:pt x="7251" y="17907"/>
                </a:lnTo>
                <a:lnTo>
                  <a:pt x="6883" y="17907"/>
                </a:lnTo>
                <a:lnTo>
                  <a:pt x="6807" y="17653"/>
                </a:lnTo>
                <a:lnTo>
                  <a:pt x="6883" y="17907"/>
                </a:lnTo>
                <a:lnTo>
                  <a:pt x="7251" y="17703"/>
                </a:lnTo>
                <a:lnTo>
                  <a:pt x="7251" y="17157"/>
                </a:lnTo>
                <a:lnTo>
                  <a:pt x="7048" y="17564"/>
                </a:lnTo>
                <a:lnTo>
                  <a:pt x="7010" y="17348"/>
                </a:lnTo>
                <a:lnTo>
                  <a:pt x="6819" y="17487"/>
                </a:lnTo>
                <a:lnTo>
                  <a:pt x="6858" y="17145"/>
                </a:lnTo>
                <a:lnTo>
                  <a:pt x="7239" y="17145"/>
                </a:lnTo>
                <a:lnTo>
                  <a:pt x="8064" y="17145"/>
                </a:lnTo>
                <a:lnTo>
                  <a:pt x="8064" y="16891"/>
                </a:lnTo>
                <a:lnTo>
                  <a:pt x="7924" y="16891"/>
                </a:lnTo>
                <a:lnTo>
                  <a:pt x="7975" y="16637"/>
                </a:lnTo>
                <a:lnTo>
                  <a:pt x="6692" y="16637"/>
                </a:lnTo>
                <a:lnTo>
                  <a:pt x="6692" y="17145"/>
                </a:lnTo>
                <a:lnTo>
                  <a:pt x="6527" y="17399"/>
                </a:lnTo>
                <a:lnTo>
                  <a:pt x="6350" y="17145"/>
                </a:lnTo>
                <a:lnTo>
                  <a:pt x="6692" y="17145"/>
                </a:lnTo>
                <a:lnTo>
                  <a:pt x="6692" y="16637"/>
                </a:lnTo>
                <a:lnTo>
                  <a:pt x="2349" y="16637"/>
                </a:lnTo>
                <a:lnTo>
                  <a:pt x="2349" y="17145"/>
                </a:lnTo>
                <a:lnTo>
                  <a:pt x="2298" y="17399"/>
                </a:lnTo>
                <a:lnTo>
                  <a:pt x="2247" y="17145"/>
                </a:lnTo>
                <a:lnTo>
                  <a:pt x="2349" y="16637"/>
                </a:lnTo>
                <a:lnTo>
                  <a:pt x="2133" y="16522"/>
                </a:lnTo>
                <a:lnTo>
                  <a:pt x="2209" y="16891"/>
                </a:lnTo>
                <a:lnTo>
                  <a:pt x="2146" y="16637"/>
                </a:lnTo>
                <a:lnTo>
                  <a:pt x="2070" y="17297"/>
                </a:lnTo>
                <a:lnTo>
                  <a:pt x="1790" y="17145"/>
                </a:lnTo>
                <a:lnTo>
                  <a:pt x="1981" y="17145"/>
                </a:lnTo>
                <a:lnTo>
                  <a:pt x="2070" y="17297"/>
                </a:lnTo>
                <a:lnTo>
                  <a:pt x="2070" y="16637"/>
                </a:lnTo>
                <a:lnTo>
                  <a:pt x="1816" y="16637"/>
                </a:lnTo>
                <a:lnTo>
                  <a:pt x="1803" y="16764"/>
                </a:lnTo>
                <a:lnTo>
                  <a:pt x="1651" y="16637"/>
                </a:lnTo>
                <a:lnTo>
                  <a:pt x="1358" y="16637"/>
                </a:lnTo>
                <a:lnTo>
                  <a:pt x="1422" y="16891"/>
                </a:lnTo>
                <a:lnTo>
                  <a:pt x="2197" y="17780"/>
                </a:lnTo>
                <a:lnTo>
                  <a:pt x="2235" y="17653"/>
                </a:lnTo>
                <a:lnTo>
                  <a:pt x="2247" y="17653"/>
                </a:lnTo>
                <a:lnTo>
                  <a:pt x="6731" y="17653"/>
                </a:lnTo>
                <a:lnTo>
                  <a:pt x="6388" y="17805"/>
                </a:lnTo>
                <a:lnTo>
                  <a:pt x="6210" y="17653"/>
                </a:lnTo>
                <a:lnTo>
                  <a:pt x="6096" y="17907"/>
                </a:lnTo>
                <a:lnTo>
                  <a:pt x="5981" y="18046"/>
                </a:lnTo>
                <a:lnTo>
                  <a:pt x="5867" y="18186"/>
                </a:lnTo>
                <a:lnTo>
                  <a:pt x="5524" y="18415"/>
                </a:lnTo>
                <a:lnTo>
                  <a:pt x="5689" y="18415"/>
                </a:lnTo>
                <a:lnTo>
                  <a:pt x="5842" y="18415"/>
                </a:lnTo>
                <a:lnTo>
                  <a:pt x="6400" y="18415"/>
                </a:lnTo>
                <a:lnTo>
                  <a:pt x="6629" y="18415"/>
                </a:lnTo>
                <a:lnTo>
                  <a:pt x="7404" y="18415"/>
                </a:lnTo>
                <a:lnTo>
                  <a:pt x="7251" y="18567"/>
                </a:lnTo>
                <a:lnTo>
                  <a:pt x="7150" y="18719"/>
                </a:lnTo>
                <a:lnTo>
                  <a:pt x="7581" y="18478"/>
                </a:lnTo>
                <a:lnTo>
                  <a:pt x="7734" y="18415"/>
                </a:lnTo>
                <a:lnTo>
                  <a:pt x="8788" y="18415"/>
                </a:lnTo>
                <a:lnTo>
                  <a:pt x="8915" y="18389"/>
                </a:lnTo>
                <a:lnTo>
                  <a:pt x="8597" y="18237"/>
                </a:lnTo>
                <a:lnTo>
                  <a:pt x="8280" y="17907"/>
                </a:lnTo>
                <a:lnTo>
                  <a:pt x="8026" y="17907"/>
                </a:lnTo>
                <a:lnTo>
                  <a:pt x="7886" y="17653"/>
                </a:lnTo>
                <a:lnTo>
                  <a:pt x="7861" y="17907"/>
                </a:lnTo>
                <a:lnTo>
                  <a:pt x="7721" y="17653"/>
                </a:lnTo>
                <a:lnTo>
                  <a:pt x="7378" y="17881"/>
                </a:lnTo>
                <a:lnTo>
                  <a:pt x="7264" y="17691"/>
                </a:lnTo>
                <a:lnTo>
                  <a:pt x="7696" y="17653"/>
                </a:lnTo>
                <a:lnTo>
                  <a:pt x="7721" y="17653"/>
                </a:lnTo>
                <a:lnTo>
                  <a:pt x="30937" y="17653"/>
                </a:lnTo>
                <a:lnTo>
                  <a:pt x="30861" y="17907"/>
                </a:lnTo>
                <a:lnTo>
                  <a:pt x="31534" y="17907"/>
                </a:lnTo>
                <a:lnTo>
                  <a:pt x="32308" y="17907"/>
                </a:lnTo>
                <a:lnTo>
                  <a:pt x="31965" y="17653"/>
                </a:lnTo>
                <a:lnTo>
                  <a:pt x="32181" y="17653"/>
                </a:lnTo>
                <a:lnTo>
                  <a:pt x="32689" y="17907"/>
                </a:lnTo>
                <a:lnTo>
                  <a:pt x="34759" y="17907"/>
                </a:lnTo>
                <a:lnTo>
                  <a:pt x="34899" y="17907"/>
                </a:lnTo>
                <a:lnTo>
                  <a:pt x="34899" y="18415"/>
                </a:lnTo>
                <a:lnTo>
                  <a:pt x="35204" y="18796"/>
                </a:lnTo>
                <a:lnTo>
                  <a:pt x="35293" y="19050"/>
                </a:lnTo>
                <a:lnTo>
                  <a:pt x="35610" y="19050"/>
                </a:lnTo>
                <a:lnTo>
                  <a:pt x="35496" y="18415"/>
                </a:lnTo>
                <a:lnTo>
                  <a:pt x="36017" y="18415"/>
                </a:lnTo>
                <a:lnTo>
                  <a:pt x="35991" y="19050"/>
                </a:lnTo>
                <a:lnTo>
                  <a:pt x="36360" y="19050"/>
                </a:lnTo>
                <a:lnTo>
                  <a:pt x="36372" y="18796"/>
                </a:lnTo>
                <a:lnTo>
                  <a:pt x="36741" y="18796"/>
                </a:lnTo>
                <a:lnTo>
                  <a:pt x="36728" y="19050"/>
                </a:lnTo>
                <a:lnTo>
                  <a:pt x="36995" y="18796"/>
                </a:lnTo>
                <a:lnTo>
                  <a:pt x="37211" y="18796"/>
                </a:lnTo>
                <a:lnTo>
                  <a:pt x="37211" y="19304"/>
                </a:lnTo>
                <a:lnTo>
                  <a:pt x="36753" y="19050"/>
                </a:lnTo>
                <a:lnTo>
                  <a:pt x="36715" y="19304"/>
                </a:lnTo>
                <a:lnTo>
                  <a:pt x="35979" y="19304"/>
                </a:lnTo>
                <a:lnTo>
                  <a:pt x="35572" y="19431"/>
                </a:lnTo>
                <a:lnTo>
                  <a:pt x="35585" y="19304"/>
                </a:lnTo>
                <a:lnTo>
                  <a:pt x="35369" y="19304"/>
                </a:lnTo>
                <a:lnTo>
                  <a:pt x="35293" y="19050"/>
                </a:lnTo>
                <a:lnTo>
                  <a:pt x="34683" y="19050"/>
                </a:lnTo>
                <a:lnTo>
                  <a:pt x="34658" y="19177"/>
                </a:lnTo>
                <a:lnTo>
                  <a:pt x="34226" y="19050"/>
                </a:lnTo>
                <a:lnTo>
                  <a:pt x="34061" y="19050"/>
                </a:lnTo>
                <a:lnTo>
                  <a:pt x="34429" y="19304"/>
                </a:lnTo>
                <a:lnTo>
                  <a:pt x="34632" y="19304"/>
                </a:lnTo>
                <a:lnTo>
                  <a:pt x="34607" y="19431"/>
                </a:lnTo>
                <a:lnTo>
                  <a:pt x="34429" y="19304"/>
                </a:lnTo>
                <a:lnTo>
                  <a:pt x="34175" y="19304"/>
                </a:lnTo>
                <a:lnTo>
                  <a:pt x="34061" y="19050"/>
                </a:lnTo>
                <a:lnTo>
                  <a:pt x="33743" y="19050"/>
                </a:lnTo>
                <a:lnTo>
                  <a:pt x="33045" y="19050"/>
                </a:lnTo>
                <a:lnTo>
                  <a:pt x="33007" y="18796"/>
                </a:lnTo>
                <a:lnTo>
                  <a:pt x="32842" y="18796"/>
                </a:lnTo>
                <a:lnTo>
                  <a:pt x="31927" y="18415"/>
                </a:lnTo>
                <a:lnTo>
                  <a:pt x="12509" y="18415"/>
                </a:lnTo>
                <a:lnTo>
                  <a:pt x="12509" y="19558"/>
                </a:lnTo>
                <a:lnTo>
                  <a:pt x="12496" y="20066"/>
                </a:lnTo>
                <a:lnTo>
                  <a:pt x="12369" y="20116"/>
                </a:lnTo>
                <a:lnTo>
                  <a:pt x="12496" y="20066"/>
                </a:lnTo>
                <a:lnTo>
                  <a:pt x="12496" y="19570"/>
                </a:lnTo>
                <a:lnTo>
                  <a:pt x="12115" y="19685"/>
                </a:lnTo>
                <a:lnTo>
                  <a:pt x="12065" y="19558"/>
                </a:lnTo>
                <a:lnTo>
                  <a:pt x="12509" y="19558"/>
                </a:lnTo>
                <a:lnTo>
                  <a:pt x="12509" y="18415"/>
                </a:lnTo>
                <a:lnTo>
                  <a:pt x="9359" y="18415"/>
                </a:lnTo>
                <a:lnTo>
                  <a:pt x="9652" y="18796"/>
                </a:lnTo>
                <a:lnTo>
                  <a:pt x="10147" y="18796"/>
                </a:lnTo>
                <a:lnTo>
                  <a:pt x="10325" y="19050"/>
                </a:lnTo>
                <a:lnTo>
                  <a:pt x="10528" y="19050"/>
                </a:lnTo>
                <a:lnTo>
                  <a:pt x="10655" y="19202"/>
                </a:lnTo>
                <a:lnTo>
                  <a:pt x="10172" y="19050"/>
                </a:lnTo>
                <a:lnTo>
                  <a:pt x="6946" y="19050"/>
                </a:lnTo>
                <a:lnTo>
                  <a:pt x="7073" y="18923"/>
                </a:lnTo>
                <a:lnTo>
                  <a:pt x="6769" y="19050"/>
                </a:lnTo>
                <a:lnTo>
                  <a:pt x="6896" y="19050"/>
                </a:lnTo>
                <a:lnTo>
                  <a:pt x="6743" y="19177"/>
                </a:lnTo>
                <a:lnTo>
                  <a:pt x="6756" y="18796"/>
                </a:lnTo>
                <a:lnTo>
                  <a:pt x="6718" y="19964"/>
                </a:lnTo>
                <a:lnTo>
                  <a:pt x="6718" y="18796"/>
                </a:lnTo>
                <a:lnTo>
                  <a:pt x="6540" y="18796"/>
                </a:lnTo>
                <a:lnTo>
                  <a:pt x="6096" y="18935"/>
                </a:lnTo>
                <a:lnTo>
                  <a:pt x="6019" y="19558"/>
                </a:lnTo>
                <a:lnTo>
                  <a:pt x="5994" y="19050"/>
                </a:lnTo>
                <a:lnTo>
                  <a:pt x="5778" y="19024"/>
                </a:lnTo>
                <a:lnTo>
                  <a:pt x="5676" y="18796"/>
                </a:lnTo>
                <a:lnTo>
                  <a:pt x="6019" y="18796"/>
                </a:lnTo>
                <a:lnTo>
                  <a:pt x="5702" y="18440"/>
                </a:lnTo>
                <a:lnTo>
                  <a:pt x="5638" y="18796"/>
                </a:lnTo>
                <a:lnTo>
                  <a:pt x="5524" y="18453"/>
                </a:lnTo>
                <a:lnTo>
                  <a:pt x="4775" y="18542"/>
                </a:lnTo>
                <a:lnTo>
                  <a:pt x="5092" y="18415"/>
                </a:lnTo>
                <a:lnTo>
                  <a:pt x="5511" y="18415"/>
                </a:lnTo>
                <a:lnTo>
                  <a:pt x="5524" y="18034"/>
                </a:lnTo>
                <a:lnTo>
                  <a:pt x="5232" y="17907"/>
                </a:lnTo>
                <a:lnTo>
                  <a:pt x="3581" y="17907"/>
                </a:lnTo>
                <a:lnTo>
                  <a:pt x="3175" y="18161"/>
                </a:lnTo>
                <a:lnTo>
                  <a:pt x="2908" y="17907"/>
                </a:lnTo>
                <a:lnTo>
                  <a:pt x="2311" y="17907"/>
                </a:lnTo>
                <a:lnTo>
                  <a:pt x="2768" y="18415"/>
                </a:lnTo>
                <a:lnTo>
                  <a:pt x="2959" y="18415"/>
                </a:lnTo>
                <a:lnTo>
                  <a:pt x="3238" y="18415"/>
                </a:lnTo>
                <a:lnTo>
                  <a:pt x="3441" y="18415"/>
                </a:lnTo>
                <a:lnTo>
                  <a:pt x="3683" y="18656"/>
                </a:lnTo>
                <a:lnTo>
                  <a:pt x="3441" y="18580"/>
                </a:lnTo>
                <a:lnTo>
                  <a:pt x="3594" y="18694"/>
                </a:lnTo>
                <a:lnTo>
                  <a:pt x="2641" y="18796"/>
                </a:lnTo>
                <a:lnTo>
                  <a:pt x="3746" y="18796"/>
                </a:lnTo>
                <a:lnTo>
                  <a:pt x="4140" y="18796"/>
                </a:lnTo>
                <a:lnTo>
                  <a:pt x="4800" y="18796"/>
                </a:lnTo>
                <a:lnTo>
                  <a:pt x="4749" y="19050"/>
                </a:lnTo>
                <a:lnTo>
                  <a:pt x="4635" y="19558"/>
                </a:lnTo>
                <a:lnTo>
                  <a:pt x="4800" y="19558"/>
                </a:lnTo>
                <a:lnTo>
                  <a:pt x="5080" y="19812"/>
                </a:lnTo>
                <a:lnTo>
                  <a:pt x="5181" y="19558"/>
                </a:lnTo>
                <a:lnTo>
                  <a:pt x="5486" y="19812"/>
                </a:lnTo>
                <a:lnTo>
                  <a:pt x="5626" y="19812"/>
                </a:lnTo>
                <a:lnTo>
                  <a:pt x="5613" y="19964"/>
                </a:lnTo>
                <a:lnTo>
                  <a:pt x="6007" y="19812"/>
                </a:lnTo>
                <a:lnTo>
                  <a:pt x="6134" y="20066"/>
                </a:lnTo>
                <a:lnTo>
                  <a:pt x="6515" y="20066"/>
                </a:lnTo>
                <a:lnTo>
                  <a:pt x="6629" y="20320"/>
                </a:lnTo>
                <a:lnTo>
                  <a:pt x="6565" y="20574"/>
                </a:lnTo>
                <a:lnTo>
                  <a:pt x="6705" y="20574"/>
                </a:lnTo>
                <a:lnTo>
                  <a:pt x="7378" y="20574"/>
                </a:lnTo>
                <a:lnTo>
                  <a:pt x="7289" y="20320"/>
                </a:lnTo>
                <a:lnTo>
                  <a:pt x="7188" y="20066"/>
                </a:lnTo>
                <a:lnTo>
                  <a:pt x="7048" y="19812"/>
                </a:lnTo>
                <a:lnTo>
                  <a:pt x="6807" y="19812"/>
                </a:lnTo>
                <a:lnTo>
                  <a:pt x="6743" y="19304"/>
                </a:lnTo>
                <a:lnTo>
                  <a:pt x="10756" y="19304"/>
                </a:lnTo>
                <a:lnTo>
                  <a:pt x="11747" y="19558"/>
                </a:lnTo>
                <a:lnTo>
                  <a:pt x="11607" y="19558"/>
                </a:lnTo>
                <a:lnTo>
                  <a:pt x="11684" y="19697"/>
                </a:lnTo>
                <a:lnTo>
                  <a:pt x="11290" y="19558"/>
                </a:lnTo>
                <a:lnTo>
                  <a:pt x="11709" y="19812"/>
                </a:lnTo>
                <a:lnTo>
                  <a:pt x="12077" y="19812"/>
                </a:lnTo>
                <a:lnTo>
                  <a:pt x="12179" y="20205"/>
                </a:lnTo>
                <a:lnTo>
                  <a:pt x="11887" y="20320"/>
                </a:lnTo>
                <a:lnTo>
                  <a:pt x="12179" y="20320"/>
                </a:lnTo>
                <a:lnTo>
                  <a:pt x="12344" y="20320"/>
                </a:lnTo>
                <a:lnTo>
                  <a:pt x="12623" y="20066"/>
                </a:lnTo>
                <a:lnTo>
                  <a:pt x="17043" y="20066"/>
                </a:lnTo>
                <a:lnTo>
                  <a:pt x="17221" y="20066"/>
                </a:lnTo>
                <a:lnTo>
                  <a:pt x="17703" y="20066"/>
                </a:lnTo>
                <a:lnTo>
                  <a:pt x="17475" y="20193"/>
                </a:lnTo>
                <a:lnTo>
                  <a:pt x="17297" y="20066"/>
                </a:lnTo>
                <a:lnTo>
                  <a:pt x="17246" y="20320"/>
                </a:lnTo>
                <a:lnTo>
                  <a:pt x="17653" y="20320"/>
                </a:lnTo>
                <a:lnTo>
                  <a:pt x="18008" y="20574"/>
                </a:lnTo>
                <a:lnTo>
                  <a:pt x="18529" y="20574"/>
                </a:lnTo>
                <a:lnTo>
                  <a:pt x="18516" y="20828"/>
                </a:lnTo>
                <a:lnTo>
                  <a:pt x="18770" y="20574"/>
                </a:lnTo>
                <a:lnTo>
                  <a:pt x="18859" y="20370"/>
                </a:lnTo>
                <a:lnTo>
                  <a:pt x="18859" y="20510"/>
                </a:lnTo>
                <a:lnTo>
                  <a:pt x="19075" y="20574"/>
                </a:lnTo>
                <a:lnTo>
                  <a:pt x="19075" y="20320"/>
                </a:lnTo>
                <a:lnTo>
                  <a:pt x="19634" y="20320"/>
                </a:lnTo>
                <a:lnTo>
                  <a:pt x="19507" y="20066"/>
                </a:lnTo>
                <a:lnTo>
                  <a:pt x="19177" y="20231"/>
                </a:lnTo>
                <a:lnTo>
                  <a:pt x="19367" y="20066"/>
                </a:lnTo>
                <a:lnTo>
                  <a:pt x="19113" y="20193"/>
                </a:lnTo>
                <a:lnTo>
                  <a:pt x="19342" y="20066"/>
                </a:lnTo>
                <a:lnTo>
                  <a:pt x="19507" y="20066"/>
                </a:lnTo>
                <a:lnTo>
                  <a:pt x="31864" y="20066"/>
                </a:lnTo>
                <a:lnTo>
                  <a:pt x="32054" y="19812"/>
                </a:lnTo>
                <a:lnTo>
                  <a:pt x="32969" y="19812"/>
                </a:lnTo>
                <a:lnTo>
                  <a:pt x="33045" y="20066"/>
                </a:lnTo>
                <a:lnTo>
                  <a:pt x="35420" y="20066"/>
                </a:lnTo>
                <a:lnTo>
                  <a:pt x="35191" y="20320"/>
                </a:lnTo>
                <a:lnTo>
                  <a:pt x="35344" y="20320"/>
                </a:lnTo>
                <a:lnTo>
                  <a:pt x="35420" y="20129"/>
                </a:lnTo>
                <a:lnTo>
                  <a:pt x="35445" y="20459"/>
                </a:lnTo>
                <a:lnTo>
                  <a:pt x="35191" y="20320"/>
                </a:lnTo>
                <a:lnTo>
                  <a:pt x="33845" y="20320"/>
                </a:lnTo>
                <a:lnTo>
                  <a:pt x="33845" y="20574"/>
                </a:lnTo>
                <a:lnTo>
                  <a:pt x="33375" y="20701"/>
                </a:lnTo>
                <a:lnTo>
                  <a:pt x="33439" y="20574"/>
                </a:lnTo>
                <a:lnTo>
                  <a:pt x="33845" y="20574"/>
                </a:lnTo>
                <a:lnTo>
                  <a:pt x="33845" y="20320"/>
                </a:lnTo>
                <a:lnTo>
                  <a:pt x="33121" y="20320"/>
                </a:lnTo>
                <a:lnTo>
                  <a:pt x="33134" y="20777"/>
                </a:lnTo>
                <a:lnTo>
                  <a:pt x="32905" y="20828"/>
                </a:lnTo>
                <a:lnTo>
                  <a:pt x="33134" y="20828"/>
                </a:lnTo>
                <a:lnTo>
                  <a:pt x="33147" y="21082"/>
                </a:lnTo>
                <a:lnTo>
                  <a:pt x="33324" y="20828"/>
                </a:lnTo>
                <a:lnTo>
                  <a:pt x="34874" y="20828"/>
                </a:lnTo>
                <a:lnTo>
                  <a:pt x="34505" y="20574"/>
                </a:lnTo>
                <a:lnTo>
                  <a:pt x="35458" y="20574"/>
                </a:lnTo>
                <a:lnTo>
                  <a:pt x="35661" y="20574"/>
                </a:lnTo>
                <a:lnTo>
                  <a:pt x="35623" y="20320"/>
                </a:lnTo>
                <a:lnTo>
                  <a:pt x="38163" y="20320"/>
                </a:lnTo>
                <a:lnTo>
                  <a:pt x="38201" y="20574"/>
                </a:lnTo>
                <a:lnTo>
                  <a:pt x="38709" y="20574"/>
                </a:lnTo>
                <a:lnTo>
                  <a:pt x="39535" y="20574"/>
                </a:lnTo>
                <a:lnTo>
                  <a:pt x="39941" y="20574"/>
                </a:lnTo>
                <a:lnTo>
                  <a:pt x="39928" y="20828"/>
                </a:lnTo>
                <a:lnTo>
                  <a:pt x="41427" y="20828"/>
                </a:lnTo>
                <a:lnTo>
                  <a:pt x="41440" y="20574"/>
                </a:lnTo>
                <a:lnTo>
                  <a:pt x="40233" y="20574"/>
                </a:lnTo>
                <a:lnTo>
                  <a:pt x="40513" y="20320"/>
                </a:lnTo>
                <a:lnTo>
                  <a:pt x="40627" y="20066"/>
                </a:lnTo>
                <a:lnTo>
                  <a:pt x="40957" y="20066"/>
                </a:lnTo>
                <a:lnTo>
                  <a:pt x="41287" y="20205"/>
                </a:lnTo>
                <a:lnTo>
                  <a:pt x="41211" y="20066"/>
                </a:lnTo>
                <a:lnTo>
                  <a:pt x="44094" y="20066"/>
                </a:lnTo>
                <a:lnTo>
                  <a:pt x="44615" y="20066"/>
                </a:lnTo>
                <a:close/>
              </a:path>
              <a:path w="64135" h="50800">
                <a:moveTo>
                  <a:pt x="44716" y="25146"/>
                </a:moveTo>
                <a:lnTo>
                  <a:pt x="44538" y="25019"/>
                </a:lnTo>
                <a:lnTo>
                  <a:pt x="44577" y="25273"/>
                </a:lnTo>
                <a:lnTo>
                  <a:pt x="44716" y="25146"/>
                </a:lnTo>
                <a:close/>
              </a:path>
              <a:path w="64135" h="50800">
                <a:moveTo>
                  <a:pt x="44843" y="11303"/>
                </a:moveTo>
                <a:lnTo>
                  <a:pt x="44665" y="11303"/>
                </a:lnTo>
                <a:lnTo>
                  <a:pt x="44437" y="11303"/>
                </a:lnTo>
                <a:lnTo>
                  <a:pt x="44411" y="11557"/>
                </a:lnTo>
                <a:lnTo>
                  <a:pt x="44551" y="11557"/>
                </a:lnTo>
                <a:lnTo>
                  <a:pt x="44488" y="11696"/>
                </a:lnTo>
                <a:lnTo>
                  <a:pt x="44361" y="11557"/>
                </a:lnTo>
                <a:lnTo>
                  <a:pt x="44221" y="11557"/>
                </a:lnTo>
                <a:lnTo>
                  <a:pt x="44208" y="11811"/>
                </a:lnTo>
                <a:lnTo>
                  <a:pt x="44437" y="11811"/>
                </a:lnTo>
                <a:lnTo>
                  <a:pt x="44615" y="11811"/>
                </a:lnTo>
                <a:lnTo>
                  <a:pt x="44754" y="11557"/>
                </a:lnTo>
                <a:lnTo>
                  <a:pt x="44843" y="11303"/>
                </a:lnTo>
                <a:close/>
              </a:path>
              <a:path w="64135" h="50800">
                <a:moveTo>
                  <a:pt x="45021" y="20320"/>
                </a:moveTo>
                <a:lnTo>
                  <a:pt x="45021" y="20320"/>
                </a:lnTo>
                <a:lnTo>
                  <a:pt x="41376" y="20320"/>
                </a:lnTo>
                <a:lnTo>
                  <a:pt x="41541" y="20574"/>
                </a:lnTo>
                <a:lnTo>
                  <a:pt x="44678" y="20574"/>
                </a:lnTo>
                <a:lnTo>
                  <a:pt x="44526" y="20447"/>
                </a:lnTo>
                <a:lnTo>
                  <a:pt x="44716" y="20574"/>
                </a:lnTo>
                <a:lnTo>
                  <a:pt x="44919" y="20574"/>
                </a:lnTo>
                <a:lnTo>
                  <a:pt x="45021" y="20320"/>
                </a:lnTo>
                <a:close/>
              </a:path>
              <a:path w="64135" h="50800">
                <a:moveTo>
                  <a:pt x="45123" y="20066"/>
                </a:moveTo>
                <a:lnTo>
                  <a:pt x="44856" y="20066"/>
                </a:lnTo>
                <a:lnTo>
                  <a:pt x="44932" y="20320"/>
                </a:lnTo>
                <a:lnTo>
                  <a:pt x="45085" y="20104"/>
                </a:lnTo>
                <a:close/>
              </a:path>
              <a:path w="64135" h="50800">
                <a:moveTo>
                  <a:pt x="45123" y="7620"/>
                </a:moveTo>
                <a:lnTo>
                  <a:pt x="41198" y="7620"/>
                </a:lnTo>
                <a:lnTo>
                  <a:pt x="40957" y="7620"/>
                </a:lnTo>
                <a:lnTo>
                  <a:pt x="40830" y="7620"/>
                </a:lnTo>
                <a:lnTo>
                  <a:pt x="40970" y="7874"/>
                </a:lnTo>
                <a:lnTo>
                  <a:pt x="44589" y="7874"/>
                </a:lnTo>
                <a:lnTo>
                  <a:pt x="44970" y="7874"/>
                </a:lnTo>
                <a:lnTo>
                  <a:pt x="45123" y="7620"/>
                </a:lnTo>
                <a:close/>
              </a:path>
              <a:path w="64135" h="50800">
                <a:moveTo>
                  <a:pt x="45199" y="24257"/>
                </a:moveTo>
                <a:lnTo>
                  <a:pt x="41554" y="24257"/>
                </a:lnTo>
                <a:lnTo>
                  <a:pt x="41503" y="24511"/>
                </a:lnTo>
                <a:lnTo>
                  <a:pt x="45059" y="24511"/>
                </a:lnTo>
                <a:lnTo>
                  <a:pt x="45199" y="24257"/>
                </a:lnTo>
                <a:close/>
              </a:path>
              <a:path w="64135" h="50800">
                <a:moveTo>
                  <a:pt x="45313" y="21590"/>
                </a:moveTo>
                <a:lnTo>
                  <a:pt x="45250" y="21336"/>
                </a:lnTo>
                <a:lnTo>
                  <a:pt x="44881" y="21336"/>
                </a:lnTo>
                <a:lnTo>
                  <a:pt x="45046" y="21590"/>
                </a:lnTo>
                <a:lnTo>
                  <a:pt x="45313" y="21590"/>
                </a:lnTo>
                <a:close/>
              </a:path>
              <a:path w="64135" h="50800">
                <a:moveTo>
                  <a:pt x="45351" y="24511"/>
                </a:moveTo>
                <a:lnTo>
                  <a:pt x="45059" y="24511"/>
                </a:lnTo>
                <a:lnTo>
                  <a:pt x="44754" y="25019"/>
                </a:lnTo>
                <a:lnTo>
                  <a:pt x="45097" y="24765"/>
                </a:lnTo>
                <a:lnTo>
                  <a:pt x="45351" y="24511"/>
                </a:lnTo>
                <a:close/>
              </a:path>
              <a:path w="64135" h="50800">
                <a:moveTo>
                  <a:pt x="45351" y="8128"/>
                </a:moveTo>
                <a:lnTo>
                  <a:pt x="45300" y="7874"/>
                </a:lnTo>
                <a:lnTo>
                  <a:pt x="45161" y="7874"/>
                </a:lnTo>
                <a:lnTo>
                  <a:pt x="45351" y="8128"/>
                </a:lnTo>
                <a:close/>
              </a:path>
              <a:path w="64135" h="50800">
                <a:moveTo>
                  <a:pt x="45478" y="24003"/>
                </a:moveTo>
                <a:lnTo>
                  <a:pt x="45097" y="23749"/>
                </a:lnTo>
                <a:lnTo>
                  <a:pt x="43395" y="23749"/>
                </a:lnTo>
                <a:lnTo>
                  <a:pt x="43510" y="24003"/>
                </a:lnTo>
                <a:lnTo>
                  <a:pt x="45478" y="24003"/>
                </a:lnTo>
                <a:close/>
              </a:path>
              <a:path w="64135" h="50800">
                <a:moveTo>
                  <a:pt x="45491" y="23495"/>
                </a:moveTo>
                <a:lnTo>
                  <a:pt x="45478" y="23241"/>
                </a:lnTo>
                <a:lnTo>
                  <a:pt x="45377" y="23418"/>
                </a:lnTo>
                <a:lnTo>
                  <a:pt x="45186" y="23241"/>
                </a:lnTo>
                <a:lnTo>
                  <a:pt x="43446" y="23241"/>
                </a:lnTo>
                <a:lnTo>
                  <a:pt x="43395" y="23495"/>
                </a:lnTo>
                <a:lnTo>
                  <a:pt x="45339" y="23495"/>
                </a:lnTo>
                <a:lnTo>
                  <a:pt x="45466" y="23495"/>
                </a:lnTo>
                <a:close/>
              </a:path>
              <a:path w="64135" h="50800">
                <a:moveTo>
                  <a:pt x="45605" y="7112"/>
                </a:moveTo>
                <a:lnTo>
                  <a:pt x="44157" y="6858"/>
                </a:lnTo>
                <a:lnTo>
                  <a:pt x="40919" y="6858"/>
                </a:lnTo>
                <a:lnTo>
                  <a:pt x="40944" y="7366"/>
                </a:lnTo>
                <a:lnTo>
                  <a:pt x="44424" y="7366"/>
                </a:lnTo>
                <a:lnTo>
                  <a:pt x="45110" y="7620"/>
                </a:lnTo>
                <a:lnTo>
                  <a:pt x="44945" y="7366"/>
                </a:lnTo>
                <a:lnTo>
                  <a:pt x="44907" y="7112"/>
                </a:lnTo>
                <a:lnTo>
                  <a:pt x="45605" y="7112"/>
                </a:lnTo>
                <a:close/>
              </a:path>
              <a:path w="64135" h="50800">
                <a:moveTo>
                  <a:pt x="45618" y="15341"/>
                </a:moveTo>
                <a:lnTo>
                  <a:pt x="45542" y="14998"/>
                </a:lnTo>
                <a:lnTo>
                  <a:pt x="45402" y="15303"/>
                </a:lnTo>
                <a:lnTo>
                  <a:pt x="45618" y="15341"/>
                </a:lnTo>
                <a:close/>
              </a:path>
              <a:path w="64135" h="50800">
                <a:moveTo>
                  <a:pt x="45859" y="17221"/>
                </a:moveTo>
                <a:lnTo>
                  <a:pt x="45745" y="17005"/>
                </a:lnTo>
                <a:lnTo>
                  <a:pt x="45593" y="17221"/>
                </a:lnTo>
                <a:lnTo>
                  <a:pt x="45770" y="17157"/>
                </a:lnTo>
                <a:lnTo>
                  <a:pt x="45643" y="17284"/>
                </a:lnTo>
                <a:lnTo>
                  <a:pt x="45542" y="17119"/>
                </a:lnTo>
                <a:lnTo>
                  <a:pt x="45516" y="17335"/>
                </a:lnTo>
                <a:lnTo>
                  <a:pt x="45656" y="17297"/>
                </a:lnTo>
                <a:lnTo>
                  <a:pt x="45808" y="17221"/>
                </a:lnTo>
                <a:close/>
              </a:path>
              <a:path w="64135" h="50800">
                <a:moveTo>
                  <a:pt x="45986" y="21336"/>
                </a:moveTo>
                <a:lnTo>
                  <a:pt x="45770" y="21082"/>
                </a:lnTo>
                <a:lnTo>
                  <a:pt x="45364" y="21082"/>
                </a:lnTo>
                <a:lnTo>
                  <a:pt x="45364" y="20828"/>
                </a:lnTo>
                <a:lnTo>
                  <a:pt x="41427" y="20828"/>
                </a:lnTo>
                <a:lnTo>
                  <a:pt x="41402" y="21082"/>
                </a:lnTo>
                <a:lnTo>
                  <a:pt x="41287" y="23241"/>
                </a:lnTo>
                <a:lnTo>
                  <a:pt x="41427" y="23241"/>
                </a:lnTo>
                <a:lnTo>
                  <a:pt x="41516" y="22987"/>
                </a:lnTo>
                <a:lnTo>
                  <a:pt x="41605" y="22733"/>
                </a:lnTo>
                <a:lnTo>
                  <a:pt x="41694" y="22479"/>
                </a:lnTo>
                <a:lnTo>
                  <a:pt x="41783" y="22225"/>
                </a:lnTo>
                <a:lnTo>
                  <a:pt x="41541" y="22225"/>
                </a:lnTo>
                <a:lnTo>
                  <a:pt x="42049" y="21590"/>
                </a:lnTo>
                <a:lnTo>
                  <a:pt x="41986" y="21082"/>
                </a:lnTo>
                <a:lnTo>
                  <a:pt x="42087" y="21336"/>
                </a:lnTo>
                <a:lnTo>
                  <a:pt x="42202" y="21590"/>
                </a:lnTo>
                <a:lnTo>
                  <a:pt x="42532" y="21590"/>
                </a:lnTo>
                <a:lnTo>
                  <a:pt x="42443" y="22225"/>
                </a:lnTo>
                <a:lnTo>
                  <a:pt x="42786" y="22479"/>
                </a:lnTo>
                <a:lnTo>
                  <a:pt x="42913" y="22733"/>
                </a:lnTo>
                <a:lnTo>
                  <a:pt x="43027" y="22987"/>
                </a:lnTo>
                <a:lnTo>
                  <a:pt x="43268" y="22987"/>
                </a:lnTo>
                <a:lnTo>
                  <a:pt x="43446" y="23241"/>
                </a:lnTo>
                <a:lnTo>
                  <a:pt x="43472" y="22987"/>
                </a:lnTo>
                <a:lnTo>
                  <a:pt x="45389" y="22987"/>
                </a:lnTo>
                <a:lnTo>
                  <a:pt x="45402" y="22733"/>
                </a:lnTo>
                <a:lnTo>
                  <a:pt x="43865" y="22733"/>
                </a:lnTo>
                <a:lnTo>
                  <a:pt x="44056" y="22352"/>
                </a:lnTo>
                <a:lnTo>
                  <a:pt x="44056" y="22479"/>
                </a:lnTo>
                <a:lnTo>
                  <a:pt x="45427" y="22479"/>
                </a:lnTo>
                <a:lnTo>
                  <a:pt x="45402" y="22225"/>
                </a:lnTo>
                <a:lnTo>
                  <a:pt x="44119" y="22225"/>
                </a:lnTo>
                <a:lnTo>
                  <a:pt x="44056" y="21971"/>
                </a:lnTo>
                <a:lnTo>
                  <a:pt x="45288" y="21971"/>
                </a:lnTo>
                <a:lnTo>
                  <a:pt x="45415" y="21971"/>
                </a:lnTo>
                <a:lnTo>
                  <a:pt x="45313" y="21590"/>
                </a:lnTo>
                <a:lnTo>
                  <a:pt x="45072" y="21640"/>
                </a:lnTo>
                <a:lnTo>
                  <a:pt x="44411" y="21590"/>
                </a:lnTo>
                <a:lnTo>
                  <a:pt x="43954" y="21590"/>
                </a:lnTo>
                <a:lnTo>
                  <a:pt x="43726" y="21590"/>
                </a:lnTo>
                <a:lnTo>
                  <a:pt x="43726" y="22733"/>
                </a:lnTo>
                <a:lnTo>
                  <a:pt x="43472" y="22885"/>
                </a:lnTo>
                <a:lnTo>
                  <a:pt x="43497" y="22733"/>
                </a:lnTo>
                <a:lnTo>
                  <a:pt x="43726" y="22733"/>
                </a:lnTo>
                <a:lnTo>
                  <a:pt x="43726" y="21590"/>
                </a:lnTo>
                <a:lnTo>
                  <a:pt x="43662" y="21932"/>
                </a:lnTo>
                <a:lnTo>
                  <a:pt x="43599" y="22479"/>
                </a:lnTo>
                <a:lnTo>
                  <a:pt x="43484" y="22733"/>
                </a:lnTo>
                <a:lnTo>
                  <a:pt x="43345" y="22733"/>
                </a:lnTo>
                <a:lnTo>
                  <a:pt x="43573" y="22479"/>
                </a:lnTo>
                <a:lnTo>
                  <a:pt x="43599" y="21971"/>
                </a:lnTo>
                <a:lnTo>
                  <a:pt x="43649" y="21348"/>
                </a:lnTo>
                <a:lnTo>
                  <a:pt x="43954" y="21590"/>
                </a:lnTo>
                <a:lnTo>
                  <a:pt x="44094" y="21336"/>
                </a:lnTo>
                <a:lnTo>
                  <a:pt x="44196" y="21082"/>
                </a:lnTo>
                <a:lnTo>
                  <a:pt x="44094" y="21336"/>
                </a:lnTo>
                <a:lnTo>
                  <a:pt x="44411" y="21590"/>
                </a:lnTo>
                <a:lnTo>
                  <a:pt x="44462" y="21082"/>
                </a:lnTo>
                <a:lnTo>
                  <a:pt x="45046" y="21082"/>
                </a:lnTo>
                <a:lnTo>
                  <a:pt x="45250" y="21336"/>
                </a:lnTo>
                <a:lnTo>
                  <a:pt x="45986" y="21336"/>
                </a:lnTo>
                <a:close/>
              </a:path>
              <a:path w="64135" h="50800">
                <a:moveTo>
                  <a:pt x="46088" y="21082"/>
                </a:moveTo>
                <a:lnTo>
                  <a:pt x="45923" y="20828"/>
                </a:lnTo>
                <a:lnTo>
                  <a:pt x="45554" y="20828"/>
                </a:lnTo>
                <a:lnTo>
                  <a:pt x="45770" y="21082"/>
                </a:lnTo>
                <a:lnTo>
                  <a:pt x="46088" y="21082"/>
                </a:lnTo>
                <a:close/>
              </a:path>
              <a:path w="64135" h="50800">
                <a:moveTo>
                  <a:pt x="46088" y="16014"/>
                </a:moveTo>
                <a:lnTo>
                  <a:pt x="45974" y="15621"/>
                </a:lnTo>
                <a:lnTo>
                  <a:pt x="45720" y="15367"/>
                </a:lnTo>
                <a:lnTo>
                  <a:pt x="45567" y="15367"/>
                </a:lnTo>
                <a:lnTo>
                  <a:pt x="45745" y="15519"/>
                </a:lnTo>
                <a:lnTo>
                  <a:pt x="45770" y="15887"/>
                </a:lnTo>
                <a:lnTo>
                  <a:pt x="45745" y="16103"/>
                </a:lnTo>
                <a:lnTo>
                  <a:pt x="46088" y="16014"/>
                </a:lnTo>
                <a:close/>
              </a:path>
              <a:path w="64135" h="50800">
                <a:moveTo>
                  <a:pt x="46113" y="20066"/>
                </a:moveTo>
                <a:lnTo>
                  <a:pt x="46113" y="20066"/>
                </a:lnTo>
                <a:lnTo>
                  <a:pt x="45199" y="20066"/>
                </a:lnTo>
                <a:lnTo>
                  <a:pt x="45542" y="20320"/>
                </a:lnTo>
                <a:lnTo>
                  <a:pt x="45885" y="20154"/>
                </a:lnTo>
                <a:lnTo>
                  <a:pt x="45707" y="20320"/>
                </a:lnTo>
                <a:lnTo>
                  <a:pt x="46113" y="20066"/>
                </a:lnTo>
                <a:close/>
              </a:path>
              <a:path w="64135" h="50800">
                <a:moveTo>
                  <a:pt x="46291" y="10541"/>
                </a:moveTo>
                <a:lnTo>
                  <a:pt x="45910" y="10350"/>
                </a:lnTo>
                <a:lnTo>
                  <a:pt x="45834" y="10185"/>
                </a:lnTo>
                <a:lnTo>
                  <a:pt x="45631" y="10287"/>
                </a:lnTo>
                <a:lnTo>
                  <a:pt x="45605" y="10541"/>
                </a:lnTo>
                <a:lnTo>
                  <a:pt x="45808" y="10541"/>
                </a:lnTo>
                <a:lnTo>
                  <a:pt x="45935" y="10541"/>
                </a:lnTo>
                <a:lnTo>
                  <a:pt x="46291" y="10541"/>
                </a:lnTo>
                <a:close/>
              </a:path>
              <a:path w="64135" h="50800">
                <a:moveTo>
                  <a:pt x="46342" y="12738"/>
                </a:moveTo>
                <a:lnTo>
                  <a:pt x="45897" y="13296"/>
                </a:lnTo>
                <a:lnTo>
                  <a:pt x="44361" y="13296"/>
                </a:lnTo>
                <a:lnTo>
                  <a:pt x="44399" y="13881"/>
                </a:lnTo>
                <a:lnTo>
                  <a:pt x="45859" y="13881"/>
                </a:lnTo>
                <a:lnTo>
                  <a:pt x="46037" y="13881"/>
                </a:lnTo>
                <a:lnTo>
                  <a:pt x="46050" y="13296"/>
                </a:lnTo>
                <a:lnTo>
                  <a:pt x="46316" y="13296"/>
                </a:lnTo>
                <a:lnTo>
                  <a:pt x="46342" y="12738"/>
                </a:lnTo>
                <a:close/>
              </a:path>
              <a:path w="64135" h="50800">
                <a:moveTo>
                  <a:pt x="46393" y="18796"/>
                </a:moveTo>
                <a:lnTo>
                  <a:pt x="46164" y="18796"/>
                </a:lnTo>
                <a:lnTo>
                  <a:pt x="46139" y="19050"/>
                </a:lnTo>
                <a:lnTo>
                  <a:pt x="46393" y="18796"/>
                </a:lnTo>
                <a:close/>
              </a:path>
              <a:path w="64135" h="50800">
                <a:moveTo>
                  <a:pt x="46494" y="21082"/>
                </a:moveTo>
                <a:lnTo>
                  <a:pt x="46240" y="20955"/>
                </a:lnTo>
                <a:lnTo>
                  <a:pt x="46329" y="21082"/>
                </a:lnTo>
                <a:lnTo>
                  <a:pt x="46494" y="21082"/>
                </a:lnTo>
                <a:close/>
              </a:path>
              <a:path w="64135" h="50800">
                <a:moveTo>
                  <a:pt x="46532" y="21971"/>
                </a:moveTo>
                <a:lnTo>
                  <a:pt x="46393" y="21590"/>
                </a:lnTo>
                <a:lnTo>
                  <a:pt x="46253" y="21336"/>
                </a:lnTo>
                <a:lnTo>
                  <a:pt x="45986" y="21336"/>
                </a:lnTo>
                <a:lnTo>
                  <a:pt x="46202" y="21590"/>
                </a:lnTo>
                <a:lnTo>
                  <a:pt x="46393" y="21971"/>
                </a:lnTo>
                <a:lnTo>
                  <a:pt x="46507" y="22225"/>
                </a:lnTo>
                <a:lnTo>
                  <a:pt x="46532" y="21971"/>
                </a:lnTo>
                <a:close/>
              </a:path>
              <a:path w="64135" h="50800">
                <a:moveTo>
                  <a:pt x="46596" y="8890"/>
                </a:moveTo>
                <a:lnTo>
                  <a:pt x="45758" y="8636"/>
                </a:lnTo>
                <a:lnTo>
                  <a:pt x="43522" y="8636"/>
                </a:lnTo>
                <a:lnTo>
                  <a:pt x="43522" y="8890"/>
                </a:lnTo>
                <a:lnTo>
                  <a:pt x="43789" y="8890"/>
                </a:lnTo>
                <a:lnTo>
                  <a:pt x="43662" y="9271"/>
                </a:lnTo>
                <a:lnTo>
                  <a:pt x="43434" y="9271"/>
                </a:lnTo>
                <a:lnTo>
                  <a:pt x="43522" y="8636"/>
                </a:lnTo>
                <a:lnTo>
                  <a:pt x="43078" y="8636"/>
                </a:lnTo>
                <a:lnTo>
                  <a:pt x="43078" y="8890"/>
                </a:lnTo>
                <a:lnTo>
                  <a:pt x="42379" y="9144"/>
                </a:lnTo>
                <a:lnTo>
                  <a:pt x="42633" y="8890"/>
                </a:lnTo>
                <a:lnTo>
                  <a:pt x="43078" y="8890"/>
                </a:lnTo>
                <a:lnTo>
                  <a:pt x="43078" y="8636"/>
                </a:lnTo>
                <a:lnTo>
                  <a:pt x="42595" y="8636"/>
                </a:lnTo>
                <a:lnTo>
                  <a:pt x="42659" y="8382"/>
                </a:lnTo>
                <a:lnTo>
                  <a:pt x="42100" y="8496"/>
                </a:lnTo>
                <a:lnTo>
                  <a:pt x="42252" y="8382"/>
                </a:lnTo>
                <a:lnTo>
                  <a:pt x="42659" y="8382"/>
                </a:lnTo>
                <a:lnTo>
                  <a:pt x="43548" y="8382"/>
                </a:lnTo>
                <a:lnTo>
                  <a:pt x="45529" y="8382"/>
                </a:lnTo>
                <a:lnTo>
                  <a:pt x="45351" y="8128"/>
                </a:lnTo>
                <a:lnTo>
                  <a:pt x="42151" y="8128"/>
                </a:lnTo>
                <a:lnTo>
                  <a:pt x="41998" y="8293"/>
                </a:lnTo>
                <a:lnTo>
                  <a:pt x="41821" y="8128"/>
                </a:lnTo>
                <a:lnTo>
                  <a:pt x="40690" y="8128"/>
                </a:lnTo>
                <a:lnTo>
                  <a:pt x="40411" y="8382"/>
                </a:lnTo>
                <a:lnTo>
                  <a:pt x="40627" y="8382"/>
                </a:lnTo>
                <a:lnTo>
                  <a:pt x="40995" y="8382"/>
                </a:lnTo>
                <a:lnTo>
                  <a:pt x="41897" y="8382"/>
                </a:lnTo>
                <a:lnTo>
                  <a:pt x="41986" y="8521"/>
                </a:lnTo>
                <a:lnTo>
                  <a:pt x="41351" y="8636"/>
                </a:lnTo>
                <a:lnTo>
                  <a:pt x="42024" y="8636"/>
                </a:lnTo>
                <a:lnTo>
                  <a:pt x="42024" y="8890"/>
                </a:lnTo>
                <a:lnTo>
                  <a:pt x="41592" y="8890"/>
                </a:lnTo>
                <a:lnTo>
                  <a:pt x="41821" y="9271"/>
                </a:lnTo>
                <a:lnTo>
                  <a:pt x="40144" y="9525"/>
                </a:lnTo>
                <a:lnTo>
                  <a:pt x="40474" y="9525"/>
                </a:lnTo>
                <a:lnTo>
                  <a:pt x="39903" y="10033"/>
                </a:lnTo>
                <a:lnTo>
                  <a:pt x="39776" y="10033"/>
                </a:lnTo>
                <a:lnTo>
                  <a:pt x="39776" y="10210"/>
                </a:lnTo>
                <a:lnTo>
                  <a:pt x="39776" y="10033"/>
                </a:lnTo>
                <a:lnTo>
                  <a:pt x="38290" y="10033"/>
                </a:lnTo>
                <a:lnTo>
                  <a:pt x="39458" y="9067"/>
                </a:lnTo>
                <a:lnTo>
                  <a:pt x="38531" y="9067"/>
                </a:lnTo>
                <a:lnTo>
                  <a:pt x="38138" y="10033"/>
                </a:lnTo>
                <a:lnTo>
                  <a:pt x="31178" y="10033"/>
                </a:lnTo>
                <a:lnTo>
                  <a:pt x="31381" y="9893"/>
                </a:lnTo>
                <a:lnTo>
                  <a:pt x="31381" y="9702"/>
                </a:lnTo>
                <a:lnTo>
                  <a:pt x="31089" y="9791"/>
                </a:lnTo>
                <a:lnTo>
                  <a:pt x="30962" y="9702"/>
                </a:lnTo>
                <a:lnTo>
                  <a:pt x="30962" y="10033"/>
                </a:lnTo>
                <a:lnTo>
                  <a:pt x="27978" y="10033"/>
                </a:lnTo>
                <a:lnTo>
                  <a:pt x="27952" y="10287"/>
                </a:lnTo>
                <a:lnTo>
                  <a:pt x="30949" y="10287"/>
                </a:lnTo>
                <a:lnTo>
                  <a:pt x="30937" y="10541"/>
                </a:lnTo>
                <a:lnTo>
                  <a:pt x="31013" y="10287"/>
                </a:lnTo>
                <a:lnTo>
                  <a:pt x="39598" y="10287"/>
                </a:lnTo>
                <a:lnTo>
                  <a:pt x="39598" y="10541"/>
                </a:lnTo>
                <a:lnTo>
                  <a:pt x="43980" y="10541"/>
                </a:lnTo>
                <a:lnTo>
                  <a:pt x="44056" y="10033"/>
                </a:lnTo>
                <a:lnTo>
                  <a:pt x="44018" y="9779"/>
                </a:lnTo>
                <a:lnTo>
                  <a:pt x="43865" y="10033"/>
                </a:lnTo>
                <a:lnTo>
                  <a:pt x="43726" y="10033"/>
                </a:lnTo>
                <a:lnTo>
                  <a:pt x="43865" y="9906"/>
                </a:lnTo>
                <a:lnTo>
                  <a:pt x="44005" y="9779"/>
                </a:lnTo>
                <a:lnTo>
                  <a:pt x="43980" y="9525"/>
                </a:lnTo>
                <a:lnTo>
                  <a:pt x="43802" y="9525"/>
                </a:lnTo>
                <a:lnTo>
                  <a:pt x="43586" y="9652"/>
                </a:lnTo>
                <a:lnTo>
                  <a:pt x="43522" y="9525"/>
                </a:lnTo>
                <a:lnTo>
                  <a:pt x="43776" y="9525"/>
                </a:lnTo>
                <a:lnTo>
                  <a:pt x="43865" y="9271"/>
                </a:lnTo>
                <a:lnTo>
                  <a:pt x="44056" y="9271"/>
                </a:lnTo>
                <a:lnTo>
                  <a:pt x="44462" y="9525"/>
                </a:lnTo>
                <a:lnTo>
                  <a:pt x="44462" y="10782"/>
                </a:lnTo>
                <a:lnTo>
                  <a:pt x="44462" y="11049"/>
                </a:lnTo>
                <a:lnTo>
                  <a:pt x="44653" y="11049"/>
                </a:lnTo>
                <a:lnTo>
                  <a:pt x="44805" y="11303"/>
                </a:lnTo>
                <a:lnTo>
                  <a:pt x="44856" y="10033"/>
                </a:lnTo>
                <a:lnTo>
                  <a:pt x="44970" y="10287"/>
                </a:lnTo>
                <a:lnTo>
                  <a:pt x="45135" y="10287"/>
                </a:lnTo>
                <a:lnTo>
                  <a:pt x="45389" y="10287"/>
                </a:lnTo>
                <a:lnTo>
                  <a:pt x="45275" y="10033"/>
                </a:lnTo>
                <a:lnTo>
                  <a:pt x="45872" y="10033"/>
                </a:lnTo>
                <a:lnTo>
                  <a:pt x="46113" y="10033"/>
                </a:lnTo>
                <a:lnTo>
                  <a:pt x="46291" y="10033"/>
                </a:lnTo>
                <a:lnTo>
                  <a:pt x="46266" y="10261"/>
                </a:lnTo>
                <a:lnTo>
                  <a:pt x="46113" y="10287"/>
                </a:lnTo>
                <a:lnTo>
                  <a:pt x="46266" y="10287"/>
                </a:lnTo>
                <a:lnTo>
                  <a:pt x="46456" y="10287"/>
                </a:lnTo>
                <a:lnTo>
                  <a:pt x="46596" y="10033"/>
                </a:lnTo>
                <a:lnTo>
                  <a:pt x="46482" y="9779"/>
                </a:lnTo>
                <a:lnTo>
                  <a:pt x="46367" y="9525"/>
                </a:lnTo>
                <a:lnTo>
                  <a:pt x="46240" y="9271"/>
                </a:lnTo>
                <a:lnTo>
                  <a:pt x="46507" y="9271"/>
                </a:lnTo>
                <a:lnTo>
                  <a:pt x="46266" y="8890"/>
                </a:lnTo>
                <a:lnTo>
                  <a:pt x="46596" y="8890"/>
                </a:lnTo>
                <a:close/>
              </a:path>
              <a:path w="64135" h="50800">
                <a:moveTo>
                  <a:pt x="46799" y="20066"/>
                </a:moveTo>
                <a:lnTo>
                  <a:pt x="46266" y="20066"/>
                </a:lnTo>
                <a:lnTo>
                  <a:pt x="46278" y="20320"/>
                </a:lnTo>
                <a:lnTo>
                  <a:pt x="46761" y="20320"/>
                </a:lnTo>
                <a:lnTo>
                  <a:pt x="46799" y="20066"/>
                </a:lnTo>
                <a:close/>
              </a:path>
              <a:path w="64135" h="50800">
                <a:moveTo>
                  <a:pt x="47294" y="19050"/>
                </a:moveTo>
                <a:lnTo>
                  <a:pt x="46888" y="19050"/>
                </a:lnTo>
                <a:lnTo>
                  <a:pt x="46723" y="19304"/>
                </a:lnTo>
                <a:lnTo>
                  <a:pt x="46659" y="19558"/>
                </a:lnTo>
                <a:lnTo>
                  <a:pt x="46850" y="19558"/>
                </a:lnTo>
                <a:lnTo>
                  <a:pt x="46837" y="19685"/>
                </a:lnTo>
                <a:lnTo>
                  <a:pt x="46723" y="19558"/>
                </a:lnTo>
                <a:lnTo>
                  <a:pt x="46736" y="19812"/>
                </a:lnTo>
                <a:lnTo>
                  <a:pt x="46951" y="19812"/>
                </a:lnTo>
                <a:lnTo>
                  <a:pt x="47218" y="19812"/>
                </a:lnTo>
                <a:lnTo>
                  <a:pt x="47015" y="19558"/>
                </a:lnTo>
                <a:lnTo>
                  <a:pt x="47218" y="19558"/>
                </a:lnTo>
                <a:lnTo>
                  <a:pt x="47294" y="19050"/>
                </a:lnTo>
                <a:close/>
              </a:path>
              <a:path w="64135" h="50800">
                <a:moveTo>
                  <a:pt x="47472" y="20066"/>
                </a:moveTo>
                <a:lnTo>
                  <a:pt x="47383" y="19812"/>
                </a:lnTo>
                <a:lnTo>
                  <a:pt x="47218" y="19812"/>
                </a:lnTo>
                <a:lnTo>
                  <a:pt x="47472" y="20066"/>
                </a:lnTo>
                <a:close/>
              </a:path>
              <a:path w="64135" h="50800">
                <a:moveTo>
                  <a:pt x="47586" y="16179"/>
                </a:moveTo>
                <a:lnTo>
                  <a:pt x="47129" y="16179"/>
                </a:lnTo>
                <a:lnTo>
                  <a:pt x="47053" y="16484"/>
                </a:lnTo>
                <a:lnTo>
                  <a:pt x="46799" y="16484"/>
                </a:lnTo>
                <a:lnTo>
                  <a:pt x="46786" y="17411"/>
                </a:lnTo>
                <a:lnTo>
                  <a:pt x="47015" y="17411"/>
                </a:lnTo>
                <a:lnTo>
                  <a:pt x="47409" y="16484"/>
                </a:lnTo>
                <a:lnTo>
                  <a:pt x="47586" y="16179"/>
                </a:lnTo>
                <a:close/>
              </a:path>
              <a:path w="64135" h="50800">
                <a:moveTo>
                  <a:pt x="47713" y="20320"/>
                </a:moveTo>
                <a:lnTo>
                  <a:pt x="47472" y="20066"/>
                </a:lnTo>
                <a:lnTo>
                  <a:pt x="47459" y="20320"/>
                </a:lnTo>
                <a:lnTo>
                  <a:pt x="47713" y="20320"/>
                </a:lnTo>
                <a:close/>
              </a:path>
              <a:path w="64135" h="50800">
                <a:moveTo>
                  <a:pt x="47777" y="20828"/>
                </a:moveTo>
                <a:lnTo>
                  <a:pt x="47498" y="20751"/>
                </a:lnTo>
                <a:lnTo>
                  <a:pt x="47498" y="20574"/>
                </a:lnTo>
                <a:lnTo>
                  <a:pt x="47409" y="20713"/>
                </a:lnTo>
                <a:lnTo>
                  <a:pt x="47104" y="20624"/>
                </a:lnTo>
                <a:lnTo>
                  <a:pt x="46863" y="20701"/>
                </a:lnTo>
                <a:lnTo>
                  <a:pt x="46799" y="20574"/>
                </a:lnTo>
                <a:lnTo>
                  <a:pt x="46990" y="20574"/>
                </a:lnTo>
                <a:lnTo>
                  <a:pt x="47015" y="20320"/>
                </a:lnTo>
                <a:lnTo>
                  <a:pt x="46761" y="20320"/>
                </a:lnTo>
                <a:lnTo>
                  <a:pt x="46723" y="20574"/>
                </a:lnTo>
                <a:lnTo>
                  <a:pt x="46278" y="20574"/>
                </a:lnTo>
                <a:lnTo>
                  <a:pt x="46278" y="20320"/>
                </a:lnTo>
                <a:lnTo>
                  <a:pt x="45707" y="20320"/>
                </a:lnTo>
                <a:lnTo>
                  <a:pt x="45542" y="20485"/>
                </a:lnTo>
                <a:lnTo>
                  <a:pt x="45377" y="20320"/>
                </a:lnTo>
                <a:lnTo>
                  <a:pt x="45148" y="20154"/>
                </a:lnTo>
                <a:lnTo>
                  <a:pt x="45034" y="20320"/>
                </a:lnTo>
                <a:lnTo>
                  <a:pt x="45237" y="20320"/>
                </a:lnTo>
                <a:lnTo>
                  <a:pt x="45275" y="20574"/>
                </a:lnTo>
                <a:lnTo>
                  <a:pt x="45415" y="20574"/>
                </a:lnTo>
                <a:lnTo>
                  <a:pt x="45923" y="20828"/>
                </a:lnTo>
                <a:lnTo>
                  <a:pt x="45643" y="20574"/>
                </a:lnTo>
                <a:lnTo>
                  <a:pt x="45974" y="20574"/>
                </a:lnTo>
                <a:lnTo>
                  <a:pt x="46151" y="20828"/>
                </a:lnTo>
                <a:lnTo>
                  <a:pt x="46494" y="20828"/>
                </a:lnTo>
                <a:lnTo>
                  <a:pt x="47040" y="20828"/>
                </a:lnTo>
                <a:lnTo>
                  <a:pt x="47205" y="20955"/>
                </a:lnTo>
                <a:lnTo>
                  <a:pt x="47510" y="20828"/>
                </a:lnTo>
                <a:lnTo>
                  <a:pt x="47777" y="20828"/>
                </a:lnTo>
                <a:close/>
              </a:path>
              <a:path w="64135" h="50800">
                <a:moveTo>
                  <a:pt x="47967" y="15633"/>
                </a:moveTo>
                <a:lnTo>
                  <a:pt x="47421" y="15633"/>
                </a:lnTo>
                <a:lnTo>
                  <a:pt x="47498" y="16014"/>
                </a:lnTo>
                <a:lnTo>
                  <a:pt x="47701" y="16014"/>
                </a:lnTo>
                <a:lnTo>
                  <a:pt x="47967" y="15633"/>
                </a:lnTo>
                <a:close/>
              </a:path>
              <a:path w="64135" h="50800">
                <a:moveTo>
                  <a:pt x="47980" y="18034"/>
                </a:moveTo>
                <a:lnTo>
                  <a:pt x="47510" y="18161"/>
                </a:lnTo>
                <a:lnTo>
                  <a:pt x="47612" y="17907"/>
                </a:lnTo>
                <a:lnTo>
                  <a:pt x="46596" y="17907"/>
                </a:lnTo>
                <a:lnTo>
                  <a:pt x="46418" y="17792"/>
                </a:lnTo>
                <a:lnTo>
                  <a:pt x="46545" y="17716"/>
                </a:lnTo>
                <a:lnTo>
                  <a:pt x="46367" y="17437"/>
                </a:lnTo>
                <a:lnTo>
                  <a:pt x="46355" y="17208"/>
                </a:lnTo>
                <a:lnTo>
                  <a:pt x="45923" y="17348"/>
                </a:lnTo>
                <a:lnTo>
                  <a:pt x="46177" y="17551"/>
                </a:lnTo>
                <a:lnTo>
                  <a:pt x="46316" y="17551"/>
                </a:lnTo>
                <a:lnTo>
                  <a:pt x="46215" y="17703"/>
                </a:lnTo>
                <a:lnTo>
                  <a:pt x="46380" y="17907"/>
                </a:lnTo>
                <a:lnTo>
                  <a:pt x="44450" y="17907"/>
                </a:lnTo>
                <a:lnTo>
                  <a:pt x="44513" y="17678"/>
                </a:lnTo>
                <a:lnTo>
                  <a:pt x="44272" y="17551"/>
                </a:lnTo>
                <a:lnTo>
                  <a:pt x="44411" y="17018"/>
                </a:lnTo>
                <a:lnTo>
                  <a:pt x="44183" y="17119"/>
                </a:lnTo>
                <a:lnTo>
                  <a:pt x="44157" y="16852"/>
                </a:lnTo>
                <a:lnTo>
                  <a:pt x="44030" y="16929"/>
                </a:lnTo>
                <a:lnTo>
                  <a:pt x="44069" y="16802"/>
                </a:lnTo>
                <a:lnTo>
                  <a:pt x="44094" y="16535"/>
                </a:lnTo>
                <a:lnTo>
                  <a:pt x="43840" y="16560"/>
                </a:lnTo>
                <a:lnTo>
                  <a:pt x="43776" y="16268"/>
                </a:lnTo>
                <a:lnTo>
                  <a:pt x="44170" y="17284"/>
                </a:lnTo>
                <a:lnTo>
                  <a:pt x="44234" y="17907"/>
                </a:lnTo>
                <a:lnTo>
                  <a:pt x="43903" y="17907"/>
                </a:lnTo>
                <a:lnTo>
                  <a:pt x="43688" y="17653"/>
                </a:lnTo>
                <a:lnTo>
                  <a:pt x="42684" y="17653"/>
                </a:lnTo>
                <a:lnTo>
                  <a:pt x="42811" y="17907"/>
                </a:lnTo>
                <a:lnTo>
                  <a:pt x="43294" y="17907"/>
                </a:lnTo>
                <a:lnTo>
                  <a:pt x="43218" y="18249"/>
                </a:lnTo>
                <a:lnTo>
                  <a:pt x="42646" y="17907"/>
                </a:lnTo>
                <a:lnTo>
                  <a:pt x="42240" y="17907"/>
                </a:lnTo>
                <a:lnTo>
                  <a:pt x="42532" y="18415"/>
                </a:lnTo>
                <a:lnTo>
                  <a:pt x="42900" y="18415"/>
                </a:lnTo>
                <a:lnTo>
                  <a:pt x="42811" y="19050"/>
                </a:lnTo>
                <a:lnTo>
                  <a:pt x="43180" y="19050"/>
                </a:lnTo>
                <a:lnTo>
                  <a:pt x="43307" y="19050"/>
                </a:lnTo>
                <a:lnTo>
                  <a:pt x="43014" y="18796"/>
                </a:lnTo>
                <a:lnTo>
                  <a:pt x="43472" y="18796"/>
                </a:lnTo>
                <a:lnTo>
                  <a:pt x="43345" y="18415"/>
                </a:lnTo>
                <a:lnTo>
                  <a:pt x="43510" y="18415"/>
                </a:lnTo>
                <a:lnTo>
                  <a:pt x="43916" y="18415"/>
                </a:lnTo>
                <a:lnTo>
                  <a:pt x="43903" y="18161"/>
                </a:lnTo>
                <a:lnTo>
                  <a:pt x="44018" y="18415"/>
                </a:lnTo>
                <a:lnTo>
                  <a:pt x="44284" y="18415"/>
                </a:lnTo>
                <a:lnTo>
                  <a:pt x="44323" y="18796"/>
                </a:lnTo>
                <a:lnTo>
                  <a:pt x="44183" y="18796"/>
                </a:lnTo>
                <a:lnTo>
                  <a:pt x="44284" y="19050"/>
                </a:lnTo>
                <a:lnTo>
                  <a:pt x="44399" y="19304"/>
                </a:lnTo>
                <a:lnTo>
                  <a:pt x="44729" y="19304"/>
                </a:lnTo>
                <a:lnTo>
                  <a:pt x="44958" y="19558"/>
                </a:lnTo>
                <a:lnTo>
                  <a:pt x="44500" y="19558"/>
                </a:lnTo>
                <a:lnTo>
                  <a:pt x="44615" y="19812"/>
                </a:lnTo>
                <a:lnTo>
                  <a:pt x="45834" y="19812"/>
                </a:lnTo>
                <a:lnTo>
                  <a:pt x="46113" y="20066"/>
                </a:lnTo>
                <a:lnTo>
                  <a:pt x="46037" y="19304"/>
                </a:lnTo>
                <a:lnTo>
                  <a:pt x="46583" y="19304"/>
                </a:lnTo>
                <a:lnTo>
                  <a:pt x="46621" y="19050"/>
                </a:lnTo>
                <a:lnTo>
                  <a:pt x="46494" y="18923"/>
                </a:lnTo>
                <a:lnTo>
                  <a:pt x="46380" y="19050"/>
                </a:lnTo>
                <a:lnTo>
                  <a:pt x="46139" y="19050"/>
                </a:lnTo>
                <a:lnTo>
                  <a:pt x="46050" y="19177"/>
                </a:lnTo>
                <a:lnTo>
                  <a:pt x="46050" y="19050"/>
                </a:lnTo>
                <a:lnTo>
                  <a:pt x="45897" y="19050"/>
                </a:lnTo>
                <a:lnTo>
                  <a:pt x="46088" y="18796"/>
                </a:lnTo>
                <a:lnTo>
                  <a:pt x="45732" y="18796"/>
                </a:lnTo>
                <a:lnTo>
                  <a:pt x="45732" y="19050"/>
                </a:lnTo>
                <a:lnTo>
                  <a:pt x="45720" y="19304"/>
                </a:lnTo>
                <a:lnTo>
                  <a:pt x="45707" y="19558"/>
                </a:lnTo>
                <a:lnTo>
                  <a:pt x="44996" y="19558"/>
                </a:lnTo>
                <a:lnTo>
                  <a:pt x="44932" y="19304"/>
                </a:lnTo>
                <a:lnTo>
                  <a:pt x="45720" y="19304"/>
                </a:lnTo>
                <a:lnTo>
                  <a:pt x="45720" y="19100"/>
                </a:lnTo>
                <a:lnTo>
                  <a:pt x="45542" y="19050"/>
                </a:lnTo>
                <a:lnTo>
                  <a:pt x="45732" y="19050"/>
                </a:lnTo>
                <a:lnTo>
                  <a:pt x="45732" y="18796"/>
                </a:lnTo>
                <a:lnTo>
                  <a:pt x="44653" y="18796"/>
                </a:lnTo>
                <a:lnTo>
                  <a:pt x="44704" y="18669"/>
                </a:lnTo>
                <a:lnTo>
                  <a:pt x="44538" y="18491"/>
                </a:lnTo>
                <a:lnTo>
                  <a:pt x="46012" y="18415"/>
                </a:lnTo>
                <a:lnTo>
                  <a:pt x="46139" y="18554"/>
                </a:lnTo>
                <a:lnTo>
                  <a:pt x="46164" y="18415"/>
                </a:lnTo>
                <a:lnTo>
                  <a:pt x="46507" y="18656"/>
                </a:lnTo>
                <a:lnTo>
                  <a:pt x="46355" y="18618"/>
                </a:lnTo>
                <a:lnTo>
                  <a:pt x="46596" y="18732"/>
                </a:lnTo>
                <a:lnTo>
                  <a:pt x="46621" y="19050"/>
                </a:lnTo>
                <a:lnTo>
                  <a:pt x="46837" y="19050"/>
                </a:lnTo>
                <a:lnTo>
                  <a:pt x="47104" y="18796"/>
                </a:lnTo>
                <a:lnTo>
                  <a:pt x="46748" y="18796"/>
                </a:lnTo>
                <a:lnTo>
                  <a:pt x="46723" y="18643"/>
                </a:lnTo>
                <a:lnTo>
                  <a:pt x="47028" y="18567"/>
                </a:lnTo>
                <a:lnTo>
                  <a:pt x="46990" y="18427"/>
                </a:lnTo>
                <a:lnTo>
                  <a:pt x="46634" y="18427"/>
                </a:lnTo>
                <a:lnTo>
                  <a:pt x="47409" y="18415"/>
                </a:lnTo>
                <a:lnTo>
                  <a:pt x="47104" y="18796"/>
                </a:lnTo>
                <a:lnTo>
                  <a:pt x="47650" y="18796"/>
                </a:lnTo>
                <a:lnTo>
                  <a:pt x="47879" y="18415"/>
                </a:lnTo>
                <a:lnTo>
                  <a:pt x="47980" y="18034"/>
                </a:lnTo>
                <a:close/>
              </a:path>
              <a:path w="64135" h="50800">
                <a:moveTo>
                  <a:pt x="49123" y="15760"/>
                </a:moveTo>
                <a:lnTo>
                  <a:pt x="48768" y="15976"/>
                </a:lnTo>
                <a:lnTo>
                  <a:pt x="48285" y="16395"/>
                </a:lnTo>
                <a:lnTo>
                  <a:pt x="48514" y="16395"/>
                </a:lnTo>
                <a:lnTo>
                  <a:pt x="48666" y="16637"/>
                </a:lnTo>
                <a:lnTo>
                  <a:pt x="48691" y="16395"/>
                </a:lnTo>
                <a:lnTo>
                  <a:pt x="48806" y="16129"/>
                </a:lnTo>
                <a:lnTo>
                  <a:pt x="49123" y="15760"/>
                </a:lnTo>
                <a:close/>
              </a:path>
              <a:path w="64135" h="50800">
                <a:moveTo>
                  <a:pt x="49136" y="21818"/>
                </a:moveTo>
                <a:lnTo>
                  <a:pt x="48691" y="21831"/>
                </a:lnTo>
                <a:lnTo>
                  <a:pt x="48463" y="22085"/>
                </a:lnTo>
                <a:lnTo>
                  <a:pt x="48107" y="22212"/>
                </a:lnTo>
                <a:lnTo>
                  <a:pt x="47866" y="22021"/>
                </a:lnTo>
                <a:lnTo>
                  <a:pt x="47891" y="22301"/>
                </a:lnTo>
                <a:lnTo>
                  <a:pt x="48285" y="22453"/>
                </a:lnTo>
                <a:lnTo>
                  <a:pt x="48412" y="22758"/>
                </a:lnTo>
                <a:lnTo>
                  <a:pt x="48450" y="22415"/>
                </a:lnTo>
                <a:lnTo>
                  <a:pt x="48602" y="22504"/>
                </a:lnTo>
                <a:lnTo>
                  <a:pt x="48628" y="22288"/>
                </a:lnTo>
                <a:lnTo>
                  <a:pt x="48793" y="22009"/>
                </a:lnTo>
                <a:lnTo>
                  <a:pt x="49136" y="21818"/>
                </a:lnTo>
                <a:close/>
              </a:path>
              <a:path w="64135" h="50800">
                <a:moveTo>
                  <a:pt x="49314" y="14185"/>
                </a:moveTo>
                <a:lnTo>
                  <a:pt x="48666" y="14185"/>
                </a:lnTo>
                <a:lnTo>
                  <a:pt x="48425" y="14439"/>
                </a:lnTo>
                <a:lnTo>
                  <a:pt x="48247" y="14693"/>
                </a:lnTo>
                <a:lnTo>
                  <a:pt x="48247" y="14884"/>
                </a:lnTo>
                <a:lnTo>
                  <a:pt x="48006" y="14884"/>
                </a:lnTo>
                <a:lnTo>
                  <a:pt x="47917" y="15443"/>
                </a:lnTo>
                <a:lnTo>
                  <a:pt x="48082" y="15443"/>
                </a:lnTo>
                <a:lnTo>
                  <a:pt x="48729" y="14693"/>
                </a:lnTo>
                <a:lnTo>
                  <a:pt x="49314" y="14185"/>
                </a:lnTo>
                <a:close/>
              </a:path>
              <a:path w="64135" h="50800">
                <a:moveTo>
                  <a:pt x="49961" y="18008"/>
                </a:moveTo>
                <a:lnTo>
                  <a:pt x="49072" y="18719"/>
                </a:lnTo>
                <a:lnTo>
                  <a:pt x="48806" y="19011"/>
                </a:lnTo>
                <a:lnTo>
                  <a:pt x="49453" y="18719"/>
                </a:lnTo>
                <a:lnTo>
                  <a:pt x="49961" y="18008"/>
                </a:lnTo>
                <a:close/>
              </a:path>
              <a:path w="64135" h="50800">
                <a:moveTo>
                  <a:pt x="50088" y="15760"/>
                </a:moveTo>
                <a:lnTo>
                  <a:pt x="49631" y="15760"/>
                </a:lnTo>
                <a:lnTo>
                  <a:pt x="50088" y="16395"/>
                </a:lnTo>
                <a:lnTo>
                  <a:pt x="50088" y="15760"/>
                </a:lnTo>
                <a:close/>
              </a:path>
              <a:path w="64135" h="50800">
                <a:moveTo>
                  <a:pt x="50812" y="17462"/>
                </a:moveTo>
                <a:lnTo>
                  <a:pt x="50609" y="17462"/>
                </a:lnTo>
                <a:lnTo>
                  <a:pt x="50736" y="17233"/>
                </a:lnTo>
                <a:lnTo>
                  <a:pt x="50050" y="17233"/>
                </a:lnTo>
                <a:lnTo>
                  <a:pt x="50050" y="16916"/>
                </a:lnTo>
                <a:lnTo>
                  <a:pt x="49860" y="17233"/>
                </a:lnTo>
                <a:lnTo>
                  <a:pt x="49758" y="17462"/>
                </a:lnTo>
                <a:lnTo>
                  <a:pt x="50584" y="17462"/>
                </a:lnTo>
                <a:lnTo>
                  <a:pt x="49961" y="18008"/>
                </a:lnTo>
                <a:lnTo>
                  <a:pt x="50812" y="17462"/>
                </a:lnTo>
                <a:close/>
              </a:path>
              <a:path w="64135" h="50800">
                <a:moveTo>
                  <a:pt x="51079" y="17907"/>
                </a:moveTo>
                <a:lnTo>
                  <a:pt x="50482" y="18288"/>
                </a:lnTo>
                <a:lnTo>
                  <a:pt x="49288" y="19278"/>
                </a:lnTo>
                <a:lnTo>
                  <a:pt x="50660" y="18288"/>
                </a:lnTo>
                <a:lnTo>
                  <a:pt x="51079" y="17907"/>
                </a:lnTo>
                <a:close/>
              </a:path>
              <a:path w="64135" h="50800">
                <a:moveTo>
                  <a:pt x="51130" y="15760"/>
                </a:moveTo>
                <a:lnTo>
                  <a:pt x="50863" y="15760"/>
                </a:lnTo>
                <a:lnTo>
                  <a:pt x="50825" y="16916"/>
                </a:lnTo>
                <a:lnTo>
                  <a:pt x="51066" y="16637"/>
                </a:lnTo>
                <a:lnTo>
                  <a:pt x="51130" y="15760"/>
                </a:lnTo>
                <a:close/>
              </a:path>
              <a:path w="64135" h="50800">
                <a:moveTo>
                  <a:pt x="51650" y="17513"/>
                </a:moveTo>
                <a:lnTo>
                  <a:pt x="51041" y="17907"/>
                </a:lnTo>
                <a:lnTo>
                  <a:pt x="51257" y="17907"/>
                </a:lnTo>
                <a:lnTo>
                  <a:pt x="51650" y="17513"/>
                </a:lnTo>
                <a:close/>
              </a:path>
              <a:path w="64135" h="50800">
                <a:moveTo>
                  <a:pt x="52095" y="15074"/>
                </a:moveTo>
                <a:lnTo>
                  <a:pt x="51968" y="14693"/>
                </a:lnTo>
                <a:lnTo>
                  <a:pt x="51993" y="14262"/>
                </a:lnTo>
                <a:lnTo>
                  <a:pt x="51917" y="14541"/>
                </a:lnTo>
                <a:lnTo>
                  <a:pt x="51308" y="14541"/>
                </a:lnTo>
                <a:lnTo>
                  <a:pt x="50876" y="15074"/>
                </a:lnTo>
                <a:lnTo>
                  <a:pt x="52095" y="15074"/>
                </a:lnTo>
                <a:close/>
              </a:path>
              <a:path w="64135" h="50800">
                <a:moveTo>
                  <a:pt x="52324" y="12890"/>
                </a:moveTo>
                <a:lnTo>
                  <a:pt x="52158" y="12776"/>
                </a:lnTo>
                <a:lnTo>
                  <a:pt x="52285" y="12661"/>
                </a:lnTo>
                <a:lnTo>
                  <a:pt x="52273" y="12407"/>
                </a:lnTo>
                <a:lnTo>
                  <a:pt x="51955" y="12153"/>
                </a:lnTo>
                <a:lnTo>
                  <a:pt x="51803" y="12319"/>
                </a:lnTo>
                <a:lnTo>
                  <a:pt x="51562" y="12280"/>
                </a:lnTo>
                <a:lnTo>
                  <a:pt x="51498" y="12712"/>
                </a:lnTo>
                <a:lnTo>
                  <a:pt x="51727" y="12788"/>
                </a:lnTo>
                <a:lnTo>
                  <a:pt x="51511" y="12852"/>
                </a:lnTo>
                <a:lnTo>
                  <a:pt x="51816" y="13119"/>
                </a:lnTo>
                <a:lnTo>
                  <a:pt x="52019" y="12928"/>
                </a:lnTo>
                <a:lnTo>
                  <a:pt x="52019" y="13081"/>
                </a:lnTo>
                <a:lnTo>
                  <a:pt x="52197" y="13042"/>
                </a:lnTo>
                <a:lnTo>
                  <a:pt x="52095" y="12852"/>
                </a:lnTo>
                <a:lnTo>
                  <a:pt x="52324" y="12890"/>
                </a:lnTo>
                <a:close/>
              </a:path>
              <a:path w="64135" h="50800">
                <a:moveTo>
                  <a:pt x="52552" y="16992"/>
                </a:moveTo>
                <a:lnTo>
                  <a:pt x="52362" y="16192"/>
                </a:lnTo>
                <a:lnTo>
                  <a:pt x="51943" y="16992"/>
                </a:lnTo>
                <a:lnTo>
                  <a:pt x="51879" y="17157"/>
                </a:lnTo>
                <a:lnTo>
                  <a:pt x="52133" y="16992"/>
                </a:lnTo>
                <a:lnTo>
                  <a:pt x="52552" y="16992"/>
                </a:lnTo>
                <a:close/>
              </a:path>
              <a:path w="64135" h="50800">
                <a:moveTo>
                  <a:pt x="52603" y="11226"/>
                </a:moveTo>
                <a:lnTo>
                  <a:pt x="51663" y="11607"/>
                </a:lnTo>
                <a:lnTo>
                  <a:pt x="51219" y="12255"/>
                </a:lnTo>
                <a:lnTo>
                  <a:pt x="50876" y="12255"/>
                </a:lnTo>
                <a:lnTo>
                  <a:pt x="50546" y="12433"/>
                </a:lnTo>
                <a:lnTo>
                  <a:pt x="50025" y="12649"/>
                </a:lnTo>
                <a:lnTo>
                  <a:pt x="49822" y="12649"/>
                </a:lnTo>
                <a:lnTo>
                  <a:pt x="49314" y="14185"/>
                </a:lnTo>
                <a:lnTo>
                  <a:pt x="50266" y="14185"/>
                </a:lnTo>
                <a:lnTo>
                  <a:pt x="50266" y="12649"/>
                </a:lnTo>
                <a:lnTo>
                  <a:pt x="50825" y="12649"/>
                </a:lnTo>
                <a:lnTo>
                  <a:pt x="51308" y="12255"/>
                </a:lnTo>
                <a:lnTo>
                  <a:pt x="51511" y="12255"/>
                </a:lnTo>
                <a:lnTo>
                  <a:pt x="52603" y="11226"/>
                </a:lnTo>
                <a:close/>
              </a:path>
              <a:path w="64135" h="50800">
                <a:moveTo>
                  <a:pt x="53149" y="17437"/>
                </a:moveTo>
                <a:lnTo>
                  <a:pt x="51930" y="18249"/>
                </a:lnTo>
                <a:lnTo>
                  <a:pt x="50660" y="18973"/>
                </a:lnTo>
                <a:lnTo>
                  <a:pt x="52057" y="18338"/>
                </a:lnTo>
                <a:lnTo>
                  <a:pt x="53149" y="17437"/>
                </a:lnTo>
                <a:close/>
              </a:path>
              <a:path w="64135" h="50800">
                <a:moveTo>
                  <a:pt x="53301" y="14046"/>
                </a:moveTo>
                <a:lnTo>
                  <a:pt x="53124" y="14020"/>
                </a:lnTo>
                <a:lnTo>
                  <a:pt x="53251" y="14084"/>
                </a:lnTo>
                <a:close/>
              </a:path>
              <a:path w="64135" h="50800">
                <a:moveTo>
                  <a:pt x="54063" y="14960"/>
                </a:moveTo>
                <a:lnTo>
                  <a:pt x="53428" y="15328"/>
                </a:lnTo>
                <a:lnTo>
                  <a:pt x="53467" y="14960"/>
                </a:lnTo>
                <a:lnTo>
                  <a:pt x="52717" y="14960"/>
                </a:lnTo>
                <a:lnTo>
                  <a:pt x="52362" y="15951"/>
                </a:lnTo>
                <a:lnTo>
                  <a:pt x="51943" y="16192"/>
                </a:lnTo>
                <a:lnTo>
                  <a:pt x="52247" y="16192"/>
                </a:lnTo>
                <a:lnTo>
                  <a:pt x="53378" y="16192"/>
                </a:lnTo>
                <a:lnTo>
                  <a:pt x="53428" y="15392"/>
                </a:lnTo>
                <a:lnTo>
                  <a:pt x="54063" y="14960"/>
                </a:lnTo>
                <a:close/>
              </a:path>
              <a:path w="64135" h="50800">
                <a:moveTo>
                  <a:pt x="54241" y="14960"/>
                </a:moveTo>
                <a:lnTo>
                  <a:pt x="54216" y="14770"/>
                </a:lnTo>
                <a:lnTo>
                  <a:pt x="54051" y="14960"/>
                </a:lnTo>
                <a:lnTo>
                  <a:pt x="54241" y="14960"/>
                </a:lnTo>
                <a:close/>
              </a:path>
              <a:path w="64135" h="50800">
                <a:moveTo>
                  <a:pt x="54521" y="10579"/>
                </a:moveTo>
                <a:lnTo>
                  <a:pt x="53708" y="10579"/>
                </a:lnTo>
                <a:lnTo>
                  <a:pt x="53479" y="10833"/>
                </a:lnTo>
                <a:lnTo>
                  <a:pt x="53149" y="10833"/>
                </a:lnTo>
                <a:lnTo>
                  <a:pt x="52857" y="11074"/>
                </a:lnTo>
                <a:lnTo>
                  <a:pt x="52514" y="11226"/>
                </a:lnTo>
                <a:lnTo>
                  <a:pt x="53060" y="11074"/>
                </a:lnTo>
                <a:lnTo>
                  <a:pt x="54521" y="10579"/>
                </a:lnTo>
                <a:close/>
              </a:path>
              <a:path w="64135" h="50800">
                <a:moveTo>
                  <a:pt x="56337" y="13360"/>
                </a:moveTo>
                <a:lnTo>
                  <a:pt x="56210" y="13144"/>
                </a:lnTo>
                <a:lnTo>
                  <a:pt x="56159" y="13004"/>
                </a:lnTo>
                <a:lnTo>
                  <a:pt x="56324" y="12839"/>
                </a:lnTo>
                <a:lnTo>
                  <a:pt x="56083" y="12852"/>
                </a:lnTo>
                <a:lnTo>
                  <a:pt x="56108" y="13068"/>
                </a:lnTo>
                <a:lnTo>
                  <a:pt x="56146" y="13309"/>
                </a:lnTo>
                <a:lnTo>
                  <a:pt x="56337" y="13360"/>
                </a:lnTo>
                <a:close/>
              </a:path>
              <a:path w="64135" h="50800">
                <a:moveTo>
                  <a:pt x="56388" y="11734"/>
                </a:moveTo>
                <a:lnTo>
                  <a:pt x="55702" y="11734"/>
                </a:lnTo>
                <a:lnTo>
                  <a:pt x="53555" y="13665"/>
                </a:lnTo>
                <a:lnTo>
                  <a:pt x="54190" y="14770"/>
                </a:lnTo>
                <a:lnTo>
                  <a:pt x="54508" y="13665"/>
                </a:lnTo>
                <a:lnTo>
                  <a:pt x="56388" y="11734"/>
                </a:lnTo>
                <a:close/>
              </a:path>
              <a:path w="64135" h="50800">
                <a:moveTo>
                  <a:pt x="56616" y="20472"/>
                </a:moveTo>
                <a:lnTo>
                  <a:pt x="56438" y="20574"/>
                </a:lnTo>
                <a:lnTo>
                  <a:pt x="56311" y="20472"/>
                </a:lnTo>
                <a:lnTo>
                  <a:pt x="56261" y="20764"/>
                </a:lnTo>
                <a:lnTo>
                  <a:pt x="56413" y="20650"/>
                </a:lnTo>
                <a:lnTo>
                  <a:pt x="56375" y="20828"/>
                </a:lnTo>
                <a:lnTo>
                  <a:pt x="56553" y="20828"/>
                </a:lnTo>
                <a:lnTo>
                  <a:pt x="56616" y="20472"/>
                </a:lnTo>
                <a:close/>
              </a:path>
              <a:path w="64135" h="50800">
                <a:moveTo>
                  <a:pt x="57010" y="13665"/>
                </a:moveTo>
                <a:lnTo>
                  <a:pt x="55918" y="13665"/>
                </a:lnTo>
                <a:lnTo>
                  <a:pt x="55956" y="14960"/>
                </a:lnTo>
                <a:lnTo>
                  <a:pt x="56261" y="14960"/>
                </a:lnTo>
                <a:lnTo>
                  <a:pt x="56515" y="14770"/>
                </a:lnTo>
                <a:lnTo>
                  <a:pt x="57010" y="14770"/>
                </a:lnTo>
                <a:lnTo>
                  <a:pt x="57010" y="13665"/>
                </a:lnTo>
                <a:close/>
              </a:path>
              <a:path w="64135" h="50800">
                <a:moveTo>
                  <a:pt x="57861" y="6540"/>
                </a:moveTo>
                <a:lnTo>
                  <a:pt x="57607" y="6502"/>
                </a:lnTo>
                <a:lnTo>
                  <a:pt x="57721" y="6629"/>
                </a:lnTo>
                <a:lnTo>
                  <a:pt x="57861" y="6540"/>
                </a:lnTo>
                <a:close/>
              </a:path>
              <a:path w="64135" h="50800">
                <a:moveTo>
                  <a:pt x="58801" y="10629"/>
                </a:moveTo>
                <a:lnTo>
                  <a:pt x="58737" y="11176"/>
                </a:lnTo>
                <a:lnTo>
                  <a:pt x="58801" y="10985"/>
                </a:lnTo>
                <a:lnTo>
                  <a:pt x="58801" y="10629"/>
                </a:lnTo>
                <a:close/>
              </a:path>
              <a:path w="64135" h="50800">
                <a:moveTo>
                  <a:pt x="58953" y="6946"/>
                </a:moveTo>
                <a:lnTo>
                  <a:pt x="58915" y="6794"/>
                </a:lnTo>
                <a:lnTo>
                  <a:pt x="58661" y="6743"/>
                </a:lnTo>
                <a:lnTo>
                  <a:pt x="58331" y="6921"/>
                </a:lnTo>
                <a:lnTo>
                  <a:pt x="58534" y="6858"/>
                </a:lnTo>
                <a:lnTo>
                  <a:pt x="58674" y="6946"/>
                </a:lnTo>
                <a:lnTo>
                  <a:pt x="58953" y="6946"/>
                </a:lnTo>
                <a:close/>
              </a:path>
              <a:path w="64135" h="50800">
                <a:moveTo>
                  <a:pt x="59448" y="14770"/>
                </a:moveTo>
                <a:lnTo>
                  <a:pt x="58572" y="13665"/>
                </a:lnTo>
                <a:lnTo>
                  <a:pt x="57721" y="13665"/>
                </a:lnTo>
                <a:lnTo>
                  <a:pt x="57658" y="13919"/>
                </a:lnTo>
                <a:lnTo>
                  <a:pt x="57213" y="13665"/>
                </a:lnTo>
                <a:lnTo>
                  <a:pt x="57302" y="14770"/>
                </a:lnTo>
                <a:lnTo>
                  <a:pt x="57467" y="14770"/>
                </a:lnTo>
                <a:lnTo>
                  <a:pt x="58420" y="14770"/>
                </a:lnTo>
                <a:lnTo>
                  <a:pt x="58470" y="14960"/>
                </a:lnTo>
                <a:lnTo>
                  <a:pt x="58775" y="14960"/>
                </a:lnTo>
                <a:lnTo>
                  <a:pt x="57264" y="16192"/>
                </a:lnTo>
                <a:lnTo>
                  <a:pt x="59093" y="16192"/>
                </a:lnTo>
                <a:lnTo>
                  <a:pt x="59220" y="14770"/>
                </a:lnTo>
                <a:lnTo>
                  <a:pt x="59448" y="14770"/>
                </a:lnTo>
                <a:close/>
              </a:path>
              <a:path w="64135" h="50800">
                <a:moveTo>
                  <a:pt x="59448" y="7137"/>
                </a:moveTo>
                <a:lnTo>
                  <a:pt x="59207" y="7137"/>
                </a:lnTo>
                <a:lnTo>
                  <a:pt x="59448" y="7353"/>
                </a:lnTo>
                <a:lnTo>
                  <a:pt x="59448" y="7137"/>
                </a:lnTo>
                <a:close/>
              </a:path>
              <a:path w="64135" h="50800">
                <a:moveTo>
                  <a:pt x="59766" y="13335"/>
                </a:moveTo>
                <a:lnTo>
                  <a:pt x="59753" y="13157"/>
                </a:lnTo>
                <a:lnTo>
                  <a:pt x="59690" y="11734"/>
                </a:lnTo>
                <a:lnTo>
                  <a:pt x="58889" y="11734"/>
                </a:lnTo>
                <a:lnTo>
                  <a:pt x="59423" y="12700"/>
                </a:lnTo>
                <a:lnTo>
                  <a:pt x="58686" y="11734"/>
                </a:lnTo>
                <a:lnTo>
                  <a:pt x="57048" y="11734"/>
                </a:lnTo>
                <a:lnTo>
                  <a:pt x="59588" y="13017"/>
                </a:lnTo>
                <a:lnTo>
                  <a:pt x="59766" y="13335"/>
                </a:lnTo>
                <a:close/>
              </a:path>
              <a:path w="64135" h="50800">
                <a:moveTo>
                  <a:pt x="60071" y="11976"/>
                </a:moveTo>
                <a:lnTo>
                  <a:pt x="59880" y="11899"/>
                </a:lnTo>
                <a:lnTo>
                  <a:pt x="59956" y="12077"/>
                </a:lnTo>
                <a:close/>
              </a:path>
              <a:path w="64135" h="50800">
                <a:moveTo>
                  <a:pt x="60185" y="14338"/>
                </a:moveTo>
                <a:close/>
              </a:path>
              <a:path w="64135" h="50800">
                <a:moveTo>
                  <a:pt x="60401" y="10566"/>
                </a:moveTo>
                <a:lnTo>
                  <a:pt x="60286" y="10312"/>
                </a:lnTo>
                <a:lnTo>
                  <a:pt x="60172" y="10490"/>
                </a:lnTo>
                <a:lnTo>
                  <a:pt x="59778" y="10629"/>
                </a:lnTo>
                <a:lnTo>
                  <a:pt x="59778" y="10261"/>
                </a:lnTo>
                <a:lnTo>
                  <a:pt x="59639" y="10401"/>
                </a:lnTo>
                <a:lnTo>
                  <a:pt x="59613" y="10274"/>
                </a:lnTo>
                <a:lnTo>
                  <a:pt x="59143" y="10299"/>
                </a:lnTo>
                <a:lnTo>
                  <a:pt x="58839" y="10248"/>
                </a:lnTo>
                <a:lnTo>
                  <a:pt x="58661" y="10185"/>
                </a:lnTo>
                <a:lnTo>
                  <a:pt x="58585" y="10007"/>
                </a:lnTo>
                <a:lnTo>
                  <a:pt x="58407" y="10045"/>
                </a:lnTo>
                <a:lnTo>
                  <a:pt x="58267" y="10198"/>
                </a:lnTo>
                <a:lnTo>
                  <a:pt x="58051" y="10261"/>
                </a:lnTo>
                <a:lnTo>
                  <a:pt x="57746" y="10198"/>
                </a:lnTo>
                <a:lnTo>
                  <a:pt x="57531" y="10350"/>
                </a:lnTo>
                <a:lnTo>
                  <a:pt x="57061" y="10452"/>
                </a:lnTo>
                <a:lnTo>
                  <a:pt x="57429" y="10401"/>
                </a:lnTo>
                <a:lnTo>
                  <a:pt x="57607" y="10528"/>
                </a:lnTo>
                <a:lnTo>
                  <a:pt x="57912" y="10414"/>
                </a:lnTo>
                <a:lnTo>
                  <a:pt x="58445" y="10528"/>
                </a:lnTo>
                <a:lnTo>
                  <a:pt x="58635" y="10337"/>
                </a:lnTo>
                <a:lnTo>
                  <a:pt x="58928" y="10629"/>
                </a:lnTo>
                <a:lnTo>
                  <a:pt x="59270" y="10604"/>
                </a:lnTo>
                <a:lnTo>
                  <a:pt x="59499" y="10617"/>
                </a:lnTo>
                <a:lnTo>
                  <a:pt x="59778" y="10845"/>
                </a:lnTo>
                <a:lnTo>
                  <a:pt x="60058" y="10909"/>
                </a:lnTo>
                <a:lnTo>
                  <a:pt x="60134" y="10718"/>
                </a:lnTo>
                <a:lnTo>
                  <a:pt x="60401" y="10566"/>
                </a:lnTo>
                <a:close/>
              </a:path>
              <a:path w="64135" h="50800">
                <a:moveTo>
                  <a:pt x="61264" y="14960"/>
                </a:moveTo>
                <a:lnTo>
                  <a:pt x="60871" y="15494"/>
                </a:lnTo>
                <a:lnTo>
                  <a:pt x="60947" y="14960"/>
                </a:lnTo>
                <a:lnTo>
                  <a:pt x="60947" y="13665"/>
                </a:lnTo>
                <a:lnTo>
                  <a:pt x="60553" y="13665"/>
                </a:lnTo>
                <a:lnTo>
                  <a:pt x="60299" y="14770"/>
                </a:lnTo>
                <a:lnTo>
                  <a:pt x="60083" y="14770"/>
                </a:lnTo>
                <a:lnTo>
                  <a:pt x="60020" y="14960"/>
                </a:lnTo>
                <a:lnTo>
                  <a:pt x="60236" y="16192"/>
                </a:lnTo>
                <a:lnTo>
                  <a:pt x="59702" y="16192"/>
                </a:lnTo>
                <a:lnTo>
                  <a:pt x="57658" y="17513"/>
                </a:lnTo>
                <a:lnTo>
                  <a:pt x="56324" y="16192"/>
                </a:lnTo>
                <a:lnTo>
                  <a:pt x="55562" y="15443"/>
                </a:lnTo>
                <a:lnTo>
                  <a:pt x="55549" y="16192"/>
                </a:lnTo>
                <a:lnTo>
                  <a:pt x="55575" y="16992"/>
                </a:lnTo>
                <a:lnTo>
                  <a:pt x="54864" y="16992"/>
                </a:lnTo>
                <a:lnTo>
                  <a:pt x="55118" y="16865"/>
                </a:lnTo>
                <a:lnTo>
                  <a:pt x="54838" y="16878"/>
                </a:lnTo>
                <a:lnTo>
                  <a:pt x="54571" y="16865"/>
                </a:lnTo>
                <a:lnTo>
                  <a:pt x="54394" y="16738"/>
                </a:lnTo>
                <a:lnTo>
                  <a:pt x="53149" y="17437"/>
                </a:lnTo>
                <a:lnTo>
                  <a:pt x="54686" y="17081"/>
                </a:lnTo>
                <a:lnTo>
                  <a:pt x="54825" y="17018"/>
                </a:lnTo>
                <a:lnTo>
                  <a:pt x="57772" y="17907"/>
                </a:lnTo>
                <a:lnTo>
                  <a:pt x="58648" y="17513"/>
                </a:lnTo>
                <a:lnTo>
                  <a:pt x="59905" y="16992"/>
                </a:lnTo>
                <a:lnTo>
                  <a:pt x="60540" y="16192"/>
                </a:lnTo>
                <a:lnTo>
                  <a:pt x="60706" y="16192"/>
                </a:lnTo>
                <a:lnTo>
                  <a:pt x="60820" y="15925"/>
                </a:lnTo>
                <a:lnTo>
                  <a:pt x="61264" y="14960"/>
                </a:lnTo>
                <a:close/>
              </a:path>
              <a:path w="64135" h="50800">
                <a:moveTo>
                  <a:pt x="61899" y="13208"/>
                </a:moveTo>
                <a:lnTo>
                  <a:pt x="61582" y="12204"/>
                </a:lnTo>
                <a:lnTo>
                  <a:pt x="60807" y="11404"/>
                </a:lnTo>
                <a:lnTo>
                  <a:pt x="60032" y="10960"/>
                </a:lnTo>
                <a:lnTo>
                  <a:pt x="60845" y="11493"/>
                </a:lnTo>
                <a:lnTo>
                  <a:pt x="61468" y="12268"/>
                </a:lnTo>
                <a:lnTo>
                  <a:pt x="61899" y="13208"/>
                </a:lnTo>
                <a:close/>
              </a:path>
              <a:path w="64135" h="50800">
                <a:moveTo>
                  <a:pt x="63601" y="5511"/>
                </a:moveTo>
                <a:lnTo>
                  <a:pt x="44221" y="3860"/>
                </a:lnTo>
                <a:lnTo>
                  <a:pt x="43929" y="5511"/>
                </a:lnTo>
                <a:lnTo>
                  <a:pt x="63601" y="55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bg object 132"/>
          <p:cNvSpPr/>
          <p:nvPr/>
        </p:nvSpPr>
        <p:spPr>
          <a:xfrm>
            <a:off x="1937664" y="1006589"/>
            <a:ext cx="51435" cy="45720"/>
          </a:xfrm>
          <a:custGeom>
            <a:avLst/>
            <a:gdLst/>
            <a:ahLst/>
            <a:cxnLst/>
            <a:rect l="l" t="t" r="r" b="b"/>
            <a:pathLst>
              <a:path w="51435" h="45719">
                <a:moveTo>
                  <a:pt x="190" y="19710"/>
                </a:moveTo>
                <a:lnTo>
                  <a:pt x="25" y="19773"/>
                </a:lnTo>
                <a:lnTo>
                  <a:pt x="0" y="19977"/>
                </a:lnTo>
                <a:lnTo>
                  <a:pt x="190" y="19710"/>
                </a:lnTo>
                <a:close/>
              </a:path>
              <a:path w="51435" h="45719">
                <a:moveTo>
                  <a:pt x="774" y="18859"/>
                </a:moveTo>
                <a:lnTo>
                  <a:pt x="660" y="19088"/>
                </a:lnTo>
                <a:lnTo>
                  <a:pt x="596" y="19367"/>
                </a:lnTo>
                <a:lnTo>
                  <a:pt x="355" y="19481"/>
                </a:lnTo>
                <a:lnTo>
                  <a:pt x="698" y="19507"/>
                </a:lnTo>
                <a:lnTo>
                  <a:pt x="736" y="19024"/>
                </a:lnTo>
                <a:lnTo>
                  <a:pt x="774" y="18859"/>
                </a:lnTo>
                <a:close/>
              </a:path>
              <a:path w="51435" h="45719">
                <a:moveTo>
                  <a:pt x="3606" y="25920"/>
                </a:moveTo>
                <a:lnTo>
                  <a:pt x="3416" y="25882"/>
                </a:lnTo>
                <a:lnTo>
                  <a:pt x="3213" y="26098"/>
                </a:lnTo>
                <a:lnTo>
                  <a:pt x="3606" y="25920"/>
                </a:lnTo>
                <a:close/>
              </a:path>
              <a:path w="51435" h="45719">
                <a:moveTo>
                  <a:pt x="10312" y="33909"/>
                </a:moveTo>
                <a:lnTo>
                  <a:pt x="10058" y="34048"/>
                </a:lnTo>
                <a:lnTo>
                  <a:pt x="10312" y="33985"/>
                </a:lnTo>
                <a:close/>
              </a:path>
              <a:path w="51435" h="45719">
                <a:moveTo>
                  <a:pt x="10820" y="27178"/>
                </a:moveTo>
                <a:lnTo>
                  <a:pt x="10591" y="27178"/>
                </a:lnTo>
                <a:lnTo>
                  <a:pt x="10744" y="27381"/>
                </a:lnTo>
                <a:lnTo>
                  <a:pt x="10820" y="27178"/>
                </a:lnTo>
                <a:close/>
              </a:path>
              <a:path w="51435" h="45719">
                <a:moveTo>
                  <a:pt x="12179" y="28155"/>
                </a:moveTo>
                <a:lnTo>
                  <a:pt x="12153" y="28003"/>
                </a:lnTo>
                <a:lnTo>
                  <a:pt x="12115" y="28295"/>
                </a:lnTo>
                <a:lnTo>
                  <a:pt x="12179" y="28155"/>
                </a:lnTo>
                <a:close/>
              </a:path>
              <a:path w="51435" h="45719">
                <a:moveTo>
                  <a:pt x="12598" y="28130"/>
                </a:moveTo>
                <a:lnTo>
                  <a:pt x="12585" y="27571"/>
                </a:lnTo>
                <a:lnTo>
                  <a:pt x="12446" y="27622"/>
                </a:lnTo>
                <a:lnTo>
                  <a:pt x="12484" y="27952"/>
                </a:lnTo>
                <a:lnTo>
                  <a:pt x="12484" y="28168"/>
                </a:lnTo>
                <a:close/>
              </a:path>
              <a:path w="51435" h="45719">
                <a:moveTo>
                  <a:pt x="12827" y="38392"/>
                </a:moveTo>
                <a:lnTo>
                  <a:pt x="12700" y="38506"/>
                </a:lnTo>
                <a:lnTo>
                  <a:pt x="12827" y="38608"/>
                </a:lnTo>
                <a:lnTo>
                  <a:pt x="12827" y="38392"/>
                </a:lnTo>
                <a:close/>
              </a:path>
              <a:path w="51435" h="45719">
                <a:moveTo>
                  <a:pt x="14135" y="32346"/>
                </a:moveTo>
                <a:lnTo>
                  <a:pt x="14109" y="32131"/>
                </a:lnTo>
                <a:lnTo>
                  <a:pt x="13931" y="32283"/>
                </a:lnTo>
                <a:lnTo>
                  <a:pt x="14071" y="32156"/>
                </a:lnTo>
                <a:lnTo>
                  <a:pt x="14135" y="32346"/>
                </a:lnTo>
                <a:close/>
              </a:path>
              <a:path w="51435" h="45719">
                <a:moveTo>
                  <a:pt x="14325" y="32219"/>
                </a:moveTo>
                <a:lnTo>
                  <a:pt x="14185" y="32194"/>
                </a:lnTo>
                <a:lnTo>
                  <a:pt x="14325" y="32219"/>
                </a:lnTo>
                <a:close/>
              </a:path>
              <a:path w="51435" h="45719">
                <a:moveTo>
                  <a:pt x="14973" y="38150"/>
                </a:moveTo>
                <a:lnTo>
                  <a:pt x="14871" y="38417"/>
                </a:lnTo>
                <a:lnTo>
                  <a:pt x="14973" y="38150"/>
                </a:lnTo>
                <a:close/>
              </a:path>
              <a:path w="51435" h="45719">
                <a:moveTo>
                  <a:pt x="15494" y="36918"/>
                </a:moveTo>
                <a:lnTo>
                  <a:pt x="15468" y="36525"/>
                </a:lnTo>
                <a:lnTo>
                  <a:pt x="15443" y="36753"/>
                </a:lnTo>
                <a:lnTo>
                  <a:pt x="15227" y="36753"/>
                </a:lnTo>
                <a:lnTo>
                  <a:pt x="15036" y="36893"/>
                </a:lnTo>
                <a:lnTo>
                  <a:pt x="15176" y="37071"/>
                </a:lnTo>
                <a:lnTo>
                  <a:pt x="15265" y="36944"/>
                </a:lnTo>
                <a:lnTo>
                  <a:pt x="15316" y="37134"/>
                </a:lnTo>
                <a:lnTo>
                  <a:pt x="15316" y="37287"/>
                </a:lnTo>
                <a:lnTo>
                  <a:pt x="15176" y="37376"/>
                </a:lnTo>
                <a:lnTo>
                  <a:pt x="15405" y="37452"/>
                </a:lnTo>
                <a:lnTo>
                  <a:pt x="15443" y="36830"/>
                </a:lnTo>
                <a:close/>
              </a:path>
              <a:path w="51435" h="45719">
                <a:moveTo>
                  <a:pt x="15748" y="37719"/>
                </a:moveTo>
                <a:lnTo>
                  <a:pt x="15532" y="37363"/>
                </a:lnTo>
                <a:lnTo>
                  <a:pt x="15494" y="37566"/>
                </a:lnTo>
                <a:lnTo>
                  <a:pt x="15595" y="37795"/>
                </a:lnTo>
                <a:lnTo>
                  <a:pt x="15494" y="37655"/>
                </a:lnTo>
                <a:lnTo>
                  <a:pt x="15506" y="37858"/>
                </a:lnTo>
                <a:lnTo>
                  <a:pt x="15494" y="38023"/>
                </a:lnTo>
                <a:lnTo>
                  <a:pt x="15354" y="38100"/>
                </a:lnTo>
                <a:lnTo>
                  <a:pt x="15595" y="38100"/>
                </a:lnTo>
                <a:lnTo>
                  <a:pt x="15557" y="37795"/>
                </a:lnTo>
                <a:lnTo>
                  <a:pt x="15748" y="38163"/>
                </a:lnTo>
                <a:lnTo>
                  <a:pt x="15748" y="37719"/>
                </a:lnTo>
                <a:close/>
              </a:path>
              <a:path w="51435" h="45719">
                <a:moveTo>
                  <a:pt x="16052" y="44297"/>
                </a:moveTo>
                <a:lnTo>
                  <a:pt x="15836" y="44145"/>
                </a:lnTo>
                <a:lnTo>
                  <a:pt x="15836" y="44437"/>
                </a:lnTo>
                <a:lnTo>
                  <a:pt x="16052" y="44475"/>
                </a:lnTo>
                <a:lnTo>
                  <a:pt x="16052" y="44297"/>
                </a:lnTo>
                <a:close/>
              </a:path>
              <a:path w="51435" h="45719">
                <a:moveTo>
                  <a:pt x="16129" y="37693"/>
                </a:moveTo>
                <a:lnTo>
                  <a:pt x="15989" y="37617"/>
                </a:lnTo>
                <a:lnTo>
                  <a:pt x="16129" y="37693"/>
                </a:lnTo>
                <a:close/>
              </a:path>
              <a:path w="51435" h="45719">
                <a:moveTo>
                  <a:pt x="16167" y="41643"/>
                </a:moveTo>
                <a:lnTo>
                  <a:pt x="16129" y="41338"/>
                </a:lnTo>
                <a:lnTo>
                  <a:pt x="15951" y="41262"/>
                </a:lnTo>
                <a:lnTo>
                  <a:pt x="15913" y="41414"/>
                </a:lnTo>
                <a:lnTo>
                  <a:pt x="16065" y="41490"/>
                </a:lnTo>
                <a:lnTo>
                  <a:pt x="15989" y="41643"/>
                </a:lnTo>
                <a:lnTo>
                  <a:pt x="16167" y="41643"/>
                </a:lnTo>
                <a:close/>
              </a:path>
              <a:path w="51435" h="45719">
                <a:moveTo>
                  <a:pt x="16268" y="41198"/>
                </a:moveTo>
                <a:lnTo>
                  <a:pt x="16205" y="41008"/>
                </a:lnTo>
                <a:lnTo>
                  <a:pt x="16230" y="41262"/>
                </a:lnTo>
                <a:close/>
              </a:path>
              <a:path w="51435" h="45719">
                <a:moveTo>
                  <a:pt x="16344" y="43662"/>
                </a:moveTo>
                <a:lnTo>
                  <a:pt x="16268" y="43853"/>
                </a:lnTo>
                <a:lnTo>
                  <a:pt x="16090" y="43853"/>
                </a:lnTo>
                <a:lnTo>
                  <a:pt x="16090" y="43599"/>
                </a:lnTo>
                <a:lnTo>
                  <a:pt x="16268" y="43599"/>
                </a:lnTo>
                <a:lnTo>
                  <a:pt x="16129" y="43230"/>
                </a:lnTo>
                <a:lnTo>
                  <a:pt x="16014" y="43434"/>
                </a:lnTo>
                <a:lnTo>
                  <a:pt x="15925" y="43764"/>
                </a:lnTo>
                <a:lnTo>
                  <a:pt x="16065" y="43916"/>
                </a:lnTo>
                <a:lnTo>
                  <a:pt x="16268" y="43916"/>
                </a:lnTo>
                <a:lnTo>
                  <a:pt x="16344" y="43662"/>
                </a:lnTo>
                <a:close/>
              </a:path>
              <a:path w="51435" h="45719">
                <a:moveTo>
                  <a:pt x="16408" y="35941"/>
                </a:moveTo>
                <a:lnTo>
                  <a:pt x="16268" y="35979"/>
                </a:lnTo>
                <a:lnTo>
                  <a:pt x="16306" y="36195"/>
                </a:lnTo>
                <a:lnTo>
                  <a:pt x="16408" y="35941"/>
                </a:lnTo>
                <a:close/>
              </a:path>
              <a:path w="51435" h="45719">
                <a:moveTo>
                  <a:pt x="16433" y="42557"/>
                </a:moveTo>
                <a:lnTo>
                  <a:pt x="16281" y="42392"/>
                </a:lnTo>
                <a:lnTo>
                  <a:pt x="16319" y="42214"/>
                </a:lnTo>
                <a:lnTo>
                  <a:pt x="16205" y="42367"/>
                </a:lnTo>
                <a:lnTo>
                  <a:pt x="16129" y="42100"/>
                </a:lnTo>
                <a:lnTo>
                  <a:pt x="16027" y="42278"/>
                </a:lnTo>
                <a:lnTo>
                  <a:pt x="16103" y="42443"/>
                </a:lnTo>
                <a:lnTo>
                  <a:pt x="16002" y="42799"/>
                </a:lnTo>
                <a:lnTo>
                  <a:pt x="16052" y="42951"/>
                </a:lnTo>
                <a:lnTo>
                  <a:pt x="16002" y="43192"/>
                </a:lnTo>
                <a:lnTo>
                  <a:pt x="16103" y="42913"/>
                </a:lnTo>
                <a:lnTo>
                  <a:pt x="16319" y="42976"/>
                </a:lnTo>
                <a:lnTo>
                  <a:pt x="16383" y="42735"/>
                </a:lnTo>
                <a:lnTo>
                  <a:pt x="16433" y="42557"/>
                </a:lnTo>
                <a:close/>
              </a:path>
              <a:path w="51435" h="45719">
                <a:moveTo>
                  <a:pt x="16713" y="41275"/>
                </a:moveTo>
                <a:lnTo>
                  <a:pt x="16675" y="41046"/>
                </a:lnTo>
                <a:lnTo>
                  <a:pt x="16713" y="41275"/>
                </a:lnTo>
                <a:close/>
              </a:path>
              <a:path w="51435" h="45719">
                <a:moveTo>
                  <a:pt x="16713" y="34848"/>
                </a:moveTo>
                <a:lnTo>
                  <a:pt x="16573" y="34899"/>
                </a:lnTo>
                <a:lnTo>
                  <a:pt x="16497" y="34772"/>
                </a:lnTo>
                <a:lnTo>
                  <a:pt x="16497" y="34912"/>
                </a:lnTo>
                <a:lnTo>
                  <a:pt x="16459" y="35102"/>
                </a:lnTo>
                <a:lnTo>
                  <a:pt x="16484" y="34963"/>
                </a:lnTo>
                <a:lnTo>
                  <a:pt x="16713" y="34848"/>
                </a:lnTo>
                <a:close/>
              </a:path>
              <a:path w="51435" h="45719">
                <a:moveTo>
                  <a:pt x="16878" y="29667"/>
                </a:moveTo>
                <a:lnTo>
                  <a:pt x="15875" y="29667"/>
                </a:lnTo>
                <a:lnTo>
                  <a:pt x="15989" y="30784"/>
                </a:lnTo>
                <a:lnTo>
                  <a:pt x="16764" y="30784"/>
                </a:lnTo>
                <a:lnTo>
                  <a:pt x="16878" y="29667"/>
                </a:lnTo>
                <a:close/>
              </a:path>
              <a:path w="51435" h="45719">
                <a:moveTo>
                  <a:pt x="17106" y="37782"/>
                </a:moveTo>
                <a:lnTo>
                  <a:pt x="16865" y="37985"/>
                </a:lnTo>
                <a:lnTo>
                  <a:pt x="17005" y="38239"/>
                </a:lnTo>
                <a:lnTo>
                  <a:pt x="17106" y="37973"/>
                </a:lnTo>
                <a:lnTo>
                  <a:pt x="17106" y="37782"/>
                </a:lnTo>
                <a:close/>
              </a:path>
              <a:path w="51435" h="45719">
                <a:moveTo>
                  <a:pt x="17373" y="39268"/>
                </a:moveTo>
                <a:lnTo>
                  <a:pt x="17221" y="39116"/>
                </a:lnTo>
                <a:lnTo>
                  <a:pt x="17373" y="39268"/>
                </a:lnTo>
                <a:close/>
              </a:path>
              <a:path w="51435" h="45719">
                <a:moveTo>
                  <a:pt x="17475" y="35623"/>
                </a:moveTo>
                <a:lnTo>
                  <a:pt x="17310" y="35623"/>
                </a:lnTo>
                <a:lnTo>
                  <a:pt x="17411" y="36106"/>
                </a:lnTo>
                <a:lnTo>
                  <a:pt x="17424" y="35915"/>
                </a:lnTo>
                <a:lnTo>
                  <a:pt x="17475" y="35623"/>
                </a:lnTo>
                <a:close/>
              </a:path>
              <a:path w="51435" h="45719">
                <a:moveTo>
                  <a:pt x="17500" y="38976"/>
                </a:moveTo>
                <a:lnTo>
                  <a:pt x="17259" y="38976"/>
                </a:lnTo>
                <a:lnTo>
                  <a:pt x="17500" y="38976"/>
                </a:lnTo>
                <a:close/>
              </a:path>
              <a:path w="51435" h="45719">
                <a:moveTo>
                  <a:pt x="17754" y="35623"/>
                </a:moveTo>
                <a:lnTo>
                  <a:pt x="17589" y="35687"/>
                </a:lnTo>
                <a:lnTo>
                  <a:pt x="17716" y="35763"/>
                </a:lnTo>
                <a:lnTo>
                  <a:pt x="17754" y="35623"/>
                </a:lnTo>
                <a:close/>
              </a:path>
              <a:path w="51435" h="45719">
                <a:moveTo>
                  <a:pt x="18084" y="18821"/>
                </a:moveTo>
                <a:lnTo>
                  <a:pt x="17983" y="18567"/>
                </a:lnTo>
                <a:lnTo>
                  <a:pt x="17983" y="18834"/>
                </a:lnTo>
                <a:lnTo>
                  <a:pt x="17830" y="18999"/>
                </a:lnTo>
                <a:lnTo>
                  <a:pt x="17957" y="19177"/>
                </a:lnTo>
                <a:lnTo>
                  <a:pt x="17932" y="18923"/>
                </a:lnTo>
                <a:lnTo>
                  <a:pt x="18084" y="18821"/>
                </a:lnTo>
                <a:close/>
              </a:path>
              <a:path w="51435" h="45719">
                <a:moveTo>
                  <a:pt x="18567" y="38836"/>
                </a:moveTo>
                <a:lnTo>
                  <a:pt x="18529" y="38646"/>
                </a:lnTo>
                <a:lnTo>
                  <a:pt x="18300" y="38798"/>
                </a:lnTo>
                <a:lnTo>
                  <a:pt x="18237" y="38633"/>
                </a:lnTo>
                <a:lnTo>
                  <a:pt x="18224" y="38785"/>
                </a:lnTo>
                <a:lnTo>
                  <a:pt x="18364" y="38912"/>
                </a:lnTo>
                <a:lnTo>
                  <a:pt x="18275" y="39077"/>
                </a:lnTo>
                <a:lnTo>
                  <a:pt x="18211" y="38938"/>
                </a:lnTo>
                <a:lnTo>
                  <a:pt x="18122" y="39116"/>
                </a:lnTo>
                <a:lnTo>
                  <a:pt x="18211" y="39446"/>
                </a:lnTo>
                <a:lnTo>
                  <a:pt x="18376" y="39293"/>
                </a:lnTo>
                <a:lnTo>
                  <a:pt x="18554" y="39217"/>
                </a:lnTo>
                <a:lnTo>
                  <a:pt x="18516" y="39039"/>
                </a:lnTo>
                <a:lnTo>
                  <a:pt x="18440" y="39192"/>
                </a:lnTo>
                <a:lnTo>
                  <a:pt x="18440" y="38989"/>
                </a:lnTo>
                <a:lnTo>
                  <a:pt x="18567" y="38836"/>
                </a:lnTo>
                <a:close/>
              </a:path>
              <a:path w="51435" h="45719">
                <a:moveTo>
                  <a:pt x="18567" y="38455"/>
                </a:moveTo>
                <a:lnTo>
                  <a:pt x="18376" y="38341"/>
                </a:lnTo>
                <a:lnTo>
                  <a:pt x="18237" y="38493"/>
                </a:lnTo>
                <a:lnTo>
                  <a:pt x="18567" y="38455"/>
                </a:lnTo>
                <a:close/>
              </a:path>
              <a:path w="51435" h="45719">
                <a:moveTo>
                  <a:pt x="18656" y="41338"/>
                </a:moveTo>
                <a:lnTo>
                  <a:pt x="18440" y="41338"/>
                </a:lnTo>
                <a:lnTo>
                  <a:pt x="18465" y="41478"/>
                </a:lnTo>
                <a:lnTo>
                  <a:pt x="18656" y="41338"/>
                </a:lnTo>
                <a:close/>
              </a:path>
              <a:path w="51435" h="45719">
                <a:moveTo>
                  <a:pt x="19024" y="38823"/>
                </a:moveTo>
                <a:lnTo>
                  <a:pt x="18884" y="38798"/>
                </a:lnTo>
                <a:lnTo>
                  <a:pt x="18923" y="39014"/>
                </a:lnTo>
                <a:lnTo>
                  <a:pt x="19024" y="38823"/>
                </a:lnTo>
                <a:close/>
              </a:path>
              <a:path w="51435" h="45719">
                <a:moveTo>
                  <a:pt x="19138" y="45262"/>
                </a:moveTo>
                <a:lnTo>
                  <a:pt x="19011" y="44970"/>
                </a:lnTo>
                <a:lnTo>
                  <a:pt x="18948" y="45123"/>
                </a:lnTo>
                <a:lnTo>
                  <a:pt x="18986" y="45300"/>
                </a:lnTo>
                <a:lnTo>
                  <a:pt x="19138" y="45262"/>
                </a:lnTo>
                <a:close/>
              </a:path>
              <a:path w="51435" h="45719">
                <a:moveTo>
                  <a:pt x="19354" y="42024"/>
                </a:moveTo>
                <a:lnTo>
                  <a:pt x="19253" y="42291"/>
                </a:lnTo>
                <a:lnTo>
                  <a:pt x="19227" y="42557"/>
                </a:lnTo>
                <a:lnTo>
                  <a:pt x="19253" y="42710"/>
                </a:lnTo>
                <a:lnTo>
                  <a:pt x="19329" y="42291"/>
                </a:lnTo>
                <a:lnTo>
                  <a:pt x="19354" y="42024"/>
                </a:lnTo>
                <a:close/>
              </a:path>
              <a:path w="51435" h="45719">
                <a:moveTo>
                  <a:pt x="19837" y="41325"/>
                </a:moveTo>
                <a:lnTo>
                  <a:pt x="19583" y="41363"/>
                </a:lnTo>
                <a:lnTo>
                  <a:pt x="19545" y="42113"/>
                </a:lnTo>
                <a:lnTo>
                  <a:pt x="19761" y="41846"/>
                </a:lnTo>
                <a:lnTo>
                  <a:pt x="19786" y="41617"/>
                </a:lnTo>
                <a:lnTo>
                  <a:pt x="19837" y="41325"/>
                </a:lnTo>
                <a:close/>
              </a:path>
              <a:path w="51435" h="45719">
                <a:moveTo>
                  <a:pt x="20091" y="40728"/>
                </a:moveTo>
                <a:lnTo>
                  <a:pt x="19862" y="40830"/>
                </a:lnTo>
                <a:lnTo>
                  <a:pt x="19723" y="41313"/>
                </a:lnTo>
                <a:lnTo>
                  <a:pt x="19888" y="41236"/>
                </a:lnTo>
                <a:lnTo>
                  <a:pt x="19862" y="41084"/>
                </a:lnTo>
                <a:lnTo>
                  <a:pt x="20091" y="40728"/>
                </a:lnTo>
                <a:close/>
              </a:path>
              <a:path w="51435" h="45719">
                <a:moveTo>
                  <a:pt x="20396" y="39560"/>
                </a:moveTo>
                <a:lnTo>
                  <a:pt x="20294" y="39700"/>
                </a:lnTo>
                <a:lnTo>
                  <a:pt x="20256" y="39839"/>
                </a:lnTo>
                <a:lnTo>
                  <a:pt x="20256" y="40017"/>
                </a:lnTo>
                <a:lnTo>
                  <a:pt x="20307" y="39801"/>
                </a:lnTo>
                <a:lnTo>
                  <a:pt x="20396" y="39560"/>
                </a:lnTo>
                <a:close/>
              </a:path>
              <a:path w="51435" h="45719">
                <a:moveTo>
                  <a:pt x="21209" y="2692"/>
                </a:moveTo>
                <a:lnTo>
                  <a:pt x="20904" y="2578"/>
                </a:lnTo>
                <a:lnTo>
                  <a:pt x="21043" y="2413"/>
                </a:lnTo>
                <a:lnTo>
                  <a:pt x="20726" y="2286"/>
                </a:lnTo>
                <a:lnTo>
                  <a:pt x="20510" y="2908"/>
                </a:lnTo>
                <a:lnTo>
                  <a:pt x="20523" y="3759"/>
                </a:lnTo>
                <a:lnTo>
                  <a:pt x="20434" y="4546"/>
                </a:lnTo>
                <a:lnTo>
                  <a:pt x="20612" y="4356"/>
                </a:lnTo>
                <a:lnTo>
                  <a:pt x="20853" y="3835"/>
                </a:lnTo>
                <a:lnTo>
                  <a:pt x="20624" y="2908"/>
                </a:lnTo>
                <a:lnTo>
                  <a:pt x="21209" y="2692"/>
                </a:lnTo>
                <a:close/>
              </a:path>
              <a:path w="51435" h="45719">
                <a:moveTo>
                  <a:pt x="23190" y="43484"/>
                </a:moveTo>
                <a:lnTo>
                  <a:pt x="22999" y="43446"/>
                </a:lnTo>
                <a:lnTo>
                  <a:pt x="23025" y="43624"/>
                </a:lnTo>
                <a:lnTo>
                  <a:pt x="23190" y="43484"/>
                </a:lnTo>
                <a:close/>
              </a:path>
              <a:path w="51435" h="45719">
                <a:moveTo>
                  <a:pt x="23329" y="20396"/>
                </a:moveTo>
                <a:lnTo>
                  <a:pt x="23190" y="20269"/>
                </a:lnTo>
                <a:lnTo>
                  <a:pt x="23190" y="20599"/>
                </a:lnTo>
                <a:lnTo>
                  <a:pt x="23329" y="20396"/>
                </a:lnTo>
                <a:close/>
              </a:path>
              <a:path w="51435" h="45719">
                <a:moveTo>
                  <a:pt x="23444" y="31229"/>
                </a:moveTo>
                <a:lnTo>
                  <a:pt x="23329" y="30988"/>
                </a:lnTo>
                <a:lnTo>
                  <a:pt x="23266" y="31432"/>
                </a:lnTo>
                <a:lnTo>
                  <a:pt x="23266" y="31648"/>
                </a:lnTo>
                <a:lnTo>
                  <a:pt x="23444" y="31229"/>
                </a:lnTo>
                <a:close/>
              </a:path>
              <a:path w="51435" h="45719">
                <a:moveTo>
                  <a:pt x="24257" y="29387"/>
                </a:moveTo>
                <a:lnTo>
                  <a:pt x="24104" y="27698"/>
                </a:lnTo>
                <a:lnTo>
                  <a:pt x="24066" y="27038"/>
                </a:lnTo>
                <a:lnTo>
                  <a:pt x="23926" y="26403"/>
                </a:lnTo>
                <a:lnTo>
                  <a:pt x="23749" y="25958"/>
                </a:lnTo>
                <a:lnTo>
                  <a:pt x="23495" y="25146"/>
                </a:lnTo>
                <a:lnTo>
                  <a:pt x="23291" y="25146"/>
                </a:lnTo>
                <a:lnTo>
                  <a:pt x="23291" y="24955"/>
                </a:lnTo>
                <a:lnTo>
                  <a:pt x="23114" y="24942"/>
                </a:lnTo>
                <a:lnTo>
                  <a:pt x="23558" y="25742"/>
                </a:lnTo>
                <a:lnTo>
                  <a:pt x="23964" y="26873"/>
                </a:lnTo>
                <a:lnTo>
                  <a:pt x="24053" y="28194"/>
                </a:lnTo>
                <a:lnTo>
                  <a:pt x="24091" y="28943"/>
                </a:lnTo>
                <a:lnTo>
                  <a:pt x="24091" y="30264"/>
                </a:lnTo>
                <a:lnTo>
                  <a:pt x="24257" y="29387"/>
                </a:lnTo>
                <a:close/>
              </a:path>
              <a:path w="51435" h="45719">
                <a:moveTo>
                  <a:pt x="24790" y="6731"/>
                </a:moveTo>
                <a:lnTo>
                  <a:pt x="24726" y="6286"/>
                </a:lnTo>
                <a:lnTo>
                  <a:pt x="24498" y="5930"/>
                </a:lnTo>
                <a:lnTo>
                  <a:pt x="24409" y="6248"/>
                </a:lnTo>
                <a:lnTo>
                  <a:pt x="24549" y="6350"/>
                </a:lnTo>
                <a:lnTo>
                  <a:pt x="24549" y="6591"/>
                </a:lnTo>
                <a:lnTo>
                  <a:pt x="24663" y="6769"/>
                </a:lnTo>
                <a:lnTo>
                  <a:pt x="24726" y="6527"/>
                </a:lnTo>
                <a:lnTo>
                  <a:pt x="24790" y="6731"/>
                </a:lnTo>
                <a:close/>
              </a:path>
              <a:path w="51435" h="45719">
                <a:moveTo>
                  <a:pt x="24917" y="19570"/>
                </a:moveTo>
                <a:lnTo>
                  <a:pt x="24841" y="19380"/>
                </a:lnTo>
                <a:lnTo>
                  <a:pt x="24663" y="19151"/>
                </a:lnTo>
                <a:lnTo>
                  <a:pt x="24523" y="19024"/>
                </a:lnTo>
                <a:lnTo>
                  <a:pt x="24066" y="19431"/>
                </a:lnTo>
                <a:lnTo>
                  <a:pt x="23533" y="19697"/>
                </a:lnTo>
                <a:lnTo>
                  <a:pt x="23279" y="20231"/>
                </a:lnTo>
                <a:lnTo>
                  <a:pt x="23444" y="20269"/>
                </a:lnTo>
                <a:lnTo>
                  <a:pt x="23406" y="20066"/>
                </a:lnTo>
                <a:lnTo>
                  <a:pt x="23558" y="20218"/>
                </a:lnTo>
                <a:lnTo>
                  <a:pt x="23520" y="20066"/>
                </a:lnTo>
                <a:lnTo>
                  <a:pt x="23609" y="20218"/>
                </a:lnTo>
                <a:lnTo>
                  <a:pt x="23558" y="20002"/>
                </a:lnTo>
                <a:lnTo>
                  <a:pt x="23736" y="19913"/>
                </a:lnTo>
                <a:lnTo>
                  <a:pt x="24091" y="19710"/>
                </a:lnTo>
                <a:lnTo>
                  <a:pt x="24396" y="19735"/>
                </a:lnTo>
                <a:lnTo>
                  <a:pt x="24396" y="19888"/>
                </a:lnTo>
                <a:lnTo>
                  <a:pt x="24701" y="19862"/>
                </a:lnTo>
                <a:lnTo>
                  <a:pt x="24701" y="19570"/>
                </a:lnTo>
                <a:lnTo>
                  <a:pt x="24917" y="19570"/>
                </a:lnTo>
                <a:close/>
              </a:path>
              <a:path w="51435" h="45719">
                <a:moveTo>
                  <a:pt x="25781" y="19519"/>
                </a:moveTo>
                <a:lnTo>
                  <a:pt x="25730" y="19278"/>
                </a:lnTo>
                <a:lnTo>
                  <a:pt x="25679" y="19519"/>
                </a:lnTo>
                <a:close/>
              </a:path>
              <a:path w="51435" h="45719">
                <a:moveTo>
                  <a:pt x="28219" y="30048"/>
                </a:moveTo>
                <a:lnTo>
                  <a:pt x="28041" y="30048"/>
                </a:lnTo>
                <a:lnTo>
                  <a:pt x="28079" y="30480"/>
                </a:lnTo>
                <a:lnTo>
                  <a:pt x="28079" y="30289"/>
                </a:lnTo>
                <a:lnTo>
                  <a:pt x="28219" y="30048"/>
                </a:lnTo>
                <a:close/>
              </a:path>
              <a:path w="51435" h="45719">
                <a:moveTo>
                  <a:pt x="28765" y="19812"/>
                </a:moveTo>
                <a:lnTo>
                  <a:pt x="28600" y="19710"/>
                </a:lnTo>
                <a:lnTo>
                  <a:pt x="28600" y="19850"/>
                </a:lnTo>
                <a:lnTo>
                  <a:pt x="28765" y="19812"/>
                </a:lnTo>
                <a:close/>
              </a:path>
              <a:path w="51435" h="45719">
                <a:moveTo>
                  <a:pt x="29603" y="21539"/>
                </a:moveTo>
                <a:lnTo>
                  <a:pt x="29464" y="21031"/>
                </a:lnTo>
                <a:lnTo>
                  <a:pt x="29146" y="20434"/>
                </a:lnTo>
                <a:lnTo>
                  <a:pt x="29603" y="21539"/>
                </a:lnTo>
                <a:close/>
              </a:path>
              <a:path w="51435" h="45719">
                <a:moveTo>
                  <a:pt x="29806" y="22263"/>
                </a:moveTo>
                <a:lnTo>
                  <a:pt x="29730" y="22009"/>
                </a:lnTo>
                <a:lnTo>
                  <a:pt x="29806" y="22301"/>
                </a:lnTo>
                <a:close/>
              </a:path>
              <a:path w="51435" h="45719">
                <a:moveTo>
                  <a:pt x="29870" y="22771"/>
                </a:moveTo>
                <a:lnTo>
                  <a:pt x="29845" y="22415"/>
                </a:lnTo>
                <a:lnTo>
                  <a:pt x="29870" y="22771"/>
                </a:lnTo>
                <a:close/>
              </a:path>
              <a:path w="51435" h="45719">
                <a:moveTo>
                  <a:pt x="29972" y="24079"/>
                </a:moveTo>
                <a:lnTo>
                  <a:pt x="29933" y="23545"/>
                </a:lnTo>
                <a:lnTo>
                  <a:pt x="29908" y="23241"/>
                </a:lnTo>
                <a:lnTo>
                  <a:pt x="29972" y="24079"/>
                </a:lnTo>
                <a:close/>
              </a:path>
              <a:path w="51435" h="45719">
                <a:moveTo>
                  <a:pt x="30226" y="29616"/>
                </a:moveTo>
                <a:lnTo>
                  <a:pt x="29502" y="29718"/>
                </a:lnTo>
                <a:lnTo>
                  <a:pt x="29476" y="31191"/>
                </a:lnTo>
                <a:lnTo>
                  <a:pt x="29933" y="31737"/>
                </a:lnTo>
                <a:lnTo>
                  <a:pt x="29667" y="31191"/>
                </a:lnTo>
                <a:lnTo>
                  <a:pt x="29679" y="30518"/>
                </a:lnTo>
                <a:lnTo>
                  <a:pt x="29972" y="29972"/>
                </a:lnTo>
                <a:lnTo>
                  <a:pt x="30226" y="29616"/>
                </a:lnTo>
                <a:close/>
              </a:path>
              <a:path w="51435" h="45719">
                <a:moveTo>
                  <a:pt x="31292" y="24866"/>
                </a:moveTo>
                <a:lnTo>
                  <a:pt x="31178" y="25933"/>
                </a:lnTo>
                <a:lnTo>
                  <a:pt x="30924" y="27228"/>
                </a:lnTo>
                <a:lnTo>
                  <a:pt x="30962" y="28143"/>
                </a:lnTo>
                <a:lnTo>
                  <a:pt x="31076" y="27012"/>
                </a:lnTo>
                <a:lnTo>
                  <a:pt x="31216" y="25933"/>
                </a:lnTo>
                <a:lnTo>
                  <a:pt x="31292" y="24866"/>
                </a:lnTo>
                <a:close/>
              </a:path>
              <a:path w="51435" h="45719">
                <a:moveTo>
                  <a:pt x="33515" y="28486"/>
                </a:moveTo>
                <a:lnTo>
                  <a:pt x="32626" y="29781"/>
                </a:lnTo>
                <a:lnTo>
                  <a:pt x="32219" y="31991"/>
                </a:lnTo>
                <a:lnTo>
                  <a:pt x="32562" y="31076"/>
                </a:lnTo>
                <a:lnTo>
                  <a:pt x="33489" y="29032"/>
                </a:lnTo>
                <a:lnTo>
                  <a:pt x="33515" y="28486"/>
                </a:lnTo>
                <a:close/>
              </a:path>
              <a:path w="51435" h="45719">
                <a:moveTo>
                  <a:pt x="34124" y="33540"/>
                </a:moveTo>
                <a:lnTo>
                  <a:pt x="33858" y="33426"/>
                </a:lnTo>
                <a:lnTo>
                  <a:pt x="34124" y="33540"/>
                </a:lnTo>
                <a:close/>
              </a:path>
              <a:path w="51435" h="45719">
                <a:moveTo>
                  <a:pt x="35788" y="23202"/>
                </a:moveTo>
                <a:lnTo>
                  <a:pt x="35636" y="23050"/>
                </a:lnTo>
                <a:lnTo>
                  <a:pt x="35636" y="23241"/>
                </a:lnTo>
                <a:lnTo>
                  <a:pt x="35788" y="23202"/>
                </a:lnTo>
                <a:close/>
              </a:path>
              <a:path w="51435" h="45719">
                <a:moveTo>
                  <a:pt x="36080" y="26517"/>
                </a:moveTo>
                <a:lnTo>
                  <a:pt x="35902" y="26581"/>
                </a:lnTo>
                <a:lnTo>
                  <a:pt x="35941" y="26733"/>
                </a:lnTo>
                <a:lnTo>
                  <a:pt x="36080" y="26517"/>
                </a:lnTo>
                <a:close/>
              </a:path>
              <a:path w="51435" h="45719">
                <a:moveTo>
                  <a:pt x="36118" y="33566"/>
                </a:moveTo>
                <a:lnTo>
                  <a:pt x="35979" y="33540"/>
                </a:lnTo>
                <a:lnTo>
                  <a:pt x="35572" y="33451"/>
                </a:lnTo>
                <a:lnTo>
                  <a:pt x="35407" y="33413"/>
                </a:lnTo>
                <a:lnTo>
                  <a:pt x="35153" y="33413"/>
                </a:lnTo>
                <a:lnTo>
                  <a:pt x="35179" y="33591"/>
                </a:lnTo>
                <a:lnTo>
                  <a:pt x="35153" y="33718"/>
                </a:lnTo>
                <a:lnTo>
                  <a:pt x="35369" y="33769"/>
                </a:lnTo>
                <a:lnTo>
                  <a:pt x="35369" y="33642"/>
                </a:lnTo>
                <a:lnTo>
                  <a:pt x="35877" y="33756"/>
                </a:lnTo>
                <a:lnTo>
                  <a:pt x="35509" y="33731"/>
                </a:lnTo>
                <a:lnTo>
                  <a:pt x="35915" y="33870"/>
                </a:lnTo>
                <a:lnTo>
                  <a:pt x="36118" y="33756"/>
                </a:lnTo>
                <a:lnTo>
                  <a:pt x="35979" y="33667"/>
                </a:lnTo>
                <a:lnTo>
                  <a:pt x="36118" y="33566"/>
                </a:lnTo>
                <a:close/>
              </a:path>
              <a:path w="51435" h="45719">
                <a:moveTo>
                  <a:pt x="36982" y="35661"/>
                </a:moveTo>
                <a:lnTo>
                  <a:pt x="36664" y="35801"/>
                </a:lnTo>
                <a:lnTo>
                  <a:pt x="36664" y="36423"/>
                </a:lnTo>
                <a:lnTo>
                  <a:pt x="36677" y="36220"/>
                </a:lnTo>
                <a:lnTo>
                  <a:pt x="36728" y="36068"/>
                </a:lnTo>
                <a:lnTo>
                  <a:pt x="36741" y="35864"/>
                </a:lnTo>
                <a:lnTo>
                  <a:pt x="36982" y="35661"/>
                </a:lnTo>
                <a:close/>
              </a:path>
              <a:path w="51435" h="45719">
                <a:moveTo>
                  <a:pt x="37947" y="25501"/>
                </a:moveTo>
                <a:lnTo>
                  <a:pt x="37769" y="25095"/>
                </a:lnTo>
                <a:lnTo>
                  <a:pt x="37338" y="25120"/>
                </a:lnTo>
                <a:lnTo>
                  <a:pt x="37566" y="25184"/>
                </a:lnTo>
                <a:lnTo>
                  <a:pt x="37452" y="25476"/>
                </a:lnTo>
                <a:lnTo>
                  <a:pt x="37452" y="25704"/>
                </a:lnTo>
                <a:lnTo>
                  <a:pt x="37693" y="25692"/>
                </a:lnTo>
                <a:lnTo>
                  <a:pt x="37731" y="25882"/>
                </a:lnTo>
                <a:lnTo>
                  <a:pt x="37884" y="25971"/>
                </a:lnTo>
                <a:lnTo>
                  <a:pt x="37947" y="25501"/>
                </a:lnTo>
                <a:close/>
              </a:path>
              <a:path w="51435" h="45719">
                <a:moveTo>
                  <a:pt x="39001" y="15760"/>
                </a:moveTo>
                <a:lnTo>
                  <a:pt x="38976" y="15506"/>
                </a:lnTo>
                <a:lnTo>
                  <a:pt x="38519" y="15582"/>
                </a:lnTo>
                <a:lnTo>
                  <a:pt x="38176" y="15786"/>
                </a:lnTo>
                <a:lnTo>
                  <a:pt x="37820" y="15938"/>
                </a:lnTo>
                <a:lnTo>
                  <a:pt x="38138" y="16230"/>
                </a:lnTo>
                <a:lnTo>
                  <a:pt x="38341" y="16129"/>
                </a:lnTo>
                <a:lnTo>
                  <a:pt x="38392" y="15976"/>
                </a:lnTo>
                <a:lnTo>
                  <a:pt x="38557" y="15963"/>
                </a:lnTo>
                <a:lnTo>
                  <a:pt x="38735" y="15836"/>
                </a:lnTo>
                <a:lnTo>
                  <a:pt x="39001" y="15760"/>
                </a:lnTo>
                <a:close/>
              </a:path>
              <a:path w="51435" h="45719">
                <a:moveTo>
                  <a:pt x="42024" y="18034"/>
                </a:moveTo>
                <a:lnTo>
                  <a:pt x="41617" y="17995"/>
                </a:lnTo>
                <a:lnTo>
                  <a:pt x="41986" y="18173"/>
                </a:lnTo>
                <a:lnTo>
                  <a:pt x="42024" y="18034"/>
                </a:lnTo>
                <a:close/>
              </a:path>
              <a:path w="51435" h="45719">
                <a:moveTo>
                  <a:pt x="43103" y="21615"/>
                </a:moveTo>
                <a:lnTo>
                  <a:pt x="43027" y="21361"/>
                </a:lnTo>
                <a:lnTo>
                  <a:pt x="43002" y="21691"/>
                </a:lnTo>
                <a:lnTo>
                  <a:pt x="42710" y="21932"/>
                </a:lnTo>
                <a:lnTo>
                  <a:pt x="42773" y="22212"/>
                </a:lnTo>
                <a:lnTo>
                  <a:pt x="42837" y="21894"/>
                </a:lnTo>
                <a:lnTo>
                  <a:pt x="43103" y="21615"/>
                </a:lnTo>
                <a:close/>
              </a:path>
              <a:path w="51435" h="45719">
                <a:moveTo>
                  <a:pt x="43535" y="18719"/>
                </a:moveTo>
                <a:lnTo>
                  <a:pt x="43345" y="18567"/>
                </a:lnTo>
                <a:lnTo>
                  <a:pt x="43091" y="18249"/>
                </a:lnTo>
                <a:lnTo>
                  <a:pt x="42875" y="18237"/>
                </a:lnTo>
                <a:lnTo>
                  <a:pt x="43129" y="18351"/>
                </a:lnTo>
                <a:lnTo>
                  <a:pt x="43357" y="18669"/>
                </a:lnTo>
                <a:lnTo>
                  <a:pt x="43535" y="18719"/>
                </a:lnTo>
                <a:close/>
              </a:path>
              <a:path w="51435" h="45719">
                <a:moveTo>
                  <a:pt x="44069" y="203"/>
                </a:moveTo>
                <a:lnTo>
                  <a:pt x="43891" y="203"/>
                </a:lnTo>
                <a:lnTo>
                  <a:pt x="43891" y="381"/>
                </a:lnTo>
                <a:lnTo>
                  <a:pt x="44069" y="381"/>
                </a:lnTo>
                <a:lnTo>
                  <a:pt x="44069" y="203"/>
                </a:lnTo>
                <a:close/>
              </a:path>
              <a:path w="51435" h="45719">
                <a:moveTo>
                  <a:pt x="44513" y="0"/>
                </a:moveTo>
                <a:lnTo>
                  <a:pt x="44284" y="114"/>
                </a:lnTo>
                <a:lnTo>
                  <a:pt x="44284" y="482"/>
                </a:lnTo>
                <a:lnTo>
                  <a:pt x="44475" y="431"/>
                </a:lnTo>
                <a:lnTo>
                  <a:pt x="44513" y="0"/>
                </a:lnTo>
                <a:close/>
              </a:path>
              <a:path w="51435" h="45719">
                <a:moveTo>
                  <a:pt x="46812" y="14935"/>
                </a:moveTo>
                <a:lnTo>
                  <a:pt x="46799" y="14617"/>
                </a:lnTo>
                <a:lnTo>
                  <a:pt x="46507" y="14643"/>
                </a:lnTo>
                <a:lnTo>
                  <a:pt x="46659" y="14325"/>
                </a:lnTo>
                <a:lnTo>
                  <a:pt x="46482" y="14325"/>
                </a:lnTo>
                <a:lnTo>
                  <a:pt x="46253" y="14363"/>
                </a:lnTo>
                <a:lnTo>
                  <a:pt x="46037" y="15049"/>
                </a:lnTo>
                <a:lnTo>
                  <a:pt x="46113" y="14820"/>
                </a:lnTo>
                <a:lnTo>
                  <a:pt x="46812" y="14935"/>
                </a:lnTo>
                <a:close/>
              </a:path>
              <a:path w="51435" h="45719">
                <a:moveTo>
                  <a:pt x="51028" y="7061"/>
                </a:moveTo>
                <a:lnTo>
                  <a:pt x="50812" y="6959"/>
                </a:lnTo>
                <a:lnTo>
                  <a:pt x="50749" y="7277"/>
                </a:lnTo>
                <a:lnTo>
                  <a:pt x="50876" y="7454"/>
                </a:lnTo>
                <a:lnTo>
                  <a:pt x="50800" y="7594"/>
                </a:lnTo>
                <a:lnTo>
                  <a:pt x="50850" y="7797"/>
                </a:lnTo>
                <a:lnTo>
                  <a:pt x="51028" y="7683"/>
                </a:lnTo>
                <a:lnTo>
                  <a:pt x="50952" y="7467"/>
                </a:lnTo>
                <a:lnTo>
                  <a:pt x="51028" y="70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bg object 133"/>
          <p:cNvSpPr/>
          <p:nvPr/>
        </p:nvSpPr>
        <p:spPr>
          <a:xfrm>
            <a:off x="1943404" y="1045387"/>
            <a:ext cx="31115" cy="16510"/>
          </a:xfrm>
          <a:custGeom>
            <a:avLst/>
            <a:gdLst/>
            <a:ahLst/>
            <a:cxnLst/>
            <a:rect l="l" t="t" r="r" b="b"/>
            <a:pathLst>
              <a:path w="31114" h="16509">
                <a:moveTo>
                  <a:pt x="7772" y="14668"/>
                </a:moveTo>
                <a:lnTo>
                  <a:pt x="7759" y="14185"/>
                </a:lnTo>
                <a:lnTo>
                  <a:pt x="7620" y="14185"/>
                </a:lnTo>
                <a:lnTo>
                  <a:pt x="7772" y="14668"/>
                </a:lnTo>
                <a:close/>
              </a:path>
              <a:path w="31114" h="16509">
                <a:moveTo>
                  <a:pt x="9461" y="15341"/>
                </a:moveTo>
                <a:lnTo>
                  <a:pt x="8915" y="15341"/>
                </a:lnTo>
                <a:lnTo>
                  <a:pt x="8877" y="15494"/>
                </a:lnTo>
                <a:lnTo>
                  <a:pt x="8763" y="15341"/>
                </a:lnTo>
                <a:lnTo>
                  <a:pt x="8204" y="14668"/>
                </a:lnTo>
                <a:lnTo>
                  <a:pt x="8204" y="15341"/>
                </a:lnTo>
                <a:lnTo>
                  <a:pt x="8166" y="14668"/>
                </a:lnTo>
                <a:lnTo>
                  <a:pt x="7772" y="14668"/>
                </a:lnTo>
                <a:lnTo>
                  <a:pt x="63" y="14668"/>
                </a:lnTo>
                <a:lnTo>
                  <a:pt x="139" y="15913"/>
                </a:lnTo>
                <a:lnTo>
                  <a:pt x="9334" y="15913"/>
                </a:lnTo>
                <a:lnTo>
                  <a:pt x="9283" y="15519"/>
                </a:lnTo>
                <a:lnTo>
                  <a:pt x="9461" y="15341"/>
                </a:lnTo>
                <a:close/>
              </a:path>
              <a:path w="31114" h="16509">
                <a:moveTo>
                  <a:pt x="9461" y="14058"/>
                </a:moveTo>
                <a:lnTo>
                  <a:pt x="9398" y="14274"/>
                </a:lnTo>
                <a:lnTo>
                  <a:pt x="9461" y="14058"/>
                </a:lnTo>
                <a:close/>
              </a:path>
              <a:path w="31114" h="16509">
                <a:moveTo>
                  <a:pt x="9563" y="15024"/>
                </a:moveTo>
                <a:lnTo>
                  <a:pt x="9474" y="14503"/>
                </a:lnTo>
                <a:lnTo>
                  <a:pt x="9321" y="14503"/>
                </a:lnTo>
                <a:lnTo>
                  <a:pt x="9372" y="14643"/>
                </a:lnTo>
                <a:lnTo>
                  <a:pt x="9372" y="14820"/>
                </a:lnTo>
                <a:lnTo>
                  <a:pt x="9321" y="14998"/>
                </a:lnTo>
                <a:lnTo>
                  <a:pt x="9220" y="14859"/>
                </a:lnTo>
                <a:lnTo>
                  <a:pt x="9131" y="15036"/>
                </a:lnTo>
                <a:lnTo>
                  <a:pt x="9296" y="15189"/>
                </a:lnTo>
                <a:lnTo>
                  <a:pt x="9512" y="15189"/>
                </a:lnTo>
                <a:lnTo>
                  <a:pt x="9550" y="15417"/>
                </a:lnTo>
                <a:lnTo>
                  <a:pt x="9563" y="15024"/>
                </a:lnTo>
                <a:close/>
              </a:path>
              <a:path w="31114" h="16509">
                <a:moveTo>
                  <a:pt x="9982" y="15036"/>
                </a:moveTo>
                <a:lnTo>
                  <a:pt x="9918" y="14820"/>
                </a:lnTo>
                <a:lnTo>
                  <a:pt x="9918" y="15011"/>
                </a:lnTo>
                <a:close/>
              </a:path>
              <a:path w="31114" h="16509">
                <a:moveTo>
                  <a:pt x="9994" y="8775"/>
                </a:moveTo>
                <a:lnTo>
                  <a:pt x="9956" y="8216"/>
                </a:lnTo>
                <a:lnTo>
                  <a:pt x="9944" y="7962"/>
                </a:lnTo>
                <a:lnTo>
                  <a:pt x="9918" y="7607"/>
                </a:lnTo>
                <a:lnTo>
                  <a:pt x="0" y="7607"/>
                </a:lnTo>
                <a:lnTo>
                  <a:pt x="25" y="10185"/>
                </a:lnTo>
                <a:lnTo>
                  <a:pt x="8140" y="10185"/>
                </a:lnTo>
                <a:lnTo>
                  <a:pt x="8026" y="9893"/>
                </a:lnTo>
                <a:lnTo>
                  <a:pt x="8178" y="9893"/>
                </a:lnTo>
                <a:lnTo>
                  <a:pt x="8140" y="10185"/>
                </a:lnTo>
                <a:lnTo>
                  <a:pt x="9753" y="10185"/>
                </a:lnTo>
                <a:lnTo>
                  <a:pt x="9867" y="9893"/>
                </a:lnTo>
                <a:lnTo>
                  <a:pt x="9715" y="9893"/>
                </a:lnTo>
                <a:lnTo>
                  <a:pt x="9715" y="8775"/>
                </a:lnTo>
                <a:lnTo>
                  <a:pt x="9994" y="8775"/>
                </a:lnTo>
                <a:close/>
              </a:path>
              <a:path w="31114" h="16509">
                <a:moveTo>
                  <a:pt x="10045" y="14744"/>
                </a:moveTo>
                <a:lnTo>
                  <a:pt x="10007" y="14401"/>
                </a:lnTo>
                <a:lnTo>
                  <a:pt x="9944" y="14782"/>
                </a:lnTo>
                <a:close/>
              </a:path>
              <a:path w="31114" h="16509">
                <a:moveTo>
                  <a:pt x="10160" y="15659"/>
                </a:moveTo>
                <a:lnTo>
                  <a:pt x="10020" y="15532"/>
                </a:lnTo>
                <a:lnTo>
                  <a:pt x="10071" y="15760"/>
                </a:lnTo>
                <a:lnTo>
                  <a:pt x="10058" y="15900"/>
                </a:lnTo>
                <a:lnTo>
                  <a:pt x="10147" y="15760"/>
                </a:lnTo>
                <a:close/>
              </a:path>
              <a:path w="31114" h="16509">
                <a:moveTo>
                  <a:pt x="10198" y="14236"/>
                </a:moveTo>
                <a:lnTo>
                  <a:pt x="10045" y="14312"/>
                </a:lnTo>
                <a:lnTo>
                  <a:pt x="10083" y="14452"/>
                </a:lnTo>
                <a:lnTo>
                  <a:pt x="10198" y="14236"/>
                </a:lnTo>
                <a:close/>
              </a:path>
              <a:path w="31114" h="16509">
                <a:moveTo>
                  <a:pt x="10236" y="10299"/>
                </a:moveTo>
                <a:lnTo>
                  <a:pt x="10083" y="10236"/>
                </a:lnTo>
                <a:lnTo>
                  <a:pt x="10134" y="10452"/>
                </a:lnTo>
                <a:lnTo>
                  <a:pt x="9982" y="10528"/>
                </a:lnTo>
                <a:lnTo>
                  <a:pt x="10020" y="10668"/>
                </a:lnTo>
                <a:lnTo>
                  <a:pt x="10198" y="10591"/>
                </a:lnTo>
                <a:lnTo>
                  <a:pt x="10198" y="10375"/>
                </a:lnTo>
                <a:close/>
              </a:path>
              <a:path w="31114" h="16509">
                <a:moveTo>
                  <a:pt x="10337" y="10744"/>
                </a:moveTo>
                <a:lnTo>
                  <a:pt x="10274" y="10922"/>
                </a:lnTo>
                <a:lnTo>
                  <a:pt x="10337" y="10744"/>
                </a:lnTo>
                <a:close/>
              </a:path>
              <a:path w="31114" h="16509">
                <a:moveTo>
                  <a:pt x="10414" y="8267"/>
                </a:moveTo>
                <a:lnTo>
                  <a:pt x="10350" y="8013"/>
                </a:lnTo>
                <a:lnTo>
                  <a:pt x="10134" y="8013"/>
                </a:lnTo>
                <a:lnTo>
                  <a:pt x="9994" y="8166"/>
                </a:lnTo>
                <a:lnTo>
                  <a:pt x="10083" y="8496"/>
                </a:lnTo>
                <a:lnTo>
                  <a:pt x="10198" y="8699"/>
                </a:lnTo>
                <a:lnTo>
                  <a:pt x="10375" y="8445"/>
                </a:lnTo>
                <a:lnTo>
                  <a:pt x="10236" y="8369"/>
                </a:lnTo>
                <a:lnTo>
                  <a:pt x="10134" y="8191"/>
                </a:lnTo>
                <a:lnTo>
                  <a:pt x="10350" y="8089"/>
                </a:lnTo>
                <a:lnTo>
                  <a:pt x="10414" y="8267"/>
                </a:lnTo>
                <a:close/>
              </a:path>
              <a:path w="31114" h="16509">
                <a:moveTo>
                  <a:pt x="10452" y="15900"/>
                </a:moveTo>
                <a:lnTo>
                  <a:pt x="10375" y="15722"/>
                </a:lnTo>
                <a:lnTo>
                  <a:pt x="10337" y="15900"/>
                </a:lnTo>
                <a:close/>
              </a:path>
              <a:path w="31114" h="16509">
                <a:moveTo>
                  <a:pt x="10464" y="13868"/>
                </a:moveTo>
                <a:lnTo>
                  <a:pt x="10223" y="13525"/>
                </a:lnTo>
                <a:lnTo>
                  <a:pt x="9867" y="12293"/>
                </a:lnTo>
                <a:lnTo>
                  <a:pt x="9753" y="13868"/>
                </a:lnTo>
                <a:lnTo>
                  <a:pt x="9690" y="14071"/>
                </a:lnTo>
                <a:lnTo>
                  <a:pt x="9639" y="13868"/>
                </a:lnTo>
                <a:lnTo>
                  <a:pt x="9753" y="12382"/>
                </a:lnTo>
                <a:lnTo>
                  <a:pt x="9575" y="12496"/>
                </a:lnTo>
                <a:lnTo>
                  <a:pt x="9410" y="12623"/>
                </a:lnTo>
                <a:lnTo>
                  <a:pt x="9232" y="12103"/>
                </a:lnTo>
                <a:lnTo>
                  <a:pt x="9232" y="12738"/>
                </a:lnTo>
                <a:lnTo>
                  <a:pt x="8839" y="13030"/>
                </a:lnTo>
                <a:lnTo>
                  <a:pt x="8572" y="12242"/>
                </a:lnTo>
                <a:lnTo>
                  <a:pt x="8458" y="12979"/>
                </a:lnTo>
                <a:lnTo>
                  <a:pt x="8064" y="12319"/>
                </a:lnTo>
                <a:lnTo>
                  <a:pt x="7759" y="12877"/>
                </a:lnTo>
                <a:lnTo>
                  <a:pt x="7518" y="11925"/>
                </a:lnTo>
                <a:lnTo>
                  <a:pt x="8674" y="11925"/>
                </a:lnTo>
                <a:lnTo>
                  <a:pt x="9232" y="12738"/>
                </a:lnTo>
                <a:lnTo>
                  <a:pt x="9232" y="12103"/>
                </a:lnTo>
                <a:lnTo>
                  <a:pt x="9118" y="11925"/>
                </a:lnTo>
                <a:lnTo>
                  <a:pt x="9664" y="11925"/>
                </a:lnTo>
                <a:lnTo>
                  <a:pt x="10083" y="11925"/>
                </a:lnTo>
                <a:lnTo>
                  <a:pt x="9982" y="11049"/>
                </a:lnTo>
                <a:lnTo>
                  <a:pt x="9829" y="11049"/>
                </a:lnTo>
                <a:lnTo>
                  <a:pt x="9753" y="10642"/>
                </a:lnTo>
                <a:lnTo>
                  <a:pt x="25" y="10642"/>
                </a:lnTo>
                <a:lnTo>
                  <a:pt x="63" y="14185"/>
                </a:lnTo>
                <a:lnTo>
                  <a:pt x="7620" y="14185"/>
                </a:lnTo>
                <a:lnTo>
                  <a:pt x="7581" y="14020"/>
                </a:lnTo>
                <a:lnTo>
                  <a:pt x="7556" y="13868"/>
                </a:lnTo>
                <a:lnTo>
                  <a:pt x="7721" y="13868"/>
                </a:lnTo>
                <a:lnTo>
                  <a:pt x="7581" y="14008"/>
                </a:lnTo>
                <a:lnTo>
                  <a:pt x="7874" y="14020"/>
                </a:lnTo>
                <a:lnTo>
                  <a:pt x="7899" y="14160"/>
                </a:lnTo>
                <a:lnTo>
                  <a:pt x="7975" y="14020"/>
                </a:lnTo>
                <a:lnTo>
                  <a:pt x="7810" y="13868"/>
                </a:lnTo>
                <a:lnTo>
                  <a:pt x="8026" y="13868"/>
                </a:lnTo>
                <a:lnTo>
                  <a:pt x="9512" y="13868"/>
                </a:lnTo>
                <a:lnTo>
                  <a:pt x="9575" y="14071"/>
                </a:lnTo>
                <a:lnTo>
                  <a:pt x="9550" y="14274"/>
                </a:lnTo>
                <a:lnTo>
                  <a:pt x="9652" y="14135"/>
                </a:lnTo>
                <a:lnTo>
                  <a:pt x="9550" y="14351"/>
                </a:lnTo>
                <a:lnTo>
                  <a:pt x="9588" y="14566"/>
                </a:lnTo>
                <a:lnTo>
                  <a:pt x="9753" y="14262"/>
                </a:lnTo>
                <a:lnTo>
                  <a:pt x="9791" y="13868"/>
                </a:lnTo>
                <a:lnTo>
                  <a:pt x="10045" y="13868"/>
                </a:lnTo>
                <a:lnTo>
                  <a:pt x="10325" y="13868"/>
                </a:lnTo>
                <a:lnTo>
                  <a:pt x="10464" y="13868"/>
                </a:lnTo>
                <a:close/>
              </a:path>
              <a:path w="31114" h="16509">
                <a:moveTo>
                  <a:pt x="10490" y="9385"/>
                </a:moveTo>
                <a:lnTo>
                  <a:pt x="10452" y="9194"/>
                </a:lnTo>
                <a:lnTo>
                  <a:pt x="10375" y="8953"/>
                </a:lnTo>
                <a:lnTo>
                  <a:pt x="10160" y="9029"/>
                </a:lnTo>
                <a:lnTo>
                  <a:pt x="10160" y="8750"/>
                </a:lnTo>
                <a:lnTo>
                  <a:pt x="10071" y="8991"/>
                </a:lnTo>
                <a:lnTo>
                  <a:pt x="10134" y="9245"/>
                </a:lnTo>
                <a:lnTo>
                  <a:pt x="10045" y="9537"/>
                </a:lnTo>
                <a:lnTo>
                  <a:pt x="10083" y="9702"/>
                </a:lnTo>
                <a:lnTo>
                  <a:pt x="10198" y="9880"/>
                </a:lnTo>
                <a:lnTo>
                  <a:pt x="10274" y="9575"/>
                </a:lnTo>
                <a:lnTo>
                  <a:pt x="10375" y="9715"/>
                </a:lnTo>
                <a:lnTo>
                  <a:pt x="10452" y="9537"/>
                </a:lnTo>
                <a:lnTo>
                  <a:pt x="10490" y="9385"/>
                </a:lnTo>
                <a:close/>
              </a:path>
              <a:path w="31114" h="16509">
                <a:moveTo>
                  <a:pt x="10553" y="15900"/>
                </a:moveTo>
                <a:close/>
              </a:path>
              <a:path w="31114" h="16509">
                <a:moveTo>
                  <a:pt x="10604" y="1930"/>
                </a:moveTo>
                <a:lnTo>
                  <a:pt x="10464" y="1638"/>
                </a:lnTo>
                <a:lnTo>
                  <a:pt x="10426" y="1816"/>
                </a:lnTo>
                <a:lnTo>
                  <a:pt x="10604" y="1930"/>
                </a:lnTo>
                <a:close/>
              </a:path>
              <a:path w="31114" h="16509">
                <a:moveTo>
                  <a:pt x="10782" y="10668"/>
                </a:moveTo>
                <a:lnTo>
                  <a:pt x="10617" y="10782"/>
                </a:lnTo>
                <a:lnTo>
                  <a:pt x="10756" y="10896"/>
                </a:lnTo>
                <a:lnTo>
                  <a:pt x="10782" y="10668"/>
                </a:lnTo>
                <a:close/>
              </a:path>
              <a:path w="31114" h="16509">
                <a:moveTo>
                  <a:pt x="10807" y="13576"/>
                </a:moveTo>
                <a:lnTo>
                  <a:pt x="10655" y="13639"/>
                </a:lnTo>
                <a:lnTo>
                  <a:pt x="10756" y="13830"/>
                </a:lnTo>
                <a:lnTo>
                  <a:pt x="10807" y="13576"/>
                </a:lnTo>
                <a:close/>
              </a:path>
              <a:path w="31114" h="16509">
                <a:moveTo>
                  <a:pt x="10883" y="14020"/>
                </a:moveTo>
                <a:lnTo>
                  <a:pt x="10693" y="13881"/>
                </a:lnTo>
                <a:lnTo>
                  <a:pt x="10655" y="14135"/>
                </a:lnTo>
                <a:lnTo>
                  <a:pt x="10845" y="14135"/>
                </a:lnTo>
                <a:close/>
              </a:path>
              <a:path w="31114" h="16509">
                <a:moveTo>
                  <a:pt x="10896" y="2794"/>
                </a:moveTo>
                <a:lnTo>
                  <a:pt x="10883" y="3009"/>
                </a:lnTo>
                <a:lnTo>
                  <a:pt x="10896" y="2794"/>
                </a:lnTo>
                <a:close/>
              </a:path>
              <a:path w="31114" h="16509">
                <a:moveTo>
                  <a:pt x="11150" y="13957"/>
                </a:moveTo>
                <a:lnTo>
                  <a:pt x="11036" y="13690"/>
                </a:lnTo>
                <a:lnTo>
                  <a:pt x="10909" y="13957"/>
                </a:lnTo>
                <a:lnTo>
                  <a:pt x="11150" y="14160"/>
                </a:lnTo>
                <a:lnTo>
                  <a:pt x="11150" y="13957"/>
                </a:lnTo>
                <a:close/>
              </a:path>
              <a:path w="31114" h="16509">
                <a:moveTo>
                  <a:pt x="11353" y="15900"/>
                </a:moveTo>
                <a:lnTo>
                  <a:pt x="11315" y="15722"/>
                </a:lnTo>
                <a:lnTo>
                  <a:pt x="11277" y="15900"/>
                </a:lnTo>
                <a:close/>
              </a:path>
              <a:path w="31114" h="16509">
                <a:moveTo>
                  <a:pt x="11442" y="12674"/>
                </a:moveTo>
                <a:lnTo>
                  <a:pt x="11214" y="12750"/>
                </a:lnTo>
                <a:lnTo>
                  <a:pt x="11290" y="12941"/>
                </a:lnTo>
                <a:lnTo>
                  <a:pt x="11290" y="12814"/>
                </a:lnTo>
                <a:lnTo>
                  <a:pt x="11442" y="12674"/>
                </a:lnTo>
                <a:close/>
              </a:path>
              <a:path w="31114" h="16509">
                <a:moveTo>
                  <a:pt x="11480" y="15900"/>
                </a:moveTo>
                <a:close/>
              </a:path>
              <a:path w="31114" h="16509">
                <a:moveTo>
                  <a:pt x="11569" y="12954"/>
                </a:moveTo>
                <a:lnTo>
                  <a:pt x="11442" y="12839"/>
                </a:lnTo>
                <a:lnTo>
                  <a:pt x="11315" y="12954"/>
                </a:lnTo>
                <a:lnTo>
                  <a:pt x="11468" y="12992"/>
                </a:lnTo>
                <a:close/>
              </a:path>
              <a:path w="31114" h="16509">
                <a:moveTo>
                  <a:pt x="11582" y="9804"/>
                </a:moveTo>
                <a:lnTo>
                  <a:pt x="11341" y="9791"/>
                </a:lnTo>
                <a:lnTo>
                  <a:pt x="11341" y="9664"/>
                </a:lnTo>
                <a:lnTo>
                  <a:pt x="11277" y="9994"/>
                </a:lnTo>
                <a:lnTo>
                  <a:pt x="11201" y="9791"/>
                </a:lnTo>
                <a:lnTo>
                  <a:pt x="11137" y="10363"/>
                </a:lnTo>
                <a:lnTo>
                  <a:pt x="11315" y="10071"/>
                </a:lnTo>
                <a:lnTo>
                  <a:pt x="11582" y="9804"/>
                </a:lnTo>
                <a:close/>
              </a:path>
              <a:path w="31114" h="16509">
                <a:moveTo>
                  <a:pt x="11785" y="14097"/>
                </a:moveTo>
                <a:lnTo>
                  <a:pt x="11684" y="13957"/>
                </a:lnTo>
                <a:lnTo>
                  <a:pt x="11569" y="14097"/>
                </a:lnTo>
                <a:lnTo>
                  <a:pt x="11785" y="14097"/>
                </a:lnTo>
                <a:close/>
              </a:path>
              <a:path w="31114" h="16509">
                <a:moveTo>
                  <a:pt x="12001" y="11099"/>
                </a:moveTo>
                <a:lnTo>
                  <a:pt x="11861" y="11099"/>
                </a:lnTo>
                <a:lnTo>
                  <a:pt x="11861" y="11328"/>
                </a:lnTo>
                <a:lnTo>
                  <a:pt x="12001" y="11099"/>
                </a:lnTo>
                <a:close/>
              </a:path>
              <a:path w="31114" h="16509">
                <a:moveTo>
                  <a:pt x="12026" y="6591"/>
                </a:moveTo>
                <a:lnTo>
                  <a:pt x="11963" y="7023"/>
                </a:lnTo>
                <a:lnTo>
                  <a:pt x="12026" y="6591"/>
                </a:lnTo>
                <a:close/>
              </a:path>
              <a:path w="31114" h="16509">
                <a:moveTo>
                  <a:pt x="12077" y="7759"/>
                </a:moveTo>
                <a:lnTo>
                  <a:pt x="12001" y="7505"/>
                </a:lnTo>
                <a:lnTo>
                  <a:pt x="11925" y="7861"/>
                </a:lnTo>
                <a:lnTo>
                  <a:pt x="12077" y="7759"/>
                </a:lnTo>
                <a:close/>
              </a:path>
              <a:path w="31114" h="16509">
                <a:moveTo>
                  <a:pt x="12179" y="13195"/>
                </a:moveTo>
                <a:lnTo>
                  <a:pt x="11912" y="13119"/>
                </a:lnTo>
                <a:lnTo>
                  <a:pt x="12090" y="13449"/>
                </a:lnTo>
                <a:lnTo>
                  <a:pt x="12179" y="13195"/>
                </a:lnTo>
                <a:close/>
              </a:path>
              <a:path w="31114" h="16509">
                <a:moveTo>
                  <a:pt x="12433" y="11823"/>
                </a:moveTo>
                <a:lnTo>
                  <a:pt x="12407" y="11645"/>
                </a:lnTo>
                <a:lnTo>
                  <a:pt x="12255" y="11861"/>
                </a:lnTo>
                <a:lnTo>
                  <a:pt x="12433" y="11823"/>
                </a:lnTo>
                <a:close/>
              </a:path>
              <a:path w="31114" h="16509">
                <a:moveTo>
                  <a:pt x="12623" y="13487"/>
                </a:moveTo>
                <a:lnTo>
                  <a:pt x="12280" y="13423"/>
                </a:lnTo>
                <a:lnTo>
                  <a:pt x="12433" y="13589"/>
                </a:lnTo>
                <a:lnTo>
                  <a:pt x="12623" y="13487"/>
                </a:lnTo>
                <a:close/>
              </a:path>
              <a:path w="31114" h="16509">
                <a:moveTo>
                  <a:pt x="12623" y="12700"/>
                </a:moveTo>
                <a:lnTo>
                  <a:pt x="12484" y="12801"/>
                </a:lnTo>
                <a:lnTo>
                  <a:pt x="12433" y="12649"/>
                </a:lnTo>
                <a:lnTo>
                  <a:pt x="12268" y="12496"/>
                </a:lnTo>
                <a:lnTo>
                  <a:pt x="12179" y="12827"/>
                </a:lnTo>
                <a:lnTo>
                  <a:pt x="12268" y="13017"/>
                </a:lnTo>
                <a:lnTo>
                  <a:pt x="12331" y="12865"/>
                </a:lnTo>
                <a:lnTo>
                  <a:pt x="12433" y="13042"/>
                </a:lnTo>
                <a:lnTo>
                  <a:pt x="12280" y="13182"/>
                </a:lnTo>
                <a:lnTo>
                  <a:pt x="12280" y="13385"/>
                </a:lnTo>
                <a:lnTo>
                  <a:pt x="12357" y="13157"/>
                </a:lnTo>
                <a:lnTo>
                  <a:pt x="12585" y="13296"/>
                </a:lnTo>
                <a:lnTo>
                  <a:pt x="12623" y="13106"/>
                </a:lnTo>
                <a:lnTo>
                  <a:pt x="12471" y="13004"/>
                </a:lnTo>
                <a:lnTo>
                  <a:pt x="12509" y="12877"/>
                </a:lnTo>
                <a:lnTo>
                  <a:pt x="12623" y="12700"/>
                </a:lnTo>
                <a:close/>
              </a:path>
              <a:path w="31114" h="16509">
                <a:moveTo>
                  <a:pt x="12687" y="7785"/>
                </a:moveTo>
                <a:lnTo>
                  <a:pt x="12509" y="8001"/>
                </a:lnTo>
                <a:lnTo>
                  <a:pt x="12687" y="7962"/>
                </a:lnTo>
                <a:lnTo>
                  <a:pt x="12687" y="7785"/>
                </a:lnTo>
                <a:close/>
              </a:path>
              <a:path w="31114" h="16509">
                <a:moveTo>
                  <a:pt x="12801" y="13792"/>
                </a:moveTo>
                <a:lnTo>
                  <a:pt x="12623" y="13639"/>
                </a:lnTo>
                <a:lnTo>
                  <a:pt x="12687" y="13868"/>
                </a:lnTo>
                <a:close/>
              </a:path>
              <a:path w="31114" h="16509">
                <a:moveTo>
                  <a:pt x="12941" y="10629"/>
                </a:moveTo>
                <a:lnTo>
                  <a:pt x="12712" y="10401"/>
                </a:lnTo>
                <a:lnTo>
                  <a:pt x="12547" y="10452"/>
                </a:lnTo>
                <a:lnTo>
                  <a:pt x="12509" y="10591"/>
                </a:lnTo>
                <a:lnTo>
                  <a:pt x="12687" y="10591"/>
                </a:lnTo>
                <a:lnTo>
                  <a:pt x="12674" y="10807"/>
                </a:lnTo>
                <a:lnTo>
                  <a:pt x="12941" y="10629"/>
                </a:lnTo>
                <a:close/>
              </a:path>
              <a:path w="31114" h="16509">
                <a:moveTo>
                  <a:pt x="13030" y="6184"/>
                </a:moveTo>
                <a:lnTo>
                  <a:pt x="12865" y="5969"/>
                </a:lnTo>
                <a:lnTo>
                  <a:pt x="13017" y="5867"/>
                </a:lnTo>
                <a:lnTo>
                  <a:pt x="12928" y="5676"/>
                </a:lnTo>
                <a:lnTo>
                  <a:pt x="12700" y="5867"/>
                </a:lnTo>
                <a:lnTo>
                  <a:pt x="12877" y="6375"/>
                </a:lnTo>
                <a:lnTo>
                  <a:pt x="12928" y="6553"/>
                </a:lnTo>
                <a:lnTo>
                  <a:pt x="12928" y="6261"/>
                </a:lnTo>
                <a:close/>
              </a:path>
              <a:path w="31114" h="16509">
                <a:moveTo>
                  <a:pt x="13220" y="9359"/>
                </a:moveTo>
                <a:lnTo>
                  <a:pt x="13182" y="8661"/>
                </a:lnTo>
                <a:lnTo>
                  <a:pt x="13220" y="9601"/>
                </a:lnTo>
                <a:lnTo>
                  <a:pt x="13220" y="9359"/>
                </a:lnTo>
                <a:close/>
              </a:path>
              <a:path w="31114" h="16509">
                <a:moveTo>
                  <a:pt x="13284" y="25"/>
                </a:moveTo>
                <a:lnTo>
                  <a:pt x="13144" y="0"/>
                </a:lnTo>
                <a:lnTo>
                  <a:pt x="13182" y="215"/>
                </a:lnTo>
                <a:lnTo>
                  <a:pt x="13284" y="25"/>
                </a:lnTo>
                <a:close/>
              </a:path>
              <a:path w="31114" h="16509">
                <a:moveTo>
                  <a:pt x="13423" y="9906"/>
                </a:moveTo>
                <a:lnTo>
                  <a:pt x="13385" y="9626"/>
                </a:lnTo>
                <a:lnTo>
                  <a:pt x="13309" y="9207"/>
                </a:lnTo>
                <a:lnTo>
                  <a:pt x="13284" y="9385"/>
                </a:lnTo>
                <a:lnTo>
                  <a:pt x="13309" y="9626"/>
                </a:lnTo>
                <a:lnTo>
                  <a:pt x="13347" y="9906"/>
                </a:lnTo>
                <a:close/>
              </a:path>
              <a:path w="31114" h="16509">
                <a:moveTo>
                  <a:pt x="13500" y="9867"/>
                </a:moveTo>
                <a:lnTo>
                  <a:pt x="13347" y="10083"/>
                </a:lnTo>
                <a:lnTo>
                  <a:pt x="13500" y="9867"/>
                </a:lnTo>
                <a:close/>
              </a:path>
              <a:path w="31114" h="16509">
                <a:moveTo>
                  <a:pt x="13677" y="10883"/>
                </a:moveTo>
                <a:lnTo>
                  <a:pt x="13627" y="10629"/>
                </a:lnTo>
                <a:lnTo>
                  <a:pt x="13563" y="10883"/>
                </a:lnTo>
                <a:close/>
              </a:path>
              <a:path w="31114" h="16509">
                <a:moveTo>
                  <a:pt x="13703" y="8877"/>
                </a:moveTo>
                <a:lnTo>
                  <a:pt x="13665" y="8737"/>
                </a:lnTo>
                <a:lnTo>
                  <a:pt x="13449" y="8991"/>
                </a:lnTo>
                <a:lnTo>
                  <a:pt x="13563" y="9131"/>
                </a:lnTo>
                <a:lnTo>
                  <a:pt x="13703" y="8877"/>
                </a:lnTo>
                <a:close/>
              </a:path>
              <a:path w="31114" h="16509">
                <a:moveTo>
                  <a:pt x="13881" y="10604"/>
                </a:moveTo>
                <a:lnTo>
                  <a:pt x="13843" y="10312"/>
                </a:lnTo>
                <a:lnTo>
                  <a:pt x="13817" y="10083"/>
                </a:lnTo>
                <a:lnTo>
                  <a:pt x="13703" y="9753"/>
                </a:lnTo>
                <a:lnTo>
                  <a:pt x="13639" y="10553"/>
                </a:lnTo>
                <a:lnTo>
                  <a:pt x="13881" y="10604"/>
                </a:lnTo>
                <a:close/>
              </a:path>
              <a:path w="31114" h="16509">
                <a:moveTo>
                  <a:pt x="13893" y="7366"/>
                </a:moveTo>
                <a:lnTo>
                  <a:pt x="13741" y="7175"/>
                </a:lnTo>
                <a:lnTo>
                  <a:pt x="13779" y="7366"/>
                </a:lnTo>
                <a:close/>
              </a:path>
              <a:path w="31114" h="16509">
                <a:moveTo>
                  <a:pt x="14300" y="11226"/>
                </a:moveTo>
                <a:lnTo>
                  <a:pt x="14147" y="11010"/>
                </a:lnTo>
                <a:lnTo>
                  <a:pt x="14109" y="10820"/>
                </a:lnTo>
                <a:lnTo>
                  <a:pt x="14008" y="10985"/>
                </a:lnTo>
                <a:lnTo>
                  <a:pt x="13931" y="10845"/>
                </a:lnTo>
                <a:lnTo>
                  <a:pt x="13970" y="10718"/>
                </a:lnTo>
                <a:lnTo>
                  <a:pt x="13792" y="10629"/>
                </a:lnTo>
                <a:lnTo>
                  <a:pt x="13931" y="11099"/>
                </a:lnTo>
                <a:lnTo>
                  <a:pt x="14135" y="11201"/>
                </a:lnTo>
                <a:lnTo>
                  <a:pt x="14173" y="11430"/>
                </a:lnTo>
                <a:lnTo>
                  <a:pt x="14300" y="11226"/>
                </a:lnTo>
                <a:close/>
              </a:path>
              <a:path w="31114" h="16509">
                <a:moveTo>
                  <a:pt x="14478" y="12369"/>
                </a:moveTo>
                <a:lnTo>
                  <a:pt x="14376" y="12128"/>
                </a:lnTo>
                <a:lnTo>
                  <a:pt x="14401" y="11912"/>
                </a:lnTo>
                <a:lnTo>
                  <a:pt x="14325" y="12103"/>
                </a:lnTo>
                <a:lnTo>
                  <a:pt x="14363" y="12230"/>
                </a:lnTo>
                <a:lnTo>
                  <a:pt x="14363" y="12484"/>
                </a:lnTo>
                <a:close/>
              </a:path>
              <a:path w="31114" h="16509">
                <a:moveTo>
                  <a:pt x="17246" y="8432"/>
                </a:moveTo>
                <a:lnTo>
                  <a:pt x="17094" y="8318"/>
                </a:lnTo>
                <a:lnTo>
                  <a:pt x="17068" y="8483"/>
                </a:lnTo>
                <a:lnTo>
                  <a:pt x="17246" y="8432"/>
                </a:lnTo>
                <a:close/>
              </a:path>
              <a:path w="31114" h="16509">
                <a:moveTo>
                  <a:pt x="30022" y="11341"/>
                </a:moveTo>
                <a:lnTo>
                  <a:pt x="29946" y="10299"/>
                </a:lnTo>
                <a:lnTo>
                  <a:pt x="29984" y="9537"/>
                </a:lnTo>
                <a:lnTo>
                  <a:pt x="29895" y="10109"/>
                </a:lnTo>
                <a:lnTo>
                  <a:pt x="29972" y="11163"/>
                </a:lnTo>
                <a:lnTo>
                  <a:pt x="29946" y="11912"/>
                </a:lnTo>
                <a:lnTo>
                  <a:pt x="30022" y="11341"/>
                </a:lnTo>
                <a:close/>
              </a:path>
              <a:path w="31114" h="16509">
                <a:moveTo>
                  <a:pt x="30759" y="15900"/>
                </a:moveTo>
                <a:lnTo>
                  <a:pt x="30746" y="15773"/>
                </a:lnTo>
                <a:lnTo>
                  <a:pt x="30708" y="15506"/>
                </a:lnTo>
                <a:lnTo>
                  <a:pt x="30670" y="15760"/>
                </a:lnTo>
                <a:lnTo>
                  <a:pt x="30683" y="159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bg object 134"/>
          <p:cNvSpPr/>
          <p:nvPr/>
        </p:nvSpPr>
        <p:spPr>
          <a:xfrm>
            <a:off x="1943404" y="1051978"/>
            <a:ext cx="30480" cy="19050"/>
          </a:xfrm>
          <a:custGeom>
            <a:avLst/>
            <a:gdLst/>
            <a:ahLst/>
            <a:cxnLst/>
            <a:rect l="l" t="t" r="r" b="b"/>
            <a:pathLst>
              <a:path w="30480" h="19050">
                <a:moveTo>
                  <a:pt x="7772" y="17195"/>
                </a:moveTo>
                <a:lnTo>
                  <a:pt x="7759" y="16713"/>
                </a:lnTo>
                <a:lnTo>
                  <a:pt x="7620" y="16713"/>
                </a:lnTo>
                <a:lnTo>
                  <a:pt x="7772" y="17195"/>
                </a:lnTo>
                <a:close/>
              </a:path>
              <a:path w="30480" h="19050">
                <a:moveTo>
                  <a:pt x="7975" y="16560"/>
                </a:moveTo>
                <a:lnTo>
                  <a:pt x="7772" y="16383"/>
                </a:lnTo>
                <a:lnTo>
                  <a:pt x="7874" y="16560"/>
                </a:lnTo>
                <a:lnTo>
                  <a:pt x="7899" y="16700"/>
                </a:lnTo>
                <a:lnTo>
                  <a:pt x="7975" y="16560"/>
                </a:lnTo>
                <a:close/>
              </a:path>
              <a:path w="30480" h="19050">
                <a:moveTo>
                  <a:pt x="9017" y="7150"/>
                </a:moveTo>
                <a:lnTo>
                  <a:pt x="8928" y="6908"/>
                </a:lnTo>
                <a:lnTo>
                  <a:pt x="8928" y="7200"/>
                </a:lnTo>
                <a:close/>
              </a:path>
              <a:path w="30480" h="19050">
                <a:moveTo>
                  <a:pt x="9448" y="17868"/>
                </a:moveTo>
                <a:lnTo>
                  <a:pt x="8915" y="17868"/>
                </a:lnTo>
                <a:lnTo>
                  <a:pt x="8877" y="18034"/>
                </a:lnTo>
                <a:lnTo>
                  <a:pt x="8750" y="17868"/>
                </a:lnTo>
                <a:lnTo>
                  <a:pt x="63" y="17868"/>
                </a:lnTo>
                <a:lnTo>
                  <a:pt x="127" y="18427"/>
                </a:lnTo>
                <a:lnTo>
                  <a:pt x="9334" y="18427"/>
                </a:lnTo>
                <a:lnTo>
                  <a:pt x="9283" y="18034"/>
                </a:lnTo>
                <a:lnTo>
                  <a:pt x="9448" y="17868"/>
                </a:lnTo>
                <a:close/>
              </a:path>
              <a:path w="30480" h="19050">
                <a:moveTo>
                  <a:pt x="9461" y="16586"/>
                </a:moveTo>
                <a:lnTo>
                  <a:pt x="9398" y="16814"/>
                </a:lnTo>
                <a:lnTo>
                  <a:pt x="9461" y="16586"/>
                </a:lnTo>
                <a:close/>
              </a:path>
              <a:path w="30480" h="19050">
                <a:moveTo>
                  <a:pt x="9575" y="17538"/>
                </a:moveTo>
                <a:lnTo>
                  <a:pt x="9474" y="17030"/>
                </a:lnTo>
                <a:lnTo>
                  <a:pt x="9321" y="17030"/>
                </a:lnTo>
                <a:lnTo>
                  <a:pt x="9372" y="17170"/>
                </a:lnTo>
                <a:lnTo>
                  <a:pt x="9372" y="17373"/>
                </a:lnTo>
                <a:lnTo>
                  <a:pt x="9321" y="17526"/>
                </a:lnTo>
                <a:lnTo>
                  <a:pt x="9220" y="17386"/>
                </a:lnTo>
                <a:lnTo>
                  <a:pt x="9131" y="17564"/>
                </a:lnTo>
                <a:lnTo>
                  <a:pt x="9271" y="17513"/>
                </a:lnTo>
                <a:lnTo>
                  <a:pt x="9296" y="17716"/>
                </a:lnTo>
                <a:lnTo>
                  <a:pt x="9512" y="17716"/>
                </a:lnTo>
                <a:lnTo>
                  <a:pt x="9550" y="17932"/>
                </a:lnTo>
                <a:lnTo>
                  <a:pt x="9575" y="17538"/>
                </a:lnTo>
                <a:close/>
              </a:path>
              <a:path w="30480" h="19050">
                <a:moveTo>
                  <a:pt x="9791" y="16294"/>
                </a:moveTo>
                <a:lnTo>
                  <a:pt x="9690" y="16586"/>
                </a:lnTo>
                <a:lnTo>
                  <a:pt x="9652" y="16357"/>
                </a:lnTo>
                <a:lnTo>
                  <a:pt x="9410" y="16357"/>
                </a:lnTo>
                <a:lnTo>
                  <a:pt x="9550" y="16421"/>
                </a:lnTo>
                <a:lnTo>
                  <a:pt x="9575" y="16573"/>
                </a:lnTo>
                <a:lnTo>
                  <a:pt x="9550" y="16802"/>
                </a:lnTo>
                <a:lnTo>
                  <a:pt x="9652" y="16649"/>
                </a:lnTo>
                <a:lnTo>
                  <a:pt x="9550" y="16878"/>
                </a:lnTo>
                <a:lnTo>
                  <a:pt x="9588" y="17094"/>
                </a:lnTo>
                <a:lnTo>
                  <a:pt x="9753" y="16776"/>
                </a:lnTo>
                <a:lnTo>
                  <a:pt x="9791" y="16294"/>
                </a:lnTo>
                <a:close/>
              </a:path>
              <a:path w="30480" h="19050">
                <a:moveTo>
                  <a:pt x="9982" y="17564"/>
                </a:moveTo>
                <a:lnTo>
                  <a:pt x="9918" y="17348"/>
                </a:lnTo>
                <a:lnTo>
                  <a:pt x="9918" y="17538"/>
                </a:lnTo>
                <a:close/>
              </a:path>
              <a:path w="30480" h="19050">
                <a:moveTo>
                  <a:pt x="10020" y="11620"/>
                </a:moveTo>
                <a:lnTo>
                  <a:pt x="9994" y="11290"/>
                </a:lnTo>
                <a:lnTo>
                  <a:pt x="9956" y="10769"/>
                </a:lnTo>
                <a:lnTo>
                  <a:pt x="9931" y="10502"/>
                </a:lnTo>
                <a:lnTo>
                  <a:pt x="9918" y="10185"/>
                </a:lnTo>
                <a:lnTo>
                  <a:pt x="8178" y="10185"/>
                </a:lnTo>
                <a:lnTo>
                  <a:pt x="8178" y="12433"/>
                </a:lnTo>
                <a:lnTo>
                  <a:pt x="8153" y="12598"/>
                </a:lnTo>
                <a:lnTo>
                  <a:pt x="8026" y="12433"/>
                </a:lnTo>
                <a:lnTo>
                  <a:pt x="8178" y="12433"/>
                </a:lnTo>
                <a:lnTo>
                  <a:pt x="8178" y="10185"/>
                </a:lnTo>
                <a:lnTo>
                  <a:pt x="8013" y="10185"/>
                </a:lnTo>
                <a:lnTo>
                  <a:pt x="8013" y="12192"/>
                </a:lnTo>
                <a:lnTo>
                  <a:pt x="7950" y="11887"/>
                </a:lnTo>
                <a:lnTo>
                  <a:pt x="8013" y="12192"/>
                </a:lnTo>
                <a:lnTo>
                  <a:pt x="8013" y="10185"/>
                </a:lnTo>
                <a:lnTo>
                  <a:pt x="0" y="10185"/>
                </a:lnTo>
                <a:lnTo>
                  <a:pt x="25" y="12738"/>
                </a:lnTo>
                <a:lnTo>
                  <a:pt x="8140" y="12738"/>
                </a:lnTo>
                <a:lnTo>
                  <a:pt x="9753" y="12738"/>
                </a:lnTo>
                <a:lnTo>
                  <a:pt x="9753" y="12598"/>
                </a:lnTo>
                <a:lnTo>
                  <a:pt x="9893" y="12433"/>
                </a:lnTo>
                <a:lnTo>
                  <a:pt x="9931" y="12192"/>
                </a:lnTo>
                <a:lnTo>
                  <a:pt x="9804" y="12433"/>
                </a:lnTo>
                <a:lnTo>
                  <a:pt x="9766" y="12192"/>
                </a:lnTo>
                <a:lnTo>
                  <a:pt x="9715" y="11620"/>
                </a:lnTo>
                <a:lnTo>
                  <a:pt x="9740" y="11290"/>
                </a:lnTo>
                <a:lnTo>
                  <a:pt x="9817" y="11620"/>
                </a:lnTo>
                <a:lnTo>
                  <a:pt x="10020" y="11620"/>
                </a:lnTo>
                <a:close/>
              </a:path>
              <a:path w="30480" h="19050">
                <a:moveTo>
                  <a:pt x="10045" y="17272"/>
                </a:moveTo>
                <a:lnTo>
                  <a:pt x="10007" y="16954"/>
                </a:lnTo>
                <a:lnTo>
                  <a:pt x="9944" y="17310"/>
                </a:lnTo>
                <a:close/>
              </a:path>
              <a:path w="30480" h="19050">
                <a:moveTo>
                  <a:pt x="10121" y="863"/>
                </a:moveTo>
                <a:lnTo>
                  <a:pt x="9906" y="901"/>
                </a:lnTo>
                <a:lnTo>
                  <a:pt x="9906" y="1193"/>
                </a:lnTo>
                <a:lnTo>
                  <a:pt x="10121" y="1054"/>
                </a:lnTo>
                <a:lnTo>
                  <a:pt x="10121" y="863"/>
                </a:lnTo>
                <a:close/>
              </a:path>
              <a:path w="30480" h="19050">
                <a:moveTo>
                  <a:pt x="10160" y="18199"/>
                </a:moveTo>
                <a:lnTo>
                  <a:pt x="10020" y="18072"/>
                </a:lnTo>
                <a:lnTo>
                  <a:pt x="10071" y="18313"/>
                </a:lnTo>
                <a:lnTo>
                  <a:pt x="10058" y="18440"/>
                </a:lnTo>
                <a:lnTo>
                  <a:pt x="10147" y="18313"/>
                </a:lnTo>
                <a:close/>
              </a:path>
              <a:path w="30480" h="19050">
                <a:moveTo>
                  <a:pt x="10198" y="16764"/>
                </a:moveTo>
                <a:lnTo>
                  <a:pt x="10045" y="16840"/>
                </a:lnTo>
                <a:lnTo>
                  <a:pt x="10083" y="16979"/>
                </a:lnTo>
                <a:lnTo>
                  <a:pt x="10198" y="16764"/>
                </a:lnTo>
                <a:close/>
              </a:path>
              <a:path w="30480" h="19050">
                <a:moveTo>
                  <a:pt x="10236" y="12827"/>
                </a:moveTo>
                <a:lnTo>
                  <a:pt x="10083" y="12763"/>
                </a:lnTo>
                <a:lnTo>
                  <a:pt x="10134" y="12979"/>
                </a:lnTo>
                <a:lnTo>
                  <a:pt x="9982" y="13055"/>
                </a:lnTo>
                <a:lnTo>
                  <a:pt x="10020" y="13195"/>
                </a:lnTo>
                <a:lnTo>
                  <a:pt x="10198" y="13119"/>
                </a:lnTo>
                <a:lnTo>
                  <a:pt x="10198" y="12903"/>
                </a:lnTo>
                <a:close/>
              </a:path>
              <a:path w="30480" h="19050">
                <a:moveTo>
                  <a:pt x="10337" y="13258"/>
                </a:moveTo>
                <a:lnTo>
                  <a:pt x="10274" y="13462"/>
                </a:lnTo>
                <a:lnTo>
                  <a:pt x="10337" y="13258"/>
                </a:lnTo>
                <a:close/>
              </a:path>
              <a:path w="30480" h="19050">
                <a:moveTo>
                  <a:pt x="10414" y="4622"/>
                </a:moveTo>
                <a:lnTo>
                  <a:pt x="10236" y="4737"/>
                </a:lnTo>
                <a:lnTo>
                  <a:pt x="10274" y="4927"/>
                </a:lnTo>
                <a:lnTo>
                  <a:pt x="10414" y="4622"/>
                </a:lnTo>
                <a:close/>
              </a:path>
              <a:path w="30480" h="19050">
                <a:moveTo>
                  <a:pt x="10452" y="18440"/>
                </a:moveTo>
                <a:lnTo>
                  <a:pt x="10375" y="18262"/>
                </a:lnTo>
                <a:lnTo>
                  <a:pt x="10337" y="18440"/>
                </a:lnTo>
                <a:close/>
              </a:path>
              <a:path w="30480" h="19050">
                <a:moveTo>
                  <a:pt x="10464" y="16230"/>
                </a:moveTo>
                <a:lnTo>
                  <a:pt x="10198" y="15214"/>
                </a:lnTo>
                <a:lnTo>
                  <a:pt x="9982" y="13893"/>
                </a:lnTo>
                <a:lnTo>
                  <a:pt x="9906" y="14020"/>
                </a:lnTo>
                <a:lnTo>
                  <a:pt x="9804" y="13589"/>
                </a:lnTo>
                <a:lnTo>
                  <a:pt x="9753" y="13208"/>
                </a:lnTo>
                <a:lnTo>
                  <a:pt x="25" y="13208"/>
                </a:lnTo>
                <a:lnTo>
                  <a:pt x="63" y="16713"/>
                </a:lnTo>
                <a:lnTo>
                  <a:pt x="7620" y="16713"/>
                </a:lnTo>
                <a:lnTo>
                  <a:pt x="7670" y="16230"/>
                </a:lnTo>
                <a:lnTo>
                  <a:pt x="8318" y="16230"/>
                </a:lnTo>
                <a:lnTo>
                  <a:pt x="6286" y="13589"/>
                </a:lnTo>
                <a:lnTo>
                  <a:pt x="8001" y="13589"/>
                </a:lnTo>
                <a:lnTo>
                  <a:pt x="8356" y="13589"/>
                </a:lnTo>
                <a:lnTo>
                  <a:pt x="9321" y="13589"/>
                </a:lnTo>
                <a:lnTo>
                  <a:pt x="9321" y="14960"/>
                </a:lnTo>
                <a:lnTo>
                  <a:pt x="8953" y="15519"/>
                </a:lnTo>
                <a:lnTo>
                  <a:pt x="8585" y="14770"/>
                </a:lnTo>
                <a:lnTo>
                  <a:pt x="8788" y="15798"/>
                </a:lnTo>
                <a:lnTo>
                  <a:pt x="8509" y="16230"/>
                </a:lnTo>
                <a:lnTo>
                  <a:pt x="8877" y="16230"/>
                </a:lnTo>
                <a:lnTo>
                  <a:pt x="9321" y="16230"/>
                </a:lnTo>
                <a:lnTo>
                  <a:pt x="10375" y="16230"/>
                </a:lnTo>
                <a:close/>
              </a:path>
              <a:path w="30480" h="19050">
                <a:moveTo>
                  <a:pt x="10553" y="18440"/>
                </a:moveTo>
                <a:close/>
              </a:path>
              <a:path w="30480" h="19050">
                <a:moveTo>
                  <a:pt x="10693" y="3746"/>
                </a:moveTo>
                <a:lnTo>
                  <a:pt x="10655" y="3517"/>
                </a:lnTo>
                <a:lnTo>
                  <a:pt x="10617" y="3708"/>
                </a:lnTo>
                <a:close/>
              </a:path>
              <a:path w="30480" h="19050">
                <a:moveTo>
                  <a:pt x="10782" y="13195"/>
                </a:moveTo>
                <a:lnTo>
                  <a:pt x="10617" y="13309"/>
                </a:lnTo>
                <a:lnTo>
                  <a:pt x="10756" y="13423"/>
                </a:lnTo>
                <a:lnTo>
                  <a:pt x="10782" y="13195"/>
                </a:lnTo>
                <a:close/>
              </a:path>
              <a:path w="30480" h="19050">
                <a:moveTo>
                  <a:pt x="10807" y="16129"/>
                </a:moveTo>
                <a:lnTo>
                  <a:pt x="10655" y="16179"/>
                </a:lnTo>
                <a:lnTo>
                  <a:pt x="10756" y="16383"/>
                </a:lnTo>
                <a:lnTo>
                  <a:pt x="10807" y="16129"/>
                </a:lnTo>
                <a:close/>
              </a:path>
              <a:path w="30480" h="19050">
                <a:moveTo>
                  <a:pt x="10883" y="16535"/>
                </a:moveTo>
                <a:lnTo>
                  <a:pt x="10693" y="16408"/>
                </a:lnTo>
                <a:lnTo>
                  <a:pt x="10655" y="16649"/>
                </a:lnTo>
                <a:lnTo>
                  <a:pt x="10845" y="16649"/>
                </a:lnTo>
                <a:close/>
              </a:path>
              <a:path w="30480" h="19050">
                <a:moveTo>
                  <a:pt x="11087" y="16433"/>
                </a:moveTo>
                <a:lnTo>
                  <a:pt x="11036" y="16217"/>
                </a:lnTo>
                <a:lnTo>
                  <a:pt x="10909" y="16471"/>
                </a:lnTo>
                <a:lnTo>
                  <a:pt x="11087" y="16433"/>
                </a:lnTo>
                <a:close/>
              </a:path>
              <a:path w="30480" h="19050">
                <a:moveTo>
                  <a:pt x="11150" y="16484"/>
                </a:moveTo>
                <a:lnTo>
                  <a:pt x="10998" y="16484"/>
                </a:lnTo>
                <a:lnTo>
                  <a:pt x="11150" y="16687"/>
                </a:lnTo>
                <a:lnTo>
                  <a:pt x="11150" y="16484"/>
                </a:lnTo>
                <a:close/>
              </a:path>
              <a:path w="30480" h="19050">
                <a:moveTo>
                  <a:pt x="11353" y="18440"/>
                </a:moveTo>
                <a:lnTo>
                  <a:pt x="11315" y="18262"/>
                </a:lnTo>
                <a:lnTo>
                  <a:pt x="11277" y="18440"/>
                </a:lnTo>
                <a:close/>
              </a:path>
              <a:path w="30480" h="19050">
                <a:moveTo>
                  <a:pt x="11442" y="15405"/>
                </a:moveTo>
                <a:lnTo>
                  <a:pt x="11315" y="15506"/>
                </a:lnTo>
                <a:lnTo>
                  <a:pt x="11442" y="15405"/>
                </a:lnTo>
                <a:close/>
              </a:path>
              <a:path w="30480" h="19050">
                <a:moveTo>
                  <a:pt x="11442" y="15201"/>
                </a:moveTo>
                <a:lnTo>
                  <a:pt x="11214" y="15265"/>
                </a:lnTo>
                <a:lnTo>
                  <a:pt x="11290" y="15468"/>
                </a:lnTo>
                <a:lnTo>
                  <a:pt x="11290" y="15341"/>
                </a:lnTo>
                <a:lnTo>
                  <a:pt x="11442" y="15201"/>
                </a:lnTo>
                <a:close/>
              </a:path>
              <a:path w="30480" h="19050">
                <a:moveTo>
                  <a:pt x="11480" y="18440"/>
                </a:moveTo>
                <a:close/>
              </a:path>
              <a:path w="30480" h="19050">
                <a:moveTo>
                  <a:pt x="11569" y="15506"/>
                </a:moveTo>
                <a:close/>
              </a:path>
              <a:path w="30480" h="19050">
                <a:moveTo>
                  <a:pt x="11582" y="12344"/>
                </a:moveTo>
                <a:lnTo>
                  <a:pt x="11341" y="12331"/>
                </a:lnTo>
                <a:lnTo>
                  <a:pt x="11341" y="12204"/>
                </a:lnTo>
                <a:lnTo>
                  <a:pt x="11277" y="12534"/>
                </a:lnTo>
                <a:lnTo>
                  <a:pt x="11201" y="12331"/>
                </a:lnTo>
                <a:lnTo>
                  <a:pt x="11137" y="12903"/>
                </a:lnTo>
                <a:lnTo>
                  <a:pt x="11315" y="12611"/>
                </a:lnTo>
                <a:lnTo>
                  <a:pt x="11582" y="12344"/>
                </a:lnTo>
                <a:close/>
              </a:path>
              <a:path w="30480" h="19050">
                <a:moveTo>
                  <a:pt x="11785" y="16611"/>
                </a:moveTo>
                <a:lnTo>
                  <a:pt x="11684" y="16471"/>
                </a:lnTo>
                <a:lnTo>
                  <a:pt x="11569" y="16611"/>
                </a:lnTo>
                <a:lnTo>
                  <a:pt x="11785" y="16611"/>
                </a:lnTo>
                <a:close/>
              </a:path>
              <a:path w="30480" h="19050">
                <a:moveTo>
                  <a:pt x="12001" y="13639"/>
                </a:moveTo>
                <a:lnTo>
                  <a:pt x="11861" y="13639"/>
                </a:lnTo>
                <a:lnTo>
                  <a:pt x="11861" y="13855"/>
                </a:lnTo>
                <a:lnTo>
                  <a:pt x="12001" y="13639"/>
                </a:lnTo>
                <a:close/>
              </a:path>
              <a:path w="30480" h="19050">
                <a:moveTo>
                  <a:pt x="12077" y="10287"/>
                </a:moveTo>
                <a:lnTo>
                  <a:pt x="12001" y="10020"/>
                </a:lnTo>
                <a:lnTo>
                  <a:pt x="11925" y="10388"/>
                </a:lnTo>
                <a:lnTo>
                  <a:pt x="12077" y="10287"/>
                </a:lnTo>
                <a:close/>
              </a:path>
              <a:path w="30480" h="19050">
                <a:moveTo>
                  <a:pt x="12179" y="15748"/>
                </a:moveTo>
                <a:lnTo>
                  <a:pt x="11912" y="15659"/>
                </a:lnTo>
                <a:lnTo>
                  <a:pt x="12090" y="15989"/>
                </a:lnTo>
                <a:lnTo>
                  <a:pt x="12179" y="15748"/>
                </a:lnTo>
                <a:close/>
              </a:path>
              <a:path w="30480" h="19050">
                <a:moveTo>
                  <a:pt x="12433" y="14363"/>
                </a:moveTo>
                <a:lnTo>
                  <a:pt x="12407" y="14198"/>
                </a:lnTo>
                <a:lnTo>
                  <a:pt x="12255" y="14389"/>
                </a:lnTo>
                <a:lnTo>
                  <a:pt x="12433" y="14363"/>
                </a:lnTo>
                <a:close/>
              </a:path>
              <a:path w="30480" h="19050">
                <a:moveTo>
                  <a:pt x="12623" y="16027"/>
                </a:moveTo>
                <a:lnTo>
                  <a:pt x="12293" y="15976"/>
                </a:lnTo>
                <a:lnTo>
                  <a:pt x="12433" y="16129"/>
                </a:lnTo>
                <a:lnTo>
                  <a:pt x="12623" y="16027"/>
                </a:lnTo>
                <a:close/>
              </a:path>
              <a:path w="30480" h="19050">
                <a:moveTo>
                  <a:pt x="12623" y="15240"/>
                </a:moveTo>
                <a:lnTo>
                  <a:pt x="12484" y="15328"/>
                </a:lnTo>
                <a:lnTo>
                  <a:pt x="12433" y="15176"/>
                </a:lnTo>
                <a:lnTo>
                  <a:pt x="12268" y="15036"/>
                </a:lnTo>
                <a:lnTo>
                  <a:pt x="12179" y="15354"/>
                </a:lnTo>
                <a:lnTo>
                  <a:pt x="12268" y="15544"/>
                </a:lnTo>
                <a:lnTo>
                  <a:pt x="12331" y="15392"/>
                </a:lnTo>
                <a:lnTo>
                  <a:pt x="12433" y="15570"/>
                </a:lnTo>
                <a:lnTo>
                  <a:pt x="12280" y="15709"/>
                </a:lnTo>
                <a:lnTo>
                  <a:pt x="12280" y="15925"/>
                </a:lnTo>
                <a:lnTo>
                  <a:pt x="12357" y="15709"/>
                </a:lnTo>
                <a:lnTo>
                  <a:pt x="12585" y="15836"/>
                </a:lnTo>
                <a:lnTo>
                  <a:pt x="12623" y="15659"/>
                </a:lnTo>
                <a:lnTo>
                  <a:pt x="12471" y="15557"/>
                </a:lnTo>
                <a:lnTo>
                  <a:pt x="12534" y="15430"/>
                </a:lnTo>
                <a:lnTo>
                  <a:pt x="12623" y="15240"/>
                </a:lnTo>
                <a:close/>
              </a:path>
              <a:path w="30480" h="19050">
                <a:moveTo>
                  <a:pt x="12623" y="9131"/>
                </a:moveTo>
                <a:lnTo>
                  <a:pt x="12433" y="9131"/>
                </a:lnTo>
                <a:lnTo>
                  <a:pt x="12496" y="9271"/>
                </a:lnTo>
                <a:lnTo>
                  <a:pt x="12420" y="9563"/>
                </a:lnTo>
                <a:lnTo>
                  <a:pt x="12433" y="9893"/>
                </a:lnTo>
                <a:lnTo>
                  <a:pt x="12230" y="9639"/>
                </a:lnTo>
                <a:lnTo>
                  <a:pt x="12407" y="9588"/>
                </a:lnTo>
                <a:lnTo>
                  <a:pt x="12357" y="9296"/>
                </a:lnTo>
                <a:lnTo>
                  <a:pt x="12293" y="9118"/>
                </a:lnTo>
                <a:lnTo>
                  <a:pt x="12090" y="9118"/>
                </a:lnTo>
                <a:lnTo>
                  <a:pt x="11988" y="9334"/>
                </a:lnTo>
                <a:lnTo>
                  <a:pt x="12026" y="9118"/>
                </a:lnTo>
                <a:lnTo>
                  <a:pt x="11963" y="9550"/>
                </a:lnTo>
                <a:lnTo>
                  <a:pt x="11988" y="9359"/>
                </a:lnTo>
                <a:lnTo>
                  <a:pt x="12242" y="9436"/>
                </a:lnTo>
                <a:lnTo>
                  <a:pt x="12090" y="9410"/>
                </a:lnTo>
                <a:lnTo>
                  <a:pt x="12090" y="9626"/>
                </a:lnTo>
                <a:lnTo>
                  <a:pt x="12153" y="9766"/>
                </a:lnTo>
                <a:lnTo>
                  <a:pt x="12153" y="10147"/>
                </a:lnTo>
                <a:lnTo>
                  <a:pt x="12090" y="10541"/>
                </a:lnTo>
                <a:lnTo>
                  <a:pt x="12192" y="10248"/>
                </a:lnTo>
                <a:lnTo>
                  <a:pt x="12141" y="9994"/>
                </a:lnTo>
                <a:lnTo>
                  <a:pt x="12293" y="9893"/>
                </a:lnTo>
                <a:lnTo>
                  <a:pt x="12268" y="10172"/>
                </a:lnTo>
                <a:lnTo>
                  <a:pt x="12585" y="10210"/>
                </a:lnTo>
                <a:lnTo>
                  <a:pt x="12496" y="9893"/>
                </a:lnTo>
                <a:lnTo>
                  <a:pt x="12623" y="9385"/>
                </a:lnTo>
                <a:lnTo>
                  <a:pt x="12623" y="9131"/>
                </a:lnTo>
                <a:close/>
              </a:path>
              <a:path w="30480" h="19050">
                <a:moveTo>
                  <a:pt x="12687" y="10325"/>
                </a:moveTo>
                <a:lnTo>
                  <a:pt x="12509" y="10528"/>
                </a:lnTo>
                <a:lnTo>
                  <a:pt x="12687" y="10502"/>
                </a:lnTo>
                <a:lnTo>
                  <a:pt x="12687" y="10325"/>
                </a:lnTo>
                <a:close/>
              </a:path>
              <a:path w="30480" h="19050">
                <a:moveTo>
                  <a:pt x="12801" y="16332"/>
                </a:moveTo>
                <a:lnTo>
                  <a:pt x="12623" y="16192"/>
                </a:lnTo>
                <a:lnTo>
                  <a:pt x="12687" y="16408"/>
                </a:lnTo>
                <a:close/>
              </a:path>
              <a:path w="30480" h="19050">
                <a:moveTo>
                  <a:pt x="12839" y="368"/>
                </a:moveTo>
                <a:lnTo>
                  <a:pt x="12801" y="0"/>
                </a:lnTo>
                <a:lnTo>
                  <a:pt x="12687" y="190"/>
                </a:lnTo>
                <a:lnTo>
                  <a:pt x="12509" y="685"/>
                </a:lnTo>
                <a:lnTo>
                  <a:pt x="12738" y="876"/>
                </a:lnTo>
                <a:lnTo>
                  <a:pt x="12827" y="711"/>
                </a:lnTo>
                <a:lnTo>
                  <a:pt x="12661" y="596"/>
                </a:lnTo>
                <a:lnTo>
                  <a:pt x="12839" y="368"/>
                </a:lnTo>
                <a:close/>
              </a:path>
              <a:path w="30480" h="19050">
                <a:moveTo>
                  <a:pt x="12941" y="13157"/>
                </a:moveTo>
                <a:lnTo>
                  <a:pt x="12712" y="12941"/>
                </a:lnTo>
                <a:lnTo>
                  <a:pt x="12534" y="12992"/>
                </a:lnTo>
                <a:lnTo>
                  <a:pt x="12509" y="13119"/>
                </a:lnTo>
                <a:lnTo>
                  <a:pt x="12687" y="13119"/>
                </a:lnTo>
                <a:lnTo>
                  <a:pt x="12674" y="13347"/>
                </a:lnTo>
                <a:lnTo>
                  <a:pt x="12941" y="13157"/>
                </a:lnTo>
                <a:close/>
              </a:path>
              <a:path w="30480" h="19050">
                <a:moveTo>
                  <a:pt x="13081" y="6502"/>
                </a:moveTo>
                <a:lnTo>
                  <a:pt x="12966" y="6337"/>
                </a:lnTo>
                <a:lnTo>
                  <a:pt x="12954" y="6553"/>
                </a:lnTo>
                <a:lnTo>
                  <a:pt x="13081" y="6502"/>
                </a:lnTo>
                <a:close/>
              </a:path>
              <a:path w="30480" h="19050">
                <a:moveTo>
                  <a:pt x="13195" y="63"/>
                </a:moveTo>
                <a:lnTo>
                  <a:pt x="13055" y="38"/>
                </a:lnTo>
                <a:lnTo>
                  <a:pt x="13017" y="215"/>
                </a:lnTo>
                <a:lnTo>
                  <a:pt x="13081" y="355"/>
                </a:lnTo>
                <a:lnTo>
                  <a:pt x="13195" y="63"/>
                </a:lnTo>
                <a:close/>
              </a:path>
              <a:path w="30480" h="19050">
                <a:moveTo>
                  <a:pt x="13500" y="12395"/>
                </a:moveTo>
                <a:lnTo>
                  <a:pt x="13347" y="12611"/>
                </a:lnTo>
                <a:lnTo>
                  <a:pt x="13500" y="12395"/>
                </a:lnTo>
                <a:close/>
              </a:path>
              <a:path w="30480" h="19050">
                <a:moveTo>
                  <a:pt x="13677" y="13423"/>
                </a:moveTo>
                <a:lnTo>
                  <a:pt x="13627" y="13169"/>
                </a:lnTo>
                <a:lnTo>
                  <a:pt x="13563" y="13423"/>
                </a:lnTo>
                <a:close/>
              </a:path>
              <a:path w="30480" h="19050">
                <a:moveTo>
                  <a:pt x="13703" y="11417"/>
                </a:moveTo>
                <a:lnTo>
                  <a:pt x="13665" y="11277"/>
                </a:lnTo>
                <a:lnTo>
                  <a:pt x="13449" y="11544"/>
                </a:lnTo>
                <a:lnTo>
                  <a:pt x="13563" y="11684"/>
                </a:lnTo>
                <a:lnTo>
                  <a:pt x="13703" y="11417"/>
                </a:lnTo>
                <a:close/>
              </a:path>
              <a:path w="30480" h="19050">
                <a:moveTo>
                  <a:pt x="13881" y="13119"/>
                </a:moveTo>
                <a:lnTo>
                  <a:pt x="13843" y="12839"/>
                </a:lnTo>
                <a:lnTo>
                  <a:pt x="13817" y="12623"/>
                </a:lnTo>
                <a:lnTo>
                  <a:pt x="13703" y="12306"/>
                </a:lnTo>
                <a:lnTo>
                  <a:pt x="13639" y="13106"/>
                </a:lnTo>
                <a:lnTo>
                  <a:pt x="13881" y="13119"/>
                </a:lnTo>
                <a:close/>
              </a:path>
              <a:path w="30480" h="19050">
                <a:moveTo>
                  <a:pt x="13893" y="9893"/>
                </a:moveTo>
                <a:lnTo>
                  <a:pt x="13741" y="9702"/>
                </a:lnTo>
                <a:lnTo>
                  <a:pt x="13779" y="9893"/>
                </a:lnTo>
                <a:close/>
              </a:path>
              <a:path w="30480" h="19050">
                <a:moveTo>
                  <a:pt x="14300" y="13779"/>
                </a:moveTo>
                <a:lnTo>
                  <a:pt x="14147" y="13550"/>
                </a:lnTo>
                <a:lnTo>
                  <a:pt x="14109" y="13360"/>
                </a:lnTo>
                <a:lnTo>
                  <a:pt x="14008" y="13525"/>
                </a:lnTo>
                <a:lnTo>
                  <a:pt x="13931" y="13385"/>
                </a:lnTo>
                <a:lnTo>
                  <a:pt x="13970" y="13233"/>
                </a:lnTo>
                <a:lnTo>
                  <a:pt x="13792" y="13157"/>
                </a:lnTo>
                <a:lnTo>
                  <a:pt x="13931" y="13639"/>
                </a:lnTo>
                <a:lnTo>
                  <a:pt x="14122" y="13728"/>
                </a:lnTo>
                <a:lnTo>
                  <a:pt x="14173" y="13970"/>
                </a:lnTo>
                <a:lnTo>
                  <a:pt x="14300" y="13779"/>
                </a:lnTo>
                <a:close/>
              </a:path>
              <a:path w="30480" h="19050">
                <a:moveTo>
                  <a:pt x="14478" y="14909"/>
                </a:moveTo>
                <a:lnTo>
                  <a:pt x="14376" y="14655"/>
                </a:lnTo>
                <a:lnTo>
                  <a:pt x="14401" y="14439"/>
                </a:lnTo>
                <a:lnTo>
                  <a:pt x="14325" y="14617"/>
                </a:lnTo>
                <a:lnTo>
                  <a:pt x="14363" y="14757"/>
                </a:lnTo>
                <a:lnTo>
                  <a:pt x="14363" y="15024"/>
                </a:lnTo>
                <a:close/>
              </a:path>
              <a:path w="30480" h="19050">
                <a:moveTo>
                  <a:pt x="17246" y="1841"/>
                </a:moveTo>
                <a:lnTo>
                  <a:pt x="17094" y="1727"/>
                </a:lnTo>
                <a:lnTo>
                  <a:pt x="17068" y="1892"/>
                </a:lnTo>
                <a:lnTo>
                  <a:pt x="17246" y="1841"/>
                </a:lnTo>
                <a:close/>
              </a:path>
              <a:path w="30480" h="19050">
                <a:moveTo>
                  <a:pt x="30022" y="13881"/>
                </a:moveTo>
                <a:lnTo>
                  <a:pt x="29946" y="12827"/>
                </a:lnTo>
                <a:lnTo>
                  <a:pt x="29984" y="12065"/>
                </a:lnTo>
                <a:lnTo>
                  <a:pt x="29895" y="12623"/>
                </a:lnTo>
                <a:lnTo>
                  <a:pt x="29972" y="13677"/>
                </a:lnTo>
                <a:lnTo>
                  <a:pt x="29946" y="14439"/>
                </a:lnTo>
                <a:lnTo>
                  <a:pt x="30022" y="138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bg object 135"/>
          <p:cNvSpPr/>
          <p:nvPr/>
        </p:nvSpPr>
        <p:spPr>
          <a:xfrm>
            <a:off x="1943392" y="1061097"/>
            <a:ext cx="30480" cy="19050"/>
          </a:xfrm>
          <a:custGeom>
            <a:avLst/>
            <a:gdLst/>
            <a:ahLst/>
            <a:cxnLst/>
            <a:rect l="l" t="t" r="r" b="b"/>
            <a:pathLst>
              <a:path w="30480" h="19050">
                <a:moveTo>
                  <a:pt x="9029" y="7137"/>
                </a:moveTo>
                <a:lnTo>
                  <a:pt x="8940" y="6921"/>
                </a:lnTo>
                <a:lnTo>
                  <a:pt x="8940" y="7213"/>
                </a:lnTo>
                <a:close/>
              </a:path>
              <a:path w="30480" h="19050">
                <a:moveTo>
                  <a:pt x="9486" y="11125"/>
                </a:moveTo>
                <a:lnTo>
                  <a:pt x="9410" y="10909"/>
                </a:lnTo>
                <a:lnTo>
                  <a:pt x="9372" y="11049"/>
                </a:lnTo>
                <a:close/>
              </a:path>
              <a:path w="30480" h="19050">
                <a:moveTo>
                  <a:pt x="9512" y="11747"/>
                </a:moveTo>
                <a:lnTo>
                  <a:pt x="9372" y="11747"/>
                </a:lnTo>
                <a:lnTo>
                  <a:pt x="9410" y="11874"/>
                </a:lnTo>
                <a:lnTo>
                  <a:pt x="9512" y="11747"/>
                </a:lnTo>
                <a:close/>
              </a:path>
              <a:path w="30480" h="19050">
                <a:moveTo>
                  <a:pt x="9994" y="10134"/>
                </a:moveTo>
                <a:lnTo>
                  <a:pt x="9931" y="10350"/>
                </a:lnTo>
                <a:lnTo>
                  <a:pt x="9994" y="10134"/>
                </a:lnTo>
                <a:close/>
              </a:path>
              <a:path w="30480" h="19050">
                <a:moveTo>
                  <a:pt x="10033" y="16344"/>
                </a:moveTo>
                <a:lnTo>
                  <a:pt x="9779" y="16344"/>
                </a:lnTo>
                <a:lnTo>
                  <a:pt x="9728" y="16065"/>
                </a:lnTo>
                <a:lnTo>
                  <a:pt x="9715" y="15430"/>
                </a:lnTo>
                <a:lnTo>
                  <a:pt x="9982" y="15430"/>
                </a:lnTo>
                <a:lnTo>
                  <a:pt x="9753" y="15138"/>
                </a:lnTo>
                <a:lnTo>
                  <a:pt x="9753" y="14973"/>
                </a:lnTo>
                <a:lnTo>
                  <a:pt x="9753" y="14808"/>
                </a:lnTo>
                <a:lnTo>
                  <a:pt x="8229" y="14808"/>
                </a:lnTo>
                <a:lnTo>
                  <a:pt x="8229" y="16065"/>
                </a:lnTo>
                <a:lnTo>
                  <a:pt x="8064" y="15811"/>
                </a:lnTo>
                <a:lnTo>
                  <a:pt x="8229" y="16065"/>
                </a:lnTo>
                <a:lnTo>
                  <a:pt x="8229" y="14808"/>
                </a:lnTo>
                <a:lnTo>
                  <a:pt x="8216" y="14973"/>
                </a:lnTo>
                <a:lnTo>
                  <a:pt x="8216" y="15430"/>
                </a:lnTo>
                <a:lnTo>
                  <a:pt x="7962" y="15430"/>
                </a:lnTo>
                <a:lnTo>
                  <a:pt x="7950" y="15633"/>
                </a:lnTo>
                <a:lnTo>
                  <a:pt x="7950" y="15430"/>
                </a:lnTo>
                <a:lnTo>
                  <a:pt x="8140" y="15138"/>
                </a:lnTo>
                <a:lnTo>
                  <a:pt x="8216" y="14973"/>
                </a:lnTo>
                <a:lnTo>
                  <a:pt x="8216" y="14808"/>
                </a:lnTo>
                <a:lnTo>
                  <a:pt x="38" y="14808"/>
                </a:lnTo>
                <a:lnTo>
                  <a:pt x="0" y="18605"/>
                </a:lnTo>
                <a:lnTo>
                  <a:pt x="9652" y="18605"/>
                </a:lnTo>
                <a:lnTo>
                  <a:pt x="9918" y="18605"/>
                </a:lnTo>
                <a:lnTo>
                  <a:pt x="9918" y="17386"/>
                </a:lnTo>
                <a:lnTo>
                  <a:pt x="9779" y="17386"/>
                </a:lnTo>
                <a:lnTo>
                  <a:pt x="9791" y="16954"/>
                </a:lnTo>
                <a:lnTo>
                  <a:pt x="9588" y="16954"/>
                </a:lnTo>
                <a:lnTo>
                  <a:pt x="9982" y="16662"/>
                </a:lnTo>
                <a:lnTo>
                  <a:pt x="10033" y="16344"/>
                </a:lnTo>
                <a:close/>
              </a:path>
              <a:path w="30480" h="19050">
                <a:moveTo>
                  <a:pt x="10058" y="10426"/>
                </a:moveTo>
                <a:lnTo>
                  <a:pt x="10020" y="10756"/>
                </a:lnTo>
                <a:lnTo>
                  <a:pt x="10058" y="10426"/>
                </a:lnTo>
                <a:close/>
              </a:path>
              <a:path w="30480" h="19050">
                <a:moveTo>
                  <a:pt x="10096" y="13106"/>
                </a:moveTo>
                <a:lnTo>
                  <a:pt x="9906" y="13106"/>
                </a:lnTo>
                <a:lnTo>
                  <a:pt x="9029" y="11620"/>
                </a:lnTo>
                <a:lnTo>
                  <a:pt x="8915" y="11430"/>
                </a:lnTo>
                <a:lnTo>
                  <a:pt x="8851" y="11607"/>
                </a:lnTo>
                <a:lnTo>
                  <a:pt x="8737" y="11137"/>
                </a:lnTo>
                <a:lnTo>
                  <a:pt x="8356" y="12242"/>
                </a:lnTo>
                <a:lnTo>
                  <a:pt x="8115" y="11684"/>
                </a:lnTo>
                <a:lnTo>
                  <a:pt x="8115" y="13106"/>
                </a:lnTo>
                <a:lnTo>
                  <a:pt x="8077" y="13271"/>
                </a:lnTo>
                <a:lnTo>
                  <a:pt x="7899" y="13271"/>
                </a:lnTo>
                <a:lnTo>
                  <a:pt x="7899" y="13106"/>
                </a:lnTo>
                <a:lnTo>
                  <a:pt x="8039" y="13106"/>
                </a:lnTo>
                <a:lnTo>
                  <a:pt x="8115" y="11684"/>
                </a:lnTo>
                <a:lnTo>
                  <a:pt x="7785" y="12534"/>
                </a:lnTo>
                <a:lnTo>
                  <a:pt x="7785" y="11341"/>
                </a:lnTo>
                <a:lnTo>
                  <a:pt x="7924" y="11214"/>
                </a:lnTo>
                <a:lnTo>
                  <a:pt x="7912" y="11023"/>
                </a:lnTo>
                <a:lnTo>
                  <a:pt x="7886" y="11150"/>
                </a:lnTo>
                <a:lnTo>
                  <a:pt x="7785" y="11023"/>
                </a:lnTo>
                <a:lnTo>
                  <a:pt x="7645" y="11023"/>
                </a:lnTo>
                <a:lnTo>
                  <a:pt x="7696" y="10833"/>
                </a:lnTo>
                <a:lnTo>
                  <a:pt x="7747" y="10668"/>
                </a:lnTo>
                <a:lnTo>
                  <a:pt x="7835" y="10833"/>
                </a:lnTo>
                <a:lnTo>
                  <a:pt x="7848" y="10528"/>
                </a:lnTo>
                <a:lnTo>
                  <a:pt x="8191" y="10528"/>
                </a:lnTo>
                <a:lnTo>
                  <a:pt x="8204" y="10325"/>
                </a:lnTo>
                <a:lnTo>
                  <a:pt x="8343" y="10325"/>
                </a:lnTo>
                <a:lnTo>
                  <a:pt x="8940" y="10325"/>
                </a:lnTo>
                <a:lnTo>
                  <a:pt x="9372" y="10325"/>
                </a:lnTo>
                <a:lnTo>
                  <a:pt x="9385" y="10541"/>
                </a:lnTo>
                <a:lnTo>
                  <a:pt x="9232" y="10604"/>
                </a:lnTo>
                <a:lnTo>
                  <a:pt x="9499" y="10680"/>
                </a:lnTo>
                <a:lnTo>
                  <a:pt x="9525" y="10058"/>
                </a:lnTo>
                <a:lnTo>
                  <a:pt x="9563" y="9766"/>
                </a:lnTo>
                <a:lnTo>
                  <a:pt x="9525" y="9994"/>
                </a:lnTo>
                <a:lnTo>
                  <a:pt x="9359" y="9994"/>
                </a:lnTo>
                <a:lnTo>
                  <a:pt x="9359" y="10299"/>
                </a:lnTo>
                <a:lnTo>
                  <a:pt x="9334" y="10172"/>
                </a:lnTo>
                <a:lnTo>
                  <a:pt x="9359" y="10299"/>
                </a:lnTo>
                <a:lnTo>
                  <a:pt x="9359" y="9994"/>
                </a:lnTo>
                <a:lnTo>
                  <a:pt x="9144" y="10121"/>
                </a:lnTo>
                <a:lnTo>
                  <a:pt x="9448" y="9715"/>
                </a:lnTo>
                <a:lnTo>
                  <a:pt x="9309" y="9715"/>
                </a:lnTo>
                <a:lnTo>
                  <a:pt x="9359" y="9309"/>
                </a:lnTo>
                <a:lnTo>
                  <a:pt x="8902" y="9309"/>
                </a:lnTo>
                <a:lnTo>
                  <a:pt x="8902" y="9715"/>
                </a:lnTo>
                <a:lnTo>
                  <a:pt x="8750" y="9715"/>
                </a:lnTo>
                <a:lnTo>
                  <a:pt x="8902" y="9715"/>
                </a:lnTo>
                <a:lnTo>
                  <a:pt x="8902" y="9309"/>
                </a:lnTo>
                <a:lnTo>
                  <a:pt x="7302" y="9309"/>
                </a:lnTo>
                <a:lnTo>
                  <a:pt x="7302" y="11023"/>
                </a:lnTo>
                <a:lnTo>
                  <a:pt x="7162" y="12179"/>
                </a:lnTo>
                <a:lnTo>
                  <a:pt x="7073" y="12877"/>
                </a:lnTo>
                <a:lnTo>
                  <a:pt x="7048" y="13106"/>
                </a:lnTo>
                <a:lnTo>
                  <a:pt x="6794" y="13106"/>
                </a:lnTo>
                <a:lnTo>
                  <a:pt x="6934" y="12192"/>
                </a:lnTo>
                <a:lnTo>
                  <a:pt x="7073" y="12877"/>
                </a:lnTo>
                <a:lnTo>
                  <a:pt x="7073" y="12090"/>
                </a:lnTo>
                <a:lnTo>
                  <a:pt x="7137" y="11023"/>
                </a:lnTo>
                <a:lnTo>
                  <a:pt x="7302" y="11023"/>
                </a:lnTo>
                <a:lnTo>
                  <a:pt x="7302" y="9309"/>
                </a:lnTo>
                <a:lnTo>
                  <a:pt x="6870" y="9309"/>
                </a:lnTo>
                <a:lnTo>
                  <a:pt x="6870" y="11874"/>
                </a:lnTo>
                <a:lnTo>
                  <a:pt x="6096" y="11023"/>
                </a:lnTo>
                <a:lnTo>
                  <a:pt x="6718" y="11023"/>
                </a:lnTo>
                <a:lnTo>
                  <a:pt x="6832" y="11709"/>
                </a:lnTo>
                <a:lnTo>
                  <a:pt x="6870" y="11874"/>
                </a:lnTo>
                <a:lnTo>
                  <a:pt x="6870" y="9309"/>
                </a:lnTo>
                <a:lnTo>
                  <a:pt x="139" y="9309"/>
                </a:lnTo>
                <a:lnTo>
                  <a:pt x="38" y="14338"/>
                </a:lnTo>
                <a:lnTo>
                  <a:pt x="9677" y="14338"/>
                </a:lnTo>
                <a:lnTo>
                  <a:pt x="9817" y="14135"/>
                </a:lnTo>
                <a:lnTo>
                  <a:pt x="9982" y="14135"/>
                </a:lnTo>
                <a:lnTo>
                  <a:pt x="10071" y="13271"/>
                </a:lnTo>
                <a:lnTo>
                  <a:pt x="10096" y="13106"/>
                </a:lnTo>
                <a:close/>
              </a:path>
              <a:path w="30480" h="19050">
                <a:moveTo>
                  <a:pt x="10134" y="876"/>
                </a:moveTo>
                <a:lnTo>
                  <a:pt x="9918" y="901"/>
                </a:lnTo>
                <a:lnTo>
                  <a:pt x="9918" y="1206"/>
                </a:lnTo>
                <a:lnTo>
                  <a:pt x="10134" y="1054"/>
                </a:lnTo>
                <a:lnTo>
                  <a:pt x="10134" y="876"/>
                </a:lnTo>
                <a:close/>
              </a:path>
              <a:path w="30480" h="19050">
                <a:moveTo>
                  <a:pt x="10172" y="9499"/>
                </a:moveTo>
                <a:lnTo>
                  <a:pt x="10134" y="9258"/>
                </a:lnTo>
                <a:lnTo>
                  <a:pt x="10083" y="9398"/>
                </a:lnTo>
                <a:lnTo>
                  <a:pt x="10071" y="9525"/>
                </a:lnTo>
                <a:close/>
              </a:path>
              <a:path w="30480" h="19050">
                <a:moveTo>
                  <a:pt x="10210" y="10947"/>
                </a:moveTo>
                <a:lnTo>
                  <a:pt x="10096" y="10718"/>
                </a:lnTo>
                <a:lnTo>
                  <a:pt x="10058" y="10871"/>
                </a:lnTo>
                <a:lnTo>
                  <a:pt x="10210" y="10947"/>
                </a:lnTo>
                <a:close/>
              </a:path>
              <a:path w="30480" h="19050">
                <a:moveTo>
                  <a:pt x="10248" y="14871"/>
                </a:moveTo>
                <a:lnTo>
                  <a:pt x="10210" y="14579"/>
                </a:lnTo>
                <a:lnTo>
                  <a:pt x="10033" y="14503"/>
                </a:lnTo>
                <a:lnTo>
                  <a:pt x="9994" y="14643"/>
                </a:lnTo>
                <a:lnTo>
                  <a:pt x="10147" y="14732"/>
                </a:lnTo>
                <a:lnTo>
                  <a:pt x="10058" y="14871"/>
                </a:lnTo>
                <a:lnTo>
                  <a:pt x="10248" y="14871"/>
                </a:lnTo>
                <a:close/>
              </a:path>
              <a:path w="30480" h="19050">
                <a:moveTo>
                  <a:pt x="10350" y="14439"/>
                </a:moveTo>
                <a:lnTo>
                  <a:pt x="10287" y="14262"/>
                </a:lnTo>
                <a:lnTo>
                  <a:pt x="10312" y="14503"/>
                </a:lnTo>
                <a:close/>
              </a:path>
              <a:path w="30480" h="19050">
                <a:moveTo>
                  <a:pt x="10350" y="11023"/>
                </a:moveTo>
                <a:lnTo>
                  <a:pt x="9804" y="11023"/>
                </a:lnTo>
                <a:lnTo>
                  <a:pt x="9601" y="10617"/>
                </a:lnTo>
                <a:lnTo>
                  <a:pt x="9563" y="10833"/>
                </a:lnTo>
                <a:lnTo>
                  <a:pt x="9652" y="11023"/>
                </a:lnTo>
                <a:lnTo>
                  <a:pt x="9563" y="10896"/>
                </a:lnTo>
                <a:lnTo>
                  <a:pt x="9588" y="11112"/>
                </a:lnTo>
                <a:lnTo>
                  <a:pt x="9563" y="11290"/>
                </a:lnTo>
                <a:lnTo>
                  <a:pt x="9423" y="11341"/>
                </a:lnTo>
                <a:lnTo>
                  <a:pt x="9664" y="11341"/>
                </a:lnTo>
                <a:lnTo>
                  <a:pt x="9626" y="11074"/>
                </a:lnTo>
                <a:lnTo>
                  <a:pt x="9982" y="12534"/>
                </a:lnTo>
                <a:lnTo>
                  <a:pt x="10350" y="11023"/>
                </a:lnTo>
                <a:close/>
              </a:path>
              <a:path w="30480" h="19050">
                <a:moveTo>
                  <a:pt x="10388" y="17386"/>
                </a:moveTo>
                <a:lnTo>
                  <a:pt x="10198" y="17386"/>
                </a:lnTo>
                <a:lnTo>
                  <a:pt x="10198" y="18605"/>
                </a:lnTo>
                <a:lnTo>
                  <a:pt x="10388" y="18605"/>
                </a:lnTo>
                <a:lnTo>
                  <a:pt x="10388" y="17386"/>
                </a:lnTo>
                <a:close/>
              </a:path>
              <a:path w="30480" h="19050">
                <a:moveTo>
                  <a:pt x="10426" y="4622"/>
                </a:moveTo>
                <a:lnTo>
                  <a:pt x="10248" y="4749"/>
                </a:lnTo>
                <a:lnTo>
                  <a:pt x="10287" y="4914"/>
                </a:lnTo>
                <a:lnTo>
                  <a:pt x="10426" y="4622"/>
                </a:lnTo>
                <a:close/>
              </a:path>
              <a:path w="30480" h="19050">
                <a:moveTo>
                  <a:pt x="10426" y="1689"/>
                </a:moveTo>
                <a:lnTo>
                  <a:pt x="10363" y="1422"/>
                </a:lnTo>
                <a:lnTo>
                  <a:pt x="10147" y="1422"/>
                </a:lnTo>
                <a:lnTo>
                  <a:pt x="10007" y="1600"/>
                </a:lnTo>
                <a:lnTo>
                  <a:pt x="10096" y="1905"/>
                </a:lnTo>
                <a:lnTo>
                  <a:pt x="10210" y="2120"/>
                </a:lnTo>
                <a:lnTo>
                  <a:pt x="10388" y="1866"/>
                </a:lnTo>
                <a:lnTo>
                  <a:pt x="10248" y="1790"/>
                </a:lnTo>
                <a:lnTo>
                  <a:pt x="10147" y="1600"/>
                </a:lnTo>
                <a:lnTo>
                  <a:pt x="10363" y="1498"/>
                </a:lnTo>
                <a:lnTo>
                  <a:pt x="10426" y="1689"/>
                </a:lnTo>
                <a:close/>
              </a:path>
              <a:path w="30480" h="19050">
                <a:moveTo>
                  <a:pt x="10464" y="9258"/>
                </a:moveTo>
                <a:lnTo>
                  <a:pt x="10388" y="9448"/>
                </a:lnTo>
                <a:lnTo>
                  <a:pt x="10464" y="9258"/>
                </a:lnTo>
                <a:close/>
              </a:path>
              <a:path w="30480" h="19050">
                <a:moveTo>
                  <a:pt x="10502" y="2768"/>
                </a:moveTo>
                <a:lnTo>
                  <a:pt x="10464" y="2603"/>
                </a:lnTo>
                <a:lnTo>
                  <a:pt x="10388" y="2362"/>
                </a:lnTo>
                <a:lnTo>
                  <a:pt x="10172" y="2438"/>
                </a:lnTo>
                <a:lnTo>
                  <a:pt x="10172" y="2146"/>
                </a:lnTo>
                <a:lnTo>
                  <a:pt x="10083" y="2387"/>
                </a:lnTo>
                <a:lnTo>
                  <a:pt x="10147" y="2654"/>
                </a:lnTo>
                <a:lnTo>
                  <a:pt x="10058" y="2946"/>
                </a:lnTo>
                <a:lnTo>
                  <a:pt x="10096" y="3098"/>
                </a:lnTo>
                <a:lnTo>
                  <a:pt x="10210" y="3276"/>
                </a:lnTo>
                <a:lnTo>
                  <a:pt x="10287" y="2984"/>
                </a:lnTo>
                <a:lnTo>
                  <a:pt x="10388" y="3124"/>
                </a:lnTo>
                <a:lnTo>
                  <a:pt x="10464" y="2946"/>
                </a:lnTo>
                <a:lnTo>
                  <a:pt x="10502" y="2768"/>
                </a:lnTo>
                <a:close/>
              </a:path>
              <a:path w="30480" h="19050">
                <a:moveTo>
                  <a:pt x="10566" y="9258"/>
                </a:moveTo>
                <a:close/>
              </a:path>
              <a:path w="30480" h="19050">
                <a:moveTo>
                  <a:pt x="10706" y="3759"/>
                </a:moveTo>
                <a:lnTo>
                  <a:pt x="10668" y="3530"/>
                </a:lnTo>
                <a:lnTo>
                  <a:pt x="10629" y="3721"/>
                </a:lnTo>
                <a:close/>
              </a:path>
              <a:path w="30480" h="19050">
                <a:moveTo>
                  <a:pt x="10795" y="14516"/>
                </a:moveTo>
                <a:lnTo>
                  <a:pt x="10769" y="14287"/>
                </a:lnTo>
                <a:lnTo>
                  <a:pt x="10629" y="14401"/>
                </a:lnTo>
                <a:lnTo>
                  <a:pt x="10795" y="14516"/>
                </a:lnTo>
                <a:close/>
              </a:path>
              <a:path w="30480" h="19050">
                <a:moveTo>
                  <a:pt x="10820" y="11582"/>
                </a:moveTo>
                <a:lnTo>
                  <a:pt x="10769" y="11341"/>
                </a:lnTo>
                <a:lnTo>
                  <a:pt x="10668" y="11518"/>
                </a:lnTo>
                <a:lnTo>
                  <a:pt x="10820" y="11582"/>
                </a:lnTo>
                <a:close/>
              </a:path>
              <a:path w="30480" h="19050">
                <a:moveTo>
                  <a:pt x="10896" y="11163"/>
                </a:moveTo>
                <a:lnTo>
                  <a:pt x="10668" y="11049"/>
                </a:lnTo>
                <a:lnTo>
                  <a:pt x="10769" y="11201"/>
                </a:lnTo>
                <a:lnTo>
                  <a:pt x="10896" y="11163"/>
                </a:lnTo>
                <a:close/>
              </a:path>
              <a:path w="30480" h="19050">
                <a:moveTo>
                  <a:pt x="11163" y="11023"/>
                </a:moveTo>
                <a:lnTo>
                  <a:pt x="11010" y="11214"/>
                </a:lnTo>
                <a:lnTo>
                  <a:pt x="11049" y="11493"/>
                </a:lnTo>
                <a:lnTo>
                  <a:pt x="11099" y="11277"/>
                </a:lnTo>
                <a:lnTo>
                  <a:pt x="11163" y="11023"/>
                </a:lnTo>
                <a:close/>
              </a:path>
              <a:path w="30480" h="19050">
                <a:moveTo>
                  <a:pt x="11366" y="9258"/>
                </a:moveTo>
                <a:lnTo>
                  <a:pt x="11328" y="9448"/>
                </a:lnTo>
                <a:lnTo>
                  <a:pt x="11366" y="9258"/>
                </a:lnTo>
                <a:close/>
              </a:path>
              <a:path w="30480" h="19050">
                <a:moveTo>
                  <a:pt x="11455" y="12496"/>
                </a:moveTo>
                <a:lnTo>
                  <a:pt x="11303" y="12357"/>
                </a:lnTo>
                <a:lnTo>
                  <a:pt x="11455" y="12496"/>
                </a:lnTo>
                <a:close/>
              </a:path>
              <a:path w="30480" h="19050">
                <a:moveTo>
                  <a:pt x="11493" y="9258"/>
                </a:moveTo>
                <a:close/>
              </a:path>
              <a:path w="30480" h="19050">
                <a:moveTo>
                  <a:pt x="11582" y="12217"/>
                </a:moveTo>
                <a:lnTo>
                  <a:pt x="11328" y="12217"/>
                </a:lnTo>
                <a:lnTo>
                  <a:pt x="11455" y="12331"/>
                </a:lnTo>
                <a:lnTo>
                  <a:pt x="11582" y="12217"/>
                </a:lnTo>
                <a:close/>
              </a:path>
              <a:path w="30480" h="19050">
                <a:moveTo>
                  <a:pt x="11595" y="15367"/>
                </a:moveTo>
                <a:lnTo>
                  <a:pt x="11341" y="15163"/>
                </a:lnTo>
                <a:lnTo>
                  <a:pt x="11150" y="14795"/>
                </a:lnTo>
                <a:lnTo>
                  <a:pt x="11214" y="15379"/>
                </a:lnTo>
                <a:lnTo>
                  <a:pt x="11290" y="15189"/>
                </a:lnTo>
                <a:lnTo>
                  <a:pt x="11353" y="15519"/>
                </a:lnTo>
                <a:lnTo>
                  <a:pt x="11353" y="15367"/>
                </a:lnTo>
                <a:lnTo>
                  <a:pt x="11595" y="15367"/>
                </a:lnTo>
                <a:close/>
              </a:path>
              <a:path w="30480" h="19050">
                <a:moveTo>
                  <a:pt x="11798" y="11087"/>
                </a:moveTo>
                <a:lnTo>
                  <a:pt x="11582" y="11087"/>
                </a:lnTo>
                <a:lnTo>
                  <a:pt x="11696" y="11226"/>
                </a:lnTo>
                <a:lnTo>
                  <a:pt x="11798" y="11087"/>
                </a:lnTo>
                <a:close/>
              </a:path>
              <a:path w="30480" h="19050">
                <a:moveTo>
                  <a:pt x="12014" y="14071"/>
                </a:moveTo>
                <a:lnTo>
                  <a:pt x="11988" y="13843"/>
                </a:lnTo>
                <a:lnTo>
                  <a:pt x="11874" y="14071"/>
                </a:lnTo>
                <a:lnTo>
                  <a:pt x="12014" y="14071"/>
                </a:lnTo>
                <a:close/>
              </a:path>
              <a:path w="30480" h="19050">
                <a:moveTo>
                  <a:pt x="12039" y="18592"/>
                </a:moveTo>
                <a:lnTo>
                  <a:pt x="11976" y="18148"/>
                </a:lnTo>
                <a:lnTo>
                  <a:pt x="11976" y="18592"/>
                </a:lnTo>
                <a:close/>
              </a:path>
              <a:path w="30480" h="19050">
                <a:moveTo>
                  <a:pt x="12090" y="17424"/>
                </a:moveTo>
                <a:lnTo>
                  <a:pt x="11938" y="17310"/>
                </a:lnTo>
                <a:lnTo>
                  <a:pt x="12014" y="17678"/>
                </a:lnTo>
                <a:lnTo>
                  <a:pt x="12014" y="17462"/>
                </a:lnTo>
                <a:close/>
              </a:path>
              <a:path w="30480" h="19050">
                <a:moveTo>
                  <a:pt x="12192" y="11963"/>
                </a:moveTo>
                <a:lnTo>
                  <a:pt x="12128" y="11671"/>
                </a:lnTo>
                <a:lnTo>
                  <a:pt x="11925" y="12052"/>
                </a:lnTo>
                <a:lnTo>
                  <a:pt x="12128" y="11963"/>
                </a:lnTo>
                <a:close/>
              </a:path>
              <a:path w="30480" h="19050">
                <a:moveTo>
                  <a:pt x="12446" y="13335"/>
                </a:moveTo>
                <a:lnTo>
                  <a:pt x="12306" y="13309"/>
                </a:lnTo>
                <a:lnTo>
                  <a:pt x="12420" y="13525"/>
                </a:lnTo>
                <a:lnTo>
                  <a:pt x="12446" y="13335"/>
                </a:lnTo>
                <a:close/>
              </a:path>
              <a:path w="30480" h="19050">
                <a:moveTo>
                  <a:pt x="12636" y="12077"/>
                </a:moveTo>
                <a:lnTo>
                  <a:pt x="12598" y="11887"/>
                </a:lnTo>
                <a:lnTo>
                  <a:pt x="12369" y="12014"/>
                </a:lnTo>
                <a:lnTo>
                  <a:pt x="12293" y="11823"/>
                </a:lnTo>
                <a:lnTo>
                  <a:pt x="12293" y="12014"/>
                </a:lnTo>
                <a:lnTo>
                  <a:pt x="12446" y="12153"/>
                </a:lnTo>
                <a:lnTo>
                  <a:pt x="12344" y="12331"/>
                </a:lnTo>
                <a:lnTo>
                  <a:pt x="12280" y="12179"/>
                </a:lnTo>
                <a:lnTo>
                  <a:pt x="12192" y="12369"/>
                </a:lnTo>
                <a:lnTo>
                  <a:pt x="12280" y="12687"/>
                </a:lnTo>
                <a:lnTo>
                  <a:pt x="12446" y="12547"/>
                </a:lnTo>
                <a:lnTo>
                  <a:pt x="12636" y="12458"/>
                </a:lnTo>
                <a:lnTo>
                  <a:pt x="12598" y="12280"/>
                </a:lnTo>
                <a:lnTo>
                  <a:pt x="12522" y="12420"/>
                </a:lnTo>
                <a:lnTo>
                  <a:pt x="12522" y="12255"/>
                </a:lnTo>
                <a:lnTo>
                  <a:pt x="12636" y="12077"/>
                </a:lnTo>
                <a:close/>
              </a:path>
              <a:path w="30480" h="19050">
                <a:moveTo>
                  <a:pt x="12636" y="11709"/>
                </a:moveTo>
                <a:lnTo>
                  <a:pt x="12446" y="11595"/>
                </a:lnTo>
                <a:lnTo>
                  <a:pt x="12306" y="11747"/>
                </a:lnTo>
                <a:lnTo>
                  <a:pt x="12636" y="11709"/>
                </a:lnTo>
                <a:close/>
              </a:path>
              <a:path w="30480" h="19050">
                <a:moveTo>
                  <a:pt x="12700" y="17195"/>
                </a:moveTo>
                <a:lnTo>
                  <a:pt x="12522" y="17170"/>
                </a:lnTo>
                <a:lnTo>
                  <a:pt x="12700" y="17386"/>
                </a:lnTo>
                <a:lnTo>
                  <a:pt x="12700" y="17195"/>
                </a:lnTo>
                <a:close/>
              </a:path>
              <a:path w="30480" h="19050">
                <a:moveTo>
                  <a:pt x="12814" y="11366"/>
                </a:moveTo>
                <a:lnTo>
                  <a:pt x="12636" y="11506"/>
                </a:lnTo>
                <a:lnTo>
                  <a:pt x="12814" y="11366"/>
                </a:lnTo>
                <a:close/>
              </a:path>
              <a:path w="30480" h="19050">
                <a:moveTo>
                  <a:pt x="12852" y="368"/>
                </a:moveTo>
                <a:lnTo>
                  <a:pt x="12814" y="0"/>
                </a:lnTo>
                <a:lnTo>
                  <a:pt x="12700" y="190"/>
                </a:lnTo>
                <a:lnTo>
                  <a:pt x="12522" y="685"/>
                </a:lnTo>
                <a:lnTo>
                  <a:pt x="12750" y="876"/>
                </a:lnTo>
                <a:lnTo>
                  <a:pt x="12839" y="711"/>
                </a:lnTo>
                <a:lnTo>
                  <a:pt x="12674" y="596"/>
                </a:lnTo>
                <a:lnTo>
                  <a:pt x="12852" y="368"/>
                </a:lnTo>
                <a:close/>
              </a:path>
              <a:path w="30480" h="19050">
                <a:moveTo>
                  <a:pt x="12966" y="14541"/>
                </a:moveTo>
                <a:lnTo>
                  <a:pt x="12700" y="14376"/>
                </a:lnTo>
                <a:lnTo>
                  <a:pt x="12738" y="14770"/>
                </a:lnTo>
                <a:lnTo>
                  <a:pt x="12966" y="14541"/>
                </a:lnTo>
                <a:close/>
              </a:path>
              <a:path w="30480" h="19050">
                <a:moveTo>
                  <a:pt x="13093" y="6527"/>
                </a:moveTo>
                <a:lnTo>
                  <a:pt x="12979" y="6350"/>
                </a:lnTo>
                <a:lnTo>
                  <a:pt x="12966" y="6565"/>
                </a:lnTo>
                <a:lnTo>
                  <a:pt x="13093" y="6527"/>
                </a:lnTo>
                <a:close/>
              </a:path>
              <a:path w="30480" h="19050">
                <a:moveTo>
                  <a:pt x="13208" y="76"/>
                </a:moveTo>
                <a:lnTo>
                  <a:pt x="13068" y="38"/>
                </a:lnTo>
                <a:lnTo>
                  <a:pt x="13030" y="228"/>
                </a:lnTo>
                <a:lnTo>
                  <a:pt x="13093" y="368"/>
                </a:lnTo>
                <a:lnTo>
                  <a:pt x="13208" y="76"/>
                </a:lnTo>
                <a:close/>
              </a:path>
              <a:path w="30480" h="19050">
                <a:moveTo>
                  <a:pt x="13512" y="15316"/>
                </a:moveTo>
                <a:lnTo>
                  <a:pt x="13474" y="15100"/>
                </a:lnTo>
                <a:lnTo>
                  <a:pt x="13512" y="15316"/>
                </a:lnTo>
                <a:close/>
              </a:path>
              <a:path w="30480" h="19050">
                <a:moveTo>
                  <a:pt x="13614" y="3111"/>
                </a:moveTo>
                <a:lnTo>
                  <a:pt x="13347" y="2832"/>
                </a:lnTo>
                <a:lnTo>
                  <a:pt x="13322" y="2641"/>
                </a:lnTo>
                <a:lnTo>
                  <a:pt x="13296" y="2781"/>
                </a:lnTo>
                <a:lnTo>
                  <a:pt x="13322" y="3048"/>
                </a:lnTo>
                <a:lnTo>
                  <a:pt x="13360" y="3327"/>
                </a:lnTo>
                <a:lnTo>
                  <a:pt x="13398" y="3048"/>
                </a:lnTo>
                <a:lnTo>
                  <a:pt x="13449" y="3251"/>
                </a:lnTo>
                <a:lnTo>
                  <a:pt x="13614" y="3111"/>
                </a:lnTo>
                <a:close/>
              </a:path>
              <a:path w="30480" h="19050">
                <a:moveTo>
                  <a:pt x="13690" y="14287"/>
                </a:moveTo>
                <a:lnTo>
                  <a:pt x="13538" y="14465"/>
                </a:lnTo>
                <a:lnTo>
                  <a:pt x="13690" y="14287"/>
                </a:lnTo>
                <a:close/>
              </a:path>
              <a:path w="30480" h="19050">
                <a:moveTo>
                  <a:pt x="13716" y="16294"/>
                </a:moveTo>
                <a:lnTo>
                  <a:pt x="13576" y="16027"/>
                </a:lnTo>
                <a:lnTo>
                  <a:pt x="13462" y="16167"/>
                </a:lnTo>
                <a:lnTo>
                  <a:pt x="13677" y="16433"/>
                </a:lnTo>
                <a:lnTo>
                  <a:pt x="13716" y="16294"/>
                </a:lnTo>
                <a:close/>
              </a:path>
              <a:path w="30480" h="19050">
                <a:moveTo>
                  <a:pt x="13906" y="17818"/>
                </a:moveTo>
                <a:lnTo>
                  <a:pt x="13754" y="17995"/>
                </a:lnTo>
                <a:lnTo>
                  <a:pt x="13817" y="17856"/>
                </a:lnTo>
                <a:close/>
              </a:path>
              <a:path w="30480" h="19050">
                <a:moveTo>
                  <a:pt x="14312" y="13944"/>
                </a:moveTo>
                <a:lnTo>
                  <a:pt x="14185" y="13741"/>
                </a:lnTo>
                <a:lnTo>
                  <a:pt x="14185" y="13944"/>
                </a:lnTo>
                <a:lnTo>
                  <a:pt x="13957" y="14058"/>
                </a:lnTo>
                <a:lnTo>
                  <a:pt x="13804" y="14541"/>
                </a:lnTo>
                <a:lnTo>
                  <a:pt x="13982" y="14465"/>
                </a:lnTo>
                <a:lnTo>
                  <a:pt x="13944" y="14325"/>
                </a:lnTo>
                <a:lnTo>
                  <a:pt x="14020" y="14185"/>
                </a:lnTo>
                <a:lnTo>
                  <a:pt x="14122" y="14363"/>
                </a:lnTo>
                <a:lnTo>
                  <a:pt x="14160" y="14160"/>
                </a:lnTo>
                <a:lnTo>
                  <a:pt x="14312" y="13944"/>
                </a:lnTo>
                <a:close/>
              </a:path>
              <a:path w="30480" h="19050">
                <a:moveTo>
                  <a:pt x="14490" y="12801"/>
                </a:moveTo>
                <a:lnTo>
                  <a:pt x="14376" y="12674"/>
                </a:lnTo>
                <a:lnTo>
                  <a:pt x="14376" y="12941"/>
                </a:lnTo>
                <a:lnTo>
                  <a:pt x="14338" y="13081"/>
                </a:lnTo>
                <a:lnTo>
                  <a:pt x="14338" y="13258"/>
                </a:lnTo>
                <a:lnTo>
                  <a:pt x="14389" y="13042"/>
                </a:lnTo>
                <a:lnTo>
                  <a:pt x="14490" y="12801"/>
                </a:lnTo>
                <a:close/>
              </a:path>
              <a:path w="30480" h="19050">
                <a:moveTo>
                  <a:pt x="17259" y="1866"/>
                </a:moveTo>
                <a:lnTo>
                  <a:pt x="17106" y="1739"/>
                </a:lnTo>
                <a:lnTo>
                  <a:pt x="17081" y="1892"/>
                </a:lnTo>
                <a:lnTo>
                  <a:pt x="17259" y="1866"/>
                </a:lnTo>
                <a:close/>
              </a:path>
              <a:path w="30480" h="19050">
                <a:moveTo>
                  <a:pt x="30035" y="13843"/>
                </a:moveTo>
                <a:lnTo>
                  <a:pt x="29959" y="13271"/>
                </a:lnTo>
                <a:lnTo>
                  <a:pt x="29984" y="14020"/>
                </a:lnTo>
                <a:lnTo>
                  <a:pt x="29921" y="15074"/>
                </a:lnTo>
                <a:lnTo>
                  <a:pt x="29997" y="15646"/>
                </a:lnTo>
                <a:lnTo>
                  <a:pt x="29959" y="14884"/>
                </a:lnTo>
                <a:lnTo>
                  <a:pt x="30035" y="138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bg object 136"/>
          <p:cNvSpPr/>
          <p:nvPr/>
        </p:nvSpPr>
        <p:spPr>
          <a:xfrm>
            <a:off x="1943404" y="1072463"/>
            <a:ext cx="30480" cy="16510"/>
          </a:xfrm>
          <a:custGeom>
            <a:avLst/>
            <a:gdLst/>
            <a:ahLst/>
            <a:cxnLst/>
            <a:rect l="l" t="t" r="r" b="b"/>
            <a:pathLst>
              <a:path w="30480" h="16509">
                <a:moveTo>
                  <a:pt x="7785" y="15163"/>
                </a:moveTo>
                <a:lnTo>
                  <a:pt x="7759" y="14693"/>
                </a:lnTo>
                <a:lnTo>
                  <a:pt x="7620" y="14693"/>
                </a:lnTo>
                <a:lnTo>
                  <a:pt x="7785" y="15163"/>
                </a:lnTo>
                <a:close/>
              </a:path>
              <a:path w="30480" h="16509">
                <a:moveTo>
                  <a:pt x="9017" y="76"/>
                </a:moveTo>
                <a:lnTo>
                  <a:pt x="8928" y="304"/>
                </a:lnTo>
                <a:lnTo>
                  <a:pt x="9017" y="76"/>
                </a:lnTo>
                <a:close/>
              </a:path>
              <a:path w="30480" h="16509">
                <a:moveTo>
                  <a:pt x="9461" y="14554"/>
                </a:moveTo>
                <a:lnTo>
                  <a:pt x="9398" y="14770"/>
                </a:lnTo>
                <a:lnTo>
                  <a:pt x="9461" y="14554"/>
                </a:lnTo>
                <a:close/>
              </a:path>
              <a:path w="30480" h="16509">
                <a:moveTo>
                  <a:pt x="9474" y="15836"/>
                </a:moveTo>
                <a:lnTo>
                  <a:pt x="9309" y="15836"/>
                </a:lnTo>
                <a:lnTo>
                  <a:pt x="9182" y="15684"/>
                </a:lnTo>
                <a:lnTo>
                  <a:pt x="8915" y="15836"/>
                </a:lnTo>
                <a:lnTo>
                  <a:pt x="8877" y="15989"/>
                </a:lnTo>
                <a:lnTo>
                  <a:pt x="8636" y="15684"/>
                </a:lnTo>
                <a:lnTo>
                  <a:pt x="63" y="15684"/>
                </a:lnTo>
                <a:lnTo>
                  <a:pt x="127" y="16421"/>
                </a:lnTo>
                <a:lnTo>
                  <a:pt x="9334" y="16421"/>
                </a:lnTo>
                <a:lnTo>
                  <a:pt x="9283" y="16027"/>
                </a:lnTo>
                <a:lnTo>
                  <a:pt x="9474" y="15836"/>
                </a:lnTo>
                <a:close/>
              </a:path>
              <a:path w="30480" h="16509">
                <a:moveTo>
                  <a:pt x="9563" y="15519"/>
                </a:moveTo>
                <a:lnTo>
                  <a:pt x="9474" y="14986"/>
                </a:lnTo>
                <a:lnTo>
                  <a:pt x="9321" y="14986"/>
                </a:lnTo>
                <a:lnTo>
                  <a:pt x="9372" y="15138"/>
                </a:lnTo>
                <a:lnTo>
                  <a:pt x="9372" y="15303"/>
                </a:lnTo>
                <a:lnTo>
                  <a:pt x="9321" y="15494"/>
                </a:lnTo>
                <a:lnTo>
                  <a:pt x="9220" y="15354"/>
                </a:lnTo>
                <a:lnTo>
                  <a:pt x="9131" y="15544"/>
                </a:lnTo>
                <a:lnTo>
                  <a:pt x="9296" y="15684"/>
                </a:lnTo>
                <a:lnTo>
                  <a:pt x="9512" y="15684"/>
                </a:lnTo>
                <a:lnTo>
                  <a:pt x="9550" y="15913"/>
                </a:lnTo>
                <a:lnTo>
                  <a:pt x="9563" y="15519"/>
                </a:lnTo>
                <a:close/>
              </a:path>
              <a:path w="30480" h="16509">
                <a:moveTo>
                  <a:pt x="9982" y="15532"/>
                </a:moveTo>
                <a:lnTo>
                  <a:pt x="9918" y="15316"/>
                </a:lnTo>
                <a:lnTo>
                  <a:pt x="9918" y="15506"/>
                </a:lnTo>
                <a:close/>
              </a:path>
              <a:path w="30480" h="16509">
                <a:moveTo>
                  <a:pt x="10045" y="15252"/>
                </a:moveTo>
                <a:lnTo>
                  <a:pt x="10007" y="14922"/>
                </a:lnTo>
                <a:lnTo>
                  <a:pt x="9944" y="15290"/>
                </a:lnTo>
                <a:close/>
              </a:path>
              <a:path w="30480" h="16509">
                <a:moveTo>
                  <a:pt x="10058" y="9410"/>
                </a:moveTo>
                <a:lnTo>
                  <a:pt x="9982" y="9004"/>
                </a:lnTo>
                <a:lnTo>
                  <a:pt x="9906" y="8724"/>
                </a:lnTo>
                <a:lnTo>
                  <a:pt x="9766" y="8470"/>
                </a:lnTo>
                <a:lnTo>
                  <a:pt x="9626" y="8724"/>
                </a:lnTo>
                <a:lnTo>
                  <a:pt x="9702" y="8470"/>
                </a:lnTo>
                <a:lnTo>
                  <a:pt x="9918" y="8089"/>
                </a:lnTo>
                <a:lnTo>
                  <a:pt x="8559" y="8089"/>
                </a:lnTo>
                <a:lnTo>
                  <a:pt x="8559" y="9410"/>
                </a:lnTo>
                <a:lnTo>
                  <a:pt x="8089" y="9918"/>
                </a:lnTo>
                <a:lnTo>
                  <a:pt x="8394" y="9410"/>
                </a:lnTo>
                <a:lnTo>
                  <a:pt x="8559" y="9410"/>
                </a:lnTo>
                <a:lnTo>
                  <a:pt x="8559" y="8089"/>
                </a:lnTo>
                <a:lnTo>
                  <a:pt x="8077" y="8089"/>
                </a:lnTo>
                <a:lnTo>
                  <a:pt x="8077" y="10528"/>
                </a:lnTo>
                <a:lnTo>
                  <a:pt x="7886" y="10528"/>
                </a:lnTo>
                <a:lnTo>
                  <a:pt x="7912" y="10223"/>
                </a:lnTo>
                <a:lnTo>
                  <a:pt x="7988" y="10083"/>
                </a:lnTo>
                <a:lnTo>
                  <a:pt x="8077" y="10528"/>
                </a:lnTo>
                <a:lnTo>
                  <a:pt x="8077" y="8089"/>
                </a:lnTo>
                <a:lnTo>
                  <a:pt x="7988" y="10033"/>
                </a:lnTo>
                <a:lnTo>
                  <a:pt x="7950" y="9829"/>
                </a:lnTo>
                <a:lnTo>
                  <a:pt x="7988" y="10033"/>
                </a:lnTo>
                <a:lnTo>
                  <a:pt x="7988" y="8089"/>
                </a:lnTo>
                <a:lnTo>
                  <a:pt x="0" y="8089"/>
                </a:lnTo>
                <a:lnTo>
                  <a:pt x="25" y="10693"/>
                </a:lnTo>
                <a:lnTo>
                  <a:pt x="8140" y="10693"/>
                </a:lnTo>
                <a:lnTo>
                  <a:pt x="9753" y="10693"/>
                </a:lnTo>
                <a:lnTo>
                  <a:pt x="9753" y="10528"/>
                </a:lnTo>
                <a:lnTo>
                  <a:pt x="9982" y="10528"/>
                </a:lnTo>
                <a:lnTo>
                  <a:pt x="9855" y="9410"/>
                </a:lnTo>
                <a:lnTo>
                  <a:pt x="10058" y="9410"/>
                </a:lnTo>
                <a:close/>
              </a:path>
              <a:path w="30480" h="16509">
                <a:moveTo>
                  <a:pt x="10121" y="6159"/>
                </a:moveTo>
                <a:lnTo>
                  <a:pt x="9906" y="6019"/>
                </a:lnTo>
                <a:lnTo>
                  <a:pt x="9906" y="6311"/>
                </a:lnTo>
                <a:lnTo>
                  <a:pt x="10121" y="6350"/>
                </a:lnTo>
                <a:lnTo>
                  <a:pt x="10121" y="6159"/>
                </a:lnTo>
                <a:close/>
              </a:path>
              <a:path w="30480" h="16509">
                <a:moveTo>
                  <a:pt x="10160" y="16167"/>
                </a:moveTo>
                <a:lnTo>
                  <a:pt x="10020" y="16040"/>
                </a:lnTo>
                <a:lnTo>
                  <a:pt x="10071" y="16268"/>
                </a:lnTo>
                <a:lnTo>
                  <a:pt x="10058" y="16408"/>
                </a:lnTo>
                <a:lnTo>
                  <a:pt x="10147" y="16281"/>
                </a:lnTo>
                <a:close/>
              </a:path>
              <a:path w="30480" h="16509">
                <a:moveTo>
                  <a:pt x="10198" y="14744"/>
                </a:moveTo>
                <a:lnTo>
                  <a:pt x="10045" y="14808"/>
                </a:lnTo>
                <a:lnTo>
                  <a:pt x="10083" y="14960"/>
                </a:lnTo>
                <a:lnTo>
                  <a:pt x="10198" y="14744"/>
                </a:lnTo>
                <a:close/>
              </a:path>
              <a:path w="30480" h="16509">
                <a:moveTo>
                  <a:pt x="10337" y="11226"/>
                </a:moveTo>
                <a:lnTo>
                  <a:pt x="10274" y="11404"/>
                </a:lnTo>
                <a:lnTo>
                  <a:pt x="10337" y="11226"/>
                </a:lnTo>
                <a:close/>
              </a:path>
              <a:path w="30480" h="16509">
                <a:moveTo>
                  <a:pt x="10414" y="5537"/>
                </a:moveTo>
                <a:lnTo>
                  <a:pt x="10350" y="5715"/>
                </a:lnTo>
                <a:lnTo>
                  <a:pt x="10160" y="5715"/>
                </a:lnTo>
                <a:lnTo>
                  <a:pt x="10160" y="5461"/>
                </a:lnTo>
                <a:lnTo>
                  <a:pt x="10350" y="5461"/>
                </a:lnTo>
                <a:lnTo>
                  <a:pt x="10198" y="5105"/>
                </a:lnTo>
                <a:lnTo>
                  <a:pt x="10083" y="5308"/>
                </a:lnTo>
                <a:lnTo>
                  <a:pt x="9994" y="5626"/>
                </a:lnTo>
                <a:lnTo>
                  <a:pt x="10134" y="5791"/>
                </a:lnTo>
                <a:lnTo>
                  <a:pt x="10350" y="5791"/>
                </a:lnTo>
                <a:lnTo>
                  <a:pt x="10414" y="5537"/>
                </a:lnTo>
                <a:close/>
              </a:path>
              <a:path w="30480" h="16509">
                <a:moveTo>
                  <a:pt x="10414" y="2603"/>
                </a:moveTo>
                <a:lnTo>
                  <a:pt x="10274" y="2298"/>
                </a:lnTo>
                <a:lnTo>
                  <a:pt x="10236" y="2476"/>
                </a:lnTo>
                <a:lnTo>
                  <a:pt x="10414" y="2603"/>
                </a:lnTo>
                <a:close/>
              </a:path>
              <a:path w="30480" h="16509">
                <a:moveTo>
                  <a:pt x="10452" y="16408"/>
                </a:moveTo>
                <a:lnTo>
                  <a:pt x="10375" y="16230"/>
                </a:lnTo>
                <a:lnTo>
                  <a:pt x="10337" y="16408"/>
                </a:lnTo>
                <a:close/>
              </a:path>
              <a:path w="30480" h="16509">
                <a:moveTo>
                  <a:pt x="10490" y="4445"/>
                </a:moveTo>
                <a:lnTo>
                  <a:pt x="10350" y="4279"/>
                </a:lnTo>
                <a:lnTo>
                  <a:pt x="10375" y="4089"/>
                </a:lnTo>
                <a:lnTo>
                  <a:pt x="10274" y="4241"/>
                </a:lnTo>
                <a:lnTo>
                  <a:pt x="10198" y="3949"/>
                </a:lnTo>
                <a:lnTo>
                  <a:pt x="10083" y="4114"/>
                </a:lnTo>
                <a:lnTo>
                  <a:pt x="10160" y="4318"/>
                </a:lnTo>
                <a:lnTo>
                  <a:pt x="10045" y="4686"/>
                </a:lnTo>
                <a:lnTo>
                  <a:pt x="10134" y="4559"/>
                </a:lnTo>
                <a:lnTo>
                  <a:pt x="10071" y="4826"/>
                </a:lnTo>
                <a:lnTo>
                  <a:pt x="10045" y="5092"/>
                </a:lnTo>
                <a:lnTo>
                  <a:pt x="10160" y="4787"/>
                </a:lnTo>
                <a:lnTo>
                  <a:pt x="10375" y="4864"/>
                </a:lnTo>
                <a:lnTo>
                  <a:pt x="10452" y="4622"/>
                </a:lnTo>
                <a:lnTo>
                  <a:pt x="10490" y="4445"/>
                </a:lnTo>
                <a:close/>
              </a:path>
              <a:path w="30480" h="16509">
                <a:moveTo>
                  <a:pt x="10502" y="14363"/>
                </a:moveTo>
                <a:lnTo>
                  <a:pt x="10198" y="13944"/>
                </a:lnTo>
                <a:lnTo>
                  <a:pt x="9804" y="12433"/>
                </a:lnTo>
                <a:lnTo>
                  <a:pt x="10083" y="12433"/>
                </a:lnTo>
                <a:lnTo>
                  <a:pt x="9982" y="11506"/>
                </a:lnTo>
                <a:lnTo>
                  <a:pt x="9829" y="11506"/>
                </a:lnTo>
                <a:lnTo>
                  <a:pt x="9753" y="11137"/>
                </a:lnTo>
                <a:lnTo>
                  <a:pt x="9753" y="14363"/>
                </a:lnTo>
                <a:lnTo>
                  <a:pt x="9690" y="14579"/>
                </a:lnTo>
                <a:lnTo>
                  <a:pt x="9639" y="14363"/>
                </a:lnTo>
                <a:lnTo>
                  <a:pt x="9753" y="11137"/>
                </a:lnTo>
                <a:lnTo>
                  <a:pt x="25" y="11137"/>
                </a:lnTo>
                <a:lnTo>
                  <a:pt x="63" y="14693"/>
                </a:lnTo>
                <a:lnTo>
                  <a:pt x="7620" y="14693"/>
                </a:lnTo>
                <a:lnTo>
                  <a:pt x="7556" y="14363"/>
                </a:lnTo>
                <a:lnTo>
                  <a:pt x="7734" y="14363"/>
                </a:lnTo>
                <a:lnTo>
                  <a:pt x="7874" y="14516"/>
                </a:lnTo>
                <a:lnTo>
                  <a:pt x="7899" y="14643"/>
                </a:lnTo>
                <a:lnTo>
                  <a:pt x="7975" y="14516"/>
                </a:lnTo>
                <a:lnTo>
                  <a:pt x="7797" y="14363"/>
                </a:lnTo>
                <a:lnTo>
                  <a:pt x="8013" y="14363"/>
                </a:lnTo>
                <a:lnTo>
                  <a:pt x="8331" y="14363"/>
                </a:lnTo>
                <a:lnTo>
                  <a:pt x="9004" y="14363"/>
                </a:lnTo>
                <a:lnTo>
                  <a:pt x="9144" y="14363"/>
                </a:lnTo>
                <a:lnTo>
                  <a:pt x="8572" y="12738"/>
                </a:lnTo>
                <a:lnTo>
                  <a:pt x="8458" y="13474"/>
                </a:lnTo>
                <a:lnTo>
                  <a:pt x="8051" y="12788"/>
                </a:lnTo>
                <a:lnTo>
                  <a:pt x="7759" y="13360"/>
                </a:lnTo>
                <a:lnTo>
                  <a:pt x="7543" y="12433"/>
                </a:lnTo>
                <a:lnTo>
                  <a:pt x="7848" y="12433"/>
                </a:lnTo>
                <a:lnTo>
                  <a:pt x="8229" y="12433"/>
                </a:lnTo>
                <a:lnTo>
                  <a:pt x="9652" y="12433"/>
                </a:lnTo>
                <a:lnTo>
                  <a:pt x="9563" y="13068"/>
                </a:lnTo>
                <a:lnTo>
                  <a:pt x="9118" y="12433"/>
                </a:lnTo>
                <a:lnTo>
                  <a:pt x="9499" y="13538"/>
                </a:lnTo>
                <a:lnTo>
                  <a:pt x="9042" y="12928"/>
                </a:lnTo>
                <a:lnTo>
                  <a:pt x="9245" y="14363"/>
                </a:lnTo>
                <a:lnTo>
                  <a:pt x="9398" y="14363"/>
                </a:lnTo>
                <a:lnTo>
                  <a:pt x="9550" y="14389"/>
                </a:lnTo>
                <a:lnTo>
                  <a:pt x="9575" y="14566"/>
                </a:lnTo>
                <a:lnTo>
                  <a:pt x="9550" y="14782"/>
                </a:lnTo>
                <a:lnTo>
                  <a:pt x="9652" y="14630"/>
                </a:lnTo>
                <a:lnTo>
                  <a:pt x="9550" y="14859"/>
                </a:lnTo>
                <a:lnTo>
                  <a:pt x="9588" y="15087"/>
                </a:lnTo>
                <a:lnTo>
                  <a:pt x="9753" y="14757"/>
                </a:lnTo>
                <a:lnTo>
                  <a:pt x="9791" y="14363"/>
                </a:lnTo>
                <a:lnTo>
                  <a:pt x="10058" y="14363"/>
                </a:lnTo>
                <a:lnTo>
                  <a:pt x="10312" y="14363"/>
                </a:lnTo>
                <a:lnTo>
                  <a:pt x="10502" y="14363"/>
                </a:lnTo>
                <a:close/>
              </a:path>
              <a:path w="30480" h="16509">
                <a:moveTo>
                  <a:pt x="10553" y="16408"/>
                </a:moveTo>
                <a:close/>
              </a:path>
              <a:path w="30480" h="16509">
                <a:moveTo>
                  <a:pt x="10693" y="3467"/>
                </a:moveTo>
                <a:lnTo>
                  <a:pt x="10655" y="3683"/>
                </a:lnTo>
                <a:lnTo>
                  <a:pt x="10693" y="3467"/>
                </a:lnTo>
                <a:close/>
              </a:path>
              <a:path w="30480" h="16509">
                <a:moveTo>
                  <a:pt x="10782" y="11163"/>
                </a:moveTo>
                <a:lnTo>
                  <a:pt x="10617" y="11277"/>
                </a:lnTo>
                <a:lnTo>
                  <a:pt x="10756" y="11379"/>
                </a:lnTo>
                <a:lnTo>
                  <a:pt x="10782" y="11163"/>
                </a:lnTo>
                <a:close/>
              </a:path>
              <a:path w="30480" h="16509">
                <a:moveTo>
                  <a:pt x="10807" y="14071"/>
                </a:moveTo>
                <a:lnTo>
                  <a:pt x="10655" y="14147"/>
                </a:lnTo>
                <a:lnTo>
                  <a:pt x="10756" y="14338"/>
                </a:lnTo>
                <a:lnTo>
                  <a:pt x="10807" y="14071"/>
                </a:lnTo>
                <a:close/>
              </a:path>
              <a:path w="30480" h="16509">
                <a:moveTo>
                  <a:pt x="10883" y="14503"/>
                </a:moveTo>
                <a:lnTo>
                  <a:pt x="10693" y="14376"/>
                </a:lnTo>
                <a:lnTo>
                  <a:pt x="10655" y="14617"/>
                </a:lnTo>
                <a:lnTo>
                  <a:pt x="10845" y="14617"/>
                </a:lnTo>
                <a:close/>
              </a:path>
              <a:path w="30480" h="16509">
                <a:moveTo>
                  <a:pt x="11087" y="14401"/>
                </a:moveTo>
                <a:lnTo>
                  <a:pt x="11036" y="14173"/>
                </a:lnTo>
                <a:lnTo>
                  <a:pt x="10909" y="14427"/>
                </a:lnTo>
                <a:lnTo>
                  <a:pt x="11087" y="14401"/>
                </a:lnTo>
                <a:close/>
              </a:path>
              <a:path w="30480" h="16509">
                <a:moveTo>
                  <a:pt x="11150" y="14452"/>
                </a:moveTo>
                <a:lnTo>
                  <a:pt x="10998" y="14452"/>
                </a:lnTo>
                <a:lnTo>
                  <a:pt x="11150" y="14630"/>
                </a:lnTo>
                <a:lnTo>
                  <a:pt x="11150" y="14452"/>
                </a:lnTo>
                <a:close/>
              </a:path>
              <a:path w="30480" h="16509">
                <a:moveTo>
                  <a:pt x="11353" y="16408"/>
                </a:moveTo>
                <a:lnTo>
                  <a:pt x="11315" y="16230"/>
                </a:lnTo>
                <a:lnTo>
                  <a:pt x="11277" y="16408"/>
                </a:lnTo>
                <a:close/>
              </a:path>
              <a:path w="30480" h="16509">
                <a:moveTo>
                  <a:pt x="11442" y="13169"/>
                </a:moveTo>
                <a:lnTo>
                  <a:pt x="11214" y="13233"/>
                </a:lnTo>
                <a:lnTo>
                  <a:pt x="11290" y="13423"/>
                </a:lnTo>
                <a:lnTo>
                  <a:pt x="11404" y="13195"/>
                </a:lnTo>
                <a:close/>
              </a:path>
              <a:path w="30480" h="16509">
                <a:moveTo>
                  <a:pt x="11480" y="16408"/>
                </a:moveTo>
                <a:close/>
              </a:path>
              <a:path w="30480" h="16509">
                <a:moveTo>
                  <a:pt x="11569" y="13462"/>
                </a:moveTo>
                <a:lnTo>
                  <a:pt x="11442" y="13347"/>
                </a:lnTo>
                <a:lnTo>
                  <a:pt x="11315" y="13462"/>
                </a:lnTo>
                <a:lnTo>
                  <a:pt x="11468" y="13487"/>
                </a:lnTo>
                <a:close/>
              </a:path>
              <a:path w="30480" h="16509">
                <a:moveTo>
                  <a:pt x="11582" y="10287"/>
                </a:moveTo>
                <a:lnTo>
                  <a:pt x="11341" y="10274"/>
                </a:lnTo>
                <a:lnTo>
                  <a:pt x="11341" y="10134"/>
                </a:lnTo>
                <a:lnTo>
                  <a:pt x="11277" y="10490"/>
                </a:lnTo>
                <a:lnTo>
                  <a:pt x="11201" y="10287"/>
                </a:lnTo>
                <a:lnTo>
                  <a:pt x="11137" y="10858"/>
                </a:lnTo>
                <a:lnTo>
                  <a:pt x="11315" y="10566"/>
                </a:lnTo>
                <a:lnTo>
                  <a:pt x="11582" y="10287"/>
                </a:lnTo>
                <a:close/>
              </a:path>
              <a:path w="30480" h="16509">
                <a:moveTo>
                  <a:pt x="11785" y="14592"/>
                </a:moveTo>
                <a:lnTo>
                  <a:pt x="11684" y="14439"/>
                </a:lnTo>
                <a:lnTo>
                  <a:pt x="11569" y="14592"/>
                </a:lnTo>
                <a:lnTo>
                  <a:pt x="11785" y="14592"/>
                </a:lnTo>
                <a:close/>
              </a:path>
              <a:path w="30480" h="16509">
                <a:moveTo>
                  <a:pt x="12001" y="11595"/>
                </a:moveTo>
                <a:lnTo>
                  <a:pt x="11861" y="11595"/>
                </a:lnTo>
                <a:lnTo>
                  <a:pt x="11861" y="11823"/>
                </a:lnTo>
                <a:lnTo>
                  <a:pt x="12001" y="11595"/>
                </a:lnTo>
                <a:close/>
              </a:path>
              <a:path w="30480" h="16509">
                <a:moveTo>
                  <a:pt x="12026" y="7086"/>
                </a:moveTo>
                <a:lnTo>
                  <a:pt x="11963" y="7518"/>
                </a:lnTo>
                <a:lnTo>
                  <a:pt x="12026" y="7086"/>
                </a:lnTo>
                <a:close/>
              </a:path>
              <a:path w="30480" h="16509">
                <a:moveTo>
                  <a:pt x="12077" y="8255"/>
                </a:moveTo>
                <a:lnTo>
                  <a:pt x="12001" y="7988"/>
                </a:lnTo>
                <a:lnTo>
                  <a:pt x="11925" y="8356"/>
                </a:lnTo>
                <a:lnTo>
                  <a:pt x="12077" y="8255"/>
                </a:lnTo>
                <a:close/>
              </a:path>
              <a:path w="30480" h="16509">
                <a:moveTo>
                  <a:pt x="12179" y="13716"/>
                </a:moveTo>
                <a:lnTo>
                  <a:pt x="11912" y="13639"/>
                </a:lnTo>
                <a:lnTo>
                  <a:pt x="12090" y="13957"/>
                </a:lnTo>
                <a:lnTo>
                  <a:pt x="12179" y="13716"/>
                </a:lnTo>
                <a:close/>
              </a:path>
              <a:path w="30480" h="16509">
                <a:moveTo>
                  <a:pt x="12433" y="12331"/>
                </a:moveTo>
                <a:lnTo>
                  <a:pt x="12407" y="12153"/>
                </a:lnTo>
                <a:lnTo>
                  <a:pt x="12255" y="12357"/>
                </a:lnTo>
                <a:lnTo>
                  <a:pt x="12433" y="12331"/>
                </a:lnTo>
                <a:close/>
              </a:path>
              <a:path w="30480" h="16509">
                <a:moveTo>
                  <a:pt x="12623" y="13970"/>
                </a:moveTo>
                <a:lnTo>
                  <a:pt x="12280" y="13919"/>
                </a:lnTo>
                <a:lnTo>
                  <a:pt x="12433" y="14071"/>
                </a:lnTo>
                <a:lnTo>
                  <a:pt x="12623" y="13970"/>
                </a:lnTo>
                <a:close/>
              </a:path>
              <a:path w="30480" h="16509">
                <a:moveTo>
                  <a:pt x="12623" y="13195"/>
                </a:moveTo>
                <a:lnTo>
                  <a:pt x="12484" y="13296"/>
                </a:lnTo>
                <a:lnTo>
                  <a:pt x="12433" y="13144"/>
                </a:lnTo>
                <a:lnTo>
                  <a:pt x="12268" y="12992"/>
                </a:lnTo>
                <a:lnTo>
                  <a:pt x="12179" y="13322"/>
                </a:lnTo>
                <a:lnTo>
                  <a:pt x="12268" y="13512"/>
                </a:lnTo>
                <a:lnTo>
                  <a:pt x="12331" y="13360"/>
                </a:lnTo>
                <a:lnTo>
                  <a:pt x="12433" y="13538"/>
                </a:lnTo>
                <a:lnTo>
                  <a:pt x="12280" y="13677"/>
                </a:lnTo>
                <a:lnTo>
                  <a:pt x="12280" y="13881"/>
                </a:lnTo>
                <a:lnTo>
                  <a:pt x="12357" y="13665"/>
                </a:lnTo>
                <a:lnTo>
                  <a:pt x="12585" y="13779"/>
                </a:lnTo>
                <a:lnTo>
                  <a:pt x="12623" y="13614"/>
                </a:lnTo>
                <a:lnTo>
                  <a:pt x="12471" y="13500"/>
                </a:lnTo>
                <a:lnTo>
                  <a:pt x="12522" y="13360"/>
                </a:lnTo>
                <a:lnTo>
                  <a:pt x="12623" y="13195"/>
                </a:lnTo>
                <a:close/>
              </a:path>
              <a:path w="30480" h="16509">
                <a:moveTo>
                  <a:pt x="12687" y="8293"/>
                </a:moveTo>
                <a:lnTo>
                  <a:pt x="12509" y="8509"/>
                </a:lnTo>
                <a:lnTo>
                  <a:pt x="12687" y="8470"/>
                </a:lnTo>
                <a:lnTo>
                  <a:pt x="12687" y="8293"/>
                </a:lnTo>
                <a:close/>
              </a:path>
              <a:path w="30480" h="16509">
                <a:moveTo>
                  <a:pt x="12725" y="3213"/>
                </a:moveTo>
                <a:lnTo>
                  <a:pt x="12509" y="3213"/>
                </a:lnTo>
                <a:lnTo>
                  <a:pt x="12547" y="3365"/>
                </a:lnTo>
                <a:lnTo>
                  <a:pt x="12725" y="3213"/>
                </a:lnTo>
                <a:close/>
              </a:path>
              <a:path w="30480" h="16509">
                <a:moveTo>
                  <a:pt x="12801" y="14287"/>
                </a:moveTo>
                <a:lnTo>
                  <a:pt x="12623" y="14147"/>
                </a:lnTo>
                <a:lnTo>
                  <a:pt x="12687" y="14363"/>
                </a:lnTo>
                <a:close/>
              </a:path>
              <a:path w="30480" h="16509">
                <a:moveTo>
                  <a:pt x="12839" y="6870"/>
                </a:moveTo>
                <a:lnTo>
                  <a:pt x="12661" y="6642"/>
                </a:lnTo>
                <a:lnTo>
                  <a:pt x="12827" y="6527"/>
                </a:lnTo>
                <a:lnTo>
                  <a:pt x="12738" y="6350"/>
                </a:lnTo>
                <a:lnTo>
                  <a:pt x="12509" y="6540"/>
                </a:lnTo>
                <a:lnTo>
                  <a:pt x="12687" y="7048"/>
                </a:lnTo>
                <a:lnTo>
                  <a:pt x="12738" y="7226"/>
                </a:lnTo>
                <a:lnTo>
                  <a:pt x="12738" y="6934"/>
                </a:lnTo>
                <a:close/>
              </a:path>
              <a:path w="30480" h="16509">
                <a:moveTo>
                  <a:pt x="12941" y="11125"/>
                </a:moveTo>
                <a:lnTo>
                  <a:pt x="12712" y="10909"/>
                </a:lnTo>
                <a:lnTo>
                  <a:pt x="12712" y="11112"/>
                </a:lnTo>
                <a:lnTo>
                  <a:pt x="12674" y="11303"/>
                </a:lnTo>
                <a:lnTo>
                  <a:pt x="12941" y="11125"/>
                </a:lnTo>
                <a:close/>
              </a:path>
              <a:path w="30480" h="16509">
                <a:moveTo>
                  <a:pt x="13081" y="698"/>
                </a:moveTo>
                <a:lnTo>
                  <a:pt x="12954" y="660"/>
                </a:lnTo>
                <a:lnTo>
                  <a:pt x="12966" y="876"/>
                </a:lnTo>
                <a:lnTo>
                  <a:pt x="13081" y="698"/>
                </a:lnTo>
                <a:close/>
              </a:path>
              <a:path w="30480" h="16509">
                <a:moveTo>
                  <a:pt x="13195" y="7150"/>
                </a:moveTo>
                <a:lnTo>
                  <a:pt x="13081" y="6858"/>
                </a:lnTo>
                <a:lnTo>
                  <a:pt x="13017" y="6997"/>
                </a:lnTo>
                <a:lnTo>
                  <a:pt x="13055" y="7175"/>
                </a:lnTo>
                <a:lnTo>
                  <a:pt x="13195" y="7150"/>
                </a:lnTo>
                <a:close/>
              </a:path>
              <a:path w="30480" h="16509">
                <a:moveTo>
                  <a:pt x="13500" y="10375"/>
                </a:moveTo>
                <a:lnTo>
                  <a:pt x="13347" y="10579"/>
                </a:lnTo>
                <a:lnTo>
                  <a:pt x="13500" y="10375"/>
                </a:lnTo>
                <a:close/>
              </a:path>
              <a:path w="30480" h="16509">
                <a:moveTo>
                  <a:pt x="13601" y="4114"/>
                </a:moveTo>
                <a:lnTo>
                  <a:pt x="13436" y="3975"/>
                </a:lnTo>
                <a:lnTo>
                  <a:pt x="13385" y="4165"/>
                </a:lnTo>
                <a:lnTo>
                  <a:pt x="13423" y="3898"/>
                </a:lnTo>
                <a:lnTo>
                  <a:pt x="13309" y="4152"/>
                </a:lnTo>
                <a:lnTo>
                  <a:pt x="13284" y="4432"/>
                </a:lnTo>
                <a:lnTo>
                  <a:pt x="13309" y="4584"/>
                </a:lnTo>
                <a:lnTo>
                  <a:pt x="13335" y="4406"/>
                </a:lnTo>
                <a:lnTo>
                  <a:pt x="13601" y="4114"/>
                </a:lnTo>
                <a:close/>
              </a:path>
              <a:path w="30480" h="16509">
                <a:moveTo>
                  <a:pt x="13677" y="11366"/>
                </a:moveTo>
                <a:lnTo>
                  <a:pt x="13627" y="11112"/>
                </a:lnTo>
                <a:lnTo>
                  <a:pt x="13563" y="11366"/>
                </a:lnTo>
                <a:close/>
              </a:path>
              <a:path w="30480" h="16509">
                <a:moveTo>
                  <a:pt x="13703" y="9372"/>
                </a:moveTo>
                <a:lnTo>
                  <a:pt x="13665" y="9232"/>
                </a:lnTo>
                <a:lnTo>
                  <a:pt x="13449" y="9486"/>
                </a:lnTo>
                <a:lnTo>
                  <a:pt x="13563" y="9639"/>
                </a:lnTo>
                <a:lnTo>
                  <a:pt x="13703" y="9372"/>
                </a:lnTo>
                <a:close/>
              </a:path>
              <a:path w="30480" h="16509">
                <a:moveTo>
                  <a:pt x="13881" y="3213"/>
                </a:moveTo>
                <a:lnTo>
                  <a:pt x="13639" y="3251"/>
                </a:lnTo>
                <a:lnTo>
                  <a:pt x="13627" y="3975"/>
                </a:lnTo>
                <a:lnTo>
                  <a:pt x="13817" y="3733"/>
                </a:lnTo>
                <a:lnTo>
                  <a:pt x="13843" y="3505"/>
                </a:lnTo>
                <a:lnTo>
                  <a:pt x="13881" y="3213"/>
                </a:lnTo>
                <a:close/>
              </a:path>
              <a:path w="30480" h="16509">
                <a:moveTo>
                  <a:pt x="13893" y="7848"/>
                </a:moveTo>
                <a:lnTo>
                  <a:pt x="13741" y="7658"/>
                </a:lnTo>
                <a:lnTo>
                  <a:pt x="13779" y="7848"/>
                </a:lnTo>
                <a:close/>
              </a:path>
              <a:path w="30480" h="16509">
                <a:moveTo>
                  <a:pt x="14300" y="11734"/>
                </a:moveTo>
                <a:lnTo>
                  <a:pt x="14147" y="11493"/>
                </a:lnTo>
                <a:lnTo>
                  <a:pt x="14109" y="11303"/>
                </a:lnTo>
                <a:lnTo>
                  <a:pt x="14008" y="11480"/>
                </a:lnTo>
                <a:lnTo>
                  <a:pt x="13931" y="11341"/>
                </a:lnTo>
                <a:lnTo>
                  <a:pt x="13970" y="11201"/>
                </a:lnTo>
                <a:lnTo>
                  <a:pt x="13792" y="11112"/>
                </a:lnTo>
                <a:lnTo>
                  <a:pt x="13931" y="11595"/>
                </a:lnTo>
                <a:lnTo>
                  <a:pt x="14160" y="11722"/>
                </a:lnTo>
                <a:lnTo>
                  <a:pt x="14173" y="11912"/>
                </a:lnTo>
                <a:lnTo>
                  <a:pt x="14300" y="11734"/>
                </a:lnTo>
                <a:close/>
              </a:path>
              <a:path w="30480" h="16509">
                <a:moveTo>
                  <a:pt x="14478" y="12852"/>
                </a:moveTo>
                <a:lnTo>
                  <a:pt x="14376" y="12623"/>
                </a:lnTo>
                <a:lnTo>
                  <a:pt x="14401" y="12407"/>
                </a:lnTo>
                <a:lnTo>
                  <a:pt x="14325" y="12598"/>
                </a:lnTo>
                <a:lnTo>
                  <a:pt x="14363" y="12979"/>
                </a:lnTo>
                <a:lnTo>
                  <a:pt x="14478" y="12852"/>
                </a:lnTo>
                <a:close/>
              </a:path>
              <a:path w="30480" h="16509">
                <a:moveTo>
                  <a:pt x="17246" y="5346"/>
                </a:moveTo>
                <a:lnTo>
                  <a:pt x="17068" y="5321"/>
                </a:lnTo>
                <a:lnTo>
                  <a:pt x="17094" y="5499"/>
                </a:lnTo>
                <a:lnTo>
                  <a:pt x="17246" y="5346"/>
                </a:lnTo>
                <a:close/>
              </a:path>
              <a:path w="30480" h="16509">
                <a:moveTo>
                  <a:pt x="30022" y="11836"/>
                </a:moveTo>
                <a:lnTo>
                  <a:pt x="29946" y="10782"/>
                </a:lnTo>
                <a:lnTo>
                  <a:pt x="29984" y="10033"/>
                </a:lnTo>
                <a:lnTo>
                  <a:pt x="29895" y="10591"/>
                </a:lnTo>
                <a:lnTo>
                  <a:pt x="29972" y="11645"/>
                </a:lnTo>
                <a:lnTo>
                  <a:pt x="29946" y="12407"/>
                </a:lnTo>
                <a:lnTo>
                  <a:pt x="30022" y="118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bg object 137"/>
          <p:cNvSpPr/>
          <p:nvPr/>
        </p:nvSpPr>
        <p:spPr>
          <a:xfrm>
            <a:off x="1943404" y="1079550"/>
            <a:ext cx="31115" cy="19050"/>
          </a:xfrm>
          <a:custGeom>
            <a:avLst/>
            <a:gdLst/>
            <a:ahLst/>
            <a:cxnLst/>
            <a:rect l="l" t="t" r="r" b="b"/>
            <a:pathLst>
              <a:path w="31114" h="19050">
                <a:moveTo>
                  <a:pt x="9017" y="7150"/>
                </a:moveTo>
                <a:lnTo>
                  <a:pt x="8928" y="6921"/>
                </a:lnTo>
                <a:lnTo>
                  <a:pt x="8928" y="7213"/>
                </a:lnTo>
                <a:close/>
              </a:path>
              <a:path w="31114" h="19050">
                <a:moveTo>
                  <a:pt x="9461" y="16637"/>
                </a:moveTo>
                <a:lnTo>
                  <a:pt x="9398" y="16840"/>
                </a:lnTo>
                <a:lnTo>
                  <a:pt x="9461" y="16637"/>
                </a:lnTo>
                <a:close/>
              </a:path>
              <a:path w="31114" h="19050">
                <a:moveTo>
                  <a:pt x="9575" y="17602"/>
                </a:moveTo>
                <a:lnTo>
                  <a:pt x="9474" y="17068"/>
                </a:lnTo>
                <a:lnTo>
                  <a:pt x="9321" y="17068"/>
                </a:lnTo>
                <a:lnTo>
                  <a:pt x="9372" y="17208"/>
                </a:lnTo>
                <a:lnTo>
                  <a:pt x="9372" y="17386"/>
                </a:lnTo>
                <a:lnTo>
                  <a:pt x="9321" y="17576"/>
                </a:lnTo>
                <a:lnTo>
                  <a:pt x="9220" y="17437"/>
                </a:lnTo>
                <a:lnTo>
                  <a:pt x="9131" y="17614"/>
                </a:lnTo>
                <a:lnTo>
                  <a:pt x="9271" y="17564"/>
                </a:lnTo>
                <a:lnTo>
                  <a:pt x="9296" y="17754"/>
                </a:lnTo>
                <a:lnTo>
                  <a:pt x="9512" y="17754"/>
                </a:lnTo>
                <a:lnTo>
                  <a:pt x="9550" y="17983"/>
                </a:lnTo>
                <a:lnTo>
                  <a:pt x="9575" y="17602"/>
                </a:lnTo>
                <a:close/>
              </a:path>
              <a:path w="31114" h="19050">
                <a:moveTo>
                  <a:pt x="9982" y="17602"/>
                </a:moveTo>
                <a:lnTo>
                  <a:pt x="9918" y="17399"/>
                </a:lnTo>
                <a:lnTo>
                  <a:pt x="9918" y="17576"/>
                </a:lnTo>
                <a:close/>
              </a:path>
              <a:path w="31114" h="19050">
                <a:moveTo>
                  <a:pt x="10045" y="17322"/>
                </a:moveTo>
                <a:lnTo>
                  <a:pt x="10007" y="16979"/>
                </a:lnTo>
                <a:lnTo>
                  <a:pt x="9944" y="17348"/>
                </a:lnTo>
                <a:close/>
              </a:path>
              <a:path w="31114" h="19050">
                <a:moveTo>
                  <a:pt x="10058" y="11455"/>
                </a:moveTo>
                <a:lnTo>
                  <a:pt x="9982" y="11049"/>
                </a:lnTo>
                <a:lnTo>
                  <a:pt x="9918" y="10782"/>
                </a:lnTo>
                <a:lnTo>
                  <a:pt x="9880" y="10629"/>
                </a:lnTo>
                <a:lnTo>
                  <a:pt x="9664" y="10629"/>
                </a:lnTo>
                <a:lnTo>
                  <a:pt x="9918" y="10147"/>
                </a:lnTo>
                <a:lnTo>
                  <a:pt x="8191" y="10147"/>
                </a:lnTo>
                <a:lnTo>
                  <a:pt x="8191" y="12344"/>
                </a:lnTo>
                <a:lnTo>
                  <a:pt x="8153" y="12573"/>
                </a:lnTo>
                <a:lnTo>
                  <a:pt x="8001" y="12344"/>
                </a:lnTo>
                <a:lnTo>
                  <a:pt x="8191" y="12344"/>
                </a:lnTo>
                <a:lnTo>
                  <a:pt x="8191" y="10147"/>
                </a:lnTo>
                <a:lnTo>
                  <a:pt x="0" y="10147"/>
                </a:lnTo>
                <a:lnTo>
                  <a:pt x="25" y="12750"/>
                </a:lnTo>
                <a:lnTo>
                  <a:pt x="8140" y="12750"/>
                </a:lnTo>
                <a:lnTo>
                  <a:pt x="9753" y="12750"/>
                </a:lnTo>
                <a:lnTo>
                  <a:pt x="9817" y="12344"/>
                </a:lnTo>
                <a:lnTo>
                  <a:pt x="9715" y="11455"/>
                </a:lnTo>
                <a:lnTo>
                  <a:pt x="10058" y="11455"/>
                </a:lnTo>
                <a:close/>
              </a:path>
              <a:path w="31114" h="19050">
                <a:moveTo>
                  <a:pt x="10121" y="863"/>
                </a:moveTo>
                <a:lnTo>
                  <a:pt x="9906" y="889"/>
                </a:lnTo>
                <a:lnTo>
                  <a:pt x="9906" y="1193"/>
                </a:lnTo>
                <a:lnTo>
                  <a:pt x="10121" y="1041"/>
                </a:lnTo>
                <a:lnTo>
                  <a:pt x="10121" y="863"/>
                </a:lnTo>
                <a:close/>
              </a:path>
              <a:path w="31114" h="19050">
                <a:moveTo>
                  <a:pt x="10160" y="18237"/>
                </a:moveTo>
                <a:lnTo>
                  <a:pt x="10020" y="18122"/>
                </a:lnTo>
                <a:lnTo>
                  <a:pt x="10071" y="18351"/>
                </a:lnTo>
                <a:lnTo>
                  <a:pt x="10058" y="18491"/>
                </a:lnTo>
                <a:lnTo>
                  <a:pt x="10147" y="18351"/>
                </a:lnTo>
                <a:close/>
              </a:path>
              <a:path w="31114" h="19050">
                <a:moveTo>
                  <a:pt x="10198" y="16814"/>
                </a:moveTo>
                <a:lnTo>
                  <a:pt x="10045" y="16878"/>
                </a:lnTo>
                <a:lnTo>
                  <a:pt x="10083" y="17030"/>
                </a:lnTo>
                <a:lnTo>
                  <a:pt x="10198" y="16814"/>
                </a:lnTo>
                <a:close/>
              </a:path>
              <a:path w="31114" h="19050">
                <a:moveTo>
                  <a:pt x="10236" y="3708"/>
                </a:moveTo>
                <a:lnTo>
                  <a:pt x="10083" y="3644"/>
                </a:lnTo>
                <a:lnTo>
                  <a:pt x="10134" y="3860"/>
                </a:lnTo>
                <a:lnTo>
                  <a:pt x="9982" y="3937"/>
                </a:lnTo>
                <a:lnTo>
                  <a:pt x="10020" y="4076"/>
                </a:lnTo>
                <a:lnTo>
                  <a:pt x="10198" y="4000"/>
                </a:lnTo>
                <a:lnTo>
                  <a:pt x="10198" y="3784"/>
                </a:lnTo>
                <a:close/>
              </a:path>
              <a:path w="31114" h="19050">
                <a:moveTo>
                  <a:pt x="10414" y="4648"/>
                </a:moveTo>
                <a:lnTo>
                  <a:pt x="10236" y="4737"/>
                </a:lnTo>
                <a:lnTo>
                  <a:pt x="10274" y="4914"/>
                </a:lnTo>
                <a:lnTo>
                  <a:pt x="10414" y="4648"/>
                </a:lnTo>
                <a:close/>
              </a:path>
              <a:path w="31114" h="19050">
                <a:moveTo>
                  <a:pt x="10414" y="1689"/>
                </a:moveTo>
                <a:lnTo>
                  <a:pt x="10350" y="1422"/>
                </a:lnTo>
                <a:lnTo>
                  <a:pt x="10134" y="1422"/>
                </a:lnTo>
                <a:lnTo>
                  <a:pt x="9994" y="1587"/>
                </a:lnTo>
                <a:lnTo>
                  <a:pt x="10083" y="1917"/>
                </a:lnTo>
                <a:lnTo>
                  <a:pt x="10198" y="2120"/>
                </a:lnTo>
                <a:lnTo>
                  <a:pt x="10375" y="1854"/>
                </a:lnTo>
                <a:lnTo>
                  <a:pt x="10236" y="1778"/>
                </a:lnTo>
                <a:lnTo>
                  <a:pt x="10134" y="1587"/>
                </a:lnTo>
                <a:lnTo>
                  <a:pt x="10350" y="1498"/>
                </a:lnTo>
                <a:lnTo>
                  <a:pt x="10414" y="1689"/>
                </a:lnTo>
                <a:close/>
              </a:path>
              <a:path w="31114" h="19050">
                <a:moveTo>
                  <a:pt x="10452" y="18491"/>
                </a:moveTo>
                <a:lnTo>
                  <a:pt x="10375" y="18313"/>
                </a:lnTo>
                <a:lnTo>
                  <a:pt x="10337" y="18491"/>
                </a:lnTo>
                <a:close/>
              </a:path>
              <a:path w="31114" h="19050">
                <a:moveTo>
                  <a:pt x="10490" y="2794"/>
                </a:moveTo>
                <a:lnTo>
                  <a:pt x="10452" y="2616"/>
                </a:lnTo>
                <a:lnTo>
                  <a:pt x="10375" y="2362"/>
                </a:lnTo>
                <a:lnTo>
                  <a:pt x="10160" y="2438"/>
                </a:lnTo>
                <a:lnTo>
                  <a:pt x="10160" y="2159"/>
                </a:lnTo>
                <a:lnTo>
                  <a:pt x="10071" y="2400"/>
                </a:lnTo>
                <a:lnTo>
                  <a:pt x="10134" y="2667"/>
                </a:lnTo>
                <a:lnTo>
                  <a:pt x="10045" y="2959"/>
                </a:lnTo>
                <a:lnTo>
                  <a:pt x="10083" y="3098"/>
                </a:lnTo>
                <a:lnTo>
                  <a:pt x="10198" y="3289"/>
                </a:lnTo>
                <a:lnTo>
                  <a:pt x="10274" y="2984"/>
                </a:lnTo>
                <a:lnTo>
                  <a:pt x="10375" y="3136"/>
                </a:lnTo>
                <a:lnTo>
                  <a:pt x="10452" y="2946"/>
                </a:lnTo>
                <a:lnTo>
                  <a:pt x="10490" y="2794"/>
                </a:lnTo>
                <a:close/>
              </a:path>
              <a:path w="31114" h="19050">
                <a:moveTo>
                  <a:pt x="10502" y="16408"/>
                </a:moveTo>
                <a:lnTo>
                  <a:pt x="10210" y="16014"/>
                </a:lnTo>
                <a:lnTo>
                  <a:pt x="9791" y="14503"/>
                </a:lnTo>
                <a:lnTo>
                  <a:pt x="10083" y="14503"/>
                </a:lnTo>
                <a:lnTo>
                  <a:pt x="9982" y="13563"/>
                </a:lnTo>
                <a:lnTo>
                  <a:pt x="9829" y="13563"/>
                </a:lnTo>
                <a:lnTo>
                  <a:pt x="9766" y="13246"/>
                </a:lnTo>
                <a:lnTo>
                  <a:pt x="9766" y="16408"/>
                </a:lnTo>
                <a:lnTo>
                  <a:pt x="9690" y="16637"/>
                </a:lnTo>
                <a:lnTo>
                  <a:pt x="9639" y="16408"/>
                </a:lnTo>
                <a:lnTo>
                  <a:pt x="9766" y="16408"/>
                </a:lnTo>
                <a:lnTo>
                  <a:pt x="9766" y="13246"/>
                </a:lnTo>
                <a:lnTo>
                  <a:pt x="9550" y="13182"/>
                </a:lnTo>
                <a:lnTo>
                  <a:pt x="25" y="13182"/>
                </a:lnTo>
                <a:lnTo>
                  <a:pt x="127" y="18465"/>
                </a:lnTo>
                <a:lnTo>
                  <a:pt x="9334" y="18465"/>
                </a:lnTo>
                <a:lnTo>
                  <a:pt x="9283" y="18072"/>
                </a:lnTo>
                <a:lnTo>
                  <a:pt x="9448" y="17907"/>
                </a:lnTo>
                <a:lnTo>
                  <a:pt x="9232" y="17907"/>
                </a:lnTo>
                <a:lnTo>
                  <a:pt x="9118" y="17665"/>
                </a:lnTo>
                <a:lnTo>
                  <a:pt x="8864" y="17907"/>
                </a:lnTo>
                <a:lnTo>
                  <a:pt x="8877" y="18059"/>
                </a:lnTo>
                <a:lnTo>
                  <a:pt x="8763" y="17907"/>
                </a:lnTo>
                <a:lnTo>
                  <a:pt x="8369" y="17437"/>
                </a:lnTo>
                <a:lnTo>
                  <a:pt x="8178" y="17437"/>
                </a:lnTo>
                <a:lnTo>
                  <a:pt x="8166" y="17208"/>
                </a:lnTo>
                <a:lnTo>
                  <a:pt x="7835" y="17208"/>
                </a:lnTo>
                <a:lnTo>
                  <a:pt x="7835" y="17056"/>
                </a:lnTo>
                <a:lnTo>
                  <a:pt x="7886" y="16725"/>
                </a:lnTo>
                <a:lnTo>
                  <a:pt x="7975" y="16598"/>
                </a:lnTo>
                <a:lnTo>
                  <a:pt x="7797" y="16662"/>
                </a:lnTo>
                <a:lnTo>
                  <a:pt x="7734" y="16916"/>
                </a:lnTo>
                <a:lnTo>
                  <a:pt x="7620" y="16713"/>
                </a:lnTo>
                <a:lnTo>
                  <a:pt x="7581" y="16586"/>
                </a:lnTo>
                <a:lnTo>
                  <a:pt x="7556" y="16408"/>
                </a:lnTo>
                <a:lnTo>
                  <a:pt x="7747" y="16408"/>
                </a:lnTo>
                <a:lnTo>
                  <a:pt x="7581" y="16573"/>
                </a:lnTo>
                <a:lnTo>
                  <a:pt x="7874" y="16598"/>
                </a:lnTo>
                <a:lnTo>
                  <a:pt x="7785" y="16408"/>
                </a:lnTo>
                <a:lnTo>
                  <a:pt x="8013" y="16408"/>
                </a:lnTo>
                <a:lnTo>
                  <a:pt x="8331" y="16408"/>
                </a:lnTo>
                <a:lnTo>
                  <a:pt x="8991" y="16408"/>
                </a:lnTo>
                <a:lnTo>
                  <a:pt x="9144" y="16408"/>
                </a:lnTo>
                <a:lnTo>
                  <a:pt x="8496" y="14503"/>
                </a:lnTo>
                <a:lnTo>
                  <a:pt x="8407" y="15455"/>
                </a:lnTo>
                <a:lnTo>
                  <a:pt x="8051" y="14859"/>
                </a:lnTo>
                <a:lnTo>
                  <a:pt x="7759" y="15430"/>
                </a:lnTo>
                <a:lnTo>
                  <a:pt x="7543" y="14503"/>
                </a:lnTo>
                <a:lnTo>
                  <a:pt x="7848" y="14503"/>
                </a:lnTo>
                <a:lnTo>
                  <a:pt x="8229" y="14503"/>
                </a:lnTo>
                <a:lnTo>
                  <a:pt x="9652" y="14503"/>
                </a:lnTo>
                <a:lnTo>
                  <a:pt x="9563" y="15113"/>
                </a:lnTo>
                <a:lnTo>
                  <a:pt x="9131" y="14503"/>
                </a:lnTo>
                <a:lnTo>
                  <a:pt x="9499" y="15544"/>
                </a:lnTo>
                <a:lnTo>
                  <a:pt x="9055" y="14998"/>
                </a:lnTo>
                <a:lnTo>
                  <a:pt x="9245" y="16408"/>
                </a:lnTo>
                <a:lnTo>
                  <a:pt x="9385" y="16408"/>
                </a:lnTo>
                <a:lnTo>
                  <a:pt x="9550" y="16459"/>
                </a:lnTo>
                <a:lnTo>
                  <a:pt x="9575" y="16637"/>
                </a:lnTo>
                <a:lnTo>
                  <a:pt x="9550" y="16840"/>
                </a:lnTo>
                <a:lnTo>
                  <a:pt x="9652" y="16700"/>
                </a:lnTo>
                <a:lnTo>
                  <a:pt x="9550" y="16916"/>
                </a:lnTo>
                <a:lnTo>
                  <a:pt x="9588" y="17132"/>
                </a:lnTo>
                <a:lnTo>
                  <a:pt x="9753" y="16814"/>
                </a:lnTo>
                <a:lnTo>
                  <a:pt x="9791" y="16408"/>
                </a:lnTo>
                <a:lnTo>
                  <a:pt x="10045" y="16408"/>
                </a:lnTo>
                <a:lnTo>
                  <a:pt x="10325" y="16408"/>
                </a:lnTo>
                <a:lnTo>
                  <a:pt x="10502" y="16408"/>
                </a:lnTo>
                <a:close/>
              </a:path>
              <a:path w="31114" h="19050">
                <a:moveTo>
                  <a:pt x="10553" y="18491"/>
                </a:moveTo>
                <a:close/>
              </a:path>
              <a:path w="31114" h="19050">
                <a:moveTo>
                  <a:pt x="10693" y="3746"/>
                </a:moveTo>
                <a:lnTo>
                  <a:pt x="10655" y="3517"/>
                </a:lnTo>
                <a:lnTo>
                  <a:pt x="10617" y="3708"/>
                </a:lnTo>
                <a:close/>
              </a:path>
              <a:path w="31114" h="19050">
                <a:moveTo>
                  <a:pt x="10782" y="4076"/>
                </a:moveTo>
                <a:lnTo>
                  <a:pt x="10617" y="4191"/>
                </a:lnTo>
                <a:lnTo>
                  <a:pt x="10756" y="4292"/>
                </a:lnTo>
                <a:lnTo>
                  <a:pt x="10782" y="4076"/>
                </a:lnTo>
                <a:close/>
              </a:path>
              <a:path w="31114" h="19050">
                <a:moveTo>
                  <a:pt x="10807" y="16154"/>
                </a:moveTo>
                <a:lnTo>
                  <a:pt x="10655" y="16230"/>
                </a:lnTo>
                <a:lnTo>
                  <a:pt x="10756" y="16395"/>
                </a:lnTo>
                <a:lnTo>
                  <a:pt x="10807" y="16154"/>
                </a:lnTo>
                <a:close/>
              </a:path>
              <a:path w="31114" h="19050">
                <a:moveTo>
                  <a:pt x="10883" y="16586"/>
                </a:moveTo>
                <a:lnTo>
                  <a:pt x="10693" y="16446"/>
                </a:lnTo>
                <a:lnTo>
                  <a:pt x="10655" y="16700"/>
                </a:lnTo>
                <a:lnTo>
                  <a:pt x="10845" y="16700"/>
                </a:lnTo>
                <a:close/>
              </a:path>
              <a:path w="31114" h="19050">
                <a:moveTo>
                  <a:pt x="11087" y="16497"/>
                </a:moveTo>
                <a:lnTo>
                  <a:pt x="11036" y="16268"/>
                </a:lnTo>
                <a:lnTo>
                  <a:pt x="10909" y="16522"/>
                </a:lnTo>
                <a:lnTo>
                  <a:pt x="11087" y="16497"/>
                </a:lnTo>
                <a:close/>
              </a:path>
              <a:path w="31114" h="19050">
                <a:moveTo>
                  <a:pt x="11150" y="16535"/>
                </a:moveTo>
                <a:lnTo>
                  <a:pt x="10998" y="16548"/>
                </a:lnTo>
                <a:lnTo>
                  <a:pt x="11150" y="16725"/>
                </a:lnTo>
                <a:lnTo>
                  <a:pt x="11150" y="16535"/>
                </a:lnTo>
                <a:close/>
              </a:path>
              <a:path w="31114" h="19050">
                <a:moveTo>
                  <a:pt x="11353" y="18491"/>
                </a:moveTo>
                <a:lnTo>
                  <a:pt x="11315" y="18313"/>
                </a:lnTo>
                <a:lnTo>
                  <a:pt x="11277" y="18491"/>
                </a:lnTo>
                <a:close/>
              </a:path>
              <a:path w="31114" h="19050">
                <a:moveTo>
                  <a:pt x="11480" y="18491"/>
                </a:moveTo>
                <a:close/>
              </a:path>
              <a:path w="31114" h="19050">
                <a:moveTo>
                  <a:pt x="11569" y="15544"/>
                </a:moveTo>
                <a:lnTo>
                  <a:pt x="11442" y="15430"/>
                </a:lnTo>
                <a:lnTo>
                  <a:pt x="11315" y="15544"/>
                </a:lnTo>
                <a:lnTo>
                  <a:pt x="11468" y="15570"/>
                </a:lnTo>
                <a:close/>
              </a:path>
              <a:path w="31114" h="19050">
                <a:moveTo>
                  <a:pt x="11582" y="12357"/>
                </a:moveTo>
                <a:lnTo>
                  <a:pt x="11341" y="12344"/>
                </a:lnTo>
                <a:lnTo>
                  <a:pt x="11341" y="12217"/>
                </a:lnTo>
                <a:lnTo>
                  <a:pt x="11277" y="12573"/>
                </a:lnTo>
                <a:lnTo>
                  <a:pt x="11201" y="12344"/>
                </a:lnTo>
                <a:lnTo>
                  <a:pt x="11137" y="12941"/>
                </a:lnTo>
                <a:lnTo>
                  <a:pt x="11315" y="12649"/>
                </a:lnTo>
                <a:lnTo>
                  <a:pt x="11582" y="12357"/>
                </a:lnTo>
                <a:close/>
              </a:path>
              <a:path w="31114" h="19050">
                <a:moveTo>
                  <a:pt x="11785" y="16662"/>
                </a:moveTo>
                <a:lnTo>
                  <a:pt x="11684" y="16522"/>
                </a:lnTo>
                <a:lnTo>
                  <a:pt x="11569" y="16662"/>
                </a:lnTo>
                <a:lnTo>
                  <a:pt x="11785" y="16662"/>
                </a:lnTo>
                <a:close/>
              </a:path>
              <a:path w="31114" h="19050">
                <a:moveTo>
                  <a:pt x="12001" y="13677"/>
                </a:moveTo>
                <a:lnTo>
                  <a:pt x="11861" y="13677"/>
                </a:lnTo>
                <a:lnTo>
                  <a:pt x="11861" y="13906"/>
                </a:lnTo>
                <a:lnTo>
                  <a:pt x="12001" y="13677"/>
                </a:lnTo>
                <a:close/>
              </a:path>
              <a:path w="31114" h="19050">
                <a:moveTo>
                  <a:pt x="12077" y="10325"/>
                </a:moveTo>
                <a:lnTo>
                  <a:pt x="12001" y="10071"/>
                </a:lnTo>
                <a:lnTo>
                  <a:pt x="11925" y="10439"/>
                </a:lnTo>
                <a:lnTo>
                  <a:pt x="12077" y="10325"/>
                </a:lnTo>
                <a:close/>
              </a:path>
              <a:path w="31114" h="19050">
                <a:moveTo>
                  <a:pt x="12115" y="16954"/>
                </a:moveTo>
                <a:lnTo>
                  <a:pt x="12090" y="16725"/>
                </a:lnTo>
                <a:lnTo>
                  <a:pt x="12052" y="16357"/>
                </a:lnTo>
                <a:lnTo>
                  <a:pt x="11938" y="16738"/>
                </a:lnTo>
                <a:lnTo>
                  <a:pt x="12115" y="16954"/>
                </a:lnTo>
                <a:close/>
              </a:path>
              <a:path w="31114" h="19050">
                <a:moveTo>
                  <a:pt x="12179" y="15773"/>
                </a:moveTo>
                <a:lnTo>
                  <a:pt x="11912" y="15684"/>
                </a:lnTo>
                <a:lnTo>
                  <a:pt x="12090" y="16002"/>
                </a:lnTo>
                <a:lnTo>
                  <a:pt x="12179" y="15773"/>
                </a:lnTo>
                <a:close/>
              </a:path>
              <a:path w="31114" h="19050">
                <a:moveTo>
                  <a:pt x="12433" y="14401"/>
                </a:moveTo>
                <a:lnTo>
                  <a:pt x="12407" y="14211"/>
                </a:lnTo>
                <a:lnTo>
                  <a:pt x="12255" y="14427"/>
                </a:lnTo>
                <a:lnTo>
                  <a:pt x="12433" y="14401"/>
                </a:lnTo>
                <a:close/>
              </a:path>
              <a:path w="31114" h="19050">
                <a:moveTo>
                  <a:pt x="12623" y="15278"/>
                </a:moveTo>
                <a:lnTo>
                  <a:pt x="12433" y="15278"/>
                </a:lnTo>
                <a:lnTo>
                  <a:pt x="12471" y="15430"/>
                </a:lnTo>
                <a:lnTo>
                  <a:pt x="12623" y="15278"/>
                </a:lnTo>
                <a:close/>
              </a:path>
              <a:path w="31114" h="19050">
                <a:moveTo>
                  <a:pt x="12623" y="9156"/>
                </a:moveTo>
                <a:lnTo>
                  <a:pt x="12433" y="9156"/>
                </a:lnTo>
                <a:lnTo>
                  <a:pt x="12496" y="9296"/>
                </a:lnTo>
                <a:lnTo>
                  <a:pt x="12420" y="9575"/>
                </a:lnTo>
                <a:lnTo>
                  <a:pt x="12433" y="9906"/>
                </a:lnTo>
                <a:lnTo>
                  <a:pt x="12230" y="9652"/>
                </a:lnTo>
                <a:lnTo>
                  <a:pt x="12407" y="9601"/>
                </a:lnTo>
                <a:lnTo>
                  <a:pt x="12357" y="9321"/>
                </a:lnTo>
                <a:lnTo>
                  <a:pt x="12293" y="9156"/>
                </a:lnTo>
                <a:lnTo>
                  <a:pt x="12090" y="9156"/>
                </a:lnTo>
                <a:lnTo>
                  <a:pt x="11988" y="9359"/>
                </a:lnTo>
                <a:lnTo>
                  <a:pt x="12026" y="9169"/>
                </a:lnTo>
                <a:lnTo>
                  <a:pt x="11963" y="9588"/>
                </a:lnTo>
                <a:lnTo>
                  <a:pt x="11988" y="9385"/>
                </a:lnTo>
                <a:lnTo>
                  <a:pt x="12242" y="9474"/>
                </a:lnTo>
                <a:lnTo>
                  <a:pt x="12090" y="9461"/>
                </a:lnTo>
                <a:lnTo>
                  <a:pt x="12090" y="9677"/>
                </a:lnTo>
                <a:lnTo>
                  <a:pt x="12153" y="9829"/>
                </a:lnTo>
                <a:lnTo>
                  <a:pt x="12153" y="10185"/>
                </a:lnTo>
                <a:lnTo>
                  <a:pt x="12090" y="10591"/>
                </a:lnTo>
                <a:lnTo>
                  <a:pt x="12192" y="10287"/>
                </a:lnTo>
                <a:lnTo>
                  <a:pt x="12141" y="10045"/>
                </a:lnTo>
                <a:lnTo>
                  <a:pt x="12293" y="9918"/>
                </a:lnTo>
                <a:lnTo>
                  <a:pt x="12268" y="10198"/>
                </a:lnTo>
                <a:lnTo>
                  <a:pt x="12585" y="10236"/>
                </a:lnTo>
                <a:lnTo>
                  <a:pt x="12496" y="9918"/>
                </a:lnTo>
                <a:lnTo>
                  <a:pt x="12623" y="9410"/>
                </a:lnTo>
                <a:lnTo>
                  <a:pt x="12623" y="9156"/>
                </a:lnTo>
                <a:close/>
              </a:path>
              <a:path w="31114" h="19050">
                <a:moveTo>
                  <a:pt x="12687" y="10375"/>
                </a:moveTo>
                <a:lnTo>
                  <a:pt x="12509" y="10591"/>
                </a:lnTo>
                <a:lnTo>
                  <a:pt x="12687" y="10553"/>
                </a:lnTo>
                <a:lnTo>
                  <a:pt x="12687" y="10375"/>
                </a:lnTo>
                <a:close/>
              </a:path>
              <a:path w="31114" h="19050">
                <a:moveTo>
                  <a:pt x="12725" y="4000"/>
                </a:moveTo>
                <a:lnTo>
                  <a:pt x="12534" y="3873"/>
                </a:lnTo>
                <a:lnTo>
                  <a:pt x="12509" y="4000"/>
                </a:lnTo>
                <a:lnTo>
                  <a:pt x="12725" y="4000"/>
                </a:lnTo>
                <a:close/>
              </a:path>
              <a:path w="31114" h="19050">
                <a:moveTo>
                  <a:pt x="12801" y="16357"/>
                </a:moveTo>
                <a:lnTo>
                  <a:pt x="12623" y="16217"/>
                </a:lnTo>
                <a:lnTo>
                  <a:pt x="12687" y="16433"/>
                </a:lnTo>
                <a:close/>
              </a:path>
              <a:path w="31114" h="19050">
                <a:moveTo>
                  <a:pt x="12839" y="355"/>
                </a:moveTo>
                <a:lnTo>
                  <a:pt x="12788" y="0"/>
                </a:lnTo>
                <a:lnTo>
                  <a:pt x="12687" y="190"/>
                </a:lnTo>
                <a:lnTo>
                  <a:pt x="12509" y="685"/>
                </a:lnTo>
                <a:lnTo>
                  <a:pt x="12738" y="876"/>
                </a:lnTo>
                <a:lnTo>
                  <a:pt x="12827" y="698"/>
                </a:lnTo>
                <a:lnTo>
                  <a:pt x="12661" y="596"/>
                </a:lnTo>
                <a:lnTo>
                  <a:pt x="12839" y="355"/>
                </a:lnTo>
                <a:close/>
              </a:path>
              <a:path w="31114" h="19050">
                <a:moveTo>
                  <a:pt x="12941" y="13208"/>
                </a:moveTo>
                <a:lnTo>
                  <a:pt x="12712" y="12992"/>
                </a:lnTo>
                <a:lnTo>
                  <a:pt x="12712" y="13208"/>
                </a:lnTo>
                <a:lnTo>
                  <a:pt x="12674" y="13385"/>
                </a:lnTo>
                <a:lnTo>
                  <a:pt x="12941" y="13208"/>
                </a:lnTo>
                <a:close/>
              </a:path>
              <a:path w="31114" h="19050">
                <a:moveTo>
                  <a:pt x="13081" y="6515"/>
                </a:moveTo>
                <a:lnTo>
                  <a:pt x="12966" y="6324"/>
                </a:lnTo>
                <a:lnTo>
                  <a:pt x="12954" y="6553"/>
                </a:lnTo>
                <a:lnTo>
                  <a:pt x="13081" y="6515"/>
                </a:lnTo>
                <a:close/>
              </a:path>
              <a:path w="31114" h="19050">
                <a:moveTo>
                  <a:pt x="13195" y="63"/>
                </a:moveTo>
                <a:lnTo>
                  <a:pt x="13055" y="25"/>
                </a:lnTo>
                <a:lnTo>
                  <a:pt x="13017" y="215"/>
                </a:lnTo>
                <a:lnTo>
                  <a:pt x="13081" y="355"/>
                </a:lnTo>
                <a:lnTo>
                  <a:pt x="13195" y="63"/>
                </a:lnTo>
                <a:close/>
              </a:path>
              <a:path w="31114" h="19050">
                <a:moveTo>
                  <a:pt x="13233" y="3136"/>
                </a:moveTo>
                <a:lnTo>
                  <a:pt x="13220" y="2743"/>
                </a:lnTo>
                <a:lnTo>
                  <a:pt x="13182" y="2057"/>
                </a:lnTo>
                <a:lnTo>
                  <a:pt x="13233" y="3136"/>
                </a:lnTo>
                <a:close/>
              </a:path>
              <a:path w="31114" h="19050">
                <a:moveTo>
                  <a:pt x="13500" y="12433"/>
                </a:moveTo>
                <a:lnTo>
                  <a:pt x="13347" y="12661"/>
                </a:lnTo>
                <a:lnTo>
                  <a:pt x="13500" y="12433"/>
                </a:lnTo>
                <a:close/>
              </a:path>
              <a:path w="31114" h="19050">
                <a:moveTo>
                  <a:pt x="13601" y="3086"/>
                </a:moveTo>
                <a:lnTo>
                  <a:pt x="13335" y="2819"/>
                </a:lnTo>
                <a:lnTo>
                  <a:pt x="13309" y="2616"/>
                </a:lnTo>
                <a:lnTo>
                  <a:pt x="13284" y="2781"/>
                </a:lnTo>
                <a:lnTo>
                  <a:pt x="13309" y="3035"/>
                </a:lnTo>
                <a:lnTo>
                  <a:pt x="13347" y="3327"/>
                </a:lnTo>
                <a:lnTo>
                  <a:pt x="13385" y="3035"/>
                </a:lnTo>
                <a:lnTo>
                  <a:pt x="13436" y="3238"/>
                </a:lnTo>
                <a:lnTo>
                  <a:pt x="13601" y="3086"/>
                </a:lnTo>
                <a:close/>
              </a:path>
              <a:path w="31114" h="19050">
                <a:moveTo>
                  <a:pt x="13677" y="13462"/>
                </a:moveTo>
                <a:lnTo>
                  <a:pt x="13627" y="13208"/>
                </a:lnTo>
                <a:lnTo>
                  <a:pt x="13563" y="13462"/>
                </a:lnTo>
                <a:close/>
              </a:path>
              <a:path w="31114" h="19050">
                <a:moveTo>
                  <a:pt x="13703" y="11455"/>
                </a:moveTo>
                <a:lnTo>
                  <a:pt x="13665" y="11315"/>
                </a:lnTo>
                <a:lnTo>
                  <a:pt x="13449" y="11557"/>
                </a:lnTo>
                <a:lnTo>
                  <a:pt x="13563" y="11709"/>
                </a:lnTo>
                <a:lnTo>
                  <a:pt x="13703" y="11455"/>
                </a:lnTo>
                <a:close/>
              </a:path>
              <a:path w="31114" h="19050">
                <a:moveTo>
                  <a:pt x="13881" y="4000"/>
                </a:moveTo>
                <a:lnTo>
                  <a:pt x="13843" y="3708"/>
                </a:lnTo>
                <a:lnTo>
                  <a:pt x="13817" y="3492"/>
                </a:lnTo>
                <a:lnTo>
                  <a:pt x="13703" y="3162"/>
                </a:lnTo>
                <a:lnTo>
                  <a:pt x="13639" y="3962"/>
                </a:lnTo>
                <a:lnTo>
                  <a:pt x="13881" y="4000"/>
                </a:lnTo>
                <a:close/>
              </a:path>
              <a:path w="31114" h="19050">
                <a:moveTo>
                  <a:pt x="13893" y="9918"/>
                </a:moveTo>
                <a:lnTo>
                  <a:pt x="13741" y="9740"/>
                </a:lnTo>
                <a:lnTo>
                  <a:pt x="13779" y="9918"/>
                </a:lnTo>
                <a:close/>
              </a:path>
              <a:path w="31114" h="19050">
                <a:moveTo>
                  <a:pt x="14300" y="13804"/>
                </a:moveTo>
                <a:lnTo>
                  <a:pt x="14147" y="13576"/>
                </a:lnTo>
                <a:lnTo>
                  <a:pt x="14109" y="13373"/>
                </a:lnTo>
                <a:lnTo>
                  <a:pt x="13995" y="13576"/>
                </a:lnTo>
                <a:lnTo>
                  <a:pt x="14173" y="13792"/>
                </a:lnTo>
                <a:lnTo>
                  <a:pt x="14173" y="13995"/>
                </a:lnTo>
                <a:lnTo>
                  <a:pt x="14300" y="13804"/>
                </a:lnTo>
                <a:close/>
              </a:path>
              <a:path w="31114" h="19050">
                <a:moveTo>
                  <a:pt x="17246" y="1841"/>
                </a:moveTo>
                <a:lnTo>
                  <a:pt x="17094" y="1727"/>
                </a:lnTo>
                <a:lnTo>
                  <a:pt x="17068" y="1892"/>
                </a:lnTo>
                <a:lnTo>
                  <a:pt x="17246" y="1841"/>
                </a:lnTo>
                <a:close/>
              </a:path>
              <a:path w="31114" h="19050">
                <a:moveTo>
                  <a:pt x="30022" y="13919"/>
                </a:moveTo>
                <a:lnTo>
                  <a:pt x="29946" y="12852"/>
                </a:lnTo>
                <a:lnTo>
                  <a:pt x="29984" y="12115"/>
                </a:lnTo>
                <a:lnTo>
                  <a:pt x="29895" y="12674"/>
                </a:lnTo>
                <a:lnTo>
                  <a:pt x="29972" y="13728"/>
                </a:lnTo>
                <a:lnTo>
                  <a:pt x="29946" y="14478"/>
                </a:lnTo>
                <a:lnTo>
                  <a:pt x="30022" y="13919"/>
                </a:lnTo>
                <a:close/>
              </a:path>
              <a:path w="31114" h="19050">
                <a:moveTo>
                  <a:pt x="30759" y="18478"/>
                </a:moveTo>
                <a:lnTo>
                  <a:pt x="30746" y="18338"/>
                </a:lnTo>
                <a:lnTo>
                  <a:pt x="30708" y="18072"/>
                </a:lnTo>
                <a:lnTo>
                  <a:pt x="30670" y="18326"/>
                </a:lnTo>
                <a:lnTo>
                  <a:pt x="30683" y="184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bg object 138"/>
          <p:cNvSpPr/>
          <p:nvPr/>
        </p:nvSpPr>
        <p:spPr>
          <a:xfrm>
            <a:off x="1943392" y="1088719"/>
            <a:ext cx="31115" cy="19050"/>
          </a:xfrm>
          <a:custGeom>
            <a:avLst/>
            <a:gdLst/>
            <a:ahLst/>
            <a:cxnLst/>
            <a:rect l="l" t="t" r="r" b="b"/>
            <a:pathLst>
              <a:path w="31114" h="19050">
                <a:moveTo>
                  <a:pt x="9029" y="7124"/>
                </a:moveTo>
                <a:lnTo>
                  <a:pt x="8940" y="6908"/>
                </a:lnTo>
                <a:lnTo>
                  <a:pt x="8940" y="7175"/>
                </a:lnTo>
                <a:close/>
              </a:path>
              <a:path w="31114" h="19050">
                <a:moveTo>
                  <a:pt x="9486" y="11112"/>
                </a:moveTo>
                <a:lnTo>
                  <a:pt x="9410" y="10883"/>
                </a:lnTo>
                <a:lnTo>
                  <a:pt x="9372" y="11010"/>
                </a:lnTo>
                <a:close/>
              </a:path>
              <a:path w="31114" h="19050">
                <a:moveTo>
                  <a:pt x="9512" y="11734"/>
                </a:moveTo>
                <a:lnTo>
                  <a:pt x="9372" y="11734"/>
                </a:lnTo>
                <a:lnTo>
                  <a:pt x="9410" y="11861"/>
                </a:lnTo>
                <a:lnTo>
                  <a:pt x="9512" y="11734"/>
                </a:lnTo>
                <a:close/>
              </a:path>
              <a:path w="31114" h="19050">
                <a:moveTo>
                  <a:pt x="9588" y="10160"/>
                </a:moveTo>
                <a:lnTo>
                  <a:pt x="9563" y="9753"/>
                </a:lnTo>
                <a:lnTo>
                  <a:pt x="9525" y="9982"/>
                </a:lnTo>
                <a:lnTo>
                  <a:pt x="9309" y="9982"/>
                </a:lnTo>
                <a:lnTo>
                  <a:pt x="9144" y="10109"/>
                </a:lnTo>
                <a:lnTo>
                  <a:pt x="9232" y="10299"/>
                </a:lnTo>
                <a:lnTo>
                  <a:pt x="9334" y="10160"/>
                </a:lnTo>
                <a:lnTo>
                  <a:pt x="9385" y="10350"/>
                </a:lnTo>
                <a:lnTo>
                  <a:pt x="9385" y="10502"/>
                </a:lnTo>
                <a:lnTo>
                  <a:pt x="9232" y="10579"/>
                </a:lnTo>
                <a:lnTo>
                  <a:pt x="9499" y="10668"/>
                </a:lnTo>
                <a:lnTo>
                  <a:pt x="9525" y="10058"/>
                </a:lnTo>
                <a:close/>
              </a:path>
              <a:path w="31114" h="19050">
                <a:moveTo>
                  <a:pt x="9804" y="10960"/>
                </a:moveTo>
                <a:lnTo>
                  <a:pt x="9601" y="10591"/>
                </a:lnTo>
                <a:lnTo>
                  <a:pt x="9563" y="10820"/>
                </a:lnTo>
                <a:lnTo>
                  <a:pt x="9664" y="11023"/>
                </a:lnTo>
                <a:lnTo>
                  <a:pt x="9563" y="10883"/>
                </a:lnTo>
                <a:lnTo>
                  <a:pt x="9588" y="11099"/>
                </a:lnTo>
                <a:lnTo>
                  <a:pt x="9563" y="11264"/>
                </a:lnTo>
                <a:lnTo>
                  <a:pt x="9423" y="11328"/>
                </a:lnTo>
                <a:lnTo>
                  <a:pt x="9664" y="11328"/>
                </a:lnTo>
                <a:lnTo>
                  <a:pt x="9626" y="11023"/>
                </a:lnTo>
                <a:lnTo>
                  <a:pt x="9804" y="11391"/>
                </a:lnTo>
                <a:lnTo>
                  <a:pt x="9804" y="10960"/>
                </a:lnTo>
                <a:close/>
              </a:path>
              <a:path w="31114" h="19050">
                <a:moveTo>
                  <a:pt x="9918" y="17411"/>
                </a:moveTo>
                <a:lnTo>
                  <a:pt x="9779" y="17411"/>
                </a:lnTo>
                <a:lnTo>
                  <a:pt x="9652" y="18618"/>
                </a:lnTo>
                <a:lnTo>
                  <a:pt x="9918" y="18618"/>
                </a:lnTo>
                <a:lnTo>
                  <a:pt x="9918" y="17411"/>
                </a:lnTo>
                <a:close/>
              </a:path>
              <a:path w="31114" h="19050">
                <a:moveTo>
                  <a:pt x="9994" y="10121"/>
                </a:moveTo>
                <a:lnTo>
                  <a:pt x="9931" y="10350"/>
                </a:lnTo>
                <a:lnTo>
                  <a:pt x="9994" y="10121"/>
                </a:lnTo>
                <a:close/>
              </a:path>
              <a:path w="31114" h="19050">
                <a:moveTo>
                  <a:pt x="10033" y="16332"/>
                </a:moveTo>
                <a:lnTo>
                  <a:pt x="9779" y="16332"/>
                </a:lnTo>
                <a:lnTo>
                  <a:pt x="9728" y="16065"/>
                </a:lnTo>
                <a:lnTo>
                  <a:pt x="9867" y="16065"/>
                </a:lnTo>
                <a:lnTo>
                  <a:pt x="9944" y="15405"/>
                </a:lnTo>
                <a:lnTo>
                  <a:pt x="9753" y="15125"/>
                </a:lnTo>
                <a:lnTo>
                  <a:pt x="9753" y="14947"/>
                </a:lnTo>
                <a:lnTo>
                  <a:pt x="9753" y="14782"/>
                </a:lnTo>
                <a:lnTo>
                  <a:pt x="8242" y="14782"/>
                </a:lnTo>
                <a:lnTo>
                  <a:pt x="8242" y="16065"/>
                </a:lnTo>
                <a:lnTo>
                  <a:pt x="8064" y="15798"/>
                </a:lnTo>
                <a:lnTo>
                  <a:pt x="8242" y="16065"/>
                </a:lnTo>
                <a:lnTo>
                  <a:pt x="8242" y="14782"/>
                </a:lnTo>
                <a:lnTo>
                  <a:pt x="8216" y="14947"/>
                </a:lnTo>
                <a:lnTo>
                  <a:pt x="8216" y="15405"/>
                </a:lnTo>
                <a:lnTo>
                  <a:pt x="7962" y="15405"/>
                </a:lnTo>
                <a:lnTo>
                  <a:pt x="7950" y="15595"/>
                </a:lnTo>
                <a:lnTo>
                  <a:pt x="7950" y="15405"/>
                </a:lnTo>
                <a:lnTo>
                  <a:pt x="8140" y="15125"/>
                </a:lnTo>
                <a:lnTo>
                  <a:pt x="8216" y="14947"/>
                </a:lnTo>
                <a:lnTo>
                  <a:pt x="8216" y="14782"/>
                </a:lnTo>
                <a:lnTo>
                  <a:pt x="38" y="14782"/>
                </a:lnTo>
                <a:lnTo>
                  <a:pt x="0" y="18618"/>
                </a:lnTo>
                <a:lnTo>
                  <a:pt x="9652" y="18618"/>
                </a:lnTo>
                <a:lnTo>
                  <a:pt x="9779" y="17170"/>
                </a:lnTo>
                <a:lnTo>
                  <a:pt x="9791" y="16929"/>
                </a:lnTo>
                <a:lnTo>
                  <a:pt x="9664" y="16929"/>
                </a:lnTo>
                <a:lnTo>
                  <a:pt x="9982" y="16675"/>
                </a:lnTo>
                <a:lnTo>
                  <a:pt x="10033" y="16332"/>
                </a:lnTo>
                <a:close/>
              </a:path>
              <a:path w="31114" h="19050">
                <a:moveTo>
                  <a:pt x="10058" y="10401"/>
                </a:moveTo>
                <a:lnTo>
                  <a:pt x="10020" y="10731"/>
                </a:lnTo>
                <a:lnTo>
                  <a:pt x="10058" y="10401"/>
                </a:lnTo>
                <a:close/>
              </a:path>
              <a:path w="31114" h="19050">
                <a:moveTo>
                  <a:pt x="10071" y="13246"/>
                </a:moveTo>
                <a:lnTo>
                  <a:pt x="8077" y="13246"/>
                </a:lnTo>
                <a:lnTo>
                  <a:pt x="7899" y="13246"/>
                </a:lnTo>
                <a:lnTo>
                  <a:pt x="7899" y="13081"/>
                </a:lnTo>
                <a:lnTo>
                  <a:pt x="8991" y="13081"/>
                </a:lnTo>
                <a:lnTo>
                  <a:pt x="9055" y="12547"/>
                </a:lnTo>
                <a:lnTo>
                  <a:pt x="9182" y="13081"/>
                </a:lnTo>
                <a:lnTo>
                  <a:pt x="9855" y="13081"/>
                </a:lnTo>
                <a:lnTo>
                  <a:pt x="9156" y="11811"/>
                </a:lnTo>
                <a:lnTo>
                  <a:pt x="9271" y="11010"/>
                </a:lnTo>
                <a:lnTo>
                  <a:pt x="9042" y="11582"/>
                </a:lnTo>
                <a:lnTo>
                  <a:pt x="9029" y="11163"/>
                </a:lnTo>
                <a:lnTo>
                  <a:pt x="8940" y="11391"/>
                </a:lnTo>
                <a:lnTo>
                  <a:pt x="8737" y="11010"/>
                </a:lnTo>
                <a:lnTo>
                  <a:pt x="8851" y="11607"/>
                </a:lnTo>
                <a:lnTo>
                  <a:pt x="8470" y="12522"/>
                </a:lnTo>
                <a:lnTo>
                  <a:pt x="8128" y="11671"/>
                </a:lnTo>
                <a:lnTo>
                  <a:pt x="7785" y="12522"/>
                </a:lnTo>
                <a:lnTo>
                  <a:pt x="7785" y="11328"/>
                </a:lnTo>
                <a:lnTo>
                  <a:pt x="7924" y="11188"/>
                </a:lnTo>
                <a:lnTo>
                  <a:pt x="7912" y="11010"/>
                </a:lnTo>
                <a:lnTo>
                  <a:pt x="7886" y="11137"/>
                </a:lnTo>
                <a:lnTo>
                  <a:pt x="7785" y="11010"/>
                </a:lnTo>
                <a:lnTo>
                  <a:pt x="7645" y="11010"/>
                </a:lnTo>
                <a:lnTo>
                  <a:pt x="7683" y="10845"/>
                </a:lnTo>
                <a:lnTo>
                  <a:pt x="7848" y="10845"/>
                </a:lnTo>
                <a:lnTo>
                  <a:pt x="7848" y="10325"/>
                </a:lnTo>
                <a:lnTo>
                  <a:pt x="8191" y="10325"/>
                </a:lnTo>
                <a:lnTo>
                  <a:pt x="8242" y="9855"/>
                </a:lnTo>
                <a:lnTo>
                  <a:pt x="8204" y="10325"/>
                </a:lnTo>
                <a:lnTo>
                  <a:pt x="8343" y="10325"/>
                </a:lnTo>
                <a:lnTo>
                  <a:pt x="8763" y="9855"/>
                </a:lnTo>
                <a:lnTo>
                  <a:pt x="9283" y="9855"/>
                </a:lnTo>
                <a:lnTo>
                  <a:pt x="9359" y="9271"/>
                </a:lnTo>
                <a:lnTo>
                  <a:pt x="7302" y="9271"/>
                </a:lnTo>
                <a:lnTo>
                  <a:pt x="7302" y="11010"/>
                </a:lnTo>
                <a:lnTo>
                  <a:pt x="7150" y="12166"/>
                </a:lnTo>
                <a:lnTo>
                  <a:pt x="7061" y="12890"/>
                </a:lnTo>
                <a:lnTo>
                  <a:pt x="7048" y="13081"/>
                </a:lnTo>
                <a:lnTo>
                  <a:pt x="6794" y="13081"/>
                </a:lnTo>
                <a:lnTo>
                  <a:pt x="6934" y="12204"/>
                </a:lnTo>
                <a:lnTo>
                  <a:pt x="7061" y="12890"/>
                </a:lnTo>
                <a:lnTo>
                  <a:pt x="7061" y="12077"/>
                </a:lnTo>
                <a:lnTo>
                  <a:pt x="7150" y="11010"/>
                </a:lnTo>
                <a:lnTo>
                  <a:pt x="7302" y="11010"/>
                </a:lnTo>
                <a:lnTo>
                  <a:pt x="7302" y="9271"/>
                </a:lnTo>
                <a:lnTo>
                  <a:pt x="6883" y="9271"/>
                </a:lnTo>
                <a:lnTo>
                  <a:pt x="6883" y="11899"/>
                </a:lnTo>
                <a:lnTo>
                  <a:pt x="6007" y="11010"/>
                </a:lnTo>
                <a:lnTo>
                  <a:pt x="6718" y="11010"/>
                </a:lnTo>
                <a:lnTo>
                  <a:pt x="6883" y="11899"/>
                </a:lnTo>
                <a:lnTo>
                  <a:pt x="6883" y="9271"/>
                </a:lnTo>
                <a:lnTo>
                  <a:pt x="88" y="9271"/>
                </a:lnTo>
                <a:lnTo>
                  <a:pt x="38" y="14312"/>
                </a:lnTo>
                <a:lnTo>
                  <a:pt x="9677" y="14312"/>
                </a:lnTo>
                <a:lnTo>
                  <a:pt x="9817" y="14135"/>
                </a:lnTo>
                <a:lnTo>
                  <a:pt x="9982" y="14135"/>
                </a:lnTo>
                <a:lnTo>
                  <a:pt x="10071" y="13246"/>
                </a:lnTo>
                <a:close/>
              </a:path>
              <a:path w="31114" h="19050">
                <a:moveTo>
                  <a:pt x="10134" y="863"/>
                </a:moveTo>
                <a:lnTo>
                  <a:pt x="9918" y="889"/>
                </a:lnTo>
                <a:lnTo>
                  <a:pt x="9918" y="1193"/>
                </a:lnTo>
                <a:lnTo>
                  <a:pt x="10134" y="1041"/>
                </a:lnTo>
                <a:lnTo>
                  <a:pt x="10134" y="863"/>
                </a:lnTo>
                <a:close/>
              </a:path>
              <a:path w="31114" h="19050">
                <a:moveTo>
                  <a:pt x="10172" y="9499"/>
                </a:moveTo>
                <a:lnTo>
                  <a:pt x="10160" y="9372"/>
                </a:lnTo>
                <a:lnTo>
                  <a:pt x="10134" y="9245"/>
                </a:lnTo>
                <a:lnTo>
                  <a:pt x="10096" y="9372"/>
                </a:lnTo>
                <a:lnTo>
                  <a:pt x="10071" y="9499"/>
                </a:lnTo>
                <a:close/>
              </a:path>
              <a:path w="31114" h="19050">
                <a:moveTo>
                  <a:pt x="10210" y="10922"/>
                </a:moveTo>
                <a:lnTo>
                  <a:pt x="10096" y="10706"/>
                </a:lnTo>
                <a:lnTo>
                  <a:pt x="10058" y="10858"/>
                </a:lnTo>
                <a:lnTo>
                  <a:pt x="10210" y="10922"/>
                </a:lnTo>
                <a:close/>
              </a:path>
              <a:path w="31114" h="19050">
                <a:moveTo>
                  <a:pt x="10248" y="3695"/>
                </a:moveTo>
                <a:lnTo>
                  <a:pt x="10096" y="3632"/>
                </a:lnTo>
                <a:lnTo>
                  <a:pt x="10147" y="3860"/>
                </a:lnTo>
                <a:lnTo>
                  <a:pt x="9994" y="3924"/>
                </a:lnTo>
                <a:lnTo>
                  <a:pt x="10033" y="4064"/>
                </a:lnTo>
                <a:lnTo>
                  <a:pt x="10210" y="4000"/>
                </a:lnTo>
                <a:lnTo>
                  <a:pt x="10210" y="3784"/>
                </a:lnTo>
                <a:close/>
              </a:path>
              <a:path w="31114" h="19050">
                <a:moveTo>
                  <a:pt x="10350" y="4140"/>
                </a:moveTo>
                <a:lnTo>
                  <a:pt x="10287" y="4318"/>
                </a:lnTo>
                <a:lnTo>
                  <a:pt x="10350" y="4140"/>
                </a:lnTo>
                <a:close/>
              </a:path>
              <a:path w="31114" h="19050">
                <a:moveTo>
                  <a:pt x="10388" y="17411"/>
                </a:moveTo>
                <a:lnTo>
                  <a:pt x="10198" y="17411"/>
                </a:lnTo>
                <a:lnTo>
                  <a:pt x="10198" y="18618"/>
                </a:lnTo>
                <a:lnTo>
                  <a:pt x="10388" y="18618"/>
                </a:lnTo>
                <a:lnTo>
                  <a:pt x="10388" y="17411"/>
                </a:lnTo>
                <a:close/>
              </a:path>
              <a:path w="31114" h="19050">
                <a:moveTo>
                  <a:pt x="10426" y="4622"/>
                </a:moveTo>
                <a:lnTo>
                  <a:pt x="10248" y="4737"/>
                </a:lnTo>
                <a:lnTo>
                  <a:pt x="10287" y="4914"/>
                </a:lnTo>
                <a:lnTo>
                  <a:pt x="10426" y="4622"/>
                </a:lnTo>
                <a:close/>
              </a:path>
              <a:path w="31114" h="19050">
                <a:moveTo>
                  <a:pt x="10426" y="1676"/>
                </a:moveTo>
                <a:lnTo>
                  <a:pt x="10363" y="1422"/>
                </a:lnTo>
                <a:lnTo>
                  <a:pt x="10147" y="1422"/>
                </a:lnTo>
                <a:lnTo>
                  <a:pt x="10007" y="1587"/>
                </a:lnTo>
                <a:lnTo>
                  <a:pt x="10096" y="1892"/>
                </a:lnTo>
                <a:lnTo>
                  <a:pt x="10210" y="2108"/>
                </a:lnTo>
                <a:lnTo>
                  <a:pt x="10388" y="1841"/>
                </a:lnTo>
                <a:lnTo>
                  <a:pt x="10248" y="1752"/>
                </a:lnTo>
                <a:lnTo>
                  <a:pt x="10147" y="1587"/>
                </a:lnTo>
                <a:lnTo>
                  <a:pt x="10363" y="1485"/>
                </a:lnTo>
                <a:lnTo>
                  <a:pt x="10426" y="1676"/>
                </a:lnTo>
                <a:close/>
              </a:path>
              <a:path w="31114" h="19050">
                <a:moveTo>
                  <a:pt x="10464" y="9245"/>
                </a:moveTo>
                <a:lnTo>
                  <a:pt x="10388" y="9423"/>
                </a:lnTo>
                <a:lnTo>
                  <a:pt x="10464" y="9245"/>
                </a:lnTo>
                <a:close/>
              </a:path>
              <a:path w="31114" h="19050">
                <a:moveTo>
                  <a:pt x="10502" y="2781"/>
                </a:moveTo>
                <a:lnTo>
                  <a:pt x="10464" y="2590"/>
                </a:lnTo>
                <a:lnTo>
                  <a:pt x="10388" y="2349"/>
                </a:lnTo>
                <a:lnTo>
                  <a:pt x="10172" y="2425"/>
                </a:lnTo>
                <a:lnTo>
                  <a:pt x="10172" y="2146"/>
                </a:lnTo>
                <a:lnTo>
                  <a:pt x="10083" y="2387"/>
                </a:lnTo>
                <a:lnTo>
                  <a:pt x="10147" y="2654"/>
                </a:lnTo>
                <a:lnTo>
                  <a:pt x="10058" y="2946"/>
                </a:lnTo>
                <a:lnTo>
                  <a:pt x="10096" y="3086"/>
                </a:lnTo>
                <a:lnTo>
                  <a:pt x="10210" y="3276"/>
                </a:lnTo>
                <a:lnTo>
                  <a:pt x="10287" y="2971"/>
                </a:lnTo>
                <a:lnTo>
                  <a:pt x="10388" y="3111"/>
                </a:lnTo>
                <a:lnTo>
                  <a:pt x="10464" y="2933"/>
                </a:lnTo>
                <a:lnTo>
                  <a:pt x="10502" y="2781"/>
                </a:lnTo>
                <a:close/>
              </a:path>
              <a:path w="31114" h="19050">
                <a:moveTo>
                  <a:pt x="10579" y="9245"/>
                </a:moveTo>
                <a:close/>
              </a:path>
              <a:path w="31114" h="19050">
                <a:moveTo>
                  <a:pt x="10706" y="3746"/>
                </a:moveTo>
                <a:lnTo>
                  <a:pt x="10668" y="3517"/>
                </a:lnTo>
                <a:lnTo>
                  <a:pt x="10629" y="3695"/>
                </a:lnTo>
                <a:close/>
              </a:path>
              <a:path w="31114" h="19050">
                <a:moveTo>
                  <a:pt x="10795" y="4064"/>
                </a:moveTo>
                <a:lnTo>
                  <a:pt x="10629" y="4178"/>
                </a:lnTo>
                <a:lnTo>
                  <a:pt x="10769" y="4305"/>
                </a:lnTo>
                <a:lnTo>
                  <a:pt x="10795" y="4064"/>
                </a:lnTo>
                <a:close/>
              </a:path>
              <a:path w="31114" h="19050">
                <a:moveTo>
                  <a:pt x="10820" y="11557"/>
                </a:moveTo>
                <a:lnTo>
                  <a:pt x="10769" y="11315"/>
                </a:lnTo>
                <a:lnTo>
                  <a:pt x="10668" y="11493"/>
                </a:lnTo>
                <a:lnTo>
                  <a:pt x="10820" y="11557"/>
                </a:lnTo>
                <a:close/>
              </a:path>
              <a:path w="31114" h="19050">
                <a:moveTo>
                  <a:pt x="10896" y="11150"/>
                </a:moveTo>
                <a:lnTo>
                  <a:pt x="10858" y="11023"/>
                </a:lnTo>
                <a:lnTo>
                  <a:pt x="10668" y="11023"/>
                </a:lnTo>
                <a:lnTo>
                  <a:pt x="10769" y="11176"/>
                </a:lnTo>
                <a:lnTo>
                  <a:pt x="10896" y="11150"/>
                </a:lnTo>
                <a:close/>
              </a:path>
              <a:path w="31114" h="19050">
                <a:moveTo>
                  <a:pt x="11163" y="10998"/>
                </a:moveTo>
                <a:lnTo>
                  <a:pt x="11010" y="11188"/>
                </a:lnTo>
                <a:lnTo>
                  <a:pt x="11049" y="11468"/>
                </a:lnTo>
                <a:lnTo>
                  <a:pt x="11099" y="11252"/>
                </a:lnTo>
                <a:lnTo>
                  <a:pt x="11163" y="10998"/>
                </a:lnTo>
                <a:close/>
              </a:path>
              <a:path w="31114" h="19050">
                <a:moveTo>
                  <a:pt x="11366" y="9245"/>
                </a:moveTo>
                <a:lnTo>
                  <a:pt x="11328" y="9423"/>
                </a:lnTo>
                <a:lnTo>
                  <a:pt x="11366" y="9245"/>
                </a:lnTo>
                <a:close/>
              </a:path>
              <a:path w="31114" h="19050">
                <a:moveTo>
                  <a:pt x="11455" y="6070"/>
                </a:moveTo>
                <a:lnTo>
                  <a:pt x="11226" y="6146"/>
                </a:lnTo>
                <a:lnTo>
                  <a:pt x="11303" y="6337"/>
                </a:lnTo>
                <a:lnTo>
                  <a:pt x="11455" y="6070"/>
                </a:lnTo>
                <a:close/>
              </a:path>
              <a:path w="31114" h="19050">
                <a:moveTo>
                  <a:pt x="11493" y="9245"/>
                </a:moveTo>
                <a:close/>
              </a:path>
              <a:path w="31114" h="19050">
                <a:moveTo>
                  <a:pt x="11582" y="6375"/>
                </a:moveTo>
                <a:lnTo>
                  <a:pt x="11455" y="6261"/>
                </a:lnTo>
                <a:lnTo>
                  <a:pt x="11328" y="6375"/>
                </a:lnTo>
                <a:lnTo>
                  <a:pt x="11480" y="6400"/>
                </a:lnTo>
                <a:close/>
              </a:path>
              <a:path w="31114" h="19050">
                <a:moveTo>
                  <a:pt x="11595" y="15354"/>
                </a:moveTo>
                <a:lnTo>
                  <a:pt x="11341" y="15163"/>
                </a:lnTo>
                <a:lnTo>
                  <a:pt x="11150" y="14770"/>
                </a:lnTo>
                <a:lnTo>
                  <a:pt x="11214" y="15367"/>
                </a:lnTo>
                <a:lnTo>
                  <a:pt x="11290" y="15163"/>
                </a:lnTo>
                <a:lnTo>
                  <a:pt x="11353" y="15506"/>
                </a:lnTo>
                <a:lnTo>
                  <a:pt x="11353" y="15367"/>
                </a:lnTo>
                <a:lnTo>
                  <a:pt x="11595" y="15354"/>
                </a:lnTo>
                <a:close/>
              </a:path>
              <a:path w="31114" h="19050">
                <a:moveTo>
                  <a:pt x="12014" y="14058"/>
                </a:moveTo>
                <a:lnTo>
                  <a:pt x="11988" y="13843"/>
                </a:lnTo>
                <a:lnTo>
                  <a:pt x="11874" y="14058"/>
                </a:lnTo>
                <a:lnTo>
                  <a:pt x="12014" y="14058"/>
                </a:lnTo>
                <a:close/>
              </a:path>
              <a:path w="31114" h="19050">
                <a:moveTo>
                  <a:pt x="12039" y="18567"/>
                </a:moveTo>
                <a:lnTo>
                  <a:pt x="11976" y="18148"/>
                </a:lnTo>
                <a:lnTo>
                  <a:pt x="11976" y="18567"/>
                </a:lnTo>
                <a:close/>
              </a:path>
              <a:path w="31114" h="19050">
                <a:moveTo>
                  <a:pt x="12090" y="17411"/>
                </a:moveTo>
                <a:lnTo>
                  <a:pt x="11938" y="17297"/>
                </a:lnTo>
                <a:lnTo>
                  <a:pt x="12014" y="17665"/>
                </a:lnTo>
                <a:lnTo>
                  <a:pt x="12014" y="17437"/>
                </a:lnTo>
                <a:close/>
              </a:path>
              <a:path w="31114" h="19050">
                <a:moveTo>
                  <a:pt x="12192" y="11938"/>
                </a:moveTo>
                <a:lnTo>
                  <a:pt x="12128" y="11645"/>
                </a:lnTo>
                <a:lnTo>
                  <a:pt x="11925" y="12026"/>
                </a:lnTo>
                <a:lnTo>
                  <a:pt x="12128" y="11938"/>
                </a:lnTo>
                <a:close/>
              </a:path>
              <a:path w="31114" h="19050">
                <a:moveTo>
                  <a:pt x="12446" y="13322"/>
                </a:moveTo>
                <a:lnTo>
                  <a:pt x="12306" y="13284"/>
                </a:lnTo>
                <a:lnTo>
                  <a:pt x="12420" y="13500"/>
                </a:lnTo>
                <a:lnTo>
                  <a:pt x="12446" y="13322"/>
                </a:lnTo>
                <a:close/>
              </a:path>
              <a:path w="31114" h="19050">
                <a:moveTo>
                  <a:pt x="12636" y="12458"/>
                </a:moveTo>
                <a:lnTo>
                  <a:pt x="12598" y="12280"/>
                </a:lnTo>
                <a:lnTo>
                  <a:pt x="12522" y="12420"/>
                </a:lnTo>
                <a:close/>
              </a:path>
              <a:path w="31114" h="19050">
                <a:moveTo>
                  <a:pt x="12700" y="17183"/>
                </a:moveTo>
                <a:lnTo>
                  <a:pt x="12522" y="17145"/>
                </a:lnTo>
                <a:lnTo>
                  <a:pt x="12700" y="17373"/>
                </a:lnTo>
                <a:lnTo>
                  <a:pt x="12700" y="17183"/>
                </a:lnTo>
                <a:close/>
              </a:path>
              <a:path w="31114" h="19050">
                <a:moveTo>
                  <a:pt x="12738" y="4000"/>
                </a:moveTo>
                <a:lnTo>
                  <a:pt x="12547" y="3860"/>
                </a:lnTo>
                <a:lnTo>
                  <a:pt x="12522" y="4000"/>
                </a:lnTo>
                <a:lnTo>
                  <a:pt x="12738" y="4000"/>
                </a:lnTo>
                <a:close/>
              </a:path>
              <a:path w="31114" h="19050">
                <a:moveTo>
                  <a:pt x="12814" y="11366"/>
                </a:moveTo>
                <a:lnTo>
                  <a:pt x="12636" y="11506"/>
                </a:lnTo>
                <a:lnTo>
                  <a:pt x="12814" y="11366"/>
                </a:lnTo>
                <a:close/>
              </a:path>
              <a:path w="31114" h="19050">
                <a:moveTo>
                  <a:pt x="12852" y="355"/>
                </a:moveTo>
                <a:lnTo>
                  <a:pt x="12814" y="0"/>
                </a:lnTo>
                <a:lnTo>
                  <a:pt x="12700" y="177"/>
                </a:lnTo>
                <a:lnTo>
                  <a:pt x="12522" y="685"/>
                </a:lnTo>
                <a:lnTo>
                  <a:pt x="12750" y="876"/>
                </a:lnTo>
                <a:lnTo>
                  <a:pt x="12839" y="698"/>
                </a:lnTo>
                <a:lnTo>
                  <a:pt x="12674" y="584"/>
                </a:lnTo>
                <a:lnTo>
                  <a:pt x="12852" y="355"/>
                </a:lnTo>
                <a:close/>
              </a:path>
              <a:path w="31114" h="19050">
                <a:moveTo>
                  <a:pt x="12954" y="14516"/>
                </a:moveTo>
                <a:lnTo>
                  <a:pt x="12700" y="14351"/>
                </a:lnTo>
                <a:lnTo>
                  <a:pt x="12725" y="14528"/>
                </a:lnTo>
                <a:lnTo>
                  <a:pt x="12623" y="14681"/>
                </a:lnTo>
                <a:lnTo>
                  <a:pt x="12954" y="14516"/>
                </a:lnTo>
                <a:close/>
              </a:path>
              <a:path w="31114" h="19050">
                <a:moveTo>
                  <a:pt x="13093" y="6502"/>
                </a:moveTo>
                <a:lnTo>
                  <a:pt x="12979" y="6324"/>
                </a:lnTo>
                <a:lnTo>
                  <a:pt x="12966" y="6540"/>
                </a:lnTo>
                <a:lnTo>
                  <a:pt x="13093" y="6502"/>
                </a:lnTo>
                <a:close/>
              </a:path>
              <a:path w="31114" h="19050">
                <a:moveTo>
                  <a:pt x="13208" y="63"/>
                </a:moveTo>
                <a:lnTo>
                  <a:pt x="13068" y="38"/>
                </a:lnTo>
                <a:lnTo>
                  <a:pt x="13030" y="203"/>
                </a:lnTo>
                <a:lnTo>
                  <a:pt x="13093" y="355"/>
                </a:lnTo>
                <a:lnTo>
                  <a:pt x="13208" y="63"/>
                </a:lnTo>
                <a:close/>
              </a:path>
              <a:path w="31114" h="19050">
                <a:moveTo>
                  <a:pt x="13246" y="3149"/>
                </a:moveTo>
                <a:lnTo>
                  <a:pt x="13233" y="2755"/>
                </a:lnTo>
                <a:lnTo>
                  <a:pt x="13195" y="2057"/>
                </a:lnTo>
                <a:lnTo>
                  <a:pt x="13246" y="3149"/>
                </a:lnTo>
                <a:close/>
              </a:path>
              <a:path w="31114" h="19050">
                <a:moveTo>
                  <a:pt x="13512" y="15290"/>
                </a:moveTo>
                <a:lnTo>
                  <a:pt x="13474" y="15062"/>
                </a:lnTo>
                <a:lnTo>
                  <a:pt x="13512" y="15290"/>
                </a:lnTo>
                <a:close/>
              </a:path>
              <a:path w="31114" h="19050">
                <a:moveTo>
                  <a:pt x="13614" y="3086"/>
                </a:moveTo>
                <a:lnTo>
                  <a:pt x="13347" y="2806"/>
                </a:lnTo>
                <a:lnTo>
                  <a:pt x="13322" y="2628"/>
                </a:lnTo>
                <a:lnTo>
                  <a:pt x="13296" y="2781"/>
                </a:lnTo>
                <a:lnTo>
                  <a:pt x="13322" y="3035"/>
                </a:lnTo>
                <a:lnTo>
                  <a:pt x="13360" y="3314"/>
                </a:lnTo>
                <a:lnTo>
                  <a:pt x="13398" y="3035"/>
                </a:lnTo>
                <a:lnTo>
                  <a:pt x="13449" y="3238"/>
                </a:lnTo>
                <a:lnTo>
                  <a:pt x="13614" y="3086"/>
                </a:lnTo>
                <a:close/>
              </a:path>
              <a:path w="31114" h="19050">
                <a:moveTo>
                  <a:pt x="13690" y="14274"/>
                </a:moveTo>
                <a:lnTo>
                  <a:pt x="13538" y="14452"/>
                </a:lnTo>
                <a:lnTo>
                  <a:pt x="13690" y="14274"/>
                </a:lnTo>
                <a:close/>
              </a:path>
              <a:path w="31114" h="19050">
                <a:moveTo>
                  <a:pt x="13716" y="16281"/>
                </a:moveTo>
                <a:lnTo>
                  <a:pt x="13576" y="16027"/>
                </a:lnTo>
                <a:lnTo>
                  <a:pt x="13462" y="16167"/>
                </a:lnTo>
                <a:lnTo>
                  <a:pt x="13677" y="16395"/>
                </a:lnTo>
                <a:close/>
              </a:path>
              <a:path w="31114" h="19050">
                <a:moveTo>
                  <a:pt x="13893" y="4000"/>
                </a:moveTo>
                <a:lnTo>
                  <a:pt x="13855" y="3708"/>
                </a:lnTo>
                <a:lnTo>
                  <a:pt x="13830" y="3492"/>
                </a:lnTo>
                <a:lnTo>
                  <a:pt x="13716" y="3149"/>
                </a:lnTo>
                <a:lnTo>
                  <a:pt x="13652" y="3949"/>
                </a:lnTo>
                <a:lnTo>
                  <a:pt x="13893" y="4000"/>
                </a:lnTo>
                <a:close/>
              </a:path>
              <a:path w="31114" h="19050">
                <a:moveTo>
                  <a:pt x="13906" y="17805"/>
                </a:moveTo>
                <a:lnTo>
                  <a:pt x="13754" y="17995"/>
                </a:lnTo>
                <a:lnTo>
                  <a:pt x="13817" y="17843"/>
                </a:lnTo>
                <a:close/>
              </a:path>
              <a:path w="31114" h="19050">
                <a:moveTo>
                  <a:pt x="14173" y="4610"/>
                </a:moveTo>
                <a:lnTo>
                  <a:pt x="13944" y="4254"/>
                </a:lnTo>
                <a:lnTo>
                  <a:pt x="13982" y="4114"/>
                </a:lnTo>
                <a:lnTo>
                  <a:pt x="13804" y="4025"/>
                </a:lnTo>
                <a:lnTo>
                  <a:pt x="13944" y="4508"/>
                </a:lnTo>
                <a:lnTo>
                  <a:pt x="14173" y="4610"/>
                </a:lnTo>
                <a:close/>
              </a:path>
              <a:path w="31114" h="19050">
                <a:moveTo>
                  <a:pt x="14312" y="13931"/>
                </a:moveTo>
                <a:lnTo>
                  <a:pt x="14185" y="13728"/>
                </a:lnTo>
                <a:lnTo>
                  <a:pt x="14185" y="13944"/>
                </a:lnTo>
                <a:lnTo>
                  <a:pt x="14008" y="14147"/>
                </a:lnTo>
                <a:lnTo>
                  <a:pt x="14122" y="14351"/>
                </a:lnTo>
                <a:lnTo>
                  <a:pt x="14160" y="14147"/>
                </a:lnTo>
                <a:lnTo>
                  <a:pt x="14312" y="13931"/>
                </a:lnTo>
                <a:close/>
              </a:path>
              <a:path w="31114" h="19050">
                <a:moveTo>
                  <a:pt x="14490" y="5765"/>
                </a:moveTo>
                <a:lnTo>
                  <a:pt x="14389" y="5524"/>
                </a:lnTo>
                <a:lnTo>
                  <a:pt x="14414" y="5308"/>
                </a:lnTo>
                <a:lnTo>
                  <a:pt x="14338" y="5499"/>
                </a:lnTo>
                <a:lnTo>
                  <a:pt x="14376" y="5626"/>
                </a:lnTo>
                <a:lnTo>
                  <a:pt x="14376" y="5880"/>
                </a:lnTo>
                <a:close/>
              </a:path>
              <a:path w="31114" h="19050">
                <a:moveTo>
                  <a:pt x="17259" y="1841"/>
                </a:moveTo>
                <a:lnTo>
                  <a:pt x="17106" y="1714"/>
                </a:lnTo>
                <a:lnTo>
                  <a:pt x="17081" y="1879"/>
                </a:lnTo>
                <a:lnTo>
                  <a:pt x="17259" y="1841"/>
                </a:lnTo>
                <a:close/>
              </a:path>
              <a:path w="31114" h="19050">
                <a:moveTo>
                  <a:pt x="30035" y="13830"/>
                </a:moveTo>
                <a:lnTo>
                  <a:pt x="29959" y="13258"/>
                </a:lnTo>
                <a:lnTo>
                  <a:pt x="29984" y="14008"/>
                </a:lnTo>
                <a:lnTo>
                  <a:pt x="29921" y="15049"/>
                </a:lnTo>
                <a:lnTo>
                  <a:pt x="29997" y="15621"/>
                </a:lnTo>
                <a:lnTo>
                  <a:pt x="29959" y="14871"/>
                </a:lnTo>
                <a:lnTo>
                  <a:pt x="30035" y="13830"/>
                </a:lnTo>
                <a:close/>
              </a:path>
              <a:path w="31114" h="19050">
                <a:moveTo>
                  <a:pt x="30772" y="9245"/>
                </a:moveTo>
                <a:lnTo>
                  <a:pt x="30683" y="9385"/>
                </a:lnTo>
                <a:lnTo>
                  <a:pt x="30657" y="9537"/>
                </a:lnTo>
                <a:lnTo>
                  <a:pt x="30759" y="9385"/>
                </a:lnTo>
                <a:lnTo>
                  <a:pt x="30772" y="92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bg object 139"/>
          <p:cNvSpPr/>
          <p:nvPr/>
        </p:nvSpPr>
        <p:spPr>
          <a:xfrm>
            <a:off x="1943404" y="1100073"/>
            <a:ext cx="30480" cy="16510"/>
          </a:xfrm>
          <a:custGeom>
            <a:avLst/>
            <a:gdLst/>
            <a:ahLst/>
            <a:cxnLst/>
            <a:rect l="l" t="t" r="r" b="b"/>
            <a:pathLst>
              <a:path w="30480" h="16509">
                <a:moveTo>
                  <a:pt x="6908" y="254"/>
                </a:moveTo>
                <a:lnTo>
                  <a:pt x="6769" y="381"/>
                </a:lnTo>
                <a:lnTo>
                  <a:pt x="6908" y="469"/>
                </a:lnTo>
                <a:lnTo>
                  <a:pt x="6908" y="254"/>
                </a:lnTo>
                <a:close/>
              </a:path>
              <a:path w="30480" h="16509">
                <a:moveTo>
                  <a:pt x="7772" y="15163"/>
                </a:moveTo>
                <a:lnTo>
                  <a:pt x="7759" y="14681"/>
                </a:lnTo>
                <a:lnTo>
                  <a:pt x="7620" y="14681"/>
                </a:lnTo>
                <a:lnTo>
                  <a:pt x="7772" y="15163"/>
                </a:lnTo>
                <a:close/>
              </a:path>
              <a:path w="30480" h="16509">
                <a:moveTo>
                  <a:pt x="7975" y="14503"/>
                </a:moveTo>
                <a:lnTo>
                  <a:pt x="7772" y="14325"/>
                </a:lnTo>
                <a:lnTo>
                  <a:pt x="7874" y="14503"/>
                </a:lnTo>
                <a:lnTo>
                  <a:pt x="7899" y="14655"/>
                </a:lnTo>
                <a:lnTo>
                  <a:pt x="7975" y="14503"/>
                </a:lnTo>
                <a:close/>
              </a:path>
              <a:path w="30480" h="16509">
                <a:moveTo>
                  <a:pt x="9017" y="76"/>
                </a:moveTo>
                <a:lnTo>
                  <a:pt x="8928" y="292"/>
                </a:lnTo>
                <a:lnTo>
                  <a:pt x="9017" y="76"/>
                </a:lnTo>
                <a:close/>
              </a:path>
              <a:path w="30480" h="16509">
                <a:moveTo>
                  <a:pt x="9448" y="15836"/>
                </a:moveTo>
                <a:lnTo>
                  <a:pt x="8915" y="15836"/>
                </a:lnTo>
                <a:lnTo>
                  <a:pt x="8877" y="15989"/>
                </a:lnTo>
                <a:lnTo>
                  <a:pt x="8763" y="15836"/>
                </a:lnTo>
                <a:lnTo>
                  <a:pt x="8204" y="15163"/>
                </a:lnTo>
                <a:lnTo>
                  <a:pt x="8216" y="15836"/>
                </a:lnTo>
                <a:lnTo>
                  <a:pt x="8166" y="15163"/>
                </a:lnTo>
                <a:lnTo>
                  <a:pt x="7772" y="15163"/>
                </a:lnTo>
                <a:lnTo>
                  <a:pt x="63" y="15163"/>
                </a:lnTo>
                <a:lnTo>
                  <a:pt x="127" y="16421"/>
                </a:lnTo>
                <a:lnTo>
                  <a:pt x="9334" y="16421"/>
                </a:lnTo>
                <a:lnTo>
                  <a:pt x="9283" y="16014"/>
                </a:lnTo>
                <a:lnTo>
                  <a:pt x="9448" y="15836"/>
                </a:lnTo>
                <a:close/>
              </a:path>
              <a:path w="30480" h="16509">
                <a:moveTo>
                  <a:pt x="9461" y="14541"/>
                </a:moveTo>
                <a:lnTo>
                  <a:pt x="9398" y="14770"/>
                </a:lnTo>
                <a:lnTo>
                  <a:pt x="9461" y="14541"/>
                </a:lnTo>
                <a:close/>
              </a:path>
              <a:path w="30480" h="16509">
                <a:moveTo>
                  <a:pt x="9563" y="15494"/>
                </a:moveTo>
                <a:lnTo>
                  <a:pt x="9474" y="14986"/>
                </a:lnTo>
                <a:lnTo>
                  <a:pt x="9321" y="14986"/>
                </a:lnTo>
                <a:lnTo>
                  <a:pt x="9372" y="15151"/>
                </a:lnTo>
                <a:lnTo>
                  <a:pt x="9372" y="15303"/>
                </a:lnTo>
                <a:lnTo>
                  <a:pt x="9321" y="15481"/>
                </a:lnTo>
                <a:lnTo>
                  <a:pt x="9220" y="15341"/>
                </a:lnTo>
                <a:lnTo>
                  <a:pt x="9131" y="15519"/>
                </a:lnTo>
                <a:lnTo>
                  <a:pt x="9296" y="15659"/>
                </a:lnTo>
                <a:lnTo>
                  <a:pt x="9512" y="15659"/>
                </a:lnTo>
                <a:lnTo>
                  <a:pt x="9550" y="15862"/>
                </a:lnTo>
                <a:lnTo>
                  <a:pt x="9563" y="15494"/>
                </a:lnTo>
                <a:close/>
              </a:path>
              <a:path w="30480" h="16509">
                <a:moveTo>
                  <a:pt x="9791" y="14236"/>
                </a:moveTo>
                <a:lnTo>
                  <a:pt x="9690" y="14516"/>
                </a:lnTo>
                <a:lnTo>
                  <a:pt x="9652" y="14312"/>
                </a:lnTo>
                <a:lnTo>
                  <a:pt x="9410" y="14312"/>
                </a:lnTo>
                <a:lnTo>
                  <a:pt x="9550" y="14376"/>
                </a:lnTo>
                <a:lnTo>
                  <a:pt x="9575" y="14516"/>
                </a:lnTo>
                <a:lnTo>
                  <a:pt x="9550" y="14757"/>
                </a:lnTo>
                <a:lnTo>
                  <a:pt x="9652" y="14617"/>
                </a:lnTo>
                <a:lnTo>
                  <a:pt x="9550" y="14820"/>
                </a:lnTo>
                <a:lnTo>
                  <a:pt x="9588" y="15036"/>
                </a:lnTo>
                <a:lnTo>
                  <a:pt x="9753" y="14719"/>
                </a:lnTo>
                <a:lnTo>
                  <a:pt x="9791" y="14236"/>
                </a:lnTo>
                <a:close/>
              </a:path>
              <a:path w="30480" h="16509">
                <a:moveTo>
                  <a:pt x="9855" y="10375"/>
                </a:moveTo>
                <a:lnTo>
                  <a:pt x="8178" y="10375"/>
                </a:lnTo>
                <a:lnTo>
                  <a:pt x="8153" y="10515"/>
                </a:lnTo>
                <a:lnTo>
                  <a:pt x="8026" y="10375"/>
                </a:lnTo>
                <a:lnTo>
                  <a:pt x="25" y="10375"/>
                </a:lnTo>
                <a:lnTo>
                  <a:pt x="25" y="10693"/>
                </a:lnTo>
                <a:lnTo>
                  <a:pt x="8140" y="10693"/>
                </a:lnTo>
                <a:lnTo>
                  <a:pt x="9753" y="10693"/>
                </a:lnTo>
                <a:lnTo>
                  <a:pt x="9855" y="10375"/>
                </a:lnTo>
                <a:close/>
              </a:path>
              <a:path w="30480" h="16509">
                <a:moveTo>
                  <a:pt x="9982" y="15519"/>
                </a:moveTo>
                <a:lnTo>
                  <a:pt x="9918" y="15303"/>
                </a:lnTo>
                <a:lnTo>
                  <a:pt x="9918" y="15494"/>
                </a:lnTo>
                <a:close/>
              </a:path>
              <a:path w="30480" h="16509">
                <a:moveTo>
                  <a:pt x="9994" y="9271"/>
                </a:moveTo>
                <a:lnTo>
                  <a:pt x="9956" y="8712"/>
                </a:lnTo>
                <a:lnTo>
                  <a:pt x="9944" y="8458"/>
                </a:lnTo>
                <a:lnTo>
                  <a:pt x="9918" y="8077"/>
                </a:lnTo>
                <a:lnTo>
                  <a:pt x="0" y="8077"/>
                </a:lnTo>
                <a:lnTo>
                  <a:pt x="12" y="9271"/>
                </a:lnTo>
                <a:lnTo>
                  <a:pt x="9994" y="9271"/>
                </a:lnTo>
                <a:close/>
              </a:path>
              <a:path w="30480" h="16509">
                <a:moveTo>
                  <a:pt x="10045" y="15240"/>
                </a:moveTo>
                <a:lnTo>
                  <a:pt x="10007" y="14909"/>
                </a:lnTo>
                <a:lnTo>
                  <a:pt x="9944" y="15278"/>
                </a:lnTo>
                <a:close/>
              </a:path>
              <a:path w="30480" h="16509">
                <a:moveTo>
                  <a:pt x="10121" y="6146"/>
                </a:moveTo>
                <a:lnTo>
                  <a:pt x="9906" y="6007"/>
                </a:lnTo>
                <a:lnTo>
                  <a:pt x="9906" y="6299"/>
                </a:lnTo>
                <a:lnTo>
                  <a:pt x="10121" y="6337"/>
                </a:lnTo>
                <a:lnTo>
                  <a:pt x="10121" y="6146"/>
                </a:lnTo>
                <a:close/>
              </a:path>
              <a:path w="30480" h="16509">
                <a:moveTo>
                  <a:pt x="10160" y="16154"/>
                </a:moveTo>
                <a:lnTo>
                  <a:pt x="10020" y="16027"/>
                </a:lnTo>
                <a:lnTo>
                  <a:pt x="10071" y="16256"/>
                </a:lnTo>
                <a:lnTo>
                  <a:pt x="10058" y="16395"/>
                </a:lnTo>
                <a:lnTo>
                  <a:pt x="10147" y="16256"/>
                </a:lnTo>
                <a:close/>
              </a:path>
              <a:path w="30480" h="16509">
                <a:moveTo>
                  <a:pt x="10198" y="14719"/>
                </a:moveTo>
                <a:lnTo>
                  <a:pt x="10045" y="14795"/>
                </a:lnTo>
                <a:lnTo>
                  <a:pt x="10083" y="14935"/>
                </a:lnTo>
                <a:lnTo>
                  <a:pt x="10198" y="14719"/>
                </a:lnTo>
                <a:close/>
              </a:path>
              <a:path w="30480" h="16509">
                <a:moveTo>
                  <a:pt x="10236" y="3505"/>
                </a:moveTo>
                <a:lnTo>
                  <a:pt x="10198" y="3200"/>
                </a:lnTo>
                <a:lnTo>
                  <a:pt x="10020" y="3136"/>
                </a:lnTo>
                <a:lnTo>
                  <a:pt x="9982" y="3276"/>
                </a:lnTo>
                <a:lnTo>
                  <a:pt x="10134" y="3365"/>
                </a:lnTo>
                <a:lnTo>
                  <a:pt x="10045" y="3505"/>
                </a:lnTo>
                <a:lnTo>
                  <a:pt x="10236" y="3505"/>
                </a:lnTo>
                <a:close/>
              </a:path>
              <a:path w="30480" h="16509">
                <a:moveTo>
                  <a:pt x="10337" y="3060"/>
                </a:moveTo>
                <a:lnTo>
                  <a:pt x="10274" y="2870"/>
                </a:lnTo>
                <a:lnTo>
                  <a:pt x="10299" y="3124"/>
                </a:lnTo>
                <a:close/>
              </a:path>
              <a:path w="30480" h="16509">
                <a:moveTo>
                  <a:pt x="10350" y="14211"/>
                </a:moveTo>
                <a:lnTo>
                  <a:pt x="9601" y="13157"/>
                </a:lnTo>
                <a:lnTo>
                  <a:pt x="9601" y="13766"/>
                </a:lnTo>
                <a:lnTo>
                  <a:pt x="9486" y="13601"/>
                </a:lnTo>
                <a:lnTo>
                  <a:pt x="9601" y="13766"/>
                </a:lnTo>
                <a:lnTo>
                  <a:pt x="9601" y="13157"/>
                </a:lnTo>
                <a:lnTo>
                  <a:pt x="9575" y="13030"/>
                </a:lnTo>
                <a:lnTo>
                  <a:pt x="9118" y="12433"/>
                </a:lnTo>
                <a:lnTo>
                  <a:pt x="9385" y="13157"/>
                </a:lnTo>
                <a:lnTo>
                  <a:pt x="9245" y="13246"/>
                </a:lnTo>
                <a:lnTo>
                  <a:pt x="8674" y="12433"/>
                </a:lnTo>
                <a:lnTo>
                  <a:pt x="8597" y="12852"/>
                </a:lnTo>
                <a:lnTo>
                  <a:pt x="8458" y="13474"/>
                </a:lnTo>
                <a:lnTo>
                  <a:pt x="7848" y="12433"/>
                </a:lnTo>
                <a:lnTo>
                  <a:pt x="8458" y="12433"/>
                </a:lnTo>
                <a:lnTo>
                  <a:pt x="8623" y="12433"/>
                </a:lnTo>
                <a:lnTo>
                  <a:pt x="9118" y="12433"/>
                </a:lnTo>
                <a:lnTo>
                  <a:pt x="9664" y="12433"/>
                </a:lnTo>
                <a:lnTo>
                  <a:pt x="10083" y="12433"/>
                </a:lnTo>
                <a:lnTo>
                  <a:pt x="9982" y="11544"/>
                </a:lnTo>
                <a:lnTo>
                  <a:pt x="9829" y="11544"/>
                </a:lnTo>
                <a:lnTo>
                  <a:pt x="9753" y="11137"/>
                </a:lnTo>
                <a:lnTo>
                  <a:pt x="7607" y="11137"/>
                </a:lnTo>
                <a:lnTo>
                  <a:pt x="7607" y="14211"/>
                </a:lnTo>
                <a:lnTo>
                  <a:pt x="7239" y="14211"/>
                </a:lnTo>
                <a:lnTo>
                  <a:pt x="7239" y="12433"/>
                </a:lnTo>
                <a:lnTo>
                  <a:pt x="7607" y="14211"/>
                </a:lnTo>
                <a:lnTo>
                  <a:pt x="7607" y="11137"/>
                </a:lnTo>
                <a:lnTo>
                  <a:pt x="25" y="11137"/>
                </a:lnTo>
                <a:lnTo>
                  <a:pt x="63" y="14681"/>
                </a:lnTo>
                <a:lnTo>
                  <a:pt x="7620" y="14681"/>
                </a:lnTo>
                <a:lnTo>
                  <a:pt x="7632" y="14465"/>
                </a:lnTo>
                <a:lnTo>
                  <a:pt x="7658" y="14211"/>
                </a:lnTo>
                <a:lnTo>
                  <a:pt x="9931" y="14211"/>
                </a:lnTo>
                <a:lnTo>
                  <a:pt x="10350" y="14211"/>
                </a:lnTo>
                <a:close/>
              </a:path>
              <a:path w="30480" h="16509">
                <a:moveTo>
                  <a:pt x="10414" y="5511"/>
                </a:moveTo>
                <a:lnTo>
                  <a:pt x="10350" y="5702"/>
                </a:lnTo>
                <a:lnTo>
                  <a:pt x="10160" y="5702"/>
                </a:lnTo>
                <a:lnTo>
                  <a:pt x="10160" y="5448"/>
                </a:lnTo>
                <a:lnTo>
                  <a:pt x="10350" y="5448"/>
                </a:lnTo>
                <a:lnTo>
                  <a:pt x="10198" y="5080"/>
                </a:lnTo>
                <a:lnTo>
                  <a:pt x="10083" y="5295"/>
                </a:lnTo>
                <a:lnTo>
                  <a:pt x="9994" y="5613"/>
                </a:lnTo>
                <a:lnTo>
                  <a:pt x="10134" y="5778"/>
                </a:lnTo>
                <a:lnTo>
                  <a:pt x="10350" y="5778"/>
                </a:lnTo>
                <a:lnTo>
                  <a:pt x="10414" y="5511"/>
                </a:lnTo>
                <a:close/>
              </a:path>
              <a:path w="30480" h="16509">
                <a:moveTo>
                  <a:pt x="10414" y="2590"/>
                </a:moveTo>
                <a:lnTo>
                  <a:pt x="10274" y="2298"/>
                </a:lnTo>
                <a:lnTo>
                  <a:pt x="10236" y="2476"/>
                </a:lnTo>
                <a:lnTo>
                  <a:pt x="10414" y="2590"/>
                </a:lnTo>
                <a:close/>
              </a:path>
              <a:path w="30480" h="16509">
                <a:moveTo>
                  <a:pt x="10452" y="16395"/>
                </a:moveTo>
                <a:lnTo>
                  <a:pt x="10375" y="16217"/>
                </a:lnTo>
                <a:lnTo>
                  <a:pt x="10337" y="16395"/>
                </a:lnTo>
                <a:close/>
              </a:path>
              <a:path w="30480" h="16509">
                <a:moveTo>
                  <a:pt x="10490" y="4406"/>
                </a:moveTo>
                <a:lnTo>
                  <a:pt x="10350" y="4254"/>
                </a:lnTo>
                <a:lnTo>
                  <a:pt x="10375" y="4076"/>
                </a:lnTo>
                <a:lnTo>
                  <a:pt x="10274" y="4229"/>
                </a:lnTo>
                <a:lnTo>
                  <a:pt x="10198" y="3937"/>
                </a:lnTo>
                <a:lnTo>
                  <a:pt x="10083" y="4102"/>
                </a:lnTo>
                <a:lnTo>
                  <a:pt x="10160" y="4279"/>
                </a:lnTo>
                <a:lnTo>
                  <a:pt x="10045" y="4648"/>
                </a:lnTo>
                <a:lnTo>
                  <a:pt x="10071" y="4800"/>
                </a:lnTo>
                <a:lnTo>
                  <a:pt x="10045" y="5029"/>
                </a:lnTo>
                <a:lnTo>
                  <a:pt x="10160" y="4749"/>
                </a:lnTo>
                <a:lnTo>
                  <a:pt x="10375" y="4826"/>
                </a:lnTo>
                <a:lnTo>
                  <a:pt x="10452" y="4597"/>
                </a:lnTo>
                <a:lnTo>
                  <a:pt x="10490" y="4406"/>
                </a:lnTo>
                <a:close/>
              </a:path>
              <a:path w="30480" h="16509">
                <a:moveTo>
                  <a:pt x="10553" y="16395"/>
                </a:moveTo>
                <a:close/>
              </a:path>
              <a:path w="30480" h="16509">
                <a:moveTo>
                  <a:pt x="10693" y="3454"/>
                </a:moveTo>
                <a:lnTo>
                  <a:pt x="10655" y="3670"/>
                </a:lnTo>
                <a:lnTo>
                  <a:pt x="10693" y="3454"/>
                </a:lnTo>
                <a:close/>
              </a:path>
              <a:path w="30480" h="16509">
                <a:moveTo>
                  <a:pt x="10782" y="3136"/>
                </a:moveTo>
                <a:lnTo>
                  <a:pt x="10756" y="2908"/>
                </a:lnTo>
                <a:lnTo>
                  <a:pt x="10617" y="3035"/>
                </a:lnTo>
                <a:lnTo>
                  <a:pt x="10782" y="3136"/>
                </a:lnTo>
                <a:close/>
              </a:path>
              <a:path w="30480" h="16509">
                <a:moveTo>
                  <a:pt x="10807" y="14084"/>
                </a:moveTo>
                <a:lnTo>
                  <a:pt x="10655" y="14147"/>
                </a:lnTo>
                <a:lnTo>
                  <a:pt x="10756" y="14338"/>
                </a:lnTo>
                <a:lnTo>
                  <a:pt x="10807" y="14084"/>
                </a:lnTo>
                <a:close/>
              </a:path>
              <a:path w="30480" h="16509">
                <a:moveTo>
                  <a:pt x="10883" y="14490"/>
                </a:moveTo>
                <a:lnTo>
                  <a:pt x="10693" y="14363"/>
                </a:lnTo>
                <a:lnTo>
                  <a:pt x="10655" y="14617"/>
                </a:lnTo>
                <a:lnTo>
                  <a:pt x="10845" y="14617"/>
                </a:lnTo>
                <a:lnTo>
                  <a:pt x="10883" y="14490"/>
                </a:lnTo>
                <a:close/>
              </a:path>
              <a:path w="30480" h="16509">
                <a:moveTo>
                  <a:pt x="11087" y="14401"/>
                </a:moveTo>
                <a:lnTo>
                  <a:pt x="11036" y="14185"/>
                </a:lnTo>
                <a:lnTo>
                  <a:pt x="10909" y="14439"/>
                </a:lnTo>
                <a:lnTo>
                  <a:pt x="11087" y="14401"/>
                </a:lnTo>
                <a:close/>
              </a:path>
              <a:path w="30480" h="16509">
                <a:moveTo>
                  <a:pt x="11150" y="14452"/>
                </a:moveTo>
                <a:lnTo>
                  <a:pt x="10998" y="14452"/>
                </a:lnTo>
                <a:lnTo>
                  <a:pt x="11150" y="14655"/>
                </a:lnTo>
                <a:lnTo>
                  <a:pt x="11150" y="14452"/>
                </a:lnTo>
                <a:close/>
              </a:path>
              <a:path w="30480" h="16509">
                <a:moveTo>
                  <a:pt x="11353" y="16395"/>
                </a:moveTo>
                <a:lnTo>
                  <a:pt x="11315" y="16217"/>
                </a:lnTo>
                <a:lnTo>
                  <a:pt x="11277" y="16395"/>
                </a:lnTo>
                <a:close/>
              </a:path>
              <a:path w="30480" h="16509">
                <a:moveTo>
                  <a:pt x="11442" y="1143"/>
                </a:moveTo>
                <a:lnTo>
                  <a:pt x="11290" y="977"/>
                </a:lnTo>
                <a:lnTo>
                  <a:pt x="11442" y="1143"/>
                </a:lnTo>
                <a:close/>
              </a:path>
              <a:path w="30480" h="16509">
                <a:moveTo>
                  <a:pt x="11480" y="16395"/>
                </a:moveTo>
                <a:close/>
              </a:path>
              <a:path w="30480" h="16509">
                <a:moveTo>
                  <a:pt x="11569" y="850"/>
                </a:moveTo>
                <a:lnTo>
                  <a:pt x="11315" y="850"/>
                </a:lnTo>
                <a:lnTo>
                  <a:pt x="11442" y="965"/>
                </a:lnTo>
                <a:lnTo>
                  <a:pt x="11569" y="850"/>
                </a:lnTo>
                <a:close/>
              </a:path>
              <a:path w="30480" h="16509">
                <a:moveTo>
                  <a:pt x="11582" y="10287"/>
                </a:moveTo>
                <a:lnTo>
                  <a:pt x="11341" y="10274"/>
                </a:lnTo>
                <a:lnTo>
                  <a:pt x="11277" y="10490"/>
                </a:lnTo>
                <a:lnTo>
                  <a:pt x="11201" y="10274"/>
                </a:lnTo>
                <a:lnTo>
                  <a:pt x="11137" y="10871"/>
                </a:lnTo>
                <a:lnTo>
                  <a:pt x="11315" y="10566"/>
                </a:lnTo>
                <a:lnTo>
                  <a:pt x="11582" y="10287"/>
                </a:lnTo>
                <a:close/>
              </a:path>
              <a:path w="30480" h="16509">
                <a:moveTo>
                  <a:pt x="11785" y="14579"/>
                </a:moveTo>
                <a:lnTo>
                  <a:pt x="11684" y="14439"/>
                </a:lnTo>
                <a:lnTo>
                  <a:pt x="11569" y="14579"/>
                </a:lnTo>
                <a:lnTo>
                  <a:pt x="11785" y="14579"/>
                </a:lnTo>
                <a:close/>
              </a:path>
              <a:path w="30480" h="16509">
                <a:moveTo>
                  <a:pt x="12001" y="11595"/>
                </a:moveTo>
                <a:lnTo>
                  <a:pt x="11861" y="11595"/>
                </a:lnTo>
                <a:lnTo>
                  <a:pt x="11861" y="11811"/>
                </a:lnTo>
                <a:lnTo>
                  <a:pt x="12001" y="11595"/>
                </a:lnTo>
                <a:close/>
              </a:path>
              <a:path w="30480" h="16509">
                <a:moveTo>
                  <a:pt x="12026" y="7073"/>
                </a:moveTo>
                <a:lnTo>
                  <a:pt x="11963" y="7505"/>
                </a:lnTo>
                <a:lnTo>
                  <a:pt x="12026" y="7073"/>
                </a:lnTo>
                <a:close/>
              </a:path>
              <a:path w="30480" h="16509">
                <a:moveTo>
                  <a:pt x="12077" y="8242"/>
                </a:moveTo>
                <a:lnTo>
                  <a:pt x="12001" y="7988"/>
                </a:lnTo>
                <a:lnTo>
                  <a:pt x="11925" y="8356"/>
                </a:lnTo>
                <a:lnTo>
                  <a:pt x="12077" y="8242"/>
                </a:lnTo>
                <a:close/>
              </a:path>
              <a:path w="30480" h="16509">
                <a:moveTo>
                  <a:pt x="12115" y="14897"/>
                </a:moveTo>
                <a:lnTo>
                  <a:pt x="12090" y="14668"/>
                </a:lnTo>
                <a:lnTo>
                  <a:pt x="12052" y="14300"/>
                </a:lnTo>
                <a:lnTo>
                  <a:pt x="11938" y="14668"/>
                </a:lnTo>
                <a:lnTo>
                  <a:pt x="12115" y="14897"/>
                </a:lnTo>
                <a:close/>
              </a:path>
              <a:path w="30480" h="16509">
                <a:moveTo>
                  <a:pt x="12179" y="13690"/>
                </a:moveTo>
                <a:lnTo>
                  <a:pt x="11912" y="13614"/>
                </a:lnTo>
                <a:lnTo>
                  <a:pt x="12090" y="13931"/>
                </a:lnTo>
                <a:lnTo>
                  <a:pt x="12179" y="13690"/>
                </a:lnTo>
                <a:close/>
              </a:path>
              <a:path w="30480" h="16509">
                <a:moveTo>
                  <a:pt x="12433" y="12319"/>
                </a:moveTo>
                <a:lnTo>
                  <a:pt x="12407" y="12153"/>
                </a:lnTo>
                <a:lnTo>
                  <a:pt x="12255" y="12357"/>
                </a:lnTo>
                <a:lnTo>
                  <a:pt x="12433" y="12319"/>
                </a:lnTo>
                <a:close/>
              </a:path>
              <a:path w="30480" h="16509">
                <a:moveTo>
                  <a:pt x="12623" y="1104"/>
                </a:moveTo>
                <a:lnTo>
                  <a:pt x="12585" y="927"/>
                </a:lnTo>
                <a:lnTo>
                  <a:pt x="12509" y="1066"/>
                </a:lnTo>
                <a:close/>
              </a:path>
              <a:path w="30480" h="16509">
                <a:moveTo>
                  <a:pt x="12687" y="8280"/>
                </a:moveTo>
                <a:lnTo>
                  <a:pt x="12509" y="8496"/>
                </a:lnTo>
                <a:lnTo>
                  <a:pt x="12687" y="8458"/>
                </a:lnTo>
                <a:lnTo>
                  <a:pt x="12687" y="8280"/>
                </a:lnTo>
                <a:close/>
              </a:path>
              <a:path w="30480" h="16509">
                <a:moveTo>
                  <a:pt x="12725" y="3213"/>
                </a:moveTo>
                <a:lnTo>
                  <a:pt x="12509" y="3200"/>
                </a:lnTo>
                <a:lnTo>
                  <a:pt x="12534" y="3352"/>
                </a:lnTo>
                <a:lnTo>
                  <a:pt x="12725" y="3213"/>
                </a:lnTo>
                <a:close/>
              </a:path>
              <a:path w="30480" h="16509">
                <a:moveTo>
                  <a:pt x="12801" y="14274"/>
                </a:moveTo>
                <a:lnTo>
                  <a:pt x="12623" y="14135"/>
                </a:lnTo>
                <a:lnTo>
                  <a:pt x="12687" y="14351"/>
                </a:lnTo>
                <a:close/>
              </a:path>
              <a:path w="30480" h="16509">
                <a:moveTo>
                  <a:pt x="12839" y="6845"/>
                </a:moveTo>
                <a:lnTo>
                  <a:pt x="12661" y="6604"/>
                </a:lnTo>
                <a:lnTo>
                  <a:pt x="12827" y="6515"/>
                </a:lnTo>
                <a:lnTo>
                  <a:pt x="12738" y="6337"/>
                </a:lnTo>
                <a:lnTo>
                  <a:pt x="12509" y="6527"/>
                </a:lnTo>
                <a:lnTo>
                  <a:pt x="12687" y="7035"/>
                </a:lnTo>
                <a:lnTo>
                  <a:pt x="12738" y="7213"/>
                </a:lnTo>
                <a:lnTo>
                  <a:pt x="12738" y="6946"/>
                </a:lnTo>
                <a:close/>
              </a:path>
              <a:path w="30480" h="16509">
                <a:moveTo>
                  <a:pt x="12941" y="11112"/>
                </a:moveTo>
                <a:lnTo>
                  <a:pt x="12712" y="10909"/>
                </a:lnTo>
                <a:lnTo>
                  <a:pt x="12712" y="11112"/>
                </a:lnTo>
                <a:lnTo>
                  <a:pt x="12674" y="11315"/>
                </a:lnTo>
                <a:lnTo>
                  <a:pt x="12941" y="11112"/>
                </a:lnTo>
                <a:close/>
              </a:path>
              <a:path w="30480" h="16509">
                <a:moveTo>
                  <a:pt x="13081" y="685"/>
                </a:moveTo>
                <a:lnTo>
                  <a:pt x="12954" y="660"/>
                </a:lnTo>
                <a:lnTo>
                  <a:pt x="12966" y="876"/>
                </a:lnTo>
                <a:lnTo>
                  <a:pt x="13081" y="685"/>
                </a:lnTo>
                <a:close/>
              </a:path>
              <a:path w="30480" h="16509">
                <a:moveTo>
                  <a:pt x="13195" y="7150"/>
                </a:moveTo>
                <a:lnTo>
                  <a:pt x="13081" y="6845"/>
                </a:lnTo>
                <a:lnTo>
                  <a:pt x="13017" y="6997"/>
                </a:lnTo>
                <a:lnTo>
                  <a:pt x="13055" y="7175"/>
                </a:lnTo>
                <a:lnTo>
                  <a:pt x="13195" y="7150"/>
                </a:lnTo>
                <a:close/>
              </a:path>
              <a:path w="30480" h="16509">
                <a:moveTo>
                  <a:pt x="13500" y="10350"/>
                </a:moveTo>
                <a:lnTo>
                  <a:pt x="13347" y="10566"/>
                </a:lnTo>
                <a:lnTo>
                  <a:pt x="13500" y="10350"/>
                </a:lnTo>
                <a:close/>
              </a:path>
              <a:path w="30480" h="16509">
                <a:moveTo>
                  <a:pt x="13601" y="4152"/>
                </a:moveTo>
                <a:lnTo>
                  <a:pt x="13436" y="3987"/>
                </a:lnTo>
                <a:lnTo>
                  <a:pt x="13385" y="4178"/>
                </a:lnTo>
                <a:lnTo>
                  <a:pt x="13423" y="3898"/>
                </a:lnTo>
                <a:lnTo>
                  <a:pt x="13309" y="4178"/>
                </a:lnTo>
                <a:lnTo>
                  <a:pt x="13284" y="4445"/>
                </a:lnTo>
                <a:lnTo>
                  <a:pt x="13309" y="4597"/>
                </a:lnTo>
                <a:lnTo>
                  <a:pt x="13335" y="4419"/>
                </a:lnTo>
                <a:lnTo>
                  <a:pt x="13601" y="4152"/>
                </a:lnTo>
                <a:close/>
              </a:path>
              <a:path w="30480" h="16509">
                <a:moveTo>
                  <a:pt x="13677" y="11379"/>
                </a:moveTo>
                <a:lnTo>
                  <a:pt x="13627" y="11125"/>
                </a:lnTo>
                <a:lnTo>
                  <a:pt x="13563" y="11379"/>
                </a:lnTo>
                <a:close/>
              </a:path>
              <a:path w="30480" h="16509">
                <a:moveTo>
                  <a:pt x="13703" y="9359"/>
                </a:moveTo>
                <a:lnTo>
                  <a:pt x="13665" y="9207"/>
                </a:lnTo>
                <a:lnTo>
                  <a:pt x="13449" y="9486"/>
                </a:lnTo>
                <a:lnTo>
                  <a:pt x="13563" y="9626"/>
                </a:lnTo>
                <a:lnTo>
                  <a:pt x="13703" y="9359"/>
                </a:lnTo>
                <a:close/>
              </a:path>
              <a:path w="30480" h="16509">
                <a:moveTo>
                  <a:pt x="13881" y="3200"/>
                </a:moveTo>
                <a:lnTo>
                  <a:pt x="13639" y="3238"/>
                </a:lnTo>
                <a:lnTo>
                  <a:pt x="13627" y="3987"/>
                </a:lnTo>
                <a:lnTo>
                  <a:pt x="13817" y="3708"/>
                </a:lnTo>
                <a:lnTo>
                  <a:pt x="13843" y="3492"/>
                </a:lnTo>
                <a:lnTo>
                  <a:pt x="13881" y="3200"/>
                </a:lnTo>
                <a:close/>
              </a:path>
              <a:path w="30480" h="16509">
                <a:moveTo>
                  <a:pt x="13893" y="7835"/>
                </a:moveTo>
                <a:lnTo>
                  <a:pt x="13741" y="7658"/>
                </a:lnTo>
                <a:lnTo>
                  <a:pt x="13779" y="7835"/>
                </a:lnTo>
                <a:close/>
              </a:path>
              <a:path w="30480" h="16509">
                <a:moveTo>
                  <a:pt x="14147" y="11709"/>
                </a:moveTo>
                <a:lnTo>
                  <a:pt x="14109" y="11315"/>
                </a:lnTo>
                <a:lnTo>
                  <a:pt x="13995" y="11506"/>
                </a:lnTo>
                <a:lnTo>
                  <a:pt x="14147" y="11709"/>
                </a:lnTo>
                <a:close/>
              </a:path>
              <a:path w="30480" h="16509">
                <a:moveTo>
                  <a:pt x="14160" y="2590"/>
                </a:moveTo>
                <a:lnTo>
                  <a:pt x="13944" y="2705"/>
                </a:lnTo>
                <a:lnTo>
                  <a:pt x="13792" y="3175"/>
                </a:lnTo>
                <a:lnTo>
                  <a:pt x="13970" y="3098"/>
                </a:lnTo>
                <a:lnTo>
                  <a:pt x="13931" y="2959"/>
                </a:lnTo>
                <a:lnTo>
                  <a:pt x="14160" y="2590"/>
                </a:lnTo>
                <a:close/>
              </a:path>
              <a:path w="30480" h="16509">
                <a:moveTo>
                  <a:pt x="14478" y="1447"/>
                </a:moveTo>
                <a:lnTo>
                  <a:pt x="14363" y="1320"/>
                </a:lnTo>
                <a:lnTo>
                  <a:pt x="14363" y="1587"/>
                </a:lnTo>
                <a:lnTo>
                  <a:pt x="14325" y="1714"/>
                </a:lnTo>
                <a:lnTo>
                  <a:pt x="14325" y="1905"/>
                </a:lnTo>
                <a:lnTo>
                  <a:pt x="14376" y="1689"/>
                </a:lnTo>
                <a:lnTo>
                  <a:pt x="14478" y="1447"/>
                </a:lnTo>
                <a:close/>
              </a:path>
              <a:path w="30480" h="16509">
                <a:moveTo>
                  <a:pt x="17246" y="5359"/>
                </a:moveTo>
                <a:lnTo>
                  <a:pt x="17068" y="5321"/>
                </a:lnTo>
                <a:lnTo>
                  <a:pt x="17094" y="5499"/>
                </a:lnTo>
                <a:lnTo>
                  <a:pt x="17246" y="5359"/>
                </a:lnTo>
                <a:close/>
              </a:path>
              <a:path w="30480" h="16509">
                <a:moveTo>
                  <a:pt x="30022" y="11823"/>
                </a:moveTo>
                <a:lnTo>
                  <a:pt x="29946" y="10769"/>
                </a:lnTo>
                <a:lnTo>
                  <a:pt x="29984" y="10033"/>
                </a:lnTo>
                <a:lnTo>
                  <a:pt x="29895" y="10591"/>
                </a:lnTo>
                <a:lnTo>
                  <a:pt x="29972" y="11645"/>
                </a:lnTo>
                <a:lnTo>
                  <a:pt x="29946" y="12382"/>
                </a:lnTo>
                <a:lnTo>
                  <a:pt x="30022" y="118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bg object 140"/>
          <p:cNvSpPr/>
          <p:nvPr/>
        </p:nvSpPr>
        <p:spPr>
          <a:xfrm>
            <a:off x="1943404" y="1107147"/>
            <a:ext cx="31115" cy="19050"/>
          </a:xfrm>
          <a:custGeom>
            <a:avLst/>
            <a:gdLst/>
            <a:ahLst/>
            <a:cxnLst/>
            <a:rect l="l" t="t" r="r" b="b"/>
            <a:pathLst>
              <a:path w="31114" h="19050">
                <a:moveTo>
                  <a:pt x="6908" y="6731"/>
                </a:moveTo>
                <a:lnTo>
                  <a:pt x="6769" y="6845"/>
                </a:lnTo>
                <a:lnTo>
                  <a:pt x="6908" y="6959"/>
                </a:lnTo>
                <a:lnTo>
                  <a:pt x="6908" y="6731"/>
                </a:lnTo>
                <a:close/>
              </a:path>
              <a:path w="31114" h="19050">
                <a:moveTo>
                  <a:pt x="9017" y="7150"/>
                </a:moveTo>
                <a:lnTo>
                  <a:pt x="8928" y="6934"/>
                </a:lnTo>
                <a:lnTo>
                  <a:pt x="8928" y="7200"/>
                </a:lnTo>
                <a:close/>
              </a:path>
              <a:path w="31114" h="19050">
                <a:moveTo>
                  <a:pt x="9461" y="17957"/>
                </a:moveTo>
                <a:lnTo>
                  <a:pt x="8915" y="17957"/>
                </a:lnTo>
                <a:lnTo>
                  <a:pt x="8877" y="18122"/>
                </a:lnTo>
                <a:lnTo>
                  <a:pt x="8750" y="17957"/>
                </a:lnTo>
                <a:lnTo>
                  <a:pt x="63" y="17957"/>
                </a:lnTo>
                <a:lnTo>
                  <a:pt x="139" y="18542"/>
                </a:lnTo>
                <a:lnTo>
                  <a:pt x="9334" y="18542"/>
                </a:lnTo>
                <a:lnTo>
                  <a:pt x="9283" y="18148"/>
                </a:lnTo>
                <a:lnTo>
                  <a:pt x="9461" y="17957"/>
                </a:lnTo>
                <a:close/>
              </a:path>
              <a:path w="31114" h="19050">
                <a:moveTo>
                  <a:pt x="9461" y="16675"/>
                </a:moveTo>
                <a:lnTo>
                  <a:pt x="9398" y="16903"/>
                </a:lnTo>
                <a:lnTo>
                  <a:pt x="9461" y="16675"/>
                </a:lnTo>
                <a:close/>
              </a:path>
              <a:path w="31114" h="19050">
                <a:moveTo>
                  <a:pt x="9982" y="17665"/>
                </a:moveTo>
                <a:lnTo>
                  <a:pt x="9918" y="17437"/>
                </a:lnTo>
                <a:lnTo>
                  <a:pt x="9918" y="17627"/>
                </a:lnTo>
                <a:close/>
              </a:path>
              <a:path w="31114" h="19050">
                <a:moveTo>
                  <a:pt x="10045" y="17373"/>
                </a:moveTo>
                <a:lnTo>
                  <a:pt x="10007" y="17056"/>
                </a:lnTo>
                <a:lnTo>
                  <a:pt x="9944" y="17411"/>
                </a:lnTo>
                <a:close/>
              </a:path>
              <a:path w="31114" h="19050">
                <a:moveTo>
                  <a:pt x="10058" y="11506"/>
                </a:moveTo>
                <a:lnTo>
                  <a:pt x="9982" y="11087"/>
                </a:lnTo>
                <a:lnTo>
                  <a:pt x="9918" y="10845"/>
                </a:lnTo>
                <a:lnTo>
                  <a:pt x="9880" y="10680"/>
                </a:lnTo>
                <a:lnTo>
                  <a:pt x="9677" y="10680"/>
                </a:lnTo>
                <a:lnTo>
                  <a:pt x="9918" y="10198"/>
                </a:lnTo>
                <a:lnTo>
                  <a:pt x="8623" y="10198"/>
                </a:lnTo>
                <a:lnTo>
                  <a:pt x="8623" y="11506"/>
                </a:lnTo>
                <a:lnTo>
                  <a:pt x="8064" y="12065"/>
                </a:lnTo>
                <a:lnTo>
                  <a:pt x="8394" y="11506"/>
                </a:lnTo>
                <a:lnTo>
                  <a:pt x="8623" y="11506"/>
                </a:lnTo>
                <a:lnTo>
                  <a:pt x="8623" y="10198"/>
                </a:lnTo>
                <a:lnTo>
                  <a:pt x="8013" y="10198"/>
                </a:lnTo>
                <a:lnTo>
                  <a:pt x="8013" y="11506"/>
                </a:lnTo>
                <a:lnTo>
                  <a:pt x="7962" y="11861"/>
                </a:lnTo>
                <a:lnTo>
                  <a:pt x="7886" y="11506"/>
                </a:lnTo>
                <a:lnTo>
                  <a:pt x="8013" y="11506"/>
                </a:lnTo>
                <a:lnTo>
                  <a:pt x="8013" y="10198"/>
                </a:lnTo>
                <a:lnTo>
                  <a:pt x="0" y="10198"/>
                </a:lnTo>
                <a:lnTo>
                  <a:pt x="25" y="12801"/>
                </a:lnTo>
                <a:lnTo>
                  <a:pt x="8140" y="12801"/>
                </a:lnTo>
                <a:lnTo>
                  <a:pt x="9753" y="12801"/>
                </a:lnTo>
                <a:lnTo>
                  <a:pt x="9753" y="12611"/>
                </a:lnTo>
                <a:lnTo>
                  <a:pt x="9982" y="12611"/>
                </a:lnTo>
                <a:lnTo>
                  <a:pt x="9867" y="11506"/>
                </a:lnTo>
                <a:lnTo>
                  <a:pt x="10058" y="11506"/>
                </a:lnTo>
                <a:close/>
              </a:path>
              <a:path w="31114" h="19050">
                <a:moveTo>
                  <a:pt x="10071" y="16497"/>
                </a:moveTo>
                <a:lnTo>
                  <a:pt x="9055" y="15062"/>
                </a:lnTo>
                <a:lnTo>
                  <a:pt x="9245" y="16497"/>
                </a:lnTo>
                <a:lnTo>
                  <a:pt x="10071" y="16497"/>
                </a:lnTo>
                <a:close/>
              </a:path>
              <a:path w="31114" h="19050">
                <a:moveTo>
                  <a:pt x="10121" y="876"/>
                </a:moveTo>
                <a:lnTo>
                  <a:pt x="9906" y="914"/>
                </a:lnTo>
                <a:lnTo>
                  <a:pt x="9906" y="1219"/>
                </a:lnTo>
                <a:lnTo>
                  <a:pt x="10121" y="1066"/>
                </a:lnTo>
                <a:lnTo>
                  <a:pt x="10121" y="876"/>
                </a:lnTo>
                <a:close/>
              </a:path>
              <a:path w="31114" h="19050">
                <a:moveTo>
                  <a:pt x="10160" y="18288"/>
                </a:moveTo>
                <a:lnTo>
                  <a:pt x="10020" y="18161"/>
                </a:lnTo>
                <a:lnTo>
                  <a:pt x="10071" y="18402"/>
                </a:lnTo>
                <a:lnTo>
                  <a:pt x="10058" y="18529"/>
                </a:lnTo>
                <a:lnTo>
                  <a:pt x="10147" y="18402"/>
                </a:lnTo>
                <a:close/>
              </a:path>
              <a:path w="31114" h="19050">
                <a:moveTo>
                  <a:pt x="10198" y="16103"/>
                </a:moveTo>
                <a:lnTo>
                  <a:pt x="9817" y="14566"/>
                </a:lnTo>
                <a:lnTo>
                  <a:pt x="10083" y="14566"/>
                </a:lnTo>
                <a:lnTo>
                  <a:pt x="9982" y="13614"/>
                </a:lnTo>
                <a:lnTo>
                  <a:pt x="9829" y="13614"/>
                </a:lnTo>
                <a:lnTo>
                  <a:pt x="9753" y="13220"/>
                </a:lnTo>
                <a:lnTo>
                  <a:pt x="25" y="13220"/>
                </a:lnTo>
                <a:lnTo>
                  <a:pt x="63" y="17284"/>
                </a:lnTo>
                <a:lnTo>
                  <a:pt x="7721" y="17284"/>
                </a:lnTo>
                <a:lnTo>
                  <a:pt x="7899" y="16814"/>
                </a:lnTo>
                <a:lnTo>
                  <a:pt x="7759" y="16814"/>
                </a:lnTo>
                <a:lnTo>
                  <a:pt x="7721" y="17170"/>
                </a:lnTo>
                <a:lnTo>
                  <a:pt x="7620" y="16814"/>
                </a:lnTo>
                <a:lnTo>
                  <a:pt x="7581" y="16649"/>
                </a:lnTo>
                <a:lnTo>
                  <a:pt x="7556" y="16497"/>
                </a:lnTo>
                <a:lnTo>
                  <a:pt x="7734" y="16497"/>
                </a:lnTo>
                <a:lnTo>
                  <a:pt x="7581" y="16649"/>
                </a:lnTo>
                <a:lnTo>
                  <a:pt x="7874" y="16637"/>
                </a:lnTo>
                <a:lnTo>
                  <a:pt x="7899" y="16789"/>
                </a:lnTo>
                <a:lnTo>
                  <a:pt x="7975" y="16637"/>
                </a:lnTo>
                <a:lnTo>
                  <a:pt x="7797" y="16497"/>
                </a:lnTo>
                <a:lnTo>
                  <a:pt x="8039" y="16497"/>
                </a:lnTo>
                <a:lnTo>
                  <a:pt x="8331" y="16497"/>
                </a:lnTo>
                <a:lnTo>
                  <a:pt x="9017" y="16497"/>
                </a:lnTo>
                <a:lnTo>
                  <a:pt x="9144" y="16497"/>
                </a:lnTo>
                <a:lnTo>
                  <a:pt x="8572" y="14833"/>
                </a:lnTo>
                <a:lnTo>
                  <a:pt x="8458" y="15582"/>
                </a:lnTo>
                <a:lnTo>
                  <a:pt x="8064" y="14922"/>
                </a:lnTo>
                <a:lnTo>
                  <a:pt x="7759" y="15481"/>
                </a:lnTo>
                <a:lnTo>
                  <a:pt x="7531" y="14566"/>
                </a:lnTo>
                <a:lnTo>
                  <a:pt x="7861" y="14566"/>
                </a:lnTo>
                <a:lnTo>
                  <a:pt x="8255" y="14566"/>
                </a:lnTo>
                <a:lnTo>
                  <a:pt x="9144" y="14566"/>
                </a:lnTo>
                <a:lnTo>
                  <a:pt x="10198" y="16103"/>
                </a:lnTo>
                <a:close/>
              </a:path>
              <a:path w="31114" h="19050">
                <a:moveTo>
                  <a:pt x="10236" y="3708"/>
                </a:moveTo>
                <a:lnTo>
                  <a:pt x="10083" y="3644"/>
                </a:lnTo>
                <a:lnTo>
                  <a:pt x="10134" y="3860"/>
                </a:lnTo>
                <a:lnTo>
                  <a:pt x="9982" y="3937"/>
                </a:lnTo>
                <a:lnTo>
                  <a:pt x="10020" y="4076"/>
                </a:lnTo>
                <a:lnTo>
                  <a:pt x="10198" y="4013"/>
                </a:lnTo>
                <a:lnTo>
                  <a:pt x="10198" y="3784"/>
                </a:lnTo>
                <a:close/>
              </a:path>
              <a:path w="31114" h="19050">
                <a:moveTo>
                  <a:pt x="10337" y="4152"/>
                </a:moveTo>
                <a:lnTo>
                  <a:pt x="10274" y="4356"/>
                </a:lnTo>
                <a:lnTo>
                  <a:pt x="10337" y="4152"/>
                </a:lnTo>
                <a:close/>
              </a:path>
              <a:path w="31114" h="19050">
                <a:moveTo>
                  <a:pt x="10414" y="4648"/>
                </a:moveTo>
                <a:lnTo>
                  <a:pt x="10236" y="4737"/>
                </a:lnTo>
                <a:lnTo>
                  <a:pt x="10274" y="4914"/>
                </a:lnTo>
                <a:lnTo>
                  <a:pt x="10414" y="4648"/>
                </a:lnTo>
                <a:close/>
              </a:path>
              <a:path w="31114" h="19050">
                <a:moveTo>
                  <a:pt x="10414" y="1689"/>
                </a:moveTo>
                <a:lnTo>
                  <a:pt x="10350" y="1422"/>
                </a:lnTo>
                <a:lnTo>
                  <a:pt x="10134" y="1422"/>
                </a:lnTo>
                <a:lnTo>
                  <a:pt x="9994" y="1600"/>
                </a:lnTo>
                <a:lnTo>
                  <a:pt x="10083" y="1905"/>
                </a:lnTo>
                <a:lnTo>
                  <a:pt x="10198" y="2120"/>
                </a:lnTo>
                <a:lnTo>
                  <a:pt x="10375" y="1866"/>
                </a:lnTo>
                <a:lnTo>
                  <a:pt x="10236" y="1790"/>
                </a:lnTo>
                <a:lnTo>
                  <a:pt x="10134" y="1612"/>
                </a:lnTo>
                <a:lnTo>
                  <a:pt x="10350" y="1498"/>
                </a:lnTo>
                <a:lnTo>
                  <a:pt x="10414" y="1689"/>
                </a:lnTo>
                <a:close/>
              </a:path>
              <a:path w="31114" h="19050">
                <a:moveTo>
                  <a:pt x="10490" y="2781"/>
                </a:moveTo>
                <a:lnTo>
                  <a:pt x="10452" y="2603"/>
                </a:lnTo>
                <a:lnTo>
                  <a:pt x="10375" y="2362"/>
                </a:lnTo>
                <a:lnTo>
                  <a:pt x="10160" y="2438"/>
                </a:lnTo>
                <a:lnTo>
                  <a:pt x="10160" y="2146"/>
                </a:lnTo>
                <a:lnTo>
                  <a:pt x="10071" y="2400"/>
                </a:lnTo>
                <a:lnTo>
                  <a:pt x="10134" y="2654"/>
                </a:lnTo>
                <a:lnTo>
                  <a:pt x="10045" y="2959"/>
                </a:lnTo>
                <a:lnTo>
                  <a:pt x="10083" y="3086"/>
                </a:lnTo>
                <a:lnTo>
                  <a:pt x="10198" y="3276"/>
                </a:lnTo>
                <a:lnTo>
                  <a:pt x="10274" y="2984"/>
                </a:lnTo>
                <a:lnTo>
                  <a:pt x="10375" y="3124"/>
                </a:lnTo>
                <a:lnTo>
                  <a:pt x="10452" y="2959"/>
                </a:lnTo>
                <a:lnTo>
                  <a:pt x="10490" y="2781"/>
                </a:lnTo>
                <a:close/>
              </a:path>
              <a:path w="31114" h="19050">
                <a:moveTo>
                  <a:pt x="10553" y="18529"/>
                </a:moveTo>
                <a:close/>
              </a:path>
              <a:path w="31114" h="19050">
                <a:moveTo>
                  <a:pt x="10693" y="3771"/>
                </a:moveTo>
                <a:lnTo>
                  <a:pt x="10655" y="3543"/>
                </a:lnTo>
                <a:lnTo>
                  <a:pt x="10617" y="3721"/>
                </a:lnTo>
                <a:close/>
              </a:path>
              <a:path w="31114" h="19050">
                <a:moveTo>
                  <a:pt x="10782" y="4076"/>
                </a:moveTo>
                <a:lnTo>
                  <a:pt x="10617" y="4191"/>
                </a:lnTo>
                <a:lnTo>
                  <a:pt x="10756" y="4305"/>
                </a:lnTo>
                <a:lnTo>
                  <a:pt x="10782" y="4076"/>
                </a:lnTo>
                <a:close/>
              </a:path>
              <a:path w="31114" h="19050">
                <a:moveTo>
                  <a:pt x="10807" y="16217"/>
                </a:moveTo>
                <a:lnTo>
                  <a:pt x="10655" y="16294"/>
                </a:lnTo>
                <a:lnTo>
                  <a:pt x="10756" y="16471"/>
                </a:lnTo>
                <a:lnTo>
                  <a:pt x="10807" y="16217"/>
                </a:lnTo>
                <a:close/>
              </a:path>
              <a:path w="31114" h="19050">
                <a:moveTo>
                  <a:pt x="10883" y="16624"/>
                </a:moveTo>
                <a:lnTo>
                  <a:pt x="10693" y="16497"/>
                </a:lnTo>
                <a:lnTo>
                  <a:pt x="10655" y="16738"/>
                </a:lnTo>
                <a:lnTo>
                  <a:pt x="10845" y="16738"/>
                </a:lnTo>
                <a:close/>
              </a:path>
              <a:path w="31114" h="19050">
                <a:moveTo>
                  <a:pt x="11087" y="7327"/>
                </a:moveTo>
                <a:lnTo>
                  <a:pt x="11036" y="7112"/>
                </a:lnTo>
                <a:lnTo>
                  <a:pt x="10909" y="7366"/>
                </a:lnTo>
                <a:lnTo>
                  <a:pt x="11087" y="7327"/>
                </a:lnTo>
                <a:close/>
              </a:path>
              <a:path w="31114" h="19050">
                <a:moveTo>
                  <a:pt x="11150" y="7378"/>
                </a:moveTo>
                <a:lnTo>
                  <a:pt x="10998" y="7378"/>
                </a:lnTo>
                <a:lnTo>
                  <a:pt x="11150" y="7581"/>
                </a:lnTo>
                <a:lnTo>
                  <a:pt x="11150" y="7378"/>
                </a:lnTo>
                <a:close/>
              </a:path>
              <a:path w="31114" h="19050">
                <a:moveTo>
                  <a:pt x="11353" y="18529"/>
                </a:moveTo>
                <a:lnTo>
                  <a:pt x="11315" y="18364"/>
                </a:lnTo>
                <a:lnTo>
                  <a:pt x="11277" y="18529"/>
                </a:lnTo>
                <a:close/>
              </a:path>
              <a:path w="31114" h="19050">
                <a:moveTo>
                  <a:pt x="11442" y="6083"/>
                </a:moveTo>
                <a:lnTo>
                  <a:pt x="11214" y="6159"/>
                </a:lnTo>
                <a:lnTo>
                  <a:pt x="11290" y="6350"/>
                </a:lnTo>
                <a:lnTo>
                  <a:pt x="11404" y="6108"/>
                </a:lnTo>
                <a:close/>
              </a:path>
              <a:path w="31114" h="19050">
                <a:moveTo>
                  <a:pt x="11480" y="18529"/>
                </a:moveTo>
                <a:close/>
              </a:path>
              <a:path w="31114" h="19050">
                <a:moveTo>
                  <a:pt x="11569" y="6375"/>
                </a:moveTo>
                <a:lnTo>
                  <a:pt x="11442" y="6261"/>
                </a:lnTo>
                <a:lnTo>
                  <a:pt x="11315" y="6375"/>
                </a:lnTo>
                <a:lnTo>
                  <a:pt x="11468" y="6413"/>
                </a:lnTo>
                <a:close/>
              </a:path>
              <a:path w="31114" h="19050">
                <a:moveTo>
                  <a:pt x="11582" y="12433"/>
                </a:moveTo>
                <a:lnTo>
                  <a:pt x="11341" y="12420"/>
                </a:lnTo>
                <a:lnTo>
                  <a:pt x="11353" y="12280"/>
                </a:lnTo>
                <a:lnTo>
                  <a:pt x="11277" y="12636"/>
                </a:lnTo>
                <a:lnTo>
                  <a:pt x="11201" y="12433"/>
                </a:lnTo>
                <a:lnTo>
                  <a:pt x="11137" y="13004"/>
                </a:lnTo>
                <a:lnTo>
                  <a:pt x="11315" y="12712"/>
                </a:lnTo>
                <a:lnTo>
                  <a:pt x="11582" y="12433"/>
                </a:lnTo>
                <a:close/>
              </a:path>
              <a:path w="31114" h="19050">
                <a:moveTo>
                  <a:pt x="11785" y="16713"/>
                </a:moveTo>
                <a:lnTo>
                  <a:pt x="11684" y="16573"/>
                </a:lnTo>
                <a:lnTo>
                  <a:pt x="11569" y="16713"/>
                </a:lnTo>
                <a:lnTo>
                  <a:pt x="11785" y="16713"/>
                </a:lnTo>
                <a:close/>
              </a:path>
              <a:path w="31114" h="19050">
                <a:moveTo>
                  <a:pt x="12001" y="13728"/>
                </a:moveTo>
                <a:lnTo>
                  <a:pt x="11861" y="13728"/>
                </a:lnTo>
                <a:lnTo>
                  <a:pt x="11861" y="13944"/>
                </a:lnTo>
                <a:lnTo>
                  <a:pt x="12001" y="13728"/>
                </a:lnTo>
                <a:close/>
              </a:path>
              <a:path w="31114" h="19050">
                <a:moveTo>
                  <a:pt x="12077" y="10375"/>
                </a:moveTo>
                <a:lnTo>
                  <a:pt x="12001" y="10109"/>
                </a:lnTo>
                <a:lnTo>
                  <a:pt x="11925" y="10490"/>
                </a:lnTo>
                <a:lnTo>
                  <a:pt x="12077" y="10375"/>
                </a:lnTo>
                <a:close/>
              </a:path>
              <a:path w="31114" h="19050">
                <a:moveTo>
                  <a:pt x="12179" y="15836"/>
                </a:moveTo>
                <a:lnTo>
                  <a:pt x="11912" y="15748"/>
                </a:lnTo>
                <a:lnTo>
                  <a:pt x="12090" y="16078"/>
                </a:lnTo>
                <a:lnTo>
                  <a:pt x="12179" y="15836"/>
                </a:lnTo>
                <a:close/>
              </a:path>
              <a:path w="31114" h="19050">
                <a:moveTo>
                  <a:pt x="12420" y="9677"/>
                </a:moveTo>
                <a:close/>
              </a:path>
              <a:path w="31114" h="19050">
                <a:moveTo>
                  <a:pt x="12433" y="14452"/>
                </a:moveTo>
                <a:lnTo>
                  <a:pt x="12407" y="14287"/>
                </a:lnTo>
                <a:lnTo>
                  <a:pt x="12255" y="14490"/>
                </a:lnTo>
                <a:lnTo>
                  <a:pt x="12433" y="14452"/>
                </a:lnTo>
                <a:close/>
              </a:path>
              <a:path w="31114" h="19050">
                <a:moveTo>
                  <a:pt x="12623" y="9232"/>
                </a:moveTo>
                <a:lnTo>
                  <a:pt x="12433" y="9232"/>
                </a:lnTo>
                <a:lnTo>
                  <a:pt x="12496" y="9372"/>
                </a:lnTo>
                <a:lnTo>
                  <a:pt x="12420" y="9677"/>
                </a:lnTo>
                <a:lnTo>
                  <a:pt x="12433" y="9982"/>
                </a:lnTo>
                <a:lnTo>
                  <a:pt x="12230" y="9740"/>
                </a:lnTo>
                <a:lnTo>
                  <a:pt x="12407" y="9677"/>
                </a:lnTo>
                <a:lnTo>
                  <a:pt x="12357" y="9410"/>
                </a:lnTo>
                <a:lnTo>
                  <a:pt x="12293" y="9232"/>
                </a:lnTo>
                <a:lnTo>
                  <a:pt x="12090" y="9232"/>
                </a:lnTo>
                <a:lnTo>
                  <a:pt x="11988" y="9410"/>
                </a:lnTo>
                <a:lnTo>
                  <a:pt x="12026" y="9207"/>
                </a:lnTo>
                <a:lnTo>
                  <a:pt x="11963" y="9639"/>
                </a:lnTo>
                <a:lnTo>
                  <a:pt x="11988" y="9436"/>
                </a:lnTo>
                <a:lnTo>
                  <a:pt x="12242" y="9525"/>
                </a:lnTo>
                <a:lnTo>
                  <a:pt x="12090" y="9512"/>
                </a:lnTo>
                <a:lnTo>
                  <a:pt x="12090" y="9728"/>
                </a:lnTo>
                <a:lnTo>
                  <a:pt x="12153" y="9855"/>
                </a:lnTo>
                <a:lnTo>
                  <a:pt x="12153" y="10236"/>
                </a:lnTo>
                <a:lnTo>
                  <a:pt x="12090" y="10642"/>
                </a:lnTo>
                <a:lnTo>
                  <a:pt x="12192" y="10337"/>
                </a:lnTo>
                <a:lnTo>
                  <a:pt x="12141" y="10096"/>
                </a:lnTo>
                <a:lnTo>
                  <a:pt x="12293" y="9982"/>
                </a:lnTo>
                <a:lnTo>
                  <a:pt x="12268" y="10274"/>
                </a:lnTo>
                <a:lnTo>
                  <a:pt x="12585" y="10325"/>
                </a:lnTo>
                <a:lnTo>
                  <a:pt x="12496" y="9994"/>
                </a:lnTo>
                <a:lnTo>
                  <a:pt x="12623" y="9499"/>
                </a:lnTo>
                <a:lnTo>
                  <a:pt x="12623" y="9232"/>
                </a:lnTo>
                <a:close/>
              </a:path>
              <a:path w="31114" h="19050">
                <a:moveTo>
                  <a:pt x="12623" y="6883"/>
                </a:moveTo>
                <a:lnTo>
                  <a:pt x="12280" y="6819"/>
                </a:lnTo>
                <a:lnTo>
                  <a:pt x="12433" y="6997"/>
                </a:lnTo>
                <a:lnTo>
                  <a:pt x="12623" y="6883"/>
                </a:lnTo>
                <a:close/>
              </a:path>
              <a:path w="31114" h="19050">
                <a:moveTo>
                  <a:pt x="12623" y="6108"/>
                </a:moveTo>
                <a:lnTo>
                  <a:pt x="12484" y="6210"/>
                </a:lnTo>
                <a:lnTo>
                  <a:pt x="12433" y="6057"/>
                </a:lnTo>
                <a:lnTo>
                  <a:pt x="12268" y="5918"/>
                </a:lnTo>
                <a:lnTo>
                  <a:pt x="12179" y="6248"/>
                </a:lnTo>
                <a:lnTo>
                  <a:pt x="12268" y="6426"/>
                </a:lnTo>
                <a:lnTo>
                  <a:pt x="12331" y="6286"/>
                </a:lnTo>
                <a:lnTo>
                  <a:pt x="12433" y="6451"/>
                </a:lnTo>
                <a:lnTo>
                  <a:pt x="12280" y="6604"/>
                </a:lnTo>
                <a:lnTo>
                  <a:pt x="12280" y="6781"/>
                </a:lnTo>
                <a:lnTo>
                  <a:pt x="12357" y="6553"/>
                </a:lnTo>
                <a:lnTo>
                  <a:pt x="12585" y="6692"/>
                </a:lnTo>
                <a:lnTo>
                  <a:pt x="12623" y="6515"/>
                </a:lnTo>
                <a:lnTo>
                  <a:pt x="12471" y="6413"/>
                </a:lnTo>
                <a:lnTo>
                  <a:pt x="12509" y="6286"/>
                </a:lnTo>
                <a:lnTo>
                  <a:pt x="12623" y="6108"/>
                </a:lnTo>
                <a:close/>
              </a:path>
              <a:path w="31114" h="19050">
                <a:moveTo>
                  <a:pt x="12687" y="10414"/>
                </a:moveTo>
                <a:lnTo>
                  <a:pt x="12509" y="10629"/>
                </a:lnTo>
                <a:lnTo>
                  <a:pt x="12687" y="10591"/>
                </a:lnTo>
                <a:lnTo>
                  <a:pt x="12687" y="10414"/>
                </a:lnTo>
                <a:close/>
              </a:path>
              <a:path w="31114" h="19050">
                <a:moveTo>
                  <a:pt x="12725" y="4000"/>
                </a:moveTo>
                <a:lnTo>
                  <a:pt x="12534" y="3873"/>
                </a:lnTo>
                <a:lnTo>
                  <a:pt x="12509" y="4013"/>
                </a:lnTo>
                <a:lnTo>
                  <a:pt x="12725" y="4000"/>
                </a:lnTo>
                <a:close/>
              </a:path>
              <a:path w="31114" h="19050">
                <a:moveTo>
                  <a:pt x="12801" y="16421"/>
                </a:moveTo>
                <a:lnTo>
                  <a:pt x="12623" y="16294"/>
                </a:lnTo>
                <a:lnTo>
                  <a:pt x="12687" y="16497"/>
                </a:lnTo>
                <a:close/>
              </a:path>
              <a:path w="31114" h="19050">
                <a:moveTo>
                  <a:pt x="12839" y="368"/>
                </a:moveTo>
                <a:lnTo>
                  <a:pt x="12801" y="0"/>
                </a:lnTo>
                <a:lnTo>
                  <a:pt x="12687" y="177"/>
                </a:lnTo>
                <a:lnTo>
                  <a:pt x="12509" y="685"/>
                </a:lnTo>
                <a:lnTo>
                  <a:pt x="12738" y="876"/>
                </a:lnTo>
                <a:lnTo>
                  <a:pt x="12827" y="698"/>
                </a:lnTo>
                <a:lnTo>
                  <a:pt x="12661" y="584"/>
                </a:lnTo>
                <a:lnTo>
                  <a:pt x="12839" y="368"/>
                </a:lnTo>
                <a:close/>
              </a:path>
              <a:path w="31114" h="19050">
                <a:moveTo>
                  <a:pt x="12941" y="13246"/>
                </a:moveTo>
                <a:lnTo>
                  <a:pt x="12712" y="13030"/>
                </a:lnTo>
                <a:lnTo>
                  <a:pt x="12712" y="13233"/>
                </a:lnTo>
                <a:lnTo>
                  <a:pt x="12674" y="13423"/>
                </a:lnTo>
                <a:lnTo>
                  <a:pt x="12941" y="13246"/>
                </a:lnTo>
                <a:close/>
              </a:path>
              <a:path w="31114" h="19050">
                <a:moveTo>
                  <a:pt x="13081" y="6527"/>
                </a:moveTo>
                <a:lnTo>
                  <a:pt x="12966" y="6350"/>
                </a:lnTo>
                <a:lnTo>
                  <a:pt x="12954" y="6565"/>
                </a:lnTo>
                <a:lnTo>
                  <a:pt x="13081" y="6527"/>
                </a:lnTo>
                <a:close/>
              </a:path>
              <a:path w="31114" h="19050">
                <a:moveTo>
                  <a:pt x="13195" y="63"/>
                </a:moveTo>
                <a:lnTo>
                  <a:pt x="13055" y="38"/>
                </a:lnTo>
                <a:lnTo>
                  <a:pt x="13017" y="228"/>
                </a:lnTo>
                <a:lnTo>
                  <a:pt x="13081" y="368"/>
                </a:lnTo>
                <a:lnTo>
                  <a:pt x="13195" y="63"/>
                </a:lnTo>
                <a:close/>
              </a:path>
              <a:path w="31114" h="19050">
                <a:moveTo>
                  <a:pt x="13500" y="12496"/>
                </a:moveTo>
                <a:lnTo>
                  <a:pt x="13347" y="12712"/>
                </a:lnTo>
                <a:lnTo>
                  <a:pt x="13500" y="12496"/>
                </a:lnTo>
                <a:close/>
              </a:path>
              <a:path w="31114" h="19050">
                <a:moveTo>
                  <a:pt x="13601" y="3060"/>
                </a:moveTo>
                <a:lnTo>
                  <a:pt x="13335" y="2794"/>
                </a:lnTo>
                <a:lnTo>
                  <a:pt x="13309" y="2616"/>
                </a:lnTo>
                <a:lnTo>
                  <a:pt x="13284" y="2768"/>
                </a:lnTo>
                <a:lnTo>
                  <a:pt x="13309" y="3048"/>
                </a:lnTo>
                <a:lnTo>
                  <a:pt x="13347" y="3302"/>
                </a:lnTo>
                <a:lnTo>
                  <a:pt x="13385" y="3035"/>
                </a:lnTo>
                <a:lnTo>
                  <a:pt x="13436" y="3225"/>
                </a:lnTo>
                <a:lnTo>
                  <a:pt x="13601" y="3060"/>
                </a:lnTo>
                <a:close/>
              </a:path>
              <a:path w="31114" h="19050">
                <a:moveTo>
                  <a:pt x="13677" y="13512"/>
                </a:moveTo>
                <a:lnTo>
                  <a:pt x="13627" y="13258"/>
                </a:lnTo>
                <a:lnTo>
                  <a:pt x="13563" y="13512"/>
                </a:lnTo>
                <a:close/>
              </a:path>
              <a:path w="31114" h="19050">
                <a:moveTo>
                  <a:pt x="13703" y="11480"/>
                </a:moveTo>
                <a:lnTo>
                  <a:pt x="13449" y="11607"/>
                </a:lnTo>
                <a:lnTo>
                  <a:pt x="13563" y="11760"/>
                </a:lnTo>
                <a:lnTo>
                  <a:pt x="13703" y="11480"/>
                </a:lnTo>
                <a:close/>
              </a:path>
              <a:path w="31114" h="19050">
                <a:moveTo>
                  <a:pt x="13881" y="4013"/>
                </a:moveTo>
                <a:lnTo>
                  <a:pt x="13843" y="3721"/>
                </a:lnTo>
                <a:lnTo>
                  <a:pt x="13817" y="3492"/>
                </a:lnTo>
                <a:lnTo>
                  <a:pt x="13703" y="3162"/>
                </a:lnTo>
                <a:lnTo>
                  <a:pt x="13639" y="3962"/>
                </a:lnTo>
                <a:lnTo>
                  <a:pt x="13881" y="4013"/>
                </a:lnTo>
                <a:close/>
              </a:path>
              <a:path w="31114" h="19050">
                <a:moveTo>
                  <a:pt x="13893" y="9969"/>
                </a:moveTo>
                <a:lnTo>
                  <a:pt x="13741" y="9779"/>
                </a:lnTo>
                <a:lnTo>
                  <a:pt x="13779" y="9969"/>
                </a:lnTo>
                <a:close/>
              </a:path>
              <a:path w="31114" h="19050">
                <a:moveTo>
                  <a:pt x="14160" y="4635"/>
                </a:moveTo>
                <a:lnTo>
                  <a:pt x="13931" y="4267"/>
                </a:lnTo>
                <a:lnTo>
                  <a:pt x="13970" y="4127"/>
                </a:lnTo>
                <a:lnTo>
                  <a:pt x="13792" y="4038"/>
                </a:lnTo>
                <a:lnTo>
                  <a:pt x="13931" y="4521"/>
                </a:lnTo>
                <a:lnTo>
                  <a:pt x="14160" y="4635"/>
                </a:lnTo>
                <a:close/>
              </a:path>
              <a:path w="31114" h="19050">
                <a:moveTo>
                  <a:pt x="14300" y="13881"/>
                </a:moveTo>
                <a:lnTo>
                  <a:pt x="14147" y="13652"/>
                </a:lnTo>
                <a:lnTo>
                  <a:pt x="14109" y="13436"/>
                </a:lnTo>
                <a:lnTo>
                  <a:pt x="13995" y="13639"/>
                </a:lnTo>
                <a:lnTo>
                  <a:pt x="14173" y="13855"/>
                </a:lnTo>
                <a:lnTo>
                  <a:pt x="14173" y="14058"/>
                </a:lnTo>
                <a:lnTo>
                  <a:pt x="14300" y="13881"/>
                </a:lnTo>
                <a:close/>
              </a:path>
              <a:path w="31114" h="19050">
                <a:moveTo>
                  <a:pt x="14478" y="5791"/>
                </a:moveTo>
                <a:lnTo>
                  <a:pt x="14376" y="5537"/>
                </a:lnTo>
                <a:lnTo>
                  <a:pt x="14401" y="5308"/>
                </a:lnTo>
                <a:lnTo>
                  <a:pt x="14325" y="5511"/>
                </a:lnTo>
                <a:lnTo>
                  <a:pt x="14363" y="5651"/>
                </a:lnTo>
                <a:lnTo>
                  <a:pt x="14363" y="5905"/>
                </a:lnTo>
                <a:close/>
              </a:path>
              <a:path w="31114" h="19050">
                <a:moveTo>
                  <a:pt x="17246" y="1854"/>
                </a:moveTo>
                <a:lnTo>
                  <a:pt x="17094" y="1727"/>
                </a:lnTo>
                <a:lnTo>
                  <a:pt x="17068" y="1892"/>
                </a:lnTo>
                <a:lnTo>
                  <a:pt x="17246" y="1854"/>
                </a:lnTo>
                <a:close/>
              </a:path>
              <a:path w="31114" h="19050">
                <a:moveTo>
                  <a:pt x="30022" y="13957"/>
                </a:moveTo>
                <a:lnTo>
                  <a:pt x="29946" y="12903"/>
                </a:lnTo>
                <a:lnTo>
                  <a:pt x="29984" y="12153"/>
                </a:lnTo>
                <a:lnTo>
                  <a:pt x="29895" y="12725"/>
                </a:lnTo>
                <a:lnTo>
                  <a:pt x="29972" y="13766"/>
                </a:lnTo>
                <a:lnTo>
                  <a:pt x="29946" y="14516"/>
                </a:lnTo>
                <a:lnTo>
                  <a:pt x="30022" y="13957"/>
                </a:lnTo>
                <a:close/>
              </a:path>
              <a:path w="31114" h="19050">
                <a:moveTo>
                  <a:pt x="30759" y="18529"/>
                </a:moveTo>
                <a:lnTo>
                  <a:pt x="30746" y="18389"/>
                </a:lnTo>
                <a:lnTo>
                  <a:pt x="30708" y="18135"/>
                </a:lnTo>
                <a:lnTo>
                  <a:pt x="30670" y="18389"/>
                </a:lnTo>
                <a:lnTo>
                  <a:pt x="30683" y="185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bg object 141"/>
          <p:cNvSpPr/>
          <p:nvPr/>
        </p:nvSpPr>
        <p:spPr>
          <a:xfrm>
            <a:off x="1943404" y="1116355"/>
            <a:ext cx="31115" cy="19050"/>
          </a:xfrm>
          <a:custGeom>
            <a:avLst/>
            <a:gdLst/>
            <a:ahLst/>
            <a:cxnLst/>
            <a:rect l="l" t="t" r="r" b="b"/>
            <a:pathLst>
              <a:path w="31114" h="19050">
                <a:moveTo>
                  <a:pt x="6908" y="6731"/>
                </a:moveTo>
                <a:lnTo>
                  <a:pt x="6769" y="6845"/>
                </a:lnTo>
                <a:lnTo>
                  <a:pt x="6908" y="6959"/>
                </a:lnTo>
                <a:lnTo>
                  <a:pt x="6908" y="6731"/>
                </a:lnTo>
                <a:close/>
              </a:path>
              <a:path w="31114" h="19050">
                <a:moveTo>
                  <a:pt x="9017" y="7150"/>
                </a:moveTo>
                <a:lnTo>
                  <a:pt x="8928" y="6934"/>
                </a:lnTo>
                <a:lnTo>
                  <a:pt x="8928" y="7200"/>
                </a:lnTo>
                <a:close/>
              </a:path>
              <a:path w="31114" h="19050">
                <a:moveTo>
                  <a:pt x="9334" y="18453"/>
                </a:moveTo>
                <a:lnTo>
                  <a:pt x="9296" y="18186"/>
                </a:lnTo>
                <a:lnTo>
                  <a:pt x="76" y="18186"/>
                </a:lnTo>
                <a:lnTo>
                  <a:pt x="127" y="18453"/>
                </a:lnTo>
                <a:lnTo>
                  <a:pt x="9334" y="18453"/>
                </a:lnTo>
                <a:close/>
              </a:path>
              <a:path w="31114" h="19050">
                <a:moveTo>
                  <a:pt x="9461" y="17868"/>
                </a:moveTo>
                <a:lnTo>
                  <a:pt x="9309" y="17868"/>
                </a:lnTo>
                <a:lnTo>
                  <a:pt x="9131" y="17653"/>
                </a:lnTo>
                <a:lnTo>
                  <a:pt x="8915" y="17868"/>
                </a:lnTo>
                <a:lnTo>
                  <a:pt x="8877" y="18034"/>
                </a:lnTo>
                <a:lnTo>
                  <a:pt x="8750" y="17868"/>
                </a:lnTo>
                <a:lnTo>
                  <a:pt x="8572" y="17653"/>
                </a:lnTo>
                <a:lnTo>
                  <a:pt x="8140" y="17653"/>
                </a:lnTo>
                <a:lnTo>
                  <a:pt x="63" y="17653"/>
                </a:lnTo>
                <a:lnTo>
                  <a:pt x="76" y="18059"/>
                </a:lnTo>
                <a:lnTo>
                  <a:pt x="8877" y="18059"/>
                </a:lnTo>
                <a:lnTo>
                  <a:pt x="9283" y="18059"/>
                </a:lnTo>
                <a:lnTo>
                  <a:pt x="9461" y="17868"/>
                </a:lnTo>
                <a:close/>
              </a:path>
              <a:path w="31114" h="19050">
                <a:moveTo>
                  <a:pt x="9461" y="16598"/>
                </a:moveTo>
                <a:lnTo>
                  <a:pt x="9398" y="16814"/>
                </a:lnTo>
                <a:lnTo>
                  <a:pt x="9461" y="16598"/>
                </a:lnTo>
                <a:close/>
              </a:path>
              <a:path w="31114" h="19050">
                <a:moveTo>
                  <a:pt x="9563" y="8432"/>
                </a:moveTo>
                <a:lnTo>
                  <a:pt x="9474" y="7912"/>
                </a:lnTo>
                <a:lnTo>
                  <a:pt x="9321" y="7912"/>
                </a:lnTo>
                <a:lnTo>
                  <a:pt x="9372" y="8051"/>
                </a:lnTo>
                <a:lnTo>
                  <a:pt x="9372" y="8216"/>
                </a:lnTo>
                <a:lnTo>
                  <a:pt x="9321" y="8407"/>
                </a:lnTo>
                <a:lnTo>
                  <a:pt x="9220" y="8267"/>
                </a:lnTo>
                <a:lnTo>
                  <a:pt x="9131" y="8458"/>
                </a:lnTo>
                <a:lnTo>
                  <a:pt x="9296" y="8597"/>
                </a:lnTo>
                <a:lnTo>
                  <a:pt x="9512" y="8597"/>
                </a:lnTo>
                <a:lnTo>
                  <a:pt x="9550" y="8826"/>
                </a:lnTo>
                <a:lnTo>
                  <a:pt x="9563" y="8432"/>
                </a:lnTo>
                <a:close/>
              </a:path>
              <a:path w="31114" h="19050">
                <a:moveTo>
                  <a:pt x="9791" y="7188"/>
                </a:moveTo>
                <a:lnTo>
                  <a:pt x="9690" y="7480"/>
                </a:lnTo>
                <a:lnTo>
                  <a:pt x="9652" y="7264"/>
                </a:lnTo>
                <a:lnTo>
                  <a:pt x="9410" y="7264"/>
                </a:lnTo>
                <a:lnTo>
                  <a:pt x="9550" y="7302"/>
                </a:lnTo>
                <a:lnTo>
                  <a:pt x="9575" y="7467"/>
                </a:lnTo>
                <a:lnTo>
                  <a:pt x="9550" y="7696"/>
                </a:lnTo>
                <a:lnTo>
                  <a:pt x="9652" y="7531"/>
                </a:lnTo>
                <a:lnTo>
                  <a:pt x="9550" y="7772"/>
                </a:lnTo>
                <a:lnTo>
                  <a:pt x="9588" y="7975"/>
                </a:lnTo>
                <a:lnTo>
                  <a:pt x="9753" y="7658"/>
                </a:lnTo>
                <a:lnTo>
                  <a:pt x="9791" y="7188"/>
                </a:lnTo>
                <a:close/>
              </a:path>
              <a:path w="31114" h="19050">
                <a:moveTo>
                  <a:pt x="9982" y="17576"/>
                </a:moveTo>
                <a:lnTo>
                  <a:pt x="9918" y="17360"/>
                </a:lnTo>
                <a:lnTo>
                  <a:pt x="9918" y="17551"/>
                </a:lnTo>
                <a:close/>
              </a:path>
              <a:path w="31114" h="19050">
                <a:moveTo>
                  <a:pt x="9994" y="11328"/>
                </a:moveTo>
                <a:lnTo>
                  <a:pt x="9956" y="10782"/>
                </a:lnTo>
                <a:lnTo>
                  <a:pt x="9944" y="10528"/>
                </a:lnTo>
                <a:lnTo>
                  <a:pt x="9918" y="10147"/>
                </a:lnTo>
                <a:lnTo>
                  <a:pt x="8178" y="10147"/>
                </a:lnTo>
                <a:lnTo>
                  <a:pt x="8178" y="12433"/>
                </a:lnTo>
                <a:lnTo>
                  <a:pt x="8153" y="12585"/>
                </a:lnTo>
                <a:lnTo>
                  <a:pt x="8026" y="12433"/>
                </a:lnTo>
                <a:lnTo>
                  <a:pt x="8178" y="12433"/>
                </a:lnTo>
                <a:lnTo>
                  <a:pt x="8178" y="10147"/>
                </a:lnTo>
                <a:lnTo>
                  <a:pt x="0" y="10147"/>
                </a:lnTo>
                <a:lnTo>
                  <a:pt x="25" y="12738"/>
                </a:lnTo>
                <a:lnTo>
                  <a:pt x="8140" y="12738"/>
                </a:lnTo>
                <a:lnTo>
                  <a:pt x="9753" y="12738"/>
                </a:lnTo>
                <a:lnTo>
                  <a:pt x="9753" y="12585"/>
                </a:lnTo>
                <a:lnTo>
                  <a:pt x="9880" y="12433"/>
                </a:lnTo>
                <a:lnTo>
                  <a:pt x="9918" y="11988"/>
                </a:lnTo>
                <a:lnTo>
                  <a:pt x="9804" y="12433"/>
                </a:lnTo>
                <a:lnTo>
                  <a:pt x="9740" y="11328"/>
                </a:lnTo>
                <a:lnTo>
                  <a:pt x="9994" y="11328"/>
                </a:lnTo>
                <a:close/>
              </a:path>
              <a:path w="31114" h="19050">
                <a:moveTo>
                  <a:pt x="10045" y="17297"/>
                </a:moveTo>
                <a:lnTo>
                  <a:pt x="10007" y="16967"/>
                </a:lnTo>
                <a:lnTo>
                  <a:pt x="9944" y="17335"/>
                </a:lnTo>
                <a:close/>
              </a:path>
              <a:path w="31114" h="19050">
                <a:moveTo>
                  <a:pt x="10121" y="876"/>
                </a:moveTo>
                <a:lnTo>
                  <a:pt x="9906" y="901"/>
                </a:lnTo>
                <a:lnTo>
                  <a:pt x="9906" y="1206"/>
                </a:lnTo>
                <a:lnTo>
                  <a:pt x="10121" y="1066"/>
                </a:lnTo>
                <a:lnTo>
                  <a:pt x="10121" y="876"/>
                </a:lnTo>
                <a:close/>
              </a:path>
              <a:path w="31114" h="19050">
                <a:moveTo>
                  <a:pt x="10160" y="18224"/>
                </a:moveTo>
                <a:lnTo>
                  <a:pt x="10020" y="18097"/>
                </a:lnTo>
                <a:lnTo>
                  <a:pt x="10071" y="18326"/>
                </a:lnTo>
                <a:lnTo>
                  <a:pt x="10058" y="18465"/>
                </a:lnTo>
                <a:lnTo>
                  <a:pt x="10147" y="18326"/>
                </a:lnTo>
                <a:close/>
              </a:path>
              <a:path w="31114" h="19050">
                <a:moveTo>
                  <a:pt x="10198" y="7645"/>
                </a:moveTo>
                <a:lnTo>
                  <a:pt x="10045" y="7721"/>
                </a:lnTo>
                <a:lnTo>
                  <a:pt x="10083" y="7874"/>
                </a:lnTo>
                <a:lnTo>
                  <a:pt x="10198" y="7645"/>
                </a:lnTo>
                <a:close/>
              </a:path>
              <a:path w="31114" h="19050">
                <a:moveTo>
                  <a:pt x="10236" y="3721"/>
                </a:moveTo>
                <a:lnTo>
                  <a:pt x="10083" y="3644"/>
                </a:lnTo>
                <a:lnTo>
                  <a:pt x="10134" y="3860"/>
                </a:lnTo>
                <a:lnTo>
                  <a:pt x="9982" y="3937"/>
                </a:lnTo>
                <a:lnTo>
                  <a:pt x="10020" y="4076"/>
                </a:lnTo>
                <a:lnTo>
                  <a:pt x="10198" y="4013"/>
                </a:lnTo>
                <a:lnTo>
                  <a:pt x="10198" y="3797"/>
                </a:lnTo>
                <a:close/>
              </a:path>
              <a:path w="31114" h="19050">
                <a:moveTo>
                  <a:pt x="10337" y="4152"/>
                </a:moveTo>
                <a:lnTo>
                  <a:pt x="10274" y="4343"/>
                </a:lnTo>
                <a:lnTo>
                  <a:pt x="10337" y="4152"/>
                </a:lnTo>
                <a:close/>
              </a:path>
              <a:path w="31114" h="19050">
                <a:moveTo>
                  <a:pt x="10414" y="4622"/>
                </a:moveTo>
                <a:lnTo>
                  <a:pt x="10236" y="4737"/>
                </a:lnTo>
                <a:lnTo>
                  <a:pt x="10274" y="4914"/>
                </a:lnTo>
                <a:lnTo>
                  <a:pt x="10414" y="4622"/>
                </a:lnTo>
                <a:close/>
              </a:path>
              <a:path w="31114" h="19050">
                <a:moveTo>
                  <a:pt x="10414" y="1701"/>
                </a:moveTo>
                <a:lnTo>
                  <a:pt x="10350" y="1447"/>
                </a:lnTo>
                <a:lnTo>
                  <a:pt x="10134" y="1447"/>
                </a:lnTo>
                <a:lnTo>
                  <a:pt x="9994" y="1612"/>
                </a:lnTo>
                <a:lnTo>
                  <a:pt x="10083" y="1943"/>
                </a:lnTo>
                <a:lnTo>
                  <a:pt x="10198" y="2146"/>
                </a:lnTo>
                <a:lnTo>
                  <a:pt x="10375" y="1866"/>
                </a:lnTo>
                <a:lnTo>
                  <a:pt x="10236" y="1790"/>
                </a:lnTo>
                <a:lnTo>
                  <a:pt x="10134" y="1600"/>
                </a:lnTo>
                <a:lnTo>
                  <a:pt x="10350" y="1511"/>
                </a:lnTo>
                <a:lnTo>
                  <a:pt x="10414" y="1701"/>
                </a:lnTo>
                <a:close/>
              </a:path>
              <a:path w="31114" h="19050">
                <a:moveTo>
                  <a:pt x="10452" y="9321"/>
                </a:moveTo>
                <a:lnTo>
                  <a:pt x="10375" y="9156"/>
                </a:lnTo>
                <a:lnTo>
                  <a:pt x="10337" y="9321"/>
                </a:lnTo>
                <a:close/>
              </a:path>
              <a:path w="31114" h="19050">
                <a:moveTo>
                  <a:pt x="10490" y="2781"/>
                </a:moveTo>
                <a:lnTo>
                  <a:pt x="10452" y="2603"/>
                </a:lnTo>
                <a:lnTo>
                  <a:pt x="10375" y="2362"/>
                </a:lnTo>
                <a:lnTo>
                  <a:pt x="10160" y="2438"/>
                </a:lnTo>
                <a:lnTo>
                  <a:pt x="10160" y="2159"/>
                </a:lnTo>
                <a:lnTo>
                  <a:pt x="10071" y="2400"/>
                </a:lnTo>
                <a:lnTo>
                  <a:pt x="10134" y="2641"/>
                </a:lnTo>
                <a:lnTo>
                  <a:pt x="10045" y="2959"/>
                </a:lnTo>
                <a:lnTo>
                  <a:pt x="10083" y="3111"/>
                </a:lnTo>
                <a:lnTo>
                  <a:pt x="10198" y="3302"/>
                </a:lnTo>
                <a:lnTo>
                  <a:pt x="10274" y="2971"/>
                </a:lnTo>
                <a:lnTo>
                  <a:pt x="10375" y="3124"/>
                </a:lnTo>
                <a:lnTo>
                  <a:pt x="10452" y="2946"/>
                </a:lnTo>
                <a:lnTo>
                  <a:pt x="10490" y="2781"/>
                </a:lnTo>
                <a:close/>
              </a:path>
              <a:path w="31114" h="19050">
                <a:moveTo>
                  <a:pt x="10693" y="3771"/>
                </a:moveTo>
                <a:lnTo>
                  <a:pt x="10655" y="3543"/>
                </a:lnTo>
                <a:lnTo>
                  <a:pt x="10617" y="3721"/>
                </a:lnTo>
                <a:close/>
              </a:path>
              <a:path w="31114" h="19050">
                <a:moveTo>
                  <a:pt x="10782" y="4076"/>
                </a:moveTo>
                <a:lnTo>
                  <a:pt x="10617" y="4191"/>
                </a:lnTo>
                <a:lnTo>
                  <a:pt x="10756" y="4305"/>
                </a:lnTo>
                <a:lnTo>
                  <a:pt x="10782" y="4076"/>
                </a:lnTo>
                <a:close/>
              </a:path>
              <a:path w="31114" h="19050">
                <a:moveTo>
                  <a:pt x="10807" y="16116"/>
                </a:moveTo>
                <a:lnTo>
                  <a:pt x="10655" y="16192"/>
                </a:lnTo>
                <a:lnTo>
                  <a:pt x="10756" y="16370"/>
                </a:lnTo>
                <a:lnTo>
                  <a:pt x="10807" y="16116"/>
                </a:lnTo>
                <a:close/>
              </a:path>
              <a:path w="31114" h="19050">
                <a:moveTo>
                  <a:pt x="10820" y="14478"/>
                </a:moveTo>
                <a:lnTo>
                  <a:pt x="10490" y="14478"/>
                </a:lnTo>
                <a:lnTo>
                  <a:pt x="9575" y="15087"/>
                </a:lnTo>
                <a:lnTo>
                  <a:pt x="9410" y="15201"/>
                </a:lnTo>
                <a:lnTo>
                  <a:pt x="9207" y="14630"/>
                </a:lnTo>
                <a:lnTo>
                  <a:pt x="9029" y="15011"/>
                </a:lnTo>
                <a:lnTo>
                  <a:pt x="8826" y="15570"/>
                </a:lnTo>
                <a:lnTo>
                  <a:pt x="8559" y="14808"/>
                </a:lnTo>
                <a:lnTo>
                  <a:pt x="8458" y="15506"/>
                </a:lnTo>
                <a:lnTo>
                  <a:pt x="7810" y="14478"/>
                </a:lnTo>
                <a:lnTo>
                  <a:pt x="10083" y="14478"/>
                </a:lnTo>
                <a:lnTo>
                  <a:pt x="9982" y="13614"/>
                </a:lnTo>
                <a:lnTo>
                  <a:pt x="9829" y="13614"/>
                </a:lnTo>
                <a:lnTo>
                  <a:pt x="9753" y="13220"/>
                </a:lnTo>
                <a:lnTo>
                  <a:pt x="7327" y="13220"/>
                </a:lnTo>
                <a:lnTo>
                  <a:pt x="7327" y="16256"/>
                </a:lnTo>
                <a:lnTo>
                  <a:pt x="7239" y="14478"/>
                </a:lnTo>
                <a:lnTo>
                  <a:pt x="7327" y="16256"/>
                </a:lnTo>
                <a:lnTo>
                  <a:pt x="7327" y="13220"/>
                </a:lnTo>
                <a:lnTo>
                  <a:pt x="25" y="13220"/>
                </a:lnTo>
                <a:lnTo>
                  <a:pt x="63" y="17208"/>
                </a:lnTo>
                <a:lnTo>
                  <a:pt x="7708" y="17208"/>
                </a:lnTo>
                <a:lnTo>
                  <a:pt x="7874" y="17208"/>
                </a:lnTo>
                <a:lnTo>
                  <a:pt x="7874" y="16713"/>
                </a:lnTo>
                <a:lnTo>
                  <a:pt x="7759" y="17056"/>
                </a:lnTo>
                <a:lnTo>
                  <a:pt x="7683" y="16510"/>
                </a:lnTo>
                <a:lnTo>
                  <a:pt x="7874" y="16560"/>
                </a:lnTo>
                <a:lnTo>
                  <a:pt x="7899" y="16700"/>
                </a:lnTo>
                <a:lnTo>
                  <a:pt x="7975" y="16560"/>
                </a:lnTo>
                <a:lnTo>
                  <a:pt x="7772" y="16383"/>
                </a:lnTo>
                <a:lnTo>
                  <a:pt x="7658" y="16256"/>
                </a:lnTo>
                <a:lnTo>
                  <a:pt x="10337" y="16256"/>
                </a:lnTo>
                <a:lnTo>
                  <a:pt x="9804" y="15494"/>
                </a:lnTo>
                <a:lnTo>
                  <a:pt x="10820" y="14478"/>
                </a:lnTo>
                <a:close/>
              </a:path>
              <a:path w="31114" h="19050">
                <a:moveTo>
                  <a:pt x="10883" y="16548"/>
                </a:moveTo>
                <a:lnTo>
                  <a:pt x="10693" y="16421"/>
                </a:lnTo>
                <a:lnTo>
                  <a:pt x="10655" y="16662"/>
                </a:lnTo>
                <a:lnTo>
                  <a:pt x="10845" y="16662"/>
                </a:lnTo>
                <a:close/>
              </a:path>
              <a:path w="31114" h="19050">
                <a:moveTo>
                  <a:pt x="11087" y="7315"/>
                </a:moveTo>
                <a:lnTo>
                  <a:pt x="11036" y="7099"/>
                </a:lnTo>
                <a:lnTo>
                  <a:pt x="10909" y="7353"/>
                </a:lnTo>
                <a:lnTo>
                  <a:pt x="11087" y="7315"/>
                </a:lnTo>
                <a:close/>
              </a:path>
              <a:path w="31114" h="19050">
                <a:moveTo>
                  <a:pt x="11150" y="7366"/>
                </a:moveTo>
                <a:lnTo>
                  <a:pt x="10998" y="7378"/>
                </a:lnTo>
                <a:lnTo>
                  <a:pt x="11150" y="7569"/>
                </a:lnTo>
                <a:lnTo>
                  <a:pt x="11150" y="7366"/>
                </a:lnTo>
                <a:close/>
              </a:path>
              <a:path w="31114" h="19050">
                <a:moveTo>
                  <a:pt x="11442" y="6083"/>
                </a:moveTo>
                <a:lnTo>
                  <a:pt x="11214" y="6159"/>
                </a:lnTo>
                <a:lnTo>
                  <a:pt x="11290" y="6350"/>
                </a:lnTo>
                <a:lnTo>
                  <a:pt x="11404" y="6108"/>
                </a:lnTo>
                <a:close/>
              </a:path>
              <a:path w="31114" h="19050">
                <a:moveTo>
                  <a:pt x="11569" y="6375"/>
                </a:moveTo>
                <a:lnTo>
                  <a:pt x="11442" y="6261"/>
                </a:lnTo>
                <a:lnTo>
                  <a:pt x="11315" y="6375"/>
                </a:lnTo>
                <a:lnTo>
                  <a:pt x="11468" y="6426"/>
                </a:lnTo>
                <a:close/>
              </a:path>
              <a:path w="31114" h="19050">
                <a:moveTo>
                  <a:pt x="11582" y="12344"/>
                </a:moveTo>
                <a:lnTo>
                  <a:pt x="11341" y="12344"/>
                </a:lnTo>
                <a:lnTo>
                  <a:pt x="11341" y="12217"/>
                </a:lnTo>
                <a:lnTo>
                  <a:pt x="11277" y="12547"/>
                </a:lnTo>
                <a:lnTo>
                  <a:pt x="11201" y="12344"/>
                </a:lnTo>
                <a:lnTo>
                  <a:pt x="11137" y="12928"/>
                </a:lnTo>
                <a:lnTo>
                  <a:pt x="11315" y="12623"/>
                </a:lnTo>
                <a:lnTo>
                  <a:pt x="11582" y="12344"/>
                </a:lnTo>
                <a:close/>
              </a:path>
              <a:path w="31114" h="19050">
                <a:moveTo>
                  <a:pt x="12001" y="13639"/>
                </a:moveTo>
                <a:lnTo>
                  <a:pt x="11861" y="13639"/>
                </a:lnTo>
                <a:lnTo>
                  <a:pt x="11861" y="13868"/>
                </a:lnTo>
                <a:lnTo>
                  <a:pt x="12001" y="13639"/>
                </a:lnTo>
                <a:close/>
              </a:path>
              <a:path w="31114" h="19050">
                <a:moveTo>
                  <a:pt x="12026" y="9144"/>
                </a:moveTo>
                <a:lnTo>
                  <a:pt x="11963" y="9563"/>
                </a:lnTo>
                <a:lnTo>
                  <a:pt x="12026" y="9144"/>
                </a:lnTo>
                <a:close/>
              </a:path>
              <a:path w="31114" h="19050">
                <a:moveTo>
                  <a:pt x="12077" y="10299"/>
                </a:moveTo>
                <a:lnTo>
                  <a:pt x="12001" y="10045"/>
                </a:lnTo>
                <a:lnTo>
                  <a:pt x="11925" y="10414"/>
                </a:lnTo>
                <a:lnTo>
                  <a:pt x="12077" y="10299"/>
                </a:lnTo>
                <a:close/>
              </a:path>
              <a:path w="31114" h="19050">
                <a:moveTo>
                  <a:pt x="12179" y="15760"/>
                </a:moveTo>
                <a:lnTo>
                  <a:pt x="11912" y="15671"/>
                </a:lnTo>
                <a:lnTo>
                  <a:pt x="12090" y="15989"/>
                </a:lnTo>
                <a:lnTo>
                  <a:pt x="12179" y="15760"/>
                </a:lnTo>
                <a:close/>
              </a:path>
              <a:path w="31114" h="19050">
                <a:moveTo>
                  <a:pt x="12433" y="14389"/>
                </a:moveTo>
                <a:lnTo>
                  <a:pt x="12407" y="14185"/>
                </a:lnTo>
                <a:lnTo>
                  <a:pt x="12255" y="14414"/>
                </a:lnTo>
                <a:lnTo>
                  <a:pt x="12433" y="14389"/>
                </a:lnTo>
                <a:close/>
              </a:path>
              <a:path w="31114" h="19050">
                <a:moveTo>
                  <a:pt x="12623" y="6896"/>
                </a:moveTo>
                <a:lnTo>
                  <a:pt x="12280" y="6832"/>
                </a:lnTo>
                <a:lnTo>
                  <a:pt x="12433" y="7010"/>
                </a:lnTo>
                <a:lnTo>
                  <a:pt x="12623" y="6896"/>
                </a:lnTo>
                <a:close/>
              </a:path>
              <a:path w="31114" h="19050">
                <a:moveTo>
                  <a:pt x="12623" y="6121"/>
                </a:moveTo>
                <a:lnTo>
                  <a:pt x="12484" y="6223"/>
                </a:lnTo>
                <a:lnTo>
                  <a:pt x="12433" y="6083"/>
                </a:lnTo>
                <a:lnTo>
                  <a:pt x="12268" y="5930"/>
                </a:lnTo>
                <a:lnTo>
                  <a:pt x="12179" y="6261"/>
                </a:lnTo>
                <a:lnTo>
                  <a:pt x="12268" y="6451"/>
                </a:lnTo>
                <a:lnTo>
                  <a:pt x="12331" y="6286"/>
                </a:lnTo>
                <a:lnTo>
                  <a:pt x="12433" y="6464"/>
                </a:lnTo>
                <a:lnTo>
                  <a:pt x="12280" y="6604"/>
                </a:lnTo>
                <a:lnTo>
                  <a:pt x="12280" y="6794"/>
                </a:lnTo>
                <a:lnTo>
                  <a:pt x="12357" y="6591"/>
                </a:lnTo>
                <a:lnTo>
                  <a:pt x="12585" y="6731"/>
                </a:lnTo>
                <a:lnTo>
                  <a:pt x="12623" y="6540"/>
                </a:lnTo>
                <a:lnTo>
                  <a:pt x="12471" y="6451"/>
                </a:lnTo>
                <a:lnTo>
                  <a:pt x="12534" y="6324"/>
                </a:lnTo>
                <a:lnTo>
                  <a:pt x="12623" y="6121"/>
                </a:lnTo>
                <a:close/>
              </a:path>
              <a:path w="31114" h="19050">
                <a:moveTo>
                  <a:pt x="12687" y="10337"/>
                </a:moveTo>
                <a:lnTo>
                  <a:pt x="12509" y="10553"/>
                </a:lnTo>
                <a:lnTo>
                  <a:pt x="12687" y="10515"/>
                </a:lnTo>
                <a:lnTo>
                  <a:pt x="12687" y="10337"/>
                </a:lnTo>
                <a:close/>
              </a:path>
              <a:path w="31114" h="19050">
                <a:moveTo>
                  <a:pt x="12725" y="4013"/>
                </a:moveTo>
                <a:lnTo>
                  <a:pt x="12547" y="3873"/>
                </a:lnTo>
                <a:lnTo>
                  <a:pt x="12509" y="4013"/>
                </a:lnTo>
                <a:lnTo>
                  <a:pt x="12725" y="4013"/>
                </a:lnTo>
                <a:close/>
              </a:path>
              <a:path w="31114" h="19050">
                <a:moveTo>
                  <a:pt x="12801" y="16344"/>
                </a:moveTo>
                <a:lnTo>
                  <a:pt x="12623" y="16192"/>
                </a:lnTo>
                <a:lnTo>
                  <a:pt x="12687" y="16421"/>
                </a:lnTo>
                <a:close/>
              </a:path>
              <a:path w="31114" h="19050">
                <a:moveTo>
                  <a:pt x="12839" y="368"/>
                </a:moveTo>
                <a:lnTo>
                  <a:pt x="12801" y="0"/>
                </a:lnTo>
                <a:lnTo>
                  <a:pt x="12687" y="177"/>
                </a:lnTo>
                <a:lnTo>
                  <a:pt x="12509" y="673"/>
                </a:lnTo>
                <a:lnTo>
                  <a:pt x="12738" y="876"/>
                </a:lnTo>
                <a:lnTo>
                  <a:pt x="12827" y="698"/>
                </a:lnTo>
                <a:lnTo>
                  <a:pt x="12661" y="596"/>
                </a:lnTo>
                <a:lnTo>
                  <a:pt x="12839" y="368"/>
                </a:lnTo>
                <a:close/>
              </a:path>
              <a:path w="31114" h="19050">
                <a:moveTo>
                  <a:pt x="12941" y="13182"/>
                </a:moveTo>
                <a:lnTo>
                  <a:pt x="12712" y="12966"/>
                </a:lnTo>
                <a:lnTo>
                  <a:pt x="12712" y="13169"/>
                </a:lnTo>
                <a:lnTo>
                  <a:pt x="12674" y="13360"/>
                </a:lnTo>
                <a:lnTo>
                  <a:pt x="12941" y="13182"/>
                </a:lnTo>
                <a:close/>
              </a:path>
              <a:path w="31114" h="19050">
                <a:moveTo>
                  <a:pt x="13081" y="6527"/>
                </a:moveTo>
                <a:lnTo>
                  <a:pt x="12966" y="6350"/>
                </a:lnTo>
                <a:lnTo>
                  <a:pt x="12954" y="6565"/>
                </a:lnTo>
                <a:lnTo>
                  <a:pt x="13081" y="6527"/>
                </a:lnTo>
                <a:close/>
              </a:path>
              <a:path w="31114" h="19050">
                <a:moveTo>
                  <a:pt x="13195" y="76"/>
                </a:moveTo>
                <a:lnTo>
                  <a:pt x="13055" y="50"/>
                </a:lnTo>
                <a:lnTo>
                  <a:pt x="13017" y="228"/>
                </a:lnTo>
                <a:lnTo>
                  <a:pt x="13081" y="381"/>
                </a:lnTo>
                <a:lnTo>
                  <a:pt x="13195" y="76"/>
                </a:lnTo>
                <a:close/>
              </a:path>
              <a:path w="31114" h="19050">
                <a:moveTo>
                  <a:pt x="13423" y="3340"/>
                </a:moveTo>
                <a:lnTo>
                  <a:pt x="13385" y="3060"/>
                </a:lnTo>
                <a:lnTo>
                  <a:pt x="13309" y="2641"/>
                </a:lnTo>
                <a:lnTo>
                  <a:pt x="13284" y="2794"/>
                </a:lnTo>
                <a:lnTo>
                  <a:pt x="13309" y="3060"/>
                </a:lnTo>
                <a:lnTo>
                  <a:pt x="13347" y="3340"/>
                </a:lnTo>
                <a:close/>
              </a:path>
              <a:path w="31114" h="19050">
                <a:moveTo>
                  <a:pt x="13500" y="12407"/>
                </a:moveTo>
                <a:lnTo>
                  <a:pt x="13347" y="12623"/>
                </a:lnTo>
                <a:lnTo>
                  <a:pt x="13500" y="12407"/>
                </a:lnTo>
                <a:close/>
              </a:path>
              <a:path w="31114" h="19050">
                <a:moveTo>
                  <a:pt x="13677" y="13423"/>
                </a:moveTo>
                <a:lnTo>
                  <a:pt x="13627" y="13169"/>
                </a:lnTo>
                <a:lnTo>
                  <a:pt x="13563" y="13423"/>
                </a:lnTo>
                <a:close/>
              </a:path>
              <a:path w="31114" h="19050">
                <a:moveTo>
                  <a:pt x="13703" y="11417"/>
                </a:moveTo>
                <a:lnTo>
                  <a:pt x="13665" y="11290"/>
                </a:lnTo>
                <a:lnTo>
                  <a:pt x="13449" y="11531"/>
                </a:lnTo>
                <a:lnTo>
                  <a:pt x="13563" y="11684"/>
                </a:lnTo>
                <a:lnTo>
                  <a:pt x="13703" y="11417"/>
                </a:lnTo>
                <a:close/>
              </a:path>
              <a:path w="31114" h="19050">
                <a:moveTo>
                  <a:pt x="13881" y="4013"/>
                </a:moveTo>
                <a:lnTo>
                  <a:pt x="13843" y="3733"/>
                </a:lnTo>
                <a:lnTo>
                  <a:pt x="13817" y="3505"/>
                </a:lnTo>
                <a:lnTo>
                  <a:pt x="13703" y="3175"/>
                </a:lnTo>
                <a:lnTo>
                  <a:pt x="13639" y="3975"/>
                </a:lnTo>
                <a:lnTo>
                  <a:pt x="13881" y="4013"/>
                </a:lnTo>
                <a:close/>
              </a:path>
              <a:path w="31114" h="19050">
                <a:moveTo>
                  <a:pt x="13893" y="9893"/>
                </a:moveTo>
                <a:lnTo>
                  <a:pt x="13741" y="9715"/>
                </a:lnTo>
                <a:lnTo>
                  <a:pt x="13779" y="9893"/>
                </a:lnTo>
                <a:close/>
              </a:path>
              <a:path w="31114" h="19050">
                <a:moveTo>
                  <a:pt x="14147" y="13741"/>
                </a:moveTo>
                <a:lnTo>
                  <a:pt x="14109" y="13347"/>
                </a:lnTo>
                <a:lnTo>
                  <a:pt x="13995" y="13538"/>
                </a:lnTo>
                <a:lnTo>
                  <a:pt x="14147" y="13741"/>
                </a:lnTo>
                <a:close/>
              </a:path>
              <a:path w="31114" h="19050">
                <a:moveTo>
                  <a:pt x="14160" y="4622"/>
                </a:moveTo>
                <a:lnTo>
                  <a:pt x="13931" y="4267"/>
                </a:lnTo>
                <a:lnTo>
                  <a:pt x="13970" y="4114"/>
                </a:lnTo>
                <a:lnTo>
                  <a:pt x="13792" y="4025"/>
                </a:lnTo>
                <a:lnTo>
                  <a:pt x="13931" y="4521"/>
                </a:lnTo>
                <a:lnTo>
                  <a:pt x="14160" y="4622"/>
                </a:lnTo>
                <a:close/>
              </a:path>
              <a:path w="31114" h="19050">
                <a:moveTo>
                  <a:pt x="14478" y="5778"/>
                </a:moveTo>
                <a:lnTo>
                  <a:pt x="14376" y="5524"/>
                </a:lnTo>
                <a:lnTo>
                  <a:pt x="14401" y="5308"/>
                </a:lnTo>
                <a:lnTo>
                  <a:pt x="14325" y="5499"/>
                </a:lnTo>
                <a:lnTo>
                  <a:pt x="14363" y="5638"/>
                </a:lnTo>
                <a:lnTo>
                  <a:pt x="14363" y="5892"/>
                </a:lnTo>
                <a:close/>
              </a:path>
              <a:path w="31114" h="19050">
                <a:moveTo>
                  <a:pt x="17246" y="1866"/>
                </a:moveTo>
                <a:lnTo>
                  <a:pt x="17094" y="1739"/>
                </a:lnTo>
                <a:lnTo>
                  <a:pt x="17068" y="1905"/>
                </a:lnTo>
                <a:lnTo>
                  <a:pt x="17246" y="1866"/>
                </a:lnTo>
                <a:close/>
              </a:path>
              <a:path w="31114" h="19050">
                <a:moveTo>
                  <a:pt x="30048" y="9144"/>
                </a:moveTo>
                <a:lnTo>
                  <a:pt x="30010" y="10452"/>
                </a:lnTo>
                <a:lnTo>
                  <a:pt x="30048" y="10020"/>
                </a:lnTo>
                <a:lnTo>
                  <a:pt x="30035" y="9537"/>
                </a:lnTo>
                <a:lnTo>
                  <a:pt x="30048" y="9144"/>
                </a:lnTo>
                <a:close/>
              </a:path>
              <a:path w="31114" h="19050">
                <a:moveTo>
                  <a:pt x="30759" y="9321"/>
                </a:moveTo>
                <a:lnTo>
                  <a:pt x="30746" y="9182"/>
                </a:lnTo>
                <a:lnTo>
                  <a:pt x="30708" y="8928"/>
                </a:lnTo>
                <a:lnTo>
                  <a:pt x="30670" y="9182"/>
                </a:lnTo>
                <a:lnTo>
                  <a:pt x="30683" y="932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bg object 142"/>
          <p:cNvSpPr/>
          <p:nvPr/>
        </p:nvSpPr>
        <p:spPr>
          <a:xfrm>
            <a:off x="1943392" y="1056157"/>
            <a:ext cx="29845" cy="83820"/>
          </a:xfrm>
          <a:custGeom>
            <a:avLst/>
            <a:gdLst/>
            <a:ahLst/>
            <a:cxnLst/>
            <a:rect l="l" t="t" r="r" b="b"/>
            <a:pathLst>
              <a:path w="29844" h="83819">
                <a:moveTo>
                  <a:pt x="6921" y="76073"/>
                </a:moveTo>
                <a:lnTo>
                  <a:pt x="6781" y="76174"/>
                </a:lnTo>
                <a:lnTo>
                  <a:pt x="6921" y="76288"/>
                </a:lnTo>
                <a:lnTo>
                  <a:pt x="6921" y="76073"/>
                </a:lnTo>
                <a:close/>
              </a:path>
              <a:path w="29844" h="83819">
                <a:moveTo>
                  <a:pt x="9029" y="76479"/>
                </a:moveTo>
                <a:lnTo>
                  <a:pt x="8940" y="76263"/>
                </a:lnTo>
                <a:lnTo>
                  <a:pt x="8940" y="76542"/>
                </a:lnTo>
                <a:close/>
              </a:path>
              <a:path w="29844" h="83819">
                <a:moveTo>
                  <a:pt x="9448" y="79133"/>
                </a:moveTo>
                <a:lnTo>
                  <a:pt x="9309" y="78994"/>
                </a:lnTo>
                <a:lnTo>
                  <a:pt x="9334" y="78689"/>
                </a:lnTo>
                <a:lnTo>
                  <a:pt x="0" y="78600"/>
                </a:lnTo>
                <a:lnTo>
                  <a:pt x="139" y="78651"/>
                </a:lnTo>
                <a:lnTo>
                  <a:pt x="76" y="78867"/>
                </a:lnTo>
                <a:lnTo>
                  <a:pt x="114" y="79095"/>
                </a:lnTo>
                <a:lnTo>
                  <a:pt x="0" y="83794"/>
                </a:lnTo>
                <a:lnTo>
                  <a:pt x="2387" y="82537"/>
                </a:lnTo>
                <a:lnTo>
                  <a:pt x="4991" y="81203"/>
                </a:lnTo>
                <a:lnTo>
                  <a:pt x="7861" y="79870"/>
                </a:lnTo>
                <a:lnTo>
                  <a:pt x="8064" y="79768"/>
                </a:lnTo>
                <a:lnTo>
                  <a:pt x="8153" y="79209"/>
                </a:lnTo>
                <a:lnTo>
                  <a:pt x="8229" y="79336"/>
                </a:lnTo>
                <a:lnTo>
                  <a:pt x="8191" y="79641"/>
                </a:lnTo>
                <a:lnTo>
                  <a:pt x="8382" y="79603"/>
                </a:lnTo>
                <a:lnTo>
                  <a:pt x="8280" y="79463"/>
                </a:lnTo>
                <a:lnTo>
                  <a:pt x="8496" y="79502"/>
                </a:lnTo>
                <a:lnTo>
                  <a:pt x="8915" y="79032"/>
                </a:lnTo>
                <a:lnTo>
                  <a:pt x="8877" y="79209"/>
                </a:lnTo>
                <a:lnTo>
                  <a:pt x="9055" y="79311"/>
                </a:lnTo>
                <a:lnTo>
                  <a:pt x="9334" y="79171"/>
                </a:lnTo>
                <a:close/>
              </a:path>
              <a:path w="29844" h="83819">
                <a:moveTo>
                  <a:pt x="9575" y="77787"/>
                </a:moveTo>
                <a:lnTo>
                  <a:pt x="9486" y="77228"/>
                </a:lnTo>
                <a:lnTo>
                  <a:pt x="9334" y="77228"/>
                </a:lnTo>
                <a:lnTo>
                  <a:pt x="9385" y="77406"/>
                </a:lnTo>
                <a:lnTo>
                  <a:pt x="9385" y="77546"/>
                </a:lnTo>
                <a:lnTo>
                  <a:pt x="9334" y="77736"/>
                </a:lnTo>
                <a:lnTo>
                  <a:pt x="9232" y="77597"/>
                </a:lnTo>
                <a:lnTo>
                  <a:pt x="9144" y="77787"/>
                </a:lnTo>
                <a:lnTo>
                  <a:pt x="9309" y="77939"/>
                </a:lnTo>
                <a:lnTo>
                  <a:pt x="9525" y="77939"/>
                </a:lnTo>
                <a:lnTo>
                  <a:pt x="9563" y="78155"/>
                </a:lnTo>
                <a:lnTo>
                  <a:pt x="9575" y="77787"/>
                </a:lnTo>
                <a:close/>
              </a:path>
              <a:path w="29844" h="83819">
                <a:moveTo>
                  <a:pt x="9804" y="76504"/>
                </a:moveTo>
                <a:lnTo>
                  <a:pt x="9702" y="76796"/>
                </a:lnTo>
                <a:lnTo>
                  <a:pt x="9664" y="76568"/>
                </a:lnTo>
                <a:lnTo>
                  <a:pt x="9423" y="76568"/>
                </a:lnTo>
                <a:lnTo>
                  <a:pt x="9563" y="76619"/>
                </a:lnTo>
                <a:lnTo>
                  <a:pt x="9588" y="76796"/>
                </a:lnTo>
                <a:lnTo>
                  <a:pt x="9563" y="77000"/>
                </a:lnTo>
                <a:lnTo>
                  <a:pt x="9664" y="76860"/>
                </a:lnTo>
                <a:lnTo>
                  <a:pt x="9563" y="77089"/>
                </a:lnTo>
                <a:lnTo>
                  <a:pt x="9601" y="77304"/>
                </a:lnTo>
                <a:lnTo>
                  <a:pt x="9766" y="76974"/>
                </a:lnTo>
                <a:lnTo>
                  <a:pt x="9804" y="76504"/>
                </a:lnTo>
                <a:close/>
              </a:path>
              <a:path w="29844" h="83819">
                <a:moveTo>
                  <a:pt x="9994" y="78587"/>
                </a:moveTo>
                <a:lnTo>
                  <a:pt x="9842" y="78625"/>
                </a:lnTo>
                <a:lnTo>
                  <a:pt x="9931" y="78778"/>
                </a:lnTo>
                <a:lnTo>
                  <a:pt x="9893" y="78905"/>
                </a:lnTo>
                <a:lnTo>
                  <a:pt x="9956" y="78765"/>
                </a:lnTo>
                <a:lnTo>
                  <a:pt x="9994" y="78587"/>
                </a:lnTo>
                <a:close/>
              </a:path>
              <a:path w="29844" h="83819">
                <a:moveTo>
                  <a:pt x="10134" y="70205"/>
                </a:moveTo>
                <a:lnTo>
                  <a:pt x="9918" y="70243"/>
                </a:lnTo>
                <a:lnTo>
                  <a:pt x="9918" y="70535"/>
                </a:lnTo>
                <a:lnTo>
                  <a:pt x="10134" y="70383"/>
                </a:lnTo>
                <a:lnTo>
                  <a:pt x="10134" y="70205"/>
                </a:lnTo>
                <a:close/>
              </a:path>
              <a:path w="29844" h="83819">
                <a:moveTo>
                  <a:pt x="10160" y="78727"/>
                </a:moveTo>
                <a:lnTo>
                  <a:pt x="10134" y="78587"/>
                </a:lnTo>
                <a:lnTo>
                  <a:pt x="10071" y="78816"/>
                </a:lnTo>
                <a:close/>
              </a:path>
              <a:path w="29844" h="83819">
                <a:moveTo>
                  <a:pt x="10210" y="76974"/>
                </a:moveTo>
                <a:lnTo>
                  <a:pt x="10058" y="77050"/>
                </a:lnTo>
                <a:lnTo>
                  <a:pt x="10096" y="77190"/>
                </a:lnTo>
                <a:lnTo>
                  <a:pt x="10210" y="76974"/>
                </a:lnTo>
                <a:close/>
              </a:path>
              <a:path w="29844" h="83819">
                <a:moveTo>
                  <a:pt x="10248" y="73037"/>
                </a:moveTo>
                <a:lnTo>
                  <a:pt x="10096" y="72974"/>
                </a:lnTo>
                <a:lnTo>
                  <a:pt x="10147" y="73190"/>
                </a:lnTo>
                <a:lnTo>
                  <a:pt x="9994" y="73279"/>
                </a:lnTo>
                <a:lnTo>
                  <a:pt x="10033" y="73406"/>
                </a:lnTo>
                <a:lnTo>
                  <a:pt x="10210" y="73342"/>
                </a:lnTo>
                <a:lnTo>
                  <a:pt x="10210" y="73126"/>
                </a:lnTo>
                <a:close/>
              </a:path>
              <a:path w="29844" h="83819">
                <a:moveTo>
                  <a:pt x="10350" y="73482"/>
                </a:moveTo>
                <a:lnTo>
                  <a:pt x="10287" y="73672"/>
                </a:lnTo>
                <a:lnTo>
                  <a:pt x="10350" y="73482"/>
                </a:lnTo>
                <a:close/>
              </a:path>
              <a:path w="29844" h="83819">
                <a:moveTo>
                  <a:pt x="10426" y="73952"/>
                </a:moveTo>
                <a:lnTo>
                  <a:pt x="10248" y="74066"/>
                </a:lnTo>
                <a:lnTo>
                  <a:pt x="10287" y="74256"/>
                </a:lnTo>
                <a:lnTo>
                  <a:pt x="10426" y="73952"/>
                </a:lnTo>
                <a:close/>
              </a:path>
              <a:path w="29844" h="83819">
                <a:moveTo>
                  <a:pt x="10426" y="71031"/>
                </a:moveTo>
                <a:lnTo>
                  <a:pt x="10363" y="70764"/>
                </a:lnTo>
                <a:lnTo>
                  <a:pt x="10147" y="70764"/>
                </a:lnTo>
                <a:lnTo>
                  <a:pt x="10007" y="70942"/>
                </a:lnTo>
                <a:lnTo>
                  <a:pt x="10096" y="71259"/>
                </a:lnTo>
                <a:lnTo>
                  <a:pt x="10210" y="71462"/>
                </a:lnTo>
                <a:lnTo>
                  <a:pt x="10388" y="71196"/>
                </a:lnTo>
                <a:lnTo>
                  <a:pt x="10248" y="71120"/>
                </a:lnTo>
                <a:lnTo>
                  <a:pt x="10147" y="70929"/>
                </a:lnTo>
                <a:lnTo>
                  <a:pt x="10363" y="70840"/>
                </a:lnTo>
                <a:lnTo>
                  <a:pt x="10426" y="71031"/>
                </a:lnTo>
                <a:close/>
              </a:path>
              <a:path w="29844" h="83819">
                <a:moveTo>
                  <a:pt x="10464" y="78587"/>
                </a:moveTo>
                <a:close/>
              </a:path>
              <a:path w="29844" h="83819">
                <a:moveTo>
                  <a:pt x="10502" y="72123"/>
                </a:moveTo>
                <a:lnTo>
                  <a:pt x="10464" y="71945"/>
                </a:lnTo>
                <a:lnTo>
                  <a:pt x="10388" y="71691"/>
                </a:lnTo>
                <a:lnTo>
                  <a:pt x="10172" y="71767"/>
                </a:lnTo>
                <a:lnTo>
                  <a:pt x="10172" y="71488"/>
                </a:lnTo>
                <a:lnTo>
                  <a:pt x="10083" y="71729"/>
                </a:lnTo>
                <a:lnTo>
                  <a:pt x="10147" y="71996"/>
                </a:lnTo>
                <a:lnTo>
                  <a:pt x="10058" y="72275"/>
                </a:lnTo>
                <a:lnTo>
                  <a:pt x="10096" y="72415"/>
                </a:lnTo>
                <a:lnTo>
                  <a:pt x="10210" y="72605"/>
                </a:lnTo>
                <a:lnTo>
                  <a:pt x="10287" y="72313"/>
                </a:lnTo>
                <a:lnTo>
                  <a:pt x="10388" y="72466"/>
                </a:lnTo>
                <a:lnTo>
                  <a:pt x="10464" y="72288"/>
                </a:lnTo>
                <a:lnTo>
                  <a:pt x="10502" y="72123"/>
                </a:lnTo>
                <a:close/>
              </a:path>
              <a:path w="29844" h="83819">
                <a:moveTo>
                  <a:pt x="10553" y="78587"/>
                </a:moveTo>
                <a:close/>
              </a:path>
              <a:path w="29844" h="83819">
                <a:moveTo>
                  <a:pt x="10706" y="73075"/>
                </a:moveTo>
                <a:lnTo>
                  <a:pt x="10668" y="72859"/>
                </a:lnTo>
                <a:lnTo>
                  <a:pt x="10629" y="73037"/>
                </a:lnTo>
                <a:close/>
              </a:path>
              <a:path w="29844" h="83819">
                <a:moveTo>
                  <a:pt x="10795" y="73406"/>
                </a:moveTo>
                <a:lnTo>
                  <a:pt x="10629" y="73520"/>
                </a:lnTo>
                <a:lnTo>
                  <a:pt x="10769" y="73634"/>
                </a:lnTo>
                <a:lnTo>
                  <a:pt x="10795" y="73406"/>
                </a:lnTo>
                <a:close/>
              </a:path>
              <a:path w="29844" h="83819">
                <a:moveTo>
                  <a:pt x="11099" y="76657"/>
                </a:moveTo>
                <a:lnTo>
                  <a:pt x="11049" y="76441"/>
                </a:lnTo>
                <a:lnTo>
                  <a:pt x="10922" y="76695"/>
                </a:lnTo>
                <a:lnTo>
                  <a:pt x="11099" y="76657"/>
                </a:lnTo>
                <a:close/>
              </a:path>
              <a:path w="29844" h="83819">
                <a:moveTo>
                  <a:pt x="11163" y="76708"/>
                </a:moveTo>
                <a:lnTo>
                  <a:pt x="11010" y="76720"/>
                </a:lnTo>
                <a:lnTo>
                  <a:pt x="11163" y="76898"/>
                </a:lnTo>
                <a:lnTo>
                  <a:pt x="11163" y="76708"/>
                </a:lnTo>
                <a:close/>
              </a:path>
              <a:path w="29844" h="83819">
                <a:moveTo>
                  <a:pt x="11455" y="75615"/>
                </a:moveTo>
                <a:lnTo>
                  <a:pt x="11328" y="75704"/>
                </a:lnTo>
                <a:lnTo>
                  <a:pt x="11328" y="75831"/>
                </a:lnTo>
                <a:lnTo>
                  <a:pt x="11455" y="75615"/>
                </a:lnTo>
                <a:close/>
              </a:path>
              <a:path w="29844" h="83819">
                <a:moveTo>
                  <a:pt x="11455" y="75412"/>
                </a:moveTo>
                <a:lnTo>
                  <a:pt x="11226" y="75488"/>
                </a:lnTo>
                <a:lnTo>
                  <a:pt x="11303" y="75666"/>
                </a:lnTo>
                <a:lnTo>
                  <a:pt x="11455" y="75412"/>
                </a:lnTo>
                <a:close/>
              </a:path>
              <a:path w="29844" h="83819">
                <a:moveTo>
                  <a:pt x="11582" y="75704"/>
                </a:moveTo>
                <a:close/>
              </a:path>
              <a:path w="29844" h="83819">
                <a:moveTo>
                  <a:pt x="12636" y="76200"/>
                </a:moveTo>
                <a:lnTo>
                  <a:pt x="12306" y="76174"/>
                </a:lnTo>
                <a:lnTo>
                  <a:pt x="12446" y="76314"/>
                </a:lnTo>
                <a:lnTo>
                  <a:pt x="12636" y="76200"/>
                </a:lnTo>
                <a:close/>
              </a:path>
              <a:path w="29844" h="83819">
                <a:moveTo>
                  <a:pt x="12636" y="75450"/>
                </a:moveTo>
                <a:lnTo>
                  <a:pt x="12496" y="75526"/>
                </a:lnTo>
                <a:lnTo>
                  <a:pt x="12446" y="75374"/>
                </a:lnTo>
                <a:lnTo>
                  <a:pt x="12280" y="75234"/>
                </a:lnTo>
                <a:lnTo>
                  <a:pt x="12192" y="75552"/>
                </a:lnTo>
                <a:lnTo>
                  <a:pt x="12280" y="75730"/>
                </a:lnTo>
                <a:lnTo>
                  <a:pt x="12344" y="75577"/>
                </a:lnTo>
                <a:lnTo>
                  <a:pt x="12446" y="75755"/>
                </a:lnTo>
                <a:lnTo>
                  <a:pt x="12293" y="75907"/>
                </a:lnTo>
                <a:lnTo>
                  <a:pt x="12293" y="76111"/>
                </a:lnTo>
                <a:lnTo>
                  <a:pt x="12369" y="75882"/>
                </a:lnTo>
                <a:lnTo>
                  <a:pt x="12598" y="76022"/>
                </a:lnTo>
                <a:lnTo>
                  <a:pt x="12636" y="75844"/>
                </a:lnTo>
                <a:lnTo>
                  <a:pt x="12484" y="75730"/>
                </a:lnTo>
                <a:lnTo>
                  <a:pt x="12636" y="75450"/>
                </a:lnTo>
                <a:close/>
              </a:path>
              <a:path w="29844" h="83819">
                <a:moveTo>
                  <a:pt x="12738" y="73317"/>
                </a:moveTo>
                <a:lnTo>
                  <a:pt x="12547" y="73202"/>
                </a:lnTo>
                <a:lnTo>
                  <a:pt x="12522" y="73342"/>
                </a:lnTo>
                <a:lnTo>
                  <a:pt x="12738" y="73317"/>
                </a:lnTo>
                <a:close/>
              </a:path>
              <a:path w="29844" h="83819">
                <a:moveTo>
                  <a:pt x="12852" y="69697"/>
                </a:moveTo>
                <a:lnTo>
                  <a:pt x="12801" y="69342"/>
                </a:lnTo>
                <a:lnTo>
                  <a:pt x="12700" y="69507"/>
                </a:lnTo>
                <a:lnTo>
                  <a:pt x="12522" y="70015"/>
                </a:lnTo>
                <a:lnTo>
                  <a:pt x="12750" y="70205"/>
                </a:lnTo>
                <a:lnTo>
                  <a:pt x="12839" y="70027"/>
                </a:lnTo>
                <a:lnTo>
                  <a:pt x="12674" y="69938"/>
                </a:lnTo>
                <a:lnTo>
                  <a:pt x="12852" y="69697"/>
                </a:lnTo>
                <a:close/>
              </a:path>
              <a:path w="29844" h="83819">
                <a:moveTo>
                  <a:pt x="13093" y="75857"/>
                </a:moveTo>
                <a:lnTo>
                  <a:pt x="12979" y="75679"/>
                </a:lnTo>
                <a:lnTo>
                  <a:pt x="12966" y="75895"/>
                </a:lnTo>
                <a:lnTo>
                  <a:pt x="13093" y="75857"/>
                </a:lnTo>
                <a:close/>
              </a:path>
              <a:path w="29844" h="83819">
                <a:moveTo>
                  <a:pt x="13208" y="69392"/>
                </a:moveTo>
                <a:lnTo>
                  <a:pt x="13068" y="69380"/>
                </a:lnTo>
                <a:lnTo>
                  <a:pt x="13030" y="69545"/>
                </a:lnTo>
                <a:lnTo>
                  <a:pt x="13093" y="69697"/>
                </a:lnTo>
                <a:lnTo>
                  <a:pt x="13208" y="69392"/>
                </a:lnTo>
                <a:close/>
              </a:path>
              <a:path w="29844" h="83819">
                <a:moveTo>
                  <a:pt x="13246" y="72491"/>
                </a:moveTo>
                <a:lnTo>
                  <a:pt x="13233" y="72097"/>
                </a:lnTo>
                <a:lnTo>
                  <a:pt x="13195" y="71412"/>
                </a:lnTo>
                <a:lnTo>
                  <a:pt x="13246" y="72491"/>
                </a:lnTo>
                <a:close/>
              </a:path>
              <a:path w="29844" h="83819">
                <a:moveTo>
                  <a:pt x="13614" y="72415"/>
                </a:moveTo>
                <a:lnTo>
                  <a:pt x="13347" y="72123"/>
                </a:lnTo>
                <a:lnTo>
                  <a:pt x="13322" y="71945"/>
                </a:lnTo>
                <a:lnTo>
                  <a:pt x="13296" y="72097"/>
                </a:lnTo>
                <a:lnTo>
                  <a:pt x="13322" y="72364"/>
                </a:lnTo>
                <a:lnTo>
                  <a:pt x="13360" y="72644"/>
                </a:lnTo>
                <a:lnTo>
                  <a:pt x="13398" y="72364"/>
                </a:lnTo>
                <a:lnTo>
                  <a:pt x="13449" y="72555"/>
                </a:lnTo>
                <a:lnTo>
                  <a:pt x="13614" y="72415"/>
                </a:lnTo>
                <a:close/>
              </a:path>
              <a:path w="29844" h="83819">
                <a:moveTo>
                  <a:pt x="13893" y="73342"/>
                </a:moveTo>
                <a:lnTo>
                  <a:pt x="13855" y="73037"/>
                </a:lnTo>
                <a:lnTo>
                  <a:pt x="13830" y="72821"/>
                </a:lnTo>
                <a:lnTo>
                  <a:pt x="13716" y="72491"/>
                </a:lnTo>
                <a:lnTo>
                  <a:pt x="13652" y="73291"/>
                </a:lnTo>
                <a:lnTo>
                  <a:pt x="13893" y="73342"/>
                </a:lnTo>
                <a:close/>
              </a:path>
              <a:path w="29844" h="83819">
                <a:moveTo>
                  <a:pt x="14173" y="73952"/>
                </a:moveTo>
                <a:lnTo>
                  <a:pt x="13944" y="73583"/>
                </a:lnTo>
                <a:lnTo>
                  <a:pt x="13982" y="73444"/>
                </a:lnTo>
                <a:lnTo>
                  <a:pt x="13804" y="73380"/>
                </a:lnTo>
                <a:lnTo>
                  <a:pt x="13944" y="73837"/>
                </a:lnTo>
                <a:lnTo>
                  <a:pt x="14173" y="73952"/>
                </a:lnTo>
                <a:close/>
              </a:path>
              <a:path w="29844" h="83819">
                <a:moveTo>
                  <a:pt x="14490" y="75107"/>
                </a:moveTo>
                <a:lnTo>
                  <a:pt x="14389" y="74853"/>
                </a:lnTo>
                <a:lnTo>
                  <a:pt x="14414" y="74637"/>
                </a:lnTo>
                <a:lnTo>
                  <a:pt x="14338" y="74828"/>
                </a:lnTo>
                <a:lnTo>
                  <a:pt x="14376" y="74968"/>
                </a:lnTo>
                <a:lnTo>
                  <a:pt x="14376" y="75234"/>
                </a:lnTo>
                <a:lnTo>
                  <a:pt x="14490" y="75107"/>
                </a:lnTo>
                <a:close/>
              </a:path>
              <a:path w="29844" h="83819">
                <a:moveTo>
                  <a:pt x="17259" y="71183"/>
                </a:moveTo>
                <a:lnTo>
                  <a:pt x="17106" y="71056"/>
                </a:lnTo>
                <a:lnTo>
                  <a:pt x="17081" y="71234"/>
                </a:lnTo>
                <a:lnTo>
                  <a:pt x="17259" y="71183"/>
                </a:lnTo>
                <a:close/>
              </a:path>
              <a:path w="29844" h="83819">
                <a:moveTo>
                  <a:pt x="26746" y="9004"/>
                </a:moveTo>
                <a:lnTo>
                  <a:pt x="26555" y="8864"/>
                </a:lnTo>
                <a:lnTo>
                  <a:pt x="26403" y="9042"/>
                </a:lnTo>
                <a:lnTo>
                  <a:pt x="26581" y="9194"/>
                </a:lnTo>
                <a:lnTo>
                  <a:pt x="26746" y="9004"/>
                </a:lnTo>
                <a:close/>
              </a:path>
              <a:path w="29844" h="83819">
                <a:moveTo>
                  <a:pt x="26771" y="215"/>
                </a:moveTo>
                <a:lnTo>
                  <a:pt x="26530" y="0"/>
                </a:lnTo>
                <a:lnTo>
                  <a:pt x="26301" y="241"/>
                </a:lnTo>
                <a:lnTo>
                  <a:pt x="26555" y="457"/>
                </a:lnTo>
                <a:lnTo>
                  <a:pt x="26771" y="215"/>
                </a:lnTo>
                <a:close/>
              </a:path>
              <a:path w="29844" h="83819">
                <a:moveTo>
                  <a:pt x="26784" y="4800"/>
                </a:moveTo>
                <a:lnTo>
                  <a:pt x="26441" y="4635"/>
                </a:lnTo>
                <a:lnTo>
                  <a:pt x="26276" y="4978"/>
                </a:lnTo>
                <a:lnTo>
                  <a:pt x="26606" y="5143"/>
                </a:lnTo>
                <a:lnTo>
                  <a:pt x="26784" y="4800"/>
                </a:lnTo>
                <a:close/>
              </a:path>
              <a:path w="29844" h="83819">
                <a:moveTo>
                  <a:pt x="26809" y="7924"/>
                </a:moveTo>
                <a:lnTo>
                  <a:pt x="26479" y="7785"/>
                </a:lnTo>
                <a:lnTo>
                  <a:pt x="26339" y="8102"/>
                </a:lnTo>
                <a:lnTo>
                  <a:pt x="26657" y="8229"/>
                </a:lnTo>
                <a:lnTo>
                  <a:pt x="26809" y="7924"/>
                </a:lnTo>
                <a:close/>
              </a:path>
              <a:path w="29844" h="83819">
                <a:moveTo>
                  <a:pt x="27038" y="6413"/>
                </a:moveTo>
                <a:lnTo>
                  <a:pt x="26911" y="6159"/>
                </a:lnTo>
                <a:lnTo>
                  <a:pt x="26670" y="6286"/>
                </a:lnTo>
                <a:lnTo>
                  <a:pt x="26797" y="6527"/>
                </a:lnTo>
                <a:lnTo>
                  <a:pt x="27038" y="6413"/>
                </a:lnTo>
                <a:close/>
              </a:path>
              <a:path w="29844" h="83819">
                <a:moveTo>
                  <a:pt x="27190" y="4381"/>
                </a:moveTo>
                <a:lnTo>
                  <a:pt x="26974" y="4076"/>
                </a:lnTo>
                <a:lnTo>
                  <a:pt x="26682" y="4279"/>
                </a:lnTo>
                <a:lnTo>
                  <a:pt x="26898" y="4584"/>
                </a:lnTo>
                <a:lnTo>
                  <a:pt x="27190" y="4381"/>
                </a:lnTo>
                <a:close/>
              </a:path>
              <a:path w="29844" h="83819">
                <a:moveTo>
                  <a:pt x="27228" y="5384"/>
                </a:moveTo>
                <a:lnTo>
                  <a:pt x="27025" y="5207"/>
                </a:lnTo>
                <a:lnTo>
                  <a:pt x="26847" y="5410"/>
                </a:lnTo>
                <a:lnTo>
                  <a:pt x="27063" y="5588"/>
                </a:lnTo>
                <a:lnTo>
                  <a:pt x="27228" y="5384"/>
                </a:lnTo>
                <a:close/>
              </a:path>
              <a:path w="29844" h="83819">
                <a:moveTo>
                  <a:pt x="27266" y="7442"/>
                </a:moveTo>
                <a:lnTo>
                  <a:pt x="27025" y="7327"/>
                </a:lnTo>
                <a:lnTo>
                  <a:pt x="26898" y="7569"/>
                </a:lnTo>
                <a:lnTo>
                  <a:pt x="27139" y="7696"/>
                </a:lnTo>
                <a:lnTo>
                  <a:pt x="27266" y="7442"/>
                </a:lnTo>
                <a:close/>
              </a:path>
              <a:path w="29844" h="83819">
                <a:moveTo>
                  <a:pt x="27355" y="8255"/>
                </a:moveTo>
                <a:lnTo>
                  <a:pt x="27089" y="8128"/>
                </a:lnTo>
                <a:lnTo>
                  <a:pt x="26949" y="8394"/>
                </a:lnTo>
                <a:lnTo>
                  <a:pt x="27216" y="8534"/>
                </a:lnTo>
                <a:lnTo>
                  <a:pt x="27355" y="8255"/>
                </a:lnTo>
                <a:close/>
              </a:path>
              <a:path w="29844" h="83819">
                <a:moveTo>
                  <a:pt x="27698" y="1358"/>
                </a:moveTo>
                <a:lnTo>
                  <a:pt x="27406" y="1092"/>
                </a:lnTo>
                <a:lnTo>
                  <a:pt x="27165" y="1384"/>
                </a:lnTo>
                <a:lnTo>
                  <a:pt x="27343" y="1536"/>
                </a:lnTo>
                <a:lnTo>
                  <a:pt x="27114" y="1701"/>
                </a:lnTo>
                <a:lnTo>
                  <a:pt x="27292" y="1955"/>
                </a:lnTo>
                <a:lnTo>
                  <a:pt x="27559" y="1765"/>
                </a:lnTo>
                <a:lnTo>
                  <a:pt x="27444" y="1612"/>
                </a:lnTo>
                <a:lnTo>
                  <a:pt x="27698" y="1358"/>
                </a:lnTo>
                <a:close/>
              </a:path>
              <a:path w="29844" h="83819">
                <a:moveTo>
                  <a:pt x="27724" y="7861"/>
                </a:moveTo>
                <a:lnTo>
                  <a:pt x="27508" y="7531"/>
                </a:lnTo>
                <a:lnTo>
                  <a:pt x="27190" y="7734"/>
                </a:lnTo>
                <a:lnTo>
                  <a:pt x="27406" y="8064"/>
                </a:lnTo>
                <a:lnTo>
                  <a:pt x="27724" y="7861"/>
                </a:lnTo>
                <a:close/>
              </a:path>
              <a:path w="29844" h="83819">
                <a:moveTo>
                  <a:pt x="27927" y="5740"/>
                </a:moveTo>
                <a:lnTo>
                  <a:pt x="27736" y="5486"/>
                </a:lnTo>
                <a:lnTo>
                  <a:pt x="27508" y="5702"/>
                </a:lnTo>
                <a:lnTo>
                  <a:pt x="27698" y="5930"/>
                </a:lnTo>
                <a:lnTo>
                  <a:pt x="27927" y="5740"/>
                </a:lnTo>
                <a:close/>
              </a:path>
              <a:path w="29844" h="83819">
                <a:moveTo>
                  <a:pt x="27978" y="6896"/>
                </a:moveTo>
                <a:lnTo>
                  <a:pt x="27800" y="6654"/>
                </a:lnTo>
                <a:lnTo>
                  <a:pt x="27559" y="6832"/>
                </a:lnTo>
                <a:lnTo>
                  <a:pt x="27635" y="6959"/>
                </a:lnTo>
                <a:lnTo>
                  <a:pt x="27711" y="7200"/>
                </a:lnTo>
                <a:lnTo>
                  <a:pt x="27901" y="7061"/>
                </a:lnTo>
                <a:lnTo>
                  <a:pt x="27978" y="6896"/>
                </a:lnTo>
                <a:close/>
              </a:path>
              <a:path w="29844" h="83819">
                <a:moveTo>
                  <a:pt x="28067" y="5270"/>
                </a:moveTo>
                <a:lnTo>
                  <a:pt x="27914" y="5016"/>
                </a:lnTo>
                <a:lnTo>
                  <a:pt x="27686" y="5168"/>
                </a:lnTo>
                <a:lnTo>
                  <a:pt x="27825" y="5384"/>
                </a:lnTo>
                <a:lnTo>
                  <a:pt x="28067" y="5270"/>
                </a:lnTo>
                <a:close/>
              </a:path>
              <a:path w="29844" h="83819">
                <a:moveTo>
                  <a:pt x="28194" y="4191"/>
                </a:moveTo>
                <a:lnTo>
                  <a:pt x="28041" y="3898"/>
                </a:lnTo>
                <a:lnTo>
                  <a:pt x="27749" y="4051"/>
                </a:lnTo>
                <a:lnTo>
                  <a:pt x="27901" y="4356"/>
                </a:lnTo>
                <a:lnTo>
                  <a:pt x="28194" y="4191"/>
                </a:lnTo>
                <a:close/>
              </a:path>
              <a:path w="29844" h="83819">
                <a:moveTo>
                  <a:pt x="28232" y="863"/>
                </a:moveTo>
                <a:lnTo>
                  <a:pt x="28028" y="800"/>
                </a:lnTo>
                <a:lnTo>
                  <a:pt x="28219" y="558"/>
                </a:lnTo>
                <a:lnTo>
                  <a:pt x="27927" y="330"/>
                </a:lnTo>
                <a:lnTo>
                  <a:pt x="27711" y="622"/>
                </a:lnTo>
                <a:lnTo>
                  <a:pt x="27940" y="812"/>
                </a:lnTo>
                <a:lnTo>
                  <a:pt x="27851" y="1028"/>
                </a:lnTo>
                <a:lnTo>
                  <a:pt x="28117" y="1143"/>
                </a:lnTo>
                <a:lnTo>
                  <a:pt x="28232" y="863"/>
                </a:lnTo>
                <a:close/>
              </a:path>
              <a:path w="29844" h="83819">
                <a:moveTo>
                  <a:pt x="28244" y="3327"/>
                </a:moveTo>
                <a:lnTo>
                  <a:pt x="27990" y="3098"/>
                </a:lnTo>
                <a:lnTo>
                  <a:pt x="27749" y="3352"/>
                </a:lnTo>
                <a:lnTo>
                  <a:pt x="28016" y="3581"/>
                </a:lnTo>
                <a:lnTo>
                  <a:pt x="28244" y="3327"/>
                </a:lnTo>
                <a:close/>
              </a:path>
              <a:path w="29844" h="83819">
                <a:moveTo>
                  <a:pt x="28486" y="8648"/>
                </a:moveTo>
                <a:lnTo>
                  <a:pt x="28308" y="8432"/>
                </a:lnTo>
                <a:lnTo>
                  <a:pt x="28117" y="8623"/>
                </a:lnTo>
                <a:lnTo>
                  <a:pt x="28282" y="8813"/>
                </a:lnTo>
                <a:lnTo>
                  <a:pt x="28486" y="8648"/>
                </a:lnTo>
                <a:close/>
              </a:path>
              <a:path w="29844" h="83819">
                <a:moveTo>
                  <a:pt x="28651" y="6489"/>
                </a:moveTo>
                <a:lnTo>
                  <a:pt x="28384" y="6362"/>
                </a:lnTo>
                <a:lnTo>
                  <a:pt x="28244" y="6654"/>
                </a:lnTo>
                <a:lnTo>
                  <a:pt x="28549" y="6794"/>
                </a:lnTo>
                <a:lnTo>
                  <a:pt x="28651" y="6489"/>
                </a:lnTo>
                <a:close/>
              </a:path>
              <a:path w="29844" h="83819">
                <a:moveTo>
                  <a:pt x="28765" y="8445"/>
                </a:moveTo>
                <a:lnTo>
                  <a:pt x="28600" y="8267"/>
                </a:lnTo>
                <a:lnTo>
                  <a:pt x="28422" y="8407"/>
                </a:lnTo>
                <a:lnTo>
                  <a:pt x="28562" y="8623"/>
                </a:lnTo>
                <a:lnTo>
                  <a:pt x="28765" y="8445"/>
                </a:lnTo>
                <a:close/>
              </a:path>
              <a:path w="29844" h="83819">
                <a:moveTo>
                  <a:pt x="28778" y="3708"/>
                </a:moveTo>
                <a:lnTo>
                  <a:pt x="28524" y="3568"/>
                </a:lnTo>
                <a:lnTo>
                  <a:pt x="28384" y="3822"/>
                </a:lnTo>
                <a:lnTo>
                  <a:pt x="28638" y="3962"/>
                </a:lnTo>
                <a:lnTo>
                  <a:pt x="28778" y="3708"/>
                </a:lnTo>
                <a:close/>
              </a:path>
              <a:path w="29844" h="83819">
                <a:moveTo>
                  <a:pt x="29019" y="2984"/>
                </a:moveTo>
                <a:lnTo>
                  <a:pt x="28727" y="2768"/>
                </a:lnTo>
                <a:lnTo>
                  <a:pt x="28549" y="3060"/>
                </a:lnTo>
                <a:lnTo>
                  <a:pt x="28841" y="3238"/>
                </a:lnTo>
                <a:lnTo>
                  <a:pt x="29019" y="2984"/>
                </a:lnTo>
                <a:close/>
              </a:path>
              <a:path w="29844" h="83819">
                <a:moveTo>
                  <a:pt x="29032" y="4559"/>
                </a:moveTo>
                <a:lnTo>
                  <a:pt x="28841" y="4318"/>
                </a:lnTo>
                <a:lnTo>
                  <a:pt x="28587" y="4508"/>
                </a:lnTo>
                <a:lnTo>
                  <a:pt x="28790" y="4762"/>
                </a:lnTo>
                <a:lnTo>
                  <a:pt x="29032" y="4559"/>
                </a:lnTo>
                <a:close/>
              </a:path>
              <a:path w="29844" h="83819">
                <a:moveTo>
                  <a:pt x="29095" y="9334"/>
                </a:moveTo>
                <a:lnTo>
                  <a:pt x="28778" y="9156"/>
                </a:lnTo>
                <a:lnTo>
                  <a:pt x="28587" y="9474"/>
                </a:lnTo>
                <a:lnTo>
                  <a:pt x="28917" y="9664"/>
                </a:lnTo>
                <a:lnTo>
                  <a:pt x="29095" y="9334"/>
                </a:lnTo>
                <a:close/>
              </a:path>
              <a:path w="29844" h="83819">
                <a:moveTo>
                  <a:pt x="29159" y="2679"/>
                </a:moveTo>
                <a:lnTo>
                  <a:pt x="29006" y="2463"/>
                </a:lnTo>
                <a:lnTo>
                  <a:pt x="28816" y="2616"/>
                </a:lnTo>
                <a:lnTo>
                  <a:pt x="28956" y="2806"/>
                </a:lnTo>
                <a:lnTo>
                  <a:pt x="29159" y="2679"/>
                </a:lnTo>
                <a:close/>
              </a:path>
              <a:path w="29844" h="83819">
                <a:moveTo>
                  <a:pt x="29324" y="2336"/>
                </a:moveTo>
                <a:lnTo>
                  <a:pt x="29121" y="2095"/>
                </a:lnTo>
                <a:lnTo>
                  <a:pt x="28879" y="2311"/>
                </a:lnTo>
                <a:lnTo>
                  <a:pt x="29006" y="2463"/>
                </a:lnTo>
                <a:lnTo>
                  <a:pt x="29324" y="2336"/>
                </a:lnTo>
                <a:close/>
              </a:path>
              <a:path w="29844" h="83819">
                <a:moveTo>
                  <a:pt x="29438" y="5905"/>
                </a:moveTo>
                <a:lnTo>
                  <a:pt x="29171" y="5765"/>
                </a:lnTo>
                <a:lnTo>
                  <a:pt x="29044" y="5994"/>
                </a:lnTo>
                <a:lnTo>
                  <a:pt x="28854" y="5854"/>
                </a:lnTo>
                <a:lnTo>
                  <a:pt x="28651" y="6146"/>
                </a:lnTo>
                <a:lnTo>
                  <a:pt x="28917" y="6337"/>
                </a:lnTo>
                <a:lnTo>
                  <a:pt x="29108" y="6083"/>
                </a:lnTo>
                <a:lnTo>
                  <a:pt x="29298" y="6172"/>
                </a:lnTo>
                <a:lnTo>
                  <a:pt x="29438" y="5905"/>
                </a:lnTo>
                <a:close/>
              </a:path>
              <a:path w="29844" h="83819">
                <a:moveTo>
                  <a:pt x="29616" y="7073"/>
                </a:moveTo>
                <a:lnTo>
                  <a:pt x="29349" y="6946"/>
                </a:lnTo>
                <a:lnTo>
                  <a:pt x="29222" y="7213"/>
                </a:lnTo>
                <a:lnTo>
                  <a:pt x="29489" y="7340"/>
                </a:lnTo>
                <a:lnTo>
                  <a:pt x="29616" y="7073"/>
                </a:lnTo>
                <a:close/>
              </a:path>
              <a:path w="29844" h="83819">
                <a:moveTo>
                  <a:pt x="29616" y="2184"/>
                </a:moveTo>
                <a:lnTo>
                  <a:pt x="29438" y="1968"/>
                </a:lnTo>
                <a:lnTo>
                  <a:pt x="29210" y="2133"/>
                </a:lnTo>
                <a:lnTo>
                  <a:pt x="29375" y="2362"/>
                </a:lnTo>
                <a:lnTo>
                  <a:pt x="29616" y="2184"/>
                </a:lnTo>
                <a:close/>
              </a:path>
              <a:path w="29844" h="83819">
                <a:moveTo>
                  <a:pt x="29641" y="2755"/>
                </a:moveTo>
                <a:lnTo>
                  <a:pt x="29298" y="2565"/>
                </a:lnTo>
                <a:lnTo>
                  <a:pt x="29121" y="2895"/>
                </a:lnTo>
                <a:lnTo>
                  <a:pt x="29451" y="3086"/>
                </a:lnTo>
                <a:lnTo>
                  <a:pt x="29641" y="27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bg object 143"/>
          <p:cNvSpPr/>
          <p:nvPr/>
        </p:nvSpPr>
        <p:spPr>
          <a:xfrm>
            <a:off x="1969681" y="1039545"/>
            <a:ext cx="3810" cy="52069"/>
          </a:xfrm>
          <a:custGeom>
            <a:avLst/>
            <a:gdLst/>
            <a:ahLst/>
            <a:cxnLst/>
            <a:rect l="l" t="t" r="r" b="b"/>
            <a:pathLst>
              <a:path w="3810" h="52069">
                <a:moveTo>
                  <a:pt x="444" y="51117"/>
                </a:moveTo>
                <a:lnTo>
                  <a:pt x="254" y="50952"/>
                </a:lnTo>
                <a:lnTo>
                  <a:pt x="101" y="51142"/>
                </a:lnTo>
                <a:lnTo>
                  <a:pt x="292" y="51295"/>
                </a:lnTo>
                <a:lnTo>
                  <a:pt x="444" y="51117"/>
                </a:lnTo>
                <a:close/>
              </a:path>
              <a:path w="3810" h="52069">
                <a:moveTo>
                  <a:pt x="482" y="16827"/>
                </a:moveTo>
                <a:lnTo>
                  <a:pt x="241" y="16611"/>
                </a:lnTo>
                <a:lnTo>
                  <a:pt x="12" y="16852"/>
                </a:lnTo>
                <a:lnTo>
                  <a:pt x="266" y="17068"/>
                </a:lnTo>
                <a:lnTo>
                  <a:pt x="482" y="16827"/>
                </a:lnTo>
                <a:close/>
              </a:path>
              <a:path w="3810" h="52069">
                <a:moveTo>
                  <a:pt x="495" y="11430"/>
                </a:moveTo>
                <a:lnTo>
                  <a:pt x="279" y="11328"/>
                </a:lnTo>
                <a:lnTo>
                  <a:pt x="165" y="11544"/>
                </a:lnTo>
                <a:lnTo>
                  <a:pt x="381" y="11645"/>
                </a:lnTo>
                <a:lnTo>
                  <a:pt x="495" y="11430"/>
                </a:lnTo>
                <a:close/>
              </a:path>
              <a:path w="3810" h="52069">
                <a:moveTo>
                  <a:pt x="508" y="13512"/>
                </a:moveTo>
                <a:lnTo>
                  <a:pt x="177" y="13347"/>
                </a:lnTo>
                <a:lnTo>
                  <a:pt x="0" y="13639"/>
                </a:lnTo>
                <a:lnTo>
                  <a:pt x="317" y="13830"/>
                </a:lnTo>
                <a:lnTo>
                  <a:pt x="508" y="13512"/>
                </a:lnTo>
                <a:close/>
              </a:path>
              <a:path w="3810" h="52069">
                <a:moveTo>
                  <a:pt x="520" y="50038"/>
                </a:moveTo>
                <a:lnTo>
                  <a:pt x="190" y="49885"/>
                </a:lnTo>
                <a:lnTo>
                  <a:pt x="50" y="50190"/>
                </a:lnTo>
                <a:lnTo>
                  <a:pt x="368" y="50342"/>
                </a:lnTo>
                <a:lnTo>
                  <a:pt x="520" y="50038"/>
                </a:lnTo>
                <a:close/>
              </a:path>
              <a:path w="3810" h="52069">
                <a:moveTo>
                  <a:pt x="609" y="14046"/>
                </a:moveTo>
                <a:lnTo>
                  <a:pt x="342" y="13931"/>
                </a:lnTo>
                <a:lnTo>
                  <a:pt x="228" y="14185"/>
                </a:lnTo>
                <a:lnTo>
                  <a:pt x="482" y="14312"/>
                </a:lnTo>
                <a:lnTo>
                  <a:pt x="609" y="14046"/>
                </a:lnTo>
                <a:close/>
              </a:path>
              <a:path w="3810" h="52069">
                <a:moveTo>
                  <a:pt x="635" y="4762"/>
                </a:moveTo>
                <a:lnTo>
                  <a:pt x="508" y="4508"/>
                </a:lnTo>
                <a:lnTo>
                  <a:pt x="254" y="4635"/>
                </a:lnTo>
                <a:lnTo>
                  <a:pt x="381" y="4889"/>
                </a:lnTo>
                <a:lnTo>
                  <a:pt x="635" y="4762"/>
                </a:lnTo>
                <a:close/>
              </a:path>
              <a:path w="3810" h="52069">
                <a:moveTo>
                  <a:pt x="660" y="7035"/>
                </a:moveTo>
                <a:lnTo>
                  <a:pt x="381" y="6883"/>
                </a:lnTo>
                <a:lnTo>
                  <a:pt x="241" y="7175"/>
                </a:lnTo>
                <a:lnTo>
                  <a:pt x="508" y="7315"/>
                </a:lnTo>
                <a:lnTo>
                  <a:pt x="660" y="7035"/>
                </a:lnTo>
                <a:close/>
              </a:path>
              <a:path w="3810" h="52069">
                <a:moveTo>
                  <a:pt x="723" y="7429"/>
                </a:moveTo>
                <a:lnTo>
                  <a:pt x="381" y="7277"/>
                </a:lnTo>
                <a:lnTo>
                  <a:pt x="241" y="7594"/>
                </a:lnTo>
                <a:lnTo>
                  <a:pt x="571" y="7747"/>
                </a:lnTo>
                <a:lnTo>
                  <a:pt x="723" y="7429"/>
                </a:lnTo>
                <a:close/>
              </a:path>
              <a:path w="3810" h="52069">
                <a:moveTo>
                  <a:pt x="838" y="15252"/>
                </a:moveTo>
                <a:lnTo>
                  <a:pt x="622" y="15087"/>
                </a:lnTo>
                <a:lnTo>
                  <a:pt x="469" y="15303"/>
                </a:lnTo>
                <a:lnTo>
                  <a:pt x="685" y="15455"/>
                </a:lnTo>
                <a:lnTo>
                  <a:pt x="838" y="15252"/>
                </a:lnTo>
                <a:close/>
              </a:path>
              <a:path w="3810" h="52069">
                <a:moveTo>
                  <a:pt x="863" y="457"/>
                </a:moveTo>
                <a:lnTo>
                  <a:pt x="635" y="355"/>
                </a:lnTo>
                <a:lnTo>
                  <a:pt x="520" y="584"/>
                </a:lnTo>
                <a:lnTo>
                  <a:pt x="762" y="711"/>
                </a:lnTo>
                <a:lnTo>
                  <a:pt x="863" y="457"/>
                </a:lnTo>
                <a:close/>
              </a:path>
              <a:path w="3810" h="52069">
                <a:moveTo>
                  <a:pt x="914" y="4876"/>
                </a:moveTo>
                <a:lnTo>
                  <a:pt x="723" y="4686"/>
                </a:lnTo>
                <a:lnTo>
                  <a:pt x="520" y="4876"/>
                </a:lnTo>
                <a:lnTo>
                  <a:pt x="723" y="5054"/>
                </a:lnTo>
                <a:lnTo>
                  <a:pt x="914" y="4876"/>
                </a:lnTo>
                <a:close/>
              </a:path>
              <a:path w="3810" h="52069">
                <a:moveTo>
                  <a:pt x="914" y="3721"/>
                </a:moveTo>
                <a:lnTo>
                  <a:pt x="723" y="3454"/>
                </a:lnTo>
                <a:lnTo>
                  <a:pt x="431" y="3644"/>
                </a:lnTo>
                <a:lnTo>
                  <a:pt x="609" y="3911"/>
                </a:lnTo>
                <a:lnTo>
                  <a:pt x="914" y="3721"/>
                </a:lnTo>
                <a:close/>
              </a:path>
              <a:path w="3810" h="52069">
                <a:moveTo>
                  <a:pt x="952" y="49504"/>
                </a:moveTo>
                <a:lnTo>
                  <a:pt x="711" y="49390"/>
                </a:lnTo>
                <a:lnTo>
                  <a:pt x="584" y="49644"/>
                </a:lnTo>
                <a:lnTo>
                  <a:pt x="825" y="49758"/>
                </a:lnTo>
                <a:lnTo>
                  <a:pt x="952" y="49504"/>
                </a:lnTo>
                <a:close/>
              </a:path>
              <a:path w="3810" h="52069">
                <a:moveTo>
                  <a:pt x="952" y="12992"/>
                </a:moveTo>
                <a:lnTo>
                  <a:pt x="711" y="12903"/>
                </a:lnTo>
                <a:lnTo>
                  <a:pt x="596" y="13157"/>
                </a:lnTo>
                <a:lnTo>
                  <a:pt x="457" y="13474"/>
                </a:lnTo>
                <a:lnTo>
                  <a:pt x="787" y="13639"/>
                </a:lnTo>
                <a:lnTo>
                  <a:pt x="952" y="13322"/>
                </a:lnTo>
                <a:lnTo>
                  <a:pt x="787" y="13233"/>
                </a:lnTo>
                <a:lnTo>
                  <a:pt x="952" y="12992"/>
                </a:lnTo>
                <a:close/>
              </a:path>
              <a:path w="3810" h="52069">
                <a:moveTo>
                  <a:pt x="1028" y="50317"/>
                </a:moveTo>
                <a:lnTo>
                  <a:pt x="774" y="50177"/>
                </a:lnTo>
                <a:lnTo>
                  <a:pt x="635" y="50444"/>
                </a:lnTo>
                <a:lnTo>
                  <a:pt x="889" y="50596"/>
                </a:lnTo>
                <a:lnTo>
                  <a:pt x="1028" y="50317"/>
                </a:lnTo>
                <a:close/>
              </a:path>
              <a:path w="3810" h="52069">
                <a:moveTo>
                  <a:pt x="1257" y="5892"/>
                </a:moveTo>
                <a:lnTo>
                  <a:pt x="1066" y="5676"/>
                </a:lnTo>
                <a:lnTo>
                  <a:pt x="850" y="5854"/>
                </a:lnTo>
                <a:lnTo>
                  <a:pt x="1028" y="6083"/>
                </a:lnTo>
                <a:lnTo>
                  <a:pt x="1257" y="5892"/>
                </a:lnTo>
                <a:close/>
              </a:path>
              <a:path w="3810" h="52069">
                <a:moveTo>
                  <a:pt x="1257" y="3568"/>
                </a:moveTo>
                <a:lnTo>
                  <a:pt x="1041" y="3302"/>
                </a:lnTo>
                <a:lnTo>
                  <a:pt x="787" y="3492"/>
                </a:lnTo>
                <a:lnTo>
                  <a:pt x="977" y="3746"/>
                </a:lnTo>
                <a:lnTo>
                  <a:pt x="1257" y="3568"/>
                </a:lnTo>
                <a:close/>
              </a:path>
              <a:path w="3810" h="52069">
                <a:moveTo>
                  <a:pt x="1295" y="2260"/>
                </a:moveTo>
                <a:lnTo>
                  <a:pt x="1041" y="2006"/>
                </a:lnTo>
                <a:lnTo>
                  <a:pt x="800" y="2235"/>
                </a:lnTo>
                <a:lnTo>
                  <a:pt x="1028" y="2501"/>
                </a:lnTo>
                <a:lnTo>
                  <a:pt x="1295" y="2260"/>
                </a:lnTo>
                <a:close/>
              </a:path>
              <a:path w="3810" h="52069">
                <a:moveTo>
                  <a:pt x="1371" y="16370"/>
                </a:moveTo>
                <a:lnTo>
                  <a:pt x="1206" y="16306"/>
                </a:lnTo>
                <a:lnTo>
                  <a:pt x="1346" y="16179"/>
                </a:lnTo>
                <a:lnTo>
                  <a:pt x="1104" y="15887"/>
                </a:lnTo>
                <a:lnTo>
                  <a:pt x="812" y="16141"/>
                </a:lnTo>
                <a:lnTo>
                  <a:pt x="1003" y="16370"/>
                </a:lnTo>
                <a:lnTo>
                  <a:pt x="927" y="16522"/>
                </a:lnTo>
                <a:lnTo>
                  <a:pt x="1231" y="16675"/>
                </a:lnTo>
                <a:lnTo>
                  <a:pt x="1371" y="16370"/>
                </a:lnTo>
                <a:close/>
              </a:path>
              <a:path w="3810" h="52069">
                <a:moveTo>
                  <a:pt x="1435" y="49961"/>
                </a:moveTo>
                <a:lnTo>
                  <a:pt x="1219" y="49644"/>
                </a:lnTo>
                <a:lnTo>
                  <a:pt x="901" y="49860"/>
                </a:lnTo>
                <a:lnTo>
                  <a:pt x="1117" y="50165"/>
                </a:lnTo>
                <a:lnTo>
                  <a:pt x="1435" y="49961"/>
                </a:lnTo>
                <a:close/>
              </a:path>
              <a:path w="3810" h="52069">
                <a:moveTo>
                  <a:pt x="1549" y="8674"/>
                </a:moveTo>
                <a:lnTo>
                  <a:pt x="1282" y="8407"/>
                </a:lnTo>
                <a:lnTo>
                  <a:pt x="1016" y="8661"/>
                </a:lnTo>
                <a:lnTo>
                  <a:pt x="1270" y="8928"/>
                </a:lnTo>
                <a:lnTo>
                  <a:pt x="1549" y="8674"/>
                </a:lnTo>
                <a:close/>
              </a:path>
              <a:path w="3810" h="52069">
                <a:moveTo>
                  <a:pt x="1612" y="2565"/>
                </a:moveTo>
                <a:lnTo>
                  <a:pt x="1409" y="2362"/>
                </a:lnTo>
                <a:lnTo>
                  <a:pt x="1219" y="2578"/>
                </a:lnTo>
                <a:lnTo>
                  <a:pt x="1422" y="2755"/>
                </a:lnTo>
                <a:lnTo>
                  <a:pt x="1612" y="2565"/>
                </a:lnTo>
                <a:close/>
              </a:path>
              <a:path w="3810" h="52069">
                <a:moveTo>
                  <a:pt x="1651" y="1841"/>
                </a:moveTo>
                <a:lnTo>
                  <a:pt x="1435" y="1701"/>
                </a:lnTo>
                <a:lnTo>
                  <a:pt x="1282" y="1943"/>
                </a:lnTo>
                <a:lnTo>
                  <a:pt x="1524" y="2095"/>
                </a:lnTo>
                <a:lnTo>
                  <a:pt x="1651" y="1841"/>
                </a:lnTo>
                <a:close/>
              </a:path>
              <a:path w="3810" h="52069">
                <a:moveTo>
                  <a:pt x="1689" y="48996"/>
                </a:moveTo>
                <a:lnTo>
                  <a:pt x="1511" y="48755"/>
                </a:lnTo>
                <a:lnTo>
                  <a:pt x="1270" y="48920"/>
                </a:lnTo>
                <a:lnTo>
                  <a:pt x="1358" y="49060"/>
                </a:lnTo>
                <a:lnTo>
                  <a:pt x="1422" y="49326"/>
                </a:lnTo>
                <a:lnTo>
                  <a:pt x="1612" y="49174"/>
                </a:lnTo>
                <a:lnTo>
                  <a:pt x="1689" y="48996"/>
                </a:lnTo>
                <a:close/>
              </a:path>
              <a:path w="3810" h="52069">
                <a:moveTo>
                  <a:pt x="1739" y="13792"/>
                </a:moveTo>
                <a:lnTo>
                  <a:pt x="1498" y="13589"/>
                </a:lnTo>
                <a:lnTo>
                  <a:pt x="1295" y="13830"/>
                </a:lnTo>
                <a:lnTo>
                  <a:pt x="1549" y="14033"/>
                </a:lnTo>
                <a:lnTo>
                  <a:pt x="1739" y="13792"/>
                </a:lnTo>
                <a:close/>
              </a:path>
              <a:path w="3810" h="52069">
                <a:moveTo>
                  <a:pt x="1790" y="1117"/>
                </a:moveTo>
                <a:lnTo>
                  <a:pt x="1574" y="901"/>
                </a:lnTo>
                <a:lnTo>
                  <a:pt x="1358" y="1117"/>
                </a:lnTo>
                <a:lnTo>
                  <a:pt x="1574" y="1333"/>
                </a:lnTo>
                <a:lnTo>
                  <a:pt x="1790" y="1117"/>
                </a:lnTo>
                <a:close/>
              </a:path>
              <a:path w="3810" h="52069">
                <a:moveTo>
                  <a:pt x="1828" y="4292"/>
                </a:moveTo>
                <a:lnTo>
                  <a:pt x="1651" y="4051"/>
                </a:lnTo>
                <a:lnTo>
                  <a:pt x="1409" y="4229"/>
                </a:lnTo>
                <a:lnTo>
                  <a:pt x="1587" y="4483"/>
                </a:lnTo>
                <a:lnTo>
                  <a:pt x="1828" y="4292"/>
                </a:lnTo>
                <a:close/>
              </a:path>
              <a:path w="3810" h="52069">
                <a:moveTo>
                  <a:pt x="1854" y="8178"/>
                </a:moveTo>
                <a:lnTo>
                  <a:pt x="1600" y="7912"/>
                </a:lnTo>
                <a:lnTo>
                  <a:pt x="1346" y="8153"/>
                </a:lnTo>
                <a:lnTo>
                  <a:pt x="1574" y="8407"/>
                </a:lnTo>
                <a:lnTo>
                  <a:pt x="1854" y="8178"/>
                </a:lnTo>
                <a:close/>
              </a:path>
              <a:path w="3810" h="52069">
                <a:moveTo>
                  <a:pt x="1892" y="12458"/>
                </a:moveTo>
                <a:lnTo>
                  <a:pt x="1701" y="12115"/>
                </a:lnTo>
                <a:lnTo>
                  <a:pt x="1524" y="12230"/>
                </a:lnTo>
                <a:lnTo>
                  <a:pt x="1409" y="12014"/>
                </a:lnTo>
                <a:lnTo>
                  <a:pt x="1447" y="11772"/>
                </a:lnTo>
                <a:lnTo>
                  <a:pt x="1143" y="11633"/>
                </a:lnTo>
                <a:lnTo>
                  <a:pt x="1003" y="11963"/>
                </a:lnTo>
                <a:lnTo>
                  <a:pt x="1295" y="12090"/>
                </a:lnTo>
                <a:lnTo>
                  <a:pt x="1168" y="12179"/>
                </a:lnTo>
                <a:lnTo>
                  <a:pt x="1320" y="12433"/>
                </a:lnTo>
                <a:lnTo>
                  <a:pt x="1562" y="12649"/>
                </a:lnTo>
                <a:lnTo>
                  <a:pt x="1892" y="12458"/>
                </a:lnTo>
                <a:close/>
              </a:path>
              <a:path w="3810" h="52069">
                <a:moveTo>
                  <a:pt x="1968" y="6311"/>
                </a:moveTo>
                <a:lnTo>
                  <a:pt x="1778" y="6134"/>
                </a:lnTo>
                <a:lnTo>
                  <a:pt x="1600" y="6311"/>
                </a:lnTo>
                <a:lnTo>
                  <a:pt x="1778" y="6502"/>
                </a:lnTo>
                <a:lnTo>
                  <a:pt x="1968" y="6311"/>
                </a:lnTo>
                <a:close/>
              </a:path>
              <a:path w="3810" h="52069">
                <a:moveTo>
                  <a:pt x="1993" y="6794"/>
                </a:moveTo>
                <a:lnTo>
                  <a:pt x="1816" y="6565"/>
                </a:lnTo>
                <a:lnTo>
                  <a:pt x="1587" y="6731"/>
                </a:lnTo>
                <a:lnTo>
                  <a:pt x="1752" y="6972"/>
                </a:lnTo>
                <a:lnTo>
                  <a:pt x="1993" y="6794"/>
                </a:lnTo>
                <a:close/>
              </a:path>
              <a:path w="3810" h="52069">
                <a:moveTo>
                  <a:pt x="2006" y="3340"/>
                </a:moveTo>
                <a:lnTo>
                  <a:pt x="1803" y="3060"/>
                </a:lnTo>
                <a:lnTo>
                  <a:pt x="1536" y="3238"/>
                </a:lnTo>
                <a:lnTo>
                  <a:pt x="1714" y="3505"/>
                </a:lnTo>
                <a:lnTo>
                  <a:pt x="2006" y="3340"/>
                </a:lnTo>
                <a:close/>
              </a:path>
              <a:path w="3810" h="52069">
                <a:moveTo>
                  <a:pt x="2120" y="9994"/>
                </a:moveTo>
                <a:lnTo>
                  <a:pt x="1892" y="9817"/>
                </a:lnTo>
                <a:lnTo>
                  <a:pt x="1727" y="10045"/>
                </a:lnTo>
                <a:lnTo>
                  <a:pt x="1943" y="10210"/>
                </a:lnTo>
                <a:lnTo>
                  <a:pt x="2120" y="9994"/>
                </a:lnTo>
                <a:close/>
              </a:path>
              <a:path w="3810" h="52069">
                <a:moveTo>
                  <a:pt x="2171" y="8280"/>
                </a:moveTo>
                <a:lnTo>
                  <a:pt x="1879" y="8153"/>
                </a:lnTo>
                <a:lnTo>
                  <a:pt x="1739" y="8470"/>
                </a:lnTo>
                <a:lnTo>
                  <a:pt x="2057" y="8610"/>
                </a:lnTo>
                <a:lnTo>
                  <a:pt x="2171" y="8280"/>
                </a:lnTo>
                <a:close/>
              </a:path>
              <a:path w="3810" h="52069">
                <a:moveTo>
                  <a:pt x="2171" y="723"/>
                </a:moveTo>
                <a:lnTo>
                  <a:pt x="1879" y="596"/>
                </a:lnTo>
                <a:lnTo>
                  <a:pt x="1752" y="876"/>
                </a:lnTo>
                <a:lnTo>
                  <a:pt x="2032" y="1003"/>
                </a:lnTo>
                <a:lnTo>
                  <a:pt x="2171" y="723"/>
                </a:lnTo>
                <a:close/>
              </a:path>
              <a:path w="3810" h="52069">
                <a:moveTo>
                  <a:pt x="2222" y="50698"/>
                </a:moveTo>
                <a:lnTo>
                  <a:pt x="2044" y="50495"/>
                </a:lnTo>
                <a:lnTo>
                  <a:pt x="1841" y="50673"/>
                </a:lnTo>
                <a:lnTo>
                  <a:pt x="2019" y="50876"/>
                </a:lnTo>
                <a:lnTo>
                  <a:pt x="2222" y="50698"/>
                </a:lnTo>
                <a:close/>
              </a:path>
              <a:path w="3810" h="52069">
                <a:moveTo>
                  <a:pt x="2273" y="15468"/>
                </a:moveTo>
                <a:lnTo>
                  <a:pt x="2082" y="15240"/>
                </a:lnTo>
                <a:lnTo>
                  <a:pt x="1828" y="15417"/>
                </a:lnTo>
                <a:lnTo>
                  <a:pt x="2032" y="15671"/>
                </a:lnTo>
                <a:lnTo>
                  <a:pt x="2273" y="15468"/>
                </a:lnTo>
                <a:close/>
              </a:path>
              <a:path w="3810" h="52069">
                <a:moveTo>
                  <a:pt x="2362" y="48590"/>
                </a:moveTo>
                <a:lnTo>
                  <a:pt x="2095" y="48475"/>
                </a:lnTo>
                <a:lnTo>
                  <a:pt x="1955" y="48768"/>
                </a:lnTo>
                <a:lnTo>
                  <a:pt x="2260" y="48907"/>
                </a:lnTo>
                <a:lnTo>
                  <a:pt x="2362" y="48590"/>
                </a:lnTo>
                <a:close/>
              </a:path>
              <a:path w="3810" h="52069">
                <a:moveTo>
                  <a:pt x="2387" y="4521"/>
                </a:moveTo>
                <a:lnTo>
                  <a:pt x="2184" y="4241"/>
                </a:lnTo>
                <a:lnTo>
                  <a:pt x="1917" y="4419"/>
                </a:lnTo>
                <a:lnTo>
                  <a:pt x="2120" y="4724"/>
                </a:lnTo>
                <a:lnTo>
                  <a:pt x="2387" y="4521"/>
                </a:lnTo>
                <a:close/>
              </a:path>
              <a:path w="3810" h="52069">
                <a:moveTo>
                  <a:pt x="2476" y="50571"/>
                </a:moveTo>
                <a:lnTo>
                  <a:pt x="2311" y="50368"/>
                </a:lnTo>
                <a:lnTo>
                  <a:pt x="2133" y="50533"/>
                </a:lnTo>
                <a:lnTo>
                  <a:pt x="2273" y="50723"/>
                </a:lnTo>
                <a:lnTo>
                  <a:pt x="2476" y="50571"/>
                </a:lnTo>
                <a:close/>
              </a:path>
              <a:path w="3810" h="52069">
                <a:moveTo>
                  <a:pt x="2489" y="7645"/>
                </a:moveTo>
                <a:lnTo>
                  <a:pt x="2209" y="7493"/>
                </a:lnTo>
                <a:lnTo>
                  <a:pt x="2044" y="7759"/>
                </a:lnTo>
                <a:lnTo>
                  <a:pt x="2184" y="7861"/>
                </a:lnTo>
                <a:lnTo>
                  <a:pt x="2222" y="8115"/>
                </a:lnTo>
                <a:lnTo>
                  <a:pt x="2425" y="8013"/>
                </a:lnTo>
                <a:lnTo>
                  <a:pt x="2336" y="7886"/>
                </a:lnTo>
                <a:lnTo>
                  <a:pt x="2489" y="7645"/>
                </a:lnTo>
                <a:close/>
              </a:path>
              <a:path w="3810" h="52069">
                <a:moveTo>
                  <a:pt x="2489" y="1536"/>
                </a:moveTo>
                <a:lnTo>
                  <a:pt x="2273" y="1320"/>
                </a:lnTo>
                <a:lnTo>
                  <a:pt x="2070" y="1524"/>
                </a:lnTo>
                <a:lnTo>
                  <a:pt x="2273" y="1739"/>
                </a:lnTo>
                <a:lnTo>
                  <a:pt x="2489" y="1536"/>
                </a:lnTo>
                <a:close/>
              </a:path>
              <a:path w="3810" h="52069">
                <a:moveTo>
                  <a:pt x="2540" y="14681"/>
                </a:moveTo>
                <a:lnTo>
                  <a:pt x="2273" y="14566"/>
                </a:lnTo>
                <a:lnTo>
                  <a:pt x="2171" y="14782"/>
                </a:lnTo>
                <a:lnTo>
                  <a:pt x="1943" y="14960"/>
                </a:lnTo>
                <a:lnTo>
                  <a:pt x="2184" y="15265"/>
                </a:lnTo>
                <a:lnTo>
                  <a:pt x="2476" y="15024"/>
                </a:lnTo>
                <a:lnTo>
                  <a:pt x="2540" y="14681"/>
                </a:lnTo>
                <a:close/>
              </a:path>
              <a:path w="3810" h="52069">
                <a:moveTo>
                  <a:pt x="2552" y="279"/>
                </a:moveTo>
                <a:lnTo>
                  <a:pt x="2298" y="0"/>
                </a:lnTo>
                <a:lnTo>
                  <a:pt x="2032" y="241"/>
                </a:lnTo>
                <a:lnTo>
                  <a:pt x="2260" y="533"/>
                </a:lnTo>
                <a:lnTo>
                  <a:pt x="2552" y="279"/>
                </a:lnTo>
                <a:close/>
              </a:path>
              <a:path w="3810" h="52069">
                <a:moveTo>
                  <a:pt x="2565" y="10782"/>
                </a:moveTo>
                <a:lnTo>
                  <a:pt x="2336" y="10579"/>
                </a:lnTo>
                <a:lnTo>
                  <a:pt x="2146" y="10782"/>
                </a:lnTo>
                <a:lnTo>
                  <a:pt x="2362" y="10985"/>
                </a:lnTo>
                <a:lnTo>
                  <a:pt x="2565" y="10782"/>
                </a:lnTo>
                <a:close/>
              </a:path>
              <a:path w="3810" h="52069">
                <a:moveTo>
                  <a:pt x="2616" y="12700"/>
                </a:moveTo>
                <a:lnTo>
                  <a:pt x="2476" y="12598"/>
                </a:lnTo>
                <a:lnTo>
                  <a:pt x="2260" y="12382"/>
                </a:lnTo>
                <a:lnTo>
                  <a:pt x="2146" y="12649"/>
                </a:lnTo>
                <a:lnTo>
                  <a:pt x="2425" y="12928"/>
                </a:lnTo>
                <a:lnTo>
                  <a:pt x="2616" y="12700"/>
                </a:lnTo>
                <a:close/>
              </a:path>
              <a:path w="3810" h="52069">
                <a:moveTo>
                  <a:pt x="2616" y="6604"/>
                </a:moveTo>
                <a:lnTo>
                  <a:pt x="2425" y="6388"/>
                </a:lnTo>
                <a:lnTo>
                  <a:pt x="2209" y="6578"/>
                </a:lnTo>
                <a:lnTo>
                  <a:pt x="2400" y="6794"/>
                </a:lnTo>
                <a:lnTo>
                  <a:pt x="2616" y="6604"/>
                </a:lnTo>
                <a:close/>
              </a:path>
              <a:path w="3810" h="52069">
                <a:moveTo>
                  <a:pt x="2641" y="2857"/>
                </a:moveTo>
                <a:lnTo>
                  <a:pt x="2374" y="2667"/>
                </a:lnTo>
                <a:lnTo>
                  <a:pt x="2171" y="2908"/>
                </a:lnTo>
                <a:lnTo>
                  <a:pt x="2425" y="3111"/>
                </a:lnTo>
                <a:lnTo>
                  <a:pt x="2641" y="2857"/>
                </a:lnTo>
                <a:close/>
              </a:path>
              <a:path w="3810" h="52069">
                <a:moveTo>
                  <a:pt x="2692" y="12115"/>
                </a:moveTo>
                <a:lnTo>
                  <a:pt x="2540" y="11861"/>
                </a:lnTo>
                <a:lnTo>
                  <a:pt x="2286" y="12014"/>
                </a:lnTo>
                <a:lnTo>
                  <a:pt x="2451" y="12268"/>
                </a:lnTo>
                <a:lnTo>
                  <a:pt x="2692" y="12115"/>
                </a:lnTo>
                <a:close/>
              </a:path>
              <a:path w="3810" h="52069">
                <a:moveTo>
                  <a:pt x="2755" y="14376"/>
                </a:moveTo>
                <a:lnTo>
                  <a:pt x="2616" y="14173"/>
                </a:lnTo>
                <a:lnTo>
                  <a:pt x="2413" y="14325"/>
                </a:lnTo>
                <a:lnTo>
                  <a:pt x="2565" y="14528"/>
                </a:lnTo>
                <a:lnTo>
                  <a:pt x="2755" y="14376"/>
                </a:lnTo>
                <a:close/>
              </a:path>
              <a:path w="3810" h="52069">
                <a:moveTo>
                  <a:pt x="2768" y="9779"/>
                </a:moveTo>
                <a:lnTo>
                  <a:pt x="2616" y="9550"/>
                </a:lnTo>
                <a:lnTo>
                  <a:pt x="2387" y="9715"/>
                </a:lnTo>
                <a:lnTo>
                  <a:pt x="2552" y="9944"/>
                </a:lnTo>
                <a:lnTo>
                  <a:pt x="2768" y="9779"/>
                </a:lnTo>
                <a:close/>
              </a:path>
              <a:path w="3810" h="52069">
                <a:moveTo>
                  <a:pt x="2806" y="51447"/>
                </a:moveTo>
                <a:lnTo>
                  <a:pt x="2489" y="51269"/>
                </a:lnTo>
                <a:lnTo>
                  <a:pt x="2298" y="51587"/>
                </a:lnTo>
                <a:lnTo>
                  <a:pt x="2628" y="51777"/>
                </a:lnTo>
                <a:lnTo>
                  <a:pt x="2806" y="51447"/>
                </a:lnTo>
                <a:close/>
              </a:path>
              <a:path w="3810" h="52069">
                <a:moveTo>
                  <a:pt x="2832" y="3962"/>
                </a:moveTo>
                <a:lnTo>
                  <a:pt x="2603" y="3695"/>
                </a:lnTo>
                <a:lnTo>
                  <a:pt x="2336" y="3911"/>
                </a:lnTo>
                <a:lnTo>
                  <a:pt x="2565" y="4178"/>
                </a:lnTo>
                <a:lnTo>
                  <a:pt x="2832" y="3962"/>
                </a:lnTo>
                <a:close/>
              </a:path>
              <a:path w="3810" h="52069">
                <a:moveTo>
                  <a:pt x="2844" y="11049"/>
                </a:moveTo>
                <a:lnTo>
                  <a:pt x="2578" y="10858"/>
                </a:lnTo>
                <a:lnTo>
                  <a:pt x="2362" y="11125"/>
                </a:lnTo>
                <a:lnTo>
                  <a:pt x="2628" y="11315"/>
                </a:lnTo>
                <a:lnTo>
                  <a:pt x="2844" y="11049"/>
                </a:lnTo>
                <a:close/>
              </a:path>
              <a:path w="3810" h="52069">
                <a:moveTo>
                  <a:pt x="2870" y="5143"/>
                </a:moveTo>
                <a:lnTo>
                  <a:pt x="2616" y="4889"/>
                </a:lnTo>
                <a:lnTo>
                  <a:pt x="2362" y="5130"/>
                </a:lnTo>
                <a:lnTo>
                  <a:pt x="2603" y="5384"/>
                </a:lnTo>
                <a:lnTo>
                  <a:pt x="2870" y="5143"/>
                </a:lnTo>
                <a:close/>
              </a:path>
              <a:path w="3810" h="52069">
                <a:moveTo>
                  <a:pt x="2959" y="10388"/>
                </a:moveTo>
                <a:lnTo>
                  <a:pt x="2667" y="10172"/>
                </a:lnTo>
                <a:lnTo>
                  <a:pt x="2476" y="10464"/>
                </a:lnTo>
                <a:lnTo>
                  <a:pt x="2743" y="10655"/>
                </a:lnTo>
                <a:lnTo>
                  <a:pt x="2959" y="10388"/>
                </a:lnTo>
                <a:close/>
              </a:path>
              <a:path w="3810" h="52069">
                <a:moveTo>
                  <a:pt x="3200" y="6210"/>
                </a:moveTo>
                <a:lnTo>
                  <a:pt x="3009" y="5918"/>
                </a:lnTo>
                <a:lnTo>
                  <a:pt x="2717" y="6108"/>
                </a:lnTo>
                <a:lnTo>
                  <a:pt x="2908" y="6375"/>
                </a:lnTo>
                <a:lnTo>
                  <a:pt x="3200" y="6210"/>
                </a:lnTo>
                <a:close/>
              </a:path>
              <a:path w="3810" h="52069">
                <a:moveTo>
                  <a:pt x="3213" y="9359"/>
                </a:moveTo>
                <a:lnTo>
                  <a:pt x="2959" y="9080"/>
                </a:lnTo>
                <a:lnTo>
                  <a:pt x="2959" y="8953"/>
                </a:lnTo>
                <a:lnTo>
                  <a:pt x="2679" y="8826"/>
                </a:lnTo>
                <a:lnTo>
                  <a:pt x="2552" y="9131"/>
                </a:lnTo>
                <a:lnTo>
                  <a:pt x="2781" y="9245"/>
                </a:lnTo>
                <a:lnTo>
                  <a:pt x="2921" y="9588"/>
                </a:lnTo>
                <a:lnTo>
                  <a:pt x="3213" y="9359"/>
                </a:lnTo>
                <a:close/>
              </a:path>
              <a:path w="3810" h="52069">
                <a:moveTo>
                  <a:pt x="3225" y="5549"/>
                </a:moveTo>
                <a:lnTo>
                  <a:pt x="2971" y="5308"/>
                </a:lnTo>
                <a:lnTo>
                  <a:pt x="2730" y="5562"/>
                </a:lnTo>
                <a:lnTo>
                  <a:pt x="2984" y="5791"/>
                </a:lnTo>
                <a:lnTo>
                  <a:pt x="3225" y="5549"/>
                </a:lnTo>
                <a:close/>
              </a:path>
              <a:path w="3810" h="52069">
                <a:moveTo>
                  <a:pt x="3263" y="15811"/>
                </a:moveTo>
                <a:lnTo>
                  <a:pt x="2997" y="15582"/>
                </a:lnTo>
                <a:lnTo>
                  <a:pt x="2768" y="15849"/>
                </a:lnTo>
                <a:lnTo>
                  <a:pt x="3035" y="16065"/>
                </a:lnTo>
                <a:lnTo>
                  <a:pt x="3263" y="15811"/>
                </a:lnTo>
                <a:close/>
              </a:path>
              <a:path w="3810" h="52069">
                <a:moveTo>
                  <a:pt x="3340" y="49187"/>
                </a:moveTo>
                <a:lnTo>
                  <a:pt x="3060" y="49060"/>
                </a:lnTo>
                <a:lnTo>
                  <a:pt x="2933" y="49326"/>
                </a:lnTo>
                <a:lnTo>
                  <a:pt x="3200" y="49453"/>
                </a:lnTo>
                <a:lnTo>
                  <a:pt x="3340" y="491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bg object 144"/>
          <p:cNvSpPr/>
          <p:nvPr/>
        </p:nvSpPr>
        <p:spPr>
          <a:xfrm>
            <a:off x="1969668" y="1068349"/>
            <a:ext cx="3810" cy="20320"/>
          </a:xfrm>
          <a:custGeom>
            <a:avLst/>
            <a:gdLst/>
            <a:ahLst/>
            <a:cxnLst/>
            <a:rect l="l" t="t" r="r" b="b"/>
            <a:pathLst>
              <a:path w="3810" h="20319">
                <a:moveTo>
                  <a:pt x="495" y="13512"/>
                </a:moveTo>
                <a:lnTo>
                  <a:pt x="254" y="13309"/>
                </a:lnTo>
                <a:lnTo>
                  <a:pt x="25" y="13550"/>
                </a:lnTo>
                <a:lnTo>
                  <a:pt x="279" y="13779"/>
                </a:lnTo>
                <a:lnTo>
                  <a:pt x="495" y="13512"/>
                </a:lnTo>
                <a:close/>
              </a:path>
              <a:path w="3810" h="20319">
                <a:moveTo>
                  <a:pt x="508" y="18097"/>
                </a:moveTo>
                <a:lnTo>
                  <a:pt x="165" y="17919"/>
                </a:lnTo>
                <a:lnTo>
                  <a:pt x="0" y="18262"/>
                </a:lnTo>
                <a:lnTo>
                  <a:pt x="330" y="18440"/>
                </a:lnTo>
                <a:lnTo>
                  <a:pt x="508" y="18097"/>
                </a:lnTo>
                <a:close/>
              </a:path>
              <a:path w="3810" h="20319">
                <a:moveTo>
                  <a:pt x="508" y="8128"/>
                </a:moveTo>
                <a:lnTo>
                  <a:pt x="292" y="8026"/>
                </a:lnTo>
                <a:lnTo>
                  <a:pt x="177" y="8229"/>
                </a:lnTo>
                <a:lnTo>
                  <a:pt x="393" y="8356"/>
                </a:lnTo>
                <a:lnTo>
                  <a:pt x="508" y="8128"/>
                </a:lnTo>
                <a:close/>
              </a:path>
              <a:path w="3810" h="20319">
                <a:moveTo>
                  <a:pt x="622" y="10744"/>
                </a:moveTo>
                <a:lnTo>
                  <a:pt x="355" y="10629"/>
                </a:lnTo>
                <a:lnTo>
                  <a:pt x="241" y="10883"/>
                </a:lnTo>
                <a:lnTo>
                  <a:pt x="495" y="11010"/>
                </a:lnTo>
                <a:lnTo>
                  <a:pt x="622" y="10744"/>
                </a:lnTo>
                <a:close/>
              </a:path>
              <a:path w="3810" h="20319">
                <a:moveTo>
                  <a:pt x="660" y="1435"/>
                </a:moveTo>
                <a:lnTo>
                  <a:pt x="520" y="1181"/>
                </a:lnTo>
                <a:lnTo>
                  <a:pt x="279" y="1333"/>
                </a:lnTo>
                <a:lnTo>
                  <a:pt x="406" y="1574"/>
                </a:lnTo>
                <a:lnTo>
                  <a:pt x="660" y="1435"/>
                </a:lnTo>
                <a:close/>
              </a:path>
              <a:path w="3810" h="20319">
                <a:moveTo>
                  <a:pt x="673" y="3733"/>
                </a:moveTo>
                <a:lnTo>
                  <a:pt x="393" y="3581"/>
                </a:lnTo>
                <a:lnTo>
                  <a:pt x="254" y="3873"/>
                </a:lnTo>
                <a:lnTo>
                  <a:pt x="520" y="4013"/>
                </a:lnTo>
                <a:lnTo>
                  <a:pt x="673" y="3733"/>
                </a:lnTo>
                <a:close/>
              </a:path>
              <a:path w="3810" h="20319">
                <a:moveTo>
                  <a:pt x="736" y="4114"/>
                </a:moveTo>
                <a:lnTo>
                  <a:pt x="393" y="3975"/>
                </a:lnTo>
                <a:lnTo>
                  <a:pt x="254" y="4292"/>
                </a:lnTo>
                <a:lnTo>
                  <a:pt x="584" y="4457"/>
                </a:lnTo>
                <a:lnTo>
                  <a:pt x="736" y="4114"/>
                </a:lnTo>
                <a:close/>
              </a:path>
              <a:path w="3810" h="20319">
                <a:moveTo>
                  <a:pt x="762" y="19710"/>
                </a:moveTo>
                <a:lnTo>
                  <a:pt x="635" y="19456"/>
                </a:lnTo>
                <a:lnTo>
                  <a:pt x="393" y="19608"/>
                </a:lnTo>
                <a:lnTo>
                  <a:pt x="520" y="19824"/>
                </a:lnTo>
                <a:lnTo>
                  <a:pt x="762" y="19710"/>
                </a:lnTo>
                <a:close/>
              </a:path>
              <a:path w="3810" h="20319">
                <a:moveTo>
                  <a:pt x="850" y="11988"/>
                </a:moveTo>
                <a:lnTo>
                  <a:pt x="647" y="11836"/>
                </a:lnTo>
                <a:lnTo>
                  <a:pt x="495" y="12026"/>
                </a:lnTo>
                <a:lnTo>
                  <a:pt x="698" y="12179"/>
                </a:lnTo>
                <a:lnTo>
                  <a:pt x="850" y="11988"/>
                </a:lnTo>
                <a:close/>
              </a:path>
              <a:path w="3810" h="20319">
                <a:moveTo>
                  <a:pt x="914" y="17602"/>
                </a:moveTo>
                <a:lnTo>
                  <a:pt x="698" y="17310"/>
                </a:lnTo>
                <a:lnTo>
                  <a:pt x="393" y="17526"/>
                </a:lnTo>
                <a:lnTo>
                  <a:pt x="609" y="17830"/>
                </a:lnTo>
                <a:lnTo>
                  <a:pt x="914" y="17602"/>
                </a:lnTo>
                <a:close/>
              </a:path>
              <a:path w="3810" h="20319">
                <a:moveTo>
                  <a:pt x="927" y="1549"/>
                </a:moveTo>
                <a:lnTo>
                  <a:pt x="736" y="1358"/>
                </a:lnTo>
                <a:lnTo>
                  <a:pt x="533" y="1562"/>
                </a:lnTo>
                <a:lnTo>
                  <a:pt x="736" y="1752"/>
                </a:lnTo>
                <a:lnTo>
                  <a:pt x="927" y="1549"/>
                </a:lnTo>
                <a:close/>
              </a:path>
              <a:path w="3810" h="20319">
                <a:moveTo>
                  <a:pt x="927" y="457"/>
                </a:moveTo>
                <a:lnTo>
                  <a:pt x="736" y="152"/>
                </a:lnTo>
                <a:lnTo>
                  <a:pt x="444" y="342"/>
                </a:lnTo>
                <a:lnTo>
                  <a:pt x="622" y="609"/>
                </a:lnTo>
                <a:lnTo>
                  <a:pt x="927" y="457"/>
                </a:lnTo>
                <a:close/>
              </a:path>
              <a:path w="3810" h="20319">
                <a:moveTo>
                  <a:pt x="952" y="18669"/>
                </a:moveTo>
                <a:lnTo>
                  <a:pt x="749" y="18516"/>
                </a:lnTo>
                <a:lnTo>
                  <a:pt x="571" y="18719"/>
                </a:lnTo>
                <a:lnTo>
                  <a:pt x="787" y="18897"/>
                </a:lnTo>
                <a:lnTo>
                  <a:pt x="952" y="18669"/>
                </a:lnTo>
                <a:close/>
              </a:path>
              <a:path w="3810" h="20319">
                <a:moveTo>
                  <a:pt x="965" y="10058"/>
                </a:moveTo>
                <a:lnTo>
                  <a:pt x="635" y="9893"/>
                </a:lnTo>
                <a:lnTo>
                  <a:pt x="482" y="10198"/>
                </a:lnTo>
                <a:lnTo>
                  <a:pt x="190" y="10033"/>
                </a:lnTo>
                <a:lnTo>
                  <a:pt x="12" y="10337"/>
                </a:lnTo>
                <a:lnTo>
                  <a:pt x="330" y="10515"/>
                </a:lnTo>
                <a:lnTo>
                  <a:pt x="495" y="10248"/>
                </a:lnTo>
                <a:lnTo>
                  <a:pt x="800" y="10388"/>
                </a:lnTo>
                <a:lnTo>
                  <a:pt x="965" y="10058"/>
                </a:lnTo>
                <a:close/>
              </a:path>
              <a:path w="3810" h="20319">
                <a:moveTo>
                  <a:pt x="965" y="9702"/>
                </a:moveTo>
                <a:lnTo>
                  <a:pt x="723" y="9588"/>
                </a:lnTo>
                <a:lnTo>
                  <a:pt x="609" y="9855"/>
                </a:lnTo>
                <a:lnTo>
                  <a:pt x="863" y="9956"/>
                </a:lnTo>
                <a:lnTo>
                  <a:pt x="965" y="9702"/>
                </a:lnTo>
                <a:close/>
              </a:path>
              <a:path w="3810" h="20319">
                <a:moveTo>
                  <a:pt x="1270" y="2603"/>
                </a:moveTo>
                <a:lnTo>
                  <a:pt x="1079" y="2374"/>
                </a:lnTo>
                <a:lnTo>
                  <a:pt x="863" y="2552"/>
                </a:lnTo>
                <a:lnTo>
                  <a:pt x="1041" y="2768"/>
                </a:lnTo>
                <a:lnTo>
                  <a:pt x="1270" y="2603"/>
                </a:lnTo>
                <a:close/>
              </a:path>
              <a:path w="3810" h="20319">
                <a:moveTo>
                  <a:pt x="1270" y="266"/>
                </a:moveTo>
                <a:lnTo>
                  <a:pt x="1054" y="0"/>
                </a:lnTo>
                <a:lnTo>
                  <a:pt x="800" y="190"/>
                </a:lnTo>
                <a:lnTo>
                  <a:pt x="990" y="457"/>
                </a:lnTo>
                <a:lnTo>
                  <a:pt x="1270" y="266"/>
                </a:lnTo>
                <a:close/>
              </a:path>
              <a:path w="3810" h="20319">
                <a:moveTo>
                  <a:pt x="1384" y="12877"/>
                </a:moveTo>
                <a:lnTo>
                  <a:pt x="1130" y="12598"/>
                </a:lnTo>
                <a:lnTo>
                  <a:pt x="825" y="12827"/>
                </a:lnTo>
                <a:lnTo>
                  <a:pt x="990" y="13030"/>
                </a:lnTo>
                <a:lnTo>
                  <a:pt x="914" y="13195"/>
                </a:lnTo>
                <a:lnTo>
                  <a:pt x="1231" y="13335"/>
                </a:lnTo>
                <a:lnTo>
                  <a:pt x="1346" y="13042"/>
                </a:lnTo>
                <a:lnTo>
                  <a:pt x="1384" y="12877"/>
                </a:lnTo>
                <a:close/>
              </a:path>
              <a:path w="3810" h="20319">
                <a:moveTo>
                  <a:pt x="1422" y="14655"/>
                </a:moveTo>
                <a:lnTo>
                  <a:pt x="1130" y="14401"/>
                </a:lnTo>
                <a:lnTo>
                  <a:pt x="889" y="14693"/>
                </a:lnTo>
                <a:lnTo>
                  <a:pt x="1079" y="14859"/>
                </a:lnTo>
                <a:lnTo>
                  <a:pt x="850" y="15024"/>
                </a:lnTo>
                <a:lnTo>
                  <a:pt x="1041" y="15290"/>
                </a:lnTo>
                <a:lnTo>
                  <a:pt x="1308" y="15113"/>
                </a:lnTo>
                <a:lnTo>
                  <a:pt x="1168" y="14935"/>
                </a:lnTo>
                <a:lnTo>
                  <a:pt x="1422" y="14655"/>
                </a:lnTo>
                <a:close/>
              </a:path>
              <a:path w="3810" h="20319">
                <a:moveTo>
                  <a:pt x="1562" y="5384"/>
                </a:moveTo>
                <a:lnTo>
                  <a:pt x="1295" y="5092"/>
                </a:lnTo>
                <a:lnTo>
                  <a:pt x="1028" y="5359"/>
                </a:lnTo>
                <a:lnTo>
                  <a:pt x="1282" y="5626"/>
                </a:lnTo>
                <a:lnTo>
                  <a:pt x="1562" y="5384"/>
                </a:lnTo>
                <a:close/>
              </a:path>
              <a:path w="3810" h="20319">
                <a:moveTo>
                  <a:pt x="1651" y="19024"/>
                </a:moveTo>
                <a:lnTo>
                  <a:pt x="1460" y="18796"/>
                </a:lnTo>
                <a:lnTo>
                  <a:pt x="1231" y="18986"/>
                </a:lnTo>
                <a:lnTo>
                  <a:pt x="1422" y="19215"/>
                </a:lnTo>
                <a:lnTo>
                  <a:pt x="1651" y="19024"/>
                </a:lnTo>
                <a:close/>
              </a:path>
              <a:path w="3810" h="20319">
                <a:moveTo>
                  <a:pt x="1752" y="10490"/>
                </a:moveTo>
                <a:lnTo>
                  <a:pt x="1511" y="10274"/>
                </a:lnTo>
                <a:lnTo>
                  <a:pt x="1308" y="10528"/>
                </a:lnTo>
                <a:lnTo>
                  <a:pt x="1562" y="10744"/>
                </a:lnTo>
                <a:lnTo>
                  <a:pt x="1752" y="10490"/>
                </a:lnTo>
                <a:close/>
              </a:path>
              <a:path w="3810" h="20319">
                <a:moveTo>
                  <a:pt x="1790" y="18567"/>
                </a:moveTo>
                <a:lnTo>
                  <a:pt x="1638" y="18313"/>
                </a:lnTo>
                <a:lnTo>
                  <a:pt x="1409" y="18465"/>
                </a:lnTo>
                <a:lnTo>
                  <a:pt x="1549" y="18694"/>
                </a:lnTo>
                <a:lnTo>
                  <a:pt x="1790" y="18567"/>
                </a:lnTo>
                <a:close/>
              </a:path>
              <a:path w="3810" h="20319">
                <a:moveTo>
                  <a:pt x="1841" y="990"/>
                </a:moveTo>
                <a:lnTo>
                  <a:pt x="1663" y="749"/>
                </a:lnTo>
                <a:lnTo>
                  <a:pt x="1422" y="914"/>
                </a:lnTo>
                <a:lnTo>
                  <a:pt x="1600" y="1168"/>
                </a:lnTo>
                <a:lnTo>
                  <a:pt x="1841" y="990"/>
                </a:lnTo>
                <a:close/>
              </a:path>
              <a:path w="3810" h="20319">
                <a:moveTo>
                  <a:pt x="1866" y="4864"/>
                </a:moveTo>
                <a:lnTo>
                  <a:pt x="1612" y="4610"/>
                </a:lnTo>
                <a:lnTo>
                  <a:pt x="1358" y="4851"/>
                </a:lnTo>
                <a:lnTo>
                  <a:pt x="1587" y="5105"/>
                </a:lnTo>
                <a:lnTo>
                  <a:pt x="1866" y="4864"/>
                </a:lnTo>
                <a:close/>
              </a:path>
              <a:path w="3810" h="20319">
                <a:moveTo>
                  <a:pt x="1905" y="9156"/>
                </a:moveTo>
                <a:lnTo>
                  <a:pt x="1714" y="8826"/>
                </a:lnTo>
                <a:lnTo>
                  <a:pt x="1536" y="8928"/>
                </a:lnTo>
                <a:lnTo>
                  <a:pt x="1422" y="8712"/>
                </a:lnTo>
                <a:lnTo>
                  <a:pt x="1460" y="8483"/>
                </a:lnTo>
                <a:lnTo>
                  <a:pt x="1155" y="8343"/>
                </a:lnTo>
                <a:lnTo>
                  <a:pt x="1016" y="8648"/>
                </a:lnTo>
                <a:lnTo>
                  <a:pt x="1308" y="8788"/>
                </a:lnTo>
                <a:lnTo>
                  <a:pt x="1181" y="8877"/>
                </a:lnTo>
                <a:lnTo>
                  <a:pt x="1333" y="9118"/>
                </a:lnTo>
                <a:lnTo>
                  <a:pt x="1574" y="9359"/>
                </a:lnTo>
                <a:lnTo>
                  <a:pt x="1905" y="9156"/>
                </a:lnTo>
                <a:close/>
              </a:path>
              <a:path w="3810" h="20319">
                <a:moveTo>
                  <a:pt x="1917" y="17487"/>
                </a:moveTo>
                <a:lnTo>
                  <a:pt x="1765" y="17183"/>
                </a:lnTo>
                <a:lnTo>
                  <a:pt x="1473" y="17348"/>
                </a:lnTo>
                <a:lnTo>
                  <a:pt x="1625" y="17653"/>
                </a:lnTo>
                <a:lnTo>
                  <a:pt x="1917" y="17487"/>
                </a:lnTo>
                <a:close/>
              </a:path>
              <a:path w="3810" h="20319">
                <a:moveTo>
                  <a:pt x="1955" y="14173"/>
                </a:moveTo>
                <a:lnTo>
                  <a:pt x="1752" y="14109"/>
                </a:lnTo>
                <a:lnTo>
                  <a:pt x="1943" y="13855"/>
                </a:lnTo>
                <a:lnTo>
                  <a:pt x="1651" y="13627"/>
                </a:lnTo>
                <a:lnTo>
                  <a:pt x="1435" y="13931"/>
                </a:lnTo>
                <a:lnTo>
                  <a:pt x="1663" y="14109"/>
                </a:lnTo>
                <a:lnTo>
                  <a:pt x="1574" y="14338"/>
                </a:lnTo>
                <a:lnTo>
                  <a:pt x="1841" y="14439"/>
                </a:lnTo>
                <a:lnTo>
                  <a:pt x="1955" y="14173"/>
                </a:lnTo>
                <a:close/>
              </a:path>
              <a:path w="3810" h="20319">
                <a:moveTo>
                  <a:pt x="1968" y="16637"/>
                </a:moveTo>
                <a:lnTo>
                  <a:pt x="1714" y="16408"/>
                </a:lnTo>
                <a:lnTo>
                  <a:pt x="1473" y="16662"/>
                </a:lnTo>
                <a:lnTo>
                  <a:pt x="1739" y="16891"/>
                </a:lnTo>
                <a:lnTo>
                  <a:pt x="1968" y="16637"/>
                </a:lnTo>
                <a:close/>
              </a:path>
              <a:path w="3810" h="20319">
                <a:moveTo>
                  <a:pt x="1981" y="3009"/>
                </a:moveTo>
                <a:lnTo>
                  <a:pt x="1790" y="2819"/>
                </a:lnTo>
                <a:lnTo>
                  <a:pt x="1612" y="3009"/>
                </a:lnTo>
                <a:lnTo>
                  <a:pt x="1790" y="3200"/>
                </a:lnTo>
                <a:lnTo>
                  <a:pt x="1981" y="3009"/>
                </a:lnTo>
                <a:close/>
              </a:path>
              <a:path w="3810" h="20319">
                <a:moveTo>
                  <a:pt x="2006" y="3505"/>
                </a:moveTo>
                <a:lnTo>
                  <a:pt x="1828" y="3263"/>
                </a:lnTo>
                <a:lnTo>
                  <a:pt x="1600" y="3429"/>
                </a:lnTo>
                <a:lnTo>
                  <a:pt x="1765" y="3683"/>
                </a:lnTo>
                <a:lnTo>
                  <a:pt x="2006" y="3505"/>
                </a:lnTo>
                <a:close/>
              </a:path>
              <a:path w="3810" h="20319">
                <a:moveTo>
                  <a:pt x="2133" y="6692"/>
                </a:moveTo>
                <a:lnTo>
                  <a:pt x="1905" y="6502"/>
                </a:lnTo>
                <a:lnTo>
                  <a:pt x="1739" y="6743"/>
                </a:lnTo>
                <a:lnTo>
                  <a:pt x="1955" y="6896"/>
                </a:lnTo>
                <a:lnTo>
                  <a:pt x="2133" y="6692"/>
                </a:lnTo>
                <a:close/>
              </a:path>
              <a:path w="3810" h="20319">
                <a:moveTo>
                  <a:pt x="2184" y="4978"/>
                </a:moveTo>
                <a:lnTo>
                  <a:pt x="1892" y="4851"/>
                </a:lnTo>
                <a:lnTo>
                  <a:pt x="1752" y="5168"/>
                </a:lnTo>
                <a:lnTo>
                  <a:pt x="2070" y="5295"/>
                </a:lnTo>
                <a:lnTo>
                  <a:pt x="2184" y="4978"/>
                </a:lnTo>
                <a:close/>
              </a:path>
              <a:path w="3810" h="20319">
                <a:moveTo>
                  <a:pt x="2286" y="12166"/>
                </a:moveTo>
                <a:lnTo>
                  <a:pt x="2095" y="11925"/>
                </a:lnTo>
                <a:lnTo>
                  <a:pt x="1841" y="12128"/>
                </a:lnTo>
                <a:lnTo>
                  <a:pt x="2044" y="12369"/>
                </a:lnTo>
                <a:lnTo>
                  <a:pt x="2286" y="12166"/>
                </a:lnTo>
                <a:close/>
              </a:path>
              <a:path w="3810" h="20319">
                <a:moveTo>
                  <a:pt x="2374" y="19786"/>
                </a:moveTo>
                <a:lnTo>
                  <a:pt x="2108" y="19672"/>
                </a:lnTo>
                <a:lnTo>
                  <a:pt x="1968" y="19964"/>
                </a:lnTo>
                <a:lnTo>
                  <a:pt x="2273" y="20104"/>
                </a:lnTo>
                <a:lnTo>
                  <a:pt x="2374" y="19786"/>
                </a:lnTo>
                <a:close/>
              </a:path>
              <a:path w="3810" h="20319">
                <a:moveTo>
                  <a:pt x="2400" y="1206"/>
                </a:moveTo>
                <a:lnTo>
                  <a:pt x="2197" y="914"/>
                </a:lnTo>
                <a:lnTo>
                  <a:pt x="1930" y="1130"/>
                </a:lnTo>
                <a:lnTo>
                  <a:pt x="2133" y="1397"/>
                </a:lnTo>
                <a:lnTo>
                  <a:pt x="2400" y="1206"/>
                </a:lnTo>
                <a:close/>
              </a:path>
              <a:path w="3810" h="20319">
                <a:moveTo>
                  <a:pt x="2489" y="16967"/>
                </a:moveTo>
                <a:lnTo>
                  <a:pt x="2247" y="16827"/>
                </a:lnTo>
                <a:lnTo>
                  <a:pt x="2108" y="17068"/>
                </a:lnTo>
                <a:lnTo>
                  <a:pt x="2336" y="17221"/>
                </a:lnTo>
                <a:lnTo>
                  <a:pt x="2489" y="16967"/>
                </a:lnTo>
                <a:close/>
              </a:path>
              <a:path w="3810" h="20319">
                <a:moveTo>
                  <a:pt x="2501" y="4343"/>
                </a:moveTo>
                <a:lnTo>
                  <a:pt x="2222" y="4165"/>
                </a:lnTo>
                <a:lnTo>
                  <a:pt x="2057" y="4457"/>
                </a:lnTo>
                <a:lnTo>
                  <a:pt x="2197" y="4559"/>
                </a:lnTo>
                <a:lnTo>
                  <a:pt x="2235" y="4826"/>
                </a:lnTo>
                <a:lnTo>
                  <a:pt x="2438" y="4673"/>
                </a:lnTo>
                <a:lnTo>
                  <a:pt x="2501" y="4343"/>
                </a:lnTo>
                <a:close/>
              </a:path>
              <a:path w="3810" h="20319">
                <a:moveTo>
                  <a:pt x="2552" y="11391"/>
                </a:moveTo>
                <a:lnTo>
                  <a:pt x="2286" y="11264"/>
                </a:lnTo>
                <a:lnTo>
                  <a:pt x="2171" y="11493"/>
                </a:lnTo>
                <a:lnTo>
                  <a:pt x="1955" y="11658"/>
                </a:lnTo>
                <a:lnTo>
                  <a:pt x="2184" y="11950"/>
                </a:lnTo>
                <a:lnTo>
                  <a:pt x="2489" y="11709"/>
                </a:lnTo>
                <a:lnTo>
                  <a:pt x="2552" y="11391"/>
                </a:lnTo>
                <a:close/>
              </a:path>
              <a:path w="3810" h="20319">
                <a:moveTo>
                  <a:pt x="2578" y="7480"/>
                </a:moveTo>
                <a:lnTo>
                  <a:pt x="2349" y="7277"/>
                </a:lnTo>
                <a:lnTo>
                  <a:pt x="2159" y="7493"/>
                </a:lnTo>
                <a:lnTo>
                  <a:pt x="2374" y="7683"/>
                </a:lnTo>
                <a:lnTo>
                  <a:pt x="2578" y="7480"/>
                </a:lnTo>
                <a:close/>
              </a:path>
              <a:path w="3810" h="20319">
                <a:moveTo>
                  <a:pt x="2628" y="9398"/>
                </a:moveTo>
                <a:lnTo>
                  <a:pt x="2489" y="9296"/>
                </a:lnTo>
                <a:lnTo>
                  <a:pt x="2273" y="9093"/>
                </a:lnTo>
                <a:lnTo>
                  <a:pt x="2159" y="9359"/>
                </a:lnTo>
                <a:lnTo>
                  <a:pt x="2438" y="9626"/>
                </a:lnTo>
                <a:lnTo>
                  <a:pt x="2628" y="9398"/>
                </a:lnTo>
                <a:close/>
              </a:path>
              <a:path w="3810" h="20319">
                <a:moveTo>
                  <a:pt x="2628" y="3302"/>
                </a:moveTo>
                <a:lnTo>
                  <a:pt x="2438" y="3086"/>
                </a:lnTo>
                <a:lnTo>
                  <a:pt x="2222" y="3276"/>
                </a:lnTo>
                <a:lnTo>
                  <a:pt x="2413" y="3492"/>
                </a:lnTo>
                <a:lnTo>
                  <a:pt x="2628" y="3302"/>
                </a:lnTo>
                <a:close/>
              </a:path>
              <a:path w="3810" h="20319">
                <a:moveTo>
                  <a:pt x="2705" y="8813"/>
                </a:moveTo>
                <a:lnTo>
                  <a:pt x="2552" y="8559"/>
                </a:lnTo>
                <a:lnTo>
                  <a:pt x="2298" y="8699"/>
                </a:lnTo>
                <a:lnTo>
                  <a:pt x="2463" y="8953"/>
                </a:lnTo>
                <a:lnTo>
                  <a:pt x="2705" y="8813"/>
                </a:lnTo>
                <a:close/>
              </a:path>
              <a:path w="3810" h="20319">
                <a:moveTo>
                  <a:pt x="2743" y="16268"/>
                </a:moveTo>
                <a:lnTo>
                  <a:pt x="2451" y="16103"/>
                </a:lnTo>
                <a:lnTo>
                  <a:pt x="2273" y="16370"/>
                </a:lnTo>
                <a:lnTo>
                  <a:pt x="2565" y="16560"/>
                </a:lnTo>
                <a:lnTo>
                  <a:pt x="2743" y="16268"/>
                </a:lnTo>
                <a:close/>
              </a:path>
              <a:path w="3810" h="20319">
                <a:moveTo>
                  <a:pt x="2755" y="17868"/>
                </a:moveTo>
                <a:lnTo>
                  <a:pt x="2565" y="17614"/>
                </a:lnTo>
                <a:lnTo>
                  <a:pt x="2311" y="17830"/>
                </a:lnTo>
                <a:lnTo>
                  <a:pt x="2514" y="18084"/>
                </a:lnTo>
                <a:lnTo>
                  <a:pt x="2755" y="17868"/>
                </a:lnTo>
                <a:close/>
              </a:path>
              <a:path w="3810" h="20319">
                <a:moveTo>
                  <a:pt x="2768" y="11074"/>
                </a:moveTo>
                <a:lnTo>
                  <a:pt x="2628" y="10858"/>
                </a:lnTo>
                <a:lnTo>
                  <a:pt x="2425" y="11023"/>
                </a:lnTo>
                <a:lnTo>
                  <a:pt x="2578" y="11226"/>
                </a:lnTo>
                <a:lnTo>
                  <a:pt x="2768" y="11074"/>
                </a:lnTo>
                <a:close/>
              </a:path>
              <a:path w="3810" h="20319">
                <a:moveTo>
                  <a:pt x="2781" y="6464"/>
                </a:moveTo>
                <a:lnTo>
                  <a:pt x="2628" y="6248"/>
                </a:lnTo>
                <a:lnTo>
                  <a:pt x="2400" y="6413"/>
                </a:lnTo>
                <a:lnTo>
                  <a:pt x="2565" y="6642"/>
                </a:lnTo>
                <a:lnTo>
                  <a:pt x="2781" y="6464"/>
                </a:lnTo>
                <a:close/>
              </a:path>
              <a:path w="3810" h="20319">
                <a:moveTo>
                  <a:pt x="2844" y="647"/>
                </a:moveTo>
                <a:lnTo>
                  <a:pt x="2616" y="393"/>
                </a:lnTo>
                <a:lnTo>
                  <a:pt x="2349" y="609"/>
                </a:lnTo>
                <a:lnTo>
                  <a:pt x="2578" y="863"/>
                </a:lnTo>
                <a:lnTo>
                  <a:pt x="2844" y="647"/>
                </a:lnTo>
                <a:close/>
              </a:path>
              <a:path w="3810" h="20319">
                <a:moveTo>
                  <a:pt x="2857" y="7747"/>
                </a:moveTo>
                <a:lnTo>
                  <a:pt x="2590" y="7556"/>
                </a:lnTo>
                <a:lnTo>
                  <a:pt x="2374" y="7810"/>
                </a:lnTo>
                <a:lnTo>
                  <a:pt x="2641" y="8001"/>
                </a:lnTo>
                <a:lnTo>
                  <a:pt x="2857" y="7747"/>
                </a:lnTo>
                <a:close/>
              </a:path>
              <a:path w="3810" h="20319">
                <a:moveTo>
                  <a:pt x="2882" y="15976"/>
                </a:moveTo>
                <a:lnTo>
                  <a:pt x="2730" y="15786"/>
                </a:lnTo>
                <a:lnTo>
                  <a:pt x="2540" y="15925"/>
                </a:lnTo>
                <a:lnTo>
                  <a:pt x="2679" y="16129"/>
                </a:lnTo>
                <a:lnTo>
                  <a:pt x="2882" y="15976"/>
                </a:lnTo>
                <a:close/>
              </a:path>
              <a:path w="3810" h="20319">
                <a:moveTo>
                  <a:pt x="2882" y="1854"/>
                </a:moveTo>
                <a:lnTo>
                  <a:pt x="2628" y="1587"/>
                </a:lnTo>
                <a:lnTo>
                  <a:pt x="2374" y="1828"/>
                </a:lnTo>
                <a:lnTo>
                  <a:pt x="2616" y="2082"/>
                </a:lnTo>
                <a:lnTo>
                  <a:pt x="2882" y="1854"/>
                </a:lnTo>
                <a:close/>
              </a:path>
              <a:path w="3810" h="20319">
                <a:moveTo>
                  <a:pt x="2971" y="7086"/>
                </a:moveTo>
                <a:lnTo>
                  <a:pt x="2679" y="6858"/>
                </a:lnTo>
                <a:lnTo>
                  <a:pt x="2489" y="7150"/>
                </a:lnTo>
                <a:lnTo>
                  <a:pt x="2755" y="7340"/>
                </a:lnTo>
                <a:lnTo>
                  <a:pt x="2971" y="7086"/>
                </a:lnTo>
                <a:close/>
              </a:path>
              <a:path w="3810" h="20319">
                <a:moveTo>
                  <a:pt x="3048" y="15659"/>
                </a:moveTo>
                <a:lnTo>
                  <a:pt x="2844" y="15405"/>
                </a:lnTo>
                <a:lnTo>
                  <a:pt x="2603" y="15621"/>
                </a:lnTo>
                <a:lnTo>
                  <a:pt x="2730" y="15786"/>
                </a:lnTo>
                <a:lnTo>
                  <a:pt x="3048" y="15659"/>
                </a:lnTo>
                <a:close/>
              </a:path>
              <a:path w="3810" h="20319">
                <a:moveTo>
                  <a:pt x="3136" y="19164"/>
                </a:moveTo>
                <a:lnTo>
                  <a:pt x="2882" y="19024"/>
                </a:lnTo>
                <a:lnTo>
                  <a:pt x="2730" y="19278"/>
                </a:lnTo>
                <a:lnTo>
                  <a:pt x="2578" y="19164"/>
                </a:lnTo>
                <a:lnTo>
                  <a:pt x="2374" y="19456"/>
                </a:lnTo>
                <a:lnTo>
                  <a:pt x="2641" y="19659"/>
                </a:lnTo>
                <a:lnTo>
                  <a:pt x="2857" y="19367"/>
                </a:lnTo>
                <a:lnTo>
                  <a:pt x="2997" y="19431"/>
                </a:lnTo>
                <a:lnTo>
                  <a:pt x="3136" y="19164"/>
                </a:lnTo>
                <a:close/>
              </a:path>
              <a:path w="3810" h="20319">
                <a:moveTo>
                  <a:pt x="3213" y="2908"/>
                </a:moveTo>
                <a:lnTo>
                  <a:pt x="3022" y="2628"/>
                </a:lnTo>
                <a:lnTo>
                  <a:pt x="2730" y="2806"/>
                </a:lnTo>
                <a:lnTo>
                  <a:pt x="2921" y="3098"/>
                </a:lnTo>
                <a:lnTo>
                  <a:pt x="3213" y="2908"/>
                </a:lnTo>
                <a:close/>
              </a:path>
              <a:path w="3810" h="20319">
                <a:moveTo>
                  <a:pt x="3225" y="6057"/>
                </a:moveTo>
                <a:lnTo>
                  <a:pt x="2971" y="5778"/>
                </a:lnTo>
                <a:lnTo>
                  <a:pt x="2971" y="5651"/>
                </a:lnTo>
                <a:lnTo>
                  <a:pt x="2692" y="5524"/>
                </a:lnTo>
                <a:lnTo>
                  <a:pt x="2565" y="5829"/>
                </a:lnTo>
                <a:lnTo>
                  <a:pt x="2794" y="5930"/>
                </a:lnTo>
                <a:lnTo>
                  <a:pt x="2933" y="6273"/>
                </a:lnTo>
                <a:lnTo>
                  <a:pt x="3225" y="6057"/>
                </a:lnTo>
                <a:close/>
              </a:path>
              <a:path w="3810" h="20319">
                <a:moveTo>
                  <a:pt x="3225" y="2273"/>
                </a:moveTo>
                <a:lnTo>
                  <a:pt x="2984" y="2032"/>
                </a:lnTo>
                <a:lnTo>
                  <a:pt x="2743" y="2273"/>
                </a:lnTo>
                <a:lnTo>
                  <a:pt x="2984" y="2514"/>
                </a:lnTo>
                <a:lnTo>
                  <a:pt x="3225" y="2273"/>
                </a:lnTo>
                <a:close/>
              </a:path>
              <a:path w="3810" h="20319">
                <a:moveTo>
                  <a:pt x="3276" y="12496"/>
                </a:moveTo>
                <a:lnTo>
                  <a:pt x="3009" y="12268"/>
                </a:lnTo>
                <a:lnTo>
                  <a:pt x="2781" y="12534"/>
                </a:lnTo>
                <a:lnTo>
                  <a:pt x="3048" y="12763"/>
                </a:lnTo>
                <a:lnTo>
                  <a:pt x="3276" y="12496"/>
                </a:lnTo>
                <a:close/>
              </a:path>
              <a:path w="3810" h="20319">
                <a:moveTo>
                  <a:pt x="3340" y="15494"/>
                </a:moveTo>
                <a:lnTo>
                  <a:pt x="3162" y="15278"/>
                </a:lnTo>
                <a:lnTo>
                  <a:pt x="2933" y="15443"/>
                </a:lnTo>
                <a:lnTo>
                  <a:pt x="3098" y="15671"/>
                </a:lnTo>
                <a:lnTo>
                  <a:pt x="3340" y="15494"/>
                </a:lnTo>
                <a:close/>
              </a:path>
              <a:path w="3810" h="20319">
                <a:moveTo>
                  <a:pt x="3365" y="16065"/>
                </a:moveTo>
                <a:lnTo>
                  <a:pt x="3022" y="15875"/>
                </a:lnTo>
                <a:lnTo>
                  <a:pt x="2844" y="16205"/>
                </a:lnTo>
                <a:lnTo>
                  <a:pt x="3175" y="16395"/>
                </a:lnTo>
                <a:lnTo>
                  <a:pt x="3365" y="160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bg object 145"/>
          <p:cNvSpPr/>
          <p:nvPr/>
        </p:nvSpPr>
        <p:spPr>
          <a:xfrm>
            <a:off x="1969668" y="1065059"/>
            <a:ext cx="3810" cy="52705"/>
          </a:xfrm>
          <a:custGeom>
            <a:avLst/>
            <a:gdLst/>
            <a:ahLst/>
            <a:cxnLst/>
            <a:rect l="l" t="t" r="r" b="b"/>
            <a:pathLst>
              <a:path w="3810" h="52705">
                <a:moveTo>
                  <a:pt x="469" y="51803"/>
                </a:moveTo>
                <a:lnTo>
                  <a:pt x="279" y="51650"/>
                </a:lnTo>
                <a:lnTo>
                  <a:pt x="127" y="51828"/>
                </a:lnTo>
                <a:lnTo>
                  <a:pt x="304" y="51981"/>
                </a:lnTo>
                <a:lnTo>
                  <a:pt x="469" y="51803"/>
                </a:lnTo>
                <a:close/>
              </a:path>
              <a:path w="3810" h="52705">
                <a:moveTo>
                  <a:pt x="495" y="42989"/>
                </a:moveTo>
                <a:lnTo>
                  <a:pt x="254" y="42773"/>
                </a:lnTo>
                <a:lnTo>
                  <a:pt x="25" y="43027"/>
                </a:lnTo>
                <a:lnTo>
                  <a:pt x="279" y="43243"/>
                </a:lnTo>
                <a:lnTo>
                  <a:pt x="495" y="42989"/>
                </a:lnTo>
                <a:close/>
              </a:path>
              <a:path w="3810" h="52705">
                <a:moveTo>
                  <a:pt x="508" y="47586"/>
                </a:moveTo>
                <a:lnTo>
                  <a:pt x="165" y="47409"/>
                </a:lnTo>
                <a:lnTo>
                  <a:pt x="0" y="47752"/>
                </a:lnTo>
                <a:lnTo>
                  <a:pt x="330" y="47917"/>
                </a:lnTo>
                <a:lnTo>
                  <a:pt x="508" y="47586"/>
                </a:lnTo>
                <a:close/>
              </a:path>
              <a:path w="3810" h="52705">
                <a:moveTo>
                  <a:pt x="508" y="37592"/>
                </a:moveTo>
                <a:lnTo>
                  <a:pt x="292" y="37490"/>
                </a:lnTo>
                <a:lnTo>
                  <a:pt x="177" y="37719"/>
                </a:lnTo>
                <a:lnTo>
                  <a:pt x="393" y="37820"/>
                </a:lnTo>
                <a:lnTo>
                  <a:pt x="508" y="37592"/>
                </a:lnTo>
                <a:close/>
              </a:path>
              <a:path w="3810" h="52705">
                <a:moveTo>
                  <a:pt x="520" y="39700"/>
                </a:moveTo>
                <a:lnTo>
                  <a:pt x="190" y="39509"/>
                </a:lnTo>
                <a:lnTo>
                  <a:pt x="12" y="39827"/>
                </a:lnTo>
                <a:lnTo>
                  <a:pt x="330" y="40005"/>
                </a:lnTo>
                <a:lnTo>
                  <a:pt x="520" y="39700"/>
                </a:lnTo>
                <a:close/>
              </a:path>
              <a:path w="3810" h="52705">
                <a:moveTo>
                  <a:pt x="533" y="50711"/>
                </a:moveTo>
                <a:lnTo>
                  <a:pt x="203" y="50558"/>
                </a:lnTo>
                <a:lnTo>
                  <a:pt x="63" y="50876"/>
                </a:lnTo>
                <a:lnTo>
                  <a:pt x="381" y="51028"/>
                </a:lnTo>
                <a:lnTo>
                  <a:pt x="533" y="50711"/>
                </a:lnTo>
                <a:close/>
              </a:path>
              <a:path w="3810" h="52705">
                <a:moveTo>
                  <a:pt x="622" y="40233"/>
                </a:moveTo>
                <a:lnTo>
                  <a:pt x="355" y="40106"/>
                </a:lnTo>
                <a:lnTo>
                  <a:pt x="241" y="40373"/>
                </a:lnTo>
                <a:lnTo>
                  <a:pt x="495" y="40487"/>
                </a:lnTo>
                <a:lnTo>
                  <a:pt x="622" y="40233"/>
                </a:lnTo>
                <a:close/>
              </a:path>
              <a:path w="3810" h="52705">
                <a:moveTo>
                  <a:pt x="762" y="49187"/>
                </a:moveTo>
                <a:lnTo>
                  <a:pt x="635" y="48933"/>
                </a:lnTo>
                <a:lnTo>
                  <a:pt x="393" y="49072"/>
                </a:lnTo>
                <a:lnTo>
                  <a:pt x="520" y="49301"/>
                </a:lnTo>
                <a:lnTo>
                  <a:pt x="762" y="49187"/>
                </a:lnTo>
                <a:close/>
              </a:path>
              <a:path w="3810" h="52705">
                <a:moveTo>
                  <a:pt x="850" y="41427"/>
                </a:moveTo>
                <a:lnTo>
                  <a:pt x="635" y="41275"/>
                </a:lnTo>
                <a:lnTo>
                  <a:pt x="482" y="41490"/>
                </a:lnTo>
                <a:lnTo>
                  <a:pt x="698" y="41643"/>
                </a:lnTo>
                <a:lnTo>
                  <a:pt x="850" y="41427"/>
                </a:lnTo>
                <a:close/>
              </a:path>
              <a:path w="3810" h="52705">
                <a:moveTo>
                  <a:pt x="876" y="444"/>
                </a:moveTo>
                <a:lnTo>
                  <a:pt x="647" y="342"/>
                </a:lnTo>
                <a:lnTo>
                  <a:pt x="533" y="571"/>
                </a:lnTo>
                <a:lnTo>
                  <a:pt x="774" y="698"/>
                </a:lnTo>
                <a:lnTo>
                  <a:pt x="876" y="444"/>
                </a:lnTo>
                <a:close/>
              </a:path>
              <a:path w="3810" h="52705">
                <a:moveTo>
                  <a:pt x="901" y="47155"/>
                </a:moveTo>
                <a:lnTo>
                  <a:pt x="685" y="46850"/>
                </a:lnTo>
                <a:lnTo>
                  <a:pt x="393" y="47053"/>
                </a:lnTo>
                <a:lnTo>
                  <a:pt x="609" y="47358"/>
                </a:lnTo>
                <a:lnTo>
                  <a:pt x="901" y="47155"/>
                </a:lnTo>
                <a:close/>
              </a:path>
              <a:path w="3810" h="52705">
                <a:moveTo>
                  <a:pt x="952" y="48145"/>
                </a:moveTo>
                <a:lnTo>
                  <a:pt x="749" y="47980"/>
                </a:lnTo>
                <a:lnTo>
                  <a:pt x="571" y="48196"/>
                </a:lnTo>
                <a:lnTo>
                  <a:pt x="787" y="48361"/>
                </a:lnTo>
                <a:lnTo>
                  <a:pt x="952" y="48145"/>
                </a:lnTo>
                <a:close/>
              </a:path>
              <a:path w="3810" h="52705">
                <a:moveTo>
                  <a:pt x="965" y="50177"/>
                </a:moveTo>
                <a:lnTo>
                  <a:pt x="723" y="50063"/>
                </a:lnTo>
                <a:lnTo>
                  <a:pt x="596" y="50317"/>
                </a:lnTo>
                <a:lnTo>
                  <a:pt x="838" y="50431"/>
                </a:lnTo>
                <a:lnTo>
                  <a:pt x="965" y="50177"/>
                </a:lnTo>
                <a:close/>
              </a:path>
              <a:path w="3810" h="52705">
                <a:moveTo>
                  <a:pt x="965" y="39497"/>
                </a:moveTo>
                <a:lnTo>
                  <a:pt x="736" y="39382"/>
                </a:lnTo>
                <a:lnTo>
                  <a:pt x="952" y="39166"/>
                </a:lnTo>
                <a:lnTo>
                  <a:pt x="698" y="39065"/>
                </a:lnTo>
                <a:lnTo>
                  <a:pt x="596" y="39319"/>
                </a:lnTo>
                <a:lnTo>
                  <a:pt x="469" y="39649"/>
                </a:lnTo>
                <a:lnTo>
                  <a:pt x="800" y="39827"/>
                </a:lnTo>
                <a:lnTo>
                  <a:pt x="965" y="39497"/>
                </a:lnTo>
                <a:close/>
              </a:path>
              <a:path w="3810" h="52705">
                <a:moveTo>
                  <a:pt x="1041" y="50990"/>
                </a:moveTo>
                <a:lnTo>
                  <a:pt x="787" y="50850"/>
                </a:lnTo>
                <a:lnTo>
                  <a:pt x="647" y="51117"/>
                </a:lnTo>
                <a:lnTo>
                  <a:pt x="901" y="51257"/>
                </a:lnTo>
                <a:lnTo>
                  <a:pt x="1041" y="50990"/>
                </a:lnTo>
                <a:close/>
              </a:path>
              <a:path w="3810" h="52705">
                <a:moveTo>
                  <a:pt x="1270" y="3556"/>
                </a:moveTo>
                <a:lnTo>
                  <a:pt x="1054" y="3289"/>
                </a:lnTo>
                <a:lnTo>
                  <a:pt x="800" y="3479"/>
                </a:lnTo>
                <a:lnTo>
                  <a:pt x="990" y="3746"/>
                </a:lnTo>
                <a:lnTo>
                  <a:pt x="1270" y="3556"/>
                </a:lnTo>
                <a:close/>
              </a:path>
              <a:path w="3810" h="52705">
                <a:moveTo>
                  <a:pt x="1308" y="2235"/>
                </a:moveTo>
                <a:lnTo>
                  <a:pt x="1054" y="1993"/>
                </a:lnTo>
                <a:lnTo>
                  <a:pt x="812" y="2222"/>
                </a:lnTo>
                <a:lnTo>
                  <a:pt x="1041" y="2476"/>
                </a:lnTo>
                <a:lnTo>
                  <a:pt x="1308" y="2235"/>
                </a:lnTo>
                <a:close/>
              </a:path>
              <a:path w="3810" h="52705">
                <a:moveTo>
                  <a:pt x="1384" y="42354"/>
                </a:moveTo>
                <a:lnTo>
                  <a:pt x="1130" y="42062"/>
                </a:lnTo>
                <a:lnTo>
                  <a:pt x="825" y="42316"/>
                </a:lnTo>
                <a:lnTo>
                  <a:pt x="977" y="42506"/>
                </a:lnTo>
                <a:lnTo>
                  <a:pt x="914" y="42659"/>
                </a:lnTo>
                <a:lnTo>
                  <a:pt x="1231" y="42811"/>
                </a:lnTo>
                <a:lnTo>
                  <a:pt x="1346" y="42519"/>
                </a:lnTo>
                <a:lnTo>
                  <a:pt x="1384" y="42354"/>
                </a:lnTo>
                <a:close/>
              </a:path>
              <a:path w="3810" h="52705">
                <a:moveTo>
                  <a:pt x="1422" y="44132"/>
                </a:moveTo>
                <a:lnTo>
                  <a:pt x="1130" y="43878"/>
                </a:lnTo>
                <a:lnTo>
                  <a:pt x="889" y="44183"/>
                </a:lnTo>
                <a:lnTo>
                  <a:pt x="1066" y="44335"/>
                </a:lnTo>
                <a:lnTo>
                  <a:pt x="825" y="44513"/>
                </a:lnTo>
                <a:lnTo>
                  <a:pt x="1003" y="44767"/>
                </a:lnTo>
                <a:lnTo>
                  <a:pt x="1270" y="44589"/>
                </a:lnTo>
                <a:lnTo>
                  <a:pt x="1117" y="44373"/>
                </a:lnTo>
                <a:lnTo>
                  <a:pt x="1422" y="44132"/>
                </a:lnTo>
                <a:close/>
              </a:path>
              <a:path w="3810" h="52705">
                <a:moveTo>
                  <a:pt x="1447" y="50634"/>
                </a:moveTo>
                <a:lnTo>
                  <a:pt x="1231" y="50317"/>
                </a:lnTo>
                <a:lnTo>
                  <a:pt x="914" y="50533"/>
                </a:lnTo>
                <a:lnTo>
                  <a:pt x="1130" y="50850"/>
                </a:lnTo>
                <a:lnTo>
                  <a:pt x="1447" y="50634"/>
                </a:lnTo>
                <a:close/>
              </a:path>
              <a:path w="3810" h="52705">
                <a:moveTo>
                  <a:pt x="1625" y="2540"/>
                </a:moveTo>
                <a:lnTo>
                  <a:pt x="1422" y="2349"/>
                </a:lnTo>
                <a:lnTo>
                  <a:pt x="1231" y="2552"/>
                </a:lnTo>
                <a:lnTo>
                  <a:pt x="1435" y="2743"/>
                </a:lnTo>
                <a:lnTo>
                  <a:pt x="1625" y="2540"/>
                </a:lnTo>
                <a:close/>
              </a:path>
              <a:path w="3810" h="52705">
                <a:moveTo>
                  <a:pt x="1651" y="48514"/>
                </a:moveTo>
                <a:lnTo>
                  <a:pt x="1460" y="48272"/>
                </a:lnTo>
                <a:lnTo>
                  <a:pt x="1231" y="48475"/>
                </a:lnTo>
                <a:lnTo>
                  <a:pt x="1422" y="48704"/>
                </a:lnTo>
                <a:lnTo>
                  <a:pt x="1651" y="48514"/>
                </a:lnTo>
                <a:close/>
              </a:path>
              <a:path w="3810" h="52705">
                <a:moveTo>
                  <a:pt x="1663" y="1816"/>
                </a:moveTo>
                <a:lnTo>
                  <a:pt x="1447" y="1676"/>
                </a:lnTo>
                <a:lnTo>
                  <a:pt x="1295" y="1917"/>
                </a:lnTo>
                <a:lnTo>
                  <a:pt x="1536" y="2070"/>
                </a:lnTo>
                <a:lnTo>
                  <a:pt x="1663" y="1816"/>
                </a:lnTo>
                <a:close/>
              </a:path>
              <a:path w="3810" h="52705">
                <a:moveTo>
                  <a:pt x="1701" y="49682"/>
                </a:moveTo>
                <a:lnTo>
                  <a:pt x="1524" y="49428"/>
                </a:lnTo>
                <a:lnTo>
                  <a:pt x="1282" y="49618"/>
                </a:lnTo>
                <a:lnTo>
                  <a:pt x="1358" y="49745"/>
                </a:lnTo>
                <a:lnTo>
                  <a:pt x="1435" y="49987"/>
                </a:lnTo>
                <a:lnTo>
                  <a:pt x="1625" y="49847"/>
                </a:lnTo>
                <a:lnTo>
                  <a:pt x="1701" y="49682"/>
                </a:lnTo>
                <a:close/>
              </a:path>
              <a:path w="3810" h="52705">
                <a:moveTo>
                  <a:pt x="1752" y="39979"/>
                </a:moveTo>
                <a:lnTo>
                  <a:pt x="1511" y="39776"/>
                </a:lnTo>
                <a:lnTo>
                  <a:pt x="1308" y="40005"/>
                </a:lnTo>
                <a:lnTo>
                  <a:pt x="1562" y="40220"/>
                </a:lnTo>
                <a:lnTo>
                  <a:pt x="1752" y="39979"/>
                </a:lnTo>
                <a:close/>
              </a:path>
              <a:path w="3810" h="52705">
                <a:moveTo>
                  <a:pt x="1790" y="48056"/>
                </a:moveTo>
                <a:lnTo>
                  <a:pt x="1638" y="47802"/>
                </a:lnTo>
                <a:lnTo>
                  <a:pt x="1409" y="47942"/>
                </a:lnTo>
                <a:lnTo>
                  <a:pt x="1549" y="48171"/>
                </a:lnTo>
                <a:lnTo>
                  <a:pt x="1790" y="48056"/>
                </a:lnTo>
                <a:close/>
              </a:path>
              <a:path w="3810" h="52705">
                <a:moveTo>
                  <a:pt x="1803" y="1117"/>
                </a:moveTo>
                <a:lnTo>
                  <a:pt x="1587" y="876"/>
                </a:lnTo>
                <a:lnTo>
                  <a:pt x="1371" y="1117"/>
                </a:lnTo>
                <a:lnTo>
                  <a:pt x="1587" y="1320"/>
                </a:lnTo>
                <a:lnTo>
                  <a:pt x="1803" y="1117"/>
                </a:lnTo>
                <a:close/>
              </a:path>
              <a:path w="3810" h="52705">
                <a:moveTo>
                  <a:pt x="1905" y="38646"/>
                </a:moveTo>
                <a:lnTo>
                  <a:pt x="1714" y="38315"/>
                </a:lnTo>
                <a:lnTo>
                  <a:pt x="1536" y="38417"/>
                </a:lnTo>
                <a:lnTo>
                  <a:pt x="1422" y="38201"/>
                </a:lnTo>
                <a:lnTo>
                  <a:pt x="1460" y="37973"/>
                </a:lnTo>
                <a:lnTo>
                  <a:pt x="1155" y="37820"/>
                </a:lnTo>
                <a:lnTo>
                  <a:pt x="1016" y="38138"/>
                </a:lnTo>
                <a:lnTo>
                  <a:pt x="1308" y="38277"/>
                </a:lnTo>
                <a:lnTo>
                  <a:pt x="1181" y="38366"/>
                </a:lnTo>
                <a:lnTo>
                  <a:pt x="1333" y="38608"/>
                </a:lnTo>
                <a:lnTo>
                  <a:pt x="1574" y="38836"/>
                </a:lnTo>
                <a:lnTo>
                  <a:pt x="1905" y="38646"/>
                </a:lnTo>
                <a:close/>
              </a:path>
              <a:path w="3810" h="52705">
                <a:moveTo>
                  <a:pt x="1917" y="46977"/>
                </a:moveTo>
                <a:lnTo>
                  <a:pt x="1765" y="46659"/>
                </a:lnTo>
                <a:lnTo>
                  <a:pt x="1473" y="46837"/>
                </a:lnTo>
                <a:lnTo>
                  <a:pt x="1625" y="47129"/>
                </a:lnTo>
                <a:lnTo>
                  <a:pt x="1917" y="46977"/>
                </a:lnTo>
                <a:close/>
              </a:path>
              <a:path w="3810" h="52705">
                <a:moveTo>
                  <a:pt x="1955" y="43675"/>
                </a:moveTo>
                <a:lnTo>
                  <a:pt x="1739" y="43586"/>
                </a:lnTo>
                <a:lnTo>
                  <a:pt x="1943" y="43345"/>
                </a:lnTo>
                <a:lnTo>
                  <a:pt x="1651" y="43103"/>
                </a:lnTo>
                <a:lnTo>
                  <a:pt x="1435" y="43408"/>
                </a:lnTo>
                <a:lnTo>
                  <a:pt x="1676" y="43586"/>
                </a:lnTo>
                <a:lnTo>
                  <a:pt x="1574" y="43815"/>
                </a:lnTo>
                <a:lnTo>
                  <a:pt x="1841" y="43942"/>
                </a:lnTo>
                <a:lnTo>
                  <a:pt x="1955" y="43675"/>
                </a:lnTo>
                <a:close/>
              </a:path>
              <a:path w="3810" h="52705">
                <a:moveTo>
                  <a:pt x="1968" y="46113"/>
                </a:moveTo>
                <a:lnTo>
                  <a:pt x="1714" y="45885"/>
                </a:lnTo>
                <a:lnTo>
                  <a:pt x="1473" y="46139"/>
                </a:lnTo>
                <a:lnTo>
                  <a:pt x="1739" y="46367"/>
                </a:lnTo>
                <a:lnTo>
                  <a:pt x="1968" y="46113"/>
                </a:lnTo>
                <a:close/>
              </a:path>
              <a:path w="3810" h="52705">
                <a:moveTo>
                  <a:pt x="2019" y="3327"/>
                </a:moveTo>
                <a:lnTo>
                  <a:pt x="1816" y="3060"/>
                </a:lnTo>
                <a:lnTo>
                  <a:pt x="1549" y="3225"/>
                </a:lnTo>
                <a:lnTo>
                  <a:pt x="1727" y="3492"/>
                </a:lnTo>
                <a:lnTo>
                  <a:pt x="2019" y="3327"/>
                </a:lnTo>
                <a:close/>
              </a:path>
              <a:path w="3810" h="52705">
                <a:moveTo>
                  <a:pt x="2133" y="36169"/>
                </a:moveTo>
                <a:lnTo>
                  <a:pt x="1905" y="35979"/>
                </a:lnTo>
                <a:lnTo>
                  <a:pt x="1739" y="36220"/>
                </a:lnTo>
                <a:lnTo>
                  <a:pt x="1955" y="36385"/>
                </a:lnTo>
                <a:lnTo>
                  <a:pt x="2133" y="36169"/>
                </a:lnTo>
                <a:close/>
              </a:path>
              <a:path w="3810" h="52705">
                <a:moveTo>
                  <a:pt x="2209" y="51435"/>
                </a:moveTo>
                <a:lnTo>
                  <a:pt x="2032" y="51244"/>
                </a:lnTo>
                <a:lnTo>
                  <a:pt x="1841" y="51409"/>
                </a:lnTo>
                <a:lnTo>
                  <a:pt x="2006" y="51625"/>
                </a:lnTo>
                <a:lnTo>
                  <a:pt x="2209" y="51435"/>
                </a:lnTo>
                <a:close/>
              </a:path>
              <a:path w="3810" h="52705">
                <a:moveTo>
                  <a:pt x="2209" y="762"/>
                </a:moveTo>
                <a:lnTo>
                  <a:pt x="1930" y="635"/>
                </a:lnTo>
                <a:lnTo>
                  <a:pt x="1790" y="901"/>
                </a:lnTo>
                <a:lnTo>
                  <a:pt x="2082" y="1041"/>
                </a:lnTo>
                <a:lnTo>
                  <a:pt x="2209" y="762"/>
                </a:lnTo>
                <a:close/>
              </a:path>
              <a:path w="3810" h="52705">
                <a:moveTo>
                  <a:pt x="2286" y="41643"/>
                </a:moveTo>
                <a:lnTo>
                  <a:pt x="2095" y="41389"/>
                </a:lnTo>
                <a:lnTo>
                  <a:pt x="1841" y="41592"/>
                </a:lnTo>
                <a:lnTo>
                  <a:pt x="2044" y="41846"/>
                </a:lnTo>
                <a:lnTo>
                  <a:pt x="2286" y="41643"/>
                </a:lnTo>
                <a:close/>
              </a:path>
              <a:path w="3810" h="52705">
                <a:moveTo>
                  <a:pt x="2374" y="49263"/>
                </a:moveTo>
                <a:lnTo>
                  <a:pt x="2108" y="49136"/>
                </a:lnTo>
                <a:lnTo>
                  <a:pt x="1968" y="49441"/>
                </a:lnTo>
                <a:lnTo>
                  <a:pt x="2273" y="49568"/>
                </a:lnTo>
                <a:lnTo>
                  <a:pt x="2374" y="49263"/>
                </a:lnTo>
                <a:close/>
              </a:path>
              <a:path w="3810" h="52705">
                <a:moveTo>
                  <a:pt x="2489" y="51244"/>
                </a:moveTo>
                <a:lnTo>
                  <a:pt x="2324" y="51054"/>
                </a:lnTo>
                <a:lnTo>
                  <a:pt x="2146" y="51219"/>
                </a:lnTo>
                <a:lnTo>
                  <a:pt x="2286" y="51396"/>
                </a:lnTo>
                <a:lnTo>
                  <a:pt x="2489" y="51244"/>
                </a:lnTo>
                <a:close/>
              </a:path>
              <a:path w="3810" h="52705">
                <a:moveTo>
                  <a:pt x="2489" y="46443"/>
                </a:moveTo>
                <a:lnTo>
                  <a:pt x="2235" y="46304"/>
                </a:lnTo>
                <a:lnTo>
                  <a:pt x="2095" y="46558"/>
                </a:lnTo>
                <a:lnTo>
                  <a:pt x="2349" y="46697"/>
                </a:lnTo>
                <a:lnTo>
                  <a:pt x="2489" y="46443"/>
                </a:lnTo>
                <a:close/>
              </a:path>
              <a:path w="3810" h="52705">
                <a:moveTo>
                  <a:pt x="2501" y="1511"/>
                </a:moveTo>
                <a:lnTo>
                  <a:pt x="2286" y="1308"/>
                </a:lnTo>
                <a:lnTo>
                  <a:pt x="2082" y="1511"/>
                </a:lnTo>
                <a:lnTo>
                  <a:pt x="2286" y="1727"/>
                </a:lnTo>
                <a:lnTo>
                  <a:pt x="2501" y="1511"/>
                </a:lnTo>
                <a:close/>
              </a:path>
              <a:path w="3810" h="52705">
                <a:moveTo>
                  <a:pt x="2552" y="40843"/>
                </a:moveTo>
                <a:lnTo>
                  <a:pt x="2286" y="40741"/>
                </a:lnTo>
                <a:lnTo>
                  <a:pt x="2184" y="40957"/>
                </a:lnTo>
                <a:lnTo>
                  <a:pt x="1955" y="41135"/>
                </a:lnTo>
                <a:lnTo>
                  <a:pt x="2184" y="41440"/>
                </a:lnTo>
                <a:lnTo>
                  <a:pt x="2489" y="41186"/>
                </a:lnTo>
                <a:lnTo>
                  <a:pt x="2552" y="40843"/>
                </a:lnTo>
                <a:close/>
              </a:path>
              <a:path w="3810" h="52705">
                <a:moveTo>
                  <a:pt x="2565" y="279"/>
                </a:moveTo>
                <a:lnTo>
                  <a:pt x="2311" y="0"/>
                </a:lnTo>
                <a:lnTo>
                  <a:pt x="2044" y="228"/>
                </a:lnTo>
                <a:lnTo>
                  <a:pt x="2273" y="495"/>
                </a:lnTo>
                <a:lnTo>
                  <a:pt x="2565" y="279"/>
                </a:lnTo>
                <a:close/>
              </a:path>
              <a:path w="3810" h="52705">
                <a:moveTo>
                  <a:pt x="2578" y="36957"/>
                </a:moveTo>
                <a:lnTo>
                  <a:pt x="2349" y="36741"/>
                </a:lnTo>
                <a:lnTo>
                  <a:pt x="2159" y="36957"/>
                </a:lnTo>
                <a:lnTo>
                  <a:pt x="2374" y="37160"/>
                </a:lnTo>
                <a:lnTo>
                  <a:pt x="2578" y="36957"/>
                </a:lnTo>
                <a:close/>
              </a:path>
              <a:path w="3810" h="52705">
                <a:moveTo>
                  <a:pt x="2628" y="38887"/>
                </a:moveTo>
                <a:lnTo>
                  <a:pt x="2476" y="38773"/>
                </a:lnTo>
                <a:lnTo>
                  <a:pt x="2540" y="38646"/>
                </a:lnTo>
                <a:lnTo>
                  <a:pt x="2273" y="38557"/>
                </a:lnTo>
                <a:lnTo>
                  <a:pt x="2159" y="38823"/>
                </a:lnTo>
                <a:lnTo>
                  <a:pt x="2438" y="39116"/>
                </a:lnTo>
                <a:lnTo>
                  <a:pt x="2628" y="38887"/>
                </a:lnTo>
                <a:close/>
              </a:path>
              <a:path w="3810" h="52705">
                <a:moveTo>
                  <a:pt x="2654" y="2844"/>
                </a:moveTo>
                <a:lnTo>
                  <a:pt x="2387" y="2654"/>
                </a:lnTo>
                <a:lnTo>
                  <a:pt x="2184" y="2895"/>
                </a:lnTo>
                <a:lnTo>
                  <a:pt x="2438" y="3098"/>
                </a:lnTo>
                <a:lnTo>
                  <a:pt x="2654" y="2844"/>
                </a:lnTo>
                <a:close/>
              </a:path>
              <a:path w="3810" h="52705">
                <a:moveTo>
                  <a:pt x="2705" y="38290"/>
                </a:moveTo>
                <a:lnTo>
                  <a:pt x="2552" y="38036"/>
                </a:lnTo>
                <a:lnTo>
                  <a:pt x="2298" y="38188"/>
                </a:lnTo>
                <a:lnTo>
                  <a:pt x="2463" y="38442"/>
                </a:lnTo>
                <a:lnTo>
                  <a:pt x="2705" y="38290"/>
                </a:lnTo>
                <a:close/>
              </a:path>
              <a:path w="3810" h="52705">
                <a:moveTo>
                  <a:pt x="2743" y="45758"/>
                </a:moveTo>
                <a:lnTo>
                  <a:pt x="2451" y="45567"/>
                </a:lnTo>
                <a:lnTo>
                  <a:pt x="2273" y="45859"/>
                </a:lnTo>
                <a:lnTo>
                  <a:pt x="2565" y="46037"/>
                </a:lnTo>
                <a:lnTo>
                  <a:pt x="2743" y="45758"/>
                </a:lnTo>
                <a:close/>
              </a:path>
              <a:path w="3810" h="52705">
                <a:moveTo>
                  <a:pt x="2755" y="47345"/>
                </a:moveTo>
                <a:lnTo>
                  <a:pt x="2565" y="47104"/>
                </a:lnTo>
                <a:lnTo>
                  <a:pt x="2311" y="47320"/>
                </a:lnTo>
                <a:lnTo>
                  <a:pt x="2514" y="47561"/>
                </a:lnTo>
                <a:lnTo>
                  <a:pt x="2755" y="47345"/>
                </a:lnTo>
                <a:close/>
              </a:path>
              <a:path w="3810" h="52705">
                <a:moveTo>
                  <a:pt x="2768" y="40563"/>
                </a:moveTo>
                <a:lnTo>
                  <a:pt x="2628" y="40360"/>
                </a:lnTo>
                <a:lnTo>
                  <a:pt x="2425" y="40513"/>
                </a:lnTo>
                <a:lnTo>
                  <a:pt x="2578" y="40716"/>
                </a:lnTo>
                <a:lnTo>
                  <a:pt x="2768" y="40563"/>
                </a:lnTo>
                <a:close/>
              </a:path>
              <a:path w="3810" h="52705">
                <a:moveTo>
                  <a:pt x="2781" y="35941"/>
                </a:moveTo>
                <a:lnTo>
                  <a:pt x="2628" y="35725"/>
                </a:lnTo>
                <a:lnTo>
                  <a:pt x="2400" y="35890"/>
                </a:lnTo>
                <a:lnTo>
                  <a:pt x="2565" y="36106"/>
                </a:lnTo>
                <a:lnTo>
                  <a:pt x="2781" y="35941"/>
                </a:lnTo>
                <a:close/>
              </a:path>
              <a:path w="3810" h="52705">
                <a:moveTo>
                  <a:pt x="2819" y="52133"/>
                </a:moveTo>
                <a:lnTo>
                  <a:pt x="2501" y="51943"/>
                </a:lnTo>
                <a:lnTo>
                  <a:pt x="2311" y="52273"/>
                </a:lnTo>
                <a:lnTo>
                  <a:pt x="2641" y="52451"/>
                </a:lnTo>
                <a:lnTo>
                  <a:pt x="2819" y="52133"/>
                </a:lnTo>
                <a:close/>
              </a:path>
              <a:path w="3810" h="52705">
                <a:moveTo>
                  <a:pt x="2857" y="37223"/>
                </a:moveTo>
                <a:lnTo>
                  <a:pt x="2590" y="37045"/>
                </a:lnTo>
                <a:lnTo>
                  <a:pt x="2374" y="37299"/>
                </a:lnTo>
                <a:lnTo>
                  <a:pt x="2641" y="37490"/>
                </a:lnTo>
                <a:lnTo>
                  <a:pt x="2857" y="37223"/>
                </a:lnTo>
                <a:close/>
              </a:path>
              <a:path w="3810" h="52705">
                <a:moveTo>
                  <a:pt x="2971" y="36550"/>
                </a:moveTo>
                <a:lnTo>
                  <a:pt x="2679" y="36360"/>
                </a:lnTo>
                <a:lnTo>
                  <a:pt x="2489" y="36652"/>
                </a:lnTo>
                <a:lnTo>
                  <a:pt x="2755" y="36830"/>
                </a:lnTo>
                <a:lnTo>
                  <a:pt x="2971" y="36550"/>
                </a:lnTo>
                <a:close/>
              </a:path>
              <a:path w="3810" h="52705">
                <a:moveTo>
                  <a:pt x="3048" y="45148"/>
                </a:moveTo>
                <a:lnTo>
                  <a:pt x="2844" y="44894"/>
                </a:lnTo>
                <a:lnTo>
                  <a:pt x="2603" y="45110"/>
                </a:lnTo>
                <a:lnTo>
                  <a:pt x="2717" y="45262"/>
                </a:lnTo>
                <a:lnTo>
                  <a:pt x="2540" y="45402"/>
                </a:lnTo>
                <a:lnTo>
                  <a:pt x="2679" y="45593"/>
                </a:lnTo>
                <a:lnTo>
                  <a:pt x="2882" y="45453"/>
                </a:lnTo>
                <a:lnTo>
                  <a:pt x="2730" y="45275"/>
                </a:lnTo>
                <a:lnTo>
                  <a:pt x="3048" y="45148"/>
                </a:lnTo>
                <a:close/>
              </a:path>
              <a:path w="3810" h="52705">
                <a:moveTo>
                  <a:pt x="3136" y="48653"/>
                </a:moveTo>
                <a:lnTo>
                  <a:pt x="2882" y="48526"/>
                </a:lnTo>
                <a:lnTo>
                  <a:pt x="2730" y="48768"/>
                </a:lnTo>
                <a:lnTo>
                  <a:pt x="2578" y="48653"/>
                </a:lnTo>
                <a:lnTo>
                  <a:pt x="2374" y="48920"/>
                </a:lnTo>
                <a:lnTo>
                  <a:pt x="2641" y="49123"/>
                </a:lnTo>
                <a:lnTo>
                  <a:pt x="2857" y="48856"/>
                </a:lnTo>
                <a:lnTo>
                  <a:pt x="2997" y="48920"/>
                </a:lnTo>
                <a:lnTo>
                  <a:pt x="3136" y="48653"/>
                </a:lnTo>
                <a:close/>
              </a:path>
              <a:path w="3810" h="52705">
                <a:moveTo>
                  <a:pt x="3225" y="35496"/>
                </a:moveTo>
                <a:lnTo>
                  <a:pt x="2984" y="35217"/>
                </a:lnTo>
                <a:lnTo>
                  <a:pt x="2705" y="35458"/>
                </a:lnTo>
                <a:lnTo>
                  <a:pt x="2946" y="35737"/>
                </a:lnTo>
                <a:lnTo>
                  <a:pt x="3225" y="35496"/>
                </a:lnTo>
                <a:close/>
              </a:path>
              <a:path w="3810" h="52705">
                <a:moveTo>
                  <a:pt x="3263" y="41998"/>
                </a:moveTo>
                <a:lnTo>
                  <a:pt x="3009" y="41783"/>
                </a:lnTo>
                <a:lnTo>
                  <a:pt x="2781" y="42037"/>
                </a:lnTo>
                <a:lnTo>
                  <a:pt x="3035" y="42265"/>
                </a:lnTo>
                <a:lnTo>
                  <a:pt x="3263" y="41998"/>
                </a:lnTo>
                <a:close/>
              </a:path>
              <a:path w="3810" h="52705">
                <a:moveTo>
                  <a:pt x="3340" y="44983"/>
                </a:moveTo>
                <a:lnTo>
                  <a:pt x="3162" y="44754"/>
                </a:lnTo>
                <a:lnTo>
                  <a:pt x="2933" y="44932"/>
                </a:lnTo>
                <a:lnTo>
                  <a:pt x="3098" y="45148"/>
                </a:lnTo>
                <a:lnTo>
                  <a:pt x="3340" y="44983"/>
                </a:lnTo>
                <a:close/>
              </a:path>
              <a:path w="3810" h="52705">
                <a:moveTo>
                  <a:pt x="3352" y="49898"/>
                </a:moveTo>
                <a:lnTo>
                  <a:pt x="3098" y="49784"/>
                </a:lnTo>
                <a:lnTo>
                  <a:pt x="2959" y="50038"/>
                </a:lnTo>
                <a:lnTo>
                  <a:pt x="3225" y="50177"/>
                </a:lnTo>
                <a:lnTo>
                  <a:pt x="3352" y="49898"/>
                </a:lnTo>
                <a:close/>
              </a:path>
              <a:path w="3810" h="52705">
                <a:moveTo>
                  <a:pt x="3365" y="45542"/>
                </a:moveTo>
                <a:lnTo>
                  <a:pt x="3022" y="45351"/>
                </a:lnTo>
                <a:lnTo>
                  <a:pt x="2844" y="45694"/>
                </a:lnTo>
                <a:lnTo>
                  <a:pt x="3175" y="45885"/>
                </a:lnTo>
                <a:lnTo>
                  <a:pt x="3365" y="455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bg object 146"/>
          <p:cNvSpPr/>
          <p:nvPr/>
        </p:nvSpPr>
        <p:spPr>
          <a:xfrm>
            <a:off x="1969922" y="1091259"/>
            <a:ext cx="3175" cy="37465"/>
          </a:xfrm>
          <a:custGeom>
            <a:avLst/>
            <a:gdLst/>
            <a:ahLst/>
            <a:cxnLst/>
            <a:rect l="l" t="t" r="r" b="b"/>
            <a:pathLst>
              <a:path w="3175" h="37465">
                <a:moveTo>
                  <a:pt x="88" y="36817"/>
                </a:moveTo>
                <a:close/>
              </a:path>
              <a:path w="3175" h="37465">
                <a:moveTo>
                  <a:pt x="406" y="30200"/>
                </a:moveTo>
                <a:lnTo>
                  <a:pt x="266" y="29946"/>
                </a:lnTo>
                <a:lnTo>
                  <a:pt x="12" y="30086"/>
                </a:lnTo>
                <a:lnTo>
                  <a:pt x="152" y="30340"/>
                </a:lnTo>
                <a:lnTo>
                  <a:pt x="406" y="30200"/>
                </a:lnTo>
                <a:close/>
              </a:path>
              <a:path w="3175" h="37465">
                <a:moveTo>
                  <a:pt x="419" y="32499"/>
                </a:moveTo>
                <a:lnTo>
                  <a:pt x="139" y="32372"/>
                </a:lnTo>
                <a:lnTo>
                  <a:pt x="0" y="32639"/>
                </a:lnTo>
                <a:lnTo>
                  <a:pt x="266" y="32791"/>
                </a:lnTo>
                <a:lnTo>
                  <a:pt x="419" y="32499"/>
                </a:lnTo>
                <a:close/>
              </a:path>
              <a:path w="3175" h="37465">
                <a:moveTo>
                  <a:pt x="419" y="7023"/>
                </a:moveTo>
                <a:lnTo>
                  <a:pt x="139" y="6883"/>
                </a:lnTo>
                <a:lnTo>
                  <a:pt x="0" y="7150"/>
                </a:lnTo>
                <a:lnTo>
                  <a:pt x="266" y="7289"/>
                </a:lnTo>
                <a:lnTo>
                  <a:pt x="419" y="7023"/>
                </a:lnTo>
                <a:close/>
              </a:path>
              <a:path w="3175" h="37465">
                <a:moveTo>
                  <a:pt x="482" y="32918"/>
                </a:moveTo>
                <a:lnTo>
                  <a:pt x="139" y="32753"/>
                </a:lnTo>
                <a:lnTo>
                  <a:pt x="0" y="33083"/>
                </a:lnTo>
                <a:lnTo>
                  <a:pt x="330" y="33235"/>
                </a:lnTo>
                <a:lnTo>
                  <a:pt x="482" y="32918"/>
                </a:lnTo>
                <a:close/>
              </a:path>
              <a:path w="3175" h="37465">
                <a:moveTo>
                  <a:pt x="482" y="7404"/>
                </a:moveTo>
                <a:lnTo>
                  <a:pt x="139" y="7264"/>
                </a:lnTo>
                <a:lnTo>
                  <a:pt x="0" y="7581"/>
                </a:lnTo>
                <a:lnTo>
                  <a:pt x="330" y="7734"/>
                </a:lnTo>
                <a:lnTo>
                  <a:pt x="482" y="7404"/>
                </a:lnTo>
                <a:close/>
              </a:path>
              <a:path w="3175" h="37465">
                <a:moveTo>
                  <a:pt x="622" y="25933"/>
                </a:moveTo>
                <a:lnTo>
                  <a:pt x="393" y="25831"/>
                </a:lnTo>
                <a:lnTo>
                  <a:pt x="279" y="26060"/>
                </a:lnTo>
                <a:lnTo>
                  <a:pt x="520" y="26187"/>
                </a:lnTo>
                <a:lnTo>
                  <a:pt x="622" y="25933"/>
                </a:lnTo>
                <a:close/>
              </a:path>
              <a:path w="3175" h="37465">
                <a:moveTo>
                  <a:pt x="622" y="431"/>
                </a:moveTo>
                <a:lnTo>
                  <a:pt x="393" y="342"/>
                </a:lnTo>
                <a:lnTo>
                  <a:pt x="279" y="571"/>
                </a:lnTo>
                <a:lnTo>
                  <a:pt x="520" y="685"/>
                </a:lnTo>
                <a:lnTo>
                  <a:pt x="622" y="431"/>
                </a:lnTo>
                <a:close/>
              </a:path>
              <a:path w="3175" h="37465">
                <a:moveTo>
                  <a:pt x="673" y="30327"/>
                </a:moveTo>
                <a:lnTo>
                  <a:pt x="482" y="30162"/>
                </a:lnTo>
                <a:lnTo>
                  <a:pt x="279" y="30340"/>
                </a:lnTo>
                <a:lnTo>
                  <a:pt x="482" y="30530"/>
                </a:lnTo>
                <a:lnTo>
                  <a:pt x="673" y="30327"/>
                </a:lnTo>
                <a:close/>
              </a:path>
              <a:path w="3175" h="37465">
                <a:moveTo>
                  <a:pt x="673" y="29210"/>
                </a:moveTo>
                <a:lnTo>
                  <a:pt x="482" y="28930"/>
                </a:lnTo>
                <a:lnTo>
                  <a:pt x="190" y="29108"/>
                </a:lnTo>
                <a:lnTo>
                  <a:pt x="368" y="29375"/>
                </a:lnTo>
                <a:lnTo>
                  <a:pt x="673" y="29210"/>
                </a:lnTo>
                <a:close/>
              </a:path>
              <a:path w="3175" h="37465">
                <a:moveTo>
                  <a:pt x="673" y="4838"/>
                </a:moveTo>
                <a:lnTo>
                  <a:pt x="482" y="4635"/>
                </a:lnTo>
                <a:lnTo>
                  <a:pt x="266" y="4470"/>
                </a:lnTo>
                <a:lnTo>
                  <a:pt x="25" y="4610"/>
                </a:lnTo>
                <a:lnTo>
                  <a:pt x="152" y="4864"/>
                </a:lnTo>
                <a:lnTo>
                  <a:pt x="381" y="4737"/>
                </a:lnTo>
                <a:lnTo>
                  <a:pt x="482" y="5029"/>
                </a:lnTo>
                <a:lnTo>
                  <a:pt x="673" y="4838"/>
                </a:lnTo>
                <a:close/>
              </a:path>
              <a:path w="3175" h="37465">
                <a:moveTo>
                  <a:pt x="673" y="3708"/>
                </a:moveTo>
                <a:lnTo>
                  <a:pt x="482" y="3441"/>
                </a:lnTo>
                <a:lnTo>
                  <a:pt x="190" y="3606"/>
                </a:lnTo>
                <a:lnTo>
                  <a:pt x="368" y="3873"/>
                </a:lnTo>
                <a:lnTo>
                  <a:pt x="673" y="3708"/>
                </a:lnTo>
                <a:close/>
              </a:path>
              <a:path w="3175" h="37465">
                <a:moveTo>
                  <a:pt x="1016" y="31356"/>
                </a:moveTo>
                <a:lnTo>
                  <a:pt x="825" y="31140"/>
                </a:lnTo>
                <a:lnTo>
                  <a:pt x="609" y="31330"/>
                </a:lnTo>
                <a:lnTo>
                  <a:pt x="787" y="31546"/>
                </a:lnTo>
                <a:lnTo>
                  <a:pt x="1016" y="31356"/>
                </a:lnTo>
                <a:close/>
              </a:path>
              <a:path w="3175" h="37465">
                <a:moveTo>
                  <a:pt x="1016" y="29032"/>
                </a:moveTo>
                <a:lnTo>
                  <a:pt x="800" y="28765"/>
                </a:lnTo>
                <a:lnTo>
                  <a:pt x="546" y="28956"/>
                </a:lnTo>
                <a:lnTo>
                  <a:pt x="736" y="29222"/>
                </a:lnTo>
                <a:lnTo>
                  <a:pt x="1016" y="29032"/>
                </a:lnTo>
                <a:close/>
              </a:path>
              <a:path w="3175" h="37465">
                <a:moveTo>
                  <a:pt x="1016" y="5854"/>
                </a:moveTo>
                <a:lnTo>
                  <a:pt x="825" y="5638"/>
                </a:lnTo>
                <a:lnTo>
                  <a:pt x="609" y="5816"/>
                </a:lnTo>
                <a:lnTo>
                  <a:pt x="787" y="6045"/>
                </a:lnTo>
                <a:lnTo>
                  <a:pt x="1016" y="5854"/>
                </a:lnTo>
                <a:close/>
              </a:path>
              <a:path w="3175" h="37465">
                <a:moveTo>
                  <a:pt x="1016" y="3556"/>
                </a:moveTo>
                <a:lnTo>
                  <a:pt x="800" y="3276"/>
                </a:lnTo>
                <a:lnTo>
                  <a:pt x="546" y="3479"/>
                </a:lnTo>
                <a:lnTo>
                  <a:pt x="736" y="3733"/>
                </a:lnTo>
                <a:lnTo>
                  <a:pt x="1016" y="3556"/>
                </a:lnTo>
                <a:close/>
              </a:path>
              <a:path w="3175" h="37465">
                <a:moveTo>
                  <a:pt x="1054" y="27736"/>
                </a:moveTo>
                <a:lnTo>
                  <a:pt x="800" y="27482"/>
                </a:lnTo>
                <a:lnTo>
                  <a:pt x="558" y="27736"/>
                </a:lnTo>
                <a:lnTo>
                  <a:pt x="787" y="27965"/>
                </a:lnTo>
                <a:lnTo>
                  <a:pt x="1054" y="27736"/>
                </a:lnTo>
                <a:close/>
              </a:path>
              <a:path w="3175" h="37465">
                <a:moveTo>
                  <a:pt x="1054" y="2235"/>
                </a:moveTo>
                <a:lnTo>
                  <a:pt x="800" y="1981"/>
                </a:lnTo>
                <a:lnTo>
                  <a:pt x="558" y="2222"/>
                </a:lnTo>
                <a:lnTo>
                  <a:pt x="787" y="2463"/>
                </a:lnTo>
                <a:lnTo>
                  <a:pt x="1054" y="2235"/>
                </a:lnTo>
                <a:close/>
              </a:path>
              <a:path w="3175" h="37465">
                <a:moveTo>
                  <a:pt x="1295" y="8661"/>
                </a:moveTo>
                <a:lnTo>
                  <a:pt x="1041" y="8382"/>
                </a:lnTo>
                <a:lnTo>
                  <a:pt x="762" y="8636"/>
                </a:lnTo>
                <a:lnTo>
                  <a:pt x="1016" y="8915"/>
                </a:lnTo>
                <a:lnTo>
                  <a:pt x="1295" y="8661"/>
                </a:lnTo>
                <a:close/>
              </a:path>
              <a:path w="3175" h="37465">
                <a:moveTo>
                  <a:pt x="1308" y="34150"/>
                </a:moveTo>
                <a:lnTo>
                  <a:pt x="1041" y="33870"/>
                </a:lnTo>
                <a:lnTo>
                  <a:pt x="774" y="34124"/>
                </a:lnTo>
                <a:lnTo>
                  <a:pt x="1028" y="34391"/>
                </a:lnTo>
                <a:lnTo>
                  <a:pt x="1308" y="34150"/>
                </a:lnTo>
                <a:close/>
              </a:path>
              <a:path w="3175" h="37465">
                <a:moveTo>
                  <a:pt x="1371" y="28016"/>
                </a:moveTo>
                <a:lnTo>
                  <a:pt x="1168" y="27825"/>
                </a:lnTo>
                <a:lnTo>
                  <a:pt x="977" y="28041"/>
                </a:lnTo>
                <a:lnTo>
                  <a:pt x="1181" y="28219"/>
                </a:lnTo>
                <a:lnTo>
                  <a:pt x="1371" y="28016"/>
                </a:lnTo>
                <a:close/>
              </a:path>
              <a:path w="3175" h="37465">
                <a:moveTo>
                  <a:pt x="1371" y="2540"/>
                </a:moveTo>
                <a:lnTo>
                  <a:pt x="1168" y="2336"/>
                </a:lnTo>
                <a:lnTo>
                  <a:pt x="977" y="2552"/>
                </a:lnTo>
                <a:lnTo>
                  <a:pt x="1181" y="2743"/>
                </a:lnTo>
                <a:lnTo>
                  <a:pt x="1371" y="2540"/>
                </a:lnTo>
                <a:close/>
              </a:path>
              <a:path w="3175" h="37465">
                <a:moveTo>
                  <a:pt x="1409" y="27305"/>
                </a:moveTo>
                <a:lnTo>
                  <a:pt x="1193" y="27178"/>
                </a:lnTo>
                <a:lnTo>
                  <a:pt x="1041" y="27406"/>
                </a:lnTo>
                <a:lnTo>
                  <a:pt x="1282" y="27559"/>
                </a:lnTo>
                <a:lnTo>
                  <a:pt x="1409" y="27305"/>
                </a:lnTo>
                <a:close/>
              </a:path>
              <a:path w="3175" h="37465">
                <a:moveTo>
                  <a:pt x="1409" y="1816"/>
                </a:moveTo>
                <a:lnTo>
                  <a:pt x="1193" y="1676"/>
                </a:lnTo>
                <a:lnTo>
                  <a:pt x="1041" y="1917"/>
                </a:lnTo>
                <a:lnTo>
                  <a:pt x="1282" y="2044"/>
                </a:lnTo>
                <a:lnTo>
                  <a:pt x="1409" y="1816"/>
                </a:lnTo>
                <a:close/>
              </a:path>
              <a:path w="3175" h="37465">
                <a:moveTo>
                  <a:pt x="1549" y="26581"/>
                </a:moveTo>
                <a:lnTo>
                  <a:pt x="1333" y="26377"/>
                </a:lnTo>
                <a:lnTo>
                  <a:pt x="1117" y="26581"/>
                </a:lnTo>
                <a:lnTo>
                  <a:pt x="1333" y="26809"/>
                </a:lnTo>
                <a:lnTo>
                  <a:pt x="1549" y="26581"/>
                </a:lnTo>
                <a:close/>
              </a:path>
              <a:path w="3175" h="37465">
                <a:moveTo>
                  <a:pt x="1549" y="1104"/>
                </a:moveTo>
                <a:lnTo>
                  <a:pt x="1333" y="889"/>
                </a:lnTo>
                <a:lnTo>
                  <a:pt x="1117" y="1104"/>
                </a:lnTo>
                <a:lnTo>
                  <a:pt x="1333" y="1320"/>
                </a:lnTo>
                <a:lnTo>
                  <a:pt x="1549" y="1104"/>
                </a:lnTo>
                <a:close/>
              </a:path>
              <a:path w="3175" h="37465">
                <a:moveTo>
                  <a:pt x="1587" y="29768"/>
                </a:moveTo>
                <a:lnTo>
                  <a:pt x="1409" y="29527"/>
                </a:lnTo>
                <a:lnTo>
                  <a:pt x="1168" y="29692"/>
                </a:lnTo>
                <a:lnTo>
                  <a:pt x="1346" y="29933"/>
                </a:lnTo>
                <a:lnTo>
                  <a:pt x="1587" y="29768"/>
                </a:lnTo>
                <a:close/>
              </a:path>
              <a:path w="3175" h="37465">
                <a:moveTo>
                  <a:pt x="1587" y="4267"/>
                </a:moveTo>
                <a:lnTo>
                  <a:pt x="1409" y="4013"/>
                </a:lnTo>
                <a:lnTo>
                  <a:pt x="1168" y="4191"/>
                </a:lnTo>
                <a:lnTo>
                  <a:pt x="1346" y="4445"/>
                </a:lnTo>
                <a:lnTo>
                  <a:pt x="1587" y="4267"/>
                </a:lnTo>
                <a:close/>
              </a:path>
              <a:path w="3175" h="37465">
                <a:moveTo>
                  <a:pt x="1600" y="8140"/>
                </a:moveTo>
                <a:lnTo>
                  <a:pt x="1346" y="7886"/>
                </a:lnTo>
                <a:lnTo>
                  <a:pt x="1092" y="8128"/>
                </a:lnTo>
                <a:lnTo>
                  <a:pt x="1333" y="8382"/>
                </a:lnTo>
                <a:lnTo>
                  <a:pt x="1600" y="8140"/>
                </a:lnTo>
                <a:close/>
              </a:path>
              <a:path w="3175" h="37465">
                <a:moveTo>
                  <a:pt x="1727" y="31800"/>
                </a:moveTo>
                <a:lnTo>
                  <a:pt x="1536" y="31610"/>
                </a:lnTo>
                <a:lnTo>
                  <a:pt x="1358" y="31800"/>
                </a:lnTo>
                <a:lnTo>
                  <a:pt x="1536" y="31978"/>
                </a:lnTo>
                <a:lnTo>
                  <a:pt x="1727" y="31800"/>
                </a:lnTo>
                <a:close/>
              </a:path>
              <a:path w="3175" h="37465">
                <a:moveTo>
                  <a:pt x="1727" y="28816"/>
                </a:moveTo>
                <a:lnTo>
                  <a:pt x="1562" y="28536"/>
                </a:lnTo>
                <a:lnTo>
                  <a:pt x="1295" y="28702"/>
                </a:lnTo>
                <a:lnTo>
                  <a:pt x="1460" y="28981"/>
                </a:lnTo>
                <a:lnTo>
                  <a:pt x="1727" y="28816"/>
                </a:lnTo>
                <a:close/>
              </a:path>
              <a:path w="3175" h="37465">
                <a:moveTo>
                  <a:pt x="1727" y="6299"/>
                </a:moveTo>
                <a:lnTo>
                  <a:pt x="1536" y="6108"/>
                </a:lnTo>
                <a:lnTo>
                  <a:pt x="1358" y="6299"/>
                </a:lnTo>
                <a:lnTo>
                  <a:pt x="1536" y="6489"/>
                </a:lnTo>
                <a:lnTo>
                  <a:pt x="1727" y="6299"/>
                </a:lnTo>
                <a:close/>
              </a:path>
              <a:path w="3175" h="37465">
                <a:moveTo>
                  <a:pt x="1752" y="32270"/>
                </a:moveTo>
                <a:lnTo>
                  <a:pt x="1574" y="32042"/>
                </a:lnTo>
                <a:lnTo>
                  <a:pt x="1346" y="32207"/>
                </a:lnTo>
                <a:lnTo>
                  <a:pt x="1511" y="32448"/>
                </a:lnTo>
                <a:lnTo>
                  <a:pt x="1752" y="32270"/>
                </a:lnTo>
                <a:close/>
              </a:path>
              <a:path w="3175" h="37465">
                <a:moveTo>
                  <a:pt x="1752" y="6781"/>
                </a:moveTo>
                <a:lnTo>
                  <a:pt x="1574" y="6527"/>
                </a:lnTo>
                <a:lnTo>
                  <a:pt x="1346" y="6705"/>
                </a:lnTo>
                <a:lnTo>
                  <a:pt x="1511" y="6959"/>
                </a:lnTo>
                <a:lnTo>
                  <a:pt x="1752" y="6781"/>
                </a:lnTo>
                <a:close/>
              </a:path>
              <a:path w="3175" h="37465">
                <a:moveTo>
                  <a:pt x="1765" y="3314"/>
                </a:moveTo>
                <a:lnTo>
                  <a:pt x="1562" y="3035"/>
                </a:lnTo>
                <a:lnTo>
                  <a:pt x="1295" y="3213"/>
                </a:lnTo>
                <a:lnTo>
                  <a:pt x="1473" y="3479"/>
                </a:lnTo>
                <a:lnTo>
                  <a:pt x="1765" y="3314"/>
                </a:lnTo>
                <a:close/>
              </a:path>
              <a:path w="3175" h="37465">
                <a:moveTo>
                  <a:pt x="1879" y="35458"/>
                </a:moveTo>
                <a:lnTo>
                  <a:pt x="1651" y="35280"/>
                </a:lnTo>
                <a:lnTo>
                  <a:pt x="1485" y="35509"/>
                </a:lnTo>
                <a:lnTo>
                  <a:pt x="1701" y="35687"/>
                </a:lnTo>
                <a:lnTo>
                  <a:pt x="1879" y="35458"/>
                </a:lnTo>
                <a:close/>
              </a:path>
              <a:path w="3175" h="37465">
                <a:moveTo>
                  <a:pt x="1930" y="33718"/>
                </a:moveTo>
                <a:lnTo>
                  <a:pt x="1612" y="33578"/>
                </a:lnTo>
                <a:lnTo>
                  <a:pt x="1358" y="33388"/>
                </a:lnTo>
                <a:lnTo>
                  <a:pt x="1104" y="33642"/>
                </a:lnTo>
                <a:lnTo>
                  <a:pt x="1333" y="33896"/>
                </a:lnTo>
                <a:lnTo>
                  <a:pt x="1562" y="33705"/>
                </a:lnTo>
                <a:lnTo>
                  <a:pt x="1485" y="33883"/>
                </a:lnTo>
                <a:lnTo>
                  <a:pt x="1803" y="34023"/>
                </a:lnTo>
                <a:lnTo>
                  <a:pt x="1930" y="33718"/>
                </a:lnTo>
                <a:close/>
              </a:path>
              <a:path w="3175" h="37465">
                <a:moveTo>
                  <a:pt x="1930" y="8267"/>
                </a:moveTo>
                <a:lnTo>
                  <a:pt x="1638" y="8140"/>
                </a:lnTo>
                <a:lnTo>
                  <a:pt x="1498" y="8445"/>
                </a:lnTo>
                <a:lnTo>
                  <a:pt x="1816" y="8585"/>
                </a:lnTo>
                <a:lnTo>
                  <a:pt x="1930" y="8267"/>
                </a:lnTo>
                <a:close/>
              </a:path>
              <a:path w="3175" h="37465">
                <a:moveTo>
                  <a:pt x="1930" y="685"/>
                </a:moveTo>
                <a:lnTo>
                  <a:pt x="1638" y="558"/>
                </a:lnTo>
                <a:lnTo>
                  <a:pt x="1511" y="838"/>
                </a:lnTo>
                <a:lnTo>
                  <a:pt x="1790" y="965"/>
                </a:lnTo>
                <a:lnTo>
                  <a:pt x="1930" y="685"/>
                </a:lnTo>
                <a:close/>
              </a:path>
              <a:path w="3175" h="37465">
                <a:moveTo>
                  <a:pt x="1955" y="26250"/>
                </a:moveTo>
                <a:lnTo>
                  <a:pt x="1676" y="26098"/>
                </a:lnTo>
                <a:lnTo>
                  <a:pt x="1536" y="26390"/>
                </a:lnTo>
                <a:lnTo>
                  <a:pt x="1828" y="26517"/>
                </a:lnTo>
                <a:lnTo>
                  <a:pt x="1955" y="26250"/>
                </a:lnTo>
                <a:close/>
              </a:path>
              <a:path w="3175" h="37465">
                <a:moveTo>
                  <a:pt x="2120" y="36055"/>
                </a:moveTo>
                <a:close/>
              </a:path>
              <a:path w="3175" h="37465">
                <a:moveTo>
                  <a:pt x="2146" y="29984"/>
                </a:moveTo>
                <a:lnTo>
                  <a:pt x="1943" y="29705"/>
                </a:lnTo>
                <a:lnTo>
                  <a:pt x="1676" y="29921"/>
                </a:lnTo>
                <a:lnTo>
                  <a:pt x="1879" y="30187"/>
                </a:lnTo>
                <a:lnTo>
                  <a:pt x="2146" y="29984"/>
                </a:lnTo>
                <a:close/>
              </a:path>
              <a:path w="3175" h="37465">
                <a:moveTo>
                  <a:pt x="2146" y="4483"/>
                </a:moveTo>
                <a:lnTo>
                  <a:pt x="1943" y="4216"/>
                </a:lnTo>
                <a:lnTo>
                  <a:pt x="1676" y="4406"/>
                </a:lnTo>
                <a:lnTo>
                  <a:pt x="1879" y="4699"/>
                </a:lnTo>
                <a:lnTo>
                  <a:pt x="2146" y="4483"/>
                </a:lnTo>
                <a:close/>
              </a:path>
              <a:path w="3175" h="37465">
                <a:moveTo>
                  <a:pt x="2247" y="33134"/>
                </a:moveTo>
                <a:lnTo>
                  <a:pt x="1968" y="32969"/>
                </a:lnTo>
                <a:lnTo>
                  <a:pt x="1803" y="33235"/>
                </a:lnTo>
                <a:lnTo>
                  <a:pt x="1930" y="33337"/>
                </a:lnTo>
                <a:lnTo>
                  <a:pt x="1981" y="33591"/>
                </a:lnTo>
                <a:lnTo>
                  <a:pt x="2184" y="33464"/>
                </a:lnTo>
                <a:lnTo>
                  <a:pt x="2247" y="33134"/>
                </a:lnTo>
                <a:close/>
              </a:path>
              <a:path w="3175" h="37465">
                <a:moveTo>
                  <a:pt x="2247" y="27025"/>
                </a:moveTo>
                <a:lnTo>
                  <a:pt x="2032" y="26809"/>
                </a:lnTo>
                <a:lnTo>
                  <a:pt x="1828" y="27012"/>
                </a:lnTo>
                <a:lnTo>
                  <a:pt x="2032" y="27228"/>
                </a:lnTo>
                <a:lnTo>
                  <a:pt x="2247" y="27025"/>
                </a:lnTo>
                <a:close/>
              </a:path>
              <a:path w="3175" h="37465">
                <a:moveTo>
                  <a:pt x="2247" y="7632"/>
                </a:moveTo>
                <a:lnTo>
                  <a:pt x="1968" y="7467"/>
                </a:lnTo>
                <a:lnTo>
                  <a:pt x="1803" y="7734"/>
                </a:lnTo>
                <a:lnTo>
                  <a:pt x="1943" y="7835"/>
                </a:lnTo>
                <a:lnTo>
                  <a:pt x="1981" y="8115"/>
                </a:lnTo>
                <a:lnTo>
                  <a:pt x="2184" y="7962"/>
                </a:lnTo>
                <a:lnTo>
                  <a:pt x="2247" y="7632"/>
                </a:lnTo>
                <a:close/>
              </a:path>
              <a:path w="3175" h="37465">
                <a:moveTo>
                  <a:pt x="2247" y="1511"/>
                </a:moveTo>
                <a:lnTo>
                  <a:pt x="2032" y="1308"/>
                </a:lnTo>
                <a:lnTo>
                  <a:pt x="1828" y="1511"/>
                </a:lnTo>
                <a:lnTo>
                  <a:pt x="2032" y="1714"/>
                </a:lnTo>
                <a:lnTo>
                  <a:pt x="2247" y="1511"/>
                </a:lnTo>
                <a:close/>
              </a:path>
              <a:path w="3175" h="37465">
                <a:moveTo>
                  <a:pt x="2311" y="25768"/>
                </a:moveTo>
                <a:lnTo>
                  <a:pt x="2057" y="25488"/>
                </a:lnTo>
                <a:lnTo>
                  <a:pt x="1790" y="25717"/>
                </a:lnTo>
                <a:lnTo>
                  <a:pt x="2019" y="25996"/>
                </a:lnTo>
                <a:lnTo>
                  <a:pt x="2311" y="25768"/>
                </a:lnTo>
                <a:close/>
              </a:path>
              <a:path w="3175" h="37465">
                <a:moveTo>
                  <a:pt x="2311" y="266"/>
                </a:moveTo>
                <a:lnTo>
                  <a:pt x="2057" y="0"/>
                </a:lnTo>
                <a:lnTo>
                  <a:pt x="1790" y="228"/>
                </a:lnTo>
                <a:lnTo>
                  <a:pt x="2019" y="508"/>
                </a:lnTo>
                <a:lnTo>
                  <a:pt x="2311" y="266"/>
                </a:lnTo>
                <a:close/>
              </a:path>
              <a:path w="3175" h="37465">
                <a:moveTo>
                  <a:pt x="2374" y="32080"/>
                </a:moveTo>
                <a:lnTo>
                  <a:pt x="2184" y="31851"/>
                </a:lnTo>
                <a:lnTo>
                  <a:pt x="1968" y="32054"/>
                </a:lnTo>
                <a:lnTo>
                  <a:pt x="2159" y="32258"/>
                </a:lnTo>
                <a:lnTo>
                  <a:pt x="2374" y="32080"/>
                </a:lnTo>
                <a:close/>
              </a:path>
              <a:path w="3175" h="37465">
                <a:moveTo>
                  <a:pt x="2374" y="6565"/>
                </a:moveTo>
                <a:lnTo>
                  <a:pt x="2184" y="6350"/>
                </a:lnTo>
                <a:lnTo>
                  <a:pt x="1968" y="6553"/>
                </a:lnTo>
                <a:lnTo>
                  <a:pt x="2159" y="6769"/>
                </a:lnTo>
                <a:lnTo>
                  <a:pt x="2374" y="6565"/>
                </a:lnTo>
                <a:close/>
              </a:path>
              <a:path w="3175" h="37465">
                <a:moveTo>
                  <a:pt x="2400" y="28333"/>
                </a:moveTo>
                <a:lnTo>
                  <a:pt x="2133" y="28130"/>
                </a:lnTo>
                <a:lnTo>
                  <a:pt x="1930" y="28384"/>
                </a:lnTo>
                <a:lnTo>
                  <a:pt x="2184" y="28587"/>
                </a:lnTo>
                <a:lnTo>
                  <a:pt x="2400" y="28333"/>
                </a:lnTo>
                <a:close/>
              </a:path>
              <a:path w="3175" h="37465">
                <a:moveTo>
                  <a:pt x="2400" y="2832"/>
                </a:moveTo>
                <a:lnTo>
                  <a:pt x="2133" y="2628"/>
                </a:lnTo>
                <a:lnTo>
                  <a:pt x="1930" y="2882"/>
                </a:lnTo>
                <a:lnTo>
                  <a:pt x="2184" y="3086"/>
                </a:lnTo>
                <a:lnTo>
                  <a:pt x="2400" y="2832"/>
                </a:lnTo>
                <a:close/>
              </a:path>
              <a:path w="3175" h="37465">
                <a:moveTo>
                  <a:pt x="2527" y="35242"/>
                </a:moveTo>
                <a:lnTo>
                  <a:pt x="2374" y="35026"/>
                </a:lnTo>
                <a:lnTo>
                  <a:pt x="2146" y="35179"/>
                </a:lnTo>
                <a:lnTo>
                  <a:pt x="2311" y="35407"/>
                </a:lnTo>
                <a:lnTo>
                  <a:pt x="2527" y="35242"/>
                </a:lnTo>
                <a:close/>
              </a:path>
              <a:path w="3175" h="37465">
                <a:moveTo>
                  <a:pt x="2590" y="29451"/>
                </a:moveTo>
                <a:lnTo>
                  <a:pt x="2362" y="29171"/>
                </a:lnTo>
                <a:lnTo>
                  <a:pt x="2095" y="29387"/>
                </a:lnTo>
                <a:lnTo>
                  <a:pt x="2324" y="29654"/>
                </a:lnTo>
                <a:lnTo>
                  <a:pt x="2590" y="29451"/>
                </a:lnTo>
                <a:close/>
              </a:path>
              <a:path w="3175" h="37465">
                <a:moveTo>
                  <a:pt x="2590" y="3937"/>
                </a:moveTo>
                <a:lnTo>
                  <a:pt x="2362" y="3683"/>
                </a:lnTo>
                <a:lnTo>
                  <a:pt x="2095" y="3898"/>
                </a:lnTo>
                <a:lnTo>
                  <a:pt x="2324" y="4152"/>
                </a:lnTo>
                <a:lnTo>
                  <a:pt x="2590" y="3937"/>
                </a:lnTo>
                <a:close/>
              </a:path>
              <a:path w="3175" h="37465">
                <a:moveTo>
                  <a:pt x="2616" y="30594"/>
                </a:moveTo>
                <a:lnTo>
                  <a:pt x="2374" y="30340"/>
                </a:lnTo>
                <a:lnTo>
                  <a:pt x="2120" y="30581"/>
                </a:lnTo>
                <a:lnTo>
                  <a:pt x="2362" y="30835"/>
                </a:lnTo>
                <a:lnTo>
                  <a:pt x="2616" y="30594"/>
                </a:lnTo>
                <a:close/>
              </a:path>
              <a:path w="3175" h="37465">
                <a:moveTo>
                  <a:pt x="2628" y="5105"/>
                </a:moveTo>
                <a:lnTo>
                  <a:pt x="2374" y="4864"/>
                </a:lnTo>
                <a:lnTo>
                  <a:pt x="2120" y="5105"/>
                </a:lnTo>
                <a:lnTo>
                  <a:pt x="2362" y="5346"/>
                </a:lnTo>
                <a:lnTo>
                  <a:pt x="2628" y="5105"/>
                </a:lnTo>
                <a:close/>
              </a:path>
              <a:path w="3175" h="37465">
                <a:moveTo>
                  <a:pt x="2705" y="35852"/>
                </a:moveTo>
                <a:lnTo>
                  <a:pt x="2425" y="35636"/>
                </a:lnTo>
                <a:lnTo>
                  <a:pt x="2235" y="35928"/>
                </a:lnTo>
                <a:lnTo>
                  <a:pt x="2705" y="35852"/>
                </a:lnTo>
                <a:close/>
              </a:path>
              <a:path w="3175" h="37465">
                <a:moveTo>
                  <a:pt x="2959" y="31686"/>
                </a:moveTo>
                <a:lnTo>
                  <a:pt x="2768" y="31394"/>
                </a:lnTo>
                <a:lnTo>
                  <a:pt x="2476" y="31584"/>
                </a:lnTo>
                <a:lnTo>
                  <a:pt x="2667" y="31851"/>
                </a:lnTo>
                <a:lnTo>
                  <a:pt x="2959" y="31686"/>
                </a:lnTo>
                <a:close/>
              </a:path>
              <a:path w="3175" h="37465">
                <a:moveTo>
                  <a:pt x="2959" y="6197"/>
                </a:moveTo>
                <a:lnTo>
                  <a:pt x="2768" y="5905"/>
                </a:lnTo>
                <a:lnTo>
                  <a:pt x="2476" y="6096"/>
                </a:lnTo>
                <a:lnTo>
                  <a:pt x="2667" y="6375"/>
                </a:lnTo>
                <a:lnTo>
                  <a:pt x="2959" y="6197"/>
                </a:lnTo>
                <a:close/>
              </a:path>
              <a:path w="3175" h="37465">
                <a:moveTo>
                  <a:pt x="2971" y="34810"/>
                </a:moveTo>
                <a:lnTo>
                  <a:pt x="2730" y="34531"/>
                </a:lnTo>
                <a:lnTo>
                  <a:pt x="2438" y="34302"/>
                </a:lnTo>
                <a:lnTo>
                  <a:pt x="2311" y="34594"/>
                </a:lnTo>
                <a:lnTo>
                  <a:pt x="2527" y="34696"/>
                </a:lnTo>
                <a:lnTo>
                  <a:pt x="2679" y="35039"/>
                </a:lnTo>
                <a:lnTo>
                  <a:pt x="2971" y="34810"/>
                </a:lnTo>
                <a:close/>
              </a:path>
              <a:path w="3175" h="37465">
                <a:moveTo>
                  <a:pt x="2971" y="9296"/>
                </a:moveTo>
                <a:lnTo>
                  <a:pt x="2730" y="9017"/>
                </a:lnTo>
                <a:lnTo>
                  <a:pt x="2438" y="8801"/>
                </a:lnTo>
                <a:lnTo>
                  <a:pt x="2311" y="9105"/>
                </a:lnTo>
                <a:lnTo>
                  <a:pt x="2527" y="9194"/>
                </a:lnTo>
                <a:lnTo>
                  <a:pt x="2692" y="9537"/>
                </a:lnTo>
                <a:lnTo>
                  <a:pt x="2971" y="9296"/>
                </a:lnTo>
                <a:close/>
              </a:path>
              <a:path w="3175" h="37465">
                <a:moveTo>
                  <a:pt x="2984" y="31026"/>
                </a:moveTo>
                <a:lnTo>
                  <a:pt x="2730" y="30797"/>
                </a:lnTo>
                <a:lnTo>
                  <a:pt x="2489" y="31038"/>
                </a:lnTo>
                <a:lnTo>
                  <a:pt x="2743" y="31280"/>
                </a:lnTo>
                <a:lnTo>
                  <a:pt x="2984" y="31026"/>
                </a:lnTo>
                <a:close/>
              </a:path>
              <a:path w="3175" h="37465">
                <a:moveTo>
                  <a:pt x="2984" y="5524"/>
                </a:moveTo>
                <a:lnTo>
                  <a:pt x="2730" y="5283"/>
                </a:lnTo>
                <a:lnTo>
                  <a:pt x="2489" y="5537"/>
                </a:lnTo>
                <a:lnTo>
                  <a:pt x="2743" y="5765"/>
                </a:lnTo>
                <a:lnTo>
                  <a:pt x="2984" y="55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bg object 147"/>
          <p:cNvSpPr/>
          <p:nvPr/>
        </p:nvSpPr>
        <p:spPr>
          <a:xfrm>
            <a:off x="1971713" y="1019708"/>
            <a:ext cx="73025" cy="97790"/>
          </a:xfrm>
          <a:custGeom>
            <a:avLst/>
            <a:gdLst/>
            <a:ahLst/>
            <a:cxnLst/>
            <a:rect l="l" t="t" r="r" b="b"/>
            <a:pathLst>
              <a:path w="73025" h="97790">
                <a:moveTo>
                  <a:pt x="520" y="97320"/>
                </a:moveTo>
                <a:lnTo>
                  <a:pt x="266" y="97040"/>
                </a:lnTo>
                <a:lnTo>
                  <a:pt x="0" y="97269"/>
                </a:lnTo>
                <a:lnTo>
                  <a:pt x="228" y="97548"/>
                </a:lnTo>
                <a:lnTo>
                  <a:pt x="520" y="97320"/>
                </a:lnTo>
                <a:close/>
              </a:path>
              <a:path w="73025" h="97790">
                <a:moveTo>
                  <a:pt x="26974" y="9779"/>
                </a:moveTo>
                <a:lnTo>
                  <a:pt x="26771" y="9791"/>
                </a:lnTo>
                <a:lnTo>
                  <a:pt x="26974" y="9779"/>
                </a:lnTo>
                <a:close/>
              </a:path>
              <a:path w="73025" h="97790">
                <a:moveTo>
                  <a:pt x="38620" y="10782"/>
                </a:moveTo>
                <a:lnTo>
                  <a:pt x="38379" y="10718"/>
                </a:lnTo>
                <a:lnTo>
                  <a:pt x="38620" y="10782"/>
                </a:lnTo>
                <a:close/>
              </a:path>
              <a:path w="73025" h="97790">
                <a:moveTo>
                  <a:pt x="46761" y="11988"/>
                </a:moveTo>
                <a:lnTo>
                  <a:pt x="46697" y="11798"/>
                </a:lnTo>
                <a:lnTo>
                  <a:pt x="46596" y="12014"/>
                </a:lnTo>
                <a:lnTo>
                  <a:pt x="46621" y="12331"/>
                </a:lnTo>
                <a:lnTo>
                  <a:pt x="46748" y="12522"/>
                </a:lnTo>
                <a:lnTo>
                  <a:pt x="46697" y="12306"/>
                </a:lnTo>
                <a:lnTo>
                  <a:pt x="46761" y="11988"/>
                </a:lnTo>
                <a:close/>
              </a:path>
              <a:path w="73025" h="97790">
                <a:moveTo>
                  <a:pt x="47409" y="546"/>
                </a:moveTo>
                <a:lnTo>
                  <a:pt x="47371" y="393"/>
                </a:lnTo>
                <a:lnTo>
                  <a:pt x="47409" y="546"/>
                </a:lnTo>
                <a:close/>
              </a:path>
              <a:path w="73025" h="97790">
                <a:moveTo>
                  <a:pt x="48158" y="11658"/>
                </a:moveTo>
                <a:lnTo>
                  <a:pt x="48031" y="11684"/>
                </a:lnTo>
                <a:lnTo>
                  <a:pt x="48031" y="11811"/>
                </a:lnTo>
                <a:lnTo>
                  <a:pt x="48158" y="11709"/>
                </a:lnTo>
                <a:close/>
              </a:path>
              <a:path w="73025" h="97790">
                <a:moveTo>
                  <a:pt x="49822" y="50"/>
                </a:moveTo>
                <a:lnTo>
                  <a:pt x="49695" y="0"/>
                </a:lnTo>
                <a:lnTo>
                  <a:pt x="49822" y="50"/>
                </a:lnTo>
                <a:close/>
              </a:path>
              <a:path w="73025" h="97790">
                <a:moveTo>
                  <a:pt x="50419" y="9144"/>
                </a:moveTo>
                <a:lnTo>
                  <a:pt x="50241" y="9283"/>
                </a:lnTo>
                <a:lnTo>
                  <a:pt x="50228" y="9144"/>
                </a:lnTo>
                <a:lnTo>
                  <a:pt x="50114" y="9486"/>
                </a:lnTo>
                <a:lnTo>
                  <a:pt x="50215" y="10020"/>
                </a:lnTo>
                <a:lnTo>
                  <a:pt x="49695" y="9956"/>
                </a:lnTo>
                <a:lnTo>
                  <a:pt x="49606" y="10223"/>
                </a:lnTo>
                <a:lnTo>
                  <a:pt x="49618" y="10375"/>
                </a:lnTo>
                <a:lnTo>
                  <a:pt x="49733" y="10807"/>
                </a:lnTo>
                <a:lnTo>
                  <a:pt x="50076" y="10604"/>
                </a:lnTo>
                <a:lnTo>
                  <a:pt x="50228" y="10236"/>
                </a:lnTo>
                <a:lnTo>
                  <a:pt x="50342" y="9626"/>
                </a:lnTo>
                <a:lnTo>
                  <a:pt x="50330" y="9258"/>
                </a:lnTo>
                <a:close/>
              </a:path>
              <a:path w="73025" h="97790">
                <a:moveTo>
                  <a:pt x="50749" y="0"/>
                </a:moveTo>
                <a:lnTo>
                  <a:pt x="50622" y="50"/>
                </a:lnTo>
                <a:lnTo>
                  <a:pt x="50749" y="139"/>
                </a:lnTo>
                <a:lnTo>
                  <a:pt x="50749" y="0"/>
                </a:lnTo>
                <a:close/>
              </a:path>
              <a:path w="73025" h="97790">
                <a:moveTo>
                  <a:pt x="52451" y="10858"/>
                </a:moveTo>
                <a:lnTo>
                  <a:pt x="52387" y="10680"/>
                </a:lnTo>
                <a:lnTo>
                  <a:pt x="52273" y="10515"/>
                </a:lnTo>
                <a:lnTo>
                  <a:pt x="52044" y="10490"/>
                </a:lnTo>
                <a:lnTo>
                  <a:pt x="52044" y="11099"/>
                </a:lnTo>
                <a:lnTo>
                  <a:pt x="52235" y="10744"/>
                </a:lnTo>
                <a:lnTo>
                  <a:pt x="52451" y="10858"/>
                </a:lnTo>
                <a:close/>
              </a:path>
              <a:path w="73025" h="97790">
                <a:moveTo>
                  <a:pt x="52603" y="8661"/>
                </a:moveTo>
                <a:lnTo>
                  <a:pt x="52578" y="8521"/>
                </a:lnTo>
                <a:lnTo>
                  <a:pt x="52539" y="8724"/>
                </a:lnTo>
                <a:close/>
              </a:path>
              <a:path w="73025" h="97790">
                <a:moveTo>
                  <a:pt x="53136" y="10629"/>
                </a:moveTo>
                <a:lnTo>
                  <a:pt x="53111" y="10782"/>
                </a:lnTo>
                <a:lnTo>
                  <a:pt x="53136" y="10629"/>
                </a:lnTo>
                <a:close/>
              </a:path>
              <a:path w="73025" h="97790">
                <a:moveTo>
                  <a:pt x="53606" y="14605"/>
                </a:moveTo>
                <a:lnTo>
                  <a:pt x="53479" y="14655"/>
                </a:lnTo>
                <a:lnTo>
                  <a:pt x="53606" y="14605"/>
                </a:lnTo>
                <a:close/>
              </a:path>
              <a:path w="73025" h="97790">
                <a:moveTo>
                  <a:pt x="55333" y="11391"/>
                </a:moveTo>
                <a:lnTo>
                  <a:pt x="55232" y="11087"/>
                </a:lnTo>
                <a:lnTo>
                  <a:pt x="55194" y="11290"/>
                </a:lnTo>
                <a:lnTo>
                  <a:pt x="55333" y="11391"/>
                </a:lnTo>
                <a:close/>
              </a:path>
              <a:path w="73025" h="97790">
                <a:moveTo>
                  <a:pt x="56146" y="5803"/>
                </a:moveTo>
                <a:lnTo>
                  <a:pt x="56146" y="6057"/>
                </a:lnTo>
                <a:lnTo>
                  <a:pt x="56146" y="5803"/>
                </a:lnTo>
                <a:close/>
              </a:path>
              <a:path w="73025" h="97790">
                <a:moveTo>
                  <a:pt x="57581" y="10287"/>
                </a:moveTo>
                <a:lnTo>
                  <a:pt x="57454" y="10629"/>
                </a:lnTo>
                <a:lnTo>
                  <a:pt x="57581" y="10287"/>
                </a:lnTo>
                <a:close/>
              </a:path>
              <a:path w="73025" h="97790">
                <a:moveTo>
                  <a:pt x="58077" y="10706"/>
                </a:moveTo>
                <a:lnTo>
                  <a:pt x="57950" y="10706"/>
                </a:lnTo>
                <a:lnTo>
                  <a:pt x="58077" y="10807"/>
                </a:lnTo>
                <a:close/>
              </a:path>
              <a:path w="73025" h="97790">
                <a:moveTo>
                  <a:pt x="58331" y="10490"/>
                </a:moveTo>
                <a:lnTo>
                  <a:pt x="58280" y="10312"/>
                </a:lnTo>
                <a:lnTo>
                  <a:pt x="58331" y="10490"/>
                </a:lnTo>
                <a:close/>
              </a:path>
              <a:path w="73025" h="97790">
                <a:moveTo>
                  <a:pt x="58966" y="6883"/>
                </a:moveTo>
                <a:lnTo>
                  <a:pt x="58940" y="6756"/>
                </a:lnTo>
                <a:lnTo>
                  <a:pt x="58801" y="6781"/>
                </a:lnTo>
                <a:lnTo>
                  <a:pt x="58966" y="6883"/>
                </a:lnTo>
                <a:close/>
              </a:path>
              <a:path w="73025" h="97790">
                <a:moveTo>
                  <a:pt x="59931" y="10807"/>
                </a:moveTo>
                <a:lnTo>
                  <a:pt x="59804" y="10833"/>
                </a:lnTo>
                <a:lnTo>
                  <a:pt x="59931" y="10807"/>
                </a:lnTo>
                <a:close/>
              </a:path>
              <a:path w="73025" h="97790">
                <a:moveTo>
                  <a:pt x="60236" y="3467"/>
                </a:moveTo>
                <a:lnTo>
                  <a:pt x="60109" y="3365"/>
                </a:lnTo>
                <a:lnTo>
                  <a:pt x="59994" y="3543"/>
                </a:lnTo>
                <a:lnTo>
                  <a:pt x="60236" y="3467"/>
                </a:lnTo>
                <a:close/>
              </a:path>
              <a:path w="73025" h="97790">
                <a:moveTo>
                  <a:pt x="60731" y="13563"/>
                </a:moveTo>
                <a:lnTo>
                  <a:pt x="60579" y="12636"/>
                </a:lnTo>
                <a:lnTo>
                  <a:pt x="60248" y="11887"/>
                </a:lnTo>
                <a:lnTo>
                  <a:pt x="60299" y="11176"/>
                </a:lnTo>
                <a:lnTo>
                  <a:pt x="60147" y="11176"/>
                </a:lnTo>
                <a:lnTo>
                  <a:pt x="60248" y="12077"/>
                </a:lnTo>
                <a:lnTo>
                  <a:pt x="60464" y="12852"/>
                </a:lnTo>
                <a:lnTo>
                  <a:pt x="60731" y="13563"/>
                </a:lnTo>
                <a:close/>
              </a:path>
              <a:path w="73025" h="97790">
                <a:moveTo>
                  <a:pt x="62611" y="7518"/>
                </a:moveTo>
                <a:lnTo>
                  <a:pt x="62382" y="7454"/>
                </a:lnTo>
                <a:lnTo>
                  <a:pt x="62255" y="7340"/>
                </a:lnTo>
                <a:lnTo>
                  <a:pt x="62407" y="7543"/>
                </a:lnTo>
                <a:lnTo>
                  <a:pt x="62611" y="7518"/>
                </a:lnTo>
                <a:close/>
              </a:path>
              <a:path w="73025" h="97790">
                <a:moveTo>
                  <a:pt x="63804" y="4305"/>
                </a:moveTo>
                <a:lnTo>
                  <a:pt x="63652" y="4191"/>
                </a:lnTo>
                <a:lnTo>
                  <a:pt x="63487" y="4203"/>
                </a:lnTo>
                <a:lnTo>
                  <a:pt x="63804" y="4305"/>
                </a:lnTo>
                <a:close/>
              </a:path>
              <a:path w="73025" h="97790">
                <a:moveTo>
                  <a:pt x="64020" y="13741"/>
                </a:moveTo>
                <a:lnTo>
                  <a:pt x="63855" y="13246"/>
                </a:lnTo>
                <a:lnTo>
                  <a:pt x="63296" y="13792"/>
                </a:lnTo>
                <a:lnTo>
                  <a:pt x="63322" y="14046"/>
                </a:lnTo>
                <a:lnTo>
                  <a:pt x="63423" y="13741"/>
                </a:lnTo>
                <a:lnTo>
                  <a:pt x="63779" y="13385"/>
                </a:lnTo>
                <a:lnTo>
                  <a:pt x="64020" y="13741"/>
                </a:lnTo>
                <a:close/>
              </a:path>
              <a:path w="73025" h="97790">
                <a:moveTo>
                  <a:pt x="64058" y="4114"/>
                </a:moveTo>
                <a:lnTo>
                  <a:pt x="63919" y="3987"/>
                </a:lnTo>
                <a:lnTo>
                  <a:pt x="63919" y="4114"/>
                </a:lnTo>
                <a:lnTo>
                  <a:pt x="64058" y="4114"/>
                </a:lnTo>
                <a:close/>
              </a:path>
              <a:path w="73025" h="97790">
                <a:moveTo>
                  <a:pt x="64350" y="12268"/>
                </a:moveTo>
                <a:lnTo>
                  <a:pt x="64223" y="12268"/>
                </a:lnTo>
                <a:lnTo>
                  <a:pt x="64274" y="12446"/>
                </a:lnTo>
                <a:lnTo>
                  <a:pt x="64350" y="12268"/>
                </a:lnTo>
                <a:close/>
              </a:path>
              <a:path w="73025" h="97790">
                <a:moveTo>
                  <a:pt x="64401" y="4406"/>
                </a:moveTo>
                <a:lnTo>
                  <a:pt x="64389" y="4267"/>
                </a:lnTo>
                <a:lnTo>
                  <a:pt x="64122" y="4368"/>
                </a:lnTo>
                <a:lnTo>
                  <a:pt x="64401" y="4406"/>
                </a:lnTo>
                <a:close/>
              </a:path>
              <a:path w="73025" h="97790">
                <a:moveTo>
                  <a:pt x="64833" y="4889"/>
                </a:moveTo>
                <a:lnTo>
                  <a:pt x="64579" y="4927"/>
                </a:lnTo>
                <a:lnTo>
                  <a:pt x="64833" y="4889"/>
                </a:lnTo>
                <a:close/>
              </a:path>
              <a:path w="73025" h="97790">
                <a:moveTo>
                  <a:pt x="68376" y="9321"/>
                </a:moveTo>
                <a:lnTo>
                  <a:pt x="68148" y="9105"/>
                </a:lnTo>
                <a:lnTo>
                  <a:pt x="68313" y="9436"/>
                </a:lnTo>
                <a:close/>
              </a:path>
              <a:path w="73025" h="97790">
                <a:moveTo>
                  <a:pt x="68402" y="10706"/>
                </a:moveTo>
                <a:lnTo>
                  <a:pt x="68338" y="10858"/>
                </a:lnTo>
                <a:lnTo>
                  <a:pt x="68402" y="10706"/>
                </a:lnTo>
                <a:close/>
              </a:path>
              <a:path w="73025" h="97790">
                <a:moveTo>
                  <a:pt x="69011" y="4292"/>
                </a:moveTo>
                <a:lnTo>
                  <a:pt x="68948" y="4089"/>
                </a:lnTo>
                <a:lnTo>
                  <a:pt x="68821" y="4114"/>
                </a:lnTo>
                <a:lnTo>
                  <a:pt x="68783" y="4330"/>
                </a:lnTo>
                <a:lnTo>
                  <a:pt x="69011" y="4292"/>
                </a:lnTo>
                <a:close/>
              </a:path>
              <a:path w="73025" h="97790">
                <a:moveTo>
                  <a:pt x="71043" y="11557"/>
                </a:moveTo>
                <a:lnTo>
                  <a:pt x="70916" y="11595"/>
                </a:lnTo>
                <a:lnTo>
                  <a:pt x="71043" y="11557"/>
                </a:lnTo>
                <a:close/>
              </a:path>
              <a:path w="73025" h="97790">
                <a:moveTo>
                  <a:pt x="71183" y="7937"/>
                </a:moveTo>
                <a:lnTo>
                  <a:pt x="70993" y="7899"/>
                </a:lnTo>
                <a:lnTo>
                  <a:pt x="71094" y="8089"/>
                </a:lnTo>
                <a:lnTo>
                  <a:pt x="71183" y="7937"/>
                </a:lnTo>
                <a:close/>
              </a:path>
              <a:path w="73025" h="97790">
                <a:moveTo>
                  <a:pt x="71894" y="6769"/>
                </a:moveTo>
                <a:lnTo>
                  <a:pt x="71755" y="6591"/>
                </a:lnTo>
                <a:lnTo>
                  <a:pt x="71729" y="6756"/>
                </a:lnTo>
                <a:lnTo>
                  <a:pt x="71894" y="6769"/>
                </a:lnTo>
                <a:close/>
              </a:path>
              <a:path w="73025" h="97790">
                <a:moveTo>
                  <a:pt x="72123" y="6692"/>
                </a:moveTo>
                <a:lnTo>
                  <a:pt x="72021" y="6553"/>
                </a:lnTo>
                <a:lnTo>
                  <a:pt x="72047" y="6743"/>
                </a:lnTo>
                <a:close/>
              </a:path>
              <a:path w="73025" h="97790">
                <a:moveTo>
                  <a:pt x="72694" y="4241"/>
                </a:moveTo>
                <a:lnTo>
                  <a:pt x="72326" y="4267"/>
                </a:lnTo>
                <a:lnTo>
                  <a:pt x="72644" y="4368"/>
                </a:lnTo>
                <a:lnTo>
                  <a:pt x="72694" y="42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bg object 148"/>
          <p:cNvSpPr/>
          <p:nvPr/>
        </p:nvSpPr>
        <p:spPr>
          <a:xfrm>
            <a:off x="2007781" y="1034592"/>
            <a:ext cx="35560" cy="20320"/>
          </a:xfrm>
          <a:custGeom>
            <a:avLst/>
            <a:gdLst/>
            <a:ahLst/>
            <a:cxnLst/>
            <a:rect l="l" t="t" r="r" b="b"/>
            <a:pathLst>
              <a:path w="35560" h="20319">
                <a:moveTo>
                  <a:pt x="114" y="4457"/>
                </a:moveTo>
                <a:lnTo>
                  <a:pt x="0" y="4584"/>
                </a:lnTo>
                <a:lnTo>
                  <a:pt x="114" y="4457"/>
                </a:lnTo>
                <a:close/>
              </a:path>
              <a:path w="35560" h="20319">
                <a:moveTo>
                  <a:pt x="4787" y="9067"/>
                </a:moveTo>
                <a:close/>
              </a:path>
              <a:path w="35560" h="20319">
                <a:moveTo>
                  <a:pt x="5638" y="15989"/>
                </a:moveTo>
                <a:lnTo>
                  <a:pt x="5334" y="16217"/>
                </a:lnTo>
                <a:lnTo>
                  <a:pt x="5549" y="16230"/>
                </a:lnTo>
                <a:lnTo>
                  <a:pt x="5448" y="16103"/>
                </a:lnTo>
                <a:lnTo>
                  <a:pt x="5613" y="16116"/>
                </a:lnTo>
                <a:lnTo>
                  <a:pt x="5638" y="15989"/>
                </a:lnTo>
                <a:close/>
              </a:path>
              <a:path w="35560" h="20319">
                <a:moveTo>
                  <a:pt x="8039" y="19494"/>
                </a:moveTo>
                <a:lnTo>
                  <a:pt x="7975" y="19367"/>
                </a:lnTo>
                <a:lnTo>
                  <a:pt x="7962" y="19494"/>
                </a:lnTo>
                <a:lnTo>
                  <a:pt x="7785" y="19532"/>
                </a:lnTo>
                <a:lnTo>
                  <a:pt x="8039" y="19494"/>
                </a:lnTo>
                <a:close/>
              </a:path>
              <a:path w="35560" h="20319">
                <a:moveTo>
                  <a:pt x="9194" y="15913"/>
                </a:moveTo>
                <a:lnTo>
                  <a:pt x="8978" y="15862"/>
                </a:lnTo>
                <a:lnTo>
                  <a:pt x="9194" y="15913"/>
                </a:lnTo>
                <a:close/>
              </a:path>
              <a:path w="35560" h="20319">
                <a:moveTo>
                  <a:pt x="9232" y="19443"/>
                </a:moveTo>
                <a:lnTo>
                  <a:pt x="9182" y="19265"/>
                </a:lnTo>
                <a:lnTo>
                  <a:pt x="9144" y="19392"/>
                </a:lnTo>
                <a:close/>
              </a:path>
              <a:path w="35560" h="20319">
                <a:moveTo>
                  <a:pt x="9626" y="18656"/>
                </a:moveTo>
                <a:lnTo>
                  <a:pt x="9588" y="18834"/>
                </a:lnTo>
                <a:lnTo>
                  <a:pt x="9626" y="18656"/>
                </a:lnTo>
                <a:close/>
              </a:path>
              <a:path w="35560" h="20319">
                <a:moveTo>
                  <a:pt x="9677" y="18897"/>
                </a:moveTo>
                <a:lnTo>
                  <a:pt x="9652" y="19138"/>
                </a:lnTo>
                <a:lnTo>
                  <a:pt x="9677" y="18897"/>
                </a:lnTo>
                <a:close/>
              </a:path>
              <a:path w="35560" h="20319">
                <a:moveTo>
                  <a:pt x="10363" y="19494"/>
                </a:moveTo>
                <a:lnTo>
                  <a:pt x="10185" y="19392"/>
                </a:lnTo>
                <a:lnTo>
                  <a:pt x="10210" y="19583"/>
                </a:lnTo>
                <a:lnTo>
                  <a:pt x="10363" y="19494"/>
                </a:lnTo>
                <a:close/>
              </a:path>
              <a:path w="35560" h="20319">
                <a:moveTo>
                  <a:pt x="10731" y="17919"/>
                </a:moveTo>
                <a:lnTo>
                  <a:pt x="10706" y="18097"/>
                </a:lnTo>
                <a:lnTo>
                  <a:pt x="10731" y="17919"/>
                </a:lnTo>
                <a:close/>
              </a:path>
              <a:path w="35560" h="20319">
                <a:moveTo>
                  <a:pt x="10731" y="8331"/>
                </a:moveTo>
                <a:lnTo>
                  <a:pt x="10591" y="8382"/>
                </a:lnTo>
                <a:lnTo>
                  <a:pt x="10731" y="8331"/>
                </a:lnTo>
                <a:close/>
              </a:path>
              <a:path w="35560" h="20319">
                <a:moveTo>
                  <a:pt x="11074" y="19418"/>
                </a:moveTo>
                <a:lnTo>
                  <a:pt x="10909" y="19418"/>
                </a:lnTo>
                <a:lnTo>
                  <a:pt x="10985" y="19545"/>
                </a:lnTo>
                <a:lnTo>
                  <a:pt x="11074" y="19418"/>
                </a:lnTo>
                <a:close/>
              </a:path>
              <a:path w="35560" h="20319">
                <a:moveTo>
                  <a:pt x="11366" y="6819"/>
                </a:moveTo>
                <a:lnTo>
                  <a:pt x="11315" y="6311"/>
                </a:lnTo>
                <a:lnTo>
                  <a:pt x="11315" y="5791"/>
                </a:lnTo>
                <a:lnTo>
                  <a:pt x="11214" y="5245"/>
                </a:lnTo>
                <a:lnTo>
                  <a:pt x="11252" y="5765"/>
                </a:lnTo>
                <a:lnTo>
                  <a:pt x="11252" y="6273"/>
                </a:lnTo>
                <a:lnTo>
                  <a:pt x="11366" y="6819"/>
                </a:lnTo>
                <a:close/>
              </a:path>
              <a:path w="35560" h="20319">
                <a:moveTo>
                  <a:pt x="11899" y="19646"/>
                </a:moveTo>
                <a:lnTo>
                  <a:pt x="11760" y="19761"/>
                </a:lnTo>
                <a:lnTo>
                  <a:pt x="11899" y="19646"/>
                </a:lnTo>
                <a:close/>
              </a:path>
              <a:path w="35560" h="20319">
                <a:moveTo>
                  <a:pt x="11899" y="2070"/>
                </a:moveTo>
                <a:lnTo>
                  <a:pt x="11760" y="2120"/>
                </a:lnTo>
                <a:lnTo>
                  <a:pt x="11899" y="2070"/>
                </a:lnTo>
                <a:close/>
              </a:path>
              <a:path w="35560" h="20319">
                <a:moveTo>
                  <a:pt x="12039" y="16573"/>
                </a:moveTo>
                <a:lnTo>
                  <a:pt x="11734" y="16624"/>
                </a:lnTo>
                <a:lnTo>
                  <a:pt x="11188" y="16522"/>
                </a:lnTo>
                <a:lnTo>
                  <a:pt x="10934" y="16649"/>
                </a:lnTo>
                <a:lnTo>
                  <a:pt x="11201" y="16624"/>
                </a:lnTo>
                <a:lnTo>
                  <a:pt x="11696" y="16713"/>
                </a:lnTo>
                <a:lnTo>
                  <a:pt x="12039" y="16573"/>
                </a:lnTo>
                <a:close/>
              </a:path>
              <a:path w="35560" h="20319">
                <a:moveTo>
                  <a:pt x="13830" y="4546"/>
                </a:moveTo>
                <a:lnTo>
                  <a:pt x="13703" y="4597"/>
                </a:lnTo>
                <a:lnTo>
                  <a:pt x="13614" y="5461"/>
                </a:lnTo>
                <a:lnTo>
                  <a:pt x="13614" y="6375"/>
                </a:lnTo>
                <a:lnTo>
                  <a:pt x="13677" y="7035"/>
                </a:lnTo>
                <a:lnTo>
                  <a:pt x="13677" y="6045"/>
                </a:lnTo>
                <a:lnTo>
                  <a:pt x="13728" y="5511"/>
                </a:lnTo>
                <a:lnTo>
                  <a:pt x="13830" y="4572"/>
                </a:lnTo>
                <a:close/>
              </a:path>
              <a:path w="35560" h="20319">
                <a:moveTo>
                  <a:pt x="14287" y="2006"/>
                </a:moveTo>
                <a:lnTo>
                  <a:pt x="14071" y="1955"/>
                </a:lnTo>
                <a:lnTo>
                  <a:pt x="14033" y="2108"/>
                </a:lnTo>
                <a:lnTo>
                  <a:pt x="14173" y="2197"/>
                </a:lnTo>
                <a:lnTo>
                  <a:pt x="14287" y="2006"/>
                </a:lnTo>
                <a:close/>
              </a:path>
              <a:path w="35560" h="20319">
                <a:moveTo>
                  <a:pt x="16840" y="11925"/>
                </a:moveTo>
                <a:lnTo>
                  <a:pt x="16713" y="12217"/>
                </a:lnTo>
                <a:lnTo>
                  <a:pt x="16840" y="12217"/>
                </a:lnTo>
                <a:lnTo>
                  <a:pt x="16840" y="11925"/>
                </a:lnTo>
                <a:close/>
              </a:path>
              <a:path w="35560" h="20319">
                <a:moveTo>
                  <a:pt x="17589" y="4927"/>
                </a:moveTo>
                <a:lnTo>
                  <a:pt x="17551" y="5054"/>
                </a:lnTo>
                <a:lnTo>
                  <a:pt x="17589" y="4927"/>
                </a:lnTo>
                <a:close/>
              </a:path>
              <a:path w="35560" h="20319">
                <a:moveTo>
                  <a:pt x="17957" y="8648"/>
                </a:moveTo>
                <a:lnTo>
                  <a:pt x="17741" y="8775"/>
                </a:lnTo>
                <a:lnTo>
                  <a:pt x="17881" y="8864"/>
                </a:lnTo>
                <a:lnTo>
                  <a:pt x="17957" y="8648"/>
                </a:lnTo>
                <a:close/>
              </a:path>
              <a:path w="35560" h="20319">
                <a:moveTo>
                  <a:pt x="18719" y="14947"/>
                </a:moveTo>
                <a:lnTo>
                  <a:pt x="18554" y="13716"/>
                </a:lnTo>
                <a:lnTo>
                  <a:pt x="18376" y="12077"/>
                </a:lnTo>
                <a:lnTo>
                  <a:pt x="18376" y="10718"/>
                </a:lnTo>
                <a:lnTo>
                  <a:pt x="18326" y="12192"/>
                </a:lnTo>
                <a:lnTo>
                  <a:pt x="18453" y="13703"/>
                </a:lnTo>
                <a:lnTo>
                  <a:pt x="18719" y="14947"/>
                </a:lnTo>
                <a:close/>
              </a:path>
              <a:path w="35560" h="20319">
                <a:moveTo>
                  <a:pt x="20866" y="10490"/>
                </a:moveTo>
                <a:lnTo>
                  <a:pt x="20688" y="10515"/>
                </a:lnTo>
                <a:lnTo>
                  <a:pt x="20866" y="10490"/>
                </a:lnTo>
                <a:close/>
              </a:path>
              <a:path w="35560" h="20319">
                <a:moveTo>
                  <a:pt x="20980" y="9791"/>
                </a:moveTo>
                <a:lnTo>
                  <a:pt x="20675" y="9499"/>
                </a:lnTo>
                <a:lnTo>
                  <a:pt x="20193" y="9817"/>
                </a:lnTo>
                <a:lnTo>
                  <a:pt x="20142" y="10172"/>
                </a:lnTo>
                <a:lnTo>
                  <a:pt x="20345" y="9956"/>
                </a:lnTo>
                <a:lnTo>
                  <a:pt x="20510" y="9639"/>
                </a:lnTo>
                <a:lnTo>
                  <a:pt x="20980" y="9791"/>
                </a:lnTo>
                <a:close/>
              </a:path>
              <a:path w="35560" h="20319">
                <a:moveTo>
                  <a:pt x="22263" y="6337"/>
                </a:moveTo>
                <a:lnTo>
                  <a:pt x="22136" y="6896"/>
                </a:lnTo>
                <a:lnTo>
                  <a:pt x="22009" y="7607"/>
                </a:lnTo>
                <a:lnTo>
                  <a:pt x="22059" y="8255"/>
                </a:lnTo>
                <a:lnTo>
                  <a:pt x="22034" y="7632"/>
                </a:lnTo>
                <a:lnTo>
                  <a:pt x="22237" y="6896"/>
                </a:lnTo>
                <a:lnTo>
                  <a:pt x="22263" y="6337"/>
                </a:lnTo>
                <a:close/>
              </a:path>
              <a:path w="35560" h="20319">
                <a:moveTo>
                  <a:pt x="22923" y="15849"/>
                </a:moveTo>
                <a:lnTo>
                  <a:pt x="22491" y="15735"/>
                </a:lnTo>
                <a:lnTo>
                  <a:pt x="22440" y="15595"/>
                </a:lnTo>
                <a:lnTo>
                  <a:pt x="22466" y="15824"/>
                </a:lnTo>
                <a:lnTo>
                  <a:pt x="22923" y="15849"/>
                </a:lnTo>
                <a:close/>
              </a:path>
              <a:path w="35560" h="20319">
                <a:moveTo>
                  <a:pt x="23533" y="15900"/>
                </a:moveTo>
                <a:lnTo>
                  <a:pt x="23368" y="15824"/>
                </a:lnTo>
                <a:lnTo>
                  <a:pt x="23533" y="15900"/>
                </a:lnTo>
                <a:close/>
              </a:path>
              <a:path w="35560" h="20319">
                <a:moveTo>
                  <a:pt x="23914" y="15913"/>
                </a:moveTo>
                <a:lnTo>
                  <a:pt x="23558" y="15900"/>
                </a:lnTo>
                <a:lnTo>
                  <a:pt x="23736" y="16014"/>
                </a:lnTo>
                <a:lnTo>
                  <a:pt x="23914" y="15913"/>
                </a:lnTo>
                <a:close/>
              </a:path>
              <a:path w="35560" h="20319">
                <a:moveTo>
                  <a:pt x="23926" y="15430"/>
                </a:moveTo>
                <a:lnTo>
                  <a:pt x="23888" y="15252"/>
                </a:lnTo>
                <a:lnTo>
                  <a:pt x="23774" y="15392"/>
                </a:lnTo>
                <a:lnTo>
                  <a:pt x="23926" y="15430"/>
                </a:lnTo>
                <a:close/>
              </a:path>
              <a:path w="35560" h="20319">
                <a:moveTo>
                  <a:pt x="24434" y="13754"/>
                </a:moveTo>
                <a:lnTo>
                  <a:pt x="24282" y="14351"/>
                </a:lnTo>
                <a:lnTo>
                  <a:pt x="24409" y="14109"/>
                </a:lnTo>
                <a:lnTo>
                  <a:pt x="24434" y="13754"/>
                </a:lnTo>
                <a:close/>
              </a:path>
              <a:path w="35560" h="20319">
                <a:moveTo>
                  <a:pt x="24485" y="13157"/>
                </a:moveTo>
                <a:lnTo>
                  <a:pt x="24333" y="13004"/>
                </a:lnTo>
                <a:lnTo>
                  <a:pt x="24371" y="13449"/>
                </a:lnTo>
                <a:lnTo>
                  <a:pt x="24434" y="13677"/>
                </a:lnTo>
                <a:lnTo>
                  <a:pt x="24460" y="13436"/>
                </a:lnTo>
                <a:lnTo>
                  <a:pt x="24485" y="13157"/>
                </a:lnTo>
                <a:close/>
              </a:path>
              <a:path w="35560" h="20319">
                <a:moveTo>
                  <a:pt x="24828" y="15798"/>
                </a:moveTo>
                <a:lnTo>
                  <a:pt x="24561" y="15722"/>
                </a:lnTo>
                <a:lnTo>
                  <a:pt x="24231" y="15697"/>
                </a:lnTo>
                <a:lnTo>
                  <a:pt x="24142" y="15443"/>
                </a:lnTo>
                <a:lnTo>
                  <a:pt x="24168" y="15798"/>
                </a:lnTo>
                <a:lnTo>
                  <a:pt x="24612" y="15925"/>
                </a:lnTo>
                <a:lnTo>
                  <a:pt x="24714" y="15798"/>
                </a:lnTo>
                <a:close/>
              </a:path>
              <a:path w="35560" h="20319">
                <a:moveTo>
                  <a:pt x="25971" y="16268"/>
                </a:moveTo>
                <a:lnTo>
                  <a:pt x="25742" y="16154"/>
                </a:lnTo>
                <a:lnTo>
                  <a:pt x="25971" y="16268"/>
                </a:lnTo>
                <a:close/>
              </a:path>
              <a:path w="35560" h="20319">
                <a:moveTo>
                  <a:pt x="27000" y="5651"/>
                </a:moveTo>
                <a:lnTo>
                  <a:pt x="26873" y="5880"/>
                </a:lnTo>
                <a:lnTo>
                  <a:pt x="26758" y="6096"/>
                </a:lnTo>
                <a:lnTo>
                  <a:pt x="26657" y="6350"/>
                </a:lnTo>
                <a:lnTo>
                  <a:pt x="26835" y="6311"/>
                </a:lnTo>
                <a:lnTo>
                  <a:pt x="26835" y="6134"/>
                </a:lnTo>
                <a:lnTo>
                  <a:pt x="27000" y="5651"/>
                </a:lnTo>
                <a:close/>
              </a:path>
              <a:path w="35560" h="20319">
                <a:moveTo>
                  <a:pt x="27470" y="10604"/>
                </a:moveTo>
                <a:lnTo>
                  <a:pt x="27292" y="10312"/>
                </a:lnTo>
                <a:lnTo>
                  <a:pt x="27292" y="10528"/>
                </a:lnTo>
                <a:lnTo>
                  <a:pt x="27470" y="10604"/>
                </a:lnTo>
                <a:close/>
              </a:path>
              <a:path w="35560" h="20319">
                <a:moveTo>
                  <a:pt x="27813" y="11404"/>
                </a:moveTo>
                <a:lnTo>
                  <a:pt x="27635" y="11366"/>
                </a:lnTo>
                <a:lnTo>
                  <a:pt x="27813" y="11404"/>
                </a:lnTo>
                <a:close/>
              </a:path>
              <a:path w="35560" h="20319">
                <a:moveTo>
                  <a:pt x="27914" y="11849"/>
                </a:moveTo>
                <a:lnTo>
                  <a:pt x="27813" y="11468"/>
                </a:lnTo>
                <a:lnTo>
                  <a:pt x="27673" y="11684"/>
                </a:lnTo>
                <a:lnTo>
                  <a:pt x="27914" y="11849"/>
                </a:lnTo>
                <a:close/>
              </a:path>
              <a:path w="35560" h="20319">
                <a:moveTo>
                  <a:pt x="28575" y="10261"/>
                </a:moveTo>
                <a:lnTo>
                  <a:pt x="28448" y="10528"/>
                </a:lnTo>
                <a:lnTo>
                  <a:pt x="28308" y="10756"/>
                </a:lnTo>
                <a:lnTo>
                  <a:pt x="28143" y="10960"/>
                </a:lnTo>
                <a:lnTo>
                  <a:pt x="28346" y="10985"/>
                </a:lnTo>
                <a:lnTo>
                  <a:pt x="28448" y="10782"/>
                </a:lnTo>
                <a:lnTo>
                  <a:pt x="28422" y="10642"/>
                </a:lnTo>
                <a:lnTo>
                  <a:pt x="28549" y="10642"/>
                </a:lnTo>
                <a:lnTo>
                  <a:pt x="28575" y="10261"/>
                </a:lnTo>
                <a:close/>
              </a:path>
              <a:path w="35560" h="20319">
                <a:moveTo>
                  <a:pt x="31407" y="254"/>
                </a:moveTo>
                <a:lnTo>
                  <a:pt x="31242" y="266"/>
                </a:lnTo>
                <a:lnTo>
                  <a:pt x="31407" y="254"/>
                </a:lnTo>
                <a:close/>
              </a:path>
              <a:path w="35560" h="20319">
                <a:moveTo>
                  <a:pt x="35267" y="63"/>
                </a:moveTo>
                <a:lnTo>
                  <a:pt x="34709" y="0"/>
                </a:lnTo>
                <a:lnTo>
                  <a:pt x="34886" y="38"/>
                </a:lnTo>
                <a:lnTo>
                  <a:pt x="35052" y="63"/>
                </a:lnTo>
                <a:lnTo>
                  <a:pt x="35267" y="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bg object 149"/>
          <p:cNvSpPr/>
          <p:nvPr/>
        </p:nvSpPr>
        <p:spPr>
          <a:xfrm>
            <a:off x="1996643" y="1019466"/>
            <a:ext cx="50165" cy="40640"/>
          </a:xfrm>
          <a:custGeom>
            <a:avLst/>
            <a:gdLst/>
            <a:ahLst/>
            <a:cxnLst/>
            <a:rect l="l" t="t" r="r" b="b"/>
            <a:pathLst>
              <a:path w="50164" h="40640">
                <a:moveTo>
                  <a:pt x="901" y="7251"/>
                </a:moveTo>
                <a:lnTo>
                  <a:pt x="863" y="7112"/>
                </a:lnTo>
                <a:lnTo>
                  <a:pt x="114" y="7112"/>
                </a:lnTo>
                <a:lnTo>
                  <a:pt x="901" y="7251"/>
                </a:lnTo>
                <a:close/>
              </a:path>
              <a:path w="50164" h="40640">
                <a:moveTo>
                  <a:pt x="1028" y="7112"/>
                </a:moveTo>
                <a:lnTo>
                  <a:pt x="723" y="6858"/>
                </a:lnTo>
                <a:lnTo>
                  <a:pt x="863" y="7112"/>
                </a:lnTo>
                <a:lnTo>
                  <a:pt x="1028" y="7112"/>
                </a:lnTo>
                <a:close/>
              </a:path>
              <a:path w="50164" h="40640">
                <a:moveTo>
                  <a:pt x="1079" y="5765"/>
                </a:moveTo>
                <a:lnTo>
                  <a:pt x="939" y="5765"/>
                </a:lnTo>
                <a:lnTo>
                  <a:pt x="1079" y="5765"/>
                </a:lnTo>
                <a:close/>
              </a:path>
              <a:path w="50164" h="40640">
                <a:moveTo>
                  <a:pt x="1219" y="12954"/>
                </a:moveTo>
                <a:lnTo>
                  <a:pt x="1054" y="12700"/>
                </a:lnTo>
                <a:lnTo>
                  <a:pt x="1003" y="12865"/>
                </a:lnTo>
                <a:lnTo>
                  <a:pt x="787" y="12700"/>
                </a:lnTo>
                <a:lnTo>
                  <a:pt x="825" y="13208"/>
                </a:lnTo>
                <a:lnTo>
                  <a:pt x="927" y="13462"/>
                </a:lnTo>
                <a:lnTo>
                  <a:pt x="1130" y="13462"/>
                </a:lnTo>
                <a:lnTo>
                  <a:pt x="1130" y="12954"/>
                </a:lnTo>
                <a:close/>
              </a:path>
              <a:path w="50164" h="40640">
                <a:moveTo>
                  <a:pt x="1282" y="12700"/>
                </a:moveTo>
                <a:lnTo>
                  <a:pt x="1054" y="12585"/>
                </a:lnTo>
                <a:lnTo>
                  <a:pt x="1104" y="12446"/>
                </a:lnTo>
                <a:lnTo>
                  <a:pt x="977" y="12547"/>
                </a:lnTo>
                <a:lnTo>
                  <a:pt x="825" y="12471"/>
                </a:lnTo>
                <a:lnTo>
                  <a:pt x="825" y="12674"/>
                </a:lnTo>
                <a:lnTo>
                  <a:pt x="1016" y="12700"/>
                </a:lnTo>
                <a:lnTo>
                  <a:pt x="1282" y="12700"/>
                </a:lnTo>
                <a:close/>
              </a:path>
              <a:path w="50164" h="40640">
                <a:moveTo>
                  <a:pt x="1663" y="7112"/>
                </a:moveTo>
                <a:lnTo>
                  <a:pt x="1028" y="7112"/>
                </a:lnTo>
                <a:lnTo>
                  <a:pt x="1574" y="7366"/>
                </a:lnTo>
                <a:lnTo>
                  <a:pt x="1663" y="7112"/>
                </a:lnTo>
                <a:close/>
              </a:path>
              <a:path w="50164" h="40640">
                <a:moveTo>
                  <a:pt x="2032" y="6350"/>
                </a:moveTo>
                <a:lnTo>
                  <a:pt x="1905" y="6223"/>
                </a:lnTo>
                <a:lnTo>
                  <a:pt x="1676" y="6350"/>
                </a:lnTo>
                <a:lnTo>
                  <a:pt x="1955" y="6350"/>
                </a:lnTo>
                <a:close/>
              </a:path>
              <a:path w="50164" h="40640">
                <a:moveTo>
                  <a:pt x="2654" y="8128"/>
                </a:moveTo>
                <a:lnTo>
                  <a:pt x="2222" y="7975"/>
                </a:lnTo>
                <a:lnTo>
                  <a:pt x="2222" y="8128"/>
                </a:lnTo>
                <a:lnTo>
                  <a:pt x="2654" y="8128"/>
                </a:lnTo>
                <a:close/>
              </a:path>
              <a:path w="50164" h="40640">
                <a:moveTo>
                  <a:pt x="3238" y="10871"/>
                </a:moveTo>
                <a:lnTo>
                  <a:pt x="2844" y="11049"/>
                </a:lnTo>
                <a:lnTo>
                  <a:pt x="3175" y="11049"/>
                </a:lnTo>
                <a:lnTo>
                  <a:pt x="3238" y="10871"/>
                </a:lnTo>
                <a:close/>
              </a:path>
              <a:path w="50164" h="40640">
                <a:moveTo>
                  <a:pt x="3352" y="12954"/>
                </a:moveTo>
                <a:lnTo>
                  <a:pt x="3327" y="12700"/>
                </a:lnTo>
                <a:lnTo>
                  <a:pt x="3200" y="12700"/>
                </a:lnTo>
                <a:lnTo>
                  <a:pt x="3352" y="12954"/>
                </a:lnTo>
                <a:close/>
              </a:path>
              <a:path w="50164" h="40640">
                <a:moveTo>
                  <a:pt x="5867" y="16002"/>
                </a:moveTo>
                <a:lnTo>
                  <a:pt x="5676" y="16129"/>
                </a:lnTo>
                <a:lnTo>
                  <a:pt x="5727" y="16256"/>
                </a:lnTo>
                <a:lnTo>
                  <a:pt x="5816" y="16129"/>
                </a:lnTo>
                <a:lnTo>
                  <a:pt x="5867" y="16002"/>
                </a:lnTo>
                <a:close/>
              </a:path>
              <a:path w="50164" h="40640">
                <a:moveTo>
                  <a:pt x="5905" y="15367"/>
                </a:moveTo>
                <a:lnTo>
                  <a:pt x="5664" y="15367"/>
                </a:lnTo>
                <a:lnTo>
                  <a:pt x="5905" y="15367"/>
                </a:lnTo>
                <a:close/>
              </a:path>
              <a:path w="50164" h="40640">
                <a:moveTo>
                  <a:pt x="7912" y="22225"/>
                </a:moveTo>
                <a:lnTo>
                  <a:pt x="7658" y="22098"/>
                </a:lnTo>
                <a:lnTo>
                  <a:pt x="7556" y="21971"/>
                </a:lnTo>
                <a:lnTo>
                  <a:pt x="7505" y="22098"/>
                </a:lnTo>
                <a:lnTo>
                  <a:pt x="7912" y="22225"/>
                </a:lnTo>
                <a:close/>
              </a:path>
              <a:path w="50164" h="40640">
                <a:moveTo>
                  <a:pt x="8191" y="21717"/>
                </a:moveTo>
                <a:lnTo>
                  <a:pt x="8051" y="21590"/>
                </a:lnTo>
                <a:lnTo>
                  <a:pt x="7467" y="21590"/>
                </a:lnTo>
                <a:lnTo>
                  <a:pt x="7213" y="21590"/>
                </a:lnTo>
                <a:lnTo>
                  <a:pt x="7353" y="21717"/>
                </a:lnTo>
                <a:lnTo>
                  <a:pt x="8077" y="21844"/>
                </a:lnTo>
                <a:lnTo>
                  <a:pt x="8191" y="21717"/>
                </a:lnTo>
                <a:close/>
              </a:path>
              <a:path w="50164" h="40640">
                <a:moveTo>
                  <a:pt x="10121" y="20066"/>
                </a:moveTo>
                <a:lnTo>
                  <a:pt x="9944" y="20066"/>
                </a:lnTo>
                <a:lnTo>
                  <a:pt x="9994" y="20193"/>
                </a:lnTo>
                <a:lnTo>
                  <a:pt x="10121" y="20066"/>
                </a:lnTo>
                <a:close/>
              </a:path>
              <a:path w="50164" h="40640">
                <a:moveTo>
                  <a:pt x="10261" y="26035"/>
                </a:moveTo>
                <a:lnTo>
                  <a:pt x="9791" y="25908"/>
                </a:lnTo>
                <a:lnTo>
                  <a:pt x="9842" y="26162"/>
                </a:lnTo>
                <a:lnTo>
                  <a:pt x="10261" y="26035"/>
                </a:lnTo>
                <a:close/>
              </a:path>
              <a:path w="50164" h="40640">
                <a:moveTo>
                  <a:pt x="10426" y="20066"/>
                </a:moveTo>
                <a:lnTo>
                  <a:pt x="10160" y="20066"/>
                </a:lnTo>
                <a:lnTo>
                  <a:pt x="10248" y="20320"/>
                </a:lnTo>
                <a:lnTo>
                  <a:pt x="10388" y="20193"/>
                </a:lnTo>
                <a:lnTo>
                  <a:pt x="10426" y="20066"/>
                </a:lnTo>
                <a:close/>
              </a:path>
              <a:path w="50164" h="40640">
                <a:moveTo>
                  <a:pt x="10515" y="20828"/>
                </a:moveTo>
                <a:lnTo>
                  <a:pt x="10439" y="20574"/>
                </a:lnTo>
                <a:lnTo>
                  <a:pt x="10033" y="20574"/>
                </a:lnTo>
                <a:lnTo>
                  <a:pt x="9944" y="20066"/>
                </a:lnTo>
                <a:lnTo>
                  <a:pt x="9677" y="20066"/>
                </a:lnTo>
                <a:lnTo>
                  <a:pt x="9728" y="20574"/>
                </a:lnTo>
                <a:lnTo>
                  <a:pt x="10515" y="20828"/>
                </a:lnTo>
                <a:close/>
              </a:path>
              <a:path w="50164" h="40640">
                <a:moveTo>
                  <a:pt x="10629" y="25400"/>
                </a:moveTo>
                <a:lnTo>
                  <a:pt x="10375" y="25400"/>
                </a:lnTo>
                <a:lnTo>
                  <a:pt x="10350" y="25654"/>
                </a:lnTo>
                <a:lnTo>
                  <a:pt x="10502" y="25527"/>
                </a:lnTo>
                <a:lnTo>
                  <a:pt x="10629" y="25400"/>
                </a:lnTo>
                <a:close/>
              </a:path>
              <a:path w="50164" h="40640">
                <a:moveTo>
                  <a:pt x="10782" y="20066"/>
                </a:moveTo>
                <a:lnTo>
                  <a:pt x="10502" y="19812"/>
                </a:lnTo>
                <a:lnTo>
                  <a:pt x="10426" y="20066"/>
                </a:lnTo>
                <a:lnTo>
                  <a:pt x="10782" y="20066"/>
                </a:lnTo>
                <a:close/>
              </a:path>
              <a:path w="50164" h="40640">
                <a:moveTo>
                  <a:pt x="11379" y="26416"/>
                </a:moveTo>
                <a:lnTo>
                  <a:pt x="11277" y="26162"/>
                </a:lnTo>
                <a:lnTo>
                  <a:pt x="11087" y="26162"/>
                </a:lnTo>
                <a:lnTo>
                  <a:pt x="11099" y="26035"/>
                </a:lnTo>
                <a:lnTo>
                  <a:pt x="10947" y="26162"/>
                </a:lnTo>
                <a:lnTo>
                  <a:pt x="10820" y="26416"/>
                </a:lnTo>
                <a:lnTo>
                  <a:pt x="11061" y="26416"/>
                </a:lnTo>
                <a:lnTo>
                  <a:pt x="11379" y="26416"/>
                </a:lnTo>
                <a:close/>
              </a:path>
              <a:path w="50164" h="40640">
                <a:moveTo>
                  <a:pt x="12522" y="18034"/>
                </a:moveTo>
                <a:lnTo>
                  <a:pt x="12344" y="18034"/>
                </a:lnTo>
                <a:lnTo>
                  <a:pt x="12382" y="18161"/>
                </a:lnTo>
                <a:lnTo>
                  <a:pt x="12522" y="18034"/>
                </a:lnTo>
                <a:close/>
              </a:path>
              <a:path w="50164" h="40640">
                <a:moveTo>
                  <a:pt x="12928" y="33655"/>
                </a:moveTo>
                <a:lnTo>
                  <a:pt x="12420" y="33528"/>
                </a:lnTo>
                <a:lnTo>
                  <a:pt x="12522" y="33655"/>
                </a:lnTo>
                <a:lnTo>
                  <a:pt x="12928" y="33655"/>
                </a:lnTo>
                <a:close/>
              </a:path>
              <a:path w="50164" h="40640">
                <a:moveTo>
                  <a:pt x="12979" y="16891"/>
                </a:moveTo>
                <a:lnTo>
                  <a:pt x="11049" y="16891"/>
                </a:lnTo>
                <a:lnTo>
                  <a:pt x="10858" y="16891"/>
                </a:lnTo>
                <a:lnTo>
                  <a:pt x="10858" y="18288"/>
                </a:lnTo>
                <a:lnTo>
                  <a:pt x="10795" y="18415"/>
                </a:lnTo>
                <a:lnTo>
                  <a:pt x="10718" y="18542"/>
                </a:lnTo>
                <a:lnTo>
                  <a:pt x="10744" y="18288"/>
                </a:lnTo>
                <a:lnTo>
                  <a:pt x="10858" y="16891"/>
                </a:lnTo>
                <a:lnTo>
                  <a:pt x="10706" y="16891"/>
                </a:lnTo>
                <a:lnTo>
                  <a:pt x="10629" y="17399"/>
                </a:lnTo>
                <a:lnTo>
                  <a:pt x="8280" y="17399"/>
                </a:lnTo>
                <a:lnTo>
                  <a:pt x="5943" y="19177"/>
                </a:lnTo>
                <a:lnTo>
                  <a:pt x="6007" y="19685"/>
                </a:lnTo>
                <a:lnTo>
                  <a:pt x="6248" y="20066"/>
                </a:lnTo>
                <a:lnTo>
                  <a:pt x="6324" y="20193"/>
                </a:lnTo>
                <a:lnTo>
                  <a:pt x="6400" y="20320"/>
                </a:lnTo>
                <a:lnTo>
                  <a:pt x="6489" y="20447"/>
                </a:lnTo>
                <a:lnTo>
                  <a:pt x="6565" y="20574"/>
                </a:lnTo>
                <a:lnTo>
                  <a:pt x="6642" y="20701"/>
                </a:lnTo>
                <a:lnTo>
                  <a:pt x="6718" y="20828"/>
                </a:lnTo>
                <a:lnTo>
                  <a:pt x="6807" y="20955"/>
                </a:lnTo>
                <a:lnTo>
                  <a:pt x="6883" y="21082"/>
                </a:lnTo>
                <a:lnTo>
                  <a:pt x="7315" y="21463"/>
                </a:lnTo>
                <a:lnTo>
                  <a:pt x="7912" y="21463"/>
                </a:lnTo>
                <a:lnTo>
                  <a:pt x="7988" y="20701"/>
                </a:lnTo>
                <a:lnTo>
                  <a:pt x="8013" y="20447"/>
                </a:lnTo>
                <a:lnTo>
                  <a:pt x="7861" y="20574"/>
                </a:lnTo>
                <a:lnTo>
                  <a:pt x="7785" y="20701"/>
                </a:lnTo>
                <a:lnTo>
                  <a:pt x="7747" y="20574"/>
                </a:lnTo>
                <a:lnTo>
                  <a:pt x="7581" y="20447"/>
                </a:lnTo>
                <a:lnTo>
                  <a:pt x="7594" y="19558"/>
                </a:lnTo>
                <a:lnTo>
                  <a:pt x="7277" y="19558"/>
                </a:lnTo>
                <a:lnTo>
                  <a:pt x="7378" y="19050"/>
                </a:lnTo>
                <a:lnTo>
                  <a:pt x="7874" y="18669"/>
                </a:lnTo>
                <a:lnTo>
                  <a:pt x="8305" y="18415"/>
                </a:lnTo>
                <a:lnTo>
                  <a:pt x="8648" y="18415"/>
                </a:lnTo>
                <a:lnTo>
                  <a:pt x="8864" y="18288"/>
                </a:lnTo>
                <a:lnTo>
                  <a:pt x="8890" y="18034"/>
                </a:lnTo>
                <a:lnTo>
                  <a:pt x="9550" y="18161"/>
                </a:lnTo>
                <a:lnTo>
                  <a:pt x="9842" y="18288"/>
                </a:lnTo>
                <a:lnTo>
                  <a:pt x="9779" y="18669"/>
                </a:lnTo>
                <a:lnTo>
                  <a:pt x="9626" y="18796"/>
                </a:lnTo>
                <a:lnTo>
                  <a:pt x="9626" y="19177"/>
                </a:lnTo>
                <a:lnTo>
                  <a:pt x="9296" y="19304"/>
                </a:lnTo>
                <a:lnTo>
                  <a:pt x="9537" y="19304"/>
                </a:lnTo>
                <a:lnTo>
                  <a:pt x="9639" y="19812"/>
                </a:lnTo>
                <a:lnTo>
                  <a:pt x="10858" y="19812"/>
                </a:lnTo>
                <a:lnTo>
                  <a:pt x="11163" y="20066"/>
                </a:lnTo>
                <a:lnTo>
                  <a:pt x="11633" y="20066"/>
                </a:lnTo>
                <a:lnTo>
                  <a:pt x="11734" y="20320"/>
                </a:lnTo>
                <a:lnTo>
                  <a:pt x="11811" y="20193"/>
                </a:lnTo>
                <a:lnTo>
                  <a:pt x="11887" y="20066"/>
                </a:lnTo>
                <a:lnTo>
                  <a:pt x="11493" y="19812"/>
                </a:lnTo>
                <a:lnTo>
                  <a:pt x="11366" y="19812"/>
                </a:lnTo>
                <a:lnTo>
                  <a:pt x="11087" y="19812"/>
                </a:lnTo>
                <a:lnTo>
                  <a:pt x="10934" y="19685"/>
                </a:lnTo>
                <a:lnTo>
                  <a:pt x="11087" y="19812"/>
                </a:lnTo>
                <a:lnTo>
                  <a:pt x="11176" y="19685"/>
                </a:lnTo>
                <a:lnTo>
                  <a:pt x="11264" y="19558"/>
                </a:lnTo>
                <a:lnTo>
                  <a:pt x="11112" y="19558"/>
                </a:lnTo>
                <a:lnTo>
                  <a:pt x="11290" y="19431"/>
                </a:lnTo>
                <a:lnTo>
                  <a:pt x="11480" y="19431"/>
                </a:lnTo>
                <a:lnTo>
                  <a:pt x="11468" y="19304"/>
                </a:lnTo>
                <a:lnTo>
                  <a:pt x="11023" y="19304"/>
                </a:lnTo>
                <a:lnTo>
                  <a:pt x="10960" y="19050"/>
                </a:lnTo>
                <a:lnTo>
                  <a:pt x="11455" y="19050"/>
                </a:lnTo>
                <a:lnTo>
                  <a:pt x="11468" y="19304"/>
                </a:lnTo>
                <a:lnTo>
                  <a:pt x="12357" y="19304"/>
                </a:lnTo>
                <a:lnTo>
                  <a:pt x="12344" y="19177"/>
                </a:lnTo>
                <a:lnTo>
                  <a:pt x="12344" y="19050"/>
                </a:lnTo>
                <a:lnTo>
                  <a:pt x="11557" y="19050"/>
                </a:lnTo>
                <a:lnTo>
                  <a:pt x="11645" y="18669"/>
                </a:lnTo>
                <a:lnTo>
                  <a:pt x="11849" y="18796"/>
                </a:lnTo>
                <a:lnTo>
                  <a:pt x="11836" y="18669"/>
                </a:lnTo>
                <a:lnTo>
                  <a:pt x="11874" y="18542"/>
                </a:lnTo>
                <a:lnTo>
                  <a:pt x="11912" y="18415"/>
                </a:lnTo>
                <a:lnTo>
                  <a:pt x="11988" y="18161"/>
                </a:lnTo>
                <a:lnTo>
                  <a:pt x="11747" y="18161"/>
                </a:lnTo>
                <a:lnTo>
                  <a:pt x="11658" y="18415"/>
                </a:lnTo>
                <a:lnTo>
                  <a:pt x="11455" y="18415"/>
                </a:lnTo>
                <a:lnTo>
                  <a:pt x="11544" y="18288"/>
                </a:lnTo>
                <a:lnTo>
                  <a:pt x="11658" y="18034"/>
                </a:lnTo>
                <a:lnTo>
                  <a:pt x="12344" y="18034"/>
                </a:lnTo>
                <a:lnTo>
                  <a:pt x="12306" y="17907"/>
                </a:lnTo>
                <a:lnTo>
                  <a:pt x="12611" y="17653"/>
                </a:lnTo>
                <a:lnTo>
                  <a:pt x="12738" y="17399"/>
                </a:lnTo>
                <a:lnTo>
                  <a:pt x="12865" y="17145"/>
                </a:lnTo>
                <a:lnTo>
                  <a:pt x="12979" y="16891"/>
                </a:lnTo>
                <a:close/>
              </a:path>
              <a:path w="50164" h="40640">
                <a:moveTo>
                  <a:pt x="13131" y="18034"/>
                </a:moveTo>
                <a:lnTo>
                  <a:pt x="12687" y="18034"/>
                </a:lnTo>
                <a:lnTo>
                  <a:pt x="12877" y="18161"/>
                </a:lnTo>
                <a:lnTo>
                  <a:pt x="13131" y="18034"/>
                </a:lnTo>
                <a:close/>
              </a:path>
              <a:path w="50164" h="40640">
                <a:moveTo>
                  <a:pt x="13741" y="18034"/>
                </a:moveTo>
                <a:lnTo>
                  <a:pt x="13335" y="17780"/>
                </a:lnTo>
                <a:lnTo>
                  <a:pt x="13157" y="17907"/>
                </a:lnTo>
                <a:lnTo>
                  <a:pt x="13182" y="18034"/>
                </a:lnTo>
                <a:lnTo>
                  <a:pt x="13741" y="18034"/>
                </a:lnTo>
                <a:close/>
              </a:path>
              <a:path w="50164" h="40640">
                <a:moveTo>
                  <a:pt x="14058" y="7366"/>
                </a:moveTo>
                <a:lnTo>
                  <a:pt x="1574" y="7366"/>
                </a:lnTo>
                <a:lnTo>
                  <a:pt x="1955" y="7620"/>
                </a:lnTo>
                <a:lnTo>
                  <a:pt x="1790" y="7620"/>
                </a:lnTo>
                <a:lnTo>
                  <a:pt x="1816" y="7874"/>
                </a:lnTo>
                <a:lnTo>
                  <a:pt x="1943" y="7874"/>
                </a:lnTo>
                <a:lnTo>
                  <a:pt x="2222" y="7874"/>
                </a:lnTo>
                <a:lnTo>
                  <a:pt x="13373" y="7874"/>
                </a:lnTo>
                <a:lnTo>
                  <a:pt x="13665" y="7620"/>
                </a:lnTo>
                <a:lnTo>
                  <a:pt x="14058" y="7366"/>
                </a:lnTo>
                <a:close/>
              </a:path>
              <a:path w="50164" h="40640">
                <a:moveTo>
                  <a:pt x="14287" y="18161"/>
                </a:moveTo>
                <a:lnTo>
                  <a:pt x="14274" y="18034"/>
                </a:lnTo>
                <a:lnTo>
                  <a:pt x="13741" y="18034"/>
                </a:lnTo>
                <a:lnTo>
                  <a:pt x="13728" y="18161"/>
                </a:lnTo>
                <a:lnTo>
                  <a:pt x="14287" y="18161"/>
                </a:lnTo>
                <a:close/>
              </a:path>
              <a:path w="50164" h="40640">
                <a:moveTo>
                  <a:pt x="14351" y="19050"/>
                </a:moveTo>
                <a:lnTo>
                  <a:pt x="14160" y="18923"/>
                </a:lnTo>
                <a:lnTo>
                  <a:pt x="14211" y="18796"/>
                </a:lnTo>
                <a:lnTo>
                  <a:pt x="14046" y="18796"/>
                </a:lnTo>
                <a:lnTo>
                  <a:pt x="13957" y="18669"/>
                </a:lnTo>
                <a:lnTo>
                  <a:pt x="13843" y="18288"/>
                </a:lnTo>
                <a:lnTo>
                  <a:pt x="13703" y="18288"/>
                </a:lnTo>
                <a:lnTo>
                  <a:pt x="13728" y="18161"/>
                </a:lnTo>
                <a:lnTo>
                  <a:pt x="12877" y="18161"/>
                </a:lnTo>
                <a:lnTo>
                  <a:pt x="12471" y="18161"/>
                </a:lnTo>
                <a:lnTo>
                  <a:pt x="12407" y="18288"/>
                </a:lnTo>
                <a:lnTo>
                  <a:pt x="12382" y="18161"/>
                </a:lnTo>
                <a:lnTo>
                  <a:pt x="11988" y="18161"/>
                </a:lnTo>
                <a:lnTo>
                  <a:pt x="12103" y="18288"/>
                </a:lnTo>
                <a:lnTo>
                  <a:pt x="12217" y="18415"/>
                </a:lnTo>
                <a:lnTo>
                  <a:pt x="12344" y="19050"/>
                </a:lnTo>
                <a:lnTo>
                  <a:pt x="14351" y="19050"/>
                </a:lnTo>
                <a:close/>
              </a:path>
              <a:path w="50164" h="40640">
                <a:moveTo>
                  <a:pt x="14478" y="18034"/>
                </a:moveTo>
                <a:lnTo>
                  <a:pt x="14427" y="17907"/>
                </a:lnTo>
                <a:lnTo>
                  <a:pt x="14262" y="17907"/>
                </a:lnTo>
                <a:lnTo>
                  <a:pt x="14274" y="18034"/>
                </a:lnTo>
                <a:lnTo>
                  <a:pt x="14478" y="18034"/>
                </a:lnTo>
                <a:close/>
              </a:path>
              <a:path w="50164" h="40640">
                <a:moveTo>
                  <a:pt x="14859" y="16891"/>
                </a:moveTo>
                <a:lnTo>
                  <a:pt x="14401" y="16764"/>
                </a:lnTo>
                <a:lnTo>
                  <a:pt x="14325" y="16637"/>
                </a:lnTo>
                <a:lnTo>
                  <a:pt x="14173" y="16637"/>
                </a:lnTo>
                <a:lnTo>
                  <a:pt x="14033" y="16675"/>
                </a:lnTo>
                <a:lnTo>
                  <a:pt x="13843" y="16637"/>
                </a:lnTo>
                <a:lnTo>
                  <a:pt x="13627" y="16637"/>
                </a:lnTo>
                <a:lnTo>
                  <a:pt x="13576" y="16764"/>
                </a:lnTo>
                <a:lnTo>
                  <a:pt x="12979" y="16891"/>
                </a:lnTo>
                <a:lnTo>
                  <a:pt x="13538" y="16891"/>
                </a:lnTo>
                <a:lnTo>
                  <a:pt x="14478" y="16891"/>
                </a:lnTo>
                <a:lnTo>
                  <a:pt x="14859" y="16891"/>
                </a:lnTo>
                <a:close/>
              </a:path>
              <a:path w="50164" h="40640">
                <a:moveTo>
                  <a:pt x="14973" y="10795"/>
                </a:moveTo>
                <a:close/>
              </a:path>
              <a:path w="50164" h="40640">
                <a:moveTo>
                  <a:pt x="14998" y="16891"/>
                </a:moveTo>
                <a:lnTo>
                  <a:pt x="14859" y="16891"/>
                </a:lnTo>
                <a:lnTo>
                  <a:pt x="14871" y="17018"/>
                </a:lnTo>
                <a:lnTo>
                  <a:pt x="14998" y="16891"/>
                </a:lnTo>
                <a:close/>
              </a:path>
              <a:path w="50164" h="40640">
                <a:moveTo>
                  <a:pt x="15100" y="18161"/>
                </a:moveTo>
                <a:lnTo>
                  <a:pt x="15011" y="18034"/>
                </a:lnTo>
                <a:lnTo>
                  <a:pt x="14478" y="18034"/>
                </a:lnTo>
                <a:lnTo>
                  <a:pt x="14516" y="18161"/>
                </a:lnTo>
                <a:lnTo>
                  <a:pt x="15100" y="18161"/>
                </a:lnTo>
                <a:close/>
              </a:path>
              <a:path w="50164" h="40640">
                <a:moveTo>
                  <a:pt x="15163" y="16738"/>
                </a:moveTo>
                <a:lnTo>
                  <a:pt x="15011" y="16637"/>
                </a:lnTo>
                <a:lnTo>
                  <a:pt x="15113" y="16789"/>
                </a:lnTo>
                <a:close/>
              </a:path>
              <a:path w="50164" h="40640">
                <a:moveTo>
                  <a:pt x="15633" y="7721"/>
                </a:moveTo>
                <a:lnTo>
                  <a:pt x="15494" y="7747"/>
                </a:lnTo>
                <a:lnTo>
                  <a:pt x="15633" y="7721"/>
                </a:lnTo>
                <a:close/>
              </a:path>
              <a:path w="50164" h="40640">
                <a:moveTo>
                  <a:pt x="15697" y="7874"/>
                </a:moveTo>
                <a:lnTo>
                  <a:pt x="15646" y="7747"/>
                </a:lnTo>
                <a:lnTo>
                  <a:pt x="15557" y="7874"/>
                </a:lnTo>
                <a:lnTo>
                  <a:pt x="15697" y="7874"/>
                </a:lnTo>
                <a:close/>
              </a:path>
              <a:path w="50164" h="40640">
                <a:moveTo>
                  <a:pt x="15773" y="16637"/>
                </a:moveTo>
                <a:lnTo>
                  <a:pt x="15709" y="16510"/>
                </a:lnTo>
                <a:lnTo>
                  <a:pt x="15544" y="16510"/>
                </a:lnTo>
                <a:lnTo>
                  <a:pt x="15646" y="16383"/>
                </a:lnTo>
                <a:lnTo>
                  <a:pt x="15392" y="16510"/>
                </a:lnTo>
                <a:lnTo>
                  <a:pt x="15278" y="16637"/>
                </a:lnTo>
                <a:lnTo>
                  <a:pt x="15430" y="16637"/>
                </a:lnTo>
                <a:lnTo>
                  <a:pt x="15773" y="16637"/>
                </a:lnTo>
                <a:close/>
              </a:path>
              <a:path w="50164" h="40640">
                <a:moveTo>
                  <a:pt x="15824" y="17272"/>
                </a:moveTo>
                <a:lnTo>
                  <a:pt x="15722" y="17145"/>
                </a:lnTo>
                <a:lnTo>
                  <a:pt x="15544" y="17145"/>
                </a:lnTo>
                <a:lnTo>
                  <a:pt x="15709" y="17018"/>
                </a:lnTo>
                <a:lnTo>
                  <a:pt x="15417" y="17018"/>
                </a:lnTo>
                <a:lnTo>
                  <a:pt x="15417" y="16891"/>
                </a:lnTo>
                <a:lnTo>
                  <a:pt x="15290" y="16891"/>
                </a:lnTo>
                <a:lnTo>
                  <a:pt x="15290" y="17272"/>
                </a:lnTo>
                <a:lnTo>
                  <a:pt x="15125" y="17145"/>
                </a:lnTo>
                <a:lnTo>
                  <a:pt x="15100" y="17018"/>
                </a:lnTo>
                <a:lnTo>
                  <a:pt x="15151" y="17145"/>
                </a:lnTo>
                <a:lnTo>
                  <a:pt x="15290" y="17272"/>
                </a:lnTo>
                <a:lnTo>
                  <a:pt x="15290" y="16891"/>
                </a:lnTo>
                <a:lnTo>
                  <a:pt x="15176" y="16751"/>
                </a:lnTo>
                <a:lnTo>
                  <a:pt x="15201" y="16891"/>
                </a:lnTo>
                <a:lnTo>
                  <a:pt x="15049" y="16891"/>
                </a:lnTo>
                <a:lnTo>
                  <a:pt x="14871" y="17018"/>
                </a:lnTo>
                <a:lnTo>
                  <a:pt x="14884" y="17272"/>
                </a:lnTo>
                <a:lnTo>
                  <a:pt x="15011" y="18034"/>
                </a:lnTo>
                <a:lnTo>
                  <a:pt x="15506" y="18034"/>
                </a:lnTo>
                <a:lnTo>
                  <a:pt x="15633" y="18161"/>
                </a:lnTo>
                <a:lnTo>
                  <a:pt x="15760" y="17272"/>
                </a:lnTo>
                <a:close/>
              </a:path>
              <a:path w="50164" h="40640">
                <a:moveTo>
                  <a:pt x="16090" y="7620"/>
                </a:moveTo>
                <a:lnTo>
                  <a:pt x="15735" y="7620"/>
                </a:lnTo>
                <a:lnTo>
                  <a:pt x="16090" y="7620"/>
                </a:lnTo>
                <a:close/>
              </a:path>
              <a:path w="50164" h="40640">
                <a:moveTo>
                  <a:pt x="17145" y="28829"/>
                </a:moveTo>
                <a:lnTo>
                  <a:pt x="17132" y="28575"/>
                </a:lnTo>
                <a:lnTo>
                  <a:pt x="16967" y="28575"/>
                </a:lnTo>
                <a:lnTo>
                  <a:pt x="16979" y="28829"/>
                </a:lnTo>
                <a:lnTo>
                  <a:pt x="17145" y="28829"/>
                </a:lnTo>
                <a:close/>
              </a:path>
              <a:path w="50164" h="40640">
                <a:moveTo>
                  <a:pt x="17970" y="26924"/>
                </a:moveTo>
                <a:lnTo>
                  <a:pt x="17741" y="27051"/>
                </a:lnTo>
                <a:lnTo>
                  <a:pt x="17868" y="27051"/>
                </a:lnTo>
                <a:lnTo>
                  <a:pt x="17881" y="27432"/>
                </a:lnTo>
                <a:lnTo>
                  <a:pt x="17970" y="26924"/>
                </a:lnTo>
                <a:close/>
              </a:path>
              <a:path w="50164" h="40640">
                <a:moveTo>
                  <a:pt x="18199" y="28575"/>
                </a:moveTo>
                <a:lnTo>
                  <a:pt x="17678" y="28575"/>
                </a:lnTo>
                <a:lnTo>
                  <a:pt x="17576" y="28194"/>
                </a:lnTo>
                <a:lnTo>
                  <a:pt x="17551" y="28067"/>
                </a:lnTo>
                <a:lnTo>
                  <a:pt x="17741" y="28194"/>
                </a:lnTo>
                <a:lnTo>
                  <a:pt x="17741" y="28067"/>
                </a:lnTo>
                <a:lnTo>
                  <a:pt x="17703" y="26543"/>
                </a:lnTo>
                <a:lnTo>
                  <a:pt x="17868" y="26543"/>
                </a:lnTo>
                <a:lnTo>
                  <a:pt x="17868" y="26416"/>
                </a:lnTo>
                <a:lnTo>
                  <a:pt x="17868" y="26035"/>
                </a:lnTo>
                <a:lnTo>
                  <a:pt x="17678" y="26035"/>
                </a:lnTo>
                <a:lnTo>
                  <a:pt x="17729" y="26416"/>
                </a:lnTo>
                <a:lnTo>
                  <a:pt x="17589" y="26416"/>
                </a:lnTo>
                <a:lnTo>
                  <a:pt x="16891" y="26416"/>
                </a:lnTo>
                <a:lnTo>
                  <a:pt x="16954" y="26924"/>
                </a:lnTo>
                <a:lnTo>
                  <a:pt x="17081" y="26924"/>
                </a:lnTo>
                <a:lnTo>
                  <a:pt x="17119" y="27051"/>
                </a:lnTo>
                <a:lnTo>
                  <a:pt x="16954" y="27051"/>
                </a:lnTo>
                <a:lnTo>
                  <a:pt x="17081" y="27178"/>
                </a:lnTo>
                <a:lnTo>
                  <a:pt x="17132" y="28575"/>
                </a:lnTo>
                <a:lnTo>
                  <a:pt x="17449" y="28575"/>
                </a:lnTo>
                <a:lnTo>
                  <a:pt x="17475" y="28829"/>
                </a:lnTo>
                <a:lnTo>
                  <a:pt x="18110" y="28829"/>
                </a:lnTo>
                <a:lnTo>
                  <a:pt x="18199" y="28575"/>
                </a:lnTo>
                <a:close/>
              </a:path>
              <a:path w="50164" h="40640">
                <a:moveTo>
                  <a:pt x="18491" y="25908"/>
                </a:moveTo>
                <a:lnTo>
                  <a:pt x="18465" y="24892"/>
                </a:lnTo>
                <a:lnTo>
                  <a:pt x="18186" y="25019"/>
                </a:lnTo>
                <a:lnTo>
                  <a:pt x="18097" y="25908"/>
                </a:lnTo>
                <a:lnTo>
                  <a:pt x="18491" y="25908"/>
                </a:lnTo>
                <a:close/>
              </a:path>
              <a:path w="50164" h="40640">
                <a:moveTo>
                  <a:pt x="18554" y="28575"/>
                </a:moveTo>
                <a:lnTo>
                  <a:pt x="18491" y="26162"/>
                </a:lnTo>
                <a:lnTo>
                  <a:pt x="18491" y="26035"/>
                </a:lnTo>
                <a:lnTo>
                  <a:pt x="18084" y="26035"/>
                </a:lnTo>
                <a:lnTo>
                  <a:pt x="17957" y="26162"/>
                </a:lnTo>
                <a:lnTo>
                  <a:pt x="18046" y="26289"/>
                </a:lnTo>
                <a:lnTo>
                  <a:pt x="18275" y="26162"/>
                </a:lnTo>
                <a:lnTo>
                  <a:pt x="18199" y="28575"/>
                </a:lnTo>
                <a:lnTo>
                  <a:pt x="18554" y="28575"/>
                </a:lnTo>
                <a:close/>
              </a:path>
              <a:path w="50164" h="40640">
                <a:moveTo>
                  <a:pt x="18567" y="19685"/>
                </a:moveTo>
                <a:lnTo>
                  <a:pt x="18364" y="19685"/>
                </a:lnTo>
                <a:lnTo>
                  <a:pt x="18262" y="19304"/>
                </a:lnTo>
                <a:lnTo>
                  <a:pt x="12357" y="19304"/>
                </a:lnTo>
                <a:lnTo>
                  <a:pt x="12382" y="19812"/>
                </a:lnTo>
                <a:lnTo>
                  <a:pt x="18415" y="19812"/>
                </a:lnTo>
                <a:lnTo>
                  <a:pt x="18567" y="19685"/>
                </a:lnTo>
                <a:close/>
              </a:path>
              <a:path w="50164" h="40640">
                <a:moveTo>
                  <a:pt x="18605" y="18542"/>
                </a:moveTo>
                <a:lnTo>
                  <a:pt x="18580" y="18415"/>
                </a:lnTo>
                <a:lnTo>
                  <a:pt x="18542" y="18288"/>
                </a:lnTo>
                <a:lnTo>
                  <a:pt x="18046" y="18288"/>
                </a:lnTo>
                <a:lnTo>
                  <a:pt x="18046" y="18161"/>
                </a:lnTo>
                <a:lnTo>
                  <a:pt x="15824" y="18161"/>
                </a:lnTo>
                <a:lnTo>
                  <a:pt x="15811" y="18288"/>
                </a:lnTo>
                <a:lnTo>
                  <a:pt x="15760" y="18161"/>
                </a:lnTo>
                <a:lnTo>
                  <a:pt x="15646" y="18415"/>
                </a:lnTo>
                <a:lnTo>
                  <a:pt x="15494" y="18288"/>
                </a:lnTo>
                <a:lnTo>
                  <a:pt x="15671" y="18161"/>
                </a:lnTo>
                <a:lnTo>
                  <a:pt x="15100" y="18161"/>
                </a:lnTo>
                <a:lnTo>
                  <a:pt x="15049" y="18415"/>
                </a:lnTo>
                <a:lnTo>
                  <a:pt x="14732" y="18542"/>
                </a:lnTo>
                <a:lnTo>
                  <a:pt x="14757" y="18288"/>
                </a:lnTo>
                <a:lnTo>
                  <a:pt x="14516" y="18161"/>
                </a:lnTo>
                <a:lnTo>
                  <a:pt x="14287" y="18161"/>
                </a:lnTo>
                <a:lnTo>
                  <a:pt x="14351" y="19050"/>
                </a:lnTo>
                <a:lnTo>
                  <a:pt x="14363" y="19177"/>
                </a:lnTo>
                <a:lnTo>
                  <a:pt x="16764" y="19177"/>
                </a:lnTo>
                <a:lnTo>
                  <a:pt x="18237" y="19177"/>
                </a:lnTo>
                <a:lnTo>
                  <a:pt x="18211" y="19050"/>
                </a:lnTo>
                <a:lnTo>
                  <a:pt x="16789" y="19050"/>
                </a:lnTo>
                <a:lnTo>
                  <a:pt x="16814" y="18923"/>
                </a:lnTo>
                <a:lnTo>
                  <a:pt x="18021" y="18923"/>
                </a:lnTo>
                <a:lnTo>
                  <a:pt x="18389" y="18669"/>
                </a:lnTo>
                <a:lnTo>
                  <a:pt x="16814" y="18669"/>
                </a:lnTo>
                <a:lnTo>
                  <a:pt x="16738" y="18796"/>
                </a:lnTo>
                <a:lnTo>
                  <a:pt x="16649" y="18923"/>
                </a:lnTo>
                <a:lnTo>
                  <a:pt x="16649" y="18542"/>
                </a:lnTo>
                <a:lnTo>
                  <a:pt x="18605" y="18542"/>
                </a:lnTo>
                <a:close/>
              </a:path>
              <a:path w="50164" h="40640">
                <a:moveTo>
                  <a:pt x="18948" y="17526"/>
                </a:moveTo>
                <a:lnTo>
                  <a:pt x="18732" y="17526"/>
                </a:lnTo>
                <a:lnTo>
                  <a:pt x="18897" y="17653"/>
                </a:lnTo>
                <a:lnTo>
                  <a:pt x="18948" y="17526"/>
                </a:lnTo>
                <a:close/>
              </a:path>
              <a:path w="50164" h="40640">
                <a:moveTo>
                  <a:pt x="19024" y="17018"/>
                </a:moveTo>
                <a:lnTo>
                  <a:pt x="19011" y="16891"/>
                </a:lnTo>
                <a:lnTo>
                  <a:pt x="18999" y="16764"/>
                </a:lnTo>
                <a:lnTo>
                  <a:pt x="18656" y="16891"/>
                </a:lnTo>
                <a:lnTo>
                  <a:pt x="15976" y="16891"/>
                </a:lnTo>
                <a:lnTo>
                  <a:pt x="15887" y="17145"/>
                </a:lnTo>
                <a:lnTo>
                  <a:pt x="16052" y="17145"/>
                </a:lnTo>
                <a:lnTo>
                  <a:pt x="16141" y="17018"/>
                </a:lnTo>
                <a:lnTo>
                  <a:pt x="16052" y="17907"/>
                </a:lnTo>
                <a:lnTo>
                  <a:pt x="15824" y="17907"/>
                </a:lnTo>
                <a:lnTo>
                  <a:pt x="15824" y="18034"/>
                </a:lnTo>
                <a:lnTo>
                  <a:pt x="18034" y="18034"/>
                </a:lnTo>
                <a:lnTo>
                  <a:pt x="18021" y="17780"/>
                </a:lnTo>
                <a:lnTo>
                  <a:pt x="18249" y="17653"/>
                </a:lnTo>
                <a:lnTo>
                  <a:pt x="18516" y="17653"/>
                </a:lnTo>
                <a:lnTo>
                  <a:pt x="18732" y="17526"/>
                </a:lnTo>
                <a:lnTo>
                  <a:pt x="18796" y="17145"/>
                </a:lnTo>
                <a:lnTo>
                  <a:pt x="19024" y="17145"/>
                </a:lnTo>
                <a:lnTo>
                  <a:pt x="19024" y="17018"/>
                </a:lnTo>
                <a:close/>
              </a:path>
              <a:path w="50164" h="40640">
                <a:moveTo>
                  <a:pt x="19151" y="34544"/>
                </a:moveTo>
                <a:lnTo>
                  <a:pt x="12954" y="34544"/>
                </a:lnTo>
                <a:lnTo>
                  <a:pt x="12954" y="34798"/>
                </a:lnTo>
                <a:lnTo>
                  <a:pt x="19075" y="34798"/>
                </a:lnTo>
                <a:lnTo>
                  <a:pt x="19151" y="34544"/>
                </a:lnTo>
                <a:close/>
              </a:path>
              <a:path w="50164" h="40640">
                <a:moveTo>
                  <a:pt x="19151" y="24384"/>
                </a:moveTo>
                <a:lnTo>
                  <a:pt x="18948" y="24257"/>
                </a:lnTo>
                <a:lnTo>
                  <a:pt x="19011" y="24511"/>
                </a:lnTo>
                <a:lnTo>
                  <a:pt x="19138" y="24511"/>
                </a:lnTo>
                <a:lnTo>
                  <a:pt x="19151" y="24384"/>
                </a:lnTo>
                <a:close/>
              </a:path>
              <a:path w="50164" h="40640">
                <a:moveTo>
                  <a:pt x="19189" y="18161"/>
                </a:moveTo>
                <a:lnTo>
                  <a:pt x="19113" y="18034"/>
                </a:lnTo>
                <a:lnTo>
                  <a:pt x="18034" y="18034"/>
                </a:lnTo>
                <a:lnTo>
                  <a:pt x="18046" y="18161"/>
                </a:lnTo>
                <a:lnTo>
                  <a:pt x="19189" y="18161"/>
                </a:lnTo>
                <a:close/>
              </a:path>
              <a:path w="50164" h="40640">
                <a:moveTo>
                  <a:pt x="19291" y="25908"/>
                </a:moveTo>
                <a:lnTo>
                  <a:pt x="18491" y="25908"/>
                </a:lnTo>
                <a:lnTo>
                  <a:pt x="18491" y="26035"/>
                </a:lnTo>
                <a:lnTo>
                  <a:pt x="19291" y="26035"/>
                </a:lnTo>
                <a:lnTo>
                  <a:pt x="19291" y="25908"/>
                </a:lnTo>
                <a:close/>
              </a:path>
              <a:path w="50164" h="40640">
                <a:moveTo>
                  <a:pt x="19342" y="19177"/>
                </a:moveTo>
                <a:lnTo>
                  <a:pt x="18237" y="19177"/>
                </a:lnTo>
                <a:lnTo>
                  <a:pt x="18262" y="19304"/>
                </a:lnTo>
                <a:lnTo>
                  <a:pt x="19240" y="19304"/>
                </a:lnTo>
                <a:lnTo>
                  <a:pt x="19342" y="19177"/>
                </a:lnTo>
                <a:close/>
              </a:path>
              <a:path w="50164" h="40640">
                <a:moveTo>
                  <a:pt x="19367" y="18923"/>
                </a:moveTo>
                <a:lnTo>
                  <a:pt x="18186" y="18923"/>
                </a:lnTo>
                <a:lnTo>
                  <a:pt x="18211" y="19050"/>
                </a:lnTo>
                <a:lnTo>
                  <a:pt x="19354" y="19050"/>
                </a:lnTo>
                <a:lnTo>
                  <a:pt x="19367" y="18923"/>
                </a:lnTo>
                <a:close/>
              </a:path>
              <a:path w="50164" h="40640">
                <a:moveTo>
                  <a:pt x="19532" y="28829"/>
                </a:moveTo>
                <a:lnTo>
                  <a:pt x="19519" y="28575"/>
                </a:lnTo>
                <a:lnTo>
                  <a:pt x="18554" y="28575"/>
                </a:lnTo>
                <a:lnTo>
                  <a:pt x="18554" y="28829"/>
                </a:lnTo>
                <a:lnTo>
                  <a:pt x="19532" y="28829"/>
                </a:lnTo>
                <a:close/>
              </a:path>
              <a:path w="50164" h="40640">
                <a:moveTo>
                  <a:pt x="19659" y="19050"/>
                </a:moveTo>
                <a:lnTo>
                  <a:pt x="19354" y="19050"/>
                </a:lnTo>
                <a:lnTo>
                  <a:pt x="19342" y="19177"/>
                </a:lnTo>
                <a:lnTo>
                  <a:pt x="19659" y="19177"/>
                </a:lnTo>
                <a:lnTo>
                  <a:pt x="19659" y="19050"/>
                </a:lnTo>
                <a:close/>
              </a:path>
              <a:path w="50164" h="40640">
                <a:moveTo>
                  <a:pt x="19659" y="18923"/>
                </a:moveTo>
                <a:lnTo>
                  <a:pt x="19646" y="18669"/>
                </a:lnTo>
                <a:lnTo>
                  <a:pt x="19380" y="18669"/>
                </a:lnTo>
                <a:lnTo>
                  <a:pt x="19367" y="18923"/>
                </a:lnTo>
                <a:lnTo>
                  <a:pt x="19659" y="18923"/>
                </a:lnTo>
                <a:close/>
              </a:path>
              <a:path w="50164" h="40640">
                <a:moveTo>
                  <a:pt x="19685" y="25908"/>
                </a:moveTo>
                <a:lnTo>
                  <a:pt x="19621" y="25146"/>
                </a:lnTo>
                <a:lnTo>
                  <a:pt x="19291" y="25146"/>
                </a:lnTo>
                <a:lnTo>
                  <a:pt x="19291" y="25908"/>
                </a:lnTo>
                <a:lnTo>
                  <a:pt x="19685" y="25908"/>
                </a:lnTo>
                <a:close/>
              </a:path>
              <a:path w="50164" h="40640">
                <a:moveTo>
                  <a:pt x="19723" y="18034"/>
                </a:moveTo>
                <a:lnTo>
                  <a:pt x="19113" y="18034"/>
                </a:lnTo>
                <a:lnTo>
                  <a:pt x="19367" y="18161"/>
                </a:lnTo>
                <a:lnTo>
                  <a:pt x="19723" y="18034"/>
                </a:lnTo>
                <a:close/>
              </a:path>
              <a:path w="50164" h="40640">
                <a:moveTo>
                  <a:pt x="19824" y="25908"/>
                </a:moveTo>
                <a:lnTo>
                  <a:pt x="19685" y="25908"/>
                </a:lnTo>
                <a:lnTo>
                  <a:pt x="19697" y="26035"/>
                </a:lnTo>
                <a:lnTo>
                  <a:pt x="19824" y="26035"/>
                </a:lnTo>
                <a:lnTo>
                  <a:pt x="19824" y="25908"/>
                </a:lnTo>
                <a:close/>
              </a:path>
              <a:path w="50164" h="40640">
                <a:moveTo>
                  <a:pt x="19824" y="16637"/>
                </a:moveTo>
                <a:lnTo>
                  <a:pt x="19685" y="16510"/>
                </a:lnTo>
                <a:lnTo>
                  <a:pt x="19342" y="16637"/>
                </a:lnTo>
                <a:lnTo>
                  <a:pt x="19824" y="16637"/>
                </a:lnTo>
                <a:close/>
              </a:path>
              <a:path w="50164" h="40640">
                <a:moveTo>
                  <a:pt x="19850" y="24511"/>
                </a:moveTo>
                <a:lnTo>
                  <a:pt x="19138" y="24511"/>
                </a:lnTo>
                <a:lnTo>
                  <a:pt x="19126" y="24638"/>
                </a:lnTo>
                <a:lnTo>
                  <a:pt x="19850" y="24638"/>
                </a:lnTo>
                <a:lnTo>
                  <a:pt x="19850" y="24511"/>
                </a:lnTo>
                <a:close/>
              </a:path>
              <a:path w="50164" h="40640">
                <a:moveTo>
                  <a:pt x="19951" y="35941"/>
                </a:moveTo>
                <a:lnTo>
                  <a:pt x="19862" y="35814"/>
                </a:lnTo>
                <a:lnTo>
                  <a:pt x="19773" y="35687"/>
                </a:lnTo>
                <a:lnTo>
                  <a:pt x="19634" y="35814"/>
                </a:lnTo>
                <a:lnTo>
                  <a:pt x="19469" y="35890"/>
                </a:lnTo>
                <a:lnTo>
                  <a:pt x="19608" y="35687"/>
                </a:lnTo>
                <a:lnTo>
                  <a:pt x="19723" y="35560"/>
                </a:lnTo>
                <a:lnTo>
                  <a:pt x="19608" y="35306"/>
                </a:lnTo>
                <a:lnTo>
                  <a:pt x="19558" y="35179"/>
                </a:lnTo>
                <a:lnTo>
                  <a:pt x="19481" y="35560"/>
                </a:lnTo>
                <a:lnTo>
                  <a:pt x="19507" y="35306"/>
                </a:lnTo>
                <a:lnTo>
                  <a:pt x="19367" y="35306"/>
                </a:lnTo>
                <a:lnTo>
                  <a:pt x="19354" y="35179"/>
                </a:lnTo>
                <a:lnTo>
                  <a:pt x="19151" y="35306"/>
                </a:lnTo>
                <a:lnTo>
                  <a:pt x="19100" y="35052"/>
                </a:lnTo>
                <a:lnTo>
                  <a:pt x="19075" y="34925"/>
                </a:lnTo>
                <a:lnTo>
                  <a:pt x="18707" y="34925"/>
                </a:lnTo>
                <a:lnTo>
                  <a:pt x="18707" y="35560"/>
                </a:lnTo>
                <a:lnTo>
                  <a:pt x="18478" y="35560"/>
                </a:lnTo>
                <a:lnTo>
                  <a:pt x="18300" y="35306"/>
                </a:lnTo>
                <a:lnTo>
                  <a:pt x="18186" y="35179"/>
                </a:lnTo>
                <a:lnTo>
                  <a:pt x="18580" y="35052"/>
                </a:lnTo>
                <a:lnTo>
                  <a:pt x="18707" y="35560"/>
                </a:lnTo>
                <a:lnTo>
                  <a:pt x="18707" y="34925"/>
                </a:lnTo>
                <a:lnTo>
                  <a:pt x="12954" y="34925"/>
                </a:lnTo>
                <a:lnTo>
                  <a:pt x="12928" y="35941"/>
                </a:lnTo>
                <a:lnTo>
                  <a:pt x="18707" y="35941"/>
                </a:lnTo>
                <a:lnTo>
                  <a:pt x="18618" y="35814"/>
                </a:lnTo>
                <a:lnTo>
                  <a:pt x="18757" y="35814"/>
                </a:lnTo>
                <a:lnTo>
                  <a:pt x="18796" y="35687"/>
                </a:lnTo>
                <a:lnTo>
                  <a:pt x="19113" y="35687"/>
                </a:lnTo>
                <a:lnTo>
                  <a:pt x="19265" y="35814"/>
                </a:lnTo>
                <a:lnTo>
                  <a:pt x="18757" y="35814"/>
                </a:lnTo>
                <a:lnTo>
                  <a:pt x="18707" y="35941"/>
                </a:lnTo>
                <a:lnTo>
                  <a:pt x="19316" y="35941"/>
                </a:lnTo>
                <a:lnTo>
                  <a:pt x="19342" y="36068"/>
                </a:lnTo>
                <a:lnTo>
                  <a:pt x="19469" y="35941"/>
                </a:lnTo>
                <a:lnTo>
                  <a:pt x="19951" y="35941"/>
                </a:lnTo>
                <a:close/>
              </a:path>
              <a:path w="50164" h="40640">
                <a:moveTo>
                  <a:pt x="20015" y="34798"/>
                </a:moveTo>
                <a:lnTo>
                  <a:pt x="19075" y="34798"/>
                </a:lnTo>
                <a:lnTo>
                  <a:pt x="19177" y="34925"/>
                </a:lnTo>
                <a:lnTo>
                  <a:pt x="19964" y="34925"/>
                </a:lnTo>
                <a:lnTo>
                  <a:pt x="20015" y="34798"/>
                </a:lnTo>
                <a:close/>
              </a:path>
              <a:path w="50164" h="40640">
                <a:moveTo>
                  <a:pt x="20053" y="18161"/>
                </a:moveTo>
                <a:lnTo>
                  <a:pt x="20027" y="18034"/>
                </a:lnTo>
                <a:lnTo>
                  <a:pt x="19723" y="18034"/>
                </a:lnTo>
                <a:lnTo>
                  <a:pt x="20053" y="18161"/>
                </a:lnTo>
                <a:close/>
              </a:path>
              <a:path w="50164" h="40640">
                <a:moveTo>
                  <a:pt x="20269" y="35179"/>
                </a:moveTo>
                <a:lnTo>
                  <a:pt x="20015" y="35052"/>
                </a:lnTo>
                <a:lnTo>
                  <a:pt x="19837" y="35179"/>
                </a:lnTo>
                <a:lnTo>
                  <a:pt x="19685" y="35052"/>
                </a:lnTo>
                <a:lnTo>
                  <a:pt x="19710" y="35560"/>
                </a:lnTo>
                <a:lnTo>
                  <a:pt x="19939" y="35306"/>
                </a:lnTo>
                <a:lnTo>
                  <a:pt x="19723" y="35560"/>
                </a:lnTo>
                <a:lnTo>
                  <a:pt x="19685" y="35687"/>
                </a:lnTo>
                <a:lnTo>
                  <a:pt x="20040" y="35687"/>
                </a:lnTo>
                <a:lnTo>
                  <a:pt x="20091" y="35560"/>
                </a:lnTo>
                <a:lnTo>
                  <a:pt x="20193" y="35306"/>
                </a:lnTo>
                <a:lnTo>
                  <a:pt x="20269" y="35179"/>
                </a:lnTo>
                <a:close/>
              </a:path>
              <a:path w="50164" h="40640">
                <a:moveTo>
                  <a:pt x="20307" y="26035"/>
                </a:moveTo>
                <a:lnTo>
                  <a:pt x="19824" y="26035"/>
                </a:lnTo>
                <a:lnTo>
                  <a:pt x="19799" y="27559"/>
                </a:lnTo>
                <a:lnTo>
                  <a:pt x="19697" y="26035"/>
                </a:lnTo>
                <a:lnTo>
                  <a:pt x="19291" y="26035"/>
                </a:lnTo>
                <a:lnTo>
                  <a:pt x="19418" y="27051"/>
                </a:lnTo>
                <a:lnTo>
                  <a:pt x="19519" y="28575"/>
                </a:lnTo>
                <a:lnTo>
                  <a:pt x="20269" y="28575"/>
                </a:lnTo>
                <a:lnTo>
                  <a:pt x="20281" y="27559"/>
                </a:lnTo>
                <a:lnTo>
                  <a:pt x="20307" y="26035"/>
                </a:lnTo>
                <a:close/>
              </a:path>
              <a:path w="50164" h="40640">
                <a:moveTo>
                  <a:pt x="20332" y="24638"/>
                </a:moveTo>
                <a:lnTo>
                  <a:pt x="19850" y="24638"/>
                </a:lnTo>
                <a:lnTo>
                  <a:pt x="19824" y="25908"/>
                </a:lnTo>
                <a:lnTo>
                  <a:pt x="20307" y="25908"/>
                </a:lnTo>
                <a:lnTo>
                  <a:pt x="20332" y="24638"/>
                </a:lnTo>
                <a:close/>
              </a:path>
              <a:path w="50164" h="40640">
                <a:moveTo>
                  <a:pt x="20358" y="18542"/>
                </a:moveTo>
                <a:lnTo>
                  <a:pt x="20027" y="18542"/>
                </a:lnTo>
                <a:lnTo>
                  <a:pt x="19646" y="18669"/>
                </a:lnTo>
                <a:lnTo>
                  <a:pt x="20320" y="18669"/>
                </a:lnTo>
                <a:lnTo>
                  <a:pt x="20358" y="18542"/>
                </a:lnTo>
                <a:close/>
              </a:path>
              <a:path w="50164" h="40640">
                <a:moveTo>
                  <a:pt x="20408" y="35560"/>
                </a:moveTo>
                <a:lnTo>
                  <a:pt x="20180" y="35560"/>
                </a:lnTo>
                <a:lnTo>
                  <a:pt x="20383" y="35687"/>
                </a:lnTo>
                <a:lnTo>
                  <a:pt x="20408" y="35560"/>
                </a:lnTo>
                <a:close/>
              </a:path>
              <a:path w="50164" h="40640">
                <a:moveTo>
                  <a:pt x="20408" y="35064"/>
                </a:moveTo>
                <a:lnTo>
                  <a:pt x="20281" y="35064"/>
                </a:lnTo>
                <a:lnTo>
                  <a:pt x="20408" y="35064"/>
                </a:lnTo>
                <a:close/>
              </a:path>
              <a:path w="50164" h="40640">
                <a:moveTo>
                  <a:pt x="20472" y="28575"/>
                </a:moveTo>
                <a:lnTo>
                  <a:pt x="20269" y="28575"/>
                </a:lnTo>
                <a:lnTo>
                  <a:pt x="20256" y="28829"/>
                </a:lnTo>
                <a:lnTo>
                  <a:pt x="20472" y="28829"/>
                </a:lnTo>
                <a:lnTo>
                  <a:pt x="20472" y="28575"/>
                </a:lnTo>
                <a:close/>
              </a:path>
              <a:path w="50164" h="40640">
                <a:moveTo>
                  <a:pt x="20535" y="17272"/>
                </a:moveTo>
                <a:lnTo>
                  <a:pt x="20523" y="17018"/>
                </a:lnTo>
                <a:lnTo>
                  <a:pt x="20510" y="16891"/>
                </a:lnTo>
                <a:lnTo>
                  <a:pt x="20002" y="16891"/>
                </a:lnTo>
                <a:lnTo>
                  <a:pt x="20027" y="17018"/>
                </a:lnTo>
                <a:lnTo>
                  <a:pt x="20129" y="17145"/>
                </a:lnTo>
                <a:lnTo>
                  <a:pt x="20231" y="17272"/>
                </a:lnTo>
                <a:lnTo>
                  <a:pt x="20231" y="17018"/>
                </a:lnTo>
                <a:lnTo>
                  <a:pt x="20535" y="17272"/>
                </a:lnTo>
                <a:close/>
              </a:path>
              <a:path w="50164" h="40640">
                <a:moveTo>
                  <a:pt x="20574" y="19812"/>
                </a:moveTo>
                <a:lnTo>
                  <a:pt x="20256" y="19558"/>
                </a:lnTo>
                <a:lnTo>
                  <a:pt x="19862" y="19304"/>
                </a:lnTo>
                <a:lnTo>
                  <a:pt x="19240" y="19304"/>
                </a:lnTo>
                <a:lnTo>
                  <a:pt x="19138" y="19431"/>
                </a:lnTo>
                <a:lnTo>
                  <a:pt x="18961" y="19431"/>
                </a:lnTo>
                <a:lnTo>
                  <a:pt x="18897" y="19558"/>
                </a:lnTo>
                <a:lnTo>
                  <a:pt x="18834" y="19685"/>
                </a:lnTo>
                <a:lnTo>
                  <a:pt x="18770" y="19812"/>
                </a:lnTo>
                <a:lnTo>
                  <a:pt x="19608" y="19812"/>
                </a:lnTo>
                <a:lnTo>
                  <a:pt x="19685" y="19939"/>
                </a:lnTo>
                <a:lnTo>
                  <a:pt x="19837" y="19812"/>
                </a:lnTo>
                <a:lnTo>
                  <a:pt x="20574" y="19812"/>
                </a:lnTo>
                <a:close/>
              </a:path>
              <a:path w="50164" h="40640">
                <a:moveTo>
                  <a:pt x="20612" y="32893"/>
                </a:moveTo>
                <a:lnTo>
                  <a:pt x="20561" y="32766"/>
                </a:lnTo>
                <a:lnTo>
                  <a:pt x="20421" y="32893"/>
                </a:lnTo>
                <a:lnTo>
                  <a:pt x="20612" y="32893"/>
                </a:lnTo>
                <a:close/>
              </a:path>
              <a:path w="50164" h="40640">
                <a:moveTo>
                  <a:pt x="20701" y="25908"/>
                </a:moveTo>
                <a:lnTo>
                  <a:pt x="20307" y="25908"/>
                </a:lnTo>
                <a:lnTo>
                  <a:pt x="20307" y="26035"/>
                </a:lnTo>
                <a:lnTo>
                  <a:pt x="20548" y="26035"/>
                </a:lnTo>
                <a:lnTo>
                  <a:pt x="20701" y="25908"/>
                </a:lnTo>
                <a:close/>
              </a:path>
              <a:path w="50164" h="40640">
                <a:moveTo>
                  <a:pt x="20802" y="18669"/>
                </a:moveTo>
                <a:lnTo>
                  <a:pt x="20459" y="18542"/>
                </a:lnTo>
                <a:lnTo>
                  <a:pt x="20459" y="18669"/>
                </a:lnTo>
                <a:lnTo>
                  <a:pt x="20802" y="18669"/>
                </a:lnTo>
                <a:close/>
              </a:path>
              <a:path w="50164" h="40640">
                <a:moveTo>
                  <a:pt x="20853" y="18034"/>
                </a:moveTo>
                <a:lnTo>
                  <a:pt x="20764" y="17907"/>
                </a:lnTo>
                <a:lnTo>
                  <a:pt x="20675" y="17780"/>
                </a:lnTo>
                <a:lnTo>
                  <a:pt x="20586" y="17653"/>
                </a:lnTo>
                <a:lnTo>
                  <a:pt x="20497" y="17526"/>
                </a:lnTo>
                <a:lnTo>
                  <a:pt x="20459" y="17780"/>
                </a:lnTo>
                <a:lnTo>
                  <a:pt x="20002" y="17653"/>
                </a:lnTo>
                <a:lnTo>
                  <a:pt x="20027" y="18034"/>
                </a:lnTo>
                <a:lnTo>
                  <a:pt x="20853" y="18034"/>
                </a:lnTo>
                <a:close/>
              </a:path>
              <a:path w="50164" h="40640">
                <a:moveTo>
                  <a:pt x="20967" y="16637"/>
                </a:moveTo>
                <a:lnTo>
                  <a:pt x="20726" y="16637"/>
                </a:lnTo>
                <a:lnTo>
                  <a:pt x="20675" y="16802"/>
                </a:lnTo>
                <a:lnTo>
                  <a:pt x="20967" y="16637"/>
                </a:lnTo>
                <a:close/>
              </a:path>
              <a:path w="50164" h="40640">
                <a:moveTo>
                  <a:pt x="21082" y="19050"/>
                </a:moveTo>
                <a:lnTo>
                  <a:pt x="20993" y="18923"/>
                </a:lnTo>
                <a:lnTo>
                  <a:pt x="19659" y="18923"/>
                </a:lnTo>
                <a:lnTo>
                  <a:pt x="19659" y="19050"/>
                </a:lnTo>
                <a:lnTo>
                  <a:pt x="21082" y="19050"/>
                </a:lnTo>
                <a:close/>
              </a:path>
              <a:path w="50164" h="40640">
                <a:moveTo>
                  <a:pt x="21107" y="18542"/>
                </a:moveTo>
                <a:lnTo>
                  <a:pt x="21031" y="18288"/>
                </a:lnTo>
                <a:lnTo>
                  <a:pt x="20942" y="18161"/>
                </a:lnTo>
                <a:lnTo>
                  <a:pt x="20294" y="18161"/>
                </a:lnTo>
                <a:lnTo>
                  <a:pt x="20586" y="18415"/>
                </a:lnTo>
                <a:lnTo>
                  <a:pt x="20370" y="18288"/>
                </a:lnTo>
                <a:lnTo>
                  <a:pt x="20053" y="18161"/>
                </a:lnTo>
                <a:lnTo>
                  <a:pt x="19367" y="18161"/>
                </a:lnTo>
                <a:lnTo>
                  <a:pt x="19189" y="18161"/>
                </a:lnTo>
                <a:lnTo>
                  <a:pt x="19088" y="18288"/>
                </a:lnTo>
                <a:lnTo>
                  <a:pt x="18986" y="18415"/>
                </a:lnTo>
                <a:lnTo>
                  <a:pt x="18884" y="18542"/>
                </a:lnTo>
                <a:lnTo>
                  <a:pt x="20027" y="18542"/>
                </a:lnTo>
                <a:lnTo>
                  <a:pt x="20231" y="18415"/>
                </a:lnTo>
                <a:lnTo>
                  <a:pt x="20383" y="18415"/>
                </a:lnTo>
                <a:lnTo>
                  <a:pt x="20510" y="18542"/>
                </a:lnTo>
                <a:lnTo>
                  <a:pt x="21107" y="18542"/>
                </a:lnTo>
                <a:close/>
              </a:path>
              <a:path w="50164" h="40640">
                <a:moveTo>
                  <a:pt x="21158" y="22098"/>
                </a:moveTo>
                <a:lnTo>
                  <a:pt x="21031" y="21971"/>
                </a:lnTo>
                <a:lnTo>
                  <a:pt x="20942" y="21717"/>
                </a:lnTo>
                <a:lnTo>
                  <a:pt x="20828" y="21336"/>
                </a:lnTo>
                <a:lnTo>
                  <a:pt x="20789" y="21209"/>
                </a:lnTo>
                <a:lnTo>
                  <a:pt x="20027" y="21209"/>
                </a:lnTo>
                <a:lnTo>
                  <a:pt x="20269" y="21336"/>
                </a:lnTo>
                <a:lnTo>
                  <a:pt x="20599" y="21590"/>
                </a:lnTo>
                <a:lnTo>
                  <a:pt x="20662" y="21717"/>
                </a:lnTo>
                <a:lnTo>
                  <a:pt x="20726" y="21844"/>
                </a:lnTo>
                <a:lnTo>
                  <a:pt x="20789" y="21971"/>
                </a:lnTo>
                <a:lnTo>
                  <a:pt x="21056" y="22225"/>
                </a:lnTo>
                <a:lnTo>
                  <a:pt x="21158" y="22098"/>
                </a:lnTo>
                <a:close/>
              </a:path>
              <a:path w="50164" h="40640">
                <a:moveTo>
                  <a:pt x="21170" y="40132"/>
                </a:moveTo>
                <a:lnTo>
                  <a:pt x="20955" y="40005"/>
                </a:lnTo>
                <a:lnTo>
                  <a:pt x="20942" y="39624"/>
                </a:lnTo>
                <a:lnTo>
                  <a:pt x="20967" y="39370"/>
                </a:lnTo>
                <a:lnTo>
                  <a:pt x="21018" y="38862"/>
                </a:lnTo>
                <a:lnTo>
                  <a:pt x="21043" y="38608"/>
                </a:lnTo>
                <a:lnTo>
                  <a:pt x="20802" y="38481"/>
                </a:lnTo>
                <a:lnTo>
                  <a:pt x="20942" y="38481"/>
                </a:lnTo>
                <a:lnTo>
                  <a:pt x="20967" y="38227"/>
                </a:lnTo>
                <a:lnTo>
                  <a:pt x="20662" y="38227"/>
                </a:lnTo>
                <a:lnTo>
                  <a:pt x="20675" y="38100"/>
                </a:lnTo>
                <a:lnTo>
                  <a:pt x="19215" y="38100"/>
                </a:lnTo>
                <a:lnTo>
                  <a:pt x="19342" y="37846"/>
                </a:lnTo>
                <a:lnTo>
                  <a:pt x="20828" y="37846"/>
                </a:lnTo>
                <a:lnTo>
                  <a:pt x="20955" y="37922"/>
                </a:lnTo>
                <a:lnTo>
                  <a:pt x="20955" y="37782"/>
                </a:lnTo>
                <a:lnTo>
                  <a:pt x="20916" y="37592"/>
                </a:lnTo>
                <a:lnTo>
                  <a:pt x="20701" y="37465"/>
                </a:lnTo>
                <a:lnTo>
                  <a:pt x="20916" y="37211"/>
                </a:lnTo>
                <a:lnTo>
                  <a:pt x="20789" y="37211"/>
                </a:lnTo>
                <a:lnTo>
                  <a:pt x="21018" y="37084"/>
                </a:lnTo>
                <a:lnTo>
                  <a:pt x="21107" y="36449"/>
                </a:lnTo>
                <a:lnTo>
                  <a:pt x="21132" y="36322"/>
                </a:lnTo>
                <a:lnTo>
                  <a:pt x="19304" y="36322"/>
                </a:lnTo>
                <a:lnTo>
                  <a:pt x="19278" y="36449"/>
                </a:lnTo>
                <a:lnTo>
                  <a:pt x="19138" y="36449"/>
                </a:lnTo>
                <a:lnTo>
                  <a:pt x="19138" y="36068"/>
                </a:lnTo>
                <a:lnTo>
                  <a:pt x="12928" y="36068"/>
                </a:lnTo>
                <a:lnTo>
                  <a:pt x="12852" y="38862"/>
                </a:lnTo>
                <a:lnTo>
                  <a:pt x="12725" y="40640"/>
                </a:lnTo>
                <a:lnTo>
                  <a:pt x="20942" y="40640"/>
                </a:lnTo>
                <a:lnTo>
                  <a:pt x="20942" y="40386"/>
                </a:lnTo>
                <a:lnTo>
                  <a:pt x="20942" y="40132"/>
                </a:lnTo>
                <a:lnTo>
                  <a:pt x="20637" y="40386"/>
                </a:lnTo>
                <a:lnTo>
                  <a:pt x="20942" y="40132"/>
                </a:lnTo>
                <a:lnTo>
                  <a:pt x="21170" y="40132"/>
                </a:lnTo>
                <a:close/>
              </a:path>
              <a:path w="50164" h="40640">
                <a:moveTo>
                  <a:pt x="21170" y="24511"/>
                </a:moveTo>
                <a:lnTo>
                  <a:pt x="20332" y="24511"/>
                </a:lnTo>
                <a:lnTo>
                  <a:pt x="20332" y="24638"/>
                </a:lnTo>
                <a:lnTo>
                  <a:pt x="21094" y="24638"/>
                </a:lnTo>
                <a:lnTo>
                  <a:pt x="21170" y="24511"/>
                </a:lnTo>
                <a:close/>
              </a:path>
              <a:path w="50164" h="40640">
                <a:moveTo>
                  <a:pt x="21310" y="40640"/>
                </a:moveTo>
                <a:lnTo>
                  <a:pt x="21259" y="40386"/>
                </a:lnTo>
                <a:lnTo>
                  <a:pt x="20942" y="40640"/>
                </a:lnTo>
                <a:lnTo>
                  <a:pt x="21310" y="40640"/>
                </a:lnTo>
                <a:close/>
              </a:path>
              <a:path w="50164" h="40640">
                <a:moveTo>
                  <a:pt x="21310" y="26035"/>
                </a:moveTo>
                <a:lnTo>
                  <a:pt x="20548" y="26035"/>
                </a:lnTo>
                <a:lnTo>
                  <a:pt x="20472" y="28575"/>
                </a:lnTo>
                <a:lnTo>
                  <a:pt x="20739" y="28575"/>
                </a:lnTo>
                <a:lnTo>
                  <a:pt x="20789" y="27051"/>
                </a:lnTo>
                <a:lnTo>
                  <a:pt x="20980" y="26924"/>
                </a:lnTo>
                <a:lnTo>
                  <a:pt x="21082" y="26670"/>
                </a:lnTo>
                <a:lnTo>
                  <a:pt x="21170" y="26416"/>
                </a:lnTo>
                <a:lnTo>
                  <a:pt x="21272" y="26162"/>
                </a:lnTo>
                <a:lnTo>
                  <a:pt x="21310" y="26035"/>
                </a:lnTo>
                <a:close/>
              </a:path>
              <a:path w="50164" h="40640">
                <a:moveTo>
                  <a:pt x="21310" y="19304"/>
                </a:moveTo>
                <a:lnTo>
                  <a:pt x="21196" y="19177"/>
                </a:lnTo>
                <a:lnTo>
                  <a:pt x="19659" y="19177"/>
                </a:lnTo>
                <a:lnTo>
                  <a:pt x="19862" y="19304"/>
                </a:lnTo>
                <a:lnTo>
                  <a:pt x="21310" y="19304"/>
                </a:lnTo>
                <a:close/>
              </a:path>
              <a:path w="50164" h="40640">
                <a:moveTo>
                  <a:pt x="21361" y="35560"/>
                </a:moveTo>
                <a:lnTo>
                  <a:pt x="20929" y="35306"/>
                </a:lnTo>
                <a:lnTo>
                  <a:pt x="21005" y="35560"/>
                </a:lnTo>
                <a:lnTo>
                  <a:pt x="20853" y="35560"/>
                </a:lnTo>
                <a:lnTo>
                  <a:pt x="20726" y="35687"/>
                </a:lnTo>
                <a:lnTo>
                  <a:pt x="20383" y="35687"/>
                </a:lnTo>
                <a:lnTo>
                  <a:pt x="19964" y="35941"/>
                </a:lnTo>
                <a:lnTo>
                  <a:pt x="20701" y="35941"/>
                </a:lnTo>
                <a:lnTo>
                  <a:pt x="20701" y="35814"/>
                </a:lnTo>
                <a:lnTo>
                  <a:pt x="20751" y="35941"/>
                </a:lnTo>
                <a:lnTo>
                  <a:pt x="21082" y="35941"/>
                </a:lnTo>
                <a:lnTo>
                  <a:pt x="21069" y="35814"/>
                </a:lnTo>
                <a:lnTo>
                  <a:pt x="20929" y="35687"/>
                </a:lnTo>
                <a:lnTo>
                  <a:pt x="21069" y="35687"/>
                </a:lnTo>
                <a:lnTo>
                  <a:pt x="21107" y="35560"/>
                </a:lnTo>
                <a:lnTo>
                  <a:pt x="21361" y="35560"/>
                </a:lnTo>
                <a:close/>
              </a:path>
              <a:path w="50164" h="40640">
                <a:moveTo>
                  <a:pt x="21386" y="24511"/>
                </a:moveTo>
                <a:lnTo>
                  <a:pt x="21221" y="24511"/>
                </a:lnTo>
                <a:lnTo>
                  <a:pt x="21120" y="24638"/>
                </a:lnTo>
                <a:lnTo>
                  <a:pt x="21272" y="24638"/>
                </a:lnTo>
                <a:lnTo>
                  <a:pt x="21386" y="24511"/>
                </a:lnTo>
                <a:close/>
              </a:path>
              <a:path w="50164" h="40640">
                <a:moveTo>
                  <a:pt x="21399" y="19177"/>
                </a:moveTo>
                <a:lnTo>
                  <a:pt x="21374" y="19050"/>
                </a:lnTo>
                <a:lnTo>
                  <a:pt x="21082" y="19050"/>
                </a:lnTo>
                <a:lnTo>
                  <a:pt x="21196" y="19177"/>
                </a:lnTo>
                <a:lnTo>
                  <a:pt x="21399" y="19177"/>
                </a:lnTo>
                <a:close/>
              </a:path>
              <a:path w="50164" h="40640">
                <a:moveTo>
                  <a:pt x="21437" y="34950"/>
                </a:moveTo>
                <a:lnTo>
                  <a:pt x="21361" y="34734"/>
                </a:lnTo>
                <a:lnTo>
                  <a:pt x="21323" y="34886"/>
                </a:lnTo>
                <a:close/>
              </a:path>
              <a:path w="50164" h="40640">
                <a:moveTo>
                  <a:pt x="21564" y="8128"/>
                </a:moveTo>
                <a:lnTo>
                  <a:pt x="14528" y="8128"/>
                </a:lnTo>
                <a:lnTo>
                  <a:pt x="14287" y="8128"/>
                </a:lnTo>
                <a:lnTo>
                  <a:pt x="14897" y="7874"/>
                </a:lnTo>
                <a:lnTo>
                  <a:pt x="13373" y="7874"/>
                </a:lnTo>
                <a:lnTo>
                  <a:pt x="13081" y="8128"/>
                </a:lnTo>
                <a:lnTo>
                  <a:pt x="13233" y="8128"/>
                </a:lnTo>
                <a:lnTo>
                  <a:pt x="13246" y="8382"/>
                </a:lnTo>
                <a:lnTo>
                  <a:pt x="14198" y="8382"/>
                </a:lnTo>
                <a:lnTo>
                  <a:pt x="13817" y="8636"/>
                </a:lnTo>
                <a:lnTo>
                  <a:pt x="13665" y="8636"/>
                </a:lnTo>
                <a:lnTo>
                  <a:pt x="14084" y="9017"/>
                </a:lnTo>
                <a:lnTo>
                  <a:pt x="13931" y="9017"/>
                </a:lnTo>
                <a:lnTo>
                  <a:pt x="21488" y="9271"/>
                </a:lnTo>
                <a:lnTo>
                  <a:pt x="21564" y="8128"/>
                </a:lnTo>
                <a:close/>
              </a:path>
              <a:path w="50164" h="40640">
                <a:moveTo>
                  <a:pt x="21577" y="18669"/>
                </a:moveTo>
                <a:lnTo>
                  <a:pt x="20802" y="18669"/>
                </a:lnTo>
                <a:lnTo>
                  <a:pt x="20904" y="18796"/>
                </a:lnTo>
                <a:lnTo>
                  <a:pt x="20993" y="18923"/>
                </a:lnTo>
                <a:lnTo>
                  <a:pt x="21577" y="18923"/>
                </a:lnTo>
                <a:lnTo>
                  <a:pt x="21577" y="18669"/>
                </a:lnTo>
                <a:close/>
              </a:path>
              <a:path w="50164" h="40640">
                <a:moveTo>
                  <a:pt x="21653" y="20066"/>
                </a:moveTo>
                <a:lnTo>
                  <a:pt x="21564" y="19812"/>
                </a:lnTo>
                <a:lnTo>
                  <a:pt x="20574" y="19812"/>
                </a:lnTo>
                <a:lnTo>
                  <a:pt x="20878" y="20066"/>
                </a:lnTo>
                <a:lnTo>
                  <a:pt x="21653" y="20066"/>
                </a:lnTo>
                <a:close/>
              </a:path>
              <a:path w="50164" h="40640">
                <a:moveTo>
                  <a:pt x="21729" y="6604"/>
                </a:moveTo>
                <a:lnTo>
                  <a:pt x="2438" y="6604"/>
                </a:lnTo>
                <a:lnTo>
                  <a:pt x="2413" y="6350"/>
                </a:lnTo>
                <a:lnTo>
                  <a:pt x="2184" y="6350"/>
                </a:lnTo>
                <a:lnTo>
                  <a:pt x="2197" y="6489"/>
                </a:lnTo>
                <a:lnTo>
                  <a:pt x="1955" y="6350"/>
                </a:lnTo>
                <a:lnTo>
                  <a:pt x="2209" y="6604"/>
                </a:lnTo>
                <a:lnTo>
                  <a:pt x="1638" y="6604"/>
                </a:lnTo>
                <a:lnTo>
                  <a:pt x="1663" y="7112"/>
                </a:lnTo>
                <a:lnTo>
                  <a:pt x="14439" y="7112"/>
                </a:lnTo>
                <a:lnTo>
                  <a:pt x="14185" y="7366"/>
                </a:lnTo>
                <a:lnTo>
                  <a:pt x="14566" y="7112"/>
                </a:lnTo>
                <a:lnTo>
                  <a:pt x="16217" y="7112"/>
                </a:lnTo>
                <a:lnTo>
                  <a:pt x="16217" y="7620"/>
                </a:lnTo>
                <a:lnTo>
                  <a:pt x="21615" y="7620"/>
                </a:lnTo>
                <a:lnTo>
                  <a:pt x="21640" y="7366"/>
                </a:lnTo>
                <a:lnTo>
                  <a:pt x="21729" y="6604"/>
                </a:lnTo>
                <a:close/>
              </a:path>
              <a:path w="50164" h="40640">
                <a:moveTo>
                  <a:pt x="21805" y="24384"/>
                </a:moveTo>
                <a:lnTo>
                  <a:pt x="21602" y="24257"/>
                </a:lnTo>
                <a:lnTo>
                  <a:pt x="21501" y="24384"/>
                </a:lnTo>
                <a:lnTo>
                  <a:pt x="21386" y="24511"/>
                </a:lnTo>
                <a:lnTo>
                  <a:pt x="21729" y="24511"/>
                </a:lnTo>
                <a:lnTo>
                  <a:pt x="21805" y="24384"/>
                </a:lnTo>
                <a:close/>
              </a:path>
              <a:path w="50164" h="40640">
                <a:moveTo>
                  <a:pt x="21971" y="38036"/>
                </a:moveTo>
                <a:lnTo>
                  <a:pt x="21932" y="37769"/>
                </a:lnTo>
                <a:lnTo>
                  <a:pt x="21704" y="37515"/>
                </a:lnTo>
                <a:lnTo>
                  <a:pt x="21755" y="37998"/>
                </a:lnTo>
                <a:lnTo>
                  <a:pt x="21818" y="37807"/>
                </a:lnTo>
                <a:lnTo>
                  <a:pt x="21869" y="38100"/>
                </a:lnTo>
                <a:close/>
              </a:path>
              <a:path w="50164" h="40640">
                <a:moveTo>
                  <a:pt x="22034" y="6604"/>
                </a:moveTo>
                <a:lnTo>
                  <a:pt x="21755" y="6350"/>
                </a:lnTo>
                <a:lnTo>
                  <a:pt x="21729" y="6604"/>
                </a:lnTo>
                <a:lnTo>
                  <a:pt x="21907" y="6604"/>
                </a:lnTo>
                <a:lnTo>
                  <a:pt x="21907" y="6858"/>
                </a:lnTo>
                <a:lnTo>
                  <a:pt x="22034" y="6604"/>
                </a:lnTo>
                <a:close/>
              </a:path>
              <a:path w="50164" h="40640">
                <a:moveTo>
                  <a:pt x="22136" y="24511"/>
                </a:moveTo>
                <a:lnTo>
                  <a:pt x="21729" y="24511"/>
                </a:lnTo>
                <a:lnTo>
                  <a:pt x="21844" y="24638"/>
                </a:lnTo>
                <a:lnTo>
                  <a:pt x="22072" y="24638"/>
                </a:lnTo>
                <a:lnTo>
                  <a:pt x="22136" y="24511"/>
                </a:lnTo>
                <a:close/>
              </a:path>
              <a:path w="50164" h="40640">
                <a:moveTo>
                  <a:pt x="22225" y="7620"/>
                </a:moveTo>
                <a:lnTo>
                  <a:pt x="21615" y="7620"/>
                </a:lnTo>
                <a:lnTo>
                  <a:pt x="21564" y="8128"/>
                </a:lnTo>
                <a:lnTo>
                  <a:pt x="21551" y="8382"/>
                </a:lnTo>
                <a:lnTo>
                  <a:pt x="22225" y="8382"/>
                </a:lnTo>
                <a:lnTo>
                  <a:pt x="22225" y="7620"/>
                </a:lnTo>
                <a:close/>
              </a:path>
              <a:path w="50164" h="40640">
                <a:moveTo>
                  <a:pt x="22237" y="10287"/>
                </a:moveTo>
                <a:lnTo>
                  <a:pt x="21386" y="10287"/>
                </a:lnTo>
                <a:lnTo>
                  <a:pt x="21424" y="10033"/>
                </a:lnTo>
                <a:lnTo>
                  <a:pt x="21450" y="9779"/>
                </a:lnTo>
                <a:lnTo>
                  <a:pt x="21475" y="9525"/>
                </a:lnTo>
                <a:lnTo>
                  <a:pt x="16408" y="9525"/>
                </a:lnTo>
                <a:lnTo>
                  <a:pt x="16408" y="10414"/>
                </a:lnTo>
                <a:lnTo>
                  <a:pt x="16217" y="10287"/>
                </a:lnTo>
                <a:lnTo>
                  <a:pt x="16357" y="10160"/>
                </a:lnTo>
                <a:lnTo>
                  <a:pt x="16408" y="10414"/>
                </a:lnTo>
                <a:lnTo>
                  <a:pt x="16408" y="9525"/>
                </a:lnTo>
                <a:lnTo>
                  <a:pt x="16078" y="9525"/>
                </a:lnTo>
                <a:lnTo>
                  <a:pt x="16078" y="10287"/>
                </a:lnTo>
                <a:lnTo>
                  <a:pt x="15976" y="10515"/>
                </a:lnTo>
                <a:lnTo>
                  <a:pt x="15976" y="11049"/>
                </a:lnTo>
                <a:lnTo>
                  <a:pt x="15811" y="11303"/>
                </a:lnTo>
                <a:lnTo>
                  <a:pt x="15836" y="11049"/>
                </a:lnTo>
                <a:lnTo>
                  <a:pt x="15976" y="11049"/>
                </a:lnTo>
                <a:lnTo>
                  <a:pt x="15976" y="10515"/>
                </a:lnTo>
                <a:lnTo>
                  <a:pt x="15862" y="10795"/>
                </a:lnTo>
                <a:lnTo>
                  <a:pt x="15798" y="10934"/>
                </a:lnTo>
                <a:lnTo>
                  <a:pt x="15481" y="10795"/>
                </a:lnTo>
                <a:lnTo>
                  <a:pt x="15430" y="10287"/>
                </a:lnTo>
                <a:lnTo>
                  <a:pt x="15811" y="10287"/>
                </a:lnTo>
                <a:lnTo>
                  <a:pt x="15938" y="10541"/>
                </a:lnTo>
                <a:lnTo>
                  <a:pt x="16078" y="10287"/>
                </a:lnTo>
                <a:lnTo>
                  <a:pt x="16078" y="9525"/>
                </a:lnTo>
                <a:lnTo>
                  <a:pt x="15151" y="9525"/>
                </a:lnTo>
                <a:lnTo>
                  <a:pt x="15151" y="10287"/>
                </a:lnTo>
                <a:lnTo>
                  <a:pt x="15113" y="10426"/>
                </a:lnTo>
                <a:lnTo>
                  <a:pt x="14935" y="10287"/>
                </a:lnTo>
                <a:lnTo>
                  <a:pt x="15151" y="10287"/>
                </a:lnTo>
                <a:lnTo>
                  <a:pt x="15151" y="9525"/>
                </a:lnTo>
                <a:lnTo>
                  <a:pt x="14859" y="9525"/>
                </a:lnTo>
                <a:lnTo>
                  <a:pt x="14744" y="9271"/>
                </a:lnTo>
                <a:lnTo>
                  <a:pt x="14439" y="9271"/>
                </a:lnTo>
                <a:lnTo>
                  <a:pt x="13792" y="9271"/>
                </a:lnTo>
                <a:lnTo>
                  <a:pt x="13525" y="9271"/>
                </a:lnTo>
                <a:lnTo>
                  <a:pt x="13296" y="9398"/>
                </a:lnTo>
                <a:lnTo>
                  <a:pt x="13246" y="8382"/>
                </a:lnTo>
                <a:lnTo>
                  <a:pt x="2832" y="8382"/>
                </a:lnTo>
                <a:lnTo>
                  <a:pt x="2832" y="9779"/>
                </a:lnTo>
                <a:lnTo>
                  <a:pt x="2463" y="9893"/>
                </a:lnTo>
                <a:lnTo>
                  <a:pt x="1993" y="10033"/>
                </a:lnTo>
                <a:lnTo>
                  <a:pt x="1993" y="10287"/>
                </a:lnTo>
                <a:lnTo>
                  <a:pt x="2171" y="10414"/>
                </a:lnTo>
                <a:lnTo>
                  <a:pt x="1828" y="10287"/>
                </a:lnTo>
                <a:lnTo>
                  <a:pt x="1689" y="10541"/>
                </a:lnTo>
                <a:lnTo>
                  <a:pt x="1752" y="10287"/>
                </a:lnTo>
                <a:lnTo>
                  <a:pt x="1828" y="10033"/>
                </a:lnTo>
                <a:lnTo>
                  <a:pt x="2286" y="9779"/>
                </a:lnTo>
                <a:lnTo>
                  <a:pt x="2489" y="9779"/>
                </a:lnTo>
                <a:lnTo>
                  <a:pt x="2832" y="9779"/>
                </a:lnTo>
                <a:lnTo>
                  <a:pt x="2832" y="8382"/>
                </a:lnTo>
                <a:lnTo>
                  <a:pt x="2184" y="8382"/>
                </a:lnTo>
                <a:lnTo>
                  <a:pt x="2133" y="8636"/>
                </a:lnTo>
                <a:lnTo>
                  <a:pt x="1854" y="8636"/>
                </a:lnTo>
                <a:lnTo>
                  <a:pt x="2578" y="9017"/>
                </a:lnTo>
                <a:lnTo>
                  <a:pt x="2184" y="9017"/>
                </a:lnTo>
                <a:lnTo>
                  <a:pt x="1574" y="9525"/>
                </a:lnTo>
                <a:lnTo>
                  <a:pt x="1308" y="9779"/>
                </a:lnTo>
                <a:lnTo>
                  <a:pt x="393" y="10795"/>
                </a:lnTo>
                <a:lnTo>
                  <a:pt x="3276" y="10795"/>
                </a:lnTo>
                <a:lnTo>
                  <a:pt x="3403" y="10795"/>
                </a:lnTo>
                <a:lnTo>
                  <a:pt x="14414" y="10795"/>
                </a:lnTo>
                <a:lnTo>
                  <a:pt x="14389" y="10934"/>
                </a:lnTo>
                <a:lnTo>
                  <a:pt x="13931" y="11049"/>
                </a:lnTo>
                <a:lnTo>
                  <a:pt x="14389" y="11049"/>
                </a:lnTo>
                <a:lnTo>
                  <a:pt x="14363" y="11303"/>
                </a:lnTo>
                <a:lnTo>
                  <a:pt x="14554" y="11049"/>
                </a:lnTo>
                <a:lnTo>
                  <a:pt x="14693" y="11049"/>
                </a:lnTo>
                <a:lnTo>
                  <a:pt x="14820" y="11049"/>
                </a:lnTo>
                <a:lnTo>
                  <a:pt x="14935" y="10845"/>
                </a:lnTo>
                <a:lnTo>
                  <a:pt x="14617" y="10883"/>
                </a:lnTo>
                <a:lnTo>
                  <a:pt x="14757" y="10541"/>
                </a:lnTo>
                <a:lnTo>
                  <a:pt x="14884" y="10795"/>
                </a:lnTo>
                <a:lnTo>
                  <a:pt x="15087" y="10541"/>
                </a:lnTo>
                <a:lnTo>
                  <a:pt x="15290" y="10541"/>
                </a:lnTo>
                <a:lnTo>
                  <a:pt x="15265" y="10795"/>
                </a:lnTo>
                <a:lnTo>
                  <a:pt x="15062" y="10795"/>
                </a:lnTo>
                <a:lnTo>
                  <a:pt x="15468" y="11049"/>
                </a:lnTo>
                <a:lnTo>
                  <a:pt x="15506" y="11188"/>
                </a:lnTo>
                <a:lnTo>
                  <a:pt x="15189" y="11049"/>
                </a:lnTo>
                <a:lnTo>
                  <a:pt x="15011" y="10909"/>
                </a:lnTo>
                <a:lnTo>
                  <a:pt x="14947" y="11049"/>
                </a:lnTo>
                <a:lnTo>
                  <a:pt x="15494" y="11303"/>
                </a:lnTo>
                <a:lnTo>
                  <a:pt x="15214" y="11303"/>
                </a:lnTo>
                <a:lnTo>
                  <a:pt x="15125" y="11531"/>
                </a:lnTo>
                <a:lnTo>
                  <a:pt x="14986" y="11303"/>
                </a:lnTo>
                <a:lnTo>
                  <a:pt x="14668" y="11303"/>
                </a:lnTo>
                <a:lnTo>
                  <a:pt x="14693" y="11049"/>
                </a:lnTo>
                <a:lnTo>
                  <a:pt x="14363" y="11303"/>
                </a:lnTo>
                <a:lnTo>
                  <a:pt x="14008" y="11455"/>
                </a:lnTo>
                <a:lnTo>
                  <a:pt x="13970" y="11252"/>
                </a:lnTo>
                <a:lnTo>
                  <a:pt x="13970" y="11468"/>
                </a:lnTo>
                <a:lnTo>
                  <a:pt x="13970" y="11252"/>
                </a:lnTo>
                <a:lnTo>
                  <a:pt x="13931" y="11049"/>
                </a:lnTo>
                <a:lnTo>
                  <a:pt x="13690" y="11049"/>
                </a:lnTo>
                <a:lnTo>
                  <a:pt x="13855" y="11303"/>
                </a:lnTo>
                <a:lnTo>
                  <a:pt x="13373" y="11303"/>
                </a:lnTo>
                <a:lnTo>
                  <a:pt x="13335" y="11557"/>
                </a:lnTo>
                <a:lnTo>
                  <a:pt x="13754" y="11557"/>
                </a:lnTo>
                <a:lnTo>
                  <a:pt x="13944" y="11557"/>
                </a:lnTo>
                <a:lnTo>
                  <a:pt x="14046" y="11811"/>
                </a:lnTo>
                <a:lnTo>
                  <a:pt x="13538" y="11811"/>
                </a:lnTo>
                <a:lnTo>
                  <a:pt x="13335" y="11557"/>
                </a:lnTo>
                <a:lnTo>
                  <a:pt x="3200" y="11557"/>
                </a:lnTo>
                <a:lnTo>
                  <a:pt x="3187" y="11684"/>
                </a:lnTo>
                <a:lnTo>
                  <a:pt x="3086" y="11811"/>
                </a:lnTo>
                <a:lnTo>
                  <a:pt x="2959" y="11684"/>
                </a:lnTo>
                <a:lnTo>
                  <a:pt x="3086" y="11811"/>
                </a:lnTo>
                <a:lnTo>
                  <a:pt x="3086" y="11582"/>
                </a:lnTo>
                <a:lnTo>
                  <a:pt x="2882" y="11557"/>
                </a:lnTo>
                <a:lnTo>
                  <a:pt x="2743" y="11557"/>
                </a:lnTo>
                <a:lnTo>
                  <a:pt x="3022" y="11303"/>
                </a:lnTo>
                <a:lnTo>
                  <a:pt x="3225" y="11303"/>
                </a:lnTo>
                <a:lnTo>
                  <a:pt x="3213" y="11430"/>
                </a:lnTo>
                <a:lnTo>
                  <a:pt x="3365" y="11303"/>
                </a:lnTo>
                <a:lnTo>
                  <a:pt x="13169" y="11303"/>
                </a:lnTo>
                <a:lnTo>
                  <a:pt x="13525" y="11049"/>
                </a:lnTo>
                <a:lnTo>
                  <a:pt x="3175" y="11049"/>
                </a:lnTo>
                <a:lnTo>
                  <a:pt x="3124" y="11176"/>
                </a:lnTo>
                <a:lnTo>
                  <a:pt x="2844" y="11049"/>
                </a:lnTo>
                <a:lnTo>
                  <a:pt x="419" y="11049"/>
                </a:lnTo>
                <a:lnTo>
                  <a:pt x="495" y="11811"/>
                </a:lnTo>
                <a:lnTo>
                  <a:pt x="584" y="12192"/>
                </a:lnTo>
                <a:lnTo>
                  <a:pt x="711" y="12700"/>
                </a:lnTo>
                <a:lnTo>
                  <a:pt x="825" y="12471"/>
                </a:lnTo>
                <a:lnTo>
                  <a:pt x="838" y="12192"/>
                </a:lnTo>
                <a:lnTo>
                  <a:pt x="977" y="11811"/>
                </a:lnTo>
                <a:lnTo>
                  <a:pt x="1003" y="11633"/>
                </a:lnTo>
                <a:lnTo>
                  <a:pt x="1295" y="11811"/>
                </a:lnTo>
                <a:lnTo>
                  <a:pt x="1308" y="12192"/>
                </a:lnTo>
                <a:lnTo>
                  <a:pt x="1562" y="12446"/>
                </a:lnTo>
                <a:lnTo>
                  <a:pt x="2997" y="12446"/>
                </a:lnTo>
                <a:lnTo>
                  <a:pt x="3149" y="12573"/>
                </a:lnTo>
                <a:lnTo>
                  <a:pt x="3200" y="12446"/>
                </a:lnTo>
                <a:lnTo>
                  <a:pt x="20358" y="12446"/>
                </a:lnTo>
                <a:lnTo>
                  <a:pt x="20332" y="12700"/>
                </a:lnTo>
                <a:lnTo>
                  <a:pt x="20980" y="12700"/>
                </a:lnTo>
                <a:lnTo>
                  <a:pt x="21018" y="12446"/>
                </a:lnTo>
                <a:lnTo>
                  <a:pt x="20688" y="12446"/>
                </a:lnTo>
                <a:lnTo>
                  <a:pt x="20370" y="12446"/>
                </a:lnTo>
                <a:lnTo>
                  <a:pt x="20777" y="12192"/>
                </a:lnTo>
                <a:lnTo>
                  <a:pt x="20688" y="12446"/>
                </a:lnTo>
                <a:lnTo>
                  <a:pt x="21069" y="12192"/>
                </a:lnTo>
                <a:lnTo>
                  <a:pt x="21018" y="12446"/>
                </a:lnTo>
                <a:lnTo>
                  <a:pt x="21209" y="12192"/>
                </a:lnTo>
                <a:lnTo>
                  <a:pt x="21259" y="11811"/>
                </a:lnTo>
                <a:lnTo>
                  <a:pt x="21310" y="11303"/>
                </a:lnTo>
                <a:lnTo>
                  <a:pt x="21374" y="10541"/>
                </a:lnTo>
                <a:lnTo>
                  <a:pt x="21374" y="10375"/>
                </a:lnTo>
                <a:lnTo>
                  <a:pt x="21374" y="10541"/>
                </a:lnTo>
                <a:lnTo>
                  <a:pt x="22237" y="10541"/>
                </a:lnTo>
                <a:lnTo>
                  <a:pt x="22237" y="10287"/>
                </a:lnTo>
                <a:close/>
              </a:path>
              <a:path w="50164" h="40640">
                <a:moveTo>
                  <a:pt x="22237" y="9525"/>
                </a:moveTo>
                <a:lnTo>
                  <a:pt x="22225" y="9271"/>
                </a:lnTo>
                <a:lnTo>
                  <a:pt x="21488" y="9271"/>
                </a:lnTo>
                <a:lnTo>
                  <a:pt x="21475" y="9525"/>
                </a:lnTo>
                <a:lnTo>
                  <a:pt x="22237" y="9525"/>
                </a:lnTo>
                <a:close/>
              </a:path>
              <a:path w="50164" h="40640">
                <a:moveTo>
                  <a:pt x="22263" y="22352"/>
                </a:moveTo>
                <a:lnTo>
                  <a:pt x="22161" y="20955"/>
                </a:lnTo>
                <a:lnTo>
                  <a:pt x="22047" y="20574"/>
                </a:lnTo>
                <a:lnTo>
                  <a:pt x="22034" y="20193"/>
                </a:lnTo>
                <a:lnTo>
                  <a:pt x="21831" y="20066"/>
                </a:lnTo>
                <a:lnTo>
                  <a:pt x="21653" y="20066"/>
                </a:lnTo>
                <a:lnTo>
                  <a:pt x="21691" y="20193"/>
                </a:lnTo>
                <a:lnTo>
                  <a:pt x="21805" y="20574"/>
                </a:lnTo>
                <a:lnTo>
                  <a:pt x="21932" y="20955"/>
                </a:lnTo>
                <a:lnTo>
                  <a:pt x="22047" y="21336"/>
                </a:lnTo>
                <a:lnTo>
                  <a:pt x="22161" y="21717"/>
                </a:lnTo>
                <a:lnTo>
                  <a:pt x="22263" y="22352"/>
                </a:lnTo>
                <a:close/>
              </a:path>
              <a:path w="50164" h="40640">
                <a:moveTo>
                  <a:pt x="22301" y="24765"/>
                </a:moveTo>
                <a:lnTo>
                  <a:pt x="22161" y="24638"/>
                </a:lnTo>
                <a:lnTo>
                  <a:pt x="21958" y="24765"/>
                </a:lnTo>
                <a:lnTo>
                  <a:pt x="21844" y="24638"/>
                </a:lnTo>
                <a:lnTo>
                  <a:pt x="21272" y="24638"/>
                </a:lnTo>
                <a:lnTo>
                  <a:pt x="21196" y="24765"/>
                </a:lnTo>
                <a:lnTo>
                  <a:pt x="21120" y="24892"/>
                </a:lnTo>
                <a:lnTo>
                  <a:pt x="20904" y="24892"/>
                </a:lnTo>
                <a:lnTo>
                  <a:pt x="20828" y="25400"/>
                </a:lnTo>
                <a:lnTo>
                  <a:pt x="20701" y="25908"/>
                </a:lnTo>
                <a:lnTo>
                  <a:pt x="21336" y="25908"/>
                </a:lnTo>
                <a:lnTo>
                  <a:pt x="21348" y="25781"/>
                </a:lnTo>
                <a:lnTo>
                  <a:pt x="21475" y="25654"/>
                </a:lnTo>
                <a:lnTo>
                  <a:pt x="21602" y="25527"/>
                </a:lnTo>
                <a:lnTo>
                  <a:pt x="21653" y="24765"/>
                </a:lnTo>
                <a:lnTo>
                  <a:pt x="22047" y="24892"/>
                </a:lnTo>
                <a:lnTo>
                  <a:pt x="22059" y="24765"/>
                </a:lnTo>
                <a:lnTo>
                  <a:pt x="22301" y="24765"/>
                </a:lnTo>
                <a:close/>
              </a:path>
              <a:path w="50164" h="40640">
                <a:moveTo>
                  <a:pt x="22377" y="10541"/>
                </a:moveTo>
                <a:lnTo>
                  <a:pt x="22237" y="10541"/>
                </a:lnTo>
                <a:lnTo>
                  <a:pt x="22237" y="11049"/>
                </a:lnTo>
                <a:lnTo>
                  <a:pt x="22364" y="10795"/>
                </a:lnTo>
                <a:lnTo>
                  <a:pt x="22377" y="10541"/>
                </a:lnTo>
                <a:close/>
              </a:path>
              <a:path w="50164" h="40640">
                <a:moveTo>
                  <a:pt x="22390" y="36931"/>
                </a:moveTo>
                <a:lnTo>
                  <a:pt x="22352" y="36753"/>
                </a:lnTo>
                <a:lnTo>
                  <a:pt x="22275" y="36931"/>
                </a:lnTo>
                <a:close/>
              </a:path>
              <a:path w="50164" h="40640">
                <a:moveTo>
                  <a:pt x="22415" y="9525"/>
                </a:moveTo>
                <a:lnTo>
                  <a:pt x="22237" y="9525"/>
                </a:lnTo>
                <a:lnTo>
                  <a:pt x="22237" y="10287"/>
                </a:lnTo>
                <a:lnTo>
                  <a:pt x="22390" y="10287"/>
                </a:lnTo>
                <a:lnTo>
                  <a:pt x="22415" y="9525"/>
                </a:lnTo>
                <a:close/>
              </a:path>
              <a:path w="50164" h="40640">
                <a:moveTo>
                  <a:pt x="22428" y="40563"/>
                </a:moveTo>
                <a:lnTo>
                  <a:pt x="22364" y="40195"/>
                </a:lnTo>
                <a:lnTo>
                  <a:pt x="22364" y="40563"/>
                </a:lnTo>
                <a:close/>
              </a:path>
              <a:path w="50164" h="40640">
                <a:moveTo>
                  <a:pt x="22479" y="8382"/>
                </a:moveTo>
                <a:lnTo>
                  <a:pt x="22225" y="8382"/>
                </a:lnTo>
                <a:lnTo>
                  <a:pt x="22225" y="9271"/>
                </a:lnTo>
                <a:lnTo>
                  <a:pt x="22428" y="9271"/>
                </a:lnTo>
                <a:lnTo>
                  <a:pt x="22479" y="8382"/>
                </a:lnTo>
                <a:close/>
              </a:path>
              <a:path w="50164" h="40640">
                <a:moveTo>
                  <a:pt x="22542" y="35229"/>
                </a:moveTo>
                <a:lnTo>
                  <a:pt x="22491" y="35001"/>
                </a:lnTo>
                <a:lnTo>
                  <a:pt x="22491" y="35229"/>
                </a:lnTo>
                <a:close/>
              </a:path>
              <a:path w="50164" h="40640">
                <a:moveTo>
                  <a:pt x="22631" y="18034"/>
                </a:moveTo>
                <a:lnTo>
                  <a:pt x="21971" y="18034"/>
                </a:lnTo>
                <a:lnTo>
                  <a:pt x="21945" y="18161"/>
                </a:lnTo>
                <a:lnTo>
                  <a:pt x="22529" y="18161"/>
                </a:lnTo>
                <a:lnTo>
                  <a:pt x="22631" y="18034"/>
                </a:lnTo>
                <a:close/>
              </a:path>
              <a:path w="50164" h="40640">
                <a:moveTo>
                  <a:pt x="22669" y="18923"/>
                </a:moveTo>
                <a:lnTo>
                  <a:pt x="21577" y="18923"/>
                </a:lnTo>
                <a:lnTo>
                  <a:pt x="21374" y="19050"/>
                </a:lnTo>
                <a:lnTo>
                  <a:pt x="22669" y="19050"/>
                </a:lnTo>
                <a:lnTo>
                  <a:pt x="22669" y="18923"/>
                </a:lnTo>
                <a:close/>
              </a:path>
              <a:path w="50164" h="40640">
                <a:moveTo>
                  <a:pt x="22669" y="18542"/>
                </a:moveTo>
                <a:lnTo>
                  <a:pt x="21818" y="18542"/>
                </a:lnTo>
                <a:lnTo>
                  <a:pt x="21844" y="18161"/>
                </a:lnTo>
                <a:lnTo>
                  <a:pt x="21005" y="18161"/>
                </a:lnTo>
                <a:lnTo>
                  <a:pt x="21374" y="18288"/>
                </a:lnTo>
                <a:lnTo>
                  <a:pt x="21361" y="18415"/>
                </a:lnTo>
                <a:lnTo>
                  <a:pt x="21209" y="18542"/>
                </a:lnTo>
                <a:lnTo>
                  <a:pt x="21577" y="18542"/>
                </a:lnTo>
                <a:lnTo>
                  <a:pt x="21577" y="18669"/>
                </a:lnTo>
                <a:lnTo>
                  <a:pt x="22669" y="18669"/>
                </a:lnTo>
                <a:lnTo>
                  <a:pt x="22669" y="18542"/>
                </a:lnTo>
                <a:close/>
              </a:path>
              <a:path w="50164" h="40640">
                <a:moveTo>
                  <a:pt x="22720" y="13208"/>
                </a:moveTo>
                <a:lnTo>
                  <a:pt x="22618" y="12954"/>
                </a:lnTo>
                <a:lnTo>
                  <a:pt x="20942" y="12954"/>
                </a:lnTo>
                <a:lnTo>
                  <a:pt x="20904" y="13208"/>
                </a:lnTo>
                <a:lnTo>
                  <a:pt x="22720" y="13208"/>
                </a:lnTo>
                <a:close/>
              </a:path>
              <a:path w="50164" h="40640">
                <a:moveTo>
                  <a:pt x="22733" y="36334"/>
                </a:moveTo>
                <a:lnTo>
                  <a:pt x="22593" y="36309"/>
                </a:lnTo>
                <a:lnTo>
                  <a:pt x="22694" y="36487"/>
                </a:lnTo>
                <a:lnTo>
                  <a:pt x="22733" y="36334"/>
                </a:lnTo>
                <a:close/>
              </a:path>
              <a:path w="50164" h="40640">
                <a:moveTo>
                  <a:pt x="22809" y="18669"/>
                </a:moveTo>
                <a:lnTo>
                  <a:pt x="22669" y="18669"/>
                </a:lnTo>
                <a:lnTo>
                  <a:pt x="22669" y="18796"/>
                </a:lnTo>
                <a:lnTo>
                  <a:pt x="22809" y="18669"/>
                </a:lnTo>
                <a:close/>
              </a:path>
              <a:path w="50164" h="40640">
                <a:moveTo>
                  <a:pt x="22910" y="18161"/>
                </a:moveTo>
                <a:lnTo>
                  <a:pt x="22529" y="18161"/>
                </a:lnTo>
                <a:lnTo>
                  <a:pt x="22606" y="18288"/>
                </a:lnTo>
                <a:lnTo>
                  <a:pt x="22669" y="18542"/>
                </a:lnTo>
                <a:lnTo>
                  <a:pt x="22821" y="18542"/>
                </a:lnTo>
                <a:lnTo>
                  <a:pt x="22910" y="18161"/>
                </a:lnTo>
                <a:close/>
              </a:path>
              <a:path w="50164" h="40640">
                <a:moveTo>
                  <a:pt x="22948" y="39420"/>
                </a:moveTo>
                <a:lnTo>
                  <a:pt x="22796" y="39408"/>
                </a:lnTo>
                <a:lnTo>
                  <a:pt x="22948" y="39573"/>
                </a:lnTo>
                <a:lnTo>
                  <a:pt x="22948" y="39420"/>
                </a:lnTo>
                <a:close/>
              </a:path>
              <a:path w="50164" h="40640">
                <a:moveTo>
                  <a:pt x="23037" y="34772"/>
                </a:moveTo>
                <a:lnTo>
                  <a:pt x="22898" y="34886"/>
                </a:lnTo>
                <a:lnTo>
                  <a:pt x="23037" y="34772"/>
                </a:lnTo>
                <a:close/>
              </a:path>
              <a:path w="50164" h="40640">
                <a:moveTo>
                  <a:pt x="23050" y="28575"/>
                </a:moveTo>
                <a:lnTo>
                  <a:pt x="20739" y="28575"/>
                </a:lnTo>
                <a:lnTo>
                  <a:pt x="20739" y="28829"/>
                </a:lnTo>
                <a:lnTo>
                  <a:pt x="23050" y="28829"/>
                </a:lnTo>
                <a:lnTo>
                  <a:pt x="23050" y="28575"/>
                </a:lnTo>
                <a:close/>
              </a:path>
              <a:path w="50164" h="40640">
                <a:moveTo>
                  <a:pt x="23050" y="25908"/>
                </a:moveTo>
                <a:lnTo>
                  <a:pt x="21336" y="25908"/>
                </a:lnTo>
                <a:lnTo>
                  <a:pt x="21310" y="26035"/>
                </a:lnTo>
                <a:lnTo>
                  <a:pt x="23050" y="26035"/>
                </a:lnTo>
                <a:lnTo>
                  <a:pt x="23050" y="25908"/>
                </a:lnTo>
                <a:close/>
              </a:path>
              <a:path w="50164" h="40640">
                <a:moveTo>
                  <a:pt x="23050" y="24511"/>
                </a:moveTo>
                <a:lnTo>
                  <a:pt x="22186" y="24511"/>
                </a:lnTo>
                <a:lnTo>
                  <a:pt x="22161" y="24638"/>
                </a:lnTo>
                <a:lnTo>
                  <a:pt x="23050" y="24638"/>
                </a:lnTo>
                <a:lnTo>
                  <a:pt x="23050" y="24511"/>
                </a:lnTo>
                <a:close/>
              </a:path>
              <a:path w="50164" h="40640">
                <a:moveTo>
                  <a:pt x="23050" y="13208"/>
                </a:moveTo>
                <a:lnTo>
                  <a:pt x="22720" y="13208"/>
                </a:lnTo>
                <a:lnTo>
                  <a:pt x="22466" y="13462"/>
                </a:lnTo>
                <a:lnTo>
                  <a:pt x="23050" y="13208"/>
                </a:lnTo>
                <a:close/>
              </a:path>
              <a:path w="50164" h="40640">
                <a:moveTo>
                  <a:pt x="23139" y="30607"/>
                </a:moveTo>
                <a:lnTo>
                  <a:pt x="22352" y="30353"/>
                </a:lnTo>
                <a:lnTo>
                  <a:pt x="20815" y="30353"/>
                </a:lnTo>
                <a:lnTo>
                  <a:pt x="20281" y="30099"/>
                </a:lnTo>
                <a:lnTo>
                  <a:pt x="20472" y="30099"/>
                </a:lnTo>
                <a:lnTo>
                  <a:pt x="20243" y="29972"/>
                </a:lnTo>
                <a:lnTo>
                  <a:pt x="20370" y="29845"/>
                </a:lnTo>
                <a:lnTo>
                  <a:pt x="20408" y="29591"/>
                </a:lnTo>
                <a:lnTo>
                  <a:pt x="20701" y="29591"/>
                </a:lnTo>
                <a:lnTo>
                  <a:pt x="20713" y="29464"/>
                </a:lnTo>
                <a:lnTo>
                  <a:pt x="20739" y="28829"/>
                </a:lnTo>
                <a:lnTo>
                  <a:pt x="20472" y="28829"/>
                </a:lnTo>
                <a:lnTo>
                  <a:pt x="20447" y="29337"/>
                </a:lnTo>
                <a:lnTo>
                  <a:pt x="20243" y="29464"/>
                </a:lnTo>
                <a:lnTo>
                  <a:pt x="20256" y="28829"/>
                </a:lnTo>
                <a:lnTo>
                  <a:pt x="19532" y="28829"/>
                </a:lnTo>
                <a:lnTo>
                  <a:pt x="19583" y="29337"/>
                </a:lnTo>
                <a:lnTo>
                  <a:pt x="19697" y="29718"/>
                </a:lnTo>
                <a:lnTo>
                  <a:pt x="19799" y="30099"/>
                </a:lnTo>
                <a:lnTo>
                  <a:pt x="19646" y="30353"/>
                </a:lnTo>
                <a:lnTo>
                  <a:pt x="18770" y="30353"/>
                </a:lnTo>
                <a:lnTo>
                  <a:pt x="18669" y="29972"/>
                </a:lnTo>
                <a:lnTo>
                  <a:pt x="18554" y="28829"/>
                </a:lnTo>
                <a:lnTo>
                  <a:pt x="18110" y="28829"/>
                </a:lnTo>
                <a:lnTo>
                  <a:pt x="18008" y="29464"/>
                </a:lnTo>
                <a:lnTo>
                  <a:pt x="17881" y="29972"/>
                </a:lnTo>
                <a:lnTo>
                  <a:pt x="17741" y="29972"/>
                </a:lnTo>
                <a:lnTo>
                  <a:pt x="17665" y="30353"/>
                </a:lnTo>
                <a:lnTo>
                  <a:pt x="17538" y="30353"/>
                </a:lnTo>
                <a:lnTo>
                  <a:pt x="17475" y="29972"/>
                </a:lnTo>
                <a:lnTo>
                  <a:pt x="17348" y="29972"/>
                </a:lnTo>
                <a:lnTo>
                  <a:pt x="17348" y="29845"/>
                </a:lnTo>
                <a:lnTo>
                  <a:pt x="17602" y="29845"/>
                </a:lnTo>
                <a:lnTo>
                  <a:pt x="17487" y="29083"/>
                </a:lnTo>
                <a:lnTo>
                  <a:pt x="17475" y="28829"/>
                </a:lnTo>
                <a:lnTo>
                  <a:pt x="17145" y="28829"/>
                </a:lnTo>
                <a:lnTo>
                  <a:pt x="17183" y="29972"/>
                </a:lnTo>
                <a:lnTo>
                  <a:pt x="17030" y="29845"/>
                </a:lnTo>
                <a:lnTo>
                  <a:pt x="16992" y="28956"/>
                </a:lnTo>
                <a:lnTo>
                  <a:pt x="16979" y="28829"/>
                </a:lnTo>
                <a:lnTo>
                  <a:pt x="16713" y="28829"/>
                </a:lnTo>
                <a:lnTo>
                  <a:pt x="16713" y="28956"/>
                </a:lnTo>
                <a:lnTo>
                  <a:pt x="16700" y="29083"/>
                </a:lnTo>
                <a:lnTo>
                  <a:pt x="16586" y="29845"/>
                </a:lnTo>
                <a:lnTo>
                  <a:pt x="16395" y="29845"/>
                </a:lnTo>
                <a:lnTo>
                  <a:pt x="16421" y="29591"/>
                </a:lnTo>
                <a:lnTo>
                  <a:pt x="16522" y="29464"/>
                </a:lnTo>
                <a:lnTo>
                  <a:pt x="16624" y="29337"/>
                </a:lnTo>
                <a:lnTo>
                  <a:pt x="16687" y="29083"/>
                </a:lnTo>
                <a:lnTo>
                  <a:pt x="16713" y="28956"/>
                </a:lnTo>
                <a:lnTo>
                  <a:pt x="16713" y="28829"/>
                </a:lnTo>
                <a:lnTo>
                  <a:pt x="16332" y="28829"/>
                </a:lnTo>
                <a:lnTo>
                  <a:pt x="16319" y="29210"/>
                </a:lnTo>
                <a:lnTo>
                  <a:pt x="16319" y="29337"/>
                </a:lnTo>
                <a:lnTo>
                  <a:pt x="16319" y="29464"/>
                </a:lnTo>
                <a:lnTo>
                  <a:pt x="16256" y="29210"/>
                </a:lnTo>
                <a:lnTo>
                  <a:pt x="16319" y="28829"/>
                </a:lnTo>
                <a:lnTo>
                  <a:pt x="16027" y="28575"/>
                </a:lnTo>
                <a:lnTo>
                  <a:pt x="16129" y="29210"/>
                </a:lnTo>
                <a:lnTo>
                  <a:pt x="16027" y="28829"/>
                </a:lnTo>
                <a:lnTo>
                  <a:pt x="15989" y="28575"/>
                </a:lnTo>
                <a:lnTo>
                  <a:pt x="15671" y="28575"/>
                </a:lnTo>
                <a:lnTo>
                  <a:pt x="15671" y="28702"/>
                </a:lnTo>
                <a:lnTo>
                  <a:pt x="15316" y="28575"/>
                </a:lnTo>
                <a:lnTo>
                  <a:pt x="15671" y="28575"/>
                </a:lnTo>
                <a:lnTo>
                  <a:pt x="15671" y="28194"/>
                </a:lnTo>
                <a:lnTo>
                  <a:pt x="15951" y="28194"/>
                </a:lnTo>
                <a:lnTo>
                  <a:pt x="16027" y="28575"/>
                </a:lnTo>
                <a:lnTo>
                  <a:pt x="16611" y="28575"/>
                </a:lnTo>
                <a:lnTo>
                  <a:pt x="16471" y="28448"/>
                </a:lnTo>
                <a:lnTo>
                  <a:pt x="16675" y="28321"/>
                </a:lnTo>
                <a:lnTo>
                  <a:pt x="16611" y="28575"/>
                </a:lnTo>
                <a:lnTo>
                  <a:pt x="16967" y="28575"/>
                </a:lnTo>
                <a:lnTo>
                  <a:pt x="16954" y="28321"/>
                </a:lnTo>
                <a:lnTo>
                  <a:pt x="16878" y="27813"/>
                </a:lnTo>
                <a:lnTo>
                  <a:pt x="17030" y="27940"/>
                </a:lnTo>
                <a:lnTo>
                  <a:pt x="16979" y="27686"/>
                </a:lnTo>
                <a:lnTo>
                  <a:pt x="16840" y="27686"/>
                </a:lnTo>
                <a:lnTo>
                  <a:pt x="16802" y="27432"/>
                </a:lnTo>
                <a:lnTo>
                  <a:pt x="16764" y="27178"/>
                </a:lnTo>
                <a:lnTo>
                  <a:pt x="16725" y="26924"/>
                </a:lnTo>
                <a:lnTo>
                  <a:pt x="16598" y="26924"/>
                </a:lnTo>
                <a:lnTo>
                  <a:pt x="16598" y="28067"/>
                </a:lnTo>
                <a:lnTo>
                  <a:pt x="16497" y="28194"/>
                </a:lnTo>
                <a:lnTo>
                  <a:pt x="16598" y="28067"/>
                </a:lnTo>
                <a:lnTo>
                  <a:pt x="16598" y="26924"/>
                </a:lnTo>
                <a:lnTo>
                  <a:pt x="16573" y="26670"/>
                </a:lnTo>
                <a:lnTo>
                  <a:pt x="16586" y="26543"/>
                </a:lnTo>
                <a:lnTo>
                  <a:pt x="16370" y="26416"/>
                </a:lnTo>
                <a:lnTo>
                  <a:pt x="16370" y="27813"/>
                </a:lnTo>
                <a:lnTo>
                  <a:pt x="16370" y="28067"/>
                </a:lnTo>
                <a:lnTo>
                  <a:pt x="16217" y="28067"/>
                </a:lnTo>
                <a:lnTo>
                  <a:pt x="16256" y="27940"/>
                </a:lnTo>
                <a:lnTo>
                  <a:pt x="16052" y="27813"/>
                </a:lnTo>
                <a:lnTo>
                  <a:pt x="15989" y="27686"/>
                </a:lnTo>
                <a:lnTo>
                  <a:pt x="16179" y="27571"/>
                </a:lnTo>
                <a:lnTo>
                  <a:pt x="16040" y="27457"/>
                </a:lnTo>
                <a:lnTo>
                  <a:pt x="16281" y="27432"/>
                </a:lnTo>
                <a:lnTo>
                  <a:pt x="16332" y="27686"/>
                </a:lnTo>
                <a:lnTo>
                  <a:pt x="16179" y="27571"/>
                </a:lnTo>
                <a:lnTo>
                  <a:pt x="16217" y="27813"/>
                </a:lnTo>
                <a:lnTo>
                  <a:pt x="16370" y="27813"/>
                </a:lnTo>
                <a:lnTo>
                  <a:pt x="16370" y="26416"/>
                </a:lnTo>
                <a:lnTo>
                  <a:pt x="15913" y="26416"/>
                </a:lnTo>
                <a:lnTo>
                  <a:pt x="15913" y="27178"/>
                </a:lnTo>
                <a:lnTo>
                  <a:pt x="15900" y="27559"/>
                </a:lnTo>
                <a:lnTo>
                  <a:pt x="15913" y="27178"/>
                </a:lnTo>
                <a:lnTo>
                  <a:pt x="15913" y="26416"/>
                </a:lnTo>
                <a:lnTo>
                  <a:pt x="14427" y="26416"/>
                </a:lnTo>
                <a:lnTo>
                  <a:pt x="14427" y="32004"/>
                </a:lnTo>
                <a:lnTo>
                  <a:pt x="12661" y="32258"/>
                </a:lnTo>
                <a:lnTo>
                  <a:pt x="12547" y="32766"/>
                </a:lnTo>
                <a:lnTo>
                  <a:pt x="12293" y="32639"/>
                </a:lnTo>
                <a:lnTo>
                  <a:pt x="11887" y="32512"/>
                </a:lnTo>
                <a:lnTo>
                  <a:pt x="12001" y="32004"/>
                </a:lnTo>
                <a:lnTo>
                  <a:pt x="13322" y="32131"/>
                </a:lnTo>
                <a:lnTo>
                  <a:pt x="13347" y="32004"/>
                </a:lnTo>
                <a:lnTo>
                  <a:pt x="14427" y="32004"/>
                </a:lnTo>
                <a:lnTo>
                  <a:pt x="14427" y="26416"/>
                </a:lnTo>
                <a:lnTo>
                  <a:pt x="11404" y="26416"/>
                </a:lnTo>
                <a:lnTo>
                  <a:pt x="11404" y="26797"/>
                </a:lnTo>
                <a:lnTo>
                  <a:pt x="11658" y="26670"/>
                </a:lnTo>
                <a:lnTo>
                  <a:pt x="11684" y="29845"/>
                </a:lnTo>
                <a:lnTo>
                  <a:pt x="11798" y="30099"/>
                </a:lnTo>
                <a:lnTo>
                  <a:pt x="11912" y="30353"/>
                </a:lnTo>
                <a:lnTo>
                  <a:pt x="11976" y="30480"/>
                </a:lnTo>
                <a:lnTo>
                  <a:pt x="12052" y="31369"/>
                </a:lnTo>
                <a:lnTo>
                  <a:pt x="11379" y="31623"/>
                </a:lnTo>
                <a:lnTo>
                  <a:pt x="11430" y="31750"/>
                </a:lnTo>
                <a:lnTo>
                  <a:pt x="13385" y="31750"/>
                </a:lnTo>
                <a:lnTo>
                  <a:pt x="11442" y="31813"/>
                </a:lnTo>
                <a:lnTo>
                  <a:pt x="11531" y="32004"/>
                </a:lnTo>
                <a:lnTo>
                  <a:pt x="11569" y="32131"/>
                </a:lnTo>
                <a:lnTo>
                  <a:pt x="11671" y="32385"/>
                </a:lnTo>
                <a:lnTo>
                  <a:pt x="11760" y="32639"/>
                </a:lnTo>
                <a:lnTo>
                  <a:pt x="12382" y="32766"/>
                </a:lnTo>
                <a:lnTo>
                  <a:pt x="12331" y="33274"/>
                </a:lnTo>
                <a:lnTo>
                  <a:pt x="12674" y="33020"/>
                </a:lnTo>
                <a:lnTo>
                  <a:pt x="13131" y="33020"/>
                </a:lnTo>
                <a:lnTo>
                  <a:pt x="13563" y="32893"/>
                </a:lnTo>
                <a:lnTo>
                  <a:pt x="13284" y="33020"/>
                </a:lnTo>
                <a:lnTo>
                  <a:pt x="13131" y="33020"/>
                </a:lnTo>
                <a:lnTo>
                  <a:pt x="12954" y="33274"/>
                </a:lnTo>
                <a:lnTo>
                  <a:pt x="12954" y="34417"/>
                </a:lnTo>
                <a:lnTo>
                  <a:pt x="19189" y="34417"/>
                </a:lnTo>
                <a:lnTo>
                  <a:pt x="19215" y="34290"/>
                </a:lnTo>
                <a:lnTo>
                  <a:pt x="19570" y="34290"/>
                </a:lnTo>
                <a:lnTo>
                  <a:pt x="19596" y="33782"/>
                </a:lnTo>
                <a:lnTo>
                  <a:pt x="19596" y="33909"/>
                </a:lnTo>
                <a:lnTo>
                  <a:pt x="19824" y="33909"/>
                </a:lnTo>
                <a:lnTo>
                  <a:pt x="19926" y="33782"/>
                </a:lnTo>
                <a:lnTo>
                  <a:pt x="20027" y="33655"/>
                </a:lnTo>
                <a:lnTo>
                  <a:pt x="20116" y="33528"/>
                </a:lnTo>
                <a:lnTo>
                  <a:pt x="20180" y="33655"/>
                </a:lnTo>
                <a:lnTo>
                  <a:pt x="20637" y="33782"/>
                </a:lnTo>
                <a:lnTo>
                  <a:pt x="20561" y="33655"/>
                </a:lnTo>
                <a:lnTo>
                  <a:pt x="20485" y="33528"/>
                </a:lnTo>
                <a:lnTo>
                  <a:pt x="20485" y="33274"/>
                </a:lnTo>
                <a:lnTo>
                  <a:pt x="20650" y="33020"/>
                </a:lnTo>
                <a:lnTo>
                  <a:pt x="19367" y="33020"/>
                </a:lnTo>
                <a:lnTo>
                  <a:pt x="19532" y="32893"/>
                </a:lnTo>
                <a:lnTo>
                  <a:pt x="20421" y="32893"/>
                </a:lnTo>
                <a:lnTo>
                  <a:pt x="20358" y="32766"/>
                </a:lnTo>
                <a:lnTo>
                  <a:pt x="20281" y="32639"/>
                </a:lnTo>
                <a:lnTo>
                  <a:pt x="20205" y="32512"/>
                </a:lnTo>
                <a:lnTo>
                  <a:pt x="19329" y="32893"/>
                </a:lnTo>
                <a:lnTo>
                  <a:pt x="19253" y="32766"/>
                </a:lnTo>
                <a:lnTo>
                  <a:pt x="19164" y="32639"/>
                </a:lnTo>
                <a:lnTo>
                  <a:pt x="19989" y="32512"/>
                </a:lnTo>
                <a:lnTo>
                  <a:pt x="20205" y="32385"/>
                </a:lnTo>
                <a:lnTo>
                  <a:pt x="20231" y="32512"/>
                </a:lnTo>
                <a:lnTo>
                  <a:pt x="20472" y="32385"/>
                </a:lnTo>
                <a:lnTo>
                  <a:pt x="20472" y="32512"/>
                </a:lnTo>
                <a:lnTo>
                  <a:pt x="20624" y="32512"/>
                </a:lnTo>
                <a:lnTo>
                  <a:pt x="20650" y="32258"/>
                </a:lnTo>
                <a:lnTo>
                  <a:pt x="20866" y="32385"/>
                </a:lnTo>
                <a:lnTo>
                  <a:pt x="21005" y="32512"/>
                </a:lnTo>
                <a:lnTo>
                  <a:pt x="21259" y="32512"/>
                </a:lnTo>
                <a:lnTo>
                  <a:pt x="21310" y="32258"/>
                </a:lnTo>
                <a:lnTo>
                  <a:pt x="21526" y="32258"/>
                </a:lnTo>
                <a:lnTo>
                  <a:pt x="22415" y="32131"/>
                </a:lnTo>
                <a:lnTo>
                  <a:pt x="22847" y="32004"/>
                </a:lnTo>
                <a:lnTo>
                  <a:pt x="18834" y="31953"/>
                </a:lnTo>
                <a:lnTo>
                  <a:pt x="18834" y="32258"/>
                </a:lnTo>
                <a:lnTo>
                  <a:pt x="18719" y="32385"/>
                </a:lnTo>
                <a:lnTo>
                  <a:pt x="18745" y="32258"/>
                </a:lnTo>
                <a:lnTo>
                  <a:pt x="18834" y="31953"/>
                </a:lnTo>
                <a:lnTo>
                  <a:pt x="18084" y="31940"/>
                </a:lnTo>
                <a:lnTo>
                  <a:pt x="18084" y="32639"/>
                </a:lnTo>
                <a:lnTo>
                  <a:pt x="17970" y="32766"/>
                </a:lnTo>
                <a:lnTo>
                  <a:pt x="17754" y="32639"/>
                </a:lnTo>
                <a:lnTo>
                  <a:pt x="18084" y="32639"/>
                </a:lnTo>
                <a:lnTo>
                  <a:pt x="18084" y="31940"/>
                </a:lnTo>
                <a:lnTo>
                  <a:pt x="15303" y="31889"/>
                </a:lnTo>
                <a:lnTo>
                  <a:pt x="16192" y="31750"/>
                </a:lnTo>
                <a:lnTo>
                  <a:pt x="15252" y="31750"/>
                </a:lnTo>
                <a:lnTo>
                  <a:pt x="14897" y="31750"/>
                </a:lnTo>
                <a:lnTo>
                  <a:pt x="15100" y="31623"/>
                </a:lnTo>
                <a:lnTo>
                  <a:pt x="15252" y="31750"/>
                </a:lnTo>
                <a:lnTo>
                  <a:pt x="15367" y="31623"/>
                </a:lnTo>
                <a:lnTo>
                  <a:pt x="15989" y="31496"/>
                </a:lnTo>
                <a:lnTo>
                  <a:pt x="16535" y="31496"/>
                </a:lnTo>
                <a:lnTo>
                  <a:pt x="16560" y="31369"/>
                </a:lnTo>
                <a:lnTo>
                  <a:pt x="16941" y="31242"/>
                </a:lnTo>
                <a:lnTo>
                  <a:pt x="16814" y="31115"/>
                </a:lnTo>
                <a:lnTo>
                  <a:pt x="16992" y="31242"/>
                </a:lnTo>
                <a:lnTo>
                  <a:pt x="17272" y="31242"/>
                </a:lnTo>
                <a:lnTo>
                  <a:pt x="17233" y="31115"/>
                </a:lnTo>
                <a:lnTo>
                  <a:pt x="16929" y="30988"/>
                </a:lnTo>
                <a:lnTo>
                  <a:pt x="18440" y="30988"/>
                </a:lnTo>
                <a:lnTo>
                  <a:pt x="18021" y="31242"/>
                </a:lnTo>
                <a:lnTo>
                  <a:pt x="17691" y="31115"/>
                </a:lnTo>
                <a:lnTo>
                  <a:pt x="17627" y="31369"/>
                </a:lnTo>
                <a:lnTo>
                  <a:pt x="17322" y="31496"/>
                </a:lnTo>
                <a:lnTo>
                  <a:pt x="17995" y="31496"/>
                </a:lnTo>
                <a:lnTo>
                  <a:pt x="17995" y="31623"/>
                </a:lnTo>
                <a:lnTo>
                  <a:pt x="18161" y="31623"/>
                </a:lnTo>
                <a:lnTo>
                  <a:pt x="18288" y="31496"/>
                </a:lnTo>
                <a:lnTo>
                  <a:pt x="18630" y="31496"/>
                </a:lnTo>
                <a:lnTo>
                  <a:pt x="18745" y="31115"/>
                </a:lnTo>
                <a:lnTo>
                  <a:pt x="18935" y="30988"/>
                </a:lnTo>
                <a:lnTo>
                  <a:pt x="19151" y="31115"/>
                </a:lnTo>
                <a:lnTo>
                  <a:pt x="19367" y="31242"/>
                </a:lnTo>
                <a:lnTo>
                  <a:pt x="19418" y="31115"/>
                </a:lnTo>
                <a:lnTo>
                  <a:pt x="19672" y="31242"/>
                </a:lnTo>
                <a:lnTo>
                  <a:pt x="19812" y="31115"/>
                </a:lnTo>
                <a:lnTo>
                  <a:pt x="20116" y="31242"/>
                </a:lnTo>
                <a:lnTo>
                  <a:pt x="20205" y="31115"/>
                </a:lnTo>
                <a:lnTo>
                  <a:pt x="20281" y="30988"/>
                </a:lnTo>
                <a:lnTo>
                  <a:pt x="20358" y="30861"/>
                </a:lnTo>
                <a:lnTo>
                  <a:pt x="20878" y="30861"/>
                </a:lnTo>
                <a:lnTo>
                  <a:pt x="21513" y="30607"/>
                </a:lnTo>
                <a:lnTo>
                  <a:pt x="23139" y="30607"/>
                </a:lnTo>
                <a:close/>
              </a:path>
              <a:path w="50164" h="40640">
                <a:moveTo>
                  <a:pt x="23152" y="37299"/>
                </a:moveTo>
                <a:lnTo>
                  <a:pt x="22948" y="37172"/>
                </a:lnTo>
                <a:lnTo>
                  <a:pt x="22974" y="37490"/>
                </a:lnTo>
                <a:lnTo>
                  <a:pt x="23152" y="37299"/>
                </a:lnTo>
                <a:close/>
              </a:path>
              <a:path w="50164" h="40640">
                <a:moveTo>
                  <a:pt x="23177" y="24257"/>
                </a:moveTo>
                <a:lnTo>
                  <a:pt x="22910" y="24003"/>
                </a:lnTo>
                <a:lnTo>
                  <a:pt x="21602" y="24003"/>
                </a:lnTo>
                <a:lnTo>
                  <a:pt x="21602" y="23495"/>
                </a:lnTo>
                <a:lnTo>
                  <a:pt x="21882" y="23368"/>
                </a:lnTo>
                <a:lnTo>
                  <a:pt x="21958" y="23495"/>
                </a:lnTo>
                <a:lnTo>
                  <a:pt x="22034" y="23622"/>
                </a:lnTo>
                <a:lnTo>
                  <a:pt x="22110" y="23495"/>
                </a:lnTo>
                <a:lnTo>
                  <a:pt x="22186" y="23368"/>
                </a:lnTo>
                <a:lnTo>
                  <a:pt x="22453" y="23495"/>
                </a:lnTo>
                <a:lnTo>
                  <a:pt x="22491" y="23622"/>
                </a:lnTo>
                <a:lnTo>
                  <a:pt x="22644" y="23495"/>
                </a:lnTo>
                <a:lnTo>
                  <a:pt x="22644" y="23368"/>
                </a:lnTo>
                <a:lnTo>
                  <a:pt x="22402" y="23241"/>
                </a:lnTo>
                <a:lnTo>
                  <a:pt x="22402" y="22987"/>
                </a:lnTo>
                <a:lnTo>
                  <a:pt x="22275" y="22860"/>
                </a:lnTo>
                <a:lnTo>
                  <a:pt x="22212" y="22733"/>
                </a:lnTo>
                <a:lnTo>
                  <a:pt x="22136" y="22606"/>
                </a:lnTo>
                <a:lnTo>
                  <a:pt x="21920" y="22606"/>
                </a:lnTo>
                <a:lnTo>
                  <a:pt x="21818" y="21971"/>
                </a:lnTo>
                <a:lnTo>
                  <a:pt x="21717" y="21717"/>
                </a:lnTo>
                <a:lnTo>
                  <a:pt x="21615" y="21463"/>
                </a:lnTo>
                <a:lnTo>
                  <a:pt x="21551" y="21336"/>
                </a:lnTo>
                <a:lnTo>
                  <a:pt x="21475" y="21209"/>
                </a:lnTo>
                <a:lnTo>
                  <a:pt x="21399" y="21082"/>
                </a:lnTo>
                <a:lnTo>
                  <a:pt x="21323" y="20955"/>
                </a:lnTo>
                <a:lnTo>
                  <a:pt x="21209" y="20701"/>
                </a:lnTo>
                <a:lnTo>
                  <a:pt x="21107" y="20447"/>
                </a:lnTo>
                <a:lnTo>
                  <a:pt x="21031" y="20320"/>
                </a:lnTo>
                <a:lnTo>
                  <a:pt x="20955" y="20193"/>
                </a:lnTo>
                <a:lnTo>
                  <a:pt x="20878" y="20066"/>
                </a:lnTo>
                <a:lnTo>
                  <a:pt x="19761" y="20066"/>
                </a:lnTo>
                <a:lnTo>
                  <a:pt x="19837" y="20193"/>
                </a:lnTo>
                <a:lnTo>
                  <a:pt x="20193" y="20447"/>
                </a:lnTo>
                <a:lnTo>
                  <a:pt x="20269" y="20193"/>
                </a:lnTo>
                <a:lnTo>
                  <a:pt x="20421" y="20193"/>
                </a:lnTo>
                <a:lnTo>
                  <a:pt x="20535" y="20447"/>
                </a:lnTo>
                <a:lnTo>
                  <a:pt x="20650" y="20574"/>
                </a:lnTo>
                <a:lnTo>
                  <a:pt x="20726" y="20701"/>
                </a:lnTo>
                <a:lnTo>
                  <a:pt x="20789" y="20828"/>
                </a:lnTo>
                <a:lnTo>
                  <a:pt x="20853" y="20955"/>
                </a:lnTo>
                <a:lnTo>
                  <a:pt x="20916" y="21082"/>
                </a:lnTo>
                <a:lnTo>
                  <a:pt x="20980" y="21209"/>
                </a:lnTo>
                <a:lnTo>
                  <a:pt x="21082" y="21590"/>
                </a:lnTo>
                <a:lnTo>
                  <a:pt x="21196" y="21717"/>
                </a:lnTo>
                <a:lnTo>
                  <a:pt x="21310" y="21844"/>
                </a:lnTo>
                <a:lnTo>
                  <a:pt x="21323" y="22606"/>
                </a:lnTo>
                <a:lnTo>
                  <a:pt x="21247" y="22479"/>
                </a:lnTo>
                <a:lnTo>
                  <a:pt x="21170" y="22352"/>
                </a:lnTo>
                <a:lnTo>
                  <a:pt x="21120" y="22606"/>
                </a:lnTo>
                <a:lnTo>
                  <a:pt x="21297" y="22733"/>
                </a:lnTo>
                <a:lnTo>
                  <a:pt x="21005" y="22860"/>
                </a:lnTo>
                <a:lnTo>
                  <a:pt x="20624" y="22606"/>
                </a:lnTo>
                <a:lnTo>
                  <a:pt x="20408" y="22479"/>
                </a:lnTo>
                <a:lnTo>
                  <a:pt x="20358" y="22225"/>
                </a:lnTo>
                <a:lnTo>
                  <a:pt x="20193" y="22098"/>
                </a:lnTo>
                <a:lnTo>
                  <a:pt x="19926" y="22098"/>
                </a:lnTo>
                <a:lnTo>
                  <a:pt x="19850" y="21590"/>
                </a:lnTo>
                <a:lnTo>
                  <a:pt x="19697" y="21590"/>
                </a:lnTo>
                <a:lnTo>
                  <a:pt x="19697" y="21463"/>
                </a:lnTo>
                <a:lnTo>
                  <a:pt x="20027" y="21209"/>
                </a:lnTo>
                <a:lnTo>
                  <a:pt x="19367" y="20701"/>
                </a:lnTo>
                <a:lnTo>
                  <a:pt x="19265" y="20574"/>
                </a:lnTo>
                <a:lnTo>
                  <a:pt x="19177" y="20066"/>
                </a:lnTo>
                <a:lnTo>
                  <a:pt x="16992" y="20066"/>
                </a:lnTo>
                <a:lnTo>
                  <a:pt x="16992" y="24892"/>
                </a:lnTo>
                <a:lnTo>
                  <a:pt x="16713" y="24892"/>
                </a:lnTo>
                <a:lnTo>
                  <a:pt x="16776" y="24765"/>
                </a:lnTo>
                <a:lnTo>
                  <a:pt x="16840" y="24638"/>
                </a:lnTo>
                <a:lnTo>
                  <a:pt x="16903" y="24511"/>
                </a:lnTo>
                <a:lnTo>
                  <a:pt x="16929" y="24257"/>
                </a:lnTo>
                <a:lnTo>
                  <a:pt x="16992" y="24892"/>
                </a:lnTo>
                <a:lnTo>
                  <a:pt x="16992" y="20066"/>
                </a:lnTo>
                <a:lnTo>
                  <a:pt x="16141" y="20066"/>
                </a:lnTo>
                <a:lnTo>
                  <a:pt x="16141" y="24511"/>
                </a:lnTo>
                <a:lnTo>
                  <a:pt x="15621" y="24511"/>
                </a:lnTo>
                <a:lnTo>
                  <a:pt x="15544" y="24257"/>
                </a:lnTo>
                <a:lnTo>
                  <a:pt x="16014" y="24257"/>
                </a:lnTo>
                <a:lnTo>
                  <a:pt x="16078" y="24384"/>
                </a:lnTo>
                <a:lnTo>
                  <a:pt x="16141" y="24511"/>
                </a:lnTo>
                <a:lnTo>
                  <a:pt x="16141" y="20066"/>
                </a:lnTo>
                <a:lnTo>
                  <a:pt x="15951" y="20066"/>
                </a:lnTo>
                <a:lnTo>
                  <a:pt x="15951" y="24003"/>
                </a:lnTo>
                <a:lnTo>
                  <a:pt x="15722" y="24130"/>
                </a:lnTo>
                <a:lnTo>
                  <a:pt x="15532" y="24066"/>
                </a:lnTo>
                <a:lnTo>
                  <a:pt x="15532" y="24244"/>
                </a:lnTo>
                <a:lnTo>
                  <a:pt x="15532" y="24066"/>
                </a:lnTo>
                <a:lnTo>
                  <a:pt x="15722" y="24003"/>
                </a:lnTo>
                <a:lnTo>
                  <a:pt x="15786" y="23876"/>
                </a:lnTo>
                <a:lnTo>
                  <a:pt x="15951" y="24003"/>
                </a:lnTo>
                <a:lnTo>
                  <a:pt x="15951" y="20066"/>
                </a:lnTo>
                <a:lnTo>
                  <a:pt x="12306" y="20066"/>
                </a:lnTo>
                <a:lnTo>
                  <a:pt x="12230" y="20193"/>
                </a:lnTo>
                <a:lnTo>
                  <a:pt x="12141" y="20320"/>
                </a:lnTo>
                <a:lnTo>
                  <a:pt x="11988" y="20320"/>
                </a:lnTo>
                <a:lnTo>
                  <a:pt x="12014" y="20701"/>
                </a:lnTo>
                <a:lnTo>
                  <a:pt x="11734" y="20828"/>
                </a:lnTo>
                <a:lnTo>
                  <a:pt x="10947" y="20955"/>
                </a:lnTo>
                <a:lnTo>
                  <a:pt x="11061" y="21336"/>
                </a:lnTo>
                <a:lnTo>
                  <a:pt x="11176" y="21717"/>
                </a:lnTo>
                <a:lnTo>
                  <a:pt x="11290" y="22098"/>
                </a:lnTo>
                <a:lnTo>
                  <a:pt x="11404" y="22479"/>
                </a:lnTo>
                <a:lnTo>
                  <a:pt x="11506" y="22860"/>
                </a:lnTo>
                <a:lnTo>
                  <a:pt x="11620" y="24003"/>
                </a:lnTo>
                <a:lnTo>
                  <a:pt x="11328" y="24003"/>
                </a:lnTo>
                <a:lnTo>
                  <a:pt x="10668" y="24257"/>
                </a:lnTo>
                <a:lnTo>
                  <a:pt x="9652" y="24511"/>
                </a:lnTo>
                <a:lnTo>
                  <a:pt x="9652" y="25654"/>
                </a:lnTo>
                <a:lnTo>
                  <a:pt x="9918" y="25527"/>
                </a:lnTo>
                <a:lnTo>
                  <a:pt x="9969" y="25654"/>
                </a:lnTo>
                <a:lnTo>
                  <a:pt x="10210" y="25654"/>
                </a:lnTo>
                <a:lnTo>
                  <a:pt x="10261" y="25781"/>
                </a:lnTo>
                <a:lnTo>
                  <a:pt x="10350" y="25654"/>
                </a:lnTo>
                <a:lnTo>
                  <a:pt x="10198" y="25527"/>
                </a:lnTo>
                <a:lnTo>
                  <a:pt x="10096" y="25146"/>
                </a:lnTo>
                <a:lnTo>
                  <a:pt x="10350" y="25019"/>
                </a:lnTo>
                <a:lnTo>
                  <a:pt x="10439" y="24765"/>
                </a:lnTo>
                <a:lnTo>
                  <a:pt x="10896" y="24638"/>
                </a:lnTo>
                <a:lnTo>
                  <a:pt x="10896" y="24511"/>
                </a:lnTo>
                <a:lnTo>
                  <a:pt x="11112" y="24638"/>
                </a:lnTo>
                <a:lnTo>
                  <a:pt x="11214" y="24511"/>
                </a:lnTo>
                <a:lnTo>
                  <a:pt x="11315" y="24384"/>
                </a:lnTo>
                <a:lnTo>
                  <a:pt x="11417" y="24257"/>
                </a:lnTo>
                <a:lnTo>
                  <a:pt x="12014" y="24384"/>
                </a:lnTo>
                <a:lnTo>
                  <a:pt x="12115" y="24511"/>
                </a:lnTo>
                <a:lnTo>
                  <a:pt x="12153" y="25146"/>
                </a:lnTo>
                <a:lnTo>
                  <a:pt x="12065" y="25019"/>
                </a:lnTo>
                <a:lnTo>
                  <a:pt x="11976" y="24892"/>
                </a:lnTo>
                <a:lnTo>
                  <a:pt x="11760" y="25019"/>
                </a:lnTo>
                <a:lnTo>
                  <a:pt x="11785" y="25527"/>
                </a:lnTo>
                <a:lnTo>
                  <a:pt x="11607" y="25400"/>
                </a:lnTo>
                <a:lnTo>
                  <a:pt x="11544" y="25146"/>
                </a:lnTo>
                <a:lnTo>
                  <a:pt x="11252" y="25146"/>
                </a:lnTo>
                <a:lnTo>
                  <a:pt x="11239" y="25273"/>
                </a:lnTo>
                <a:lnTo>
                  <a:pt x="11125" y="25781"/>
                </a:lnTo>
                <a:lnTo>
                  <a:pt x="10998" y="26035"/>
                </a:lnTo>
                <a:lnTo>
                  <a:pt x="11226" y="26035"/>
                </a:lnTo>
                <a:lnTo>
                  <a:pt x="11277" y="26162"/>
                </a:lnTo>
                <a:lnTo>
                  <a:pt x="16243" y="26162"/>
                </a:lnTo>
                <a:lnTo>
                  <a:pt x="16167" y="25527"/>
                </a:lnTo>
                <a:lnTo>
                  <a:pt x="16217" y="25146"/>
                </a:lnTo>
                <a:lnTo>
                  <a:pt x="16370" y="25400"/>
                </a:lnTo>
                <a:lnTo>
                  <a:pt x="16522" y="25527"/>
                </a:lnTo>
                <a:lnTo>
                  <a:pt x="16637" y="25781"/>
                </a:lnTo>
                <a:lnTo>
                  <a:pt x="16700" y="26162"/>
                </a:lnTo>
                <a:lnTo>
                  <a:pt x="16243" y="26162"/>
                </a:lnTo>
                <a:lnTo>
                  <a:pt x="16370" y="26416"/>
                </a:lnTo>
                <a:lnTo>
                  <a:pt x="16738" y="26416"/>
                </a:lnTo>
                <a:lnTo>
                  <a:pt x="16738" y="26162"/>
                </a:lnTo>
                <a:lnTo>
                  <a:pt x="17373" y="26162"/>
                </a:lnTo>
                <a:lnTo>
                  <a:pt x="17576" y="26314"/>
                </a:lnTo>
                <a:lnTo>
                  <a:pt x="17564" y="26149"/>
                </a:lnTo>
                <a:lnTo>
                  <a:pt x="17551" y="25908"/>
                </a:lnTo>
                <a:lnTo>
                  <a:pt x="17792" y="25908"/>
                </a:lnTo>
                <a:lnTo>
                  <a:pt x="17780" y="25781"/>
                </a:lnTo>
                <a:lnTo>
                  <a:pt x="17818" y="25146"/>
                </a:lnTo>
                <a:lnTo>
                  <a:pt x="17703" y="25273"/>
                </a:lnTo>
                <a:lnTo>
                  <a:pt x="17551" y="25273"/>
                </a:lnTo>
                <a:lnTo>
                  <a:pt x="17551" y="25654"/>
                </a:lnTo>
                <a:lnTo>
                  <a:pt x="17373" y="25781"/>
                </a:lnTo>
                <a:lnTo>
                  <a:pt x="17360" y="25285"/>
                </a:lnTo>
                <a:lnTo>
                  <a:pt x="17513" y="25400"/>
                </a:lnTo>
                <a:lnTo>
                  <a:pt x="17551" y="25654"/>
                </a:lnTo>
                <a:lnTo>
                  <a:pt x="17551" y="25273"/>
                </a:lnTo>
                <a:lnTo>
                  <a:pt x="17360" y="25273"/>
                </a:lnTo>
                <a:lnTo>
                  <a:pt x="17360" y="25146"/>
                </a:lnTo>
                <a:lnTo>
                  <a:pt x="17183" y="25146"/>
                </a:lnTo>
                <a:lnTo>
                  <a:pt x="17170" y="24892"/>
                </a:lnTo>
                <a:lnTo>
                  <a:pt x="17157" y="24638"/>
                </a:lnTo>
                <a:lnTo>
                  <a:pt x="17373" y="24638"/>
                </a:lnTo>
                <a:lnTo>
                  <a:pt x="17348" y="24765"/>
                </a:lnTo>
                <a:lnTo>
                  <a:pt x="17653" y="24638"/>
                </a:lnTo>
                <a:lnTo>
                  <a:pt x="17754" y="24511"/>
                </a:lnTo>
                <a:lnTo>
                  <a:pt x="17932" y="24638"/>
                </a:lnTo>
                <a:lnTo>
                  <a:pt x="19037" y="24638"/>
                </a:lnTo>
                <a:lnTo>
                  <a:pt x="19011" y="24511"/>
                </a:lnTo>
                <a:lnTo>
                  <a:pt x="17907" y="24511"/>
                </a:lnTo>
                <a:lnTo>
                  <a:pt x="17995" y="24003"/>
                </a:lnTo>
                <a:lnTo>
                  <a:pt x="18059" y="24257"/>
                </a:lnTo>
                <a:lnTo>
                  <a:pt x="18389" y="24384"/>
                </a:lnTo>
                <a:lnTo>
                  <a:pt x="18364" y="24003"/>
                </a:lnTo>
                <a:lnTo>
                  <a:pt x="18580" y="23876"/>
                </a:lnTo>
                <a:lnTo>
                  <a:pt x="18910" y="23749"/>
                </a:lnTo>
                <a:lnTo>
                  <a:pt x="18910" y="23622"/>
                </a:lnTo>
                <a:lnTo>
                  <a:pt x="19227" y="23622"/>
                </a:lnTo>
                <a:lnTo>
                  <a:pt x="19189" y="23495"/>
                </a:lnTo>
                <a:lnTo>
                  <a:pt x="19710" y="22987"/>
                </a:lnTo>
                <a:lnTo>
                  <a:pt x="19786" y="23241"/>
                </a:lnTo>
                <a:lnTo>
                  <a:pt x="19850" y="24511"/>
                </a:lnTo>
                <a:lnTo>
                  <a:pt x="20332" y="24511"/>
                </a:lnTo>
                <a:lnTo>
                  <a:pt x="20447" y="23241"/>
                </a:lnTo>
                <a:lnTo>
                  <a:pt x="21031" y="23368"/>
                </a:lnTo>
                <a:lnTo>
                  <a:pt x="21132" y="23495"/>
                </a:lnTo>
                <a:lnTo>
                  <a:pt x="21221" y="23622"/>
                </a:lnTo>
                <a:lnTo>
                  <a:pt x="21323" y="23495"/>
                </a:lnTo>
                <a:lnTo>
                  <a:pt x="21234" y="24384"/>
                </a:lnTo>
                <a:lnTo>
                  <a:pt x="21412" y="24257"/>
                </a:lnTo>
                <a:lnTo>
                  <a:pt x="21501" y="24130"/>
                </a:lnTo>
                <a:lnTo>
                  <a:pt x="21488" y="24257"/>
                </a:lnTo>
                <a:lnTo>
                  <a:pt x="23177" y="24257"/>
                </a:lnTo>
                <a:close/>
              </a:path>
              <a:path w="50164" h="40640">
                <a:moveTo>
                  <a:pt x="23190" y="12700"/>
                </a:moveTo>
                <a:lnTo>
                  <a:pt x="22504" y="12446"/>
                </a:lnTo>
                <a:lnTo>
                  <a:pt x="21145" y="12446"/>
                </a:lnTo>
                <a:lnTo>
                  <a:pt x="21069" y="12700"/>
                </a:lnTo>
                <a:lnTo>
                  <a:pt x="23190" y="12700"/>
                </a:lnTo>
                <a:close/>
              </a:path>
              <a:path w="50164" h="40640">
                <a:moveTo>
                  <a:pt x="23304" y="24384"/>
                </a:moveTo>
                <a:lnTo>
                  <a:pt x="23177" y="24257"/>
                </a:lnTo>
                <a:lnTo>
                  <a:pt x="23050" y="24511"/>
                </a:lnTo>
                <a:lnTo>
                  <a:pt x="23279" y="24511"/>
                </a:lnTo>
                <a:lnTo>
                  <a:pt x="23304" y="24384"/>
                </a:lnTo>
                <a:close/>
              </a:path>
              <a:path w="50164" h="40640">
                <a:moveTo>
                  <a:pt x="23317" y="23368"/>
                </a:moveTo>
                <a:lnTo>
                  <a:pt x="23126" y="22987"/>
                </a:lnTo>
                <a:lnTo>
                  <a:pt x="23050" y="23368"/>
                </a:lnTo>
                <a:lnTo>
                  <a:pt x="23317" y="23368"/>
                </a:lnTo>
                <a:close/>
              </a:path>
              <a:path w="50164" h="40640">
                <a:moveTo>
                  <a:pt x="23355" y="29210"/>
                </a:moveTo>
                <a:lnTo>
                  <a:pt x="23228" y="29083"/>
                </a:lnTo>
                <a:lnTo>
                  <a:pt x="23228" y="28829"/>
                </a:lnTo>
                <a:lnTo>
                  <a:pt x="23050" y="28829"/>
                </a:lnTo>
                <a:lnTo>
                  <a:pt x="23050" y="29210"/>
                </a:lnTo>
                <a:lnTo>
                  <a:pt x="23355" y="29210"/>
                </a:lnTo>
                <a:close/>
              </a:path>
              <a:path w="50164" h="40640">
                <a:moveTo>
                  <a:pt x="23406" y="24638"/>
                </a:moveTo>
                <a:lnTo>
                  <a:pt x="23215" y="24752"/>
                </a:lnTo>
                <a:lnTo>
                  <a:pt x="23164" y="25273"/>
                </a:lnTo>
                <a:lnTo>
                  <a:pt x="23342" y="25146"/>
                </a:lnTo>
                <a:lnTo>
                  <a:pt x="23393" y="24765"/>
                </a:lnTo>
                <a:lnTo>
                  <a:pt x="23406" y="24638"/>
                </a:lnTo>
                <a:close/>
              </a:path>
              <a:path w="50164" h="40640">
                <a:moveTo>
                  <a:pt x="23431" y="12001"/>
                </a:moveTo>
                <a:lnTo>
                  <a:pt x="23266" y="11925"/>
                </a:lnTo>
                <a:lnTo>
                  <a:pt x="23266" y="12179"/>
                </a:lnTo>
                <a:lnTo>
                  <a:pt x="23431" y="12001"/>
                </a:lnTo>
                <a:close/>
              </a:path>
              <a:path w="50164" h="40640">
                <a:moveTo>
                  <a:pt x="23456" y="26035"/>
                </a:moveTo>
                <a:lnTo>
                  <a:pt x="23253" y="26035"/>
                </a:lnTo>
                <a:lnTo>
                  <a:pt x="23317" y="26162"/>
                </a:lnTo>
                <a:lnTo>
                  <a:pt x="23456" y="26035"/>
                </a:lnTo>
                <a:close/>
              </a:path>
              <a:path w="50164" h="40640">
                <a:moveTo>
                  <a:pt x="23456" y="20701"/>
                </a:moveTo>
                <a:lnTo>
                  <a:pt x="23050" y="20574"/>
                </a:lnTo>
                <a:lnTo>
                  <a:pt x="23050" y="22987"/>
                </a:lnTo>
                <a:lnTo>
                  <a:pt x="23291" y="22987"/>
                </a:lnTo>
                <a:lnTo>
                  <a:pt x="23215" y="22606"/>
                </a:lnTo>
                <a:lnTo>
                  <a:pt x="23444" y="22479"/>
                </a:lnTo>
                <a:lnTo>
                  <a:pt x="23456" y="20701"/>
                </a:lnTo>
                <a:close/>
              </a:path>
              <a:path w="50164" h="40640">
                <a:moveTo>
                  <a:pt x="23596" y="37922"/>
                </a:moveTo>
                <a:lnTo>
                  <a:pt x="23545" y="37731"/>
                </a:lnTo>
                <a:lnTo>
                  <a:pt x="23596" y="37922"/>
                </a:lnTo>
                <a:close/>
              </a:path>
              <a:path w="50164" h="40640">
                <a:moveTo>
                  <a:pt x="23647" y="30861"/>
                </a:moveTo>
                <a:lnTo>
                  <a:pt x="23482" y="30861"/>
                </a:lnTo>
                <a:lnTo>
                  <a:pt x="23520" y="30988"/>
                </a:lnTo>
                <a:lnTo>
                  <a:pt x="23647" y="30861"/>
                </a:lnTo>
                <a:close/>
              </a:path>
              <a:path w="50164" h="40640">
                <a:moveTo>
                  <a:pt x="23672" y="660"/>
                </a:moveTo>
                <a:lnTo>
                  <a:pt x="23647" y="495"/>
                </a:lnTo>
                <a:lnTo>
                  <a:pt x="23596" y="660"/>
                </a:lnTo>
                <a:close/>
              </a:path>
              <a:path w="50164" h="40640">
                <a:moveTo>
                  <a:pt x="23685" y="12954"/>
                </a:moveTo>
                <a:lnTo>
                  <a:pt x="23317" y="12954"/>
                </a:lnTo>
                <a:lnTo>
                  <a:pt x="23050" y="13208"/>
                </a:lnTo>
                <a:lnTo>
                  <a:pt x="23037" y="13462"/>
                </a:lnTo>
                <a:lnTo>
                  <a:pt x="23482" y="13462"/>
                </a:lnTo>
                <a:lnTo>
                  <a:pt x="23622" y="13208"/>
                </a:lnTo>
                <a:lnTo>
                  <a:pt x="23685" y="12954"/>
                </a:lnTo>
                <a:close/>
              </a:path>
              <a:path w="50164" h="40640">
                <a:moveTo>
                  <a:pt x="23710" y="8801"/>
                </a:moveTo>
                <a:lnTo>
                  <a:pt x="23647" y="9067"/>
                </a:lnTo>
                <a:lnTo>
                  <a:pt x="23710" y="8801"/>
                </a:lnTo>
                <a:close/>
              </a:path>
              <a:path w="50164" h="40640">
                <a:moveTo>
                  <a:pt x="23710" y="8712"/>
                </a:moveTo>
                <a:close/>
              </a:path>
              <a:path w="50164" h="40640">
                <a:moveTo>
                  <a:pt x="23749" y="38696"/>
                </a:moveTo>
                <a:lnTo>
                  <a:pt x="23647" y="38493"/>
                </a:lnTo>
                <a:lnTo>
                  <a:pt x="23545" y="38620"/>
                </a:lnTo>
                <a:lnTo>
                  <a:pt x="23723" y="38823"/>
                </a:lnTo>
                <a:lnTo>
                  <a:pt x="23749" y="38696"/>
                </a:lnTo>
                <a:close/>
              </a:path>
              <a:path w="50164" h="40640">
                <a:moveTo>
                  <a:pt x="23749" y="37109"/>
                </a:moveTo>
                <a:lnTo>
                  <a:pt x="23609" y="37249"/>
                </a:lnTo>
                <a:lnTo>
                  <a:pt x="23749" y="37109"/>
                </a:lnTo>
                <a:close/>
              </a:path>
              <a:path w="50164" h="40640">
                <a:moveTo>
                  <a:pt x="23799" y="30607"/>
                </a:moveTo>
                <a:lnTo>
                  <a:pt x="23393" y="30607"/>
                </a:lnTo>
                <a:lnTo>
                  <a:pt x="23431" y="30734"/>
                </a:lnTo>
                <a:lnTo>
                  <a:pt x="23799" y="30607"/>
                </a:lnTo>
                <a:close/>
              </a:path>
              <a:path w="50164" h="40640">
                <a:moveTo>
                  <a:pt x="23799" y="12700"/>
                </a:moveTo>
                <a:lnTo>
                  <a:pt x="23444" y="12700"/>
                </a:lnTo>
                <a:lnTo>
                  <a:pt x="23520" y="12446"/>
                </a:lnTo>
                <a:lnTo>
                  <a:pt x="23152" y="12446"/>
                </a:lnTo>
                <a:lnTo>
                  <a:pt x="23241" y="12700"/>
                </a:lnTo>
                <a:lnTo>
                  <a:pt x="23596" y="12954"/>
                </a:lnTo>
                <a:lnTo>
                  <a:pt x="23799" y="12700"/>
                </a:lnTo>
                <a:close/>
              </a:path>
              <a:path w="50164" h="40640">
                <a:moveTo>
                  <a:pt x="23914" y="39928"/>
                </a:moveTo>
                <a:lnTo>
                  <a:pt x="23787" y="40068"/>
                </a:lnTo>
                <a:lnTo>
                  <a:pt x="23914" y="39928"/>
                </a:lnTo>
                <a:close/>
              </a:path>
              <a:path w="50164" h="40640">
                <a:moveTo>
                  <a:pt x="24053" y="18161"/>
                </a:moveTo>
                <a:lnTo>
                  <a:pt x="24028" y="18034"/>
                </a:lnTo>
                <a:lnTo>
                  <a:pt x="22936" y="18034"/>
                </a:lnTo>
                <a:lnTo>
                  <a:pt x="22910" y="18161"/>
                </a:lnTo>
                <a:lnTo>
                  <a:pt x="24053" y="18161"/>
                </a:lnTo>
                <a:close/>
              </a:path>
              <a:path w="50164" h="40640">
                <a:moveTo>
                  <a:pt x="24155" y="18669"/>
                </a:moveTo>
                <a:lnTo>
                  <a:pt x="24130" y="18542"/>
                </a:lnTo>
                <a:lnTo>
                  <a:pt x="22821" y="18542"/>
                </a:lnTo>
                <a:lnTo>
                  <a:pt x="22809" y="18669"/>
                </a:lnTo>
                <a:lnTo>
                  <a:pt x="24155" y="18669"/>
                </a:lnTo>
                <a:close/>
              </a:path>
              <a:path w="50164" h="40640">
                <a:moveTo>
                  <a:pt x="24269" y="5461"/>
                </a:moveTo>
                <a:lnTo>
                  <a:pt x="24257" y="5207"/>
                </a:lnTo>
                <a:lnTo>
                  <a:pt x="1739" y="5207"/>
                </a:lnTo>
                <a:lnTo>
                  <a:pt x="1574" y="5461"/>
                </a:lnTo>
                <a:lnTo>
                  <a:pt x="1397" y="5461"/>
                </a:lnTo>
                <a:lnTo>
                  <a:pt x="1270" y="5842"/>
                </a:lnTo>
                <a:lnTo>
                  <a:pt x="1917" y="6083"/>
                </a:lnTo>
                <a:lnTo>
                  <a:pt x="2133" y="6096"/>
                </a:lnTo>
                <a:lnTo>
                  <a:pt x="2413" y="6248"/>
                </a:lnTo>
                <a:lnTo>
                  <a:pt x="2413" y="6096"/>
                </a:lnTo>
                <a:lnTo>
                  <a:pt x="2692" y="6096"/>
                </a:lnTo>
                <a:lnTo>
                  <a:pt x="2336" y="5842"/>
                </a:lnTo>
                <a:lnTo>
                  <a:pt x="2197" y="5842"/>
                </a:lnTo>
                <a:lnTo>
                  <a:pt x="1587" y="5461"/>
                </a:lnTo>
                <a:lnTo>
                  <a:pt x="24269" y="5461"/>
                </a:lnTo>
                <a:close/>
              </a:path>
              <a:path w="50164" h="40640">
                <a:moveTo>
                  <a:pt x="24345" y="18542"/>
                </a:moveTo>
                <a:lnTo>
                  <a:pt x="24333" y="18161"/>
                </a:lnTo>
                <a:lnTo>
                  <a:pt x="24053" y="18161"/>
                </a:lnTo>
                <a:lnTo>
                  <a:pt x="24079" y="18288"/>
                </a:lnTo>
                <a:lnTo>
                  <a:pt x="24193" y="18542"/>
                </a:lnTo>
                <a:lnTo>
                  <a:pt x="24345" y="18542"/>
                </a:lnTo>
                <a:close/>
              </a:path>
              <a:path w="50164" h="40640">
                <a:moveTo>
                  <a:pt x="24371" y="0"/>
                </a:moveTo>
                <a:lnTo>
                  <a:pt x="20193" y="0"/>
                </a:lnTo>
                <a:lnTo>
                  <a:pt x="16129" y="2921"/>
                </a:lnTo>
                <a:lnTo>
                  <a:pt x="10452" y="4191"/>
                </a:lnTo>
                <a:lnTo>
                  <a:pt x="749" y="4953"/>
                </a:lnTo>
                <a:lnTo>
                  <a:pt x="0" y="4953"/>
                </a:lnTo>
                <a:lnTo>
                  <a:pt x="88" y="5207"/>
                </a:lnTo>
                <a:lnTo>
                  <a:pt x="177" y="5461"/>
                </a:lnTo>
                <a:lnTo>
                  <a:pt x="254" y="5842"/>
                </a:lnTo>
                <a:lnTo>
                  <a:pt x="304" y="6096"/>
                </a:lnTo>
                <a:lnTo>
                  <a:pt x="406" y="6604"/>
                </a:lnTo>
                <a:lnTo>
                  <a:pt x="723" y="6858"/>
                </a:lnTo>
                <a:lnTo>
                  <a:pt x="660" y="6604"/>
                </a:lnTo>
                <a:lnTo>
                  <a:pt x="571" y="6350"/>
                </a:lnTo>
                <a:lnTo>
                  <a:pt x="469" y="6096"/>
                </a:lnTo>
                <a:lnTo>
                  <a:pt x="914" y="6096"/>
                </a:lnTo>
                <a:lnTo>
                  <a:pt x="825" y="6350"/>
                </a:lnTo>
                <a:lnTo>
                  <a:pt x="1511" y="6350"/>
                </a:lnTo>
                <a:lnTo>
                  <a:pt x="1612" y="6096"/>
                </a:lnTo>
                <a:lnTo>
                  <a:pt x="1193" y="6096"/>
                </a:lnTo>
                <a:lnTo>
                  <a:pt x="711" y="5842"/>
                </a:lnTo>
                <a:lnTo>
                  <a:pt x="914" y="5842"/>
                </a:lnTo>
                <a:lnTo>
                  <a:pt x="723" y="5461"/>
                </a:lnTo>
                <a:lnTo>
                  <a:pt x="1079" y="5461"/>
                </a:lnTo>
                <a:lnTo>
                  <a:pt x="1739" y="5207"/>
                </a:lnTo>
                <a:lnTo>
                  <a:pt x="1193" y="5207"/>
                </a:lnTo>
                <a:lnTo>
                  <a:pt x="1231" y="4953"/>
                </a:lnTo>
                <a:lnTo>
                  <a:pt x="1054" y="5092"/>
                </a:lnTo>
                <a:lnTo>
                  <a:pt x="914" y="4953"/>
                </a:lnTo>
                <a:lnTo>
                  <a:pt x="1231" y="4953"/>
                </a:lnTo>
                <a:lnTo>
                  <a:pt x="24257" y="4953"/>
                </a:lnTo>
                <a:lnTo>
                  <a:pt x="24231" y="4572"/>
                </a:lnTo>
                <a:lnTo>
                  <a:pt x="22123" y="4572"/>
                </a:lnTo>
                <a:lnTo>
                  <a:pt x="22237" y="3302"/>
                </a:lnTo>
                <a:lnTo>
                  <a:pt x="22694" y="3302"/>
                </a:lnTo>
                <a:lnTo>
                  <a:pt x="22694" y="3175"/>
                </a:lnTo>
                <a:lnTo>
                  <a:pt x="22428" y="3175"/>
                </a:lnTo>
                <a:lnTo>
                  <a:pt x="22225" y="2921"/>
                </a:lnTo>
                <a:lnTo>
                  <a:pt x="21932" y="2921"/>
                </a:lnTo>
                <a:lnTo>
                  <a:pt x="21539" y="3175"/>
                </a:lnTo>
                <a:lnTo>
                  <a:pt x="21640" y="2413"/>
                </a:lnTo>
                <a:lnTo>
                  <a:pt x="21780" y="2286"/>
                </a:lnTo>
                <a:lnTo>
                  <a:pt x="20447" y="2286"/>
                </a:lnTo>
                <a:lnTo>
                  <a:pt x="20751" y="2032"/>
                </a:lnTo>
                <a:lnTo>
                  <a:pt x="20789" y="1524"/>
                </a:lnTo>
                <a:lnTo>
                  <a:pt x="20231" y="1143"/>
                </a:lnTo>
                <a:lnTo>
                  <a:pt x="20332" y="254"/>
                </a:lnTo>
                <a:lnTo>
                  <a:pt x="23901" y="254"/>
                </a:lnTo>
                <a:lnTo>
                  <a:pt x="24371" y="0"/>
                </a:lnTo>
                <a:close/>
              </a:path>
              <a:path w="50164" h="40640">
                <a:moveTo>
                  <a:pt x="24511" y="20320"/>
                </a:moveTo>
                <a:lnTo>
                  <a:pt x="24320" y="20447"/>
                </a:lnTo>
                <a:lnTo>
                  <a:pt x="24384" y="22606"/>
                </a:lnTo>
                <a:lnTo>
                  <a:pt x="24511" y="23622"/>
                </a:lnTo>
                <a:lnTo>
                  <a:pt x="24511" y="20320"/>
                </a:lnTo>
                <a:close/>
              </a:path>
              <a:path w="50164" h="40640">
                <a:moveTo>
                  <a:pt x="24536" y="12192"/>
                </a:moveTo>
                <a:lnTo>
                  <a:pt x="24206" y="11811"/>
                </a:lnTo>
                <a:lnTo>
                  <a:pt x="23964" y="12077"/>
                </a:lnTo>
                <a:lnTo>
                  <a:pt x="23482" y="11950"/>
                </a:lnTo>
                <a:lnTo>
                  <a:pt x="23520" y="12192"/>
                </a:lnTo>
                <a:lnTo>
                  <a:pt x="23545" y="12446"/>
                </a:lnTo>
                <a:lnTo>
                  <a:pt x="23939" y="12446"/>
                </a:lnTo>
                <a:lnTo>
                  <a:pt x="24155" y="12192"/>
                </a:lnTo>
                <a:lnTo>
                  <a:pt x="24447" y="12192"/>
                </a:lnTo>
                <a:close/>
              </a:path>
              <a:path w="50164" h="40640">
                <a:moveTo>
                  <a:pt x="24612" y="24511"/>
                </a:moveTo>
                <a:lnTo>
                  <a:pt x="24409" y="24511"/>
                </a:lnTo>
                <a:lnTo>
                  <a:pt x="23279" y="24511"/>
                </a:lnTo>
                <a:lnTo>
                  <a:pt x="23241" y="24638"/>
                </a:lnTo>
                <a:lnTo>
                  <a:pt x="23406" y="24638"/>
                </a:lnTo>
                <a:lnTo>
                  <a:pt x="24422" y="24638"/>
                </a:lnTo>
                <a:lnTo>
                  <a:pt x="24612" y="24638"/>
                </a:lnTo>
                <a:lnTo>
                  <a:pt x="24612" y="24511"/>
                </a:lnTo>
                <a:close/>
              </a:path>
              <a:path w="50164" h="40640">
                <a:moveTo>
                  <a:pt x="24625" y="25908"/>
                </a:moveTo>
                <a:lnTo>
                  <a:pt x="23279" y="25908"/>
                </a:lnTo>
                <a:lnTo>
                  <a:pt x="23456" y="26035"/>
                </a:lnTo>
                <a:lnTo>
                  <a:pt x="24625" y="26035"/>
                </a:lnTo>
                <a:lnTo>
                  <a:pt x="24625" y="25908"/>
                </a:lnTo>
                <a:close/>
              </a:path>
              <a:path w="50164" h="40640">
                <a:moveTo>
                  <a:pt x="24765" y="29845"/>
                </a:moveTo>
                <a:lnTo>
                  <a:pt x="23482" y="29718"/>
                </a:lnTo>
                <a:lnTo>
                  <a:pt x="23393" y="29337"/>
                </a:lnTo>
                <a:lnTo>
                  <a:pt x="23050" y="29337"/>
                </a:lnTo>
                <a:lnTo>
                  <a:pt x="22872" y="29337"/>
                </a:lnTo>
                <a:lnTo>
                  <a:pt x="22809" y="29464"/>
                </a:lnTo>
                <a:lnTo>
                  <a:pt x="23215" y="29845"/>
                </a:lnTo>
                <a:lnTo>
                  <a:pt x="23444" y="29972"/>
                </a:lnTo>
                <a:lnTo>
                  <a:pt x="24612" y="29972"/>
                </a:lnTo>
                <a:lnTo>
                  <a:pt x="24765" y="29845"/>
                </a:lnTo>
                <a:close/>
              </a:path>
              <a:path w="50164" h="40640">
                <a:moveTo>
                  <a:pt x="24942" y="28829"/>
                </a:moveTo>
                <a:lnTo>
                  <a:pt x="24790" y="28575"/>
                </a:lnTo>
                <a:lnTo>
                  <a:pt x="23215" y="28575"/>
                </a:lnTo>
                <a:lnTo>
                  <a:pt x="23228" y="28829"/>
                </a:lnTo>
                <a:lnTo>
                  <a:pt x="24942" y="28829"/>
                </a:lnTo>
                <a:close/>
              </a:path>
              <a:path w="50164" h="40640">
                <a:moveTo>
                  <a:pt x="24942" y="25908"/>
                </a:moveTo>
                <a:lnTo>
                  <a:pt x="24866" y="25273"/>
                </a:lnTo>
                <a:lnTo>
                  <a:pt x="24752" y="25019"/>
                </a:lnTo>
                <a:lnTo>
                  <a:pt x="24688" y="24892"/>
                </a:lnTo>
                <a:lnTo>
                  <a:pt x="24625" y="25908"/>
                </a:lnTo>
                <a:lnTo>
                  <a:pt x="24942" y="25908"/>
                </a:lnTo>
                <a:close/>
              </a:path>
              <a:path w="50164" h="40640">
                <a:moveTo>
                  <a:pt x="25069" y="30645"/>
                </a:moveTo>
                <a:lnTo>
                  <a:pt x="24536" y="30607"/>
                </a:lnTo>
                <a:lnTo>
                  <a:pt x="24472" y="30734"/>
                </a:lnTo>
                <a:lnTo>
                  <a:pt x="23647" y="30861"/>
                </a:lnTo>
                <a:lnTo>
                  <a:pt x="24409" y="30861"/>
                </a:lnTo>
                <a:lnTo>
                  <a:pt x="24345" y="30988"/>
                </a:lnTo>
                <a:lnTo>
                  <a:pt x="24688" y="30861"/>
                </a:lnTo>
                <a:lnTo>
                  <a:pt x="24980" y="30861"/>
                </a:lnTo>
                <a:lnTo>
                  <a:pt x="25069" y="30645"/>
                </a:lnTo>
                <a:close/>
              </a:path>
              <a:path w="50164" h="40640">
                <a:moveTo>
                  <a:pt x="25069" y="4826"/>
                </a:moveTo>
                <a:lnTo>
                  <a:pt x="24625" y="4572"/>
                </a:lnTo>
                <a:lnTo>
                  <a:pt x="24231" y="4572"/>
                </a:lnTo>
                <a:lnTo>
                  <a:pt x="25069" y="4826"/>
                </a:lnTo>
                <a:close/>
              </a:path>
              <a:path w="50164" h="40640">
                <a:moveTo>
                  <a:pt x="25120" y="25908"/>
                </a:moveTo>
                <a:lnTo>
                  <a:pt x="24942" y="25908"/>
                </a:lnTo>
                <a:lnTo>
                  <a:pt x="24930" y="26035"/>
                </a:lnTo>
                <a:lnTo>
                  <a:pt x="25120" y="26035"/>
                </a:lnTo>
                <a:lnTo>
                  <a:pt x="25120" y="25908"/>
                </a:lnTo>
                <a:close/>
              </a:path>
              <a:path w="50164" h="40640">
                <a:moveTo>
                  <a:pt x="25158" y="28829"/>
                </a:moveTo>
                <a:lnTo>
                  <a:pt x="24942" y="28829"/>
                </a:lnTo>
                <a:lnTo>
                  <a:pt x="24841" y="29337"/>
                </a:lnTo>
                <a:lnTo>
                  <a:pt x="24726" y="29845"/>
                </a:lnTo>
                <a:lnTo>
                  <a:pt x="24904" y="29718"/>
                </a:lnTo>
                <a:lnTo>
                  <a:pt x="25146" y="29845"/>
                </a:lnTo>
                <a:lnTo>
                  <a:pt x="25120" y="29718"/>
                </a:lnTo>
                <a:lnTo>
                  <a:pt x="25158" y="28829"/>
                </a:lnTo>
                <a:close/>
              </a:path>
              <a:path w="50164" h="40640">
                <a:moveTo>
                  <a:pt x="25247" y="17907"/>
                </a:moveTo>
                <a:lnTo>
                  <a:pt x="25107" y="17780"/>
                </a:lnTo>
                <a:lnTo>
                  <a:pt x="25184" y="18034"/>
                </a:lnTo>
                <a:lnTo>
                  <a:pt x="25247" y="17907"/>
                </a:lnTo>
                <a:close/>
              </a:path>
              <a:path w="50164" h="40640">
                <a:moveTo>
                  <a:pt x="25260" y="18161"/>
                </a:moveTo>
                <a:lnTo>
                  <a:pt x="25184" y="18034"/>
                </a:lnTo>
                <a:lnTo>
                  <a:pt x="24320" y="18034"/>
                </a:lnTo>
                <a:lnTo>
                  <a:pt x="24333" y="18161"/>
                </a:lnTo>
                <a:lnTo>
                  <a:pt x="25260" y="18161"/>
                </a:lnTo>
                <a:close/>
              </a:path>
              <a:path w="50164" h="40640">
                <a:moveTo>
                  <a:pt x="25412" y="24638"/>
                </a:moveTo>
                <a:lnTo>
                  <a:pt x="25400" y="24511"/>
                </a:lnTo>
                <a:lnTo>
                  <a:pt x="24688" y="24511"/>
                </a:lnTo>
                <a:lnTo>
                  <a:pt x="24688" y="24638"/>
                </a:lnTo>
                <a:lnTo>
                  <a:pt x="25412" y="24638"/>
                </a:lnTo>
                <a:close/>
              </a:path>
              <a:path w="50164" h="40640">
                <a:moveTo>
                  <a:pt x="25641" y="16637"/>
                </a:moveTo>
                <a:lnTo>
                  <a:pt x="20967" y="16637"/>
                </a:lnTo>
                <a:lnTo>
                  <a:pt x="20904" y="18034"/>
                </a:lnTo>
                <a:lnTo>
                  <a:pt x="21971" y="18034"/>
                </a:lnTo>
                <a:lnTo>
                  <a:pt x="22021" y="17780"/>
                </a:lnTo>
                <a:lnTo>
                  <a:pt x="22504" y="17907"/>
                </a:lnTo>
                <a:lnTo>
                  <a:pt x="22555" y="17780"/>
                </a:lnTo>
                <a:lnTo>
                  <a:pt x="22669" y="17526"/>
                </a:lnTo>
                <a:lnTo>
                  <a:pt x="22631" y="18034"/>
                </a:lnTo>
                <a:lnTo>
                  <a:pt x="22936" y="18034"/>
                </a:lnTo>
                <a:lnTo>
                  <a:pt x="23037" y="17653"/>
                </a:lnTo>
                <a:lnTo>
                  <a:pt x="23063" y="17526"/>
                </a:lnTo>
                <a:lnTo>
                  <a:pt x="23152" y="17399"/>
                </a:lnTo>
                <a:lnTo>
                  <a:pt x="23228" y="17272"/>
                </a:lnTo>
                <a:lnTo>
                  <a:pt x="23291" y="17399"/>
                </a:lnTo>
                <a:lnTo>
                  <a:pt x="23355" y="17780"/>
                </a:lnTo>
                <a:lnTo>
                  <a:pt x="23634" y="17907"/>
                </a:lnTo>
                <a:lnTo>
                  <a:pt x="23736" y="17653"/>
                </a:lnTo>
                <a:lnTo>
                  <a:pt x="23901" y="17526"/>
                </a:lnTo>
                <a:lnTo>
                  <a:pt x="23939" y="17653"/>
                </a:lnTo>
                <a:lnTo>
                  <a:pt x="24028" y="18034"/>
                </a:lnTo>
                <a:lnTo>
                  <a:pt x="24320" y="18034"/>
                </a:lnTo>
                <a:lnTo>
                  <a:pt x="24269" y="17526"/>
                </a:lnTo>
                <a:lnTo>
                  <a:pt x="24282" y="17272"/>
                </a:lnTo>
                <a:lnTo>
                  <a:pt x="24307" y="17653"/>
                </a:lnTo>
                <a:lnTo>
                  <a:pt x="24434" y="17526"/>
                </a:lnTo>
                <a:lnTo>
                  <a:pt x="24511" y="17272"/>
                </a:lnTo>
                <a:lnTo>
                  <a:pt x="24523" y="17145"/>
                </a:lnTo>
                <a:lnTo>
                  <a:pt x="24663" y="17145"/>
                </a:lnTo>
                <a:lnTo>
                  <a:pt x="24599" y="17399"/>
                </a:lnTo>
                <a:lnTo>
                  <a:pt x="24815" y="17272"/>
                </a:lnTo>
                <a:lnTo>
                  <a:pt x="24904" y="17399"/>
                </a:lnTo>
                <a:lnTo>
                  <a:pt x="24993" y="17526"/>
                </a:lnTo>
                <a:lnTo>
                  <a:pt x="25069" y="17780"/>
                </a:lnTo>
                <a:lnTo>
                  <a:pt x="25273" y="17653"/>
                </a:lnTo>
                <a:lnTo>
                  <a:pt x="25209" y="17526"/>
                </a:lnTo>
                <a:lnTo>
                  <a:pt x="25120" y="17272"/>
                </a:lnTo>
                <a:lnTo>
                  <a:pt x="25107" y="17145"/>
                </a:lnTo>
                <a:lnTo>
                  <a:pt x="25082" y="17018"/>
                </a:lnTo>
                <a:lnTo>
                  <a:pt x="25209" y="17145"/>
                </a:lnTo>
                <a:lnTo>
                  <a:pt x="25209" y="17018"/>
                </a:lnTo>
                <a:lnTo>
                  <a:pt x="25590" y="17018"/>
                </a:lnTo>
                <a:lnTo>
                  <a:pt x="25641" y="16637"/>
                </a:lnTo>
                <a:close/>
              </a:path>
              <a:path w="50164" h="40640">
                <a:moveTo>
                  <a:pt x="25692" y="19812"/>
                </a:moveTo>
                <a:lnTo>
                  <a:pt x="21564" y="19812"/>
                </a:lnTo>
                <a:lnTo>
                  <a:pt x="21831" y="20066"/>
                </a:lnTo>
                <a:lnTo>
                  <a:pt x="25654" y="20066"/>
                </a:lnTo>
                <a:lnTo>
                  <a:pt x="25692" y="19812"/>
                </a:lnTo>
                <a:close/>
              </a:path>
              <a:path w="50164" h="40640">
                <a:moveTo>
                  <a:pt x="25755" y="19177"/>
                </a:moveTo>
                <a:lnTo>
                  <a:pt x="22707" y="19177"/>
                </a:lnTo>
                <a:lnTo>
                  <a:pt x="21399" y="19177"/>
                </a:lnTo>
                <a:lnTo>
                  <a:pt x="21412" y="19304"/>
                </a:lnTo>
                <a:lnTo>
                  <a:pt x="22656" y="19304"/>
                </a:lnTo>
                <a:lnTo>
                  <a:pt x="25742" y="19304"/>
                </a:lnTo>
                <a:lnTo>
                  <a:pt x="25755" y="19177"/>
                </a:lnTo>
                <a:close/>
              </a:path>
              <a:path w="50164" h="40640">
                <a:moveTo>
                  <a:pt x="25882" y="20066"/>
                </a:moveTo>
                <a:lnTo>
                  <a:pt x="25654" y="20066"/>
                </a:lnTo>
                <a:lnTo>
                  <a:pt x="25641" y="21590"/>
                </a:lnTo>
                <a:lnTo>
                  <a:pt x="25768" y="21463"/>
                </a:lnTo>
                <a:lnTo>
                  <a:pt x="25882" y="20066"/>
                </a:lnTo>
                <a:close/>
              </a:path>
              <a:path w="50164" h="40640">
                <a:moveTo>
                  <a:pt x="25882" y="18923"/>
                </a:moveTo>
                <a:lnTo>
                  <a:pt x="24422" y="18923"/>
                </a:lnTo>
                <a:lnTo>
                  <a:pt x="22783" y="18923"/>
                </a:lnTo>
                <a:lnTo>
                  <a:pt x="22758" y="19050"/>
                </a:lnTo>
                <a:lnTo>
                  <a:pt x="24434" y="19050"/>
                </a:lnTo>
                <a:lnTo>
                  <a:pt x="25768" y="19050"/>
                </a:lnTo>
                <a:lnTo>
                  <a:pt x="25882" y="18923"/>
                </a:lnTo>
                <a:close/>
              </a:path>
              <a:path w="50164" h="40640">
                <a:moveTo>
                  <a:pt x="25920" y="14478"/>
                </a:moveTo>
                <a:lnTo>
                  <a:pt x="25539" y="14224"/>
                </a:lnTo>
                <a:lnTo>
                  <a:pt x="25793" y="14478"/>
                </a:lnTo>
                <a:lnTo>
                  <a:pt x="25920" y="14478"/>
                </a:lnTo>
                <a:close/>
              </a:path>
              <a:path w="50164" h="40640">
                <a:moveTo>
                  <a:pt x="26073" y="26035"/>
                </a:moveTo>
                <a:lnTo>
                  <a:pt x="25895" y="25908"/>
                </a:lnTo>
                <a:lnTo>
                  <a:pt x="25755" y="25908"/>
                </a:lnTo>
                <a:lnTo>
                  <a:pt x="25628" y="25908"/>
                </a:lnTo>
                <a:lnTo>
                  <a:pt x="25628" y="26035"/>
                </a:lnTo>
                <a:lnTo>
                  <a:pt x="26073" y="26035"/>
                </a:lnTo>
                <a:close/>
              </a:path>
              <a:path w="50164" h="40640">
                <a:moveTo>
                  <a:pt x="26073" y="24511"/>
                </a:moveTo>
                <a:lnTo>
                  <a:pt x="25425" y="24511"/>
                </a:lnTo>
                <a:lnTo>
                  <a:pt x="25869" y="24638"/>
                </a:lnTo>
                <a:lnTo>
                  <a:pt x="26073" y="24511"/>
                </a:lnTo>
                <a:close/>
              </a:path>
              <a:path w="50164" h="40640">
                <a:moveTo>
                  <a:pt x="26098" y="14732"/>
                </a:moveTo>
                <a:lnTo>
                  <a:pt x="25793" y="14478"/>
                </a:lnTo>
                <a:lnTo>
                  <a:pt x="25323" y="14478"/>
                </a:lnTo>
                <a:lnTo>
                  <a:pt x="24879" y="14376"/>
                </a:lnTo>
                <a:lnTo>
                  <a:pt x="24828" y="14605"/>
                </a:lnTo>
                <a:lnTo>
                  <a:pt x="24726" y="14478"/>
                </a:lnTo>
                <a:lnTo>
                  <a:pt x="24879" y="14478"/>
                </a:lnTo>
                <a:lnTo>
                  <a:pt x="24307" y="14224"/>
                </a:lnTo>
                <a:lnTo>
                  <a:pt x="24396" y="13970"/>
                </a:lnTo>
                <a:lnTo>
                  <a:pt x="24066" y="13970"/>
                </a:lnTo>
                <a:lnTo>
                  <a:pt x="24168" y="13716"/>
                </a:lnTo>
                <a:lnTo>
                  <a:pt x="24955" y="13716"/>
                </a:lnTo>
                <a:lnTo>
                  <a:pt x="24218" y="13589"/>
                </a:lnTo>
                <a:lnTo>
                  <a:pt x="23964" y="13550"/>
                </a:lnTo>
                <a:lnTo>
                  <a:pt x="23482" y="13462"/>
                </a:lnTo>
                <a:lnTo>
                  <a:pt x="23482" y="13601"/>
                </a:lnTo>
                <a:lnTo>
                  <a:pt x="23025" y="13639"/>
                </a:lnTo>
                <a:lnTo>
                  <a:pt x="23037" y="13462"/>
                </a:lnTo>
                <a:lnTo>
                  <a:pt x="22733" y="13462"/>
                </a:lnTo>
                <a:lnTo>
                  <a:pt x="22745" y="13601"/>
                </a:lnTo>
                <a:lnTo>
                  <a:pt x="22466" y="13462"/>
                </a:lnTo>
                <a:lnTo>
                  <a:pt x="22326" y="13601"/>
                </a:lnTo>
                <a:lnTo>
                  <a:pt x="22212" y="13462"/>
                </a:lnTo>
                <a:lnTo>
                  <a:pt x="22059" y="13462"/>
                </a:lnTo>
                <a:lnTo>
                  <a:pt x="21983" y="13716"/>
                </a:lnTo>
                <a:lnTo>
                  <a:pt x="21945" y="13843"/>
                </a:lnTo>
                <a:lnTo>
                  <a:pt x="21729" y="13716"/>
                </a:lnTo>
                <a:lnTo>
                  <a:pt x="21285" y="13462"/>
                </a:lnTo>
                <a:lnTo>
                  <a:pt x="20942" y="13589"/>
                </a:lnTo>
                <a:lnTo>
                  <a:pt x="20840" y="13462"/>
                </a:lnTo>
                <a:lnTo>
                  <a:pt x="20662" y="13462"/>
                </a:lnTo>
                <a:lnTo>
                  <a:pt x="20802" y="13208"/>
                </a:lnTo>
                <a:lnTo>
                  <a:pt x="20942" y="12954"/>
                </a:lnTo>
                <a:lnTo>
                  <a:pt x="20307" y="12954"/>
                </a:lnTo>
                <a:lnTo>
                  <a:pt x="20332" y="12700"/>
                </a:lnTo>
                <a:lnTo>
                  <a:pt x="6464" y="12700"/>
                </a:lnTo>
                <a:lnTo>
                  <a:pt x="6464" y="13462"/>
                </a:lnTo>
                <a:lnTo>
                  <a:pt x="6438" y="13716"/>
                </a:lnTo>
                <a:lnTo>
                  <a:pt x="6438" y="14224"/>
                </a:lnTo>
                <a:lnTo>
                  <a:pt x="6388" y="14478"/>
                </a:lnTo>
                <a:lnTo>
                  <a:pt x="6248" y="14478"/>
                </a:lnTo>
                <a:lnTo>
                  <a:pt x="5956" y="14478"/>
                </a:lnTo>
                <a:lnTo>
                  <a:pt x="5956" y="14630"/>
                </a:lnTo>
                <a:lnTo>
                  <a:pt x="5880" y="14490"/>
                </a:lnTo>
                <a:lnTo>
                  <a:pt x="5956" y="14630"/>
                </a:lnTo>
                <a:lnTo>
                  <a:pt x="5956" y="14478"/>
                </a:lnTo>
                <a:lnTo>
                  <a:pt x="5918" y="14224"/>
                </a:lnTo>
                <a:lnTo>
                  <a:pt x="6248" y="14478"/>
                </a:lnTo>
                <a:lnTo>
                  <a:pt x="6438" y="14224"/>
                </a:lnTo>
                <a:lnTo>
                  <a:pt x="6438" y="13716"/>
                </a:lnTo>
                <a:lnTo>
                  <a:pt x="6413" y="13855"/>
                </a:lnTo>
                <a:lnTo>
                  <a:pt x="6413" y="13716"/>
                </a:lnTo>
                <a:lnTo>
                  <a:pt x="1854" y="13716"/>
                </a:lnTo>
                <a:lnTo>
                  <a:pt x="1854" y="14363"/>
                </a:lnTo>
                <a:lnTo>
                  <a:pt x="1689" y="14224"/>
                </a:lnTo>
                <a:lnTo>
                  <a:pt x="1841" y="14224"/>
                </a:lnTo>
                <a:lnTo>
                  <a:pt x="1854" y="14363"/>
                </a:lnTo>
                <a:lnTo>
                  <a:pt x="1854" y="13716"/>
                </a:lnTo>
                <a:lnTo>
                  <a:pt x="1295" y="13716"/>
                </a:lnTo>
                <a:lnTo>
                  <a:pt x="1447" y="13462"/>
                </a:lnTo>
                <a:lnTo>
                  <a:pt x="6464" y="13462"/>
                </a:lnTo>
                <a:lnTo>
                  <a:pt x="6464" y="12700"/>
                </a:lnTo>
                <a:lnTo>
                  <a:pt x="3327" y="12700"/>
                </a:lnTo>
                <a:lnTo>
                  <a:pt x="3683" y="12954"/>
                </a:lnTo>
                <a:lnTo>
                  <a:pt x="3594" y="13208"/>
                </a:lnTo>
                <a:lnTo>
                  <a:pt x="3517" y="12954"/>
                </a:lnTo>
                <a:lnTo>
                  <a:pt x="3149" y="13208"/>
                </a:lnTo>
                <a:lnTo>
                  <a:pt x="3517" y="12954"/>
                </a:lnTo>
                <a:lnTo>
                  <a:pt x="3352" y="12954"/>
                </a:lnTo>
                <a:lnTo>
                  <a:pt x="3225" y="12954"/>
                </a:lnTo>
                <a:lnTo>
                  <a:pt x="3187" y="12700"/>
                </a:lnTo>
                <a:lnTo>
                  <a:pt x="3048" y="12954"/>
                </a:lnTo>
                <a:lnTo>
                  <a:pt x="3111" y="12700"/>
                </a:lnTo>
                <a:lnTo>
                  <a:pt x="1435" y="12700"/>
                </a:lnTo>
                <a:lnTo>
                  <a:pt x="1701" y="12954"/>
                </a:lnTo>
                <a:lnTo>
                  <a:pt x="1397" y="12954"/>
                </a:lnTo>
                <a:lnTo>
                  <a:pt x="1371" y="13462"/>
                </a:lnTo>
                <a:lnTo>
                  <a:pt x="1130" y="13462"/>
                </a:lnTo>
                <a:lnTo>
                  <a:pt x="1028" y="13716"/>
                </a:lnTo>
                <a:lnTo>
                  <a:pt x="1244" y="13970"/>
                </a:lnTo>
                <a:lnTo>
                  <a:pt x="1524" y="14224"/>
                </a:lnTo>
                <a:lnTo>
                  <a:pt x="1727" y="14478"/>
                </a:lnTo>
                <a:lnTo>
                  <a:pt x="1866" y="14478"/>
                </a:lnTo>
                <a:lnTo>
                  <a:pt x="1892" y="14732"/>
                </a:lnTo>
                <a:lnTo>
                  <a:pt x="2133" y="14986"/>
                </a:lnTo>
                <a:lnTo>
                  <a:pt x="2692" y="15240"/>
                </a:lnTo>
                <a:lnTo>
                  <a:pt x="2895" y="15290"/>
                </a:lnTo>
                <a:lnTo>
                  <a:pt x="2425" y="14986"/>
                </a:lnTo>
                <a:lnTo>
                  <a:pt x="2578" y="14986"/>
                </a:lnTo>
                <a:lnTo>
                  <a:pt x="2857" y="15240"/>
                </a:lnTo>
                <a:lnTo>
                  <a:pt x="3225" y="15240"/>
                </a:lnTo>
                <a:lnTo>
                  <a:pt x="3073" y="15328"/>
                </a:lnTo>
                <a:lnTo>
                  <a:pt x="3314" y="15367"/>
                </a:lnTo>
                <a:lnTo>
                  <a:pt x="3835" y="15240"/>
                </a:lnTo>
                <a:lnTo>
                  <a:pt x="3949" y="16129"/>
                </a:lnTo>
                <a:lnTo>
                  <a:pt x="4051" y="16256"/>
                </a:lnTo>
                <a:lnTo>
                  <a:pt x="4152" y="16002"/>
                </a:lnTo>
                <a:lnTo>
                  <a:pt x="4305" y="16129"/>
                </a:lnTo>
                <a:lnTo>
                  <a:pt x="4533" y="16129"/>
                </a:lnTo>
                <a:lnTo>
                  <a:pt x="4508" y="16306"/>
                </a:lnTo>
                <a:lnTo>
                  <a:pt x="4165" y="16256"/>
                </a:lnTo>
                <a:lnTo>
                  <a:pt x="4254" y="16383"/>
                </a:lnTo>
                <a:lnTo>
                  <a:pt x="4495" y="16510"/>
                </a:lnTo>
                <a:lnTo>
                  <a:pt x="4508" y="16383"/>
                </a:lnTo>
                <a:lnTo>
                  <a:pt x="5181" y="16383"/>
                </a:lnTo>
                <a:lnTo>
                  <a:pt x="5321" y="16510"/>
                </a:lnTo>
                <a:lnTo>
                  <a:pt x="5448" y="16383"/>
                </a:lnTo>
                <a:lnTo>
                  <a:pt x="5372" y="16637"/>
                </a:lnTo>
                <a:lnTo>
                  <a:pt x="5283" y="16891"/>
                </a:lnTo>
                <a:lnTo>
                  <a:pt x="5511" y="16891"/>
                </a:lnTo>
                <a:lnTo>
                  <a:pt x="5791" y="16891"/>
                </a:lnTo>
                <a:lnTo>
                  <a:pt x="10439" y="16891"/>
                </a:lnTo>
                <a:lnTo>
                  <a:pt x="10147" y="16637"/>
                </a:lnTo>
                <a:lnTo>
                  <a:pt x="5867" y="16637"/>
                </a:lnTo>
                <a:lnTo>
                  <a:pt x="5689" y="16764"/>
                </a:lnTo>
                <a:lnTo>
                  <a:pt x="5588" y="16637"/>
                </a:lnTo>
                <a:lnTo>
                  <a:pt x="5867" y="16637"/>
                </a:lnTo>
                <a:lnTo>
                  <a:pt x="5778" y="16383"/>
                </a:lnTo>
                <a:lnTo>
                  <a:pt x="5638" y="16256"/>
                </a:lnTo>
                <a:lnTo>
                  <a:pt x="5588" y="16129"/>
                </a:lnTo>
                <a:lnTo>
                  <a:pt x="5397" y="16256"/>
                </a:lnTo>
                <a:lnTo>
                  <a:pt x="5397" y="16002"/>
                </a:lnTo>
                <a:lnTo>
                  <a:pt x="5397" y="15875"/>
                </a:lnTo>
                <a:lnTo>
                  <a:pt x="5486" y="15621"/>
                </a:lnTo>
                <a:lnTo>
                  <a:pt x="5575" y="15494"/>
                </a:lnTo>
                <a:lnTo>
                  <a:pt x="5397" y="15494"/>
                </a:lnTo>
                <a:lnTo>
                  <a:pt x="5410" y="15240"/>
                </a:lnTo>
                <a:lnTo>
                  <a:pt x="4889" y="15494"/>
                </a:lnTo>
                <a:lnTo>
                  <a:pt x="4826" y="15875"/>
                </a:lnTo>
                <a:lnTo>
                  <a:pt x="4800" y="15621"/>
                </a:lnTo>
                <a:lnTo>
                  <a:pt x="4787" y="15494"/>
                </a:lnTo>
                <a:lnTo>
                  <a:pt x="4686" y="15367"/>
                </a:lnTo>
                <a:lnTo>
                  <a:pt x="4470" y="15367"/>
                </a:lnTo>
                <a:lnTo>
                  <a:pt x="4470" y="14986"/>
                </a:lnTo>
                <a:lnTo>
                  <a:pt x="5181" y="14986"/>
                </a:lnTo>
                <a:lnTo>
                  <a:pt x="4800" y="14732"/>
                </a:lnTo>
                <a:lnTo>
                  <a:pt x="5168" y="14732"/>
                </a:lnTo>
                <a:lnTo>
                  <a:pt x="4838" y="14566"/>
                </a:lnTo>
                <a:lnTo>
                  <a:pt x="4686" y="14478"/>
                </a:lnTo>
                <a:lnTo>
                  <a:pt x="4864" y="14478"/>
                </a:lnTo>
                <a:lnTo>
                  <a:pt x="5092" y="14478"/>
                </a:lnTo>
                <a:lnTo>
                  <a:pt x="5168" y="14732"/>
                </a:lnTo>
                <a:lnTo>
                  <a:pt x="5410" y="14478"/>
                </a:lnTo>
                <a:lnTo>
                  <a:pt x="5588" y="14732"/>
                </a:lnTo>
                <a:lnTo>
                  <a:pt x="5575" y="14478"/>
                </a:lnTo>
                <a:lnTo>
                  <a:pt x="5702" y="14478"/>
                </a:lnTo>
                <a:lnTo>
                  <a:pt x="5969" y="14706"/>
                </a:lnTo>
                <a:lnTo>
                  <a:pt x="6197" y="14732"/>
                </a:lnTo>
                <a:lnTo>
                  <a:pt x="6057" y="14605"/>
                </a:lnTo>
                <a:lnTo>
                  <a:pt x="6248" y="14732"/>
                </a:lnTo>
                <a:lnTo>
                  <a:pt x="6705" y="14732"/>
                </a:lnTo>
                <a:lnTo>
                  <a:pt x="6083" y="14846"/>
                </a:lnTo>
                <a:lnTo>
                  <a:pt x="5842" y="15062"/>
                </a:lnTo>
                <a:lnTo>
                  <a:pt x="6108" y="14973"/>
                </a:lnTo>
                <a:lnTo>
                  <a:pt x="6604" y="14782"/>
                </a:lnTo>
                <a:lnTo>
                  <a:pt x="6819" y="14833"/>
                </a:lnTo>
                <a:lnTo>
                  <a:pt x="7023" y="14986"/>
                </a:lnTo>
                <a:lnTo>
                  <a:pt x="7429" y="14986"/>
                </a:lnTo>
                <a:lnTo>
                  <a:pt x="7683" y="15113"/>
                </a:lnTo>
                <a:lnTo>
                  <a:pt x="7518" y="14986"/>
                </a:lnTo>
                <a:lnTo>
                  <a:pt x="25133" y="14986"/>
                </a:lnTo>
                <a:lnTo>
                  <a:pt x="24930" y="14732"/>
                </a:lnTo>
                <a:lnTo>
                  <a:pt x="26098" y="14732"/>
                </a:lnTo>
                <a:close/>
              </a:path>
              <a:path w="50164" h="40640">
                <a:moveTo>
                  <a:pt x="26187" y="18542"/>
                </a:moveTo>
                <a:lnTo>
                  <a:pt x="24345" y="18542"/>
                </a:lnTo>
                <a:lnTo>
                  <a:pt x="24371" y="18669"/>
                </a:lnTo>
                <a:lnTo>
                  <a:pt x="26085" y="18669"/>
                </a:lnTo>
                <a:lnTo>
                  <a:pt x="26187" y="18542"/>
                </a:lnTo>
                <a:close/>
              </a:path>
              <a:path w="50164" h="40640">
                <a:moveTo>
                  <a:pt x="26212" y="393"/>
                </a:moveTo>
                <a:lnTo>
                  <a:pt x="25882" y="0"/>
                </a:lnTo>
                <a:lnTo>
                  <a:pt x="24371" y="0"/>
                </a:lnTo>
                <a:lnTo>
                  <a:pt x="24650" y="254"/>
                </a:lnTo>
                <a:lnTo>
                  <a:pt x="25730" y="254"/>
                </a:lnTo>
                <a:lnTo>
                  <a:pt x="26212" y="393"/>
                </a:lnTo>
                <a:close/>
              </a:path>
              <a:path w="50164" h="40640">
                <a:moveTo>
                  <a:pt x="26314" y="19050"/>
                </a:moveTo>
                <a:lnTo>
                  <a:pt x="25768" y="19050"/>
                </a:lnTo>
                <a:lnTo>
                  <a:pt x="25755" y="19177"/>
                </a:lnTo>
                <a:lnTo>
                  <a:pt x="26314" y="19177"/>
                </a:lnTo>
                <a:lnTo>
                  <a:pt x="26314" y="19050"/>
                </a:lnTo>
                <a:close/>
              </a:path>
              <a:path w="50164" h="40640">
                <a:moveTo>
                  <a:pt x="26327" y="19431"/>
                </a:moveTo>
                <a:lnTo>
                  <a:pt x="26301" y="19304"/>
                </a:lnTo>
                <a:lnTo>
                  <a:pt x="25742" y="19304"/>
                </a:lnTo>
                <a:lnTo>
                  <a:pt x="25692" y="19812"/>
                </a:lnTo>
                <a:lnTo>
                  <a:pt x="25895" y="19812"/>
                </a:lnTo>
                <a:lnTo>
                  <a:pt x="26327" y="19431"/>
                </a:lnTo>
                <a:close/>
              </a:path>
              <a:path w="50164" h="40640">
                <a:moveTo>
                  <a:pt x="26339" y="25908"/>
                </a:moveTo>
                <a:lnTo>
                  <a:pt x="26250" y="25781"/>
                </a:lnTo>
                <a:lnTo>
                  <a:pt x="25717" y="25527"/>
                </a:lnTo>
                <a:lnTo>
                  <a:pt x="25844" y="25019"/>
                </a:lnTo>
                <a:lnTo>
                  <a:pt x="25869" y="24892"/>
                </a:lnTo>
                <a:lnTo>
                  <a:pt x="26047" y="24892"/>
                </a:lnTo>
                <a:lnTo>
                  <a:pt x="26111" y="24765"/>
                </a:lnTo>
                <a:lnTo>
                  <a:pt x="26174" y="24638"/>
                </a:lnTo>
                <a:lnTo>
                  <a:pt x="25869" y="24638"/>
                </a:lnTo>
                <a:lnTo>
                  <a:pt x="25539" y="24638"/>
                </a:lnTo>
                <a:lnTo>
                  <a:pt x="25615" y="25273"/>
                </a:lnTo>
                <a:lnTo>
                  <a:pt x="25361" y="25527"/>
                </a:lnTo>
                <a:lnTo>
                  <a:pt x="25234" y="25654"/>
                </a:lnTo>
                <a:lnTo>
                  <a:pt x="25120" y="25908"/>
                </a:lnTo>
                <a:lnTo>
                  <a:pt x="25628" y="25908"/>
                </a:lnTo>
                <a:lnTo>
                  <a:pt x="25628" y="25781"/>
                </a:lnTo>
                <a:lnTo>
                  <a:pt x="25895" y="25908"/>
                </a:lnTo>
                <a:lnTo>
                  <a:pt x="26339" y="25908"/>
                </a:lnTo>
                <a:close/>
              </a:path>
              <a:path w="50164" h="40640">
                <a:moveTo>
                  <a:pt x="26403" y="27559"/>
                </a:moveTo>
                <a:lnTo>
                  <a:pt x="26365" y="27432"/>
                </a:lnTo>
                <a:lnTo>
                  <a:pt x="25247" y="27432"/>
                </a:lnTo>
                <a:lnTo>
                  <a:pt x="25336" y="26797"/>
                </a:lnTo>
                <a:lnTo>
                  <a:pt x="25133" y="26924"/>
                </a:lnTo>
                <a:lnTo>
                  <a:pt x="25044" y="27432"/>
                </a:lnTo>
                <a:lnTo>
                  <a:pt x="24930" y="26035"/>
                </a:lnTo>
                <a:lnTo>
                  <a:pt x="24625" y="26035"/>
                </a:lnTo>
                <a:lnTo>
                  <a:pt x="24714" y="28448"/>
                </a:lnTo>
                <a:lnTo>
                  <a:pt x="24790" y="28575"/>
                </a:lnTo>
                <a:lnTo>
                  <a:pt x="25158" y="28575"/>
                </a:lnTo>
                <a:lnTo>
                  <a:pt x="25044" y="28067"/>
                </a:lnTo>
                <a:lnTo>
                  <a:pt x="24930" y="27559"/>
                </a:lnTo>
                <a:lnTo>
                  <a:pt x="25996" y="27686"/>
                </a:lnTo>
                <a:lnTo>
                  <a:pt x="26390" y="27940"/>
                </a:lnTo>
                <a:lnTo>
                  <a:pt x="26403" y="27559"/>
                </a:lnTo>
                <a:close/>
              </a:path>
              <a:path w="50164" h="40640">
                <a:moveTo>
                  <a:pt x="26403" y="14986"/>
                </a:moveTo>
                <a:lnTo>
                  <a:pt x="26238" y="14732"/>
                </a:lnTo>
                <a:lnTo>
                  <a:pt x="26098" y="14732"/>
                </a:lnTo>
                <a:lnTo>
                  <a:pt x="26403" y="14986"/>
                </a:lnTo>
                <a:close/>
              </a:path>
              <a:path w="50164" h="40640">
                <a:moveTo>
                  <a:pt x="26581" y="28575"/>
                </a:moveTo>
                <a:lnTo>
                  <a:pt x="25158" y="28575"/>
                </a:lnTo>
                <a:lnTo>
                  <a:pt x="25158" y="28829"/>
                </a:lnTo>
                <a:lnTo>
                  <a:pt x="26581" y="28829"/>
                </a:lnTo>
                <a:lnTo>
                  <a:pt x="26581" y="28575"/>
                </a:lnTo>
                <a:close/>
              </a:path>
              <a:path w="50164" h="40640">
                <a:moveTo>
                  <a:pt x="26606" y="18034"/>
                </a:moveTo>
                <a:lnTo>
                  <a:pt x="26441" y="18034"/>
                </a:lnTo>
                <a:lnTo>
                  <a:pt x="25285" y="18034"/>
                </a:lnTo>
                <a:lnTo>
                  <a:pt x="25311" y="18161"/>
                </a:lnTo>
                <a:lnTo>
                  <a:pt x="26314" y="18161"/>
                </a:lnTo>
                <a:lnTo>
                  <a:pt x="26504" y="18161"/>
                </a:lnTo>
                <a:lnTo>
                  <a:pt x="26606" y="18034"/>
                </a:lnTo>
                <a:close/>
              </a:path>
              <a:path w="50164" h="40640">
                <a:moveTo>
                  <a:pt x="26619" y="24638"/>
                </a:moveTo>
                <a:lnTo>
                  <a:pt x="26238" y="24511"/>
                </a:lnTo>
                <a:lnTo>
                  <a:pt x="26174" y="24638"/>
                </a:lnTo>
                <a:lnTo>
                  <a:pt x="26619" y="24638"/>
                </a:lnTo>
                <a:close/>
              </a:path>
              <a:path w="50164" h="40640">
                <a:moveTo>
                  <a:pt x="26695" y="15240"/>
                </a:moveTo>
                <a:lnTo>
                  <a:pt x="26403" y="14986"/>
                </a:lnTo>
                <a:lnTo>
                  <a:pt x="25603" y="14986"/>
                </a:lnTo>
                <a:lnTo>
                  <a:pt x="26060" y="15240"/>
                </a:lnTo>
                <a:lnTo>
                  <a:pt x="26695" y="15240"/>
                </a:lnTo>
                <a:close/>
              </a:path>
              <a:path w="50164" h="40640">
                <a:moveTo>
                  <a:pt x="26784" y="26797"/>
                </a:moveTo>
                <a:lnTo>
                  <a:pt x="26682" y="26416"/>
                </a:lnTo>
                <a:lnTo>
                  <a:pt x="26504" y="26162"/>
                </a:lnTo>
                <a:lnTo>
                  <a:pt x="26428" y="26035"/>
                </a:lnTo>
                <a:lnTo>
                  <a:pt x="26073" y="26035"/>
                </a:lnTo>
                <a:lnTo>
                  <a:pt x="26073" y="26162"/>
                </a:lnTo>
                <a:lnTo>
                  <a:pt x="26289" y="26162"/>
                </a:lnTo>
                <a:lnTo>
                  <a:pt x="26377" y="26301"/>
                </a:lnTo>
                <a:lnTo>
                  <a:pt x="26073" y="26162"/>
                </a:lnTo>
                <a:lnTo>
                  <a:pt x="25476" y="26162"/>
                </a:lnTo>
                <a:lnTo>
                  <a:pt x="25552" y="26035"/>
                </a:lnTo>
                <a:lnTo>
                  <a:pt x="25120" y="26035"/>
                </a:lnTo>
                <a:lnTo>
                  <a:pt x="25133" y="26670"/>
                </a:lnTo>
                <a:lnTo>
                  <a:pt x="25285" y="26797"/>
                </a:lnTo>
                <a:lnTo>
                  <a:pt x="25374" y="26416"/>
                </a:lnTo>
                <a:lnTo>
                  <a:pt x="26479" y="26416"/>
                </a:lnTo>
                <a:lnTo>
                  <a:pt x="26581" y="26543"/>
                </a:lnTo>
                <a:lnTo>
                  <a:pt x="26682" y="26670"/>
                </a:lnTo>
                <a:lnTo>
                  <a:pt x="26784" y="26797"/>
                </a:lnTo>
                <a:close/>
              </a:path>
              <a:path w="50164" h="40640">
                <a:moveTo>
                  <a:pt x="26797" y="16637"/>
                </a:moveTo>
                <a:lnTo>
                  <a:pt x="26758" y="16510"/>
                </a:lnTo>
                <a:lnTo>
                  <a:pt x="25742" y="16510"/>
                </a:lnTo>
                <a:lnTo>
                  <a:pt x="25641" y="16637"/>
                </a:lnTo>
                <a:lnTo>
                  <a:pt x="26797" y="16637"/>
                </a:lnTo>
                <a:close/>
              </a:path>
              <a:path w="50164" h="40640">
                <a:moveTo>
                  <a:pt x="26822" y="20828"/>
                </a:moveTo>
                <a:lnTo>
                  <a:pt x="26670" y="20955"/>
                </a:lnTo>
                <a:lnTo>
                  <a:pt x="26593" y="21082"/>
                </a:lnTo>
                <a:lnTo>
                  <a:pt x="26504" y="21209"/>
                </a:lnTo>
                <a:lnTo>
                  <a:pt x="26390" y="21717"/>
                </a:lnTo>
                <a:lnTo>
                  <a:pt x="26555" y="21590"/>
                </a:lnTo>
                <a:lnTo>
                  <a:pt x="26644" y="21209"/>
                </a:lnTo>
                <a:lnTo>
                  <a:pt x="26733" y="21082"/>
                </a:lnTo>
                <a:lnTo>
                  <a:pt x="26822" y="20828"/>
                </a:lnTo>
                <a:close/>
              </a:path>
              <a:path w="50164" h="40640">
                <a:moveTo>
                  <a:pt x="26860" y="24511"/>
                </a:moveTo>
                <a:lnTo>
                  <a:pt x="26479" y="24257"/>
                </a:lnTo>
                <a:lnTo>
                  <a:pt x="26073" y="24511"/>
                </a:lnTo>
                <a:lnTo>
                  <a:pt x="26238" y="24511"/>
                </a:lnTo>
                <a:lnTo>
                  <a:pt x="26860" y="24511"/>
                </a:lnTo>
                <a:close/>
              </a:path>
              <a:path w="50164" h="40640">
                <a:moveTo>
                  <a:pt x="26949" y="18161"/>
                </a:moveTo>
                <a:lnTo>
                  <a:pt x="26504" y="18161"/>
                </a:lnTo>
                <a:lnTo>
                  <a:pt x="26403" y="18288"/>
                </a:lnTo>
                <a:lnTo>
                  <a:pt x="26301" y="18415"/>
                </a:lnTo>
                <a:lnTo>
                  <a:pt x="26187" y="18542"/>
                </a:lnTo>
                <a:lnTo>
                  <a:pt x="26517" y="18542"/>
                </a:lnTo>
                <a:lnTo>
                  <a:pt x="26555" y="18415"/>
                </a:lnTo>
                <a:lnTo>
                  <a:pt x="26733" y="18415"/>
                </a:lnTo>
                <a:lnTo>
                  <a:pt x="26885" y="18288"/>
                </a:lnTo>
                <a:lnTo>
                  <a:pt x="26949" y="18161"/>
                </a:lnTo>
                <a:close/>
              </a:path>
              <a:path w="50164" h="40640">
                <a:moveTo>
                  <a:pt x="26974" y="24003"/>
                </a:moveTo>
                <a:lnTo>
                  <a:pt x="26847" y="24257"/>
                </a:lnTo>
                <a:lnTo>
                  <a:pt x="26809" y="24384"/>
                </a:lnTo>
                <a:lnTo>
                  <a:pt x="26974" y="24511"/>
                </a:lnTo>
                <a:lnTo>
                  <a:pt x="26974" y="24003"/>
                </a:lnTo>
                <a:close/>
              </a:path>
              <a:path w="50164" h="40640">
                <a:moveTo>
                  <a:pt x="27000" y="18669"/>
                </a:moveTo>
                <a:lnTo>
                  <a:pt x="26492" y="18669"/>
                </a:lnTo>
                <a:lnTo>
                  <a:pt x="26085" y="18669"/>
                </a:lnTo>
                <a:lnTo>
                  <a:pt x="25984" y="18796"/>
                </a:lnTo>
                <a:lnTo>
                  <a:pt x="25882" y="18923"/>
                </a:lnTo>
                <a:lnTo>
                  <a:pt x="26327" y="18923"/>
                </a:lnTo>
                <a:lnTo>
                  <a:pt x="26416" y="18796"/>
                </a:lnTo>
                <a:lnTo>
                  <a:pt x="26365" y="18923"/>
                </a:lnTo>
                <a:lnTo>
                  <a:pt x="26911" y="18796"/>
                </a:lnTo>
                <a:lnTo>
                  <a:pt x="27000" y="18669"/>
                </a:lnTo>
                <a:close/>
              </a:path>
              <a:path w="50164" h="40640">
                <a:moveTo>
                  <a:pt x="27038" y="17907"/>
                </a:moveTo>
                <a:lnTo>
                  <a:pt x="26708" y="17907"/>
                </a:lnTo>
                <a:lnTo>
                  <a:pt x="26606" y="18034"/>
                </a:lnTo>
                <a:lnTo>
                  <a:pt x="27000" y="18034"/>
                </a:lnTo>
                <a:lnTo>
                  <a:pt x="27038" y="17907"/>
                </a:lnTo>
                <a:close/>
              </a:path>
              <a:path w="50164" h="40640">
                <a:moveTo>
                  <a:pt x="27051" y="28575"/>
                </a:moveTo>
                <a:lnTo>
                  <a:pt x="26631" y="28575"/>
                </a:lnTo>
                <a:lnTo>
                  <a:pt x="26606" y="28829"/>
                </a:lnTo>
                <a:lnTo>
                  <a:pt x="27025" y="28829"/>
                </a:lnTo>
                <a:lnTo>
                  <a:pt x="27051" y="28575"/>
                </a:lnTo>
                <a:close/>
              </a:path>
              <a:path w="50164" h="40640">
                <a:moveTo>
                  <a:pt x="27051" y="24638"/>
                </a:moveTo>
                <a:lnTo>
                  <a:pt x="26619" y="24638"/>
                </a:lnTo>
                <a:lnTo>
                  <a:pt x="26987" y="24765"/>
                </a:lnTo>
                <a:lnTo>
                  <a:pt x="27051" y="24638"/>
                </a:lnTo>
                <a:close/>
              </a:path>
              <a:path w="50164" h="40640">
                <a:moveTo>
                  <a:pt x="27101" y="21336"/>
                </a:moveTo>
                <a:lnTo>
                  <a:pt x="26898" y="21463"/>
                </a:lnTo>
                <a:lnTo>
                  <a:pt x="26631" y="21717"/>
                </a:lnTo>
                <a:lnTo>
                  <a:pt x="26644" y="22733"/>
                </a:lnTo>
                <a:lnTo>
                  <a:pt x="26847" y="22733"/>
                </a:lnTo>
                <a:lnTo>
                  <a:pt x="26962" y="21717"/>
                </a:lnTo>
                <a:lnTo>
                  <a:pt x="27063" y="21463"/>
                </a:lnTo>
                <a:lnTo>
                  <a:pt x="27101" y="21336"/>
                </a:lnTo>
                <a:close/>
              </a:path>
              <a:path w="50164" h="40640">
                <a:moveTo>
                  <a:pt x="27101" y="762"/>
                </a:moveTo>
                <a:lnTo>
                  <a:pt x="26695" y="508"/>
                </a:lnTo>
                <a:lnTo>
                  <a:pt x="26555" y="508"/>
                </a:lnTo>
                <a:lnTo>
                  <a:pt x="27101" y="762"/>
                </a:lnTo>
                <a:close/>
              </a:path>
              <a:path w="50164" h="40640">
                <a:moveTo>
                  <a:pt x="27901" y="18796"/>
                </a:moveTo>
                <a:lnTo>
                  <a:pt x="27825" y="18669"/>
                </a:lnTo>
                <a:lnTo>
                  <a:pt x="27495" y="18542"/>
                </a:lnTo>
                <a:lnTo>
                  <a:pt x="27736" y="18542"/>
                </a:lnTo>
                <a:lnTo>
                  <a:pt x="27393" y="18516"/>
                </a:lnTo>
                <a:lnTo>
                  <a:pt x="27165" y="18415"/>
                </a:lnTo>
                <a:lnTo>
                  <a:pt x="26708" y="18440"/>
                </a:lnTo>
                <a:lnTo>
                  <a:pt x="26568" y="18542"/>
                </a:lnTo>
                <a:lnTo>
                  <a:pt x="27089" y="18542"/>
                </a:lnTo>
                <a:lnTo>
                  <a:pt x="27000" y="18669"/>
                </a:lnTo>
                <a:lnTo>
                  <a:pt x="27673" y="18669"/>
                </a:lnTo>
                <a:lnTo>
                  <a:pt x="27901" y="18796"/>
                </a:lnTo>
                <a:close/>
              </a:path>
              <a:path w="50164" h="40640">
                <a:moveTo>
                  <a:pt x="27940" y="22352"/>
                </a:moveTo>
                <a:lnTo>
                  <a:pt x="27927" y="22098"/>
                </a:lnTo>
                <a:lnTo>
                  <a:pt x="27787" y="22225"/>
                </a:lnTo>
                <a:lnTo>
                  <a:pt x="27940" y="22352"/>
                </a:lnTo>
                <a:close/>
              </a:path>
              <a:path w="50164" h="40640">
                <a:moveTo>
                  <a:pt x="27940" y="18923"/>
                </a:moveTo>
                <a:lnTo>
                  <a:pt x="26479" y="18923"/>
                </a:lnTo>
                <a:lnTo>
                  <a:pt x="26454" y="19050"/>
                </a:lnTo>
                <a:lnTo>
                  <a:pt x="27889" y="19050"/>
                </a:lnTo>
                <a:lnTo>
                  <a:pt x="27940" y="18923"/>
                </a:lnTo>
                <a:close/>
              </a:path>
              <a:path w="50164" h="40640">
                <a:moveTo>
                  <a:pt x="27965" y="13462"/>
                </a:moveTo>
                <a:lnTo>
                  <a:pt x="24841" y="13462"/>
                </a:lnTo>
                <a:lnTo>
                  <a:pt x="25069" y="13716"/>
                </a:lnTo>
                <a:lnTo>
                  <a:pt x="27901" y="13716"/>
                </a:lnTo>
                <a:lnTo>
                  <a:pt x="27965" y="13462"/>
                </a:lnTo>
                <a:close/>
              </a:path>
              <a:path w="50164" h="40640">
                <a:moveTo>
                  <a:pt x="27978" y="30607"/>
                </a:moveTo>
                <a:lnTo>
                  <a:pt x="27813" y="30480"/>
                </a:lnTo>
                <a:lnTo>
                  <a:pt x="27673" y="30607"/>
                </a:lnTo>
                <a:lnTo>
                  <a:pt x="27978" y="30607"/>
                </a:lnTo>
                <a:close/>
              </a:path>
              <a:path w="50164" h="40640">
                <a:moveTo>
                  <a:pt x="28067" y="18923"/>
                </a:moveTo>
                <a:lnTo>
                  <a:pt x="27889" y="19050"/>
                </a:lnTo>
                <a:lnTo>
                  <a:pt x="28016" y="19050"/>
                </a:lnTo>
                <a:lnTo>
                  <a:pt x="28067" y="18923"/>
                </a:lnTo>
                <a:close/>
              </a:path>
              <a:path w="50164" h="40640">
                <a:moveTo>
                  <a:pt x="28105" y="29718"/>
                </a:moveTo>
                <a:lnTo>
                  <a:pt x="27914" y="29845"/>
                </a:lnTo>
                <a:lnTo>
                  <a:pt x="27787" y="30353"/>
                </a:lnTo>
                <a:lnTo>
                  <a:pt x="27965" y="30099"/>
                </a:lnTo>
                <a:lnTo>
                  <a:pt x="28054" y="29845"/>
                </a:lnTo>
                <a:lnTo>
                  <a:pt x="28105" y="29718"/>
                </a:lnTo>
                <a:close/>
              </a:path>
              <a:path w="50164" h="40640">
                <a:moveTo>
                  <a:pt x="28130" y="14058"/>
                </a:moveTo>
                <a:lnTo>
                  <a:pt x="28092" y="13716"/>
                </a:lnTo>
                <a:lnTo>
                  <a:pt x="27901" y="13716"/>
                </a:lnTo>
                <a:lnTo>
                  <a:pt x="27838" y="13970"/>
                </a:lnTo>
                <a:lnTo>
                  <a:pt x="28028" y="13970"/>
                </a:lnTo>
                <a:close/>
              </a:path>
              <a:path w="50164" h="40640">
                <a:moveTo>
                  <a:pt x="28168" y="19304"/>
                </a:moveTo>
                <a:lnTo>
                  <a:pt x="28092" y="19177"/>
                </a:lnTo>
                <a:lnTo>
                  <a:pt x="26428" y="19177"/>
                </a:lnTo>
                <a:lnTo>
                  <a:pt x="26403" y="19304"/>
                </a:lnTo>
                <a:lnTo>
                  <a:pt x="28168" y="19304"/>
                </a:lnTo>
                <a:close/>
              </a:path>
              <a:path w="50164" h="40640">
                <a:moveTo>
                  <a:pt x="28206" y="25908"/>
                </a:moveTo>
                <a:lnTo>
                  <a:pt x="26339" y="25908"/>
                </a:lnTo>
                <a:lnTo>
                  <a:pt x="26428" y="26035"/>
                </a:lnTo>
                <a:lnTo>
                  <a:pt x="28206" y="26035"/>
                </a:lnTo>
                <a:lnTo>
                  <a:pt x="28206" y="25908"/>
                </a:lnTo>
                <a:close/>
              </a:path>
              <a:path w="50164" h="40640">
                <a:moveTo>
                  <a:pt x="28232" y="24511"/>
                </a:moveTo>
                <a:lnTo>
                  <a:pt x="27178" y="24511"/>
                </a:lnTo>
                <a:lnTo>
                  <a:pt x="27241" y="24638"/>
                </a:lnTo>
                <a:lnTo>
                  <a:pt x="28232" y="24638"/>
                </a:lnTo>
                <a:lnTo>
                  <a:pt x="28232" y="24511"/>
                </a:lnTo>
                <a:close/>
              </a:path>
              <a:path w="50164" h="40640">
                <a:moveTo>
                  <a:pt x="28232" y="18034"/>
                </a:moveTo>
                <a:lnTo>
                  <a:pt x="27000" y="18034"/>
                </a:lnTo>
                <a:lnTo>
                  <a:pt x="26949" y="18161"/>
                </a:lnTo>
                <a:lnTo>
                  <a:pt x="28155" y="18161"/>
                </a:lnTo>
                <a:lnTo>
                  <a:pt x="28232" y="18034"/>
                </a:lnTo>
                <a:close/>
              </a:path>
              <a:path w="50164" h="40640">
                <a:moveTo>
                  <a:pt x="28282" y="11099"/>
                </a:moveTo>
                <a:close/>
              </a:path>
              <a:path w="50164" h="40640">
                <a:moveTo>
                  <a:pt x="28308" y="28575"/>
                </a:moveTo>
                <a:lnTo>
                  <a:pt x="27114" y="28575"/>
                </a:lnTo>
                <a:lnTo>
                  <a:pt x="27063" y="28829"/>
                </a:lnTo>
                <a:lnTo>
                  <a:pt x="28257" y="28829"/>
                </a:lnTo>
                <a:lnTo>
                  <a:pt x="28308" y="28575"/>
                </a:lnTo>
                <a:close/>
              </a:path>
              <a:path w="50164" h="40640">
                <a:moveTo>
                  <a:pt x="28321" y="10693"/>
                </a:moveTo>
                <a:lnTo>
                  <a:pt x="28067" y="10731"/>
                </a:lnTo>
                <a:lnTo>
                  <a:pt x="28219" y="10756"/>
                </a:lnTo>
                <a:close/>
              </a:path>
              <a:path w="50164" h="40640">
                <a:moveTo>
                  <a:pt x="28346" y="19812"/>
                </a:moveTo>
                <a:lnTo>
                  <a:pt x="25895" y="19812"/>
                </a:lnTo>
                <a:lnTo>
                  <a:pt x="25882" y="20066"/>
                </a:lnTo>
                <a:lnTo>
                  <a:pt x="28346" y="20066"/>
                </a:lnTo>
                <a:lnTo>
                  <a:pt x="28346" y="19812"/>
                </a:lnTo>
                <a:close/>
              </a:path>
              <a:path w="50164" h="40640">
                <a:moveTo>
                  <a:pt x="28346" y="16510"/>
                </a:moveTo>
                <a:close/>
              </a:path>
              <a:path w="50164" h="40640">
                <a:moveTo>
                  <a:pt x="28359" y="26035"/>
                </a:moveTo>
                <a:lnTo>
                  <a:pt x="28206" y="26035"/>
                </a:lnTo>
                <a:lnTo>
                  <a:pt x="28206" y="26416"/>
                </a:lnTo>
                <a:lnTo>
                  <a:pt x="28346" y="26162"/>
                </a:lnTo>
                <a:lnTo>
                  <a:pt x="28359" y="26035"/>
                </a:lnTo>
                <a:close/>
              </a:path>
              <a:path w="50164" h="40640">
                <a:moveTo>
                  <a:pt x="28384" y="28829"/>
                </a:moveTo>
                <a:lnTo>
                  <a:pt x="28257" y="28829"/>
                </a:lnTo>
                <a:lnTo>
                  <a:pt x="28232" y="28956"/>
                </a:lnTo>
                <a:lnTo>
                  <a:pt x="28384" y="28829"/>
                </a:lnTo>
                <a:close/>
              </a:path>
              <a:path w="50164" h="40640">
                <a:moveTo>
                  <a:pt x="28422" y="15240"/>
                </a:moveTo>
                <a:lnTo>
                  <a:pt x="28232" y="15240"/>
                </a:lnTo>
                <a:lnTo>
                  <a:pt x="28282" y="15367"/>
                </a:lnTo>
                <a:lnTo>
                  <a:pt x="28371" y="15494"/>
                </a:lnTo>
                <a:lnTo>
                  <a:pt x="28422" y="15240"/>
                </a:lnTo>
                <a:close/>
              </a:path>
              <a:path w="50164" h="40640">
                <a:moveTo>
                  <a:pt x="28460" y="28448"/>
                </a:moveTo>
                <a:lnTo>
                  <a:pt x="28308" y="28575"/>
                </a:lnTo>
                <a:lnTo>
                  <a:pt x="28435" y="28575"/>
                </a:lnTo>
                <a:lnTo>
                  <a:pt x="28460" y="28448"/>
                </a:lnTo>
                <a:close/>
              </a:path>
              <a:path w="50164" h="40640">
                <a:moveTo>
                  <a:pt x="28498" y="16510"/>
                </a:moveTo>
                <a:lnTo>
                  <a:pt x="28346" y="16510"/>
                </a:lnTo>
                <a:lnTo>
                  <a:pt x="28308" y="16637"/>
                </a:lnTo>
                <a:lnTo>
                  <a:pt x="28498" y="16510"/>
                </a:lnTo>
                <a:close/>
              </a:path>
              <a:path w="50164" h="40640">
                <a:moveTo>
                  <a:pt x="28587" y="18796"/>
                </a:moveTo>
                <a:lnTo>
                  <a:pt x="28397" y="18669"/>
                </a:lnTo>
                <a:lnTo>
                  <a:pt x="27990" y="18796"/>
                </a:lnTo>
                <a:lnTo>
                  <a:pt x="28587" y="18796"/>
                </a:lnTo>
                <a:close/>
              </a:path>
              <a:path w="50164" h="40640">
                <a:moveTo>
                  <a:pt x="28651" y="25908"/>
                </a:moveTo>
                <a:lnTo>
                  <a:pt x="28346" y="25908"/>
                </a:lnTo>
                <a:lnTo>
                  <a:pt x="28359" y="26035"/>
                </a:lnTo>
                <a:lnTo>
                  <a:pt x="28638" y="26035"/>
                </a:lnTo>
                <a:lnTo>
                  <a:pt x="28651" y="25908"/>
                </a:lnTo>
                <a:close/>
              </a:path>
              <a:path w="50164" h="40640">
                <a:moveTo>
                  <a:pt x="28803" y="15240"/>
                </a:moveTo>
                <a:lnTo>
                  <a:pt x="28651" y="14986"/>
                </a:lnTo>
                <a:lnTo>
                  <a:pt x="28536" y="15240"/>
                </a:lnTo>
                <a:lnTo>
                  <a:pt x="28803" y="15240"/>
                </a:lnTo>
                <a:close/>
              </a:path>
              <a:path w="50164" h="40640">
                <a:moveTo>
                  <a:pt x="28994" y="24511"/>
                </a:moveTo>
                <a:lnTo>
                  <a:pt x="28282" y="24511"/>
                </a:lnTo>
                <a:lnTo>
                  <a:pt x="28270" y="24638"/>
                </a:lnTo>
                <a:lnTo>
                  <a:pt x="28956" y="24638"/>
                </a:lnTo>
                <a:lnTo>
                  <a:pt x="28994" y="24511"/>
                </a:lnTo>
                <a:close/>
              </a:path>
              <a:path w="50164" h="40640">
                <a:moveTo>
                  <a:pt x="29095" y="18542"/>
                </a:moveTo>
                <a:lnTo>
                  <a:pt x="28994" y="18415"/>
                </a:lnTo>
                <a:lnTo>
                  <a:pt x="28879" y="18288"/>
                </a:lnTo>
                <a:lnTo>
                  <a:pt x="28384" y="18288"/>
                </a:lnTo>
                <a:lnTo>
                  <a:pt x="28308" y="18161"/>
                </a:lnTo>
                <a:lnTo>
                  <a:pt x="28155" y="18161"/>
                </a:lnTo>
                <a:lnTo>
                  <a:pt x="28067" y="18288"/>
                </a:lnTo>
                <a:lnTo>
                  <a:pt x="27990" y="18415"/>
                </a:lnTo>
                <a:lnTo>
                  <a:pt x="27901" y="18542"/>
                </a:lnTo>
                <a:lnTo>
                  <a:pt x="29095" y="18542"/>
                </a:lnTo>
                <a:close/>
              </a:path>
              <a:path w="50164" h="40640">
                <a:moveTo>
                  <a:pt x="29222" y="18796"/>
                </a:moveTo>
                <a:lnTo>
                  <a:pt x="28587" y="18796"/>
                </a:lnTo>
                <a:lnTo>
                  <a:pt x="28778" y="18923"/>
                </a:lnTo>
                <a:lnTo>
                  <a:pt x="29222" y="18796"/>
                </a:lnTo>
                <a:close/>
              </a:path>
              <a:path w="50164" h="40640">
                <a:moveTo>
                  <a:pt x="29286" y="24638"/>
                </a:moveTo>
                <a:lnTo>
                  <a:pt x="29235" y="24511"/>
                </a:lnTo>
                <a:lnTo>
                  <a:pt x="29006" y="24511"/>
                </a:lnTo>
                <a:lnTo>
                  <a:pt x="28994" y="24638"/>
                </a:lnTo>
                <a:lnTo>
                  <a:pt x="29286" y="24638"/>
                </a:lnTo>
                <a:close/>
              </a:path>
              <a:path w="50164" h="40640">
                <a:moveTo>
                  <a:pt x="29616" y="24638"/>
                </a:moveTo>
                <a:lnTo>
                  <a:pt x="29400" y="24511"/>
                </a:lnTo>
                <a:lnTo>
                  <a:pt x="29375" y="24638"/>
                </a:lnTo>
                <a:lnTo>
                  <a:pt x="29616" y="24638"/>
                </a:lnTo>
                <a:close/>
              </a:path>
              <a:path w="50164" h="40640">
                <a:moveTo>
                  <a:pt x="29629" y="14986"/>
                </a:moveTo>
                <a:lnTo>
                  <a:pt x="29451" y="14732"/>
                </a:lnTo>
                <a:lnTo>
                  <a:pt x="28257" y="14732"/>
                </a:lnTo>
                <a:lnTo>
                  <a:pt x="28321" y="14478"/>
                </a:lnTo>
                <a:lnTo>
                  <a:pt x="28689" y="14478"/>
                </a:lnTo>
                <a:lnTo>
                  <a:pt x="28689" y="14224"/>
                </a:lnTo>
                <a:lnTo>
                  <a:pt x="28346" y="14224"/>
                </a:lnTo>
                <a:lnTo>
                  <a:pt x="28155" y="14224"/>
                </a:lnTo>
                <a:lnTo>
                  <a:pt x="28105" y="14478"/>
                </a:lnTo>
                <a:lnTo>
                  <a:pt x="27927" y="14478"/>
                </a:lnTo>
                <a:lnTo>
                  <a:pt x="28041" y="14732"/>
                </a:lnTo>
                <a:lnTo>
                  <a:pt x="28282" y="14986"/>
                </a:lnTo>
                <a:lnTo>
                  <a:pt x="28651" y="14986"/>
                </a:lnTo>
                <a:lnTo>
                  <a:pt x="29629" y="14986"/>
                </a:lnTo>
                <a:close/>
              </a:path>
              <a:path w="50164" h="40640">
                <a:moveTo>
                  <a:pt x="29641" y="13462"/>
                </a:moveTo>
                <a:lnTo>
                  <a:pt x="29438" y="13208"/>
                </a:lnTo>
                <a:lnTo>
                  <a:pt x="29413" y="13462"/>
                </a:lnTo>
                <a:lnTo>
                  <a:pt x="29641" y="13462"/>
                </a:lnTo>
                <a:close/>
              </a:path>
              <a:path w="50164" h="40640">
                <a:moveTo>
                  <a:pt x="29692" y="10668"/>
                </a:moveTo>
                <a:lnTo>
                  <a:pt x="29489" y="10668"/>
                </a:lnTo>
                <a:lnTo>
                  <a:pt x="29337" y="11277"/>
                </a:lnTo>
                <a:lnTo>
                  <a:pt x="29489" y="11277"/>
                </a:lnTo>
                <a:lnTo>
                  <a:pt x="29692" y="10668"/>
                </a:lnTo>
                <a:close/>
              </a:path>
              <a:path w="50164" h="40640">
                <a:moveTo>
                  <a:pt x="29883" y="14986"/>
                </a:moveTo>
                <a:lnTo>
                  <a:pt x="29667" y="14986"/>
                </a:lnTo>
                <a:lnTo>
                  <a:pt x="29883" y="14986"/>
                </a:lnTo>
                <a:close/>
              </a:path>
              <a:path w="50164" h="40640">
                <a:moveTo>
                  <a:pt x="29984" y="14478"/>
                </a:moveTo>
                <a:lnTo>
                  <a:pt x="29273" y="14478"/>
                </a:lnTo>
                <a:lnTo>
                  <a:pt x="29451" y="14732"/>
                </a:lnTo>
                <a:lnTo>
                  <a:pt x="29984" y="14732"/>
                </a:lnTo>
                <a:lnTo>
                  <a:pt x="29984" y="14478"/>
                </a:lnTo>
                <a:close/>
              </a:path>
              <a:path w="50164" h="40640">
                <a:moveTo>
                  <a:pt x="30099" y="19812"/>
                </a:moveTo>
                <a:lnTo>
                  <a:pt x="28752" y="19812"/>
                </a:lnTo>
                <a:lnTo>
                  <a:pt x="28346" y="20066"/>
                </a:lnTo>
                <a:lnTo>
                  <a:pt x="29959" y="20066"/>
                </a:lnTo>
                <a:lnTo>
                  <a:pt x="30099" y="19812"/>
                </a:lnTo>
                <a:close/>
              </a:path>
              <a:path w="50164" h="40640">
                <a:moveTo>
                  <a:pt x="30251" y="14732"/>
                </a:moveTo>
                <a:lnTo>
                  <a:pt x="29984" y="14732"/>
                </a:lnTo>
                <a:lnTo>
                  <a:pt x="29972" y="14986"/>
                </a:lnTo>
                <a:lnTo>
                  <a:pt x="30162" y="14986"/>
                </a:lnTo>
                <a:lnTo>
                  <a:pt x="30251" y="14732"/>
                </a:lnTo>
                <a:close/>
              </a:path>
              <a:path w="50164" h="40640">
                <a:moveTo>
                  <a:pt x="30289" y="14986"/>
                </a:moveTo>
                <a:lnTo>
                  <a:pt x="30162" y="14986"/>
                </a:lnTo>
                <a:lnTo>
                  <a:pt x="30060" y="15240"/>
                </a:lnTo>
                <a:lnTo>
                  <a:pt x="30289" y="14986"/>
                </a:lnTo>
                <a:close/>
              </a:path>
              <a:path w="50164" h="40640">
                <a:moveTo>
                  <a:pt x="30314" y="13716"/>
                </a:moveTo>
                <a:lnTo>
                  <a:pt x="30289" y="13462"/>
                </a:lnTo>
                <a:lnTo>
                  <a:pt x="29641" y="13462"/>
                </a:lnTo>
                <a:lnTo>
                  <a:pt x="29476" y="13716"/>
                </a:lnTo>
                <a:lnTo>
                  <a:pt x="29121" y="13462"/>
                </a:lnTo>
                <a:lnTo>
                  <a:pt x="27965" y="13462"/>
                </a:lnTo>
                <a:lnTo>
                  <a:pt x="28092" y="13716"/>
                </a:lnTo>
                <a:lnTo>
                  <a:pt x="29235" y="13716"/>
                </a:lnTo>
                <a:lnTo>
                  <a:pt x="29171" y="14224"/>
                </a:lnTo>
                <a:lnTo>
                  <a:pt x="29006" y="14478"/>
                </a:lnTo>
                <a:lnTo>
                  <a:pt x="29311" y="14224"/>
                </a:lnTo>
                <a:lnTo>
                  <a:pt x="29552" y="13970"/>
                </a:lnTo>
                <a:lnTo>
                  <a:pt x="29679" y="13970"/>
                </a:lnTo>
                <a:lnTo>
                  <a:pt x="29870" y="14224"/>
                </a:lnTo>
                <a:lnTo>
                  <a:pt x="29895" y="13970"/>
                </a:lnTo>
                <a:lnTo>
                  <a:pt x="30022" y="13970"/>
                </a:lnTo>
                <a:lnTo>
                  <a:pt x="29718" y="13716"/>
                </a:lnTo>
                <a:lnTo>
                  <a:pt x="30314" y="13716"/>
                </a:lnTo>
                <a:close/>
              </a:path>
              <a:path w="50164" h="40640">
                <a:moveTo>
                  <a:pt x="30429" y="18796"/>
                </a:moveTo>
                <a:lnTo>
                  <a:pt x="30289" y="18796"/>
                </a:lnTo>
                <a:lnTo>
                  <a:pt x="30429" y="18923"/>
                </a:lnTo>
                <a:lnTo>
                  <a:pt x="30429" y="18796"/>
                </a:lnTo>
                <a:close/>
              </a:path>
              <a:path w="50164" h="40640">
                <a:moveTo>
                  <a:pt x="30454" y="14478"/>
                </a:moveTo>
                <a:lnTo>
                  <a:pt x="30289" y="14224"/>
                </a:lnTo>
                <a:lnTo>
                  <a:pt x="29984" y="13970"/>
                </a:lnTo>
                <a:lnTo>
                  <a:pt x="29870" y="14224"/>
                </a:lnTo>
                <a:lnTo>
                  <a:pt x="30060" y="14478"/>
                </a:lnTo>
                <a:lnTo>
                  <a:pt x="30454" y="14478"/>
                </a:lnTo>
                <a:close/>
              </a:path>
              <a:path w="50164" h="40640">
                <a:moveTo>
                  <a:pt x="30670" y="19304"/>
                </a:moveTo>
                <a:lnTo>
                  <a:pt x="30632" y="19177"/>
                </a:lnTo>
                <a:lnTo>
                  <a:pt x="28130" y="19177"/>
                </a:lnTo>
                <a:lnTo>
                  <a:pt x="28168" y="19304"/>
                </a:lnTo>
                <a:lnTo>
                  <a:pt x="28219" y="19431"/>
                </a:lnTo>
                <a:lnTo>
                  <a:pt x="28333" y="19304"/>
                </a:lnTo>
                <a:lnTo>
                  <a:pt x="30670" y="19304"/>
                </a:lnTo>
                <a:close/>
              </a:path>
              <a:path w="50164" h="40640">
                <a:moveTo>
                  <a:pt x="30683" y="12700"/>
                </a:moveTo>
                <a:lnTo>
                  <a:pt x="30670" y="12446"/>
                </a:lnTo>
                <a:lnTo>
                  <a:pt x="30048" y="12446"/>
                </a:lnTo>
                <a:lnTo>
                  <a:pt x="29121" y="12446"/>
                </a:lnTo>
                <a:lnTo>
                  <a:pt x="29311" y="11849"/>
                </a:lnTo>
                <a:lnTo>
                  <a:pt x="29171" y="11849"/>
                </a:lnTo>
                <a:lnTo>
                  <a:pt x="28968" y="12446"/>
                </a:lnTo>
                <a:lnTo>
                  <a:pt x="27279" y="12446"/>
                </a:lnTo>
                <a:lnTo>
                  <a:pt x="27597" y="12204"/>
                </a:lnTo>
                <a:lnTo>
                  <a:pt x="27470" y="12179"/>
                </a:lnTo>
                <a:lnTo>
                  <a:pt x="27571" y="12039"/>
                </a:lnTo>
                <a:lnTo>
                  <a:pt x="27343" y="12103"/>
                </a:lnTo>
                <a:lnTo>
                  <a:pt x="27152" y="12306"/>
                </a:lnTo>
                <a:lnTo>
                  <a:pt x="27190" y="12446"/>
                </a:lnTo>
                <a:lnTo>
                  <a:pt x="25374" y="12446"/>
                </a:lnTo>
                <a:lnTo>
                  <a:pt x="23964" y="12446"/>
                </a:lnTo>
                <a:lnTo>
                  <a:pt x="23799" y="12700"/>
                </a:lnTo>
                <a:lnTo>
                  <a:pt x="28613" y="12700"/>
                </a:lnTo>
                <a:lnTo>
                  <a:pt x="28727" y="13195"/>
                </a:lnTo>
                <a:lnTo>
                  <a:pt x="29171" y="13195"/>
                </a:lnTo>
                <a:lnTo>
                  <a:pt x="29133" y="12700"/>
                </a:lnTo>
                <a:lnTo>
                  <a:pt x="29552" y="12700"/>
                </a:lnTo>
                <a:lnTo>
                  <a:pt x="29438" y="13208"/>
                </a:lnTo>
                <a:lnTo>
                  <a:pt x="29603" y="12954"/>
                </a:lnTo>
                <a:lnTo>
                  <a:pt x="29692" y="12700"/>
                </a:lnTo>
                <a:lnTo>
                  <a:pt x="29997" y="12954"/>
                </a:lnTo>
                <a:lnTo>
                  <a:pt x="30251" y="13208"/>
                </a:lnTo>
                <a:lnTo>
                  <a:pt x="30289" y="12954"/>
                </a:lnTo>
                <a:lnTo>
                  <a:pt x="29870" y="12700"/>
                </a:lnTo>
                <a:lnTo>
                  <a:pt x="30683" y="12700"/>
                </a:lnTo>
                <a:close/>
              </a:path>
              <a:path w="50164" h="40640">
                <a:moveTo>
                  <a:pt x="30695" y="11557"/>
                </a:moveTo>
                <a:lnTo>
                  <a:pt x="30543" y="11811"/>
                </a:lnTo>
                <a:lnTo>
                  <a:pt x="30213" y="11811"/>
                </a:lnTo>
                <a:lnTo>
                  <a:pt x="30022" y="12192"/>
                </a:lnTo>
                <a:lnTo>
                  <a:pt x="30416" y="12192"/>
                </a:lnTo>
                <a:lnTo>
                  <a:pt x="30670" y="12446"/>
                </a:lnTo>
                <a:lnTo>
                  <a:pt x="30695" y="11557"/>
                </a:lnTo>
                <a:close/>
              </a:path>
              <a:path w="50164" h="40640">
                <a:moveTo>
                  <a:pt x="30721" y="13716"/>
                </a:moveTo>
                <a:lnTo>
                  <a:pt x="30708" y="13462"/>
                </a:lnTo>
                <a:lnTo>
                  <a:pt x="30327" y="13462"/>
                </a:lnTo>
                <a:lnTo>
                  <a:pt x="30340" y="13716"/>
                </a:lnTo>
                <a:lnTo>
                  <a:pt x="30721" y="13716"/>
                </a:lnTo>
                <a:close/>
              </a:path>
              <a:path w="50164" h="40640">
                <a:moveTo>
                  <a:pt x="30759" y="14478"/>
                </a:moveTo>
                <a:lnTo>
                  <a:pt x="30289" y="14986"/>
                </a:lnTo>
                <a:lnTo>
                  <a:pt x="30683" y="14986"/>
                </a:lnTo>
                <a:lnTo>
                  <a:pt x="30759" y="14478"/>
                </a:lnTo>
                <a:close/>
              </a:path>
              <a:path w="50164" h="40640">
                <a:moveTo>
                  <a:pt x="30797" y="18542"/>
                </a:moveTo>
                <a:lnTo>
                  <a:pt x="29781" y="18542"/>
                </a:lnTo>
                <a:lnTo>
                  <a:pt x="29654" y="18542"/>
                </a:lnTo>
                <a:lnTo>
                  <a:pt x="29679" y="18669"/>
                </a:lnTo>
                <a:lnTo>
                  <a:pt x="29781" y="18796"/>
                </a:lnTo>
                <a:lnTo>
                  <a:pt x="29222" y="18796"/>
                </a:lnTo>
                <a:lnTo>
                  <a:pt x="29933" y="18923"/>
                </a:lnTo>
                <a:lnTo>
                  <a:pt x="29806" y="18796"/>
                </a:lnTo>
                <a:lnTo>
                  <a:pt x="30289" y="18796"/>
                </a:lnTo>
                <a:lnTo>
                  <a:pt x="29832" y="18669"/>
                </a:lnTo>
                <a:lnTo>
                  <a:pt x="30162" y="18669"/>
                </a:lnTo>
                <a:lnTo>
                  <a:pt x="30708" y="18669"/>
                </a:lnTo>
                <a:lnTo>
                  <a:pt x="30797" y="18542"/>
                </a:lnTo>
                <a:close/>
              </a:path>
              <a:path w="50164" h="40640">
                <a:moveTo>
                  <a:pt x="30911" y="14478"/>
                </a:moveTo>
                <a:lnTo>
                  <a:pt x="30873" y="13716"/>
                </a:lnTo>
                <a:lnTo>
                  <a:pt x="30721" y="13716"/>
                </a:lnTo>
                <a:lnTo>
                  <a:pt x="30734" y="14478"/>
                </a:lnTo>
                <a:lnTo>
                  <a:pt x="30911" y="14478"/>
                </a:lnTo>
                <a:close/>
              </a:path>
              <a:path w="50164" h="40640">
                <a:moveTo>
                  <a:pt x="31013" y="24257"/>
                </a:moveTo>
                <a:lnTo>
                  <a:pt x="30607" y="24003"/>
                </a:lnTo>
                <a:lnTo>
                  <a:pt x="30505" y="24257"/>
                </a:lnTo>
                <a:lnTo>
                  <a:pt x="31013" y="24257"/>
                </a:lnTo>
                <a:close/>
              </a:path>
              <a:path w="50164" h="40640">
                <a:moveTo>
                  <a:pt x="31051" y="2006"/>
                </a:moveTo>
                <a:lnTo>
                  <a:pt x="30619" y="2006"/>
                </a:lnTo>
                <a:lnTo>
                  <a:pt x="31026" y="2451"/>
                </a:lnTo>
                <a:lnTo>
                  <a:pt x="31051" y="2006"/>
                </a:lnTo>
                <a:close/>
              </a:path>
              <a:path w="50164" h="40640">
                <a:moveTo>
                  <a:pt x="31076" y="18542"/>
                </a:moveTo>
                <a:lnTo>
                  <a:pt x="31038" y="18415"/>
                </a:lnTo>
                <a:lnTo>
                  <a:pt x="30873" y="18415"/>
                </a:lnTo>
                <a:lnTo>
                  <a:pt x="30797" y="18542"/>
                </a:lnTo>
                <a:lnTo>
                  <a:pt x="31076" y="18542"/>
                </a:lnTo>
                <a:close/>
              </a:path>
              <a:path w="50164" h="40640">
                <a:moveTo>
                  <a:pt x="31140" y="21336"/>
                </a:moveTo>
                <a:lnTo>
                  <a:pt x="30708" y="21209"/>
                </a:lnTo>
                <a:lnTo>
                  <a:pt x="30657" y="20066"/>
                </a:lnTo>
                <a:lnTo>
                  <a:pt x="29959" y="20066"/>
                </a:lnTo>
                <a:lnTo>
                  <a:pt x="30022" y="20828"/>
                </a:lnTo>
                <a:lnTo>
                  <a:pt x="30086" y="21336"/>
                </a:lnTo>
                <a:lnTo>
                  <a:pt x="29946" y="21209"/>
                </a:lnTo>
                <a:lnTo>
                  <a:pt x="29819" y="21463"/>
                </a:lnTo>
                <a:lnTo>
                  <a:pt x="29756" y="21590"/>
                </a:lnTo>
                <a:lnTo>
                  <a:pt x="29692" y="21717"/>
                </a:lnTo>
                <a:lnTo>
                  <a:pt x="30543" y="21717"/>
                </a:lnTo>
                <a:lnTo>
                  <a:pt x="30556" y="21336"/>
                </a:lnTo>
                <a:lnTo>
                  <a:pt x="31140" y="21336"/>
                </a:lnTo>
                <a:close/>
              </a:path>
              <a:path w="50164" h="40640">
                <a:moveTo>
                  <a:pt x="31165" y="18923"/>
                </a:moveTo>
                <a:lnTo>
                  <a:pt x="31140" y="18796"/>
                </a:lnTo>
                <a:lnTo>
                  <a:pt x="30492" y="18796"/>
                </a:lnTo>
                <a:lnTo>
                  <a:pt x="30543" y="18923"/>
                </a:lnTo>
                <a:lnTo>
                  <a:pt x="29933" y="18923"/>
                </a:lnTo>
                <a:lnTo>
                  <a:pt x="28778" y="18923"/>
                </a:lnTo>
                <a:lnTo>
                  <a:pt x="28067" y="18923"/>
                </a:lnTo>
                <a:lnTo>
                  <a:pt x="28105" y="19050"/>
                </a:lnTo>
                <a:lnTo>
                  <a:pt x="30594" y="19050"/>
                </a:lnTo>
                <a:lnTo>
                  <a:pt x="30721" y="18923"/>
                </a:lnTo>
                <a:lnTo>
                  <a:pt x="31165" y="18923"/>
                </a:lnTo>
                <a:close/>
              </a:path>
              <a:path w="50164" h="40640">
                <a:moveTo>
                  <a:pt x="31191" y="19050"/>
                </a:moveTo>
                <a:lnTo>
                  <a:pt x="30594" y="19050"/>
                </a:lnTo>
                <a:lnTo>
                  <a:pt x="30632" y="19177"/>
                </a:lnTo>
                <a:lnTo>
                  <a:pt x="31178" y="19177"/>
                </a:lnTo>
                <a:lnTo>
                  <a:pt x="31191" y="19050"/>
                </a:lnTo>
                <a:close/>
              </a:path>
              <a:path w="50164" h="40640">
                <a:moveTo>
                  <a:pt x="31356" y="23241"/>
                </a:moveTo>
                <a:lnTo>
                  <a:pt x="30492" y="22987"/>
                </a:lnTo>
                <a:lnTo>
                  <a:pt x="30886" y="22987"/>
                </a:lnTo>
                <a:lnTo>
                  <a:pt x="30848" y="22860"/>
                </a:lnTo>
                <a:lnTo>
                  <a:pt x="30810" y="22733"/>
                </a:lnTo>
                <a:lnTo>
                  <a:pt x="30518" y="22479"/>
                </a:lnTo>
                <a:lnTo>
                  <a:pt x="30530" y="22352"/>
                </a:lnTo>
                <a:lnTo>
                  <a:pt x="30530" y="22225"/>
                </a:lnTo>
                <a:lnTo>
                  <a:pt x="29743" y="22225"/>
                </a:lnTo>
                <a:lnTo>
                  <a:pt x="29679" y="22098"/>
                </a:lnTo>
                <a:lnTo>
                  <a:pt x="30530" y="22098"/>
                </a:lnTo>
                <a:lnTo>
                  <a:pt x="30543" y="21844"/>
                </a:lnTo>
                <a:lnTo>
                  <a:pt x="29857" y="21844"/>
                </a:lnTo>
                <a:lnTo>
                  <a:pt x="29654" y="21717"/>
                </a:lnTo>
                <a:lnTo>
                  <a:pt x="29730" y="21463"/>
                </a:lnTo>
                <a:lnTo>
                  <a:pt x="29578" y="21590"/>
                </a:lnTo>
                <a:lnTo>
                  <a:pt x="29552" y="22352"/>
                </a:lnTo>
                <a:lnTo>
                  <a:pt x="29273" y="22606"/>
                </a:lnTo>
                <a:lnTo>
                  <a:pt x="29273" y="22860"/>
                </a:lnTo>
                <a:lnTo>
                  <a:pt x="29210" y="22606"/>
                </a:lnTo>
                <a:lnTo>
                  <a:pt x="29070" y="22606"/>
                </a:lnTo>
                <a:lnTo>
                  <a:pt x="29184" y="22225"/>
                </a:lnTo>
                <a:lnTo>
                  <a:pt x="28917" y="21971"/>
                </a:lnTo>
                <a:lnTo>
                  <a:pt x="28867" y="21590"/>
                </a:lnTo>
                <a:lnTo>
                  <a:pt x="28359" y="21590"/>
                </a:lnTo>
                <a:lnTo>
                  <a:pt x="28295" y="21463"/>
                </a:lnTo>
                <a:lnTo>
                  <a:pt x="28232" y="21336"/>
                </a:lnTo>
                <a:lnTo>
                  <a:pt x="28155" y="21209"/>
                </a:lnTo>
                <a:lnTo>
                  <a:pt x="27914" y="21209"/>
                </a:lnTo>
                <a:lnTo>
                  <a:pt x="27774" y="21082"/>
                </a:lnTo>
                <a:lnTo>
                  <a:pt x="27673" y="20955"/>
                </a:lnTo>
                <a:lnTo>
                  <a:pt x="27571" y="20828"/>
                </a:lnTo>
                <a:lnTo>
                  <a:pt x="27038" y="21336"/>
                </a:lnTo>
                <a:lnTo>
                  <a:pt x="27876" y="21221"/>
                </a:lnTo>
                <a:lnTo>
                  <a:pt x="28092" y="22352"/>
                </a:lnTo>
                <a:lnTo>
                  <a:pt x="27940" y="22352"/>
                </a:lnTo>
                <a:lnTo>
                  <a:pt x="27838" y="22479"/>
                </a:lnTo>
                <a:lnTo>
                  <a:pt x="27736" y="22606"/>
                </a:lnTo>
                <a:lnTo>
                  <a:pt x="27584" y="22555"/>
                </a:lnTo>
                <a:lnTo>
                  <a:pt x="27584" y="22987"/>
                </a:lnTo>
                <a:lnTo>
                  <a:pt x="27457" y="23114"/>
                </a:lnTo>
                <a:lnTo>
                  <a:pt x="27051" y="22987"/>
                </a:lnTo>
                <a:lnTo>
                  <a:pt x="27584" y="22987"/>
                </a:lnTo>
                <a:lnTo>
                  <a:pt x="27584" y="22555"/>
                </a:lnTo>
                <a:lnTo>
                  <a:pt x="27406" y="22479"/>
                </a:lnTo>
                <a:lnTo>
                  <a:pt x="27051" y="22606"/>
                </a:lnTo>
                <a:lnTo>
                  <a:pt x="27279" y="22733"/>
                </a:lnTo>
                <a:lnTo>
                  <a:pt x="26847" y="22733"/>
                </a:lnTo>
                <a:lnTo>
                  <a:pt x="26860" y="22860"/>
                </a:lnTo>
                <a:lnTo>
                  <a:pt x="26543" y="22860"/>
                </a:lnTo>
                <a:lnTo>
                  <a:pt x="26466" y="22733"/>
                </a:lnTo>
                <a:lnTo>
                  <a:pt x="26390" y="22606"/>
                </a:lnTo>
                <a:lnTo>
                  <a:pt x="26428" y="21844"/>
                </a:lnTo>
                <a:lnTo>
                  <a:pt x="26327" y="21971"/>
                </a:lnTo>
                <a:lnTo>
                  <a:pt x="26276" y="22098"/>
                </a:lnTo>
                <a:lnTo>
                  <a:pt x="26174" y="22352"/>
                </a:lnTo>
                <a:lnTo>
                  <a:pt x="26060" y="22606"/>
                </a:lnTo>
                <a:lnTo>
                  <a:pt x="25933" y="22479"/>
                </a:lnTo>
                <a:lnTo>
                  <a:pt x="25692" y="22606"/>
                </a:lnTo>
                <a:lnTo>
                  <a:pt x="25704" y="22225"/>
                </a:lnTo>
                <a:lnTo>
                  <a:pt x="25717" y="21844"/>
                </a:lnTo>
                <a:lnTo>
                  <a:pt x="25590" y="21971"/>
                </a:lnTo>
                <a:lnTo>
                  <a:pt x="25565" y="22225"/>
                </a:lnTo>
                <a:lnTo>
                  <a:pt x="25565" y="21971"/>
                </a:lnTo>
                <a:lnTo>
                  <a:pt x="25450" y="22098"/>
                </a:lnTo>
                <a:lnTo>
                  <a:pt x="25400" y="22606"/>
                </a:lnTo>
                <a:lnTo>
                  <a:pt x="25273" y="23368"/>
                </a:lnTo>
                <a:lnTo>
                  <a:pt x="25158" y="23622"/>
                </a:lnTo>
                <a:lnTo>
                  <a:pt x="25057" y="23749"/>
                </a:lnTo>
                <a:lnTo>
                  <a:pt x="25349" y="23749"/>
                </a:lnTo>
                <a:lnTo>
                  <a:pt x="25425" y="23495"/>
                </a:lnTo>
                <a:lnTo>
                  <a:pt x="25958" y="22987"/>
                </a:lnTo>
                <a:lnTo>
                  <a:pt x="26555" y="22987"/>
                </a:lnTo>
                <a:lnTo>
                  <a:pt x="27101" y="23241"/>
                </a:lnTo>
                <a:lnTo>
                  <a:pt x="27038" y="23495"/>
                </a:lnTo>
                <a:lnTo>
                  <a:pt x="27203" y="23368"/>
                </a:lnTo>
                <a:lnTo>
                  <a:pt x="27330" y="23241"/>
                </a:lnTo>
                <a:lnTo>
                  <a:pt x="27863" y="23241"/>
                </a:lnTo>
                <a:lnTo>
                  <a:pt x="28092" y="23368"/>
                </a:lnTo>
                <a:lnTo>
                  <a:pt x="28206" y="24257"/>
                </a:lnTo>
                <a:lnTo>
                  <a:pt x="28346" y="24003"/>
                </a:lnTo>
                <a:lnTo>
                  <a:pt x="28371" y="23622"/>
                </a:lnTo>
                <a:lnTo>
                  <a:pt x="28625" y="23368"/>
                </a:lnTo>
                <a:lnTo>
                  <a:pt x="28816" y="23241"/>
                </a:lnTo>
                <a:lnTo>
                  <a:pt x="28740" y="23495"/>
                </a:lnTo>
                <a:lnTo>
                  <a:pt x="28536" y="23495"/>
                </a:lnTo>
                <a:lnTo>
                  <a:pt x="28587" y="23876"/>
                </a:lnTo>
                <a:lnTo>
                  <a:pt x="28714" y="24257"/>
                </a:lnTo>
                <a:lnTo>
                  <a:pt x="28854" y="24257"/>
                </a:lnTo>
                <a:lnTo>
                  <a:pt x="29006" y="24003"/>
                </a:lnTo>
                <a:lnTo>
                  <a:pt x="29133" y="24003"/>
                </a:lnTo>
                <a:lnTo>
                  <a:pt x="29197" y="23876"/>
                </a:lnTo>
                <a:lnTo>
                  <a:pt x="29260" y="23749"/>
                </a:lnTo>
                <a:lnTo>
                  <a:pt x="29413" y="23749"/>
                </a:lnTo>
                <a:lnTo>
                  <a:pt x="29413" y="24511"/>
                </a:lnTo>
                <a:lnTo>
                  <a:pt x="29603" y="24511"/>
                </a:lnTo>
                <a:lnTo>
                  <a:pt x="29641" y="24257"/>
                </a:lnTo>
                <a:lnTo>
                  <a:pt x="29743" y="24003"/>
                </a:lnTo>
                <a:lnTo>
                  <a:pt x="29832" y="23749"/>
                </a:lnTo>
                <a:lnTo>
                  <a:pt x="29972" y="23749"/>
                </a:lnTo>
                <a:lnTo>
                  <a:pt x="29921" y="23495"/>
                </a:lnTo>
                <a:lnTo>
                  <a:pt x="29832" y="23368"/>
                </a:lnTo>
                <a:lnTo>
                  <a:pt x="30238" y="23495"/>
                </a:lnTo>
                <a:lnTo>
                  <a:pt x="30340" y="23749"/>
                </a:lnTo>
                <a:lnTo>
                  <a:pt x="29972" y="23749"/>
                </a:lnTo>
                <a:lnTo>
                  <a:pt x="30518" y="23876"/>
                </a:lnTo>
                <a:lnTo>
                  <a:pt x="30518" y="24003"/>
                </a:lnTo>
                <a:lnTo>
                  <a:pt x="30810" y="24003"/>
                </a:lnTo>
                <a:lnTo>
                  <a:pt x="30873" y="23622"/>
                </a:lnTo>
                <a:lnTo>
                  <a:pt x="31115" y="23749"/>
                </a:lnTo>
                <a:lnTo>
                  <a:pt x="31076" y="23622"/>
                </a:lnTo>
                <a:lnTo>
                  <a:pt x="31305" y="23749"/>
                </a:lnTo>
                <a:lnTo>
                  <a:pt x="31330" y="23622"/>
                </a:lnTo>
                <a:lnTo>
                  <a:pt x="31330" y="23368"/>
                </a:lnTo>
                <a:lnTo>
                  <a:pt x="31356" y="23241"/>
                </a:lnTo>
                <a:close/>
              </a:path>
              <a:path w="50164" h="40640">
                <a:moveTo>
                  <a:pt x="31483" y="9271"/>
                </a:moveTo>
                <a:lnTo>
                  <a:pt x="28117" y="9271"/>
                </a:lnTo>
                <a:lnTo>
                  <a:pt x="26098" y="9271"/>
                </a:lnTo>
                <a:lnTo>
                  <a:pt x="26174" y="9029"/>
                </a:lnTo>
                <a:lnTo>
                  <a:pt x="25971" y="9080"/>
                </a:lnTo>
                <a:lnTo>
                  <a:pt x="25946" y="8839"/>
                </a:lnTo>
                <a:lnTo>
                  <a:pt x="25768" y="8839"/>
                </a:lnTo>
                <a:lnTo>
                  <a:pt x="25679" y="9232"/>
                </a:lnTo>
                <a:lnTo>
                  <a:pt x="22428" y="9271"/>
                </a:lnTo>
                <a:lnTo>
                  <a:pt x="22415" y="9525"/>
                </a:lnTo>
                <a:lnTo>
                  <a:pt x="25717" y="9525"/>
                </a:lnTo>
                <a:lnTo>
                  <a:pt x="25768" y="9893"/>
                </a:lnTo>
                <a:lnTo>
                  <a:pt x="25641" y="10287"/>
                </a:lnTo>
                <a:lnTo>
                  <a:pt x="22390" y="10287"/>
                </a:lnTo>
                <a:lnTo>
                  <a:pt x="22377" y="10541"/>
                </a:lnTo>
                <a:lnTo>
                  <a:pt x="30734" y="10541"/>
                </a:lnTo>
                <a:lnTo>
                  <a:pt x="30835" y="10287"/>
                </a:lnTo>
                <a:lnTo>
                  <a:pt x="25755" y="10287"/>
                </a:lnTo>
                <a:lnTo>
                  <a:pt x="26035" y="10033"/>
                </a:lnTo>
                <a:lnTo>
                  <a:pt x="26136" y="9893"/>
                </a:lnTo>
                <a:lnTo>
                  <a:pt x="26009" y="9613"/>
                </a:lnTo>
                <a:lnTo>
                  <a:pt x="31191" y="9525"/>
                </a:lnTo>
                <a:lnTo>
                  <a:pt x="31483" y="9271"/>
                </a:lnTo>
                <a:close/>
              </a:path>
              <a:path w="50164" h="40640">
                <a:moveTo>
                  <a:pt x="31559" y="12446"/>
                </a:moveTo>
                <a:lnTo>
                  <a:pt x="30810" y="12446"/>
                </a:lnTo>
                <a:lnTo>
                  <a:pt x="30822" y="12700"/>
                </a:lnTo>
                <a:lnTo>
                  <a:pt x="31546" y="12700"/>
                </a:lnTo>
                <a:lnTo>
                  <a:pt x="31559" y="12446"/>
                </a:lnTo>
                <a:close/>
              </a:path>
              <a:path w="50164" h="40640">
                <a:moveTo>
                  <a:pt x="31610" y="14732"/>
                </a:moveTo>
                <a:lnTo>
                  <a:pt x="31572" y="13716"/>
                </a:lnTo>
                <a:lnTo>
                  <a:pt x="31407" y="13970"/>
                </a:lnTo>
                <a:lnTo>
                  <a:pt x="31330" y="14224"/>
                </a:lnTo>
                <a:lnTo>
                  <a:pt x="31254" y="14478"/>
                </a:lnTo>
                <a:lnTo>
                  <a:pt x="30784" y="14986"/>
                </a:lnTo>
                <a:lnTo>
                  <a:pt x="31178" y="14986"/>
                </a:lnTo>
                <a:lnTo>
                  <a:pt x="31191" y="15113"/>
                </a:lnTo>
                <a:lnTo>
                  <a:pt x="31559" y="14986"/>
                </a:lnTo>
                <a:lnTo>
                  <a:pt x="31318" y="14986"/>
                </a:lnTo>
                <a:lnTo>
                  <a:pt x="31610" y="14732"/>
                </a:lnTo>
                <a:close/>
              </a:path>
              <a:path w="50164" h="40640">
                <a:moveTo>
                  <a:pt x="31635" y="18796"/>
                </a:moveTo>
                <a:lnTo>
                  <a:pt x="31483" y="18796"/>
                </a:lnTo>
                <a:lnTo>
                  <a:pt x="31203" y="18923"/>
                </a:lnTo>
                <a:lnTo>
                  <a:pt x="31635" y="18796"/>
                </a:lnTo>
                <a:close/>
              </a:path>
              <a:path w="50164" h="40640">
                <a:moveTo>
                  <a:pt x="31648" y="11049"/>
                </a:moveTo>
                <a:lnTo>
                  <a:pt x="31521" y="11074"/>
                </a:lnTo>
                <a:lnTo>
                  <a:pt x="31648" y="11049"/>
                </a:lnTo>
                <a:lnTo>
                  <a:pt x="30886" y="10795"/>
                </a:lnTo>
                <a:lnTo>
                  <a:pt x="30886" y="10541"/>
                </a:lnTo>
                <a:lnTo>
                  <a:pt x="30734" y="10541"/>
                </a:lnTo>
                <a:lnTo>
                  <a:pt x="30734" y="11188"/>
                </a:lnTo>
                <a:lnTo>
                  <a:pt x="29895" y="11303"/>
                </a:lnTo>
                <a:lnTo>
                  <a:pt x="30734" y="11303"/>
                </a:lnTo>
                <a:lnTo>
                  <a:pt x="30734" y="11557"/>
                </a:lnTo>
                <a:lnTo>
                  <a:pt x="31597" y="11557"/>
                </a:lnTo>
                <a:lnTo>
                  <a:pt x="31559" y="11303"/>
                </a:lnTo>
                <a:lnTo>
                  <a:pt x="31648" y="11049"/>
                </a:lnTo>
                <a:close/>
              </a:path>
              <a:path w="50164" h="40640">
                <a:moveTo>
                  <a:pt x="31750" y="21844"/>
                </a:moveTo>
                <a:lnTo>
                  <a:pt x="31724" y="21717"/>
                </a:lnTo>
                <a:lnTo>
                  <a:pt x="30543" y="21717"/>
                </a:lnTo>
                <a:lnTo>
                  <a:pt x="30543" y="21844"/>
                </a:lnTo>
                <a:lnTo>
                  <a:pt x="31750" y="21844"/>
                </a:lnTo>
                <a:close/>
              </a:path>
              <a:path w="50164" h="40640">
                <a:moveTo>
                  <a:pt x="31750" y="2451"/>
                </a:moveTo>
                <a:lnTo>
                  <a:pt x="31559" y="2451"/>
                </a:lnTo>
                <a:lnTo>
                  <a:pt x="31572" y="2679"/>
                </a:lnTo>
                <a:lnTo>
                  <a:pt x="31750" y="2451"/>
                </a:lnTo>
                <a:close/>
              </a:path>
              <a:path w="50164" h="40640">
                <a:moveTo>
                  <a:pt x="31762" y="21463"/>
                </a:moveTo>
                <a:lnTo>
                  <a:pt x="31648" y="21336"/>
                </a:lnTo>
                <a:lnTo>
                  <a:pt x="31140" y="21336"/>
                </a:lnTo>
                <a:lnTo>
                  <a:pt x="31762" y="21463"/>
                </a:lnTo>
                <a:close/>
              </a:path>
              <a:path w="50164" h="40640">
                <a:moveTo>
                  <a:pt x="31889" y="11557"/>
                </a:moveTo>
                <a:lnTo>
                  <a:pt x="31597" y="11557"/>
                </a:lnTo>
                <a:lnTo>
                  <a:pt x="31559" y="12446"/>
                </a:lnTo>
                <a:lnTo>
                  <a:pt x="31877" y="12446"/>
                </a:lnTo>
                <a:lnTo>
                  <a:pt x="31889" y="11557"/>
                </a:lnTo>
                <a:close/>
              </a:path>
              <a:path w="50164" h="40640">
                <a:moveTo>
                  <a:pt x="31965" y="19050"/>
                </a:moveTo>
                <a:lnTo>
                  <a:pt x="31889" y="18923"/>
                </a:lnTo>
                <a:lnTo>
                  <a:pt x="31203" y="18923"/>
                </a:lnTo>
                <a:lnTo>
                  <a:pt x="31191" y="19050"/>
                </a:lnTo>
                <a:lnTo>
                  <a:pt x="31965" y="19050"/>
                </a:lnTo>
                <a:close/>
              </a:path>
              <a:path w="50164" h="40640">
                <a:moveTo>
                  <a:pt x="32067" y="18796"/>
                </a:moveTo>
                <a:lnTo>
                  <a:pt x="31826" y="18796"/>
                </a:lnTo>
                <a:lnTo>
                  <a:pt x="31889" y="18923"/>
                </a:lnTo>
                <a:lnTo>
                  <a:pt x="32054" y="18923"/>
                </a:lnTo>
                <a:lnTo>
                  <a:pt x="32067" y="18796"/>
                </a:lnTo>
                <a:close/>
              </a:path>
              <a:path w="50164" h="40640">
                <a:moveTo>
                  <a:pt x="32270" y="18161"/>
                </a:moveTo>
                <a:lnTo>
                  <a:pt x="32258" y="18034"/>
                </a:lnTo>
                <a:lnTo>
                  <a:pt x="28232" y="18034"/>
                </a:lnTo>
                <a:lnTo>
                  <a:pt x="28308" y="18161"/>
                </a:lnTo>
                <a:lnTo>
                  <a:pt x="32270" y="18161"/>
                </a:lnTo>
                <a:close/>
              </a:path>
              <a:path w="50164" h="40640">
                <a:moveTo>
                  <a:pt x="32461" y="12446"/>
                </a:moveTo>
                <a:lnTo>
                  <a:pt x="31877" y="12446"/>
                </a:lnTo>
                <a:lnTo>
                  <a:pt x="31877" y="12700"/>
                </a:lnTo>
                <a:lnTo>
                  <a:pt x="32321" y="12700"/>
                </a:lnTo>
                <a:lnTo>
                  <a:pt x="32461" y="12446"/>
                </a:lnTo>
                <a:close/>
              </a:path>
              <a:path w="50164" h="40640">
                <a:moveTo>
                  <a:pt x="32588" y="30988"/>
                </a:moveTo>
                <a:lnTo>
                  <a:pt x="31127" y="30861"/>
                </a:lnTo>
                <a:lnTo>
                  <a:pt x="30543" y="30657"/>
                </a:lnTo>
                <a:lnTo>
                  <a:pt x="30416" y="30480"/>
                </a:lnTo>
                <a:lnTo>
                  <a:pt x="29972" y="30353"/>
                </a:lnTo>
                <a:lnTo>
                  <a:pt x="30048" y="30810"/>
                </a:lnTo>
                <a:lnTo>
                  <a:pt x="29438" y="30734"/>
                </a:lnTo>
                <a:lnTo>
                  <a:pt x="29273" y="30607"/>
                </a:lnTo>
                <a:lnTo>
                  <a:pt x="28625" y="30607"/>
                </a:lnTo>
                <a:lnTo>
                  <a:pt x="28448" y="30619"/>
                </a:lnTo>
                <a:lnTo>
                  <a:pt x="28067" y="30607"/>
                </a:lnTo>
                <a:lnTo>
                  <a:pt x="28232" y="30645"/>
                </a:lnTo>
                <a:lnTo>
                  <a:pt x="27520" y="30695"/>
                </a:lnTo>
                <a:lnTo>
                  <a:pt x="27393" y="30695"/>
                </a:lnTo>
                <a:lnTo>
                  <a:pt x="27241" y="30708"/>
                </a:lnTo>
                <a:lnTo>
                  <a:pt x="26835" y="30607"/>
                </a:lnTo>
                <a:lnTo>
                  <a:pt x="26847" y="30734"/>
                </a:lnTo>
                <a:lnTo>
                  <a:pt x="25069" y="30861"/>
                </a:lnTo>
                <a:lnTo>
                  <a:pt x="30060" y="30861"/>
                </a:lnTo>
                <a:lnTo>
                  <a:pt x="29921" y="30924"/>
                </a:lnTo>
                <a:lnTo>
                  <a:pt x="29591" y="30861"/>
                </a:lnTo>
                <a:lnTo>
                  <a:pt x="29768" y="30988"/>
                </a:lnTo>
                <a:lnTo>
                  <a:pt x="30353" y="30988"/>
                </a:lnTo>
                <a:lnTo>
                  <a:pt x="32588" y="30988"/>
                </a:lnTo>
                <a:close/>
              </a:path>
              <a:path w="50164" h="40640">
                <a:moveTo>
                  <a:pt x="32639" y="12954"/>
                </a:moveTo>
                <a:lnTo>
                  <a:pt x="32435" y="12954"/>
                </a:lnTo>
                <a:lnTo>
                  <a:pt x="32448" y="12700"/>
                </a:lnTo>
                <a:lnTo>
                  <a:pt x="32321" y="12700"/>
                </a:lnTo>
                <a:lnTo>
                  <a:pt x="32042" y="13208"/>
                </a:lnTo>
                <a:lnTo>
                  <a:pt x="31953" y="13411"/>
                </a:lnTo>
                <a:lnTo>
                  <a:pt x="31686" y="13208"/>
                </a:lnTo>
                <a:lnTo>
                  <a:pt x="31724" y="12954"/>
                </a:lnTo>
                <a:lnTo>
                  <a:pt x="31864" y="12954"/>
                </a:lnTo>
                <a:lnTo>
                  <a:pt x="31877" y="12700"/>
                </a:lnTo>
                <a:lnTo>
                  <a:pt x="31546" y="12700"/>
                </a:lnTo>
                <a:lnTo>
                  <a:pt x="31521" y="13462"/>
                </a:lnTo>
                <a:lnTo>
                  <a:pt x="30861" y="13462"/>
                </a:lnTo>
                <a:lnTo>
                  <a:pt x="30873" y="13716"/>
                </a:lnTo>
                <a:lnTo>
                  <a:pt x="31483" y="13716"/>
                </a:lnTo>
                <a:lnTo>
                  <a:pt x="31521" y="13589"/>
                </a:lnTo>
                <a:lnTo>
                  <a:pt x="31521" y="13716"/>
                </a:lnTo>
                <a:lnTo>
                  <a:pt x="31813" y="13716"/>
                </a:lnTo>
                <a:lnTo>
                  <a:pt x="31851" y="13462"/>
                </a:lnTo>
                <a:lnTo>
                  <a:pt x="31826" y="13716"/>
                </a:lnTo>
                <a:lnTo>
                  <a:pt x="31737" y="13970"/>
                </a:lnTo>
                <a:lnTo>
                  <a:pt x="31635" y="14224"/>
                </a:lnTo>
                <a:lnTo>
                  <a:pt x="31902" y="14224"/>
                </a:lnTo>
                <a:lnTo>
                  <a:pt x="32067" y="13970"/>
                </a:lnTo>
                <a:lnTo>
                  <a:pt x="32194" y="13462"/>
                </a:lnTo>
                <a:lnTo>
                  <a:pt x="32423" y="13208"/>
                </a:lnTo>
                <a:lnTo>
                  <a:pt x="32639" y="12954"/>
                </a:lnTo>
                <a:close/>
              </a:path>
              <a:path w="50164" h="40640">
                <a:moveTo>
                  <a:pt x="32677" y="16637"/>
                </a:moveTo>
                <a:lnTo>
                  <a:pt x="30505" y="16637"/>
                </a:lnTo>
                <a:lnTo>
                  <a:pt x="30391" y="17018"/>
                </a:lnTo>
                <a:lnTo>
                  <a:pt x="29832" y="16891"/>
                </a:lnTo>
                <a:lnTo>
                  <a:pt x="29362" y="17018"/>
                </a:lnTo>
                <a:lnTo>
                  <a:pt x="28867" y="16891"/>
                </a:lnTo>
                <a:lnTo>
                  <a:pt x="28587" y="16891"/>
                </a:lnTo>
                <a:lnTo>
                  <a:pt x="28536" y="16637"/>
                </a:lnTo>
                <a:lnTo>
                  <a:pt x="28409" y="16789"/>
                </a:lnTo>
                <a:lnTo>
                  <a:pt x="28244" y="16687"/>
                </a:lnTo>
                <a:lnTo>
                  <a:pt x="27749" y="16764"/>
                </a:lnTo>
                <a:lnTo>
                  <a:pt x="27559" y="16637"/>
                </a:lnTo>
                <a:lnTo>
                  <a:pt x="26797" y="16637"/>
                </a:lnTo>
                <a:lnTo>
                  <a:pt x="26847" y="17018"/>
                </a:lnTo>
                <a:lnTo>
                  <a:pt x="27012" y="16891"/>
                </a:lnTo>
                <a:lnTo>
                  <a:pt x="27952" y="16891"/>
                </a:lnTo>
                <a:lnTo>
                  <a:pt x="28155" y="17018"/>
                </a:lnTo>
                <a:lnTo>
                  <a:pt x="28257" y="17526"/>
                </a:lnTo>
                <a:lnTo>
                  <a:pt x="28486" y="17399"/>
                </a:lnTo>
                <a:lnTo>
                  <a:pt x="29286" y="17399"/>
                </a:lnTo>
                <a:lnTo>
                  <a:pt x="29375" y="17272"/>
                </a:lnTo>
                <a:lnTo>
                  <a:pt x="29451" y="17145"/>
                </a:lnTo>
                <a:lnTo>
                  <a:pt x="29984" y="17145"/>
                </a:lnTo>
                <a:lnTo>
                  <a:pt x="30302" y="17272"/>
                </a:lnTo>
                <a:lnTo>
                  <a:pt x="30530" y="17145"/>
                </a:lnTo>
                <a:lnTo>
                  <a:pt x="30683" y="17272"/>
                </a:lnTo>
                <a:lnTo>
                  <a:pt x="30746" y="17399"/>
                </a:lnTo>
                <a:lnTo>
                  <a:pt x="30822" y="17653"/>
                </a:lnTo>
                <a:lnTo>
                  <a:pt x="30937" y="17526"/>
                </a:lnTo>
                <a:lnTo>
                  <a:pt x="31013" y="17272"/>
                </a:lnTo>
                <a:lnTo>
                  <a:pt x="31203" y="17272"/>
                </a:lnTo>
                <a:lnTo>
                  <a:pt x="31229" y="17145"/>
                </a:lnTo>
                <a:lnTo>
                  <a:pt x="31242" y="17018"/>
                </a:lnTo>
                <a:lnTo>
                  <a:pt x="31927" y="17018"/>
                </a:lnTo>
                <a:lnTo>
                  <a:pt x="32016" y="17145"/>
                </a:lnTo>
                <a:lnTo>
                  <a:pt x="32105" y="17272"/>
                </a:lnTo>
                <a:lnTo>
                  <a:pt x="32219" y="16891"/>
                </a:lnTo>
                <a:lnTo>
                  <a:pt x="32473" y="16891"/>
                </a:lnTo>
                <a:lnTo>
                  <a:pt x="32677" y="16637"/>
                </a:lnTo>
                <a:close/>
              </a:path>
              <a:path w="50164" h="40640">
                <a:moveTo>
                  <a:pt x="32702" y="11303"/>
                </a:moveTo>
                <a:lnTo>
                  <a:pt x="31991" y="11303"/>
                </a:lnTo>
                <a:lnTo>
                  <a:pt x="31800" y="11049"/>
                </a:lnTo>
                <a:lnTo>
                  <a:pt x="31661" y="11303"/>
                </a:lnTo>
                <a:lnTo>
                  <a:pt x="31889" y="11303"/>
                </a:lnTo>
                <a:lnTo>
                  <a:pt x="31889" y="11557"/>
                </a:lnTo>
                <a:lnTo>
                  <a:pt x="32664" y="11557"/>
                </a:lnTo>
                <a:lnTo>
                  <a:pt x="32702" y="11303"/>
                </a:lnTo>
                <a:close/>
              </a:path>
              <a:path w="50164" h="40640">
                <a:moveTo>
                  <a:pt x="32867" y="11557"/>
                </a:moveTo>
                <a:lnTo>
                  <a:pt x="32664" y="11557"/>
                </a:lnTo>
                <a:lnTo>
                  <a:pt x="32550" y="12192"/>
                </a:lnTo>
                <a:lnTo>
                  <a:pt x="32816" y="11811"/>
                </a:lnTo>
                <a:lnTo>
                  <a:pt x="32867" y="11557"/>
                </a:lnTo>
                <a:close/>
              </a:path>
              <a:path w="50164" h="40640">
                <a:moveTo>
                  <a:pt x="33108" y="10541"/>
                </a:moveTo>
                <a:lnTo>
                  <a:pt x="32804" y="10541"/>
                </a:lnTo>
                <a:lnTo>
                  <a:pt x="32766" y="10795"/>
                </a:lnTo>
                <a:lnTo>
                  <a:pt x="31775" y="10795"/>
                </a:lnTo>
                <a:lnTo>
                  <a:pt x="31762" y="11049"/>
                </a:lnTo>
                <a:lnTo>
                  <a:pt x="32727" y="11049"/>
                </a:lnTo>
                <a:lnTo>
                  <a:pt x="32702" y="11303"/>
                </a:lnTo>
                <a:lnTo>
                  <a:pt x="32842" y="11303"/>
                </a:lnTo>
                <a:lnTo>
                  <a:pt x="33007" y="11049"/>
                </a:lnTo>
                <a:lnTo>
                  <a:pt x="33108" y="10541"/>
                </a:lnTo>
                <a:close/>
              </a:path>
              <a:path w="50164" h="40640">
                <a:moveTo>
                  <a:pt x="33299" y="19812"/>
                </a:moveTo>
                <a:lnTo>
                  <a:pt x="30988" y="19812"/>
                </a:lnTo>
                <a:lnTo>
                  <a:pt x="30988" y="19558"/>
                </a:lnTo>
                <a:lnTo>
                  <a:pt x="31140" y="19558"/>
                </a:lnTo>
                <a:lnTo>
                  <a:pt x="31165" y="19304"/>
                </a:lnTo>
                <a:lnTo>
                  <a:pt x="30670" y="19304"/>
                </a:lnTo>
                <a:lnTo>
                  <a:pt x="30695" y="19431"/>
                </a:lnTo>
                <a:lnTo>
                  <a:pt x="30289" y="19431"/>
                </a:lnTo>
                <a:lnTo>
                  <a:pt x="30226" y="19558"/>
                </a:lnTo>
                <a:lnTo>
                  <a:pt x="30162" y="19685"/>
                </a:lnTo>
                <a:lnTo>
                  <a:pt x="30099" y="19812"/>
                </a:lnTo>
                <a:lnTo>
                  <a:pt x="30772" y="19812"/>
                </a:lnTo>
                <a:lnTo>
                  <a:pt x="30657" y="20066"/>
                </a:lnTo>
                <a:lnTo>
                  <a:pt x="31343" y="20066"/>
                </a:lnTo>
                <a:lnTo>
                  <a:pt x="33299" y="20066"/>
                </a:lnTo>
                <a:lnTo>
                  <a:pt x="33299" y="19812"/>
                </a:lnTo>
                <a:close/>
              </a:path>
              <a:path w="50164" h="40640">
                <a:moveTo>
                  <a:pt x="33299" y="16637"/>
                </a:moveTo>
                <a:lnTo>
                  <a:pt x="32778" y="16510"/>
                </a:lnTo>
                <a:lnTo>
                  <a:pt x="32677" y="16637"/>
                </a:lnTo>
                <a:lnTo>
                  <a:pt x="33299" y="16637"/>
                </a:lnTo>
                <a:close/>
              </a:path>
              <a:path w="50164" h="40640">
                <a:moveTo>
                  <a:pt x="33312" y="19177"/>
                </a:moveTo>
                <a:lnTo>
                  <a:pt x="31178" y="19177"/>
                </a:lnTo>
                <a:lnTo>
                  <a:pt x="31165" y="19304"/>
                </a:lnTo>
                <a:lnTo>
                  <a:pt x="33312" y="19304"/>
                </a:lnTo>
                <a:lnTo>
                  <a:pt x="33312" y="19177"/>
                </a:lnTo>
                <a:close/>
              </a:path>
              <a:path w="50164" h="40640">
                <a:moveTo>
                  <a:pt x="33312" y="18923"/>
                </a:moveTo>
                <a:lnTo>
                  <a:pt x="32054" y="18923"/>
                </a:lnTo>
                <a:lnTo>
                  <a:pt x="32042" y="19050"/>
                </a:lnTo>
                <a:lnTo>
                  <a:pt x="33312" y="19050"/>
                </a:lnTo>
                <a:lnTo>
                  <a:pt x="33312" y="18923"/>
                </a:lnTo>
                <a:close/>
              </a:path>
              <a:path w="50164" h="40640">
                <a:moveTo>
                  <a:pt x="33324" y="18542"/>
                </a:moveTo>
                <a:lnTo>
                  <a:pt x="31076" y="18542"/>
                </a:lnTo>
                <a:lnTo>
                  <a:pt x="31140" y="18796"/>
                </a:lnTo>
                <a:lnTo>
                  <a:pt x="31483" y="18796"/>
                </a:lnTo>
                <a:lnTo>
                  <a:pt x="31750" y="18669"/>
                </a:lnTo>
                <a:lnTo>
                  <a:pt x="32080" y="18669"/>
                </a:lnTo>
                <a:lnTo>
                  <a:pt x="32067" y="18796"/>
                </a:lnTo>
                <a:lnTo>
                  <a:pt x="33324" y="18796"/>
                </a:lnTo>
                <a:lnTo>
                  <a:pt x="33324" y="18669"/>
                </a:lnTo>
                <a:lnTo>
                  <a:pt x="33324" y="18542"/>
                </a:lnTo>
                <a:close/>
              </a:path>
              <a:path w="50164" h="40640">
                <a:moveTo>
                  <a:pt x="33337" y="18034"/>
                </a:moveTo>
                <a:lnTo>
                  <a:pt x="32346" y="18034"/>
                </a:lnTo>
                <a:lnTo>
                  <a:pt x="32397" y="18161"/>
                </a:lnTo>
                <a:lnTo>
                  <a:pt x="33324" y="18161"/>
                </a:lnTo>
                <a:lnTo>
                  <a:pt x="33337" y="18034"/>
                </a:lnTo>
                <a:close/>
              </a:path>
              <a:path w="50164" h="40640">
                <a:moveTo>
                  <a:pt x="33401" y="11455"/>
                </a:moveTo>
                <a:lnTo>
                  <a:pt x="33375" y="11201"/>
                </a:lnTo>
                <a:lnTo>
                  <a:pt x="33350" y="11455"/>
                </a:lnTo>
                <a:close/>
              </a:path>
              <a:path w="50164" h="40640">
                <a:moveTo>
                  <a:pt x="33413" y="10541"/>
                </a:moveTo>
                <a:lnTo>
                  <a:pt x="33185" y="10287"/>
                </a:lnTo>
                <a:lnTo>
                  <a:pt x="33108" y="10541"/>
                </a:lnTo>
                <a:lnTo>
                  <a:pt x="33413" y="10541"/>
                </a:lnTo>
                <a:close/>
              </a:path>
              <a:path w="50164" h="40640">
                <a:moveTo>
                  <a:pt x="33451" y="16637"/>
                </a:moveTo>
                <a:lnTo>
                  <a:pt x="33299" y="16637"/>
                </a:lnTo>
                <a:lnTo>
                  <a:pt x="33439" y="16776"/>
                </a:lnTo>
                <a:lnTo>
                  <a:pt x="33451" y="16637"/>
                </a:lnTo>
                <a:close/>
              </a:path>
              <a:path w="50164" h="40640">
                <a:moveTo>
                  <a:pt x="33489" y="20066"/>
                </a:moveTo>
                <a:lnTo>
                  <a:pt x="33299" y="20066"/>
                </a:lnTo>
                <a:lnTo>
                  <a:pt x="33286" y="20447"/>
                </a:lnTo>
                <a:lnTo>
                  <a:pt x="33439" y="20320"/>
                </a:lnTo>
                <a:lnTo>
                  <a:pt x="33489" y="20066"/>
                </a:lnTo>
                <a:close/>
              </a:path>
              <a:path w="50164" h="40640">
                <a:moveTo>
                  <a:pt x="33553" y="19304"/>
                </a:moveTo>
                <a:lnTo>
                  <a:pt x="33312" y="19304"/>
                </a:lnTo>
                <a:lnTo>
                  <a:pt x="33299" y="19812"/>
                </a:lnTo>
                <a:lnTo>
                  <a:pt x="33528" y="19812"/>
                </a:lnTo>
                <a:lnTo>
                  <a:pt x="33553" y="19304"/>
                </a:lnTo>
                <a:close/>
              </a:path>
              <a:path w="50164" h="40640">
                <a:moveTo>
                  <a:pt x="33566" y="19050"/>
                </a:moveTo>
                <a:lnTo>
                  <a:pt x="33312" y="19050"/>
                </a:lnTo>
                <a:lnTo>
                  <a:pt x="33312" y="19177"/>
                </a:lnTo>
                <a:lnTo>
                  <a:pt x="33566" y="19177"/>
                </a:lnTo>
                <a:lnTo>
                  <a:pt x="33566" y="19050"/>
                </a:lnTo>
                <a:close/>
              </a:path>
              <a:path w="50164" h="40640">
                <a:moveTo>
                  <a:pt x="33578" y="18796"/>
                </a:moveTo>
                <a:lnTo>
                  <a:pt x="33324" y="18796"/>
                </a:lnTo>
                <a:lnTo>
                  <a:pt x="33312" y="18923"/>
                </a:lnTo>
                <a:lnTo>
                  <a:pt x="33566" y="18923"/>
                </a:lnTo>
                <a:lnTo>
                  <a:pt x="33578" y="18796"/>
                </a:lnTo>
                <a:close/>
              </a:path>
              <a:path w="50164" h="40640">
                <a:moveTo>
                  <a:pt x="33578" y="12954"/>
                </a:moveTo>
                <a:lnTo>
                  <a:pt x="33439" y="12954"/>
                </a:lnTo>
                <a:lnTo>
                  <a:pt x="33502" y="12700"/>
                </a:lnTo>
                <a:lnTo>
                  <a:pt x="32804" y="13208"/>
                </a:lnTo>
                <a:lnTo>
                  <a:pt x="32702" y="13462"/>
                </a:lnTo>
                <a:lnTo>
                  <a:pt x="32600" y="13716"/>
                </a:lnTo>
                <a:lnTo>
                  <a:pt x="32918" y="13462"/>
                </a:lnTo>
                <a:lnTo>
                  <a:pt x="33121" y="13208"/>
                </a:lnTo>
                <a:lnTo>
                  <a:pt x="33413" y="12979"/>
                </a:lnTo>
                <a:lnTo>
                  <a:pt x="33337" y="13208"/>
                </a:lnTo>
                <a:lnTo>
                  <a:pt x="33578" y="12954"/>
                </a:lnTo>
                <a:close/>
              </a:path>
              <a:path w="50164" h="40640">
                <a:moveTo>
                  <a:pt x="33604" y="18161"/>
                </a:moveTo>
                <a:lnTo>
                  <a:pt x="33324" y="18161"/>
                </a:lnTo>
                <a:lnTo>
                  <a:pt x="33324" y="18542"/>
                </a:lnTo>
                <a:lnTo>
                  <a:pt x="33591" y="18542"/>
                </a:lnTo>
                <a:lnTo>
                  <a:pt x="33604" y="18161"/>
                </a:lnTo>
                <a:close/>
              </a:path>
              <a:path w="50164" h="40640">
                <a:moveTo>
                  <a:pt x="33655" y="11303"/>
                </a:moveTo>
                <a:lnTo>
                  <a:pt x="33578" y="11049"/>
                </a:lnTo>
                <a:lnTo>
                  <a:pt x="33578" y="10795"/>
                </a:lnTo>
                <a:lnTo>
                  <a:pt x="33159" y="10795"/>
                </a:lnTo>
                <a:lnTo>
                  <a:pt x="33655" y="11303"/>
                </a:lnTo>
                <a:close/>
              </a:path>
              <a:path w="50164" h="40640">
                <a:moveTo>
                  <a:pt x="33782" y="12446"/>
                </a:moveTo>
                <a:lnTo>
                  <a:pt x="33108" y="12446"/>
                </a:lnTo>
                <a:lnTo>
                  <a:pt x="33451" y="12166"/>
                </a:lnTo>
                <a:lnTo>
                  <a:pt x="33655" y="11772"/>
                </a:lnTo>
                <a:lnTo>
                  <a:pt x="33362" y="12166"/>
                </a:lnTo>
                <a:lnTo>
                  <a:pt x="33020" y="12446"/>
                </a:lnTo>
                <a:lnTo>
                  <a:pt x="32562" y="12446"/>
                </a:lnTo>
                <a:lnTo>
                  <a:pt x="32448" y="12700"/>
                </a:lnTo>
                <a:lnTo>
                  <a:pt x="32842" y="12700"/>
                </a:lnTo>
                <a:lnTo>
                  <a:pt x="32727" y="12979"/>
                </a:lnTo>
                <a:lnTo>
                  <a:pt x="32893" y="12700"/>
                </a:lnTo>
                <a:lnTo>
                  <a:pt x="33502" y="12700"/>
                </a:lnTo>
                <a:lnTo>
                  <a:pt x="33642" y="12801"/>
                </a:lnTo>
                <a:lnTo>
                  <a:pt x="33782" y="12446"/>
                </a:lnTo>
                <a:close/>
              </a:path>
              <a:path w="50164" h="40640">
                <a:moveTo>
                  <a:pt x="34074" y="13462"/>
                </a:moveTo>
                <a:lnTo>
                  <a:pt x="33820" y="13462"/>
                </a:lnTo>
                <a:lnTo>
                  <a:pt x="33820" y="13589"/>
                </a:lnTo>
                <a:lnTo>
                  <a:pt x="34074" y="13462"/>
                </a:lnTo>
                <a:close/>
              </a:path>
              <a:path w="50164" h="40640">
                <a:moveTo>
                  <a:pt x="34201" y="11049"/>
                </a:moveTo>
                <a:lnTo>
                  <a:pt x="33578" y="11049"/>
                </a:lnTo>
                <a:lnTo>
                  <a:pt x="34163" y="11303"/>
                </a:lnTo>
                <a:lnTo>
                  <a:pt x="34201" y="11049"/>
                </a:lnTo>
                <a:close/>
              </a:path>
              <a:path w="50164" h="40640">
                <a:moveTo>
                  <a:pt x="34251" y="18034"/>
                </a:moveTo>
                <a:lnTo>
                  <a:pt x="33604" y="18034"/>
                </a:lnTo>
                <a:lnTo>
                  <a:pt x="33604" y="18161"/>
                </a:lnTo>
                <a:lnTo>
                  <a:pt x="34226" y="18161"/>
                </a:lnTo>
                <a:lnTo>
                  <a:pt x="34251" y="18034"/>
                </a:lnTo>
                <a:close/>
              </a:path>
              <a:path w="50164" h="40640">
                <a:moveTo>
                  <a:pt x="34810" y="18669"/>
                </a:moveTo>
                <a:lnTo>
                  <a:pt x="34671" y="18542"/>
                </a:lnTo>
                <a:lnTo>
                  <a:pt x="33591" y="18542"/>
                </a:lnTo>
                <a:lnTo>
                  <a:pt x="33578" y="18796"/>
                </a:lnTo>
                <a:lnTo>
                  <a:pt x="34759" y="18796"/>
                </a:lnTo>
                <a:lnTo>
                  <a:pt x="34810" y="18669"/>
                </a:lnTo>
                <a:close/>
              </a:path>
              <a:path w="50164" h="40640">
                <a:moveTo>
                  <a:pt x="34963" y="10541"/>
                </a:moveTo>
                <a:lnTo>
                  <a:pt x="34925" y="10414"/>
                </a:lnTo>
                <a:lnTo>
                  <a:pt x="34709" y="10541"/>
                </a:lnTo>
                <a:lnTo>
                  <a:pt x="34963" y="10541"/>
                </a:lnTo>
                <a:close/>
              </a:path>
              <a:path w="50164" h="40640">
                <a:moveTo>
                  <a:pt x="35026" y="19050"/>
                </a:moveTo>
                <a:lnTo>
                  <a:pt x="35013" y="18923"/>
                </a:lnTo>
                <a:lnTo>
                  <a:pt x="33566" y="18923"/>
                </a:lnTo>
                <a:lnTo>
                  <a:pt x="33566" y="19050"/>
                </a:lnTo>
                <a:lnTo>
                  <a:pt x="35026" y="19050"/>
                </a:lnTo>
                <a:close/>
              </a:path>
              <a:path w="50164" h="40640">
                <a:moveTo>
                  <a:pt x="35052" y="19304"/>
                </a:moveTo>
                <a:lnTo>
                  <a:pt x="35039" y="19177"/>
                </a:lnTo>
                <a:lnTo>
                  <a:pt x="33566" y="19177"/>
                </a:lnTo>
                <a:lnTo>
                  <a:pt x="33553" y="19304"/>
                </a:lnTo>
                <a:lnTo>
                  <a:pt x="35052" y="19304"/>
                </a:lnTo>
                <a:close/>
              </a:path>
              <a:path w="50164" h="40640">
                <a:moveTo>
                  <a:pt x="35090" y="18796"/>
                </a:moveTo>
                <a:lnTo>
                  <a:pt x="34759" y="18796"/>
                </a:lnTo>
                <a:lnTo>
                  <a:pt x="35013" y="18923"/>
                </a:lnTo>
                <a:lnTo>
                  <a:pt x="35090" y="18796"/>
                </a:lnTo>
                <a:close/>
              </a:path>
              <a:path w="50164" h="40640">
                <a:moveTo>
                  <a:pt x="35090" y="13208"/>
                </a:moveTo>
                <a:lnTo>
                  <a:pt x="34823" y="13081"/>
                </a:lnTo>
                <a:lnTo>
                  <a:pt x="34912" y="12954"/>
                </a:lnTo>
                <a:lnTo>
                  <a:pt x="34683" y="13030"/>
                </a:lnTo>
                <a:lnTo>
                  <a:pt x="34556" y="12954"/>
                </a:lnTo>
                <a:lnTo>
                  <a:pt x="34480" y="13081"/>
                </a:lnTo>
                <a:lnTo>
                  <a:pt x="34480" y="13208"/>
                </a:lnTo>
                <a:lnTo>
                  <a:pt x="34290" y="13208"/>
                </a:lnTo>
                <a:lnTo>
                  <a:pt x="34480" y="13208"/>
                </a:lnTo>
                <a:lnTo>
                  <a:pt x="34480" y="13081"/>
                </a:lnTo>
                <a:lnTo>
                  <a:pt x="34340" y="13119"/>
                </a:lnTo>
                <a:lnTo>
                  <a:pt x="34455" y="12954"/>
                </a:lnTo>
                <a:lnTo>
                  <a:pt x="34264" y="12954"/>
                </a:lnTo>
                <a:lnTo>
                  <a:pt x="34264" y="13144"/>
                </a:lnTo>
                <a:lnTo>
                  <a:pt x="34124" y="13106"/>
                </a:lnTo>
                <a:lnTo>
                  <a:pt x="34264" y="13144"/>
                </a:lnTo>
                <a:lnTo>
                  <a:pt x="34264" y="12954"/>
                </a:lnTo>
                <a:lnTo>
                  <a:pt x="34048" y="12954"/>
                </a:lnTo>
                <a:lnTo>
                  <a:pt x="33896" y="12954"/>
                </a:lnTo>
                <a:lnTo>
                  <a:pt x="33578" y="12954"/>
                </a:lnTo>
                <a:lnTo>
                  <a:pt x="34048" y="13093"/>
                </a:lnTo>
                <a:lnTo>
                  <a:pt x="34074" y="13462"/>
                </a:lnTo>
                <a:lnTo>
                  <a:pt x="34556" y="13462"/>
                </a:lnTo>
                <a:lnTo>
                  <a:pt x="34734" y="13208"/>
                </a:lnTo>
                <a:lnTo>
                  <a:pt x="34975" y="13208"/>
                </a:lnTo>
                <a:close/>
              </a:path>
              <a:path w="50164" h="40640">
                <a:moveTo>
                  <a:pt x="35166" y="16510"/>
                </a:moveTo>
                <a:lnTo>
                  <a:pt x="35026" y="16383"/>
                </a:lnTo>
                <a:lnTo>
                  <a:pt x="30314" y="16383"/>
                </a:lnTo>
                <a:lnTo>
                  <a:pt x="30327" y="16510"/>
                </a:lnTo>
                <a:lnTo>
                  <a:pt x="28498" y="16510"/>
                </a:lnTo>
                <a:lnTo>
                  <a:pt x="28448" y="16637"/>
                </a:lnTo>
                <a:lnTo>
                  <a:pt x="30505" y="16637"/>
                </a:lnTo>
                <a:lnTo>
                  <a:pt x="30530" y="16510"/>
                </a:lnTo>
                <a:lnTo>
                  <a:pt x="32778" y="16510"/>
                </a:lnTo>
                <a:lnTo>
                  <a:pt x="35166" y="16510"/>
                </a:lnTo>
                <a:close/>
              </a:path>
              <a:path w="50164" h="40640">
                <a:moveTo>
                  <a:pt x="35191" y="14478"/>
                </a:moveTo>
                <a:lnTo>
                  <a:pt x="35077" y="14224"/>
                </a:lnTo>
                <a:lnTo>
                  <a:pt x="35001" y="13970"/>
                </a:lnTo>
                <a:lnTo>
                  <a:pt x="34874" y="13970"/>
                </a:lnTo>
                <a:lnTo>
                  <a:pt x="34683" y="14097"/>
                </a:lnTo>
                <a:lnTo>
                  <a:pt x="34518" y="13970"/>
                </a:lnTo>
                <a:lnTo>
                  <a:pt x="34709" y="13970"/>
                </a:lnTo>
                <a:lnTo>
                  <a:pt x="34683" y="13716"/>
                </a:lnTo>
                <a:lnTo>
                  <a:pt x="33820" y="13716"/>
                </a:lnTo>
                <a:lnTo>
                  <a:pt x="33820" y="14478"/>
                </a:lnTo>
                <a:lnTo>
                  <a:pt x="34137" y="14478"/>
                </a:lnTo>
                <a:lnTo>
                  <a:pt x="34505" y="14224"/>
                </a:lnTo>
                <a:lnTo>
                  <a:pt x="34861" y="14224"/>
                </a:lnTo>
                <a:lnTo>
                  <a:pt x="35191" y="14478"/>
                </a:lnTo>
                <a:close/>
              </a:path>
              <a:path w="50164" h="40640">
                <a:moveTo>
                  <a:pt x="35204" y="9525"/>
                </a:moveTo>
                <a:lnTo>
                  <a:pt x="31191" y="9525"/>
                </a:lnTo>
                <a:lnTo>
                  <a:pt x="30886" y="9779"/>
                </a:lnTo>
                <a:lnTo>
                  <a:pt x="30835" y="10287"/>
                </a:lnTo>
                <a:lnTo>
                  <a:pt x="31051" y="10033"/>
                </a:lnTo>
                <a:lnTo>
                  <a:pt x="31153" y="9779"/>
                </a:lnTo>
                <a:lnTo>
                  <a:pt x="31559" y="9779"/>
                </a:lnTo>
                <a:lnTo>
                  <a:pt x="31813" y="10033"/>
                </a:lnTo>
                <a:lnTo>
                  <a:pt x="31800" y="10287"/>
                </a:lnTo>
                <a:lnTo>
                  <a:pt x="30886" y="10287"/>
                </a:lnTo>
                <a:lnTo>
                  <a:pt x="30886" y="10541"/>
                </a:lnTo>
                <a:lnTo>
                  <a:pt x="31762" y="10541"/>
                </a:lnTo>
                <a:lnTo>
                  <a:pt x="31788" y="10375"/>
                </a:lnTo>
                <a:lnTo>
                  <a:pt x="31788" y="10541"/>
                </a:lnTo>
                <a:lnTo>
                  <a:pt x="32118" y="10541"/>
                </a:lnTo>
                <a:lnTo>
                  <a:pt x="32245" y="10541"/>
                </a:lnTo>
                <a:lnTo>
                  <a:pt x="32385" y="10541"/>
                </a:lnTo>
                <a:lnTo>
                  <a:pt x="32727" y="10541"/>
                </a:lnTo>
                <a:lnTo>
                  <a:pt x="32677" y="10287"/>
                </a:lnTo>
                <a:lnTo>
                  <a:pt x="32397" y="10414"/>
                </a:lnTo>
                <a:lnTo>
                  <a:pt x="32423" y="10287"/>
                </a:lnTo>
                <a:lnTo>
                  <a:pt x="32677" y="10287"/>
                </a:lnTo>
                <a:lnTo>
                  <a:pt x="33185" y="10287"/>
                </a:lnTo>
                <a:lnTo>
                  <a:pt x="34277" y="10287"/>
                </a:lnTo>
                <a:lnTo>
                  <a:pt x="33985" y="10541"/>
                </a:lnTo>
                <a:lnTo>
                  <a:pt x="33413" y="10541"/>
                </a:lnTo>
                <a:lnTo>
                  <a:pt x="33578" y="10795"/>
                </a:lnTo>
                <a:lnTo>
                  <a:pt x="33896" y="10629"/>
                </a:lnTo>
                <a:lnTo>
                  <a:pt x="33705" y="10795"/>
                </a:lnTo>
                <a:lnTo>
                  <a:pt x="34188" y="10795"/>
                </a:lnTo>
                <a:lnTo>
                  <a:pt x="34442" y="10287"/>
                </a:lnTo>
                <a:lnTo>
                  <a:pt x="34798" y="10287"/>
                </a:lnTo>
                <a:lnTo>
                  <a:pt x="35077" y="9779"/>
                </a:lnTo>
                <a:lnTo>
                  <a:pt x="35204" y="9525"/>
                </a:lnTo>
                <a:close/>
              </a:path>
              <a:path w="50164" h="40640">
                <a:moveTo>
                  <a:pt x="35242" y="16383"/>
                </a:moveTo>
                <a:lnTo>
                  <a:pt x="35204" y="16256"/>
                </a:lnTo>
                <a:lnTo>
                  <a:pt x="34874" y="16256"/>
                </a:lnTo>
                <a:lnTo>
                  <a:pt x="35026" y="16383"/>
                </a:lnTo>
                <a:lnTo>
                  <a:pt x="35242" y="16383"/>
                </a:lnTo>
                <a:close/>
              </a:path>
              <a:path w="50164" h="40640">
                <a:moveTo>
                  <a:pt x="35242" y="15494"/>
                </a:moveTo>
                <a:lnTo>
                  <a:pt x="35153" y="15367"/>
                </a:lnTo>
                <a:lnTo>
                  <a:pt x="35064" y="15240"/>
                </a:lnTo>
                <a:lnTo>
                  <a:pt x="34569" y="15240"/>
                </a:lnTo>
                <a:lnTo>
                  <a:pt x="34620" y="14986"/>
                </a:lnTo>
                <a:lnTo>
                  <a:pt x="34493" y="14732"/>
                </a:lnTo>
                <a:lnTo>
                  <a:pt x="33642" y="14732"/>
                </a:lnTo>
                <a:lnTo>
                  <a:pt x="33820" y="14478"/>
                </a:lnTo>
                <a:lnTo>
                  <a:pt x="32346" y="14478"/>
                </a:lnTo>
                <a:lnTo>
                  <a:pt x="32118" y="14617"/>
                </a:lnTo>
                <a:lnTo>
                  <a:pt x="32207" y="14478"/>
                </a:lnTo>
                <a:lnTo>
                  <a:pt x="31838" y="14732"/>
                </a:lnTo>
                <a:lnTo>
                  <a:pt x="32054" y="14732"/>
                </a:lnTo>
                <a:lnTo>
                  <a:pt x="33172" y="14732"/>
                </a:lnTo>
                <a:lnTo>
                  <a:pt x="32867" y="14986"/>
                </a:lnTo>
                <a:lnTo>
                  <a:pt x="32499" y="14986"/>
                </a:lnTo>
                <a:lnTo>
                  <a:pt x="31813" y="15240"/>
                </a:lnTo>
                <a:lnTo>
                  <a:pt x="30607" y="15748"/>
                </a:lnTo>
                <a:lnTo>
                  <a:pt x="30378" y="15621"/>
                </a:lnTo>
                <a:lnTo>
                  <a:pt x="30314" y="15494"/>
                </a:lnTo>
                <a:lnTo>
                  <a:pt x="30543" y="15367"/>
                </a:lnTo>
                <a:lnTo>
                  <a:pt x="30746" y="15367"/>
                </a:lnTo>
                <a:lnTo>
                  <a:pt x="30822" y="15240"/>
                </a:lnTo>
                <a:lnTo>
                  <a:pt x="30060" y="15240"/>
                </a:lnTo>
                <a:lnTo>
                  <a:pt x="29908" y="15240"/>
                </a:lnTo>
                <a:lnTo>
                  <a:pt x="29730" y="15240"/>
                </a:lnTo>
                <a:lnTo>
                  <a:pt x="29667" y="15494"/>
                </a:lnTo>
                <a:lnTo>
                  <a:pt x="29908" y="15494"/>
                </a:lnTo>
                <a:lnTo>
                  <a:pt x="29857" y="15621"/>
                </a:lnTo>
                <a:lnTo>
                  <a:pt x="29756" y="15875"/>
                </a:lnTo>
                <a:lnTo>
                  <a:pt x="29591" y="15748"/>
                </a:lnTo>
                <a:lnTo>
                  <a:pt x="29413" y="15621"/>
                </a:lnTo>
                <a:lnTo>
                  <a:pt x="29349" y="15748"/>
                </a:lnTo>
                <a:lnTo>
                  <a:pt x="29070" y="15748"/>
                </a:lnTo>
                <a:lnTo>
                  <a:pt x="29083" y="15494"/>
                </a:lnTo>
                <a:lnTo>
                  <a:pt x="29375" y="15494"/>
                </a:lnTo>
                <a:lnTo>
                  <a:pt x="29362" y="15621"/>
                </a:lnTo>
                <a:lnTo>
                  <a:pt x="29552" y="15494"/>
                </a:lnTo>
                <a:lnTo>
                  <a:pt x="29616" y="15240"/>
                </a:lnTo>
                <a:lnTo>
                  <a:pt x="28803" y="15240"/>
                </a:lnTo>
                <a:lnTo>
                  <a:pt x="28778" y="15621"/>
                </a:lnTo>
                <a:lnTo>
                  <a:pt x="28676" y="15875"/>
                </a:lnTo>
                <a:lnTo>
                  <a:pt x="28473" y="15875"/>
                </a:lnTo>
                <a:lnTo>
                  <a:pt x="28473" y="15748"/>
                </a:lnTo>
                <a:lnTo>
                  <a:pt x="26847" y="15367"/>
                </a:lnTo>
                <a:lnTo>
                  <a:pt x="27101" y="15494"/>
                </a:lnTo>
                <a:lnTo>
                  <a:pt x="27292" y="15621"/>
                </a:lnTo>
                <a:lnTo>
                  <a:pt x="27546" y="15621"/>
                </a:lnTo>
                <a:lnTo>
                  <a:pt x="27647" y="15748"/>
                </a:lnTo>
                <a:lnTo>
                  <a:pt x="27901" y="15748"/>
                </a:lnTo>
                <a:lnTo>
                  <a:pt x="27825" y="16002"/>
                </a:lnTo>
                <a:lnTo>
                  <a:pt x="27736" y="15875"/>
                </a:lnTo>
                <a:lnTo>
                  <a:pt x="27647" y="15748"/>
                </a:lnTo>
                <a:lnTo>
                  <a:pt x="27470" y="15748"/>
                </a:lnTo>
                <a:lnTo>
                  <a:pt x="27292" y="15621"/>
                </a:lnTo>
                <a:lnTo>
                  <a:pt x="26555" y="15621"/>
                </a:lnTo>
                <a:lnTo>
                  <a:pt x="26543" y="15367"/>
                </a:lnTo>
                <a:lnTo>
                  <a:pt x="26149" y="15367"/>
                </a:lnTo>
                <a:lnTo>
                  <a:pt x="26060" y="15240"/>
                </a:lnTo>
                <a:lnTo>
                  <a:pt x="7937" y="15240"/>
                </a:lnTo>
                <a:lnTo>
                  <a:pt x="7378" y="15240"/>
                </a:lnTo>
                <a:lnTo>
                  <a:pt x="8051" y="15494"/>
                </a:lnTo>
                <a:lnTo>
                  <a:pt x="8432" y="15494"/>
                </a:lnTo>
                <a:lnTo>
                  <a:pt x="8509" y="15748"/>
                </a:lnTo>
                <a:lnTo>
                  <a:pt x="8851" y="15875"/>
                </a:lnTo>
                <a:lnTo>
                  <a:pt x="8648" y="15875"/>
                </a:lnTo>
                <a:lnTo>
                  <a:pt x="9080" y="16002"/>
                </a:lnTo>
                <a:lnTo>
                  <a:pt x="8877" y="16002"/>
                </a:lnTo>
                <a:lnTo>
                  <a:pt x="9271" y="16103"/>
                </a:lnTo>
                <a:lnTo>
                  <a:pt x="9842" y="16383"/>
                </a:lnTo>
                <a:lnTo>
                  <a:pt x="10045" y="16510"/>
                </a:lnTo>
                <a:lnTo>
                  <a:pt x="9906" y="16510"/>
                </a:lnTo>
                <a:lnTo>
                  <a:pt x="10642" y="16764"/>
                </a:lnTo>
                <a:lnTo>
                  <a:pt x="10604" y="16637"/>
                </a:lnTo>
                <a:lnTo>
                  <a:pt x="13627" y="16637"/>
                </a:lnTo>
                <a:lnTo>
                  <a:pt x="13665" y="16510"/>
                </a:lnTo>
                <a:lnTo>
                  <a:pt x="13817" y="16383"/>
                </a:lnTo>
                <a:lnTo>
                  <a:pt x="13843" y="16637"/>
                </a:lnTo>
                <a:lnTo>
                  <a:pt x="14008" y="16510"/>
                </a:lnTo>
                <a:lnTo>
                  <a:pt x="14325" y="16637"/>
                </a:lnTo>
                <a:lnTo>
                  <a:pt x="15011" y="16637"/>
                </a:lnTo>
                <a:lnTo>
                  <a:pt x="15189" y="16713"/>
                </a:lnTo>
                <a:lnTo>
                  <a:pt x="15303" y="16510"/>
                </a:lnTo>
                <a:lnTo>
                  <a:pt x="15417" y="16383"/>
                </a:lnTo>
                <a:lnTo>
                  <a:pt x="15646" y="16383"/>
                </a:lnTo>
                <a:lnTo>
                  <a:pt x="15709" y="16510"/>
                </a:lnTo>
                <a:lnTo>
                  <a:pt x="19685" y="16510"/>
                </a:lnTo>
                <a:lnTo>
                  <a:pt x="25742" y="16510"/>
                </a:lnTo>
                <a:lnTo>
                  <a:pt x="25844" y="16383"/>
                </a:lnTo>
                <a:lnTo>
                  <a:pt x="25946" y="16256"/>
                </a:lnTo>
                <a:lnTo>
                  <a:pt x="26682" y="16256"/>
                </a:lnTo>
                <a:lnTo>
                  <a:pt x="26758" y="16510"/>
                </a:lnTo>
                <a:lnTo>
                  <a:pt x="28244" y="16510"/>
                </a:lnTo>
                <a:lnTo>
                  <a:pt x="28308" y="16383"/>
                </a:lnTo>
                <a:lnTo>
                  <a:pt x="29997" y="16383"/>
                </a:lnTo>
                <a:lnTo>
                  <a:pt x="30314" y="16383"/>
                </a:lnTo>
                <a:lnTo>
                  <a:pt x="30302" y="16256"/>
                </a:lnTo>
                <a:lnTo>
                  <a:pt x="30010" y="16256"/>
                </a:lnTo>
                <a:lnTo>
                  <a:pt x="29438" y="16256"/>
                </a:lnTo>
                <a:lnTo>
                  <a:pt x="29489" y="16129"/>
                </a:lnTo>
                <a:lnTo>
                  <a:pt x="30289" y="16129"/>
                </a:lnTo>
                <a:lnTo>
                  <a:pt x="30302" y="16256"/>
                </a:lnTo>
                <a:lnTo>
                  <a:pt x="34874" y="16256"/>
                </a:lnTo>
                <a:lnTo>
                  <a:pt x="34582" y="16002"/>
                </a:lnTo>
                <a:lnTo>
                  <a:pt x="32880" y="16002"/>
                </a:lnTo>
                <a:lnTo>
                  <a:pt x="32715" y="16002"/>
                </a:lnTo>
                <a:lnTo>
                  <a:pt x="32664" y="16129"/>
                </a:lnTo>
                <a:lnTo>
                  <a:pt x="32588" y="16002"/>
                </a:lnTo>
                <a:lnTo>
                  <a:pt x="32512" y="15875"/>
                </a:lnTo>
                <a:lnTo>
                  <a:pt x="32334" y="15875"/>
                </a:lnTo>
                <a:lnTo>
                  <a:pt x="31953" y="15748"/>
                </a:lnTo>
                <a:lnTo>
                  <a:pt x="31953" y="15621"/>
                </a:lnTo>
                <a:lnTo>
                  <a:pt x="32905" y="15621"/>
                </a:lnTo>
                <a:lnTo>
                  <a:pt x="32880" y="15875"/>
                </a:lnTo>
                <a:lnTo>
                  <a:pt x="34290" y="15875"/>
                </a:lnTo>
                <a:lnTo>
                  <a:pt x="34391" y="15748"/>
                </a:lnTo>
                <a:lnTo>
                  <a:pt x="34493" y="15621"/>
                </a:lnTo>
                <a:lnTo>
                  <a:pt x="34074" y="15240"/>
                </a:lnTo>
                <a:lnTo>
                  <a:pt x="33743" y="15240"/>
                </a:lnTo>
                <a:lnTo>
                  <a:pt x="33616" y="15748"/>
                </a:lnTo>
                <a:lnTo>
                  <a:pt x="33172" y="15748"/>
                </a:lnTo>
                <a:lnTo>
                  <a:pt x="33083" y="15621"/>
                </a:lnTo>
                <a:lnTo>
                  <a:pt x="32994" y="15494"/>
                </a:lnTo>
                <a:lnTo>
                  <a:pt x="32537" y="15494"/>
                </a:lnTo>
                <a:lnTo>
                  <a:pt x="32727" y="15367"/>
                </a:lnTo>
                <a:lnTo>
                  <a:pt x="32994" y="15494"/>
                </a:lnTo>
                <a:lnTo>
                  <a:pt x="33032" y="15367"/>
                </a:lnTo>
                <a:lnTo>
                  <a:pt x="32994" y="14986"/>
                </a:lnTo>
                <a:lnTo>
                  <a:pt x="33769" y="15125"/>
                </a:lnTo>
                <a:lnTo>
                  <a:pt x="33807" y="14986"/>
                </a:lnTo>
                <a:lnTo>
                  <a:pt x="33959" y="14986"/>
                </a:lnTo>
                <a:lnTo>
                  <a:pt x="34036" y="15163"/>
                </a:lnTo>
                <a:lnTo>
                  <a:pt x="34404" y="15227"/>
                </a:lnTo>
                <a:lnTo>
                  <a:pt x="34455" y="15494"/>
                </a:lnTo>
                <a:lnTo>
                  <a:pt x="35242" y="15494"/>
                </a:lnTo>
                <a:close/>
              </a:path>
              <a:path w="50164" h="40640">
                <a:moveTo>
                  <a:pt x="35318" y="14732"/>
                </a:moveTo>
                <a:lnTo>
                  <a:pt x="35191" y="14478"/>
                </a:lnTo>
                <a:lnTo>
                  <a:pt x="34378" y="14478"/>
                </a:lnTo>
                <a:lnTo>
                  <a:pt x="34493" y="14732"/>
                </a:lnTo>
                <a:lnTo>
                  <a:pt x="35318" y="14732"/>
                </a:lnTo>
                <a:close/>
              </a:path>
              <a:path w="50164" h="40640">
                <a:moveTo>
                  <a:pt x="35369" y="11049"/>
                </a:moveTo>
                <a:lnTo>
                  <a:pt x="34988" y="10795"/>
                </a:lnTo>
                <a:lnTo>
                  <a:pt x="34239" y="10795"/>
                </a:lnTo>
                <a:lnTo>
                  <a:pt x="34201" y="11049"/>
                </a:lnTo>
                <a:lnTo>
                  <a:pt x="35369" y="11049"/>
                </a:lnTo>
                <a:close/>
              </a:path>
              <a:path w="50164" h="40640">
                <a:moveTo>
                  <a:pt x="35394" y="15240"/>
                </a:moveTo>
                <a:lnTo>
                  <a:pt x="35382" y="14986"/>
                </a:lnTo>
                <a:lnTo>
                  <a:pt x="34886" y="14986"/>
                </a:lnTo>
                <a:lnTo>
                  <a:pt x="35064" y="15240"/>
                </a:lnTo>
                <a:lnTo>
                  <a:pt x="35394" y="15240"/>
                </a:lnTo>
                <a:close/>
              </a:path>
              <a:path w="50164" h="40640">
                <a:moveTo>
                  <a:pt x="35483" y="18161"/>
                </a:moveTo>
                <a:lnTo>
                  <a:pt x="34950" y="18161"/>
                </a:lnTo>
                <a:lnTo>
                  <a:pt x="34861" y="18288"/>
                </a:lnTo>
                <a:lnTo>
                  <a:pt x="34810" y="18415"/>
                </a:lnTo>
                <a:lnTo>
                  <a:pt x="34899" y="18161"/>
                </a:lnTo>
                <a:lnTo>
                  <a:pt x="34226" y="18161"/>
                </a:lnTo>
                <a:lnTo>
                  <a:pt x="34671" y="18542"/>
                </a:lnTo>
                <a:lnTo>
                  <a:pt x="35267" y="18542"/>
                </a:lnTo>
                <a:lnTo>
                  <a:pt x="35433" y="18415"/>
                </a:lnTo>
                <a:lnTo>
                  <a:pt x="35483" y="18161"/>
                </a:lnTo>
                <a:close/>
              </a:path>
              <a:path w="50164" h="40640">
                <a:moveTo>
                  <a:pt x="35585" y="8382"/>
                </a:moveTo>
                <a:lnTo>
                  <a:pt x="35496" y="8128"/>
                </a:lnTo>
                <a:lnTo>
                  <a:pt x="35280" y="7874"/>
                </a:lnTo>
                <a:lnTo>
                  <a:pt x="35039" y="7696"/>
                </a:lnTo>
                <a:lnTo>
                  <a:pt x="34798" y="7874"/>
                </a:lnTo>
                <a:lnTo>
                  <a:pt x="35102" y="7874"/>
                </a:lnTo>
                <a:lnTo>
                  <a:pt x="35153" y="8382"/>
                </a:lnTo>
                <a:lnTo>
                  <a:pt x="35585" y="8382"/>
                </a:lnTo>
                <a:close/>
              </a:path>
              <a:path w="50164" h="40640">
                <a:moveTo>
                  <a:pt x="35610" y="9271"/>
                </a:moveTo>
                <a:lnTo>
                  <a:pt x="35204" y="9271"/>
                </a:lnTo>
                <a:lnTo>
                  <a:pt x="35356" y="9017"/>
                </a:lnTo>
                <a:lnTo>
                  <a:pt x="35153" y="8382"/>
                </a:lnTo>
                <a:lnTo>
                  <a:pt x="32143" y="8382"/>
                </a:lnTo>
                <a:lnTo>
                  <a:pt x="31877" y="8636"/>
                </a:lnTo>
                <a:lnTo>
                  <a:pt x="31559" y="9271"/>
                </a:lnTo>
                <a:lnTo>
                  <a:pt x="32118" y="9271"/>
                </a:lnTo>
                <a:lnTo>
                  <a:pt x="35179" y="9271"/>
                </a:lnTo>
                <a:lnTo>
                  <a:pt x="35204" y="9525"/>
                </a:lnTo>
                <a:lnTo>
                  <a:pt x="35572" y="9525"/>
                </a:lnTo>
                <a:lnTo>
                  <a:pt x="35610" y="9271"/>
                </a:lnTo>
                <a:close/>
              </a:path>
              <a:path w="50164" h="40640">
                <a:moveTo>
                  <a:pt x="35877" y="16256"/>
                </a:moveTo>
                <a:lnTo>
                  <a:pt x="35775" y="15748"/>
                </a:lnTo>
                <a:lnTo>
                  <a:pt x="35725" y="15621"/>
                </a:lnTo>
                <a:lnTo>
                  <a:pt x="35394" y="15621"/>
                </a:lnTo>
                <a:lnTo>
                  <a:pt x="34696" y="15621"/>
                </a:lnTo>
                <a:lnTo>
                  <a:pt x="34455" y="15494"/>
                </a:lnTo>
                <a:lnTo>
                  <a:pt x="34493" y="15621"/>
                </a:lnTo>
                <a:lnTo>
                  <a:pt x="34658" y="15621"/>
                </a:lnTo>
                <a:lnTo>
                  <a:pt x="34709" y="15748"/>
                </a:lnTo>
                <a:lnTo>
                  <a:pt x="35064" y="15875"/>
                </a:lnTo>
                <a:lnTo>
                  <a:pt x="35115" y="16002"/>
                </a:lnTo>
                <a:lnTo>
                  <a:pt x="35204" y="16256"/>
                </a:lnTo>
                <a:lnTo>
                  <a:pt x="35826" y="16256"/>
                </a:lnTo>
                <a:lnTo>
                  <a:pt x="35712" y="16129"/>
                </a:lnTo>
                <a:lnTo>
                  <a:pt x="35598" y="16002"/>
                </a:lnTo>
                <a:lnTo>
                  <a:pt x="35509" y="15875"/>
                </a:lnTo>
                <a:lnTo>
                  <a:pt x="35636" y="16002"/>
                </a:lnTo>
                <a:lnTo>
                  <a:pt x="35763" y="16129"/>
                </a:lnTo>
                <a:lnTo>
                  <a:pt x="35877" y="16256"/>
                </a:lnTo>
                <a:close/>
              </a:path>
              <a:path w="50164" h="40640">
                <a:moveTo>
                  <a:pt x="35928" y="16510"/>
                </a:moveTo>
                <a:lnTo>
                  <a:pt x="35877" y="16383"/>
                </a:lnTo>
                <a:lnTo>
                  <a:pt x="35242" y="16383"/>
                </a:lnTo>
                <a:lnTo>
                  <a:pt x="35280" y="16510"/>
                </a:lnTo>
                <a:lnTo>
                  <a:pt x="35928" y="16510"/>
                </a:lnTo>
                <a:close/>
              </a:path>
              <a:path w="50164" h="40640">
                <a:moveTo>
                  <a:pt x="35966" y="17653"/>
                </a:moveTo>
                <a:lnTo>
                  <a:pt x="35521" y="17780"/>
                </a:lnTo>
                <a:lnTo>
                  <a:pt x="35928" y="17780"/>
                </a:lnTo>
                <a:lnTo>
                  <a:pt x="35966" y="17653"/>
                </a:lnTo>
                <a:close/>
              </a:path>
              <a:path w="50164" h="40640">
                <a:moveTo>
                  <a:pt x="36055" y="9525"/>
                </a:moveTo>
                <a:lnTo>
                  <a:pt x="35966" y="8382"/>
                </a:lnTo>
                <a:lnTo>
                  <a:pt x="35585" y="8382"/>
                </a:lnTo>
                <a:lnTo>
                  <a:pt x="35610" y="9271"/>
                </a:lnTo>
                <a:lnTo>
                  <a:pt x="35737" y="9271"/>
                </a:lnTo>
                <a:lnTo>
                  <a:pt x="35737" y="9525"/>
                </a:lnTo>
                <a:lnTo>
                  <a:pt x="35572" y="9525"/>
                </a:lnTo>
                <a:lnTo>
                  <a:pt x="35267" y="9779"/>
                </a:lnTo>
                <a:lnTo>
                  <a:pt x="35407" y="9779"/>
                </a:lnTo>
                <a:lnTo>
                  <a:pt x="35369" y="10033"/>
                </a:lnTo>
                <a:lnTo>
                  <a:pt x="35204" y="10033"/>
                </a:lnTo>
                <a:lnTo>
                  <a:pt x="35140" y="10287"/>
                </a:lnTo>
                <a:lnTo>
                  <a:pt x="35394" y="10287"/>
                </a:lnTo>
                <a:lnTo>
                  <a:pt x="35560" y="10033"/>
                </a:lnTo>
                <a:lnTo>
                  <a:pt x="35560" y="10287"/>
                </a:lnTo>
                <a:lnTo>
                  <a:pt x="35826" y="9779"/>
                </a:lnTo>
                <a:lnTo>
                  <a:pt x="35648" y="9779"/>
                </a:lnTo>
                <a:lnTo>
                  <a:pt x="35737" y="9563"/>
                </a:lnTo>
                <a:lnTo>
                  <a:pt x="35737" y="9779"/>
                </a:lnTo>
                <a:lnTo>
                  <a:pt x="36055" y="9525"/>
                </a:lnTo>
                <a:close/>
              </a:path>
              <a:path w="50164" h="40640">
                <a:moveTo>
                  <a:pt x="36360" y="8382"/>
                </a:moveTo>
                <a:lnTo>
                  <a:pt x="35966" y="8382"/>
                </a:lnTo>
                <a:lnTo>
                  <a:pt x="36309" y="8509"/>
                </a:lnTo>
                <a:lnTo>
                  <a:pt x="36360" y="8382"/>
                </a:lnTo>
                <a:close/>
              </a:path>
              <a:path w="50164" h="40640">
                <a:moveTo>
                  <a:pt x="36423" y="19812"/>
                </a:moveTo>
                <a:lnTo>
                  <a:pt x="33528" y="19812"/>
                </a:lnTo>
                <a:lnTo>
                  <a:pt x="33489" y="20066"/>
                </a:lnTo>
                <a:lnTo>
                  <a:pt x="36220" y="20066"/>
                </a:lnTo>
                <a:lnTo>
                  <a:pt x="36423" y="19812"/>
                </a:lnTo>
                <a:close/>
              </a:path>
              <a:path w="50164" h="40640">
                <a:moveTo>
                  <a:pt x="36525" y="12458"/>
                </a:moveTo>
                <a:lnTo>
                  <a:pt x="36461" y="12204"/>
                </a:lnTo>
                <a:lnTo>
                  <a:pt x="36360" y="12433"/>
                </a:lnTo>
                <a:lnTo>
                  <a:pt x="36525" y="12458"/>
                </a:lnTo>
                <a:close/>
              </a:path>
              <a:path w="50164" h="40640">
                <a:moveTo>
                  <a:pt x="36563" y="19177"/>
                </a:moveTo>
                <a:lnTo>
                  <a:pt x="35090" y="19177"/>
                </a:lnTo>
                <a:lnTo>
                  <a:pt x="35090" y="19304"/>
                </a:lnTo>
                <a:lnTo>
                  <a:pt x="36550" y="19304"/>
                </a:lnTo>
                <a:lnTo>
                  <a:pt x="36563" y="19177"/>
                </a:lnTo>
                <a:close/>
              </a:path>
              <a:path w="50164" h="40640">
                <a:moveTo>
                  <a:pt x="36576" y="18923"/>
                </a:moveTo>
                <a:lnTo>
                  <a:pt x="35090" y="18923"/>
                </a:lnTo>
                <a:lnTo>
                  <a:pt x="35090" y="19050"/>
                </a:lnTo>
                <a:lnTo>
                  <a:pt x="36576" y="19050"/>
                </a:lnTo>
                <a:lnTo>
                  <a:pt x="36576" y="18923"/>
                </a:lnTo>
                <a:close/>
              </a:path>
              <a:path w="50164" h="40640">
                <a:moveTo>
                  <a:pt x="36588" y="20066"/>
                </a:moveTo>
                <a:lnTo>
                  <a:pt x="36220" y="20066"/>
                </a:lnTo>
                <a:lnTo>
                  <a:pt x="36118" y="20193"/>
                </a:lnTo>
                <a:lnTo>
                  <a:pt x="36017" y="20320"/>
                </a:lnTo>
                <a:lnTo>
                  <a:pt x="35966" y="20701"/>
                </a:lnTo>
                <a:lnTo>
                  <a:pt x="36588" y="20066"/>
                </a:lnTo>
                <a:close/>
              </a:path>
              <a:path w="50164" h="40640">
                <a:moveTo>
                  <a:pt x="36626" y="19685"/>
                </a:moveTo>
                <a:lnTo>
                  <a:pt x="36423" y="19812"/>
                </a:lnTo>
                <a:lnTo>
                  <a:pt x="36614" y="19812"/>
                </a:lnTo>
                <a:lnTo>
                  <a:pt x="36626" y="19685"/>
                </a:lnTo>
                <a:close/>
              </a:path>
              <a:path w="50164" h="40640">
                <a:moveTo>
                  <a:pt x="36626" y="18415"/>
                </a:moveTo>
                <a:lnTo>
                  <a:pt x="36385" y="18415"/>
                </a:lnTo>
                <a:lnTo>
                  <a:pt x="36410" y="18542"/>
                </a:lnTo>
                <a:lnTo>
                  <a:pt x="35267" y="18542"/>
                </a:lnTo>
                <a:lnTo>
                  <a:pt x="35090" y="18669"/>
                </a:lnTo>
                <a:lnTo>
                  <a:pt x="35090" y="18796"/>
                </a:lnTo>
                <a:lnTo>
                  <a:pt x="36588" y="18796"/>
                </a:lnTo>
                <a:lnTo>
                  <a:pt x="36626" y="18415"/>
                </a:lnTo>
                <a:close/>
              </a:path>
              <a:path w="50164" h="40640">
                <a:moveTo>
                  <a:pt x="36639" y="18161"/>
                </a:moveTo>
                <a:lnTo>
                  <a:pt x="36563" y="18034"/>
                </a:lnTo>
                <a:lnTo>
                  <a:pt x="35547" y="18034"/>
                </a:lnTo>
                <a:lnTo>
                  <a:pt x="35534" y="17907"/>
                </a:lnTo>
                <a:lnTo>
                  <a:pt x="35521" y="17780"/>
                </a:lnTo>
                <a:lnTo>
                  <a:pt x="35623" y="17399"/>
                </a:lnTo>
                <a:lnTo>
                  <a:pt x="35648" y="17272"/>
                </a:lnTo>
                <a:lnTo>
                  <a:pt x="35801" y="17399"/>
                </a:lnTo>
                <a:lnTo>
                  <a:pt x="36106" y="17272"/>
                </a:lnTo>
                <a:lnTo>
                  <a:pt x="36182" y="17399"/>
                </a:lnTo>
                <a:lnTo>
                  <a:pt x="36258" y="17526"/>
                </a:lnTo>
                <a:lnTo>
                  <a:pt x="36334" y="17653"/>
                </a:lnTo>
                <a:lnTo>
                  <a:pt x="36410" y="17780"/>
                </a:lnTo>
                <a:lnTo>
                  <a:pt x="36487" y="17907"/>
                </a:lnTo>
                <a:lnTo>
                  <a:pt x="36474" y="17399"/>
                </a:lnTo>
                <a:lnTo>
                  <a:pt x="36360" y="17272"/>
                </a:lnTo>
                <a:lnTo>
                  <a:pt x="36233" y="17145"/>
                </a:lnTo>
                <a:lnTo>
                  <a:pt x="36576" y="17018"/>
                </a:lnTo>
                <a:lnTo>
                  <a:pt x="36398" y="16891"/>
                </a:lnTo>
                <a:lnTo>
                  <a:pt x="35458" y="16891"/>
                </a:lnTo>
                <a:lnTo>
                  <a:pt x="35458" y="17018"/>
                </a:lnTo>
                <a:lnTo>
                  <a:pt x="35369" y="17272"/>
                </a:lnTo>
                <a:lnTo>
                  <a:pt x="35458" y="17018"/>
                </a:lnTo>
                <a:lnTo>
                  <a:pt x="35458" y="16891"/>
                </a:lnTo>
                <a:lnTo>
                  <a:pt x="33578" y="16891"/>
                </a:lnTo>
                <a:lnTo>
                  <a:pt x="33439" y="16891"/>
                </a:lnTo>
                <a:lnTo>
                  <a:pt x="33337" y="18034"/>
                </a:lnTo>
                <a:lnTo>
                  <a:pt x="33604" y="18034"/>
                </a:lnTo>
                <a:lnTo>
                  <a:pt x="33718" y="17907"/>
                </a:lnTo>
                <a:lnTo>
                  <a:pt x="33845" y="17653"/>
                </a:lnTo>
                <a:lnTo>
                  <a:pt x="33870" y="17272"/>
                </a:lnTo>
                <a:lnTo>
                  <a:pt x="34023" y="17272"/>
                </a:lnTo>
                <a:lnTo>
                  <a:pt x="34048" y="17653"/>
                </a:lnTo>
                <a:lnTo>
                  <a:pt x="34290" y="17653"/>
                </a:lnTo>
                <a:lnTo>
                  <a:pt x="34251" y="18034"/>
                </a:lnTo>
                <a:lnTo>
                  <a:pt x="34950" y="18034"/>
                </a:lnTo>
                <a:lnTo>
                  <a:pt x="34988" y="17907"/>
                </a:lnTo>
                <a:lnTo>
                  <a:pt x="35013" y="18034"/>
                </a:lnTo>
                <a:lnTo>
                  <a:pt x="35496" y="18034"/>
                </a:lnTo>
                <a:lnTo>
                  <a:pt x="35560" y="18161"/>
                </a:lnTo>
                <a:lnTo>
                  <a:pt x="36639" y="18161"/>
                </a:lnTo>
                <a:close/>
              </a:path>
              <a:path w="50164" h="40640">
                <a:moveTo>
                  <a:pt x="36639" y="7112"/>
                </a:moveTo>
                <a:lnTo>
                  <a:pt x="36423" y="6858"/>
                </a:lnTo>
                <a:lnTo>
                  <a:pt x="36487" y="6604"/>
                </a:lnTo>
                <a:lnTo>
                  <a:pt x="33083" y="6604"/>
                </a:lnTo>
                <a:lnTo>
                  <a:pt x="33007" y="7112"/>
                </a:lnTo>
                <a:lnTo>
                  <a:pt x="32956" y="7239"/>
                </a:lnTo>
                <a:lnTo>
                  <a:pt x="32677" y="7112"/>
                </a:lnTo>
                <a:lnTo>
                  <a:pt x="33007" y="7112"/>
                </a:lnTo>
                <a:lnTo>
                  <a:pt x="33007" y="6553"/>
                </a:lnTo>
                <a:lnTo>
                  <a:pt x="32753" y="6350"/>
                </a:lnTo>
                <a:lnTo>
                  <a:pt x="32867" y="5461"/>
                </a:lnTo>
                <a:lnTo>
                  <a:pt x="24269" y="5461"/>
                </a:lnTo>
                <a:lnTo>
                  <a:pt x="24307" y="6604"/>
                </a:lnTo>
                <a:lnTo>
                  <a:pt x="32753" y="6604"/>
                </a:lnTo>
                <a:lnTo>
                  <a:pt x="32677" y="6858"/>
                </a:lnTo>
                <a:lnTo>
                  <a:pt x="32600" y="7112"/>
                </a:lnTo>
                <a:lnTo>
                  <a:pt x="24142" y="7112"/>
                </a:lnTo>
                <a:lnTo>
                  <a:pt x="24091" y="7251"/>
                </a:lnTo>
                <a:lnTo>
                  <a:pt x="23939" y="7112"/>
                </a:lnTo>
                <a:lnTo>
                  <a:pt x="23787" y="7239"/>
                </a:lnTo>
                <a:lnTo>
                  <a:pt x="23710" y="7112"/>
                </a:lnTo>
                <a:lnTo>
                  <a:pt x="23507" y="7366"/>
                </a:lnTo>
                <a:lnTo>
                  <a:pt x="23634" y="7366"/>
                </a:lnTo>
                <a:lnTo>
                  <a:pt x="23863" y="7366"/>
                </a:lnTo>
                <a:lnTo>
                  <a:pt x="24053" y="7366"/>
                </a:lnTo>
                <a:lnTo>
                  <a:pt x="24244" y="7366"/>
                </a:lnTo>
                <a:lnTo>
                  <a:pt x="32905" y="7366"/>
                </a:lnTo>
                <a:lnTo>
                  <a:pt x="33147" y="7366"/>
                </a:lnTo>
                <a:lnTo>
                  <a:pt x="33096" y="7620"/>
                </a:lnTo>
                <a:lnTo>
                  <a:pt x="31407" y="7620"/>
                </a:lnTo>
                <a:lnTo>
                  <a:pt x="31597" y="7467"/>
                </a:lnTo>
                <a:lnTo>
                  <a:pt x="30848" y="7467"/>
                </a:lnTo>
                <a:lnTo>
                  <a:pt x="30784" y="7620"/>
                </a:lnTo>
                <a:lnTo>
                  <a:pt x="23406" y="7620"/>
                </a:lnTo>
                <a:lnTo>
                  <a:pt x="23406" y="7874"/>
                </a:lnTo>
                <a:lnTo>
                  <a:pt x="23558" y="7874"/>
                </a:lnTo>
                <a:lnTo>
                  <a:pt x="23558" y="8001"/>
                </a:lnTo>
                <a:lnTo>
                  <a:pt x="23266" y="7874"/>
                </a:lnTo>
                <a:lnTo>
                  <a:pt x="23075" y="7874"/>
                </a:lnTo>
                <a:lnTo>
                  <a:pt x="23304" y="7620"/>
                </a:lnTo>
                <a:lnTo>
                  <a:pt x="23482" y="7366"/>
                </a:lnTo>
                <a:lnTo>
                  <a:pt x="23622" y="7112"/>
                </a:lnTo>
                <a:lnTo>
                  <a:pt x="23939" y="7112"/>
                </a:lnTo>
                <a:lnTo>
                  <a:pt x="24142" y="7112"/>
                </a:lnTo>
                <a:lnTo>
                  <a:pt x="24231" y="6858"/>
                </a:lnTo>
                <a:lnTo>
                  <a:pt x="24307" y="6604"/>
                </a:lnTo>
                <a:lnTo>
                  <a:pt x="22034" y="6604"/>
                </a:lnTo>
                <a:lnTo>
                  <a:pt x="22212" y="6858"/>
                </a:lnTo>
                <a:lnTo>
                  <a:pt x="22225" y="7620"/>
                </a:lnTo>
                <a:lnTo>
                  <a:pt x="22529" y="7620"/>
                </a:lnTo>
                <a:lnTo>
                  <a:pt x="22644" y="7366"/>
                </a:lnTo>
                <a:lnTo>
                  <a:pt x="22796" y="7620"/>
                </a:lnTo>
                <a:lnTo>
                  <a:pt x="22529" y="7620"/>
                </a:lnTo>
                <a:lnTo>
                  <a:pt x="22479" y="8382"/>
                </a:lnTo>
                <a:lnTo>
                  <a:pt x="24765" y="8382"/>
                </a:lnTo>
                <a:lnTo>
                  <a:pt x="24765" y="8674"/>
                </a:lnTo>
                <a:lnTo>
                  <a:pt x="24841" y="8382"/>
                </a:lnTo>
                <a:lnTo>
                  <a:pt x="32143" y="8382"/>
                </a:lnTo>
                <a:lnTo>
                  <a:pt x="32346" y="8128"/>
                </a:lnTo>
                <a:lnTo>
                  <a:pt x="32143" y="8128"/>
                </a:lnTo>
                <a:lnTo>
                  <a:pt x="32981" y="7874"/>
                </a:lnTo>
                <a:lnTo>
                  <a:pt x="33667" y="7874"/>
                </a:lnTo>
                <a:lnTo>
                  <a:pt x="34226" y="7874"/>
                </a:lnTo>
                <a:lnTo>
                  <a:pt x="34455" y="7874"/>
                </a:lnTo>
                <a:lnTo>
                  <a:pt x="34683" y="7874"/>
                </a:lnTo>
                <a:lnTo>
                  <a:pt x="34950" y="7620"/>
                </a:lnTo>
                <a:lnTo>
                  <a:pt x="34302" y="7620"/>
                </a:lnTo>
                <a:lnTo>
                  <a:pt x="34175" y="7645"/>
                </a:lnTo>
                <a:lnTo>
                  <a:pt x="34036" y="7670"/>
                </a:lnTo>
                <a:lnTo>
                  <a:pt x="33642" y="7747"/>
                </a:lnTo>
                <a:lnTo>
                  <a:pt x="33629" y="7620"/>
                </a:lnTo>
                <a:lnTo>
                  <a:pt x="33820" y="7620"/>
                </a:lnTo>
                <a:lnTo>
                  <a:pt x="33820" y="7366"/>
                </a:lnTo>
                <a:lnTo>
                  <a:pt x="33591" y="7366"/>
                </a:lnTo>
                <a:lnTo>
                  <a:pt x="33566" y="7226"/>
                </a:lnTo>
                <a:lnTo>
                  <a:pt x="33413" y="7277"/>
                </a:lnTo>
                <a:lnTo>
                  <a:pt x="33515" y="7112"/>
                </a:lnTo>
                <a:lnTo>
                  <a:pt x="33718" y="7112"/>
                </a:lnTo>
                <a:lnTo>
                  <a:pt x="33845" y="7112"/>
                </a:lnTo>
                <a:lnTo>
                  <a:pt x="33693" y="7175"/>
                </a:lnTo>
                <a:lnTo>
                  <a:pt x="34277" y="7366"/>
                </a:lnTo>
                <a:lnTo>
                  <a:pt x="34328" y="7112"/>
                </a:lnTo>
                <a:lnTo>
                  <a:pt x="33642" y="6858"/>
                </a:lnTo>
                <a:lnTo>
                  <a:pt x="35064" y="7112"/>
                </a:lnTo>
                <a:lnTo>
                  <a:pt x="36639" y="7112"/>
                </a:lnTo>
                <a:close/>
              </a:path>
              <a:path w="50164" h="40640">
                <a:moveTo>
                  <a:pt x="36652" y="3276"/>
                </a:moveTo>
                <a:lnTo>
                  <a:pt x="34048" y="2730"/>
                </a:lnTo>
                <a:lnTo>
                  <a:pt x="33147" y="2540"/>
                </a:lnTo>
                <a:lnTo>
                  <a:pt x="32867" y="2540"/>
                </a:lnTo>
                <a:lnTo>
                  <a:pt x="32956" y="2730"/>
                </a:lnTo>
                <a:lnTo>
                  <a:pt x="33083" y="2730"/>
                </a:lnTo>
                <a:lnTo>
                  <a:pt x="33210" y="3276"/>
                </a:lnTo>
                <a:lnTo>
                  <a:pt x="33337" y="2730"/>
                </a:lnTo>
                <a:lnTo>
                  <a:pt x="33820" y="3276"/>
                </a:lnTo>
                <a:lnTo>
                  <a:pt x="36652" y="3276"/>
                </a:lnTo>
                <a:close/>
              </a:path>
              <a:path w="50164" h="40640">
                <a:moveTo>
                  <a:pt x="36703" y="13995"/>
                </a:moveTo>
                <a:lnTo>
                  <a:pt x="36614" y="13817"/>
                </a:lnTo>
                <a:lnTo>
                  <a:pt x="36512" y="13970"/>
                </a:lnTo>
                <a:lnTo>
                  <a:pt x="36677" y="13995"/>
                </a:lnTo>
                <a:close/>
              </a:path>
              <a:path w="50164" h="40640">
                <a:moveTo>
                  <a:pt x="36728" y="16764"/>
                </a:moveTo>
                <a:close/>
              </a:path>
              <a:path w="50164" h="40640">
                <a:moveTo>
                  <a:pt x="36817" y="36741"/>
                </a:moveTo>
                <a:lnTo>
                  <a:pt x="36753" y="36283"/>
                </a:lnTo>
                <a:lnTo>
                  <a:pt x="36766" y="36880"/>
                </a:lnTo>
                <a:lnTo>
                  <a:pt x="36703" y="37719"/>
                </a:lnTo>
                <a:lnTo>
                  <a:pt x="36766" y="38176"/>
                </a:lnTo>
                <a:lnTo>
                  <a:pt x="36753" y="37579"/>
                </a:lnTo>
                <a:lnTo>
                  <a:pt x="36817" y="36741"/>
                </a:lnTo>
                <a:close/>
              </a:path>
              <a:path w="50164" h="40640">
                <a:moveTo>
                  <a:pt x="36855" y="39306"/>
                </a:moveTo>
                <a:lnTo>
                  <a:pt x="36779" y="38760"/>
                </a:lnTo>
                <a:lnTo>
                  <a:pt x="36779" y="40563"/>
                </a:lnTo>
                <a:lnTo>
                  <a:pt x="36791" y="39966"/>
                </a:lnTo>
                <a:lnTo>
                  <a:pt x="36855" y="39306"/>
                </a:lnTo>
                <a:close/>
              </a:path>
              <a:path w="50164" h="40640">
                <a:moveTo>
                  <a:pt x="36906" y="13004"/>
                </a:moveTo>
                <a:lnTo>
                  <a:pt x="36817" y="12712"/>
                </a:lnTo>
                <a:lnTo>
                  <a:pt x="36601" y="12509"/>
                </a:lnTo>
                <a:lnTo>
                  <a:pt x="36626" y="13093"/>
                </a:lnTo>
                <a:lnTo>
                  <a:pt x="36906" y="13004"/>
                </a:lnTo>
                <a:close/>
              </a:path>
              <a:path w="50164" h="40640">
                <a:moveTo>
                  <a:pt x="36957" y="16510"/>
                </a:moveTo>
                <a:lnTo>
                  <a:pt x="35928" y="16510"/>
                </a:lnTo>
                <a:lnTo>
                  <a:pt x="35966" y="16637"/>
                </a:lnTo>
                <a:lnTo>
                  <a:pt x="36169" y="16637"/>
                </a:lnTo>
                <a:lnTo>
                  <a:pt x="36449" y="16891"/>
                </a:lnTo>
                <a:lnTo>
                  <a:pt x="36423" y="16637"/>
                </a:lnTo>
                <a:lnTo>
                  <a:pt x="36664" y="16751"/>
                </a:lnTo>
                <a:lnTo>
                  <a:pt x="36957" y="16510"/>
                </a:lnTo>
                <a:close/>
              </a:path>
              <a:path w="50164" h="40640">
                <a:moveTo>
                  <a:pt x="37109" y="8636"/>
                </a:moveTo>
                <a:lnTo>
                  <a:pt x="36715" y="8636"/>
                </a:lnTo>
                <a:lnTo>
                  <a:pt x="36652" y="8890"/>
                </a:lnTo>
                <a:lnTo>
                  <a:pt x="37109" y="8636"/>
                </a:lnTo>
                <a:close/>
              </a:path>
              <a:path w="50164" h="40640">
                <a:moveTo>
                  <a:pt x="37147" y="16383"/>
                </a:moveTo>
                <a:lnTo>
                  <a:pt x="37033" y="16256"/>
                </a:lnTo>
                <a:lnTo>
                  <a:pt x="35877" y="16256"/>
                </a:lnTo>
                <a:lnTo>
                  <a:pt x="35991" y="16383"/>
                </a:lnTo>
                <a:lnTo>
                  <a:pt x="37147" y="16383"/>
                </a:lnTo>
                <a:close/>
              </a:path>
              <a:path w="50164" h="40640">
                <a:moveTo>
                  <a:pt x="37261" y="8382"/>
                </a:moveTo>
                <a:lnTo>
                  <a:pt x="36360" y="8382"/>
                </a:lnTo>
                <a:lnTo>
                  <a:pt x="36449" y="8559"/>
                </a:lnTo>
                <a:lnTo>
                  <a:pt x="36614" y="8610"/>
                </a:lnTo>
                <a:lnTo>
                  <a:pt x="37261" y="8382"/>
                </a:lnTo>
                <a:close/>
              </a:path>
              <a:path w="50164" h="40640">
                <a:moveTo>
                  <a:pt x="37274" y="16256"/>
                </a:moveTo>
                <a:lnTo>
                  <a:pt x="37249" y="15875"/>
                </a:lnTo>
                <a:lnTo>
                  <a:pt x="37147" y="15748"/>
                </a:lnTo>
                <a:lnTo>
                  <a:pt x="37033" y="15621"/>
                </a:lnTo>
                <a:lnTo>
                  <a:pt x="37033" y="16256"/>
                </a:lnTo>
                <a:lnTo>
                  <a:pt x="37274" y="16256"/>
                </a:lnTo>
                <a:close/>
              </a:path>
              <a:path w="50164" h="40640">
                <a:moveTo>
                  <a:pt x="37287" y="16510"/>
                </a:moveTo>
                <a:lnTo>
                  <a:pt x="37274" y="16383"/>
                </a:lnTo>
                <a:lnTo>
                  <a:pt x="37147" y="16383"/>
                </a:lnTo>
                <a:lnTo>
                  <a:pt x="36957" y="16510"/>
                </a:lnTo>
                <a:lnTo>
                  <a:pt x="37287" y="16510"/>
                </a:lnTo>
                <a:close/>
              </a:path>
              <a:path w="50164" h="40640">
                <a:moveTo>
                  <a:pt x="37426" y="18034"/>
                </a:moveTo>
                <a:lnTo>
                  <a:pt x="37312" y="17399"/>
                </a:lnTo>
                <a:lnTo>
                  <a:pt x="37020" y="17145"/>
                </a:lnTo>
                <a:lnTo>
                  <a:pt x="36626" y="16891"/>
                </a:lnTo>
                <a:lnTo>
                  <a:pt x="36449" y="16891"/>
                </a:lnTo>
                <a:lnTo>
                  <a:pt x="36626" y="17018"/>
                </a:lnTo>
                <a:lnTo>
                  <a:pt x="36982" y="17272"/>
                </a:lnTo>
                <a:lnTo>
                  <a:pt x="37071" y="17399"/>
                </a:lnTo>
                <a:lnTo>
                  <a:pt x="37147" y="17526"/>
                </a:lnTo>
                <a:lnTo>
                  <a:pt x="37223" y="17653"/>
                </a:lnTo>
                <a:lnTo>
                  <a:pt x="37299" y="17780"/>
                </a:lnTo>
                <a:lnTo>
                  <a:pt x="37363" y="17907"/>
                </a:lnTo>
                <a:lnTo>
                  <a:pt x="37426" y="18034"/>
                </a:lnTo>
                <a:close/>
              </a:path>
              <a:path w="50164" h="40640">
                <a:moveTo>
                  <a:pt x="37426" y="7874"/>
                </a:moveTo>
                <a:lnTo>
                  <a:pt x="37287" y="7620"/>
                </a:lnTo>
                <a:lnTo>
                  <a:pt x="35128" y="7620"/>
                </a:lnTo>
                <a:lnTo>
                  <a:pt x="37426" y="7874"/>
                </a:lnTo>
                <a:close/>
              </a:path>
              <a:path w="50164" h="40640">
                <a:moveTo>
                  <a:pt x="37477" y="16256"/>
                </a:moveTo>
                <a:lnTo>
                  <a:pt x="37274" y="16256"/>
                </a:lnTo>
                <a:lnTo>
                  <a:pt x="37274" y="16383"/>
                </a:lnTo>
                <a:lnTo>
                  <a:pt x="37465" y="16383"/>
                </a:lnTo>
                <a:lnTo>
                  <a:pt x="37477" y="16256"/>
                </a:lnTo>
                <a:close/>
              </a:path>
              <a:path w="50164" h="40640">
                <a:moveTo>
                  <a:pt x="37503" y="18034"/>
                </a:moveTo>
                <a:lnTo>
                  <a:pt x="36639" y="18034"/>
                </a:lnTo>
                <a:lnTo>
                  <a:pt x="36664" y="18161"/>
                </a:lnTo>
                <a:lnTo>
                  <a:pt x="37490" y="18161"/>
                </a:lnTo>
                <a:lnTo>
                  <a:pt x="37503" y="18034"/>
                </a:lnTo>
                <a:close/>
              </a:path>
              <a:path w="50164" h="40640">
                <a:moveTo>
                  <a:pt x="37566" y="15494"/>
                </a:moveTo>
                <a:lnTo>
                  <a:pt x="37185" y="15494"/>
                </a:lnTo>
                <a:lnTo>
                  <a:pt x="37274" y="15748"/>
                </a:lnTo>
                <a:lnTo>
                  <a:pt x="37528" y="15875"/>
                </a:lnTo>
                <a:lnTo>
                  <a:pt x="37566" y="15494"/>
                </a:lnTo>
                <a:close/>
              </a:path>
              <a:path w="50164" h="40640">
                <a:moveTo>
                  <a:pt x="37579" y="16002"/>
                </a:moveTo>
                <a:lnTo>
                  <a:pt x="37312" y="15875"/>
                </a:lnTo>
                <a:lnTo>
                  <a:pt x="37401" y="16002"/>
                </a:lnTo>
                <a:lnTo>
                  <a:pt x="37477" y="16256"/>
                </a:lnTo>
                <a:lnTo>
                  <a:pt x="37579" y="16002"/>
                </a:lnTo>
                <a:close/>
              </a:path>
              <a:path w="50164" h="40640">
                <a:moveTo>
                  <a:pt x="37706" y="16383"/>
                </a:moveTo>
                <a:lnTo>
                  <a:pt x="37465" y="16383"/>
                </a:lnTo>
                <a:lnTo>
                  <a:pt x="37655" y="16510"/>
                </a:lnTo>
                <a:lnTo>
                  <a:pt x="37706" y="16383"/>
                </a:lnTo>
                <a:close/>
              </a:path>
              <a:path w="50164" h="40640">
                <a:moveTo>
                  <a:pt x="37871" y="15494"/>
                </a:moveTo>
                <a:lnTo>
                  <a:pt x="37566" y="15494"/>
                </a:lnTo>
                <a:lnTo>
                  <a:pt x="37579" y="15621"/>
                </a:lnTo>
                <a:lnTo>
                  <a:pt x="37782" y="15621"/>
                </a:lnTo>
                <a:lnTo>
                  <a:pt x="37871" y="15494"/>
                </a:lnTo>
                <a:close/>
              </a:path>
              <a:path w="50164" h="40640">
                <a:moveTo>
                  <a:pt x="37973" y="16383"/>
                </a:moveTo>
                <a:lnTo>
                  <a:pt x="37858" y="16256"/>
                </a:lnTo>
                <a:lnTo>
                  <a:pt x="37668" y="16256"/>
                </a:lnTo>
                <a:lnTo>
                  <a:pt x="37706" y="16383"/>
                </a:lnTo>
                <a:lnTo>
                  <a:pt x="37973" y="16383"/>
                </a:lnTo>
                <a:close/>
              </a:path>
              <a:path w="50164" h="40640">
                <a:moveTo>
                  <a:pt x="38074" y="16510"/>
                </a:moveTo>
                <a:lnTo>
                  <a:pt x="37693" y="16510"/>
                </a:lnTo>
                <a:lnTo>
                  <a:pt x="37642" y="16891"/>
                </a:lnTo>
                <a:lnTo>
                  <a:pt x="37655" y="16510"/>
                </a:lnTo>
                <a:lnTo>
                  <a:pt x="37287" y="16510"/>
                </a:lnTo>
                <a:lnTo>
                  <a:pt x="37299" y="16891"/>
                </a:lnTo>
                <a:lnTo>
                  <a:pt x="36982" y="16891"/>
                </a:lnTo>
                <a:lnTo>
                  <a:pt x="36817" y="16891"/>
                </a:lnTo>
                <a:lnTo>
                  <a:pt x="37096" y="17018"/>
                </a:lnTo>
                <a:lnTo>
                  <a:pt x="37807" y="16891"/>
                </a:lnTo>
                <a:lnTo>
                  <a:pt x="38023" y="16637"/>
                </a:lnTo>
                <a:lnTo>
                  <a:pt x="38074" y="16510"/>
                </a:lnTo>
                <a:close/>
              </a:path>
              <a:path w="50164" h="40640">
                <a:moveTo>
                  <a:pt x="38100" y="13119"/>
                </a:moveTo>
                <a:lnTo>
                  <a:pt x="37757" y="13119"/>
                </a:lnTo>
                <a:lnTo>
                  <a:pt x="37668" y="13335"/>
                </a:lnTo>
                <a:lnTo>
                  <a:pt x="37553" y="14046"/>
                </a:lnTo>
                <a:lnTo>
                  <a:pt x="38100" y="13119"/>
                </a:lnTo>
                <a:close/>
              </a:path>
              <a:path w="50164" h="40640">
                <a:moveTo>
                  <a:pt x="38239" y="15621"/>
                </a:moveTo>
                <a:lnTo>
                  <a:pt x="37782" y="15621"/>
                </a:lnTo>
                <a:lnTo>
                  <a:pt x="37858" y="16256"/>
                </a:lnTo>
                <a:lnTo>
                  <a:pt x="38214" y="16256"/>
                </a:lnTo>
                <a:lnTo>
                  <a:pt x="38239" y="15621"/>
                </a:lnTo>
                <a:close/>
              </a:path>
              <a:path w="50164" h="40640">
                <a:moveTo>
                  <a:pt x="38252" y="16510"/>
                </a:moveTo>
                <a:lnTo>
                  <a:pt x="38239" y="16383"/>
                </a:lnTo>
                <a:lnTo>
                  <a:pt x="37973" y="16383"/>
                </a:lnTo>
                <a:lnTo>
                  <a:pt x="38074" y="16510"/>
                </a:lnTo>
                <a:lnTo>
                  <a:pt x="38252" y="16510"/>
                </a:lnTo>
                <a:close/>
              </a:path>
              <a:path w="50164" h="40640">
                <a:moveTo>
                  <a:pt x="38290" y="14986"/>
                </a:moveTo>
                <a:lnTo>
                  <a:pt x="37630" y="14986"/>
                </a:lnTo>
                <a:lnTo>
                  <a:pt x="37414" y="14947"/>
                </a:lnTo>
                <a:lnTo>
                  <a:pt x="37096" y="14909"/>
                </a:lnTo>
                <a:lnTo>
                  <a:pt x="37312" y="14566"/>
                </a:lnTo>
                <a:lnTo>
                  <a:pt x="37172" y="14439"/>
                </a:lnTo>
                <a:lnTo>
                  <a:pt x="37096" y="13995"/>
                </a:lnTo>
                <a:lnTo>
                  <a:pt x="36741" y="14109"/>
                </a:lnTo>
                <a:lnTo>
                  <a:pt x="36944" y="14274"/>
                </a:lnTo>
                <a:lnTo>
                  <a:pt x="37071" y="14274"/>
                </a:lnTo>
                <a:lnTo>
                  <a:pt x="37172" y="14605"/>
                </a:lnTo>
                <a:lnTo>
                  <a:pt x="37007" y="14770"/>
                </a:lnTo>
                <a:lnTo>
                  <a:pt x="37007" y="14986"/>
                </a:lnTo>
                <a:lnTo>
                  <a:pt x="37007" y="14770"/>
                </a:lnTo>
                <a:lnTo>
                  <a:pt x="36817" y="14935"/>
                </a:lnTo>
                <a:lnTo>
                  <a:pt x="35636" y="14986"/>
                </a:lnTo>
                <a:lnTo>
                  <a:pt x="35572" y="14617"/>
                </a:lnTo>
                <a:lnTo>
                  <a:pt x="35636" y="14363"/>
                </a:lnTo>
                <a:lnTo>
                  <a:pt x="35445" y="14274"/>
                </a:lnTo>
                <a:lnTo>
                  <a:pt x="35572" y="13868"/>
                </a:lnTo>
                <a:lnTo>
                  <a:pt x="35369" y="13906"/>
                </a:lnTo>
                <a:lnTo>
                  <a:pt x="35344" y="13703"/>
                </a:lnTo>
                <a:lnTo>
                  <a:pt x="35318" y="13423"/>
                </a:lnTo>
                <a:lnTo>
                  <a:pt x="35115" y="13462"/>
                </a:lnTo>
                <a:lnTo>
                  <a:pt x="35052" y="13233"/>
                </a:lnTo>
                <a:lnTo>
                  <a:pt x="35356" y="14046"/>
                </a:lnTo>
                <a:lnTo>
                  <a:pt x="35407" y="14643"/>
                </a:lnTo>
                <a:lnTo>
                  <a:pt x="35433" y="14986"/>
                </a:lnTo>
                <a:lnTo>
                  <a:pt x="35471" y="15240"/>
                </a:lnTo>
                <a:lnTo>
                  <a:pt x="35394" y="15494"/>
                </a:lnTo>
                <a:lnTo>
                  <a:pt x="35636" y="15494"/>
                </a:lnTo>
                <a:lnTo>
                  <a:pt x="35725" y="15621"/>
                </a:lnTo>
                <a:lnTo>
                  <a:pt x="36042" y="15913"/>
                </a:lnTo>
                <a:lnTo>
                  <a:pt x="35941" y="15621"/>
                </a:lnTo>
                <a:lnTo>
                  <a:pt x="37033" y="15621"/>
                </a:lnTo>
                <a:lnTo>
                  <a:pt x="37172" y="15621"/>
                </a:lnTo>
                <a:lnTo>
                  <a:pt x="37071" y="15494"/>
                </a:lnTo>
                <a:lnTo>
                  <a:pt x="35775" y="15494"/>
                </a:lnTo>
                <a:lnTo>
                  <a:pt x="35737" y="15240"/>
                </a:lnTo>
                <a:lnTo>
                  <a:pt x="37363" y="15240"/>
                </a:lnTo>
                <a:lnTo>
                  <a:pt x="38188" y="15240"/>
                </a:lnTo>
                <a:lnTo>
                  <a:pt x="38290" y="14986"/>
                </a:lnTo>
                <a:close/>
              </a:path>
              <a:path w="50164" h="40640">
                <a:moveTo>
                  <a:pt x="38303" y="17018"/>
                </a:moveTo>
                <a:lnTo>
                  <a:pt x="38290" y="16891"/>
                </a:lnTo>
                <a:lnTo>
                  <a:pt x="37807" y="16891"/>
                </a:lnTo>
                <a:lnTo>
                  <a:pt x="38074" y="17145"/>
                </a:lnTo>
                <a:lnTo>
                  <a:pt x="38303" y="17018"/>
                </a:lnTo>
                <a:close/>
              </a:path>
              <a:path w="50164" h="40640">
                <a:moveTo>
                  <a:pt x="38404" y="12687"/>
                </a:moveTo>
                <a:lnTo>
                  <a:pt x="37960" y="12687"/>
                </a:lnTo>
                <a:lnTo>
                  <a:pt x="38023" y="12979"/>
                </a:lnTo>
                <a:lnTo>
                  <a:pt x="38188" y="12979"/>
                </a:lnTo>
                <a:lnTo>
                  <a:pt x="38404" y="12687"/>
                </a:lnTo>
                <a:close/>
              </a:path>
              <a:path w="50164" h="40640">
                <a:moveTo>
                  <a:pt x="38544" y="15240"/>
                </a:moveTo>
                <a:lnTo>
                  <a:pt x="38188" y="15240"/>
                </a:lnTo>
                <a:lnTo>
                  <a:pt x="37871" y="15494"/>
                </a:lnTo>
                <a:lnTo>
                  <a:pt x="38354" y="15494"/>
                </a:lnTo>
                <a:lnTo>
                  <a:pt x="38455" y="15367"/>
                </a:lnTo>
                <a:lnTo>
                  <a:pt x="38544" y="15240"/>
                </a:lnTo>
                <a:close/>
              </a:path>
              <a:path w="50164" h="40640">
                <a:moveTo>
                  <a:pt x="38773" y="14986"/>
                </a:moveTo>
                <a:lnTo>
                  <a:pt x="38595" y="14732"/>
                </a:lnTo>
                <a:lnTo>
                  <a:pt x="38392" y="14986"/>
                </a:lnTo>
                <a:lnTo>
                  <a:pt x="38773" y="14986"/>
                </a:lnTo>
                <a:close/>
              </a:path>
              <a:path w="50164" h="40640">
                <a:moveTo>
                  <a:pt x="38874" y="12090"/>
                </a:moveTo>
                <a:lnTo>
                  <a:pt x="38442" y="12090"/>
                </a:lnTo>
                <a:lnTo>
                  <a:pt x="38341" y="12687"/>
                </a:lnTo>
                <a:lnTo>
                  <a:pt x="38874" y="12090"/>
                </a:lnTo>
                <a:close/>
              </a:path>
              <a:path w="50164" h="40640">
                <a:moveTo>
                  <a:pt x="39458" y="3276"/>
                </a:moveTo>
                <a:lnTo>
                  <a:pt x="38658" y="3276"/>
                </a:lnTo>
                <a:lnTo>
                  <a:pt x="38963" y="4089"/>
                </a:lnTo>
                <a:lnTo>
                  <a:pt x="39458" y="3276"/>
                </a:lnTo>
                <a:close/>
              </a:path>
              <a:path w="50164" h="40640">
                <a:moveTo>
                  <a:pt x="39624" y="11150"/>
                </a:moveTo>
                <a:lnTo>
                  <a:pt x="39370" y="11150"/>
                </a:lnTo>
                <a:lnTo>
                  <a:pt x="38785" y="11722"/>
                </a:lnTo>
                <a:lnTo>
                  <a:pt x="39255" y="11722"/>
                </a:lnTo>
                <a:lnTo>
                  <a:pt x="39484" y="11531"/>
                </a:lnTo>
                <a:lnTo>
                  <a:pt x="39624" y="11150"/>
                </a:lnTo>
                <a:close/>
              </a:path>
              <a:path w="50164" h="40640">
                <a:moveTo>
                  <a:pt x="40017" y="14605"/>
                </a:moveTo>
                <a:lnTo>
                  <a:pt x="39319" y="15151"/>
                </a:lnTo>
                <a:lnTo>
                  <a:pt x="39687" y="15151"/>
                </a:lnTo>
                <a:lnTo>
                  <a:pt x="40017" y="14605"/>
                </a:lnTo>
                <a:close/>
              </a:path>
              <a:path w="50164" h="40640">
                <a:moveTo>
                  <a:pt x="40106" y="13690"/>
                </a:moveTo>
                <a:lnTo>
                  <a:pt x="39839" y="14147"/>
                </a:lnTo>
                <a:lnTo>
                  <a:pt x="40093" y="14147"/>
                </a:lnTo>
                <a:lnTo>
                  <a:pt x="40106" y="13690"/>
                </a:lnTo>
                <a:close/>
              </a:path>
              <a:path w="50164" h="40640">
                <a:moveTo>
                  <a:pt x="40271" y="13500"/>
                </a:moveTo>
                <a:lnTo>
                  <a:pt x="40106" y="13284"/>
                </a:lnTo>
                <a:lnTo>
                  <a:pt x="40106" y="13500"/>
                </a:lnTo>
                <a:lnTo>
                  <a:pt x="40271" y="13500"/>
                </a:lnTo>
                <a:close/>
              </a:path>
              <a:path w="50164" h="40640">
                <a:moveTo>
                  <a:pt x="40284" y="10782"/>
                </a:moveTo>
                <a:lnTo>
                  <a:pt x="39763" y="10782"/>
                </a:lnTo>
                <a:lnTo>
                  <a:pt x="39624" y="11150"/>
                </a:lnTo>
                <a:lnTo>
                  <a:pt x="40220" y="11150"/>
                </a:lnTo>
                <a:lnTo>
                  <a:pt x="40284" y="10782"/>
                </a:lnTo>
                <a:close/>
              </a:path>
              <a:path w="50164" h="40640">
                <a:moveTo>
                  <a:pt x="40690" y="11150"/>
                </a:moveTo>
                <a:lnTo>
                  <a:pt x="40500" y="11150"/>
                </a:lnTo>
                <a:lnTo>
                  <a:pt x="40525" y="11531"/>
                </a:lnTo>
                <a:lnTo>
                  <a:pt x="40690" y="11150"/>
                </a:lnTo>
                <a:close/>
              </a:path>
              <a:path w="50164" h="40640">
                <a:moveTo>
                  <a:pt x="40716" y="13690"/>
                </a:moveTo>
                <a:lnTo>
                  <a:pt x="40525" y="14147"/>
                </a:lnTo>
                <a:lnTo>
                  <a:pt x="40017" y="14605"/>
                </a:lnTo>
                <a:lnTo>
                  <a:pt x="40703" y="14147"/>
                </a:lnTo>
                <a:lnTo>
                  <a:pt x="40716" y="13690"/>
                </a:lnTo>
                <a:close/>
              </a:path>
              <a:path w="50164" h="40640">
                <a:moveTo>
                  <a:pt x="40843" y="14541"/>
                </a:moveTo>
                <a:lnTo>
                  <a:pt x="40360" y="14833"/>
                </a:lnTo>
                <a:lnTo>
                  <a:pt x="39395" y="15646"/>
                </a:lnTo>
                <a:lnTo>
                  <a:pt x="40525" y="14833"/>
                </a:lnTo>
                <a:lnTo>
                  <a:pt x="40843" y="14541"/>
                </a:lnTo>
                <a:close/>
              </a:path>
              <a:path w="50164" h="40640">
                <a:moveTo>
                  <a:pt x="40944" y="13055"/>
                </a:moveTo>
                <a:lnTo>
                  <a:pt x="40741" y="13055"/>
                </a:lnTo>
                <a:lnTo>
                  <a:pt x="40716" y="13690"/>
                </a:lnTo>
                <a:lnTo>
                  <a:pt x="40919" y="13500"/>
                </a:lnTo>
                <a:lnTo>
                  <a:pt x="40944" y="13055"/>
                </a:lnTo>
                <a:close/>
              </a:path>
              <a:path w="50164" h="40640">
                <a:moveTo>
                  <a:pt x="41287" y="14236"/>
                </a:moveTo>
                <a:lnTo>
                  <a:pt x="40779" y="14541"/>
                </a:lnTo>
                <a:lnTo>
                  <a:pt x="40982" y="14541"/>
                </a:lnTo>
                <a:lnTo>
                  <a:pt x="41287" y="14236"/>
                </a:lnTo>
                <a:close/>
              </a:path>
              <a:path w="50164" h="40640">
                <a:moveTo>
                  <a:pt x="41529" y="13804"/>
                </a:moveTo>
                <a:lnTo>
                  <a:pt x="41148" y="14236"/>
                </a:lnTo>
                <a:lnTo>
                  <a:pt x="41287" y="14236"/>
                </a:lnTo>
                <a:lnTo>
                  <a:pt x="41529" y="13804"/>
                </a:lnTo>
                <a:close/>
              </a:path>
              <a:path w="50164" h="40640">
                <a:moveTo>
                  <a:pt x="41910" y="10528"/>
                </a:moveTo>
                <a:lnTo>
                  <a:pt x="41859" y="10147"/>
                </a:lnTo>
                <a:lnTo>
                  <a:pt x="41592" y="9931"/>
                </a:lnTo>
                <a:lnTo>
                  <a:pt x="41275" y="10020"/>
                </a:lnTo>
                <a:lnTo>
                  <a:pt x="41249" y="10363"/>
                </a:lnTo>
                <a:lnTo>
                  <a:pt x="41414" y="10414"/>
                </a:lnTo>
                <a:lnTo>
                  <a:pt x="41567" y="10604"/>
                </a:lnTo>
                <a:lnTo>
                  <a:pt x="41503" y="10731"/>
                </a:lnTo>
                <a:lnTo>
                  <a:pt x="41656" y="10553"/>
                </a:lnTo>
                <a:lnTo>
                  <a:pt x="41783" y="10642"/>
                </a:lnTo>
                <a:lnTo>
                  <a:pt x="41719" y="10502"/>
                </a:lnTo>
                <a:lnTo>
                  <a:pt x="41910" y="10528"/>
                </a:lnTo>
                <a:close/>
              </a:path>
              <a:path w="50164" h="40640">
                <a:moveTo>
                  <a:pt x="42100" y="9169"/>
                </a:moveTo>
                <a:lnTo>
                  <a:pt x="41516" y="9410"/>
                </a:lnTo>
                <a:lnTo>
                  <a:pt x="40894" y="10134"/>
                </a:lnTo>
                <a:lnTo>
                  <a:pt x="40043" y="10287"/>
                </a:lnTo>
                <a:lnTo>
                  <a:pt x="39763" y="10782"/>
                </a:lnTo>
                <a:lnTo>
                  <a:pt x="40690" y="10287"/>
                </a:lnTo>
                <a:lnTo>
                  <a:pt x="41084" y="10134"/>
                </a:lnTo>
                <a:lnTo>
                  <a:pt x="41846" y="9410"/>
                </a:lnTo>
                <a:lnTo>
                  <a:pt x="42100" y="9169"/>
                </a:lnTo>
                <a:close/>
              </a:path>
              <a:path w="50164" h="40640">
                <a:moveTo>
                  <a:pt x="42672" y="11455"/>
                </a:moveTo>
                <a:lnTo>
                  <a:pt x="42532" y="11417"/>
                </a:lnTo>
                <a:lnTo>
                  <a:pt x="42672" y="11455"/>
                </a:lnTo>
                <a:close/>
              </a:path>
              <a:path w="50164" h="40640">
                <a:moveTo>
                  <a:pt x="43154" y="3276"/>
                </a:moveTo>
                <a:lnTo>
                  <a:pt x="41122" y="3276"/>
                </a:lnTo>
                <a:lnTo>
                  <a:pt x="41071" y="3949"/>
                </a:lnTo>
                <a:lnTo>
                  <a:pt x="40970" y="3276"/>
                </a:lnTo>
                <a:lnTo>
                  <a:pt x="40157" y="3276"/>
                </a:lnTo>
                <a:lnTo>
                  <a:pt x="39395" y="4622"/>
                </a:lnTo>
                <a:lnTo>
                  <a:pt x="41021" y="4622"/>
                </a:lnTo>
                <a:lnTo>
                  <a:pt x="41173" y="4622"/>
                </a:lnTo>
                <a:lnTo>
                  <a:pt x="42735" y="4622"/>
                </a:lnTo>
                <a:lnTo>
                  <a:pt x="43154" y="3276"/>
                </a:lnTo>
                <a:close/>
              </a:path>
              <a:path w="50164" h="40640">
                <a:moveTo>
                  <a:pt x="43586" y="11112"/>
                </a:moveTo>
                <a:lnTo>
                  <a:pt x="42849" y="11112"/>
                </a:lnTo>
                <a:lnTo>
                  <a:pt x="43129" y="11823"/>
                </a:lnTo>
                <a:lnTo>
                  <a:pt x="43141" y="12026"/>
                </a:lnTo>
                <a:lnTo>
                  <a:pt x="43332" y="12026"/>
                </a:lnTo>
                <a:lnTo>
                  <a:pt x="43586" y="11112"/>
                </a:lnTo>
                <a:close/>
              </a:path>
              <a:path w="50164" h="40640">
                <a:moveTo>
                  <a:pt x="43637" y="8648"/>
                </a:moveTo>
                <a:lnTo>
                  <a:pt x="43014" y="8648"/>
                </a:lnTo>
                <a:lnTo>
                  <a:pt x="42837" y="8864"/>
                </a:lnTo>
                <a:lnTo>
                  <a:pt x="42100" y="9169"/>
                </a:lnTo>
                <a:lnTo>
                  <a:pt x="43637" y="8648"/>
                </a:lnTo>
                <a:close/>
              </a:path>
              <a:path w="50164" h="40640">
                <a:moveTo>
                  <a:pt x="45097" y="10896"/>
                </a:moveTo>
                <a:lnTo>
                  <a:pt x="44907" y="10502"/>
                </a:lnTo>
                <a:lnTo>
                  <a:pt x="44996" y="10731"/>
                </a:lnTo>
                <a:lnTo>
                  <a:pt x="45097" y="10896"/>
                </a:lnTo>
                <a:close/>
              </a:path>
              <a:path w="50164" h="40640">
                <a:moveTo>
                  <a:pt x="46316" y="5435"/>
                </a:moveTo>
                <a:lnTo>
                  <a:pt x="46113" y="5410"/>
                </a:lnTo>
                <a:lnTo>
                  <a:pt x="46316" y="5435"/>
                </a:lnTo>
                <a:close/>
              </a:path>
              <a:path w="50164" h="40640">
                <a:moveTo>
                  <a:pt x="47091" y="8712"/>
                </a:moveTo>
                <a:lnTo>
                  <a:pt x="47028" y="9156"/>
                </a:lnTo>
                <a:lnTo>
                  <a:pt x="47091" y="9004"/>
                </a:lnTo>
                <a:lnTo>
                  <a:pt x="47091" y="8712"/>
                </a:lnTo>
                <a:close/>
              </a:path>
              <a:path w="50164" h="40640">
                <a:moveTo>
                  <a:pt x="47180" y="5753"/>
                </a:moveTo>
                <a:lnTo>
                  <a:pt x="46951" y="5588"/>
                </a:lnTo>
                <a:lnTo>
                  <a:pt x="46697" y="5727"/>
                </a:lnTo>
                <a:lnTo>
                  <a:pt x="46850" y="5664"/>
                </a:lnTo>
                <a:lnTo>
                  <a:pt x="47180" y="5753"/>
                </a:lnTo>
                <a:close/>
              </a:path>
              <a:path w="50164" h="40640">
                <a:moveTo>
                  <a:pt x="47586" y="5918"/>
                </a:moveTo>
                <a:lnTo>
                  <a:pt x="47396" y="5918"/>
                </a:lnTo>
                <a:lnTo>
                  <a:pt x="47586" y="6096"/>
                </a:lnTo>
                <a:lnTo>
                  <a:pt x="47586" y="5918"/>
                </a:lnTo>
                <a:close/>
              </a:path>
              <a:path w="50164" h="40640">
                <a:moveTo>
                  <a:pt x="48069" y="9791"/>
                </a:moveTo>
                <a:lnTo>
                  <a:pt x="47942" y="9728"/>
                </a:lnTo>
                <a:lnTo>
                  <a:pt x="47993" y="9893"/>
                </a:lnTo>
                <a:close/>
              </a:path>
              <a:path w="50164" h="40640">
                <a:moveTo>
                  <a:pt x="48361" y="8648"/>
                </a:moveTo>
                <a:lnTo>
                  <a:pt x="48272" y="8420"/>
                </a:lnTo>
                <a:lnTo>
                  <a:pt x="48171" y="8585"/>
                </a:lnTo>
                <a:lnTo>
                  <a:pt x="47929" y="8699"/>
                </a:lnTo>
                <a:lnTo>
                  <a:pt x="47866" y="8394"/>
                </a:lnTo>
                <a:lnTo>
                  <a:pt x="47739" y="8534"/>
                </a:lnTo>
                <a:lnTo>
                  <a:pt x="47332" y="8458"/>
                </a:lnTo>
                <a:lnTo>
                  <a:pt x="47117" y="8394"/>
                </a:lnTo>
                <a:lnTo>
                  <a:pt x="46964" y="8356"/>
                </a:lnTo>
                <a:lnTo>
                  <a:pt x="46888" y="8204"/>
                </a:lnTo>
                <a:lnTo>
                  <a:pt x="46761" y="8229"/>
                </a:lnTo>
                <a:lnTo>
                  <a:pt x="46634" y="8356"/>
                </a:lnTo>
                <a:lnTo>
                  <a:pt x="46456" y="8394"/>
                </a:lnTo>
                <a:lnTo>
                  <a:pt x="46240" y="8356"/>
                </a:lnTo>
                <a:lnTo>
                  <a:pt x="46062" y="8458"/>
                </a:lnTo>
                <a:lnTo>
                  <a:pt x="45681" y="8559"/>
                </a:lnTo>
                <a:lnTo>
                  <a:pt x="45961" y="8521"/>
                </a:lnTo>
                <a:lnTo>
                  <a:pt x="46113" y="8610"/>
                </a:lnTo>
                <a:lnTo>
                  <a:pt x="46342" y="8521"/>
                </a:lnTo>
                <a:lnTo>
                  <a:pt x="46774" y="8610"/>
                </a:lnTo>
                <a:lnTo>
                  <a:pt x="46951" y="8432"/>
                </a:lnTo>
                <a:lnTo>
                  <a:pt x="47167" y="8686"/>
                </a:lnTo>
                <a:lnTo>
                  <a:pt x="47421" y="8674"/>
                </a:lnTo>
                <a:lnTo>
                  <a:pt x="47637" y="8674"/>
                </a:lnTo>
                <a:lnTo>
                  <a:pt x="47866" y="8851"/>
                </a:lnTo>
                <a:lnTo>
                  <a:pt x="48082" y="8890"/>
                </a:lnTo>
                <a:lnTo>
                  <a:pt x="48133" y="8750"/>
                </a:lnTo>
                <a:lnTo>
                  <a:pt x="48361" y="8648"/>
                </a:lnTo>
                <a:close/>
              </a:path>
              <a:path w="50164" h="40640">
                <a:moveTo>
                  <a:pt x="49326" y="13804"/>
                </a:moveTo>
                <a:lnTo>
                  <a:pt x="48526" y="13538"/>
                </a:lnTo>
                <a:lnTo>
                  <a:pt x="48602" y="12966"/>
                </a:lnTo>
                <a:lnTo>
                  <a:pt x="48856" y="12369"/>
                </a:lnTo>
                <a:lnTo>
                  <a:pt x="48641" y="12636"/>
                </a:lnTo>
                <a:lnTo>
                  <a:pt x="48717" y="12026"/>
                </a:lnTo>
                <a:lnTo>
                  <a:pt x="48691" y="11112"/>
                </a:lnTo>
                <a:lnTo>
                  <a:pt x="48539" y="11112"/>
                </a:lnTo>
                <a:lnTo>
                  <a:pt x="48107" y="11658"/>
                </a:lnTo>
                <a:lnTo>
                  <a:pt x="47993" y="11823"/>
                </a:lnTo>
                <a:lnTo>
                  <a:pt x="48260" y="11823"/>
                </a:lnTo>
                <a:lnTo>
                  <a:pt x="48209" y="12026"/>
                </a:lnTo>
                <a:lnTo>
                  <a:pt x="47917" y="12026"/>
                </a:lnTo>
                <a:lnTo>
                  <a:pt x="47917" y="13335"/>
                </a:lnTo>
                <a:lnTo>
                  <a:pt x="47231" y="13093"/>
                </a:lnTo>
                <a:lnTo>
                  <a:pt x="47345" y="12026"/>
                </a:lnTo>
                <a:lnTo>
                  <a:pt x="47371" y="11823"/>
                </a:lnTo>
                <a:lnTo>
                  <a:pt x="46812" y="11112"/>
                </a:lnTo>
                <a:lnTo>
                  <a:pt x="45707" y="11112"/>
                </a:lnTo>
                <a:lnTo>
                  <a:pt x="46888" y="11823"/>
                </a:lnTo>
                <a:lnTo>
                  <a:pt x="46774" y="13804"/>
                </a:lnTo>
                <a:lnTo>
                  <a:pt x="46113" y="14236"/>
                </a:lnTo>
                <a:lnTo>
                  <a:pt x="45669" y="13804"/>
                </a:lnTo>
                <a:lnTo>
                  <a:pt x="46774" y="13804"/>
                </a:lnTo>
                <a:lnTo>
                  <a:pt x="46774" y="11823"/>
                </a:lnTo>
                <a:lnTo>
                  <a:pt x="46583" y="11823"/>
                </a:lnTo>
                <a:lnTo>
                  <a:pt x="46583" y="12026"/>
                </a:lnTo>
                <a:lnTo>
                  <a:pt x="45173" y="12026"/>
                </a:lnTo>
                <a:lnTo>
                  <a:pt x="45440" y="11823"/>
                </a:lnTo>
                <a:lnTo>
                  <a:pt x="46050" y="11823"/>
                </a:lnTo>
                <a:lnTo>
                  <a:pt x="45681" y="11112"/>
                </a:lnTo>
                <a:lnTo>
                  <a:pt x="44907" y="11112"/>
                </a:lnTo>
                <a:lnTo>
                  <a:pt x="44780" y="12026"/>
                </a:lnTo>
                <a:lnTo>
                  <a:pt x="45097" y="12026"/>
                </a:lnTo>
                <a:lnTo>
                  <a:pt x="45021" y="12344"/>
                </a:lnTo>
                <a:lnTo>
                  <a:pt x="44361" y="12115"/>
                </a:lnTo>
                <a:lnTo>
                  <a:pt x="44373" y="12534"/>
                </a:lnTo>
                <a:lnTo>
                  <a:pt x="43954" y="12128"/>
                </a:lnTo>
                <a:lnTo>
                  <a:pt x="42227" y="13093"/>
                </a:lnTo>
                <a:lnTo>
                  <a:pt x="42621" y="12026"/>
                </a:lnTo>
                <a:lnTo>
                  <a:pt x="42227" y="12026"/>
                </a:lnTo>
                <a:lnTo>
                  <a:pt x="41871" y="12915"/>
                </a:lnTo>
                <a:lnTo>
                  <a:pt x="41897" y="12242"/>
                </a:lnTo>
                <a:lnTo>
                  <a:pt x="41668" y="12242"/>
                </a:lnTo>
                <a:lnTo>
                  <a:pt x="41694" y="11938"/>
                </a:lnTo>
                <a:lnTo>
                  <a:pt x="39852" y="12242"/>
                </a:lnTo>
                <a:lnTo>
                  <a:pt x="39585" y="12534"/>
                </a:lnTo>
                <a:lnTo>
                  <a:pt x="39103" y="13055"/>
                </a:lnTo>
                <a:lnTo>
                  <a:pt x="39954" y="13055"/>
                </a:lnTo>
                <a:lnTo>
                  <a:pt x="39789" y="12839"/>
                </a:lnTo>
                <a:lnTo>
                  <a:pt x="40970" y="12471"/>
                </a:lnTo>
                <a:lnTo>
                  <a:pt x="40944" y="13055"/>
                </a:lnTo>
                <a:lnTo>
                  <a:pt x="41808" y="13055"/>
                </a:lnTo>
                <a:lnTo>
                  <a:pt x="41681" y="13398"/>
                </a:lnTo>
                <a:lnTo>
                  <a:pt x="40944" y="13804"/>
                </a:lnTo>
                <a:lnTo>
                  <a:pt x="41529" y="13804"/>
                </a:lnTo>
                <a:lnTo>
                  <a:pt x="41973" y="13804"/>
                </a:lnTo>
                <a:lnTo>
                  <a:pt x="43180" y="13804"/>
                </a:lnTo>
                <a:lnTo>
                  <a:pt x="42506" y="14173"/>
                </a:lnTo>
                <a:lnTo>
                  <a:pt x="41567" y="14820"/>
                </a:lnTo>
                <a:lnTo>
                  <a:pt x="40551" y="15405"/>
                </a:lnTo>
                <a:lnTo>
                  <a:pt x="41668" y="14897"/>
                </a:lnTo>
                <a:lnTo>
                  <a:pt x="42557" y="14160"/>
                </a:lnTo>
                <a:lnTo>
                  <a:pt x="43764" y="13881"/>
                </a:lnTo>
                <a:lnTo>
                  <a:pt x="46164" y="14541"/>
                </a:lnTo>
                <a:lnTo>
                  <a:pt x="46824" y="14236"/>
                </a:lnTo>
                <a:lnTo>
                  <a:pt x="47866" y="13804"/>
                </a:lnTo>
                <a:lnTo>
                  <a:pt x="48234" y="13804"/>
                </a:lnTo>
                <a:lnTo>
                  <a:pt x="48501" y="13804"/>
                </a:lnTo>
                <a:lnTo>
                  <a:pt x="49326" y="13804"/>
                </a:lnTo>
                <a:close/>
              </a:path>
              <a:path w="50164" h="40640">
                <a:moveTo>
                  <a:pt x="49555" y="10795"/>
                </a:moveTo>
                <a:lnTo>
                  <a:pt x="49288" y="9969"/>
                </a:lnTo>
                <a:lnTo>
                  <a:pt x="48691" y="9334"/>
                </a:lnTo>
                <a:lnTo>
                  <a:pt x="48056" y="8978"/>
                </a:lnTo>
                <a:lnTo>
                  <a:pt x="48717" y="9410"/>
                </a:lnTo>
                <a:lnTo>
                  <a:pt x="49212" y="10033"/>
                </a:lnTo>
                <a:lnTo>
                  <a:pt x="49555" y="107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bg object 150"/>
          <p:cNvSpPr/>
          <p:nvPr/>
        </p:nvSpPr>
        <p:spPr>
          <a:xfrm>
            <a:off x="2002409" y="1023721"/>
            <a:ext cx="40005" cy="36830"/>
          </a:xfrm>
          <a:custGeom>
            <a:avLst/>
            <a:gdLst/>
            <a:ahLst/>
            <a:cxnLst/>
            <a:rect l="l" t="t" r="r" b="b"/>
            <a:pathLst>
              <a:path w="40005" h="36830">
                <a:moveTo>
                  <a:pt x="1422" y="10655"/>
                </a:moveTo>
                <a:lnTo>
                  <a:pt x="1028" y="10477"/>
                </a:lnTo>
                <a:lnTo>
                  <a:pt x="317" y="10591"/>
                </a:lnTo>
                <a:lnTo>
                  <a:pt x="76" y="10807"/>
                </a:lnTo>
                <a:lnTo>
                  <a:pt x="342" y="10718"/>
                </a:lnTo>
                <a:lnTo>
                  <a:pt x="838" y="10528"/>
                </a:lnTo>
                <a:lnTo>
                  <a:pt x="1422" y="10655"/>
                </a:lnTo>
                <a:close/>
              </a:path>
              <a:path w="40005" h="36830">
                <a:moveTo>
                  <a:pt x="2895" y="15100"/>
                </a:moveTo>
                <a:lnTo>
                  <a:pt x="2819" y="15278"/>
                </a:lnTo>
                <a:lnTo>
                  <a:pt x="2755" y="15506"/>
                </a:lnTo>
                <a:lnTo>
                  <a:pt x="2552" y="15595"/>
                </a:lnTo>
                <a:lnTo>
                  <a:pt x="2844" y="15621"/>
                </a:lnTo>
                <a:lnTo>
                  <a:pt x="2870" y="15252"/>
                </a:lnTo>
                <a:lnTo>
                  <a:pt x="2895" y="15100"/>
                </a:lnTo>
                <a:close/>
              </a:path>
              <a:path w="40005" h="36830">
                <a:moveTo>
                  <a:pt x="10515" y="27127"/>
                </a:moveTo>
                <a:lnTo>
                  <a:pt x="10325" y="27254"/>
                </a:lnTo>
                <a:lnTo>
                  <a:pt x="10515" y="27190"/>
                </a:lnTo>
                <a:close/>
              </a:path>
              <a:path w="40005" h="36830">
                <a:moveTo>
                  <a:pt x="10934" y="21742"/>
                </a:moveTo>
                <a:lnTo>
                  <a:pt x="10744" y="21742"/>
                </a:lnTo>
                <a:lnTo>
                  <a:pt x="10871" y="21907"/>
                </a:lnTo>
                <a:lnTo>
                  <a:pt x="10934" y="21742"/>
                </a:lnTo>
                <a:close/>
              </a:path>
              <a:path w="40005" h="36830">
                <a:moveTo>
                  <a:pt x="12026" y="22542"/>
                </a:moveTo>
                <a:close/>
              </a:path>
              <a:path w="40005" h="36830">
                <a:moveTo>
                  <a:pt x="12547" y="30721"/>
                </a:moveTo>
                <a:lnTo>
                  <a:pt x="12547" y="30886"/>
                </a:lnTo>
                <a:lnTo>
                  <a:pt x="12547" y="30721"/>
                </a:lnTo>
                <a:close/>
              </a:path>
              <a:path w="40005" h="36830">
                <a:moveTo>
                  <a:pt x="13589" y="25882"/>
                </a:moveTo>
                <a:lnTo>
                  <a:pt x="13550" y="25704"/>
                </a:lnTo>
                <a:lnTo>
                  <a:pt x="13411" y="25831"/>
                </a:lnTo>
                <a:lnTo>
                  <a:pt x="13589" y="25882"/>
                </a:lnTo>
                <a:close/>
              </a:path>
              <a:path w="40005" h="36830">
                <a:moveTo>
                  <a:pt x="13728" y="25806"/>
                </a:moveTo>
                <a:close/>
              </a:path>
              <a:path w="40005" h="36830">
                <a:moveTo>
                  <a:pt x="14668" y="29552"/>
                </a:moveTo>
                <a:lnTo>
                  <a:pt x="14655" y="29235"/>
                </a:lnTo>
                <a:lnTo>
                  <a:pt x="14630" y="29413"/>
                </a:lnTo>
                <a:lnTo>
                  <a:pt x="14465" y="29413"/>
                </a:lnTo>
                <a:lnTo>
                  <a:pt x="14300" y="29514"/>
                </a:lnTo>
                <a:lnTo>
                  <a:pt x="14401" y="29667"/>
                </a:lnTo>
                <a:lnTo>
                  <a:pt x="14401" y="29895"/>
                </a:lnTo>
                <a:lnTo>
                  <a:pt x="14605" y="29972"/>
                </a:lnTo>
                <a:lnTo>
                  <a:pt x="14630" y="29464"/>
                </a:lnTo>
                <a:close/>
              </a:path>
              <a:path w="40005" h="36830">
                <a:moveTo>
                  <a:pt x="14871" y="30200"/>
                </a:moveTo>
                <a:lnTo>
                  <a:pt x="14693" y="29908"/>
                </a:lnTo>
                <a:lnTo>
                  <a:pt x="14668" y="30073"/>
                </a:lnTo>
                <a:lnTo>
                  <a:pt x="14744" y="30264"/>
                </a:lnTo>
                <a:lnTo>
                  <a:pt x="14668" y="30137"/>
                </a:lnTo>
                <a:lnTo>
                  <a:pt x="14554" y="30480"/>
                </a:lnTo>
                <a:lnTo>
                  <a:pt x="14744" y="30480"/>
                </a:lnTo>
                <a:lnTo>
                  <a:pt x="14719" y="30264"/>
                </a:lnTo>
                <a:lnTo>
                  <a:pt x="14871" y="30556"/>
                </a:lnTo>
                <a:lnTo>
                  <a:pt x="14871" y="30200"/>
                </a:lnTo>
                <a:close/>
              </a:path>
              <a:path w="40005" h="36830">
                <a:moveTo>
                  <a:pt x="14998" y="28816"/>
                </a:moveTo>
                <a:close/>
              </a:path>
              <a:path w="40005" h="36830">
                <a:moveTo>
                  <a:pt x="15125" y="35458"/>
                </a:moveTo>
                <a:lnTo>
                  <a:pt x="14960" y="35318"/>
                </a:lnTo>
                <a:lnTo>
                  <a:pt x="14960" y="35547"/>
                </a:lnTo>
                <a:lnTo>
                  <a:pt x="15125" y="35572"/>
                </a:lnTo>
                <a:close/>
              </a:path>
              <a:path w="40005" h="36830">
                <a:moveTo>
                  <a:pt x="15189" y="30162"/>
                </a:moveTo>
                <a:lnTo>
                  <a:pt x="15049" y="30099"/>
                </a:lnTo>
                <a:lnTo>
                  <a:pt x="15189" y="30162"/>
                </a:lnTo>
                <a:close/>
              </a:path>
              <a:path w="40005" h="36830">
                <a:moveTo>
                  <a:pt x="15189" y="29273"/>
                </a:moveTo>
                <a:lnTo>
                  <a:pt x="14909" y="29057"/>
                </a:lnTo>
                <a:lnTo>
                  <a:pt x="14973" y="29413"/>
                </a:lnTo>
                <a:lnTo>
                  <a:pt x="15189" y="29273"/>
                </a:lnTo>
                <a:close/>
              </a:path>
              <a:path w="40005" h="36830">
                <a:moveTo>
                  <a:pt x="15214" y="33312"/>
                </a:moveTo>
                <a:lnTo>
                  <a:pt x="15189" y="33083"/>
                </a:lnTo>
                <a:lnTo>
                  <a:pt x="15024" y="33020"/>
                </a:lnTo>
                <a:lnTo>
                  <a:pt x="15125" y="33210"/>
                </a:lnTo>
                <a:lnTo>
                  <a:pt x="15074" y="33375"/>
                </a:lnTo>
                <a:lnTo>
                  <a:pt x="15214" y="33312"/>
                </a:lnTo>
                <a:close/>
              </a:path>
              <a:path w="40005" h="36830">
                <a:moveTo>
                  <a:pt x="15303" y="35102"/>
                </a:moveTo>
                <a:lnTo>
                  <a:pt x="15151" y="35102"/>
                </a:lnTo>
                <a:lnTo>
                  <a:pt x="15303" y="35153"/>
                </a:lnTo>
                <a:close/>
              </a:path>
              <a:path w="40005" h="36830">
                <a:moveTo>
                  <a:pt x="15303" y="32969"/>
                </a:moveTo>
                <a:lnTo>
                  <a:pt x="15252" y="32829"/>
                </a:lnTo>
                <a:lnTo>
                  <a:pt x="15265" y="33020"/>
                </a:lnTo>
                <a:close/>
              </a:path>
              <a:path w="40005" h="36830">
                <a:moveTo>
                  <a:pt x="15328" y="34798"/>
                </a:moveTo>
                <a:lnTo>
                  <a:pt x="15189" y="34594"/>
                </a:lnTo>
                <a:lnTo>
                  <a:pt x="15151" y="34886"/>
                </a:lnTo>
                <a:lnTo>
                  <a:pt x="15303" y="34886"/>
                </a:lnTo>
                <a:close/>
              </a:path>
              <a:path w="40005" h="36830">
                <a:moveTo>
                  <a:pt x="15417" y="34061"/>
                </a:moveTo>
                <a:lnTo>
                  <a:pt x="15316" y="33934"/>
                </a:lnTo>
                <a:lnTo>
                  <a:pt x="15341" y="33794"/>
                </a:lnTo>
                <a:lnTo>
                  <a:pt x="15189" y="33667"/>
                </a:lnTo>
                <a:lnTo>
                  <a:pt x="15087" y="33807"/>
                </a:lnTo>
                <a:lnTo>
                  <a:pt x="15062" y="34239"/>
                </a:lnTo>
                <a:lnTo>
                  <a:pt x="15074" y="34378"/>
                </a:lnTo>
                <a:lnTo>
                  <a:pt x="15062" y="34582"/>
                </a:lnTo>
                <a:lnTo>
                  <a:pt x="15163" y="34340"/>
                </a:lnTo>
                <a:lnTo>
                  <a:pt x="15341" y="34404"/>
                </a:lnTo>
                <a:lnTo>
                  <a:pt x="15392" y="34201"/>
                </a:lnTo>
                <a:lnTo>
                  <a:pt x="15417" y="34061"/>
                </a:lnTo>
                <a:close/>
              </a:path>
              <a:path w="40005" h="36830">
                <a:moveTo>
                  <a:pt x="15417" y="28752"/>
                </a:moveTo>
                <a:lnTo>
                  <a:pt x="15290" y="28778"/>
                </a:lnTo>
                <a:lnTo>
                  <a:pt x="15316" y="28968"/>
                </a:lnTo>
                <a:lnTo>
                  <a:pt x="15417" y="28752"/>
                </a:lnTo>
                <a:close/>
              </a:path>
              <a:path w="40005" h="36830">
                <a:moveTo>
                  <a:pt x="15532" y="27876"/>
                </a:moveTo>
                <a:lnTo>
                  <a:pt x="15354" y="27952"/>
                </a:lnTo>
                <a:lnTo>
                  <a:pt x="15532" y="27876"/>
                </a:lnTo>
                <a:close/>
              </a:path>
              <a:path w="40005" h="36830">
                <a:moveTo>
                  <a:pt x="15532" y="25488"/>
                </a:moveTo>
                <a:lnTo>
                  <a:pt x="15519" y="25209"/>
                </a:lnTo>
                <a:lnTo>
                  <a:pt x="15430" y="24180"/>
                </a:lnTo>
                <a:lnTo>
                  <a:pt x="15532" y="25488"/>
                </a:lnTo>
                <a:close/>
              </a:path>
              <a:path w="40005" h="36830">
                <a:moveTo>
                  <a:pt x="15633" y="27889"/>
                </a:moveTo>
                <a:lnTo>
                  <a:pt x="15417" y="27940"/>
                </a:lnTo>
                <a:lnTo>
                  <a:pt x="15430" y="28105"/>
                </a:lnTo>
                <a:lnTo>
                  <a:pt x="15633" y="27889"/>
                </a:lnTo>
                <a:close/>
              </a:path>
              <a:path w="40005" h="36830">
                <a:moveTo>
                  <a:pt x="15646" y="33032"/>
                </a:moveTo>
                <a:lnTo>
                  <a:pt x="15608" y="32829"/>
                </a:lnTo>
                <a:lnTo>
                  <a:pt x="15646" y="33032"/>
                </a:lnTo>
                <a:close/>
              </a:path>
              <a:path w="40005" h="36830">
                <a:moveTo>
                  <a:pt x="15849" y="23368"/>
                </a:moveTo>
                <a:lnTo>
                  <a:pt x="14935" y="23368"/>
                </a:lnTo>
                <a:lnTo>
                  <a:pt x="15011" y="24180"/>
                </a:lnTo>
                <a:lnTo>
                  <a:pt x="15430" y="24180"/>
                </a:lnTo>
                <a:lnTo>
                  <a:pt x="15595" y="24180"/>
                </a:lnTo>
                <a:lnTo>
                  <a:pt x="15760" y="24180"/>
                </a:lnTo>
                <a:lnTo>
                  <a:pt x="15786" y="23990"/>
                </a:lnTo>
                <a:lnTo>
                  <a:pt x="15849" y="23368"/>
                </a:lnTo>
                <a:close/>
              </a:path>
              <a:path w="40005" h="36830">
                <a:moveTo>
                  <a:pt x="15900" y="30416"/>
                </a:moveTo>
                <a:lnTo>
                  <a:pt x="15760" y="30403"/>
                </a:lnTo>
                <a:lnTo>
                  <a:pt x="15862" y="30594"/>
                </a:lnTo>
                <a:lnTo>
                  <a:pt x="15900" y="30416"/>
                </a:lnTo>
                <a:close/>
              </a:path>
              <a:path w="40005" h="36830">
                <a:moveTo>
                  <a:pt x="16179" y="31419"/>
                </a:moveTo>
                <a:lnTo>
                  <a:pt x="16052" y="31292"/>
                </a:lnTo>
                <a:lnTo>
                  <a:pt x="16179" y="31419"/>
                </a:lnTo>
                <a:close/>
              </a:path>
              <a:path w="40005" h="36830">
                <a:moveTo>
                  <a:pt x="16256" y="28498"/>
                </a:moveTo>
                <a:lnTo>
                  <a:pt x="16103" y="28498"/>
                </a:lnTo>
                <a:lnTo>
                  <a:pt x="16205" y="28879"/>
                </a:lnTo>
                <a:lnTo>
                  <a:pt x="16256" y="28498"/>
                </a:lnTo>
                <a:close/>
              </a:path>
              <a:path w="40005" h="36830">
                <a:moveTo>
                  <a:pt x="16294" y="31191"/>
                </a:moveTo>
                <a:lnTo>
                  <a:pt x="16078" y="31191"/>
                </a:lnTo>
                <a:lnTo>
                  <a:pt x="16294" y="31191"/>
                </a:lnTo>
                <a:close/>
              </a:path>
              <a:path w="40005" h="36830">
                <a:moveTo>
                  <a:pt x="16484" y="28498"/>
                </a:moveTo>
                <a:lnTo>
                  <a:pt x="16332" y="28562"/>
                </a:lnTo>
                <a:lnTo>
                  <a:pt x="16484" y="28498"/>
                </a:lnTo>
                <a:close/>
              </a:path>
              <a:path w="40005" h="36830">
                <a:moveTo>
                  <a:pt x="16725" y="15062"/>
                </a:moveTo>
                <a:lnTo>
                  <a:pt x="16662" y="14871"/>
                </a:lnTo>
                <a:lnTo>
                  <a:pt x="16662" y="15087"/>
                </a:lnTo>
                <a:lnTo>
                  <a:pt x="16522" y="15227"/>
                </a:lnTo>
                <a:lnTo>
                  <a:pt x="16637" y="15379"/>
                </a:lnTo>
                <a:lnTo>
                  <a:pt x="16624" y="15138"/>
                </a:lnTo>
                <a:close/>
              </a:path>
              <a:path w="40005" h="36830">
                <a:moveTo>
                  <a:pt x="17106" y="30784"/>
                </a:moveTo>
                <a:lnTo>
                  <a:pt x="16967" y="30683"/>
                </a:lnTo>
                <a:lnTo>
                  <a:pt x="16840" y="30835"/>
                </a:lnTo>
                <a:lnTo>
                  <a:pt x="17106" y="30784"/>
                </a:lnTo>
                <a:close/>
              </a:path>
              <a:path w="40005" h="36830">
                <a:moveTo>
                  <a:pt x="17119" y="31394"/>
                </a:moveTo>
                <a:lnTo>
                  <a:pt x="17106" y="31242"/>
                </a:lnTo>
                <a:lnTo>
                  <a:pt x="17094" y="31064"/>
                </a:lnTo>
                <a:lnTo>
                  <a:pt x="17094" y="30924"/>
                </a:lnTo>
                <a:lnTo>
                  <a:pt x="16903" y="31051"/>
                </a:lnTo>
                <a:lnTo>
                  <a:pt x="16840" y="30899"/>
                </a:lnTo>
                <a:lnTo>
                  <a:pt x="16840" y="31026"/>
                </a:lnTo>
                <a:lnTo>
                  <a:pt x="16878" y="31254"/>
                </a:lnTo>
                <a:lnTo>
                  <a:pt x="16751" y="31305"/>
                </a:lnTo>
                <a:lnTo>
                  <a:pt x="16827" y="31559"/>
                </a:lnTo>
                <a:lnTo>
                  <a:pt x="16967" y="31432"/>
                </a:lnTo>
                <a:lnTo>
                  <a:pt x="17119" y="31394"/>
                </a:lnTo>
                <a:close/>
              </a:path>
              <a:path w="40005" h="36830">
                <a:moveTo>
                  <a:pt x="17576" y="36245"/>
                </a:moveTo>
                <a:lnTo>
                  <a:pt x="17500" y="35991"/>
                </a:lnTo>
                <a:lnTo>
                  <a:pt x="17424" y="36118"/>
                </a:lnTo>
                <a:lnTo>
                  <a:pt x="17462" y="36271"/>
                </a:lnTo>
                <a:close/>
              </a:path>
              <a:path w="40005" h="36830">
                <a:moveTo>
                  <a:pt x="17741" y="33693"/>
                </a:moveTo>
                <a:lnTo>
                  <a:pt x="17665" y="33845"/>
                </a:lnTo>
                <a:lnTo>
                  <a:pt x="17653" y="34048"/>
                </a:lnTo>
                <a:lnTo>
                  <a:pt x="17741" y="33693"/>
                </a:lnTo>
                <a:close/>
              </a:path>
              <a:path w="40005" h="36830">
                <a:moveTo>
                  <a:pt x="18135" y="33083"/>
                </a:moveTo>
                <a:lnTo>
                  <a:pt x="17932" y="33096"/>
                </a:lnTo>
                <a:lnTo>
                  <a:pt x="17983" y="33756"/>
                </a:lnTo>
                <a:lnTo>
                  <a:pt x="18059" y="33502"/>
                </a:lnTo>
                <a:lnTo>
                  <a:pt x="18097" y="33312"/>
                </a:lnTo>
                <a:lnTo>
                  <a:pt x="18135" y="33083"/>
                </a:lnTo>
                <a:close/>
              </a:path>
              <a:path w="40005" h="36830">
                <a:moveTo>
                  <a:pt x="18186" y="32994"/>
                </a:moveTo>
                <a:lnTo>
                  <a:pt x="18161" y="32677"/>
                </a:lnTo>
                <a:lnTo>
                  <a:pt x="18034" y="33058"/>
                </a:lnTo>
                <a:lnTo>
                  <a:pt x="18186" y="32994"/>
                </a:lnTo>
                <a:close/>
              </a:path>
              <a:path w="40005" h="36830">
                <a:moveTo>
                  <a:pt x="18542" y="32042"/>
                </a:moveTo>
                <a:lnTo>
                  <a:pt x="18516" y="31788"/>
                </a:lnTo>
                <a:lnTo>
                  <a:pt x="18516" y="32042"/>
                </a:lnTo>
                <a:close/>
              </a:path>
              <a:path w="40005" h="36830">
                <a:moveTo>
                  <a:pt x="19240" y="2171"/>
                </a:moveTo>
                <a:lnTo>
                  <a:pt x="18999" y="2057"/>
                </a:lnTo>
                <a:lnTo>
                  <a:pt x="18859" y="1854"/>
                </a:lnTo>
                <a:lnTo>
                  <a:pt x="18669" y="2349"/>
                </a:lnTo>
                <a:lnTo>
                  <a:pt x="18681" y="3048"/>
                </a:lnTo>
                <a:lnTo>
                  <a:pt x="18630" y="3657"/>
                </a:lnTo>
                <a:lnTo>
                  <a:pt x="18757" y="3517"/>
                </a:lnTo>
                <a:lnTo>
                  <a:pt x="18961" y="3098"/>
                </a:lnTo>
                <a:lnTo>
                  <a:pt x="18783" y="2349"/>
                </a:lnTo>
                <a:lnTo>
                  <a:pt x="19240" y="2171"/>
                </a:lnTo>
                <a:close/>
              </a:path>
              <a:path w="40005" h="36830">
                <a:moveTo>
                  <a:pt x="20828" y="34798"/>
                </a:moveTo>
                <a:lnTo>
                  <a:pt x="20688" y="34772"/>
                </a:lnTo>
                <a:lnTo>
                  <a:pt x="20701" y="34912"/>
                </a:lnTo>
                <a:lnTo>
                  <a:pt x="20828" y="34798"/>
                </a:lnTo>
                <a:close/>
              </a:path>
              <a:path w="40005" h="36830">
                <a:moveTo>
                  <a:pt x="20942" y="16332"/>
                </a:moveTo>
                <a:lnTo>
                  <a:pt x="20828" y="16497"/>
                </a:lnTo>
                <a:lnTo>
                  <a:pt x="20942" y="16332"/>
                </a:lnTo>
                <a:close/>
              </a:path>
              <a:path w="40005" h="36830">
                <a:moveTo>
                  <a:pt x="21678" y="23533"/>
                </a:moveTo>
                <a:lnTo>
                  <a:pt x="21551" y="22186"/>
                </a:lnTo>
                <a:lnTo>
                  <a:pt x="21526" y="21666"/>
                </a:lnTo>
                <a:lnTo>
                  <a:pt x="20777" y="19977"/>
                </a:lnTo>
                <a:lnTo>
                  <a:pt x="21145" y="20612"/>
                </a:lnTo>
                <a:lnTo>
                  <a:pt x="21450" y="21488"/>
                </a:lnTo>
                <a:lnTo>
                  <a:pt x="21526" y="22555"/>
                </a:lnTo>
                <a:lnTo>
                  <a:pt x="21551" y="23164"/>
                </a:lnTo>
                <a:lnTo>
                  <a:pt x="21551" y="24218"/>
                </a:lnTo>
                <a:lnTo>
                  <a:pt x="21678" y="23533"/>
                </a:lnTo>
                <a:close/>
              </a:path>
              <a:path w="40005" h="36830">
                <a:moveTo>
                  <a:pt x="22212" y="15659"/>
                </a:moveTo>
                <a:lnTo>
                  <a:pt x="22161" y="15506"/>
                </a:lnTo>
                <a:lnTo>
                  <a:pt x="22009" y="15341"/>
                </a:lnTo>
                <a:lnTo>
                  <a:pt x="21869" y="15252"/>
                </a:lnTo>
                <a:lnTo>
                  <a:pt x="21501" y="15557"/>
                </a:lnTo>
                <a:lnTo>
                  <a:pt x="21094" y="15773"/>
                </a:lnTo>
                <a:lnTo>
                  <a:pt x="20878" y="16217"/>
                </a:lnTo>
                <a:lnTo>
                  <a:pt x="21031" y="16256"/>
                </a:lnTo>
                <a:lnTo>
                  <a:pt x="21005" y="16065"/>
                </a:lnTo>
                <a:lnTo>
                  <a:pt x="21120" y="16192"/>
                </a:lnTo>
                <a:lnTo>
                  <a:pt x="21094" y="16065"/>
                </a:lnTo>
                <a:lnTo>
                  <a:pt x="21170" y="16192"/>
                </a:lnTo>
                <a:lnTo>
                  <a:pt x="21120" y="16014"/>
                </a:lnTo>
                <a:lnTo>
                  <a:pt x="21259" y="15951"/>
                </a:lnTo>
                <a:lnTo>
                  <a:pt x="21539" y="15773"/>
                </a:lnTo>
                <a:lnTo>
                  <a:pt x="21793" y="15811"/>
                </a:lnTo>
                <a:lnTo>
                  <a:pt x="22047" y="15887"/>
                </a:lnTo>
                <a:lnTo>
                  <a:pt x="22047" y="15659"/>
                </a:lnTo>
                <a:lnTo>
                  <a:pt x="22212" y="15659"/>
                </a:lnTo>
                <a:close/>
              </a:path>
              <a:path w="40005" h="36830">
                <a:moveTo>
                  <a:pt x="22910" y="15621"/>
                </a:moveTo>
                <a:lnTo>
                  <a:pt x="22860" y="15430"/>
                </a:lnTo>
                <a:lnTo>
                  <a:pt x="22834" y="15621"/>
                </a:lnTo>
                <a:close/>
              </a:path>
              <a:path w="40005" h="36830">
                <a:moveTo>
                  <a:pt x="24853" y="24053"/>
                </a:moveTo>
                <a:lnTo>
                  <a:pt x="24714" y="24053"/>
                </a:lnTo>
                <a:lnTo>
                  <a:pt x="24726" y="24396"/>
                </a:lnTo>
                <a:lnTo>
                  <a:pt x="24853" y="24053"/>
                </a:lnTo>
                <a:close/>
              </a:path>
              <a:path w="40005" h="36830">
                <a:moveTo>
                  <a:pt x="25273" y="15862"/>
                </a:moveTo>
                <a:lnTo>
                  <a:pt x="25146" y="15760"/>
                </a:lnTo>
                <a:lnTo>
                  <a:pt x="25273" y="15862"/>
                </a:lnTo>
                <a:close/>
              </a:path>
              <a:path w="40005" h="36830">
                <a:moveTo>
                  <a:pt x="26466" y="23698"/>
                </a:moveTo>
                <a:lnTo>
                  <a:pt x="25882" y="23799"/>
                </a:lnTo>
                <a:lnTo>
                  <a:pt x="25857" y="24968"/>
                </a:lnTo>
                <a:lnTo>
                  <a:pt x="26225" y="25400"/>
                </a:lnTo>
                <a:lnTo>
                  <a:pt x="25996" y="24980"/>
                </a:lnTo>
                <a:lnTo>
                  <a:pt x="25996" y="24409"/>
                </a:lnTo>
                <a:lnTo>
                  <a:pt x="26250" y="23990"/>
                </a:lnTo>
                <a:lnTo>
                  <a:pt x="26466" y="23698"/>
                </a:lnTo>
                <a:close/>
              </a:path>
              <a:path w="40005" h="36830">
                <a:moveTo>
                  <a:pt x="27317" y="19900"/>
                </a:moveTo>
                <a:lnTo>
                  <a:pt x="27216" y="20777"/>
                </a:lnTo>
                <a:lnTo>
                  <a:pt x="27025" y="21805"/>
                </a:lnTo>
                <a:lnTo>
                  <a:pt x="27063" y="22529"/>
                </a:lnTo>
                <a:lnTo>
                  <a:pt x="27139" y="21615"/>
                </a:lnTo>
                <a:lnTo>
                  <a:pt x="27254" y="20764"/>
                </a:lnTo>
                <a:lnTo>
                  <a:pt x="27317" y="19900"/>
                </a:lnTo>
                <a:close/>
              </a:path>
              <a:path w="40005" h="36830">
                <a:moveTo>
                  <a:pt x="29311" y="20408"/>
                </a:moveTo>
                <a:lnTo>
                  <a:pt x="29108" y="20281"/>
                </a:lnTo>
                <a:lnTo>
                  <a:pt x="29108" y="20408"/>
                </a:lnTo>
                <a:lnTo>
                  <a:pt x="29286" y="20548"/>
                </a:lnTo>
                <a:lnTo>
                  <a:pt x="29311" y="20408"/>
                </a:lnTo>
                <a:close/>
              </a:path>
              <a:path w="40005" h="36830">
                <a:moveTo>
                  <a:pt x="29565" y="26835"/>
                </a:moveTo>
                <a:lnTo>
                  <a:pt x="29362" y="26771"/>
                </a:lnTo>
                <a:lnTo>
                  <a:pt x="29565" y="26835"/>
                </a:lnTo>
                <a:close/>
              </a:path>
              <a:path w="40005" h="36830">
                <a:moveTo>
                  <a:pt x="30911" y="18567"/>
                </a:moveTo>
                <a:close/>
              </a:path>
              <a:path w="40005" h="36830">
                <a:moveTo>
                  <a:pt x="31165" y="26860"/>
                </a:moveTo>
                <a:lnTo>
                  <a:pt x="31000" y="26898"/>
                </a:lnTo>
                <a:lnTo>
                  <a:pt x="30734" y="26784"/>
                </a:lnTo>
                <a:lnTo>
                  <a:pt x="30594" y="26758"/>
                </a:lnTo>
                <a:lnTo>
                  <a:pt x="30378" y="26758"/>
                </a:lnTo>
                <a:lnTo>
                  <a:pt x="30416" y="26898"/>
                </a:lnTo>
                <a:lnTo>
                  <a:pt x="30556" y="26911"/>
                </a:lnTo>
                <a:lnTo>
                  <a:pt x="30962" y="27025"/>
                </a:lnTo>
                <a:lnTo>
                  <a:pt x="30683" y="27000"/>
                </a:lnTo>
                <a:lnTo>
                  <a:pt x="30988" y="27101"/>
                </a:lnTo>
                <a:lnTo>
                  <a:pt x="31165" y="26860"/>
                </a:lnTo>
                <a:close/>
              </a:path>
              <a:path w="40005" h="36830">
                <a:moveTo>
                  <a:pt x="31864" y="28549"/>
                </a:moveTo>
                <a:lnTo>
                  <a:pt x="31610" y="28651"/>
                </a:lnTo>
                <a:lnTo>
                  <a:pt x="31610" y="29146"/>
                </a:lnTo>
                <a:lnTo>
                  <a:pt x="31661" y="28727"/>
                </a:lnTo>
                <a:lnTo>
                  <a:pt x="31864" y="28549"/>
                </a:lnTo>
                <a:close/>
              </a:path>
              <a:path w="40005" h="36830">
                <a:moveTo>
                  <a:pt x="32118" y="18059"/>
                </a:moveTo>
                <a:lnTo>
                  <a:pt x="32029" y="17818"/>
                </a:lnTo>
                <a:lnTo>
                  <a:pt x="32092" y="17640"/>
                </a:lnTo>
                <a:lnTo>
                  <a:pt x="31902" y="17665"/>
                </a:lnTo>
                <a:lnTo>
                  <a:pt x="31648" y="18440"/>
                </a:lnTo>
                <a:lnTo>
                  <a:pt x="31292" y="19278"/>
                </a:lnTo>
                <a:lnTo>
                  <a:pt x="31267" y="20231"/>
                </a:lnTo>
                <a:lnTo>
                  <a:pt x="31407" y="20142"/>
                </a:lnTo>
                <a:lnTo>
                  <a:pt x="31292" y="19977"/>
                </a:lnTo>
                <a:lnTo>
                  <a:pt x="31648" y="19977"/>
                </a:lnTo>
                <a:lnTo>
                  <a:pt x="31838" y="20091"/>
                </a:lnTo>
                <a:lnTo>
                  <a:pt x="31686" y="19913"/>
                </a:lnTo>
                <a:lnTo>
                  <a:pt x="31686" y="19723"/>
                </a:lnTo>
                <a:lnTo>
                  <a:pt x="31750" y="19367"/>
                </a:lnTo>
                <a:lnTo>
                  <a:pt x="31775" y="19138"/>
                </a:lnTo>
                <a:lnTo>
                  <a:pt x="31991" y="19050"/>
                </a:lnTo>
                <a:lnTo>
                  <a:pt x="31838" y="18491"/>
                </a:lnTo>
                <a:lnTo>
                  <a:pt x="31991" y="18237"/>
                </a:lnTo>
                <a:lnTo>
                  <a:pt x="32118" y="18059"/>
                </a:lnTo>
                <a:close/>
              </a:path>
              <a:path w="40005" h="36830">
                <a:moveTo>
                  <a:pt x="33528" y="13423"/>
                </a:moveTo>
                <a:lnTo>
                  <a:pt x="33210" y="13423"/>
                </a:lnTo>
                <a:lnTo>
                  <a:pt x="33020" y="13639"/>
                </a:lnTo>
                <a:lnTo>
                  <a:pt x="32753" y="13741"/>
                </a:lnTo>
                <a:lnTo>
                  <a:pt x="32537" y="13589"/>
                </a:lnTo>
                <a:lnTo>
                  <a:pt x="32575" y="13792"/>
                </a:lnTo>
                <a:lnTo>
                  <a:pt x="32880" y="13931"/>
                </a:lnTo>
                <a:lnTo>
                  <a:pt x="32981" y="14160"/>
                </a:lnTo>
                <a:lnTo>
                  <a:pt x="33007" y="13906"/>
                </a:lnTo>
                <a:lnTo>
                  <a:pt x="33134" y="13957"/>
                </a:lnTo>
                <a:lnTo>
                  <a:pt x="33223" y="13538"/>
                </a:lnTo>
                <a:lnTo>
                  <a:pt x="33528" y="13423"/>
                </a:lnTo>
                <a:close/>
              </a:path>
              <a:path w="40005" h="36830">
                <a:moveTo>
                  <a:pt x="35877" y="14427"/>
                </a:moveTo>
                <a:lnTo>
                  <a:pt x="35560" y="14401"/>
                </a:lnTo>
                <a:lnTo>
                  <a:pt x="35864" y="14541"/>
                </a:lnTo>
                <a:close/>
              </a:path>
              <a:path w="40005" h="36830">
                <a:moveTo>
                  <a:pt x="36753" y="17297"/>
                </a:moveTo>
                <a:lnTo>
                  <a:pt x="36690" y="17106"/>
                </a:lnTo>
                <a:lnTo>
                  <a:pt x="36664" y="17360"/>
                </a:lnTo>
                <a:lnTo>
                  <a:pt x="36461" y="17576"/>
                </a:lnTo>
                <a:lnTo>
                  <a:pt x="36499" y="17780"/>
                </a:lnTo>
                <a:lnTo>
                  <a:pt x="36550" y="17526"/>
                </a:lnTo>
                <a:lnTo>
                  <a:pt x="36753" y="17297"/>
                </a:lnTo>
                <a:close/>
              </a:path>
              <a:path w="40005" h="36830">
                <a:moveTo>
                  <a:pt x="37109" y="14986"/>
                </a:moveTo>
                <a:lnTo>
                  <a:pt x="36855" y="14820"/>
                </a:lnTo>
                <a:lnTo>
                  <a:pt x="36957" y="14960"/>
                </a:lnTo>
                <a:lnTo>
                  <a:pt x="37109" y="14986"/>
                </a:lnTo>
                <a:close/>
              </a:path>
              <a:path w="40005" h="36830">
                <a:moveTo>
                  <a:pt x="37541" y="165"/>
                </a:moveTo>
                <a:lnTo>
                  <a:pt x="37401" y="165"/>
                </a:lnTo>
                <a:lnTo>
                  <a:pt x="37401" y="317"/>
                </a:lnTo>
                <a:lnTo>
                  <a:pt x="37541" y="317"/>
                </a:lnTo>
                <a:lnTo>
                  <a:pt x="37541" y="165"/>
                </a:lnTo>
                <a:close/>
              </a:path>
              <a:path w="40005" h="36830">
                <a:moveTo>
                  <a:pt x="37896" y="0"/>
                </a:moveTo>
                <a:lnTo>
                  <a:pt x="37719" y="101"/>
                </a:lnTo>
                <a:lnTo>
                  <a:pt x="37719" y="393"/>
                </a:lnTo>
                <a:lnTo>
                  <a:pt x="37858" y="355"/>
                </a:lnTo>
                <a:lnTo>
                  <a:pt x="37896" y="0"/>
                </a:lnTo>
                <a:close/>
              </a:path>
              <a:path w="40005" h="36830">
                <a:moveTo>
                  <a:pt x="39560" y="12331"/>
                </a:moveTo>
                <a:lnTo>
                  <a:pt x="39420" y="12433"/>
                </a:lnTo>
                <a:lnTo>
                  <a:pt x="39281" y="12573"/>
                </a:lnTo>
                <a:lnTo>
                  <a:pt x="39522" y="12623"/>
                </a:lnTo>
                <a:lnTo>
                  <a:pt x="39560" y="123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bg object 151"/>
          <p:cNvSpPr/>
          <p:nvPr/>
        </p:nvSpPr>
        <p:spPr>
          <a:xfrm>
            <a:off x="2009267" y="1025575"/>
            <a:ext cx="36830" cy="42545"/>
          </a:xfrm>
          <a:custGeom>
            <a:avLst/>
            <a:gdLst/>
            <a:ahLst/>
            <a:cxnLst/>
            <a:rect l="l" t="t" r="r" b="b"/>
            <a:pathLst>
              <a:path w="36830" h="42544">
                <a:moveTo>
                  <a:pt x="7366" y="28714"/>
                </a:moveTo>
                <a:lnTo>
                  <a:pt x="7315" y="28892"/>
                </a:lnTo>
                <a:lnTo>
                  <a:pt x="7366" y="28714"/>
                </a:lnTo>
                <a:close/>
              </a:path>
              <a:path w="36830" h="42544">
                <a:moveTo>
                  <a:pt x="7493" y="41935"/>
                </a:moveTo>
                <a:lnTo>
                  <a:pt x="7442" y="41605"/>
                </a:lnTo>
                <a:lnTo>
                  <a:pt x="7137" y="41605"/>
                </a:lnTo>
                <a:lnTo>
                  <a:pt x="6997" y="41440"/>
                </a:lnTo>
                <a:lnTo>
                  <a:pt x="6819" y="41236"/>
                </a:lnTo>
                <a:lnTo>
                  <a:pt x="6540" y="41236"/>
                </a:lnTo>
                <a:lnTo>
                  <a:pt x="6540" y="40944"/>
                </a:lnTo>
                <a:lnTo>
                  <a:pt x="6197" y="40944"/>
                </a:lnTo>
                <a:lnTo>
                  <a:pt x="6235" y="40538"/>
                </a:lnTo>
                <a:lnTo>
                  <a:pt x="6057" y="40538"/>
                </a:lnTo>
                <a:lnTo>
                  <a:pt x="6057" y="40944"/>
                </a:lnTo>
                <a:lnTo>
                  <a:pt x="0" y="40944"/>
                </a:lnTo>
                <a:lnTo>
                  <a:pt x="0" y="41935"/>
                </a:lnTo>
                <a:lnTo>
                  <a:pt x="7493" y="41935"/>
                </a:lnTo>
                <a:close/>
              </a:path>
              <a:path w="36830" h="42544">
                <a:moveTo>
                  <a:pt x="7581" y="40436"/>
                </a:moveTo>
                <a:lnTo>
                  <a:pt x="7531" y="40614"/>
                </a:lnTo>
                <a:lnTo>
                  <a:pt x="7581" y="40436"/>
                </a:lnTo>
                <a:close/>
              </a:path>
              <a:path w="36830" h="42544">
                <a:moveTo>
                  <a:pt x="7658" y="41211"/>
                </a:moveTo>
                <a:lnTo>
                  <a:pt x="7581" y="40779"/>
                </a:lnTo>
                <a:lnTo>
                  <a:pt x="7378" y="40855"/>
                </a:lnTo>
                <a:lnTo>
                  <a:pt x="7467" y="41198"/>
                </a:lnTo>
                <a:lnTo>
                  <a:pt x="7289" y="41224"/>
                </a:lnTo>
                <a:lnTo>
                  <a:pt x="7429" y="41338"/>
                </a:lnTo>
                <a:lnTo>
                  <a:pt x="7620" y="41338"/>
                </a:lnTo>
                <a:lnTo>
                  <a:pt x="7645" y="41516"/>
                </a:lnTo>
                <a:lnTo>
                  <a:pt x="7658" y="41211"/>
                </a:lnTo>
                <a:close/>
              </a:path>
              <a:path w="36830" h="42544">
                <a:moveTo>
                  <a:pt x="7912" y="37363"/>
                </a:moveTo>
                <a:lnTo>
                  <a:pt x="6515" y="37363"/>
                </a:lnTo>
                <a:lnTo>
                  <a:pt x="6438" y="37122"/>
                </a:lnTo>
                <a:lnTo>
                  <a:pt x="0" y="37122"/>
                </a:lnTo>
                <a:lnTo>
                  <a:pt x="0" y="37871"/>
                </a:lnTo>
                <a:lnTo>
                  <a:pt x="7797" y="37871"/>
                </a:lnTo>
                <a:lnTo>
                  <a:pt x="7696" y="37642"/>
                </a:lnTo>
                <a:lnTo>
                  <a:pt x="7886" y="37642"/>
                </a:lnTo>
                <a:lnTo>
                  <a:pt x="7912" y="37363"/>
                </a:lnTo>
                <a:close/>
              </a:path>
              <a:path w="36830" h="42544">
                <a:moveTo>
                  <a:pt x="7988" y="41211"/>
                </a:moveTo>
                <a:lnTo>
                  <a:pt x="7924" y="41046"/>
                </a:lnTo>
                <a:lnTo>
                  <a:pt x="7924" y="41198"/>
                </a:lnTo>
                <a:close/>
              </a:path>
              <a:path w="36830" h="42544">
                <a:moveTo>
                  <a:pt x="8051" y="40982"/>
                </a:moveTo>
                <a:lnTo>
                  <a:pt x="8013" y="40716"/>
                </a:lnTo>
                <a:lnTo>
                  <a:pt x="7950" y="41008"/>
                </a:lnTo>
                <a:close/>
              </a:path>
              <a:path w="36830" h="42544">
                <a:moveTo>
                  <a:pt x="8051" y="36245"/>
                </a:moveTo>
                <a:lnTo>
                  <a:pt x="8013" y="35788"/>
                </a:lnTo>
                <a:lnTo>
                  <a:pt x="7988" y="35572"/>
                </a:lnTo>
                <a:lnTo>
                  <a:pt x="7950" y="35179"/>
                </a:lnTo>
                <a:lnTo>
                  <a:pt x="0" y="35179"/>
                </a:lnTo>
                <a:lnTo>
                  <a:pt x="0" y="36245"/>
                </a:lnTo>
                <a:lnTo>
                  <a:pt x="8051" y="36245"/>
                </a:lnTo>
                <a:close/>
              </a:path>
              <a:path w="36830" h="42544">
                <a:moveTo>
                  <a:pt x="8128" y="41719"/>
                </a:moveTo>
                <a:lnTo>
                  <a:pt x="8064" y="41922"/>
                </a:lnTo>
                <a:lnTo>
                  <a:pt x="8128" y="41719"/>
                </a:lnTo>
                <a:close/>
              </a:path>
              <a:path w="36830" h="42544">
                <a:moveTo>
                  <a:pt x="8153" y="41478"/>
                </a:moveTo>
                <a:lnTo>
                  <a:pt x="7950" y="41351"/>
                </a:lnTo>
                <a:lnTo>
                  <a:pt x="7861" y="41592"/>
                </a:lnTo>
                <a:lnTo>
                  <a:pt x="8153" y="41478"/>
                </a:lnTo>
                <a:close/>
              </a:path>
              <a:path w="36830" h="42544">
                <a:moveTo>
                  <a:pt x="8178" y="40589"/>
                </a:moveTo>
                <a:lnTo>
                  <a:pt x="8051" y="40640"/>
                </a:lnTo>
                <a:lnTo>
                  <a:pt x="8077" y="40767"/>
                </a:lnTo>
                <a:lnTo>
                  <a:pt x="8178" y="40589"/>
                </a:lnTo>
                <a:close/>
              </a:path>
              <a:path w="36830" h="42544">
                <a:moveTo>
                  <a:pt x="8216" y="37236"/>
                </a:moveTo>
                <a:lnTo>
                  <a:pt x="8166" y="37096"/>
                </a:lnTo>
                <a:lnTo>
                  <a:pt x="8064" y="37350"/>
                </a:lnTo>
                <a:lnTo>
                  <a:pt x="8216" y="37236"/>
                </a:lnTo>
                <a:close/>
              </a:path>
              <a:path w="36830" h="42544">
                <a:moveTo>
                  <a:pt x="8293" y="37795"/>
                </a:moveTo>
                <a:lnTo>
                  <a:pt x="8229" y="37947"/>
                </a:lnTo>
                <a:lnTo>
                  <a:pt x="8293" y="37795"/>
                </a:lnTo>
                <a:close/>
              </a:path>
              <a:path w="36830" h="42544">
                <a:moveTo>
                  <a:pt x="8305" y="40309"/>
                </a:moveTo>
                <a:lnTo>
                  <a:pt x="7874" y="38735"/>
                </a:lnTo>
                <a:lnTo>
                  <a:pt x="8064" y="38404"/>
                </a:lnTo>
                <a:lnTo>
                  <a:pt x="8026" y="38023"/>
                </a:lnTo>
                <a:lnTo>
                  <a:pt x="7810" y="38023"/>
                </a:lnTo>
                <a:lnTo>
                  <a:pt x="7810" y="40309"/>
                </a:lnTo>
                <a:lnTo>
                  <a:pt x="7759" y="40449"/>
                </a:lnTo>
                <a:lnTo>
                  <a:pt x="7721" y="40309"/>
                </a:lnTo>
                <a:lnTo>
                  <a:pt x="7810" y="38023"/>
                </a:lnTo>
                <a:lnTo>
                  <a:pt x="6807" y="38023"/>
                </a:lnTo>
                <a:lnTo>
                  <a:pt x="6807" y="38735"/>
                </a:lnTo>
                <a:lnTo>
                  <a:pt x="6743" y="39522"/>
                </a:lnTo>
                <a:lnTo>
                  <a:pt x="6248" y="38735"/>
                </a:lnTo>
                <a:lnTo>
                  <a:pt x="6807" y="38735"/>
                </a:lnTo>
                <a:lnTo>
                  <a:pt x="6807" y="38023"/>
                </a:lnTo>
                <a:lnTo>
                  <a:pt x="0" y="38023"/>
                </a:lnTo>
                <a:lnTo>
                  <a:pt x="0" y="40538"/>
                </a:lnTo>
                <a:lnTo>
                  <a:pt x="6057" y="40538"/>
                </a:lnTo>
                <a:lnTo>
                  <a:pt x="6057" y="40309"/>
                </a:lnTo>
                <a:lnTo>
                  <a:pt x="6311" y="40411"/>
                </a:lnTo>
                <a:lnTo>
                  <a:pt x="6477" y="40309"/>
                </a:lnTo>
                <a:lnTo>
                  <a:pt x="7531" y="40309"/>
                </a:lnTo>
                <a:lnTo>
                  <a:pt x="7581" y="40436"/>
                </a:lnTo>
                <a:lnTo>
                  <a:pt x="7658" y="40627"/>
                </a:lnTo>
                <a:lnTo>
                  <a:pt x="7683" y="40855"/>
                </a:lnTo>
                <a:lnTo>
                  <a:pt x="7810" y="40589"/>
                </a:lnTo>
                <a:lnTo>
                  <a:pt x="7848" y="40309"/>
                </a:lnTo>
                <a:lnTo>
                  <a:pt x="8305" y="40309"/>
                </a:lnTo>
                <a:close/>
              </a:path>
              <a:path w="36830" h="42544">
                <a:moveTo>
                  <a:pt x="8369" y="41922"/>
                </a:moveTo>
                <a:lnTo>
                  <a:pt x="8318" y="41770"/>
                </a:lnTo>
                <a:lnTo>
                  <a:pt x="8293" y="41922"/>
                </a:lnTo>
                <a:close/>
              </a:path>
              <a:path w="36830" h="42544">
                <a:moveTo>
                  <a:pt x="8458" y="41922"/>
                </a:moveTo>
                <a:close/>
              </a:path>
              <a:path w="36830" h="42544">
                <a:moveTo>
                  <a:pt x="8509" y="30721"/>
                </a:moveTo>
                <a:lnTo>
                  <a:pt x="8394" y="30505"/>
                </a:lnTo>
                <a:lnTo>
                  <a:pt x="8369" y="30645"/>
                </a:lnTo>
                <a:lnTo>
                  <a:pt x="8509" y="30721"/>
                </a:lnTo>
                <a:close/>
              </a:path>
              <a:path w="36830" h="42544">
                <a:moveTo>
                  <a:pt x="8661" y="40043"/>
                </a:moveTo>
                <a:lnTo>
                  <a:pt x="8610" y="40259"/>
                </a:lnTo>
                <a:lnTo>
                  <a:pt x="8661" y="40043"/>
                </a:lnTo>
                <a:close/>
              </a:path>
              <a:path w="36830" h="42544">
                <a:moveTo>
                  <a:pt x="8712" y="40411"/>
                </a:moveTo>
                <a:lnTo>
                  <a:pt x="8572" y="40297"/>
                </a:lnTo>
                <a:lnTo>
                  <a:pt x="8534" y="40513"/>
                </a:lnTo>
                <a:lnTo>
                  <a:pt x="8686" y="40513"/>
                </a:lnTo>
                <a:close/>
              </a:path>
              <a:path w="36830" h="42544">
                <a:moveTo>
                  <a:pt x="8724" y="31432"/>
                </a:moveTo>
                <a:lnTo>
                  <a:pt x="8699" y="31597"/>
                </a:lnTo>
                <a:lnTo>
                  <a:pt x="8724" y="31432"/>
                </a:lnTo>
                <a:close/>
              </a:path>
              <a:path w="36830" h="42544">
                <a:moveTo>
                  <a:pt x="8737" y="39585"/>
                </a:moveTo>
                <a:lnTo>
                  <a:pt x="8636" y="39852"/>
                </a:lnTo>
                <a:lnTo>
                  <a:pt x="8483" y="39954"/>
                </a:lnTo>
                <a:lnTo>
                  <a:pt x="8686" y="40030"/>
                </a:lnTo>
                <a:lnTo>
                  <a:pt x="8737" y="39585"/>
                </a:lnTo>
                <a:close/>
              </a:path>
              <a:path w="36830" h="42544">
                <a:moveTo>
                  <a:pt x="8890" y="40335"/>
                </a:moveTo>
                <a:lnTo>
                  <a:pt x="8851" y="40157"/>
                </a:lnTo>
                <a:lnTo>
                  <a:pt x="8750" y="40347"/>
                </a:lnTo>
                <a:lnTo>
                  <a:pt x="8890" y="40335"/>
                </a:lnTo>
                <a:close/>
              </a:path>
              <a:path w="36830" h="42544">
                <a:moveTo>
                  <a:pt x="9093" y="41922"/>
                </a:moveTo>
                <a:lnTo>
                  <a:pt x="9067" y="41770"/>
                </a:lnTo>
                <a:lnTo>
                  <a:pt x="9029" y="41922"/>
                </a:lnTo>
                <a:close/>
              </a:path>
              <a:path w="36830" h="42544">
                <a:moveTo>
                  <a:pt x="9131" y="39357"/>
                </a:moveTo>
                <a:lnTo>
                  <a:pt x="8991" y="39395"/>
                </a:lnTo>
                <a:lnTo>
                  <a:pt x="9029" y="39535"/>
                </a:lnTo>
                <a:lnTo>
                  <a:pt x="9131" y="39357"/>
                </a:lnTo>
                <a:close/>
              </a:path>
              <a:path w="36830" h="42544">
                <a:moveTo>
                  <a:pt x="9169" y="36969"/>
                </a:moveTo>
                <a:lnTo>
                  <a:pt x="9029" y="37185"/>
                </a:lnTo>
                <a:lnTo>
                  <a:pt x="8966" y="37007"/>
                </a:lnTo>
                <a:lnTo>
                  <a:pt x="8915" y="37490"/>
                </a:lnTo>
                <a:lnTo>
                  <a:pt x="9067" y="37274"/>
                </a:lnTo>
                <a:lnTo>
                  <a:pt x="9093" y="37033"/>
                </a:lnTo>
                <a:close/>
              </a:path>
              <a:path w="36830" h="42544">
                <a:moveTo>
                  <a:pt x="9194" y="41922"/>
                </a:moveTo>
                <a:close/>
              </a:path>
              <a:path w="36830" h="42544">
                <a:moveTo>
                  <a:pt x="9258" y="39560"/>
                </a:moveTo>
                <a:lnTo>
                  <a:pt x="9067" y="39560"/>
                </a:lnTo>
                <a:lnTo>
                  <a:pt x="9258" y="39560"/>
                </a:lnTo>
                <a:close/>
              </a:path>
              <a:path w="36830" h="42544">
                <a:moveTo>
                  <a:pt x="9436" y="40462"/>
                </a:moveTo>
                <a:lnTo>
                  <a:pt x="9359" y="40335"/>
                </a:lnTo>
                <a:lnTo>
                  <a:pt x="9258" y="40462"/>
                </a:lnTo>
                <a:lnTo>
                  <a:pt x="9436" y="40462"/>
                </a:lnTo>
                <a:close/>
              </a:path>
              <a:path w="36830" h="42544">
                <a:moveTo>
                  <a:pt x="9639" y="38074"/>
                </a:moveTo>
                <a:lnTo>
                  <a:pt x="9499" y="38074"/>
                </a:lnTo>
                <a:lnTo>
                  <a:pt x="9499" y="38239"/>
                </a:lnTo>
                <a:lnTo>
                  <a:pt x="9639" y="38074"/>
                </a:lnTo>
                <a:close/>
              </a:path>
              <a:path w="36830" h="42544">
                <a:moveTo>
                  <a:pt x="9639" y="34480"/>
                </a:moveTo>
                <a:lnTo>
                  <a:pt x="9588" y="34823"/>
                </a:lnTo>
                <a:lnTo>
                  <a:pt x="9639" y="34480"/>
                </a:lnTo>
                <a:close/>
              </a:path>
              <a:path w="36830" h="42544">
                <a:moveTo>
                  <a:pt x="9702" y="40690"/>
                </a:moveTo>
                <a:lnTo>
                  <a:pt x="9664" y="40411"/>
                </a:lnTo>
                <a:lnTo>
                  <a:pt x="9550" y="40563"/>
                </a:lnTo>
                <a:lnTo>
                  <a:pt x="9702" y="40690"/>
                </a:lnTo>
                <a:close/>
              </a:path>
              <a:path w="36830" h="42544">
                <a:moveTo>
                  <a:pt x="9766" y="39776"/>
                </a:moveTo>
                <a:lnTo>
                  <a:pt x="9702" y="40005"/>
                </a:lnTo>
                <a:lnTo>
                  <a:pt x="9766" y="39776"/>
                </a:lnTo>
                <a:close/>
              </a:path>
              <a:path w="36830" h="42544">
                <a:moveTo>
                  <a:pt x="9969" y="38671"/>
                </a:moveTo>
                <a:lnTo>
                  <a:pt x="9944" y="38519"/>
                </a:lnTo>
                <a:lnTo>
                  <a:pt x="9817" y="38696"/>
                </a:lnTo>
                <a:lnTo>
                  <a:pt x="9969" y="38671"/>
                </a:lnTo>
                <a:close/>
              </a:path>
              <a:path w="36830" h="42544">
                <a:moveTo>
                  <a:pt x="10096" y="39979"/>
                </a:moveTo>
                <a:lnTo>
                  <a:pt x="9842" y="39916"/>
                </a:lnTo>
                <a:lnTo>
                  <a:pt x="9969" y="40055"/>
                </a:lnTo>
                <a:lnTo>
                  <a:pt x="10096" y="39979"/>
                </a:lnTo>
                <a:close/>
              </a:path>
              <a:path w="36830" h="42544">
                <a:moveTo>
                  <a:pt x="10109" y="39357"/>
                </a:moveTo>
                <a:lnTo>
                  <a:pt x="9982" y="39382"/>
                </a:lnTo>
                <a:lnTo>
                  <a:pt x="9817" y="39192"/>
                </a:lnTo>
                <a:lnTo>
                  <a:pt x="9766" y="39446"/>
                </a:lnTo>
                <a:lnTo>
                  <a:pt x="9817" y="39585"/>
                </a:lnTo>
                <a:lnTo>
                  <a:pt x="9944" y="39611"/>
                </a:lnTo>
                <a:lnTo>
                  <a:pt x="9842" y="39738"/>
                </a:lnTo>
                <a:lnTo>
                  <a:pt x="9842" y="39878"/>
                </a:lnTo>
                <a:lnTo>
                  <a:pt x="9906" y="39712"/>
                </a:lnTo>
                <a:lnTo>
                  <a:pt x="10083" y="39827"/>
                </a:lnTo>
                <a:lnTo>
                  <a:pt x="10083" y="39687"/>
                </a:lnTo>
                <a:lnTo>
                  <a:pt x="10045" y="39522"/>
                </a:lnTo>
                <a:lnTo>
                  <a:pt x="10109" y="39357"/>
                </a:lnTo>
                <a:close/>
              </a:path>
              <a:path w="36830" h="42544">
                <a:moveTo>
                  <a:pt x="10160" y="35433"/>
                </a:moveTo>
                <a:lnTo>
                  <a:pt x="10007" y="35598"/>
                </a:lnTo>
                <a:lnTo>
                  <a:pt x="10160" y="35572"/>
                </a:lnTo>
                <a:lnTo>
                  <a:pt x="10160" y="35433"/>
                </a:lnTo>
                <a:close/>
              </a:path>
              <a:path w="36830" h="42544">
                <a:moveTo>
                  <a:pt x="10261" y="40233"/>
                </a:moveTo>
                <a:lnTo>
                  <a:pt x="10109" y="40106"/>
                </a:lnTo>
                <a:lnTo>
                  <a:pt x="10147" y="40284"/>
                </a:lnTo>
                <a:close/>
              </a:path>
              <a:path w="36830" h="42544">
                <a:moveTo>
                  <a:pt x="10363" y="37693"/>
                </a:moveTo>
                <a:lnTo>
                  <a:pt x="10185" y="37515"/>
                </a:lnTo>
                <a:lnTo>
                  <a:pt x="10160" y="37846"/>
                </a:lnTo>
                <a:lnTo>
                  <a:pt x="10363" y="37693"/>
                </a:lnTo>
                <a:close/>
              </a:path>
              <a:path w="36830" h="42544">
                <a:moveTo>
                  <a:pt x="10642" y="29222"/>
                </a:moveTo>
                <a:lnTo>
                  <a:pt x="10515" y="29197"/>
                </a:lnTo>
                <a:lnTo>
                  <a:pt x="10541" y="29362"/>
                </a:lnTo>
                <a:lnTo>
                  <a:pt x="10642" y="29222"/>
                </a:lnTo>
                <a:close/>
              </a:path>
              <a:path w="36830" h="42544">
                <a:moveTo>
                  <a:pt x="10807" y="37096"/>
                </a:moveTo>
                <a:lnTo>
                  <a:pt x="10680" y="37274"/>
                </a:lnTo>
                <a:lnTo>
                  <a:pt x="10807" y="37096"/>
                </a:lnTo>
                <a:close/>
              </a:path>
              <a:path w="36830" h="42544">
                <a:moveTo>
                  <a:pt x="10934" y="37896"/>
                </a:moveTo>
                <a:lnTo>
                  <a:pt x="10909" y="37693"/>
                </a:lnTo>
                <a:lnTo>
                  <a:pt x="10858" y="37896"/>
                </a:lnTo>
                <a:close/>
              </a:path>
              <a:path w="36830" h="42544">
                <a:moveTo>
                  <a:pt x="10985" y="36296"/>
                </a:moveTo>
                <a:lnTo>
                  <a:pt x="10947" y="36169"/>
                </a:lnTo>
                <a:lnTo>
                  <a:pt x="10782" y="36372"/>
                </a:lnTo>
                <a:lnTo>
                  <a:pt x="10858" y="36512"/>
                </a:lnTo>
                <a:lnTo>
                  <a:pt x="10985" y="36296"/>
                </a:lnTo>
                <a:close/>
              </a:path>
              <a:path w="36830" h="42544">
                <a:moveTo>
                  <a:pt x="11137" y="35077"/>
                </a:moveTo>
                <a:lnTo>
                  <a:pt x="11010" y="34925"/>
                </a:lnTo>
                <a:lnTo>
                  <a:pt x="11036" y="35077"/>
                </a:lnTo>
                <a:close/>
              </a:path>
              <a:path w="36830" h="42544">
                <a:moveTo>
                  <a:pt x="11176" y="37757"/>
                </a:moveTo>
                <a:lnTo>
                  <a:pt x="11023" y="37693"/>
                </a:lnTo>
                <a:lnTo>
                  <a:pt x="11150" y="38074"/>
                </a:lnTo>
                <a:lnTo>
                  <a:pt x="11176" y="37757"/>
                </a:lnTo>
                <a:close/>
              </a:path>
              <a:path w="36830" h="42544">
                <a:moveTo>
                  <a:pt x="11531" y="38709"/>
                </a:moveTo>
                <a:lnTo>
                  <a:pt x="11455" y="38862"/>
                </a:lnTo>
                <a:lnTo>
                  <a:pt x="11531" y="38709"/>
                </a:lnTo>
                <a:close/>
              </a:path>
              <a:path w="36830" h="42544">
                <a:moveTo>
                  <a:pt x="12382" y="317"/>
                </a:moveTo>
                <a:lnTo>
                  <a:pt x="12141" y="203"/>
                </a:lnTo>
                <a:lnTo>
                  <a:pt x="12001" y="0"/>
                </a:lnTo>
                <a:lnTo>
                  <a:pt x="11811" y="495"/>
                </a:lnTo>
                <a:lnTo>
                  <a:pt x="11823" y="1193"/>
                </a:lnTo>
                <a:lnTo>
                  <a:pt x="11772" y="1803"/>
                </a:lnTo>
                <a:lnTo>
                  <a:pt x="11899" y="1663"/>
                </a:lnTo>
                <a:lnTo>
                  <a:pt x="12103" y="1244"/>
                </a:lnTo>
                <a:lnTo>
                  <a:pt x="11925" y="495"/>
                </a:lnTo>
                <a:lnTo>
                  <a:pt x="12382" y="317"/>
                </a:lnTo>
                <a:close/>
              </a:path>
              <a:path w="36830" h="42544">
                <a:moveTo>
                  <a:pt x="15227" y="3086"/>
                </a:moveTo>
                <a:lnTo>
                  <a:pt x="15024" y="2895"/>
                </a:lnTo>
                <a:lnTo>
                  <a:pt x="15049" y="3416"/>
                </a:lnTo>
                <a:lnTo>
                  <a:pt x="15227" y="3530"/>
                </a:lnTo>
                <a:lnTo>
                  <a:pt x="15201" y="3175"/>
                </a:lnTo>
                <a:close/>
              </a:path>
              <a:path w="36830" h="42544">
                <a:moveTo>
                  <a:pt x="24028" y="38252"/>
                </a:moveTo>
                <a:lnTo>
                  <a:pt x="23964" y="37426"/>
                </a:lnTo>
                <a:lnTo>
                  <a:pt x="24003" y="36830"/>
                </a:lnTo>
                <a:lnTo>
                  <a:pt x="23939" y="37287"/>
                </a:lnTo>
                <a:lnTo>
                  <a:pt x="23990" y="38125"/>
                </a:lnTo>
                <a:lnTo>
                  <a:pt x="23964" y="38722"/>
                </a:lnTo>
                <a:lnTo>
                  <a:pt x="24028" y="38252"/>
                </a:lnTo>
                <a:close/>
              </a:path>
              <a:path w="36830" h="42544">
                <a:moveTo>
                  <a:pt x="24625" y="41935"/>
                </a:moveTo>
                <a:lnTo>
                  <a:pt x="24587" y="41605"/>
                </a:lnTo>
                <a:lnTo>
                  <a:pt x="24587" y="41935"/>
                </a:lnTo>
                <a:close/>
              </a:path>
              <a:path w="36830" h="42544">
                <a:moveTo>
                  <a:pt x="25806" y="18567"/>
                </a:moveTo>
                <a:lnTo>
                  <a:pt x="25654" y="18237"/>
                </a:lnTo>
                <a:lnTo>
                  <a:pt x="25298" y="18249"/>
                </a:lnTo>
                <a:lnTo>
                  <a:pt x="25400" y="18719"/>
                </a:lnTo>
                <a:lnTo>
                  <a:pt x="25590" y="18719"/>
                </a:lnTo>
                <a:lnTo>
                  <a:pt x="25615" y="18859"/>
                </a:lnTo>
                <a:lnTo>
                  <a:pt x="25806" y="18567"/>
                </a:lnTo>
                <a:close/>
              </a:path>
              <a:path w="36830" h="42544">
                <a:moveTo>
                  <a:pt x="26631" y="10769"/>
                </a:moveTo>
                <a:lnTo>
                  <a:pt x="26606" y="10579"/>
                </a:lnTo>
                <a:lnTo>
                  <a:pt x="26238" y="10629"/>
                </a:lnTo>
                <a:lnTo>
                  <a:pt x="25958" y="10782"/>
                </a:lnTo>
                <a:lnTo>
                  <a:pt x="25679" y="10922"/>
                </a:lnTo>
                <a:lnTo>
                  <a:pt x="25920" y="11150"/>
                </a:lnTo>
                <a:lnTo>
                  <a:pt x="26123" y="10947"/>
                </a:lnTo>
                <a:lnTo>
                  <a:pt x="26263" y="10922"/>
                </a:lnTo>
                <a:lnTo>
                  <a:pt x="26416" y="10820"/>
                </a:lnTo>
                <a:lnTo>
                  <a:pt x="26631" y="10769"/>
                </a:lnTo>
                <a:close/>
              </a:path>
              <a:path w="36830" h="42544">
                <a:moveTo>
                  <a:pt x="32842" y="9817"/>
                </a:moveTo>
                <a:lnTo>
                  <a:pt x="32613" y="9842"/>
                </a:lnTo>
                <a:lnTo>
                  <a:pt x="32588" y="9588"/>
                </a:lnTo>
                <a:lnTo>
                  <a:pt x="32423" y="9613"/>
                </a:lnTo>
                <a:lnTo>
                  <a:pt x="32245" y="10160"/>
                </a:lnTo>
                <a:lnTo>
                  <a:pt x="32321" y="9982"/>
                </a:lnTo>
                <a:lnTo>
                  <a:pt x="32842" y="10071"/>
                </a:lnTo>
                <a:lnTo>
                  <a:pt x="32842" y="9817"/>
                </a:lnTo>
                <a:close/>
              </a:path>
              <a:path w="36830" h="42544">
                <a:moveTo>
                  <a:pt x="36245" y="4279"/>
                </a:moveTo>
                <a:lnTo>
                  <a:pt x="36080" y="3695"/>
                </a:lnTo>
                <a:lnTo>
                  <a:pt x="35953" y="4051"/>
                </a:lnTo>
                <a:lnTo>
                  <a:pt x="36118" y="4114"/>
                </a:lnTo>
                <a:lnTo>
                  <a:pt x="36093" y="4368"/>
                </a:lnTo>
                <a:lnTo>
                  <a:pt x="36245" y="42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bg object 152"/>
          <p:cNvSpPr/>
          <p:nvPr/>
        </p:nvSpPr>
        <p:spPr>
          <a:xfrm>
            <a:off x="2009267" y="1060068"/>
            <a:ext cx="24765" cy="15240"/>
          </a:xfrm>
          <a:custGeom>
            <a:avLst/>
            <a:gdLst/>
            <a:ahLst/>
            <a:cxnLst/>
            <a:rect l="l" t="t" r="r" b="b"/>
            <a:pathLst>
              <a:path w="24764" h="15240">
                <a:moveTo>
                  <a:pt x="6540" y="13741"/>
                </a:moveTo>
                <a:lnTo>
                  <a:pt x="63" y="13741"/>
                </a:lnTo>
                <a:lnTo>
                  <a:pt x="63" y="13893"/>
                </a:lnTo>
                <a:lnTo>
                  <a:pt x="6540" y="13893"/>
                </a:lnTo>
                <a:lnTo>
                  <a:pt x="6540" y="13741"/>
                </a:lnTo>
                <a:close/>
              </a:path>
              <a:path w="24764" h="15240">
                <a:moveTo>
                  <a:pt x="7213" y="5689"/>
                </a:moveTo>
                <a:lnTo>
                  <a:pt x="7162" y="5511"/>
                </a:lnTo>
                <a:lnTo>
                  <a:pt x="7162" y="5740"/>
                </a:lnTo>
                <a:close/>
              </a:path>
              <a:path w="24764" h="15240">
                <a:moveTo>
                  <a:pt x="7493" y="14732"/>
                </a:moveTo>
                <a:lnTo>
                  <a:pt x="7454" y="14490"/>
                </a:lnTo>
                <a:lnTo>
                  <a:pt x="7200" y="14490"/>
                </a:lnTo>
                <a:lnTo>
                  <a:pt x="6985" y="14236"/>
                </a:lnTo>
                <a:lnTo>
                  <a:pt x="6807" y="14020"/>
                </a:lnTo>
                <a:lnTo>
                  <a:pt x="6553" y="14020"/>
                </a:lnTo>
                <a:lnTo>
                  <a:pt x="63" y="14020"/>
                </a:lnTo>
                <a:lnTo>
                  <a:pt x="139" y="14732"/>
                </a:lnTo>
                <a:lnTo>
                  <a:pt x="7493" y="14732"/>
                </a:lnTo>
                <a:close/>
              </a:path>
              <a:path w="24764" h="15240">
                <a:moveTo>
                  <a:pt x="7581" y="13246"/>
                </a:moveTo>
                <a:lnTo>
                  <a:pt x="7531" y="13423"/>
                </a:lnTo>
                <a:lnTo>
                  <a:pt x="7581" y="13246"/>
                </a:lnTo>
                <a:close/>
              </a:path>
              <a:path w="24764" h="15240">
                <a:moveTo>
                  <a:pt x="7658" y="14033"/>
                </a:moveTo>
                <a:lnTo>
                  <a:pt x="7581" y="13601"/>
                </a:lnTo>
                <a:lnTo>
                  <a:pt x="7378" y="13665"/>
                </a:lnTo>
                <a:lnTo>
                  <a:pt x="7467" y="14008"/>
                </a:lnTo>
                <a:lnTo>
                  <a:pt x="7289" y="14033"/>
                </a:lnTo>
                <a:lnTo>
                  <a:pt x="7429" y="14160"/>
                </a:lnTo>
                <a:lnTo>
                  <a:pt x="7620" y="14160"/>
                </a:lnTo>
                <a:lnTo>
                  <a:pt x="7645" y="14325"/>
                </a:lnTo>
                <a:lnTo>
                  <a:pt x="7658" y="14033"/>
                </a:lnTo>
                <a:close/>
              </a:path>
              <a:path w="24764" h="15240">
                <a:moveTo>
                  <a:pt x="7912" y="10160"/>
                </a:moveTo>
                <a:lnTo>
                  <a:pt x="6515" y="10160"/>
                </a:lnTo>
                <a:lnTo>
                  <a:pt x="6438" y="9906"/>
                </a:lnTo>
                <a:lnTo>
                  <a:pt x="25" y="9906"/>
                </a:lnTo>
                <a:lnTo>
                  <a:pt x="25" y="10541"/>
                </a:lnTo>
                <a:lnTo>
                  <a:pt x="7886" y="10541"/>
                </a:lnTo>
                <a:lnTo>
                  <a:pt x="7912" y="10160"/>
                </a:lnTo>
                <a:close/>
              </a:path>
              <a:path w="24764" h="15240">
                <a:moveTo>
                  <a:pt x="7988" y="14732"/>
                </a:moveTo>
                <a:close/>
              </a:path>
              <a:path w="24764" h="15240">
                <a:moveTo>
                  <a:pt x="7988" y="14033"/>
                </a:moveTo>
                <a:lnTo>
                  <a:pt x="7924" y="13855"/>
                </a:lnTo>
                <a:lnTo>
                  <a:pt x="7924" y="14008"/>
                </a:lnTo>
                <a:close/>
              </a:path>
              <a:path w="24764" h="15240">
                <a:moveTo>
                  <a:pt x="8051" y="13804"/>
                </a:moveTo>
                <a:lnTo>
                  <a:pt x="8013" y="13550"/>
                </a:lnTo>
                <a:lnTo>
                  <a:pt x="7950" y="13817"/>
                </a:lnTo>
                <a:close/>
              </a:path>
              <a:path w="24764" h="15240">
                <a:moveTo>
                  <a:pt x="8051" y="9017"/>
                </a:moveTo>
                <a:lnTo>
                  <a:pt x="8001" y="8572"/>
                </a:lnTo>
                <a:lnTo>
                  <a:pt x="7988" y="8356"/>
                </a:lnTo>
                <a:lnTo>
                  <a:pt x="7950" y="7988"/>
                </a:lnTo>
                <a:lnTo>
                  <a:pt x="0" y="7988"/>
                </a:lnTo>
                <a:lnTo>
                  <a:pt x="12" y="9017"/>
                </a:lnTo>
                <a:lnTo>
                  <a:pt x="8051" y="9017"/>
                </a:lnTo>
                <a:close/>
              </a:path>
              <a:path w="24764" h="15240">
                <a:moveTo>
                  <a:pt x="8102" y="685"/>
                </a:moveTo>
                <a:lnTo>
                  <a:pt x="7924" y="698"/>
                </a:lnTo>
                <a:lnTo>
                  <a:pt x="7924" y="939"/>
                </a:lnTo>
                <a:lnTo>
                  <a:pt x="8102" y="812"/>
                </a:lnTo>
                <a:lnTo>
                  <a:pt x="8102" y="685"/>
                </a:lnTo>
                <a:close/>
              </a:path>
              <a:path w="24764" h="15240">
                <a:moveTo>
                  <a:pt x="8128" y="14528"/>
                </a:moveTo>
                <a:lnTo>
                  <a:pt x="8064" y="14732"/>
                </a:lnTo>
                <a:lnTo>
                  <a:pt x="8128" y="14528"/>
                </a:lnTo>
                <a:close/>
              </a:path>
              <a:path w="24764" h="15240">
                <a:moveTo>
                  <a:pt x="8153" y="14287"/>
                </a:moveTo>
                <a:lnTo>
                  <a:pt x="7950" y="14160"/>
                </a:lnTo>
                <a:lnTo>
                  <a:pt x="7861" y="14414"/>
                </a:lnTo>
                <a:lnTo>
                  <a:pt x="8153" y="14287"/>
                </a:lnTo>
                <a:close/>
              </a:path>
              <a:path w="24764" h="15240">
                <a:moveTo>
                  <a:pt x="8178" y="13398"/>
                </a:moveTo>
                <a:lnTo>
                  <a:pt x="8051" y="13449"/>
                </a:lnTo>
                <a:lnTo>
                  <a:pt x="8077" y="13576"/>
                </a:lnTo>
                <a:lnTo>
                  <a:pt x="8178" y="13398"/>
                </a:lnTo>
                <a:close/>
              </a:path>
              <a:path w="24764" h="15240">
                <a:moveTo>
                  <a:pt x="8191" y="2946"/>
                </a:moveTo>
                <a:lnTo>
                  <a:pt x="8064" y="2882"/>
                </a:lnTo>
                <a:lnTo>
                  <a:pt x="8102" y="3048"/>
                </a:lnTo>
                <a:lnTo>
                  <a:pt x="8013" y="3225"/>
                </a:lnTo>
                <a:lnTo>
                  <a:pt x="8166" y="3175"/>
                </a:lnTo>
                <a:lnTo>
                  <a:pt x="8166" y="2997"/>
                </a:lnTo>
                <a:close/>
              </a:path>
              <a:path w="24764" h="15240">
                <a:moveTo>
                  <a:pt x="8216" y="10045"/>
                </a:moveTo>
                <a:lnTo>
                  <a:pt x="8166" y="9893"/>
                </a:lnTo>
                <a:lnTo>
                  <a:pt x="8064" y="10160"/>
                </a:lnTo>
                <a:lnTo>
                  <a:pt x="8216" y="10045"/>
                </a:lnTo>
                <a:close/>
              </a:path>
              <a:path w="24764" h="15240">
                <a:moveTo>
                  <a:pt x="8293" y="3302"/>
                </a:moveTo>
                <a:lnTo>
                  <a:pt x="8229" y="3454"/>
                </a:lnTo>
                <a:lnTo>
                  <a:pt x="8293" y="3302"/>
                </a:lnTo>
                <a:close/>
              </a:path>
              <a:path w="24764" h="15240">
                <a:moveTo>
                  <a:pt x="8293" y="1104"/>
                </a:moveTo>
                <a:lnTo>
                  <a:pt x="8102" y="1104"/>
                </a:lnTo>
                <a:lnTo>
                  <a:pt x="8293" y="1155"/>
                </a:lnTo>
                <a:close/>
              </a:path>
              <a:path w="24764" h="15240">
                <a:moveTo>
                  <a:pt x="8305" y="13131"/>
                </a:moveTo>
                <a:lnTo>
                  <a:pt x="7848" y="11544"/>
                </a:lnTo>
                <a:lnTo>
                  <a:pt x="8064" y="11201"/>
                </a:lnTo>
                <a:lnTo>
                  <a:pt x="8026" y="10833"/>
                </a:lnTo>
                <a:lnTo>
                  <a:pt x="7797" y="10833"/>
                </a:lnTo>
                <a:lnTo>
                  <a:pt x="7797" y="13131"/>
                </a:lnTo>
                <a:lnTo>
                  <a:pt x="7708" y="13296"/>
                </a:lnTo>
                <a:lnTo>
                  <a:pt x="7721" y="13131"/>
                </a:lnTo>
                <a:lnTo>
                  <a:pt x="7797" y="10833"/>
                </a:lnTo>
                <a:lnTo>
                  <a:pt x="6819" y="10833"/>
                </a:lnTo>
                <a:lnTo>
                  <a:pt x="6819" y="11544"/>
                </a:lnTo>
                <a:lnTo>
                  <a:pt x="6743" y="12319"/>
                </a:lnTo>
                <a:lnTo>
                  <a:pt x="6273" y="11544"/>
                </a:lnTo>
                <a:lnTo>
                  <a:pt x="6819" y="11544"/>
                </a:lnTo>
                <a:lnTo>
                  <a:pt x="6819" y="10833"/>
                </a:lnTo>
                <a:lnTo>
                  <a:pt x="38" y="10833"/>
                </a:lnTo>
                <a:lnTo>
                  <a:pt x="63" y="13373"/>
                </a:lnTo>
                <a:lnTo>
                  <a:pt x="6134" y="13373"/>
                </a:lnTo>
                <a:lnTo>
                  <a:pt x="6070" y="13208"/>
                </a:lnTo>
                <a:lnTo>
                  <a:pt x="6311" y="13195"/>
                </a:lnTo>
                <a:lnTo>
                  <a:pt x="6337" y="13335"/>
                </a:lnTo>
                <a:lnTo>
                  <a:pt x="6400" y="13195"/>
                </a:lnTo>
                <a:lnTo>
                  <a:pt x="6489" y="13131"/>
                </a:lnTo>
                <a:lnTo>
                  <a:pt x="7543" y="13131"/>
                </a:lnTo>
                <a:lnTo>
                  <a:pt x="7658" y="13423"/>
                </a:lnTo>
                <a:lnTo>
                  <a:pt x="7683" y="13665"/>
                </a:lnTo>
                <a:lnTo>
                  <a:pt x="7810" y="13411"/>
                </a:lnTo>
                <a:lnTo>
                  <a:pt x="7848" y="13131"/>
                </a:lnTo>
                <a:lnTo>
                  <a:pt x="8305" y="13131"/>
                </a:lnTo>
                <a:close/>
              </a:path>
              <a:path w="24764" h="15240">
                <a:moveTo>
                  <a:pt x="8318" y="1473"/>
                </a:moveTo>
                <a:lnTo>
                  <a:pt x="8191" y="1397"/>
                </a:lnTo>
                <a:lnTo>
                  <a:pt x="8166" y="1651"/>
                </a:lnTo>
                <a:lnTo>
                  <a:pt x="8318" y="1473"/>
                </a:lnTo>
                <a:close/>
              </a:path>
              <a:path w="24764" h="15240">
                <a:moveTo>
                  <a:pt x="8356" y="3670"/>
                </a:moveTo>
                <a:lnTo>
                  <a:pt x="8204" y="3746"/>
                </a:lnTo>
                <a:lnTo>
                  <a:pt x="8229" y="3911"/>
                </a:lnTo>
                <a:lnTo>
                  <a:pt x="8356" y="3670"/>
                </a:lnTo>
                <a:close/>
              </a:path>
              <a:path w="24764" h="15240">
                <a:moveTo>
                  <a:pt x="8369" y="14732"/>
                </a:moveTo>
                <a:lnTo>
                  <a:pt x="8318" y="14592"/>
                </a:lnTo>
                <a:lnTo>
                  <a:pt x="8293" y="14732"/>
                </a:lnTo>
                <a:close/>
              </a:path>
              <a:path w="24764" h="15240">
                <a:moveTo>
                  <a:pt x="8394" y="2209"/>
                </a:moveTo>
                <a:lnTo>
                  <a:pt x="8369" y="2057"/>
                </a:lnTo>
                <a:lnTo>
                  <a:pt x="8318" y="1854"/>
                </a:lnTo>
                <a:lnTo>
                  <a:pt x="8140" y="1917"/>
                </a:lnTo>
                <a:lnTo>
                  <a:pt x="8140" y="1676"/>
                </a:lnTo>
                <a:lnTo>
                  <a:pt x="8064" y="1879"/>
                </a:lnTo>
                <a:lnTo>
                  <a:pt x="8115" y="2082"/>
                </a:lnTo>
                <a:lnTo>
                  <a:pt x="8039" y="2311"/>
                </a:lnTo>
                <a:lnTo>
                  <a:pt x="8089" y="2438"/>
                </a:lnTo>
                <a:lnTo>
                  <a:pt x="8166" y="2590"/>
                </a:lnTo>
                <a:lnTo>
                  <a:pt x="8216" y="2362"/>
                </a:lnTo>
                <a:lnTo>
                  <a:pt x="8369" y="2336"/>
                </a:lnTo>
                <a:lnTo>
                  <a:pt x="8394" y="2209"/>
                </a:lnTo>
                <a:close/>
              </a:path>
              <a:path w="24764" h="15240">
                <a:moveTo>
                  <a:pt x="8458" y="14732"/>
                </a:moveTo>
                <a:close/>
              </a:path>
              <a:path w="24764" h="15240">
                <a:moveTo>
                  <a:pt x="8585" y="2971"/>
                </a:moveTo>
                <a:lnTo>
                  <a:pt x="8547" y="2806"/>
                </a:lnTo>
                <a:lnTo>
                  <a:pt x="8509" y="2946"/>
                </a:lnTo>
                <a:close/>
              </a:path>
              <a:path w="24764" h="15240">
                <a:moveTo>
                  <a:pt x="8636" y="3213"/>
                </a:moveTo>
                <a:lnTo>
                  <a:pt x="8509" y="3327"/>
                </a:lnTo>
                <a:lnTo>
                  <a:pt x="8636" y="3213"/>
                </a:lnTo>
                <a:close/>
              </a:path>
              <a:path w="24764" h="15240">
                <a:moveTo>
                  <a:pt x="8661" y="12865"/>
                </a:moveTo>
                <a:lnTo>
                  <a:pt x="8610" y="13068"/>
                </a:lnTo>
                <a:lnTo>
                  <a:pt x="8661" y="12865"/>
                </a:lnTo>
                <a:close/>
              </a:path>
              <a:path w="24764" h="15240">
                <a:moveTo>
                  <a:pt x="8712" y="13195"/>
                </a:moveTo>
                <a:lnTo>
                  <a:pt x="8572" y="13106"/>
                </a:lnTo>
                <a:lnTo>
                  <a:pt x="8534" y="13309"/>
                </a:lnTo>
                <a:lnTo>
                  <a:pt x="8686" y="13309"/>
                </a:lnTo>
                <a:close/>
              </a:path>
              <a:path w="24764" h="15240">
                <a:moveTo>
                  <a:pt x="8737" y="12407"/>
                </a:moveTo>
                <a:lnTo>
                  <a:pt x="8636" y="12674"/>
                </a:lnTo>
                <a:lnTo>
                  <a:pt x="8483" y="12763"/>
                </a:lnTo>
                <a:lnTo>
                  <a:pt x="8686" y="12839"/>
                </a:lnTo>
                <a:lnTo>
                  <a:pt x="8737" y="12407"/>
                </a:lnTo>
                <a:close/>
              </a:path>
              <a:path w="24764" h="15240">
                <a:moveTo>
                  <a:pt x="8890" y="13131"/>
                </a:moveTo>
                <a:lnTo>
                  <a:pt x="8851" y="12941"/>
                </a:lnTo>
                <a:lnTo>
                  <a:pt x="8750" y="13157"/>
                </a:lnTo>
                <a:lnTo>
                  <a:pt x="8890" y="13131"/>
                </a:lnTo>
                <a:close/>
              </a:path>
              <a:path w="24764" h="15240">
                <a:moveTo>
                  <a:pt x="9093" y="14732"/>
                </a:moveTo>
                <a:lnTo>
                  <a:pt x="9067" y="14592"/>
                </a:lnTo>
                <a:lnTo>
                  <a:pt x="9029" y="14732"/>
                </a:lnTo>
                <a:close/>
              </a:path>
              <a:path w="24764" h="15240">
                <a:moveTo>
                  <a:pt x="9169" y="9779"/>
                </a:moveTo>
                <a:lnTo>
                  <a:pt x="9029" y="10007"/>
                </a:lnTo>
                <a:lnTo>
                  <a:pt x="8966" y="9817"/>
                </a:lnTo>
                <a:lnTo>
                  <a:pt x="8915" y="10299"/>
                </a:lnTo>
                <a:lnTo>
                  <a:pt x="9067" y="10083"/>
                </a:lnTo>
                <a:lnTo>
                  <a:pt x="9093" y="9842"/>
                </a:lnTo>
                <a:close/>
              </a:path>
              <a:path w="24764" h="15240">
                <a:moveTo>
                  <a:pt x="9194" y="14732"/>
                </a:moveTo>
                <a:close/>
              </a:path>
              <a:path w="24764" h="15240">
                <a:moveTo>
                  <a:pt x="9436" y="13271"/>
                </a:moveTo>
                <a:lnTo>
                  <a:pt x="9258" y="13271"/>
                </a:lnTo>
                <a:lnTo>
                  <a:pt x="9436" y="13271"/>
                </a:lnTo>
                <a:close/>
              </a:path>
              <a:path w="24764" h="15240">
                <a:moveTo>
                  <a:pt x="9639" y="10883"/>
                </a:moveTo>
                <a:lnTo>
                  <a:pt x="9499" y="10883"/>
                </a:lnTo>
                <a:lnTo>
                  <a:pt x="9499" y="11061"/>
                </a:lnTo>
                <a:lnTo>
                  <a:pt x="9639" y="10883"/>
                </a:lnTo>
                <a:close/>
              </a:path>
              <a:path w="24764" h="15240">
                <a:moveTo>
                  <a:pt x="9639" y="7264"/>
                </a:moveTo>
                <a:lnTo>
                  <a:pt x="9588" y="7620"/>
                </a:lnTo>
                <a:lnTo>
                  <a:pt x="9639" y="7264"/>
                </a:lnTo>
                <a:close/>
              </a:path>
              <a:path w="24764" h="15240">
                <a:moveTo>
                  <a:pt x="9766" y="12573"/>
                </a:moveTo>
                <a:lnTo>
                  <a:pt x="9702" y="12814"/>
                </a:lnTo>
                <a:lnTo>
                  <a:pt x="9766" y="12573"/>
                </a:lnTo>
                <a:close/>
              </a:path>
              <a:path w="24764" h="15240">
                <a:moveTo>
                  <a:pt x="9969" y="11468"/>
                </a:moveTo>
                <a:lnTo>
                  <a:pt x="9944" y="11315"/>
                </a:lnTo>
                <a:lnTo>
                  <a:pt x="9817" y="11493"/>
                </a:lnTo>
                <a:lnTo>
                  <a:pt x="9969" y="11468"/>
                </a:lnTo>
                <a:close/>
              </a:path>
              <a:path w="24764" h="15240">
                <a:moveTo>
                  <a:pt x="10096" y="12776"/>
                </a:moveTo>
                <a:lnTo>
                  <a:pt x="9842" y="12750"/>
                </a:lnTo>
                <a:lnTo>
                  <a:pt x="9969" y="12865"/>
                </a:lnTo>
                <a:lnTo>
                  <a:pt x="10096" y="12776"/>
                </a:lnTo>
                <a:close/>
              </a:path>
              <a:path w="24764" h="15240">
                <a:moveTo>
                  <a:pt x="10109" y="12166"/>
                </a:moveTo>
                <a:lnTo>
                  <a:pt x="9969" y="12090"/>
                </a:lnTo>
                <a:lnTo>
                  <a:pt x="9817" y="11988"/>
                </a:lnTo>
                <a:lnTo>
                  <a:pt x="9766" y="12242"/>
                </a:lnTo>
                <a:lnTo>
                  <a:pt x="9817" y="12382"/>
                </a:lnTo>
                <a:lnTo>
                  <a:pt x="9944" y="12407"/>
                </a:lnTo>
                <a:lnTo>
                  <a:pt x="9842" y="12687"/>
                </a:lnTo>
                <a:lnTo>
                  <a:pt x="9906" y="12509"/>
                </a:lnTo>
                <a:lnTo>
                  <a:pt x="10083" y="12611"/>
                </a:lnTo>
                <a:lnTo>
                  <a:pt x="10083" y="12484"/>
                </a:lnTo>
                <a:lnTo>
                  <a:pt x="10033" y="12319"/>
                </a:lnTo>
                <a:lnTo>
                  <a:pt x="10109" y="12166"/>
                </a:lnTo>
                <a:close/>
              </a:path>
              <a:path w="24764" h="15240">
                <a:moveTo>
                  <a:pt x="10160" y="8242"/>
                </a:moveTo>
                <a:lnTo>
                  <a:pt x="10007" y="8407"/>
                </a:lnTo>
                <a:lnTo>
                  <a:pt x="10160" y="8382"/>
                </a:lnTo>
                <a:lnTo>
                  <a:pt x="10160" y="8242"/>
                </a:lnTo>
                <a:close/>
              </a:path>
              <a:path w="24764" h="15240">
                <a:moveTo>
                  <a:pt x="10261" y="13042"/>
                </a:moveTo>
                <a:lnTo>
                  <a:pt x="10109" y="12915"/>
                </a:lnTo>
                <a:lnTo>
                  <a:pt x="10147" y="13106"/>
                </a:lnTo>
                <a:close/>
              </a:path>
              <a:path w="24764" h="15240">
                <a:moveTo>
                  <a:pt x="10363" y="10502"/>
                </a:moveTo>
                <a:lnTo>
                  <a:pt x="10185" y="10337"/>
                </a:lnTo>
                <a:lnTo>
                  <a:pt x="10160" y="10655"/>
                </a:lnTo>
                <a:lnTo>
                  <a:pt x="10363" y="10502"/>
                </a:lnTo>
                <a:close/>
              </a:path>
              <a:path w="24764" h="15240">
                <a:moveTo>
                  <a:pt x="10490" y="5168"/>
                </a:moveTo>
                <a:lnTo>
                  <a:pt x="10388" y="5041"/>
                </a:lnTo>
                <a:lnTo>
                  <a:pt x="10363" y="5207"/>
                </a:lnTo>
                <a:lnTo>
                  <a:pt x="10490" y="5168"/>
                </a:lnTo>
                <a:close/>
              </a:path>
              <a:path w="24764" h="15240">
                <a:moveTo>
                  <a:pt x="10579" y="25"/>
                </a:moveTo>
                <a:lnTo>
                  <a:pt x="10439" y="101"/>
                </a:lnTo>
                <a:lnTo>
                  <a:pt x="10490" y="266"/>
                </a:lnTo>
                <a:lnTo>
                  <a:pt x="10579" y="25"/>
                </a:lnTo>
                <a:close/>
              </a:path>
              <a:path w="24764" h="15240">
                <a:moveTo>
                  <a:pt x="10756" y="2565"/>
                </a:moveTo>
                <a:lnTo>
                  <a:pt x="10655" y="2070"/>
                </a:lnTo>
                <a:lnTo>
                  <a:pt x="10642" y="2209"/>
                </a:lnTo>
                <a:lnTo>
                  <a:pt x="10655" y="2413"/>
                </a:lnTo>
                <a:lnTo>
                  <a:pt x="10680" y="2628"/>
                </a:lnTo>
                <a:close/>
              </a:path>
              <a:path w="24764" h="15240">
                <a:moveTo>
                  <a:pt x="10807" y="9893"/>
                </a:moveTo>
                <a:lnTo>
                  <a:pt x="10680" y="10083"/>
                </a:lnTo>
                <a:lnTo>
                  <a:pt x="10807" y="9893"/>
                </a:lnTo>
                <a:close/>
              </a:path>
              <a:path w="24764" h="15240">
                <a:moveTo>
                  <a:pt x="10934" y="10706"/>
                </a:moveTo>
                <a:lnTo>
                  <a:pt x="10909" y="10502"/>
                </a:lnTo>
                <a:lnTo>
                  <a:pt x="10858" y="10706"/>
                </a:lnTo>
                <a:close/>
              </a:path>
              <a:path w="24764" h="15240">
                <a:moveTo>
                  <a:pt x="10985" y="9118"/>
                </a:moveTo>
                <a:lnTo>
                  <a:pt x="10947" y="8991"/>
                </a:lnTo>
                <a:lnTo>
                  <a:pt x="10782" y="9194"/>
                </a:lnTo>
                <a:lnTo>
                  <a:pt x="10858" y="9334"/>
                </a:lnTo>
                <a:lnTo>
                  <a:pt x="10985" y="9118"/>
                </a:lnTo>
                <a:close/>
              </a:path>
              <a:path w="24764" h="15240">
                <a:moveTo>
                  <a:pt x="11125" y="3175"/>
                </a:moveTo>
                <a:lnTo>
                  <a:pt x="11099" y="2933"/>
                </a:lnTo>
                <a:lnTo>
                  <a:pt x="11061" y="2755"/>
                </a:lnTo>
                <a:lnTo>
                  <a:pt x="10985" y="2501"/>
                </a:lnTo>
                <a:lnTo>
                  <a:pt x="10934" y="3162"/>
                </a:lnTo>
                <a:lnTo>
                  <a:pt x="11125" y="3175"/>
                </a:lnTo>
                <a:close/>
              </a:path>
              <a:path w="24764" h="15240">
                <a:moveTo>
                  <a:pt x="11137" y="7886"/>
                </a:moveTo>
                <a:lnTo>
                  <a:pt x="11010" y="7734"/>
                </a:lnTo>
                <a:lnTo>
                  <a:pt x="11036" y="7886"/>
                </a:lnTo>
                <a:close/>
              </a:path>
              <a:path w="24764" h="15240">
                <a:moveTo>
                  <a:pt x="13817" y="1473"/>
                </a:moveTo>
                <a:lnTo>
                  <a:pt x="13690" y="1384"/>
                </a:lnTo>
                <a:lnTo>
                  <a:pt x="13817" y="1473"/>
                </a:lnTo>
                <a:close/>
              </a:path>
              <a:path w="24764" h="15240">
                <a:moveTo>
                  <a:pt x="24028" y="11061"/>
                </a:moveTo>
                <a:lnTo>
                  <a:pt x="23964" y="10248"/>
                </a:lnTo>
                <a:lnTo>
                  <a:pt x="24003" y="9652"/>
                </a:lnTo>
                <a:lnTo>
                  <a:pt x="23939" y="10109"/>
                </a:lnTo>
                <a:lnTo>
                  <a:pt x="23990" y="10934"/>
                </a:lnTo>
                <a:lnTo>
                  <a:pt x="23964" y="11544"/>
                </a:lnTo>
                <a:lnTo>
                  <a:pt x="24028" y="11061"/>
                </a:lnTo>
                <a:close/>
              </a:path>
              <a:path w="24764" h="15240">
                <a:moveTo>
                  <a:pt x="24625" y="14732"/>
                </a:moveTo>
                <a:lnTo>
                  <a:pt x="24587" y="14401"/>
                </a:lnTo>
                <a:lnTo>
                  <a:pt x="24587" y="147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bg object 153"/>
          <p:cNvSpPr/>
          <p:nvPr/>
        </p:nvSpPr>
        <p:spPr>
          <a:xfrm>
            <a:off x="2009279" y="1067358"/>
            <a:ext cx="24765" cy="15240"/>
          </a:xfrm>
          <a:custGeom>
            <a:avLst/>
            <a:gdLst/>
            <a:ahLst/>
            <a:cxnLst/>
            <a:rect l="l" t="t" r="r" b="b"/>
            <a:pathLst>
              <a:path w="24764" h="15240">
                <a:moveTo>
                  <a:pt x="5511" y="5384"/>
                </a:moveTo>
                <a:lnTo>
                  <a:pt x="5511" y="5549"/>
                </a:lnTo>
                <a:lnTo>
                  <a:pt x="5511" y="5384"/>
                </a:lnTo>
                <a:close/>
              </a:path>
              <a:path w="24764" h="15240">
                <a:moveTo>
                  <a:pt x="7200" y="5689"/>
                </a:moveTo>
                <a:lnTo>
                  <a:pt x="7150" y="5524"/>
                </a:lnTo>
                <a:lnTo>
                  <a:pt x="7150" y="5753"/>
                </a:lnTo>
                <a:close/>
              </a:path>
              <a:path w="24764" h="15240">
                <a:moveTo>
                  <a:pt x="7467" y="7429"/>
                </a:moveTo>
                <a:lnTo>
                  <a:pt x="7099" y="7734"/>
                </a:lnTo>
                <a:lnTo>
                  <a:pt x="50" y="7734"/>
                </a:lnTo>
                <a:lnTo>
                  <a:pt x="38" y="8229"/>
                </a:lnTo>
                <a:lnTo>
                  <a:pt x="6527" y="8229"/>
                </a:lnTo>
                <a:lnTo>
                  <a:pt x="6667" y="8229"/>
                </a:lnTo>
                <a:lnTo>
                  <a:pt x="6908" y="7950"/>
                </a:lnTo>
                <a:lnTo>
                  <a:pt x="7404" y="7734"/>
                </a:lnTo>
                <a:lnTo>
                  <a:pt x="7467" y="7429"/>
                </a:lnTo>
                <a:close/>
              </a:path>
              <a:path w="24764" h="15240">
                <a:moveTo>
                  <a:pt x="7645" y="8089"/>
                </a:moveTo>
                <a:lnTo>
                  <a:pt x="7632" y="7785"/>
                </a:lnTo>
                <a:lnTo>
                  <a:pt x="7607" y="7962"/>
                </a:lnTo>
                <a:lnTo>
                  <a:pt x="7416" y="7962"/>
                </a:lnTo>
                <a:lnTo>
                  <a:pt x="7277" y="8077"/>
                </a:lnTo>
                <a:lnTo>
                  <a:pt x="7366" y="8229"/>
                </a:lnTo>
                <a:lnTo>
                  <a:pt x="7454" y="8102"/>
                </a:lnTo>
                <a:lnTo>
                  <a:pt x="7366" y="8458"/>
                </a:lnTo>
                <a:lnTo>
                  <a:pt x="7581" y="8521"/>
                </a:lnTo>
                <a:lnTo>
                  <a:pt x="7607" y="8026"/>
                </a:lnTo>
                <a:close/>
              </a:path>
              <a:path w="24764" h="15240">
                <a:moveTo>
                  <a:pt x="7886" y="11696"/>
                </a:moveTo>
                <a:lnTo>
                  <a:pt x="12" y="11696"/>
                </a:lnTo>
                <a:lnTo>
                  <a:pt x="0" y="13741"/>
                </a:lnTo>
                <a:lnTo>
                  <a:pt x="7759" y="13741"/>
                </a:lnTo>
                <a:lnTo>
                  <a:pt x="7823" y="13525"/>
                </a:lnTo>
                <a:lnTo>
                  <a:pt x="7886" y="13004"/>
                </a:lnTo>
                <a:lnTo>
                  <a:pt x="7734" y="12827"/>
                </a:lnTo>
                <a:lnTo>
                  <a:pt x="7708" y="12649"/>
                </a:lnTo>
                <a:lnTo>
                  <a:pt x="7835" y="12306"/>
                </a:lnTo>
                <a:lnTo>
                  <a:pt x="6413" y="12306"/>
                </a:lnTo>
                <a:lnTo>
                  <a:pt x="6527" y="11963"/>
                </a:lnTo>
                <a:lnTo>
                  <a:pt x="7886" y="11963"/>
                </a:lnTo>
                <a:lnTo>
                  <a:pt x="7886" y="11696"/>
                </a:lnTo>
                <a:close/>
              </a:path>
              <a:path w="24764" h="15240">
                <a:moveTo>
                  <a:pt x="7899" y="13525"/>
                </a:moveTo>
                <a:lnTo>
                  <a:pt x="7759" y="13741"/>
                </a:lnTo>
                <a:lnTo>
                  <a:pt x="7899" y="13741"/>
                </a:lnTo>
                <a:lnTo>
                  <a:pt x="7899" y="13525"/>
                </a:lnTo>
                <a:close/>
              </a:path>
              <a:path w="24764" h="15240">
                <a:moveTo>
                  <a:pt x="7975" y="8089"/>
                </a:moveTo>
                <a:lnTo>
                  <a:pt x="7912" y="8267"/>
                </a:lnTo>
                <a:lnTo>
                  <a:pt x="7975" y="8089"/>
                </a:lnTo>
                <a:close/>
              </a:path>
              <a:path w="24764" h="15240">
                <a:moveTo>
                  <a:pt x="8039" y="8318"/>
                </a:moveTo>
                <a:lnTo>
                  <a:pt x="8001" y="8585"/>
                </a:lnTo>
                <a:lnTo>
                  <a:pt x="8039" y="8318"/>
                </a:lnTo>
                <a:close/>
              </a:path>
              <a:path w="24764" h="15240">
                <a:moveTo>
                  <a:pt x="8089" y="698"/>
                </a:moveTo>
                <a:lnTo>
                  <a:pt x="7912" y="723"/>
                </a:lnTo>
                <a:lnTo>
                  <a:pt x="7912" y="952"/>
                </a:lnTo>
                <a:lnTo>
                  <a:pt x="8089" y="825"/>
                </a:lnTo>
                <a:lnTo>
                  <a:pt x="8089" y="698"/>
                </a:lnTo>
                <a:close/>
              </a:path>
              <a:path w="24764" h="15240">
                <a:moveTo>
                  <a:pt x="8115" y="7493"/>
                </a:moveTo>
                <a:lnTo>
                  <a:pt x="8026" y="7696"/>
                </a:lnTo>
                <a:lnTo>
                  <a:pt x="8115" y="7493"/>
                </a:lnTo>
                <a:close/>
              </a:path>
              <a:path w="24764" h="15240">
                <a:moveTo>
                  <a:pt x="8140" y="7823"/>
                </a:moveTo>
                <a:lnTo>
                  <a:pt x="7886" y="7620"/>
                </a:lnTo>
                <a:lnTo>
                  <a:pt x="7937" y="7962"/>
                </a:lnTo>
                <a:lnTo>
                  <a:pt x="8140" y="7823"/>
                </a:lnTo>
                <a:close/>
              </a:path>
              <a:path w="24764" h="15240">
                <a:moveTo>
                  <a:pt x="8166" y="8737"/>
                </a:moveTo>
                <a:lnTo>
                  <a:pt x="8064" y="8547"/>
                </a:lnTo>
                <a:lnTo>
                  <a:pt x="8039" y="8674"/>
                </a:lnTo>
                <a:lnTo>
                  <a:pt x="8166" y="8737"/>
                </a:lnTo>
                <a:close/>
              </a:path>
              <a:path w="24764" h="15240">
                <a:moveTo>
                  <a:pt x="8178" y="2959"/>
                </a:moveTo>
                <a:lnTo>
                  <a:pt x="8051" y="2895"/>
                </a:lnTo>
                <a:lnTo>
                  <a:pt x="8089" y="3060"/>
                </a:lnTo>
                <a:lnTo>
                  <a:pt x="8001" y="3251"/>
                </a:lnTo>
                <a:lnTo>
                  <a:pt x="8153" y="3187"/>
                </a:lnTo>
                <a:lnTo>
                  <a:pt x="8153" y="3009"/>
                </a:lnTo>
                <a:close/>
              </a:path>
              <a:path w="24764" h="15240">
                <a:moveTo>
                  <a:pt x="8204" y="12090"/>
                </a:moveTo>
                <a:lnTo>
                  <a:pt x="8051" y="11976"/>
                </a:lnTo>
                <a:lnTo>
                  <a:pt x="8153" y="12230"/>
                </a:lnTo>
                <a:lnTo>
                  <a:pt x="8153" y="12103"/>
                </a:lnTo>
                <a:close/>
              </a:path>
              <a:path w="24764" h="15240">
                <a:moveTo>
                  <a:pt x="8280" y="3314"/>
                </a:moveTo>
                <a:lnTo>
                  <a:pt x="8216" y="3441"/>
                </a:lnTo>
                <a:lnTo>
                  <a:pt x="8280" y="3314"/>
                </a:lnTo>
                <a:close/>
              </a:path>
              <a:path w="24764" h="15240">
                <a:moveTo>
                  <a:pt x="8280" y="1117"/>
                </a:moveTo>
                <a:lnTo>
                  <a:pt x="8089" y="1117"/>
                </a:lnTo>
                <a:lnTo>
                  <a:pt x="8280" y="1168"/>
                </a:lnTo>
                <a:close/>
              </a:path>
              <a:path w="24764" h="15240">
                <a:moveTo>
                  <a:pt x="8293" y="8775"/>
                </a:moveTo>
                <a:lnTo>
                  <a:pt x="8089" y="8775"/>
                </a:lnTo>
                <a:lnTo>
                  <a:pt x="7823" y="8775"/>
                </a:lnTo>
                <a:lnTo>
                  <a:pt x="7670" y="8483"/>
                </a:lnTo>
                <a:lnTo>
                  <a:pt x="7645" y="8648"/>
                </a:lnTo>
                <a:lnTo>
                  <a:pt x="7683" y="8775"/>
                </a:lnTo>
                <a:lnTo>
                  <a:pt x="7543" y="8775"/>
                </a:lnTo>
                <a:lnTo>
                  <a:pt x="7264" y="9258"/>
                </a:lnTo>
                <a:lnTo>
                  <a:pt x="7162" y="9512"/>
                </a:lnTo>
                <a:lnTo>
                  <a:pt x="6997" y="8775"/>
                </a:lnTo>
                <a:lnTo>
                  <a:pt x="6172" y="8775"/>
                </a:lnTo>
                <a:lnTo>
                  <a:pt x="6172" y="8953"/>
                </a:lnTo>
                <a:lnTo>
                  <a:pt x="6032" y="8864"/>
                </a:lnTo>
                <a:lnTo>
                  <a:pt x="6172" y="9017"/>
                </a:lnTo>
                <a:lnTo>
                  <a:pt x="6172" y="10604"/>
                </a:lnTo>
                <a:lnTo>
                  <a:pt x="5689" y="10604"/>
                </a:lnTo>
                <a:lnTo>
                  <a:pt x="5321" y="8775"/>
                </a:lnTo>
                <a:lnTo>
                  <a:pt x="38" y="8775"/>
                </a:lnTo>
                <a:lnTo>
                  <a:pt x="12" y="11239"/>
                </a:lnTo>
                <a:lnTo>
                  <a:pt x="8001" y="11239"/>
                </a:lnTo>
                <a:lnTo>
                  <a:pt x="8077" y="10604"/>
                </a:lnTo>
                <a:lnTo>
                  <a:pt x="7861" y="10604"/>
                </a:lnTo>
                <a:lnTo>
                  <a:pt x="8293" y="8775"/>
                </a:lnTo>
                <a:close/>
              </a:path>
              <a:path w="24764" h="15240">
                <a:moveTo>
                  <a:pt x="8305" y="1485"/>
                </a:moveTo>
                <a:lnTo>
                  <a:pt x="8178" y="1422"/>
                </a:lnTo>
                <a:lnTo>
                  <a:pt x="8153" y="1663"/>
                </a:lnTo>
                <a:lnTo>
                  <a:pt x="8305" y="1485"/>
                </a:lnTo>
                <a:close/>
              </a:path>
              <a:path w="24764" h="15240">
                <a:moveTo>
                  <a:pt x="8343" y="3695"/>
                </a:moveTo>
                <a:lnTo>
                  <a:pt x="8191" y="3771"/>
                </a:lnTo>
                <a:lnTo>
                  <a:pt x="8216" y="3911"/>
                </a:lnTo>
                <a:lnTo>
                  <a:pt x="8343" y="3695"/>
                </a:lnTo>
                <a:close/>
              </a:path>
              <a:path w="24764" h="15240">
                <a:moveTo>
                  <a:pt x="8356" y="14846"/>
                </a:moveTo>
                <a:lnTo>
                  <a:pt x="8153" y="14198"/>
                </a:lnTo>
                <a:lnTo>
                  <a:pt x="8153" y="14846"/>
                </a:lnTo>
                <a:lnTo>
                  <a:pt x="8356" y="14846"/>
                </a:lnTo>
                <a:close/>
              </a:path>
              <a:path w="24764" h="15240">
                <a:moveTo>
                  <a:pt x="8356" y="7391"/>
                </a:moveTo>
                <a:lnTo>
                  <a:pt x="8305" y="7531"/>
                </a:lnTo>
                <a:lnTo>
                  <a:pt x="8356" y="7391"/>
                </a:lnTo>
                <a:close/>
              </a:path>
              <a:path w="24764" h="15240">
                <a:moveTo>
                  <a:pt x="8382" y="2209"/>
                </a:moveTo>
                <a:lnTo>
                  <a:pt x="8356" y="2070"/>
                </a:lnTo>
                <a:lnTo>
                  <a:pt x="8305" y="1879"/>
                </a:lnTo>
                <a:lnTo>
                  <a:pt x="8128" y="1930"/>
                </a:lnTo>
                <a:lnTo>
                  <a:pt x="8128" y="1701"/>
                </a:lnTo>
                <a:lnTo>
                  <a:pt x="8051" y="1892"/>
                </a:lnTo>
                <a:lnTo>
                  <a:pt x="8102" y="2108"/>
                </a:lnTo>
                <a:lnTo>
                  <a:pt x="8026" y="2362"/>
                </a:lnTo>
                <a:lnTo>
                  <a:pt x="8153" y="2603"/>
                </a:lnTo>
                <a:lnTo>
                  <a:pt x="8204" y="2387"/>
                </a:lnTo>
                <a:lnTo>
                  <a:pt x="8356" y="2349"/>
                </a:lnTo>
                <a:lnTo>
                  <a:pt x="8382" y="2209"/>
                </a:lnTo>
                <a:close/>
              </a:path>
              <a:path w="24764" h="15240">
                <a:moveTo>
                  <a:pt x="8445" y="7391"/>
                </a:moveTo>
                <a:close/>
              </a:path>
              <a:path w="24764" h="15240">
                <a:moveTo>
                  <a:pt x="8572" y="2984"/>
                </a:moveTo>
                <a:lnTo>
                  <a:pt x="8534" y="2819"/>
                </a:lnTo>
                <a:lnTo>
                  <a:pt x="8496" y="2959"/>
                </a:lnTo>
                <a:close/>
              </a:path>
              <a:path w="24764" h="15240">
                <a:moveTo>
                  <a:pt x="8623" y="3238"/>
                </a:moveTo>
                <a:lnTo>
                  <a:pt x="8496" y="3352"/>
                </a:lnTo>
                <a:lnTo>
                  <a:pt x="8623" y="3238"/>
                </a:lnTo>
                <a:close/>
              </a:path>
              <a:path w="24764" h="15240">
                <a:moveTo>
                  <a:pt x="8648" y="9258"/>
                </a:moveTo>
                <a:lnTo>
                  <a:pt x="8597" y="9055"/>
                </a:lnTo>
                <a:lnTo>
                  <a:pt x="8534" y="9194"/>
                </a:lnTo>
                <a:close/>
              </a:path>
              <a:path w="24764" h="15240">
                <a:moveTo>
                  <a:pt x="8699" y="8928"/>
                </a:moveTo>
                <a:lnTo>
                  <a:pt x="8521" y="8826"/>
                </a:lnTo>
                <a:lnTo>
                  <a:pt x="8559" y="9017"/>
                </a:lnTo>
                <a:lnTo>
                  <a:pt x="8699" y="8928"/>
                </a:lnTo>
                <a:close/>
              </a:path>
              <a:path w="24764" h="15240">
                <a:moveTo>
                  <a:pt x="8724" y="9702"/>
                </a:moveTo>
                <a:lnTo>
                  <a:pt x="8674" y="9283"/>
                </a:lnTo>
                <a:lnTo>
                  <a:pt x="8470" y="9385"/>
                </a:lnTo>
                <a:lnTo>
                  <a:pt x="8623" y="9461"/>
                </a:lnTo>
                <a:lnTo>
                  <a:pt x="8724" y="9702"/>
                </a:lnTo>
                <a:close/>
              </a:path>
              <a:path w="24764" h="15240">
                <a:moveTo>
                  <a:pt x="9080" y="7391"/>
                </a:moveTo>
                <a:lnTo>
                  <a:pt x="9055" y="7531"/>
                </a:lnTo>
                <a:lnTo>
                  <a:pt x="9080" y="7391"/>
                </a:lnTo>
                <a:close/>
              </a:path>
              <a:path w="24764" h="15240">
                <a:moveTo>
                  <a:pt x="9118" y="4876"/>
                </a:moveTo>
                <a:lnTo>
                  <a:pt x="8978" y="4914"/>
                </a:lnTo>
                <a:lnTo>
                  <a:pt x="9017" y="5054"/>
                </a:lnTo>
                <a:lnTo>
                  <a:pt x="9118" y="4876"/>
                </a:lnTo>
                <a:close/>
              </a:path>
              <a:path w="24764" h="15240">
                <a:moveTo>
                  <a:pt x="9156" y="12344"/>
                </a:moveTo>
                <a:lnTo>
                  <a:pt x="9131" y="12090"/>
                </a:lnTo>
                <a:lnTo>
                  <a:pt x="8902" y="11823"/>
                </a:lnTo>
                <a:lnTo>
                  <a:pt x="8953" y="12293"/>
                </a:lnTo>
                <a:lnTo>
                  <a:pt x="9017" y="12141"/>
                </a:lnTo>
                <a:lnTo>
                  <a:pt x="9080" y="12407"/>
                </a:lnTo>
                <a:close/>
              </a:path>
              <a:path w="24764" h="15240">
                <a:moveTo>
                  <a:pt x="9182" y="7391"/>
                </a:moveTo>
                <a:close/>
              </a:path>
              <a:path w="24764" h="15240">
                <a:moveTo>
                  <a:pt x="9245" y="5080"/>
                </a:moveTo>
                <a:lnTo>
                  <a:pt x="9055" y="5080"/>
                </a:lnTo>
                <a:lnTo>
                  <a:pt x="9245" y="5080"/>
                </a:lnTo>
                <a:close/>
              </a:path>
              <a:path w="24764" h="15240">
                <a:moveTo>
                  <a:pt x="9423" y="8851"/>
                </a:moveTo>
                <a:lnTo>
                  <a:pt x="9245" y="8851"/>
                </a:lnTo>
                <a:lnTo>
                  <a:pt x="9423" y="8851"/>
                </a:lnTo>
                <a:close/>
              </a:path>
              <a:path w="24764" h="15240">
                <a:moveTo>
                  <a:pt x="9626" y="14846"/>
                </a:moveTo>
                <a:lnTo>
                  <a:pt x="9575" y="14490"/>
                </a:lnTo>
                <a:lnTo>
                  <a:pt x="9575" y="14846"/>
                </a:lnTo>
                <a:close/>
              </a:path>
              <a:path w="24764" h="15240">
                <a:moveTo>
                  <a:pt x="9626" y="11239"/>
                </a:moveTo>
                <a:lnTo>
                  <a:pt x="9588" y="11061"/>
                </a:lnTo>
                <a:lnTo>
                  <a:pt x="9486" y="11239"/>
                </a:lnTo>
                <a:lnTo>
                  <a:pt x="9626" y="11239"/>
                </a:lnTo>
                <a:close/>
              </a:path>
              <a:path w="24764" h="15240">
                <a:moveTo>
                  <a:pt x="9753" y="9550"/>
                </a:moveTo>
                <a:lnTo>
                  <a:pt x="9690" y="9296"/>
                </a:lnTo>
                <a:lnTo>
                  <a:pt x="9690" y="9550"/>
                </a:lnTo>
                <a:close/>
              </a:path>
              <a:path w="24764" h="15240">
                <a:moveTo>
                  <a:pt x="9956" y="10655"/>
                </a:moveTo>
                <a:lnTo>
                  <a:pt x="9829" y="10629"/>
                </a:lnTo>
                <a:lnTo>
                  <a:pt x="9931" y="10795"/>
                </a:lnTo>
                <a:lnTo>
                  <a:pt x="9956" y="10655"/>
                </a:lnTo>
                <a:close/>
              </a:path>
              <a:path w="24764" h="15240">
                <a:moveTo>
                  <a:pt x="10147" y="13741"/>
                </a:moveTo>
                <a:lnTo>
                  <a:pt x="9994" y="13716"/>
                </a:lnTo>
                <a:lnTo>
                  <a:pt x="10147" y="13881"/>
                </a:lnTo>
                <a:lnTo>
                  <a:pt x="10147" y="13741"/>
                </a:lnTo>
                <a:close/>
              </a:path>
              <a:path w="24764" h="15240">
                <a:moveTo>
                  <a:pt x="10248" y="9080"/>
                </a:moveTo>
                <a:lnTo>
                  <a:pt x="10096" y="9194"/>
                </a:lnTo>
                <a:lnTo>
                  <a:pt x="10248" y="9080"/>
                </a:lnTo>
                <a:close/>
              </a:path>
              <a:path w="24764" h="15240">
                <a:moveTo>
                  <a:pt x="10350" y="11620"/>
                </a:moveTo>
                <a:lnTo>
                  <a:pt x="10147" y="11468"/>
                </a:lnTo>
                <a:lnTo>
                  <a:pt x="10172" y="11798"/>
                </a:lnTo>
                <a:lnTo>
                  <a:pt x="10350" y="11620"/>
                </a:lnTo>
                <a:close/>
              </a:path>
              <a:path w="24764" h="15240">
                <a:moveTo>
                  <a:pt x="10477" y="5207"/>
                </a:moveTo>
                <a:lnTo>
                  <a:pt x="10375" y="5054"/>
                </a:lnTo>
                <a:lnTo>
                  <a:pt x="10350" y="5232"/>
                </a:lnTo>
                <a:lnTo>
                  <a:pt x="10477" y="5207"/>
                </a:lnTo>
                <a:close/>
              </a:path>
              <a:path w="24764" h="15240">
                <a:moveTo>
                  <a:pt x="10566" y="25"/>
                </a:moveTo>
                <a:lnTo>
                  <a:pt x="10426" y="101"/>
                </a:lnTo>
                <a:lnTo>
                  <a:pt x="10477" y="266"/>
                </a:lnTo>
                <a:lnTo>
                  <a:pt x="10566" y="25"/>
                </a:lnTo>
                <a:close/>
              </a:path>
              <a:path w="24764" h="15240">
                <a:moveTo>
                  <a:pt x="10744" y="2578"/>
                </a:moveTo>
                <a:lnTo>
                  <a:pt x="10642" y="2082"/>
                </a:lnTo>
                <a:lnTo>
                  <a:pt x="10629" y="2222"/>
                </a:lnTo>
                <a:lnTo>
                  <a:pt x="10642" y="2425"/>
                </a:lnTo>
                <a:lnTo>
                  <a:pt x="10668" y="2628"/>
                </a:lnTo>
                <a:close/>
              </a:path>
              <a:path w="24764" h="15240">
                <a:moveTo>
                  <a:pt x="10795" y="12230"/>
                </a:moveTo>
                <a:lnTo>
                  <a:pt x="10769" y="12052"/>
                </a:lnTo>
                <a:lnTo>
                  <a:pt x="10795" y="12230"/>
                </a:lnTo>
                <a:close/>
              </a:path>
              <a:path w="24764" h="15240">
                <a:moveTo>
                  <a:pt x="10922" y="11417"/>
                </a:moveTo>
                <a:lnTo>
                  <a:pt x="10820" y="11557"/>
                </a:lnTo>
                <a:lnTo>
                  <a:pt x="10922" y="11417"/>
                </a:lnTo>
                <a:close/>
              </a:path>
              <a:path w="24764" h="15240">
                <a:moveTo>
                  <a:pt x="10972" y="13030"/>
                </a:moveTo>
                <a:lnTo>
                  <a:pt x="10845" y="12814"/>
                </a:lnTo>
                <a:lnTo>
                  <a:pt x="10934" y="13131"/>
                </a:lnTo>
                <a:close/>
              </a:path>
              <a:path w="24764" h="15240">
                <a:moveTo>
                  <a:pt x="11112" y="3187"/>
                </a:moveTo>
                <a:lnTo>
                  <a:pt x="11087" y="2946"/>
                </a:lnTo>
                <a:lnTo>
                  <a:pt x="11049" y="2781"/>
                </a:lnTo>
                <a:lnTo>
                  <a:pt x="10972" y="2514"/>
                </a:lnTo>
                <a:lnTo>
                  <a:pt x="10922" y="3162"/>
                </a:lnTo>
                <a:lnTo>
                  <a:pt x="11112" y="3187"/>
                </a:lnTo>
                <a:close/>
              </a:path>
              <a:path w="24764" h="15240">
                <a:moveTo>
                  <a:pt x="11125" y="14249"/>
                </a:moveTo>
                <a:lnTo>
                  <a:pt x="10998" y="14389"/>
                </a:lnTo>
                <a:lnTo>
                  <a:pt x="11061" y="14262"/>
                </a:lnTo>
                <a:close/>
              </a:path>
              <a:path w="24764" h="15240">
                <a:moveTo>
                  <a:pt x="11163" y="3276"/>
                </a:moveTo>
                <a:lnTo>
                  <a:pt x="11010" y="3213"/>
                </a:lnTo>
                <a:lnTo>
                  <a:pt x="11137" y="3594"/>
                </a:lnTo>
                <a:lnTo>
                  <a:pt x="11163" y="3276"/>
                </a:lnTo>
                <a:close/>
              </a:path>
              <a:path w="24764" h="15240">
                <a:moveTo>
                  <a:pt x="11518" y="4241"/>
                </a:moveTo>
                <a:lnTo>
                  <a:pt x="11442" y="4381"/>
                </a:lnTo>
                <a:lnTo>
                  <a:pt x="11518" y="4241"/>
                </a:lnTo>
                <a:close/>
              </a:path>
              <a:path w="24764" h="15240">
                <a:moveTo>
                  <a:pt x="13804" y="1485"/>
                </a:moveTo>
                <a:lnTo>
                  <a:pt x="13677" y="1397"/>
                </a:lnTo>
                <a:lnTo>
                  <a:pt x="13804" y="1485"/>
                </a:lnTo>
                <a:close/>
              </a:path>
              <a:path w="24764" h="15240">
                <a:moveTo>
                  <a:pt x="24015" y="11061"/>
                </a:moveTo>
                <a:lnTo>
                  <a:pt x="23952" y="10591"/>
                </a:lnTo>
                <a:lnTo>
                  <a:pt x="23977" y="11201"/>
                </a:lnTo>
                <a:lnTo>
                  <a:pt x="23926" y="12039"/>
                </a:lnTo>
                <a:lnTo>
                  <a:pt x="23990" y="12484"/>
                </a:lnTo>
                <a:lnTo>
                  <a:pt x="23952" y="11887"/>
                </a:lnTo>
                <a:lnTo>
                  <a:pt x="24015" y="11061"/>
                </a:lnTo>
                <a:close/>
              </a:path>
              <a:path w="24764" h="15240">
                <a:moveTo>
                  <a:pt x="24612" y="7391"/>
                </a:moveTo>
                <a:lnTo>
                  <a:pt x="24574" y="7721"/>
                </a:lnTo>
                <a:lnTo>
                  <a:pt x="24612" y="73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bg object 154"/>
          <p:cNvSpPr/>
          <p:nvPr/>
        </p:nvSpPr>
        <p:spPr>
          <a:xfrm>
            <a:off x="2009267" y="1075905"/>
            <a:ext cx="24765" cy="13970"/>
          </a:xfrm>
          <a:custGeom>
            <a:avLst/>
            <a:gdLst/>
            <a:ahLst/>
            <a:cxnLst/>
            <a:rect l="l" t="t" r="r" b="b"/>
            <a:pathLst>
              <a:path w="24764" h="13969">
                <a:moveTo>
                  <a:pt x="5524" y="736"/>
                </a:moveTo>
                <a:lnTo>
                  <a:pt x="5524" y="914"/>
                </a:lnTo>
                <a:lnTo>
                  <a:pt x="5524" y="736"/>
                </a:lnTo>
                <a:close/>
              </a:path>
              <a:path w="24764" h="13969">
                <a:moveTo>
                  <a:pt x="7213" y="584"/>
                </a:moveTo>
                <a:lnTo>
                  <a:pt x="7162" y="749"/>
                </a:lnTo>
                <a:lnTo>
                  <a:pt x="7213" y="584"/>
                </a:lnTo>
                <a:close/>
              </a:path>
              <a:path w="24764" h="13969">
                <a:moveTo>
                  <a:pt x="7493" y="13665"/>
                </a:moveTo>
                <a:lnTo>
                  <a:pt x="7454" y="13436"/>
                </a:lnTo>
                <a:lnTo>
                  <a:pt x="7226" y="13436"/>
                </a:lnTo>
                <a:lnTo>
                  <a:pt x="6997" y="13157"/>
                </a:lnTo>
                <a:lnTo>
                  <a:pt x="6819" y="12954"/>
                </a:lnTo>
                <a:lnTo>
                  <a:pt x="6553" y="12954"/>
                </a:lnTo>
                <a:lnTo>
                  <a:pt x="6540" y="12661"/>
                </a:lnTo>
                <a:lnTo>
                  <a:pt x="63" y="12661"/>
                </a:lnTo>
                <a:lnTo>
                  <a:pt x="127" y="13665"/>
                </a:lnTo>
                <a:lnTo>
                  <a:pt x="7493" y="13665"/>
                </a:lnTo>
                <a:close/>
              </a:path>
              <a:path w="24764" h="13969">
                <a:moveTo>
                  <a:pt x="7581" y="12166"/>
                </a:moveTo>
                <a:lnTo>
                  <a:pt x="7531" y="12331"/>
                </a:lnTo>
                <a:lnTo>
                  <a:pt x="7581" y="12166"/>
                </a:lnTo>
                <a:close/>
              </a:path>
              <a:path w="24764" h="13969">
                <a:moveTo>
                  <a:pt x="7848" y="8851"/>
                </a:moveTo>
                <a:lnTo>
                  <a:pt x="7823" y="8724"/>
                </a:lnTo>
                <a:lnTo>
                  <a:pt x="6413" y="8724"/>
                </a:lnTo>
                <a:lnTo>
                  <a:pt x="6451" y="8851"/>
                </a:lnTo>
                <a:lnTo>
                  <a:pt x="7848" y="8851"/>
                </a:lnTo>
                <a:close/>
              </a:path>
              <a:path w="24764" h="13969">
                <a:moveTo>
                  <a:pt x="7912" y="9067"/>
                </a:moveTo>
                <a:lnTo>
                  <a:pt x="6515" y="9067"/>
                </a:lnTo>
                <a:lnTo>
                  <a:pt x="6451" y="8851"/>
                </a:lnTo>
                <a:lnTo>
                  <a:pt x="25" y="8851"/>
                </a:lnTo>
                <a:lnTo>
                  <a:pt x="25" y="9613"/>
                </a:lnTo>
                <a:lnTo>
                  <a:pt x="7797" y="9613"/>
                </a:lnTo>
                <a:lnTo>
                  <a:pt x="7696" y="9347"/>
                </a:lnTo>
                <a:lnTo>
                  <a:pt x="7886" y="9347"/>
                </a:lnTo>
                <a:lnTo>
                  <a:pt x="7912" y="9067"/>
                </a:lnTo>
                <a:close/>
              </a:path>
              <a:path w="24764" h="13969">
                <a:moveTo>
                  <a:pt x="7988" y="12954"/>
                </a:moveTo>
                <a:lnTo>
                  <a:pt x="7924" y="12788"/>
                </a:lnTo>
                <a:lnTo>
                  <a:pt x="7924" y="12928"/>
                </a:lnTo>
                <a:close/>
              </a:path>
              <a:path w="24764" h="13969">
                <a:moveTo>
                  <a:pt x="8051" y="12712"/>
                </a:moveTo>
                <a:lnTo>
                  <a:pt x="8013" y="12446"/>
                </a:lnTo>
                <a:lnTo>
                  <a:pt x="7950" y="12738"/>
                </a:lnTo>
                <a:close/>
              </a:path>
              <a:path w="24764" h="13969">
                <a:moveTo>
                  <a:pt x="8051" y="7924"/>
                </a:moveTo>
                <a:lnTo>
                  <a:pt x="8013" y="7505"/>
                </a:lnTo>
                <a:lnTo>
                  <a:pt x="7988" y="7289"/>
                </a:lnTo>
                <a:lnTo>
                  <a:pt x="7950" y="6858"/>
                </a:lnTo>
                <a:lnTo>
                  <a:pt x="0" y="6858"/>
                </a:lnTo>
                <a:lnTo>
                  <a:pt x="12" y="7924"/>
                </a:lnTo>
                <a:lnTo>
                  <a:pt x="8051" y="7924"/>
                </a:lnTo>
                <a:close/>
              </a:path>
              <a:path w="24764" h="13969">
                <a:moveTo>
                  <a:pt x="8102" y="5461"/>
                </a:moveTo>
                <a:lnTo>
                  <a:pt x="7924" y="5334"/>
                </a:lnTo>
                <a:lnTo>
                  <a:pt x="7924" y="5562"/>
                </a:lnTo>
                <a:lnTo>
                  <a:pt x="8102" y="5613"/>
                </a:lnTo>
                <a:lnTo>
                  <a:pt x="8102" y="5461"/>
                </a:lnTo>
                <a:close/>
              </a:path>
              <a:path w="24764" h="13969">
                <a:moveTo>
                  <a:pt x="8128" y="13462"/>
                </a:moveTo>
                <a:lnTo>
                  <a:pt x="8064" y="13652"/>
                </a:lnTo>
                <a:lnTo>
                  <a:pt x="8128" y="13462"/>
                </a:lnTo>
                <a:close/>
              </a:path>
              <a:path w="24764" h="13969">
                <a:moveTo>
                  <a:pt x="8178" y="190"/>
                </a:moveTo>
                <a:lnTo>
                  <a:pt x="8077" y="0"/>
                </a:lnTo>
                <a:lnTo>
                  <a:pt x="8051" y="127"/>
                </a:lnTo>
                <a:lnTo>
                  <a:pt x="8178" y="190"/>
                </a:lnTo>
                <a:close/>
              </a:path>
              <a:path w="24764" h="13969">
                <a:moveTo>
                  <a:pt x="8191" y="3327"/>
                </a:moveTo>
                <a:lnTo>
                  <a:pt x="8166" y="3098"/>
                </a:lnTo>
                <a:lnTo>
                  <a:pt x="8013" y="3048"/>
                </a:lnTo>
                <a:lnTo>
                  <a:pt x="8102" y="3225"/>
                </a:lnTo>
                <a:lnTo>
                  <a:pt x="8064" y="3390"/>
                </a:lnTo>
                <a:lnTo>
                  <a:pt x="8191" y="3327"/>
                </a:lnTo>
                <a:close/>
              </a:path>
              <a:path w="24764" h="13969">
                <a:moveTo>
                  <a:pt x="8216" y="8953"/>
                </a:moveTo>
                <a:lnTo>
                  <a:pt x="8166" y="8826"/>
                </a:lnTo>
                <a:lnTo>
                  <a:pt x="8064" y="9067"/>
                </a:lnTo>
                <a:lnTo>
                  <a:pt x="8216" y="8953"/>
                </a:lnTo>
                <a:close/>
              </a:path>
              <a:path w="24764" h="13969">
                <a:moveTo>
                  <a:pt x="8293" y="12001"/>
                </a:moveTo>
                <a:lnTo>
                  <a:pt x="7874" y="10464"/>
                </a:lnTo>
                <a:lnTo>
                  <a:pt x="8064" y="10121"/>
                </a:lnTo>
                <a:lnTo>
                  <a:pt x="8026" y="9753"/>
                </a:lnTo>
                <a:lnTo>
                  <a:pt x="6819" y="9753"/>
                </a:lnTo>
                <a:lnTo>
                  <a:pt x="6819" y="10464"/>
                </a:lnTo>
                <a:lnTo>
                  <a:pt x="6743" y="11252"/>
                </a:lnTo>
                <a:lnTo>
                  <a:pt x="6286" y="10464"/>
                </a:lnTo>
                <a:lnTo>
                  <a:pt x="6819" y="10464"/>
                </a:lnTo>
                <a:lnTo>
                  <a:pt x="6819" y="9753"/>
                </a:lnTo>
                <a:lnTo>
                  <a:pt x="38" y="9753"/>
                </a:lnTo>
                <a:lnTo>
                  <a:pt x="63" y="12255"/>
                </a:lnTo>
                <a:lnTo>
                  <a:pt x="6134" y="12255"/>
                </a:lnTo>
                <a:lnTo>
                  <a:pt x="6083" y="12115"/>
                </a:lnTo>
                <a:lnTo>
                  <a:pt x="6311" y="12141"/>
                </a:lnTo>
                <a:lnTo>
                  <a:pt x="6223" y="12001"/>
                </a:lnTo>
                <a:lnTo>
                  <a:pt x="6464" y="12001"/>
                </a:lnTo>
                <a:lnTo>
                  <a:pt x="6692" y="12001"/>
                </a:lnTo>
                <a:lnTo>
                  <a:pt x="7200" y="12001"/>
                </a:lnTo>
                <a:lnTo>
                  <a:pt x="7353" y="12001"/>
                </a:lnTo>
                <a:lnTo>
                  <a:pt x="8293" y="12001"/>
                </a:lnTo>
                <a:close/>
              </a:path>
              <a:path w="24764" h="13969">
                <a:moveTo>
                  <a:pt x="8293" y="2984"/>
                </a:moveTo>
                <a:lnTo>
                  <a:pt x="8229" y="2844"/>
                </a:lnTo>
                <a:lnTo>
                  <a:pt x="8255" y="3035"/>
                </a:lnTo>
                <a:close/>
              </a:path>
              <a:path w="24764" h="13969">
                <a:moveTo>
                  <a:pt x="8318" y="4813"/>
                </a:moveTo>
                <a:lnTo>
                  <a:pt x="8166" y="4610"/>
                </a:lnTo>
                <a:lnTo>
                  <a:pt x="8128" y="4902"/>
                </a:lnTo>
                <a:lnTo>
                  <a:pt x="8293" y="4902"/>
                </a:lnTo>
                <a:close/>
              </a:path>
              <a:path w="24764" h="13969">
                <a:moveTo>
                  <a:pt x="8343" y="4953"/>
                </a:moveTo>
                <a:lnTo>
                  <a:pt x="8293" y="5105"/>
                </a:lnTo>
                <a:lnTo>
                  <a:pt x="8128" y="5105"/>
                </a:lnTo>
                <a:lnTo>
                  <a:pt x="8293" y="5156"/>
                </a:lnTo>
                <a:lnTo>
                  <a:pt x="8343" y="4953"/>
                </a:lnTo>
                <a:close/>
              </a:path>
              <a:path w="24764" h="13969">
                <a:moveTo>
                  <a:pt x="8356" y="2590"/>
                </a:moveTo>
                <a:lnTo>
                  <a:pt x="8229" y="2362"/>
                </a:lnTo>
                <a:lnTo>
                  <a:pt x="8204" y="2514"/>
                </a:lnTo>
                <a:lnTo>
                  <a:pt x="8356" y="2590"/>
                </a:lnTo>
                <a:close/>
              </a:path>
              <a:path w="24764" h="13969">
                <a:moveTo>
                  <a:pt x="8394" y="4064"/>
                </a:moveTo>
                <a:lnTo>
                  <a:pt x="8293" y="3937"/>
                </a:lnTo>
                <a:lnTo>
                  <a:pt x="8318" y="3797"/>
                </a:lnTo>
                <a:lnTo>
                  <a:pt x="8166" y="3708"/>
                </a:lnTo>
                <a:lnTo>
                  <a:pt x="8089" y="3835"/>
                </a:lnTo>
                <a:lnTo>
                  <a:pt x="8140" y="3975"/>
                </a:lnTo>
                <a:lnTo>
                  <a:pt x="8039" y="4267"/>
                </a:lnTo>
                <a:lnTo>
                  <a:pt x="8064" y="4394"/>
                </a:lnTo>
                <a:lnTo>
                  <a:pt x="8039" y="4584"/>
                </a:lnTo>
                <a:lnTo>
                  <a:pt x="8140" y="4356"/>
                </a:lnTo>
                <a:lnTo>
                  <a:pt x="8318" y="4406"/>
                </a:lnTo>
                <a:lnTo>
                  <a:pt x="8369" y="4203"/>
                </a:lnTo>
                <a:lnTo>
                  <a:pt x="8394" y="4064"/>
                </a:lnTo>
                <a:close/>
              </a:path>
              <a:path w="24764" h="13969">
                <a:moveTo>
                  <a:pt x="8458" y="13652"/>
                </a:moveTo>
                <a:close/>
              </a:path>
              <a:path w="24764" h="13969">
                <a:moveTo>
                  <a:pt x="8585" y="3289"/>
                </a:moveTo>
                <a:lnTo>
                  <a:pt x="8547" y="3467"/>
                </a:lnTo>
                <a:lnTo>
                  <a:pt x="8585" y="3289"/>
                </a:lnTo>
                <a:close/>
              </a:path>
              <a:path w="24764" h="13969">
                <a:moveTo>
                  <a:pt x="8636" y="3048"/>
                </a:moveTo>
                <a:lnTo>
                  <a:pt x="8610" y="2870"/>
                </a:lnTo>
                <a:lnTo>
                  <a:pt x="8636" y="3048"/>
                </a:lnTo>
                <a:close/>
              </a:path>
              <a:path w="24764" h="13969">
                <a:moveTo>
                  <a:pt x="8661" y="11785"/>
                </a:moveTo>
                <a:lnTo>
                  <a:pt x="8610" y="11976"/>
                </a:lnTo>
                <a:lnTo>
                  <a:pt x="8661" y="11785"/>
                </a:lnTo>
                <a:close/>
              </a:path>
              <a:path w="24764" h="13969">
                <a:moveTo>
                  <a:pt x="8712" y="12153"/>
                </a:moveTo>
                <a:lnTo>
                  <a:pt x="8572" y="12014"/>
                </a:lnTo>
                <a:lnTo>
                  <a:pt x="8534" y="12230"/>
                </a:lnTo>
                <a:lnTo>
                  <a:pt x="8686" y="12230"/>
                </a:lnTo>
                <a:close/>
              </a:path>
              <a:path w="24764" h="13969">
                <a:moveTo>
                  <a:pt x="8737" y="11303"/>
                </a:moveTo>
                <a:lnTo>
                  <a:pt x="8636" y="11582"/>
                </a:lnTo>
                <a:lnTo>
                  <a:pt x="8483" y="11658"/>
                </a:lnTo>
                <a:lnTo>
                  <a:pt x="8686" y="11772"/>
                </a:lnTo>
                <a:lnTo>
                  <a:pt x="8737" y="11303"/>
                </a:lnTo>
                <a:close/>
              </a:path>
              <a:path w="24764" h="13969">
                <a:moveTo>
                  <a:pt x="8890" y="444"/>
                </a:moveTo>
                <a:lnTo>
                  <a:pt x="8750" y="406"/>
                </a:lnTo>
                <a:lnTo>
                  <a:pt x="8851" y="609"/>
                </a:lnTo>
                <a:lnTo>
                  <a:pt x="8890" y="444"/>
                </a:lnTo>
                <a:close/>
              </a:path>
              <a:path w="24764" h="13969">
                <a:moveTo>
                  <a:pt x="9093" y="13652"/>
                </a:moveTo>
                <a:lnTo>
                  <a:pt x="9067" y="13512"/>
                </a:lnTo>
                <a:lnTo>
                  <a:pt x="9029" y="13652"/>
                </a:lnTo>
                <a:close/>
              </a:path>
              <a:path w="24764" h="13969">
                <a:moveTo>
                  <a:pt x="9169" y="8686"/>
                </a:moveTo>
                <a:lnTo>
                  <a:pt x="9029" y="8915"/>
                </a:lnTo>
                <a:lnTo>
                  <a:pt x="8966" y="8750"/>
                </a:lnTo>
                <a:lnTo>
                  <a:pt x="8915" y="9220"/>
                </a:lnTo>
                <a:lnTo>
                  <a:pt x="9067" y="8978"/>
                </a:lnTo>
                <a:lnTo>
                  <a:pt x="9093" y="8763"/>
                </a:lnTo>
                <a:close/>
              </a:path>
              <a:path w="24764" h="13969">
                <a:moveTo>
                  <a:pt x="9169" y="1435"/>
                </a:moveTo>
                <a:lnTo>
                  <a:pt x="9029" y="1320"/>
                </a:lnTo>
                <a:lnTo>
                  <a:pt x="9169" y="1435"/>
                </a:lnTo>
                <a:close/>
              </a:path>
              <a:path w="24764" h="13969">
                <a:moveTo>
                  <a:pt x="9194" y="13652"/>
                </a:moveTo>
                <a:close/>
              </a:path>
              <a:path w="24764" h="13969">
                <a:moveTo>
                  <a:pt x="9258" y="1206"/>
                </a:moveTo>
                <a:lnTo>
                  <a:pt x="9067" y="1206"/>
                </a:lnTo>
                <a:lnTo>
                  <a:pt x="9258" y="1206"/>
                </a:lnTo>
                <a:close/>
              </a:path>
              <a:path w="24764" h="13969">
                <a:moveTo>
                  <a:pt x="9436" y="12192"/>
                </a:moveTo>
                <a:lnTo>
                  <a:pt x="9359" y="12065"/>
                </a:lnTo>
                <a:lnTo>
                  <a:pt x="9258" y="12192"/>
                </a:lnTo>
                <a:lnTo>
                  <a:pt x="9436" y="12192"/>
                </a:lnTo>
                <a:close/>
              </a:path>
              <a:path w="24764" h="13969">
                <a:moveTo>
                  <a:pt x="9639" y="9791"/>
                </a:moveTo>
                <a:lnTo>
                  <a:pt x="9499" y="9791"/>
                </a:lnTo>
                <a:lnTo>
                  <a:pt x="9499" y="9982"/>
                </a:lnTo>
                <a:lnTo>
                  <a:pt x="9639" y="9791"/>
                </a:lnTo>
                <a:close/>
              </a:path>
              <a:path w="24764" h="13969">
                <a:moveTo>
                  <a:pt x="9639" y="6197"/>
                </a:moveTo>
                <a:lnTo>
                  <a:pt x="9588" y="6540"/>
                </a:lnTo>
                <a:lnTo>
                  <a:pt x="9639" y="6197"/>
                </a:lnTo>
                <a:close/>
              </a:path>
              <a:path w="24764" h="13969">
                <a:moveTo>
                  <a:pt x="9766" y="11480"/>
                </a:moveTo>
                <a:lnTo>
                  <a:pt x="9702" y="11722"/>
                </a:lnTo>
                <a:lnTo>
                  <a:pt x="9766" y="11480"/>
                </a:lnTo>
                <a:close/>
              </a:path>
              <a:path w="24764" h="13969">
                <a:moveTo>
                  <a:pt x="9969" y="10388"/>
                </a:moveTo>
                <a:lnTo>
                  <a:pt x="9944" y="10248"/>
                </a:lnTo>
                <a:lnTo>
                  <a:pt x="9817" y="10426"/>
                </a:lnTo>
                <a:lnTo>
                  <a:pt x="9969" y="10388"/>
                </a:lnTo>
                <a:close/>
              </a:path>
              <a:path w="24764" h="13969">
                <a:moveTo>
                  <a:pt x="10096" y="812"/>
                </a:moveTo>
                <a:lnTo>
                  <a:pt x="9969" y="711"/>
                </a:lnTo>
                <a:lnTo>
                  <a:pt x="9842" y="838"/>
                </a:lnTo>
                <a:lnTo>
                  <a:pt x="10096" y="812"/>
                </a:lnTo>
                <a:close/>
              </a:path>
              <a:path w="24764" h="13969">
                <a:moveTo>
                  <a:pt x="10109" y="1397"/>
                </a:moveTo>
                <a:lnTo>
                  <a:pt x="10083" y="1270"/>
                </a:lnTo>
                <a:lnTo>
                  <a:pt x="10083" y="1079"/>
                </a:lnTo>
                <a:lnTo>
                  <a:pt x="10083" y="939"/>
                </a:lnTo>
                <a:lnTo>
                  <a:pt x="9906" y="1054"/>
                </a:lnTo>
                <a:lnTo>
                  <a:pt x="9842" y="901"/>
                </a:lnTo>
                <a:lnTo>
                  <a:pt x="9842" y="1054"/>
                </a:lnTo>
                <a:lnTo>
                  <a:pt x="9867" y="1308"/>
                </a:lnTo>
                <a:lnTo>
                  <a:pt x="9817" y="1181"/>
                </a:lnTo>
                <a:lnTo>
                  <a:pt x="9766" y="1333"/>
                </a:lnTo>
                <a:lnTo>
                  <a:pt x="9817" y="1574"/>
                </a:lnTo>
                <a:lnTo>
                  <a:pt x="9969" y="1460"/>
                </a:lnTo>
                <a:lnTo>
                  <a:pt x="10109" y="1397"/>
                </a:lnTo>
                <a:close/>
              </a:path>
              <a:path w="24764" h="13969">
                <a:moveTo>
                  <a:pt x="10160" y="7137"/>
                </a:moveTo>
                <a:lnTo>
                  <a:pt x="10007" y="7315"/>
                </a:lnTo>
                <a:lnTo>
                  <a:pt x="10160" y="7289"/>
                </a:lnTo>
                <a:lnTo>
                  <a:pt x="10160" y="7137"/>
                </a:lnTo>
                <a:close/>
              </a:path>
              <a:path w="24764" h="13969">
                <a:moveTo>
                  <a:pt x="10261" y="11950"/>
                </a:moveTo>
                <a:lnTo>
                  <a:pt x="10109" y="11849"/>
                </a:lnTo>
                <a:lnTo>
                  <a:pt x="10147" y="12001"/>
                </a:lnTo>
                <a:close/>
              </a:path>
              <a:path w="24764" h="13969">
                <a:moveTo>
                  <a:pt x="10363" y="9423"/>
                </a:moveTo>
                <a:lnTo>
                  <a:pt x="10185" y="9245"/>
                </a:lnTo>
                <a:lnTo>
                  <a:pt x="10160" y="9575"/>
                </a:lnTo>
                <a:lnTo>
                  <a:pt x="10363" y="9423"/>
                </a:lnTo>
                <a:close/>
              </a:path>
              <a:path w="24764" h="13969">
                <a:moveTo>
                  <a:pt x="10490" y="1079"/>
                </a:moveTo>
                <a:lnTo>
                  <a:pt x="10363" y="1054"/>
                </a:lnTo>
                <a:lnTo>
                  <a:pt x="10388" y="1231"/>
                </a:lnTo>
                <a:lnTo>
                  <a:pt x="10490" y="1079"/>
                </a:lnTo>
                <a:close/>
              </a:path>
              <a:path w="24764" h="13969">
                <a:moveTo>
                  <a:pt x="10579" y="6248"/>
                </a:moveTo>
                <a:lnTo>
                  <a:pt x="10490" y="5994"/>
                </a:lnTo>
                <a:lnTo>
                  <a:pt x="10439" y="6134"/>
                </a:lnTo>
                <a:lnTo>
                  <a:pt x="10464" y="6273"/>
                </a:lnTo>
                <a:close/>
              </a:path>
              <a:path w="24764" h="13969">
                <a:moveTo>
                  <a:pt x="10756" y="3708"/>
                </a:moveTo>
                <a:lnTo>
                  <a:pt x="10655" y="3848"/>
                </a:lnTo>
                <a:lnTo>
                  <a:pt x="10642" y="4064"/>
                </a:lnTo>
                <a:lnTo>
                  <a:pt x="10655" y="4203"/>
                </a:lnTo>
                <a:lnTo>
                  <a:pt x="10756" y="3708"/>
                </a:lnTo>
                <a:close/>
              </a:path>
              <a:path w="24764" h="13969">
                <a:moveTo>
                  <a:pt x="10807" y="8826"/>
                </a:moveTo>
                <a:lnTo>
                  <a:pt x="10680" y="8978"/>
                </a:lnTo>
                <a:lnTo>
                  <a:pt x="10807" y="8826"/>
                </a:lnTo>
                <a:close/>
              </a:path>
              <a:path w="24764" h="13969">
                <a:moveTo>
                  <a:pt x="10934" y="9626"/>
                </a:moveTo>
                <a:lnTo>
                  <a:pt x="10909" y="9423"/>
                </a:lnTo>
                <a:lnTo>
                  <a:pt x="10858" y="9626"/>
                </a:lnTo>
                <a:close/>
              </a:path>
              <a:path w="24764" h="13969">
                <a:moveTo>
                  <a:pt x="10985" y="8026"/>
                </a:moveTo>
                <a:lnTo>
                  <a:pt x="10782" y="8102"/>
                </a:lnTo>
                <a:lnTo>
                  <a:pt x="10858" y="8242"/>
                </a:lnTo>
                <a:lnTo>
                  <a:pt x="10985" y="8026"/>
                </a:lnTo>
                <a:close/>
              </a:path>
              <a:path w="24764" h="13969">
                <a:moveTo>
                  <a:pt x="11125" y="3098"/>
                </a:moveTo>
                <a:lnTo>
                  <a:pt x="10934" y="3136"/>
                </a:lnTo>
                <a:lnTo>
                  <a:pt x="10909" y="3721"/>
                </a:lnTo>
                <a:lnTo>
                  <a:pt x="11061" y="3517"/>
                </a:lnTo>
                <a:lnTo>
                  <a:pt x="11099" y="3327"/>
                </a:lnTo>
                <a:lnTo>
                  <a:pt x="11125" y="3098"/>
                </a:lnTo>
                <a:close/>
              </a:path>
              <a:path w="24764" h="13969">
                <a:moveTo>
                  <a:pt x="11137" y="6807"/>
                </a:moveTo>
                <a:lnTo>
                  <a:pt x="11010" y="6654"/>
                </a:lnTo>
                <a:lnTo>
                  <a:pt x="11036" y="6807"/>
                </a:lnTo>
                <a:close/>
              </a:path>
              <a:path w="24764" h="13969">
                <a:moveTo>
                  <a:pt x="11176" y="3009"/>
                </a:moveTo>
                <a:lnTo>
                  <a:pt x="11150" y="2692"/>
                </a:lnTo>
                <a:lnTo>
                  <a:pt x="11023" y="3073"/>
                </a:lnTo>
                <a:lnTo>
                  <a:pt x="11176" y="3009"/>
                </a:lnTo>
                <a:close/>
              </a:path>
              <a:path w="24764" h="13969">
                <a:moveTo>
                  <a:pt x="11531" y="2044"/>
                </a:moveTo>
                <a:lnTo>
                  <a:pt x="11493" y="1803"/>
                </a:lnTo>
                <a:lnTo>
                  <a:pt x="11455" y="2044"/>
                </a:lnTo>
                <a:close/>
              </a:path>
              <a:path w="24764" h="13969">
                <a:moveTo>
                  <a:pt x="13817" y="4813"/>
                </a:moveTo>
                <a:lnTo>
                  <a:pt x="13665" y="4787"/>
                </a:lnTo>
                <a:lnTo>
                  <a:pt x="13690" y="4914"/>
                </a:lnTo>
                <a:lnTo>
                  <a:pt x="13817" y="4813"/>
                </a:lnTo>
                <a:close/>
              </a:path>
              <a:path w="24764" h="13969">
                <a:moveTo>
                  <a:pt x="24028" y="9994"/>
                </a:moveTo>
                <a:lnTo>
                  <a:pt x="23964" y="9156"/>
                </a:lnTo>
                <a:lnTo>
                  <a:pt x="24003" y="8559"/>
                </a:lnTo>
                <a:lnTo>
                  <a:pt x="23939" y="9004"/>
                </a:lnTo>
                <a:lnTo>
                  <a:pt x="23990" y="9842"/>
                </a:lnTo>
                <a:lnTo>
                  <a:pt x="23964" y="10452"/>
                </a:lnTo>
                <a:lnTo>
                  <a:pt x="24028" y="9994"/>
                </a:lnTo>
                <a:close/>
              </a:path>
              <a:path w="24764" h="13969">
                <a:moveTo>
                  <a:pt x="24625" y="13652"/>
                </a:moveTo>
                <a:lnTo>
                  <a:pt x="24587" y="13335"/>
                </a:lnTo>
                <a:lnTo>
                  <a:pt x="24587" y="136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bg object 155"/>
          <p:cNvSpPr/>
          <p:nvPr/>
        </p:nvSpPr>
        <p:spPr>
          <a:xfrm>
            <a:off x="2014677" y="1082128"/>
            <a:ext cx="19685" cy="15240"/>
          </a:xfrm>
          <a:custGeom>
            <a:avLst/>
            <a:gdLst/>
            <a:ahLst/>
            <a:cxnLst/>
            <a:rect l="l" t="t" r="r" b="b"/>
            <a:pathLst>
              <a:path w="19685" h="15240">
                <a:moveTo>
                  <a:pt x="114" y="5359"/>
                </a:moveTo>
                <a:lnTo>
                  <a:pt x="114" y="5549"/>
                </a:lnTo>
                <a:lnTo>
                  <a:pt x="114" y="5359"/>
                </a:lnTo>
                <a:close/>
              </a:path>
              <a:path w="19685" h="15240">
                <a:moveTo>
                  <a:pt x="990" y="13246"/>
                </a:moveTo>
                <a:lnTo>
                  <a:pt x="800" y="13106"/>
                </a:lnTo>
                <a:lnTo>
                  <a:pt x="901" y="13246"/>
                </a:lnTo>
                <a:close/>
              </a:path>
              <a:path w="19685" h="15240">
                <a:moveTo>
                  <a:pt x="1803" y="5676"/>
                </a:moveTo>
                <a:lnTo>
                  <a:pt x="1752" y="5499"/>
                </a:lnTo>
                <a:lnTo>
                  <a:pt x="1752" y="5727"/>
                </a:lnTo>
                <a:close/>
              </a:path>
              <a:path w="19685" h="15240">
                <a:moveTo>
                  <a:pt x="2171" y="13271"/>
                </a:moveTo>
                <a:lnTo>
                  <a:pt x="2120" y="13436"/>
                </a:lnTo>
                <a:lnTo>
                  <a:pt x="2171" y="13271"/>
                </a:lnTo>
                <a:close/>
              </a:path>
              <a:path w="19685" h="15240">
                <a:moveTo>
                  <a:pt x="2222" y="12788"/>
                </a:moveTo>
                <a:lnTo>
                  <a:pt x="2120" y="12661"/>
                </a:lnTo>
                <a:lnTo>
                  <a:pt x="2095" y="12788"/>
                </a:lnTo>
                <a:lnTo>
                  <a:pt x="2222" y="12788"/>
                </a:lnTo>
                <a:close/>
              </a:path>
              <a:path w="19685" h="15240">
                <a:moveTo>
                  <a:pt x="2247" y="6718"/>
                </a:moveTo>
                <a:lnTo>
                  <a:pt x="2171" y="6273"/>
                </a:lnTo>
                <a:lnTo>
                  <a:pt x="1968" y="6350"/>
                </a:lnTo>
                <a:lnTo>
                  <a:pt x="2057" y="6705"/>
                </a:lnTo>
                <a:lnTo>
                  <a:pt x="1879" y="6731"/>
                </a:lnTo>
                <a:lnTo>
                  <a:pt x="2019" y="6845"/>
                </a:lnTo>
                <a:lnTo>
                  <a:pt x="2209" y="6845"/>
                </a:lnTo>
                <a:lnTo>
                  <a:pt x="2235" y="7023"/>
                </a:lnTo>
                <a:lnTo>
                  <a:pt x="2247" y="6718"/>
                </a:lnTo>
                <a:close/>
              </a:path>
              <a:path w="19685" h="15240">
                <a:moveTo>
                  <a:pt x="2438" y="5702"/>
                </a:moveTo>
                <a:lnTo>
                  <a:pt x="2349" y="5943"/>
                </a:lnTo>
                <a:lnTo>
                  <a:pt x="2324" y="5765"/>
                </a:lnTo>
                <a:lnTo>
                  <a:pt x="2120" y="5765"/>
                </a:lnTo>
                <a:lnTo>
                  <a:pt x="2247" y="6121"/>
                </a:lnTo>
                <a:lnTo>
                  <a:pt x="2273" y="6350"/>
                </a:lnTo>
                <a:lnTo>
                  <a:pt x="2400" y="6108"/>
                </a:lnTo>
                <a:lnTo>
                  <a:pt x="2438" y="5702"/>
                </a:lnTo>
                <a:close/>
              </a:path>
              <a:path w="19685" h="15240">
                <a:moveTo>
                  <a:pt x="2578" y="14046"/>
                </a:moveTo>
                <a:lnTo>
                  <a:pt x="2514" y="13893"/>
                </a:lnTo>
                <a:lnTo>
                  <a:pt x="2514" y="14033"/>
                </a:lnTo>
                <a:close/>
              </a:path>
              <a:path w="19685" h="15240">
                <a:moveTo>
                  <a:pt x="2641" y="13817"/>
                </a:moveTo>
                <a:lnTo>
                  <a:pt x="2603" y="13550"/>
                </a:lnTo>
                <a:lnTo>
                  <a:pt x="2540" y="13855"/>
                </a:lnTo>
                <a:close/>
              </a:path>
              <a:path w="19685" h="15240">
                <a:moveTo>
                  <a:pt x="2692" y="673"/>
                </a:moveTo>
                <a:lnTo>
                  <a:pt x="2514" y="711"/>
                </a:lnTo>
                <a:lnTo>
                  <a:pt x="2514" y="914"/>
                </a:lnTo>
                <a:lnTo>
                  <a:pt x="2692" y="812"/>
                </a:lnTo>
                <a:lnTo>
                  <a:pt x="2692" y="673"/>
                </a:lnTo>
                <a:close/>
              </a:path>
              <a:path w="19685" h="15240">
                <a:moveTo>
                  <a:pt x="2743" y="6985"/>
                </a:moveTo>
                <a:lnTo>
                  <a:pt x="2540" y="6845"/>
                </a:lnTo>
                <a:lnTo>
                  <a:pt x="2451" y="7099"/>
                </a:lnTo>
                <a:lnTo>
                  <a:pt x="2743" y="6985"/>
                </a:lnTo>
                <a:close/>
              </a:path>
              <a:path w="19685" h="15240">
                <a:moveTo>
                  <a:pt x="2768" y="6083"/>
                </a:moveTo>
                <a:lnTo>
                  <a:pt x="2641" y="6146"/>
                </a:lnTo>
                <a:lnTo>
                  <a:pt x="2768" y="6083"/>
                </a:lnTo>
                <a:close/>
              </a:path>
              <a:path w="19685" h="15240">
                <a:moveTo>
                  <a:pt x="2781" y="2946"/>
                </a:moveTo>
                <a:lnTo>
                  <a:pt x="2654" y="2895"/>
                </a:lnTo>
                <a:lnTo>
                  <a:pt x="2692" y="3048"/>
                </a:lnTo>
                <a:lnTo>
                  <a:pt x="2603" y="3213"/>
                </a:lnTo>
                <a:lnTo>
                  <a:pt x="2755" y="3162"/>
                </a:lnTo>
                <a:lnTo>
                  <a:pt x="2755" y="2997"/>
                </a:lnTo>
                <a:close/>
              </a:path>
              <a:path w="19685" h="15240">
                <a:moveTo>
                  <a:pt x="2806" y="10071"/>
                </a:moveTo>
                <a:lnTo>
                  <a:pt x="2755" y="9918"/>
                </a:lnTo>
                <a:lnTo>
                  <a:pt x="2654" y="10185"/>
                </a:lnTo>
                <a:lnTo>
                  <a:pt x="2806" y="10071"/>
                </a:lnTo>
                <a:close/>
              </a:path>
              <a:path w="19685" h="15240">
                <a:moveTo>
                  <a:pt x="2882" y="3289"/>
                </a:moveTo>
                <a:lnTo>
                  <a:pt x="2819" y="3441"/>
                </a:lnTo>
                <a:lnTo>
                  <a:pt x="2882" y="3289"/>
                </a:lnTo>
                <a:close/>
              </a:path>
              <a:path w="19685" h="15240">
                <a:moveTo>
                  <a:pt x="2882" y="1092"/>
                </a:moveTo>
                <a:lnTo>
                  <a:pt x="2692" y="1092"/>
                </a:lnTo>
                <a:lnTo>
                  <a:pt x="2882" y="1155"/>
                </a:lnTo>
                <a:close/>
              </a:path>
              <a:path w="19685" h="15240">
                <a:moveTo>
                  <a:pt x="2908" y="1447"/>
                </a:moveTo>
                <a:lnTo>
                  <a:pt x="2781" y="1397"/>
                </a:lnTo>
                <a:lnTo>
                  <a:pt x="2755" y="1663"/>
                </a:lnTo>
                <a:lnTo>
                  <a:pt x="2908" y="1447"/>
                </a:lnTo>
                <a:close/>
              </a:path>
              <a:path w="19685" h="15240">
                <a:moveTo>
                  <a:pt x="2946" y="3670"/>
                </a:moveTo>
                <a:lnTo>
                  <a:pt x="2794" y="3759"/>
                </a:lnTo>
                <a:lnTo>
                  <a:pt x="2819" y="3898"/>
                </a:lnTo>
                <a:lnTo>
                  <a:pt x="2946" y="3670"/>
                </a:lnTo>
                <a:close/>
              </a:path>
              <a:path w="19685" h="15240">
                <a:moveTo>
                  <a:pt x="2959" y="7429"/>
                </a:moveTo>
                <a:lnTo>
                  <a:pt x="2908" y="7289"/>
                </a:lnTo>
                <a:lnTo>
                  <a:pt x="2882" y="7429"/>
                </a:lnTo>
                <a:close/>
              </a:path>
              <a:path w="19685" h="15240">
                <a:moveTo>
                  <a:pt x="2984" y="2209"/>
                </a:moveTo>
                <a:lnTo>
                  <a:pt x="2959" y="2082"/>
                </a:lnTo>
                <a:lnTo>
                  <a:pt x="2908" y="1879"/>
                </a:lnTo>
                <a:lnTo>
                  <a:pt x="2730" y="1930"/>
                </a:lnTo>
                <a:lnTo>
                  <a:pt x="2730" y="1701"/>
                </a:lnTo>
                <a:lnTo>
                  <a:pt x="2654" y="1905"/>
                </a:lnTo>
                <a:lnTo>
                  <a:pt x="2705" y="2095"/>
                </a:lnTo>
                <a:lnTo>
                  <a:pt x="2628" y="2349"/>
                </a:lnTo>
                <a:lnTo>
                  <a:pt x="2755" y="2603"/>
                </a:lnTo>
                <a:lnTo>
                  <a:pt x="2806" y="2362"/>
                </a:lnTo>
                <a:lnTo>
                  <a:pt x="2959" y="2349"/>
                </a:lnTo>
                <a:lnTo>
                  <a:pt x="2984" y="2209"/>
                </a:lnTo>
                <a:close/>
              </a:path>
              <a:path w="19685" h="15240">
                <a:moveTo>
                  <a:pt x="3175" y="2971"/>
                </a:moveTo>
                <a:lnTo>
                  <a:pt x="3136" y="2794"/>
                </a:lnTo>
                <a:lnTo>
                  <a:pt x="3098" y="2946"/>
                </a:lnTo>
                <a:close/>
              </a:path>
              <a:path w="19685" h="15240">
                <a:moveTo>
                  <a:pt x="3225" y="3213"/>
                </a:moveTo>
                <a:lnTo>
                  <a:pt x="3098" y="3314"/>
                </a:lnTo>
                <a:lnTo>
                  <a:pt x="3225" y="3213"/>
                </a:lnTo>
                <a:close/>
              </a:path>
              <a:path w="19685" h="15240">
                <a:moveTo>
                  <a:pt x="3251" y="12890"/>
                </a:moveTo>
                <a:lnTo>
                  <a:pt x="3200" y="13093"/>
                </a:lnTo>
                <a:lnTo>
                  <a:pt x="3251" y="12890"/>
                </a:lnTo>
                <a:close/>
              </a:path>
              <a:path w="19685" h="15240">
                <a:moveTo>
                  <a:pt x="3302" y="13246"/>
                </a:moveTo>
                <a:lnTo>
                  <a:pt x="3162" y="13119"/>
                </a:lnTo>
                <a:lnTo>
                  <a:pt x="3124" y="13322"/>
                </a:lnTo>
                <a:lnTo>
                  <a:pt x="3276" y="13322"/>
                </a:lnTo>
                <a:close/>
              </a:path>
              <a:path w="19685" h="15240">
                <a:moveTo>
                  <a:pt x="3327" y="12433"/>
                </a:moveTo>
                <a:lnTo>
                  <a:pt x="3225" y="12687"/>
                </a:lnTo>
                <a:lnTo>
                  <a:pt x="3073" y="12763"/>
                </a:lnTo>
                <a:lnTo>
                  <a:pt x="3276" y="12865"/>
                </a:lnTo>
                <a:lnTo>
                  <a:pt x="3327" y="12433"/>
                </a:lnTo>
                <a:close/>
              </a:path>
              <a:path w="19685" h="15240">
                <a:moveTo>
                  <a:pt x="3479" y="5829"/>
                </a:moveTo>
                <a:lnTo>
                  <a:pt x="3441" y="5651"/>
                </a:lnTo>
                <a:lnTo>
                  <a:pt x="3340" y="5854"/>
                </a:lnTo>
                <a:lnTo>
                  <a:pt x="3479" y="5829"/>
                </a:lnTo>
                <a:close/>
              </a:path>
              <a:path w="19685" h="15240">
                <a:moveTo>
                  <a:pt x="3683" y="14757"/>
                </a:moveTo>
                <a:lnTo>
                  <a:pt x="3657" y="14605"/>
                </a:lnTo>
                <a:lnTo>
                  <a:pt x="3619" y="14757"/>
                </a:lnTo>
                <a:close/>
              </a:path>
              <a:path w="19685" h="15240">
                <a:moveTo>
                  <a:pt x="3759" y="9791"/>
                </a:moveTo>
                <a:lnTo>
                  <a:pt x="3619" y="10020"/>
                </a:lnTo>
                <a:lnTo>
                  <a:pt x="3556" y="9855"/>
                </a:lnTo>
                <a:lnTo>
                  <a:pt x="3505" y="10325"/>
                </a:lnTo>
                <a:lnTo>
                  <a:pt x="3657" y="10083"/>
                </a:lnTo>
                <a:lnTo>
                  <a:pt x="3683" y="9867"/>
                </a:lnTo>
                <a:close/>
              </a:path>
              <a:path w="19685" h="15240">
                <a:moveTo>
                  <a:pt x="3759" y="4826"/>
                </a:moveTo>
                <a:lnTo>
                  <a:pt x="3581" y="4889"/>
                </a:lnTo>
                <a:lnTo>
                  <a:pt x="3619" y="5041"/>
                </a:lnTo>
                <a:lnTo>
                  <a:pt x="3721" y="4864"/>
                </a:lnTo>
                <a:close/>
              </a:path>
              <a:path w="19685" h="15240">
                <a:moveTo>
                  <a:pt x="3848" y="5080"/>
                </a:moveTo>
                <a:lnTo>
                  <a:pt x="3657" y="5080"/>
                </a:lnTo>
                <a:lnTo>
                  <a:pt x="3848" y="5080"/>
                </a:lnTo>
                <a:close/>
              </a:path>
              <a:path w="19685" h="15240">
                <a:moveTo>
                  <a:pt x="4025" y="13296"/>
                </a:moveTo>
                <a:lnTo>
                  <a:pt x="3949" y="13169"/>
                </a:lnTo>
                <a:lnTo>
                  <a:pt x="3848" y="13296"/>
                </a:lnTo>
                <a:lnTo>
                  <a:pt x="4025" y="13296"/>
                </a:lnTo>
                <a:close/>
              </a:path>
              <a:path w="19685" h="15240">
                <a:moveTo>
                  <a:pt x="4229" y="10909"/>
                </a:moveTo>
                <a:lnTo>
                  <a:pt x="4089" y="10909"/>
                </a:lnTo>
                <a:lnTo>
                  <a:pt x="4089" y="11074"/>
                </a:lnTo>
                <a:lnTo>
                  <a:pt x="4229" y="10909"/>
                </a:lnTo>
                <a:close/>
              </a:path>
              <a:path w="19685" h="15240">
                <a:moveTo>
                  <a:pt x="4229" y="7315"/>
                </a:moveTo>
                <a:lnTo>
                  <a:pt x="4178" y="7645"/>
                </a:lnTo>
                <a:lnTo>
                  <a:pt x="4229" y="7315"/>
                </a:lnTo>
                <a:close/>
              </a:path>
              <a:path w="19685" h="15240">
                <a:moveTo>
                  <a:pt x="4356" y="12611"/>
                </a:moveTo>
                <a:lnTo>
                  <a:pt x="4292" y="12839"/>
                </a:lnTo>
                <a:lnTo>
                  <a:pt x="4356" y="12611"/>
                </a:lnTo>
                <a:close/>
              </a:path>
              <a:path w="19685" h="15240">
                <a:moveTo>
                  <a:pt x="4559" y="11506"/>
                </a:moveTo>
                <a:lnTo>
                  <a:pt x="4533" y="11353"/>
                </a:lnTo>
                <a:lnTo>
                  <a:pt x="4406" y="11531"/>
                </a:lnTo>
                <a:lnTo>
                  <a:pt x="4559" y="11506"/>
                </a:lnTo>
                <a:close/>
              </a:path>
              <a:path w="19685" h="15240">
                <a:moveTo>
                  <a:pt x="4686" y="5473"/>
                </a:moveTo>
                <a:lnTo>
                  <a:pt x="4432" y="5448"/>
                </a:lnTo>
                <a:lnTo>
                  <a:pt x="4559" y="5575"/>
                </a:lnTo>
                <a:lnTo>
                  <a:pt x="4686" y="5473"/>
                </a:lnTo>
                <a:close/>
              </a:path>
              <a:path w="19685" h="15240">
                <a:moveTo>
                  <a:pt x="4699" y="4864"/>
                </a:moveTo>
                <a:lnTo>
                  <a:pt x="4572" y="4876"/>
                </a:lnTo>
                <a:lnTo>
                  <a:pt x="4406" y="4711"/>
                </a:lnTo>
                <a:lnTo>
                  <a:pt x="4356" y="4953"/>
                </a:lnTo>
                <a:lnTo>
                  <a:pt x="4406" y="5105"/>
                </a:lnTo>
                <a:lnTo>
                  <a:pt x="4457" y="4978"/>
                </a:lnTo>
                <a:lnTo>
                  <a:pt x="4533" y="5118"/>
                </a:lnTo>
                <a:lnTo>
                  <a:pt x="4432" y="5397"/>
                </a:lnTo>
                <a:lnTo>
                  <a:pt x="4495" y="5219"/>
                </a:lnTo>
                <a:lnTo>
                  <a:pt x="4673" y="5334"/>
                </a:lnTo>
                <a:lnTo>
                  <a:pt x="4673" y="5194"/>
                </a:lnTo>
                <a:lnTo>
                  <a:pt x="4635" y="5016"/>
                </a:lnTo>
                <a:lnTo>
                  <a:pt x="4699" y="4864"/>
                </a:lnTo>
                <a:close/>
              </a:path>
              <a:path w="19685" h="15240">
                <a:moveTo>
                  <a:pt x="4749" y="8267"/>
                </a:moveTo>
                <a:lnTo>
                  <a:pt x="4597" y="8432"/>
                </a:lnTo>
                <a:lnTo>
                  <a:pt x="4749" y="8407"/>
                </a:lnTo>
                <a:lnTo>
                  <a:pt x="4749" y="8267"/>
                </a:lnTo>
                <a:close/>
              </a:path>
              <a:path w="19685" h="15240">
                <a:moveTo>
                  <a:pt x="4851" y="13055"/>
                </a:moveTo>
                <a:lnTo>
                  <a:pt x="4699" y="12941"/>
                </a:lnTo>
                <a:lnTo>
                  <a:pt x="4737" y="13119"/>
                </a:lnTo>
                <a:close/>
              </a:path>
              <a:path w="19685" h="15240">
                <a:moveTo>
                  <a:pt x="4953" y="10541"/>
                </a:moveTo>
                <a:lnTo>
                  <a:pt x="4775" y="10363"/>
                </a:lnTo>
                <a:lnTo>
                  <a:pt x="4749" y="10680"/>
                </a:lnTo>
                <a:lnTo>
                  <a:pt x="4953" y="10541"/>
                </a:lnTo>
                <a:close/>
              </a:path>
              <a:path w="19685" h="15240">
                <a:moveTo>
                  <a:pt x="5080" y="5181"/>
                </a:moveTo>
                <a:lnTo>
                  <a:pt x="4978" y="5041"/>
                </a:lnTo>
                <a:lnTo>
                  <a:pt x="4953" y="5207"/>
                </a:lnTo>
                <a:lnTo>
                  <a:pt x="5080" y="5181"/>
                </a:lnTo>
                <a:close/>
              </a:path>
              <a:path w="19685" h="15240">
                <a:moveTo>
                  <a:pt x="5168" y="25"/>
                </a:moveTo>
                <a:lnTo>
                  <a:pt x="5029" y="88"/>
                </a:lnTo>
                <a:lnTo>
                  <a:pt x="5080" y="266"/>
                </a:lnTo>
                <a:lnTo>
                  <a:pt x="5168" y="25"/>
                </a:lnTo>
                <a:close/>
              </a:path>
              <a:path w="19685" h="15240">
                <a:moveTo>
                  <a:pt x="5346" y="2578"/>
                </a:moveTo>
                <a:lnTo>
                  <a:pt x="5245" y="2070"/>
                </a:lnTo>
                <a:lnTo>
                  <a:pt x="5232" y="2197"/>
                </a:lnTo>
                <a:lnTo>
                  <a:pt x="5245" y="2400"/>
                </a:lnTo>
                <a:lnTo>
                  <a:pt x="5270" y="2628"/>
                </a:lnTo>
                <a:close/>
              </a:path>
              <a:path w="19685" h="15240">
                <a:moveTo>
                  <a:pt x="5397" y="9931"/>
                </a:moveTo>
                <a:lnTo>
                  <a:pt x="5270" y="10096"/>
                </a:lnTo>
                <a:lnTo>
                  <a:pt x="5397" y="9931"/>
                </a:lnTo>
                <a:close/>
              </a:path>
              <a:path w="19685" h="15240">
                <a:moveTo>
                  <a:pt x="5524" y="10731"/>
                </a:moveTo>
                <a:lnTo>
                  <a:pt x="5499" y="10541"/>
                </a:lnTo>
                <a:lnTo>
                  <a:pt x="5448" y="10731"/>
                </a:lnTo>
                <a:close/>
              </a:path>
              <a:path w="19685" h="15240">
                <a:moveTo>
                  <a:pt x="5575" y="9144"/>
                </a:moveTo>
                <a:lnTo>
                  <a:pt x="5537" y="9017"/>
                </a:lnTo>
                <a:lnTo>
                  <a:pt x="5372" y="9220"/>
                </a:lnTo>
                <a:lnTo>
                  <a:pt x="5448" y="9347"/>
                </a:lnTo>
                <a:lnTo>
                  <a:pt x="5575" y="9144"/>
                </a:lnTo>
                <a:close/>
              </a:path>
              <a:path w="19685" h="15240">
                <a:moveTo>
                  <a:pt x="5715" y="3175"/>
                </a:moveTo>
                <a:lnTo>
                  <a:pt x="5689" y="2933"/>
                </a:lnTo>
                <a:lnTo>
                  <a:pt x="5651" y="2755"/>
                </a:lnTo>
                <a:lnTo>
                  <a:pt x="5575" y="2501"/>
                </a:lnTo>
                <a:lnTo>
                  <a:pt x="5524" y="3136"/>
                </a:lnTo>
                <a:lnTo>
                  <a:pt x="5715" y="3175"/>
                </a:lnTo>
                <a:close/>
              </a:path>
              <a:path w="19685" h="15240">
                <a:moveTo>
                  <a:pt x="5727" y="7912"/>
                </a:moveTo>
                <a:lnTo>
                  <a:pt x="5600" y="7759"/>
                </a:lnTo>
                <a:lnTo>
                  <a:pt x="5626" y="7912"/>
                </a:lnTo>
                <a:close/>
              </a:path>
              <a:path w="19685" h="15240">
                <a:moveTo>
                  <a:pt x="5765" y="3251"/>
                </a:moveTo>
                <a:lnTo>
                  <a:pt x="5613" y="3200"/>
                </a:lnTo>
                <a:lnTo>
                  <a:pt x="5740" y="3568"/>
                </a:lnTo>
                <a:lnTo>
                  <a:pt x="5765" y="3251"/>
                </a:lnTo>
                <a:close/>
              </a:path>
              <a:path w="19685" h="15240">
                <a:moveTo>
                  <a:pt x="6121" y="4216"/>
                </a:moveTo>
                <a:lnTo>
                  <a:pt x="6045" y="4356"/>
                </a:lnTo>
                <a:lnTo>
                  <a:pt x="6121" y="4216"/>
                </a:lnTo>
                <a:close/>
              </a:path>
              <a:path w="19685" h="15240">
                <a:moveTo>
                  <a:pt x="8407" y="1447"/>
                </a:moveTo>
                <a:lnTo>
                  <a:pt x="8280" y="1371"/>
                </a:lnTo>
                <a:lnTo>
                  <a:pt x="8407" y="1447"/>
                </a:lnTo>
                <a:close/>
              </a:path>
              <a:path w="19685" h="15240">
                <a:moveTo>
                  <a:pt x="18605" y="10985"/>
                </a:moveTo>
                <a:lnTo>
                  <a:pt x="18567" y="10223"/>
                </a:lnTo>
                <a:lnTo>
                  <a:pt x="18592" y="9652"/>
                </a:lnTo>
                <a:lnTo>
                  <a:pt x="18529" y="10096"/>
                </a:lnTo>
                <a:lnTo>
                  <a:pt x="18567" y="10871"/>
                </a:lnTo>
                <a:lnTo>
                  <a:pt x="18554" y="11480"/>
                </a:lnTo>
                <a:lnTo>
                  <a:pt x="18605" y="10985"/>
                </a:lnTo>
                <a:close/>
              </a:path>
              <a:path w="19685" h="15240">
                <a:moveTo>
                  <a:pt x="19215" y="7429"/>
                </a:moveTo>
                <a:lnTo>
                  <a:pt x="19177" y="7112"/>
                </a:lnTo>
                <a:lnTo>
                  <a:pt x="19177" y="74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bg object 156"/>
          <p:cNvSpPr/>
          <p:nvPr/>
        </p:nvSpPr>
        <p:spPr>
          <a:xfrm>
            <a:off x="2009267" y="1089469"/>
            <a:ext cx="13970" cy="15240"/>
          </a:xfrm>
          <a:custGeom>
            <a:avLst/>
            <a:gdLst/>
            <a:ahLst/>
            <a:cxnLst/>
            <a:rect l="l" t="t" r="r" b="b"/>
            <a:pathLst>
              <a:path w="13969" h="15240">
                <a:moveTo>
                  <a:pt x="6540" y="6438"/>
                </a:moveTo>
                <a:lnTo>
                  <a:pt x="63" y="6438"/>
                </a:lnTo>
                <a:lnTo>
                  <a:pt x="63" y="6591"/>
                </a:lnTo>
                <a:lnTo>
                  <a:pt x="6540" y="6591"/>
                </a:lnTo>
                <a:lnTo>
                  <a:pt x="6540" y="6438"/>
                </a:lnTo>
                <a:close/>
              </a:path>
              <a:path w="13969" h="15240">
                <a:moveTo>
                  <a:pt x="7213" y="7200"/>
                </a:moveTo>
                <a:lnTo>
                  <a:pt x="6985" y="6934"/>
                </a:lnTo>
                <a:lnTo>
                  <a:pt x="6807" y="6718"/>
                </a:lnTo>
                <a:lnTo>
                  <a:pt x="6553" y="6718"/>
                </a:lnTo>
                <a:lnTo>
                  <a:pt x="63" y="6718"/>
                </a:lnTo>
                <a:lnTo>
                  <a:pt x="76" y="7200"/>
                </a:lnTo>
                <a:lnTo>
                  <a:pt x="7213" y="7200"/>
                </a:lnTo>
                <a:close/>
              </a:path>
              <a:path w="13969" h="15240">
                <a:moveTo>
                  <a:pt x="7594" y="8851"/>
                </a:moveTo>
                <a:lnTo>
                  <a:pt x="7531" y="8674"/>
                </a:lnTo>
                <a:lnTo>
                  <a:pt x="7505" y="8801"/>
                </a:lnTo>
                <a:close/>
              </a:path>
              <a:path w="13969" h="15240">
                <a:moveTo>
                  <a:pt x="7632" y="9347"/>
                </a:moveTo>
                <a:lnTo>
                  <a:pt x="7505" y="9347"/>
                </a:lnTo>
                <a:lnTo>
                  <a:pt x="7632" y="9347"/>
                </a:lnTo>
                <a:close/>
              </a:path>
              <a:path w="13969" h="15240">
                <a:moveTo>
                  <a:pt x="7658" y="6705"/>
                </a:moveTo>
                <a:lnTo>
                  <a:pt x="7581" y="6273"/>
                </a:lnTo>
                <a:lnTo>
                  <a:pt x="7378" y="6350"/>
                </a:lnTo>
                <a:lnTo>
                  <a:pt x="7467" y="6680"/>
                </a:lnTo>
                <a:lnTo>
                  <a:pt x="7289" y="6718"/>
                </a:lnTo>
                <a:lnTo>
                  <a:pt x="7429" y="6845"/>
                </a:lnTo>
                <a:lnTo>
                  <a:pt x="7620" y="6845"/>
                </a:lnTo>
                <a:lnTo>
                  <a:pt x="7645" y="7010"/>
                </a:lnTo>
                <a:lnTo>
                  <a:pt x="7658" y="6705"/>
                </a:lnTo>
                <a:close/>
              </a:path>
              <a:path w="13969" h="15240">
                <a:moveTo>
                  <a:pt x="7912" y="2857"/>
                </a:moveTo>
                <a:lnTo>
                  <a:pt x="6515" y="2857"/>
                </a:lnTo>
                <a:lnTo>
                  <a:pt x="6413" y="2501"/>
                </a:lnTo>
                <a:lnTo>
                  <a:pt x="25" y="2501"/>
                </a:lnTo>
                <a:lnTo>
                  <a:pt x="25" y="3213"/>
                </a:lnTo>
                <a:lnTo>
                  <a:pt x="7886" y="3213"/>
                </a:lnTo>
                <a:lnTo>
                  <a:pt x="7912" y="2857"/>
                </a:lnTo>
                <a:close/>
              </a:path>
              <a:path w="13969" h="15240">
                <a:moveTo>
                  <a:pt x="7988" y="8064"/>
                </a:moveTo>
                <a:lnTo>
                  <a:pt x="7924" y="8242"/>
                </a:lnTo>
                <a:lnTo>
                  <a:pt x="7988" y="8064"/>
                </a:lnTo>
                <a:close/>
              </a:path>
              <a:path w="13969" h="15240">
                <a:moveTo>
                  <a:pt x="8051" y="8293"/>
                </a:moveTo>
                <a:lnTo>
                  <a:pt x="8013" y="8572"/>
                </a:lnTo>
                <a:lnTo>
                  <a:pt x="8051" y="8293"/>
                </a:lnTo>
                <a:close/>
              </a:path>
              <a:path w="13969" h="15240">
                <a:moveTo>
                  <a:pt x="8128" y="7226"/>
                </a:moveTo>
                <a:lnTo>
                  <a:pt x="8064" y="7416"/>
                </a:lnTo>
                <a:lnTo>
                  <a:pt x="8128" y="7226"/>
                </a:lnTo>
                <a:close/>
              </a:path>
              <a:path w="13969" h="15240">
                <a:moveTo>
                  <a:pt x="8153" y="6946"/>
                </a:moveTo>
                <a:lnTo>
                  <a:pt x="7950" y="6832"/>
                </a:lnTo>
                <a:lnTo>
                  <a:pt x="7861" y="7086"/>
                </a:lnTo>
                <a:lnTo>
                  <a:pt x="8153" y="6946"/>
                </a:lnTo>
                <a:close/>
              </a:path>
              <a:path w="13969" h="15240">
                <a:moveTo>
                  <a:pt x="8178" y="6083"/>
                </a:moveTo>
                <a:lnTo>
                  <a:pt x="8051" y="6134"/>
                </a:lnTo>
                <a:lnTo>
                  <a:pt x="8178" y="6083"/>
                </a:lnTo>
                <a:close/>
              </a:path>
              <a:path w="13969" h="15240">
                <a:moveTo>
                  <a:pt x="8191" y="2921"/>
                </a:moveTo>
                <a:lnTo>
                  <a:pt x="8064" y="2870"/>
                </a:lnTo>
                <a:lnTo>
                  <a:pt x="8102" y="3035"/>
                </a:lnTo>
                <a:lnTo>
                  <a:pt x="8013" y="3213"/>
                </a:lnTo>
                <a:lnTo>
                  <a:pt x="8166" y="3162"/>
                </a:lnTo>
                <a:lnTo>
                  <a:pt x="8166" y="2997"/>
                </a:lnTo>
                <a:close/>
              </a:path>
              <a:path w="13969" h="15240">
                <a:moveTo>
                  <a:pt x="8216" y="12052"/>
                </a:moveTo>
                <a:lnTo>
                  <a:pt x="8064" y="11938"/>
                </a:lnTo>
                <a:lnTo>
                  <a:pt x="8166" y="12192"/>
                </a:lnTo>
                <a:lnTo>
                  <a:pt x="8216" y="12052"/>
                </a:lnTo>
                <a:close/>
              </a:path>
              <a:path w="13969" h="15240">
                <a:moveTo>
                  <a:pt x="8293" y="5803"/>
                </a:moveTo>
                <a:lnTo>
                  <a:pt x="7874" y="4241"/>
                </a:lnTo>
                <a:lnTo>
                  <a:pt x="8064" y="3898"/>
                </a:lnTo>
                <a:lnTo>
                  <a:pt x="8026" y="3517"/>
                </a:lnTo>
                <a:lnTo>
                  <a:pt x="7797" y="3517"/>
                </a:lnTo>
                <a:lnTo>
                  <a:pt x="7797" y="5803"/>
                </a:lnTo>
                <a:lnTo>
                  <a:pt x="7759" y="5930"/>
                </a:lnTo>
                <a:lnTo>
                  <a:pt x="7721" y="5803"/>
                </a:lnTo>
                <a:lnTo>
                  <a:pt x="7797" y="3517"/>
                </a:lnTo>
                <a:lnTo>
                  <a:pt x="6807" y="3517"/>
                </a:lnTo>
                <a:lnTo>
                  <a:pt x="6807" y="4241"/>
                </a:lnTo>
                <a:lnTo>
                  <a:pt x="6731" y="5041"/>
                </a:lnTo>
                <a:lnTo>
                  <a:pt x="6248" y="4241"/>
                </a:lnTo>
                <a:lnTo>
                  <a:pt x="6807" y="4241"/>
                </a:lnTo>
                <a:lnTo>
                  <a:pt x="6807" y="3517"/>
                </a:lnTo>
                <a:lnTo>
                  <a:pt x="38" y="3517"/>
                </a:lnTo>
                <a:lnTo>
                  <a:pt x="63" y="6045"/>
                </a:lnTo>
                <a:lnTo>
                  <a:pt x="6134" y="6045"/>
                </a:lnTo>
                <a:lnTo>
                  <a:pt x="6057" y="5803"/>
                </a:lnTo>
                <a:lnTo>
                  <a:pt x="6477" y="5803"/>
                </a:lnTo>
                <a:lnTo>
                  <a:pt x="6680" y="5803"/>
                </a:lnTo>
                <a:lnTo>
                  <a:pt x="7226" y="5803"/>
                </a:lnTo>
                <a:lnTo>
                  <a:pt x="7353" y="5803"/>
                </a:lnTo>
                <a:lnTo>
                  <a:pt x="7543" y="5803"/>
                </a:lnTo>
                <a:lnTo>
                  <a:pt x="7658" y="6096"/>
                </a:lnTo>
                <a:lnTo>
                  <a:pt x="7683" y="6337"/>
                </a:lnTo>
                <a:lnTo>
                  <a:pt x="7810" y="6083"/>
                </a:lnTo>
                <a:lnTo>
                  <a:pt x="7848" y="5803"/>
                </a:lnTo>
                <a:lnTo>
                  <a:pt x="8293" y="5803"/>
                </a:lnTo>
                <a:close/>
              </a:path>
              <a:path w="13969" h="15240">
                <a:moveTo>
                  <a:pt x="8293" y="3289"/>
                </a:moveTo>
                <a:lnTo>
                  <a:pt x="8229" y="3441"/>
                </a:lnTo>
                <a:lnTo>
                  <a:pt x="8293" y="3289"/>
                </a:lnTo>
                <a:close/>
              </a:path>
              <a:path w="13969" h="15240">
                <a:moveTo>
                  <a:pt x="8293" y="1104"/>
                </a:moveTo>
                <a:lnTo>
                  <a:pt x="8102" y="1104"/>
                </a:lnTo>
                <a:lnTo>
                  <a:pt x="8293" y="1143"/>
                </a:lnTo>
                <a:close/>
              </a:path>
              <a:path w="13969" h="15240">
                <a:moveTo>
                  <a:pt x="8318" y="1460"/>
                </a:moveTo>
                <a:lnTo>
                  <a:pt x="8191" y="1397"/>
                </a:lnTo>
                <a:lnTo>
                  <a:pt x="8166" y="1638"/>
                </a:lnTo>
                <a:lnTo>
                  <a:pt x="8318" y="1460"/>
                </a:lnTo>
                <a:close/>
              </a:path>
              <a:path w="13969" h="15240">
                <a:moveTo>
                  <a:pt x="8356" y="3670"/>
                </a:moveTo>
                <a:lnTo>
                  <a:pt x="8204" y="3746"/>
                </a:lnTo>
                <a:lnTo>
                  <a:pt x="8229" y="3898"/>
                </a:lnTo>
                <a:lnTo>
                  <a:pt x="8356" y="3670"/>
                </a:lnTo>
                <a:close/>
              </a:path>
              <a:path w="13969" h="15240">
                <a:moveTo>
                  <a:pt x="8369" y="7416"/>
                </a:moveTo>
                <a:lnTo>
                  <a:pt x="8318" y="7264"/>
                </a:lnTo>
                <a:lnTo>
                  <a:pt x="8293" y="7416"/>
                </a:lnTo>
                <a:close/>
              </a:path>
              <a:path w="13969" h="15240">
                <a:moveTo>
                  <a:pt x="8394" y="2184"/>
                </a:moveTo>
                <a:lnTo>
                  <a:pt x="8369" y="2032"/>
                </a:lnTo>
                <a:lnTo>
                  <a:pt x="8318" y="1841"/>
                </a:lnTo>
                <a:lnTo>
                  <a:pt x="8140" y="1892"/>
                </a:lnTo>
                <a:lnTo>
                  <a:pt x="8140" y="1663"/>
                </a:lnTo>
                <a:lnTo>
                  <a:pt x="8013" y="1282"/>
                </a:lnTo>
                <a:lnTo>
                  <a:pt x="7988" y="1079"/>
                </a:lnTo>
                <a:lnTo>
                  <a:pt x="7962" y="901"/>
                </a:lnTo>
                <a:lnTo>
                  <a:pt x="8102" y="800"/>
                </a:lnTo>
                <a:lnTo>
                  <a:pt x="8102" y="673"/>
                </a:lnTo>
                <a:lnTo>
                  <a:pt x="7950" y="685"/>
                </a:lnTo>
                <a:lnTo>
                  <a:pt x="0" y="635"/>
                </a:lnTo>
                <a:lnTo>
                  <a:pt x="12" y="1727"/>
                </a:lnTo>
                <a:lnTo>
                  <a:pt x="8039" y="1727"/>
                </a:lnTo>
                <a:lnTo>
                  <a:pt x="8064" y="1866"/>
                </a:lnTo>
                <a:lnTo>
                  <a:pt x="8115" y="2070"/>
                </a:lnTo>
                <a:lnTo>
                  <a:pt x="8039" y="2311"/>
                </a:lnTo>
                <a:lnTo>
                  <a:pt x="8166" y="2552"/>
                </a:lnTo>
                <a:lnTo>
                  <a:pt x="8216" y="2336"/>
                </a:lnTo>
                <a:lnTo>
                  <a:pt x="8369" y="2311"/>
                </a:lnTo>
                <a:lnTo>
                  <a:pt x="8394" y="2184"/>
                </a:lnTo>
                <a:close/>
              </a:path>
              <a:path w="13969" h="15240">
                <a:moveTo>
                  <a:pt x="8585" y="2959"/>
                </a:moveTo>
                <a:lnTo>
                  <a:pt x="8547" y="2781"/>
                </a:lnTo>
                <a:lnTo>
                  <a:pt x="8509" y="2921"/>
                </a:lnTo>
                <a:close/>
              </a:path>
              <a:path w="13969" h="15240">
                <a:moveTo>
                  <a:pt x="8636" y="3225"/>
                </a:moveTo>
                <a:lnTo>
                  <a:pt x="8509" y="3302"/>
                </a:lnTo>
                <a:lnTo>
                  <a:pt x="8636" y="3225"/>
                </a:lnTo>
                <a:close/>
              </a:path>
              <a:path w="13969" h="15240">
                <a:moveTo>
                  <a:pt x="8661" y="9232"/>
                </a:moveTo>
                <a:lnTo>
                  <a:pt x="8610" y="9017"/>
                </a:lnTo>
                <a:lnTo>
                  <a:pt x="8547" y="9169"/>
                </a:lnTo>
                <a:close/>
              </a:path>
              <a:path w="13969" h="15240">
                <a:moveTo>
                  <a:pt x="8712" y="8877"/>
                </a:moveTo>
                <a:lnTo>
                  <a:pt x="8534" y="8801"/>
                </a:lnTo>
                <a:lnTo>
                  <a:pt x="8572" y="8991"/>
                </a:lnTo>
                <a:lnTo>
                  <a:pt x="8712" y="8877"/>
                </a:lnTo>
                <a:close/>
              </a:path>
              <a:path w="13969" h="15240">
                <a:moveTo>
                  <a:pt x="8737" y="9677"/>
                </a:moveTo>
                <a:lnTo>
                  <a:pt x="8686" y="9258"/>
                </a:lnTo>
                <a:lnTo>
                  <a:pt x="8483" y="9334"/>
                </a:lnTo>
                <a:lnTo>
                  <a:pt x="8636" y="9436"/>
                </a:lnTo>
                <a:lnTo>
                  <a:pt x="8737" y="9677"/>
                </a:lnTo>
                <a:close/>
              </a:path>
              <a:path w="13969" h="15240">
                <a:moveTo>
                  <a:pt x="8890" y="5816"/>
                </a:moveTo>
                <a:lnTo>
                  <a:pt x="8851" y="5638"/>
                </a:lnTo>
                <a:lnTo>
                  <a:pt x="8750" y="5842"/>
                </a:lnTo>
                <a:lnTo>
                  <a:pt x="8890" y="5816"/>
                </a:lnTo>
                <a:close/>
              </a:path>
              <a:path w="13969" h="15240">
                <a:moveTo>
                  <a:pt x="9067" y="12014"/>
                </a:moveTo>
                <a:lnTo>
                  <a:pt x="8915" y="11785"/>
                </a:lnTo>
                <a:lnTo>
                  <a:pt x="8966" y="12268"/>
                </a:lnTo>
                <a:lnTo>
                  <a:pt x="9067" y="12014"/>
                </a:lnTo>
                <a:close/>
              </a:path>
              <a:path w="13969" h="15240">
                <a:moveTo>
                  <a:pt x="9093" y="7353"/>
                </a:moveTo>
                <a:lnTo>
                  <a:pt x="9067" y="7505"/>
                </a:lnTo>
                <a:lnTo>
                  <a:pt x="9093" y="7353"/>
                </a:lnTo>
                <a:close/>
              </a:path>
              <a:path w="13969" h="15240">
                <a:moveTo>
                  <a:pt x="9169" y="2451"/>
                </a:moveTo>
                <a:lnTo>
                  <a:pt x="9029" y="2705"/>
                </a:lnTo>
                <a:lnTo>
                  <a:pt x="9093" y="2527"/>
                </a:lnTo>
                <a:close/>
              </a:path>
              <a:path w="13969" h="15240">
                <a:moveTo>
                  <a:pt x="9194" y="7416"/>
                </a:moveTo>
                <a:close/>
              </a:path>
              <a:path w="13969" h="15240">
                <a:moveTo>
                  <a:pt x="9258" y="5054"/>
                </a:moveTo>
                <a:lnTo>
                  <a:pt x="9067" y="5054"/>
                </a:lnTo>
                <a:lnTo>
                  <a:pt x="9258" y="5054"/>
                </a:lnTo>
                <a:close/>
              </a:path>
              <a:path w="13969" h="15240">
                <a:moveTo>
                  <a:pt x="9436" y="8826"/>
                </a:moveTo>
                <a:lnTo>
                  <a:pt x="9258" y="8826"/>
                </a:lnTo>
                <a:lnTo>
                  <a:pt x="9436" y="8826"/>
                </a:lnTo>
                <a:close/>
              </a:path>
              <a:path w="13969" h="15240">
                <a:moveTo>
                  <a:pt x="9639" y="11201"/>
                </a:moveTo>
                <a:lnTo>
                  <a:pt x="9601" y="11036"/>
                </a:lnTo>
                <a:lnTo>
                  <a:pt x="9499" y="11201"/>
                </a:lnTo>
                <a:lnTo>
                  <a:pt x="9639" y="11201"/>
                </a:lnTo>
                <a:close/>
              </a:path>
              <a:path w="13969" h="15240">
                <a:moveTo>
                  <a:pt x="9766" y="9512"/>
                </a:moveTo>
                <a:lnTo>
                  <a:pt x="9702" y="9283"/>
                </a:lnTo>
                <a:lnTo>
                  <a:pt x="9702" y="9512"/>
                </a:lnTo>
                <a:close/>
              </a:path>
              <a:path w="13969" h="15240">
                <a:moveTo>
                  <a:pt x="9969" y="10642"/>
                </a:moveTo>
                <a:lnTo>
                  <a:pt x="9842" y="10604"/>
                </a:lnTo>
                <a:lnTo>
                  <a:pt x="9944" y="10769"/>
                </a:lnTo>
                <a:lnTo>
                  <a:pt x="9969" y="10642"/>
                </a:lnTo>
                <a:close/>
              </a:path>
              <a:path w="13969" h="15240">
                <a:moveTo>
                  <a:pt x="10096" y="5473"/>
                </a:moveTo>
                <a:lnTo>
                  <a:pt x="9842" y="5461"/>
                </a:lnTo>
                <a:lnTo>
                  <a:pt x="9969" y="5575"/>
                </a:lnTo>
                <a:lnTo>
                  <a:pt x="10096" y="5473"/>
                </a:lnTo>
                <a:close/>
              </a:path>
              <a:path w="13969" h="15240">
                <a:moveTo>
                  <a:pt x="10109" y="4851"/>
                </a:moveTo>
                <a:lnTo>
                  <a:pt x="9982" y="4876"/>
                </a:lnTo>
                <a:lnTo>
                  <a:pt x="9817" y="4711"/>
                </a:lnTo>
                <a:lnTo>
                  <a:pt x="9766" y="4965"/>
                </a:lnTo>
                <a:lnTo>
                  <a:pt x="9817" y="5105"/>
                </a:lnTo>
                <a:lnTo>
                  <a:pt x="9944" y="5118"/>
                </a:lnTo>
                <a:lnTo>
                  <a:pt x="9842" y="5245"/>
                </a:lnTo>
                <a:lnTo>
                  <a:pt x="9842" y="5397"/>
                </a:lnTo>
                <a:lnTo>
                  <a:pt x="9906" y="5219"/>
                </a:lnTo>
                <a:lnTo>
                  <a:pt x="10083" y="5334"/>
                </a:lnTo>
                <a:lnTo>
                  <a:pt x="10083" y="5194"/>
                </a:lnTo>
                <a:lnTo>
                  <a:pt x="10045" y="5029"/>
                </a:lnTo>
                <a:lnTo>
                  <a:pt x="10109" y="4851"/>
                </a:lnTo>
                <a:close/>
              </a:path>
              <a:path w="13969" h="15240">
                <a:moveTo>
                  <a:pt x="10160" y="13703"/>
                </a:moveTo>
                <a:lnTo>
                  <a:pt x="10007" y="13677"/>
                </a:lnTo>
                <a:lnTo>
                  <a:pt x="10160" y="13843"/>
                </a:lnTo>
                <a:lnTo>
                  <a:pt x="10160" y="13703"/>
                </a:lnTo>
                <a:close/>
              </a:path>
              <a:path w="13969" h="15240">
                <a:moveTo>
                  <a:pt x="10261" y="9055"/>
                </a:moveTo>
                <a:lnTo>
                  <a:pt x="10109" y="9169"/>
                </a:lnTo>
                <a:lnTo>
                  <a:pt x="10261" y="9055"/>
                </a:lnTo>
                <a:close/>
              </a:path>
              <a:path w="13969" h="15240">
                <a:moveTo>
                  <a:pt x="10363" y="11582"/>
                </a:moveTo>
                <a:lnTo>
                  <a:pt x="10160" y="11442"/>
                </a:lnTo>
                <a:lnTo>
                  <a:pt x="10185" y="11760"/>
                </a:lnTo>
                <a:lnTo>
                  <a:pt x="10363" y="11582"/>
                </a:lnTo>
                <a:close/>
              </a:path>
              <a:path w="13969" h="15240">
                <a:moveTo>
                  <a:pt x="10490" y="5156"/>
                </a:moveTo>
                <a:lnTo>
                  <a:pt x="10388" y="5029"/>
                </a:lnTo>
                <a:lnTo>
                  <a:pt x="10363" y="5194"/>
                </a:lnTo>
                <a:lnTo>
                  <a:pt x="10490" y="5156"/>
                </a:lnTo>
                <a:close/>
              </a:path>
              <a:path w="13969" h="15240">
                <a:moveTo>
                  <a:pt x="10579" y="12"/>
                </a:moveTo>
                <a:lnTo>
                  <a:pt x="10439" y="76"/>
                </a:lnTo>
                <a:lnTo>
                  <a:pt x="10490" y="254"/>
                </a:lnTo>
                <a:lnTo>
                  <a:pt x="10579" y="12"/>
                </a:lnTo>
                <a:close/>
              </a:path>
              <a:path w="13969" h="15240">
                <a:moveTo>
                  <a:pt x="10744" y="14554"/>
                </a:moveTo>
                <a:lnTo>
                  <a:pt x="10642" y="14351"/>
                </a:lnTo>
                <a:lnTo>
                  <a:pt x="10718" y="14655"/>
                </a:lnTo>
                <a:close/>
              </a:path>
              <a:path w="13969" h="15240">
                <a:moveTo>
                  <a:pt x="10756" y="2565"/>
                </a:moveTo>
                <a:lnTo>
                  <a:pt x="10655" y="2057"/>
                </a:lnTo>
                <a:lnTo>
                  <a:pt x="10642" y="2197"/>
                </a:lnTo>
                <a:lnTo>
                  <a:pt x="10655" y="2400"/>
                </a:lnTo>
                <a:lnTo>
                  <a:pt x="10680" y="2616"/>
                </a:lnTo>
                <a:close/>
              </a:path>
              <a:path w="13969" h="15240">
                <a:moveTo>
                  <a:pt x="10807" y="12192"/>
                </a:moveTo>
                <a:lnTo>
                  <a:pt x="10782" y="12014"/>
                </a:lnTo>
                <a:lnTo>
                  <a:pt x="10807" y="12192"/>
                </a:lnTo>
                <a:close/>
              </a:path>
              <a:path w="13969" h="15240">
                <a:moveTo>
                  <a:pt x="10934" y="11391"/>
                </a:moveTo>
                <a:lnTo>
                  <a:pt x="10833" y="11531"/>
                </a:lnTo>
                <a:lnTo>
                  <a:pt x="10934" y="11391"/>
                </a:lnTo>
                <a:close/>
              </a:path>
              <a:path w="13969" h="15240">
                <a:moveTo>
                  <a:pt x="10985" y="12979"/>
                </a:moveTo>
                <a:lnTo>
                  <a:pt x="10858" y="12776"/>
                </a:lnTo>
                <a:lnTo>
                  <a:pt x="10782" y="12903"/>
                </a:lnTo>
                <a:lnTo>
                  <a:pt x="10947" y="13093"/>
                </a:lnTo>
                <a:close/>
              </a:path>
              <a:path w="13969" h="15240">
                <a:moveTo>
                  <a:pt x="11125" y="3162"/>
                </a:moveTo>
                <a:lnTo>
                  <a:pt x="11099" y="2933"/>
                </a:lnTo>
                <a:lnTo>
                  <a:pt x="11061" y="2743"/>
                </a:lnTo>
                <a:lnTo>
                  <a:pt x="10985" y="2489"/>
                </a:lnTo>
                <a:lnTo>
                  <a:pt x="10934" y="3124"/>
                </a:lnTo>
                <a:lnTo>
                  <a:pt x="11125" y="3162"/>
                </a:lnTo>
                <a:close/>
              </a:path>
              <a:path w="13969" h="15240">
                <a:moveTo>
                  <a:pt x="11137" y="14198"/>
                </a:moveTo>
                <a:lnTo>
                  <a:pt x="11010" y="14351"/>
                </a:lnTo>
                <a:lnTo>
                  <a:pt x="11137" y="14198"/>
                </a:lnTo>
                <a:close/>
              </a:path>
              <a:path w="13969" h="15240">
                <a:moveTo>
                  <a:pt x="11176" y="3238"/>
                </a:moveTo>
                <a:lnTo>
                  <a:pt x="11023" y="3187"/>
                </a:lnTo>
                <a:lnTo>
                  <a:pt x="11150" y="3568"/>
                </a:lnTo>
                <a:lnTo>
                  <a:pt x="11176" y="3238"/>
                </a:lnTo>
                <a:close/>
              </a:path>
              <a:path w="13969" h="15240">
                <a:moveTo>
                  <a:pt x="11531" y="4191"/>
                </a:moveTo>
                <a:lnTo>
                  <a:pt x="11455" y="4343"/>
                </a:lnTo>
                <a:lnTo>
                  <a:pt x="11531" y="4191"/>
                </a:lnTo>
                <a:close/>
              </a:path>
              <a:path w="13969" h="15240">
                <a:moveTo>
                  <a:pt x="13817" y="1460"/>
                </a:moveTo>
                <a:lnTo>
                  <a:pt x="13690" y="1358"/>
                </a:lnTo>
                <a:lnTo>
                  <a:pt x="13817" y="14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bg object 157"/>
          <p:cNvSpPr/>
          <p:nvPr/>
        </p:nvSpPr>
        <p:spPr>
          <a:xfrm>
            <a:off x="2009254" y="1065072"/>
            <a:ext cx="24130" cy="46355"/>
          </a:xfrm>
          <a:custGeom>
            <a:avLst/>
            <a:gdLst/>
            <a:ahLst/>
            <a:cxnLst/>
            <a:rect l="l" t="t" r="r" b="b"/>
            <a:pathLst>
              <a:path w="24130" h="46355">
                <a:moveTo>
                  <a:pt x="7505" y="32258"/>
                </a:moveTo>
                <a:lnTo>
                  <a:pt x="7493" y="32054"/>
                </a:lnTo>
                <a:lnTo>
                  <a:pt x="7493" y="31800"/>
                </a:lnTo>
                <a:lnTo>
                  <a:pt x="12" y="31800"/>
                </a:lnTo>
                <a:lnTo>
                  <a:pt x="12" y="32550"/>
                </a:lnTo>
                <a:lnTo>
                  <a:pt x="6553" y="32550"/>
                </a:lnTo>
                <a:lnTo>
                  <a:pt x="6527" y="32258"/>
                </a:lnTo>
                <a:lnTo>
                  <a:pt x="6578" y="32550"/>
                </a:lnTo>
                <a:lnTo>
                  <a:pt x="6705" y="32550"/>
                </a:lnTo>
                <a:lnTo>
                  <a:pt x="6946" y="32258"/>
                </a:lnTo>
                <a:lnTo>
                  <a:pt x="7505" y="32258"/>
                </a:lnTo>
                <a:close/>
              </a:path>
              <a:path w="24130" h="46355">
                <a:moveTo>
                  <a:pt x="7670" y="32486"/>
                </a:moveTo>
                <a:lnTo>
                  <a:pt x="7658" y="32156"/>
                </a:lnTo>
                <a:lnTo>
                  <a:pt x="7632" y="32359"/>
                </a:lnTo>
                <a:lnTo>
                  <a:pt x="7442" y="32359"/>
                </a:lnTo>
                <a:lnTo>
                  <a:pt x="7302" y="32448"/>
                </a:lnTo>
                <a:lnTo>
                  <a:pt x="7391" y="32600"/>
                </a:lnTo>
                <a:lnTo>
                  <a:pt x="7391" y="32816"/>
                </a:lnTo>
                <a:lnTo>
                  <a:pt x="7607" y="32905"/>
                </a:lnTo>
                <a:lnTo>
                  <a:pt x="7632" y="32397"/>
                </a:lnTo>
                <a:close/>
              </a:path>
              <a:path w="24130" h="46355">
                <a:moveTo>
                  <a:pt x="7861" y="33147"/>
                </a:moveTo>
                <a:lnTo>
                  <a:pt x="7696" y="32842"/>
                </a:lnTo>
                <a:lnTo>
                  <a:pt x="7670" y="33020"/>
                </a:lnTo>
                <a:lnTo>
                  <a:pt x="7747" y="33197"/>
                </a:lnTo>
                <a:lnTo>
                  <a:pt x="7670" y="33070"/>
                </a:lnTo>
                <a:lnTo>
                  <a:pt x="7543" y="33426"/>
                </a:lnTo>
                <a:lnTo>
                  <a:pt x="7747" y="33426"/>
                </a:lnTo>
                <a:lnTo>
                  <a:pt x="7721" y="33223"/>
                </a:lnTo>
                <a:lnTo>
                  <a:pt x="7861" y="33502"/>
                </a:lnTo>
                <a:lnTo>
                  <a:pt x="7861" y="33147"/>
                </a:lnTo>
                <a:close/>
              </a:path>
              <a:path w="24130" h="46355">
                <a:moveTo>
                  <a:pt x="8115" y="39814"/>
                </a:moveTo>
                <a:lnTo>
                  <a:pt x="7937" y="39839"/>
                </a:lnTo>
                <a:lnTo>
                  <a:pt x="0" y="39789"/>
                </a:lnTo>
                <a:lnTo>
                  <a:pt x="25" y="41338"/>
                </a:lnTo>
                <a:lnTo>
                  <a:pt x="101" y="45897"/>
                </a:lnTo>
                <a:lnTo>
                  <a:pt x="4330" y="43332"/>
                </a:lnTo>
                <a:lnTo>
                  <a:pt x="6502" y="41910"/>
                </a:lnTo>
                <a:lnTo>
                  <a:pt x="6934" y="41643"/>
                </a:lnTo>
                <a:lnTo>
                  <a:pt x="7772" y="41071"/>
                </a:lnTo>
                <a:lnTo>
                  <a:pt x="7810" y="40906"/>
                </a:lnTo>
                <a:lnTo>
                  <a:pt x="8026" y="40906"/>
                </a:lnTo>
                <a:lnTo>
                  <a:pt x="7975" y="40436"/>
                </a:lnTo>
                <a:lnTo>
                  <a:pt x="7962" y="40220"/>
                </a:lnTo>
                <a:lnTo>
                  <a:pt x="7937" y="40068"/>
                </a:lnTo>
                <a:lnTo>
                  <a:pt x="8115" y="39941"/>
                </a:lnTo>
                <a:lnTo>
                  <a:pt x="8115" y="39814"/>
                </a:lnTo>
                <a:close/>
              </a:path>
              <a:path w="24130" h="46355">
                <a:moveTo>
                  <a:pt x="8115" y="38379"/>
                </a:moveTo>
                <a:lnTo>
                  <a:pt x="7937" y="38239"/>
                </a:lnTo>
                <a:lnTo>
                  <a:pt x="7937" y="38493"/>
                </a:lnTo>
                <a:lnTo>
                  <a:pt x="8115" y="38531"/>
                </a:lnTo>
                <a:lnTo>
                  <a:pt x="8115" y="38379"/>
                </a:lnTo>
                <a:close/>
              </a:path>
              <a:path w="24130" h="46355">
                <a:moveTo>
                  <a:pt x="8140" y="40817"/>
                </a:moveTo>
                <a:close/>
              </a:path>
              <a:path w="24130" h="46355">
                <a:moveTo>
                  <a:pt x="8140" y="31864"/>
                </a:moveTo>
                <a:lnTo>
                  <a:pt x="8051" y="32042"/>
                </a:lnTo>
                <a:lnTo>
                  <a:pt x="8140" y="31864"/>
                </a:lnTo>
                <a:close/>
              </a:path>
              <a:path w="24130" h="46355">
                <a:moveTo>
                  <a:pt x="8166" y="32194"/>
                </a:moveTo>
                <a:lnTo>
                  <a:pt x="7912" y="31978"/>
                </a:lnTo>
                <a:lnTo>
                  <a:pt x="7962" y="32346"/>
                </a:lnTo>
                <a:lnTo>
                  <a:pt x="8166" y="32194"/>
                </a:lnTo>
                <a:close/>
              </a:path>
              <a:path w="24130" h="46355">
                <a:moveTo>
                  <a:pt x="8178" y="33820"/>
                </a:moveTo>
                <a:lnTo>
                  <a:pt x="7239" y="35001"/>
                </a:lnTo>
                <a:lnTo>
                  <a:pt x="7340" y="33134"/>
                </a:lnTo>
                <a:lnTo>
                  <a:pt x="7251" y="33451"/>
                </a:lnTo>
                <a:lnTo>
                  <a:pt x="6858" y="35001"/>
                </a:lnTo>
                <a:lnTo>
                  <a:pt x="7175" y="33667"/>
                </a:lnTo>
                <a:lnTo>
                  <a:pt x="7226" y="33489"/>
                </a:lnTo>
                <a:lnTo>
                  <a:pt x="7302" y="33134"/>
                </a:lnTo>
                <a:lnTo>
                  <a:pt x="6197" y="33134"/>
                </a:lnTo>
                <a:lnTo>
                  <a:pt x="6197" y="35001"/>
                </a:lnTo>
                <a:lnTo>
                  <a:pt x="5715" y="35001"/>
                </a:lnTo>
                <a:lnTo>
                  <a:pt x="5461" y="33782"/>
                </a:lnTo>
                <a:lnTo>
                  <a:pt x="5537" y="33655"/>
                </a:lnTo>
                <a:lnTo>
                  <a:pt x="5346" y="33134"/>
                </a:lnTo>
                <a:lnTo>
                  <a:pt x="6057" y="33134"/>
                </a:lnTo>
                <a:lnTo>
                  <a:pt x="6057" y="32981"/>
                </a:lnTo>
                <a:lnTo>
                  <a:pt x="12" y="32981"/>
                </a:lnTo>
                <a:lnTo>
                  <a:pt x="12" y="39090"/>
                </a:lnTo>
                <a:lnTo>
                  <a:pt x="7950" y="39090"/>
                </a:lnTo>
                <a:lnTo>
                  <a:pt x="7924" y="38100"/>
                </a:lnTo>
                <a:lnTo>
                  <a:pt x="7937" y="37909"/>
                </a:lnTo>
                <a:lnTo>
                  <a:pt x="7924" y="37350"/>
                </a:lnTo>
                <a:lnTo>
                  <a:pt x="7912" y="36334"/>
                </a:lnTo>
                <a:lnTo>
                  <a:pt x="7797" y="37350"/>
                </a:lnTo>
                <a:lnTo>
                  <a:pt x="7734" y="37007"/>
                </a:lnTo>
                <a:lnTo>
                  <a:pt x="6337" y="37007"/>
                </a:lnTo>
                <a:lnTo>
                  <a:pt x="6553" y="36334"/>
                </a:lnTo>
                <a:lnTo>
                  <a:pt x="7912" y="36334"/>
                </a:lnTo>
                <a:lnTo>
                  <a:pt x="7912" y="36029"/>
                </a:lnTo>
                <a:lnTo>
                  <a:pt x="7708" y="36029"/>
                </a:lnTo>
                <a:lnTo>
                  <a:pt x="7912" y="35788"/>
                </a:lnTo>
                <a:lnTo>
                  <a:pt x="7874" y="35001"/>
                </a:lnTo>
                <a:lnTo>
                  <a:pt x="8039" y="35001"/>
                </a:lnTo>
                <a:lnTo>
                  <a:pt x="8178" y="33820"/>
                </a:lnTo>
                <a:close/>
              </a:path>
              <a:path w="24130" h="46355">
                <a:moveTo>
                  <a:pt x="8191" y="33096"/>
                </a:moveTo>
                <a:lnTo>
                  <a:pt x="8089" y="32918"/>
                </a:lnTo>
                <a:lnTo>
                  <a:pt x="8115" y="33147"/>
                </a:lnTo>
                <a:close/>
              </a:path>
              <a:path w="24130" h="46355">
                <a:moveTo>
                  <a:pt x="8204" y="36245"/>
                </a:moveTo>
                <a:lnTo>
                  <a:pt x="8178" y="36004"/>
                </a:lnTo>
                <a:lnTo>
                  <a:pt x="8026" y="35953"/>
                </a:lnTo>
                <a:lnTo>
                  <a:pt x="8115" y="36131"/>
                </a:lnTo>
                <a:lnTo>
                  <a:pt x="8077" y="36309"/>
                </a:lnTo>
                <a:lnTo>
                  <a:pt x="8204" y="36245"/>
                </a:lnTo>
                <a:close/>
              </a:path>
              <a:path w="24130" h="46355">
                <a:moveTo>
                  <a:pt x="8305" y="40246"/>
                </a:moveTo>
                <a:lnTo>
                  <a:pt x="8115" y="40246"/>
                </a:lnTo>
                <a:lnTo>
                  <a:pt x="8305" y="40297"/>
                </a:lnTo>
                <a:close/>
              </a:path>
              <a:path w="24130" h="46355">
                <a:moveTo>
                  <a:pt x="8305" y="35902"/>
                </a:moveTo>
                <a:lnTo>
                  <a:pt x="8242" y="35763"/>
                </a:lnTo>
                <a:lnTo>
                  <a:pt x="8267" y="35953"/>
                </a:lnTo>
                <a:close/>
              </a:path>
              <a:path w="24130" h="46355">
                <a:moveTo>
                  <a:pt x="8331" y="40589"/>
                </a:moveTo>
                <a:lnTo>
                  <a:pt x="8204" y="40551"/>
                </a:lnTo>
                <a:lnTo>
                  <a:pt x="8178" y="40792"/>
                </a:lnTo>
                <a:lnTo>
                  <a:pt x="8331" y="40589"/>
                </a:lnTo>
                <a:close/>
              </a:path>
              <a:path w="24130" h="46355">
                <a:moveTo>
                  <a:pt x="8331" y="37731"/>
                </a:moveTo>
                <a:lnTo>
                  <a:pt x="8178" y="37528"/>
                </a:lnTo>
                <a:lnTo>
                  <a:pt x="8140" y="37820"/>
                </a:lnTo>
                <a:lnTo>
                  <a:pt x="8305" y="37820"/>
                </a:lnTo>
                <a:close/>
              </a:path>
              <a:path w="24130" h="46355">
                <a:moveTo>
                  <a:pt x="8356" y="37871"/>
                </a:moveTo>
                <a:lnTo>
                  <a:pt x="8305" y="38023"/>
                </a:lnTo>
                <a:lnTo>
                  <a:pt x="8140" y="38023"/>
                </a:lnTo>
                <a:lnTo>
                  <a:pt x="8305" y="38074"/>
                </a:lnTo>
                <a:lnTo>
                  <a:pt x="8356" y="37871"/>
                </a:lnTo>
                <a:close/>
              </a:path>
              <a:path w="24130" h="46355">
                <a:moveTo>
                  <a:pt x="8369" y="35509"/>
                </a:moveTo>
                <a:lnTo>
                  <a:pt x="8242" y="35293"/>
                </a:lnTo>
                <a:lnTo>
                  <a:pt x="8216" y="35433"/>
                </a:lnTo>
                <a:lnTo>
                  <a:pt x="8369" y="35509"/>
                </a:lnTo>
                <a:close/>
              </a:path>
              <a:path w="24130" h="46355">
                <a:moveTo>
                  <a:pt x="8382" y="31750"/>
                </a:moveTo>
                <a:lnTo>
                  <a:pt x="8331" y="31902"/>
                </a:lnTo>
                <a:lnTo>
                  <a:pt x="8382" y="31750"/>
                </a:lnTo>
                <a:close/>
              </a:path>
              <a:path w="24130" h="46355">
                <a:moveTo>
                  <a:pt x="8394" y="39090"/>
                </a:moveTo>
                <a:lnTo>
                  <a:pt x="8331" y="38735"/>
                </a:lnTo>
                <a:lnTo>
                  <a:pt x="8102" y="38735"/>
                </a:lnTo>
                <a:lnTo>
                  <a:pt x="8102" y="39090"/>
                </a:lnTo>
                <a:lnTo>
                  <a:pt x="8394" y="39090"/>
                </a:lnTo>
                <a:close/>
              </a:path>
              <a:path w="24130" h="46355">
                <a:moveTo>
                  <a:pt x="8407" y="36969"/>
                </a:moveTo>
                <a:lnTo>
                  <a:pt x="8305" y="36842"/>
                </a:lnTo>
                <a:lnTo>
                  <a:pt x="8331" y="36715"/>
                </a:lnTo>
                <a:lnTo>
                  <a:pt x="8178" y="36614"/>
                </a:lnTo>
                <a:lnTo>
                  <a:pt x="8102" y="36753"/>
                </a:lnTo>
                <a:lnTo>
                  <a:pt x="8051" y="37185"/>
                </a:lnTo>
                <a:lnTo>
                  <a:pt x="8077" y="37312"/>
                </a:lnTo>
                <a:lnTo>
                  <a:pt x="8051" y="37503"/>
                </a:lnTo>
                <a:lnTo>
                  <a:pt x="8153" y="37274"/>
                </a:lnTo>
                <a:lnTo>
                  <a:pt x="8331" y="37325"/>
                </a:lnTo>
                <a:lnTo>
                  <a:pt x="8382" y="37122"/>
                </a:lnTo>
                <a:lnTo>
                  <a:pt x="8407" y="36969"/>
                </a:lnTo>
                <a:close/>
              </a:path>
              <a:path w="24130" h="46355">
                <a:moveTo>
                  <a:pt x="8483" y="31750"/>
                </a:moveTo>
                <a:close/>
              </a:path>
              <a:path w="24130" h="46355">
                <a:moveTo>
                  <a:pt x="8597" y="36207"/>
                </a:moveTo>
                <a:lnTo>
                  <a:pt x="8559" y="36385"/>
                </a:lnTo>
                <a:lnTo>
                  <a:pt x="8597" y="36207"/>
                </a:lnTo>
                <a:close/>
              </a:path>
              <a:path w="24130" h="46355">
                <a:moveTo>
                  <a:pt x="8648" y="35966"/>
                </a:moveTo>
                <a:lnTo>
                  <a:pt x="8623" y="35788"/>
                </a:lnTo>
                <a:lnTo>
                  <a:pt x="8648" y="35966"/>
                </a:lnTo>
                <a:close/>
              </a:path>
              <a:path w="24130" h="46355">
                <a:moveTo>
                  <a:pt x="8902" y="33362"/>
                </a:moveTo>
                <a:lnTo>
                  <a:pt x="8763" y="33337"/>
                </a:lnTo>
                <a:lnTo>
                  <a:pt x="8864" y="33553"/>
                </a:lnTo>
                <a:lnTo>
                  <a:pt x="8902" y="33362"/>
                </a:lnTo>
                <a:close/>
              </a:path>
              <a:path w="24130" h="46355">
                <a:moveTo>
                  <a:pt x="8978" y="39839"/>
                </a:moveTo>
                <a:lnTo>
                  <a:pt x="8851" y="39598"/>
                </a:lnTo>
                <a:lnTo>
                  <a:pt x="8864" y="39408"/>
                </a:lnTo>
                <a:lnTo>
                  <a:pt x="8750" y="39560"/>
                </a:lnTo>
                <a:lnTo>
                  <a:pt x="8801" y="39344"/>
                </a:lnTo>
                <a:lnTo>
                  <a:pt x="8928" y="39344"/>
                </a:lnTo>
                <a:lnTo>
                  <a:pt x="8864" y="39166"/>
                </a:lnTo>
                <a:lnTo>
                  <a:pt x="8636" y="39116"/>
                </a:lnTo>
                <a:lnTo>
                  <a:pt x="8674" y="39446"/>
                </a:lnTo>
                <a:lnTo>
                  <a:pt x="8432" y="39839"/>
                </a:lnTo>
                <a:lnTo>
                  <a:pt x="8470" y="40271"/>
                </a:lnTo>
                <a:lnTo>
                  <a:pt x="8470" y="40513"/>
                </a:lnTo>
                <a:lnTo>
                  <a:pt x="8382" y="40665"/>
                </a:lnTo>
                <a:lnTo>
                  <a:pt x="8775" y="40411"/>
                </a:lnTo>
                <a:lnTo>
                  <a:pt x="8801" y="40157"/>
                </a:lnTo>
                <a:lnTo>
                  <a:pt x="8750" y="40005"/>
                </a:lnTo>
                <a:lnTo>
                  <a:pt x="8978" y="39839"/>
                </a:lnTo>
                <a:close/>
              </a:path>
              <a:path w="24130" h="46355">
                <a:moveTo>
                  <a:pt x="9182" y="36715"/>
                </a:moveTo>
                <a:lnTo>
                  <a:pt x="9156" y="36449"/>
                </a:lnTo>
                <a:lnTo>
                  <a:pt x="9105" y="36766"/>
                </a:lnTo>
                <a:close/>
              </a:path>
              <a:path w="24130" h="46355">
                <a:moveTo>
                  <a:pt x="9182" y="34353"/>
                </a:moveTo>
                <a:lnTo>
                  <a:pt x="9042" y="34226"/>
                </a:lnTo>
                <a:lnTo>
                  <a:pt x="9182" y="34353"/>
                </a:lnTo>
                <a:close/>
              </a:path>
              <a:path w="24130" h="46355">
                <a:moveTo>
                  <a:pt x="9207" y="31750"/>
                </a:moveTo>
                <a:close/>
              </a:path>
              <a:path w="24130" h="46355">
                <a:moveTo>
                  <a:pt x="9271" y="34112"/>
                </a:moveTo>
                <a:lnTo>
                  <a:pt x="9080" y="34112"/>
                </a:lnTo>
                <a:lnTo>
                  <a:pt x="9271" y="34112"/>
                </a:lnTo>
                <a:close/>
              </a:path>
              <a:path w="24130" h="46355">
                <a:moveTo>
                  <a:pt x="9652" y="39116"/>
                </a:moveTo>
                <a:lnTo>
                  <a:pt x="9601" y="38874"/>
                </a:lnTo>
                <a:lnTo>
                  <a:pt x="9601" y="39116"/>
                </a:lnTo>
                <a:lnTo>
                  <a:pt x="9601" y="39446"/>
                </a:lnTo>
                <a:lnTo>
                  <a:pt x="9626" y="39217"/>
                </a:lnTo>
                <a:close/>
              </a:path>
              <a:path w="24130" h="46355">
                <a:moveTo>
                  <a:pt x="10109" y="33718"/>
                </a:moveTo>
                <a:lnTo>
                  <a:pt x="9982" y="33629"/>
                </a:lnTo>
                <a:lnTo>
                  <a:pt x="9855" y="33743"/>
                </a:lnTo>
                <a:lnTo>
                  <a:pt x="10109" y="33718"/>
                </a:lnTo>
                <a:close/>
              </a:path>
              <a:path w="24130" h="46355">
                <a:moveTo>
                  <a:pt x="10121" y="34328"/>
                </a:moveTo>
                <a:lnTo>
                  <a:pt x="10096" y="34175"/>
                </a:lnTo>
                <a:lnTo>
                  <a:pt x="10020" y="34302"/>
                </a:lnTo>
                <a:lnTo>
                  <a:pt x="10020" y="34112"/>
                </a:lnTo>
                <a:lnTo>
                  <a:pt x="10096" y="33858"/>
                </a:lnTo>
                <a:lnTo>
                  <a:pt x="9918" y="33985"/>
                </a:lnTo>
                <a:lnTo>
                  <a:pt x="9855" y="33820"/>
                </a:lnTo>
                <a:lnTo>
                  <a:pt x="9855" y="33959"/>
                </a:lnTo>
                <a:lnTo>
                  <a:pt x="9880" y="34213"/>
                </a:lnTo>
                <a:lnTo>
                  <a:pt x="9829" y="34086"/>
                </a:lnTo>
                <a:lnTo>
                  <a:pt x="9779" y="34239"/>
                </a:lnTo>
                <a:lnTo>
                  <a:pt x="9829" y="34505"/>
                </a:lnTo>
                <a:lnTo>
                  <a:pt x="9982" y="34391"/>
                </a:lnTo>
                <a:lnTo>
                  <a:pt x="10121" y="34328"/>
                </a:lnTo>
                <a:close/>
              </a:path>
              <a:path w="24130" h="46355">
                <a:moveTo>
                  <a:pt x="10502" y="33997"/>
                </a:moveTo>
                <a:lnTo>
                  <a:pt x="10375" y="33985"/>
                </a:lnTo>
                <a:lnTo>
                  <a:pt x="10401" y="34137"/>
                </a:lnTo>
                <a:lnTo>
                  <a:pt x="10502" y="33997"/>
                </a:lnTo>
                <a:close/>
              </a:path>
              <a:path w="24130" h="46355">
                <a:moveTo>
                  <a:pt x="10591" y="39166"/>
                </a:moveTo>
                <a:lnTo>
                  <a:pt x="10502" y="38925"/>
                </a:lnTo>
                <a:lnTo>
                  <a:pt x="10452" y="39052"/>
                </a:lnTo>
                <a:lnTo>
                  <a:pt x="10439" y="39217"/>
                </a:lnTo>
                <a:lnTo>
                  <a:pt x="10579" y="39179"/>
                </a:lnTo>
                <a:close/>
              </a:path>
              <a:path w="24130" h="46355">
                <a:moveTo>
                  <a:pt x="10769" y="36626"/>
                </a:moveTo>
                <a:lnTo>
                  <a:pt x="10668" y="36779"/>
                </a:lnTo>
                <a:lnTo>
                  <a:pt x="10655" y="36982"/>
                </a:lnTo>
                <a:lnTo>
                  <a:pt x="10668" y="37122"/>
                </a:lnTo>
                <a:lnTo>
                  <a:pt x="10769" y="36626"/>
                </a:lnTo>
                <a:close/>
              </a:path>
              <a:path w="24130" h="46355">
                <a:moveTo>
                  <a:pt x="11137" y="36004"/>
                </a:moveTo>
                <a:lnTo>
                  <a:pt x="10947" y="36029"/>
                </a:lnTo>
                <a:lnTo>
                  <a:pt x="10922" y="36639"/>
                </a:lnTo>
                <a:lnTo>
                  <a:pt x="11074" y="36423"/>
                </a:lnTo>
                <a:lnTo>
                  <a:pt x="11112" y="36245"/>
                </a:lnTo>
                <a:lnTo>
                  <a:pt x="11137" y="36004"/>
                </a:lnTo>
                <a:close/>
              </a:path>
              <a:path w="24130" h="46355">
                <a:moveTo>
                  <a:pt x="11188" y="35928"/>
                </a:moveTo>
                <a:lnTo>
                  <a:pt x="11163" y="35598"/>
                </a:lnTo>
                <a:lnTo>
                  <a:pt x="11036" y="35979"/>
                </a:lnTo>
                <a:lnTo>
                  <a:pt x="11188" y="35928"/>
                </a:lnTo>
                <a:close/>
              </a:path>
              <a:path w="24130" h="46355">
                <a:moveTo>
                  <a:pt x="11544" y="34975"/>
                </a:moveTo>
                <a:lnTo>
                  <a:pt x="11506" y="34721"/>
                </a:lnTo>
                <a:lnTo>
                  <a:pt x="11468" y="34975"/>
                </a:lnTo>
                <a:close/>
              </a:path>
              <a:path w="24130" h="46355">
                <a:moveTo>
                  <a:pt x="21399" y="5511"/>
                </a:moveTo>
                <a:lnTo>
                  <a:pt x="21272" y="5384"/>
                </a:lnTo>
                <a:lnTo>
                  <a:pt x="21132" y="5537"/>
                </a:lnTo>
                <a:lnTo>
                  <a:pt x="21285" y="5676"/>
                </a:lnTo>
                <a:lnTo>
                  <a:pt x="21399" y="5511"/>
                </a:lnTo>
                <a:close/>
              </a:path>
              <a:path w="24130" h="46355">
                <a:moveTo>
                  <a:pt x="21424" y="2146"/>
                </a:moveTo>
                <a:lnTo>
                  <a:pt x="21170" y="2019"/>
                </a:lnTo>
                <a:lnTo>
                  <a:pt x="21031" y="2273"/>
                </a:lnTo>
                <a:lnTo>
                  <a:pt x="21297" y="2413"/>
                </a:lnTo>
                <a:lnTo>
                  <a:pt x="21424" y="2146"/>
                </a:lnTo>
                <a:close/>
              </a:path>
              <a:path w="24130" h="46355">
                <a:moveTo>
                  <a:pt x="21450" y="4648"/>
                </a:moveTo>
                <a:lnTo>
                  <a:pt x="21209" y="4546"/>
                </a:lnTo>
                <a:lnTo>
                  <a:pt x="21082" y="4787"/>
                </a:lnTo>
                <a:lnTo>
                  <a:pt x="21336" y="4902"/>
                </a:lnTo>
                <a:lnTo>
                  <a:pt x="21450" y="4648"/>
                </a:lnTo>
                <a:close/>
              </a:path>
              <a:path w="24130" h="46355">
                <a:moveTo>
                  <a:pt x="21653" y="3441"/>
                </a:moveTo>
                <a:lnTo>
                  <a:pt x="21539" y="3225"/>
                </a:lnTo>
                <a:lnTo>
                  <a:pt x="21336" y="3340"/>
                </a:lnTo>
                <a:lnTo>
                  <a:pt x="21450" y="3517"/>
                </a:lnTo>
                <a:lnTo>
                  <a:pt x="21653" y="3441"/>
                </a:lnTo>
                <a:close/>
              </a:path>
              <a:path w="24130" h="46355">
                <a:moveTo>
                  <a:pt x="21755" y="1752"/>
                </a:moveTo>
                <a:lnTo>
                  <a:pt x="21577" y="1524"/>
                </a:lnTo>
                <a:lnTo>
                  <a:pt x="21348" y="1689"/>
                </a:lnTo>
                <a:lnTo>
                  <a:pt x="21526" y="1930"/>
                </a:lnTo>
                <a:lnTo>
                  <a:pt x="21755" y="1752"/>
                </a:lnTo>
                <a:close/>
              </a:path>
              <a:path w="24130" h="46355">
                <a:moveTo>
                  <a:pt x="21805" y="2603"/>
                </a:moveTo>
                <a:lnTo>
                  <a:pt x="21640" y="2463"/>
                </a:lnTo>
                <a:lnTo>
                  <a:pt x="21501" y="2641"/>
                </a:lnTo>
                <a:lnTo>
                  <a:pt x="21678" y="2768"/>
                </a:lnTo>
                <a:lnTo>
                  <a:pt x="21805" y="2603"/>
                </a:lnTo>
                <a:close/>
              </a:path>
              <a:path w="24130" h="46355">
                <a:moveTo>
                  <a:pt x="21831" y="4267"/>
                </a:moveTo>
                <a:lnTo>
                  <a:pt x="21640" y="4165"/>
                </a:lnTo>
                <a:lnTo>
                  <a:pt x="21526" y="4381"/>
                </a:lnTo>
                <a:lnTo>
                  <a:pt x="21729" y="4483"/>
                </a:lnTo>
                <a:lnTo>
                  <a:pt x="21831" y="4267"/>
                </a:lnTo>
                <a:close/>
              </a:path>
              <a:path w="24130" h="46355">
                <a:moveTo>
                  <a:pt x="21869" y="4864"/>
                </a:moveTo>
                <a:lnTo>
                  <a:pt x="21666" y="4762"/>
                </a:lnTo>
                <a:lnTo>
                  <a:pt x="21539" y="4978"/>
                </a:lnTo>
                <a:lnTo>
                  <a:pt x="21767" y="5105"/>
                </a:lnTo>
                <a:lnTo>
                  <a:pt x="21869" y="4864"/>
                </a:lnTo>
                <a:close/>
              </a:path>
              <a:path w="24130" h="46355">
                <a:moveTo>
                  <a:pt x="22174" y="4610"/>
                </a:moveTo>
                <a:lnTo>
                  <a:pt x="22009" y="4343"/>
                </a:lnTo>
                <a:lnTo>
                  <a:pt x="21767" y="4508"/>
                </a:lnTo>
                <a:lnTo>
                  <a:pt x="21945" y="4762"/>
                </a:lnTo>
                <a:lnTo>
                  <a:pt x="22174" y="4610"/>
                </a:lnTo>
                <a:close/>
              </a:path>
              <a:path w="24130" h="46355">
                <a:moveTo>
                  <a:pt x="22364" y="2895"/>
                </a:moveTo>
                <a:lnTo>
                  <a:pt x="22199" y="2705"/>
                </a:lnTo>
                <a:lnTo>
                  <a:pt x="22009" y="2870"/>
                </a:lnTo>
                <a:lnTo>
                  <a:pt x="22174" y="3060"/>
                </a:lnTo>
                <a:lnTo>
                  <a:pt x="22364" y="2895"/>
                </a:lnTo>
                <a:close/>
              </a:path>
              <a:path w="24130" h="46355">
                <a:moveTo>
                  <a:pt x="22402" y="3835"/>
                </a:moveTo>
                <a:lnTo>
                  <a:pt x="22263" y="3632"/>
                </a:lnTo>
                <a:lnTo>
                  <a:pt x="22059" y="3784"/>
                </a:lnTo>
                <a:lnTo>
                  <a:pt x="22059" y="3924"/>
                </a:lnTo>
                <a:lnTo>
                  <a:pt x="22174" y="4076"/>
                </a:lnTo>
                <a:lnTo>
                  <a:pt x="22326" y="3949"/>
                </a:lnTo>
                <a:close/>
              </a:path>
              <a:path w="24130" h="46355">
                <a:moveTo>
                  <a:pt x="22453" y="2514"/>
                </a:moveTo>
                <a:lnTo>
                  <a:pt x="22352" y="2311"/>
                </a:lnTo>
                <a:lnTo>
                  <a:pt x="22148" y="2438"/>
                </a:lnTo>
                <a:lnTo>
                  <a:pt x="22275" y="2628"/>
                </a:lnTo>
                <a:lnTo>
                  <a:pt x="22453" y="2514"/>
                </a:lnTo>
                <a:close/>
              </a:path>
              <a:path w="24130" h="46355">
                <a:moveTo>
                  <a:pt x="22580" y="1663"/>
                </a:moveTo>
                <a:lnTo>
                  <a:pt x="22453" y="1409"/>
                </a:lnTo>
                <a:lnTo>
                  <a:pt x="22199" y="1536"/>
                </a:lnTo>
                <a:lnTo>
                  <a:pt x="22352" y="1778"/>
                </a:lnTo>
                <a:lnTo>
                  <a:pt x="22580" y="1663"/>
                </a:lnTo>
                <a:close/>
              </a:path>
              <a:path w="24130" h="46355">
                <a:moveTo>
                  <a:pt x="22606" y="965"/>
                </a:moveTo>
                <a:lnTo>
                  <a:pt x="22402" y="787"/>
                </a:lnTo>
                <a:lnTo>
                  <a:pt x="22212" y="977"/>
                </a:lnTo>
                <a:lnTo>
                  <a:pt x="22428" y="1181"/>
                </a:lnTo>
                <a:lnTo>
                  <a:pt x="22606" y="965"/>
                </a:lnTo>
                <a:close/>
              </a:path>
              <a:path w="24130" h="46355">
                <a:moveTo>
                  <a:pt x="22796" y="5232"/>
                </a:moveTo>
                <a:lnTo>
                  <a:pt x="22669" y="5080"/>
                </a:lnTo>
                <a:lnTo>
                  <a:pt x="22504" y="5207"/>
                </a:lnTo>
                <a:lnTo>
                  <a:pt x="22644" y="5372"/>
                </a:lnTo>
                <a:lnTo>
                  <a:pt x="22796" y="5232"/>
                </a:lnTo>
                <a:close/>
              </a:path>
              <a:path w="24130" h="46355">
                <a:moveTo>
                  <a:pt x="22948" y="3492"/>
                </a:moveTo>
                <a:lnTo>
                  <a:pt x="22707" y="3403"/>
                </a:lnTo>
                <a:lnTo>
                  <a:pt x="22606" y="3644"/>
                </a:lnTo>
                <a:lnTo>
                  <a:pt x="22847" y="3759"/>
                </a:lnTo>
                <a:lnTo>
                  <a:pt x="22948" y="3492"/>
                </a:lnTo>
                <a:close/>
              </a:path>
              <a:path w="24130" h="46355">
                <a:moveTo>
                  <a:pt x="23012" y="5092"/>
                </a:moveTo>
                <a:lnTo>
                  <a:pt x="22898" y="4927"/>
                </a:lnTo>
                <a:lnTo>
                  <a:pt x="22745" y="5054"/>
                </a:lnTo>
                <a:lnTo>
                  <a:pt x="22872" y="5207"/>
                </a:lnTo>
                <a:lnTo>
                  <a:pt x="23012" y="5092"/>
                </a:lnTo>
                <a:close/>
              </a:path>
              <a:path w="24130" h="46355">
                <a:moveTo>
                  <a:pt x="23012" y="1244"/>
                </a:moveTo>
                <a:lnTo>
                  <a:pt x="22821" y="1143"/>
                </a:lnTo>
                <a:lnTo>
                  <a:pt x="22707" y="1320"/>
                </a:lnTo>
                <a:lnTo>
                  <a:pt x="22885" y="1447"/>
                </a:lnTo>
                <a:lnTo>
                  <a:pt x="23012" y="1244"/>
                </a:lnTo>
                <a:close/>
              </a:path>
              <a:path w="24130" h="46355">
                <a:moveTo>
                  <a:pt x="23215" y="685"/>
                </a:moveTo>
                <a:lnTo>
                  <a:pt x="22999" y="533"/>
                </a:lnTo>
                <a:lnTo>
                  <a:pt x="22834" y="762"/>
                </a:lnTo>
                <a:lnTo>
                  <a:pt x="23063" y="914"/>
                </a:lnTo>
                <a:lnTo>
                  <a:pt x="23215" y="685"/>
                </a:lnTo>
                <a:close/>
              </a:path>
              <a:path w="24130" h="46355">
                <a:moveTo>
                  <a:pt x="23228" y="1968"/>
                </a:moveTo>
                <a:lnTo>
                  <a:pt x="23075" y="1765"/>
                </a:lnTo>
                <a:lnTo>
                  <a:pt x="22872" y="1930"/>
                </a:lnTo>
                <a:lnTo>
                  <a:pt x="23037" y="2146"/>
                </a:lnTo>
                <a:lnTo>
                  <a:pt x="23228" y="1968"/>
                </a:lnTo>
                <a:close/>
              </a:path>
              <a:path w="24130" h="46355">
                <a:moveTo>
                  <a:pt x="23279" y="5778"/>
                </a:moveTo>
                <a:lnTo>
                  <a:pt x="23025" y="5651"/>
                </a:lnTo>
                <a:lnTo>
                  <a:pt x="22872" y="5905"/>
                </a:lnTo>
                <a:lnTo>
                  <a:pt x="23126" y="6045"/>
                </a:lnTo>
                <a:lnTo>
                  <a:pt x="23279" y="5778"/>
                </a:lnTo>
                <a:close/>
              </a:path>
              <a:path w="24130" h="46355">
                <a:moveTo>
                  <a:pt x="23317" y="3162"/>
                </a:moveTo>
                <a:lnTo>
                  <a:pt x="23101" y="3009"/>
                </a:lnTo>
                <a:lnTo>
                  <a:pt x="22948" y="3238"/>
                </a:lnTo>
                <a:lnTo>
                  <a:pt x="23164" y="3390"/>
                </a:lnTo>
                <a:lnTo>
                  <a:pt x="23317" y="3162"/>
                </a:lnTo>
                <a:close/>
              </a:path>
              <a:path w="24130" h="46355">
                <a:moveTo>
                  <a:pt x="23317" y="457"/>
                </a:moveTo>
                <a:lnTo>
                  <a:pt x="23215" y="292"/>
                </a:lnTo>
                <a:lnTo>
                  <a:pt x="23050" y="406"/>
                </a:lnTo>
                <a:lnTo>
                  <a:pt x="23177" y="558"/>
                </a:lnTo>
                <a:lnTo>
                  <a:pt x="23317" y="457"/>
                </a:lnTo>
                <a:close/>
              </a:path>
              <a:path w="24130" h="46355">
                <a:moveTo>
                  <a:pt x="23495" y="203"/>
                </a:moveTo>
                <a:lnTo>
                  <a:pt x="23317" y="0"/>
                </a:lnTo>
                <a:lnTo>
                  <a:pt x="23126" y="152"/>
                </a:lnTo>
                <a:lnTo>
                  <a:pt x="23215" y="292"/>
                </a:lnTo>
                <a:lnTo>
                  <a:pt x="23495" y="203"/>
                </a:lnTo>
                <a:close/>
              </a:path>
              <a:path w="24130" h="46355">
                <a:moveTo>
                  <a:pt x="23533" y="2984"/>
                </a:moveTo>
                <a:lnTo>
                  <a:pt x="23329" y="2895"/>
                </a:lnTo>
                <a:lnTo>
                  <a:pt x="23228" y="3098"/>
                </a:lnTo>
                <a:lnTo>
                  <a:pt x="23431" y="3225"/>
                </a:lnTo>
                <a:lnTo>
                  <a:pt x="23533" y="2984"/>
                </a:lnTo>
                <a:close/>
              </a:path>
              <a:path w="24130" h="46355">
                <a:moveTo>
                  <a:pt x="23710" y="508"/>
                </a:moveTo>
                <a:lnTo>
                  <a:pt x="23456" y="368"/>
                </a:lnTo>
                <a:lnTo>
                  <a:pt x="23304" y="622"/>
                </a:lnTo>
                <a:lnTo>
                  <a:pt x="23558" y="787"/>
                </a:lnTo>
                <a:lnTo>
                  <a:pt x="23710" y="508"/>
                </a:lnTo>
                <a:close/>
              </a:path>
              <a:path w="24130" h="46355">
                <a:moveTo>
                  <a:pt x="23723" y="4000"/>
                </a:moveTo>
                <a:lnTo>
                  <a:pt x="23507" y="3898"/>
                </a:lnTo>
                <a:lnTo>
                  <a:pt x="23406" y="4114"/>
                </a:lnTo>
                <a:lnTo>
                  <a:pt x="23622" y="4216"/>
                </a:lnTo>
                <a:lnTo>
                  <a:pt x="23723" y="4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bg object 158"/>
          <p:cNvSpPr/>
          <p:nvPr/>
        </p:nvSpPr>
        <p:spPr>
          <a:xfrm>
            <a:off x="2030298" y="1050111"/>
            <a:ext cx="3175" cy="41910"/>
          </a:xfrm>
          <a:custGeom>
            <a:avLst/>
            <a:gdLst/>
            <a:ahLst/>
            <a:cxnLst/>
            <a:rect l="l" t="t" r="r" b="b"/>
            <a:pathLst>
              <a:path w="3175" h="41909">
                <a:moveTo>
                  <a:pt x="355" y="40868"/>
                </a:moveTo>
                <a:lnTo>
                  <a:pt x="228" y="40741"/>
                </a:lnTo>
                <a:lnTo>
                  <a:pt x="88" y="40894"/>
                </a:lnTo>
                <a:lnTo>
                  <a:pt x="241" y="41021"/>
                </a:lnTo>
                <a:lnTo>
                  <a:pt x="355" y="40868"/>
                </a:lnTo>
                <a:close/>
              </a:path>
              <a:path w="3175" h="41909">
                <a:moveTo>
                  <a:pt x="381" y="13436"/>
                </a:moveTo>
                <a:lnTo>
                  <a:pt x="190" y="13271"/>
                </a:lnTo>
                <a:lnTo>
                  <a:pt x="12" y="13474"/>
                </a:lnTo>
                <a:lnTo>
                  <a:pt x="215" y="13639"/>
                </a:lnTo>
                <a:lnTo>
                  <a:pt x="381" y="13436"/>
                </a:lnTo>
                <a:close/>
              </a:path>
              <a:path w="3175" h="41909">
                <a:moveTo>
                  <a:pt x="381" y="10795"/>
                </a:moveTo>
                <a:lnTo>
                  <a:pt x="152" y="10655"/>
                </a:lnTo>
                <a:lnTo>
                  <a:pt x="0" y="10909"/>
                </a:lnTo>
                <a:lnTo>
                  <a:pt x="254" y="11049"/>
                </a:lnTo>
                <a:lnTo>
                  <a:pt x="381" y="10795"/>
                </a:lnTo>
                <a:close/>
              </a:path>
              <a:path w="3175" h="41909">
                <a:moveTo>
                  <a:pt x="381" y="9144"/>
                </a:moveTo>
                <a:lnTo>
                  <a:pt x="215" y="9042"/>
                </a:lnTo>
                <a:lnTo>
                  <a:pt x="139" y="9220"/>
                </a:lnTo>
                <a:lnTo>
                  <a:pt x="304" y="9321"/>
                </a:lnTo>
                <a:lnTo>
                  <a:pt x="381" y="9144"/>
                </a:lnTo>
                <a:close/>
              </a:path>
              <a:path w="3175" h="41909">
                <a:moveTo>
                  <a:pt x="406" y="40005"/>
                </a:moveTo>
                <a:lnTo>
                  <a:pt x="165" y="39890"/>
                </a:lnTo>
                <a:lnTo>
                  <a:pt x="38" y="40144"/>
                </a:lnTo>
                <a:lnTo>
                  <a:pt x="292" y="40271"/>
                </a:lnTo>
                <a:lnTo>
                  <a:pt x="406" y="40005"/>
                </a:lnTo>
                <a:close/>
              </a:path>
              <a:path w="3175" h="41909">
                <a:moveTo>
                  <a:pt x="469" y="11226"/>
                </a:moveTo>
                <a:lnTo>
                  <a:pt x="266" y="11125"/>
                </a:lnTo>
                <a:lnTo>
                  <a:pt x="165" y="11341"/>
                </a:lnTo>
                <a:lnTo>
                  <a:pt x="368" y="11442"/>
                </a:lnTo>
                <a:lnTo>
                  <a:pt x="469" y="11226"/>
                </a:lnTo>
                <a:close/>
              </a:path>
              <a:path w="3175" h="41909">
                <a:moveTo>
                  <a:pt x="520" y="3784"/>
                </a:moveTo>
                <a:lnTo>
                  <a:pt x="393" y="3568"/>
                </a:lnTo>
                <a:lnTo>
                  <a:pt x="215" y="3683"/>
                </a:lnTo>
                <a:lnTo>
                  <a:pt x="330" y="3898"/>
                </a:lnTo>
                <a:lnTo>
                  <a:pt x="520" y="3784"/>
                </a:lnTo>
                <a:close/>
              </a:path>
              <a:path w="3175" h="41909">
                <a:moveTo>
                  <a:pt x="533" y="5600"/>
                </a:moveTo>
                <a:lnTo>
                  <a:pt x="317" y="5499"/>
                </a:lnTo>
                <a:lnTo>
                  <a:pt x="215" y="5727"/>
                </a:lnTo>
                <a:lnTo>
                  <a:pt x="419" y="5842"/>
                </a:lnTo>
                <a:lnTo>
                  <a:pt x="533" y="5600"/>
                </a:lnTo>
                <a:close/>
              </a:path>
              <a:path w="3175" h="41909">
                <a:moveTo>
                  <a:pt x="558" y="5918"/>
                </a:moveTo>
                <a:lnTo>
                  <a:pt x="304" y="5816"/>
                </a:lnTo>
                <a:lnTo>
                  <a:pt x="190" y="6083"/>
                </a:lnTo>
                <a:lnTo>
                  <a:pt x="444" y="6197"/>
                </a:lnTo>
                <a:lnTo>
                  <a:pt x="558" y="5918"/>
                </a:lnTo>
                <a:close/>
              </a:path>
              <a:path w="3175" h="41909">
                <a:moveTo>
                  <a:pt x="660" y="12192"/>
                </a:moveTo>
                <a:lnTo>
                  <a:pt x="495" y="12052"/>
                </a:lnTo>
                <a:lnTo>
                  <a:pt x="368" y="12230"/>
                </a:lnTo>
                <a:lnTo>
                  <a:pt x="533" y="12357"/>
                </a:lnTo>
                <a:lnTo>
                  <a:pt x="660" y="12192"/>
                </a:lnTo>
                <a:close/>
              </a:path>
              <a:path w="3175" h="41909">
                <a:moveTo>
                  <a:pt x="711" y="2959"/>
                </a:moveTo>
                <a:lnTo>
                  <a:pt x="571" y="2755"/>
                </a:lnTo>
                <a:lnTo>
                  <a:pt x="342" y="2895"/>
                </a:lnTo>
                <a:lnTo>
                  <a:pt x="482" y="3111"/>
                </a:lnTo>
                <a:lnTo>
                  <a:pt x="711" y="2959"/>
                </a:lnTo>
                <a:close/>
              </a:path>
              <a:path w="3175" h="41909">
                <a:moveTo>
                  <a:pt x="711" y="355"/>
                </a:moveTo>
                <a:lnTo>
                  <a:pt x="495" y="266"/>
                </a:lnTo>
                <a:lnTo>
                  <a:pt x="419" y="457"/>
                </a:lnTo>
                <a:lnTo>
                  <a:pt x="622" y="558"/>
                </a:lnTo>
                <a:lnTo>
                  <a:pt x="711" y="355"/>
                </a:lnTo>
                <a:close/>
              </a:path>
              <a:path w="3175" h="41909">
                <a:moveTo>
                  <a:pt x="736" y="3873"/>
                </a:moveTo>
                <a:lnTo>
                  <a:pt x="584" y="3721"/>
                </a:lnTo>
                <a:lnTo>
                  <a:pt x="419" y="3886"/>
                </a:lnTo>
                <a:lnTo>
                  <a:pt x="596" y="4038"/>
                </a:lnTo>
                <a:lnTo>
                  <a:pt x="736" y="3873"/>
                </a:lnTo>
                <a:close/>
              </a:path>
              <a:path w="3175" h="41909">
                <a:moveTo>
                  <a:pt x="762" y="10375"/>
                </a:moveTo>
                <a:lnTo>
                  <a:pt x="533" y="10287"/>
                </a:lnTo>
                <a:lnTo>
                  <a:pt x="469" y="10502"/>
                </a:lnTo>
                <a:lnTo>
                  <a:pt x="355" y="10756"/>
                </a:lnTo>
                <a:lnTo>
                  <a:pt x="609" y="10909"/>
                </a:lnTo>
                <a:lnTo>
                  <a:pt x="749" y="10642"/>
                </a:lnTo>
                <a:lnTo>
                  <a:pt x="762" y="10375"/>
                </a:lnTo>
                <a:close/>
              </a:path>
              <a:path w="3175" h="41909">
                <a:moveTo>
                  <a:pt x="825" y="40220"/>
                </a:moveTo>
                <a:lnTo>
                  <a:pt x="622" y="40119"/>
                </a:lnTo>
                <a:lnTo>
                  <a:pt x="495" y="40335"/>
                </a:lnTo>
                <a:lnTo>
                  <a:pt x="723" y="40449"/>
                </a:lnTo>
                <a:lnTo>
                  <a:pt x="825" y="40220"/>
                </a:lnTo>
                <a:close/>
              </a:path>
              <a:path w="3175" h="41909">
                <a:moveTo>
                  <a:pt x="1003" y="2844"/>
                </a:moveTo>
                <a:lnTo>
                  <a:pt x="825" y="2628"/>
                </a:lnTo>
                <a:lnTo>
                  <a:pt x="622" y="2794"/>
                </a:lnTo>
                <a:lnTo>
                  <a:pt x="774" y="2997"/>
                </a:lnTo>
                <a:lnTo>
                  <a:pt x="1003" y="2844"/>
                </a:lnTo>
                <a:close/>
              </a:path>
              <a:path w="3175" h="41909">
                <a:moveTo>
                  <a:pt x="1016" y="4699"/>
                </a:moveTo>
                <a:lnTo>
                  <a:pt x="850" y="4508"/>
                </a:lnTo>
                <a:lnTo>
                  <a:pt x="685" y="4673"/>
                </a:lnTo>
                <a:lnTo>
                  <a:pt x="825" y="4851"/>
                </a:lnTo>
                <a:lnTo>
                  <a:pt x="1016" y="4699"/>
                </a:lnTo>
                <a:close/>
              </a:path>
              <a:path w="3175" h="41909">
                <a:moveTo>
                  <a:pt x="1028" y="1790"/>
                </a:moveTo>
                <a:lnTo>
                  <a:pt x="825" y="1587"/>
                </a:lnTo>
                <a:lnTo>
                  <a:pt x="635" y="1778"/>
                </a:lnTo>
                <a:lnTo>
                  <a:pt x="825" y="1981"/>
                </a:lnTo>
                <a:lnTo>
                  <a:pt x="1028" y="1790"/>
                </a:lnTo>
                <a:close/>
              </a:path>
              <a:path w="3175" h="41909">
                <a:moveTo>
                  <a:pt x="1092" y="12928"/>
                </a:moveTo>
                <a:lnTo>
                  <a:pt x="876" y="12700"/>
                </a:lnTo>
                <a:lnTo>
                  <a:pt x="660" y="12903"/>
                </a:lnTo>
                <a:lnTo>
                  <a:pt x="787" y="13068"/>
                </a:lnTo>
                <a:lnTo>
                  <a:pt x="952" y="13296"/>
                </a:lnTo>
                <a:lnTo>
                  <a:pt x="1066" y="13042"/>
                </a:lnTo>
                <a:close/>
              </a:path>
              <a:path w="3175" h="41909">
                <a:moveTo>
                  <a:pt x="1117" y="14363"/>
                </a:moveTo>
                <a:lnTo>
                  <a:pt x="901" y="14160"/>
                </a:lnTo>
                <a:lnTo>
                  <a:pt x="698" y="14389"/>
                </a:lnTo>
                <a:lnTo>
                  <a:pt x="825" y="14516"/>
                </a:lnTo>
                <a:lnTo>
                  <a:pt x="660" y="14643"/>
                </a:lnTo>
                <a:lnTo>
                  <a:pt x="800" y="14846"/>
                </a:lnTo>
                <a:lnTo>
                  <a:pt x="1016" y="14706"/>
                </a:lnTo>
                <a:lnTo>
                  <a:pt x="1117" y="14363"/>
                </a:lnTo>
                <a:close/>
              </a:path>
              <a:path w="3175" h="41909">
                <a:moveTo>
                  <a:pt x="1231" y="6934"/>
                </a:moveTo>
                <a:lnTo>
                  <a:pt x="1041" y="6705"/>
                </a:lnTo>
                <a:lnTo>
                  <a:pt x="812" y="6908"/>
                </a:lnTo>
                <a:lnTo>
                  <a:pt x="1016" y="7124"/>
                </a:lnTo>
                <a:lnTo>
                  <a:pt x="1231" y="6934"/>
                </a:lnTo>
                <a:close/>
              </a:path>
              <a:path w="3175" h="41909">
                <a:moveTo>
                  <a:pt x="1295" y="2032"/>
                </a:moveTo>
                <a:lnTo>
                  <a:pt x="1130" y="1866"/>
                </a:lnTo>
                <a:lnTo>
                  <a:pt x="977" y="2057"/>
                </a:lnTo>
                <a:lnTo>
                  <a:pt x="1130" y="2197"/>
                </a:lnTo>
                <a:lnTo>
                  <a:pt x="1295" y="2032"/>
                </a:lnTo>
                <a:close/>
              </a:path>
              <a:path w="3175" h="41909">
                <a:moveTo>
                  <a:pt x="1333" y="1460"/>
                </a:moveTo>
                <a:lnTo>
                  <a:pt x="1143" y="1346"/>
                </a:lnTo>
                <a:lnTo>
                  <a:pt x="1028" y="1536"/>
                </a:lnTo>
                <a:lnTo>
                  <a:pt x="1219" y="1663"/>
                </a:lnTo>
                <a:lnTo>
                  <a:pt x="1333" y="1460"/>
                </a:lnTo>
                <a:close/>
              </a:path>
              <a:path w="3175" h="41909">
                <a:moveTo>
                  <a:pt x="1409" y="11023"/>
                </a:moveTo>
                <a:lnTo>
                  <a:pt x="1206" y="10858"/>
                </a:lnTo>
                <a:lnTo>
                  <a:pt x="1041" y="11049"/>
                </a:lnTo>
                <a:lnTo>
                  <a:pt x="1244" y="11226"/>
                </a:lnTo>
                <a:lnTo>
                  <a:pt x="1409" y="11023"/>
                </a:lnTo>
                <a:close/>
              </a:path>
              <a:path w="3175" h="41909">
                <a:moveTo>
                  <a:pt x="1435" y="876"/>
                </a:moveTo>
                <a:lnTo>
                  <a:pt x="1257" y="698"/>
                </a:lnTo>
                <a:lnTo>
                  <a:pt x="1079" y="876"/>
                </a:lnTo>
                <a:lnTo>
                  <a:pt x="1257" y="1041"/>
                </a:lnTo>
                <a:lnTo>
                  <a:pt x="1435" y="876"/>
                </a:lnTo>
                <a:close/>
              </a:path>
              <a:path w="3175" h="41909">
                <a:moveTo>
                  <a:pt x="1473" y="6540"/>
                </a:moveTo>
                <a:lnTo>
                  <a:pt x="1282" y="6311"/>
                </a:lnTo>
                <a:lnTo>
                  <a:pt x="1066" y="6515"/>
                </a:lnTo>
                <a:lnTo>
                  <a:pt x="1257" y="6718"/>
                </a:lnTo>
                <a:lnTo>
                  <a:pt x="1473" y="6540"/>
                </a:lnTo>
                <a:close/>
              </a:path>
              <a:path w="3175" h="41909">
                <a:moveTo>
                  <a:pt x="1473" y="3403"/>
                </a:moveTo>
                <a:lnTo>
                  <a:pt x="1333" y="3200"/>
                </a:lnTo>
                <a:lnTo>
                  <a:pt x="1130" y="3340"/>
                </a:lnTo>
                <a:lnTo>
                  <a:pt x="1270" y="3543"/>
                </a:lnTo>
                <a:lnTo>
                  <a:pt x="1473" y="3403"/>
                </a:lnTo>
                <a:close/>
              </a:path>
              <a:path w="3175" h="41909">
                <a:moveTo>
                  <a:pt x="1498" y="9956"/>
                </a:moveTo>
                <a:lnTo>
                  <a:pt x="1346" y="9677"/>
                </a:lnTo>
                <a:lnTo>
                  <a:pt x="1219" y="9766"/>
                </a:lnTo>
                <a:lnTo>
                  <a:pt x="1130" y="9613"/>
                </a:lnTo>
                <a:lnTo>
                  <a:pt x="1181" y="9461"/>
                </a:lnTo>
                <a:lnTo>
                  <a:pt x="939" y="9347"/>
                </a:lnTo>
                <a:lnTo>
                  <a:pt x="825" y="9601"/>
                </a:lnTo>
                <a:lnTo>
                  <a:pt x="1003" y="9690"/>
                </a:lnTo>
                <a:lnTo>
                  <a:pt x="1054" y="9944"/>
                </a:lnTo>
                <a:lnTo>
                  <a:pt x="1244" y="10109"/>
                </a:lnTo>
                <a:lnTo>
                  <a:pt x="1498" y="9956"/>
                </a:lnTo>
                <a:close/>
              </a:path>
              <a:path w="3175" h="41909">
                <a:moveTo>
                  <a:pt x="1549" y="13970"/>
                </a:moveTo>
                <a:lnTo>
                  <a:pt x="1384" y="13919"/>
                </a:lnTo>
                <a:lnTo>
                  <a:pt x="1524" y="13716"/>
                </a:lnTo>
                <a:lnTo>
                  <a:pt x="1308" y="13550"/>
                </a:lnTo>
                <a:lnTo>
                  <a:pt x="1117" y="13766"/>
                </a:lnTo>
                <a:lnTo>
                  <a:pt x="1320" y="13931"/>
                </a:lnTo>
                <a:lnTo>
                  <a:pt x="1257" y="14097"/>
                </a:lnTo>
                <a:lnTo>
                  <a:pt x="1460" y="14173"/>
                </a:lnTo>
                <a:lnTo>
                  <a:pt x="1549" y="13970"/>
                </a:lnTo>
                <a:close/>
              </a:path>
              <a:path w="3175" h="41909">
                <a:moveTo>
                  <a:pt x="1574" y="5041"/>
                </a:moveTo>
                <a:lnTo>
                  <a:pt x="1422" y="4889"/>
                </a:lnTo>
                <a:lnTo>
                  <a:pt x="1270" y="5041"/>
                </a:lnTo>
                <a:lnTo>
                  <a:pt x="1409" y="5194"/>
                </a:lnTo>
                <a:lnTo>
                  <a:pt x="1574" y="5041"/>
                </a:lnTo>
                <a:close/>
              </a:path>
              <a:path w="3175" h="41909">
                <a:moveTo>
                  <a:pt x="1587" y="2628"/>
                </a:moveTo>
                <a:lnTo>
                  <a:pt x="1447" y="2413"/>
                </a:lnTo>
                <a:lnTo>
                  <a:pt x="1231" y="2565"/>
                </a:lnTo>
                <a:lnTo>
                  <a:pt x="1384" y="2781"/>
                </a:lnTo>
                <a:lnTo>
                  <a:pt x="1587" y="2628"/>
                </a:lnTo>
                <a:close/>
              </a:path>
              <a:path w="3175" h="41909">
                <a:moveTo>
                  <a:pt x="1600" y="5422"/>
                </a:moveTo>
                <a:lnTo>
                  <a:pt x="1460" y="5232"/>
                </a:lnTo>
                <a:lnTo>
                  <a:pt x="1257" y="5372"/>
                </a:lnTo>
                <a:lnTo>
                  <a:pt x="1397" y="5575"/>
                </a:lnTo>
                <a:lnTo>
                  <a:pt x="1600" y="5422"/>
                </a:lnTo>
                <a:close/>
              </a:path>
              <a:path w="3175" h="41909">
                <a:moveTo>
                  <a:pt x="1689" y="7975"/>
                </a:moveTo>
                <a:lnTo>
                  <a:pt x="1524" y="7823"/>
                </a:lnTo>
                <a:lnTo>
                  <a:pt x="1371" y="8013"/>
                </a:lnTo>
                <a:lnTo>
                  <a:pt x="1562" y="8153"/>
                </a:lnTo>
                <a:lnTo>
                  <a:pt x="1689" y="7975"/>
                </a:lnTo>
                <a:close/>
              </a:path>
              <a:path w="3175" h="41909">
                <a:moveTo>
                  <a:pt x="1739" y="6616"/>
                </a:moveTo>
                <a:lnTo>
                  <a:pt x="1511" y="6502"/>
                </a:lnTo>
                <a:lnTo>
                  <a:pt x="1384" y="6756"/>
                </a:lnTo>
                <a:lnTo>
                  <a:pt x="1638" y="6870"/>
                </a:lnTo>
                <a:lnTo>
                  <a:pt x="1739" y="6616"/>
                </a:lnTo>
                <a:close/>
              </a:path>
              <a:path w="3175" h="41909">
                <a:moveTo>
                  <a:pt x="1752" y="40601"/>
                </a:moveTo>
                <a:lnTo>
                  <a:pt x="1625" y="40436"/>
                </a:lnTo>
                <a:lnTo>
                  <a:pt x="1460" y="40589"/>
                </a:lnTo>
                <a:lnTo>
                  <a:pt x="1600" y="40754"/>
                </a:lnTo>
                <a:lnTo>
                  <a:pt x="1752" y="40601"/>
                </a:lnTo>
                <a:close/>
              </a:path>
              <a:path w="3175" h="41909">
                <a:moveTo>
                  <a:pt x="1752" y="596"/>
                </a:moveTo>
                <a:lnTo>
                  <a:pt x="1536" y="495"/>
                </a:lnTo>
                <a:lnTo>
                  <a:pt x="1422" y="736"/>
                </a:lnTo>
                <a:lnTo>
                  <a:pt x="1651" y="850"/>
                </a:lnTo>
                <a:lnTo>
                  <a:pt x="1752" y="596"/>
                </a:lnTo>
                <a:close/>
              </a:path>
              <a:path w="3175" h="41909">
                <a:moveTo>
                  <a:pt x="1816" y="12369"/>
                </a:moveTo>
                <a:lnTo>
                  <a:pt x="1663" y="12166"/>
                </a:lnTo>
                <a:lnTo>
                  <a:pt x="1473" y="12331"/>
                </a:lnTo>
                <a:lnTo>
                  <a:pt x="1625" y="12534"/>
                </a:lnTo>
                <a:lnTo>
                  <a:pt x="1816" y="12369"/>
                </a:lnTo>
                <a:close/>
              </a:path>
              <a:path w="3175" h="41909">
                <a:moveTo>
                  <a:pt x="1917" y="3594"/>
                </a:moveTo>
                <a:lnTo>
                  <a:pt x="1752" y="3378"/>
                </a:lnTo>
                <a:lnTo>
                  <a:pt x="1536" y="3530"/>
                </a:lnTo>
                <a:lnTo>
                  <a:pt x="1689" y="3746"/>
                </a:lnTo>
                <a:lnTo>
                  <a:pt x="1917" y="3594"/>
                </a:lnTo>
                <a:close/>
              </a:path>
              <a:path w="3175" h="41909">
                <a:moveTo>
                  <a:pt x="1968" y="40436"/>
                </a:moveTo>
                <a:lnTo>
                  <a:pt x="1854" y="40284"/>
                </a:lnTo>
                <a:lnTo>
                  <a:pt x="1701" y="40411"/>
                </a:lnTo>
                <a:lnTo>
                  <a:pt x="1828" y="40563"/>
                </a:lnTo>
                <a:lnTo>
                  <a:pt x="1968" y="40436"/>
                </a:lnTo>
                <a:close/>
              </a:path>
              <a:path w="3175" h="41909">
                <a:moveTo>
                  <a:pt x="1981" y="1219"/>
                </a:moveTo>
                <a:lnTo>
                  <a:pt x="1803" y="1041"/>
                </a:lnTo>
                <a:lnTo>
                  <a:pt x="1651" y="1206"/>
                </a:lnTo>
                <a:lnTo>
                  <a:pt x="1803" y="1371"/>
                </a:lnTo>
                <a:lnTo>
                  <a:pt x="1981" y="1219"/>
                </a:lnTo>
                <a:close/>
              </a:path>
              <a:path w="3175" h="41909">
                <a:moveTo>
                  <a:pt x="1993" y="6121"/>
                </a:moveTo>
                <a:lnTo>
                  <a:pt x="1778" y="5969"/>
                </a:lnTo>
                <a:lnTo>
                  <a:pt x="1638" y="6184"/>
                </a:lnTo>
                <a:lnTo>
                  <a:pt x="1651" y="6311"/>
                </a:lnTo>
                <a:lnTo>
                  <a:pt x="1765" y="6477"/>
                </a:lnTo>
                <a:lnTo>
                  <a:pt x="1943" y="6375"/>
                </a:lnTo>
                <a:lnTo>
                  <a:pt x="1993" y="6121"/>
                </a:lnTo>
                <a:close/>
              </a:path>
              <a:path w="3175" h="41909">
                <a:moveTo>
                  <a:pt x="2032" y="11722"/>
                </a:moveTo>
                <a:lnTo>
                  <a:pt x="1816" y="11633"/>
                </a:lnTo>
                <a:lnTo>
                  <a:pt x="1714" y="11823"/>
                </a:lnTo>
                <a:lnTo>
                  <a:pt x="1562" y="11963"/>
                </a:lnTo>
                <a:lnTo>
                  <a:pt x="1739" y="12204"/>
                </a:lnTo>
                <a:lnTo>
                  <a:pt x="1968" y="12001"/>
                </a:lnTo>
                <a:lnTo>
                  <a:pt x="2032" y="11722"/>
                </a:lnTo>
                <a:close/>
              </a:path>
              <a:path w="3175" h="41909">
                <a:moveTo>
                  <a:pt x="2032" y="215"/>
                </a:moveTo>
                <a:lnTo>
                  <a:pt x="1841" y="0"/>
                </a:lnTo>
                <a:lnTo>
                  <a:pt x="1625" y="190"/>
                </a:lnTo>
                <a:lnTo>
                  <a:pt x="1803" y="406"/>
                </a:lnTo>
                <a:lnTo>
                  <a:pt x="2032" y="215"/>
                </a:lnTo>
                <a:close/>
              </a:path>
              <a:path w="3175" h="41909">
                <a:moveTo>
                  <a:pt x="2057" y="8610"/>
                </a:moveTo>
                <a:lnTo>
                  <a:pt x="1892" y="8458"/>
                </a:lnTo>
                <a:lnTo>
                  <a:pt x="1727" y="8623"/>
                </a:lnTo>
                <a:lnTo>
                  <a:pt x="1892" y="8788"/>
                </a:lnTo>
                <a:lnTo>
                  <a:pt x="2057" y="8610"/>
                </a:lnTo>
                <a:close/>
              </a:path>
              <a:path w="3175" h="41909">
                <a:moveTo>
                  <a:pt x="2108" y="10147"/>
                </a:moveTo>
                <a:lnTo>
                  <a:pt x="1981" y="10058"/>
                </a:lnTo>
                <a:lnTo>
                  <a:pt x="1803" y="9906"/>
                </a:lnTo>
                <a:lnTo>
                  <a:pt x="1727" y="10109"/>
                </a:lnTo>
                <a:lnTo>
                  <a:pt x="1955" y="10337"/>
                </a:lnTo>
                <a:lnTo>
                  <a:pt x="2108" y="10147"/>
                </a:lnTo>
                <a:close/>
              </a:path>
              <a:path w="3175" h="41909">
                <a:moveTo>
                  <a:pt x="2108" y="5270"/>
                </a:moveTo>
                <a:lnTo>
                  <a:pt x="1955" y="5092"/>
                </a:lnTo>
                <a:lnTo>
                  <a:pt x="1765" y="5245"/>
                </a:lnTo>
                <a:lnTo>
                  <a:pt x="1930" y="5422"/>
                </a:lnTo>
                <a:lnTo>
                  <a:pt x="2108" y="5270"/>
                </a:lnTo>
                <a:close/>
              </a:path>
              <a:path w="3175" h="41909">
                <a:moveTo>
                  <a:pt x="2120" y="2260"/>
                </a:moveTo>
                <a:lnTo>
                  <a:pt x="1917" y="2108"/>
                </a:lnTo>
                <a:lnTo>
                  <a:pt x="1739" y="2311"/>
                </a:lnTo>
                <a:lnTo>
                  <a:pt x="1968" y="2476"/>
                </a:lnTo>
                <a:lnTo>
                  <a:pt x="2120" y="2260"/>
                </a:lnTo>
                <a:close/>
              </a:path>
              <a:path w="3175" h="41909">
                <a:moveTo>
                  <a:pt x="2159" y="9664"/>
                </a:moveTo>
                <a:lnTo>
                  <a:pt x="2019" y="9474"/>
                </a:lnTo>
                <a:lnTo>
                  <a:pt x="1816" y="9601"/>
                </a:lnTo>
                <a:lnTo>
                  <a:pt x="1968" y="9804"/>
                </a:lnTo>
                <a:lnTo>
                  <a:pt x="2159" y="9664"/>
                </a:lnTo>
                <a:close/>
              </a:path>
              <a:path w="3175" h="41909">
                <a:moveTo>
                  <a:pt x="2209" y="11430"/>
                </a:moveTo>
                <a:lnTo>
                  <a:pt x="2095" y="11277"/>
                </a:lnTo>
                <a:lnTo>
                  <a:pt x="1943" y="11391"/>
                </a:lnTo>
                <a:lnTo>
                  <a:pt x="2057" y="11544"/>
                </a:lnTo>
                <a:lnTo>
                  <a:pt x="2209" y="11430"/>
                </a:lnTo>
                <a:close/>
              </a:path>
              <a:path w="3175" h="41909">
                <a:moveTo>
                  <a:pt x="2222" y="7797"/>
                </a:moveTo>
                <a:lnTo>
                  <a:pt x="2095" y="7620"/>
                </a:lnTo>
                <a:lnTo>
                  <a:pt x="1917" y="7759"/>
                </a:lnTo>
                <a:lnTo>
                  <a:pt x="2057" y="7950"/>
                </a:lnTo>
                <a:lnTo>
                  <a:pt x="2222" y="7797"/>
                </a:lnTo>
                <a:close/>
              </a:path>
              <a:path w="3175" h="41909">
                <a:moveTo>
                  <a:pt x="2235" y="41135"/>
                </a:moveTo>
                <a:lnTo>
                  <a:pt x="1981" y="40995"/>
                </a:lnTo>
                <a:lnTo>
                  <a:pt x="1828" y="41249"/>
                </a:lnTo>
                <a:lnTo>
                  <a:pt x="2082" y="41402"/>
                </a:lnTo>
                <a:lnTo>
                  <a:pt x="2235" y="41135"/>
                </a:lnTo>
                <a:close/>
              </a:path>
              <a:path w="3175" h="41909">
                <a:moveTo>
                  <a:pt x="2260" y="3149"/>
                </a:moveTo>
                <a:lnTo>
                  <a:pt x="2095" y="2946"/>
                </a:lnTo>
                <a:lnTo>
                  <a:pt x="1892" y="3124"/>
                </a:lnTo>
                <a:lnTo>
                  <a:pt x="2057" y="3340"/>
                </a:lnTo>
                <a:lnTo>
                  <a:pt x="2260" y="3149"/>
                </a:lnTo>
                <a:close/>
              </a:path>
              <a:path w="3175" h="41909">
                <a:moveTo>
                  <a:pt x="2273" y="8826"/>
                </a:moveTo>
                <a:lnTo>
                  <a:pt x="2070" y="8674"/>
                </a:lnTo>
                <a:lnTo>
                  <a:pt x="1905" y="8877"/>
                </a:lnTo>
                <a:lnTo>
                  <a:pt x="2120" y="9042"/>
                </a:lnTo>
                <a:lnTo>
                  <a:pt x="2273" y="8826"/>
                </a:lnTo>
                <a:close/>
              </a:path>
              <a:path w="3175" h="41909">
                <a:moveTo>
                  <a:pt x="2298" y="4102"/>
                </a:moveTo>
                <a:lnTo>
                  <a:pt x="2108" y="3911"/>
                </a:lnTo>
                <a:lnTo>
                  <a:pt x="1905" y="4076"/>
                </a:lnTo>
                <a:lnTo>
                  <a:pt x="2095" y="4305"/>
                </a:lnTo>
                <a:lnTo>
                  <a:pt x="2298" y="4102"/>
                </a:lnTo>
                <a:close/>
              </a:path>
              <a:path w="3175" h="41909">
                <a:moveTo>
                  <a:pt x="2362" y="8293"/>
                </a:moveTo>
                <a:lnTo>
                  <a:pt x="2133" y="8115"/>
                </a:lnTo>
                <a:lnTo>
                  <a:pt x="1981" y="8343"/>
                </a:lnTo>
                <a:lnTo>
                  <a:pt x="2184" y="8509"/>
                </a:lnTo>
                <a:lnTo>
                  <a:pt x="2362" y="8293"/>
                </a:lnTo>
                <a:close/>
              </a:path>
              <a:path w="3175" h="41909">
                <a:moveTo>
                  <a:pt x="2451" y="15163"/>
                </a:moveTo>
                <a:lnTo>
                  <a:pt x="2273" y="14960"/>
                </a:lnTo>
                <a:lnTo>
                  <a:pt x="2082" y="15113"/>
                </a:lnTo>
                <a:lnTo>
                  <a:pt x="2235" y="15328"/>
                </a:lnTo>
                <a:lnTo>
                  <a:pt x="2451" y="15163"/>
                </a:lnTo>
                <a:close/>
              </a:path>
              <a:path w="3175" h="41909">
                <a:moveTo>
                  <a:pt x="2552" y="7467"/>
                </a:moveTo>
                <a:lnTo>
                  <a:pt x="2374" y="7264"/>
                </a:lnTo>
                <a:lnTo>
                  <a:pt x="2159" y="7112"/>
                </a:lnTo>
                <a:lnTo>
                  <a:pt x="2057" y="7353"/>
                </a:lnTo>
                <a:lnTo>
                  <a:pt x="2184" y="7416"/>
                </a:lnTo>
                <a:lnTo>
                  <a:pt x="2336" y="7658"/>
                </a:lnTo>
                <a:lnTo>
                  <a:pt x="2552" y="7467"/>
                </a:lnTo>
                <a:close/>
              </a:path>
              <a:path w="3175" h="41909">
                <a:moveTo>
                  <a:pt x="2552" y="4940"/>
                </a:moveTo>
                <a:lnTo>
                  <a:pt x="2400" y="4724"/>
                </a:lnTo>
                <a:lnTo>
                  <a:pt x="2171" y="4864"/>
                </a:lnTo>
                <a:lnTo>
                  <a:pt x="2324" y="5105"/>
                </a:lnTo>
                <a:lnTo>
                  <a:pt x="2552" y="4940"/>
                </a:lnTo>
                <a:close/>
              </a:path>
              <a:path w="3175" h="41909">
                <a:moveTo>
                  <a:pt x="2578" y="4432"/>
                </a:moveTo>
                <a:lnTo>
                  <a:pt x="2374" y="4241"/>
                </a:lnTo>
                <a:lnTo>
                  <a:pt x="2184" y="4432"/>
                </a:lnTo>
                <a:lnTo>
                  <a:pt x="2387" y="4622"/>
                </a:lnTo>
                <a:lnTo>
                  <a:pt x="2578" y="4432"/>
                </a:lnTo>
                <a:close/>
              </a:path>
              <a:path w="3175" h="41909">
                <a:moveTo>
                  <a:pt x="2616" y="12636"/>
                </a:moveTo>
                <a:lnTo>
                  <a:pt x="2400" y="12446"/>
                </a:lnTo>
                <a:lnTo>
                  <a:pt x="2209" y="12674"/>
                </a:lnTo>
                <a:lnTo>
                  <a:pt x="2425" y="12839"/>
                </a:lnTo>
                <a:lnTo>
                  <a:pt x="2616" y="12636"/>
                </a:lnTo>
                <a:close/>
              </a:path>
              <a:path w="3175" h="41909">
                <a:moveTo>
                  <a:pt x="2654" y="15011"/>
                </a:moveTo>
                <a:lnTo>
                  <a:pt x="2514" y="14833"/>
                </a:lnTo>
                <a:lnTo>
                  <a:pt x="2349" y="14973"/>
                </a:lnTo>
                <a:lnTo>
                  <a:pt x="2476" y="15163"/>
                </a:lnTo>
                <a:lnTo>
                  <a:pt x="2654" y="150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bg object 159"/>
          <p:cNvSpPr/>
          <p:nvPr/>
        </p:nvSpPr>
        <p:spPr>
          <a:xfrm>
            <a:off x="2030285" y="1074229"/>
            <a:ext cx="3175" cy="16510"/>
          </a:xfrm>
          <a:custGeom>
            <a:avLst/>
            <a:gdLst/>
            <a:ahLst/>
            <a:cxnLst/>
            <a:rect l="l" t="t" r="r" b="b"/>
            <a:pathLst>
              <a:path w="3175" h="16509">
                <a:moveTo>
                  <a:pt x="393" y="13398"/>
                </a:moveTo>
                <a:lnTo>
                  <a:pt x="139" y="13271"/>
                </a:lnTo>
                <a:lnTo>
                  <a:pt x="0" y="13538"/>
                </a:lnTo>
                <a:lnTo>
                  <a:pt x="266" y="13665"/>
                </a:lnTo>
                <a:lnTo>
                  <a:pt x="393" y="13398"/>
                </a:lnTo>
                <a:close/>
              </a:path>
              <a:path w="3175" h="16509">
                <a:moveTo>
                  <a:pt x="393" y="9715"/>
                </a:moveTo>
                <a:lnTo>
                  <a:pt x="203" y="9550"/>
                </a:lnTo>
                <a:lnTo>
                  <a:pt x="25" y="9753"/>
                </a:lnTo>
                <a:lnTo>
                  <a:pt x="228" y="9931"/>
                </a:lnTo>
                <a:lnTo>
                  <a:pt x="393" y="9715"/>
                </a:lnTo>
                <a:close/>
              </a:path>
              <a:path w="3175" h="16509">
                <a:moveTo>
                  <a:pt x="393" y="7086"/>
                </a:moveTo>
                <a:lnTo>
                  <a:pt x="165" y="6934"/>
                </a:lnTo>
                <a:lnTo>
                  <a:pt x="12" y="7188"/>
                </a:lnTo>
                <a:lnTo>
                  <a:pt x="266" y="7340"/>
                </a:lnTo>
                <a:lnTo>
                  <a:pt x="393" y="7086"/>
                </a:lnTo>
                <a:close/>
              </a:path>
              <a:path w="3175" h="16509">
                <a:moveTo>
                  <a:pt x="393" y="5410"/>
                </a:moveTo>
                <a:lnTo>
                  <a:pt x="228" y="5321"/>
                </a:lnTo>
                <a:lnTo>
                  <a:pt x="152" y="5511"/>
                </a:lnTo>
                <a:lnTo>
                  <a:pt x="317" y="5588"/>
                </a:lnTo>
                <a:lnTo>
                  <a:pt x="393" y="5410"/>
                </a:lnTo>
                <a:close/>
              </a:path>
              <a:path w="3175" h="16509">
                <a:moveTo>
                  <a:pt x="419" y="15887"/>
                </a:moveTo>
                <a:lnTo>
                  <a:pt x="177" y="15773"/>
                </a:lnTo>
                <a:lnTo>
                  <a:pt x="50" y="16027"/>
                </a:lnTo>
                <a:lnTo>
                  <a:pt x="304" y="16154"/>
                </a:lnTo>
                <a:lnTo>
                  <a:pt x="419" y="15887"/>
                </a:lnTo>
                <a:close/>
              </a:path>
              <a:path w="3175" h="16509">
                <a:moveTo>
                  <a:pt x="482" y="7493"/>
                </a:moveTo>
                <a:lnTo>
                  <a:pt x="279" y="7404"/>
                </a:lnTo>
                <a:lnTo>
                  <a:pt x="177" y="7607"/>
                </a:lnTo>
                <a:lnTo>
                  <a:pt x="381" y="7721"/>
                </a:lnTo>
                <a:lnTo>
                  <a:pt x="482" y="7493"/>
                </a:lnTo>
                <a:close/>
              </a:path>
              <a:path w="3175" h="16509">
                <a:moveTo>
                  <a:pt x="546" y="1892"/>
                </a:moveTo>
                <a:lnTo>
                  <a:pt x="330" y="1778"/>
                </a:lnTo>
                <a:lnTo>
                  <a:pt x="228" y="2006"/>
                </a:lnTo>
                <a:lnTo>
                  <a:pt x="431" y="2120"/>
                </a:lnTo>
                <a:lnTo>
                  <a:pt x="546" y="1892"/>
                </a:lnTo>
                <a:close/>
              </a:path>
              <a:path w="3175" h="16509">
                <a:moveTo>
                  <a:pt x="571" y="2209"/>
                </a:moveTo>
                <a:lnTo>
                  <a:pt x="317" y="2095"/>
                </a:lnTo>
                <a:lnTo>
                  <a:pt x="203" y="2349"/>
                </a:lnTo>
                <a:lnTo>
                  <a:pt x="457" y="2489"/>
                </a:lnTo>
                <a:lnTo>
                  <a:pt x="571" y="2209"/>
                </a:lnTo>
                <a:close/>
              </a:path>
              <a:path w="3175" h="16509">
                <a:moveTo>
                  <a:pt x="622" y="14681"/>
                </a:moveTo>
                <a:lnTo>
                  <a:pt x="508" y="14478"/>
                </a:lnTo>
                <a:lnTo>
                  <a:pt x="304" y="14579"/>
                </a:lnTo>
                <a:lnTo>
                  <a:pt x="419" y="14770"/>
                </a:lnTo>
                <a:lnTo>
                  <a:pt x="622" y="14681"/>
                </a:lnTo>
                <a:close/>
              </a:path>
              <a:path w="3175" h="16509">
                <a:moveTo>
                  <a:pt x="673" y="8470"/>
                </a:moveTo>
                <a:lnTo>
                  <a:pt x="508" y="8331"/>
                </a:lnTo>
                <a:lnTo>
                  <a:pt x="381" y="8509"/>
                </a:lnTo>
                <a:lnTo>
                  <a:pt x="546" y="8648"/>
                </a:lnTo>
                <a:lnTo>
                  <a:pt x="673" y="8470"/>
                </a:lnTo>
                <a:close/>
              </a:path>
              <a:path w="3175" h="16509">
                <a:moveTo>
                  <a:pt x="723" y="13004"/>
                </a:moveTo>
                <a:lnTo>
                  <a:pt x="546" y="12763"/>
                </a:lnTo>
                <a:lnTo>
                  <a:pt x="317" y="12928"/>
                </a:lnTo>
                <a:lnTo>
                  <a:pt x="495" y="13169"/>
                </a:lnTo>
                <a:lnTo>
                  <a:pt x="723" y="13004"/>
                </a:lnTo>
                <a:close/>
              </a:path>
              <a:path w="3175" h="16509">
                <a:moveTo>
                  <a:pt x="749" y="152"/>
                </a:moveTo>
                <a:lnTo>
                  <a:pt x="596" y="0"/>
                </a:lnTo>
                <a:lnTo>
                  <a:pt x="431" y="165"/>
                </a:lnTo>
                <a:lnTo>
                  <a:pt x="609" y="317"/>
                </a:lnTo>
                <a:lnTo>
                  <a:pt x="749" y="152"/>
                </a:lnTo>
                <a:close/>
              </a:path>
              <a:path w="3175" h="16509">
                <a:moveTo>
                  <a:pt x="774" y="13868"/>
                </a:moveTo>
                <a:lnTo>
                  <a:pt x="609" y="13728"/>
                </a:lnTo>
                <a:lnTo>
                  <a:pt x="469" y="13906"/>
                </a:lnTo>
                <a:lnTo>
                  <a:pt x="647" y="14033"/>
                </a:lnTo>
                <a:lnTo>
                  <a:pt x="774" y="13868"/>
                </a:lnTo>
                <a:close/>
              </a:path>
              <a:path w="3175" h="16509">
                <a:moveTo>
                  <a:pt x="774" y="6654"/>
                </a:moveTo>
                <a:lnTo>
                  <a:pt x="546" y="6578"/>
                </a:lnTo>
                <a:lnTo>
                  <a:pt x="482" y="6781"/>
                </a:lnTo>
                <a:lnTo>
                  <a:pt x="368" y="7048"/>
                </a:lnTo>
                <a:lnTo>
                  <a:pt x="635" y="7188"/>
                </a:lnTo>
                <a:lnTo>
                  <a:pt x="774" y="6908"/>
                </a:lnTo>
                <a:lnTo>
                  <a:pt x="774" y="6654"/>
                </a:lnTo>
                <a:close/>
              </a:path>
              <a:path w="3175" h="16509">
                <a:moveTo>
                  <a:pt x="800" y="15494"/>
                </a:moveTo>
                <a:lnTo>
                  <a:pt x="609" y="15405"/>
                </a:lnTo>
                <a:lnTo>
                  <a:pt x="495" y="15621"/>
                </a:lnTo>
                <a:lnTo>
                  <a:pt x="698" y="15697"/>
                </a:lnTo>
                <a:lnTo>
                  <a:pt x="800" y="15494"/>
                </a:lnTo>
                <a:close/>
              </a:path>
              <a:path w="3175" h="16509">
                <a:moveTo>
                  <a:pt x="1028" y="977"/>
                </a:moveTo>
                <a:lnTo>
                  <a:pt x="863" y="812"/>
                </a:lnTo>
                <a:lnTo>
                  <a:pt x="698" y="952"/>
                </a:lnTo>
                <a:lnTo>
                  <a:pt x="838" y="1130"/>
                </a:lnTo>
                <a:lnTo>
                  <a:pt x="1028" y="977"/>
                </a:lnTo>
                <a:close/>
              </a:path>
              <a:path w="3175" h="16509">
                <a:moveTo>
                  <a:pt x="1104" y="9207"/>
                </a:moveTo>
                <a:lnTo>
                  <a:pt x="889" y="8978"/>
                </a:lnTo>
                <a:lnTo>
                  <a:pt x="673" y="9169"/>
                </a:lnTo>
                <a:lnTo>
                  <a:pt x="800" y="9347"/>
                </a:lnTo>
                <a:lnTo>
                  <a:pt x="965" y="9575"/>
                </a:lnTo>
                <a:lnTo>
                  <a:pt x="1079" y="9321"/>
                </a:lnTo>
                <a:close/>
              </a:path>
              <a:path w="3175" h="16509">
                <a:moveTo>
                  <a:pt x="1130" y="10629"/>
                </a:moveTo>
                <a:lnTo>
                  <a:pt x="914" y="10439"/>
                </a:lnTo>
                <a:lnTo>
                  <a:pt x="711" y="10655"/>
                </a:lnTo>
                <a:lnTo>
                  <a:pt x="850" y="10795"/>
                </a:lnTo>
                <a:lnTo>
                  <a:pt x="673" y="10922"/>
                </a:lnTo>
                <a:lnTo>
                  <a:pt x="812" y="11137"/>
                </a:lnTo>
                <a:lnTo>
                  <a:pt x="1028" y="10985"/>
                </a:lnTo>
                <a:lnTo>
                  <a:pt x="1130" y="10629"/>
                </a:lnTo>
                <a:close/>
              </a:path>
              <a:path w="3175" h="16509">
                <a:moveTo>
                  <a:pt x="1143" y="15824"/>
                </a:moveTo>
                <a:lnTo>
                  <a:pt x="977" y="15582"/>
                </a:lnTo>
                <a:lnTo>
                  <a:pt x="736" y="15748"/>
                </a:lnTo>
                <a:lnTo>
                  <a:pt x="914" y="16002"/>
                </a:lnTo>
                <a:lnTo>
                  <a:pt x="1143" y="15824"/>
                </a:lnTo>
                <a:close/>
              </a:path>
              <a:path w="3175" h="16509">
                <a:moveTo>
                  <a:pt x="1244" y="3213"/>
                </a:moveTo>
                <a:lnTo>
                  <a:pt x="1054" y="2984"/>
                </a:lnTo>
                <a:lnTo>
                  <a:pt x="825" y="3187"/>
                </a:lnTo>
                <a:lnTo>
                  <a:pt x="1028" y="3416"/>
                </a:lnTo>
                <a:lnTo>
                  <a:pt x="1244" y="3213"/>
                </a:lnTo>
                <a:close/>
              </a:path>
              <a:path w="3175" h="16509">
                <a:moveTo>
                  <a:pt x="1320" y="14058"/>
                </a:moveTo>
                <a:lnTo>
                  <a:pt x="1168" y="13868"/>
                </a:lnTo>
                <a:lnTo>
                  <a:pt x="977" y="14033"/>
                </a:lnTo>
                <a:lnTo>
                  <a:pt x="1143" y="14224"/>
                </a:lnTo>
                <a:lnTo>
                  <a:pt x="1320" y="14058"/>
                </a:lnTo>
                <a:close/>
              </a:path>
              <a:path w="3175" h="16509">
                <a:moveTo>
                  <a:pt x="1371" y="15074"/>
                </a:moveTo>
                <a:lnTo>
                  <a:pt x="1231" y="14871"/>
                </a:lnTo>
                <a:lnTo>
                  <a:pt x="1028" y="15011"/>
                </a:lnTo>
                <a:lnTo>
                  <a:pt x="1028" y="15176"/>
                </a:lnTo>
                <a:lnTo>
                  <a:pt x="1143" y="15328"/>
                </a:lnTo>
                <a:lnTo>
                  <a:pt x="1295" y="15214"/>
                </a:lnTo>
                <a:lnTo>
                  <a:pt x="1371" y="15074"/>
                </a:lnTo>
                <a:close/>
              </a:path>
              <a:path w="3175" h="16509">
                <a:moveTo>
                  <a:pt x="1422" y="13754"/>
                </a:moveTo>
                <a:lnTo>
                  <a:pt x="1320" y="13563"/>
                </a:lnTo>
                <a:lnTo>
                  <a:pt x="1117" y="13677"/>
                </a:lnTo>
                <a:lnTo>
                  <a:pt x="1244" y="13868"/>
                </a:lnTo>
                <a:lnTo>
                  <a:pt x="1422" y="13754"/>
                </a:lnTo>
                <a:close/>
              </a:path>
              <a:path w="3175" h="16509">
                <a:moveTo>
                  <a:pt x="1422" y="7315"/>
                </a:moveTo>
                <a:lnTo>
                  <a:pt x="1219" y="7124"/>
                </a:lnTo>
                <a:lnTo>
                  <a:pt x="1054" y="7340"/>
                </a:lnTo>
                <a:lnTo>
                  <a:pt x="1257" y="7505"/>
                </a:lnTo>
                <a:lnTo>
                  <a:pt x="1422" y="7315"/>
                </a:lnTo>
                <a:close/>
              </a:path>
              <a:path w="3175" h="16509">
                <a:moveTo>
                  <a:pt x="1485" y="2806"/>
                </a:moveTo>
                <a:lnTo>
                  <a:pt x="1295" y="2603"/>
                </a:lnTo>
                <a:lnTo>
                  <a:pt x="1079" y="2781"/>
                </a:lnTo>
                <a:lnTo>
                  <a:pt x="1270" y="3009"/>
                </a:lnTo>
                <a:lnTo>
                  <a:pt x="1485" y="2806"/>
                </a:lnTo>
                <a:close/>
              </a:path>
              <a:path w="3175" h="16509">
                <a:moveTo>
                  <a:pt x="1511" y="6235"/>
                </a:moveTo>
                <a:lnTo>
                  <a:pt x="1358" y="5969"/>
                </a:lnTo>
                <a:lnTo>
                  <a:pt x="1231" y="6045"/>
                </a:lnTo>
                <a:lnTo>
                  <a:pt x="1130" y="5880"/>
                </a:lnTo>
                <a:lnTo>
                  <a:pt x="1168" y="5689"/>
                </a:lnTo>
                <a:lnTo>
                  <a:pt x="927" y="5588"/>
                </a:lnTo>
                <a:lnTo>
                  <a:pt x="825" y="5829"/>
                </a:lnTo>
                <a:lnTo>
                  <a:pt x="1028" y="5943"/>
                </a:lnTo>
                <a:lnTo>
                  <a:pt x="1066" y="6223"/>
                </a:lnTo>
                <a:lnTo>
                  <a:pt x="1257" y="6375"/>
                </a:lnTo>
                <a:lnTo>
                  <a:pt x="1511" y="6235"/>
                </a:lnTo>
                <a:close/>
              </a:path>
              <a:path w="3175" h="16509">
                <a:moveTo>
                  <a:pt x="1549" y="12852"/>
                </a:moveTo>
                <a:lnTo>
                  <a:pt x="1422" y="12598"/>
                </a:lnTo>
                <a:lnTo>
                  <a:pt x="1181" y="12725"/>
                </a:lnTo>
                <a:lnTo>
                  <a:pt x="1308" y="12979"/>
                </a:lnTo>
                <a:lnTo>
                  <a:pt x="1549" y="12852"/>
                </a:lnTo>
                <a:close/>
              </a:path>
              <a:path w="3175" h="16509">
                <a:moveTo>
                  <a:pt x="1562" y="10236"/>
                </a:moveTo>
                <a:lnTo>
                  <a:pt x="1409" y="10185"/>
                </a:lnTo>
                <a:lnTo>
                  <a:pt x="1536" y="10007"/>
                </a:lnTo>
                <a:lnTo>
                  <a:pt x="1320" y="9817"/>
                </a:lnTo>
                <a:lnTo>
                  <a:pt x="1130" y="10058"/>
                </a:lnTo>
                <a:lnTo>
                  <a:pt x="1320" y="10198"/>
                </a:lnTo>
                <a:lnTo>
                  <a:pt x="1270" y="10375"/>
                </a:lnTo>
                <a:lnTo>
                  <a:pt x="1473" y="10477"/>
                </a:lnTo>
                <a:lnTo>
                  <a:pt x="1562" y="10236"/>
                </a:lnTo>
                <a:close/>
              </a:path>
              <a:path w="3175" h="16509">
                <a:moveTo>
                  <a:pt x="1574" y="12230"/>
                </a:moveTo>
                <a:lnTo>
                  <a:pt x="1371" y="12026"/>
                </a:lnTo>
                <a:lnTo>
                  <a:pt x="1181" y="12242"/>
                </a:lnTo>
                <a:lnTo>
                  <a:pt x="1397" y="12420"/>
                </a:lnTo>
                <a:lnTo>
                  <a:pt x="1574" y="12230"/>
                </a:lnTo>
                <a:close/>
              </a:path>
              <a:path w="3175" h="16509">
                <a:moveTo>
                  <a:pt x="1587" y="1739"/>
                </a:moveTo>
                <a:lnTo>
                  <a:pt x="1460" y="1549"/>
                </a:lnTo>
                <a:lnTo>
                  <a:pt x="1257" y="1689"/>
                </a:lnTo>
                <a:lnTo>
                  <a:pt x="1384" y="1879"/>
                </a:lnTo>
                <a:lnTo>
                  <a:pt x="1587" y="1739"/>
                </a:lnTo>
                <a:close/>
              </a:path>
              <a:path w="3175" h="16509">
                <a:moveTo>
                  <a:pt x="1587" y="1333"/>
                </a:moveTo>
                <a:lnTo>
                  <a:pt x="1435" y="1181"/>
                </a:lnTo>
                <a:lnTo>
                  <a:pt x="1282" y="1333"/>
                </a:lnTo>
                <a:lnTo>
                  <a:pt x="1422" y="1473"/>
                </a:lnTo>
                <a:lnTo>
                  <a:pt x="1587" y="1333"/>
                </a:lnTo>
                <a:close/>
              </a:path>
              <a:path w="3175" h="16509">
                <a:moveTo>
                  <a:pt x="1701" y="4203"/>
                </a:moveTo>
                <a:lnTo>
                  <a:pt x="1524" y="4076"/>
                </a:lnTo>
                <a:lnTo>
                  <a:pt x="1384" y="4267"/>
                </a:lnTo>
                <a:lnTo>
                  <a:pt x="1562" y="4394"/>
                </a:lnTo>
                <a:lnTo>
                  <a:pt x="1701" y="4203"/>
                </a:lnTo>
                <a:close/>
              </a:path>
              <a:path w="3175" h="16509">
                <a:moveTo>
                  <a:pt x="1752" y="2882"/>
                </a:moveTo>
                <a:lnTo>
                  <a:pt x="1524" y="2781"/>
                </a:lnTo>
                <a:lnTo>
                  <a:pt x="1397" y="3035"/>
                </a:lnTo>
                <a:lnTo>
                  <a:pt x="1651" y="3136"/>
                </a:lnTo>
                <a:lnTo>
                  <a:pt x="1752" y="2882"/>
                </a:lnTo>
                <a:close/>
              </a:path>
              <a:path w="3175" h="16509">
                <a:moveTo>
                  <a:pt x="1828" y="8648"/>
                </a:moveTo>
                <a:lnTo>
                  <a:pt x="1676" y="8458"/>
                </a:lnTo>
                <a:lnTo>
                  <a:pt x="1485" y="8623"/>
                </a:lnTo>
                <a:lnTo>
                  <a:pt x="1638" y="8813"/>
                </a:lnTo>
                <a:lnTo>
                  <a:pt x="1828" y="8648"/>
                </a:lnTo>
                <a:close/>
              </a:path>
              <a:path w="3175" h="16509">
                <a:moveTo>
                  <a:pt x="1917" y="14732"/>
                </a:moveTo>
                <a:lnTo>
                  <a:pt x="1676" y="14643"/>
                </a:lnTo>
                <a:lnTo>
                  <a:pt x="1574" y="14884"/>
                </a:lnTo>
                <a:lnTo>
                  <a:pt x="1816" y="14986"/>
                </a:lnTo>
                <a:lnTo>
                  <a:pt x="1917" y="14732"/>
                </a:lnTo>
                <a:close/>
              </a:path>
              <a:path w="3175" h="16509">
                <a:moveTo>
                  <a:pt x="1981" y="12471"/>
                </a:moveTo>
                <a:lnTo>
                  <a:pt x="1790" y="12369"/>
                </a:lnTo>
                <a:lnTo>
                  <a:pt x="1676" y="12573"/>
                </a:lnTo>
                <a:lnTo>
                  <a:pt x="1854" y="12687"/>
                </a:lnTo>
                <a:lnTo>
                  <a:pt x="1981" y="12471"/>
                </a:lnTo>
                <a:close/>
              </a:path>
              <a:path w="3175" h="16509">
                <a:moveTo>
                  <a:pt x="2006" y="2374"/>
                </a:moveTo>
                <a:lnTo>
                  <a:pt x="1790" y="2247"/>
                </a:lnTo>
                <a:lnTo>
                  <a:pt x="1651" y="2476"/>
                </a:lnTo>
                <a:lnTo>
                  <a:pt x="1663" y="2603"/>
                </a:lnTo>
                <a:lnTo>
                  <a:pt x="1778" y="2755"/>
                </a:lnTo>
                <a:lnTo>
                  <a:pt x="1955" y="2654"/>
                </a:lnTo>
                <a:lnTo>
                  <a:pt x="2006" y="2374"/>
                </a:lnTo>
                <a:close/>
              </a:path>
              <a:path w="3175" h="16509">
                <a:moveTo>
                  <a:pt x="2044" y="8001"/>
                </a:moveTo>
                <a:lnTo>
                  <a:pt x="1828" y="7912"/>
                </a:lnTo>
                <a:lnTo>
                  <a:pt x="1727" y="8102"/>
                </a:lnTo>
                <a:lnTo>
                  <a:pt x="1574" y="8242"/>
                </a:lnTo>
                <a:lnTo>
                  <a:pt x="1752" y="8470"/>
                </a:lnTo>
                <a:lnTo>
                  <a:pt x="1981" y="8280"/>
                </a:lnTo>
                <a:lnTo>
                  <a:pt x="2044" y="8001"/>
                </a:lnTo>
                <a:close/>
              </a:path>
              <a:path w="3175" h="16509">
                <a:moveTo>
                  <a:pt x="2070" y="4889"/>
                </a:moveTo>
                <a:lnTo>
                  <a:pt x="1905" y="4737"/>
                </a:lnTo>
                <a:lnTo>
                  <a:pt x="1739" y="4889"/>
                </a:lnTo>
                <a:lnTo>
                  <a:pt x="1905" y="5054"/>
                </a:lnTo>
                <a:lnTo>
                  <a:pt x="2070" y="4889"/>
                </a:lnTo>
                <a:close/>
              </a:path>
              <a:path w="3175" h="16509">
                <a:moveTo>
                  <a:pt x="2120" y="6426"/>
                </a:moveTo>
                <a:lnTo>
                  <a:pt x="1993" y="6350"/>
                </a:lnTo>
                <a:lnTo>
                  <a:pt x="1816" y="6172"/>
                </a:lnTo>
                <a:lnTo>
                  <a:pt x="1739" y="6388"/>
                </a:lnTo>
                <a:lnTo>
                  <a:pt x="1968" y="6604"/>
                </a:lnTo>
                <a:lnTo>
                  <a:pt x="2120" y="6426"/>
                </a:lnTo>
                <a:close/>
              </a:path>
              <a:path w="3175" h="16509">
                <a:moveTo>
                  <a:pt x="2120" y="1536"/>
                </a:moveTo>
                <a:lnTo>
                  <a:pt x="1968" y="1371"/>
                </a:lnTo>
                <a:lnTo>
                  <a:pt x="1778" y="1524"/>
                </a:lnTo>
                <a:lnTo>
                  <a:pt x="1943" y="1701"/>
                </a:lnTo>
                <a:lnTo>
                  <a:pt x="2120" y="1536"/>
                </a:lnTo>
                <a:close/>
              </a:path>
              <a:path w="3175" h="16509">
                <a:moveTo>
                  <a:pt x="2171" y="5956"/>
                </a:moveTo>
                <a:lnTo>
                  <a:pt x="2032" y="5753"/>
                </a:lnTo>
                <a:lnTo>
                  <a:pt x="1828" y="5880"/>
                </a:lnTo>
                <a:lnTo>
                  <a:pt x="1981" y="6083"/>
                </a:lnTo>
                <a:lnTo>
                  <a:pt x="2171" y="5956"/>
                </a:lnTo>
                <a:close/>
              </a:path>
              <a:path w="3175" h="16509">
                <a:moveTo>
                  <a:pt x="2184" y="11925"/>
                </a:moveTo>
                <a:lnTo>
                  <a:pt x="1968" y="11772"/>
                </a:lnTo>
                <a:lnTo>
                  <a:pt x="1803" y="12001"/>
                </a:lnTo>
                <a:lnTo>
                  <a:pt x="2032" y="12153"/>
                </a:lnTo>
                <a:lnTo>
                  <a:pt x="2184" y="11925"/>
                </a:lnTo>
                <a:close/>
              </a:path>
              <a:path w="3175" h="16509">
                <a:moveTo>
                  <a:pt x="2197" y="13208"/>
                </a:moveTo>
                <a:lnTo>
                  <a:pt x="2044" y="13017"/>
                </a:lnTo>
                <a:lnTo>
                  <a:pt x="1841" y="13182"/>
                </a:lnTo>
                <a:lnTo>
                  <a:pt x="2006" y="13373"/>
                </a:lnTo>
                <a:lnTo>
                  <a:pt x="2197" y="13208"/>
                </a:lnTo>
                <a:close/>
              </a:path>
              <a:path w="3175" h="16509">
                <a:moveTo>
                  <a:pt x="2222" y="7772"/>
                </a:moveTo>
                <a:lnTo>
                  <a:pt x="2108" y="7607"/>
                </a:lnTo>
                <a:lnTo>
                  <a:pt x="1955" y="7721"/>
                </a:lnTo>
                <a:lnTo>
                  <a:pt x="2070" y="7886"/>
                </a:lnTo>
                <a:lnTo>
                  <a:pt x="2222" y="7772"/>
                </a:lnTo>
                <a:close/>
              </a:path>
              <a:path w="3175" h="16509">
                <a:moveTo>
                  <a:pt x="2235" y="4089"/>
                </a:moveTo>
                <a:lnTo>
                  <a:pt x="2108" y="3911"/>
                </a:lnTo>
                <a:lnTo>
                  <a:pt x="1930" y="4038"/>
                </a:lnTo>
                <a:lnTo>
                  <a:pt x="2070" y="4216"/>
                </a:lnTo>
                <a:lnTo>
                  <a:pt x="2235" y="4089"/>
                </a:lnTo>
                <a:close/>
              </a:path>
              <a:path w="3175" h="16509">
                <a:moveTo>
                  <a:pt x="2286" y="5118"/>
                </a:moveTo>
                <a:lnTo>
                  <a:pt x="2082" y="4953"/>
                </a:lnTo>
                <a:lnTo>
                  <a:pt x="1917" y="5168"/>
                </a:lnTo>
                <a:lnTo>
                  <a:pt x="2133" y="5321"/>
                </a:lnTo>
                <a:lnTo>
                  <a:pt x="2286" y="5118"/>
                </a:lnTo>
                <a:close/>
              </a:path>
              <a:path w="3175" h="16509">
                <a:moveTo>
                  <a:pt x="2311" y="381"/>
                </a:moveTo>
                <a:lnTo>
                  <a:pt x="2120" y="165"/>
                </a:lnTo>
                <a:lnTo>
                  <a:pt x="1917" y="368"/>
                </a:lnTo>
                <a:lnTo>
                  <a:pt x="2108" y="584"/>
                </a:lnTo>
                <a:lnTo>
                  <a:pt x="2311" y="381"/>
                </a:lnTo>
                <a:close/>
              </a:path>
              <a:path w="3175" h="16509">
                <a:moveTo>
                  <a:pt x="2374" y="4559"/>
                </a:moveTo>
                <a:lnTo>
                  <a:pt x="2146" y="4394"/>
                </a:lnTo>
                <a:lnTo>
                  <a:pt x="1993" y="4622"/>
                </a:lnTo>
                <a:lnTo>
                  <a:pt x="2197" y="4800"/>
                </a:lnTo>
                <a:lnTo>
                  <a:pt x="2374" y="4559"/>
                </a:lnTo>
                <a:close/>
              </a:path>
              <a:path w="3175" h="16509">
                <a:moveTo>
                  <a:pt x="2463" y="11430"/>
                </a:moveTo>
                <a:lnTo>
                  <a:pt x="2286" y="11239"/>
                </a:lnTo>
                <a:lnTo>
                  <a:pt x="2095" y="11404"/>
                </a:lnTo>
                <a:lnTo>
                  <a:pt x="2019" y="11645"/>
                </a:lnTo>
                <a:lnTo>
                  <a:pt x="2146" y="11811"/>
                </a:lnTo>
                <a:lnTo>
                  <a:pt x="2286" y="11684"/>
                </a:lnTo>
                <a:lnTo>
                  <a:pt x="2197" y="11544"/>
                </a:lnTo>
                <a:lnTo>
                  <a:pt x="2463" y="11430"/>
                </a:lnTo>
                <a:close/>
              </a:path>
              <a:path w="3175" h="16509">
                <a:moveTo>
                  <a:pt x="2501" y="14236"/>
                </a:moveTo>
                <a:lnTo>
                  <a:pt x="2298" y="14135"/>
                </a:lnTo>
                <a:lnTo>
                  <a:pt x="2209" y="14312"/>
                </a:lnTo>
                <a:lnTo>
                  <a:pt x="2057" y="14211"/>
                </a:lnTo>
                <a:lnTo>
                  <a:pt x="1905" y="14439"/>
                </a:lnTo>
                <a:lnTo>
                  <a:pt x="2133" y="14592"/>
                </a:lnTo>
                <a:lnTo>
                  <a:pt x="2260" y="14389"/>
                </a:lnTo>
                <a:lnTo>
                  <a:pt x="2400" y="14465"/>
                </a:lnTo>
                <a:lnTo>
                  <a:pt x="2501" y="14236"/>
                </a:lnTo>
                <a:close/>
              </a:path>
              <a:path w="3175" h="16509">
                <a:moveTo>
                  <a:pt x="2565" y="3759"/>
                </a:moveTo>
                <a:lnTo>
                  <a:pt x="2387" y="3530"/>
                </a:lnTo>
                <a:lnTo>
                  <a:pt x="2159" y="3327"/>
                </a:lnTo>
                <a:lnTo>
                  <a:pt x="2044" y="3556"/>
                </a:lnTo>
                <a:lnTo>
                  <a:pt x="2235" y="3657"/>
                </a:lnTo>
                <a:lnTo>
                  <a:pt x="2349" y="3937"/>
                </a:lnTo>
                <a:lnTo>
                  <a:pt x="2565" y="3759"/>
                </a:lnTo>
                <a:close/>
              </a:path>
              <a:path w="3175" h="16509">
                <a:moveTo>
                  <a:pt x="2565" y="1231"/>
                </a:moveTo>
                <a:lnTo>
                  <a:pt x="2413" y="990"/>
                </a:lnTo>
                <a:lnTo>
                  <a:pt x="2184" y="1155"/>
                </a:lnTo>
                <a:lnTo>
                  <a:pt x="2336" y="1371"/>
                </a:lnTo>
                <a:lnTo>
                  <a:pt x="2565" y="1231"/>
                </a:lnTo>
                <a:close/>
              </a:path>
              <a:path w="3175" h="16509">
                <a:moveTo>
                  <a:pt x="2590" y="711"/>
                </a:moveTo>
                <a:lnTo>
                  <a:pt x="2387" y="520"/>
                </a:lnTo>
                <a:lnTo>
                  <a:pt x="2197" y="711"/>
                </a:lnTo>
                <a:lnTo>
                  <a:pt x="2400" y="901"/>
                </a:lnTo>
                <a:lnTo>
                  <a:pt x="2590" y="711"/>
                </a:lnTo>
                <a:close/>
              </a:path>
              <a:path w="3175" h="16509">
                <a:moveTo>
                  <a:pt x="2628" y="8915"/>
                </a:moveTo>
                <a:lnTo>
                  <a:pt x="2413" y="8724"/>
                </a:lnTo>
                <a:lnTo>
                  <a:pt x="2222" y="8953"/>
                </a:lnTo>
                <a:lnTo>
                  <a:pt x="2438" y="9131"/>
                </a:lnTo>
                <a:lnTo>
                  <a:pt x="2628" y="8915"/>
                </a:lnTo>
                <a:close/>
              </a:path>
              <a:path w="3175" h="16509">
                <a:moveTo>
                  <a:pt x="2667" y="11303"/>
                </a:moveTo>
                <a:lnTo>
                  <a:pt x="2527" y="11125"/>
                </a:lnTo>
                <a:lnTo>
                  <a:pt x="2362" y="11264"/>
                </a:lnTo>
                <a:lnTo>
                  <a:pt x="2463" y="11430"/>
                </a:lnTo>
                <a:lnTo>
                  <a:pt x="2667" y="11303"/>
                </a:lnTo>
                <a:close/>
              </a:path>
              <a:path w="3175" h="16509">
                <a:moveTo>
                  <a:pt x="2679" y="11772"/>
                </a:moveTo>
                <a:lnTo>
                  <a:pt x="2425" y="11620"/>
                </a:lnTo>
                <a:lnTo>
                  <a:pt x="2273" y="11887"/>
                </a:lnTo>
                <a:lnTo>
                  <a:pt x="2527" y="12026"/>
                </a:lnTo>
                <a:lnTo>
                  <a:pt x="2679" y="11772"/>
                </a:lnTo>
                <a:close/>
              </a:path>
              <a:path w="3175" h="16509">
                <a:moveTo>
                  <a:pt x="2692" y="15252"/>
                </a:moveTo>
                <a:lnTo>
                  <a:pt x="2476" y="15163"/>
                </a:lnTo>
                <a:lnTo>
                  <a:pt x="2374" y="15379"/>
                </a:lnTo>
                <a:lnTo>
                  <a:pt x="2590" y="15481"/>
                </a:lnTo>
                <a:lnTo>
                  <a:pt x="2692" y="152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bg object 160"/>
          <p:cNvSpPr/>
          <p:nvPr/>
        </p:nvSpPr>
        <p:spPr>
          <a:xfrm>
            <a:off x="2030514" y="1028915"/>
            <a:ext cx="58419" cy="66675"/>
          </a:xfrm>
          <a:custGeom>
            <a:avLst/>
            <a:gdLst/>
            <a:ahLst/>
            <a:cxnLst/>
            <a:rect l="l" t="t" r="r" b="b"/>
            <a:pathLst>
              <a:path w="58419" h="66675">
                <a:moveTo>
                  <a:pt x="304" y="45364"/>
                </a:moveTo>
                <a:lnTo>
                  <a:pt x="177" y="45173"/>
                </a:lnTo>
                <a:lnTo>
                  <a:pt x="0" y="45288"/>
                </a:lnTo>
                <a:lnTo>
                  <a:pt x="114" y="45478"/>
                </a:lnTo>
                <a:lnTo>
                  <a:pt x="304" y="45364"/>
                </a:lnTo>
                <a:close/>
              </a:path>
              <a:path w="58419" h="66675">
                <a:moveTo>
                  <a:pt x="495" y="65532"/>
                </a:moveTo>
                <a:lnTo>
                  <a:pt x="355" y="65290"/>
                </a:lnTo>
                <a:lnTo>
                  <a:pt x="127" y="65430"/>
                </a:lnTo>
                <a:lnTo>
                  <a:pt x="266" y="65659"/>
                </a:lnTo>
                <a:lnTo>
                  <a:pt x="495" y="65532"/>
                </a:lnTo>
                <a:close/>
              </a:path>
              <a:path w="58419" h="66675">
                <a:moveTo>
                  <a:pt x="495" y="62890"/>
                </a:moveTo>
                <a:lnTo>
                  <a:pt x="279" y="62814"/>
                </a:lnTo>
                <a:lnTo>
                  <a:pt x="203" y="63004"/>
                </a:lnTo>
                <a:lnTo>
                  <a:pt x="406" y="63106"/>
                </a:lnTo>
                <a:lnTo>
                  <a:pt x="495" y="62890"/>
                </a:lnTo>
                <a:close/>
              </a:path>
              <a:path w="58419" h="66675">
                <a:moveTo>
                  <a:pt x="495" y="44564"/>
                </a:moveTo>
                <a:lnTo>
                  <a:pt x="355" y="44348"/>
                </a:lnTo>
                <a:lnTo>
                  <a:pt x="127" y="44488"/>
                </a:lnTo>
                <a:lnTo>
                  <a:pt x="266" y="44704"/>
                </a:lnTo>
                <a:lnTo>
                  <a:pt x="495" y="44564"/>
                </a:lnTo>
                <a:close/>
              </a:path>
              <a:path w="58419" h="66675">
                <a:moveTo>
                  <a:pt x="495" y="41935"/>
                </a:moveTo>
                <a:lnTo>
                  <a:pt x="279" y="41859"/>
                </a:lnTo>
                <a:lnTo>
                  <a:pt x="203" y="42062"/>
                </a:lnTo>
                <a:lnTo>
                  <a:pt x="406" y="42138"/>
                </a:lnTo>
                <a:lnTo>
                  <a:pt x="495" y="41935"/>
                </a:lnTo>
                <a:close/>
              </a:path>
              <a:path w="58419" h="66675">
                <a:moveTo>
                  <a:pt x="520" y="66421"/>
                </a:moveTo>
                <a:lnTo>
                  <a:pt x="368" y="66268"/>
                </a:lnTo>
                <a:lnTo>
                  <a:pt x="177" y="66116"/>
                </a:lnTo>
                <a:lnTo>
                  <a:pt x="0" y="66243"/>
                </a:lnTo>
                <a:lnTo>
                  <a:pt x="114" y="66446"/>
                </a:lnTo>
                <a:lnTo>
                  <a:pt x="266" y="66370"/>
                </a:lnTo>
                <a:lnTo>
                  <a:pt x="381" y="66586"/>
                </a:lnTo>
                <a:lnTo>
                  <a:pt x="520" y="66421"/>
                </a:lnTo>
                <a:close/>
              </a:path>
              <a:path w="58419" h="66675">
                <a:moveTo>
                  <a:pt x="520" y="45466"/>
                </a:moveTo>
                <a:lnTo>
                  <a:pt x="368" y="45313"/>
                </a:lnTo>
                <a:lnTo>
                  <a:pt x="203" y="45478"/>
                </a:lnTo>
                <a:lnTo>
                  <a:pt x="381" y="45631"/>
                </a:lnTo>
                <a:lnTo>
                  <a:pt x="520" y="45466"/>
                </a:lnTo>
                <a:close/>
              </a:path>
              <a:path w="58419" h="66675">
                <a:moveTo>
                  <a:pt x="787" y="65379"/>
                </a:moveTo>
                <a:lnTo>
                  <a:pt x="609" y="65163"/>
                </a:lnTo>
                <a:lnTo>
                  <a:pt x="406" y="65328"/>
                </a:lnTo>
                <a:lnTo>
                  <a:pt x="558" y="65544"/>
                </a:lnTo>
                <a:lnTo>
                  <a:pt x="787" y="65379"/>
                </a:lnTo>
                <a:close/>
              </a:path>
              <a:path w="58419" h="66675">
                <a:moveTo>
                  <a:pt x="787" y="44437"/>
                </a:moveTo>
                <a:lnTo>
                  <a:pt x="609" y="44221"/>
                </a:lnTo>
                <a:lnTo>
                  <a:pt x="406" y="44373"/>
                </a:lnTo>
                <a:lnTo>
                  <a:pt x="558" y="44589"/>
                </a:lnTo>
                <a:lnTo>
                  <a:pt x="787" y="44437"/>
                </a:lnTo>
                <a:close/>
              </a:path>
              <a:path w="58419" h="66675">
                <a:moveTo>
                  <a:pt x="812" y="64325"/>
                </a:moveTo>
                <a:lnTo>
                  <a:pt x="609" y="64147"/>
                </a:lnTo>
                <a:lnTo>
                  <a:pt x="419" y="64312"/>
                </a:lnTo>
                <a:lnTo>
                  <a:pt x="609" y="64528"/>
                </a:lnTo>
                <a:lnTo>
                  <a:pt x="812" y="64325"/>
                </a:lnTo>
                <a:close/>
              </a:path>
              <a:path w="58419" h="66675">
                <a:moveTo>
                  <a:pt x="812" y="43383"/>
                </a:moveTo>
                <a:lnTo>
                  <a:pt x="609" y="43180"/>
                </a:lnTo>
                <a:lnTo>
                  <a:pt x="419" y="43370"/>
                </a:lnTo>
                <a:lnTo>
                  <a:pt x="609" y="43573"/>
                </a:lnTo>
                <a:lnTo>
                  <a:pt x="812" y="43383"/>
                </a:lnTo>
                <a:close/>
              </a:path>
              <a:path w="58419" h="66675">
                <a:moveTo>
                  <a:pt x="1079" y="64579"/>
                </a:moveTo>
                <a:lnTo>
                  <a:pt x="914" y="64427"/>
                </a:lnTo>
                <a:lnTo>
                  <a:pt x="762" y="64604"/>
                </a:lnTo>
                <a:lnTo>
                  <a:pt x="914" y="64744"/>
                </a:lnTo>
                <a:lnTo>
                  <a:pt x="1079" y="64579"/>
                </a:lnTo>
                <a:close/>
              </a:path>
              <a:path w="58419" h="66675">
                <a:moveTo>
                  <a:pt x="1079" y="43649"/>
                </a:moveTo>
                <a:lnTo>
                  <a:pt x="914" y="43497"/>
                </a:lnTo>
                <a:lnTo>
                  <a:pt x="762" y="43675"/>
                </a:lnTo>
                <a:lnTo>
                  <a:pt x="927" y="43815"/>
                </a:lnTo>
                <a:lnTo>
                  <a:pt x="1079" y="43649"/>
                </a:lnTo>
                <a:close/>
              </a:path>
              <a:path w="58419" h="66675">
                <a:moveTo>
                  <a:pt x="1117" y="64008"/>
                </a:moveTo>
                <a:lnTo>
                  <a:pt x="927" y="63906"/>
                </a:lnTo>
                <a:lnTo>
                  <a:pt x="812" y="64071"/>
                </a:lnTo>
                <a:lnTo>
                  <a:pt x="1003" y="64211"/>
                </a:lnTo>
                <a:lnTo>
                  <a:pt x="1117" y="64008"/>
                </a:lnTo>
                <a:close/>
              </a:path>
              <a:path w="58419" h="66675">
                <a:moveTo>
                  <a:pt x="1117" y="43053"/>
                </a:moveTo>
                <a:lnTo>
                  <a:pt x="927" y="42938"/>
                </a:lnTo>
                <a:lnTo>
                  <a:pt x="812" y="43129"/>
                </a:lnTo>
                <a:lnTo>
                  <a:pt x="1003" y="43256"/>
                </a:lnTo>
                <a:lnTo>
                  <a:pt x="1117" y="43053"/>
                </a:lnTo>
                <a:close/>
              </a:path>
              <a:path w="58419" h="66675">
                <a:moveTo>
                  <a:pt x="1219" y="63436"/>
                </a:moveTo>
                <a:lnTo>
                  <a:pt x="1041" y="63258"/>
                </a:lnTo>
                <a:lnTo>
                  <a:pt x="863" y="63436"/>
                </a:lnTo>
                <a:lnTo>
                  <a:pt x="1041" y="63614"/>
                </a:lnTo>
                <a:lnTo>
                  <a:pt x="1219" y="63436"/>
                </a:lnTo>
                <a:close/>
              </a:path>
              <a:path w="58419" h="66675">
                <a:moveTo>
                  <a:pt x="1219" y="42468"/>
                </a:moveTo>
                <a:lnTo>
                  <a:pt x="1041" y="42291"/>
                </a:lnTo>
                <a:lnTo>
                  <a:pt x="863" y="42468"/>
                </a:lnTo>
                <a:lnTo>
                  <a:pt x="1041" y="42646"/>
                </a:lnTo>
                <a:lnTo>
                  <a:pt x="1219" y="42468"/>
                </a:lnTo>
                <a:close/>
              </a:path>
              <a:path w="58419" h="66675">
                <a:moveTo>
                  <a:pt x="1244" y="65951"/>
                </a:moveTo>
                <a:lnTo>
                  <a:pt x="1104" y="65773"/>
                </a:lnTo>
                <a:lnTo>
                  <a:pt x="901" y="65913"/>
                </a:lnTo>
                <a:lnTo>
                  <a:pt x="1054" y="66116"/>
                </a:lnTo>
                <a:lnTo>
                  <a:pt x="1244" y="65951"/>
                </a:lnTo>
                <a:close/>
              </a:path>
              <a:path w="58419" h="66675">
                <a:moveTo>
                  <a:pt x="1244" y="45021"/>
                </a:moveTo>
                <a:lnTo>
                  <a:pt x="1104" y="44818"/>
                </a:lnTo>
                <a:lnTo>
                  <a:pt x="901" y="44958"/>
                </a:lnTo>
                <a:lnTo>
                  <a:pt x="1054" y="45161"/>
                </a:lnTo>
                <a:lnTo>
                  <a:pt x="1244" y="45021"/>
                </a:lnTo>
                <a:close/>
              </a:path>
              <a:path w="58419" h="66675">
                <a:moveTo>
                  <a:pt x="1371" y="65189"/>
                </a:moveTo>
                <a:lnTo>
                  <a:pt x="1219" y="64985"/>
                </a:lnTo>
                <a:lnTo>
                  <a:pt x="1016" y="65138"/>
                </a:lnTo>
                <a:lnTo>
                  <a:pt x="1155" y="65354"/>
                </a:lnTo>
                <a:lnTo>
                  <a:pt x="1371" y="65189"/>
                </a:lnTo>
                <a:close/>
              </a:path>
              <a:path w="58419" h="66675">
                <a:moveTo>
                  <a:pt x="1371" y="44246"/>
                </a:moveTo>
                <a:lnTo>
                  <a:pt x="1219" y="44030"/>
                </a:lnTo>
                <a:lnTo>
                  <a:pt x="1016" y="44170"/>
                </a:lnTo>
                <a:lnTo>
                  <a:pt x="1155" y="44386"/>
                </a:lnTo>
                <a:lnTo>
                  <a:pt x="1371" y="44246"/>
                </a:lnTo>
                <a:close/>
              </a:path>
              <a:path w="58419" h="66675">
                <a:moveTo>
                  <a:pt x="1536" y="63157"/>
                </a:moveTo>
                <a:lnTo>
                  <a:pt x="1320" y="63042"/>
                </a:lnTo>
                <a:lnTo>
                  <a:pt x="1206" y="63271"/>
                </a:lnTo>
                <a:lnTo>
                  <a:pt x="1435" y="63398"/>
                </a:lnTo>
                <a:lnTo>
                  <a:pt x="1536" y="63157"/>
                </a:lnTo>
                <a:close/>
              </a:path>
              <a:path w="58419" h="66675">
                <a:moveTo>
                  <a:pt x="1536" y="42189"/>
                </a:moveTo>
                <a:lnTo>
                  <a:pt x="1320" y="42113"/>
                </a:lnTo>
                <a:lnTo>
                  <a:pt x="1206" y="42316"/>
                </a:lnTo>
                <a:lnTo>
                  <a:pt x="1435" y="42430"/>
                </a:lnTo>
                <a:lnTo>
                  <a:pt x="1536" y="42189"/>
                </a:lnTo>
                <a:close/>
              </a:path>
              <a:path w="58419" h="66675">
                <a:moveTo>
                  <a:pt x="1701" y="45186"/>
                </a:moveTo>
                <a:lnTo>
                  <a:pt x="1536" y="44970"/>
                </a:lnTo>
                <a:lnTo>
                  <a:pt x="1320" y="45135"/>
                </a:lnTo>
                <a:lnTo>
                  <a:pt x="1473" y="45351"/>
                </a:lnTo>
                <a:lnTo>
                  <a:pt x="1701" y="45186"/>
                </a:lnTo>
                <a:close/>
              </a:path>
              <a:path w="58419" h="66675">
                <a:moveTo>
                  <a:pt x="1765" y="63766"/>
                </a:moveTo>
                <a:lnTo>
                  <a:pt x="1587" y="63588"/>
                </a:lnTo>
                <a:lnTo>
                  <a:pt x="1435" y="63754"/>
                </a:lnTo>
                <a:lnTo>
                  <a:pt x="1587" y="63931"/>
                </a:lnTo>
                <a:lnTo>
                  <a:pt x="1765" y="63766"/>
                </a:lnTo>
                <a:close/>
              </a:path>
              <a:path w="58419" h="66675">
                <a:moveTo>
                  <a:pt x="1765" y="42799"/>
                </a:moveTo>
                <a:lnTo>
                  <a:pt x="1587" y="42633"/>
                </a:lnTo>
                <a:lnTo>
                  <a:pt x="1435" y="42799"/>
                </a:lnTo>
                <a:lnTo>
                  <a:pt x="1587" y="42976"/>
                </a:lnTo>
                <a:lnTo>
                  <a:pt x="1765" y="42799"/>
                </a:lnTo>
                <a:close/>
              </a:path>
              <a:path w="58419" h="66675">
                <a:moveTo>
                  <a:pt x="1816" y="62776"/>
                </a:moveTo>
                <a:lnTo>
                  <a:pt x="1625" y="62547"/>
                </a:lnTo>
                <a:lnTo>
                  <a:pt x="1409" y="62725"/>
                </a:lnTo>
                <a:lnTo>
                  <a:pt x="1587" y="62953"/>
                </a:lnTo>
                <a:lnTo>
                  <a:pt x="1816" y="62776"/>
                </a:lnTo>
                <a:close/>
              </a:path>
              <a:path w="58419" h="66675">
                <a:moveTo>
                  <a:pt x="1816" y="41821"/>
                </a:moveTo>
                <a:lnTo>
                  <a:pt x="1625" y="41579"/>
                </a:lnTo>
                <a:lnTo>
                  <a:pt x="1409" y="41795"/>
                </a:lnTo>
                <a:lnTo>
                  <a:pt x="1587" y="41998"/>
                </a:lnTo>
                <a:lnTo>
                  <a:pt x="1816" y="41821"/>
                </a:lnTo>
                <a:close/>
              </a:path>
              <a:path w="58419" h="66675">
                <a:moveTo>
                  <a:pt x="1905" y="64820"/>
                </a:moveTo>
                <a:lnTo>
                  <a:pt x="1701" y="64643"/>
                </a:lnTo>
                <a:lnTo>
                  <a:pt x="1524" y="64846"/>
                </a:lnTo>
                <a:lnTo>
                  <a:pt x="1752" y="65024"/>
                </a:lnTo>
                <a:lnTo>
                  <a:pt x="1905" y="64820"/>
                </a:lnTo>
                <a:close/>
              </a:path>
              <a:path w="58419" h="66675">
                <a:moveTo>
                  <a:pt x="1905" y="43865"/>
                </a:moveTo>
                <a:lnTo>
                  <a:pt x="1701" y="43688"/>
                </a:lnTo>
                <a:lnTo>
                  <a:pt x="1524" y="43903"/>
                </a:lnTo>
                <a:lnTo>
                  <a:pt x="1752" y="44069"/>
                </a:lnTo>
                <a:lnTo>
                  <a:pt x="1905" y="43865"/>
                </a:lnTo>
                <a:close/>
              </a:path>
              <a:path w="58419" h="66675">
                <a:moveTo>
                  <a:pt x="2044" y="44754"/>
                </a:moveTo>
                <a:lnTo>
                  <a:pt x="1879" y="44538"/>
                </a:lnTo>
                <a:lnTo>
                  <a:pt x="1676" y="44716"/>
                </a:lnTo>
                <a:lnTo>
                  <a:pt x="1841" y="44932"/>
                </a:lnTo>
                <a:lnTo>
                  <a:pt x="2044" y="44754"/>
                </a:lnTo>
                <a:close/>
              </a:path>
              <a:path w="58419" h="66675">
                <a:moveTo>
                  <a:pt x="39281" y="419"/>
                </a:moveTo>
                <a:lnTo>
                  <a:pt x="39255" y="292"/>
                </a:lnTo>
                <a:lnTo>
                  <a:pt x="39281" y="419"/>
                </a:lnTo>
                <a:close/>
              </a:path>
              <a:path w="58419" h="66675">
                <a:moveTo>
                  <a:pt x="41109" y="38"/>
                </a:moveTo>
                <a:lnTo>
                  <a:pt x="40957" y="50"/>
                </a:lnTo>
                <a:lnTo>
                  <a:pt x="41109" y="38"/>
                </a:lnTo>
                <a:close/>
              </a:path>
              <a:path w="58419" h="66675">
                <a:moveTo>
                  <a:pt x="41783" y="0"/>
                </a:moveTo>
                <a:close/>
              </a:path>
              <a:path w="58419" h="66675">
                <a:moveTo>
                  <a:pt x="43167" y="6515"/>
                </a:moveTo>
                <a:close/>
              </a:path>
              <a:path w="58419" h="66675">
                <a:moveTo>
                  <a:pt x="45834" y="4343"/>
                </a:moveTo>
                <a:lnTo>
                  <a:pt x="45834" y="4546"/>
                </a:lnTo>
                <a:lnTo>
                  <a:pt x="45834" y="4343"/>
                </a:lnTo>
                <a:close/>
              </a:path>
              <a:path w="58419" h="66675">
                <a:moveTo>
                  <a:pt x="47955" y="5156"/>
                </a:moveTo>
                <a:lnTo>
                  <a:pt x="47828" y="5092"/>
                </a:lnTo>
                <a:lnTo>
                  <a:pt x="47955" y="5156"/>
                </a:lnTo>
                <a:close/>
              </a:path>
              <a:path w="58419" h="66675">
                <a:moveTo>
                  <a:pt x="48234" y="3530"/>
                </a:moveTo>
                <a:lnTo>
                  <a:pt x="47980" y="3505"/>
                </a:lnTo>
                <a:lnTo>
                  <a:pt x="47828" y="3467"/>
                </a:lnTo>
                <a:lnTo>
                  <a:pt x="47510" y="3403"/>
                </a:lnTo>
                <a:lnTo>
                  <a:pt x="47752" y="3556"/>
                </a:lnTo>
                <a:lnTo>
                  <a:pt x="48234" y="3530"/>
                </a:lnTo>
                <a:close/>
              </a:path>
              <a:path w="58419" h="66675">
                <a:moveTo>
                  <a:pt x="48907" y="2603"/>
                </a:moveTo>
                <a:lnTo>
                  <a:pt x="48742" y="2654"/>
                </a:lnTo>
                <a:lnTo>
                  <a:pt x="48907" y="2603"/>
                </a:lnTo>
                <a:close/>
              </a:path>
              <a:path w="58419" h="66675">
                <a:moveTo>
                  <a:pt x="50685" y="5638"/>
                </a:moveTo>
                <a:lnTo>
                  <a:pt x="50431" y="5499"/>
                </a:lnTo>
                <a:lnTo>
                  <a:pt x="50546" y="5651"/>
                </a:lnTo>
                <a:lnTo>
                  <a:pt x="50685" y="5638"/>
                </a:lnTo>
                <a:close/>
              </a:path>
              <a:path w="58419" h="66675">
                <a:moveTo>
                  <a:pt x="51587" y="3251"/>
                </a:moveTo>
                <a:lnTo>
                  <a:pt x="51346" y="3162"/>
                </a:lnTo>
                <a:lnTo>
                  <a:pt x="51587" y="3251"/>
                </a:lnTo>
                <a:close/>
              </a:path>
              <a:path w="58419" h="66675">
                <a:moveTo>
                  <a:pt x="51727" y="3048"/>
                </a:moveTo>
                <a:close/>
              </a:path>
              <a:path w="58419" h="66675">
                <a:moveTo>
                  <a:pt x="51790" y="3086"/>
                </a:moveTo>
                <a:close/>
              </a:path>
              <a:path w="58419" h="66675">
                <a:moveTo>
                  <a:pt x="52031" y="3314"/>
                </a:moveTo>
                <a:lnTo>
                  <a:pt x="51828" y="3276"/>
                </a:lnTo>
                <a:lnTo>
                  <a:pt x="52031" y="3314"/>
                </a:lnTo>
                <a:close/>
              </a:path>
              <a:path w="58419" h="66675">
                <a:moveTo>
                  <a:pt x="52374" y="3657"/>
                </a:moveTo>
                <a:lnTo>
                  <a:pt x="52171" y="3683"/>
                </a:lnTo>
                <a:lnTo>
                  <a:pt x="52374" y="3657"/>
                </a:lnTo>
                <a:close/>
              </a:path>
              <a:path w="58419" h="66675">
                <a:moveTo>
                  <a:pt x="55016" y="6985"/>
                </a:moveTo>
                <a:lnTo>
                  <a:pt x="54838" y="6832"/>
                </a:lnTo>
                <a:lnTo>
                  <a:pt x="54978" y="7073"/>
                </a:lnTo>
                <a:close/>
              </a:path>
              <a:path w="58419" h="66675">
                <a:moveTo>
                  <a:pt x="55473" y="3238"/>
                </a:moveTo>
                <a:lnTo>
                  <a:pt x="55435" y="3086"/>
                </a:lnTo>
                <a:lnTo>
                  <a:pt x="55308" y="3251"/>
                </a:lnTo>
                <a:lnTo>
                  <a:pt x="55473" y="3238"/>
                </a:lnTo>
                <a:close/>
              </a:path>
              <a:path w="58419" h="66675">
                <a:moveTo>
                  <a:pt x="57124" y="5956"/>
                </a:moveTo>
                <a:lnTo>
                  <a:pt x="56972" y="5918"/>
                </a:lnTo>
                <a:lnTo>
                  <a:pt x="57048" y="6057"/>
                </a:lnTo>
                <a:close/>
              </a:path>
              <a:path w="58419" h="66675">
                <a:moveTo>
                  <a:pt x="57632" y="5092"/>
                </a:moveTo>
                <a:lnTo>
                  <a:pt x="57556" y="4927"/>
                </a:lnTo>
                <a:lnTo>
                  <a:pt x="57531" y="5080"/>
                </a:lnTo>
                <a:close/>
              </a:path>
              <a:path w="58419" h="66675">
                <a:moveTo>
                  <a:pt x="57835" y="5016"/>
                </a:moveTo>
                <a:close/>
              </a:path>
              <a:path w="58419" h="66675">
                <a:moveTo>
                  <a:pt x="58254" y="3200"/>
                </a:moveTo>
                <a:lnTo>
                  <a:pt x="57962" y="3213"/>
                </a:lnTo>
                <a:lnTo>
                  <a:pt x="58191" y="32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bg object 161"/>
          <p:cNvSpPr/>
          <p:nvPr/>
        </p:nvSpPr>
        <p:spPr>
          <a:xfrm>
            <a:off x="2061286" y="1035748"/>
            <a:ext cx="26670" cy="15875"/>
          </a:xfrm>
          <a:custGeom>
            <a:avLst/>
            <a:gdLst/>
            <a:ahLst/>
            <a:cxnLst/>
            <a:rect l="l" t="t" r="r" b="b"/>
            <a:pathLst>
              <a:path w="26669" h="15875">
                <a:moveTo>
                  <a:pt x="76" y="7683"/>
                </a:moveTo>
                <a:close/>
              </a:path>
              <a:path w="26669" h="15875">
                <a:moveTo>
                  <a:pt x="1917" y="1244"/>
                </a:moveTo>
                <a:lnTo>
                  <a:pt x="1752" y="1206"/>
                </a:lnTo>
                <a:lnTo>
                  <a:pt x="1917" y="1244"/>
                </a:lnTo>
                <a:close/>
              </a:path>
              <a:path w="26669" h="15875">
                <a:moveTo>
                  <a:pt x="3606" y="11125"/>
                </a:moveTo>
                <a:close/>
              </a:path>
              <a:path w="26669" h="15875">
                <a:moveTo>
                  <a:pt x="8064" y="10579"/>
                </a:moveTo>
                <a:lnTo>
                  <a:pt x="7937" y="10617"/>
                </a:lnTo>
                <a:lnTo>
                  <a:pt x="8064" y="10579"/>
                </a:lnTo>
                <a:close/>
              </a:path>
              <a:path w="26669" h="15875">
                <a:moveTo>
                  <a:pt x="8521" y="9461"/>
                </a:moveTo>
                <a:lnTo>
                  <a:pt x="8509" y="9067"/>
                </a:lnTo>
                <a:lnTo>
                  <a:pt x="8509" y="8674"/>
                </a:lnTo>
                <a:lnTo>
                  <a:pt x="8420" y="8255"/>
                </a:lnTo>
                <a:lnTo>
                  <a:pt x="8445" y="8648"/>
                </a:lnTo>
                <a:lnTo>
                  <a:pt x="8432" y="9042"/>
                </a:lnTo>
                <a:lnTo>
                  <a:pt x="8521" y="9461"/>
                </a:lnTo>
                <a:close/>
              </a:path>
              <a:path w="26669" h="15875">
                <a:moveTo>
                  <a:pt x="8940" y="5880"/>
                </a:moveTo>
                <a:lnTo>
                  <a:pt x="8801" y="5918"/>
                </a:lnTo>
                <a:lnTo>
                  <a:pt x="8940" y="5880"/>
                </a:lnTo>
                <a:close/>
              </a:path>
              <a:path w="26669" h="15875">
                <a:moveTo>
                  <a:pt x="9093" y="1917"/>
                </a:moveTo>
                <a:close/>
              </a:path>
              <a:path w="26669" h="15875">
                <a:moveTo>
                  <a:pt x="10388" y="7759"/>
                </a:moveTo>
                <a:lnTo>
                  <a:pt x="10223" y="8432"/>
                </a:lnTo>
                <a:lnTo>
                  <a:pt x="10210" y="9118"/>
                </a:lnTo>
                <a:lnTo>
                  <a:pt x="10261" y="9613"/>
                </a:lnTo>
                <a:lnTo>
                  <a:pt x="10274" y="8864"/>
                </a:lnTo>
                <a:lnTo>
                  <a:pt x="10325" y="8483"/>
                </a:lnTo>
                <a:lnTo>
                  <a:pt x="10388" y="7772"/>
                </a:lnTo>
                <a:close/>
              </a:path>
              <a:path w="26669" h="15875">
                <a:moveTo>
                  <a:pt x="10731" y="5842"/>
                </a:moveTo>
                <a:lnTo>
                  <a:pt x="10566" y="5791"/>
                </a:lnTo>
                <a:lnTo>
                  <a:pt x="10642" y="5969"/>
                </a:lnTo>
                <a:lnTo>
                  <a:pt x="10731" y="5842"/>
                </a:lnTo>
                <a:close/>
              </a:path>
              <a:path w="26669" h="15875">
                <a:moveTo>
                  <a:pt x="12293" y="1320"/>
                </a:moveTo>
                <a:lnTo>
                  <a:pt x="11988" y="1028"/>
                </a:lnTo>
                <a:lnTo>
                  <a:pt x="11988" y="1498"/>
                </a:lnTo>
                <a:lnTo>
                  <a:pt x="12293" y="1320"/>
                </a:lnTo>
                <a:close/>
              </a:path>
              <a:path w="26669" h="15875">
                <a:moveTo>
                  <a:pt x="12814" y="1143"/>
                </a:moveTo>
                <a:close/>
              </a:path>
              <a:path w="26669" h="15875">
                <a:moveTo>
                  <a:pt x="13169" y="4114"/>
                </a:moveTo>
                <a:close/>
              </a:path>
              <a:path w="26669" h="15875">
                <a:moveTo>
                  <a:pt x="13208" y="8013"/>
                </a:moveTo>
                <a:close/>
              </a:path>
              <a:path w="26669" h="15875">
                <a:moveTo>
                  <a:pt x="13462" y="10833"/>
                </a:moveTo>
                <a:lnTo>
                  <a:pt x="13309" y="10909"/>
                </a:lnTo>
                <a:lnTo>
                  <a:pt x="13462" y="10833"/>
                </a:lnTo>
                <a:close/>
              </a:path>
              <a:path w="26669" h="15875">
                <a:moveTo>
                  <a:pt x="14046" y="15544"/>
                </a:moveTo>
                <a:lnTo>
                  <a:pt x="13931" y="14617"/>
                </a:lnTo>
                <a:lnTo>
                  <a:pt x="13792" y="13411"/>
                </a:lnTo>
                <a:lnTo>
                  <a:pt x="13792" y="12382"/>
                </a:lnTo>
                <a:lnTo>
                  <a:pt x="13754" y="13474"/>
                </a:lnTo>
                <a:lnTo>
                  <a:pt x="13843" y="14605"/>
                </a:lnTo>
                <a:lnTo>
                  <a:pt x="14046" y="15544"/>
                </a:lnTo>
                <a:close/>
              </a:path>
              <a:path w="26669" h="15875">
                <a:moveTo>
                  <a:pt x="14439" y="1714"/>
                </a:moveTo>
                <a:lnTo>
                  <a:pt x="14376" y="1498"/>
                </a:lnTo>
                <a:lnTo>
                  <a:pt x="14351" y="1663"/>
                </a:lnTo>
                <a:close/>
              </a:path>
              <a:path w="26669" h="15875">
                <a:moveTo>
                  <a:pt x="15659" y="12192"/>
                </a:moveTo>
                <a:lnTo>
                  <a:pt x="15519" y="12217"/>
                </a:lnTo>
                <a:lnTo>
                  <a:pt x="15659" y="12192"/>
                </a:lnTo>
                <a:close/>
              </a:path>
              <a:path w="26669" h="15875">
                <a:moveTo>
                  <a:pt x="15760" y="11671"/>
                </a:moveTo>
                <a:lnTo>
                  <a:pt x="15519" y="11442"/>
                </a:lnTo>
                <a:lnTo>
                  <a:pt x="15163" y="11709"/>
                </a:lnTo>
                <a:lnTo>
                  <a:pt x="15125" y="11938"/>
                </a:lnTo>
                <a:lnTo>
                  <a:pt x="15265" y="11811"/>
                </a:lnTo>
                <a:lnTo>
                  <a:pt x="15405" y="11557"/>
                </a:lnTo>
                <a:lnTo>
                  <a:pt x="15760" y="11671"/>
                </a:lnTo>
                <a:close/>
              </a:path>
              <a:path w="26669" h="15875">
                <a:moveTo>
                  <a:pt x="15925" y="3835"/>
                </a:moveTo>
                <a:lnTo>
                  <a:pt x="15709" y="4013"/>
                </a:lnTo>
                <a:lnTo>
                  <a:pt x="15392" y="4191"/>
                </a:lnTo>
                <a:lnTo>
                  <a:pt x="15125" y="4445"/>
                </a:lnTo>
                <a:lnTo>
                  <a:pt x="15303" y="4381"/>
                </a:lnTo>
                <a:lnTo>
                  <a:pt x="15405" y="4229"/>
                </a:lnTo>
                <a:lnTo>
                  <a:pt x="15633" y="4178"/>
                </a:lnTo>
                <a:lnTo>
                  <a:pt x="15925" y="3835"/>
                </a:lnTo>
                <a:close/>
              </a:path>
              <a:path w="26669" h="15875">
                <a:moveTo>
                  <a:pt x="16141" y="876"/>
                </a:moveTo>
                <a:lnTo>
                  <a:pt x="16040" y="1130"/>
                </a:lnTo>
                <a:lnTo>
                  <a:pt x="16141" y="876"/>
                </a:lnTo>
                <a:close/>
              </a:path>
              <a:path w="26669" h="15875">
                <a:moveTo>
                  <a:pt x="16510" y="1206"/>
                </a:moveTo>
                <a:close/>
              </a:path>
              <a:path w="26669" h="15875">
                <a:moveTo>
                  <a:pt x="16662" y="889"/>
                </a:moveTo>
                <a:lnTo>
                  <a:pt x="16662" y="1016"/>
                </a:lnTo>
                <a:lnTo>
                  <a:pt x="16662" y="889"/>
                </a:lnTo>
                <a:close/>
              </a:path>
              <a:path w="26669" h="15875">
                <a:moveTo>
                  <a:pt x="16713" y="9080"/>
                </a:moveTo>
                <a:lnTo>
                  <a:pt x="16611" y="9499"/>
                </a:lnTo>
                <a:lnTo>
                  <a:pt x="16522" y="10033"/>
                </a:lnTo>
                <a:lnTo>
                  <a:pt x="16560" y="10528"/>
                </a:lnTo>
                <a:lnTo>
                  <a:pt x="16548" y="10045"/>
                </a:lnTo>
                <a:lnTo>
                  <a:pt x="16687" y="9486"/>
                </a:lnTo>
                <a:lnTo>
                  <a:pt x="16713" y="9080"/>
                </a:lnTo>
                <a:close/>
              </a:path>
              <a:path w="26669" h="15875">
                <a:moveTo>
                  <a:pt x="17919" y="1270"/>
                </a:moveTo>
                <a:close/>
              </a:path>
              <a:path w="26669" h="15875">
                <a:moveTo>
                  <a:pt x="18516" y="3365"/>
                </a:moveTo>
                <a:lnTo>
                  <a:pt x="18402" y="2654"/>
                </a:lnTo>
                <a:lnTo>
                  <a:pt x="18135" y="2082"/>
                </a:lnTo>
                <a:lnTo>
                  <a:pt x="18199" y="1562"/>
                </a:lnTo>
                <a:lnTo>
                  <a:pt x="18148" y="2235"/>
                </a:lnTo>
                <a:lnTo>
                  <a:pt x="18313" y="2832"/>
                </a:lnTo>
                <a:lnTo>
                  <a:pt x="18516" y="3365"/>
                </a:lnTo>
                <a:close/>
              </a:path>
              <a:path w="26669" h="15875">
                <a:moveTo>
                  <a:pt x="20269" y="8610"/>
                </a:moveTo>
                <a:lnTo>
                  <a:pt x="20167" y="8763"/>
                </a:lnTo>
                <a:lnTo>
                  <a:pt x="20015" y="9118"/>
                </a:lnTo>
                <a:lnTo>
                  <a:pt x="20142" y="9080"/>
                </a:lnTo>
                <a:lnTo>
                  <a:pt x="20154" y="8940"/>
                </a:lnTo>
                <a:lnTo>
                  <a:pt x="20269" y="8610"/>
                </a:lnTo>
                <a:close/>
              </a:path>
              <a:path w="26669" h="15875">
                <a:moveTo>
                  <a:pt x="20624" y="12293"/>
                </a:moveTo>
                <a:lnTo>
                  <a:pt x="20497" y="12065"/>
                </a:lnTo>
                <a:lnTo>
                  <a:pt x="20497" y="12217"/>
                </a:lnTo>
                <a:lnTo>
                  <a:pt x="20624" y="12293"/>
                </a:lnTo>
                <a:close/>
              </a:path>
              <a:path w="26669" h="15875">
                <a:moveTo>
                  <a:pt x="20993" y="3454"/>
                </a:moveTo>
                <a:lnTo>
                  <a:pt x="20853" y="3098"/>
                </a:lnTo>
                <a:lnTo>
                  <a:pt x="20472" y="3492"/>
                </a:lnTo>
                <a:lnTo>
                  <a:pt x="20472" y="3695"/>
                </a:lnTo>
                <a:lnTo>
                  <a:pt x="20535" y="3454"/>
                </a:lnTo>
                <a:lnTo>
                  <a:pt x="20802" y="3213"/>
                </a:lnTo>
                <a:lnTo>
                  <a:pt x="20993" y="3454"/>
                </a:lnTo>
                <a:close/>
              </a:path>
              <a:path w="26669" h="15875">
                <a:moveTo>
                  <a:pt x="21234" y="2374"/>
                </a:moveTo>
                <a:close/>
              </a:path>
              <a:path w="26669" h="15875">
                <a:moveTo>
                  <a:pt x="21437" y="12039"/>
                </a:moveTo>
                <a:lnTo>
                  <a:pt x="21361" y="12217"/>
                </a:lnTo>
                <a:lnTo>
                  <a:pt x="21247" y="12407"/>
                </a:lnTo>
                <a:lnTo>
                  <a:pt x="21437" y="12319"/>
                </a:lnTo>
                <a:lnTo>
                  <a:pt x="21437" y="12039"/>
                </a:lnTo>
                <a:close/>
              </a:path>
              <a:path w="26669" h="15875">
                <a:moveTo>
                  <a:pt x="23571" y="4508"/>
                </a:moveTo>
                <a:lnTo>
                  <a:pt x="23431" y="4521"/>
                </a:lnTo>
                <a:lnTo>
                  <a:pt x="23571" y="4508"/>
                </a:lnTo>
                <a:close/>
              </a:path>
              <a:path w="26669" h="15875">
                <a:moveTo>
                  <a:pt x="24244" y="152"/>
                </a:moveTo>
                <a:lnTo>
                  <a:pt x="24066" y="0"/>
                </a:lnTo>
                <a:lnTo>
                  <a:pt x="24206" y="241"/>
                </a:lnTo>
                <a:close/>
              </a:path>
              <a:path w="26669" h="15875">
                <a:moveTo>
                  <a:pt x="24257" y="1206"/>
                </a:moveTo>
                <a:close/>
              </a:path>
              <a:path w="26669" h="15875">
                <a:moveTo>
                  <a:pt x="26238" y="1828"/>
                </a:move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bg object 162"/>
          <p:cNvSpPr/>
          <p:nvPr/>
        </p:nvSpPr>
        <p:spPr>
          <a:xfrm>
            <a:off x="2053005" y="1028864"/>
            <a:ext cx="36195" cy="30480"/>
          </a:xfrm>
          <a:custGeom>
            <a:avLst/>
            <a:gdLst/>
            <a:ahLst/>
            <a:cxnLst/>
            <a:rect l="l" t="t" r="r" b="b"/>
            <a:pathLst>
              <a:path w="36194" h="30480">
                <a:moveTo>
                  <a:pt x="1155" y="5397"/>
                </a:moveTo>
                <a:lnTo>
                  <a:pt x="749" y="5270"/>
                </a:lnTo>
                <a:lnTo>
                  <a:pt x="635" y="5143"/>
                </a:lnTo>
                <a:lnTo>
                  <a:pt x="508" y="5016"/>
                </a:lnTo>
                <a:lnTo>
                  <a:pt x="533" y="5397"/>
                </a:lnTo>
                <a:lnTo>
                  <a:pt x="1155" y="5397"/>
                </a:lnTo>
                <a:close/>
              </a:path>
              <a:path w="36194" h="30480">
                <a:moveTo>
                  <a:pt x="1600" y="5778"/>
                </a:moveTo>
                <a:lnTo>
                  <a:pt x="1333" y="5651"/>
                </a:lnTo>
                <a:lnTo>
                  <a:pt x="1333" y="5778"/>
                </a:lnTo>
                <a:lnTo>
                  <a:pt x="1600" y="5778"/>
                </a:lnTo>
                <a:close/>
              </a:path>
              <a:path w="36194" h="30480">
                <a:moveTo>
                  <a:pt x="3060" y="12128"/>
                </a:moveTo>
                <a:lnTo>
                  <a:pt x="3009" y="12001"/>
                </a:lnTo>
                <a:lnTo>
                  <a:pt x="2895" y="11874"/>
                </a:lnTo>
                <a:lnTo>
                  <a:pt x="2870" y="12001"/>
                </a:lnTo>
                <a:lnTo>
                  <a:pt x="3060" y="12128"/>
                </a:lnTo>
                <a:close/>
              </a:path>
              <a:path w="36194" h="30480">
                <a:moveTo>
                  <a:pt x="3251" y="12128"/>
                </a:moveTo>
                <a:lnTo>
                  <a:pt x="3060" y="12128"/>
                </a:lnTo>
                <a:lnTo>
                  <a:pt x="3238" y="12255"/>
                </a:lnTo>
                <a:lnTo>
                  <a:pt x="3251" y="12128"/>
                </a:lnTo>
                <a:close/>
              </a:path>
              <a:path w="36194" h="30480">
                <a:moveTo>
                  <a:pt x="3759" y="10858"/>
                </a:moveTo>
                <a:lnTo>
                  <a:pt x="3606" y="10731"/>
                </a:lnTo>
                <a:lnTo>
                  <a:pt x="3619" y="10858"/>
                </a:lnTo>
                <a:lnTo>
                  <a:pt x="3759" y="10858"/>
                </a:lnTo>
                <a:close/>
              </a:path>
              <a:path w="36194" h="30480">
                <a:moveTo>
                  <a:pt x="3975" y="10731"/>
                </a:moveTo>
                <a:lnTo>
                  <a:pt x="3848" y="10604"/>
                </a:lnTo>
                <a:lnTo>
                  <a:pt x="3759" y="10858"/>
                </a:lnTo>
                <a:lnTo>
                  <a:pt x="3975" y="10731"/>
                </a:lnTo>
                <a:close/>
              </a:path>
              <a:path w="36194" h="30480">
                <a:moveTo>
                  <a:pt x="4660" y="10350"/>
                </a:moveTo>
                <a:lnTo>
                  <a:pt x="4445" y="10477"/>
                </a:lnTo>
                <a:lnTo>
                  <a:pt x="4483" y="10604"/>
                </a:lnTo>
                <a:lnTo>
                  <a:pt x="4572" y="10477"/>
                </a:lnTo>
                <a:lnTo>
                  <a:pt x="4660" y="10350"/>
                </a:lnTo>
                <a:close/>
              </a:path>
              <a:path w="36194" h="30480">
                <a:moveTo>
                  <a:pt x="5994" y="16065"/>
                </a:moveTo>
                <a:lnTo>
                  <a:pt x="5638" y="16065"/>
                </a:lnTo>
                <a:lnTo>
                  <a:pt x="5257" y="16065"/>
                </a:lnTo>
                <a:lnTo>
                  <a:pt x="5334" y="16192"/>
                </a:lnTo>
                <a:lnTo>
                  <a:pt x="5969" y="16192"/>
                </a:lnTo>
                <a:lnTo>
                  <a:pt x="5994" y="16065"/>
                </a:lnTo>
                <a:close/>
              </a:path>
              <a:path w="36194" h="30480">
                <a:moveTo>
                  <a:pt x="7505" y="19367"/>
                </a:moveTo>
                <a:lnTo>
                  <a:pt x="7137" y="19113"/>
                </a:lnTo>
                <a:lnTo>
                  <a:pt x="7188" y="19494"/>
                </a:lnTo>
                <a:lnTo>
                  <a:pt x="7505" y="19367"/>
                </a:lnTo>
                <a:close/>
              </a:path>
              <a:path w="36194" h="30480">
                <a:moveTo>
                  <a:pt x="8597" y="14668"/>
                </a:moveTo>
                <a:lnTo>
                  <a:pt x="8432" y="14541"/>
                </a:lnTo>
                <a:lnTo>
                  <a:pt x="8331" y="14668"/>
                </a:lnTo>
                <a:lnTo>
                  <a:pt x="8597" y="14668"/>
                </a:lnTo>
                <a:close/>
              </a:path>
              <a:path w="36194" h="30480">
                <a:moveTo>
                  <a:pt x="8750" y="14795"/>
                </a:moveTo>
                <a:lnTo>
                  <a:pt x="8597" y="14668"/>
                </a:lnTo>
                <a:lnTo>
                  <a:pt x="8585" y="14922"/>
                </a:lnTo>
                <a:lnTo>
                  <a:pt x="8750" y="14795"/>
                </a:lnTo>
                <a:close/>
              </a:path>
              <a:path w="36194" h="30480">
                <a:moveTo>
                  <a:pt x="9067" y="14287"/>
                </a:moveTo>
                <a:lnTo>
                  <a:pt x="9055" y="14160"/>
                </a:lnTo>
                <a:lnTo>
                  <a:pt x="8432" y="14160"/>
                </a:lnTo>
                <a:lnTo>
                  <a:pt x="8432" y="14287"/>
                </a:lnTo>
                <a:lnTo>
                  <a:pt x="9067" y="14287"/>
                </a:lnTo>
                <a:close/>
              </a:path>
              <a:path w="36194" h="30480">
                <a:moveTo>
                  <a:pt x="11328" y="8064"/>
                </a:moveTo>
                <a:lnTo>
                  <a:pt x="11087" y="7937"/>
                </a:lnTo>
                <a:lnTo>
                  <a:pt x="11099" y="8064"/>
                </a:lnTo>
                <a:lnTo>
                  <a:pt x="10947" y="8064"/>
                </a:lnTo>
                <a:lnTo>
                  <a:pt x="10947" y="8191"/>
                </a:lnTo>
                <a:lnTo>
                  <a:pt x="11099" y="8191"/>
                </a:lnTo>
                <a:lnTo>
                  <a:pt x="11176" y="8318"/>
                </a:lnTo>
                <a:lnTo>
                  <a:pt x="11303" y="8191"/>
                </a:lnTo>
                <a:lnTo>
                  <a:pt x="11328" y="8064"/>
                </a:lnTo>
                <a:close/>
              </a:path>
              <a:path w="36194" h="30480">
                <a:moveTo>
                  <a:pt x="11417" y="7937"/>
                </a:moveTo>
                <a:lnTo>
                  <a:pt x="11188" y="7810"/>
                </a:lnTo>
                <a:lnTo>
                  <a:pt x="11125" y="7937"/>
                </a:lnTo>
                <a:lnTo>
                  <a:pt x="11417" y="7937"/>
                </a:lnTo>
                <a:close/>
              </a:path>
              <a:path w="36194" h="30480">
                <a:moveTo>
                  <a:pt x="11506" y="5651"/>
                </a:moveTo>
                <a:lnTo>
                  <a:pt x="10083" y="5651"/>
                </a:lnTo>
                <a:lnTo>
                  <a:pt x="9931" y="5778"/>
                </a:lnTo>
                <a:lnTo>
                  <a:pt x="11049" y="5778"/>
                </a:lnTo>
                <a:lnTo>
                  <a:pt x="11506" y="5651"/>
                </a:lnTo>
                <a:close/>
              </a:path>
              <a:path w="36194" h="30480">
                <a:moveTo>
                  <a:pt x="11722" y="7810"/>
                </a:moveTo>
                <a:lnTo>
                  <a:pt x="11468" y="7810"/>
                </a:lnTo>
                <a:lnTo>
                  <a:pt x="11722" y="7937"/>
                </a:lnTo>
                <a:lnTo>
                  <a:pt x="11722" y="7810"/>
                </a:lnTo>
                <a:close/>
              </a:path>
              <a:path w="36194" h="30480">
                <a:moveTo>
                  <a:pt x="11963" y="5143"/>
                </a:moveTo>
                <a:lnTo>
                  <a:pt x="11760" y="5143"/>
                </a:lnTo>
                <a:lnTo>
                  <a:pt x="11811" y="5270"/>
                </a:lnTo>
                <a:lnTo>
                  <a:pt x="11963" y="5143"/>
                </a:lnTo>
                <a:close/>
              </a:path>
              <a:path w="36194" h="30480">
                <a:moveTo>
                  <a:pt x="13309" y="22288"/>
                </a:moveTo>
                <a:lnTo>
                  <a:pt x="13055" y="22288"/>
                </a:lnTo>
                <a:lnTo>
                  <a:pt x="13055" y="22415"/>
                </a:lnTo>
                <a:lnTo>
                  <a:pt x="13220" y="22415"/>
                </a:lnTo>
                <a:lnTo>
                  <a:pt x="13309" y="22288"/>
                </a:lnTo>
                <a:close/>
              </a:path>
              <a:path w="36194" h="30480">
                <a:moveTo>
                  <a:pt x="13677" y="13906"/>
                </a:moveTo>
                <a:lnTo>
                  <a:pt x="12522" y="13906"/>
                </a:lnTo>
                <a:lnTo>
                  <a:pt x="12382" y="14033"/>
                </a:lnTo>
                <a:lnTo>
                  <a:pt x="12522" y="14033"/>
                </a:lnTo>
                <a:lnTo>
                  <a:pt x="12560" y="14160"/>
                </a:lnTo>
                <a:lnTo>
                  <a:pt x="13563" y="14160"/>
                </a:lnTo>
                <a:lnTo>
                  <a:pt x="13538" y="14033"/>
                </a:lnTo>
                <a:lnTo>
                  <a:pt x="13398" y="14033"/>
                </a:lnTo>
                <a:lnTo>
                  <a:pt x="13677" y="13906"/>
                </a:lnTo>
                <a:close/>
              </a:path>
              <a:path w="36194" h="30480">
                <a:moveTo>
                  <a:pt x="13817" y="21399"/>
                </a:moveTo>
                <a:lnTo>
                  <a:pt x="13779" y="20002"/>
                </a:lnTo>
                <a:lnTo>
                  <a:pt x="13652" y="20129"/>
                </a:lnTo>
                <a:lnTo>
                  <a:pt x="13627" y="20891"/>
                </a:lnTo>
                <a:lnTo>
                  <a:pt x="13512" y="21399"/>
                </a:lnTo>
                <a:lnTo>
                  <a:pt x="13817" y="21399"/>
                </a:lnTo>
                <a:close/>
              </a:path>
              <a:path w="36194" h="30480">
                <a:moveTo>
                  <a:pt x="13843" y="22288"/>
                </a:moveTo>
                <a:lnTo>
                  <a:pt x="13830" y="21653"/>
                </a:lnTo>
                <a:lnTo>
                  <a:pt x="13436" y="21653"/>
                </a:lnTo>
                <a:lnTo>
                  <a:pt x="13423" y="21780"/>
                </a:lnTo>
                <a:lnTo>
                  <a:pt x="13309" y="22288"/>
                </a:lnTo>
                <a:lnTo>
                  <a:pt x="13843" y="22288"/>
                </a:lnTo>
                <a:close/>
              </a:path>
              <a:path w="36194" h="30480">
                <a:moveTo>
                  <a:pt x="14401" y="14160"/>
                </a:moveTo>
                <a:lnTo>
                  <a:pt x="13563" y="14160"/>
                </a:lnTo>
                <a:lnTo>
                  <a:pt x="13601" y="14287"/>
                </a:lnTo>
                <a:lnTo>
                  <a:pt x="14401" y="14287"/>
                </a:lnTo>
                <a:lnTo>
                  <a:pt x="14401" y="14160"/>
                </a:lnTo>
                <a:close/>
              </a:path>
              <a:path w="36194" h="30480">
                <a:moveTo>
                  <a:pt x="14414" y="13779"/>
                </a:moveTo>
                <a:lnTo>
                  <a:pt x="13677" y="13906"/>
                </a:lnTo>
                <a:lnTo>
                  <a:pt x="14414" y="13906"/>
                </a:lnTo>
                <a:lnTo>
                  <a:pt x="14414" y="13779"/>
                </a:lnTo>
                <a:close/>
              </a:path>
              <a:path w="36194" h="30480">
                <a:moveTo>
                  <a:pt x="14541" y="21653"/>
                </a:moveTo>
                <a:lnTo>
                  <a:pt x="14528" y="21399"/>
                </a:lnTo>
                <a:lnTo>
                  <a:pt x="13817" y="21399"/>
                </a:lnTo>
                <a:lnTo>
                  <a:pt x="13830" y="21653"/>
                </a:lnTo>
                <a:lnTo>
                  <a:pt x="14541" y="21653"/>
                </a:lnTo>
                <a:close/>
              </a:path>
              <a:path w="36194" h="30480">
                <a:moveTo>
                  <a:pt x="14617" y="14160"/>
                </a:moveTo>
                <a:lnTo>
                  <a:pt x="14605" y="13906"/>
                </a:lnTo>
                <a:lnTo>
                  <a:pt x="14414" y="13906"/>
                </a:lnTo>
                <a:lnTo>
                  <a:pt x="14401" y="14160"/>
                </a:lnTo>
                <a:lnTo>
                  <a:pt x="14617" y="14160"/>
                </a:lnTo>
                <a:close/>
              </a:path>
              <a:path w="36194" h="30480">
                <a:moveTo>
                  <a:pt x="14732" y="22415"/>
                </a:moveTo>
                <a:lnTo>
                  <a:pt x="14693" y="22288"/>
                </a:lnTo>
                <a:lnTo>
                  <a:pt x="13843" y="22288"/>
                </a:lnTo>
                <a:lnTo>
                  <a:pt x="13957" y="22415"/>
                </a:lnTo>
                <a:lnTo>
                  <a:pt x="14732" y="22415"/>
                </a:lnTo>
                <a:close/>
              </a:path>
              <a:path w="36194" h="30480">
                <a:moveTo>
                  <a:pt x="15214" y="25806"/>
                </a:moveTo>
                <a:lnTo>
                  <a:pt x="15176" y="25666"/>
                </a:lnTo>
                <a:lnTo>
                  <a:pt x="15214" y="25806"/>
                </a:lnTo>
                <a:close/>
              </a:path>
              <a:path w="36194" h="30480">
                <a:moveTo>
                  <a:pt x="15265" y="26225"/>
                </a:moveTo>
                <a:lnTo>
                  <a:pt x="15138" y="26162"/>
                </a:lnTo>
                <a:lnTo>
                  <a:pt x="14947" y="26225"/>
                </a:lnTo>
                <a:lnTo>
                  <a:pt x="14795" y="26225"/>
                </a:lnTo>
                <a:lnTo>
                  <a:pt x="14820" y="26352"/>
                </a:lnTo>
                <a:lnTo>
                  <a:pt x="15201" y="26352"/>
                </a:lnTo>
                <a:lnTo>
                  <a:pt x="15265" y="26225"/>
                </a:lnTo>
                <a:close/>
              </a:path>
              <a:path w="36194" h="30480">
                <a:moveTo>
                  <a:pt x="15494" y="21653"/>
                </a:moveTo>
                <a:lnTo>
                  <a:pt x="15125" y="21653"/>
                </a:lnTo>
                <a:lnTo>
                  <a:pt x="15100" y="21780"/>
                </a:lnTo>
                <a:lnTo>
                  <a:pt x="15100" y="21653"/>
                </a:lnTo>
                <a:lnTo>
                  <a:pt x="14541" y="21653"/>
                </a:lnTo>
                <a:lnTo>
                  <a:pt x="14579" y="21907"/>
                </a:lnTo>
                <a:lnTo>
                  <a:pt x="14693" y="22288"/>
                </a:lnTo>
                <a:lnTo>
                  <a:pt x="15227" y="22288"/>
                </a:lnTo>
                <a:lnTo>
                  <a:pt x="15240" y="22034"/>
                </a:lnTo>
                <a:lnTo>
                  <a:pt x="15468" y="22034"/>
                </a:lnTo>
                <a:lnTo>
                  <a:pt x="15481" y="21780"/>
                </a:lnTo>
                <a:lnTo>
                  <a:pt x="15494" y="21653"/>
                </a:lnTo>
                <a:close/>
              </a:path>
              <a:path w="36194" h="30480">
                <a:moveTo>
                  <a:pt x="15544" y="25374"/>
                </a:moveTo>
                <a:lnTo>
                  <a:pt x="15532" y="25577"/>
                </a:lnTo>
                <a:lnTo>
                  <a:pt x="15544" y="25374"/>
                </a:lnTo>
                <a:close/>
              </a:path>
              <a:path w="36194" h="30480">
                <a:moveTo>
                  <a:pt x="15595" y="13906"/>
                </a:moveTo>
                <a:lnTo>
                  <a:pt x="15468" y="13779"/>
                </a:lnTo>
                <a:lnTo>
                  <a:pt x="14592" y="13779"/>
                </a:lnTo>
                <a:lnTo>
                  <a:pt x="14605" y="13906"/>
                </a:lnTo>
                <a:lnTo>
                  <a:pt x="15595" y="13906"/>
                </a:lnTo>
                <a:close/>
              </a:path>
              <a:path w="36194" h="30480">
                <a:moveTo>
                  <a:pt x="15875" y="26987"/>
                </a:moveTo>
                <a:lnTo>
                  <a:pt x="15849" y="26860"/>
                </a:lnTo>
                <a:lnTo>
                  <a:pt x="15773" y="26479"/>
                </a:lnTo>
                <a:lnTo>
                  <a:pt x="15417" y="26733"/>
                </a:lnTo>
                <a:lnTo>
                  <a:pt x="15392" y="26860"/>
                </a:lnTo>
                <a:lnTo>
                  <a:pt x="15430" y="26479"/>
                </a:lnTo>
                <a:lnTo>
                  <a:pt x="15100" y="26657"/>
                </a:lnTo>
                <a:lnTo>
                  <a:pt x="15163" y="26479"/>
                </a:lnTo>
                <a:lnTo>
                  <a:pt x="14871" y="26479"/>
                </a:lnTo>
                <a:lnTo>
                  <a:pt x="14668" y="26479"/>
                </a:lnTo>
                <a:lnTo>
                  <a:pt x="14579" y="26733"/>
                </a:lnTo>
                <a:lnTo>
                  <a:pt x="14655" y="26479"/>
                </a:lnTo>
                <a:lnTo>
                  <a:pt x="14566" y="26225"/>
                </a:lnTo>
                <a:lnTo>
                  <a:pt x="14427" y="26352"/>
                </a:lnTo>
                <a:lnTo>
                  <a:pt x="14376" y="26098"/>
                </a:lnTo>
                <a:lnTo>
                  <a:pt x="14541" y="25463"/>
                </a:lnTo>
                <a:lnTo>
                  <a:pt x="14732" y="25590"/>
                </a:lnTo>
                <a:lnTo>
                  <a:pt x="14744" y="25463"/>
                </a:lnTo>
                <a:lnTo>
                  <a:pt x="14744" y="25336"/>
                </a:lnTo>
                <a:lnTo>
                  <a:pt x="14211" y="25336"/>
                </a:lnTo>
                <a:lnTo>
                  <a:pt x="14211" y="26479"/>
                </a:lnTo>
                <a:lnTo>
                  <a:pt x="14122" y="26352"/>
                </a:lnTo>
                <a:lnTo>
                  <a:pt x="14211" y="26479"/>
                </a:lnTo>
                <a:lnTo>
                  <a:pt x="14211" y="25336"/>
                </a:lnTo>
                <a:lnTo>
                  <a:pt x="13957" y="25336"/>
                </a:lnTo>
                <a:lnTo>
                  <a:pt x="13957" y="26733"/>
                </a:lnTo>
                <a:lnTo>
                  <a:pt x="13944" y="26860"/>
                </a:lnTo>
                <a:lnTo>
                  <a:pt x="13830" y="26733"/>
                </a:lnTo>
                <a:lnTo>
                  <a:pt x="13957" y="26733"/>
                </a:lnTo>
                <a:lnTo>
                  <a:pt x="13957" y="25336"/>
                </a:lnTo>
                <a:lnTo>
                  <a:pt x="13893" y="26352"/>
                </a:lnTo>
                <a:lnTo>
                  <a:pt x="13462" y="26352"/>
                </a:lnTo>
                <a:lnTo>
                  <a:pt x="13487" y="26098"/>
                </a:lnTo>
                <a:lnTo>
                  <a:pt x="13817" y="26098"/>
                </a:lnTo>
                <a:lnTo>
                  <a:pt x="13893" y="26352"/>
                </a:lnTo>
                <a:lnTo>
                  <a:pt x="13893" y="25336"/>
                </a:lnTo>
                <a:lnTo>
                  <a:pt x="9537" y="25336"/>
                </a:lnTo>
                <a:lnTo>
                  <a:pt x="9499" y="27114"/>
                </a:lnTo>
                <a:lnTo>
                  <a:pt x="14211" y="27114"/>
                </a:lnTo>
                <a:lnTo>
                  <a:pt x="14325" y="26987"/>
                </a:lnTo>
                <a:lnTo>
                  <a:pt x="14211" y="27241"/>
                </a:lnTo>
                <a:lnTo>
                  <a:pt x="9499" y="27241"/>
                </a:lnTo>
                <a:lnTo>
                  <a:pt x="9372" y="30289"/>
                </a:lnTo>
                <a:lnTo>
                  <a:pt x="15760" y="30289"/>
                </a:lnTo>
                <a:lnTo>
                  <a:pt x="15748" y="29527"/>
                </a:lnTo>
                <a:lnTo>
                  <a:pt x="15748" y="29400"/>
                </a:lnTo>
                <a:lnTo>
                  <a:pt x="15735" y="28892"/>
                </a:lnTo>
                <a:lnTo>
                  <a:pt x="14262" y="28892"/>
                </a:lnTo>
                <a:lnTo>
                  <a:pt x="14300" y="28638"/>
                </a:lnTo>
                <a:lnTo>
                  <a:pt x="15303" y="28638"/>
                </a:lnTo>
                <a:lnTo>
                  <a:pt x="15735" y="28638"/>
                </a:lnTo>
                <a:lnTo>
                  <a:pt x="15735" y="28511"/>
                </a:lnTo>
                <a:lnTo>
                  <a:pt x="15341" y="28511"/>
                </a:lnTo>
                <a:lnTo>
                  <a:pt x="14312" y="28511"/>
                </a:lnTo>
                <a:lnTo>
                  <a:pt x="14363" y="28257"/>
                </a:lnTo>
                <a:lnTo>
                  <a:pt x="15621" y="28257"/>
                </a:lnTo>
                <a:lnTo>
                  <a:pt x="15786" y="28257"/>
                </a:lnTo>
                <a:lnTo>
                  <a:pt x="15875" y="28448"/>
                </a:lnTo>
                <a:lnTo>
                  <a:pt x="15875" y="28117"/>
                </a:lnTo>
                <a:lnTo>
                  <a:pt x="15811" y="27914"/>
                </a:lnTo>
                <a:lnTo>
                  <a:pt x="15824" y="27114"/>
                </a:lnTo>
                <a:lnTo>
                  <a:pt x="15074" y="27114"/>
                </a:lnTo>
                <a:lnTo>
                  <a:pt x="15074" y="26987"/>
                </a:lnTo>
                <a:lnTo>
                  <a:pt x="15875" y="26987"/>
                </a:lnTo>
                <a:close/>
              </a:path>
              <a:path w="36194" h="30480">
                <a:moveTo>
                  <a:pt x="15887" y="7937"/>
                </a:moveTo>
                <a:lnTo>
                  <a:pt x="11722" y="7937"/>
                </a:lnTo>
                <a:lnTo>
                  <a:pt x="11417" y="7937"/>
                </a:lnTo>
                <a:lnTo>
                  <a:pt x="11468" y="8064"/>
                </a:lnTo>
                <a:lnTo>
                  <a:pt x="15875" y="8064"/>
                </a:lnTo>
                <a:lnTo>
                  <a:pt x="15887" y="7937"/>
                </a:lnTo>
                <a:close/>
              </a:path>
              <a:path w="36194" h="30480">
                <a:moveTo>
                  <a:pt x="15938" y="7302"/>
                </a:moveTo>
                <a:lnTo>
                  <a:pt x="12179" y="7302"/>
                </a:lnTo>
                <a:lnTo>
                  <a:pt x="12153" y="7556"/>
                </a:lnTo>
                <a:lnTo>
                  <a:pt x="12115" y="7429"/>
                </a:lnTo>
                <a:lnTo>
                  <a:pt x="12179" y="7302"/>
                </a:lnTo>
                <a:lnTo>
                  <a:pt x="2209" y="7302"/>
                </a:lnTo>
                <a:lnTo>
                  <a:pt x="2209" y="7937"/>
                </a:lnTo>
                <a:lnTo>
                  <a:pt x="2159" y="8064"/>
                </a:lnTo>
                <a:lnTo>
                  <a:pt x="2006" y="8064"/>
                </a:lnTo>
                <a:lnTo>
                  <a:pt x="2184" y="7937"/>
                </a:lnTo>
                <a:lnTo>
                  <a:pt x="2209" y="7302"/>
                </a:lnTo>
                <a:lnTo>
                  <a:pt x="1917" y="7302"/>
                </a:lnTo>
                <a:lnTo>
                  <a:pt x="1917" y="8191"/>
                </a:lnTo>
                <a:lnTo>
                  <a:pt x="1854" y="8318"/>
                </a:lnTo>
                <a:lnTo>
                  <a:pt x="1879" y="8191"/>
                </a:lnTo>
                <a:lnTo>
                  <a:pt x="1917" y="7302"/>
                </a:lnTo>
                <a:lnTo>
                  <a:pt x="1651" y="7302"/>
                </a:lnTo>
                <a:lnTo>
                  <a:pt x="1435" y="7429"/>
                </a:lnTo>
                <a:lnTo>
                  <a:pt x="1485" y="7556"/>
                </a:lnTo>
                <a:lnTo>
                  <a:pt x="1155" y="7556"/>
                </a:lnTo>
                <a:lnTo>
                  <a:pt x="1231" y="7302"/>
                </a:lnTo>
                <a:lnTo>
                  <a:pt x="1397" y="7175"/>
                </a:lnTo>
                <a:lnTo>
                  <a:pt x="1651" y="7302"/>
                </a:lnTo>
                <a:lnTo>
                  <a:pt x="1714" y="7175"/>
                </a:lnTo>
                <a:lnTo>
                  <a:pt x="1739" y="7048"/>
                </a:lnTo>
                <a:lnTo>
                  <a:pt x="9867" y="7048"/>
                </a:lnTo>
                <a:lnTo>
                  <a:pt x="9779" y="5905"/>
                </a:lnTo>
                <a:lnTo>
                  <a:pt x="9931" y="5778"/>
                </a:lnTo>
                <a:lnTo>
                  <a:pt x="1651" y="5778"/>
                </a:lnTo>
                <a:lnTo>
                  <a:pt x="1714" y="6540"/>
                </a:lnTo>
                <a:lnTo>
                  <a:pt x="1054" y="7048"/>
                </a:lnTo>
                <a:lnTo>
                  <a:pt x="952" y="7175"/>
                </a:lnTo>
                <a:lnTo>
                  <a:pt x="838" y="7302"/>
                </a:lnTo>
                <a:lnTo>
                  <a:pt x="762" y="8572"/>
                </a:lnTo>
                <a:lnTo>
                  <a:pt x="635" y="8572"/>
                </a:lnTo>
                <a:lnTo>
                  <a:pt x="723" y="8445"/>
                </a:lnTo>
                <a:lnTo>
                  <a:pt x="520" y="8445"/>
                </a:lnTo>
                <a:lnTo>
                  <a:pt x="546" y="8318"/>
                </a:lnTo>
                <a:lnTo>
                  <a:pt x="723" y="8445"/>
                </a:lnTo>
                <a:lnTo>
                  <a:pt x="762" y="8572"/>
                </a:lnTo>
                <a:lnTo>
                  <a:pt x="762" y="7404"/>
                </a:lnTo>
                <a:lnTo>
                  <a:pt x="622" y="7556"/>
                </a:lnTo>
                <a:lnTo>
                  <a:pt x="520" y="7683"/>
                </a:lnTo>
                <a:lnTo>
                  <a:pt x="444" y="9080"/>
                </a:lnTo>
                <a:lnTo>
                  <a:pt x="558" y="8826"/>
                </a:lnTo>
                <a:lnTo>
                  <a:pt x="596" y="8699"/>
                </a:lnTo>
                <a:lnTo>
                  <a:pt x="850" y="8826"/>
                </a:lnTo>
                <a:lnTo>
                  <a:pt x="787" y="9207"/>
                </a:lnTo>
                <a:lnTo>
                  <a:pt x="990" y="9334"/>
                </a:lnTo>
                <a:lnTo>
                  <a:pt x="508" y="9334"/>
                </a:lnTo>
                <a:lnTo>
                  <a:pt x="533" y="9461"/>
                </a:lnTo>
                <a:lnTo>
                  <a:pt x="647" y="9842"/>
                </a:lnTo>
                <a:lnTo>
                  <a:pt x="749" y="9715"/>
                </a:lnTo>
                <a:lnTo>
                  <a:pt x="901" y="9715"/>
                </a:lnTo>
                <a:lnTo>
                  <a:pt x="889" y="9461"/>
                </a:lnTo>
                <a:lnTo>
                  <a:pt x="2247" y="9461"/>
                </a:lnTo>
                <a:lnTo>
                  <a:pt x="2209" y="9334"/>
                </a:lnTo>
                <a:lnTo>
                  <a:pt x="2540" y="9461"/>
                </a:lnTo>
                <a:lnTo>
                  <a:pt x="15227" y="9461"/>
                </a:lnTo>
                <a:lnTo>
                  <a:pt x="15252" y="9080"/>
                </a:lnTo>
                <a:lnTo>
                  <a:pt x="15252" y="8953"/>
                </a:lnTo>
                <a:lnTo>
                  <a:pt x="15481" y="8953"/>
                </a:lnTo>
                <a:lnTo>
                  <a:pt x="15633" y="8826"/>
                </a:lnTo>
                <a:lnTo>
                  <a:pt x="15532" y="9461"/>
                </a:lnTo>
                <a:lnTo>
                  <a:pt x="15684" y="9334"/>
                </a:lnTo>
                <a:lnTo>
                  <a:pt x="15773" y="9080"/>
                </a:lnTo>
                <a:lnTo>
                  <a:pt x="15824" y="8826"/>
                </a:lnTo>
                <a:lnTo>
                  <a:pt x="15824" y="8699"/>
                </a:lnTo>
                <a:lnTo>
                  <a:pt x="15849" y="8445"/>
                </a:lnTo>
                <a:lnTo>
                  <a:pt x="15862" y="8318"/>
                </a:lnTo>
                <a:lnTo>
                  <a:pt x="11442" y="8318"/>
                </a:lnTo>
                <a:lnTo>
                  <a:pt x="11430" y="8445"/>
                </a:lnTo>
                <a:lnTo>
                  <a:pt x="11442" y="8318"/>
                </a:lnTo>
                <a:lnTo>
                  <a:pt x="11264" y="8318"/>
                </a:lnTo>
                <a:lnTo>
                  <a:pt x="11239" y="8445"/>
                </a:lnTo>
                <a:lnTo>
                  <a:pt x="11176" y="8318"/>
                </a:lnTo>
                <a:lnTo>
                  <a:pt x="10617" y="8318"/>
                </a:lnTo>
                <a:lnTo>
                  <a:pt x="10642" y="8064"/>
                </a:lnTo>
                <a:lnTo>
                  <a:pt x="10287" y="8064"/>
                </a:lnTo>
                <a:lnTo>
                  <a:pt x="10401" y="8318"/>
                </a:lnTo>
                <a:lnTo>
                  <a:pt x="10274" y="8318"/>
                </a:lnTo>
                <a:lnTo>
                  <a:pt x="10172" y="8572"/>
                </a:lnTo>
                <a:lnTo>
                  <a:pt x="9994" y="8572"/>
                </a:lnTo>
                <a:lnTo>
                  <a:pt x="9855" y="8445"/>
                </a:lnTo>
                <a:lnTo>
                  <a:pt x="9867" y="8318"/>
                </a:lnTo>
                <a:lnTo>
                  <a:pt x="9563" y="8318"/>
                </a:lnTo>
                <a:lnTo>
                  <a:pt x="2235" y="8318"/>
                </a:lnTo>
                <a:lnTo>
                  <a:pt x="2235" y="9080"/>
                </a:lnTo>
                <a:lnTo>
                  <a:pt x="2184" y="9207"/>
                </a:lnTo>
                <a:lnTo>
                  <a:pt x="2057" y="9080"/>
                </a:lnTo>
                <a:lnTo>
                  <a:pt x="2235" y="9080"/>
                </a:lnTo>
                <a:lnTo>
                  <a:pt x="2235" y="8318"/>
                </a:lnTo>
                <a:lnTo>
                  <a:pt x="2095" y="8318"/>
                </a:lnTo>
                <a:lnTo>
                  <a:pt x="2095" y="8572"/>
                </a:lnTo>
                <a:lnTo>
                  <a:pt x="1917" y="8699"/>
                </a:lnTo>
                <a:lnTo>
                  <a:pt x="1854" y="8572"/>
                </a:lnTo>
                <a:lnTo>
                  <a:pt x="2095" y="8572"/>
                </a:lnTo>
                <a:lnTo>
                  <a:pt x="2095" y="8318"/>
                </a:lnTo>
                <a:lnTo>
                  <a:pt x="2095" y="8191"/>
                </a:lnTo>
                <a:lnTo>
                  <a:pt x="9880" y="8191"/>
                </a:lnTo>
                <a:lnTo>
                  <a:pt x="9918" y="8318"/>
                </a:lnTo>
                <a:lnTo>
                  <a:pt x="10274" y="8318"/>
                </a:lnTo>
                <a:lnTo>
                  <a:pt x="10185" y="8191"/>
                </a:lnTo>
                <a:lnTo>
                  <a:pt x="10083" y="8064"/>
                </a:lnTo>
                <a:lnTo>
                  <a:pt x="10287" y="8064"/>
                </a:lnTo>
                <a:lnTo>
                  <a:pt x="10655" y="7937"/>
                </a:lnTo>
                <a:lnTo>
                  <a:pt x="10642" y="8064"/>
                </a:lnTo>
                <a:lnTo>
                  <a:pt x="10807" y="7937"/>
                </a:lnTo>
                <a:lnTo>
                  <a:pt x="10947" y="7937"/>
                </a:lnTo>
                <a:lnTo>
                  <a:pt x="10947" y="7683"/>
                </a:lnTo>
                <a:lnTo>
                  <a:pt x="11315" y="7683"/>
                </a:lnTo>
                <a:lnTo>
                  <a:pt x="11366" y="7810"/>
                </a:lnTo>
                <a:lnTo>
                  <a:pt x="11430" y="7429"/>
                </a:lnTo>
                <a:lnTo>
                  <a:pt x="11722" y="7429"/>
                </a:lnTo>
                <a:lnTo>
                  <a:pt x="11722" y="7810"/>
                </a:lnTo>
                <a:lnTo>
                  <a:pt x="15900" y="7810"/>
                </a:lnTo>
                <a:lnTo>
                  <a:pt x="15913" y="7556"/>
                </a:lnTo>
                <a:lnTo>
                  <a:pt x="15938" y="7302"/>
                </a:lnTo>
                <a:close/>
              </a:path>
              <a:path w="36194" h="30480">
                <a:moveTo>
                  <a:pt x="15963" y="14287"/>
                </a:moveTo>
                <a:lnTo>
                  <a:pt x="15836" y="14160"/>
                </a:lnTo>
                <a:lnTo>
                  <a:pt x="14617" y="14160"/>
                </a:lnTo>
                <a:lnTo>
                  <a:pt x="14846" y="14287"/>
                </a:lnTo>
                <a:lnTo>
                  <a:pt x="15963" y="14287"/>
                </a:lnTo>
                <a:close/>
              </a:path>
              <a:path w="36194" h="30480">
                <a:moveTo>
                  <a:pt x="16014" y="28778"/>
                </a:moveTo>
                <a:lnTo>
                  <a:pt x="15951" y="28562"/>
                </a:lnTo>
                <a:lnTo>
                  <a:pt x="16014" y="28778"/>
                </a:lnTo>
                <a:close/>
              </a:path>
              <a:path w="36194" h="30480">
                <a:moveTo>
                  <a:pt x="16014" y="26073"/>
                </a:moveTo>
                <a:lnTo>
                  <a:pt x="15963" y="25933"/>
                </a:lnTo>
                <a:lnTo>
                  <a:pt x="16014" y="26073"/>
                </a:lnTo>
                <a:close/>
              </a:path>
              <a:path w="36194" h="30480">
                <a:moveTo>
                  <a:pt x="16052" y="30035"/>
                </a:moveTo>
                <a:lnTo>
                  <a:pt x="15798" y="29781"/>
                </a:lnTo>
                <a:lnTo>
                  <a:pt x="15760" y="30289"/>
                </a:lnTo>
                <a:lnTo>
                  <a:pt x="16040" y="30289"/>
                </a:lnTo>
                <a:lnTo>
                  <a:pt x="16052" y="30035"/>
                </a:lnTo>
                <a:close/>
              </a:path>
              <a:path w="36194" h="30480">
                <a:moveTo>
                  <a:pt x="16052" y="13906"/>
                </a:moveTo>
                <a:lnTo>
                  <a:pt x="15595" y="13906"/>
                </a:lnTo>
                <a:lnTo>
                  <a:pt x="15722" y="14033"/>
                </a:lnTo>
                <a:lnTo>
                  <a:pt x="15836" y="14160"/>
                </a:lnTo>
                <a:lnTo>
                  <a:pt x="15989" y="14160"/>
                </a:lnTo>
                <a:lnTo>
                  <a:pt x="16052" y="13906"/>
                </a:lnTo>
                <a:close/>
              </a:path>
              <a:path w="36194" h="30480">
                <a:moveTo>
                  <a:pt x="16065" y="25806"/>
                </a:moveTo>
                <a:lnTo>
                  <a:pt x="15925" y="25742"/>
                </a:lnTo>
                <a:lnTo>
                  <a:pt x="15951" y="25908"/>
                </a:lnTo>
                <a:close/>
              </a:path>
              <a:path w="36194" h="30480">
                <a:moveTo>
                  <a:pt x="16078" y="5778"/>
                </a:moveTo>
                <a:lnTo>
                  <a:pt x="11049" y="5778"/>
                </a:lnTo>
                <a:lnTo>
                  <a:pt x="10998" y="6794"/>
                </a:lnTo>
                <a:lnTo>
                  <a:pt x="10807" y="6921"/>
                </a:lnTo>
                <a:lnTo>
                  <a:pt x="10858" y="6667"/>
                </a:lnTo>
                <a:lnTo>
                  <a:pt x="10998" y="6794"/>
                </a:lnTo>
                <a:lnTo>
                  <a:pt x="10998" y="5816"/>
                </a:lnTo>
                <a:lnTo>
                  <a:pt x="10833" y="5905"/>
                </a:lnTo>
                <a:lnTo>
                  <a:pt x="10401" y="6286"/>
                </a:lnTo>
                <a:lnTo>
                  <a:pt x="10185" y="6286"/>
                </a:lnTo>
                <a:lnTo>
                  <a:pt x="10515" y="6540"/>
                </a:lnTo>
                <a:lnTo>
                  <a:pt x="10299" y="6540"/>
                </a:lnTo>
                <a:lnTo>
                  <a:pt x="10210" y="6794"/>
                </a:lnTo>
                <a:lnTo>
                  <a:pt x="9867" y="6794"/>
                </a:lnTo>
                <a:lnTo>
                  <a:pt x="9867" y="7048"/>
                </a:lnTo>
                <a:lnTo>
                  <a:pt x="15963" y="7048"/>
                </a:lnTo>
                <a:lnTo>
                  <a:pt x="15963" y="6921"/>
                </a:lnTo>
                <a:lnTo>
                  <a:pt x="15989" y="6667"/>
                </a:lnTo>
                <a:lnTo>
                  <a:pt x="16078" y="5778"/>
                </a:lnTo>
                <a:close/>
              </a:path>
              <a:path w="36194" h="30480">
                <a:moveTo>
                  <a:pt x="16129" y="5143"/>
                </a:moveTo>
                <a:lnTo>
                  <a:pt x="11963" y="5143"/>
                </a:lnTo>
                <a:lnTo>
                  <a:pt x="12052" y="5270"/>
                </a:lnTo>
                <a:lnTo>
                  <a:pt x="12001" y="5524"/>
                </a:lnTo>
                <a:lnTo>
                  <a:pt x="11645" y="5651"/>
                </a:lnTo>
                <a:lnTo>
                  <a:pt x="16078" y="5651"/>
                </a:lnTo>
                <a:lnTo>
                  <a:pt x="16103" y="5397"/>
                </a:lnTo>
                <a:lnTo>
                  <a:pt x="16129" y="5143"/>
                </a:lnTo>
                <a:close/>
              </a:path>
              <a:path w="36194" h="30480">
                <a:moveTo>
                  <a:pt x="16179" y="4762"/>
                </a:moveTo>
                <a:lnTo>
                  <a:pt x="1676" y="4762"/>
                </a:lnTo>
                <a:lnTo>
                  <a:pt x="1676" y="4635"/>
                </a:lnTo>
                <a:lnTo>
                  <a:pt x="1828" y="4635"/>
                </a:lnTo>
                <a:lnTo>
                  <a:pt x="1524" y="4381"/>
                </a:lnTo>
                <a:lnTo>
                  <a:pt x="1270" y="4127"/>
                </a:lnTo>
                <a:lnTo>
                  <a:pt x="952" y="4127"/>
                </a:lnTo>
                <a:lnTo>
                  <a:pt x="1016" y="4368"/>
                </a:lnTo>
                <a:lnTo>
                  <a:pt x="990" y="4635"/>
                </a:lnTo>
                <a:lnTo>
                  <a:pt x="1485" y="4635"/>
                </a:lnTo>
                <a:lnTo>
                  <a:pt x="1498" y="4762"/>
                </a:lnTo>
                <a:lnTo>
                  <a:pt x="1219" y="4762"/>
                </a:lnTo>
                <a:lnTo>
                  <a:pt x="1079" y="4889"/>
                </a:lnTo>
                <a:lnTo>
                  <a:pt x="876" y="5016"/>
                </a:lnTo>
                <a:lnTo>
                  <a:pt x="1003" y="5016"/>
                </a:lnTo>
                <a:lnTo>
                  <a:pt x="1041" y="5143"/>
                </a:lnTo>
                <a:lnTo>
                  <a:pt x="1155" y="5397"/>
                </a:lnTo>
                <a:lnTo>
                  <a:pt x="1308" y="5524"/>
                </a:lnTo>
                <a:lnTo>
                  <a:pt x="1320" y="5651"/>
                </a:lnTo>
                <a:lnTo>
                  <a:pt x="10083" y="5651"/>
                </a:lnTo>
                <a:lnTo>
                  <a:pt x="10236" y="5524"/>
                </a:lnTo>
                <a:lnTo>
                  <a:pt x="10617" y="5270"/>
                </a:lnTo>
                <a:lnTo>
                  <a:pt x="10718" y="5143"/>
                </a:lnTo>
                <a:lnTo>
                  <a:pt x="10820" y="5016"/>
                </a:lnTo>
                <a:lnTo>
                  <a:pt x="16141" y="5016"/>
                </a:lnTo>
                <a:lnTo>
                  <a:pt x="16179" y="4762"/>
                </a:lnTo>
                <a:close/>
              </a:path>
              <a:path w="36194" h="30480">
                <a:moveTo>
                  <a:pt x="16344" y="24663"/>
                </a:moveTo>
                <a:lnTo>
                  <a:pt x="16319" y="24803"/>
                </a:lnTo>
                <a:lnTo>
                  <a:pt x="16344" y="24663"/>
                </a:lnTo>
                <a:close/>
              </a:path>
              <a:path w="36194" h="30480">
                <a:moveTo>
                  <a:pt x="16395" y="28409"/>
                </a:moveTo>
                <a:lnTo>
                  <a:pt x="16383" y="28194"/>
                </a:lnTo>
                <a:lnTo>
                  <a:pt x="16205" y="27990"/>
                </a:lnTo>
                <a:lnTo>
                  <a:pt x="16243" y="28346"/>
                </a:lnTo>
                <a:lnTo>
                  <a:pt x="16395" y="28409"/>
                </a:lnTo>
                <a:close/>
              </a:path>
              <a:path w="36194" h="30480">
                <a:moveTo>
                  <a:pt x="16395" y="4762"/>
                </a:moveTo>
                <a:lnTo>
                  <a:pt x="16332" y="4635"/>
                </a:lnTo>
                <a:lnTo>
                  <a:pt x="16192" y="4635"/>
                </a:lnTo>
                <a:lnTo>
                  <a:pt x="16179" y="4762"/>
                </a:lnTo>
                <a:lnTo>
                  <a:pt x="16395" y="4762"/>
                </a:lnTo>
                <a:close/>
              </a:path>
              <a:path w="36194" h="30480">
                <a:moveTo>
                  <a:pt x="16535" y="16065"/>
                </a:moveTo>
                <a:lnTo>
                  <a:pt x="16408" y="15176"/>
                </a:lnTo>
                <a:lnTo>
                  <a:pt x="16294" y="14795"/>
                </a:lnTo>
                <a:lnTo>
                  <a:pt x="16167" y="14668"/>
                </a:lnTo>
                <a:lnTo>
                  <a:pt x="16217" y="15176"/>
                </a:lnTo>
                <a:lnTo>
                  <a:pt x="16332" y="15557"/>
                </a:lnTo>
                <a:lnTo>
                  <a:pt x="16433" y="15811"/>
                </a:lnTo>
                <a:lnTo>
                  <a:pt x="16535" y="16065"/>
                </a:lnTo>
                <a:close/>
              </a:path>
              <a:path w="36194" h="30480">
                <a:moveTo>
                  <a:pt x="16548" y="5651"/>
                </a:moveTo>
                <a:lnTo>
                  <a:pt x="16078" y="5651"/>
                </a:lnTo>
                <a:lnTo>
                  <a:pt x="16078" y="5778"/>
                </a:lnTo>
                <a:lnTo>
                  <a:pt x="16548" y="5778"/>
                </a:lnTo>
                <a:lnTo>
                  <a:pt x="16548" y="5651"/>
                </a:lnTo>
                <a:close/>
              </a:path>
              <a:path w="36194" h="30480">
                <a:moveTo>
                  <a:pt x="16548" y="5016"/>
                </a:moveTo>
                <a:lnTo>
                  <a:pt x="16141" y="5016"/>
                </a:lnTo>
                <a:lnTo>
                  <a:pt x="16129" y="5143"/>
                </a:lnTo>
                <a:lnTo>
                  <a:pt x="16548" y="5143"/>
                </a:lnTo>
                <a:lnTo>
                  <a:pt x="16548" y="5016"/>
                </a:lnTo>
                <a:close/>
              </a:path>
              <a:path w="36194" h="30480">
                <a:moveTo>
                  <a:pt x="16560" y="18224"/>
                </a:moveTo>
                <a:lnTo>
                  <a:pt x="16383" y="18224"/>
                </a:lnTo>
                <a:lnTo>
                  <a:pt x="16281" y="18097"/>
                </a:lnTo>
                <a:lnTo>
                  <a:pt x="16179" y="17970"/>
                </a:lnTo>
                <a:lnTo>
                  <a:pt x="16129" y="17843"/>
                </a:lnTo>
                <a:lnTo>
                  <a:pt x="15862" y="18097"/>
                </a:lnTo>
                <a:lnTo>
                  <a:pt x="15811" y="18224"/>
                </a:lnTo>
                <a:lnTo>
                  <a:pt x="16192" y="18224"/>
                </a:lnTo>
                <a:lnTo>
                  <a:pt x="16179" y="18364"/>
                </a:lnTo>
                <a:lnTo>
                  <a:pt x="15798" y="18224"/>
                </a:lnTo>
                <a:lnTo>
                  <a:pt x="15709" y="18478"/>
                </a:lnTo>
                <a:lnTo>
                  <a:pt x="15570" y="18478"/>
                </a:lnTo>
                <a:lnTo>
                  <a:pt x="15506" y="18859"/>
                </a:lnTo>
                <a:lnTo>
                  <a:pt x="15392" y="19367"/>
                </a:lnTo>
                <a:lnTo>
                  <a:pt x="15290" y="20764"/>
                </a:lnTo>
                <a:lnTo>
                  <a:pt x="15163" y="21399"/>
                </a:lnTo>
                <a:lnTo>
                  <a:pt x="15506" y="21399"/>
                </a:lnTo>
                <a:lnTo>
                  <a:pt x="15621" y="20129"/>
                </a:lnTo>
                <a:lnTo>
                  <a:pt x="15722" y="19748"/>
                </a:lnTo>
                <a:lnTo>
                  <a:pt x="15824" y="19494"/>
                </a:lnTo>
                <a:lnTo>
                  <a:pt x="15913" y="19240"/>
                </a:lnTo>
                <a:lnTo>
                  <a:pt x="15963" y="19113"/>
                </a:lnTo>
                <a:lnTo>
                  <a:pt x="16065" y="18986"/>
                </a:lnTo>
                <a:lnTo>
                  <a:pt x="16179" y="18478"/>
                </a:lnTo>
                <a:lnTo>
                  <a:pt x="16560" y="18478"/>
                </a:lnTo>
                <a:lnTo>
                  <a:pt x="16560" y="18224"/>
                </a:lnTo>
                <a:close/>
              </a:path>
              <a:path w="36194" h="30480">
                <a:moveTo>
                  <a:pt x="16560" y="7048"/>
                </a:moveTo>
                <a:lnTo>
                  <a:pt x="15963" y="7048"/>
                </a:lnTo>
                <a:lnTo>
                  <a:pt x="15938" y="7302"/>
                </a:lnTo>
                <a:lnTo>
                  <a:pt x="16560" y="7302"/>
                </a:lnTo>
                <a:lnTo>
                  <a:pt x="16560" y="7048"/>
                </a:lnTo>
                <a:close/>
              </a:path>
              <a:path w="36194" h="30480">
                <a:moveTo>
                  <a:pt x="16573" y="8064"/>
                </a:moveTo>
                <a:lnTo>
                  <a:pt x="15875" y="8064"/>
                </a:lnTo>
                <a:lnTo>
                  <a:pt x="15862" y="8318"/>
                </a:lnTo>
                <a:lnTo>
                  <a:pt x="16573" y="8318"/>
                </a:lnTo>
                <a:lnTo>
                  <a:pt x="16573" y="8064"/>
                </a:lnTo>
                <a:close/>
              </a:path>
              <a:path w="36194" h="30480">
                <a:moveTo>
                  <a:pt x="16573" y="7810"/>
                </a:moveTo>
                <a:lnTo>
                  <a:pt x="15900" y="7810"/>
                </a:lnTo>
                <a:lnTo>
                  <a:pt x="15887" y="7937"/>
                </a:lnTo>
                <a:lnTo>
                  <a:pt x="16573" y="7937"/>
                </a:lnTo>
                <a:lnTo>
                  <a:pt x="16573" y="7810"/>
                </a:lnTo>
                <a:close/>
              </a:path>
              <a:path w="36194" h="30480">
                <a:moveTo>
                  <a:pt x="16611" y="25755"/>
                </a:moveTo>
                <a:lnTo>
                  <a:pt x="16471" y="25755"/>
                </a:lnTo>
                <a:lnTo>
                  <a:pt x="16611" y="25755"/>
                </a:lnTo>
                <a:close/>
              </a:path>
              <a:path w="36194" h="30480">
                <a:moveTo>
                  <a:pt x="16713" y="7302"/>
                </a:moveTo>
                <a:lnTo>
                  <a:pt x="16560" y="7302"/>
                </a:lnTo>
                <a:lnTo>
                  <a:pt x="16573" y="7683"/>
                </a:lnTo>
                <a:lnTo>
                  <a:pt x="16700" y="7556"/>
                </a:lnTo>
                <a:lnTo>
                  <a:pt x="16713" y="7302"/>
                </a:lnTo>
                <a:close/>
              </a:path>
              <a:path w="36194" h="30480">
                <a:moveTo>
                  <a:pt x="16751" y="30289"/>
                </a:moveTo>
                <a:lnTo>
                  <a:pt x="16700" y="30022"/>
                </a:lnTo>
                <a:lnTo>
                  <a:pt x="16700" y="30289"/>
                </a:lnTo>
                <a:close/>
              </a:path>
              <a:path w="36194" h="30480">
                <a:moveTo>
                  <a:pt x="16751" y="27559"/>
                </a:moveTo>
                <a:lnTo>
                  <a:pt x="16700" y="27432"/>
                </a:lnTo>
                <a:lnTo>
                  <a:pt x="16649" y="27559"/>
                </a:lnTo>
                <a:close/>
              </a:path>
              <a:path w="36194" h="30480">
                <a:moveTo>
                  <a:pt x="16802" y="5778"/>
                </a:moveTo>
                <a:lnTo>
                  <a:pt x="16548" y="5778"/>
                </a:lnTo>
                <a:lnTo>
                  <a:pt x="16560" y="7048"/>
                </a:lnTo>
                <a:lnTo>
                  <a:pt x="16725" y="7048"/>
                </a:lnTo>
                <a:lnTo>
                  <a:pt x="16802" y="5778"/>
                </a:lnTo>
                <a:close/>
              </a:path>
              <a:path w="36194" h="30480">
                <a:moveTo>
                  <a:pt x="16827" y="26289"/>
                </a:moveTo>
                <a:lnTo>
                  <a:pt x="16789" y="26111"/>
                </a:lnTo>
                <a:lnTo>
                  <a:pt x="16789" y="26289"/>
                </a:lnTo>
                <a:close/>
              </a:path>
              <a:path w="36194" h="30480">
                <a:moveTo>
                  <a:pt x="16840" y="13779"/>
                </a:moveTo>
                <a:lnTo>
                  <a:pt x="16078" y="13779"/>
                </a:lnTo>
                <a:lnTo>
                  <a:pt x="16052" y="13906"/>
                </a:lnTo>
                <a:lnTo>
                  <a:pt x="16840" y="13906"/>
                </a:lnTo>
                <a:lnTo>
                  <a:pt x="16840" y="13779"/>
                </a:lnTo>
                <a:close/>
              </a:path>
              <a:path w="36194" h="30480">
                <a:moveTo>
                  <a:pt x="16992" y="27127"/>
                </a:moveTo>
                <a:close/>
              </a:path>
              <a:path w="36194" h="30480">
                <a:moveTo>
                  <a:pt x="16992" y="9334"/>
                </a:moveTo>
                <a:lnTo>
                  <a:pt x="16840" y="9461"/>
                </a:lnTo>
                <a:lnTo>
                  <a:pt x="16967" y="9461"/>
                </a:lnTo>
                <a:lnTo>
                  <a:pt x="16992" y="9334"/>
                </a:lnTo>
                <a:close/>
              </a:path>
              <a:path w="36194" h="30480">
                <a:moveTo>
                  <a:pt x="17157" y="29451"/>
                </a:moveTo>
                <a:close/>
              </a:path>
              <a:path w="36194" h="30480">
                <a:moveTo>
                  <a:pt x="17183" y="21399"/>
                </a:moveTo>
                <a:lnTo>
                  <a:pt x="15506" y="21399"/>
                </a:lnTo>
                <a:lnTo>
                  <a:pt x="15494" y="21653"/>
                </a:lnTo>
                <a:lnTo>
                  <a:pt x="17183" y="21653"/>
                </a:lnTo>
                <a:lnTo>
                  <a:pt x="17183" y="21399"/>
                </a:lnTo>
                <a:close/>
              </a:path>
              <a:path w="36194" h="30480">
                <a:moveTo>
                  <a:pt x="17195" y="23812"/>
                </a:moveTo>
                <a:lnTo>
                  <a:pt x="16611" y="23812"/>
                </a:lnTo>
                <a:lnTo>
                  <a:pt x="11531" y="23685"/>
                </a:lnTo>
                <a:lnTo>
                  <a:pt x="9537" y="24066"/>
                </a:lnTo>
                <a:lnTo>
                  <a:pt x="9486" y="24371"/>
                </a:lnTo>
                <a:lnTo>
                  <a:pt x="9245" y="24193"/>
                </a:lnTo>
                <a:lnTo>
                  <a:pt x="9169" y="24701"/>
                </a:lnTo>
                <a:lnTo>
                  <a:pt x="9359" y="24574"/>
                </a:lnTo>
                <a:lnTo>
                  <a:pt x="10033" y="24447"/>
                </a:lnTo>
                <a:lnTo>
                  <a:pt x="9702" y="24574"/>
                </a:lnTo>
                <a:lnTo>
                  <a:pt x="9486" y="24701"/>
                </a:lnTo>
                <a:lnTo>
                  <a:pt x="9550" y="25095"/>
                </a:lnTo>
                <a:lnTo>
                  <a:pt x="9194" y="24955"/>
                </a:lnTo>
                <a:lnTo>
                  <a:pt x="9220" y="25209"/>
                </a:lnTo>
                <a:lnTo>
                  <a:pt x="9575" y="25209"/>
                </a:lnTo>
                <a:lnTo>
                  <a:pt x="9906" y="25209"/>
                </a:lnTo>
                <a:lnTo>
                  <a:pt x="15481" y="25209"/>
                </a:lnTo>
                <a:lnTo>
                  <a:pt x="15468" y="25336"/>
                </a:lnTo>
                <a:lnTo>
                  <a:pt x="15494" y="25209"/>
                </a:lnTo>
                <a:lnTo>
                  <a:pt x="15684" y="25209"/>
                </a:lnTo>
                <a:lnTo>
                  <a:pt x="15430" y="24955"/>
                </a:lnTo>
                <a:lnTo>
                  <a:pt x="15506" y="24701"/>
                </a:lnTo>
                <a:lnTo>
                  <a:pt x="15557" y="24447"/>
                </a:lnTo>
                <a:lnTo>
                  <a:pt x="15405" y="24447"/>
                </a:lnTo>
                <a:lnTo>
                  <a:pt x="15240" y="24193"/>
                </a:lnTo>
                <a:lnTo>
                  <a:pt x="14592" y="24447"/>
                </a:lnTo>
                <a:lnTo>
                  <a:pt x="15062" y="24193"/>
                </a:lnTo>
                <a:lnTo>
                  <a:pt x="15240" y="24193"/>
                </a:lnTo>
                <a:lnTo>
                  <a:pt x="15544" y="24193"/>
                </a:lnTo>
                <a:lnTo>
                  <a:pt x="15570" y="24066"/>
                </a:lnTo>
                <a:lnTo>
                  <a:pt x="16002" y="24066"/>
                </a:lnTo>
                <a:lnTo>
                  <a:pt x="15824" y="23939"/>
                </a:lnTo>
                <a:lnTo>
                  <a:pt x="16852" y="23939"/>
                </a:lnTo>
                <a:lnTo>
                  <a:pt x="17195" y="23812"/>
                </a:lnTo>
                <a:close/>
              </a:path>
              <a:path w="36194" h="30480">
                <a:moveTo>
                  <a:pt x="17221" y="25946"/>
                </a:moveTo>
                <a:lnTo>
                  <a:pt x="17081" y="26047"/>
                </a:lnTo>
                <a:lnTo>
                  <a:pt x="17221" y="25946"/>
                </a:lnTo>
                <a:close/>
              </a:path>
              <a:path w="36194" h="30480">
                <a:moveTo>
                  <a:pt x="17272" y="9334"/>
                </a:moveTo>
                <a:lnTo>
                  <a:pt x="17233" y="9207"/>
                </a:lnTo>
                <a:lnTo>
                  <a:pt x="17030" y="9080"/>
                </a:lnTo>
                <a:lnTo>
                  <a:pt x="17018" y="9207"/>
                </a:lnTo>
                <a:lnTo>
                  <a:pt x="17272" y="9334"/>
                </a:lnTo>
                <a:close/>
              </a:path>
              <a:path w="36194" h="30480">
                <a:moveTo>
                  <a:pt x="17297" y="27863"/>
                </a:moveTo>
                <a:lnTo>
                  <a:pt x="17145" y="27736"/>
                </a:lnTo>
                <a:lnTo>
                  <a:pt x="17157" y="27965"/>
                </a:lnTo>
                <a:lnTo>
                  <a:pt x="17297" y="27863"/>
                </a:lnTo>
                <a:close/>
              </a:path>
              <a:path w="36194" h="30480">
                <a:moveTo>
                  <a:pt x="17310" y="23647"/>
                </a:moveTo>
                <a:lnTo>
                  <a:pt x="17094" y="23685"/>
                </a:lnTo>
                <a:lnTo>
                  <a:pt x="16687" y="23596"/>
                </a:lnTo>
                <a:lnTo>
                  <a:pt x="16497" y="23685"/>
                </a:lnTo>
                <a:lnTo>
                  <a:pt x="16700" y="23685"/>
                </a:lnTo>
                <a:lnTo>
                  <a:pt x="17056" y="23749"/>
                </a:lnTo>
                <a:lnTo>
                  <a:pt x="17310" y="23647"/>
                </a:lnTo>
                <a:close/>
              </a:path>
              <a:path w="36194" h="30480">
                <a:moveTo>
                  <a:pt x="17462" y="21399"/>
                </a:moveTo>
                <a:lnTo>
                  <a:pt x="17360" y="20002"/>
                </a:lnTo>
                <a:lnTo>
                  <a:pt x="17310" y="19367"/>
                </a:lnTo>
                <a:lnTo>
                  <a:pt x="17183" y="21399"/>
                </a:lnTo>
                <a:lnTo>
                  <a:pt x="17462" y="21399"/>
                </a:lnTo>
                <a:close/>
              </a:path>
              <a:path w="36194" h="30480">
                <a:moveTo>
                  <a:pt x="17462" y="19240"/>
                </a:moveTo>
                <a:lnTo>
                  <a:pt x="17386" y="18986"/>
                </a:lnTo>
                <a:lnTo>
                  <a:pt x="17297" y="18859"/>
                </a:lnTo>
                <a:lnTo>
                  <a:pt x="17183" y="19240"/>
                </a:lnTo>
                <a:lnTo>
                  <a:pt x="17462" y="19240"/>
                </a:lnTo>
                <a:close/>
              </a:path>
              <a:path w="36194" h="30480">
                <a:moveTo>
                  <a:pt x="17487" y="15303"/>
                </a:moveTo>
                <a:lnTo>
                  <a:pt x="17183" y="15176"/>
                </a:lnTo>
                <a:lnTo>
                  <a:pt x="17284" y="18376"/>
                </a:lnTo>
                <a:lnTo>
                  <a:pt x="17157" y="18478"/>
                </a:lnTo>
                <a:lnTo>
                  <a:pt x="17284" y="18478"/>
                </a:lnTo>
                <a:lnTo>
                  <a:pt x="17297" y="18605"/>
                </a:lnTo>
                <a:lnTo>
                  <a:pt x="17322" y="18732"/>
                </a:lnTo>
                <a:lnTo>
                  <a:pt x="17335" y="18478"/>
                </a:lnTo>
                <a:lnTo>
                  <a:pt x="17462" y="18478"/>
                </a:lnTo>
                <a:lnTo>
                  <a:pt x="17487" y="18224"/>
                </a:lnTo>
                <a:lnTo>
                  <a:pt x="17348" y="18338"/>
                </a:lnTo>
                <a:lnTo>
                  <a:pt x="17437" y="16954"/>
                </a:lnTo>
                <a:lnTo>
                  <a:pt x="17487" y="15303"/>
                </a:lnTo>
                <a:close/>
              </a:path>
              <a:path w="36194" h="30480">
                <a:moveTo>
                  <a:pt x="17576" y="5778"/>
                </a:moveTo>
                <a:lnTo>
                  <a:pt x="17373" y="5651"/>
                </a:lnTo>
                <a:lnTo>
                  <a:pt x="16814" y="5651"/>
                </a:lnTo>
                <a:lnTo>
                  <a:pt x="16802" y="5778"/>
                </a:lnTo>
                <a:lnTo>
                  <a:pt x="17576" y="5778"/>
                </a:lnTo>
                <a:close/>
              </a:path>
              <a:path w="36194" h="30480">
                <a:moveTo>
                  <a:pt x="17602" y="5143"/>
                </a:moveTo>
                <a:lnTo>
                  <a:pt x="16548" y="5143"/>
                </a:lnTo>
                <a:lnTo>
                  <a:pt x="16548" y="5651"/>
                </a:lnTo>
                <a:lnTo>
                  <a:pt x="16814" y="5651"/>
                </a:lnTo>
                <a:lnTo>
                  <a:pt x="16878" y="5270"/>
                </a:lnTo>
                <a:lnTo>
                  <a:pt x="16941" y="5397"/>
                </a:lnTo>
                <a:lnTo>
                  <a:pt x="17233" y="5397"/>
                </a:lnTo>
                <a:lnTo>
                  <a:pt x="17259" y="5524"/>
                </a:lnTo>
                <a:lnTo>
                  <a:pt x="17386" y="5397"/>
                </a:lnTo>
                <a:lnTo>
                  <a:pt x="17386" y="5524"/>
                </a:lnTo>
                <a:lnTo>
                  <a:pt x="17526" y="5397"/>
                </a:lnTo>
                <a:lnTo>
                  <a:pt x="17564" y="5270"/>
                </a:lnTo>
                <a:lnTo>
                  <a:pt x="17602" y="5143"/>
                </a:lnTo>
                <a:close/>
              </a:path>
              <a:path w="36194" h="30480">
                <a:moveTo>
                  <a:pt x="17614" y="28295"/>
                </a:moveTo>
                <a:close/>
              </a:path>
              <a:path w="36194" h="30480">
                <a:moveTo>
                  <a:pt x="17678" y="330"/>
                </a:moveTo>
                <a:close/>
              </a:path>
              <a:path w="36194" h="30480">
                <a:moveTo>
                  <a:pt x="17716" y="27698"/>
                </a:moveTo>
                <a:lnTo>
                  <a:pt x="17640" y="27825"/>
                </a:lnTo>
                <a:lnTo>
                  <a:pt x="17716" y="27698"/>
                </a:lnTo>
                <a:close/>
              </a:path>
              <a:path w="36194" h="30480">
                <a:moveTo>
                  <a:pt x="17754" y="28892"/>
                </a:moveTo>
                <a:lnTo>
                  <a:pt x="17665" y="28752"/>
                </a:lnTo>
                <a:lnTo>
                  <a:pt x="17729" y="28981"/>
                </a:lnTo>
                <a:close/>
              </a:path>
              <a:path w="36194" h="30480">
                <a:moveTo>
                  <a:pt x="17856" y="29806"/>
                </a:moveTo>
                <a:lnTo>
                  <a:pt x="17780" y="29933"/>
                </a:lnTo>
                <a:lnTo>
                  <a:pt x="17856" y="29806"/>
                </a:lnTo>
                <a:close/>
              </a:path>
              <a:path w="36194" h="30480">
                <a:moveTo>
                  <a:pt x="18021" y="5143"/>
                </a:moveTo>
                <a:lnTo>
                  <a:pt x="17653" y="5143"/>
                </a:lnTo>
                <a:lnTo>
                  <a:pt x="17665" y="5270"/>
                </a:lnTo>
                <a:lnTo>
                  <a:pt x="17983" y="5270"/>
                </a:lnTo>
                <a:lnTo>
                  <a:pt x="18021" y="5143"/>
                </a:lnTo>
                <a:close/>
              </a:path>
              <a:path w="36194" h="30480">
                <a:moveTo>
                  <a:pt x="18097" y="4127"/>
                </a:moveTo>
                <a:lnTo>
                  <a:pt x="18059" y="3365"/>
                </a:lnTo>
                <a:lnTo>
                  <a:pt x="16484" y="3365"/>
                </a:lnTo>
                <a:lnTo>
                  <a:pt x="16586" y="2349"/>
                </a:lnTo>
                <a:lnTo>
                  <a:pt x="17462" y="2349"/>
                </a:lnTo>
                <a:lnTo>
                  <a:pt x="16649" y="2095"/>
                </a:lnTo>
                <a:lnTo>
                  <a:pt x="16281" y="2095"/>
                </a:lnTo>
                <a:lnTo>
                  <a:pt x="16027" y="2247"/>
                </a:lnTo>
                <a:lnTo>
                  <a:pt x="16129" y="1460"/>
                </a:lnTo>
                <a:lnTo>
                  <a:pt x="15455" y="1460"/>
                </a:lnTo>
                <a:lnTo>
                  <a:pt x="15494" y="1079"/>
                </a:lnTo>
                <a:lnTo>
                  <a:pt x="15074" y="698"/>
                </a:lnTo>
                <a:lnTo>
                  <a:pt x="15151" y="190"/>
                </a:lnTo>
                <a:lnTo>
                  <a:pt x="14719" y="190"/>
                </a:lnTo>
                <a:lnTo>
                  <a:pt x="11874" y="2095"/>
                </a:lnTo>
                <a:lnTo>
                  <a:pt x="11531" y="2095"/>
                </a:lnTo>
                <a:lnTo>
                  <a:pt x="7797" y="2984"/>
                </a:lnTo>
                <a:lnTo>
                  <a:pt x="2959" y="3365"/>
                </a:lnTo>
                <a:lnTo>
                  <a:pt x="1358" y="3619"/>
                </a:lnTo>
                <a:lnTo>
                  <a:pt x="0" y="3619"/>
                </a:lnTo>
                <a:lnTo>
                  <a:pt x="63" y="3873"/>
                </a:lnTo>
                <a:lnTo>
                  <a:pt x="177" y="4381"/>
                </a:lnTo>
                <a:lnTo>
                  <a:pt x="622" y="4635"/>
                </a:lnTo>
                <a:lnTo>
                  <a:pt x="469" y="4381"/>
                </a:lnTo>
                <a:lnTo>
                  <a:pt x="431" y="4127"/>
                </a:lnTo>
                <a:lnTo>
                  <a:pt x="622" y="4191"/>
                </a:lnTo>
                <a:lnTo>
                  <a:pt x="749" y="4203"/>
                </a:lnTo>
                <a:lnTo>
                  <a:pt x="800" y="3873"/>
                </a:lnTo>
                <a:lnTo>
                  <a:pt x="1270" y="4127"/>
                </a:lnTo>
                <a:lnTo>
                  <a:pt x="18097" y="4127"/>
                </a:lnTo>
                <a:close/>
              </a:path>
              <a:path w="36194" h="30480">
                <a:moveTo>
                  <a:pt x="18110" y="13906"/>
                </a:moveTo>
                <a:lnTo>
                  <a:pt x="18059" y="13779"/>
                </a:lnTo>
                <a:lnTo>
                  <a:pt x="16903" y="13779"/>
                </a:lnTo>
                <a:lnTo>
                  <a:pt x="16891" y="13906"/>
                </a:lnTo>
                <a:lnTo>
                  <a:pt x="18110" y="13906"/>
                </a:lnTo>
                <a:close/>
              </a:path>
              <a:path w="36194" h="30480">
                <a:moveTo>
                  <a:pt x="18135" y="4762"/>
                </a:moveTo>
                <a:lnTo>
                  <a:pt x="16395" y="4762"/>
                </a:lnTo>
                <a:lnTo>
                  <a:pt x="16471" y="4889"/>
                </a:lnTo>
                <a:lnTo>
                  <a:pt x="16548" y="5016"/>
                </a:lnTo>
                <a:lnTo>
                  <a:pt x="18059" y="5016"/>
                </a:lnTo>
                <a:lnTo>
                  <a:pt x="18135" y="4762"/>
                </a:lnTo>
                <a:close/>
              </a:path>
              <a:path w="36194" h="30480">
                <a:moveTo>
                  <a:pt x="18186" y="12636"/>
                </a:moveTo>
                <a:lnTo>
                  <a:pt x="15633" y="12636"/>
                </a:lnTo>
                <a:lnTo>
                  <a:pt x="15633" y="13398"/>
                </a:lnTo>
                <a:lnTo>
                  <a:pt x="15913" y="13525"/>
                </a:lnTo>
                <a:lnTo>
                  <a:pt x="15824" y="13779"/>
                </a:lnTo>
                <a:lnTo>
                  <a:pt x="16078" y="13779"/>
                </a:lnTo>
                <a:lnTo>
                  <a:pt x="16167" y="13398"/>
                </a:lnTo>
                <a:lnTo>
                  <a:pt x="16205" y="13271"/>
                </a:lnTo>
                <a:lnTo>
                  <a:pt x="16205" y="13398"/>
                </a:lnTo>
                <a:lnTo>
                  <a:pt x="16332" y="13398"/>
                </a:lnTo>
                <a:lnTo>
                  <a:pt x="16344" y="13271"/>
                </a:lnTo>
                <a:lnTo>
                  <a:pt x="16357" y="13144"/>
                </a:lnTo>
                <a:lnTo>
                  <a:pt x="16725" y="13017"/>
                </a:lnTo>
                <a:lnTo>
                  <a:pt x="16852" y="12890"/>
                </a:lnTo>
                <a:lnTo>
                  <a:pt x="16852" y="13525"/>
                </a:lnTo>
                <a:lnTo>
                  <a:pt x="17018" y="13398"/>
                </a:lnTo>
                <a:lnTo>
                  <a:pt x="17119" y="12890"/>
                </a:lnTo>
                <a:lnTo>
                  <a:pt x="17335" y="12890"/>
                </a:lnTo>
                <a:lnTo>
                  <a:pt x="17399" y="13017"/>
                </a:lnTo>
                <a:lnTo>
                  <a:pt x="17259" y="13144"/>
                </a:lnTo>
                <a:lnTo>
                  <a:pt x="17576" y="13144"/>
                </a:lnTo>
                <a:lnTo>
                  <a:pt x="17640" y="13017"/>
                </a:lnTo>
                <a:lnTo>
                  <a:pt x="17767" y="12890"/>
                </a:lnTo>
                <a:lnTo>
                  <a:pt x="17843" y="13144"/>
                </a:lnTo>
                <a:lnTo>
                  <a:pt x="17957" y="13525"/>
                </a:lnTo>
                <a:lnTo>
                  <a:pt x="18059" y="13779"/>
                </a:lnTo>
                <a:lnTo>
                  <a:pt x="18046" y="12890"/>
                </a:lnTo>
                <a:lnTo>
                  <a:pt x="18186" y="12636"/>
                </a:lnTo>
                <a:close/>
              </a:path>
              <a:path w="36194" h="30480">
                <a:moveTo>
                  <a:pt x="18199" y="8953"/>
                </a:moveTo>
                <a:lnTo>
                  <a:pt x="18122" y="8826"/>
                </a:lnTo>
                <a:lnTo>
                  <a:pt x="18034" y="8699"/>
                </a:lnTo>
                <a:lnTo>
                  <a:pt x="17843" y="8826"/>
                </a:lnTo>
                <a:lnTo>
                  <a:pt x="17500" y="8826"/>
                </a:lnTo>
                <a:lnTo>
                  <a:pt x="17475" y="9334"/>
                </a:lnTo>
                <a:lnTo>
                  <a:pt x="17322" y="9334"/>
                </a:lnTo>
                <a:lnTo>
                  <a:pt x="17449" y="9461"/>
                </a:lnTo>
                <a:lnTo>
                  <a:pt x="17653" y="9461"/>
                </a:lnTo>
                <a:lnTo>
                  <a:pt x="18199" y="8953"/>
                </a:lnTo>
                <a:close/>
              </a:path>
              <a:path w="36194" h="30480">
                <a:moveTo>
                  <a:pt x="18415" y="18478"/>
                </a:moveTo>
                <a:lnTo>
                  <a:pt x="18402" y="17970"/>
                </a:lnTo>
                <a:lnTo>
                  <a:pt x="18237" y="17970"/>
                </a:lnTo>
                <a:lnTo>
                  <a:pt x="18237" y="18478"/>
                </a:lnTo>
                <a:lnTo>
                  <a:pt x="18415" y="18478"/>
                </a:lnTo>
                <a:close/>
              </a:path>
              <a:path w="36194" h="30480">
                <a:moveTo>
                  <a:pt x="18630" y="10096"/>
                </a:moveTo>
                <a:lnTo>
                  <a:pt x="18516" y="9969"/>
                </a:lnTo>
                <a:lnTo>
                  <a:pt x="17500" y="9969"/>
                </a:lnTo>
                <a:lnTo>
                  <a:pt x="17576" y="9715"/>
                </a:lnTo>
                <a:lnTo>
                  <a:pt x="17145" y="9715"/>
                </a:lnTo>
                <a:lnTo>
                  <a:pt x="17449" y="9461"/>
                </a:lnTo>
                <a:lnTo>
                  <a:pt x="16967" y="9461"/>
                </a:lnTo>
                <a:lnTo>
                  <a:pt x="16916" y="9702"/>
                </a:lnTo>
                <a:lnTo>
                  <a:pt x="16840" y="9461"/>
                </a:lnTo>
                <a:lnTo>
                  <a:pt x="15621" y="9461"/>
                </a:lnTo>
                <a:lnTo>
                  <a:pt x="15494" y="9715"/>
                </a:lnTo>
                <a:lnTo>
                  <a:pt x="16916" y="9715"/>
                </a:lnTo>
                <a:lnTo>
                  <a:pt x="17119" y="9715"/>
                </a:lnTo>
                <a:lnTo>
                  <a:pt x="17106" y="9969"/>
                </a:lnTo>
                <a:lnTo>
                  <a:pt x="16903" y="9969"/>
                </a:lnTo>
                <a:lnTo>
                  <a:pt x="16891" y="9842"/>
                </a:lnTo>
                <a:lnTo>
                  <a:pt x="16637" y="9969"/>
                </a:lnTo>
                <a:lnTo>
                  <a:pt x="16459" y="9842"/>
                </a:lnTo>
                <a:lnTo>
                  <a:pt x="16357" y="10223"/>
                </a:lnTo>
                <a:lnTo>
                  <a:pt x="16103" y="10096"/>
                </a:lnTo>
                <a:lnTo>
                  <a:pt x="15849" y="9969"/>
                </a:lnTo>
                <a:lnTo>
                  <a:pt x="15430" y="9842"/>
                </a:lnTo>
                <a:lnTo>
                  <a:pt x="15532" y="9461"/>
                </a:lnTo>
                <a:lnTo>
                  <a:pt x="15227" y="9461"/>
                </a:lnTo>
                <a:lnTo>
                  <a:pt x="15214" y="9715"/>
                </a:lnTo>
                <a:lnTo>
                  <a:pt x="4787" y="9715"/>
                </a:lnTo>
                <a:lnTo>
                  <a:pt x="4787" y="9969"/>
                </a:lnTo>
                <a:lnTo>
                  <a:pt x="4635" y="10096"/>
                </a:lnTo>
                <a:lnTo>
                  <a:pt x="4660" y="9969"/>
                </a:lnTo>
                <a:lnTo>
                  <a:pt x="4787" y="9969"/>
                </a:lnTo>
                <a:lnTo>
                  <a:pt x="4787" y="9715"/>
                </a:lnTo>
                <a:lnTo>
                  <a:pt x="1841" y="9715"/>
                </a:lnTo>
                <a:lnTo>
                  <a:pt x="1841" y="11074"/>
                </a:lnTo>
                <a:lnTo>
                  <a:pt x="1663" y="10985"/>
                </a:lnTo>
                <a:lnTo>
                  <a:pt x="1790" y="10985"/>
                </a:lnTo>
                <a:lnTo>
                  <a:pt x="1841" y="9715"/>
                </a:lnTo>
                <a:lnTo>
                  <a:pt x="901" y="9715"/>
                </a:lnTo>
                <a:lnTo>
                  <a:pt x="901" y="9969"/>
                </a:lnTo>
                <a:lnTo>
                  <a:pt x="711" y="9969"/>
                </a:lnTo>
                <a:lnTo>
                  <a:pt x="762" y="10096"/>
                </a:lnTo>
                <a:lnTo>
                  <a:pt x="838" y="10223"/>
                </a:lnTo>
                <a:lnTo>
                  <a:pt x="914" y="10350"/>
                </a:lnTo>
                <a:lnTo>
                  <a:pt x="965" y="10477"/>
                </a:lnTo>
                <a:lnTo>
                  <a:pt x="1104" y="10604"/>
                </a:lnTo>
                <a:lnTo>
                  <a:pt x="1219" y="10731"/>
                </a:lnTo>
                <a:lnTo>
                  <a:pt x="1320" y="10858"/>
                </a:lnTo>
                <a:lnTo>
                  <a:pt x="1435" y="10985"/>
                </a:lnTo>
                <a:lnTo>
                  <a:pt x="1549" y="11112"/>
                </a:lnTo>
                <a:lnTo>
                  <a:pt x="1803" y="11112"/>
                </a:lnTo>
                <a:lnTo>
                  <a:pt x="2095" y="11239"/>
                </a:lnTo>
                <a:lnTo>
                  <a:pt x="1955" y="11125"/>
                </a:lnTo>
                <a:lnTo>
                  <a:pt x="2730" y="11239"/>
                </a:lnTo>
                <a:lnTo>
                  <a:pt x="2870" y="11239"/>
                </a:lnTo>
                <a:lnTo>
                  <a:pt x="2895" y="11874"/>
                </a:lnTo>
                <a:lnTo>
                  <a:pt x="2984" y="11747"/>
                </a:lnTo>
                <a:lnTo>
                  <a:pt x="3276" y="11874"/>
                </a:lnTo>
                <a:lnTo>
                  <a:pt x="3251" y="12128"/>
                </a:lnTo>
                <a:lnTo>
                  <a:pt x="4051" y="12128"/>
                </a:lnTo>
                <a:lnTo>
                  <a:pt x="3937" y="12382"/>
                </a:lnTo>
                <a:lnTo>
                  <a:pt x="3759" y="12382"/>
                </a:lnTo>
                <a:lnTo>
                  <a:pt x="4229" y="12509"/>
                </a:lnTo>
                <a:lnTo>
                  <a:pt x="4267" y="11493"/>
                </a:lnTo>
                <a:lnTo>
                  <a:pt x="4381" y="11366"/>
                </a:lnTo>
                <a:lnTo>
                  <a:pt x="4013" y="11493"/>
                </a:lnTo>
                <a:lnTo>
                  <a:pt x="4114" y="11366"/>
                </a:lnTo>
                <a:lnTo>
                  <a:pt x="4216" y="11239"/>
                </a:lnTo>
                <a:lnTo>
                  <a:pt x="4000" y="11239"/>
                </a:lnTo>
                <a:lnTo>
                  <a:pt x="3632" y="11493"/>
                </a:lnTo>
                <a:lnTo>
                  <a:pt x="3568" y="11747"/>
                </a:lnTo>
                <a:lnTo>
                  <a:pt x="3670" y="10985"/>
                </a:lnTo>
                <a:lnTo>
                  <a:pt x="3530" y="10858"/>
                </a:lnTo>
                <a:lnTo>
                  <a:pt x="3568" y="10731"/>
                </a:lnTo>
                <a:lnTo>
                  <a:pt x="3733" y="10604"/>
                </a:lnTo>
                <a:lnTo>
                  <a:pt x="4038" y="10477"/>
                </a:lnTo>
                <a:lnTo>
                  <a:pt x="4127" y="10350"/>
                </a:lnTo>
                <a:lnTo>
                  <a:pt x="4267" y="10350"/>
                </a:lnTo>
                <a:lnTo>
                  <a:pt x="4660" y="10350"/>
                </a:lnTo>
                <a:lnTo>
                  <a:pt x="18059" y="10350"/>
                </a:lnTo>
                <a:lnTo>
                  <a:pt x="18034" y="10223"/>
                </a:lnTo>
                <a:lnTo>
                  <a:pt x="18021" y="10096"/>
                </a:lnTo>
                <a:lnTo>
                  <a:pt x="18630" y="10096"/>
                </a:lnTo>
                <a:close/>
              </a:path>
              <a:path w="36194" h="30480">
                <a:moveTo>
                  <a:pt x="18681" y="21399"/>
                </a:moveTo>
                <a:lnTo>
                  <a:pt x="17462" y="21399"/>
                </a:lnTo>
                <a:lnTo>
                  <a:pt x="17487" y="21653"/>
                </a:lnTo>
                <a:lnTo>
                  <a:pt x="18618" y="21653"/>
                </a:lnTo>
                <a:lnTo>
                  <a:pt x="18681" y="21399"/>
                </a:lnTo>
                <a:close/>
              </a:path>
              <a:path w="36194" h="30480">
                <a:moveTo>
                  <a:pt x="18732" y="22288"/>
                </a:moveTo>
                <a:lnTo>
                  <a:pt x="18364" y="22288"/>
                </a:lnTo>
                <a:lnTo>
                  <a:pt x="18478" y="22161"/>
                </a:lnTo>
                <a:lnTo>
                  <a:pt x="18580" y="22034"/>
                </a:lnTo>
                <a:lnTo>
                  <a:pt x="17589" y="22034"/>
                </a:lnTo>
                <a:lnTo>
                  <a:pt x="17487" y="21653"/>
                </a:lnTo>
                <a:lnTo>
                  <a:pt x="17183" y="21653"/>
                </a:lnTo>
                <a:lnTo>
                  <a:pt x="17068" y="21780"/>
                </a:lnTo>
                <a:lnTo>
                  <a:pt x="17018" y="21907"/>
                </a:lnTo>
                <a:lnTo>
                  <a:pt x="17500" y="22288"/>
                </a:lnTo>
                <a:lnTo>
                  <a:pt x="15227" y="22288"/>
                </a:lnTo>
                <a:lnTo>
                  <a:pt x="15214" y="22415"/>
                </a:lnTo>
                <a:lnTo>
                  <a:pt x="18719" y="22415"/>
                </a:lnTo>
                <a:lnTo>
                  <a:pt x="18732" y="22288"/>
                </a:lnTo>
                <a:close/>
              </a:path>
              <a:path w="36194" h="30480">
                <a:moveTo>
                  <a:pt x="18783" y="21653"/>
                </a:moveTo>
                <a:lnTo>
                  <a:pt x="18618" y="21653"/>
                </a:lnTo>
                <a:lnTo>
                  <a:pt x="18580" y="22034"/>
                </a:lnTo>
                <a:lnTo>
                  <a:pt x="18757" y="22161"/>
                </a:lnTo>
                <a:lnTo>
                  <a:pt x="18783" y="21653"/>
                </a:lnTo>
                <a:close/>
              </a:path>
              <a:path w="36194" h="30480">
                <a:moveTo>
                  <a:pt x="18846" y="12636"/>
                </a:moveTo>
                <a:lnTo>
                  <a:pt x="18427" y="12636"/>
                </a:lnTo>
                <a:lnTo>
                  <a:pt x="18580" y="12890"/>
                </a:lnTo>
                <a:lnTo>
                  <a:pt x="18745" y="12738"/>
                </a:lnTo>
                <a:lnTo>
                  <a:pt x="18681" y="13271"/>
                </a:lnTo>
                <a:lnTo>
                  <a:pt x="18834" y="13398"/>
                </a:lnTo>
                <a:lnTo>
                  <a:pt x="18757" y="12725"/>
                </a:lnTo>
                <a:close/>
              </a:path>
              <a:path w="36194" h="30480">
                <a:moveTo>
                  <a:pt x="18986" y="76"/>
                </a:moveTo>
                <a:close/>
              </a:path>
              <a:path w="36194" h="30480">
                <a:moveTo>
                  <a:pt x="19011" y="18224"/>
                </a:moveTo>
                <a:lnTo>
                  <a:pt x="18973" y="17970"/>
                </a:lnTo>
                <a:lnTo>
                  <a:pt x="18453" y="17970"/>
                </a:lnTo>
                <a:lnTo>
                  <a:pt x="18478" y="18224"/>
                </a:lnTo>
                <a:lnTo>
                  <a:pt x="19011" y="18224"/>
                </a:lnTo>
                <a:close/>
              </a:path>
              <a:path w="36194" h="30480">
                <a:moveTo>
                  <a:pt x="19050" y="12636"/>
                </a:moveTo>
                <a:lnTo>
                  <a:pt x="18872" y="12509"/>
                </a:lnTo>
                <a:lnTo>
                  <a:pt x="18846" y="12636"/>
                </a:lnTo>
                <a:lnTo>
                  <a:pt x="19050" y="12636"/>
                </a:lnTo>
                <a:close/>
              </a:path>
              <a:path w="36194" h="30480">
                <a:moveTo>
                  <a:pt x="19278" y="14160"/>
                </a:moveTo>
                <a:lnTo>
                  <a:pt x="15989" y="14160"/>
                </a:lnTo>
                <a:lnTo>
                  <a:pt x="15963" y="14287"/>
                </a:lnTo>
                <a:lnTo>
                  <a:pt x="19265" y="14287"/>
                </a:lnTo>
                <a:lnTo>
                  <a:pt x="19278" y="14160"/>
                </a:lnTo>
                <a:close/>
              </a:path>
              <a:path w="36194" h="30480">
                <a:moveTo>
                  <a:pt x="19380" y="3619"/>
                </a:moveTo>
                <a:lnTo>
                  <a:pt x="18719" y="3492"/>
                </a:lnTo>
                <a:lnTo>
                  <a:pt x="19189" y="3619"/>
                </a:lnTo>
                <a:lnTo>
                  <a:pt x="19380" y="3619"/>
                </a:lnTo>
                <a:close/>
              </a:path>
              <a:path w="36194" h="30480">
                <a:moveTo>
                  <a:pt x="19532" y="13779"/>
                </a:moveTo>
                <a:lnTo>
                  <a:pt x="18148" y="13779"/>
                </a:lnTo>
                <a:lnTo>
                  <a:pt x="18161" y="13906"/>
                </a:lnTo>
                <a:lnTo>
                  <a:pt x="19405" y="13906"/>
                </a:lnTo>
                <a:lnTo>
                  <a:pt x="19532" y="13779"/>
                </a:lnTo>
                <a:close/>
              </a:path>
              <a:path w="36194" h="30480">
                <a:moveTo>
                  <a:pt x="19710" y="14287"/>
                </a:moveTo>
                <a:lnTo>
                  <a:pt x="19265" y="14287"/>
                </a:lnTo>
                <a:lnTo>
                  <a:pt x="19227" y="14668"/>
                </a:lnTo>
                <a:lnTo>
                  <a:pt x="19113" y="15811"/>
                </a:lnTo>
                <a:lnTo>
                  <a:pt x="19253" y="15811"/>
                </a:lnTo>
                <a:lnTo>
                  <a:pt x="19367" y="14668"/>
                </a:lnTo>
                <a:lnTo>
                  <a:pt x="19481" y="14541"/>
                </a:lnTo>
                <a:lnTo>
                  <a:pt x="19596" y="14414"/>
                </a:lnTo>
                <a:lnTo>
                  <a:pt x="19710" y="14287"/>
                </a:lnTo>
                <a:close/>
              </a:path>
              <a:path w="36194" h="30480">
                <a:moveTo>
                  <a:pt x="19735" y="13906"/>
                </a:moveTo>
                <a:lnTo>
                  <a:pt x="19405" y="13906"/>
                </a:lnTo>
                <a:lnTo>
                  <a:pt x="19291" y="14033"/>
                </a:lnTo>
                <a:lnTo>
                  <a:pt x="19278" y="14160"/>
                </a:lnTo>
                <a:lnTo>
                  <a:pt x="19672" y="14160"/>
                </a:lnTo>
                <a:lnTo>
                  <a:pt x="19735" y="13906"/>
                </a:lnTo>
                <a:close/>
              </a:path>
              <a:path w="36194" h="30480">
                <a:moveTo>
                  <a:pt x="19824" y="13652"/>
                </a:moveTo>
                <a:lnTo>
                  <a:pt x="19646" y="13652"/>
                </a:lnTo>
                <a:lnTo>
                  <a:pt x="19532" y="13779"/>
                </a:lnTo>
                <a:lnTo>
                  <a:pt x="19786" y="13779"/>
                </a:lnTo>
                <a:lnTo>
                  <a:pt x="19824" y="13652"/>
                </a:lnTo>
                <a:close/>
              </a:path>
              <a:path w="36194" h="30480">
                <a:moveTo>
                  <a:pt x="19850" y="17970"/>
                </a:moveTo>
                <a:lnTo>
                  <a:pt x="19075" y="17970"/>
                </a:lnTo>
                <a:lnTo>
                  <a:pt x="19075" y="18097"/>
                </a:lnTo>
                <a:lnTo>
                  <a:pt x="19392" y="18224"/>
                </a:lnTo>
                <a:lnTo>
                  <a:pt x="19850" y="17970"/>
                </a:lnTo>
                <a:close/>
              </a:path>
              <a:path w="36194" h="30480">
                <a:moveTo>
                  <a:pt x="19875" y="19367"/>
                </a:moveTo>
                <a:lnTo>
                  <a:pt x="19773" y="19240"/>
                </a:lnTo>
                <a:lnTo>
                  <a:pt x="19672" y="19113"/>
                </a:lnTo>
                <a:lnTo>
                  <a:pt x="19278" y="18859"/>
                </a:lnTo>
                <a:lnTo>
                  <a:pt x="19392" y="18478"/>
                </a:lnTo>
                <a:lnTo>
                  <a:pt x="19532" y="18478"/>
                </a:lnTo>
                <a:lnTo>
                  <a:pt x="19621" y="18224"/>
                </a:lnTo>
                <a:lnTo>
                  <a:pt x="19392" y="18224"/>
                </a:lnTo>
                <a:lnTo>
                  <a:pt x="19126" y="18224"/>
                </a:lnTo>
                <a:lnTo>
                  <a:pt x="19050" y="18859"/>
                </a:lnTo>
                <a:lnTo>
                  <a:pt x="18923" y="18986"/>
                </a:lnTo>
                <a:lnTo>
                  <a:pt x="18808" y="19113"/>
                </a:lnTo>
                <a:lnTo>
                  <a:pt x="18757" y="20256"/>
                </a:lnTo>
                <a:lnTo>
                  <a:pt x="18681" y="20002"/>
                </a:lnTo>
                <a:lnTo>
                  <a:pt x="18554" y="19126"/>
                </a:lnTo>
                <a:lnTo>
                  <a:pt x="18567" y="21145"/>
                </a:lnTo>
                <a:lnTo>
                  <a:pt x="18681" y="21399"/>
                </a:lnTo>
                <a:lnTo>
                  <a:pt x="18719" y="20383"/>
                </a:lnTo>
                <a:lnTo>
                  <a:pt x="19519" y="20510"/>
                </a:lnTo>
                <a:lnTo>
                  <a:pt x="19824" y="20764"/>
                </a:lnTo>
                <a:lnTo>
                  <a:pt x="19812" y="20383"/>
                </a:lnTo>
                <a:lnTo>
                  <a:pt x="18961" y="20256"/>
                </a:lnTo>
                <a:lnTo>
                  <a:pt x="19075" y="19494"/>
                </a:lnTo>
                <a:lnTo>
                  <a:pt x="19151" y="19367"/>
                </a:lnTo>
                <a:lnTo>
                  <a:pt x="19227" y="19113"/>
                </a:lnTo>
                <a:lnTo>
                  <a:pt x="19494" y="19240"/>
                </a:lnTo>
                <a:lnTo>
                  <a:pt x="19545" y="19367"/>
                </a:lnTo>
                <a:lnTo>
                  <a:pt x="19875" y="19367"/>
                </a:lnTo>
                <a:close/>
              </a:path>
              <a:path w="36194" h="30480">
                <a:moveTo>
                  <a:pt x="19913" y="16954"/>
                </a:moveTo>
                <a:lnTo>
                  <a:pt x="19799" y="16700"/>
                </a:lnTo>
                <a:lnTo>
                  <a:pt x="19748" y="16573"/>
                </a:lnTo>
                <a:lnTo>
                  <a:pt x="19596" y="16700"/>
                </a:lnTo>
                <a:lnTo>
                  <a:pt x="19227" y="16700"/>
                </a:lnTo>
                <a:lnTo>
                  <a:pt x="19164" y="16319"/>
                </a:lnTo>
                <a:lnTo>
                  <a:pt x="19050" y="16446"/>
                </a:lnTo>
                <a:lnTo>
                  <a:pt x="18948" y="17716"/>
                </a:lnTo>
                <a:lnTo>
                  <a:pt x="19075" y="17335"/>
                </a:lnTo>
                <a:lnTo>
                  <a:pt x="19469" y="17081"/>
                </a:lnTo>
                <a:lnTo>
                  <a:pt x="19913" y="16954"/>
                </a:lnTo>
                <a:close/>
              </a:path>
              <a:path w="36194" h="30480">
                <a:moveTo>
                  <a:pt x="19951" y="12255"/>
                </a:moveTo>
                <a:lnTo>
                  <a:pt x="19900" y="12128"/>
                </a:lnTo>
                <a:lnTo>
                  <a:pt x="19202" y="12128"/>
                </a:lnTo>
                <a:lnTo>
                  <a:pt x="19088" y="12255"/>
                </a:lnTo>
                <a:lnTo>
                  <a:pt x="19951" y="12255"/>
                </a:lnTo>
                <a:close/>
              </a:path>
              <a:path w="36194" h="30480">
                <a:moveTo>
                  <a:pt x="20078" y="15430"/>
                </a:moveTo>
                <a:lnTo>
                  <a:pt x="19926" y="15557"/>
                </a:lnTo>
                <a:lnTo>
                  <a:pt x="19850" y="15684"/>
                </a:lnTo>
                <a:lnTo>
                  <a:pt x="19761" y="16065"/>
                </a:lnTo>
                <a:lnTo>
                  <a:pt x="19951" y="15811"/>
                </a:lnTo>
                <a:lnTo>
                  <a:pt x="20078" y="15430"/>
                </a:lnTo>
                <a:close/>
              </a:path>
              <a:path w="36194" h="30480">
                <a:moveTo>
                  <a:pt x="20129" y="17970"/>
                </a:moveTo>
                <a:lnTo>
                  <a:pt x="19850" y="17970"/>
                </a:lnTo>
                <a:lnTo>
                  <a:pt x="20066" y="18097"/>
                </a:lnTo>
                <a:lnTo>
                  <a:pt x="20129" y="17970"/>
                </a:lnTo>
                <a:close/>
              </a:path>
              <a:path w="36194" h="30480">
                <a:moveTo>
                  <a:pt x="20142" y="16065"/>
                </a:moveTo>
                <a:lnTo>
                  <a:pt x="19939" y="16192"/>
                </a:lnTo>
                <a:lnTo>
                  <a:pt x="19862" y="16827"/>
                </a:lnTo>
                <a:lnTo>
                  <a:pt x="19989" y="16954"/>
                </a:lnTo>
                <a:lnTo>
                  <a:pt x="20104" y="16192"/>
                </a:lnTo>
                <a:lnTo>
                  <a:pt x="20142" y="16065"/>
                </a:lnTo>
                <a:close/>
              </a:path>
              <a:path w="36194" h="30480">
                <a:moveTo>
                  <a:pt x="20231" y="13271"/>
                </a:moveTo>
                <a:lnTo>
                  <a:pt x="20002" y="13271"/>
                </a:lnTo>
                <a:lnTo>
                  <a:pt x="19888" y="13398"/>
                </a:lnTo>
                <a:lnTo>
                  <a:pt x="19875" y="13525"/>
                </a:lnTo>
                <a:lnTo>
                  <a:pt x="20015" y="13525"/>
                </a:lnTo>
                <a:lnTo>
                  <a:pt x="20142" y="13398"/>
                </a:lnTo>
                <a:lnTo>
                  <a:pt x="20231" y="13271"/>
                </a:lnTo>
                <a:close/>
              </a:path>
              <a:path w="36194" h="30480">
                <a:moveTo>
                  <a:pt x="20243" y="18224"/>
                </a:moveTo>
                <a:lnTo>
                  <a:pt x="19659" y="18097"/>
                </a:lnTo>
                <a:lnTo>
                  <a:pt x="19621" y="18224"/>
                </a:lnTo>
                <a:lnTo>
                  <a:pt x="20243" y="18224"/>
                </a:lnTo>
                <a:close/>
              </a:path>
              <a:path w="36194" h="30480">
                <a:moveTo>
                  <a:pt x="20256" y="13652"/>
                </a:moveTo>
                <a:lnTo>
                  <a:pt x="19888" y="13652"/>
                </a:lnTo>
                <a:lnTo>
                  <a:pt x="19824" y="13779"/>
                </a:lnTo>
                <a:lnTo>
                  <a:pt x="20154" y="13779"/>
                </a:lnTo>
                <a:lnTo>
                  <a:pt x="20256" y="13652"/>
                </a:lnTo>
                <a:close/>
              </a:path>
              <a:path w="36194" h="30480">
                <a:moveTo>
                  <a:pt x="20332" y="17970"/>
                </a:moveTo>
                <a:lnTo>
                  <a:pt x="20269" y="17843"/>
                </a:lnTo>
                <a:lnTo>
                  <a:pt x="20129" y="17970"/>
                </a:lnTo>
                <a:lnTo>
                  <a:pt x="20332" y="17970"/>
                </a:lnTo>
                <a:close/>
              </a:path>
              <a:path w="36194" h="30480">
                <a:moveTo>
                  <a:pt x="20370" y="11493"/>
                </a:moveTo>
                <a:lnTo>
                  <a:pt x="20129" y="11366"/>
                </a:lnTo>
                <a:lnTo>
                  <a:pt x="19939" y="11239"/>
                </a:lnTo>
                <a:lnTo>
                  <a:pt x="19989" y="11366"/>
                </a:lnTo>
                <a:lnTo>
                  <a:pt x="20370" y="11493"/>
                </a:lnTo>
                <a:close/>
              </a:path>
              <a:path w="36194" h="30480">
                <a:moveTo>
                  <a:pt x="20472" y="18224"/>
                </a:moveTo>
                <a:lnTo>
                  <a:pt x="20091" y="18097"/>
                </a:lnTo>
                <a:lnTo>
                  <a:pt x="20281" y="18224"/>
                </a:lnTo>
                <a:lnTo>
                  <a:pt x="20472" y="18224"/>
                </a:lnTo>
                <a:close/>
              </a:path>
              <a:path w="36194" h="30480">
                <a:moveTo>
                  <a:pt x="20472" y="15684"/>
                </a:moveTo>
                <a:lnTo>
                  <a:pt x="20269" y="15684"/>
                </a:lnTo>
                <a:lnTo>
                  <a:pt x="20231" y="15811"/>
                </a:lnTo>
                <a:lnTo>
                  <a:pt x="20472" y="15684"/>
                </a:lnTo>
                <a:close/>
              </a:path>
              <a:path w="36194" h="30480">
                <a:moveTo>
                  <a:pt x="20523" y="13627"/>
                </a:moveTo>
                <a:lnTo>
                  <a:pt x="20345" y="13525"/>
                </a:lnTo>
                <a:lnTo>
                  <a:pt x="20523" y="13627"/>
                </a:lnTo>
                <a:close/>
              </a:path>
              <a:path w="36194" h="30480">
                <a:moveTo>
                  <a:pt x="20701" y="15684"/>
                </a:moveTo>
                <a:lnTo>
                  <a:pt x="20599" y="15557"/>
                </a:lnTo>
                <a:lnTo>
                  <a:pt x="20472" y="15684"/>
                </a:lnTo>
                <a:lnTo>
                  <a:pt x="20701" y="15684"/>
                </a:lnTo>
                <a:close/>
              </a:path>
              <a:path w="36194" h="30480">
                <a:moveTo>
                  <a:pt x="20853" y="13779"/>
                </a:moveTo>
                <a:lnTo>
                  <a:pt x="20154" y="13779"/>
                </a:lnTo>
                <a:lnTo>
                  <a:pt x="19824" y="13906"/>
                </a:lnTo>
                <a:lnTo>
                  <a:pt x="20662" y="13906"/>
                </a:lnTo>
                <a:lnTo>
                  <a:pt x="20840" y="14033"/>
                </a:lnTo>
                <a:lnTo>
                  <a:pt x="20853" y="13779"/>
                </a:lnTo>
                <a:close/>
              </a:path>
              <a:path w="36194" h="30480">
                <a:moveTo>
                  <a:pt x="20904" y="22288"/>
                </a:moveTo>
                <a:lnTo>
                  <a:pt x="18808" y="22288"/>
                </a:lnTo>
                <a:lnTo>
                  <a:pt x="18821" y="22415"/>
                </a:lnTo>
                <a:lnTo>
                  <a:pt x="20866" y="22415"/>
                </a:lnTo>
                <a:lnTo>
                  <a:pt x="20904" y="22288"/>
                </a:lnTo>
                <a:close/>
              </a:path>
              <a:path w="36194" h="30480">
                <a:moveTo>
                  <a:pt x="20929" y="20142"/>
                </a:moveTo>
                <a:lnTo>
                  <a:pt x="20840" y="20370"/>
                </a:lnTo>
                <a:lnTo>
                  <a:pt x="20929" y="20142"/>
                </a:lnTo>
                <a:close/>
              </a:path>
              <a:path w="36194" h="30480">
                <a:moveTo>
                  <a:pt x="20980" y="10604"/>
                </a:moveTo>
                <a:lnTo>
                  <a:pt x="20955" y="10477"/>
                </a:lnTo>
                <a:lnTo>
                  <a:pt x="20840" y="10350"/>
                </a:lnTo>
                <a:lnTo>
                  <a:pt x="18059" y="10350"/>
                </a:lnTo>
                <a:lnTo>
                  <a:pt x="18072" y="10477"/>
                </a:lnTo>
                <a:lnTo>
                  <a:pt x="18313" y="10604"/>
                </a:lnTo>
                <a:lnTo>
                  <a:pt x="18529" y="10604"/>
                </a:lnTo>
                <a:lnTo>
                  <a:pt x="18986" y="10604"/>
                </a:lnTo>
                <a:lnTo>
                  <a:pt x="18834" y="10477"/>
                </a:lnTo>
                <a:lnTo>
                  <a:pt x="19024" y="10604"/>
                </a:lnTo>
                <a:lnTo>
                  <a:pt x="20980" y="10604"/>
                </a:lnTo>
                <a:close/>
              </a:path>
              <a:path w="36194" h="30480">
                <a:moveTo>
                  <a:pt x="21018" y="14287"/>
                </a:moveTo>
                <a:lnTo>
                  <a:pt x="20866" y="14160"/>
                </a:lnTo>
                <a:lnTo>
                  <a:pt x="19761" y="14160"/>
                </a:lnTo>
                <a:lnTo>
                  <a:pt x="19735" y="14287"/>
                </a:lnTo>
                <a:lnTo>
                  <a:pt x="21018" y="14287"/>
                </a:lnTo>
                <a:close/>
              </a:path>
              <a:path w="36194" h="30480">
                <a:moveTo>
                  <a:pt x="21069" y="14160"/>
                </a:moveTo>
                <a:lnTo>
                  <a:pt x="20993" y="14033"/>
                </a:lnTo>
                <a:lnTo>
                  <a:pt x="20866" y="14160"/>
                </a:lnTo>
                <a:lnTo>
                  <a:pt x="21069" y="14160"/>
                </a:lnTo>
                <a:close/>
              </a:path>
              <a:path w="36194" h="30480">
                <a:moveTo>
                  <a:pt x="21069" y="10350"/>
                </a:moveTo>
                <a:lnTo>
                  <a:pt x="20891" y="10223"/>
                </a:lnTo>
                <a:lnTo>
                  <a:pt x="20840" y="10096"/>
                </a:lnTo>
                <a:lnTo>
                  <a:pt x="20840" y="10350"/>
                </a:lnTo>
                <a:lnTo>
                  <a:pt x="21069" y="10350"/>
                </a:lnTo>
                <a:close/>
              </a:path>
              <a:path w="36194" h="30480">
                <a:moveTo>
                  <a:pt x="21082" y="22161"/>
                </a:moveTo>
                <a:lnTo>
                  <a:pt x="20904" y="22288"/>
                </a:lnTo>
                <a:lnTo>
                  <a:pt x="21031" y="22288"/>
                </a:lnTo>
                <a:lnTo>
                  <a:pt x="21082" y="22161"/>
                </a:lnTo>
                <a:close/>
              </a:path>
              <a:path w="36194" h="30480">
                <a:moveTo>
                  <a:pt x="21120" y="12636"/>
                </a:moveTo>
                <a:lnTo>
                  <a:pt x="20891" y="12509"/>
                </a:lnTo>
                <a:lnTo>
                  <a:pt x="20091" y="12509"/>
                </a:lnTo>
                <a:lnTo>
                  <a:pt x="20040" y="12636"/>
                </a:lnTo>
                <a:lnTo>
                  <a:pt x="21120" y="12636"/>
                </a:lnTo>
                <a:close/>
              </a:path>
              <a:path w="36194" h="30480">
                <a:moveTo>
                  <a:pt x="21158" y="14414"/>
                </a:moveTo>
                <a:lnTo>
                  <a:pt x="21145" y="14287"/>
                </a:lnTo>
                <a:lnTo>
                  <a:pt x="21018" y="14287"/>
                </a:lnTo>
                <a:lnTo>
                  <a:pt x="21158" y="14414"/>
                </a:lnTo>
                <a:close/>
              </a:path>
              <a:path w="36194" h="30480">
                <a:moveTo>
                  <a:pt x="21183" y="18224"/>
                </a:moveTo>
                <a:lnTo>
                  <a:pt x="21158" y="17970"/>
                </a:lnTo>
                <a:lnTo>
                  <a:pt x="20332" y="17970"/>
                </a:lnTo>
                <a:lnTo>
                  <a:pt x="20408" y="18097"/>
                </a:lnTo>
                <a:lnTo>
                  <a:pt x="20472" y="18224"/>
                </a:lnTo>
                <a:lnTo>
                  <a:pt x="21183" y="18224"/>
                </a:lnTo>
                <a:close/>
              </a:path>
              <a:path w="36194" h="30480">
                <a:moveTo>
                  <a:pt x="21196" y="21399"/>
                </a:moveTo>
                <a:lnTo>
                  <a:pt x="21196" y="21399"/>
                </a:lnTo>
                <a:lnTo>
                  <a:pt x="18770" y="21399"/>
                </a:lnTo>
                <a:lnTo>
                  <a:pt x="18783" y="21653"/>
                </a:lnTo>
                <a:lnTo>
                  <a:pt x="19951" y="21653"/>
                </a:lnTo>
                <a:lnTo>
                  <a:pt x="19964" y="21526"/>
                </a:lnTo>
                <a:lnTo>
                  <a:pt x="19964" y="21653"/>
                </a:lnTo>
                <a:lnTo>
                  <a:pt x="20256" y="21653"/>
                </a:lnTo>
                <a:lnTo>
                  <a:pt x="21145" y="21653"/>
                </a:lnTo>
                <a:lnTo>
                  <a:pt x="21196" y="21399"/>
                </a:lnTo>
                <a:close/>
              </a:path>
              <a:path w="36194" h="30480">
                <a:moveTo>
                  <a:pt x="21450" y="15049"/>
                </a:moveTo>
                <a:lnTo>
                  <a:pt x="21297" y="14922"/>
                </a:lnTo>
                <a:lnTo>
                  <a:pt x="21399" y="15176"/>
                </a:lnTo>
                <a:lnTo>
                  <a:pt x="21450" y="15049"/>
                </a:lnTo>
                <a:close/>
              </a:path>
              <a:path w="36194" h="30480">
                <a:moveTo>
                  <a:pt x="21513" y="14033"/>
                </a:moveTo>
                <a:lnTo>
                  <a:pt x="21234" y="13779"/>
                </a:lnTo>
                <a:lnTo>
                  <a:pt x="20916" y="13906"/>
                </a:lnTo>
                <a:lnTo>
                  <a:pt x="20993" y="14033"/>
                </a:lnTo>
                <a:lnTo>
                  <a:pt x="21513" y="14033"/>
                </a:lnTo>
                <a:close/>
              </a:path>
              <a:path w="36194" h="30480">
                <a:moveTo>
                  <a:pt x="21678" y="18859"/>
                </a:moveTo>
                <a:lnTo>
                  <a:pt x="21539" y="18986"/>
                </a:lnTo>
                <a:lnTo>
                  <a:pt x="21450" y="20002"/>
                </a:lnTo>
                <a:lnTo>
                  <a:pt x="21590" y="19748"/>
                </a:lnTo>
                <a:lnTo>
                  <a:pt x="21678" y="18859"/>
                </a:lnTo>
                <a:close/>
              </a:path>
              <a:path w="36194" h="30480">
                <a:moveTo>
                  <a:pt x="21717" y="10350"/>
                </a:moveTo>
                <a:lnTo>
                  <a:pt x="21069" y="10350"/>
                </a:lnTo>
                <a:lnTo>
                  <a:pt x="21348" y="10477"/>
                </a:lnTo>
                <a:lnTo>
                  <a:pt x="21691" y="10477"/>
                </a:lnTo>
                <a:lnTo>
                  <a:pt x="21717" y="10350"/>
                </a:lnTo>
                <a:close/>
              </a:path>
              <a:path w="36194" h="30480">
                <a:moveTo>
                  <a:pt x="21920" y="9715"/>
                </a:moveTo>
                <a:lnTo>
                  <a:pt x="21907" y="9461"/>
                </a:lnTo>
                <a:lnTo>
                  <a:pt x="17653" y="9461"/>
                </a:lnTo>
                <a:lnTo>
                  <a:pt x="17576" y="9715"/>
                </a:lnTo>
                <a:lnTo>
                  <a:pt x="21920" y="9715"/>
                </a:lnTo>
                <a:close/>
              </a:path>
              <a:path w="36194" h="30480">
                <a:moveTo>
                  <a:pt x="21945" y="18224"/>
                </a:moveTo>
                <a:lnTo>
                  <a:pt x="21894" y="18097"/>
                </a:lnTo>
                <a:lnTo>
                  <a:pt x="21767" y="18224"/>
                </a:lnTo>
                <a:lnTo>
                  <a:pt x="21945" y="18224"/>
                </a:lnTo>
                <a:close/>
              </a:path>
              <a:path w="36194" h="30480">
                <a:moveTo>
                  <a:pt x="22034" y="17970"/>
                </a:moveTo>
                <a:lnTo>
                  <a:pt x="21628" y="17970"/>
                </a:lnTo>
                <a:lnTo>
                  <a:pt x="21272" y="17970"/>
                </a:lnTo>
                <a:lnTo>
                  <a:pt x="21221" y="18224"/>
                </a:lnTo>
                <a:lnTo>
                  <a:pt x="21742" y="18224"/>
                </a:lnTo>
                <a:lnTo>
                  <a:pt x="21780" y="18097"/>
                </a:lnTo>
                <a:lnTo>
                  <a:pt x="22034" y="18097"/>
                </a:lnTo>
                <a:lnTo>
                  <a:pt x="22034" y="17970"/>
                </a:lnTo>
                <a:close/>
              </a:path>
              <a:path w="36194" h="30480">
                <a:moveTo>
                  <a:pt x="22174" y="11239"/>
                </a:moveTo>
                <a:lnTo>
                  <a:pt x="22034" y="11366"/>
                </a:lnTo>
                <a:lnTo>
                  <a:pt x="22174" y="11366"/>
                </a:lnTo>
                <a:lnTo>
                  <a:pt x="22174" y="11239"/>
                </a:lnTo>
                <a:close/>
              </a:path>
              <a:path w="36194" h="30480">
                <a:moveTo>
                  <a:pt x="22199" y="18224"/>
                </a:moveTo>
                <a:lnTo>
                  <a:pt x="22034" y="18097"/>
                </a:lnTo>
                <a:lnTo>
                  <a:pt x="22021" y="18224"/>
                </a:lnTo>
                <a:lnTo>
                  <a:pt x="22199" y="18224"/>
                </a:lnTo>
                <a:close/>
              </a:path>
              <a:path w="36194" h="30480">
                <a:moveTo>
                  <a:pt x="22225" y="9334"/>
                </a:moveTo>
                <a:lnTo>
                  <a:pt x="22098" y="9207"/>
                </a:lnTo>
                <a:lnTo>
                  <a:pt x="22072" y="9398"/>
                </a:lnTo>
                <a:lnTo>
                  <a:pt x="22225" y="9334"/>
                </a:lnTo>
                <a:close/>
              </a:path>
              <a:path w="36194" h="30480">
                <a:moveTo>
                  <a:pt x="22250" y="14033"/>
                </a:moveTo>
                <a:lnTo>
                  <a:pt x="21844" y="13906"/>
                </a:lnTo>
                <a:lnTo>
                  <a:pt x="21513" y="14033"/>
                </a:lnTo>
                <a:lnTo>
                  <a:pt x="22250" y="14033"/>
                </a:lnTo>
                <a:close/>
              </a:path>
              <a:path w="36194" h="30480">
                <a:moveTo>
                  <a:pt x="22275" y="10350"/>
                </a:moveTo>
                <a:lnTo>
                  <a:pt x="22250" y="10223"/>
                </a:lnTo>
                <a:lnTo>
                  <a:pt x="22237" y="10096"/>
                </a:lnTo>
                <a:lnTo>
                  <a:pt x="22009" y="9969"/>
                </a:lnTo>
                <a:lnTo>
                  <a:pt x="21958" y="10096"/>
                </a:lnTo>
                <a:lnTo>
                  <a:pt x="21755" y="10096"/>
                </a:lnTo>
                <a:lnTo>
                  <a:pt x="21717" y="10350"/>
                </a:lnTo>
                <a:lnTo>
                  <a:pt x="21920" y="10350"/>
                </a:lnTo>
                <a:lnTo>
                  <a:pt x="21945" y="10223"/>
                </a:lnTo>
                <a:lnTo>
                  <a:pt x="22110" y="10350"/>
                </a:lnTo>
                <a:lnTo>
                  <a:pt x="22275" y="10350"/>
                </a:lnTo>
                <a:close/>
              </a:path>
              <a:path w="36194" h="30480">
                <a:moveTo>
                  <a:pt x="22301" y="10604"/>
                </a:moveTo>
                <a:lnTo>
                  <a:pt x="22288" y="10477"/>
                </a:lnTo>
                <a:lnTo>
                  <a:pt x="22110" y="10350"/>
                </a:lnTo>
                <a:lnTo>
                  <a:pt x="21920" y="10350"/>
                </a:lnTo>
                <a:lnTo>
                  <a:pt x="21844" y="10477"/>
                </a:lnTo>
                <a:lnTo>
                  <a:pt x="21755" y="10604"/>
                </a:lnTo>
                <a:lnTo>
                  <a:pt x="22301" y="10604"/>
                </a:lnTo>
                <a:close/>
              </a:path>
              <a:path w="36194" h="30480">
                <a:moveTo>
                  <a:pt x="22529" y="9715"/>
                </a:moveTo>
                <a:lnTo>
                  <a:pt x="22313" y="9461"/>
                </a:lnTo>
                <a:lnTo>
                  <a:pt x="22072" y="9461"/>
                </a:lnTo>
                <a:lnTo>
                  <a:pt x="22034" y="9715"/>
                </a:lnTo>
                <a:lnTo>
                  <a:pt x="22529" y="9715"/>
                </a:lnTo>
                <a:close/>
              </a:path>
              <a:path w="36194" h="30480">
                <a:moveTo>
                  <a:pt x="22555" y="9461"/>
                </a:moveTo>
                <a:lnTo>
                  <a:pt x="22225" y="9334"/>
                </a:lnTo>
                <a:lnTo>
                  <a:pt x="22313" y="9461"/>
                </a:lnTo>
                <a:lnTo>
                  <a:pt x="22555" y="9461"/>
                </a:lnTo>
                <a:close/>
              </a:path>
              <a:path w="36194" h="30480">
                <a:moveTo>
                  <a:pt x="22580" y="13779"/>
                </a:moveTo>
                <a:lnTo>
                  <a:pt x="22199" y="13652"/>
                </a:lnTo>
                <a:lnTo>
                  <a:pt x="21424" y="13525"/>
                </a:lnTo>
                <a:lnTo>
                  <a:pt x="21259" y="13398"/>
                </a:lnTo>
                <a:lnTo>
                  <a:pt x="21145" y="13271"/>
                </a:lnTo>
                <a:lnTo>
                  <a:pt x="21082" y="13398"/>
                </a:lnTo>
                <a:lnTo>
                  <a:pt x="21005" y="13525"/>
                </a:lnTo>
                <a:lnTo>
                  <a:pt x="20764" y="13652"/>
                </a:lnTo>
                <a:lnTo>
                  <a:pt x="20599" y="13652"/>
                </a:lnTo>
                <a:lnTo>
                  <a:pt x="20853" y="13779"/>
                </a:lnTo>
                <a:lnTo>
                  <a:pt x="21234" y="13779"/>
                </a:lnTo>
                <a:lnTo>
                  <a:pt x="22085" y="13779"/>
                </a:lnTo>
                <a:lnTo>
                  <a:pt x="22580" y="13779"/>
                </a:lnTo>
                <a:close/>
              </a:path>
              <a:path w="36194" h="30480">
                <a:moveTo>
                  <a:pt x="22606" y="10350"/>
                </a:moveTo>
                <a:lnTo>
                  <a:pt x="22364" y="10223"/>
                </a:lnTo>
                <a:lnTo>
                  <a:pt x="22364" y="10350"/>
                </a:lnTo>
                <a:lnTo>
                  <a:pt x="22606" y="10350"/>
                </a:lnTo>
                <a:close/>
              </a:path>
              <a:path w="36194" h="30480">
                <a:moveTo>
                  <a:pt x="22618" y="12509"/>
                </a:moveTo>
                <a:lnTo>
                  <a:pt x="22212" y="12382"/>
                </a:lnTo>
                <a:lnTo>
                  <a:pt x="21132" y="12382"/>
                </a:lnTo>
                <a:lnTo>
                  <a:pt x="20980" y="12255"/>
                </a:lnTo>
                <a:lnTo>
                  <a:pt x="19951" y="12255"/>
                </a:lnTo>
                <a:lnTo>
                  <a:pt x="19989" y="12509"/>
                </a:lnTo>
                <a:lnTo>
                  <a:pt x="20650" y="12382"/>
                </a:lnTo>
                <a:lnTo>
                  <a:pt x="20891" y="12509"/>
                </a:lnTo>
                <a:lnTo>
                  <a:pt x="22618" y="12509"/>
                </a:lnTo>
                <a:close/>
              </a:path>
              <a:path w="36194" h="30480">
                <a:moveTo>
                  <a:pt x="22745" y="12128"/>
                </a:moveTo>
                <a:lnTo>
                  <a:pt x="22593" y="12128"/>
                </a:lnTo>
                <a:lnTo>
                  <a:pt x="22580" y="12001"/>
                </a:lnTo>
                <a:lnTo>
                  <a:pt x="22326" y="12001"/>
                </a:lnTo>
                <a:lnTo>
                  <a:pt x="21945" y="12001"/>
                </a:lnTo>
                <a:lnTo>
                  <a:pt x="21564" y="12128"/>
                </a:lnTo>
                <a:lnTo>
                  <a:pt x="21209" y="12128"/>
                </a:lnTo>
                <a:lnTo>
                  <a:pt x="21234" y="12255"/>
                </a:lnTo>
                <a:lnTo>
                  <a:pt x="22707" y="12255"/>
                </a:lnTo>
                <a:lnTo>
                  <a:pt x="22745" y="12128"/>
                </a:lnTo>
                <a:close/>
              </a:path>
              <a:path w="36194" h="30480">
                <a:moveTo>
                  <a:pt x="22796" y="8318"/>
                </a:moveTo>
                <a:lnTo>
                  <a:pt x="22758" y="8064"/>
                </a:lnTo>
                <a:lnTo>
                  <a:pt x="16675" y="8064"/>
                </a:lnTo>
                <a:lnTo>
                  <a:pt x="16637" y="8318"/>
                </a:lnTo>
                <a:lnTo>
                  <a:pt x="22796" y="8318"/>
                </a:lnTo>
                <a:close/>
              </a:path>
              <a:path w="36194" h="30480">
                <a:moveTo>
                  <a:pt x="22809" y="14033"/>
                </a:moveTo>
                <a:lnTo>
                  <a:pt x="22745" y="13906"/>
                </a:lnTo>
                <a:lnTo>
                  <a:pt x="22428" y="13906"/>
                </a:lnTo>
                <a:lnTo>
                  <a:pt x="22085" y="13779"/>
                </a:lnTo>
                <a:lnTo>
                  <a:pt x="22174" y="13906"/>
                </a:lnTo>
                <a:lnTo>
                  <a:pt x="22250" y="14033"/>
                </a:lnTo>
                <a:lnTo>
                  <a:pt x="22809" y="14033"/>
                </a:lnTo>
                <a:close/>
              </a:path>
              <a:path w="36194" h="30480">
                <a:moveTo>
                  <a:pt x="22872" y="10350"/>
                </a:moveTo>
                <a:lnTo>
                  <a:pt x="22606" y="10350"/>
                </a:lnTo>
                <a:lnTo>
                  <a:pt x="22593" y="10604"/>
                </a:lnTo>
                <a:lnTo>
                  <a:pt x="22860" y="10604"/>
                </a:lnTo>
                <a:lnTo>
                  <a:pt x="22872" y="10350"/>
                </a:lnTo>
                <a:close/>
              </a:path>
              <a:path w="36194" h="30480">
                <a:moveTo>
                  <a:pt x="22885" y="7810"/>
                </a:moveTo>
                <a:lnTo>
                  <a:pt x="16687" y="7810"/>
                </a:lnTo>
                <a:lnTo>
                  <a:pt x="16675" y="7937"/>
                </a:lnTo>
                <a:lnTo>
                  <a:pt x="22821" y="7937"/>
                </a:lnTo>
                <a:lnTo>
                  <a:pt x="22885" y="7810"/>
                </a:lnTo>
                <a:close/>
              </a:path>
              <a:path w="36194" h="30480">
                <a:moveTo>
                  <a:pt x="22898" y="14287"/>
                </a:moveTo>
                <a:lnTo>
                  <a:pt x="22860" y="14160"/>
                </a:lnTo>
                <a:lnTo>
                  <a:pt x="21069" y="14160"/>
                </a:lnTo>
                <a:lnTo>
                  <a:pt x="21145" y="14287"/>
                </a:lnTo>
                <a:lnTo>
                  <a:pt x="22898" y="14287"/>
                </a:lnTo>
                <a:close/>
              </a:path>
              <a:path w="36194" h="30480">
                <a:moveTo>
                  <a:pt x="22898" y="8826"/>
                </a:moveTo>
                <a:lnTo>
                  <a:pt x="22542" y="8572"/>
                </a:lnTo>
                <a:lnTo>
                  <a:pt x="22466" y="8699"/>
                </a:lnTo>
                <a:lnTo>
                  <a:pt x="22390" y="8953"/>
                </a:lnTo>
                <a:lnTo>
                  <a:pt x="22669" y="8953"/>
                </a:lnTo>
                <a:lnTo>
                  <a:pt x="22860" y="9080"/>
                </a:lnTo>
                <a:lnTo>
                  <a:pt x="22898" y="8826"/>
                </a:lnTo>
                <a:close/>
              </a:path>
              <a:path w="36194" h="30480">
                <a:moveTo>
                  <a:pt x="22999" y="22796"/>
                </a:moveTo>
                <a:lnTo>
                  <a:pt x="22733" y="22669"/>
                </a:lnTo>
                <a:lnTo>
                  <a:pt x="22606" y="22542"/>
                </a:lnTo>
                <a:lnTo>
                  <a:pt x="22593" y="22796"/>
                </a:lnTo>
                <a:lnTo>
                  <a:pt x="22999" y="22796"/>
                </a:lnTo>
                <a:close/>
              </a:path>
              <a:path w="36194" h="30480">
                <a:moveTo>
                  <a:pt x="23139" y="7302"/>
                </a:moveTo>
                <a:lnTo>
                  <a:pt x="22999" y="7302"/>
                </a:lnTo>
                <a:lnTo>
                  <a:pt x="22974" y="7429"/>
                </a:lnTo>
                <a:lnTo>
                  <a:pt x="23139" y="7302"/>
                </a:lnTo>
                <a:close/>
              </a:path>
              <a:path w="36194" h="30480">
                <a:moveTo>
                  <a:pt x="23190" y="7048"/>
                </a:moveTo>
                <a:lnTo>
                  <a:pt x="16725" y="7048"/>
                </a:lnTo>
                <a:lnTo>
                  <a:pt x="16713" y="7302"/>
                </a:lnTo>
                <a:lnTo>
                  <a:pt x="22999" y="7302"/>
                </a:lnTo>
                <a:lnTo>
                  <a:pt x="23012" y="7175"/>
                </a:lnTo>
                <a:lnTo>
                  <a:pt x="23190" y="7048"/>
                </a:lnTo>
                <a:close/>
              </a:path>
              <a:path w="36194" h="30480">
                <a:moveTo>
                  <a:pt x="23279" y="12636"/>
                </a:moveTo>
                <a:lnTo>
                  <a:pt x="21120" y="12636"/>
                </a:lnTo>
                <a:lnTo>
                  <a:pt x="21031" y="13017"/>
                </a:lnTo>
                <a:lnTo>
                  <a:pt x="21196" y="12890"/>
                </a:lnTo>
                <a:lnTo>
                  <a:pt x="22910" y="12890"/>
                </a:lnTo>
                <a:lnTo>
                  <a:pt x="22948" y="13017"/>
                </a:lnTo>
                <a:lnTo>
                  <a:pt x="23075" y="12890"/>
                </a:lnTo>
                <a:lnTo>
                  <a:pt x="23253" y="12890"/>
                </a:lnTo>
                <a:lnTo>
                  <a:pt x="23279" y="12636"/>
                </a:lnTo>
                <a:close/>
              </a:path>
              <a:path w="36194" h="30480">
                <a:moveTo>
                  <a:pt x="23317" y="14287"/>
                </a:moveTo>
                <a:lnTo>
                  <a:pt x="22898" y="14287"/>
                </a:lnTo>
                <a:lnTo>
                  <a:pt x="22936" y="14414"/>
                </a:lnTo>
                <a:lnTo>
                  <a:pt x="22631" y="14414"/>
                </a:lnTo>
                <a:lnTo>
                  <a:pt x="22555" y="15811"/>
                </a:lnTo>
                <a:lnTo>
                  <a:pt x="22390" y="15811"/>
                </a:lnTo>
                <a:lnTo>
                  <a:pt x="22275" y="16065"/>
                </a:lnTo>
                <a:lnTo>
                  <a:pt x="22225" y="16192"/>
                </a:lnTo>
                <a:lnTo>
                  <a:pt x="22872" y="16192"/>
                </a:lnTo>
                <a:lnTo>
                  <a:pt x="22898" y="15684"/>
                </a:lnTo>
                <a:lnTo>
                  <a:pt x="23152" y="15684"/>
                </a:lnTo>
                <a:lnTo>
                  <a:pt x="22987" y="15557"/>
                </a:lnTo>
                <a:lnTo>
                  <a:pt x="22987" y="14668"/>
                </a:lnTo>
                <a:lnTo>
                  <a:pt x="23215" y="14668"/>
                </a:lnTo>
                <a:lnTo>
                  <a:pt x="23190" y="14414"/>
                </a:lnTo>
                <a:lnTo>
                  <a:pt x="23317" y="14287"/>
                </a:lnTo>
                <a:close/>
              </a:path>
              <a:path w="36194" h="30480">
                <a:moveTo>
                  <a:pt x="23329" y="13779"/>
                </a:moveTo>
                <a:lnTo>
                  <a:pt x="23266" y="13525"/>
                </a:lnTo>
                <a:lnTo>
                  <a:pt x="23126" y="13525"/>
                </a:lnTo>
                <a:lnTo>
                  <a:pt x="23063" y="13652"/>
                </a:lnTo>
                <a:lnTo>
                  <a:pt x="22999" y="13779"/>
                </a:lnTo>
                <a:lnTo>
                  <a:pt x="23329" y="13779"/>
                </a:lnTo>
                <a:close/>
              </a:path>
              <a:path w="36194" h="30480">
                <a:moveTo>
                  <a:pt x="23342" y="10350"/>
                </a:moveTo>
                <a:lnTo>
                  <a:pt x="22898" y="10350"/>
                </a:lnTo>
                <a:lnTo>
                  <a:pt x="22910" y="10604"/>
                </a:lnTo>
                <a:lnTo>
                  <a:pt x="23266" y="10604"/>
                </a:lnTo>
                <a:lnTo>
                  <a:pt x="23342" y="10350"/>
                </a:lnTo>
                <a:close/>
              </a:path>
              <a:path w="36194" h="30480">
                <a:moveTo>
                  <a:pt x="23355" y="14033"/>
                </a:moveTo>
                <a:lnTo>
                  <a:pt x="22809" y="14033"/>
                </a:lnTo>
                <a:lnTo>
                  <a:pt x="22860" y="14160"/>
                </a:lnTo>
                <a:lnTo>
                  <a:pt x="23342" y="14160"/>
                </a:lnTo>
                <a:lnTo>
                  <a:pt x="23355" y="14033"/>
                </a:lnTo>
                <a:close/>
              </a:path>
              <a:path w="36194" h="30480">
                <a:moveTo>
                  <a:pt x="23495" y="9461"/>
                </a:moveTo>
                <a:lnTo>
                  <a:pt x="22885" y="9461"/>
                </a:lnTo>
                <a:lnTo>
                  <a:pt x="22555" y="9461"/>
                </a:lnTo>
                <a:lnTo>
                  <a:pt x="22593" y="9715"/>
                </a:lnTo>
                <a:lnTo>
                  <a:pt x="22885" y="9715"/>
                </a:lnTo>
                <a:lnTo>
                  <a:pt x="23482" y="9715"/>
                </a:lnTo>
                <a:lnTo>
                  <a:pt x="23495" y="9461"/>
                </a:lnTo>
                <a:close/>
              </a:path>
              <a:path w="36194" h="30480">
                <a:moveTo>
                  <a:pt x="23533" y="8318"/>
                </a:moveTo>
                <a:lnTo>
                  <a:pt x="23495" y="8064"/>
                </a:lnTo>
                <a:lnTo>
                  <a:pt x="22999" y="7937"/>
                </a:lnTo>
                <a:lnTo>
                  <a:pt x="22821" y="7937"/>
                </a:lnTo>
                <a:lnTo>
                  <a:pt x="22758" y="8064"/>
                </a:lnTo>
                <a:lnTo>
                  <a:pt x="22910" y="8064"/>
                </a:lnTo>
                <a:lnTo>
                  <a:pt x="22910" y="8318"/>
                </a:lnTo>
                <a:lnTo>
                  <a:pt x="23533" y="8318"/>
                </a:lnTo>
                <a:close/>
              </a:path>
              <a:path w="36194" h="30480">
                <a:moveTo>
                  <a:pt x="23558" y="17335"/>
                </a:moveTo>
                <a:lnTo>
                  <a:pt x="23202" y="17208"/>
                </a:lnTo>
                <a:lnTo>
                  <a:pt x="23088" y="16827"/>
                </a:lnTo>
                <a:lnTo>
                  <a:pt x="22974" y="16700"/>
                </a:lnTo>
                <a:lnTo>
                  <a:pt x="22872" y="16319"/>
                </a:lnTo>
                <a:lnTo>
                  <a:pt x="22745" y="16319"/>
                </a:lnTo>
                <a:lnTo>
                  <a:pt x="22745" y="17462"/>
                </a:lnTo>
                <a:lnTo>
                  <a:pt x="22491" y="17462"/>
                </a:lnTo>
                <a:lnTo>
                  <a:pt x="22364" y="17335"/>
                </a:lnTo>
                <a:lnTo>
                  <a:pt x="22669" y="17335"/>
                </a:lnTo>
                <a:lnTo>
                  <a:pt x="22745" y="17462"/>
                </a:lnTo>
                <a:lnTo>
                  <a:pt x="22745" y="16319"/>
                </a:lnTo>
                <a:lnTo>
                  <a:pt x="22174" y="16319"/>
                </a:lnTo>
                <a:lnTo>
                  <a:pt x="22237" y="16065"/>
                </a:lnTo>
                <a:lnTo>
                  <a:pt x="22009" y="16192"/>
                </a:lnTo>
                <a:lnTo>
                  <a:pt x="22085" y="16700"/>
                </a:lnTo>
                <a:lnTo>
                  <a:pt x="21882" y="16827"/>
                </a:lnTo>
                <a:lnTo>
                  <a:pt x="21742" y="16827"/>
                </a:lnTo>
                <a:lnTo>
                  <a:pt x="21678" y="16573"/>
                </a:lnTo>
                <a:lnTo>
                  <a:pt x="21590" y="16065"/>
                </a:lnTo>
                <a:lnTo>
                  <a:pt x="21551" y="15811"/>
                </a:lnTo>
                <a:lnTo>
                  <a:pt x="21424" y="16065"/>
                </a:lnTo>
                <a:lnTo>
                  <a:pt x="21170" y="15811"/>
                </a:lnTo>
                <a:lnTo>
                  <a:pt x="21082" y="15684"/>
                </a:lnTo>
                <a:lnTo>
                  <a:pt x="20701" y="15684"/>
                </a:lnTo>
                <a:lnTo>
                  <a:pt x="21018" y="16065"/>
                </a:lnTo>
                <a:lnTo>
                  <a:pt x="20891" y="16573"/>
                </a:lnTo>
                <a:lnTo>
                  <a:pt x="20866" y="16446"/>
                </a:lnTo>
                <a:lnTo>
                  <a:pt x="20777" y="16700"/>
                </a:lnTo>
                <a:lnTo>
                  <a:pt x="20701" y="16827"/>
                </a:lnTo>
                <a:lnTo>
                  <a:pt x="20205" y="16827"/>
                </a:lnTo>
                <a:lnTo>
                  <a:pt x="20383" y="16954"/>
                </a:lnTo>
                <a:lnTo>
                  <a:pt x="19989" y="16954"/>
                </a:lnTo>
                <a:lnTo>
                  <a:pt x="20320" y="17208"/>
                </a:lnTo>
                <a:lnTo>
                  <a:pt x="20574" y="17081"/>
                </a:lnTo>
                <a:lnTo>
                  <a:pt x="20904" y="17208"/>
                </a:lnTo>
                <a:lnTo>
                  <a:pt x="21056" y="17335"/>
                </a:lnTo>
                <a:lnTo>
                  <a:pt x="21158" y="17970"/>
                </a:lnTo>
                <a:lnTo>
                  <a:pt x="21297" y="17843"/>
                </a:lnTo>
                <a:lnTo>
                  <a:pt x="21374" y="17335"/>
                </a:lnTo>
                <a:lnTo>
                  <a:pt x="21551" y="17335"/>
                </a:lnTo>
                <a:lnTo>
                  <a:pt x="21628" y="17970"/>
                </a:lnTo>
                <a:lnTo>
                  <a:pt x="21729" y="17843"/>
                </a:lnTo>
                <a:lnTo>
                  <a:pt x="21818" y="17716"/>
                </a:lnTo>
                <a:lnTo>
                  <a:pt x="21907" y="17589"/>
                </a:lnTo>
                <a:lnTo>
                  <a:pt x="22059" y="17462"/>
                </a:lnTo>
                <a:lnTo>
                  <a:pt x="22034" y="17970"/>
                </a:lnTo>
                <a:lnTo>
                  <a:pt x="22186" y="17970"/>
                </a:lnTo>
                <a:lnTo>
                  <a:pt x="22275" y="17716"/>
                </a:lnTo>
                <a:lnTo>
                  <a:pt x="22364" y="17462"/>
                </a:lnTo>
                <a:lnTo>
                  <a:pt x="22745" y="17589"/>
                </a:lnTo>
                <a:lnTo>
                  <a:pt x="23101" y="17843"/>
                </a:lnTo>
                <a:lnTo>
                  <a:pt x="23139" y="17462"/>
                </a:lnTo>
                <a:lnTo>
                  <a:pt x="23558" y="17335"/>
                </a:lnTo>
                <a:close/>
              </a:path>
              <a:path w="36194" h="30480">
                <a:moveTo>
                  <a:pt x="23622" y="10604"/>
                </a:moveTo>
                <a:lnTo>
                  <a:pt x="23266" y="10604"/>
                </a:lnTo>
                <a:lnTo>
                  <a:pt x="23139" y="10731"/>
                </a:lnTo>
                <a:lnTo>
                  <a:pt x="23025" y="10858"/>
                </a:lnTo>
                <a:lnTo>
                  <a:pt x="22898" y="10985"/>
                </a:lnTo>
                <a:lnTo>
                  <a:pt x="22771" y="11112"/>
                </a:lnTo>
                <a:lnTo>
                  <a:pt x="22860" y="10731"/>
                </a:lnTo>
                <a:lnTo>
                  <a:pt x="22694" y="10858"/>
                </a:lnTo>
                <a:lnTo>
                  <a:pt x="22593" y="10985"/>
                </a:lnTo>
                <a:lnTo>
                  <a:pt x="22402" y="11112"/>
                </a:lnTo>
                <a:lnTo>
                  <a:pt x="22466" y="10985"/>
                </a:lnTo>
                <a:lnTo>
                  <a:pt x="22529" y="10858"/>
                </a:lnTo>
                <a:lnTo>
                  <a:pt x="22593" y="10604"/>
                </a:lnTo>
                <a:lnTo>
                  <a:pt x="22364" y="10604"/>
                </a:lnTo>
                <a:lnTo>
                  <a:pt x="22288" y="10985"/>
                </a:lnTo>
                <a:lnTo>
                  <a:pt x="22212" y="11112"/>
                </a:lnTo>
                <a:lnTo>
                  <a:pt x="22098" y="10985"/>
                </a:lnTo>
                <a:lnTo>
                  <a:pt x="22174" y="11239"/>
                </a:lnTo>
                <a:lnTo>
                  <a:pt x="23126" y="11239"/>
                </a:lnTo>
                <a:lnTo>
                  <a:pt x="23253" y="11112"/>
                </a:lnTo>
                <a:lnTo>
                  <a:pt x="23253" y="10985"/>
                </a:lnTo>
                <a:lnTo>
                  <a:pt x="23380" y="10985"/>
                </a:lnTo>
                <a:lnTo>
                  <a:pt x="23596" y="10858"/>
                </a:lnTo>
                <a:lnTo>
                  <a:pt x="23622" y="10604"/>
                </a:lnTo>
                <a:close/>
              </a:path>
              <a:path w="36194" h="30480">
                <a:moveTo>
                  <a:pt x="23647" y="9715"/>
                </a:moveTo>
                <a:lnTo>
                  <a:pt x="23482" y="9715"/>
                </a:lnTo>
                <a:lnTo>
                  <a:pt x="23469" y="9969"/>
                </a:lnTo>
                <a:lnTo>
                  <a:pt x="23342" y="10350"/>
                </a:lnTo>
                <a:lnTo>
                  <a:pt x="23596" y="10350"/>
                </a:lnTo>
                <a:lnTo>
                  <a:pt x="23647" y="9715"/>
                </a:lnTo>
                <a:close/>
              </a:path>
              <a:path w="36194" h="30480">
                <a:moveTo>
                  <a:pt x="23647" y="7937"/>
                </a:moveTo>
                <a:lnTo>
                  <a:pt x="23495" y="8064"/>
                </a:lnTo>
                <a:lnTo>
                  <a:pt x="23634" y="8064"/>
                </a:lnTo>
                <a:lnTo>
                  <a:pt x="23647" y="7937"/>
                </a:lnTo>
                <a:close/>
              </a:path>
              <a:path w="36194" h="30480">
                <a:moveTo>
                  <a:pt x="23672" y="7810"/>
                </a:moveTo>
                <a:lnTo>
                  <a:pt x="22999" y="7810"/>
                </a:lnTo>
                <a:lnTo>
                  <a:pt x="22999" y="7937"/>
                </a:lnTo>
                <a:lnTo>
                  <a:pt x="23647" y="7937"/>
                </a:lnTo>
                <a:lnTo>
                  <a:pt x="23672" y="7810"/>
                </a:lnTo>
                <a:close/>
              </a:path>
              <a:path w="36194" h="30480">
                <a:moveTo>
                  <a:pt x="23698" y="7302"/>
                </a:moveTo>
                <a:lnTo>
                  <a:pt x="23507" y="7175"/>
                </a:lnTo>
                <a:lnTo>
                  <a:pt x="23215" y="7175"/>
                </a:lnTo>
                <a:lnTo>
                  <a:pt x="23139" y="7302"/>
                </a:lnTo>
                <a:lnTo>
                  <a:pt x="23698" y="7302"/>
                </a:lnTo>
                <a:close/>
              </a:path>
              <a:path w="36194" h="30480">
                <a:moveTo>
                  <a:pt x="23723" y="15811"/>
                </a:moveTo>
                <a:lnTo>
                  <a:pt x="23710" y="15684"/>
                </a:lnTo>
                <a:lnTo>
                  <a:pt x="23152" y="15684"/>
                </a:lnTo>
                <a:lnTo>
                  <a:pt x="23317" y="15811"/>
                </a:lnTo>
                <a:lnTo>
                  <a:pt x="23723" y="15811"/>
                </a:lnTo>
                <a:close/>
              </a:path>
              <a:path w="36194" h="30480">
                <a:moveTo>
                  <a:pt x="23736" y="11239"/>
                </a:moveTo>
                <a:lnTo>
                  <a:pt x="23126" y="11239"/>
                </a:lnTo>
                <a:lnTo>
                  <a:pt x="23012" y="11366"/>
                </a:lnTo>
                <a:lnTo>
                  <a:pt x="23520" y="11366"/>
                </a:lnTo>
                <a:lnTo>
                  <a:pt x="23736" y="11239"/>
                </a:lnTo>
                <a:close/>
              </a:path>
              <a:path w="36194" h="30480">
                <a:moveTo>
                  <a:pt x="23761" y="8318"/>
                </a:moveTo>
                <a:lnTo>
                  <a:pt x="23545" y="8318"/>
                </a:lnTo>
                <a:lnTo>
                  <a:pt x="23495" y="9461"/>
                </a:lnTo>
                <a:lnTo>
                  <a:pt x="23672" y="9461"/>
                </a:lnTo>
                <a:lnTo>
                  <a:pt x="23761" y="8318"/>
                </a:lnTo>
                <a:close/>
              </a:path>
              <a:path w="36194" h="30480">
                <a:moveTo>
                  <a:pt x="23774" y="13779"/>
                </a:moveTo>
                <a:lnTo>
                  <a:pt x="23329" y="13779"/>
                </a:lnTo>
                <a:lnTo>
                  <a:pt x="23355" y="13906"/>
                </a:lnTo>
                <a:lnTo>
                  <a:pt x="23774" y="13779"/>
                </a:lnTo>
                <a:close/>
              </a:path>
              <a:path w="36194" h="30480">
                <a:moveTo>
                  <a:pt x="23799" y="16192"/>
                </a:moveTo>
                <a:lnTo>
                  <a:pt x="22872" y="16192"/>
                </a:lnTo>
                <a:lnTo>
                  <a:pt x="22872" y="16319"/>
                </a:lnTo>
                <a:lnTo>
                  <a:pt x="23799" y="16319"/>
                </a:lnTo>
                <a:lnTo>
                  <a:pt x="23799" y="16192"/>
                </a:lnTo>
                <a:close/>
              </a:path>
              <a:path w="36194" h="30480">
                <a:moveTo>
                  <a:pt x="23914" y="14033"/>
                </a:moveTo>
                <a:lnTo>
                  <a:pt x="23850" y="13906"/>
                </a:lnTo>
                <a:lnTo>
                  <a:pt x="23368" y="13906"/>
                </a:lnTo>
                <a:lnTo>
                  <a:pt x="23355" y="14033"/>
                </a:lnTo>
                <a:lnTo>
                  <a:pt x="23914" y="14033"/>
                </a:lnTo>
                <a:close/>
              </a:path>
              <a:path w="36194" h="30480">
                <a:moveTo>
                  <a:pt x="24053" y="10731"/>
                </a:moveTo>
                <a:lnTo>
                  <a:pt x="23837" y="10858"/>
                </a:lnTo>
                <a:lnTo>
                  <a:pt x="23672" y="10985"/>
                </a:lnTo>
                <a:lnTo>
                  <a:pt x="23990" y="10858"/>
                </a:lnTo>
                <a:lnTo>
                  <a:pt x="24053" y="10731"/>
                </a:lnTo>
                <a:close/>
              </a:path>
              <a:path w="36194" h="30480">
                <a:moveTo>
                  <a:pt x="24079" y="9461"/>
                </a:moveTo>
                <a:lnTo>
                  <a:pt x="23672" y="9461"/>
                </a:lnTo>
                <a:lnTo>
                  <a:pt x="23647" y="9715"/>
                </a:lnTo>
                <a:lnTo>
                  <a:pt x="23952" y="9715"/>
                </a:lnTo>
                <a:lnTo>
                  <a:pt x="24079" y="9461"/>
                </a:lnTo>
                <a:close/>
              </a:path>
              <a:path w="36194" h="30480">
                <a:moveTo>
                  <a:pt x="24193" y="12255"/>
                </a:moveTo>
                <a:lnTo>
                  <a:pt x="22707" y="12255"/>
                </a:lnTo>
                <a:lnTo>
                  <a:pt x="22618" y="12509"/>
                </a:lnTo>
                <a:lnTo>
                  <a:pt x="23291" y="12509"/>
                </a:lnTo>
                <a:lnTo>
                  <a:pt x="23279" y="12636"/>
                </a:lnTo>
                <a:lnTo>
                  <a:pt x="23876" y="12636"/>
                </a:lnTo>
                <a:lnTo>
                  <a:pt x="23812" y="12509"/>
                </a:lnTo>
                <a:lnTo>
                  <a:pt x="24066" y="12509"/>
                </a:lnTo>
                <a:lnTo>
                  <a:pt x="24193" y="12382"/>
                </a:lnTo>
                <a:lnTo>
                  <a:pt x="24193" y="12255"/>
                </a:lnTo>
                <a:close/>
              </a:path>
              <a:path w="36194" h="30480">
                <a:moveTo>
                  <a:pt x="24257" y="10350"/>
                </a:moveTo>
                <a:lnTo>
                  <a:pt x="23939" y="10350"/>
                </a:lnTo>
                <a:lnTo>
                  <a:pt x="23799" y="10477"/>
                </a:lnTo>
                <a:lnTo>
                  <a:pt x="23634" y="10477"/>
                </a:lnTo>
                <a:lnTo>
                  <a:pt x="23622" y="10604"/>
                </a:lnTo>
                <a:lnTo>
                  <a:pt x="24117" y="10604"/>
                </a:lnTo>
                <a:lnTo>
                  <a:pt x="24193" y="10477"/>
                </a:lnTo>
                <a:lnTo>
                  <a:pt x="24257" y="10350"/>
                </a:lnTo>
                <a:close/>
              </a:path>
              <a:path w="36194" h="30480">
                <a:moveTo>
                  <a:pt x="24295" y="1879"/>
                </a:moveTo>
                <a:lnTo>
                  <a:pt x="21488" y="889"/>
                </a:lnTo>
                <a:lnTo>
                  <a:pt x="20726" y="622"/>
                </a:lnTo>
                <a:lnTo>
                  <a:pt x="24295" y="1879"/>
                </a:lnTo>
                <a:close/>
              </a:path>
              <a:path w="36194" h="30480">
                <a:moveTo>
                  <a:pt x="24422" y="8064"/>
                </a:moveTo>
                <a:lnTo>
                  <a:pt x="23634" y="8064"/>
                </a:lnTo>
                <a:lnTo>
                  <a:pt x="23774" y="8191"/>
                </a:lnTo>
                <a:lnTo>
                  <a:pt x="23761" y="8318"/>
                </a:lnTo>
                <a:lnTo>
                  <a:pt x="24396" y="8318"/>
                </a:lnTo>
                <a:lnTo>
                  <a:pt x="24422" y="8064"/>
                </a:lnTo>
                <a:close/>
              </a:path>
              <a:path w="36194" h="30480">
                <a:moveTo>
                  <a:pt x="24460" y="7810"/>
                </a:moveTo>
                <a:lnTo>
                  <a:pt x="23672" y="7810"/>
                </a:lnTo>
                <a:lnTo>
                  <a:pt x="23660" y="7937"/>
                </a:lnTo>
                <a:lnTo>
                  <a:pt x="24434" y="7937"/>
                </a:lnTo>
                <a:lnTo>
                  <a:pt x="24460" y="7810"/>
                </a:lnTo>
                <a:close/>
              </a:path>
              <a:path w="36194" h="30480">
                <a:moveTo>
                  <a:pt x="24460" y="4127"/>
                </a:moveTo>
                <a:lnTo>
                  <a:pt x="18097" y="4127"/>
                </a:lnTo>
                <a:lnTo>
                  <a:pt x="18135" y="4762"/>
                </a:lnTo>
                <a:lnTo>
                  <a:pt x="24345" y="4762"/>
                </a:lnTo>
                <a:lnTo>
                  <a:pt x="24460" y="4127"/>
                </a:lnTo>
                <a:close/>
              </a:path>
              <a:path w="36194" h="30480">
                <a:moveTo>
                  <a:pt x="24498" y="8445"/>
                </a:moveTo>
                <a:lnTo>
                  <a:pt x="24345" y="8572"/>
                </a:lnTo>
                <a:lnTo>
                  <a:pt x="24307" y="8826"/>
                </a:lnTo>
                <a:lnTo>
                  <a:pt x="24460" y="8699"/>
                </a:lnTo>
                <a:lnTo>
                  <a:pt x="24498" y="8445"/>
                </a:lnTo>
                <a:close/>
              </a:path>
              <a:path w="36194" h="30480">
                <a:moveTo>
                  <a:pt x="24612" y="11239"/>
                </a:moveTo>
                <a:lnTo>
                  <a:pt x="24599" y="11112"/>
                </a:lnTo>
                <a:lnTo>
                  <a:pt x="23736" y="11239"/>
                </a:lnTo>
                <a:lnTo>
                  <a:pt x="24396" y="11239"/>
                </a:lnTo>
                <a:lnTo>
                  <a:pt x="24612" y="11239"/>
                </a:lnTo>
                <a:close/>
              </a:path>
              <a:path w="36194" h="30480">
                <a:moveTo>
                  <a:pt x="24726" y="7937"/>
                </a:moveTo>
                <a:lnTo>
                  <a:pt x="24434" y="7937"/>
                </a:lnTo>
                <a:lnTo>
                  <a:pt x="24422" y="8064"/>
                </a:lnTo>
                <a:lnTo>
                  <a:pt x="24625" y="8064"/>
                </a:lnTo>
                <a:lnTo>
                  <a:pt x="24726" y="7937"/>
                </a:lnTo>
                <a:close/>
              </a:path>
              <a:path w="36194" h="30480">
                <a:moveTo>
                  <a:pt x="24828" y="14160"/>
                </a:moveTo>
                <a:lnTo>
                  <a:pt x="23342" y="14160"/>
                </a:lnTo>
                <a:lnTo>
                  <a:pt x="23317" y="14287"/>
                </a:lnTo>
                <a:lnTo>
                  <a:pt x="24828" y="14287"/>
                </a:lnTo>
                <a:lnTo>
                  <a:pt x="24828" y="14160"/>
                </a:lnTo>
                <a:close/>
              </a:path>
              <a:path w="36194" h="30480">
                <a:moveTo>
                  <a:pt x="24841" y="13779"/>
                </a:moveTo>
                <a:lnTo>
                  <a:pt x="24041" y="13779"/>
                </a:lnTo>
                <a:lnTo>
                  <a:pt x="24003" y="14033"/>
                </a:lnTo>
                <a:lnTo>
                  <a:pt x="24828" y="14033"/>
                </a:lnTo>
                <a:lnTo>
                  <a:pt x="24841" y="13779"/>
                </a:lnTo>
                <a:close/>
              </a:path>
              <a:path w="36194" h="30480">
                <a:moveTo>
                  <a:pt x="24841" y="12509"/>
                </a:moveTo>
                <a:lnTo>
                  <a:pt x="24066" y="12509"/>
                </a:lnTo>
                <a:lnTo>
                  <a:pt x="23939" y="12636"/>
                </a:lnTo>
                <a:lnTo>
                  <a:pt x="24841" y="12636"/>
                </a:lnTo>
                <a:lnTo>
                  <a:pt x="24841" y="12509"/>
                </a:lnTo>
                <a:close/>
              </a:path>
              <a:path w="36194" h="30480">
                <a:moveTo>
                  <a:pt x="24841" y="12255"/>
                </a:moveTo>
                <a:lnTo>
                  <a:pt x="24460" y="12128"/>
                </a:lnTo>
                <a:lnTo>
                  <a:pt x="24384" y="12255"/>
                </a:lnTo>
                <a:lnTo>
                  <a:pt x="24841" y="12255"/>
                </a:lnTo>
                <a:close/>
              </a:path>
              <a:path w="36194" h="30480">
                <a:moveTo>
                  <a:pt x="24841" y="2247"/>
                </a:moveTo>
                <a:lnTo>
                  <a:pt x="24663" y="1993"/>
                </a:lnTo>
                <a:lnTo>
                  <a:pt x="24803" y="2349"/>
                </a:lnTo>
                <a:close/>
              </a:path>
              <a:path w="36194" h="30480">
                <a:moveTo>
                  <a:pt x="24980" y="7937"/>
                </a:moveTo>
                <a:lnTo>
                  <a:pt x="24968" y="7810"/>
                </a:lnTo>
                <a:lnTo>
                  <a:pt x="24739" y="7810"/>
                </a:lnTo>
                <a:lnTo>
                  <a:pt x="24726" y="7937"/>
                </a:lnTo>
                <a:lnTo>
                  <a:pt x="24980" y="7937"/>
                </a:lnTo>
                <a:close/>
              </a:path>
              <a:path w="36194" h="30480">
                <a:moveTo>
                  <a:pt x="25057" y="14287"/>
                </a:moveTo>
                <a:lnTo>
                  <a:pt x="24828" y="14287"/>
                </a:lnTo>
                <a:lnTo>
                  <a:pt x="24828" y="15049"/>
                </a:lnTo>
                <a:lnTo>
                  <a:pt x="24968" y="14922"/>
                </a:lnTo>
                <a:lnTo>
                  <a:pt x="25057" y="14287"/>
                </a:lnTo>
                <a:close/>
              </a:path>
              <a:path w="36194" h="30480">
                <a:moveTo>
                  <a:pt x="25057" y="5651"/>
                </a:moveTo>
                <a:lnTo>
                  <a:pt x="17576" y="5651"/>
                </a:lnTo>
                <a:lnTo>
                  <a:pt x="17576" y="5778"/>
                </a:lnTo>
                <a:lnTo>
                  <a:pt x="24574" y="5778"/>
                </a:lnTo>
                <a:lnTo>
                  <a:pt x="25057" y="5651"/>
                </a:lnTo>
                <a:close/>
              </a:path>
              <a:path w="36194" h="30480">
                <a:moveTo>
                  <a:pt x="25069" y="14033"/>
                </a:moveTo>
                <a:lnTo>
                  <a:pt x="24828" y="14033"/>
                </a:lnTo>
                <a:lnTo>
                  <a:pt x="24828" y="14160"/>
                </a:lnTo>
                <a:lnTo>
                  <a:pt x="25069" y="14160"/>
                </a:lnTo>
                <a:lnTo>
                  <a:pt x="25069" y="14033"/>
                </a:lnTo>
                <a:close/>
              </a:path>
              <a:path w="36194" h="30480">
                <a:moveTo>
                  <a:pt x="25120" y="11239"/>
                </a:moveTo>
                <a:lnTo>
                  <a:pt x="24612" y="11239"/>
                </a:lnTo>
                <a:lnTo>
                  <a:pt x="24612" y="11366"/>
                </a:lnTo>
                <a:lnTo>
                  <a:pt x="25095" y="11366"/>
                </a:lnTo>
                <a:lnTo>
                  <a:pt x="25120" y="11239"/>
                </a:lnTo>
                <a:close/>
              </a:path>
              <a:path w="36194" h="30480">
                <a:moveTo>
                  <a:pt x="25133" y="8318"/>
                </a:moveTo>
                <a:lnTo>
                  <a:pt x="24879" y="8064"/>
                </a:lnTo>
                <a:lnTo>
                  <a:pt x="24625" y="8064"/>
                </a:lnTo>
                <a:lnTo>
                  <a:pt x="24561" y="8191"/>
                </a:lnTo>
                <a:lnTo>
                  <a:pt x="24498" y="8318"/>
                </a:lnTo>
                <a:lnTo>
                  <a:pt x="25133" y="8318"/>
                </a:lnTo>
                <a:close/>
              </a:path>
              <a:path w="36194" h="30480">
                <a:moveTo>
                  <a:pt x="25184" y="10350"/>
                </a:moveTo>
                <a:lnTo>
                  <a:pt x="24269" y="10350"/>
                </a:lnTo>
                <a:lnTo>
                  <a:pt x="24168" y="10604"/>
                </a:lnTo>
                <a:lnTo>
                  <a:pt x="25158" y="10604"/>
                </a:lnTo>
                <a:lnTo>
                  <a:pt x="25184" y="10350"/>
                </a:lnTo>
                <a:close/>
              </a:path>
              <a:path w="36194" h="30480">
                <a:moveTo>
                  <a:pt x="25463" y="8064"/>
                </a:moveTo>
                <a:lnTo>
                  <a:pt x="25425" y="7937"/>
                </a:lnTo>
                <a:lnTo>
                  <a:pt x="24980" y="7937"/>
                </a:lnTo>
                <a:lnTo>
                  <a:pt x="25006" y="8064"/>
                </a:lnTo>
                <a:lnTo>
                  <a:pt x="25463" y="8064"/>
                </a:lnTo>
                <a:close/>
              </a:path>
              <a:path w="36194" h="30480">
                <a:moveTo>
                  <a:pt x="25527" y="8318"/>
                </a:moveTo>
                <a:lnTo>
                  <a:pt x="25285" y="8191"/>
                </a:lnTo>
                <a:lnTo>
                  <a:pt x="25133" y="8318"/>
                </a:lnTo>
                <a:lnTo>
                  <a:pt x="25527" y="8318"/>
                </a:lnTo>
                <a:close/>
              </a:path>
              <a:path w="36194" h="30480">
                <a:moveTo>
                  <a:pt x="25717" y="11366"/>
                </a:moveTo>
                <a:lnTo>
                  <a:pt x="25654" y="11239"/>
                </a:lnTo>
                <a:lnTo>
                  <a:pt x="25488" y="11239"/>
                </a:lnTo>
                <a:lnTo>
                  <a:pt x="25692" y="11366"/>
                </a:lnTo>
                <a:close/>
              </a:path>
              <a:path w="36194" h="30480">
                <a:moveTo>
                  <a:pt x="25717" y="10858"/>
                </a:moveTo>
                <a:lnTo>
                  <a:pt x="25603" y="10604"/>
                </a:lnTo>
                <a:lnTo>
                  <a:pt x="25158" y="10604"/>
                </a:lnTo>
                <a:lnTo>
                  <a:pt x="25120" y="10858"/>
                </a:lnTo>
                <a:lnTo>
                  <a:pt x="24777" y="10858"/>
                </a:lnTo>
                <a:lnTo>
                  <a:pt x="24663" y="10985"/>
                </a:lnTo>
                <a:lnTo>
                  <a:pt x="25171" y="10985"/>
                </a:lnTo>
                <a:lnTo>
                  <a:pt x="25120" y="11239"/>
                </a:lnTo>
                <a:lnTo>
                  <a:pt x="25488" y="11239"/>
                </a:lnTo>
                <a:lnTo>
                  <a:pt x="25400" y="11112"/>
                </a:lnTo>
                <a:lnTo>
                  <a:pt x="25323" y="10985"/>
                </a:lnTo>
                <a:lnTo>
                  <a:pt x="25247" y="10858"/>
                </a:lnTo>
                <a:lnTo>
                  <a:pt x="25717" y="10858"/>
                </a:lnTo>
                <a:close/>
              </a:path>
              <a:path w="36194" h="30480">
                <a:moveTo>
                  <a:pt x="25895" y="11239"/>
                </a:moveTo>
                <a:lnTo>
                  <a:pt x="25768" y="11112"/>
                </a:lnTo>
                <a:lnTo>
                  <a:pt x="25654" y="11239"/>
                </a:lnTo>
                <a:lnTo>
                  <a:pt x="25895" y="11239"/>
                </a:lnTo>
                <a:close/>
              </a:path>
              <a:path w="36194" h="30480">
                <a:moveTo>
                  <a:pt x="26047" y="10350"/>
                </a:moveTo>
                <a:lnTo>
                  <a:pt x="25946" y="10223"/>
                </a:lnTo>
                <a:lnTo>
                  <a:pt x="25857" y="9842"/>
                </a:lnTo>
                <a:lnTo>
                  <a:pt x="25996" y="9715"/>
                </a:lnTo>
                <a:lnTo>
                  <a:pt x="25590" y="9715"/>
                </a:lnTo>
                <a:lnTo>
                  <a:pt x="25768" y="9461"/>
                </a:lnTo>
                <a:lnTo>
                  <a:pt x="25298" y="9461"/>
                </a:lnTo>
                <a:lnTo>
                  <a:pt x="25133" y="9525"/>
                </a:lnTo>
                <a:lnTo>
                  <a:pt x="24993" y="9474"/>
                </a:lnTo>
                <a:lnTo>
                  <a:pt x="24180" y="9461"/>
                </a:lnTo>
                <a:lnTo>
                  <a:pt x="24117" y="9715"/>
                </a:lnTo>
                <a:lnTo>
                  <a:pt x="23952" y="9715"/>
                </a:lnTo>
                <a:lnTo>
                  <a:pt x="23888" y="9842"/>
                </a:lnTo>
                <a:lnTo>
                  <a:pt x="23761" y="10096"/>
                </a:lnTo>
                <a:lnTo>
                  <a:pt x="23647" y="10350"/>
                </a:lnTo>
                <a:lnTo>
                  <a:pt x="23939" y="10350"/>
                </a:lnTo>
                <a:lnTo>
                  <a:pt x="24041" y="9969"/>
                </a:lnTo>
                <a:lnTo>
                  <a:pt x="24117" y="9842"/>
                </a:lnTo>
                <a:lnTo>
                  <a:pt x="24206" y="9715"/>
                </a:lnTo>
                <a:lnTo>
                  <a:pt x="24663" y="9715"/>
                </a:lnTo>
                <a:lnTo>
                  <a:pt x="24980" y="9486"/>
                </a:lnTo>
                <a:lnTo>
                  <a:pt x="24917" y="9613"/>
                </a:lnTo>
                <a:lnTo>
                  <a:pt x="24663" y="9715"/>
                </a:lnTo>
                <a:lnTo>
                  <a:pt x="24485" y="9842"/>
                </a:lnTo>
                <a:lnTo>
                  <a:pt x="24384" y="10096"/>
                </a:lnTo>
                <a:lnTo>
                  <a:pt x="24587" y="9969"/>
                </a:lnTo>
                <a:lnTo>
                  <a:pt x="24726" y="9842"/>
                </a:lnTo>
                <a:lnTo>
                  <a:pt x="24942" y="9842"/>
                </a:lnTo>
                <a:lnTo>
                  <a:pt x="25006" y="9715"/>
                </a:lnTo>
                <a:lnTo>
                  <a:pt x="25387" y="9715"/>
                </a:lnTo>
                <a:lnTo>
                  <a:pt x="25450" y="9969"/>
                </a:lnTo>
                <a:lnTo>
                  <a:pt x="25222" y="10096"/>
                </a:lnTo>
                <a:lnTo>
                  <a:pt x="25184" y="10350"/>
                </a:lnTo>
                <a:lnTo>
                  <a:pt x="25895" y="10350"/>
                </a:lnTo>
                <a:lnTo>
                  <a:pt x="26047" y="10350"/>
                </a:lnTo>
                <a:close/>
              </a:path>
              <a:path w="36194" h="30480">
                <a:moveTo>
                  <a:pt x="26123" y="11239"/>
                </a:moveTo>
                <a:lnTo>
                  <a:pt x="26035" y="11112"/>
                </a:lnTo>
                <a:lnTo>
                  <a:pt x="25768" y="10985"/>
                </a:lnTo>
                <a:lnTo>
                  <a:pt x="25869" y="11112"/>
                </a:lnTo>
                <a:lnTo>
                  <a:pt x="25895" y="11239"/>
                </a:lnTo>
                <a:lnTo>
                  <a:pt x="26123" y="11239"/>
                </a:lnTo>
                <a:close/>
              </a:path>
              <a:path w="36194" h="30480">
                <a:moveTo>
                  <a:pt x="26136" y="14033"/>
                </a:moveTo>
                <a:lnTo>
                  <a:pt x="25946" y="13906"/>
                </a:lnTo>
                <a:lnTo>
                  <a:pt x="25882" y="13779"/>
                </a:lnTo>
                <a:lnTo>
                  <a:pt x="25095" y="13779"/>
                </a:lnTo>
                <a:lnTo>
                  <a:pt x="25069" y="14033"/>
                </a:lnTo>
                <a:lnTo>
                  <a:pt x="26136" y="14033"/>
                </a:lnTo>
                <a:close/>
              </a:path>
              <a:path w="36194" h="30480">
                <a:moveTo>
                  <a:pt x="26149" y="7302"/>
                </a:moveTo>
                <a:lnTo>
                  <a:pt x="23698" y="7302"/>
                </a:lnTo>
                <a:lnTo>
                  <a:pt x="23685" y="7429"/>
                </a:lnTo>
                <a:lnTo>
                  <a:pt x="24206" y="7429"/>
                </a:lnTo>
                <a:lnTo>
                  <a:pt x="24168" y="7556"/>
                </a:lnTo>
                <a:lnTo>
                  <a:pt x="24396" y="7556"/>
                </a:lnTo>
                <a:lnTo>
                  <a:pt x="24498" y="7429"/>
                </a:lnTo>
                <a:lnTo>
                  <a:pt x="24460" y="7810"/>
                </a:lnTo>
                <a:lnTo>
                  <a:pt x="24739" y="7810"/>
                </a:lnTo>
                <a:lnTo>
                  <a:pt x="24777" y="7556"/>
                </a:lnTo>
                <a:lnTo>
                  <a:pt x="24942" y="7683"/>
                </a:lnTo>
                <a:lnTo>
                  <a:pt x="24968" y="7810"/>
                </a:lnTo>
                <a:lnTo>
                  <a:pt x="25184" y="7810"/>
                </a:lnTo>
                <a:lnTo>
                  <a:pt x="25158" y="7683"/>
                </a:lnTo>
                <a:lnTo>
                  <a:pt x="25400" y="7556"/>
                </a:lnTo>
                <a:lnTo>
                  <a:pt x="25552" y="7429"/>
                </a:lnTo>
                <a:lnTo>
                  <a:pt x="25450" y="7556"/>
                </a:lnTo>
                <a:lnTo>
                  <a:pt x="25336" y="7683"/>
                </a:lnTo>
                <a:lnTo>
                  <a:pt x="25234" y="7810"/>
                </a:lnTo>
                <a:lnTo>
                  <a:pt x="25565" y="7810"/>
                </a:lnTo>
                <a:lnTo>
                  <a:pt x="25844" y="7556"/>
                </a:lnTo>
                <a:lnTo>
                  <a:pt x="26073" y="7683"/>
                </a:lnTo>
                <a:lnTo>
                  <a:pt x="26098" y="7556"/>
                </a:lnTo>
                <a:lnTo>
                  <a:pt x="26149" y="7302"/>
                </a:lnTo>
                <a:close/>
              </a:path>
              <a:path w="36194" h="30480">
                <a:moveTo>
                  <a:pt x="26162" y="14287"/>
                </a:moveTo>
                <a:lnTo>
                  <a:pt x="26149" y="14160"/>
                </a:lnTo>
                <a:lnTo>
                  <a:pt x="25069" y="14160"/>
                </a:lnTo>
                <a:lnTo>
                  <a:pt x="25057" y="14287"/>
                </a:lnTo>
                <a:lnTo>
                  <a:pt x="26162" y="14287"/>
                </a:lnTo>
                <a:close/>
              </a:path>
              <a:path w="36194" h="30480">
                <a:moveTo>
                  <a:pt x="26225" y="10604"/>
                </a:moveTo>
                <a:lnTo>
                  <a:pt x="26149" y="10477"/>
                </a:lnTo>
                <a:lnTo>
                  <a:pt x="25895" y="10350"/>
                </a:lnTo>
                <a:lnTo>
                  <a:pt x="25603" y="10604"/>
                </a:lnTo>
                <a:lnTo>
                  <a:pt x="26225" y="10604"/>
                </a:lnTo>
                <a:close/>
              </a:path>
              <a:path w="36194" h="30480">
                <a:moveTo>
                  <a:pt x="26250" y="22758"/>
                </a:moveTo>
                <a:lnTo>
                  <a:pt x="26111" y="22682"/>
                </a:lnTo>
                <a:lnTo>
                  <a:pt x="26250" y="22758"/>
                </a:lnTo>
                <a:close/>
              </a:path>
              <a:path w="36194" h="30480">
                <a:moveTo>
                  <a:pt x="26250" y="12001"/>
                </a:moveTo>
                <a:lnTo>
                  <a:pt x="26022" y="12001"/>
                </a:lnTo>
                <a:lnTo>
                  <a:pt x="26238" y="12128"/>
                </a:lnTo>
                <a:lnTo>
                  <a:pt x="26250" y="12001"/>
                </a:lnTo>
                <a:close/>
              </a:path>
              <a:path w="36194" h="30480">
                <a:moveTo>
                  <a:pt x="26301" y="7937"/>
                </a:moveTo>
                <a:lnTo>
                  <a:pt x="26263" y="7810"/>
                </a:lnTo>
                <a:lnTo>
                  <a:pt x="25565" y="7810"/>
                </a:lnTo>
                <a:lnTo>
                  <a:pt x="25425" y="7937"/>
                </a:lnTo>
                <a:lnTo>
                  <a:pt x="26301" y="7937"/>
                </a:lnTo>
                <a:close/>
              </a:path>
              <a:path w="36194" h="30480">
                <a:moveTo>
                  <a:pt x="26365" y="6667"/>
                </a:moveTo>
                <a:lnTo>
                  <a:pt x="26327" y="5905"/>
                </a:lnTo>
                <a:lnTo>
                  <a:pt x="26212" y="5778"/>
                </a:lnTo>
                <a:lnTo>
                  <a:pt x="26073" y="5778"/>
                </a:lnTo>
                <a:lnTo>
                  <a:pt x="24574" y="5778"/>
                </a:lnTo>
                <a:lnTo>
                  <a:pt x="24244" y="5905"/>
                </a:lnTo>
                <a:lnTo>
                  <a:pt x="24079" y="6032"/>
                </a:lnTo>
                <a:lnTo>
                  <a:pt x="23977" y="6159"/>
                </a:lnTo>
                <a:lnTo>
                  <a:pt x="23863" y="6286"/>
                </a:lnTo>
                <a:lnTo>
                  <a:pt x="23736" y="6286"/>
                </a:lnTo>
                <a:lnTo>
                  <a:pt x="23622" y="6540"/>
                </a:lnTo>
                <a:lnTo>
                  <a:pt x="23558" y="6794"/>
                </a:lnTo>
                <a:lnTo>
                  <a:pt x="23190" y="7048"/>
                </a:lnTo>
                <a:lnTo>
                  <a:pt x="26314" y="7048"/>
                </a:lnTo>
                <a:lnTo>
                  <a:pt x="26352" y="6794"/>
                </a:lnTo>
                <a:lnTo>
                  <a:pt x="26365" y="6667"/>
                </a:lnTo>
                <a:close/>
              </a:path>
              <a:path w="36194" h="30480">
                <a:moveTo>
                  <a:pt x="26390" y="8191"/>
                </a:moveTo>
                <a:lnTo>
                  <a:pt x="26377" y="8064"/>
                </a:lnTo>
                <a:lnTo>
                  <a:pt x="25463" y="8064"/>
                </a:lnTo>
                <a:lnTo>
                  <a:pt x="25488" y="8191"/>
                </a:lnTo>
                <a:lnTo>
                  <a:pt x="26390" y="8191"/>
                </a:lnTo>
                <a:close/>
              </a:path>
              <a:path w="36194" h="30480">
                <a:moveTo>
                  <a:pt x="26428" y="11239"/>
                </a:moveTo>
                <a:lnTo>
                  <a:pt x="26123" y="11239"/>
                </a:lnTo>
                <a:lnTo>
                  <a:pt x="26212" y="11366"/>
                </a:lnTo>
                <a:lnTo>
                  <a:pt x="26301" y="11493"/>
                </a:lnTo>
                <a:lnTo>
                  <a:pt x="26428" y="11493"/>
                </a:lnTo>
                <a:lnTo>
                  <a:pt x="26428" y="11239"/>
                </a:lnTo>
                <a:close/>
              </a:path>
              <a:path w="36194" h="30480">
                <a:moveTo>
                  <a:pt x="26479" y="5778"/>
                </a:moveTo>
                <a:lnTo>
                  <a:pt x="26250" y="5651"/>
                </a:lnTo>
                <a:lnTo>
                  <a:pt x="26250" y="5778"/>
                </a:lnTo>
                <a:lnTo>
                  <a:pt x="26479" y="5778"/>
                </a:lnTo>
                <a:close/>
              </a:path>
              <a:path w="36194" h="30480">
                <a:moveTo>
                  <a:pt x="26606" y="7048"/>
                </a:moveTo>
                <a:lnTo>
                  <a:pt x="26314" y="7048"/>
                </a:lnTo>
                <a:lnTo>
                  <a:pt x="26238" y="7175"/>
                </a:lnTo>
                <a:lnTo>
                  <a:pt x="26149" y="7302"/>
                </a:lnTo>
                <a:lnTo>
                  <a:pt x="26454" y="7302"/>
                </a:lnTo>
                <a:lnTo>
                  <a:pt x="26466" y="7175"/>
                </a:lnTo>
                <a:lnTo>
                  <a:pt x="26606" y="7048"/>
                </a:lnTo>
                <a:close/>
              </a:path>
              <a:path w="36194" h="30480">
                <a:moveTo>
                  <a:pt x="26644" y="7302"/>
                </a:moveTo>
                <a:lnTo>
                  <a:pt x="26454" y="7302"/>
                </a:lnTo>
                <a:lnTo>
                  <a:pt x="26339" y="7429"/>
                </a:lnTo>
                <a:lnTo>
                  <a:pt x="26263" y="7810"/>
                </a:lnTo>
                <a:lnTo>
                  <a:pt x="26339" y="7683"/>
                </a:lnTo>
                <a:lnTo>
                  <a:pt x="26441" y="7556"/>
                </a:lnTo>
                <a:lnTo>
                  <a:pt x="26543" y="7429"/>
                </a:lnTo>
                <a:lnTo>
                  <a:pt x="26644" y="7302"/>
                </a:lnTo>
                <a:close/>
              </a:path>
              <a:path w="36194" h="30480">
                <a:moveTo>
                  <a:pt x="26746" y="12001"/>
                </a:moveTo>
                <a:lnTo>
                  <a:pt x="26555" y="11874"/>
                </a:lnTo>
                <a:lnTo>
                  <a:pt x="26466" y="11747"/>
                </a:lnTo>
                <a:lnTo>
                  <a:pt x="26377" y="11620"/>
                </a:lnTo>
                <a:lnTo>
                  <a:pt x="26301" y="11493"/>
                </a:lnTo>
                <a:lnTo>
                  <a:pt x="25869" y="11493"/>
                </a:lnTo>
                <a:lnTo>
                  <a:pt x="25692" y="11366"/>
                </a:lnTo>
                <a:lnTo>
                  <a:pt x="25095" y="11366"/>
                </a:lnTo>
                <a:lnTo>
                  <a:pt x="25044" y="11620"/>
                </a:lnTo>
                <a:lnTo>
                  <a:pt x="24726" y="11620"/>
                </a:lnTo>
                <a:lnTo>
                  <a:pt x="24663" y="11493"/>
                </a:lnTo>
                <a:lnTo>
                  <a:pt x="24549" y="11747"/>
                </a:lnTo>
                <a:lnTo>
                  <a:pt x="24257" y="11747"/>
                </a:lnTo>
                <a:lnTo>
                  <a:pt x="23939" y="11620"/>
                </a:lnTo>
                <a:lnTo>
                  <a:pt x="23850" y="11493"/>
                </a:lnTo>
                <a:lnTo>
                  <a:pt x="24663" y="11493"/>
                </a:lnTo>
                <a:lnTo>
                  <a:pt x="24599" y="11366"/>
                </a:lnTo>
                <a:lnTo>
                  <a:pt x="24396" y="11239"/>
                </a:lnTo>
                <a:lnTo>
                  <a:pt x="23863" y="11366"/>
                </a:lnTo>
                <a:lnTo>
                  <a:pt x="23520" y="11366"/>
                </a:lnTo>
                <a:lnTo>
                  <a:pt x="23291" y="11493"/>
                </a:lnTo>
                <a:lnTo>
                  <a:pt x="22834" y="11620"/>
                </a:lnTo>
                <a:lnTo>
                  <a:pt x="23126" y="11747"/>
                </a:lnTo>
                <a:lnTo>
                  <a:pt x="22656" y="11747"/>
                </a:lnTo>
                <a:lnTo>
                  <a:pt x="22783" y="11620"/>
                </a:lnTo>
                <a:lnTo>
                  <a:pt x="22606" y="11493"/>
                </a:lnTo>
                <a:lnTo>
                  <a:pt x="22885" y="11493"/>
                </a:lnTo>
                <a:lnTo>
                  <a:pt x="23012" y="11366"/>
                </a:lnTo>
                <a:lnTo>
                  <a:pt x="22174" y="11366"/>
                </a:lnTo>
                <a:lnTo>
                  <a:pt x="22186" y="11620"/>
                </a:lnTo>
                <a:lnTo>
                  <a:pt x="21907" y="11493"/>
                </a:lnTo>
                <a:lnTo>
                  <a:pt x="21869" y="11620"/>
                </a:lnTo>
                <a:lnTo>
                  <a:pt x="21818" y="11430"/>
                </a:lnTo>
                <a:lnTo>
                  <a:pt x="22034" y="11366"/>
                </a:lnTo>
                <a:lnTo>
                  <a:pt x="21805" y="11366"/>
                </a:lnTo>
                <a:lnTo>
                  <a:pt x="21780" y="11239"/>
                </a:lnTo>
                <a:lnTo>
                  <a:pt x="22148" y="11239"/>
                </a:lnTo>
                <a:lnTo>
                  <a:pt x="22059" y="11112"/>
                </a:lnTo>
                <a:lnTo>
                  <a:pt x="21983" y="10858"/>
                </a:lnTo>
                <a:lnTo>
                  <a:pt x="21869" y="10731"/>
                </a:lnTo>
                <a:lnTo>
                  <a:pt x="21755" y="10604"/>
                </a:lnTo>
                <a:lnTo>
                  <a:pt x="20980" y="10604"/>
                </a:lnTo>
                <a:lnTo>
                  <a:pt x="21018" y="10858"/>
                </a:lnTo>
                <a:lnTo>
                  <a:pt x="20599" y="10731"/>
                </a:lnTo>
                <a:lnTo>
                  <a:pt x="20955" y="10985"/>
                </a:lnTo>
                <a:lnTo>
                  <a:pt x="21018" y="11239"/>
                </a:lnTo>
                <a:lnTo>
                  <a:pt x="21132" y="11620"/>
                </a:lnTo>
                <a:lnTo>
                  <a:pt x="21247" y="11366"/>
                </a:lnTo>
                <a:lnTo>
                  <a:pt x="21336" y="10985"/>
                </a:lnTo>
                <a:lnTo>
                  <a:pt x="21450" y="11620"/>
                </a:lnTo>
                <a:lnTo>
                  <a:pt x="21209" y="11747"/>
                </a:lnTo>
                <a:lnTo>
                  <a:pt x="21221" y="11620"/>
                </a:lnTo>
                <a:lnTo>
                  <a:pt x="20751" y="11620"/>
                </a:lnTo>
                <a:lnTo>
                  <a:pt x="20370" y="11493"/>
                </a:lnTo>
                <a:lnTo>
                  <a:pt x="20447" y="11620"/>
                </a:lnTo>
                <a:lnTo>
                  <a:pt x="20320" y="11620"/>
                </a:lnTo>
                <a:lnTo>
                  <a:pt x="20193" y="11493"/>
                </a:lnTo>
                <a:lnTo>
                  <a:pt x="19964" y="11366"/>
                </a:lnTo>
                <a:lnTo>
                  <a:pt x="19621" y="11366"/>
                </a:lnTo>
                <a:lnTo>
                  <a:pt x="19037" y="10985"/>
                </a:lnTo>
                <a:lnTo>
                  <a:pt x="18618" y="10985"/>
                </a:lnTo>
                <a:lnTo>
                  <a:pt x="18554" y="10731"/>
                </a:lnTo>
                <a:lnTo>
                  <a:pt x="18846" y="10731"/>
                </a:lnTo>
                <a:lnTo>
                  <a:pt x="18529" y="10604"/>
                </a:lnTo>
                <a:lnTo>
                  <a:pt x="18313" y="10604"/>
                </a:lnTo>
                <a:lnTo>
                  <a:pt x="8686" y="10604"/>
                </a:lnTo>
                <a:lnTo>
                  <a:pt x="8686" y="13398"/>
                </a:lnTo>
                <a:lnTo>
                  <a:pt x="8623" y="13652"/>
                </a:lnTo>
                <a:lnTo>
                  <a:pt x="8636" y="13525"/>
                </a:lnTo>
                <a:lnTo>
                  <a:pt x="8636" y="13398"/>
                </a:lnTo>
                <a:lnTo>
                  <a:pt x="8686" y="10604"/>
                </a:lnTo>
                <a:lnTo>
                  <a:pt x="8051" y="10604"/>
                </a:lnTo>
                <a:lnTo>
                  <a:pt x="8051" y="13525"/>
                </a:lnTo>
                <a:lnTo>
                  <a:pt x="7950" y="13779"/>
                </a:lnTo>
                <a:lnTo>
                  <a:pt x="7950" y="13525"/>
                </a:lnTo>
                <a:lnTo>
                  <a:pt x="8051" y="10604"/>
                </a:lnTo>
                <a:lnTo>
                  <a:pt x="4483" y="10604"/>
                </a:lnTo>
                <a:lnTo>
                  <a:pt x="4419" y="10477"/>
                </a:lnTo>
                <a:lnTo>
                  <a:pt x="4267" y="10350"/>
                </a:lnTo>
                <a:lnTo>
                  <a:pt x="4229" y="10604"/>
                </a:lnTo>
                <a:lnTo>
                  <a:pt x="4000" y="10604"/>
                </a:lnTo>
                <a:lnTo>
                  <a:pt x="4025" y="10858"/>
                </a:lnTo>
                <a:lnTo>
                  <a:pt x="4800" y="10858"/>
                </a:lnTo>
                <a:lnTo>
                  <a:pt x="5016" y="10985"/>
                </a:lnTo>
                <a:lnTo>
                  <a:pt x="5397" y="10985"/>
                </a:lnTo>
                <a:lnTo>
                  <a:pt x="5473" y="11112"/>
                </a:lnTo>
                <a:lnTo>
                  <a:pt x="5562" y="11239"/>
                </a:lnTo>
                <a:lnTo>
                  <a:pt x="5638" y="11366"/>
                </a:lnTo>
                <a:lnTo>
                  <a:pt x="5829" y="11366"/>
                </a:lnTo>
                <a:lnTo>
                  <a:pt x="5994" y="11493"/>
                </a:lnTo>
                <a:lnTo>
                  <a:pt x="6502" y="11747"/>
                </a:lnTo>
                <a:lnTo>
                  <a:pt x="6667" y="11874"/>
                </a:lnTo>
                <a:lnTo>
                  <a:pt x="6959" y="12001"/>
                </a:lnTo>
                <a:lnTo>
                  <a:pt x="7162" y="11874"/>
                </a:lnTo>
                <a:lnTo>
                  <a:pt x="7289" y="12128"/>
                </a:lnTo>
                <a:lnTo>
                  <a:pt x="7556" y="12382"/>
                </a:lnTo>
                <a:lnTo>
                  <a:pt x="7404" y="12382"/>
                </a:lnTo>
                <a:lnTo>
                  <a:pt x="7670" y="12509"/>
                </a:lnTo>
                <a:lnTo>
                  <a:pt x="7924" y="12636"/>
                </a:lnTo>
                <a:lnTo>
                  <a:pt x="7683" y="12636"/>
                </a:lnTo>
                <a:lnTo>
                  <a:pt x="7683" y="12890"/>
                </a:lnTo>
                <a:lnTo>
                  <a:pt x="6057" y="12890"/>
                </a:lnTo>
                <a:lnTo>
                  <a:pt x="4356" y="14160"/>
                </a:lnTo>
                <a:lnTo>
                  <a:pt x="4432" y="14668"/>
                </a:lnTo>
                <a:lnTo>
                  <a:pt x="4508" y="14795"/>
                </a:lnTo>
                <a:lnTo>
                  <a:pt x="4584" y="14922"/>
                </a:lnTo>
                <a:lnTo>
                  <a:pt x="4673" y="15049"/>
                </a:lnTo>
                <a:lnTo>
                  <a:pt x="4749" y="15176"/>
                </a:lnTo>
                <a:lnTo>
                  <a:pt x="4826" y="15303"/>
                </a:lnTo>
                <a:lnTo>
                  <a:pt x="4902" y="15430"/>
                </a:lnTo>
                <a:lnTo>
                  <a:pt x="4991" y="15557"/>
                </a:lnTo>
                <a:lnTo>
                  <a:pt x="5118" y="15684"/>
                </a:lnTo>
                <a:lnTo>
                  <a:pt x="5638" y="16065"/>
                </a:lnTo>
                <a:lnTo>
                  <a:pt x="5778" y="15811"/>
                </a:lnTo>
                <a:lnTo>
                  <a:pt x="5842" y="15303"/>
                </a:lnTo>
                <a:lnTo>
                  <a:pt x="5854" y="15176"/>
                </a:lnTo>
                <a:lnTo>
                  <a:pt x="5676" y="15303"/>
                </a:lnTo>
                <a:lnTo>
                  <a:pt x="5588" y="15049"/>
                </a:lnTo>
                <a:lnTo>
                  <a:pt x="5499" y="14668"/>
                </a:lnTo>
                <a:lnTo>
                  <a:pt x="5372" y="14033"/>
                </a:lnTo>
                <a:lnTo>
                  <a:pt x="6477" y="13525"/>
                </a:lnTo>
                <a:lnTo>
                  <a:pt x="6502" y="13398"/>
                </a:lnTo>
                <a:lnTo>
                  <a:pt x="6997" y="13398"/>
                </a:lnTo>
                <a:lnTo>
                  <a:pt x="7226" y="13525"/>
                </a:lnTo>
                <a:lnTo>
                  <a:pt x="7162" y="13779"/>
                </a:lnTo>
                <a:lnTo>
                  <a:pt x="7035" y="13906"/>
                </a:lnTo>
                <a:lnTo>
                  <a:pt x="7035" y="14160"/>
                </a:lnTo>
                <a:lnTo>
                  <a:pt x="6807" y="14287"/>
                </a:lnTo>
                <a:lnTo>
                  <a:pt x="6972" y="14287"/>
                </a:lnTo>
                <a:lnTo>
                  <a:pt x="7010" y="14414"/>
                </a:lnTo>
                <a:lnTo>
                  <a:pt x="7124" y="15303"/>
                </a:lnTo>
                <a:lnTo>
                  <a:pt x="7708" y="15430"/>
                </a:lnTo>
                <a:lnTo>
                  <a:pt x="7658" y="15303"/>
                </a:lnTo>
                <a:lnTo>
                  <a:pt x="7277" y="14922"/>
                </a:lnTo>
                <a:lnTo>
                  <a:pt x="7404" y="14922"/>
                </a:lnTo>
                <a:lnTo>
                  <a:pt x="7404" y="14541"/>
                </a:lnTo>
                <a:lnTo>
                  <a:pt x="7442" y="14668"/>
                </a:lnTo>
                <a:lnTo>
                  <a:pt x="7543" y="15049"/>
                </a:lnTo>
                <a:lnTo>
                  <a:pt x="7645" y="14922"/>
                </a:lnTo>
                <a:lnTo>
                  <a:pt x="7708" y="14668"/>
                </a:lnTo>
                <a:lnTo>
                  <a:pt x="8026" y="14922"/>
                </a:lnTo>
                <a:lnTo>
                  <a:pt x="8089" y="14668"/>
                </a:lnTo>
                <a:lnTo>
                  <a:pt x="8128" y="14541"/>
                </a:lnTo>
                <a:lnTo>
                  <a:pt x="8153" y="14414"/>
                </a:lnTo>
                <a:lnTo>
                  <a:pt x="8432" y="14414"/>
                </a:lnTo>
                <a:lnTo>
                  <a:pt x="8432" y="14287"/>
                </a:lnTo>
                <a:lnTo>
                  <a:pt x="8166" y="14287"/>
                </a:lnTo>
                <a:lnTo>
                  <a:pt x="8115" y="14160"/>
                </a:lnTo>
                <a:lnTo>
                  <a:pt x="8432" y="14160"/>
                </a:lnTo>
                <a:lnTo>
                  <a:pt x="8559" y="13779"/>
                </a:lnTo>
                <a:lnTo>
                  <a:pt x="8610" y="13906"/>
                </a:lnTo>
                <a:lnTo>
                  <a:pt x="8737" y="13779"/>
                </a:lnTo>
                <a:lnTo>
                  <a:pt x="8763" y="13652"/>
                </a:lnTo>
                <a:lnTo>
                  <a:pt x="8813" y="13398"/>
                </a:lnTo>
                <a:lnTo>
                  <a:pt x="8877" y="13525"/>
                </a:lnTo>
                <a:lnTo>
                  <a:pt x="9042" y="13652"/>
                </a:lnTo>
                <a:lnTo>
                  <a:pt x="9055" y="14160"/>
                </a:lnTo>
                <a:lnTo>
                  <a:pt x="10629" y="14160"/>
                </a:lnTo>
                <a:lnTo>
                  <a:pt x="10490" y="14033"/>
                </a:lnTo>
                <a:lnTo>
                  <a:pt x="10414" y="13906"/>
                </a:lnTo>
                <a:lnTo>
                  <a:pt x="10248" y="13779"/>
                </a:lnTo>
                <a:lnTo>
                  <a:pt x="10185" y="13525"/>
                </a:lnTo>
                <a:lnTo>
                  <a:pt x="10160" y="13398"/>
                </a:lnTo>
                <a:lnTo>
                  <a:pt x="9893" y="13144"/>
                </a:lnTo>
                <a:lnTo>
                  <a:pt x="9817" y="13271"/>
                </a:lnTo>
                <a:lnTo>
                  <a:pt x="9728" y="13398"/>
                </a:lnTo>
                <a:lnTo>
                  <a:pt x="9309" y="13271"/>
                </a:lnTo>
                <a:lnTo>
                  <a:pt x="9182" y="13525"/>
                </a:lnTo>
                <a:lnTo>
                  <a:pt x="9207" y="13398"/>
                </a:lnTo>
                <a:lnTo>
                  <a:pt x="9245" y="13144"/>
                </a:lnTo>
                <a:lnTo>
                  <a:pt x="9398" y="13017"/>
                </a:lnTo>
                <a:lnTo>
                  <a:pt x="9690" y="12636"/>
                </a:lnTo>
                <a:lnTo>
                  <a:pt x="9779" y="12509"/>
                </a:lnTo>
                <a:lnTo>
                  <a:pt x="10045" y="12382"/>
                </a:lnTo>
                <a:lnTo>
                  <a:pt x="10109" y="12255"/>
                </a:lnTo>
                <a:lnTo>
                  <a:pt x="10261" y="12255"/>
                </a:lnTo>
                <a:lnTo>
                  <a:pt x="10375" y="12128"/>
                </a:lnTo>
                <a:lnTo>
                  <a:pt x="10680" y="12382"/>
                </a:lnTo>
                <a:lnTo>
                  <a:pt x="10998" y="12382"/>
                </a:lnTo>
                <a:lnTo>
                  <a:pt x="11087" y="12890"/>
                </a:lnTo>
                <a:lnTo>
                  <a:pt x="11264" y="12636"/>
                </a:lnTo>
                <a:lnTo>
                  <a:pt x="11277" y="12509"/>
                </a:lnTo>
                <a:lnTo>
                  <a:pt x="11353" y="12890"/>
                </a:lnTo>
                <a:lnTo>
                  <a:pt x="11087" y="12890"/>
                </a:lnTo>
                <a:lnTo>
                  <a:pt x="11137" y="13652"/>
                </a:lnTo>
                <a:lnTo>
                  <a:pt x="10833" y="13525"/>
                </a:lnTo>
                <a:lnTo>
                  <a:pt x="10744" y="13398"/>
                </a:lnTo>
                <a:lnTo>
                  <a:pt x="10655" y="13271"/>
                </a:lnTo>
                <a:lnTo>
                  <a:pt x="10617" y="14033"/>
                </a:lnTo>
                <a:lnTo>
                  <a:pt x="12382" y="14033"/>
                </a:lnTo>
                <a:lnTo>
                  <a:pt x="12382" y="13779"/>
                </a:lnTo>
                <a:lnTo>
                  <a:pt x="14414" y="13779"/>
                </a:lnTo>
                <a:lnTo>
                  <a:pt x="14592" y="13779"/>
                </a:lnTo>
                <a:lnTo>
                  <a:pt x="14808" y="13652"/>
                </a:lnTo>
                <a:lnTo>
                  <a:pt x="15214" y="13652"/>
                </a:lnTo>
                <a:lnTo>
                  <a:pt x="15468" y="13779"/>
                </a:lnTo>
                <a:lnTo>
                  <a:pt x="15735" y="13779"/>
                </a:lnTo>
                <a:lnTo>
                  <a:pt x="15621" y="13525"/>
                </a:lnTo>
                <a:lnTo>
                  <a:pt x="15557" y="13398"/>
                </a:lnTo>
                <a:lnTo>
                  <a:pt x="15113" y="12636"/>
                </a:lnTo>
                <a:lnTo>
                  <a:pt x="15481" y="12890"/>
                </a:lnTo>
                <a:lnTo>
                  <a:pt x="15379" y="12509"/>
                </a:lnTo>
                <a:lnTo>
                  <a:pt x="15417" y="12382"/>
                </a:lnTo>
                <a:lnTo>
                  <a:pt x="15722" y="12509"/>
                </a:lnTo>
                <a:lnTo>
                  <a:pt x="18872" y="12509"/>
                </a:lnTo>
                <a:lnTo>
                  <a:pt x="19024" y="12509"/>
                </a:lnTo>
                <a:lnTo>
                  <a:pt x="19088" y="12636"/>
                </a:lnTo>
                <a:lnTo>
                  <a:pt x="19977" y="12636"/>
                </a:lnTo>
                <a:lnTo>
                  <a:pt x="19989" y="12509"/>
                </a:lnTo>
                <a:lnTo>
                  <a:pt x="19088" y="12509"/>
                </a:lnTo>
                <a:lnTo>
                  <a:pt x="19088" y="12382"/>
                </a:lnTo>
                <a:lnTo>
                  <a:pt x="19088" y="12255"/>
                </a:lnTo>
                <a:lnTo>
                  <a:pt x="14668" y="12255"/>
                </a:lnTo>
                <a:lnTo>
                  <a:pt x="14782" y="12382"/>
                </a:lnTo>
                <a:lnTo>
                  <a:pt x="14884" y="12509"/>
                </a:lnTo>
                <a:lnTo>
                  <a:pt x="15100" y="12890"/>
                </a:lnTo>
                <a:lnTo>
                  <a:pt x="15176" y="13017"/>
                </a:lnTo>
                <a:lnTo>
                  <a:pt x="15252" y="13144"/>
                </a:lnTo>
                <a:lnTo>
                  <a:pt x="14884" y="13144"/>
                </a:lnTo>
                <a:lnTo>
                  <a:pt x="14833" y="13271"/>
                </a:lnTo>
                <a:lnTo>
                  <a:pt x="15113" y="13398"/>
                </a:lnTo>
                <a:lnTo>
                  <a:pt x="15151" y="13525"/>
                </a:lnTo>
                <a:lnTo>
                  <a:pt x="14706" y="13271"/>
                </a:lnTo>
                <a:lnTo>
                  <a:pt x="14414" y="13398"/>
                </a:lnTo>
                <a:lnTo>
                  <a:pt x="14287" y="13398"/>
                </a:lnTo>
                <a:lnTo>
                  <a:pt x="14173" y="13525"/>
                </a:lnTo>
                <a:lnTo>
                  <a:pt x="14046" y="13652"/>
                </a:lnTo>
                <a:lnTo>
                  <a:pt x="13779" y="13652"/>
                </a:lnTo>
                <a:lnTo>
                  <a:pt x="13449" y="13525"/>
                </a:lnTo>
                <a:lnTo>
                  <a:pt x="13563" y="13017"/>
                </a:lnTo>
                <a:lnTo>
                  <a:pt x="13779" y="13017"/>
                </a:lnTo>
                <a:lnTo>
                  <a:pt x="14122" y="13271"/>
                </a:lnTo>
                <a:lnTo>
                  <a:pt x="14135" y="13017"/>
                </a:lnTo>
                <a:lnTo>
                  <a:pt x="14160" y="12382"/>
                </a:lnTo>
                <a:lnTo>
                  <a:pt x="14668" y="12255"/>
                </a:lnTo>
                <a:lnTo>
                  <a:pt x="11988" y="12255"/>
                </a:lnTo>
                <a:lnTo>
                  <a:pt x="11988" y="12636"/>
                </a:lnTo>
                <a:lnTo>
                  <a:pt x="11925" y="12890"/>
                </a:lnTo>
                <a:lnTo>
                  <a:pt x="11849" y="13144"/>
                </a:lnTo>
                <a:lnTo>
                  <a:pt x="11760" y="13271"/>
                </a:lnTo>
                <a:lnTo>
                  <a:pt x="11645" y="13525"/>
                </a:lnTo>
                <a:lnTo>
                  <a:pt x="11518" y="13652"/>
                </a:lnTo>
                <a:lnTo>
                  <a:pt x="11645" y="13271"/>
                </a:lnTo>
                <a:lnTo>
                  <a:pt x="11696" y="12890"/>
                </a:lnTo>
                <a:lnTo>
                  <a:pt x="11988" y="12636"/>
                </a:lnTo>
                <a:lnTo>
                  <a:pt x="11988" y="12255"/>
                </a:lnTo>
                <a:lnTo>
                  <a:pt x="11785" y="12255"/>
                </a:lnTo>
                <a:lnTo>
                  <a:pt x="11760" y="12636"/>
                </a:lnTo>
                <a:lnTo>
                  <a:pt x="11531" y="12636"/>
                </a:lnTo>
                <a:lnTo>
                  <a:pt x="11493" y="12509"/>
                </a:lnTo>
                <a:lnTo>
                  <a:pt x="11366" y="12509"/>
                </a:lnTo>
                <a:lnTo>
                  <a:pt x="11366" y="12255"/>
                </a:lnTo>
                <a:lnTo>
                  <a:pt x="11341" y="12128"/>
                </a:lnTo>
                <a:lnTo>
                  <a:pt x="11341" y="12255"/>
                </a:lnTo>
                <a:lnTo>
                  <a:pt x="11785" y="12255"/>
                </a:lnTo>
                <a:lnTo>
                  <a:pt x="11569" y="12128"/>
                </a:lnTo>
                <a:lnTo>
                  <a:pt x="19202" y="12128"/>
                </a:lnTo>
                <a:lnTo>
                  <a:pt x="19304" y="12001"/>
                </a:lnTo>
                <a:lnTo>
                  <a:pt x="19850" y="12001"/>
                </a:lnTo>
                <a:lnTo>
                  <a:pt x="19900" y="12128"/>
                </a:lnTo>
                <a:lnTo>
                  <a:pt x="21069" y="12128"/>
                </a:lnTo>
                <a:lnTo>
                  <a:pt x="21069" y="12255"/>
                </a:lnTo>
                <a:lnTo>
                  <a:pt x="21209" y="12128"/>
                </a:lnTo>
                <a:lnTo>
                  <a:pt x="21602" y="12001"/>
                </a:lnTo>
                <a:lnTo>
                  <a:pt x="21882" y="12001"/>
                </a:lnTo>
                <a:lnTo>
                  <a:pt x="21932" y="11874"/>
                </a:lnTo>
                <a:lnTo>
                  <a:pt x="22085" y="11874"/>
                </a:lnTo>
                <a:lnTo>
                  <a:pt x="21945" y="12001"/>
                </a:lnTo>
                <a:lnTo>
                  <a:pt x="22225" y="11874"/>
                </a:lnTo>
                <a:lnTo>
                  <a:pt x="22555" y="11874"/>
                </a:lnTo>
                <a:lnTo>
                  <a:pt x="22580" y="12001"/>
                </a:lnTo>
                <a:lnTo>
                  <a:pt x="26022" y="12001"/>
                </a:lnTo>
                <a:lnTo>
                  <a:pt x="25946" y="11874"/>
                </a:lnTo>
                <a:lnTo>
                  <a:pt x="25869" y="11747"/>
                </a:lnTo>
                <a:lnTo>
                  <a:pt x="25692" y="11620"/>
                </a:lnTo>
                <a:lnTo>
                  <a:pt x="25882" y="11620"/>
                </a:lnTo>
                <a:lnTo>
                  <a:pt x="26149" y="11747"/>
                </a:lnTo>
                <a:lnTo>
                  <a:pt x="26250" y="12001"/>
                </a:lnTo>
                <a:lnTo>
                  <a:pt x="26746" y="12001"/>
                </a:lnTo>
                <a:close/>
              </a:path>
              <a:path w="36194" h="30480">
                <a:moveTo>
                  <a:pt x="27228" y="12890"/>
                </a:moveTo>
                <a:lnTo>
                  <a:pt x="27038" y="12636"/>
                </a:lnTo>
                <a:lnTo>
                  <a:pt x="26479" y="12636"/>
                </a:lnTo>
                <a:lnTo>
                  <a:pt x="26136" y="12636"/>
                </a:lnTo>
                <a:lnTo>
                  <a:pt x="26136" y="12890"/>
                </a:lnTo>
                <a:lnTo>
                  <a:pt x="26085" y="13398"/>
                </a:lnTo>
                <a:lnTo>
                  <a:pt x="26123" y="12890"/>
                </a:lnTo>
                <a:lnTo>
                  <a:pt x="26136" y="12636"/>
                </a:lnTo>
                <a:lnTo>
                  <a:pt x="24841" y="12636"/>
                </a:lnTo>
                <a:lnTo>
                  <a:pt x="24841" y="13779"/>
                </a:lnTo>
                <a:lnTo>
                  <a:pt x="25095" y="13779"/>
                </a:lnTo>
                <a:lnTo>
                  <a:pt x="25222" y="13017"/>
                </a:lnTo>
                <a:lnTo>
                  <a:pt x="25323" y="12890"/>
                </a:lnTo>
                <a:lnTo>
                  <a:pt x="25412" y="13017"/>
                </a:lnTo>
                <a:lnTo>
                  <a:pt x="25603" y="13017"/>
                </a:lnTo>
                <a:lnTo>
                  <a:pt x="25552" y="13398"/>
                </a:lnTo>
                <a:lnTo>
                  <a:pt x="25768" y="13525"/>
                </a:lnTo>
                <a:lnTo>
                  <a:pt x="25882" y="13779"/>
                </a:lnTo>
                <a:lnTo>
                  <a:pt x="26187" y="13779"/>
                </a:lnTo>
                <a:lnTo>
                  <a:pt x="26441" y="13652"/>
                </a:lnTo>
                <a:lnTo>
                  <a:pt x="26530" y="12890"/>
                </a:lnTo>
                <a:lnTo>
                  <a:pt x="27025" y="12890"/>
                </a:lnTo>
                <a:lnTo>
                  <a:pt x="27101" y="13017"/>
                </a:lnTo>
                <a:lnTo>
                  <a:pt x="27228" y="12890"/>
                </a:lnTo>
                <a:close/>
              </a:path>
              <a:path w="36194" h="30480">
                <a:moveTo>
                  <a:pt x="27266" y="14160"/>
                </a:moveTo>
                <a:lnTo>
                  <a:pt x="26187" y="14160"/>
                </a:lnTo>
                <a:lnTo>
                  <a:pt x="26187" y="14287"/>
                </a:lnTo>
                <a:lnTo>
                  <a:pt x="27254" y="14287"/>
                </a:lnTo>
                <a:lnTo>
                  <a:pt x="27266" y="14160"/>
                </a:lnTo>
                <a:close/>
              </a:path>
              <a:path w="36194" h="30480">
                <a:moveTo>
                  <a:pt x="27266" y="14033"/>
                </a:moveTo>
                <a:lnTo>
                  <a:pt x="27254" y="13779"/>
                </a:lnTo>
                <a:lnTo>
                  <a:pt x="26187" y="13779"/>
                </a:lnTo>
                <a:lnTo>
                  <a:pt x="26187" y="14033"/>
                </a:lnTo>
                <a:lnTo>
                  <a:pt x="27266" y="14033"/>
                </a:lnTo>
                <a:close/>
              </a:path>
              <a:path w="36194" h="30480">
                <a:moveTo>
                  <a:pt x="27292" y="14795"/>
                </a:moveTo>
                <a:lnTo>
                  <a:pt x="27279" y="14541"/>
                </a:lnTo>
                <a:lnTo>
                  <a:pt x="27139" y="14668"/>
                </a:lnTo>
                <a:lnTo>
                  <a:pt x="27051" y="14795"/>
                </a:lnTo>
                <a:lnTo>
                  <a:pt x="26974" y="14922"/>
                </a:lnTo>
                <a:lnTo>
                  <a:pt x="26885" y="15049"/>
                </a:lnTo>
                <a:lnTo>
                  <a:pt x="26797" y="15176"/>
                </a:lnTo>
                <a:lnTo>
                  <a:pt x="27025" y="15049"/>
                </a:lnTo>
                <a:lnTo>
                  <a:pt x="27292" y="14795"/>
                </a:lnTo>
                <a:close/>
              </a:path>
              <a:path w="36194" h="30480">
                <a:moveTo>
                  <a:pt x="27495" y="2349"/>
                </a:moveTo>
                <a:lnTo>
                  <a:pt x="25260" y="1993"/>
                </a:lnTo>
                <a:lnTo>
                  <a:pt x="24942" y="1993"/>
                </a:lnTo>
                <a:lnTo>
                  <a:pt x="25260" y="2349"/>
                </a:lnTo>
                <a:lnTo>
                  <a:pt x="26377" y="2349"/>
                </a:lnTo>
                <a:lnTo>
                  <a:pt x="26504" y="2349"/>
                </a:lnTo>
                <a:lnTo>
                  <a:pt x="27495" y="2349"/>
                </a:lnTo>
                <a:close/>
              </a:path>
              <a:path w="36194" h="30480">
                <a:moveTo>
                  <a:pt x="27559" y="27419"/>
                </a:moveTo>
                <a:lnTo>
                  <a:pt x="27508" y="27076"/>
                </a:lnTo>
                <a:lnTo>
                  <a:pt x="27533" y="27520"/>
                </a:lnTo>
                <a:lnTo>
                  <a:pt x="27482" y="28143"/>
                </a:lnTo>
                <a:lnTo>
                  <a:pt x="27533" y="28511"/>
                </a:lnTo>
                <a:lnTo>
                  <a:pt x="27508" y="28054"/>
                </a:lnTo>
                <a:lnTo>
                  <a:pt x="27559" y="27419"/>
                </a:lnTo>
                <a:close/>
              </a:path>
              <a:path w="36194" h="30480">
                <a:moveTo>
                  <a:pt x="27749" y="5651"/>
                </a:moveTo>
                <a:lnTo>
                  <a:pt x="27711" y="5397"/>
                </a:lnTo>
                <a:lnTo>
                  <a:pt x="27482" y="5270"/>
                </a:lnTo>
                <a:lnTo>
                  <a:pt x="27444" y="5143"/>
                </a:lnTo>
                <a:lnTo>
                  <a:pt x="27330" y="5016"/>
                </a:lnTo>
                <a:lnTo>
                  <a:pt x="27216" y="4889"/>
                </a:lnTo>
                <a:lnTo>
                  <a:pt x="27101" y="4762"/>
                </a:lnTo>
                <a:lnTo>
                  <a:pt x="24345" y="4762"/>
                </a:lnTo>
                <a:lnTo>
                  <a:pt x="24282" y="5016"/>
                </a:lnTo>
                <a:lnTo>
                  <a:pt x="18059" y="5016"/>
                </a:lnTo>
                <a:lnTo>
                  <a:pt x="18021" y="5143"/>
                </a:lnTo>
                <a:lnTo>
                  <a:pt x="24638" y="5143"/>
                </a:lnTo>
                <a:lnTo>
                  <a:pt x="24599" y="5016"/>
                </a:lnTo>
                <a:lnTo>
                  <a:pt x="24930" y="5016"/>
                </a:lnTo>
                <a:lnTo>
                  <a:pt x="24765" y="5143"/>
                </a:lnTo>
                <a:lnTo>
                  <a:pt x="24676" y="5270"/>
                </a:lnTo>
                <a:lnTo>
                  <a:pt x="24955" y="5270"/>
                </a:lnTo>
                <a:lnTo>
                  <a:pt x="25222" y="5143"/>
                </a:lnTo>
                <a:lnTo>
                  <a:pt x="25311" y="5016"/>
                </a:lnTo>
                <a:lnTo>
                  <a:pt x="25577" y="5016"/>
                </a:lnTo>
                <a:lnTo>
                  <a:pt x="25539" y="5270"/>
                </a:lnTo>
                <a:lnTo>
                  <a:pt x="25539" y="5524"/>
                </a:lnTo>
                <a:lnTo>
                  <a:pt x="25349" y="5524"/>
                </a:lnTo>
                <a:lnTo>
                  <a:pt x="25501" y="5397"/>
                </a:lnTo>
                <a:lnTo>
                  <a:pt x="25539" y="5524"/>
                </a:lnTo>
                <a:lnTo>
                  <a:pt x="25539" y="5270"/>
                </a:lnTo>
                <a:lnTo>
                  <a:pt x="25184" y="5270"/>
                </a:lnTo>
                <a:lnTo>
                  <a:pt x="25184" y="5524"/>
                </a:lnTo>
                <a:lnTo>
                  <a:pt x="25044" y="5524"/>
                </a:lnTo>
                <a:lnTo>
                  <a:pt x="25057" y="5651"/>
                </a:lnTo>
                <a:lnTo>
                  <a:pt x="25984" y="5651"/>
                </a:lnTo>
                <a:lnTo>
                  <a:pt x="25946" y="5397"/>
                </a:lnTo>
                <a:lnTo>
                  <a:pt x="25920" y="5270"/>
                </a:lnTo>
                <a:lnTo>
                  <a:pt x="26060" y="5397"/>
                </a:lnTo>
                <a:lnTo>
                  <a:pt x="26149" y="5524"/>
                </a:lnTo>
                <a:lnTo>
                  <a:pt x="25984" y="5651"/>
                </a:lnTo>
                <a:lnTo>
                  <a:pt x="26250" y="5651"/>
                </a:lnTo>
                <a:lnTo>
                  <a:pt x="27749" y="5651"/>
                </a:lnTo>
                <a:close/>
              </a:path>
              <a:path w="36194" h="30480">
                <a:moveTo>
                  <a:pt x="27762" y="23406"/>
                </a:moveTo>
                <a:lnTo>
                  <a:pt x="27584" y="23329"/>
                </a:lnTo>
                <a:lnTo>
                  <a:pt x="27762" y="23406"/>
                </a:lnTo>
                <a:close/>
              </a:path>
              <a:path w="36194" h="30480">
                <a:moveTo>
                  <a:pt x="27813" y="12001"/>
                </a:moveTo>
                <a:lnTo>
                  <a:pt x="27724" y="11620"/>
                </a:lnTo>
                <a:lnTo>
                  <a:pt x="27635" y="11493"/>
                </a:lnTo>
                <a:lnTo>
                  <a:pt x="27571" y="12001"/>
                </a:lnTo>
                <a:lnTo>
                  <a:pt x="27813" y="12001"/>
                </a:lnTo>
                <a:close/>
              </a:path>
              <a:path w="36194" h="30480">
                <a:moveTo>
                  <a:pt x="27813" y="6159"/>
                </a:moveTo>
                <a:lnTo>
                  <a:pt x="27800" y="6032"/>
                </a:lnTo>
                <a:lnTo>
                  <a:pt x="27762" y="5778"/>
                </a:lnTo>
                <a:lnTo>
                  <a:pt x="26479" y="5778"/>
                </a:lnTo>
                <a:lnTo>
                  <a:pt x="26530" y="5905"/>
                </a:lnTo>
                <a:lnTo>
                  <a:pt x="26631" y="7048"/>
                </a:lnTo>
                <a:lnTo>
                  <a:pt x="26822" y="7048"/>
                </a:lnTo>
                <a:lnTo>
                  <a:pt x="26835" y="6159"/>
                </a:lnTo>
                <a:lnTo>
                  <a:pt x="27114" y="6286"/>
                </a:lnTo>
                <a:lnTo>
                  <a:pt x="27139" y="6159"/>
                </a:lnTo>
                <a:lnTo>
                  <a:pt x="27152" y="6032"/>
                </a:lnTo>
                <a:lnTo>
                  <a:pt x="27203" y="6286"/>
                </a:lnTo>
                <a:lnTo>
                  <a:pt x="27444" y="6286"/>
                </a:lnTo>
                <a:lnTo>
                  <a:pt x="27546" y="6159"/>
                </a:lnTo>
                <a:lnTo>
                  <a:pt x="27813" y="6159"/>
                </a:lnTo>
                <a:close/>
              </a:path>
              <a:path w="36194" h="30480">
                <a:moveTo>
                  <a:pt x="27838" y="12382"/>
                </a:moveTo>
                <a:lnTo>
                  <a:pt x="27825" y="12255"/>
                </a:lnTo>
                <a:lnTo>
                  <a:pt x="27419" y="12382"/>
                </a:lnTo>
                <a:lnTo>
                  <a:pt x="27559" y="12255"/>
                </a:lnTo>
                <a:lnTo>
                  <a:pt x="27749" y="12255"/>
                </a:lnTo>
                <a:lnTo>
                  <a:pt x="27660" y="12128"/>
                </a:lnTo>
                <a:lnTo>
                  <a:pt x="27571" y="12001"/>
                </a:lnTo>
                <a:lnTo>
                  <a:pt x="26758" y="12001"/>
                </a:lnTo>
                <a:lnTo>
                  <a:pt x="26784" y="12128"/>
                </a:lnTo>
                <a:lnTo>
                  <a:pt x="26924" y="12255"/>
                </a:lnTo>
                <a:lnTo>
                  <a:pt x="27381" y="12255"/>
                </a:lnTo>
                <a:lnTo>
                  <a:pt x="27292" y="12382"/>
                </a:lnTo>
                <a:lnTo>
                  <a:pt x="26924" y="12255"/>
                </a:lnTo>
                <a:lnTo>
                  <a:pt x="24841" y="12255"/>
                </a:lnTo>
                <a:lnTo>
                  <a:pt x="24841" y="12509"/>
                </a:lnTo>
                <a:lnTo>
                  <a:pt x="27165" y="12509"/>
                </a:lnTo>
                <a:lnTo>
                  <a:pt x="27317" y="12636"/>
                </a:lnTo>
                <a:lnTo>
                  <a:pt x="27482" y="12636"/>
                </a:lnTo>
                <a:lnTo>
                  <a:pt x="27355" y="12509"/>
                </a:lnTo>
                <a:lnTo>
                  <a:pt x="27838" y="12509"/>
                </a:lnTo>
                <a:lnTo>
                  <a:pt x="27838" y="12382"/>
                </a:lnTo>
                <a:close/>
              </a:path>
              <a:path w="36194" h="30480">
                <a:moveTo>
                  <a:pt x="27851" y="12636"/>
                </a:moveTo>
                <a:lnTo>
                  <a:pt x="27355" y="12509"/>
                </a:lnTo>
                <a:lnTo>
                  <a:pt x="27660" y="12636"/>
                </a:lnTo>
                <a:lnTo>
                  <a:pt x="27851" y="12636"/>
                </a:lnTo>
                <a:close/>
              </a:path>
              <a:path w="36194" h="30480">
                <a:moveTo>
                  <a:pt x="27863" y="12890"/>
                </a:moveTo>
                <a:lnTo>
                  <a:pt x="27660" y="12636"/>
                </a:lnTo>
                <a:lnTo>
                  <a:pt x="27482" y="12636"/>
                </a:lnTo>
                <a:lnTo>
                  <a:pt x="27711" y="12890"/>
                </a:lnTo>
                <a:lnTo>
                  <a:pt x="27800" y="13017"/>
                </a:lnTo>
                <a:lnTo>
                  <a:pt x="27863" y="12890"/>
                </a:lnTo>
                <a:close/>
              </a:path>
              <a:path w="36194" h="30480">
                <a:moveTo>
                  <a:pt x="28067" y="12001"/>
                </a:moveTo>
                <a:lnTo>
                  <a:pt x="27813" y="12001"/>
                </a:lnTo>
                <a:lnTo>
                  <a:pt x="27825" y="12255"/>
                </a:lnTo>
                <a:lnTo>
                  <a:pt x="28054" y="12255"/>
                </a:lnTo>
                <a:lnTo>
                  <a:pt x="28067" y="12001"/>
                </a:lnTo>
                <a:close/>
              </a:path>
              <a:path w="36194" h="30480">
                <a:moveTo>
                  <a:pt x="28308" y="12509"/>
                </a:moveTo>
                <a:lnTo>
                  <a:pt x="28067" y="12382"/>
                </a:lnTo>
                <a:lnTo>
                  <a:pt x="28105" y="12509"/>
                </a:lnTo>
                <a:lnTo>
                  <a:pt x="28308" y="12509"/>
                </a:lnTo>
                <a:close/>
              </a:path>
              <a:path w="36194" h="30480">
                <a:moveTo>
                  <a:pt x="28422" y="12255"/>
                </a:moveTo>
                <a:lnTo>
                  <a:pt x="28321" y="12128"/>
                </a:lnTo>
                <a:lnTo>
                  <a:pt x="28206" y="12001"/>
                </a:lnTo>
                <a:lnTo>
                  <a:pt x="28143" y="12255"/>
                </a:lnTo>
                <a:lnTo>
                  <a:pt x="28422" y="12255"/>
                </a:lnTo>
                <a:close/>
              </a:path>
              <a:path w="36194" h="30480">
                <a:moveTo>
                  <a:pt x="28498" y="11239"/>
                </a:moveTo>
                <a:lnTo>
                  <a:pt x="28003" y="11239"/>
                </a:lnTo>
                <a:lnTo>
                  <a:pt x="28181" y="11188"/>
                </a:lnTo>
                <a:lnTo>
                  <a:pt x="27940" y="11087"/>
                </a:lnTo>
                <a:lnTo>
                  <a:pt x="27787" y="11036"/>
                </a:lnTo>
                <a:lnTo>
                  <a:pt x="27965" y="10795"/>
                </a:lnTo>
                <a:lnTo>
                  <a:pt x="27825" y="10693"/>
                </a:lnTo>
                <a:lnTo>
                  <a:pt x="27787" y="10350"/>
                </a:lnTo>
                <a:lnTo>
                  <a:pt x="27520" y="10414"/>
                </a:lnTo>
                <a:lnTo>
                  <a:pt x="27673" y="10566"/>
                </a:lnTo>
                <a:lnTo>
                  <a:pt x="27647" y="11163"/>
                </a:lnTo>
                <a:lnTo>
                  <a:pt x="27863" y="11201"/>
                </a:lnTo>
                <a:lnTo>
                  <a:pt x="26517" y="11239"/>
                </a:lnTo>
                <a:lnTo>
                  <a:pt x="26619" y="11493"/>
                </a:lnTo>
                <a:lnTo>
                  <a:pt x="27635" y="11493"/>
                </a:lnTo>
                <a:lnTo>
                  <a:pt x="27749" y="11620"/>
                </a:lnTo>
                <a:lnTo>
                  <a:pt x="27813" y="11747"/>
                </a:lnTo>
                <a:lnTo>
                  <a:pt x="28067" y="11747"/>
                </a:lnTo>
                <a:lnTo>
                  <a:pt x="27978" y="11493"/>
                </a:lnTo>
                <a:lnTo>
                  <a:pt x="28257" y="11493"/>
                </a:lnTo>
                <a:lnTo>
                  <a:pt x="28384" y="11366"/>
                </a:lnTo>
                <a:lnTo>
                  <a:pt x="28498" y="11239"/>
                </a:lnTo>
                <a:close/>
              </a:path>
              <a:path w="36194" h="30480">
                <a:moveTo>
                  <a:pt x="28600" y="12509"/>
                </a:moveTo>
                <a:lnTo>
                  <a:pt x="28562" y="12255"/>
                </a:lnTo>
                <a:lnTo>
                  <a:pt x="28422" y="12255"/>
                </a:lnTo>
                <a:lnTo>
                  <a:pt x="28308" y="12509"/>
                </a:lnTo>
                <a:lnTo>
                  <a:pt x="28600" y="12509"/>
                </a:lnTo>
                <a:close/>
              </a:path>
              <a:path w="36194" h="30480">
                <a:moveTo>
                  <a:pt x="28651" y="11493"/>
                </a:moveTo>
                <a:lnTo>
                  <a:pt x="28257" y="11493"/>
                </a:lnTo>
                <a:lnTo>
                  <a:pt x="28206" y="12001"/>
                </a:lnTo>
                <a:lnTo>
                  <a:pt x="28524" y="12001"/>
                </a:lnTo>
                <a:lnTo>
                  <a:pt x="28460" y="11620"/>
                </a:lnTo>
                <a:lnTo>
                  <a:pt x="28651" y="11493"/>
                </a:lnTo>
                <a:close/>
              </a:path>
              <a:path w="36194" h="30480">
                <a:moveTo>
                  <a:pt x="28803" y="10985"/>
                </a:moveTo>
                <a:lnTo>
                  <a:pt x="28600" y="11112"/>
                </a:lnTo>
                <a:lnTo>
                  <a:pt x="28498" y="11239"/>
                </a:lnTo>
                <a:lnTo>
                  <a:pt x="28778" y="11239"/>
                </a:lnTo>
                <a:lnTo>
                  <a:pt x="28803" y="10985"/>
                </a:lnTo>
                <a:close/>
              </a:path>
              <a:path w="36194" h="30480">
                <a:moveTo>
                  <a:pt x="29146" y="19748"/>
                </a:moveTo>
                <a:lnTo>
                  <a:pt x="29019" y="19735"/>
                </a:lnTo>
                <a:lnTo>
                  <a:pt x="29146" y="19748"/>
                </a:lnTo>
                <a:close/>
              </a:path>
              <a:path w="36194" h="30480">
                <a:moveTo>
                  <a:pt x="29235" y="20078"/>
                </a:moveTo>
                <a:lnTo>
                  <a:pt x="29159" y="19812"/>
                </a:lnTo>
                <a:lnTo>
                  <a:pt x="29235" y="20078"/>
                </a:lnTo>
                <a:close/>
              </a:path>
              <a:path w="36194" h="30480">
                <a:moveTo>
                  <a:pt x="32258" y="23177"/>
                </a:moveTo>
                <a:lnTo>
                  <a:pt x="26835" y="23088"/>
                </a:lnTo>
                <a:lnTo>
                  <a:pt x="26479" y="22999"/>
                </a:lnTo>
                <a:lnTo>
                  <a:pt x="26416" y="22796"/>
                </a:lnTo>
                <a:lnTo>
                  <a:pt x="26428" y="23063"/>
                </a:lnTo>
                <a:lnTo>
                  <a:pt x="26593" y="23075"/>
                </a:lnTo>
                <a:lnTo>
                  <a:pt x="25247" y="23050"/>
                </a:lnTo>
                <a:lnTo>
                  <a:pt x="25120" y="22910"/>
                </a:lnTo>
                <a:lnTo>
                  <a:pt x="25120" y="23050"/>
                </a:lnTo>
                <a:lnTo>
                  <a:pt x="24257" y="23037"/>
                </a:lnTo>
                <a:lnTo>
                  <a:pt x="21780" y="22796"/>
                </a:lnTo>
                <a:lnTo>
                  <a:pt x="21310" y="22796"/>
                </a:lnTo>
                <a:lnTo>
                  <a:pt x="21018" y="22669"/>
                </a:lnTo>
                <a:lnTo>
                  <a:pt x="20789" y="22669"/>
                </a:lnTo>
                <a:lnTo>
                  <a:pt x="20688" y="22796"/>
                </a:lnTo>
                <a:lnTo>
                  <a:pt x="18834" y="22796"/>
                </a:lnTo>
                <a:lnTo>
                  <a:pt x="18821" y="22542"/>
                </a:lnTo>
                <a:lnTo>
                  <a:pt x="18681" y="22669"/>
                </a:lnTo>
                <a:lnTo>
                  <a:pt x="18656" y="22796"/>
                </a:lnTo>
                <a:lnTo>
                  <a:pt x="18796" y="22796"/>
                </a:lnTo>
                <a:lnTo>
                  <a:pt x="18529" y="22936"/>
                </a:lnTo>
                <a:lnTo>
                  <a:pt x="18326" y="22923"/>
                </a:lnTo>
                <a:lnTo>
                  <a:pt x="18364" y="22796"/>
                </a:lnTo>
                <a:lnTo>
                  <a:pt x="17259" y="22796"/>
                </a:lnTo>
                <a:lnTo>
                  <a:pt x="16675" y="22542"/>
                </a:lnTo>
                <a:lnTo>
                  <a:pt x="15379" y="22542"/>
                </a:lnTo>
                <a:lnTo>
                  <a:pt x="15379" y="22796"/>
                </a:lnTo>
                <a:lnTo>
                  <a:pt x="11493" y="22796"/>
                </a:lnTo>
                <a:lnTo>
                  <a:pt x="15379" y="22796"/>
                </a:lnTo>
                <a:lnTo>
                  <a:pt x="15379" y="22542"/>
                </a:lnTo>
                <a:lnTo>
                  <a:pt x="15201" y="22542"/>
                </a:lnTo>
                <a:lnTo>
                  <a:pt x="15214" y="22415"/>
                </a:lnTo>
                <a:lnTo>
                  <a:pt x="14732" y="22415"/>
                </a:lnTo>
                <a:lnTo>
                  <a:pt x="14693" y="22542"/>
                </a:lnTo>
                <a:lnTo>
                  <a:pt x="14122" y="22542"/>
                </a:lnTo>
                <a:lnTo>
                  <a:pt x="13957" y="22415"/>
                </a:lnTo>
                <a:lnTo>
                  <a:pt x="13220" y="22415"/>
                </a:lnTo>
                <a:lnTo>
                  <a:pt x="13182" y="22542"/>
                </a:lnTo>
                <a:lnTo>
                  <a:pt x="13055" y="22542"/>
                </a:lnTo>
                <a:lnTo>
                  <a:pt x="13055" y="22415"/>
                </a:lnTo>
                <a:lnTo>
                  <a:pt x="12344" y="22415"/>
                </a:lnTo>
                <a:lnTo>
                  <a:pt x="12255" y="22034"/>
                </a:lnTo>
                <a:lnTo>
                  <a:pt x="12395" y="21907"/>
                </a:lnTo>
                <a:lnTo>
                  <a:pt x="12357" y="22288"/>
                </a:lnTo>
                <a:lnTo>
                  <a:pt x="12687" y="22288"/>
                </a:lnTo>
                <a:lnTo>
                  <a:pt x="13055" y="22288"/>
                </a:lnTo>
                <a:lnTo>
                  <a:pt x="13081" y="20891"/>
                </a:lnTo>
                <a:lnTo>
                  <a:pt x="13195" y="19748"/>
                </a:lnTo>
                <a:lnTo>
                  <a:pt x="13335" y="19748"/>
                </a:lnTo>
                <a:lnTo>
                  <a:pt x="13335" y="19621"/>
                </a:lnTo>
                <a:lnTo>
                  <a:pt x="13335" y="19494"/>
                </a:lnTo>
                <a:lnTo>
                  <a:pt x="13449" y="19621"/>
                </a:lnTo>
                <a:lnTo>
                  <a:pt x="13639" y="19494"/>
                </a:lnTo>
                <a:lnTo>
                  <a:pt x="13728" y="18478"/>
                </a:lnTo>
                <a:lnTo>
                  <a:pt x="13601" y="18605"/>
                </a:lnTo>
                <a:lnTo>
                  <a:pt x="13398" y="18707"/>
                </a:lnTo>
                <a:lnTo>
                  <a:pt x="13398" y="19367"/>
                </a:lnTo>
                <a:lnTo>
                  <a:pt x="13284" y="19240"/>
                </a:lnTo>
                <a:lnTo>
                  <a:pt x="13296" y="18973"/>
                </a:lnTo>
                <a:lnTo>
                  <a:pt x="13398" y="19367"/>
                </a:lnTo>
                <a:lnTo>
                  <a:pt x="13398" y="18707"/>
                </a:lnTo>
                <a:lnTo>
                  <a:pt x="13360" y="18961"/>
                </a:lnTo>
                <a:lnTo>
                  <a:pt x="13309" y="18732"/>
                </a:lnTo>
                <a:lnTo>
                  <a:pt x="13208" y="19621"/>
                </a:lnTo>
                <a:lnTo>
                  <a:pt x="13068" y="19494"/>
                </a:lnTo>
                <a:lnTo>
                  <a:pt x="13030" y="19367"/>
                </a:lnTo>
                <a:lnTo>
                  <a:pt x="13169" y="19367"/>
                </a:lnTo>
                <a:lnTo>
                  <a:pt x="13208" y="19621"/>
                </a:lnTo>
                <a:lnTo>
                  <a:pt x="13208" y="18732"/>
                </a:lnTo>
                <a:lnTo>
                  <a:pt x="12915" y="18732"/>
                </a:lnTo>
                <a:lnTo>
                  <a:pt x="13042" y="18859"/>
                </a:lnTo>
                <a:lnTo>
                  <a:pt x="13068" y="19240"/>
                </a:lnTo>
                <a:lnTo>
                  <a:pt x="13004" y="19113"/>
                </a:lnTo>
                <a:lnTo>
                  <a:pt x="12852" y="19113"/>
                </a:lnTo>
                <a:lnTo>
                  <a:pt x="13030" y="18986"/>
                </a:lnTo>
                <a:lnTo>
                  <a:pt x="12890" y="18986"/>
                </a:lnTo>
                <a:lnTo>
                  <a:pt x="12890" y="18732"/>
                </a:lnTo>
                <a:lnTo>
                  <a:pt x="12890" y="18478"/>
                </a:lnTo>
                <a:lnTo>
                  <a:pt x="12890" y="18224"/>
                </a:lnTo>
                <a:lnTo>
                  <a:pt x="12915" y="18478"/>
                </a:lnTo>
                <a:lnTo>
                  <a:pt x="13220" y="18224"/>
                </a:lnTo>
                <a:lnTo>
                  <a:pt x="13500" y="18478"/>
                </a:lnTo>
                <a:lnTo>
                  <a:pt x="13385" y="18224"/>
                </a:lnTo>
                <a:lnTo>
                  <a:pt x="13411" y="18097"/>
                </a:lnTo>
                <a:lnTo>
                  <a:pt x="13436" y="17843"/>
                </a:lnTo>
                <a:lnTo>
                  <a:pt x="13474" y="18097"/>
                </a:lnTo>
                <a:lnTo>
                  <a:pt x="13716" y="18224"/>
                </a:lnTo>
                <a:lnTo>
                  <a:pt x="13716" y="17843"/>
                </a:lnTo>
                <a:lnTo>
                  <a:pt x="14224" y="17589"/>
                </a:lnTo>
                <a:lnTo>
                  <a:pt x="14338" y="17462"/>
                </a:lnTo>
                <a:lnTo>
                  <a:pt x="14465" y="17335"/>
                </a:lnTo>
                <a:lnTo>
                  <a:pt x="14579" y="17208"/>
                </a:lnTo>
                <a:lnTo>
                  <a:pt x="14706" y="17081"/>
                </a:lnTo>
                <a:lnTo>
                  <a:pt x="14744" y="20637"/>
                </a:lnTo>
                <a:lnTo>
                  <a:pt x="14630" y="18986"/>
                </a:lnTo>
                <a:lnTo>
                  <a:pt x="14605" y="18732"/>
                </a:lnTo>
                <a:lnTo>
                  <a:pt x="14351" y="18732"/>
                </a:lnTo>
                <a:lnTo>
                  <a:pt x="14401" y="19494"/>
                </a:lnTo>
                <a:lnTo>
                  <a:pt x="14528" y="21399"/>
                </a:lnTo>
                <a:lnTo>
                  <a:pt x="15113" y="21399"/>
                </a:lnTo>
                <a:lnTo>
                  <a:pt x="15125" y="20637"/>
                </a:lnTo>
                <a:lnTo>
                  <a:pt x="15227" y="17208"/>
                </a:lnTo>
                <a:lnTo>
                  <a:pt x="15430" y="17208"/>
                </a:lnTo>
                <a:lnTo>
                  <a:pt x="15532" y="17335"/>
                </a:lnTo>
                <a:lnTo>
                  <a:pt x="15862" y="17335"/>
                </a:lnTo>
                <a:lnTo>
                  <a:pt x="15824" y="17970"/>
                </a:lnTo>
                <a:lnTo>
                  <a:pt x="16002" y="17843"/>
                </a:lnTo>
                <a:lnTo>
                  <a:pt x="16103" y="17335"/>
                </a:lnTo>
                <a:lnTo>
                  <a:pt x="16865" y="17335"/>
                </a:lnTo>
                <a:lnTo>
                  <a:pt x="16827" y="17208"/>
                </a:lnTo>
                <a:lnTo>
                  <a:pt x="16751" y="16827"/>
                </a:lnTo>
                <a:lnTo>
                  <a:pt x="16649" y="17081"/>
                </a:lnTo>
                <a:lnTo>
                  <a:pt x="16598" y="16954"/>
                </a:lnTo>
                <a:lnTo>
                  <a:pt x="16535" y="16827"/>
                </a:lnTo>
                <a:lnTo>
                  <a:pt x="16484" y="16700"/>
                </a:lnTo>
                <a:lnTo>
                  <a:pt x="16319" y="16700"/>
                </a:lnTo>
                <a:lnTo>
                  <a:pt x="16230" y="16192"/>
                </a:lnTo>
                <a:lnTo>
                  <a:pt x="16179" y="16065"/>
                </a:lnTo>
                <a:lnTo>
                  <a:pt x="16090" y="15811"/>
                </a:lnTo>
                <a:lnTo>
                  <a:pt x="16027" y="15684"/>
                </a:lnTo>
                <a:lnTo>
                  <a:pt x="15951" y="15557"/>
                </a:lnTo>
                <a:lnTo>
                  <a:pt x="15913" y="16827"/>
                </a:lnTo>
                <a:lnTo>
                  <a:pt x="15798" y="16573"/>
                </a:lnTo>
                <a:lnTo>
                  <a:pt x="15697" y="16700"/>
                </a:lnTo>
                <a:lnTo>
                  <a:pt x="15659" y="16954"/>
                </a:lnTo>
                <a:lnTo>
                  <a:pt x="15519" y="16827"/>
                </a:lnTo>
                <a:lnTo>
                  <a:pt x="15405" y="16700"/>
                </a:lnTo>
                <a:lnTo>
                  <a:pt x="15214" y="16573"/>
                </a:lnTo>
                <a:lnTo>
                  <a:pt x="14871" y="16446"/>
                </a:lnTo>
                <a:lnTo>
                  <a:pt x="14732" y="16319"/>
                </a:lnTo>
                <a:lnTo>
                  <a:pt x="14706" y="16065"/>
                </a:lnTo>
                <a:lnTo>
                  <a:pt x="15392" y="16065"/>
                </a:lnTo>
                <a:lnTo>
                  <a:pt x="15455" y="16192"/>
                </a:lnTo>
                <a:lnTo>
                  <a:pt x="15519" y="16319"/>
                </a:lnTo>
                <a:lnTo>
                  <a:pt x="15621" y="16446"/>
                </a:lnTo>
                <a:lnTo>
                  <a:pt x="15595" y="16065"/>
                </a:lnTo>
                <a:lnTo>
                  <a:pt x="15506" y="15811"/>
                </a:lnTo>
                <a:lnTo>
                  <a:pt x="14922" y="15684"/>
                </a:lnTo>
                <a:lnTo>
                  <a:pt x="14617" y="15430"/>
                </a:lnTo>
                <a:lnTo>
                  <a:pt x="14452" y="15430"/>
                </a:lnTo>
                <a:lnTo>
                  <a:pt x="14363" y="15303"/>
                </a:lnTo>
                <a:lnTo>
                  <a:pt x="14300" y="14922"/>
                </a:lnTo>
                <a:lnTo>
                  <a:pt x="14503" y="14795"/>
                </a:lnTo>
                <a:lnTo>
                  <a:pt x="14566" y="14922"/>
                </a:lnTo>
                <a:lnTo>
                  <a:pt x="14782" y="14922"/>
                </a:lnTo>
                <a:lnTo>
                  <a:pt x="15138" y="15049"/>
                </a:lnTo>
                <a:lnTo>
                  <a:pt x="15240" y="14922"/>
                </a:lnTo>
                <a:lnTo>
                  <a:pt x="15303" y="15176"/>
                </a:lnTo>
                <a:lnTo>
                  <a:pt x="15455" y="15303"/>
                </a:lnTo>
                <a:lnTo>
                  <a:pt x="15519" y="15430"/>
                </a:lnTo>
                <a:lnTo>
                  <a:pt x="15595" y="15557"/>
                </a:lnTo>
                <a:lnTo>
                  <a:pt x="15697" y="15811"/>
                </a:lnTo>
                <a:lnTo>
                  <a:pt x="15811" y="16065"/>
                </a:lnTo>
                <a:lnTo>
                  <a:pt x="15913" y="16827"/>
                </a:lnTo>
                <a:lnTo>
                  <a:pt x="15913" y="15481"/>
                </a:lnTo>
                <a:lnTo>
                  <a:pt x="15811" y="15303"/>
                </a:lnTo>
                <a:lnTo>
                  <a:pt x="15697" y="15049"/>
                </a:lnTo>
                <a:lnTo>
                  <a:pt x="15621" y="14922"/>
                </a:lnTo>
                <a:lnTo>
                  <a:pt x="15544" y="14795"/>
                </a:lnTo>
                <a:lnTo>
                  <a:pt x="15278" y="14668"/>
                </a:lnTo>
                <a:lnTo>
                  <a:pt x="15176" y="14541"/>
                </a:lnTo>
                <a:lnTo>
                  <a:pt x="15062" y="14414"/>
                </a:lnTo>
                <a:lnTo>
                  <a:pt x="14846" y="14287"/>
                </a:lnTo>
                <a:lnTo>
                  <a:pt x="14401" y="14287"/>
                </a:lnTo>
                <a:lnTo>
                  <a:pt x="14262" y="14414"/>
                </a:lnTo>
                <a:lnTo>
                  <a:pt x="14097" y="14414"/>
                </a:lnTo>
                <a:lnTo>
                  <a:pt x="14033" y="14541"/>
                </a:lnTo>
                <a:lnTo>
                  <a:pt x="13957" y="14668"/>
                </a:lnTo>
                <a:lnTo>
                  <a:pt x="13804" y="14668"/>
                </a:lnTo>
                <a:lnTo>
                  <a:pt x="13652" y="14541"/>
                </a:lnTo>
                <a:lnTo>
                  <a:pt x="13601" y="14287"/>
                </a:lnTo>
                <a:lnTo>
                  <a:pt x="12661" y="14287"/>
                </a:lnTo>
                <a:lnTo>
                  <a:pt x="12661" y="18478"/>
                </a:lnTo>
                <a:lnTo>
                  <a:pt x="12636" y="21145"/>
                </a:lnTo>
                <a:lnTo>
                  <a:pt x="12522" y="20383"/>
                </a:lnTo>
                <a:lnTo>
                  <a:pt x="12509" y="20256"/>
                </a:lnTo>
                <a:lnTo>
                  <a:pt x="12484" y="20129"/>
                </a:lnTo>
                <a:lnTo>
                  <a:pt x="12344" y="20002"/>
                </a:lnTo>
                <a:lnTo>
                  <a:pt x="12280" y="19621"/>
                </a:lnTo>
                <a:lnTo>
                  <a:pt x="12242" y="21780"/>
                </a:lnTo>
                <a:lnTo>
                  <a:pt x="12242" y="21907"/>
                </a:lnTo>
                <a:lnTo>
                  <a:pt x="12115" y="21780"/>
                </a:lnTo>
                <a:lnTo>
                  <a:pt x="12242" y="21780"/>
                </a:lnTo>
                <a:lnTo>
                  <a:pt x="12242" y="19621"/>
                </a:lnTo>
                <a:lnTo>
                  <a:pt x="12128" y="19367"/>
                </a:lnTo>
                <a:lnTo>
                  <a:pt x="12128" y="20383"/>
                </a:lnTo>
                <a:lnTo>
                  <a:pt x="12090" y="20891"/>
                </a:lnTo>
                <a:lnTo>
                  <a:pt x="12065" y="20637"/>
                </a:lnTo>
                <a:lnTo>
                  <a:pt x="12014" y="21729"/>
                </a:lnTo>
                <a:lnTo>
                  <a:pt x="11887" y="21653"/>
                </a:lnTo>
                <a:lnTo>
                  <a:pt x="11772" y="21018"/>
                </a:lnTo>
                <a:lnTo>
                  <a:pt x="11912" y="21018"/>
                </a:lnTo>
                <a:lnTo>
                  <a:pt x="12014" y="21729"/>
                </a:lnTo>
                <a:lnTo>
                  <a:pt x="12014" y="20688"/>
                </a:lnTo>
                <a:lnTo>
                  <a:pt x="12065" y="20510"/>
                </a:lnTo>
                <a:lnTo>
                  <a:pt x="11823" y="20510"/>
                </a:lnTo>
                <a:lnTo>
                  <a:pt x="11976" y="20510"/>
                </a:lnTo>
                <a:lnTo>
                  <a:pt x="12128" y="20383"/>
                </a:lnTo>
                <a:lnTo>
                  <a:pt x="12128" y="19367"/>
                </a:lnTo>
                <a:lnTo>
                  <a:pt x="12103" y="18986"/>
                </a:lnTo>
                <a:lnTo>
                  <a:pt x="12090" y="18732"/>
                </a:lnTo>
                <a:lnTo>
                  <a:pt x="12217" y="18859"/>
                </a:lnTo>
                <a:lnTo>
                  <a:pt x="12331" y="19113"/>
                </a:lnTo>
                <a:lnTo>
                  <a:pt x="12471" y="19240"/>
                </a:lnTo>
                <a:lnTo>
                  <a:pt x="12573" y="19621"/>
                </a:lnTo>
                <a:lnTo>
                  <a:pt x="12636" y="21145"/>
                </a:lnTo>
                <a:lnTo>
                  <a:pt x="12636" y="18478"/>
                </a:lnTo>
                <a:lnTo>
                  <a:pt x="12433" y="18478"/>
                </a:lnTo>
                <a:lnTo>
                  <a:pt x="12547" y="18224"/>
                </a:lnTo>
                <a:lnTo>
                  <a:pt x="12598" y="18097"/>
                </a:lnTo>
                <a:lnTo>
                  <a:pt x="12661" y="18478"/>
                </a:lnTo>
                <a:lnTo>
                  <a:pt x="12661" y="14287"/>
                </a:lnTo>
                <a:lnTo>
                  <a:pt x="11887" y="14287"/>
                </a:lnTo>
                <a:lnTo>
                  <a:pt x="11887" y="18224"/>
                </a:lnTo>
                <a:lnTo>
                  <a:pt x="11620" y="18224"/>
                </a:lnTo>
                <a:lnTo>
                  <a:pt x="11595" y="18097"/>
                </a:lnTo>
                <a:lnTo>
                  <a:pt x="11544" y="17843"/>
                </a:lnTo>
                <a:lnTo>
                  <a:pt x="11811" y="17843"/>
                </a:lnTo>
                <a:lnTo>
                  <a:pt x="11887" y="18224"/>
                </a:lnTo>
                <a:lnTo>
                  <a:pt x="11887" y="14287"/>
                </a:lnTo>
                <a:lnTo>
                  <a:pt x="9131" y="14287"/>
                </a:lnTo>
                <a:lnTo>
                  <a:pt x="9131" y="18224"/>
                </a:lnTo>
                <a:lnTo>
                  <a:pt x="8966" y="18351"/>
                </a:lnTo>
                <a:lnTo>
                  <a:pt x="8902" y="18224"/>
                </a:lnTo>
                <a:lnTo>
                  <a:pt x="8140" y="18224"/>
                </a:lnTo>
                <a:lnTo>
                  <a:pt x="8369" y="18097"/>
                </a:lnTo>
                <a:lnTo>
                  <a:pt x="8826" y="18097"/>
                </a:lnTo>
                <a:lnTo>
                  <a:pt x="8902" y="18224"/>
                </a:lnTo>
                <a:lnTo>
                  <a:pt x="9131" y="18224"/>
                </a:lnTo>
                <a:lnTo>
                  <a:pt x="9131" y="14287"/>
                </a:lnTo>
                <a:lnTo>
                  <a:pt x="9080" y="14795"/>
                </a:lnTo>
                <a:lnTo>
                  <a:pt x="8953" y="14922"/>
                </a:lnTo>
                <a:lnTo>
                  <a:pt x="8826" y="15303"/>
                </a:lnTo>
                <a:lnTo>
                  <a:pt x="8597" y="15430"/>
                </a:lnTo>
                <a:lnTo>
                  <a:pt x="8026" y="15557"/>
                </a:lnTo>
                <a:lnTo>
                  <a:pt x="8064" y="15684"/>
                </a:lnTo>
                <a:lnTo>
                  <a:pt x="8178" y="16065"/>
                </a:lnTo>
                <a:lnTo>
                  <a:pt x="8280" y="16446"/>
                </a:lnTo>
                <a:lnTo>
                  <a:pt x="8394" y="16827"/>
                </a:lnTo>
                <a:lnTo>
                  <a:pt x="8521" y="17843"/>
                </a:lnTo>
                <a:lnTo>
                  <a:pt x="8293" y="17843"/>
                </a:lnTo>
                <a:lnTo>
                  <a:pt x="7797" y="17970"/>
                </a:lnTo>
                <a:lnTo>
                  <a:pt x="7035" y="18224"/>
                </a:lnTo>
                <a:lnTo>
                  <a:pt x="7035" y="19113"/>
                </a:lnTo>
                <a:lnTo>
                  <a:pt x="7620" y="19113"/>
                </a:lnTo>
                <a:lnTo>
                  <a:pt x="7620" y="18973"/>
                </a:lnTo>
                <a:lnTo>
                  <a:pt x="7785" y="18859"/>
                </a:lnTo>
                <a:lnTo>
                  <a:pt x="7620" y="18859"/>
                </a:lnTo>
                <a:lnTo>
                  <a:pt x="7645" y="18478"/>
                </a:lnTo>
                <a:lnTo>
                  <a:pt x="8801" y="18478"/>
                </a:lnTo>
                <a:lnTo>
                  <a:pt x="8636" y="18605"/>
                </a:lnTo>
                <a:lnTo>
                  <a:pt x="8661" y="18986"/>
                </a:lnTo>
                <a:lnTo>
                  <a:pt x="8521" y="18859"/>
                </a:lnTo>
                <a:lnTo>
                  <a:pt x="8470" y="18732"/>
                </a:lnTo>
                <a:lnTo>
                  <a:pt x="8331" y="18732"/>
                </a:lnTo>
                <a:lnTo>
                  <a:pt x="8331" y="19583"/>
                </a:lnTo>
                <a:lnTo>
                  <a:pt x="8242" y="19367"/>
                </a:lnTo>
                <a:lnTo>
                  <a:pt x="8331" y="19583"/>
                </a:lnTo>
                <a:lnTo>
                  <a:pt x="8331" y="18732"/>
                </a:lnTo>
                <a:lnTo>
                  <a:pt x="8166" y="19113"/>
                </a:lnTo>
                <a:lnTo>
                  <a:pt x="8051" y="19367"/>
                </a:lnTo>
                <a:lnTo>
                  <a:pt x="7950" y="19621"/>
                </a:lnTo>
                <a:lnTo>
                  <a:pt x="8343" y="19621"/>
                </a:lnTo>
                <a:lnTo>
                  <a:pt x="8382" y="20002"/>
                </a:lnTo>
                <a:lnTo>
                  <a:pt x="8483" y="20637"/>
                </a:lnTo>
                <a:lnTo>
                  <a:pt x="8572" y="22161"/>
                </a:lnTo>
                <a:lnTo>
                  <a:pt x="8648" y="22288"/>
                </a:lnTo>
                <a:lnTo>
                  <a:pt x="8712" y="22415"/>
                </a:lnTo>
                <a:lnTo>
                  <a:pt x="8788" y="22542"/>
                </a:lnTo>
                <a:lnTo>
                  <a:pt x="8864" y="23304"/>
                </a:lnTo>
                <a:lnTo>
                  <a:pt x="8369" y="23558"/>
                </a:lnTo>
                <a:lnTo>
                  <a:pt x="8420" y="23685"/>
                </a:lnTo>
                <a:lnTo>
                  <a:pt x="8509" y="23939"/>
                </a:lnTo>
                <a:lnTo>
                  <a:pt x="8597" y="24193"/>
                </a:lnTo>
                <a:lnTo>
                  <a:pt x="8686" y="24447"/>
                </a:lnTo>
                <a:lnTo>
                  <a:pt x="9131" y="24447"/>
                </a:lnTo>
                <a:lnTo>
                  <a:pt x="9029" y="23812"/>
                </a:lnTo>
                <a:lnTo>
                  <a:pt x="9385" y="23812"/>
                </a:lnTo>
                <a:lnTo>
                  <a:pt x="10071" y="23685"/>
                </a:lnTo>
                <a:lnTo>
                  <a:pt x="10363" y="23558"/>
                </a:lnTo>
                <a:lnTo>
                  <a:pt x="11074" y="23558"/>
                </a:lnTo>
                <a:lnTo>
                  <a:pt x="12293" y="23431"/>
                </a:lnTo>
                <a:lnTo>
                  <a:pt x="12496" y="23304"/>
                </a:lnTo>
                <a:lnTo>
                  <a:pt x="12636" y="23177"/>
                </a:lnTo>
                <a:lnTo>
                  <a:pt x="12877" y="23304"/>
                </a:lnTo>
                <a:lnTo>
                  <a:pt x="12915" y="23177"/>
                </a:lnTo>
                <a:lnTo>
                  <a:pt x="13258" y="23177"/>
                </a:lnTo>
                <a:lnTo>
                  <a:pt x="13220" y="23304"/>
                </a:lnTo>
                <a:lnTo>
                  <a:pt x="13017" y="23431"/>
                </a:lnTo>
                <a:lnTo>
                  <a:pt x="13512" y="23431"/>
                </a:lnTo>
                <a:lnTo>
                  <a:pt x="13652" y="23304"/>
                </a:lnTo>
                <a:lnTo>
                  <a:pt x="13614" y="23558"/>
                </a:lnTo>
                <a:lnTo>
                  <a:pt x="14008" y="23304"/>
                </a:lnTo>
                <a:lnTo>
                  <a:pt x="14071" y="23177"/>
                </a:lnTo>
                <a:lnTo>
                  <a:pt x="14211" y="23177"/>
                </a:lnTo>
                <a:lnTo>
                  <a:pt x="14185" y="23304"/>
                </a:lnTo>
                <a:lnTo>
                  <a:pt x="14376" y="23177"/>
                </a:lnTo>
                <a:lnTo>
                  <a:pt x="15011" y="23177"/>
                </a:lnTo>
                <a:lnTo>
                  <a:pt x="15100" y="23177"/>
                </a:lnTo>
                <a:lnTo>
                  <a:pt x="26022" y="23177"/>
                </a:lnTo>
                <a:lnTo>
                  <a:pt x="26162" y="23177"/>
                </a:lnTo>
                <a:lnTo>
                  <a:pt x="32258" y="23177"/>
                </a:lnTo>
                <a:close/>
              </a:path>
              <a:path w="36194" h="30480">
                <a:moveTo>
                  <a:pt x="34683" y="3949"/>
                </a:moveTo>
                <a:lnTo>
                  <a:pt x="34518" y="3924"/>
                </a:lnTo>
                <a:lnTo>
                  <a:pt x="34683" y="3949"/>
                </a:lnTo>
                <a:close/>
              </a:path>
              <a:path w="36194" h="30480">
                <a:moveTo>
                  <a:pt x="35179" y="3086"/>
                </a:moveTo>
                <a:lnTo>
                  <a:pt x="26492" y="2362"/>
                </a:lnTo>
                <a:lnTo>
                  <a:pt x="26327" y="3086"/>
                </a:lnTo>
                <a:lnTo>
                  <a:pt x="31330" y="3086"/>
                </a:lnTo>
                <a:lnTo>
                  <a:pt x="31851" y="3365"/>
                </a:lnTo>
                <a:lnTo>
                  <a:pt x="32194" y="3365"/>
                </a:lnTo>
                <a:lnTo>
                  <a:pt x="32118" y="3086"/>
                </a:lnTo>
                <a:lnTo>
                  <a:pt x="35179" y="3086"/>
                </a:lnTo>
                <a:close/>
              </a:path>
              <a:path w="36194" h="30480">
                <a:moveTo>
                  <a:pt x="35331" y="4203"/>
                </a:moveTo>
                <a:lnTo>
                  <a:pt x="35140" y="4064"/>
                </a:lnTo>
                <a:lnTo>
                  <a:pt x="34950" y="4178"/>
                </a:lnTo>
                <a:lnTo>
                  <a:pt x="35331" y="4203"/>
                </a:lnTo>
                <a:close/>
              </a:path>
              <a:path w="36194" h="30480">
                <a:moveTo>
                  <a:pt x="35623" y="4305"/>
                </a:moveTo>
                <a:lnTo>
                  <a:pt x="35471" y="4305"/>
                </a:lnTo>
                <a:lnTo>
                  <a:pt x="35623" y="4432"/>
                </a:lnTo>
                <a:lnTo>
                  <a:pt x="35623" y="43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bg object 163"/>
          <p:cNvSpPr/>
          <p:nvPr/>
        </p:nvSpPr>
        <p:spPr>
          <a:xfrm>
            <a:off x="2053793" y="1033170"/>
            <a:ext cx="36830" cy="19685"/>
          </a:xfrm>
          <a:custGeom>
            <a:avLst/>
            <a:gdLst/>
            <a:ahLst/>
            <a:cxnLst/>
            <a:rect l="l" t="t" r="r" b="b"/>
            <a:pathLst>
              <a:path w="36830" h="19684">
                <a:moveTo>
                  <a:pt x="190" y="5486"/>
                </a:moveTo>
                <a:lnTo>
                  <a:pt x="0" y="5422"/>
                </a:lnTo>
                <a:lnTo>
                  <a:pt x="0" y="5613"/>
                </a:lnTo>
                <a:lnTo>
                  <a:pt x="190" y="5486"/>
                </a:lnTo>
                <a:close/>
              </a:path>
              <a:path w="36830" h="19684">
                <a:moveTo>
                  <a:pt x="4533" y="6743"/>
                </a:moveTo>
                <a:lnTo>
                  <a:pt x="4241" y="6616"/>
                </a:lnTo>
                <a:lnTo>
                  <a:pt x="3695" y="6692"/>
                </a:lnTo>
                <a:lnTo>
                  <a:pt x="3517" y="6883"/>
                </a:lnTo>
                <a:lnTo>
                  <a:pt x="3721" y="6819"/>
                </a:lnTo>
                <a:lnTo>
                  <a:pt x="4089" y="6654"/>
                </a:lnTo>
                <a:lnTo>
                  <a:pt x="4533" y="6743"/>
                </a:lnTo>
                <a:close/>
              </a:path>
              <a:path w="36830" h="19684">
                <a:moveTo>
                  <a:pt x="5651" y="10071"/>
                </a:moveTo>
                <a:lnTo>
                  <a:pt x="5397" y="10452"/>
                </a:lnTo>
                <a:lnTo>
                  <a:pt x="5613" y="10464"/>
                </a:lnTo>
                <a:lnTo>
                  <a:pt x="5626" y="10198"/>
                </a:lnTo>
                <a:lnTo>
                  <a:pt x="5651" y="10071"/>
                </a:lnTo>
                <a:close/>
              </a:path>
              <a:path w="36830" h="19684">
                <a:moveTo>
                  <a:pt x="11366" y="19100"/>
                </a:moveTo>
                <a:lnTo>
                  <a:pt x="11201" y="19202"/>
                </a:lnTo>
                <a:lnTo>
                  <a:pt x="11366" y="19151"/>
                </a:lnTo>
                <a:close/>
              </a:path>
              <a:path w="36830" h="19684">
                <a:moveTo>
                  <a:pt x="11658" y="15062"/>
                </a:moveTo>
                <a:lnTo>
                  <a:pt x="11633" y="15189"/>
                </a:lnTo>
                <a:lnTo>
                  <a:pt x="11658" y="15062"/>
                </a:lnTo>
                <a:close/>
              </a:path>
              <a:path w="36830" h="19684">
                <a:moveTo>
                  <a:pt x="12484" y="15671"/>
                </a:moveTo>
                <a:close/>
              </a:path>
              <a:path w="36830" h="19684">
                <a:moveTo>
                  <a:pt x="13665" y="18173"/>
                </a:moveTo>
                <a:lnTo>
                  <a:pt x="13652" y="18034"/>
                </a:lnTo>
                <a:lnTo>
                  <a:pt x="13525" y="18135"/>
                </a:lnTo>
                <a:lnTo>
                  <a:pt x="13665" y="18173"/>
                </a:lnTo>
                <a:close/>
              </a:path>
              <a:path w="36830" h="19684">
                <a:moveTo>
                  <a:pt x="13766" y="18110"/>
                </a:moveTo>
                <a:close/>
              </a:path>
              <a:path w="36830" h="19684">
                <a:moveTo>
                  <a:pt x="16738" y="4572"/>
                </a:moveTo>
                <a:lnTo>
                  <a:pt x="16598" y="4508"/>
                </a:lnTo>
                <a:lnTo>
                  <a:pt x="16598" y="4699"/>
                </a:lnTo>
                <a:lnTo>
                  <a:pt x="16738" y="4572"/>
                </a:lnTo>
                <a:close/>
              </a:path>
              <a:path w="36830" h="19684">
                <a:moveTo>
                  <a:pt x="16916" y="2184"/>
                </a:moveTo>
                <a:lnTo>
                  <a:pt x="16878" y="2374"/>
                </a:lnTo>
                <a:lnTo>
                  <a:pt x="16916" y="2184"/>
                </a:lnTo>
                <a:close/>
              </a:path>
              <a:path w="36830" h="19684">
                <a:moveTo>
                  <a:pt x="16916" y="2095"/>
                </a:moveTo>
                <a:close/>
              </a:path>
              <a:path w="36830" h="19684">
                <a:moveTo>
                  <a:pt x="18757" y="2336"/>
                </a:moveTo>
                <a:lnTo>
                  <a:pt x="18592" y="2362"/>
                </a:lnTo>
                <a:lnTo>
                  <a:pt x="18580" y="2184"/>
                </a:lnTo>
                <a:lnTo>
                  <a:pt x="18453" y="2184"/>
                </a:lnTo>
                <a:lnTo>
                  <a:pt x="18376" y="2476"/>
                </a:lnTo>
                <a:lnTo>
                  <a:pt x="18453" y="2984"/>
                </a:lnTo>
                <a:lnTo>
                  <a:pt x="18338" y="3365"/>
                </a:lnTo>
                <a:lnTo>
                  <a:pt x="18745" y="2984"/>
                </a:lnTo>
                <a:lnTo>
                  <a:pt x="18643" y="2794"/>
                </a:lnTo>
                <a:lnTo>
                  <a:pt x="18757" y="2336"/>
                </a:lnTo>
                <a:close/>
              </a:path>
              <a:path w="36830" h="19684">
                <a:moveTo>
                  <a:pt x="18897" y="2311"/>
                </a:moveTo>
                <a:lnTo>
                  <a:pt x="18757" y="2336"/>
                </a:lnTo>
                <a:lnTo>
                  <a:pt x="18897" y="2311"/>
                </a:lnTo>
                <a:close/>
              </a:path>
              <a:path w="36830" h="19684">
                <a:moveTo>
                  <a:pt x="18986" y="3251"/>
                </a:moveTo>
                <a:lnTo>
                  <a:pt x="18859" y="3238"/>
                </a:lnTo>
                <a:lnTo>
                  <a:pt x="18821" y="3543"/>
                </a:lnTo>
                <a:lnTo>
                  <a:pt x="18986" y="3251"/>
                </a:lnTo>
                <a:close/>
              </a:path>
              <a:path w="36830" h="19684">
                <a:moveTo>
                  <a:pt x="19177" y="10985"/>
                </a:moveTo>
                <a:close/>
              </a:path>
              <a:path w="36830" h="19684">
                <a:moveTo>
                  <a:pt x="19735" y="16408"/>
                </a:moveTo>
                <a:lnTo>
                  <a:pt x="19634" y="15405"/>
                </a:lnTo>
                <a:lnTo>
                  <a:pt x="19621" y="15011"/>
                </a:lnTo>
                <a:lnTo>
                  <a:pt x="19519" y="14617"/>
                </a:lnTo>
                <a:lnTo>
                  <a:pt x="19265" y="13868"/>
                </a:lnTo>
                <a:lnTo>
                  <a:pt x="19050" y="13741"/>
                </a:lnTo>
                <a:lnTo>
                  <a:pt x="19316" y="14224"/>
                </a:lnTo>
                <a:lnTo>
                  <a:pt x="19558" y="14897"/>
                </a:lnTo>
                <a:lnTo>
                  <a:pt x="19621" y="15684"/>
                </a:lnTo>
                <a:lnTo>
                  <a:pt x="19634" y="16129"/>
                </a:lnTo>
                <a:lnTo>
                  <a:pt x="19634" y="16929"/>
                </a:lnTo>
                <a:lnTo>
                  <a:pt x="19735" y="16408"/>
                </a:lnTo>
                <a:close/>
              </a:path>
              <a:path w="36830" h="19684">
                <a:moveTo>
                  <a:pt x="19837" y="4724"/>
                </a:moveTo>
                <a:lnTo>
                  <a:pt x="19646" y="4622"/>
                </a:lnTo>
                <a:lnTo>
                  <a:pt x="19494" y="4800"/>
                </a:lnTo>
                <a:lnTo>
                  <a:pt x="19570" y="5003"/>
                </a:lnTo>
                <a:lnTo>
                  <a:pt x="19837" y="4724"/>
                </a:lnTo>
                <a:close/>
              </a:path>
              <a:path w="36830" h="19684">
                <a:moveTo>
                  <a:pt x="20332" y="3632"/>
                </a:moveTo>
                <a:lnTo>
                  <a:pt x="20193" y="3606"/>
                </a:lnTo>
                <a:lnTo>
                  <a:pt x="20332" y="3632"/>
                </a:lnTo>
                <a:close/>
              </a:path>
              <a:path w="36830" h="19684">
                <a:moveTo>
                  <a:pt x="20345" y="3898"/>
                </a:moveTo>
                <a:close/>
              </a:path>
              <a:path w="36830" h="19684">
                <a:moveTo>
                  <a:pt x="22123" y="16789"/>
                </a:moveTo>
                <a:lnTo>
                  <a:pt x="21996" y="16789"/>
                </a:lnTo>
                <a:lnTo>
                  <a:pt x="22021" y="17056"/>
                </a:lnTo>
                <a:lnTo>
                  <a:pt x="22123" y="16789"/>
                </a:lnTo>
                <a:close/>
              </a:path>
              <a:path w="36830" h="19684">
                <a:moveTo>
                  <a:pt x="22453" y="10642"/>
                </a:moveTo>
                <a:close/>
              </a:path>
              <a:path w="36830" h="19684">
                <a:moveTo>
                  <a:pt x="22847" y="1155"/>
                </a:moveTo>
                <a:lnTo>
                  <a:pt x="22288" y="1155"/>
                </a:lnTo>
                <a:lnTo>
                  <a:pt x="22021" y="1828"/>
                </a:lnTo>
                <a:lnTo>
                  <a:pt x="22847" y="1155"/>
                </a:lnTo>
                <a:close/>
              </a:path>
              <a:path w="36830" h="19684">
                <a:moveTo>
                  <a:pt x="23291" y="16548"/>
                </a:moveTo>
                <a:lnTo>
                  <a:pt x="22885" y="16586"/>
                </a:lnTo>
                <a:lnTo>
                  <a:pt x="22872" y="17462"/>
                </a:lnTo>
                <a:lnTo>
                  <a:pt x="23152" y="17805"/>
                </a:lnTo>
                <a:lnTo>
                  <a:pt x="22961" y="17462"/>
                </a:lnTo>
                <a:lnTo>
                  <a:pt x="22961" y="17068"/>
                </a:lnTo>
                <a:lnTo>
                  <a:pt x="23152" y="16751"/>
                </a:lnTo>
                <a:lnTo>
                  <a:pt x="23291" y="16548"/>
                </a:lnTo>
                <a:close/>
              </a:path>
              <a:path w="36830" h="19684">
                <a:moveTo>
                  <a:pt x="23418" y="3238"/>
                </a:moveTo>
                <a:lnTo>
                  <a:pt x="23317" y="3505"/>
                </a:lnTo>
                <a:lnTo>
                  <a:pt x="23418" y="3238"/>
                </a:lnTo>
                <a:close/>
              </a:path>
              <a:path w="36830" h="19684">
                <a:moveTo>
                  <a:pt x="23533" y="6591"/>
                </a:moveTo>
                <a:close/>
              </a:path>
              <a:path w="36830" h="19684">
                <a:moveTo>
                  <a:pt x="23964" y="13690"/>
                </a:moveTo>
                <a:lnTo>
                  <a:pt x="23901" y="14351"/>
                </a:lnTo>
                <a:lnTo>
                  <a:pt x="23749" y="15113"/>
                </a:lnTo>
                <a:lnTo>
                  <a:pt x="23774" y="15659"/>
                </a:lnTo>
                <a:lnTo>
                  <a:pt x="23837" y="14986"/>
                </a:lnTo>
                <a:lnTo>
                  <a:pt x="23926" y="14325"/>
                </a:lnTo>
                <a:lnTo>
                  <a:pt x="23964" y="13690"/>
                </a:lnTo>
                <a:close/>
              </a:path>
              <a:path w="36830" h="19684">
                <a:moveTo>
                  <a:pt x="24206" y="4152"/>
                </a:moveTo>
                <a:lnTo>
                  <a:pt x="24168" y="3949"/>
                </a:lnTo>
                <a:lnTo>
                  <a:pt x="24155" y="4152"/>
                </a:lnTo>
                <a:close/>
              </a:path>
              <a:path w="36830" h="19684">
                <a:moveTo>
                  <a:pt x="24384" y="4394"/>
                </a:moveTo>
                <a:lnTo>
                  <a:pt x="24168" y="4686"/>
                </a:lnTo>
                <a:lnTo>
                  <a:pt x="23837" y="4978"/>
                </a:lnTo>
                <a:lnTo>
                  <a:pt x="23698" y="5283"/>
                </a:lnTo>
                <a:lnTo>
                  <a:pt x="23888" y="4978"/>
                </a:lnTo>
                <a:lnTo>
                  <a:pt x="24244" y="4660"/>
                </a:lnTo>
                <a:lnTo>
                  <a:pt x="24384" y="4394"/>
                </a:lnTo>
                <a:close/>
              </a:path>
              <a:path w="36830" h="19684">
                <a:moveTo>
                  <a:pt x="25450" y="14058"/>
                </a:moveTo>
                <a:lnTo>
                  <a:pt x="25311" y="13957"/>
                </a:lnTo>
                <a:lnTo>
                  <a:pt x="25438" y="14173"/>
                </a:lnTo>
                <a:close/>
              </a:path>
              <a:path w="36830" h="19684">
                <a:moveTo>
                  <a:pt x="25654" y="18897"/>
                </a:moveTo>
                <a:lnTo>
                  <a:pt x="25501" y="18834"/>
                </a:lnTo>
                <a:lnTo>
                  <a:pt x="25654" y="18897"/>
                </a:lnTo>
                <a:close/>
              </a:path>
              <a:path w="36830" h="19684">
                <a:moveTo>
                  <a:pt x="26149" y="14389"/>
                </a:moveTo>
                <a:lnTo>
                  <a:pt x="26085" y="14262"/>
                </a:lnTo>
                <a:lnTo>
                  <a:pt x="25844" y="14325"/>
                </a:lnTo>
                <a:lnTo>
                  <a:pt x="25666" y="14224"/>
                </a:lnTo>
                <a:lnTo>
                  <a:pt x="25514" y="14224"/>
                </a:lnTo>
                <a:lnTo>
                  <a:pt x="25450" y="14401"/>
                </a:lnTo>
                <a:lnTo>
                  <a:pt x="25400" y="14592"/>
                </a:lnTo>
                <a:lnTo>
                  <a:pt x="25285" y="14935"/>
                </a:lnTo>
                <a:lnTo>
                  <a:pt x="25171" y="15062"/>
                </a:lnTo>
                <a:lnTo>
                  <a:pt x="25222" y="15290"/>
                </a:lnTo>
                <a:lnTo>
                  <a:pt x="25031" y="15379"/>
                </a:lnTo>
                <a:lnTo>
                  <a:pt x="25133" y="15557"/>
                </a:lnTo>
                <a:lnTo>
                  <a:pt x="25476" y="15227"/>
                </a:lnTo>
                <a:lnTo>
                  <a:pt x="25577" y="15011"/>
                </a:lnTo>
                <a:lnTo>
                  <a:pt x="25577" y="15138"/>
                </a:lnTo>
                <a:lnTo>
                  <a:pt x="25615" y="14770"/>
                </a:lnTo>
                <a:lnTo>
                  <a:pt x="25742" y="14770"/>
                </a:lnTo>
                <a:lnTo>
                  <a:pt x="25984" y="14363"/>
                </a:lnTo>
                <a:lnTo>
                  <a:pt x="26149" y="14389"/>
                </a:lnTo>
                <a:close/>
              </a:path>
              <a:path w="36830" h="19684">
                <a:moveTo>
                  <a:pt x="26187" y="7493"/>
                </a:moveTo>
                <a:lnTo>
                  <a:pt x="26123" y="7277"/>
                </a:lnTo>
                <a:lnTo>
                  <a:pt x="25920" y="7124"/>
                </a:lnTo>
                <a:lnTo>
                  <a:pt x="25984" y="6921"/>
                </a:lnTo>
                <a:lnTo>
                  <a:pt x="25895" y="6337"/>
                </a:lnTo>
                <a:lnTo>
                  <a:pt x="25654" y="5994"/>
                </a:lnTo>
                <a:lnTo>
                  <a:pt x="25654" y="5829"/>
                </a:lnTo>
                <a:lnTo>
                  <a:pt x="25628" y="5638"/>
                </a:lnTo>
                <a:lnTo>
                  <a:pt x="25488" y="5664"/>
                </a:lnTo>
                <a:lnTo>
                  <a:pt x="25450" y="5473"/>
                </a:lnTo>
                <a:lnTo>
                  <a:pt x="25679" y="6096"/>
                </a:lnTo>
                <a:lnTo>
                  <a:pt x="25781" y="7061"/>
                </a:lnTo>
                <a:lnTo>
                  <a:pt x="26187" y="7493"/>
                </a:lnTo>
                <a:close/>
              </a:path>
              <a:path w="36830" h="19684">
                <a:moveTo>
                  <a:pt x="26543" y="4927"/>
                </a:moveTo>
                <a:lnTo>
                  <a:pt x="26504" y="4724"/>
                </a:lnTo>
                <a:lnTo>
                  <a:pt x="26428" y="4902"/>
                </a:lnTo>
                <a:close/>
              </a:path>
              <a:path w="36830" h="19684">
                <a:moveTo>
                  <a:pt x="26657" y="6045"/>
                </a:moveTo>
                <a:lnTo>
                  <a:pt x="26619" y="5918"/>
                </a:lnTo>
                <a:lnTo>
                  <a:pt x="26517" y="6045"/>
                </a:lnTo>
                <a:lnTo>
                  <a:pt x="26657" y="6045"/>
                </a:lnTo>
                <a:close/>
              </a:path>
              <a:path w="36830" h="19684">
                <a:moveTo>
                  <a:pt x="26670" y="12687"/>
                </a:moveTo>
                <a:close/>
              </a:path>
              <a:path w="36830" h="19684">
                <a:moveTo>
                  <a:pt x="26822" y="14668"/>
                </a:moveTo>
                <a:lnTo>
                  <a:pt x="26746" y="14795"/>
                </a:lnTo>
                <a:lnTo>
                  <a:pt x="26822" y="14668"/>
                </a:lnTo>
                <a:close/>
              </a:path>
              <a:path w="36830" h="19684">
                <a:moveTo>
                  <a:pt x="26822" y="5308"/>
                </a:moveTo>
                <a:lnTo>
                  <a:pt x="26758" y="5092"/>
                </a:lnTo>
                <a:lnTo>
                  <a:pt x="26619" y="4940"/>
                </a:lnTo>
                <a:lnTo>
                  <a:pt x="26631" y="5372"/>
                </a:lnTo>
                <a:lnTo>
                  <a:pt x="26822" y="5308"/>
                </a:lnTo>
                <a:close/>
              </a:path>
              <a:path w="36830" h="19684">
                <a:moveTo>
                  <a:pt x="26847" y="18897"/>
                </a:moveTo>
                <a:lnTo>
                  <a:pt x="26530" y="18846"/>
                </a:lnTo>
                <a:lnTo>
                  <a:pt x="26276" y="18834"/>
                </a:lnTo>
                <a:lnTo>
                  <a:pt x="26276" y="18999"/>
                </a:lnTo>
                <a:lnTo>
                  <a:pt x="26695" y="19024"/>
                </a:lnTo>
                <a:lnTo>
                  <a:pt x="26492" y="18999"/>
                </a:lnTo>
                <a:lnTo>
                  <a:pt x="26720" y="19088"/>
                </a:lnTo>
                <a:lnTo>
                  <a:pt x="26847" y="18897"/>
                </a:lnTo>
                <a:close/>
              </a:path>
              <a:path w="36830" h="19684">
                <a:moveTo>
                  <a:pt x="27508" y="5778"/>
                </a:moveTo>
                <a:lnTo>
                  <a:pt x="27279" y="5778"/>
                </a:lnTo>
                <a:lnTo>
                  <a:pt x="27368" y="6070"/>
                </a:lnTo>
                <a:lnTo>
                  <a:pt x="27508" y="5778"/>
                </a:lnTo>
                <a:close/>
              </a:path>
              <a:path w="36830" h="19684">
                <a:moveTo>
                  <a:pt x="27546" y="11988"/>
                </a:moveTo>
                <a:lnTo>
                  <a:pt x="27381" y="11988"/>
                </a:lnTo>
                <a:lnTo>
                  <a:pt x="27190" y="12598"/>
                </a:lnTo>
                <a:lnTo>
                  <a:pt x="26885" y="13258"/>
                </a:lnTo>
                <a:lnTo>
                  <a:pt x="26885" y="13957"/>
                </a:lnTo>
                <a:lnTo>
                  <a:pt x="26974" y="13830"/>
                </a:lnTo>
                <a:lnTo>
                  <a:pt x="27190" y="13754"/>
                </a:lnTo>
                <a:lnTo>
                  <a:pt x="27330" y="13855"/>
                </a:lnTo>
                <a:lnTo>
                  <a:pt x="27228" y="13716"/>
                </a:lnTo>
                <a:lnTo>
                  <a:pt x="27279" y="13131"/>
                </a:lnTo>
                <a:lnTo>
                  <a:pt x="27432" y="12471"/>
                </a:lnTo>
                <a:lnTo>
                  <a:pt x="27546" y="11988"/>
                </a:lnTo>
                <a:close/>
              </a:path>
              <a:path w="36830" h="19684">
                <a:moveTo>
                  <a:pt x="28295" y="4610"/>
                </a:moveTo>
                <a:lnTo>
                  <a:pt x="28092" y="4610"/>
                </a:lnTo>
                <a:lnTo>
                  <a:pt x="27736" y="5080"/>
                </a:lnTo>
                <a:lnTo>
                  <a:pt x="27901" y="5080"/>
                </a:lnTo>
                <a:lnTo>
                  <a:pt x="28295" y="4610"/>
                </a:lnTo>
                <a:close/>
              </a:path>
              <a:path w="36830" h="19684">
                <a:moveTo>
                  <a:pt x="28651" y="8801"/>
                </a:moveTo>
                <a:lnTo>
                  <a:pt x="28384" y="8813"/>
                </a:lnTo>
                <a:lnTo>
                  <a:pt x="28244" y="8978"/>
                </a:lnTo>
                <a:lnTo>
                  <a:pt x="28041" y="9042"/>
                </a:lnTo>
                <a:lnTo>
                  <a:pt x="27889" y="8940"/>
                </a:lnTo>
                <a:lnTo>
                  <a:pt x="28219" y="9372"/>
                </a:lnTo>
                <a:lnTo>
                  <a:pt x="28244" y="9169"/>
                </a:lnTo>
                <a:lnTo>
                  <a:pt x="28397" y="8928"/>
                </a:lnTo>
                <a:lnTo>
                  <a:pt x="28651" y="8801"/>
                </a:lnTo>
                <a:close/>
              </a:path>
              <a:path w="36830" h="19684">
                <a:moveTo>
                  <a:pt x="28740" y="4203"/>
                </a:moveTo>
                <a:lnTo>
                  <a:pt x="28473" y="4203"/>
                </a:lnTo>
                <a:lnTo>
                  <a:pt x="28206" y="4343"/>
                </a:lnTo>
                <a:lnTo>
                  <a:pt x="28575" y="4343"/>
                </a:lnTo>
                <a:lnTo>
                  <a:pt x="28740" y="4203"/>
                </a:lnTo>
                <a:close/>
              </a:path>
              <a:path w="36830" h="19684">
                <a:moveTo>
                  <a:pt x="29692" y="6159"/>
                </a:moveTo>
                <a:lnTo>
                  <a:pt x="29679" y="5816"/>
                </a:lnTo>
                <a:lnTo>
                  <a:pt x="29222" y="6502"/>
                </a:lnTo>
                <a:lnTo>
                  <a:pt x="29692" y="6159"/>
                </a:lnTo>
                <a:close/>
              </a:path>
              <a:path w="36830" h="19684">
                <a:moveTo>
                  <a:pt x="30391" y="9588"/>
                </a:moveTo>
                <a:lnTo>
                  <a:pt x="30162" y="9563"/>
                </a:lnTo>
                <a:lnTo>
                  <a:pt x="30365" y="9664"/>
                </a:lnTo>
                <a:close/>
              </a:path>
              <a:path w="36830" h="19684">
                <a:moveTo>
                  <a:pt x="30467" y="4191"/>
                </a:moveTo>
                <a:lnTo>
                  <a:pt x="28575" y="5003"/>
                </a:lnTo>
                <a:lnTo>
                  <a:pt x="28473" y="5321"/>
                </a:lnTo>
                <a:lnTo>
                  <a:pt x="28346" y="5676"/>
                </a:lnTo>
                <a:lnTo>
                  <a:pt x="29235" y="5676"/>
                </a:lnTo>
                <a:lnTo>
                  <a:pt x="29171" y="5816"/>
                </a:lnTo>
                <a:lnTo>
                  <a:pt x="29679" y="5816"/>
                </a:lnTo>
                <a:lnTo>
                  <a:pt x="29641" y="5321"/>
                </a:lnTo>
                <a:lnTo>
                  <a:pt x="29375" y="5321"/>
                </a:lnTo>
                <a:lnTo>
                  <a:pt x="29387" y="5003"/>
                </a:lnTo>
                <a:lnTo>
                  <a:pt x="29629" y="5003"/>
                </a:lnTo>
                <a:lnTo>
                  <a:pt x="29641" y="5321"/>
                </a:lnTo>
                <a:lnTo>
                  <a:pt x="29883" y="5321"/>
                </a:lnTo>
                <a:lnTo>
                  <a:pt x="29908" y="5003"/>
                </a:lnTo>
                <a:lnTo>
                  <a:pt x="30391" y="5003"/>
                </a:lnTo>
                <a:lnTo>
                  <a:pt x="30467" y="4191"/>
                </a:lnTo>
                <a:close/>
              </a:path>
              <a:path w="36830" h="19684">
                <a:moveTo>
                  <a:pt x="30594" y="3454"/>
                </a:moveTo>
                <a:lnTo>
                  <a:pt x="30556" y="3162"/>
                </a:lnTo>
                <a:lnTo>
                  <a:pt x="30340" y="3022"/>
                </a:lnTo>
                <a:lnTo>
                  <a:pt x="30099" y="3073"/>
                </a:lnTo>
                <a:lnTo>
                  <a:pt x="30073" y="3340"/>
                </a:lnTo>
                <a:lnTo>
                  <a:pt x="30226" y="3390"/>
                </a:lnTo>
                <a:lnTo>
                  <a:pt x="30327" y="3517"/>
                </a:lnTo>
                <a:lnTo>
                  <a:pt x="30492" y="3556"/>
                </a:lnTo>
                <a:lnTo>
                  <a:pt x="30429" y="3429"/>
                </a:lnTo>
                <a:lnTo>
                  <a:pt x="30594" y="3454"/>
                </a:lnTo>
                <a:close/>
              </a:path>
              <a:path w="36830" h="19684">
                <a:moveTo>
                  <a:pt x="30607" y="2578"/>
                </a:moveTo>
                <a:lnTo>
                  <a:pt x="29006" y="3378"/>
                </a:lnTo>
                <a:lnTo>
                  <a:pt x="28473" y="4203"/>
                </a:lnTo>
                <a:lnTo>
                  <a:pt x="28816" y="3937"/>
                </a:lnTo>
                <a:lnTo>
                  <a:pt x="28740" y="4203"/>
                </a:lnTo>
                <a:lnTo>
                  <a:pt x="29527" y="4203"/>
                </a:lnTo>
                <a:lnTo>
                  <a:pt x="29349" y="3543"/>
                </a:lnTo>
                <a:lnTo>
                  <a:pt x="30607" y="2578"/>
                </a:lnTo>
                <a:close/>
              </a:path>
              <a:path w="36830" h="19684">
                <a:moveTo>
                  <a:pt x="30911" y="11836"/>
                </a:moveTo>
                <a:lnTo>
                  <a:pt x="30835" y="12077"/>
                </a:lnTo>
                <a:lnTo>
                  <a:pt x="30911" y="11836"/>
                </a:lnTo>
                <a:close/>
              </a:path>
              <a:path w="36830" h="19684">
                <a:moveTo>
                  <a:pt x="31153" y="4152"/>
                </a:moveTo>
                <a:close/>
              </a:path>
              <a:path w="36830" h="19684">
                <a:moveTo>
                  <a:pt x="33147" y="8001"/>
                </a:moveTo>
                <a:lnTo>
                  <a:pt x="32956" y="8001"/>
                </a:lnTo>
                <a:lnTo>
                  <a:pt x="32931" y="8191"/>
                </a:lnTo>
                <a:lnTo>
                  <a:pt x="33108" y="8216"/>
                </a:lnTo>
                <a:lnTo>
                  <a:pt x="33147" y="8001"/>
                </a:lnTo>
                <a:close/>
              </a:path>
              <a:path w="36830" h="19684">
                <a:moveTo>
                  <a:pt x="33261" y="4470"/>
                </a:moveTo>
                <a:lnTo>
                  <a:pt x="32753" y="4470"/>
                </a:lnTo>
                <a:lnTo>
                  <a:pt x="32766" y="4673"/>
                </a:lnTo>
                <a:lnTo>
                  <a:pt x="32994" y="4673"/>
                </a:lnTo>
                <a:lnTo>
                  <a:pt x="33261" y="4470"/>
                </a:lnTo>
                <a:close/>
              </a:path>
              <a:path w="36830" h="19684">
                <a:moveTo>
                  <a:pt x="34455" y="2095"/>
                </a:moveTo>
                <a:lnTo>
                  <a:pt x="34404" y="2438"/>
                </a:lnTo>
                <a:lnTo>
                  <a:pt x="34455" y="2095"/>
                </a:lnTo>
                <a:close/>
              </a:path>
              <a:path w="36830" h="19684">
                <a:moveTo>
                  <a:pt x="34518" y="1028"/>
                </a:moveTo>
                <a:lnTo>
                  <a:pt x="34328" y="1092"/>
                </a:lnTo>
                <a:lnTo>
                  <a:pt x="34518" y="1028"/>
                </a:lnTo>
                <a:close/>
              </a:path>
              <a:path w="36830" h="19684">
                <a:moveTo>
                  <a:pt x="34671" y="4470"/>
                </a:moveTo>
                <a:lnTo>
                  <a:pt x="34074" y="4470"/>
                </a:lnTo>
                <a:lnTo>
                  <a:pt x="34074" y="4673"/>
                </a:lnTo>
                <a:lnTo>
                  <a:pt x="34658" y="4673"/>
                </a:lnTo>
                <a:lnTo>
                  <a:pt x="34671" y="4470"/>
                </a:lnTo>
                <a:close/>
              </a:path>
              <a:path w="36830" h="19684">
                <a:moveTo>
                  <a:pt x="34836" y="0"/>
                </a:moveTo>
                <a:lnTo>
                  <a:pt x="34683" y="0"/>
                </a:lnTo>
                <a:lnTo>
                  <a:pt x="34836" y="127"/>
                </a:lnTo>
                <a:lnTo>
                  <a:pt x="34836" y="0"/>
                </a:lnTo>
                <a:close/>
              </a:path>
              <a:path w="36830" h="19684">
                <a:moveTo>
                  <a:pt x="35039" y="5943"/>
                </a:moveTo>
                <a:lnTo>
                  <a:pt x="34683" y="6083"/>
                </a:lnTo>
                <a:lnTo>
                  <a:pt x="34912" y="6083"/>
                </a:lnTo>
                <a:lnTo>
                  <a:pt x="35039" y="5943"/>
                </a:lnTo>
                <a:close/>
              </a:path>
              <a:path w="36830" h="19684">
                <a:moveTo>
                  <a:pt x="35102" y="1066"/>
                </a:moveTo>
                <a:lnTo>
                  <a:pt x="34785" y="990"/>
                </a:lnTo>
                <a:lnTo>
                  <a:pt x="34645" y="1054"/>
                </a:lnTo>
                <a:lnTo>
                  <a:pt x="34518" y="1028"/>
                </a:lnTo>
                <a:lnTo>
                  <a:pt x="34988" y="1092"/>
                </a:lnTo>
                <a:lnTo>
                  <a:pt x="34899" y="1244"/>
                </a:lnTo>
                <a:lnTo>
                  <a:pt x="34937" y="1371"/>
                </a:lnTo>
                <a:lnTo>
                  <a:pt x="35102" y="1066"/>
                </a:lnTo>
                <a:close/>
              </a:path>
              <a:path w="36830" h="19684">
                <a:moveTo>
                  <a:pt x="35204" y="2908"/>
                </a:moveTo>
                <a:close/>
              </a:path>
              <a:path w="36830" h="19684">
                <a:moveTo>
                  <a:pt x="35280" y="4330"/>
                </a:moveTo>
                <a:close/>
              </a:path>
              <a:path w="36830" h="19684">
                <a:moveTo>
                  <a:pt x="35636" y="1066"/>
                </a:moveTo>
                <a:lnTo>
                  <a:pt x="35445" y="965"/>
                </a:lnTo>
                <a:lnTo>
                  <a:pt x="35102" y="1066"/>
                </a:lnTo>
                <a:lnTo>
                  <a:pt x="35280" y="1435"/>
                </a:lnTo>
                <a:lnTo>
                  <a:pt x="35420" y="1371"/>
                </a:lnTo>
                <a:lnTo>
                  <a:pt x="35636" y="1066"/>
                </a:lnTo>
                <a:close/>
              </a:path>
              <a:path w="36830" h="19684">
                <a:moveTo>
                  <a:pt x="35788" y="5803"/>
                </a:moveTo>
                <a:lnTo>
                  <a:pt x="35547" y="5740"/>
                </a:lnTo>
                <a:lnTo>
                  <a:pt x="35725" y="4673"/>
                </a:lnTo>
                <a:lnTo>
                  <a:pt x="35674" y="4470"/>
                </a:lnTo>
                <a:lnTo>
                  <a:pt x="35369" y="4470"/>
                </a:lnTo>
                <a:lnTo>
                  <a:pt x="35318" y="4673"/>
                </a:lnTo>
                <a:lnTo>
                  <a:pt x="34658" y="4673"/>
                </a:lnTo>
                <a:lnTo>
                  <a:pt x="34607" y="5435"/>
                </a:lnTo>
                <a:lnTo>
                  <a:pt x="32435" y="4724"/>
                </a:lnTo>
                <a:lnTo>
                  <a:pt x="32448" y="5054"/>
                </a:lnTo>
                <a:lnTo>
                  <a:pt x="32067" y="4673"/>
                </a:lnTo>
                <a:lnTo>
                  <a:pt x="31661" y="4673"/>
                </a:lnTo>
                <a:lnTo>
                  <a:pt x="31711" y="4470"/>
                </a:lnTo>
                <a:lnTo>
                  <a:pt x="31470" y="4470"/>
                </a:lnTo>
                <a:lnTo>
                  <a:pt x="31508" y="4673"/>
                </a:lnTo>
                <a:lnTo>
                  <a:pt x="31089" y="4673"/>
                </a:lnTo>
                <a:lnTo>
                  <a:pt x="30175" y="5803"/>
                </a:lnTo>
                <a:lnTo>
                  <a:pt x="30391" y="5803"/>
                </a:lnTo>
                <a:lnTo>
                  <a:pt x="30226" y="6083"/>
                </a:lnTo>
                <a:lnTo>
                  <a:pt x="30124" y="6324"/>
                </a:lnTo>
                <a:lnTo>
                  <a:pt x="30467" y="6083"/>
                </a:lnTo>
                <a:lnTo>
                  <a:pt x="30683" y="5803"/>
                </a:lnTo>
                <a:lnTo>
                  <a:pt x="31711" y="5803"/>
                </a:lnTo>
                <a:lnTo>
                  <a:pt x="31026" y="6184"/>
                </a:lnTo>
                <a:lnTo>
                  <a:pt x="30302" y="6680"/>
                </a:lnTo>
                <a:lnTo>
                  <a:pt x="29552" y="7086"/>
                </a:lnTo>
                <a:lnTo>
                  <a:pt x="30378" y="6731"/>
                </a:lnTo>
                <a:lnTo>
                  <a:pt x="31051" y="6184"/>
                </a:lnTo>
                <a:lnTo>
                  <a:pt x="31965" y="5969"/>
                </a:lnTo>
                <a:lnTo>
                  <a:pt x="32207" y="5829"/>
                </a:lnTo>
                <a:lnTo>
                  <a:pt x="32029" y="5803"/>
                </a:lnTo>
                <a:lnTo>
                  <a:pt x="32473" y="5803"/>
                </a:lnTo>
                <a:lnTo>
                  <a:pt x="33223" y="5803"/>
                </a:lnTo>
                <a:lnTo>
                  <a:pt x="33502" y="6083"/>
                </a:lnTo>
                <a:lnTo>
                  <a:pt x="32486" y="6083"/>
                </a:lnTo>
                <a:lnTo>
                  <a:pt x="33832" y="6413"/>
                </a:lnTo>
                <a:lnTo>
                  <a:pt x="34683" y="6083"/>
                </a:lnTo>
                <a:lnTo>
                  <a:pt x="34061" y="6083"/>
                </a:lnTo>
                <a:lnTo>
                  <a:pt x="34493" y="5803"/>
                </a:lnTo>
                <a:lnTo>
                  <a:pt x="35166" y="5803"/>
                </a:lnTo>
                <a:lnTo>
                  <a:pt x="35394" y="5803"/>
                </a:lnTo>
                <a:lnTo>
                  <a:pt x="35547" y="5803"/>
                </a:lnTo>
                <a:lnTo>
                  <a:pt x="35788" y="5803"/>
                </a:lnTo>
                <a:close/>
              </a:path>
              <a:path w="36830" h="19684">
                <a:moveTo>
                  <a:pt x="36309" y="3657"/>
                </a:moveTo>
                <a:lnTo>
                  <a:pt x="36118" y="3048"/>
                </a:lnTo>
                <a:lnTo>
                  <a:pt x="35661" y="2565"/>
                </a:lnTo>
                <a:lnTo>
                  <a:pt x="35191" y="2311"/>
                </a:lnTo>
                <a:lnTo>
                  <a:pt x="35687" y="2628"/>
                </a:lnTo>
                <a:lnTo>
                  <a:pt x="36068" y="3086"/>
                </a:lnTo>
                <a:lnTo>
                  <a:pt x="36309" y="36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bg object 164"/>
          <p:cNvSpPr/>
          <p:nvPr/>
        </p:nvSpPr>
        <p:spPr>
          <a:xfrm>
            <a:off x="2064994" y="1031938"/>
            <a:ext cx="24765" cy="33020"/>
          </a:xfrm>
          <a:custGeom>
            <a:avLst/>
            <a:gdLst/>
            <a:ahLst/>
            <a:cxnLst/>
            <a:rect l="l" t="t" r="r" b="b"/>
            <a:pathLst>
              <a:path w="24764" h="33019">
                <a:moveTo>
                  <a:pt x="165" y="20332"/>
                </a:moveTo>
                <a:lnTo>
                  <a:pt x="0" y="20434"/>
                </a:lnTo>
                <a:lnTo>
                  <a:pt x="165" y="20383"/>
                </a:lnTo>
                <a:close/>
              </a:path>
              <a:path w="24764" h="33019">
                <a:moveTo>
                  <a:pt x="1676" y="23025"/>
                </a:moveTo>
                <a:lnTo>
                  <a:pt x="1676" y="23164"/>
                </a:lnTo>
                <a:lnTo>
                  <a:pt x="1676" y="23025"/>
                </a:lnTo>
                <a:close/>
              </a:path>
              <a:path w="24764" h="33019">
                <a:moveTo>
                  <a:pt x="2959" y="22885"/>
                </a:moveTo>
                <a:lnTo>
                  <a:pt x="2895" y="23037"/>
                </a:lnTo>
                <a:lnTo>
                  <a:pt x="2959" y="22885"/>
                </a:lnTo>
                <a:close/>
              </a:path>
              <a:path w="24764" h="33019">
                <a:moveTo>
                  <a:pt x="3098" y="31699"/>
                </a:moveTo>
                <a:lnTo>
                  <a:pt x="3060" y="31826"/>
                </a:lnTo>
                <a:lnTo>
                  <a:pt x="3098" y="31699"/>
                </a:lnTo>
                <a:close/>
              </a:path>
              <a:path w="24764" h="33019">
                <a:moveTo>
                  <a:pt x="3136" y="31330"/>
                </a:moveTo>
                <a:close/>
              </a:path>
              <a:path w="24764" h="33019">
                <a:moveTo>
                  <a:pt x="3276" y="21907"/>
                </a:moveTo>
                <a:lnTo>
                  <a:pt x="3251" y="22047"/>
                </a:lnTo>
                <a:lnTo>
                  <a:pt x="3111" y="22047"/>
                </a:lnTo>
                <a:lnTo>
                  <a:pt x="3073" y="22225"/>
                </a:lnTo>
                <a:lnTo>
                  <a:pt x="3073" y="22415"/>
                </a:lnTo>
                <a:lnTo>
                  <a:pt x="3225" y="22466"/>
                </a:lnTo>
                <a:lnTo>
                  <a:pt x="3251" y="22085"/>
                </a:lnTo>
                <a:lnTo>
                  <a:pt x="3276" y="21907"/>
                </a:lnTo>
                <a:close/>
              </a:path>
              <a:path w="24764" h="33019">
                <a:moveTo>
                  <a:pt x="3416" y="32308"/>
                </a:moveTo>
                <a:lnTo>
                  <a:pt x="3378" y="32169"/>
                </a:lnTo>
                <a:lnTo>
                  <a:pt x="3416" y="32308"/>
                </a:lnTo>
                <a:close/>
              </a:path>
              <a:path w="24764" h="33019">
                <a:moveTo>
                  <a:pt x="3429" y="22631"/>
                </a:moveTo>
                <a:lnTo>
                  <a:pt x="3289" y="22415"/>
                </a:lnTo>
                <a:lnTo>
                  <a:pt x="3289" y="22567"/>
                </a:lnTo>
                <a:lnTo>
                  <a:pt x="3187" y="22847"/>
                </a:lnTo>
                <a:lnTo>
                  <a:pt x="3340" y="22847"/>
                </a:lnTo>
                <a:lnTo>
                  <a:pt x="3314" y="22669"/>
                </a:lnTo>
                <a:lnTo>
                  <a:pt x="3429" y="22898"/>
                </a:lnTo>
                <a:lnTo>
                  <a:pt x="3429" y="22631"/>
                </a:lnTo>
                <a:close/>
              </a:path>
              <a:path w="24764" h="33019">
                <a:moveTo>
                  <a:pt x="3454" y="32131"/>
                </a:moveTo>
                <a:lnTo>
                  <a:pt x="3441" y="31915"/>
                </a:lnTo>
                <a:lnTo>
                  <a:pt x="3390" y="32143"/>
                </a:lnTo>
                <a:close/>
              </a:path>
              <a:path w="24764" h="33019">
                <a:moveTo>
                  <a:pt x="3517" y="21602"/>
                </a:moveTo>
                <a:lnTo>
                  <a:pt x="3441" y="21831"/>
                </a:lnTo>
                <a:lnTo>
                  <a:pt x="3492" y="22034"/>
                </a:lnTo>
                <a:lnTo>
                  <a:pt x="3517" y="21602"/>
                </a:lnTo>
                <a:close/>
              </a:path>
              <a:path w="24764" h="33019">
                <a:moveTo>
                  <a:pt x="3619" y="26555"/>
                </a:moveTo>
                <a:lnTo>
                  <a:pt x="3479" y="26492"/>
                </a:lnTo>
                <a:lnTo>
                  <a:pt x="3479" y="26657"/>
                </a:lnTo>
                <a:lnTo>
                  <a:pt x="3619" y="26670"/>
                </a:lnTo>
                <a:close/>
              </a:path>
              <a:path w="24764" h="33019">
                <a:moveTo>
                  <a:pt x="3670" y="22606"/>
                </a:moveTo>
                <a:lnTo>
                  <a:pt x="3594" y="22466"/>
                </a:lnTo>
                <a:lnTo>
                  <a:pt x="3619" y="22631"/>
                </a:lnTo>
                <a:close/>
              </a:path>
              <a:path w="24764" h="33019">
                <a:moveTo>
                  <a:pt x="3683" y="24980"/>
                </a:moveTo>
                <a:lnTo>
                  <a:pt x="3657" y="24803"/>
                </a:lnTo>
                <a:lnTo>
                  <a:pt x="3517" y="24841"/>
                </a:lnTo>
                <a:lnTo>
                  <a:pt x="3556" y="24980"/>
                </a:lnTo>
                <a:lnTo>
                  <a:pt x="3683" y="24980"/>
                </a:lnTo>
                <a:close/>
              </a:path>
              <a:path w="24764" h="33019">
                <a:moveTo>
                  <a:pt x="3733" y="24726"/>
                </a:moveTo>
                <a:close/>
              </a:path>
              <a:path w="24764" h="33019">
                <a:moveTo>
                  <a:pt x="3771" y="26085"/>
                </a:moveTo>
                <a:lnTo>
                  <a:pt x="3657" y="25933"/>
                </a:lnTo>
                <a:lnTo>
                  <a:pt x="3632" y="26162"/>
                </a:lnTo>
                <a:lnTo>
                  <a:pt x="3771" y="26085"/>
                </a:lnTo>
                <a:close/>
              </a:path>
              <a:path w="24764" h="33019">
                <a:moveTo>
                  <a:pt x="3771" y="24422"/>
                </a:moveTo>
                <a:lnTo>
                  <a:pt x="3695" y="24257"/>
                </a:lnTo>
                <a:lnTo>
                  <a:pt x="3771" y="24422"/>
                </a:lnTo>
                <a:close/>
              </a:path>
              <a:path w="24764" h="33019">
                <a:moveTo>
                  <a:pt x="3784" y="26187"/>
                </a:moveTo>
                <a:lnTo>
                  <a:pt x="3632" y="26301"/>
                </a:lnTo>
                <a:lnTo>
                  <a:pt x="3784" y="26187"/>
                </a:lnTo>
                <a:close/>
              </a:path>
              <a:path w="24764" h="33019">
                <a:moveTo>
                  <a:pt x="3810" y="25438"/>
                </a:moveTo>
                <a:lnTo>
                  <a:pt x="3657" y="25222"/>
                </a:lnTo>
                <a:lnTo>
                  <a:pt x="3594" y="25349"/>
                </a:lnTo>
                <a:lnTo>
                  <a:pt x="3556" y="25666"/>
                </a:lnTo>
                <a:lnTo>
                  <a:pt x="3556" y="25908"/>
                </a:lnTo>
                <a:lnTo>
                  <a:pt x="3632" y="25730"/>
                </a:lnTo>
                <a:lnTo>
                  <a:pt x="3771" y="25781"/>
                </a:lnTo>
                <a:lnTo>
                  <a:pt x="3733" y="25438"/>
                </a:lnTo>
                <a:close/>
              </a:path>
              <a:path w="24764" h="33019">
                <a:moveTo>
                  <a:pt x="3835" y="21564"/>
                </a:moveTo>
                <a:lnTo>
                  <a:pt x="3759" y="21717"/>
                </a:lnTo>
                <a:lnTo>
                  <a:pt x="3835" y="21564"/>
                </a:lnTo>
                <a:close/>
              </a:path>
              <a:path w="24764" h="33019">
                <a:moveTo>
                  <a:pt x="3898" y="31432"/>
                </a:moveTo>
                <a:lnTo>
                  <a:pt x="3873" y="31584"/>
                </a:lnTo>
                <a:lnTo>
                  <a:pt x="3898" y="31432"/>
                </a:lnTo>
                <a:close/>
              </a:path>
              <a:path w="24764" h="33019">
                <a:moveTo>
                  <a:pt x="3911" y="20904"/>
                </a:moveTo>
                <a:lnTo>
                  <a:pt x="3771" y="20967"/>
                </a:lnTo>
                <a:lnTo>
                  <a:pt x="3911" y="20904"/>
                </a:lnTo>
                <a:close/>
              </a:path>
              <a:path w="24764" h="33019">
                <a:moveTo>
                  <a:pt x="3949" y="31699"/>
                </a:moveTo>
                <a:lnTo>
                  <a:pt x="3822" y="31762"/>
                </a:lnTo>
                <a:lnTo>
                  <a:pt x="3949" y="31762"/>
                </a:lnTo>
                <a:close/>
              </a:path>
              <a:path w="24764" h="33019">
                <a:moveTo>
                  <a:pt x="3962" y="24968"/>
                </a:moveTo>
                <a:lnTo>
                  <a:pt x="3937" y="25095"/>
                </a:lnTo>
                <a:lnTo>
                  <a:pt x="3962" y="24968"/>
                </a:lnTo>
                <a:close/>
              </a:path>
              <a:path w="24764" h="33019">
                <a:moveTo>
                  <a:pt x="4000" y="24752"/>
                </a:moveTo>
                <a:lnTo>
                  <a:pt x="3987" y="24625"/>
                </a:lnTo>
                <a:lnTo>
                  <a:pt x="4000" y="24752"/>
                </a:lnTo>
                <a:close/>
              </a:path>
              <a:path w="24764" h="33019">
                <a:moveTo>
                  <a:pt x="4000" y="20904"/>
                </a:moveTo>
                <a:lnTo>
                  <a:pt x="3835" y="20955"/>
                </a:lnTo>
                <a:lnTo>
                  <a:pt x="4000" y="20904"/>
                </a:lnTo>
                <a:close/>
              </a:path>
              <a:path w="24764" h="33019">
                <a:moveTo>
                  <a:pt x="4203" y="22821"/>
                </a:moveTo>
                <a:lnTo>
                  <a:pt x="4178" y="22948"/>
                </a:lnTo>
                <a:lnTo>
                  <a:pt x="4203" y="22821"/>
                </a:lnTo>
                <a:close/>
              </a:path>
              <a:path w="24764" h="33019">
                <a:moveTo>
                  <a:pt x="4229" y="32816"/>
                </a:moveTo>
                <a:close/>
              </a:path>
              <a:path w="24764" h="33019">
                <a:moveTo>
                  <a:pt x="4406" y="23558"/>
                </a:moveTo>
                <a:lnTo>
                  <a:pt x="4305" y="23406"/>
                </a:lnTo>
                <a:lnTo>
                  <a:pt x="4406" y="23558"/>
                </a:lnTo>
                <a:close/>
              </a:path>
              <a:path w="24764" h="33019">
                <a:moveTo>
                  <a:pt x="4470" y="21361"/>
                </a:moveTo>
                <a:lnTo>
                  <a:pt x="4419" y="21653"/>
                </a:lnTo>
                <a:lnTo>
                  <a:pt x="4470" y="21361"/>
                </a:lnTo>
                <a:close/>
              </a:path>
              <a:path w="24764" h="33019">
                <a:moveTo>
                  <a:pt x="4483" y="23380"/>
                </a:moveTo>
                <a:lnTo>
                  <a:pt x="4330" y="23380"/>
                </a:lnTo>
                <a:lnTo>
                  <a:pt x="4483" y="23380"/>
                </a:lnTo>
                <a:close/>
              </a:path>
              <a:path w="24764" h="33019">
                <a:moveTo>
                  <a:pt x="4495" y="31724"/>
                </a:moveTo>
                <a:lnTo>
                  <a:pt x="4368" y="31724"/>
                </a:lnTo>
                <a:lnTo>
                  <a:pt x="4495" y="31724"/>
                </a:lnTo>
                <a:close/>
              </a:path>
              <a:path w="24764" h="33019">
                <a:moveTo>
                  <a:pt x="4622" y="29921"/>
                </a:moveTo>
                <a:lnTo>
                  <a:pt x="4546" y="30060"/>
                </a:lnTo>
                <a:lnTo>
                  <a:pt x="4622" y="29921"/>
                </a:lnTo>
                <a:close/>
              </a:path>
              <a:path w="24764" h="33019">
                <a:moveTo>
                  <a:pt x="4648" y="21361"/>
                </a:moveTo>
                <a:lnTo>
                  <a:pt x="4508" y="21424"/>
                </a:lnTo>
                <a:lnTo>
                  <a:pt x="4648" y="21361"/>
                </a:lnTo>
                <a:close/>
              </a:path>
              <a:path w="24764" h="33019">
                <a:moveTo>
                  <a:pt x="4737" y="31191"/>
                </a:moveTo>
                <a:lnTo>
                  <a:pt x="4699" y="31369"/>
                </a:lnTo>
                <a:lnTo>
                  <a:pt x="4737" y="31191"/>
                </a:lnTo>
                <a:close/>
              </a:path>
              <a:path w="24764" h="33019">
                <a:moveTo>
                  <a:pt x="4813" y="22771"/>
                </a:moveTo>
                <a:lnTo>
                  <a:pt x="4711" y="22631"/>
                </a:lnTo>
                <a:lnTo>
                  <a:pt x="4762" y="22885"/>
                </a:lnTo>
                <a:close/>
              </a:path>
              <a:path w="24764" h="33019">
                <a:moveTo>
                  <a:pt x="4889" y="30378"/>
                </a:moveTo>
                <a:lnTo>
                  <a:pt x="4851" y="30251"/>
                </a:lnTo>
                <a:lnTo>
                  <a:pt x="4775" y="30391"/>
                </a:lnTo>
                <a:close/>
              </a:path>
              <a:path w="24764" h="33019">
                <a:moveTo>
                  <a:pt x="5105" y="31546"/>
                </a:moveTo>
                <a:close/>
              </a:path>
              <a:path w="24764" h="33019">
                <a:moveTo>
                  <a:pt x="5118" y="23533"/>
                </a:moveTo>
                <a:lnTo>
                  <a:pt x="5029" y="23342"/>
                </a:lnTo>
                <a:lnTo>
                  <a:pt x="5092" y="23164"/>
                </a:lnTo>
                <a:lnTo>
                  <a:pt x="4965" y="23266"/>
                </a:lnTo>
                <a:lnTo>
                  <a:pt x="5003" y="22987"/>
                </a:lnTo>
                <a:lnTo>
                  <a:pt x="4940" y="23444"/>
                </a:lnTo>
                <a:lnTo>
                  <a:pt x="4889" y="23660"/>
                </a:lnTo>
                <a:lnTo>
                  <a:pt x="5016" y="23533"/>
                </a:lnTo>
                <a:close/>
              </a:path>
              <a:path w="24764" h="33019">
                <a:moveTo>
                  <a:pt x="5194" y="29654"/>
                </a:moveTo>
                <a:lnTo>
                  <a:pt x="5067" y="29527"/>
                </a:lnTo>
                <a:lnTo>
                  <a:pt x="5041" y="29756"/>
                </a:lnTo>
                <a:lnTo>
                  <a:pt x="5194" y="29654"/>
                </a:lnTo>
                <a:close/>
              </a:path>
              <a:path w="24764" h="33019">
                <a:moveTo>
                  <a:pt x="5359" y="26784"/>
                </a:moveTo>
                <a:lnTo>
                  <a:pt x="5270" y="27063"/>
                </a:lnTo>
                <a:lnTo>
                  <a:pt x="5359" y="26784"/>
                </a:lnTo>
                <a:close/>
              </a:path>
              <a:path w="24764" h="33019">
                <a:moveTo>
                  <a:pt x="5397" y="23279"/>
                </a:moveTo>
                <a:lnTo>
                  <a:pt x="5334" y="23406"/>
                </a:lnTo>
                <a:lnTo>
                  <a:pt x="5397" y="23279"/>
                </a:lnTo>
                <a:close/>
              </a:path>
              <a:path w="24764" h="33019">
                <a:moveTo>
                  <a:pt x="5422" y="26746"/>
                </a:moveTo>
                <a:lnTo>
                  <a:pt x="5384" y="26504"/>
                </a:lnTo>
                <a:lnTo>
                  <a:pt x="5359" y="26784"/>
                </a:lnTo>
                <a:close/>
              </a:path>
              <a:path w="24764" h="33019">
                <a:moveTo>
                  <a:pt x="5461" y="27165"/>
                </a:moveTo>
                <a:lnTo>
                  <a:pt x="5384" y="26987"/>
                </a:lnTo>
                <a:lnTo>
                  <a:pt x="5346" y="27114"/>
                </a:lnTo>
                <a:close/>
              </a:path>
              <a:path w="24764" h="33019">
                <a:moveTo>
                  <a:pt x="5588" y="25247"/>
                </a:moveTo>
                <a:lnTo>
                  <a:pt x="5524" y="25628"/>
                </a:lnTo>
                <a:lnTo>
                  <a:pt x="5588" y="25247"/>
                </a:lnTo>
                <a:close/>
              </a:path>
              <a:path w="24764" h="33019">
                <a:moveTo>
                  <a:pt x="5626" y="29806"/>
                </a:moveTo>
                <a:lnTo>
                  <a:pt x="5600" y="29654"/>
                </a:lnTo>
                <a:lnTo>
                  <a:pt x="5562" y="29806"/>
                </a:lnTo>
                <a:close/>
              </a:path>
              <a:path w="24764" h="33019">
                <a:moveTo>
                  <a:pt x="5842" y="24968"/>
                </a:moveTo>
                <a:lnTo>
                  <a:pt x="5765" y="25298"/>
                </a:lnTo>
                <a:lnTo>
                  <a:pt x="5829" y="25107"/>
                </a:lnTo>
                <a:lnTo>
                  <a:pt x="5842" y="24968"/>
                </a:lnTo>
                <a:close/>
              </a:path>
              <a:path w="24764" h="33019">
                <a:moveTo>
                  <a:pt x="5905" y="24739"/>
                </a:moveTo>
                <a:lnTo>
                  <a:pt x="5892" y="24485"/>
                </a:lnTo>
                <a:lnTo>
                  <a:pt x="5791" y="24777"/>
                </a:lnTo>
                <a:close/>
              </a:path>
              <a:path w="24764" h="33019">
                <a:moveTo>
                  <a:pt x="6159" y="23660"/>
                </a:moveTo>
                <a:lnTo>
                  <a:pt x="6134" y="24003"/>
                </a:lnTo>
                <a:lnTo>
                  <a:pt x="6159" y="23660"/>
                </a:lnTo>
                <a:close/>
              </a:path>
              <a:path w="24764" h="33019">
                <a:moveTo>
                  <a:pt x="6705" y="1600"/>
                </a:moveTo>
                <a:lnTo>
                  <a:pt x="6413" y="1371"/>
                </a:lnTo>
                <a:lnTo>
                  <a:pt x="6286" y="1714"/>
                </a:lnTo>
                <a:lnTo>
                  <a:pt x="6299" y="2247"/>
                </a:lnTo>
                <a:lnTo>
                  <a:pt x="6261" y="2705"/>
                </a:lnTo>
                <a:lnTo>
                  <a:pt x="6477" y="2286"/>
                </a:lnTo>
                <a:lnTo>
                  <a:pt x="6362" y="1727"/>
                </a:lnTo>
                <a:lnTo>
                  <a:pt x="6705" y="1600"/>
                </a:lnTo>
                <a:close/>
              </a:path>
              <a:path w="24764" h="33019">
                <a:moveTo>
                  <a:pt x="7912" y="26073"/>
                </a:moveTo>
                <a:lnTo>
                  <a:pt x="7785" y="26060"/>
                </a:lnTo>
                <a:lnTo>
                  <a:pt x="7912" y="26073"/>
                </a:lnTo>
                <a:close/>
              </a:path>
              <a:path w="24764" h="33019">
                <a:moveTo>
                  <a:pt x="8851" y="4038"/>
                </a:moveTo>
                <a:lnTo>
                  <a:pt x="8826" y="3771"/>
                </a:lnTo>
                <a:lnTo>
                  <a:pt x="8686" y="3556"/>
                </a:lnTo>
                <a:lnTo>
                  <a:pt x="8712" y="3962"/>
                </a:lnTo>
                <a:lnTo>
                  <a:pt x="8851" y="4038"/>
                </a:lnTo>
                <a:close/>
              </a:path>
              <a:path w="24764" h="33019">
                <a:moveTo>
                  <a:pt x="15455" y="30073"/>
                </a:moveTo>
                <a:lnTo>
                  <a:pt x="15417" y="29451"/>
                </a:lnTo>
                <a:lnTo>
                  <a:pt x="15430" y="28994"/>
                </a:lnTo>
                <a:lnTo>
                  <a:pt x="15367" y="29337"/>
                </a:lnTo>
                <a:lnTo>
                  <a:pt x="15430" y="29972"/>
                </a:lnTo>
                <a:lnTo>
                  <a:pt x="15392" y="30416"/>
                </a:lnTo>
                <a:lnTo>
                  <a:pt x="15455" y="30073"/>
                </a:lnTo>
                <a:close/>
              </a:path>
              <a:path w="24764" h="33019">
                <a:moveTo>
                  <a:pt x="16154" y="21399"/>
                </a:moveTo>
                <a:lnTo>
                  <a:pt x="15976" y="21488"/>
                </a:lnTo>
                <a:lnTo>
                  <a:pt x="15976" y="21844"/>
                </a:lnTo>
                <a:lnTo>
                  <a:pt x="16014" y="21526"/>
                </a:lnTo>
                <a:lnTo>
                  <a:pt x="16154" y="21399"/>
                </a:lnTo>
                <a:close/>
              </a:path>
              <a:path w="24764" h="33019">
                <a:moveTo>
                  <a:pt x="16764" y="15303"/>
                </a:moveTo>
                <a:lnTo>
                  <a:pt x="16649" y="15074"/>
                </a:lnTo>
                <a:lnTo>
                  <a:pt x="16395" y="15074"/>
                </a:lnTo>
                <a:lnTo>
                  <a:pt x="16446" y="15430"/>
                </a:lnTo>
                <a:lnTo>
                  <a:pt x="16713" y="15582"/>
                </a:lnTo>
                <a:lnTo>
                  <a:pt x="16764" y="15303"/>
                </a:lnTo>
                <a:close/>
              </a:path>
              <a:path w="24764" h="33019">
                <a:moveTo>
                  <a:pt x="17373" y="9309"/>
                </a:moveTo>
                <a:lnTo>
                  <a:pt x="17081" y="9359"/>
                </a:lnTo>
                <a:lnTo>
                  <a:pt x="16878" y="9461"/>
                </a:lnTo>
                <a:lnTo>
                  <a:pt x="16662" y="9575"/>
                </a:lnTo>
                <a:lnTo>
                  <a:pt x="16865" y="9740"/>
                </a:lnTo>
                <a:lnTo>
                  <a:pt x="17018" y="9588"/>
                </a:lnTo>
                <a:lnTo>
                  <a:pt x="17373" y="9461"/>
                </a:lnTo>
                <a:lnTo>
                  <a:pt x="17373" y="9309"/>
                </a:lnTo>
                <a:close/>
              </a:path>
              <a:path w="24764" h="33019">
                <a:moveTo>
                  <a:pt x="20434" y="114"/>
                </a:moveTo>
                <a:close/>
              </a:path>
              <a:path w="24764" h="33019">
                <a:moveTo>
                  <a:pt x="20688" y="0"/>
                </a:moveTo>
                <a:lnTo>
                  <a:pt x="20548" y="63"/>
                </a:lnTo>
                <a:lnTo>
                  <a:pt x="20548" y="266"/>
                </a:lnTo>
                <a:lnTo>
                  <a:pt x="20688" y="0"/>
                </a:lnTo>
                <a:close/>
              </a:path>
              <a:path w="24764" h="33019">
                <a:moveTo>
                  <a:pt x="22047" y="8750"/>
                </a:moveTo>
                <a:lnTo>
                  <a:pt x="21882" y="8775"/>
                </a:lnTo>
                <a:lnTo>
                  <a:pt x="21844" y="8572"/>
                </a:lnTo>
                <a:lnTo>
                  <a:pt x="21717" y="8597"/>
                </a:lnTo>
                <a:lnTo>
                  <a:pt x="21602" y="9004"/>
                </a:lnTo>
                <a:lnTo>
                  <a:pt x="22047" y="8750"/>
                </a:lnTo>
                <a:close/>
              </a:path>
              <a:path w="24764" h="33019">
                <a:moveTo>
                  <a:pt x="24612" y="4597"/>
                </a:moveTo>
                <a:lnTo>
                  <a:pt x="24472" y="4165"/>
                </a:lnTo>
                <a:lnTo>
                  <a:pt x="24371" y="4432"/>
                </a:lnTo>
                <a:lnTo>
                  <a:pt x="24511" y="4470"/>
                </a:lnTo>
                <a:lnTo>
                  <a:pt x="24485" y="4660"/>
                </a:lnTo>
                <a:lnTo>
                  <a:pt x="24612" y="45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bg object 165"/>
          <p:cNvSpPr/>
          <p:nvPr/>
        </p:nvSpPr>
        <p:spPr>
          <a:xfrm>
            <a:off x="2062403" y="1059167"/>
            <a:ext cx="10795" cy="11430"/>
          </a:xfrm>
          <a:custGeom>
            <a:avLst/>
            <a:gdLst/>
            <a:ahLst/>
            <a:cxnLst/>
            <a:rect l="l" t="t" r="r" b="b"/>
            <a:pathLst>
              <a:path w="10794" h="11430">
                <a:moveTo>
                  <a:pt x="4800" y="9906"/>
                </a:moveTo>
                <a:lnTo>
                  <a:pt x="4673" y="9817"/>
                </a:lnTo>
                <a:lnTo>
                  <a:pt x="4699" y="9969"/>
                </a:lnTo>
                <a:close/>
              </a:path>
              <a:path w="10794" h="11430">
                <a:moveTo>
                  <a:pt x="5689" y="9944"/>
                </a:moveTo>
                <a:lnTo>
                  <a:pt x="5651" y="10083"/>
                </a:lnTo>
                <a:lnTo>
                  <a:pt x="5689" y="9944"/>
                </a:lnTo>
                <a:close/>
              </a:path>
              <a:path w="10794" h="11430">
                <a:moveTo>
                  <a:pt x="5727" y="9575"/>
                </a:moveTo>
                <a:close/>
              </a:path>
              <a:path w="10794" h="11430">
                <a:moveTo>
                  <a:pt x="6007" y="10541"/>
                </a:moveTo>
                <a:lnTo>
                  <a:pt x="5969" y="10401"/>
                </a:lnTo>
                <a:lnTo>
                  <a:pt x="5969" y="10528"/>
                </a:lnTo>
                <a:close/>
              </a:path>
              <a:path w="10794" h="11430">
                <a:moveTo>
                  <a:pt x="6007" y="5588"/>
                </a:moveTo>
                <a:lnTo>
                  <a:pt x="5981" y="5156"/>
                </a:lnTo>
                <a:lnTo>
                  <a:pt x="5930" y="5346"/>
                </a:lnTo>
                <a:lnTo>
                  <a:pt x="6007" y="5588"/>
                </a:lnTo>
                <a:close/>
              </a:path>
              <a:path w="10794" h="11430">
                <a:moveTo>
                  <a:pt x="6045" y="10363"/>
                </a:moveTo>
                <a:lnTo>
                  <a:pt x="6032" y="10172"/>
                </a:lnTo>
                <a:lnTo>
                  <a:pt x="5981" y="10375"/>
                </a:lnTo>
                <a:close/>
              </a:path>
              <a:path w="10794" h="11430">
                <a:moveTo>
                  <a:pt x="6096" y="533"/>
                </a:moveTo>
                <a:lnTo>
                  <a:pt x="5969" y="546"/>
                </a:lnTo>
                <a:lnTo>
                  <a:pt x="5969" y="711"/>
                </a:lnTo>
                <a:lnTo>
                  <a:pt x="6096" y="635"/>
                </a:lnTo>
                <a:close/>
              </a:path>
              <a:path w="10794" h="11430">
                <a:moveTo>
                  <a:pt x="6146" y="4584"/>
                </a:moveTo>
                <a:lnTo>
                  <a:pt x="6057" y="4724"/>
                </a:lnTo>
                <a:lnTo>
                  <a:pt x="6146" y="4584"/>
                </a:lnTo>
                <a:close/>
              </a:path>
              <a:path w="10794" h="11430">
                <a:moveTo>
                  <a:pt x="6159" y="2235"/>
                </a:moveTo>
                <a:lnTo>
                  <a:pt x="4889" y="2159"/>
                </a:lnTo>
                <a:lnTo>
                  <a:pt x="4838" y="1981"/>
                </a:lnTo>
                <a:lnTo>
                  <a:pt x="5905" y="1981"/>
                </a:lnTo>
                <a:lnTo>
                  <a:pt x="5918" y="76"/>
                </a:lnTo>
                <a:lnTo>
                  <a:pt x="0" y="76"/>
                </a:lnTo>
                <a:lnTo>
                  <a:pt x="0" y="5575"/>
                </a:lnTo>
                <a:lnTo>
                  <a:pt x="5613" y="5575"/>
                </a:lnTo>
                <a:lnTo>
                  <a:pt x="5702" y="5207"/>
                </a:lnTo>
                <a:lnTo>
                  <a:pt x="5740" y="5067"/>
                </a:lnTo>
                <a:lnTo>
                  <a:pt x="5689" y="4737"/>
                </a:lnTo>
                <a:lnTo>
                  <a:pt x="5537" y="4787"/>
                </a:lnTo>
                <a:lnTo>
                  <a:pt x="5600" y="5054"/>
                </a:lnTo>
                <a:lnTo>
                  <a:pt x="5473" y="5080"/>
                </a:lnTo>
                <a:lnTo>
                  <a:pt x="5702" y="5156"/>
                </a:lnTo>
                <a:lnTo>
                  <a:pt x="4965" y="5194"/>
                </a:lnTo>
                <a:lnTo>
                  <a:pt x="4927" y="4826"/>
                </a:lnTo>
                <a:lnTo>
                  <a:pt x="4673" y="4826"/>
                </a:lnTo>
                <a:lnTo>
                  <a:pt x="4635" y="4343"/>
                </a:lnTo>
                <a:lnTo>
                  <a:pt x="5511" y="4343"/>
                </a:lnTo>
                <a:lnTo>
                  <a:pt x="5905" y="4343"/>
                </a:lnTo>
                <a:lnTo>
                  <a:pt x="5842" y="4483"/>
                </a:lnTo>
                <a:lnTo>
                  <a:pt x="5816" y="4356"/>
                </a:lnTo>
                <a:lnTo>
                  <a:pt x="5664" y="4356"/>
                </a:lnTo>
                <a:lnTo>
                  <a:pt x="5765" y="4610"/>
                </a:lnTo>
                <a:lnTo>
                  <a:pt x="5791" y="4787"/>
                </a:lnTo>
                <a:lnTo>
                  <a:pt x="5905" y="4597"/>
                </a:lnTo>
                <a:lnTo>
                  <a:pt x="5930" y="4343"/>
                </a:lnTo>
                <a:lnTo>
                  <a:pt x="6146" y="4343"/>
                </a:lnTo>
                <a:lnTo>
                  <a:pt x="6007" y="3162"/>
                </a:lnTo>
                <a:lnTo>
                  <a:pt x="6057" y="2425"/>
                </a:lnTo>
                <a:lnTo>
                  <a:pt x="6146" y="2260"/>
                </a:lnTo>
                <a:close/>
              </a:path>
              <a:path w="10794" h="11430">
                <a:moveTo>
                  <a:pt x="6184" y="2082"/>
                </a:moveTo>
                <a:close/>
              </a:path>
              <a:path w="10794" h="11430">
                <a:moveTo>
                  <a:pt x="6184" y="76"/>
                </a:moveTo>
                <a:lnTo>
                  <a:pt x="5918" y="76"/>
                </a:lnTo>
                <a:lnTo>
                  <a:pt x="5943" y="355"/>
                </a:lnTo>
                <a:lnTo>
                  <a:pt x="6184" y="355"/>
                </a:lnTo>
                <a:lnTo>
                  <a:pt x="6184" y="76"/>
                </a:lnTo>
                <a:close/>
              </a:path>
              <a:path w="10794" h="11430">
                <a:moveTo>
                  <a:pt x="6223" y="2476"/>
                </a:moveTo>
                <a:lnTo>
                  <a:pt x="6184" y="2603"/>
                </a:lnTo>
                <a:lnTo>
                  <a:pt x="6223" y="2476"/>
                </a:lnTo>
                <a:close/>
              </a:path>
              <a:path w="10794" h="11430">
                <a:moveTo>
                  <a:pt x="6223" y="863"/>
                </a:moveTo>
                <a:lnTo>
                  <a:pt x="6096" y="863"/>
                </a:lnTo>
                <a:lnTo>
                  <a:pt x="6223" y="889"/>
                </a:lnTo>
                <a:close/>
              </a:path>
              <a:path w="10794" h="11430">
                <a:moveTo>
                  <a:pt x="6261" y="2768"/>
                </a:moveTo>
                <a:lnTo>
                  <a:pt x="6184" y="2946"/>
                </a:lnTo>
                <a:lnTo>
                  <a:pt x="6261" y="2768"/>
                </a:lnTo>
                <a:close/>
              </a:path>
              <a:path w="10794" h="11430">
                <a:moveTo>
                  <a:pt x="6261" y="1104"/>
                </a:moveTo>
                <a:lnTo>
                  <a:pt x="6108" y="1054"/>
                </a:lnTo>
                <a:lnTo>
                  <a:pt x="6146" y="1270"/>
                </a:lnTo>
                <a:lnTo>
                  <a:pt x="6261" y="1104"/>
                </a:lnTo>
                <a:close/>
              </a:path>
              <a:path w="10794" h="11430">
                <a:moveTo>
                  <a:pt x="6273" y="5588"/>
                </a:moveTo>
                <a:close/>
              </a:path>
              <a:path w="10794" h="11430">
                <a:moveTo>
                  <a:pt x="6286" y="1765"/>
                </a:moveTo>
                <a:lnTo>
                  <a:pt x="6261" y="1422"/>
                </a:lnTo>
                <a:lnTo>
                  <a:pt x="6108" y="1447"/>
                </a:lnTo>
                <a:lnTo>
                  <a:pt x="6108" y="1295"/>
                </a:lnTo>
                <a:lnTo>
                  <a:pt x="6096" y="1600"/>
                </a:lnTo>
                <a:lnTo>
                  <a:pt x="6045" y="1765"/>
                </a:lnTo>
                <a:lnTo>
                  <a:pt x="6146" y="1968"/>
                </a:lnTo>
                <a:lnTo>
                  <a:pt x="6184" y="1790"/>
                </a:lnTo>
                <a:close/>
              </a:path>
              <a:path w="10794" h="11430">
                <a:moveTo>
                  <a:pt x="6362" y="1854"/>
                </a:moveTo>
                <a:lnTo>
                  <a:pt x="6248" y="2032"/>
                </a:lnTo>
                <a:lnTo>
                  <a:pt x="6210" y="2400"/>
                </a:lnTo>
                <a:lnTo>
                  <a:pt x="6273" y="2171"/>
                </a:lnTo>
                <a:lnTo>
                  <a:pt x="6324" y="1943"/>
                </a:lnTo>
                <a:close/>
              </a:path>
              <a:path w="10794" h="11430">
                <a:moveTo>
                  <a:pt x="6426" y="2247"/>
                </a:moveTo>
                <a:lnTo>
                  <a:pt x="6413" y="2108"/>
                </a:lnTo>
                <a:lnTo>
                  <a:pt x="6388" y="2235"/>
                </a:lnTo>
                <a:close/>
              </a:path>
              <a:path w="10794" h="11430">
                <a:moveTo>
                  <a:pt x="6489" y="9677"/>
                </a:moveTo>
                <a:lnTo>
                  <a:pt x="6464" y="9817"/>
                </a:lnTo>
                <a:lnTo>
                  <a:pt x="6489" y="9677"/>
                </a:lnTo>
                <a:close/>
              </a:path>
              <a:path w="10794" h="11430">
                <a:moveTo>
                  <a:pt x="6489" y="2451"/>
                </a:moveTo>
                <a:lnTo>
                  <a:pt x="6464" y="2578"/>
                </a:lnTo>
                <a:lnTo>
                  <a:pt x="6489" y="2451"/>
                </a:lnTo>
                <a:close/>
              </a:path>
              <a:path w="10794" h="11430">
                <a:moveTo>
                  <a:pt x="6502" y="1511"/>
                </a:moveTo>
                <a:lnTo>
                  <a:pt x="6324" y="1651"/>
                </a:lnTo>
                <a:lnTo>
                  <a:pt x="6362" y="1854"/>
                </a:lnTo>
                <a:lnTo>
                  <a:pt x="6451" y="1689"/>
                </a:lnTo>
                <a:lnTo>
                  <a:pt x="6502" y="1511"/>
                </a:lnTo>
                <a:close/>
              </a:path>
              <a:path w="10794" h="11430">
                <a:moveTo>
                  <a:pt x="6540" y="9918"/>
                </a:moveTo>
                <a:lnTo>
                  <a:pt x="6413" y="9994"/>
                </a:lnTo>
                <a:lnTo>
                  <a:pt x="6540" y="9994"/>
                </a:lnTo>
                <a:close/>
              </a:path>
              <a:path w="10794" h="11430">
                <a:moveTo>
                  <a:pt x="6692" y="4394"/>
                </a:moveTo>
                <a:lnTo>
                  <a:pt x="6654" y="4254"/>
                </a:lnTo>
                <a:lnTo>
                  <a:pt x="6565" y="4419"/>
                </a:lnTo>
                <a:lnTo>
                  <a:pt x="6692" y="4394"/>
                </a:lnTo>
                <a:close/>
              </a:path>
              <a:path w="10794" h="11430">
                <a:moveTo>
                  <a:pt x="6819" y="11074"/>
                </a:moveTo>
                <a:close/>
              </a:path>
              <a:path w="10794" h="11430">
                <a:moveTo>
                  <a:pt x="6883" y="3632"/>
                </a:moveTo>
                <a:lnTo>
                  <a:pt x="6743" y="3695"/>
                </a:lnTo>
                <a:lnTo>
                  <a:pt x="6883" y="3632"/>
                </a:lnTo>
                <a:close/>
              </a:path>
              <a:path w="10794" h="11430">
                <a:moveTo>
                  <a:pt x="6883" y="1879"/>
                </a:moveTo>
                <a:lnTo>
                  <a:pt x="6781" y="2019"/>
                </a:lnTo>
                <a:lnTo>
                  <a:pt x="6705" y="2260"/>
                </a:lnTo>
                <a:lnTo>
                  <a:pt x="6819" y="2082"/>
                </a:lnTo>
                <a:lnTo>
                  <a:pt x="6832" y="1917"/>
                </a:lnTo>
                <a:close/>
              </a:path>
              <a:path w="10794" h="11430">
                <a:moveTo>
                  <a:pt x="6896" y="5537"/>
                </a:moveTo>
                <a:close/>
              </a:path>
              <a:path w="10794" h="11430">
                <a:moveTo>
                  <a:pt x="6946" y="3822"/>
                </a:moveTo>
                <a:lnTo>
                  <a:pt x="6807" y="3822"/>
                </a:lnTo>
                <a:lnTo>
                  <a:pt x="6946" y="3822"/>
                </a:lnTo>
                <a:close/>
              </a:path>
              <a:path w="10794" h="11430">
                <a:moveTo>
                  <a:pt x="7086" y="9969"/>
                </a:moveTo>
                <a:lnTo>
                  <a:pt x="6959" y="9969"/>
                </a:lnTo>
                <a:lnTo>
                  <a:pt x="7086" y="9969"/>
                </a:lnTo>
                <a:close/>
              </a:path>
              <a:path w="10794" h="11430">
                <a:moveTo>
                  <a:pt x="7239" y="0"/>
                </a:moveTo>
                <a:lnTo>
                  <a:pt x="7188" y="254"/>
                </a:lnTo>
                <a:lnTo>
                  <a:pt x="7239" y="0"/>
                </a:lnTo>
                <a:close/>
              </a:path>
              <a:path w="10794" h="11430">
                <a:moveTo>
                  <a:pt x="7327" y="9448"/>
                </a:moveTo>
                <a:lnTo>
                  <a:pt x="7289" y="9626"/>
                </a:lnTo>
                <a:lnTo>
                  <a:pt x="7327" y="9448"/>
                </a:lnTo>
                <a:close/>
              </a:path>
              <a:path w="10794" h="11430">
                <a:moveTo>
                  <a:pt x="7327" y="673"/>
                </a:moveTo>
                <a:lnTo>
                  <a:pt x="7264" y="863"/>
                </a:lnTo>
                <a:lnTo>
                  <a:pt x="7327" y="673"/>
                </a:lnTo>
                <a:close/>
              </a:path>
              <a:path w="10794" h="11430">
                <a:moveTo>
                  <a:pt x="7480" y="8623"/>
                </a:moveTo>
                <a:close/>
              </a:path>
              <a:path w="10794" h="11430">
                <a:moveTo>
                  <a:pt x="7581" y="12"/>
                </a:moveTo>
                <a:lnTo>
                  <a:pt x="7454" y="266"/>
                </a:lnTo>
                <a:lnTo>
                  <a:pt x="7467" y="482"/>
                </a:lnTo>
                <a:lnTo>
                  <a:pt x="7327" y="317"/>
                </a:lnTo>
                <a:lnTo>
                  <a:pt x="7404" y="127"/>
                </a:lnTo>
                <a:lnTo>
                  <a:pt x="7264" y="12"/>
                </a:lnTo>
                <a:lnTo>
                  <a:pt x="7302" y="228"/>
                </a:lnTo>
                <a:lnTo>
                  <a:pt x="7302" y="393"/>
                </a:lnTo>
                <a:lnTo>
                  <a:pt x="7302" y="609"/>
                </a:lnTo>
                <a:lnTo>
                  <a:pt x="7391" y="482"/>
                </a:lnTo>
                <a:lnTo>
                  <a:pt x="7569" y="673"/>
                </a:lnTo>
                <a:lnTo>
                  <a:pt x="7518" y="482"/>
                </a:lnTo>
                <a:lnTo>
                  <a:pt x="7581" y="177"/>
                </a:lnTo>
                <a:lnTo>
                  <a:pt x="7581" y="12"/>
                </a:lnTo>
                <a:close/>
              </a:path>
              <a:path w="10794" h="11430">
                <a:moveTo>
                  <a:pt x="7594" y="3683"/>
                </a:moveTo>
                <a:lnTo>
                  <a:pt x="7366" y="3530"/>
                </a:lnTo>
                <a:lnTo>
                  <a:pt x="7327" y="3733"/>
                </a:lnTo>
                <a:lnTo>
                  <a:pt x="7378" y="4102"/>
                </a:lnTo>
                <a:lnTo>
                  <a:pt x="7416" y="3924"/>
                </a:lnTo>
                <a:lnTo>
                  <a:pt x="7569" y="4000"/>
                </a:lnTo>
                <a:lnTo>
                  <a:pt x="7505" y="3848"/>
                </a:lnTo>
                <a:lnTo>
                  <a:pt x="7594" y="3683"/>
                </a:lnTo>
                <a:close/>
              </a:path>
              <a:path w="10794" h="11430">
                <a:moveTo>
                  <a:pt x="7632" y="723"/>
                </a:moveTo>
                <a:lnTo>
                  <a:pt x="7518" y="863"/>
                </a:lnTo>
                <a:lnTo>
                  <a:pt x="7632" y="723"/>
                </a:lnTo>
                <a:close/>
              </a:path>
              <a:path w="10794" h="11430">
                <a:moveTo>
                  <a:pt x="7696" y="9791"/>
                </a:moveTo>
                <a:close/>
              </a:path>
              <a:path w="10794" h="11430">
                <a:moveTo>
                  <a:pt x="7785" y="2425"/>
                </a:moveTo>
                <a:lnTo>
                  <a:pt x="7658" y="2298"/>
                </a:lnTo>
                <a:lnTo>
                  <a:pt x="7632" y="2527"/>
                </a:lnTo>
                <a:lnTo>
                  <a:pt x="7785" y="2425"/>
                </a:lnTo>
                <a:close/>
              </a:path>
              <a:path w="10794" h="11430">
                <a:moveTo>
                  <a:pt x="7823" y="431"/>
                </a:moveTo>
                <a:lnTo>
                  <a:pt x="7721" y="114"/>
                </a:lnTo>
                <a:lnTo>
                  <a:pt x="7721" y="317"/>
                </a:lnTo>
                <a:close/>
              </a:path>
              <a:path w="10794" h="11430">
                <a:moveTo>
                  <a:pt x="7874" y="3898"/>
                </a:moveTo>
                <a:close/>
              </a:path>
              <a:path w="10794" h="11430">
                <a:moveTo>
                  <a:pt x="7886" y="457"/>
                </a:moveTo>
                <a:lnTo>
                  <a:pt x="7785" y="635"/>
                </a:lnTo>
                <a:lnTo>
                  <a:pt x="7886" y="457"/>
                </a:lnTo>
                <a:close/>
              </a:path>
              <a:path w="10794" h="11430">
                <a:moveTo>
                  <a:pt x="7937" y="50"/>
                </a:moveTo>
                <a:lnTo>
                  <a:pt x="7874" y="241"/>
                </a:lnTo>
                <a:lnTo>
                  <a:pt x="7937" y="50"/>
                </a:lnTo>
                <a:close/>
              </a:path>
              <a:path w="10794" h="11430">
                <a:moveTo>
                  <a:pt x="8064" y="1930"/>
                </a:moveTo>
                <a:lnTo>
                  <a:pt x="8001" y="1562"/>
                </a:lnTo>
                <a:lnTo>
                  <a:pt x="8026" y="1968"/>
                </a:lnTo>
                <a:close/>
              </a:path>
              <a:path w="10794" h="11430">
                <a:moveTo>
                  <a:pt x="8102" y="1955"/>
                </a:moveTo>
                <a:lnTo>
                  <a:pt x="8026" y="2082"/>
                </a:lnTo>
                <a:lnTo>
                  <a:pt x="8102" y="1955"/>
                </a:lnTo>
                <a:close/>
              </a:path>
              <a:path w="10794" h="11430">
                <a:moveTo>
                  <a:pt x="8229" y="1384"/>
                </a:moveTo>
                <a:lnTo>
                  <a:pt x="8077" y="1447"/>
                </a:lnTo>
                <a:lnTo>
                  <a:pt x="8229" y="1384"/>
                </a:lnTo>
                <a:close/>
              </a:path>
              <a:path w="10794" h="11430">
                <a:moveTo>
                  <a:pt x="8331" y="457"/>
                </a:moveTo>
                <a:lnTo>
                  <a:pt x="8255" y="330"/>
                </a:lnTo>
                <a:lnTo>
                  <a:pt x="8267" y="457"/>
                </a:lnTo>
                <a:close/>
              </a:path>
              <a:path w="10794" h="11430">
                <a:moveTo>
                  <a:pt x="8356" y="2413"/>
                </a:moveTo>
                <a:lnTo>
                  <a:pt x="8331" y="2247"/>
                </a:lnTo>
                <a:lnTo>
                  <a:pt x="8293" y="2095"/>
                </a:lnTo>
                <a:lnTo>
                  <a:pt x="8229" y="1905"/>
                </a:lnTo>
                <a:lnTo>
                  <a:pt x="8356" y="2413"/>
                </a:lnTo>
                <a:close/>
              </a:path>
              <a:path w="10794" h="11430">
                <a:moveTo>
                  <a:pt x="8394" y="2476"/>
                </a:moveTo>
                <a:lnTo>
                  <a:pt x="8267" y="2425"/>
                </a:lnTo>
                <a:lnTo>
                  <a:pt x="8369" y="2717"/>
                </a:lnTo>
                <a:lnTo>
                  <a:pt x="8394" y="2476"/>
                </a:lnTo>
                <a:close/>
              </a:path>
              <a:path w="10794" h="11430">
                <a:moveTo>
                  <a:pt x="8648" y="3187"/>
                </a:moveTo>
                <a:lnTo>
                  <a:pt x="8623" y="3530"/>
                </a:lnTo>
                <a:lnTo>
                  <a:pt x="8648" y="3187"/>
                </a:lnTo>
                <a:close/>
              </a:path>
              <a:path w="10794" h="11430">
                <a:moveTo>
                  <a:pt x="10350" y="1092"/>
                </a:move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bg object 166"/>
          <p:cNvSpPr/>
          <p:nvPr/>
        </p:nvSpPr>
        <p:spPr>
          <a:xfrm>
            <a:off x="2062403" y="1064628"/>
            <a:ext cx="18415" cy="6985"/>
          </a:xfrm>
          <a:custGeom>
            <a:avLst/>
            <a:gdLst/>
            <a:ahLst/>
            <a:cxnLst/>
            <a:rect l="l" t="t" r="r" b="b"/>
            <a:pathLst>
              <a:path w="18414" h="6984">
                <a:moveTo>
                  <a:pt x="4800" y="6718"/>
                </a:moveTo>
                <a:lnTo>
                  <a:pt x="4622" y="6756"/>
                </a:lnTo>
                <a:lnTo>
                  <a:pt x="4800" y="6718"/>
                </a:lnTo>
                <a:close/>
              </a:path>
              <a:path w="18414" h="6984">
                <a:moveTo>
                  <a:pt x="5689" y="6680"/>
                </a:moveTo>
                <a:lnTo>
                  <a:pt x="5651" y="6540"/>
                </a:lnTo>
                <a:lnTo>
                  <a:pt x="5689" y="6680"/>
                </a:lnTo>
                <a:close/>
              </a:path>
              <a:path w="18414" h="6984">
                <a:moveTo>
                  <a:pt x="5740" y="5092"/>
                </a:moveTo>
                <a:lnTo>
                  <a:pt x="5689" y="4762"/>
                </a:lnTo>
                <a:lnTo>
                  <a:pt x="5537" y="4800"/>
                </a:lnTo>
                <a:lnTo>
                  <a:pt x="5600" y="5080"/>
                </a:lnTo>
                <a:lnTo>
                  <a:pt x="5473" y="5092"/>
                </a:lnTo>
                <a:lnTo>
                  <a:pt x="5702" y="5168"/>
                </a:lnTo>
                <a:lnTo>
                  <a:pt x="5740" y="5295"/>
                </a:lnTo>
                <a:lnTo>
                  <a:pt x="5740" y="5092"/>
                </a:lnTo>
                <a:close/>
              </a:path>
              <a:path w="18414" h="6984">
                <a:moveTo>
                  <a:pt x="6007" y="6096"/>
                </a:moveTo>
                <a:lnTo>
                  <a:pt x="5969" y="6223"/>
                </a:lnTo>
                <a:lnTo>
                  <a:pt x="6007" y="6096"/>
                </a:lnTo>
                <a:close/>
              </a:path>
              <a:path w="18414" h="6984">
                <a:moveTo>
                  <a:pt x="6007" y="5613"/>
                </a:moveTo>
                <a:lnTo>
                  <a:pt x="5981" y="5168"/>
                </a:lnTo>
                <a:lnTo>
                  <a:pt x="5930" y="5359"/>
                </a:lnTo>
                <a:lnTo>
                  <a:pt x="6007" y="5613"/>
                </a:lnTo>
                <a:close/>
              </a:path>
              <a:path w="18414" h="6984">
                <a:moveTo>
                  <a:pt x="6045" y="6261"/>
                </a:moveTo>
                <a:lnTo>
                  <a:pt x="6032" y="6464"/>
                </a:lnTo>
                <a:lnTo>
                  <a:pt x="6045" y="6261"/>
                </a:lnTo>
                <a:close/>
              </a:path>
              <a:path w="18414" h="6984">
                <a:moveTo>
                  <a:pt x="6096" y="533"/>
                </a:moveTo>
                <a:lnTo>
                  <a:pt x="5969" y="558"/>
                </a:lnTo>
                <a:lnTo>
                  <a:pt x="5969" y="736"/>
                </a:lnTo>
                <a:lnTo>
                  <a:pt x="6096" y="660"/>
                </a:lnTo>
                <a:lnTo>
                  <a:pt x="6096" y="533"/>
                </a:lnTo>
                <a:close/>
              </a:path>
              <a:path w="18414" h="6984">
                <a:moveTo>
                  <a:pt x="6146" y="4610"/>
                </a:moveTo>
                <a:lnTo>
                  <a:pt x="6057" y="4749"/>
                </a:lnTo>
                <a:lnTo>
                  <a:pt x="6146" y="4610"/>
                </a:lnTo>
                <a:close/>
              </a:path>
              <a:path w="18414" h="6984">
                <a:moveTo>
                  <a:pt x="6184" y="2095"/>
                </a:moveTo>
                <a:close/>
              </a:path>
              <a:path w="18414" h="6984">
                <a:moveTo>
                  <a:pt x="6184" y="63"/>
                </a:moveTo>
                <a:lnTo>
                  <a:pt x="5918" y="63"/>
                </a:lnTo>
                <a:lnTo>
                  <a:pt x="0" y="63"/>
                </a:lnTo>
                <a:lnTo>
                  <a:pt x="0" y="5600"/>
                </a:lnTo>
                <a:lnTo>
                  <a:pt x="5613" y="5600"/>
                </a:lnTo>
                <a:lnTo>
                  <a:pt x="5715" y="5245"/>
                </a:lnTo>
                <a:lnTo>
                  <a:pt x="4965" y="5245"/>
                </a:lnTo>
                <a:lnTo>
                  <a:pt x="4914" y="4572"/>
                </a:lnTo>
                <a:lnTo>
                  <a:pt x="4648" y="4572"/>
                </a:lnTo>
                <a:lnTo>
                  <a:pt x="4622" y="4343"/>
                </a:lnTo>
                <a:lnTo>
                  <a:pt x="5524" y="4343"/>
                </a:lnTo>
                <a:lnTo>
                  <a:pt x="5918" y="4343"/>
                </a:lnTo>
                <a:lnTo>
                  <a:pt x="5842" y="4495"/>
                </a:lnTo>
                <a:lnTo>
                  <a:pt x="5816" y="4356"/>
                </a:lnTo>
                <a:lnTo>
                  <a:pt x="5664" y="4356"/>
                </a:lnTo>
                <a:lnTo>
                  <a:pt x="5765" y="4610"/>
                </a:lnTo>
                <a:lnTo>
                  <a:pt x="5791" y="4787"/>
                </a:lnTo>
                <a:lnTo>
                  <a:pt x="5905" y="4584"/>
                </a:lnTo>
                <a:lnTo>
                  <a:pt x="5930" y="4343"/>
                </a:lnTo>
                <a:lnTo>
                  <a:pt x="6134" y="4343"/>
                </a:lnTo>
                <a:lnTo>
                  <a:pt x="6007" y="3187"/>
                </a:lnTo>
                <a:lnTo>
                  <a:pt x="6057" y="2451"/>
                </a:lnTo>
                <a:lnTo>
                  <a:pt x="6146" y="2286"/>
                </a:lnTo>
                <a:lnTo>
                  <a:pt x="4889" y="2184"/>
                </a:lnTo>
                <a:lnTo>
                  <a:pt x="4826" y="1993"/>
                </a:lnTo>
                <a:lnTo>
                  <a:pt x="6045" y="1993"/>
                </a:lnTo>
                <a:lnTo>
                  <a:pt x="6032" y="1651"/>
                </a:lnTo>
                <a:lnTo>
                  <a:pt x="5943" y="469"/>
                </a:lnTo>
                <a:lnTo>
                  <a:pt x="6184" y="469"/>
                </a:lnTo>
                <a:lnTo>
                  <a:pt x="6184" y="63"/>
                </a:lnTo>
                <a:close/>
              </a:path>
              <a:path w="18414" h="6984">
                <a:moveTo>
                  <a:pt x="6223" y="2501"/>
                </a:moveTo>
                <a:close/>
              </a:path>
              <a:path w="18414" h="6984">
                <a:moveTo>
                  <a:pt x="6223" y="863"/>
                </a:moveTo>
                <a:lnTo>
                  <a:pt x="6096" y="863"/>
                </a:lnTo>
                <a:lnTo>
                  <a:pt x="6223" y="914"/>
                </a:lnTo>
                <a:close/>
              </a:path>
              <a:path w="18414" h="6984">
                <a:moveTo>
                  <a:pt x="6261" y="2806"/>
                </a:moveTo>
                <a:lnTo>
                  <a:pt x="6184" y="2959"/>
                </a:lnTo>
                <a:lnTo>
                  <a:pt x="6261" y="2806"/>
                </a:lnTo>
                <a:close/>
              </a:path>
              <a:path w="18414" h="6984">
                <a:moveTo>
                  <a:pt x="6261" y="1130"/>
                </a:moveTo>
                <a:lnTo>
                  <a:pt x="6121" y="1079"/>
                </a:lnTo>
                <a:lnTo>
                  <a:pt x="6146" y="1282"/>
                </a:lnTo>
                <a:lnTo>
                  <a:pt x="6261" y="1130"/>
                </a:lnTo>
                <a:close/>
              </a:path>
              <a:path w="18414" h="6984">
                <a:moveTo>
                  <a:pt x="6273" y="5613"/>
                </a:moveTo>
                <a:close/>
              </a:path>
              <a:path w="18414" h="6984">
                <a:moveTo>
                  <a:pt x="6286" y="1765"/>
                </a:moveTo>
                <a:lnTo>
                  <a:pt x="6261" y="1422"/>
                </a:lnTo>
                <a:lnTo>
                  <a:pt x="6108" y="1460"/>
                </a:lnTo>
                <a:lnTo>
                  <a:pt x="6108" y="1295"/>
                </a:lnTo>
                <a:lnTo>
                  <a:pt x="6096" y="1612"/>
                </a:lnTo>
                <a:lnTo>
                  <a:pt x="6045" y="1765"/>
                </a:lnTo>
                <a:lnTo>
                  <a:pt x="6146" y="1981"/>
                </a:lnTo>
                <a:lnTo>
                  <a:pt x="6184" y="1790"/>
                </a:lnTo>
                <a:close/>
              </a:path>
              <a:path w="18414" h="6984">
                <a:moveTo>
                  <a:pt x="6350" y="5613"/>
                </a:moveTo>
                <a:close/>
              </a:path>
              <a:path w="18414" h="6984">
                <a:moveTo>
                  <a:pt x="6426" y="2273"/>
                </a:moveTo>
                <a:lnTo>
                  <a:pt x="6413" y="2133"/>
                </a:lnTo>
                <a:lnTo>
                  <a:pt x="6426" y="2273"/>
                </a:lnTo>
                <a:close/>
              </a:path>
              <a:path w="18414" h="6984">
                <a:moveTo>
                  <a:pt x="6489" y="6972"/>
                </a:moveTo>
                <a:lnTo>
                  <a:pt x="6464" y="6819"/>
                </a:lnTo>
                <a:lnTo>
                  <a:pt x="6489" y="6972"/>
                </a:lnTo>
                <a:close/>
              </a:path>
              <a:path w="18414" h="6984">
                <a:moveTo>
                  <a:pt x="6489" y="2463"/>
                </a:moveTo>
                <a:close/>
              </a:path>
              <a:path w="18414" h="6984">
                <a:moveTo>
                  <a:pt x="6502" y="1511"/>
                </a:moveTo>
                <a:lnTo>
                  <a:pt x="6324" y="1638"/>
                </a:lnTo>
                <a:lnTo>
                  <a:pt x="6362" y="1828"/>
                </a:lnTo>
                <a:lnTo>
                  <a:pt x="6248" y="2032"/>
                </a:lnTo>
                <a:lnTo>
                  <a:pt x="6210" y="2400"/>
                </a:lnTo>
                <a:lnTo>
                  <a:pt x="6311" y="2273"/>
                </a:lnTo>
                <a:lnTo>
                  <a:pt x="6324" y="1930"/>
                </a:lnTo>
                <a:lnTo>
                  <a:pt x="6451" y="1714"/>
                </a:lnTo>
                <a:lnTo>
                  <a:pt x="6502" y="1511"/>
                </a:lnTo>
                <a:close/>
              </a:path>
              <a:path w="18414" h="6984">
                <a:moveTo>
                  <a:pt x="6540" y="6642"/>
                </a:moveTo>
                <a:lnTo>
                  <a:pt x="6413" y="6642"/>
                </a:lnTo>
                <a:lnTo>
                  <a:pt x="6426" y="6794"/>
                </a:lnTo>
                <a:lnTo>
                  <a:pt x="6540" y="6642"/>
                </a:lnTo>
                <a:close/>
              </a:path>
              <a:path w="18414" h="6984">
                <a:moveTo>
                  <a:pt x="6692" y="4394"/>
                </a:moveTo>
                <a:lnTo>
                  <a:pt x="6565" y="4432"/>
                </a:lnTo>
                <a:lnTo>
                  <a:pt x="6692" y="4394"/>
                </a:lnTo>
                <a:close/>
              </a:path>
              <a:path w="18414" h="6984">
                <a:moveTo>
                  <a:pt x="6819" y="5575"/>
                </a:moveTo>
                <a:close/>
              </a:path>
              <a:path w="18414" h="6984">
                <a:moveTo>
                  <a:pt x="6883" y="1892"/>
                </a:moveTo>
                <a:lnTo>
                  <a:pt x="6781" y="2044"/>
                </a:lnTo>
                <a:lnTo>
                  <a:pt x="6705" y="2286"/>
                </a:lnTo>
                <a:lnTo>
                  <a:pt x="6819" y="2108"/>
                </a:lnTo>
                <a:lnTo>
                  <a:pt x="6832" y="1943"/>
                </a:lnTo>
                <a:close/>
              </a:path>
              <a:path w="18414" h="6984">
                <a:moveTo>
                  <a:pt x="6896" y="5575"/>
                </a:moveTo>
                <a:close/>
              </a:path>
              <a:path w="18414" h="6984">
                <a:moveTo>
                  <a:pt x="6946" y="3848"/>
                </a:moveTo>
                <a:lnTo>
                  <a:pt x="6807" y="3848"/>
                </a:lnTo>
                <a:lnTo>
                  <a:pt x="6946" y="3848"/>
                </a:lnTo>
                <a:close/>
              </a:path>
              <a:path w="18414" h="6984">
                <a:moveTo>
                  <a:pt x="7086" y="6667"/>
                </a:moveTo>
                <a:lnTo>
                  <a:pt x="6959" y="6667"/>
                </a:lnTo>
                <a:lnTo>
                  <a:pt x="7086" y="6667"/>
                </a:lnTo>
                <a:close/>
              </a:path>
              <a:path w="18414" h="6984">
                <a:moveTo>
                  <a:pt x="7213" y="2717"/>
                </a:moveTo>
                <a:lnTo>
                  <a:pt x="7137" y="2857"/>
                </a:lnTo>
                <a:lnTo>
                  <a:pt x="7213" y="2717"/>
                </a:lnTo>
                <a:close/>
              </a:path>
              <a:path w="18414" h="6984">
                <a:moveTo>
                  <a:pt x="7239" y="12"/>
                </a:moveTo>
                <a:lnTo>
                  <a:pt x="7188" y="279"/>
                </a:lnTo>
                <a:lnTo>
                  <a:pt x="7239" y="12"/>
                </a:lnTo>
                <a:close/>
              </a:path>
              <a:path w="18414" h="6984">
                <a:moveTo>
                  <a:pt x="7327" y="685"/>
                </a:moveTo>
                <a:lnTo>
                  <a:pt x="7264" y="850"/>
                </a:lnTo>
                <a:lnTo>
                  <a:pt x="7327" y="685"/>
                </a:lnTo>
                <a:close/>
              </a:path>
              <a:path w="18414" h="6984">
                <a:moveTo>
                  <a:pt x="7480" y="3162"/>
                </a:moveTo>
                <a:close/>
              </a:path>
              <a:path w="18414" h="6984">
                <a:moveTo>
                  <a:pt x="7581" y="0"/>
                </a:moveTo>
                <a:lnTo>
                  <a:pt x="7442" y="292"/>
                </a:lnTo>
                <a:lnTo>
                  <a:pt x="7467" y="482"/>
                </a:lnTo>
                <a:lnTo>
                  <a:pt x="7327" y="317"/>
                </a:lnTo>
                <a:lnTo>
                  <a:pt x="7404" y="127"/>
                </a:lnTo>
                <a:lnTo>
                  <a:pt x="7366" y="0"/>
                </a:lnTo>
                <a:lnTo>
                  <a:pt x="7239" y="0"/>
                </a:lnTo>
                <a:lnTo>
                  <a:pt x="7302" y="254"/>
                </a:lnTo>
                <a:lnTo>
                  <a:pt x="7302" y="406"/>
                </a:lnTo>
                <a:lnTo>
                  <a:pt x="7302" y="609"/>
                </a:lnTo>
                <a:lnTo>
                  <a:pt x="7391" y="457"/>
                </a:lnTo>
                <a:lnTo>
                  <a:pt x="7569" y="660"/>
                </a:lnTo>
                <a:lnTo>
                  <a:pt x="7518" y="457"/>
                </a:lnTo>
                <a:lnTo>
                  <a:pt x="7581" y="152"/>
                </a:lnTo>
                <a:lnTo>
                  <a:pt x="7581" y="0"/>
                </a:lnTo>
                <a:close/>
              </a:path>
              <a:path w="18414" h="6984">
                <a:moveTo>
                  <a:pt x="7594" y="3683"/>
                </a:moveTo>
                <a:lnTo>
                  <a:pt x="7366" y="3556"/>
                </a:lnTo>
                <a:lnTo>
                  <a:pt x="7327" y="3746"/>
                </a:lnTo>
                <a:lnTo>
                  <a:pt x="7378" y="4114"/>
                </a:lnTo>
                <a:lnTo>
                  <a:pt x="7416" y="3949"/>
                </a:lnTo>
                <a:lnTo>
                  <a:pt x="7569" y="4013"/>
                </a:lnTo>
                <a:lnTo>
                  <a:pt x="7505" y="3860"/>
                </a:lnTo>
                <a:lnTo>
                  <a:pt x="7594" y="3683"/>
                </a:lnTo>
                <a:close/>
              </a:path>
              <a:path w="18414" h="6984">
                <a:moveTo>
                  <a:pt x="7632" y="723"/>
                </a:moveTo>
                <a:lnTo>
                  <a:pt x="7518" y="850"/>
                </a:lnTo>
                <a:lnTo>
                  <a:pt x="7632" y="723"/>
                </a:lnTo>
                <a:close/>
              </a:path>
              <a:path w="18414" h="6984">
                <a:moveTo>
                  <a:pt x="7696" y="6832"/>
                </a:moveTo>
                <a:close/>
              </a:path>
              <a:path w="18414" h="6984">
                <a:moveTo>
                  <a:pt x="7785" y="2438"/>
                </a:moveTo>
                <a:lnTo>
                  <a:pt x="7658" y="2311"/>
                </a:lnTo>
                <a:lnTo>
                  <a:pt x="7632" y="2552"/>
                </a:lnTo>
                <a:lnTo>
                  <a:pt x="7785" y="2438"/>
                </a:lnTo>
                <a:close/>
              </a:path>
              <a:path w="18414" h="6984">
                <a:moveTo>
                  <a:pt x="7874" y="3924"/>
                </a:moveTo>
                <a:close/>
              </a:path>
              <a:path w="18414" h="6984">
                <a:moveTo>
                  <a:pt x="7937" y="38"/>
                </a:moveTo>
                <a:lnTo>
                  <a:pt x="7874" y="215"/>
                </a:lnTo>
                <a:lnTo>
                  <a:pt x="7937" y="38"/>
                </a:lnTo>
                <a:close/>
              </a:path>
              <a:path w="18414" h="6984">
                <a:moveTo>
                  <a:pt x="8064" y="1943"/>
                </a:moveTo>
                <a:lnTo>
                  <a:pt x="8001" y="1587"/>
                </a:lnTo>
                <a:lnTo>
                  <a:pt x="8026" y="1993"/>
                </a:lnTo>
                <a:close/>
              </a:path>
              <a:path w="18414" h="6984">
                <a:moveTo>
                  <a:pt x="8102" y="1981"/>
                </a:moveTo>
                <a:lnTo>
                  <a:pt x="8026" y="2108"/>
                </a:lnTo>
                <a:lnTo>
                  <a:pt x="8102" y="1981"/>
                </a:lnTo>
                <a:close/>
              </a:path>
              <a:path w="18414" h="6984">
                <a:moveTo>
                  <a:pt x="8216" y="2590"/>
                </a:moveTo>
                <a:lnTo>
                  <a:pt x="8191" y="2438"/>
                </a:lnTo>
                <a:lnTo>
                  <a:pt x="8153" y="2590"/>
                </a:lnTo>
                <a:close/>
              </a:path>
              <a:path w="18414" h="6984">
                <a:moveTo>
                  <a:pt x="8229" y="1397"/>
                </a:moveTo>
                <a:lnTo>
                  <a:pt x="8077" y="1460"/>
                </a:lnTo>
                <a:lnTo>
                  <a:pt x="8229" y="1397"/>
                </a:lnTo>
                <a:close/>
              </a:path>
              <a:path w="18414" h="6984">
                <a:moveTo>
                  <a:pt x="8331" y="469"/>
                </a:moveTo>
                <a:lnTo>
                  <a:pt x="8255" y="342"/>
                </a:lnTo>
                <a:lnTo>
                  <a:pt x="8267" y="469"/>
                </a:lnTo>
                <a:close/>
              </a:path>
              <a:path w="18414" h="6984">
                <a:moveTo>
                  <a:pt x="8356" y="2413"/>
                </a:moveTo>
                <a:lnTo>
                  <a:pt x="8331" y="2222"/>
                </a:lnTo>
                <a:lnTo>
                  <a:pt x="8293" y="2095"/>
                </a:lnTo>
                <a:lnTo>
                  <a:pt x="8229" y="1905"/>
                </a:lnTo>
                <a:lnTo>
                  <a:pt x="8356" y="2413"/>
                </a:lnTo>
                <a:close/>
              </a:path>
              <a:path w="18414" h="6984">
                <a:moveTo>
                  <a:pt x="8394" y="2476"/>
                </a:moveTo>
                <a:lnTo>
                  <a:pt x="8267" y="2425"/>
                </a:lnTo>
                <a:lnTo>
                  <a:pt x="8369" y="2717"/>
                </a:lnTo>
                <a:lnTo>
                  <a:pt x="8394" y="2476"/>
                </a:lnTo>
                <a:close/>
              </a:path>
              <a:path w="18414" h="6984">
                <a:moveTo>
                  <a:pt x="8648" y="3200"/>
                </a:moveTo>
                <a:lnTo>
                  <a:pt x="8623" y="3556"/>
                </a:lnTo>
                <a:lnTo>
                  <a:pt x="8648" y="3200"/>
                </a:lnTo>
                <a:close/>
              </a:path>
              <a:path w="18414" h="6984">
                <a:moveTo>
                  <a:pt x="10350" y="1130"/>
                </a:moveTo>
                <a:close/>
              </a:path>
              <a:path w="18414" h="6984">
                <a:moveTo>
                  <a:pt x="18034" y="12"/>
                </a:moveTo>
                <a:lnTo>
                  <a:pt x="18021" y="254"/>
                </a:lnTo>
                <a:lnTo>
                  <a:pt x="18034" y="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bg object 167"/>
          <p:cNvSpPr/>
          <p:nvPr/>
        </p:nvSpPr>
        <p:spPr>
          <a:xfrm>
            <a:off x="2062429" y="1070203"/>
            <a:ext cx="8890" cy="8255"/>
          </a:xfrm>
          <a:custGeom>
            <a:avLst/>
            <a:gdLst/>
            <a:ahLst/>
            <a:cxnLst/>
            <a:rect l="l" t="t" r="r" b="b"/>
            <a:pathLst>
              <a:path w="8889" h="8255">
                <a:moveTo>
                  <a:pt x="5715" y="292"/>
                </a:moveTo>
                <a:lnTo>
                  <a:pt x="5676" y="431"/>
                </a:lnTo>
                <a:lnTo>
                  <a:pt x="5537" y="50"/>
                </a:lnTo>
                <a:lnTo>
                  <a:pt x="4902" y="673"/>
                </a:lnTo>
                <a:lnTo>
                  <a:pt x="5422" y="50"/>
                </a:lnTo>
                <a:lnTo>
                  <a:pt x="4813" y="50"/>
                </a:lnTo>
                <a:lnTo>
                  <a:pt x="0" y="50"/>
                </a:lnTo>
                <a:lnTo>
                  <a:pt x="0" y="736"/>
                </a:lnTo>
                <a:lnTo>
                  <a:pt x="4838" y="736"/>
                </a:lnTo>
                <a:lnTo>
                  <a:pt x="5524" y="736"/>
                </a:lnTo>
                <a:lnTo>
                  <a:pt x="5664" y="850"/>
                </a:lnTo>
                <a:lnTo>
                  <a:pt x="5676" y="482"/>
                </a:lnTo>
                <a:lnTo>
                  <a:pt x="5715" y="292"/>
                </a:lnTo>
                <a:close/>
              </a:path>
              <a:path w="8889" h="8255">
                <a:moveTo>
                  <a:pt x="5981" y="0"/>
                </a:moveTo>
                <a:lnTo>
                  <a:pt x="5905" y="228"/>
                </a:lnTo>
                <a:lnTo>
                  <a:pt x="5956" y="419"/>
                </a:lnTo>
                <a:lnTo>
                  <a:pt x="5981" y="0"/>
                </a:lnTo>
                <a:close/>
              </a:path>
              <a:path w="8889" h="8255">
                <a:moveTo>
                  <a:pt x="6070" y="4953"/>
                </a:moveTo>
                <a:lnTo>
                  <a:pt x="5943" y="4876"/>
                </a:lnTo>
                <a:lnTo>
                  <a:pt x="5943" y="5041"/>
                </a:lnTo>
                <a:lnTo>
                  <a:pt x="6070" y="5054"/>
                </a:lnTo>
                <a:close/>
              </a:path>
              <a:path w="8889" h="8255">
                <a:moveTo>
                  <a:pt x="6121" y="1231"/>
                </a:moveTo>
                <a:lnTo>
                  <a:pt x="5588" y="2438"/>
                </a:lnTo>
                <a:lnTo>
                  <a:pt x="6045" y="1231"/>
                </a:lnTo>
                <a:lnTo>
                  <a:pt x="5905" y="1231"/>
                </a:lnTo>
                <a:lnTo>
                  <a:pt x="5905" y="1028"/>
                </a:lnTo>
                <a:lnTo>
                  <a:pt x="5880" y="1231"/>
                </a:lnTo>
                <a:lnTo>
                  <a:pt x="5765" y="1066"/>
                </a:lnTo>
                <a:lnTo>
                  <a:pt x="5880" y="1231"/>
                </a:lnTo>
                <a:lnTo>
                  <a:pt x="5880" y="990"/>
                </a:lnTo>
                <a:lnTo>
                  <a:pt x="5765" y="812"/>
                </a:lnTo>
                <a:lnTo>
                  <a:pt x="5740" y="965"/>
                </a:lnTo>
                <a:lnTo>
                  <a:pt x="5638" y="1231"/>
                </a:lnTo>
                <a:lnTo>
                  <a:pt x="4495" y="1231"/>
                </a:lnTo>
                <a:lnTo>
                  <a:pt x="4483" y="939"/>
                </a:lnTo>
                <a:lnTo>
                  <a:pt x="0" y="939"/>
                </a:lnTo>
                <a:lnTo>
                  <a:pt x="0" y="5575"/>
                </a:lnTo>
                <a:lnTo>
                  <a:pt x="5943" y="5575"/>
                </a:lnTo>
                <a:lnTo>
                  <a:pt x="5918" y="4216"/>
                </a:lnTo>
                <a:lnTo>
                  <a:pt x="5918" y="3962"/>
                </a:lnTo>
                <a:lnTo>
                  <a:pt x="5791" y="4216"/>
                </a:lnTo>
                <a:lnTo>
                  <a:pt x="5753" y="3962"/>
                </a:lnTo>
                <a:lnTo>
                  <a:pt x="4686" y="3962"/>
                </a:lnTo>
                <a:lnTo>
                  <a:pt x="4864" y="3441"/>
                </a:lnTo>
                <a:lnTo>
                  <a:pt x="5905" y="3441"/>
                </a:lnTo>
                <a:lnTo>
                  <a:pt x="5892" y="2438"/>
                </a:lnTo>
                <a:lnTo>
                  <a:pt x="6032" y="2438"/>
                </a:lnTo>
                <a:lnTo>
                  <a:pt x="6121" y="1231"/>
                </a:lnTo>
                <a:close/>
              </a:path>
              <a:path w="8889" h="8255">
                <a:moveTo>
                  <a:pt x="6121" y="990"/>
                </a:moveTo>
                <a:lnTo>
                  <a:pt x="6032" y="850"/>
                </a:lnTo>
                <a:lnTo>
                  <a:pt x="6057" y="1016"/>
                </a:lnTo>
                <a:close/>
              </a:path>
              <a:path w="8889" h="8255">
                <a:moveTo>
                  <a:pt x="6134" y="3352"/>
                </a:moveTo>
                <a:lnTo>
                  <a:pt x="6121" y="3175"/>
                </a:lnTo>
                <a:lnTo>
                  <a:pt x="5994" y="3136"/>
                </a:lnTo>
                <a:lnTo>
                  <a:pt x="6070" y="3276"/>
                </a:lnTo>
                <a:lnTo>
                  <a:pt x="6045" y="3403"/>
                </a:lnTo>
                <a:close/>
              </a:path>
              <a:path w="8889" h="8255">
                <a:moveTo>
                  <a:pt x="6159" y="7594"/>
                </a:moveTo>
                <a:lnTo>
                  <a:pt x="6121" y="7467"/>
                </a:lnTo>
                <a:lnTo>
                  <a:pt x="6045" y="7670"/>
                </a:lnTo>
                <a:close/>
              </a:path>
              <a:path w="8889" h="8255">
                <a:moveTo>
                  <a:pt x="6159" y="3505"/>
                </a:moveTo>
                <a:close/>
              </a:path>
              <a:path w="8889" h="8255">
                <a:moveTo>
                  <a:pt x="6197" y="3098"/>
                </a:moveTo>
                <a:close/>
              </a:path>
              <a:path w="8889" h="8255">
                <a:moveTo>
                  <a:pt x="6235" y="4483"/>
                </a:moveTo>
                <a:lnTo>
                  <a:pt x="6121" y="4330"/>
                </a:lnTo>
                <a:lnTo>
                  <a:pt x="6083" y="4546"/>
                </a:lnTo>
                <a:lnTo>
                  <a:pt x="6235" y="4483"/>
                </a:lnTo>
                <a:close/>
              </a:path>
              <a:path w="8889" h="8255">
                <a:moveTo>
                  <a:pt x="6235" y="2794"/>
                </a:moveTo>
                <a:lnTo>
                  <a:pt x="6159" y="2641"/>
                </a:lnTo>
                <a:lnTo>
                  <a:pt x="6235" y="2794"/>
                </a:lnTo>
                <a:close/>
              </a:path>
              <a:path w="8889" h="8255">
                <a:moveTo>
                  <a:pt x="6248" y="4584"/>
                </a:moveTo>
                <a:lnTo>
                  <a:pt x="6083" y="4699"/>
                </a:lnTo>
                <a:lnTo>
                  <a:pt x="6248" y="4584"/>
                </a:lnTo>
                <a:close/>
              </a:path>
              <a:path w="8889" h="8255">
                <a:moveTo>
                  <a:pt x="6248" y="0"/>
                </a:moveTo>
                <a:close/>
              </a:path>
              <a:path w="8889" h="8255">
                <a:moveTo>
                  <a:pt x="6261" y="3822"/>
                </a:moveTo>
                <a:lnTo>
                  <a:pt x="6121" y="3619"/>
                </a:lnTo>
                <a:lnTo>
                  <a:pt x="6083" y="3835"/>
                </a:lnTo>
                <a:lnTo>
                  <a:pt x="6019" y="4051"/>
                </a:lnTo>
                <a:lnTo>
                  <a:pt x="6019" y="4305"/>
                </a:lnTo>
                <a:lnTo>
                  <a:pt x="6083" y="4127"/>
                </a:lnTo>
                <a:lnTo>
                  <a:pt x="6235" y="4165"/>
                </a:lnTo>
                <a:lnTo>
                  <a:pt x="6197" y="3822"/>
                </a:lnTo>
                <a:close/>
              </a:path>
              <a:path w="8889" h="8255">
                <a:moveTo>
                  <a:pt x="6324" y="0"/>
                </a:moveTo>
                <a:close/>
              </a:path>
              <a:path w="8889" h="8255">
                <a:moveTo>
                  <a:pt x="6337" y="3454"/>
                </a:moveTo>
                <a:lnTo>
                  <a:pt x="6286" y="3314"/>
                </a:lnTo>
                <a:lnTo>
                  <a:pt x="6184" y="3187"/>
                </a:lnTo>
                <a:lnTo>
                  <a:pt x="6184" y="3619"/>
                </a:lnTo>
                <a:lnTo>
                  <a:pt x="6337" y="3759"/>
                </a:lnTo>
                <a:lnTo>
                  <a:pt x="6337" y="3454"/>
                </a:lnTo>
                <a:close/>
              </a:path>
              <a:path w="8889" h="8255">
                <a:moveTo>
                  <a:pt x="6400" y="3327"/>
                </a:moveTo>
                <a:lnTo>
                  <a:pt x="6388" y="3467"/>
                </a:lnTo>
                <a:lnTo>
                  <a:pt x="6400" y="3327"/>
                </a:lnTo>
                <a:close/>
              </a:path>
              <a:path w="8889" h="8255">
                <a:moveTo>
                  <a:pt x="6464" y="3149"/>
                </a:moveTo>
                <a:lnTo>
                  <a:pt x="6438" y="3009"/>
                </a:lnTo>
                <a:lnTo>
                  <a:pt x="6464" y="3149"/>
                </a:lnTo>
                <a:close/>
              </a:path>
              <a:path w="8889" h="8255">
                <a:moveTo>
                  <a:pt x="6464" y="1397"/>
                </a:moveTo>
                <a:lnTo>
                  <a:pt x="6438" y="1244"/>
                </a:lnTo>
                <a:lnTo>
                  <a:pt x="6464" y="1397"/>
                </a:lnTo>
                <a:close/>
              </a:path>
              <a:path w="8889" h="8255">
                <a:moveTo>
                  <a:pt x="6477" y="4089"/>
                </a:moveTo>
                <a:lnTo>
                  <a:pt x="6426" y="3898"/>
                </a:lnTo>
                <a:lnTo>
                  <a:pt x="6337" y="3759"/>
                </a:lnTo>
                <a:lnTo>
                  <a:pt x="6299" y="3949"/>
                </a:lnTo>
                <a:lnTo>
                  <a:pt x="6477" y="4089"/>
                </a:lnTo>
                <a:close/>
              </a:path>
              <a:path w="8889" h="8255">
                <a:moveTo>
                  <a:pt x="6667" y="1193"/>
                </a:moveTo>
                <a:lnTo>
                  <a:pt x="6540" y="1168"/>
                </a:lnTo>
                <a:lnTo>
                  <a:pt x="6629" y="1320"/>
                </a:lnTo>
                <a:lnTo>
                  <a:pt x="6667" y="1193"/>
                </a:lnTo>
                <a:close/>
              </a:path>
              <a:path w="8889" h="8255">
                <a:moveTo>
                  <a:pt x="6794" y="7594"/>
                </a:moveTo>
                <a:lnTo>
                  <a:pt x="6718" y="7416"/>
                </a:lnTo>
                <a:lnTo>
                  <a:pt x="6680" y="7772"/>
                </a:lnTo>
                <a:lnTo>
                  <a:pt x="6794" y="7594"/>
                </a:lnTo>
                <a:close/>
              </a:path>
              <a:path w="8889" h="8255">
                <a:moveTo>
                  <a:pt x="6858" y="3708"/>
                </a:moveTo>
                <a:lnTo>
                  <a:pt x="6832" y="3505"/>
                </a:lnTo>
                <a:lnTo>
                  <a:pt x="6680" y="3314"/>
                </a:lnTo>
                <a:lnTo>
                  <a:pt x="6718" y="3657"/>
                </a:lnTo>
                <a:lnTo>
                  <a:pt x="6858" y="3708"/>
                </a:lnTo>
                <a:close/>
              </a:path>
              <a:path w="8889" h="8255">
                <a:moveTo>
                  <a:pt x="6858" y="1943"/>
                </a:moveTo>
                <a:lnTo>
                  <a:pt x="6756" y="1790"/>
                </a:lnTo>
                <a:lnTo>
                  <a:pt x="6858" y="1943"/>
                </a:lnTo>
                <a:close/>
              </a:path>
              <a:path w="8889" h="8255">
                <a:moveTo>
                  <a:pt x="6870" y="0"/>
                </a:moveTo>
                <a:close/>
              </a:path>
              <a:path w="8889" h="8255">
                <a:moveTo>
                  <a:pt x="6921" y="1765"/>
                </a:moveTo>
                <a:lnTo>
                  <a:pt x="6781" y="1765"/>
                </a:lnTo>
                <a:lnTo>
                  <a:pt x="6921" y="1765"/>
                </a:lnTo>
                <a:close/>
              </a:path>
              <a:path w="8889" h="8255">
                <a:moveTo>
                  <a:pt x="7188" y="2882"/>
                </a:moveTo>
                <a:lnTo>
                  <a:pt x="7175" y="2743"/>
                </a:lnTo>
                <a:lnTo>
                  <a:pt x="7112" y="2882"/>
                </a:lnTo>
                <a:close/>
              </a:path>
              <a:path w="8889" h="8255">
                <a:moveTo>
                  <a:pt x="7213" y="5575"/>
                </a:moveTo>
                <a:lnTo>
                  <a:pt x="7162" y="5334"/>
                </a:lnTo>
                <a:lnTo>
                  <a:pt x="7162" y="5575"/>
                </a:lnTo>
                <a:close/>
              </a:path>
              <a:path w="8889" h="8255">
                <a:moveTo>
                  <a:pt x="7302" y="1600"/>
                </a:moveTo>
                <a:lnTo>
                  <a:pt x="7264" y="1435"/>
                </a:lnTo>
                <a:lnTo>
                  <a:pt x="7264" y="1600"/>
                </a:lnTo>
                <a:close/>
              </a:path>
              <a:path w="8889" h="8255">
                <a:moveTo>
                  <a:pt x="7454" y="2425"/>
                </a:moveTo>
                <a:lnTo>
                  <a:pt x="7416" y="2552"/>
                </a:lnTo>
                <a:lnTo>
                  <a:pt x="7454" y="2425"/>
                </a:lnTo>
                <a:close/>
              </a:path>
              <a:path w="8889" h="8255">
                <a:moveTo>
                  <a:pt x="7556" y="5435"/>
                </a:moveTo>
                <a:lnTo>
                  <a:pt x="7493" y="5130"/>
                </a:lnTo>
                <a:lnTo>
                  <a:pt x="7543" y="4927"/>
                </a:lnTo>
                <a:lnTo>
                  <a:pt x="7366" y="5130"/>
                </a:lnTo>
                <a:lnTo>
                  <a:pt x="7302" y="4902"/>
                </a:lnTo>
                <a:lnTo>
                  <a:pt x="7239" y="4737"/>
                </a:lnTo>
                <a:lnTo>
                  <a:pt x="7277" y="4978"/>
                </a:lnTo>
                <a:lnTo>
                  <a:pt x="7226" y="5194"/>
                </a:lnTo>
                <a:lnTo>
                  <a:pt x="7277" y="5334"/>
                </a:lnTo>
                <a:lnTo>
                  <a:pt x="7239" y="5575"/>
                </a:lnTo>
                <a:lnTo>
                  <a:pt x="7378" y="5473"/>
                </a:lnTo>
                <a:lnTo>
                  <a:pt x="7302" y="5283"/>
                </a:lnTo>
                <a:lnTo>
                  <a:pt x="7442" y="5130"/>
                </a:lnTo>
                <a:lnTo>
                  <a:pt x="7429" y="5346"/>
                </a:lnTo>
                <a:lnTo>
                  <a:pt x="7480" y="5511"/>
                </a:lnTo>
                <a:close/>
              </a:path>
              <a:path w="8889" h="8255">
                <a:moveTo>
                  <a:pt x="7569" y="1905"/>
                </a:moveTo>
                <a:lnTo>
                  <a:pt x="7480" y="1727"/>
                </a:lnTo>
                <a:lnTo>
                  <a:pt x="7543" y="1574"/>
                </a:lnTo>
                <a:lnTo>
                  <a:pt x="7391" y="1651"/>
                </a:lnTo>
                <a:lnTo>
                  <a:pt x="7454" y="1397"/>
                </a:lnTo>
                <a:lnTo>
                  <a:pt x="7378" y="1841"/>
                </a:lnTo>
                <a:lnTo>
                  <a:pt x="7340" y="2044"/>
                </a:lnTo>
                <a:lnTo>
                  <a:pt x="7480" y="1905"/>
                </a:lnTo>
                <a:close/>
              </a:path>
              <a:path w="8889" h="8255">
                <a:moveTo>
                  <a:pt x="7607" y="6223"/>
                </a:moveTo>
                <a:lnTo>
                  <a:pt x="7493" y="6350"/>
                </a:lnTo>
                <a:lnTo>
                  <a:pt x="7607" y="6223"/>
                </a:lnTo>
                <a:close/>
              </a:path>
              <a:path w="8889" h="8255">
                <a:moveTo>
                  <a:pt x="7607" y="4749"/>
                </a:moveTo>
                <a:lnTo>
                  <a:pt x="7607" y="4876"/>
                </a:lnTo>
                <a:lnTo>
                  <a:pt x="7607" y="4749"/>
                </a:lnTo>
                <a:close/>
              </a:path>
              <a:path w="8889" h="8255">
                <a:moveTo>
                  <a:pt x="7759" y="3175"/>
                </a:moveTo>
                <a:lnTo>
                  <a:pt x="7607" y="3060"/>
                </a:lnTo>
                <a:lnTo>
                  <a:pt x="7632" y="3289"/>
                </a:lnTo>
                <a:lnTo>
                  <a:pt x="7759" y="3175"/>
                </a:lnTo>
                <a:close/>
              </a:path>
              <a:path w="8889" h="8255">
                <a:moveTo>
                  <a:pt x="7797" y="5156"/>
                </a:moveTo>
                <a:lnTo>
                  <a:pt x="7696" y="5461"/>
                </a:lnTo>
                <a:lnTo>
                  <a:pt x="7797" y="5156"/>
                </a:lnTo>
                <a:close/>
              </a:path>
              <a:path w="8889" h="8255">
                <a:moveTo>
                  <a:pt x="7848" y="1676"/>
                </a:moveTo>
                <a:close/>
              </a:path>
              <a:path w="8889" h="8255">
                <a:moveTo>
                  <a:pt x="7861" y="5130"/>
                </a:moveTo>
                <a:lnTo>
                  <a:pt x="7823" y="4902"/>
                </a:lnTo>
                <a:lnTo>
                  <a:pt x="7797" y="5156"/>
                </a:lnTo>
                <a:close/>
              </a:path>
              <a:path w="8889" h="8255">
                <a:moveTo>
                  <a:pt x="7912" y="5537"/>
                </a:moveTo>
                <a:lnTo>
                  <a:pt x="7848" y="5359"/>
                </a:lnTo>
                <a:lnTo>
                  <a:pt x="7797" y="5499"/>
                </a:lnTo>
                <a:close/>
              </a:path>
              <a:path w="8889" h="8255">
                <a:moveTo>
                  <a:pt x="8039" y="3644"/>
                </a:moveTo>
                <a:lnTo>
                  <a:pt x="7975" y="4013"/>
                </a:lnTo>
                <a:lnTo>
                  <a:pt x="8039" y="3644"/>
                </a:lnTo>
                <a:close/>
              </a:path>
              <a:path w="8889" h="8255">
                <a:moveTo>
                  <a:pt x="8077" y="3619"/>
                </a:moveTo>
                <a:lnTo>
                  <a:pt x="8051" y="3492"/>
                </a:lnTo>
                <a:lnTo>
                  <a:pt x="8077" y="3619"/>
                </a:lnTo>
                <a:close/>
              </a:path>
              <a:path w="8889" h="8255">
                <a:moveTo>
                  <a:pt x="8191" y="2997"/>
                </a:moveTo>
                <a:lnTo>
                  <a:pt x="8166" y="3162"/>
                </a:lnTo>
                <a:lnTo>
                  <a:pt x="8191" y="2997"/>
                </a:lnTo>
                <a:close/>
              </a:path>
              <a:path w="8889" h="8255">
                <a:moveTo>
                  <a:pt x="8204" y="4191"/>
                </a:moveTo>
                <a:lnTo>
                  <a:pt x="8115" y="4051"/>
                </a:lnTo>
                <a:lnTo>
                  <a:pt x="8191" y="4292"/>
                </a:lnTo>
                <a:close/>
              </a:path>
              <a:path w="8889" h="8255">
                <a:moveTo>
                  <a:pt x="8305" y="5956"/>
                </a:moveTo>
                <a:close/>
              </a:path>
              <a:path w="8889" h="8255">
                <a:moveTo>
                  <a:pt x="8305" y="5118"/>
                </a:moveTo>
                <a:lnTo>
                  <a:pt x="8229" y="5245"/>
                </a:lnTo>
                <a:lnTo>
                  <a:pt x="8305" y="5118"/>
                </a:lnTo>
                <a:close/>
              </a:path>
              <a:path w="8889" h="8255">
                <a:moveTo>
                  <a:pt x="8331" y="3175"/>
                </a:moveTo>
                <a:lnTo>
                  <a:pt x="8204" y="3683"/>
                </a:lnTo>
                <a:lnTo>
                  <a:pt x="8280" y="3492"/>
                </a:lnTo>
                <a:lnTo>
                  <a:pt x="8305" y="3340"/>
                </a:lnTo>
                <a:lnTo>
                  <a:pt x="8331" y="3175"/>
                </a:lnTo>
                <a:close/>
              </a:path>
              <a:path w="8889" h="8255">
                <a:moveTo>
                  <a:pt x="8369" y="3111"/>
                </a:moveTo>
                <a:lnTo>
                  <a:pt x="8343" y="2882"/>
                </a:lnTo>
                <a:lnTo>
                  <a:pt x="8242" y="3175"/>
                </a:lnTo>
                <a:lnTo>
                  <a:pt x="8369" y="3111"/>
                </a:lnTo>
                <a:close/>
              </a:path>
              <a:path w="8889" h="8255">
                <a:moveTo>
                  <a:pt x="8470" y="5588"/>
                </a:moveTo>
                <a:lnTo>
                  <a:pt x="8356" y="5397"/>
                </a:lnTo>
                <a:lnTo>
                  <a:pt x="8191" y="5410"/>
                </a:lnTo>
                <a:lnTo>
                  <a:pt x="8242" y="5575"/>
                </a:lnTo>
                <a:lnTo>
                  <a:pt x="8470" y="5588"/>
                </a:lnTo>
                <a:close/>
              </a:path>
              <a:path w="8889" h="8255">
                <a:moveTo>
                  <a:pt x="8623" y="2387"/>
                </a:moveTo>
                <a:lnTo>
                  <a:pt x="8597" y="2044"/>
                </a:lnTo>
                <a:lnTo>
                  <a:pt x="8585" y="23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bg object 168"/>
          <p:cNvSpPr/>
          <p:nvPr/>
        </p:nvSpPr>
        <p:spPr>
          <a:xfrm>
            <a:off x="2062315" y="1058214"/>
            <a:ext cx="18415" cy="27305"/>
          </a:xfrm>
          <a:custGeom>
            <a:avLst/>
            <a:gdLst/>
            <a:ahLst/>
            <a:cxnLst/>
            <a:rect l="l" t="t" r="r" b="b"/>
            <a:pathLst>
              <a:path w="18414" h="27305">
                <a:moveTo>
                  <a:pt x="5778" y="19634"/>
                </a:moveTo>
                <a:lnTo>
                  <a:pt x="4978" y="19634"/>
                </a:lnTo>
                <a:lnTo>
                  <a:pt x="4927" y="19469"/>
                </a:lnTo>
                <a:lnTo>
                  <a:pt x="0" y="19469"/>
                </a:lnTo>
                <a:lnTo>
                  <a:pt x="0" y="23075"/>
                </a:lnTo>
                <a:lnTo>
                  <a:pt x="88" y="25438"/>
                </a:lnTo>
                <a:lnTo>
                  <a:pt x="127" y="26479"/>
                </a:lnTo>
                <a:lnTo>
                  <a:pt x="977" y="26911"/>
                </a:lnTo>
                <a:lnTo>
                  <a:pt x="4292" y="22999"/>
                </a:lnTo>
                <a:lnTo>
                  <a:pt x="4838" y="22326"/>
                </a:lnTo>
                <a:lnTo>
                  <a:pt x="4775" y="21780"/>
                </a:lnTo>
                <a:lnTo>
                  <a:pt x="5562" y="21780"/>
                </a:lnTo>
                <a:lnTo>
                  <a:pt x="5092" y="20662"/>
                </a:lnTo>
                <a:lnTo>
                  <a:pt x="5740" y="20662"/>
                </a:lnTo>
                <a:lnTo>
                  <a:pt x="5778" y="19634"/>
                </a:lnTo>
                <a:close/>
              </a:path>
              <a:path w="18414" h="27305">
                <a:moveTo>
                  <a:pt x="5791" y="18999"/>
                </a:moveTo>
                <a:lnTo>
                  <a:pt x="0" y="18999"/>
                </a:lnTo>
                <a:lnTo>
                  <a:pt x="0" y="19138"/>
                </a:lnTo>
                <a:lnTo>
                  <a:pt x="5791" y="19138"/>
                </a:lnTo>
                <a:lnTo>
                  <a:pt x="5791" y="18999"/>
                </a:lnTo>
                <a:close/>
              </a:path>
              <a:path w="18414" h="27305">
                <a:moveTo>
                  <a:pt x="5969" y="18796"/>
                </a:moveTo>
                <a:lnTo>
                  <a:pt x="5803" y="18796"/>
                </a:lnTo>
                <a:lnTo>
                  <a:pt x="5791" y="18999"/>
                </a:lnTo>
                <a:lnTo>
                  <a:pt x="5930" y="18999"/>
                </a:lnTo>
                <a:lnTo>
                  <a:pt x="5969" y="18796"/>
                </a:lnTo>
                <a:close/>
              </a:path>
              <a:path w="18414" h="27305">
                <a:moveTo>
                  <a:pt x="5969" y="17551"/>
                </a:moveTo>
                <a:lnTo>
                  <a:pt x="0" y="17551"/>
                </a:lnTo>
                <a:lnTo>
                  <a:pt x="0" y="18796"/>
                </a:lnTo>
                <a:lnTo>
                  <a:pt x="5803" y="18796"/>
                </a:lnTo>
                <a:lnTo>
                  <a:pt x="5829" y="17856"/>
                </a:lnTo>
                <a:lnTo>
                  <a:pt x="5969" y="17856"/>
                </a:lnTo>
                <a:lnTo>
                  <a:pt x="5969" y="17551"/>
                </a:lnTo>
                <a:close/>
              </a:path>
              <a:path w="18414" h="27305">
                <a:moveTo>
                  <a:pt x="6184" y="18021"/>
                </a:moveTo>
                <a:lnTo>
                  <a:pt x="6057" y="18034"/>
                </a:lnTo>
                <a:lnTo>
                  <a:pt x="6057" y="18211"/>
                </a:lnTo>
                <a:lnTo>
                  <a:pt x="6184" y="18135"/>
                </a:lnTo>
                <a:close/>
              </a:path>
              <a:path w="18414" h="27305">
                <a:moveTo>
                  <a:pt x="6235" y="17551"/>
                </a:moveTo>
                <a:lnTo>
                  <a:pt x="5969" y="17551"/>
                </a:lnTo>
                <a:lnTo>
                  <a:pt x="6070" y="17856"/>
                </a:lnTo>
                <a:lnTo>
                  <a:pt x="6235" y="17856"/>
                </a:lnTo>
                <a:lnTo>
                  <a:pt x="6235" y="17551"/>
                </a:lnTo>
                <a:close/>
              </a:path>
              <a:path w="18414" h="27305">
                <a:moveTo>
                  <a:pt x="6248" y="19710"/>
                </a:moveTo>
                <a:lnTo>
                  <a:pt x="6096" y="19862"/>
                </a:lnTo>
                <a:lnTo>
                  <a:pt x="6235" y="19888"/>
                </a:lnTo>
                <a:lnTo>
                  <a:pt x="6235" y="19761"/>
                </a:lnTo>
                <a:close/>
              </a:path>
              <a:path w="18414" h="27305">
                <a:moveTo>
                  <a:pt x="6311" y="19977"/>
                </a:moveTo>
                <a:close/>
              </a:path>
              <a:path w="18414" h="27305">
                <a:moveTo>
                  <a:pt x="6311" y="18338"/>
                </a:moveTo>
                <a:lnTo>
                  <a:pt x="6184" y="18338"/>
                </a:lnTo>
                <a:lnTo>
                  <a:pt x="6311" y="18376"/>
                </a:lnTo>
                <a:close/>
              </a:path>
              <a:path w="18414" h="27305">
                <a:moveTo>
                  <a:pt x="6350" y="20269"/>
                </a:moveTo>
                <a:lnTo>
                  <a:pt x="6273" y="20447"/>
                </a:lnTo>
                <a:lnTo>
                  <a:pt x="6350" y="20269"/>
                </a:lnTo>
                <a:close/>
              </a:path>
              <a:path w="18414" h="27305">
                <a:moveTo>
                  <a:pt x="6350" y="18605"/>
                </a:moveTo>
                <a:lnTo>
                  <a:pt x="6210" y="18554"/>
                </a:lnTo>
                <a:lnTo>
                  <a:pt x="6235" y="18757"/>
                </a:lnTo>
                <a:lnTo>
                  <a:pt x="6350" y="18605"/>
                </a:lnTo>
                <a:close/>
              </a:path>
              <a:path w="18414" h="27305">
                <a:moveTo>
                  <a:pt x="6375" y="19265"/>
                </a:moveTo>
                <a:lnTo>
                  <a:pt x="6350" y="18910"/>
                </a:lnTo>
                <a:lnTo>
                  <a:pt x="6197" y="18961"/>
                </a:lnTo>
                <a:lnTo>
                  <a:pt x="6197" y="18783"/>
                </a:lnTo>
                <a:lnTo>
                  <a:pt x="6184" y="19088"/>
                </a:lnTo>
                <a:lnTo>
                  <a:pt x="6134" y="19265"/>
                </a:lnTo>
                <a:lnTo>
                  <a:pt x="6235" y="19456"/>
                </a:lnTo>
                <a:lnTo>
                  <a:pt x="6273" y="19291"/>
                </a:lnTo>
                <a:close/>
              </a:path>
              <a:path w="18414" h="27305">
                <a:moveTo>
                  <a:pt x="6515" y="19748"/>
                </a:moveTo>
                <a:lnTo>
                  <a:pt x="6502" y="19596"/>
                </a:lnTo>
                <a:lnTo>
                  <a:pt x="6515" y="19748"/>
                </a:lnTo>
                <a:close/>
              </a:path>
              <a:path w="18414" h="27305">
                <a:moveTo>
                  <a:pt x="6578" y="19951"/>
                </a:moveTo>
                <a:lnTo>
                  <a:pt x="6553" y="20078"/>
                </a:lnTo>
                <a:lnTo>
                  <a:pt x="6578" y="19951"/>
                </a:lnTo>
                <a:close/>
              </a:path>
              <a:path w="18414" h="27305">
                <a:moveTo>
                  <a:pt x="6591" y="18999"/>
                </a:moveTo>
                <a:lnTo>
                  <a:pt x="6413" y="19126"/>
                </a:lnTo>
                <a:lnTo>
                  <a:pt x="6451" y="19329"/>
                </a:lnTo>
                <a:lnTo>
                  <a:pt x="6337" y="19519"/>
                </a:lnTo>
                <a:lnTo>
                  <a:pt x="6299" y="19888"/>
                </a:lnTo>
                <a:lnTo>
                  <a:pt x="6362" y="19659"/>
                </a:lnTo>
                <a:lnTo>
                  <a:pt x="6413" y="19431"/>
                </a:lnTo>
                <a:lnTo>
                  <a:pt x="6540" y="19189"/>
                </a:lnTo>
                <a:lnTo>
                  <a:pt x="6591" y="18999"/>
                </a:lnTo>
                <a:close/>
              </a:path>
              <a:path w="18414" h="27305">
                <a:moveTo>
                  <a:pt x="6972" y="19367"/>
                </a:moveTo>
                <a:lnTo>
                  <a:pt x="6870" y="19545"/>
                </a:lnTo>
                <a:lnTo>
                  <a:pt x="6972" y="19367"/>
                </a:lnTo>
                <a:close/>
              </a:path>
              <a:path w="18414" h="27305">
                <a:moveTo>
                  <a:pt x="7327" y="17487"/>
                </a:moveTo>
                <a:lnTo>
                  <a:pt x="7277" y="17741"/>
                </a:lnTo>
                <a:lnTo>
                  <a:pt x="7327" y="17487"/>
                </a:lnTo>
                <a:close/>
              </a:path>
              <a:path w="18414" h="27305">
                <a:moveTo>
                  <a:pt x="7416" y="18186"/>
                </a:moveTo>
                <a:lnTo>
                  <a:pt x="7353" y="18351"/>
                </a:lnTo>
                <a:lnTo>
                  <a:pt x="7416" y="18186"/>
                </a:lnTo>
                <a:close/>
              </a:path>
              <a:path w="18414" h="27305">
                <a:moveTo>
                  <a:pt x="7670" y="17500"/>
                </a:moveTo>
                <a:lnTo>
                  <a:pt x="7531" y="17805"/>
                </a:lnTo>
                <a:lnTo>
                  <a:pt x="7556" y="17983"/>
                </a:lnTo>
                <a:lnTo>
                  <a:pt x="7416" y="17830"/>
                </a:lnTo>
                <a:lnTo>
                  <a:pt x="7493" y="17640"/>
                </a:lnTo>
                <a:lnTo>
                  <a:pt x="7454" y="17513"/>
                </a:lnTo>
                <a:lnTo>
                  <a:pt x="7391" y="17729"/>
                </a:lnTo>
                <a:lnTo>
                  <a:pt x="7391" y="17894"/>
                </a:lnTo>
                <a:lnTo>
                  <a:pt x="7391" y="18110"/>
                </a:lnTo>
                <a:lnTo>
                  <a:pt x="7480" y="17970"/>
                </a:lnTo>
                <a:lnTo>
                  <a:pt x="7658" y="18161"/>
                </a:lnTo>
                <a:lnTo>
                  <a:pt x="7607" y="17970"/>
                </a:lnTo>
                <a:lnTo>
                  <a:pt x="7670" y="17653"/>
                </a:lnTo>
                <a:lnTo>
                  <a:pt x="7670" y="17500"/>
                </a:lnTo>
                <a:close/>
              </a:path>
              <a:path w="18414" h="27305">
                <a:moveTo>
                  <a:pt x="7912" y="17932"/>
                </a:moveTo>
                <a:lnTo>
                  <a:pt x="7810" y="17640"/>
                </a:lnTo>
                <a:lnTo>
                  <a:pt x="7810" y="17830"/>
                </a:lnTo>
                <a:close/>
              </a:path>
              <a:path w="18414" h="27305">
                <a:moveTo>
                  <a:pt x="7975" y="17957"/>
                </a:moveTo>
                <a:lnTo>
                  <a:pt x="7874" y="18161"/>
                </a:lnTo>
                <a:lnTo>
                  <a:pt x="7975" y="17957"/>
                </a:lnTo>
                <a:close/>
              </a:path>
              <a:path w="18414" h="27305">
                <a:moveTo>
                  <a:pt x="8026" y="17526"/>
                </a:moveTo>
                <a:lnTo>
                  <a:pt x="7962" y="17716"/>
                </a:lnTo>
                <a:lnTo>
                  <a:pt x="8026" y="17526"/>
                </a:lnTo>
                <a:close/>
              </a:path>
              <a:path w="18414" h="27305">
                <a:moveTo>
                  <a:pt x="8420" y="17945"/>
                </a:moveTo>
                <a:close/>
              </a:path>
              <a:path w="18414" h="27305">
                <a:moveTo>
                  <a:pt x="16141" y="8864"/>
                </a:moveTo>
                <a:lnTo>
                  <a:pt x="15925" y="8890"/>
                </a:lnTo>
                <a:lnTo>
                  <a:pt x="16052" y="8991"/>
                </a:lnTo>
                <a:lnTo>
                  <a:pt x="16141" y="8864"/>
                </a:lnTo>
                <a:close/>
              </a:path>
              <a:path w="18414" h="27305">
                <a:moveTo>
                  <a:pt x="16141" y="3581"/>
                </a:moveTo>
                <a:lnTo>
                  <a:pt x="16014" y="3441"/>
                </a:lnTo>
                <a:lnTo>
                  <a:pt x="15875" y="3606"/>
                </a:lnTo>
                <a:lnTo>
                  <a:pt x="16027" y="3733"/>
                </a:lnTo>
                <a:lnTo>
                  <a:pt x="16141" y="3581"/>
                </a:lnTo>
                <a:close/>
              </a:path>
              <a:path w="18414" h="27305">
                <a:moveTo>
                  <a:pt x="16154" y="8204"/>
                </a:moveTo>
                <a:lnTo>
                  <a:pt x="15989" y="8115"/>
                </a:lnTo>
                <a:lnTo>
                  <a:pt x="15887" y="8305"/>
                </a:lnTo>
                <a:lnTo>
                  <a:pt x="16090" y="8407"/>
                </a:lnTo>
                <a:lnTo>
                  <a:pt x="16154" y="8204"/>
                </a:lnTo>
                <a:close/>
              </a:path>
              <a:path w="18414" h="27305">
                <a:moveTo>
                  <a:pt x="16154" y="6324"/>
                </a:moveTo>
                <a:lnTo>
                  <a:pt x="15976" y="6248"/>
                </a:lnTo>
                <a:lnTo>
                  <a:pt x="15849" y="6438"/>
                </a:lnTo>
                <a:lnTo>
                  <a:pt x="16065" y="6553"/>
                </a:lnTo>
                <a:lnTo>
                  <a:pt x="16154" y="6324"/>
                </a:lnTo>
                <a:close/>
              </a:path>
              <a:path w="18414" h="27305">
                <a:moveTo>
                  <a:pt x="16167" y="1612"/>
                </a:moveTo>
                <a:lnTo>
                  <a:pt x="15989" y="1498"/>
                </a:lnTo>
                <a:lnTo>
                  <a:pt x="15862" y="1689"/>
                </a:lnTo>
                <a:lnTo>
                  <a:pt x="16052" y="1803"/>
                </a:lnTo>
                <a:lnTo>
                  <a:pt x="16167" y="1612"/>
                </a:lnTo>
                <a:close/>
              </a:path>
              <a:path w="18414" h="27305">
                <a:moveTo>
                  <a:pt x="16167" y="355"/>
                </a:moveTo>
                <a:lnTo>
                  <a:pt x="16040" y="279"/>
                </a:lnTo>
                <a:lnTo>
                  <a:pt x="15976" y="406"/>
                </a:lnTo>
                <a:lnTo>
                  <a:pt x="16116" y="482"/>
                </a:lnTo>
                <a:lnTo>
                  <a:pt x="16167" y="355"/>
                </a:lnTo>
                <a:close/>
              </a:path>
              <a:path w="18414" h="27305">
                <a:moveTo>
                  <a:pt x="16230" y="1943"/>
                </a:moveTo>
                <a:lnTo>
                  <a:pt x="16065" y="1854"/>
                </a:lnTo>
                <a:lnTo>
                  <a:pt x="16002" y="2019"/>
                </a:lnTo>
                <a:lnTo>
                  <a:pt x="16154" y="2082"/>
                </a:lnTo>
                <a:lnTo>
                  <a:pt x="16230" y="1943"/>
                </a:lnTo>
                <a:close/>
              </a:path>
              <a:path w="18414" h="27305">
                <a:moveTo>
                  <a:pt x="16306" y="7302"/>
                </a:moveTo>
                <a:lnTo>
                  <a:pt x="16230" y="7162"/>
                </a:lnTo>
                <a:lnTo>
                  <a:pt x="16103" y="7226"/>
                </a:lnTo>
                <a:lnTo>
                  <a:pt x="16167" y="7378"/>
                </a:lnTo>
                <a:lnTo>
                  <a:pt x="16306" y="7302"/>
                </a:lnTo>
                <a:close/>
              </a:path>
              <a:path w="18414" h="27305">
                <a:moveTo>
                  <a:pt x="16370" y="2641"/>
                </a:moveTo>
                <a:lnTo>
                  <a:pt x="16154" y="2667"/>
                </a:lnTo>
                <a:lnTo>
                  <a:pt x="16281" y="2781"/>
                </a:lnTo>
                <a:lnTo>
                  <a:pt x="16370" y="2641"/>
                </a:lnTo>
                <a:close/>
              </a:path>
              <a:path w="18414" h="27305">
                <a:moveTo>
                  <a:pt x="16395" y="6032"/>
                </a:moveTo>
                <a:lnTo>
                  <a:pt x="16268" y="5854"/>
                </a:lnTo>
                <a:lnTo>
                  <a:pt x="16103" y="5994"/>
                </a:lnTo>
                <a:lnTo>
                  <a:pt x="16230" y="6172"/>
                </a:lnTo>
                <a:lnTo>
                  <a:pt x="16395" y="6032"/>
                </a:lnTo>
                <a:close/>
              </a:path>
              <a:path w="18414" h="27305">
                <a:moveTo>
                  <a:pt x="16433" y="6680"/>
                </a:moveTo>
                <a:lnTo>
                  <a:pt x="16217" y="6705"/>
                </a:lnTo>
                <a:lnTo>
                  <a:pt x="16344" y="6819"/>
                </a:lnTo>
                <a:lnTo>
                  <a:pt x="16433" y="6680"/>
                </a:lnTo>
                <a:close/>
              </a:path>
              <a:path w="18414" h="27305">
                <a:moveTo>
                  <a:pt x="16446" y="7924"/>
                </a:moveTo>
                <a:lnTo>
                  <a:pt x="16294" y="7835"/>
                </a:lnTo>
                <a:lnTo>
                  <a:pt x="16230" y="8001"/>
                </a:lnTo>
                <a:lnTo>
                  <a:pt x="16383" y="8064"/>
                </a:lnTo>
                <a:lnTo>
                  <a:pt x="16446" y="7924"/>
                </a:lnTo>
                <a:close/>
              </a:path>
              <a:path w="18414" h="27305">
                <a:moveTo>
                  <a:pt x="16446" y="1473"/>
                </a:moveTo>
                <a:lnTo>
                  <a:pt x="16433" y="1270"/>
                </a:lnTo>
                <a:lnTo>
                  <a:pt x="16281" y="1219"/>
                </a:lnTo>
                <a:lnTo>
                  <a:pt x="16217" y="1371"/>
                </a:lnTo>
                <a:lnTo>
                  <a:pt x="16141" y="1574"/>
                </a:lnTo>
                <a:lnTo>
                  <a:pt x="16332" y="1689"/>
                </a:lnTo>
                <a:lnTo>
                  <a:pt x="16446" y="1473"/>
                </a:lnTo>
                <a:close/>
              </a:path>
              <a:path w="18414" h="27305">
                <a:moveTo>
                  <a:pt x="16484" y="8369"/>
                </a:moveTo>
                <a:lnTo>
                  <a:pt x="16319" y="8305"/>
                </a:lnTo>
                <a:lnTo>
                  <a:pt x="16243" y="8470"/>
                </a:lnTo>
                <a:lnTo>
                  <a:pt x="16395" y="8547"/>
                </a:lnTo>
                <a:lnTo>
                  <a:pt x="16484" y="8369"/>
                </a:lnTo>
                <a:close/>
              </a:path>
              <a:path w="18414" h="27305">
                <a:moveTo>
                  <a:pt x="16687" y="3200"/>
                </a:moveTo>
                <a:lnTo>
                  <a:pt x="16535" y="3022"/>
                </a:lnTo>
                <a:lnTo>
                  <a:pt x="16370" y="3175"/>
                </a:lnTo>
                <a:lnTo>
                  <a:pt x="16421" y="3378"/>
                </a:lnTo>
                <a:lnTo>
                  <a:pt x="16598" y="3479"/>
                </a:lnTo>
                <a:lnTo>
                  <a:pt x="16662" y="3302"/>
                </a:lnTo>
                <a:close/>
              </a:path>
              <a:path w="18414" h="27305">
                <a:moveTo>
                  <a:pt x="16713" y="4267"/>
                </a:moveTo>
                <a:lnTo>
                  <a:pt x="16548" y="4114"/>
                </a:lnTo>
                <a:lnTo>
                  <a:pt x="16395" y="4292"/>
                </a:lnTo>
                <a:lnTo>
                  <a:pt x="16370" y="4495"/>
                </a:lnTo>
                <a:lnTo>
                  <a:pt x="16484" y="4648"/>
                </a:lnTo>
                <a:lnTo>
                  <a:pt x="16624" y="4533"/>
                </a:lnTo>
                <a:lnTo>
                  <a:pt x="16713" y="4267"/>
                </a:lnTo>
                <a:close/>
              </a:path>
              <a:path w="18414" h="27305">
                <a:moveTo>
                  <a:pt x="16725" y="8153"/>
                </a:moveTo>
                <a:lnTo>
                  <a:pt x="16598" y="7975"/>
                </a:lnTo>
                <a:lnTo>
                  <a:pt x="16408" y="8102"/>
                </a:lnTo>
                <a:lnTo>
                  <a:pt x="16548" y="8293"/>
                </a:lnTo>
                <a:lnTo>
                  <a:pt x="16725" y="8153"/>
                </a:lnTo>
                <a:close/>
              </a:path>
              <a:path w="18414" h="27305">
                <a:moveTo>
                  <a:pt x="16725" y="558"/>
                </a:moveTo>
                <a:lnTo>
                  <a:pt x="16548" y="469"/>
                </a:lnTo>
                <a:lnTo>
                  <a:pt x="16471" y="673"/>
                </a:lnTo>
                <a:lnTo>
                  <a:pt x="16649" y="736"/>
                </a:lnTo>
                <a:lnTo>
                  <a:pt x="16725" y="558"/>
                </a:lnTo>
                <a:close/>
              </a:path>
              <a:path w="18414" h="27305">
                <a:moveTo>
                  <a:pt x="16852" y="6883"/>
                </a:moveTo>
                <a:lnTo>
                  <a:pt x="16725" y="6743"/>
                </a:lnTo>
                <a:lnTo>
                  <a:pt x="16586" y="6870"/>
                </a:lnTo>
                <a:lnTo>
                  <a:pt x="16713" y="7010"/>
                </a:lnTo>
                <a:lnTo>
                  <a:pt x="16852" y="6883"/>
                </a:lnTo>
                <a:close/>
              </a:path>
              <a:path w="18414" h="27305">
                <a:moveTo>
                  <a:pt x="16891" y="7594"/>
                </a:moveTo>
                <a:lnTo>
                  <a:pt x="16764" y="7442"/>
                </a:lnTo>
                <a:lnTo>
                  <a:pt x="16637" y="7556"/>
                </a:lnTo>
                <a:lnTo>
                  <a:pt x="16700" y="7785"/>
                </a:lnTo>
                <a:lnTo>
                  <a:pt x="16840" y="7683"/>
                </a:lnTo>
                <a:close/>
              </a:path>
              <a:path w="18414" h="27305">
                <a:moveTo>
                  <a:pt x="16903" y="1778"/>
                </a:moveTo>
                <a:lnTo>
                  <a:pt x="16776" y="1638"/>
                </a:lnTo>
                <a:lnTo>
                  <a:pt x="16637" y="1803"/>
                </a:lnTo>
                <a:lnTo>
                  <a:pt x="16802" y="1930"/>
                </a:lnTo>
                <a:lnTo>
                  <a:pt x="16903" y="1778"/>
                </a:lnTo>
                <a:close/>
              </a:path>
              <a:path w="18414" h="27305">
                <a:moveTo>
                  <a:pt x="16929" y="6604"/>
                </a:moveTo>
                <a:lnTo>
                  <a:pt x="16865" y="6477"/>
                </a:lnTo>
                <a:lnTo>
                  <a:pt x="16713" y="6553"/>
                </a:lnTo>
                <a:lnTo>
                  <a:pt x="16814" y="6692"/>
                </a:lnTo>
                <a:close/>
              </a:path>
              <a:path w="18414" h="27305">
                <a:moveTo>
                  <a:pt x="17005" y="990"/>
                </a:moveTo>
                <a:lnTo>
                  <a:pt x="16903" y="762"/>
                </a:lnTo>
                <a:lnTo>
                  <a:pt x="16713" y="698"/>
                </a:lnTo>
                <a:lnTo>
                  <a:pt x="16573" y="800"/>
                </a:lnTo>
                <a:lnTo>
                  <a:pt x="16675" y="965"/>
                </a:lnTo>
                <a:lnTo>
                  <a:pt x="16814" y="1092"/>
                </a:lnTo>
                <a:lnTo>
                  <a:pt x="17005" y="990"/>
                </a:lnTo>
                <a:close/>
              </a:path>
              <a:path w="18414" h="27305">
                <a:moveTo>
                  <a:pt x="17030" y="5969"/>
                </a:moveTo>
                <a:lnTo>
                  <a:pt x="16929" y="5791"/>
                </a:lnTo>
                <a:lnTo>
                  <a:pt x="16738" y="5892"/>
                </a:lnTo>
                <a:lnTo>
                  <a:pt x="16852" y="6070"/>
                </a:lnTo>
                <a:lnTo>
                  <a:pt x="17030" y="5969"/>
                </a:lnTo>
                <a:close/>
              </a:path>
              <a:path w="18414" h="27305">
                <a:moveTo>
                  <a:pt x="17030" y="3797"/>
                </a:moveTo>
                <a:lnTo>
                  <a:pt x="16865" y="3670"/>
                </a:lnTo>
                <a:lnTo>
                  <a:pt x="16713" y="3835"/>
                </a:lnTo>
                <a:lnTo>
                  <a:pt x="16852" y="3949"/>
                </a:lnTo>
                <a:lnTo>
                  <a:pt x="16814" y="4076"/>
                </a:lnTo>
                <a:lnTo>
                  <a:pt x="16967" y="4140"/>
                </a:lnTo>
                <a:lnTo>
                  <a:pt x="17030" y="3975"/>
                </a:lnTo>
                <a:lnTo>
                  <a:pt x="17030" y="3797"/>
                </a:lnTo>
                <a:close/>
              </a:path>
              <a:path w="18414" h="27305">
                <a:moveTo>
                  <a:pt x="17043" y="5448"/>
                </a:moveTo>
                <a:lnTo>
                  <a:pt x="16891" y="5308"/>
                </a:lnTo>
                <a:lnTo>
                  <a:pt x="16751" y="5461"/>
                </a:lnTo>
                <a:lnTo>
                  <a:pt x="16916" y="5600"/>
                </a:lnTo>
                <a:lnTo>
                  <a:pt x="17043" y="5448"/>
                </a:lnTo>
                <a:close/>
              </a:path>
              <a:path w="18414" h="27305">
                <a:moveTo>
                  <a:pt x="17233" y="2794"/>
                </a:moveTo>
                <a:lnTo>
                  <a:pt x="17119" y="2628"/>
                </a:lnTo>
                <a:lnTo>
                  <a:pt x="16967" y="2755"/>
                </a:lnTo>
                <a:lnTo>
                  <a:pt x="17094" y="2895"/>
                </a:lnTo>
                <a:lnTo>
                  <a:pt x="17233" y="2794"/>
                </a:lnTo>
                <a:close/>
              </a:path>
              <a:path w="18414" h="27305">
                <a:moveTo>
                  <a:pt x="17310" y="7340"/>
                </a:moveTo>
                <a:lnTo>
                  <a:pt x="17119" y="7264"/>
                </a:lnTo>
                <a:lnTo>
                  <a:pt x="17056" y="7442"/>
                </a:lnTo>
                <a:lnTo>
                  <a:pt x="17221" y="7518"/>
                </a:lnTo>
                <a:lnTo>
                  <a:pt x="17310" y="7340"/>
                </a:lnTo>
                <a:close/>
              </a:path>
              <a:path w="18414" h="27305">
                <a:moveTo>
                  <a:pt x="17360" y="5664"/>
                </a:moveTo>
                <a:lnTo>
                  <a:pt x="17195" y="5575"/>
                </a:lnTo>
                <a:lnTo>
                  <a:pt x="17119" y="5715"/>
                </a:lnTo>
                <a:lnTo>
                  <a:pt x="17272" y="5816"/>
                </a:lnTo>
                <a:lnTo>
                  <a:pt x="17360" y="5664"/>
                </a:lnTo>
                <a:close/>
              </a:path>
              <a:path w="18414" h="27305">
                <a:moveTo>
                  <a:pt x="17386" y="2311"/>
                </a:moveTo>
                <a:lnTo>
                  <a:pt x="17246" y="2235"/>
                </a:lnTo>
                <a:lnTo>
                  <a:pt x="17145" y="2374"/>
                </a:lnTo>
                <a:lnTo>
                  <a:pt x="17157" y="2641"/>
                </a:lnTo>
                <a:lnTo>
                  <a:pt x="17348" y="2501"/>
                </a:lnTo>
                <a:lnTo>
                  <a:pt x="17386" y="2311"/>
                </a:lnTo>
                <a:close/>
              </a:path>
              <a:path w="18414" h="27305">
                <a:moveTo>
                  <a:pt x="17437" y="1130"/>
                </a:moveTo>
                <a:lnTo>
                  <a:pt x="17373" y="977"/>
                </a:lnTo>
                <a:lnTo>
                  <a:pt x="17208" y="927"/>
                </a:lnTo>
                <a:lnTo>
                  <a:pt x="17145" y="1092"/>
                </a:lnTo>
                <a:lnTo>
                  <a:pt x="17335" y="1257"/>
                </a:lnTo>
                <a:lnTo>
                  <a:pt x="17437" y="1130"/>
                </a:lnTo>
                <a:close/>
              </a:path>
              <a:path w="18414" h="27305">
                <a:moveTo>
                  <a:pt x="17475" y="749"/>
                </a:moveTo>
                <a:lnTo>
                  <a:pt x="17399" y="609"/>
                </a:lnTo>
                <a:lnTo>
                  <a:pt x="17246" y="711"/>
                </a:lnTo>
                <a:lnTo>
                  <a:pt x="17360" y="850"/>
                </a:lnTo>
                <a:close/>
              </a:path>
              <a:path w="18414" h="27305">
                <a:moveTo>
                  <a:pt x="17500" y="5257"/>
                </a:moveTo>
                <a:lnTo>
                  <a:pt x="17360" y="5130"/>
                </a:lnTo>
                <a:lnTo>
                  <a:pt x="17233" y="5308"/>
                </a:lnTo>
                <a:lnTo>
                  <a:pt x="17399" y="5422"/>
                </a:lnTo>
                <a:lnTo>
                  <a:pt x="17500" y="5257"/>
                </a:lnTo>
                <a:close/>
              </a:path>
              <a:path w="18414" h="27305">
                <a:moveTo>
                  <a:pt x="17513" y="6197"/>
                </a:moveTo>
                <a:lnTo>
                  <a:pt x="17399" y="6032"/>
                </a:lnTo>
                <a:lnTo>
                  <a:pt x="17246" y="6172"/>
                </a:lnTo>
                <a:lnTo>
                  <a:pt x="17386" y="6311"/>
                </a:lnTo>
                <a:lnTo>
                  <a:pt x="17513" y="6197"/>
                </a:lnTo>
                <a:close/>
              </a:path>
              <a:path w="18414" h="27305">
                <a:moveTo>
                  <a:pt x="17526" y="2108"/>
                </a:moveTo>
                <a:lnTo>
                  <a:pt x="17322" y="2082"/>
                </a:lnTo>
                <a:lnTo>
                  <a:pt x="17424" y="2209"/>
                </a:lnTo>
                <a:close/>
              </a:path>
              <a:path w="18414" h="27305">
                <a:moveTo>
                  <a:pt x="17564" y="127"/>
                </a:moveTo>
                <a:lnTo>
                  <a:pt x="17424" y="0"/>
                </a:lnTo>
                <a:lnTo>
                  <a:pt x="17310" y="177"/>
                </a:lnTo>
                <a:lnTo>
                  <a:pt x="17449" y="292"/>
                </a:lnTo>
                <a:lnTo>
                  <a:pt x="17564" y="127"/>
                </a:lnTo>
                <a:close/>
              </a:path>
              <a:path w="18414" h="27305">
                <a:moveTo>
                  <a:pt x="17589" y="5054"/>
                </a:moveTo>
                <a:lnTo>
                  <a:pt x="17386" y="5029"/>
                </a:lnTo>
                <a:lnTo>
                  <a:pt x="17462" y="5156"/>
                </a:lnTo>
                <a:lnTo>
                  <a:pt x="17589" y="5054"/>
                </a:lnTo>
                <a:close/>
              </a:path>
              <a:path w="18414" h="27305">
                <a:moveTo>
                  <a:pt x="17691" y="4864"/>
                </a:moveTo>
                <a:lnTo>
                  <a:pt x="17576" y="4711"/>
                </a:lnTo>
                <a:lnTo>
                  <a:pt x="17424" y="4838"/>
                </a:lnTo>
                <a:lnTo>
                  <a:pt x="17564" y="4991"/>
                </a:lnTo>
                <a:lnTo>
                  <a:pt x="17691" y="4864"/>
                </a:lnTo>
                <a:close/>
              </a:path>
              <a:path w="18414" h="27305">
                <a:moveTo>
                  <a:pt x="17741" y="6959"/>
                </a:moveTo>
                <a:lnTo>
                  <a:pt x="17602" y="6896"/>
                </a:lnTo>
                <a:lnTo>
                  <a:pt x="17500" y="7061"/>
                </a:lnTo>
                <a:lnTo>
                  <a:pt x="17297" y="7150"/>
                </a:lnTo>
                <a:lnTo>
                  <a:pt x="17449" y="7277"/>
                </a:lnTo>
                <a:lnTo>
                  <a:pt x="17589" y="7112"/>
                </a:lnTo>
                <a:lnTo>
                  <a:pt x="17741" y="6959"/>
                </a:lnTo>
                <a:close/>
              </a:path>
              <a:path w="18414" h="27305">
                <a:moveTo>
                  <a:pt x="17830" y="2971"/>
                </a:moveTo>
                <a:lnTo>
                  <a:pt x="17665" y="2832"/>
                </a:lnTo>
                <a:lnTo>
                  <a:pt x="17538" y="2997"/>
                </a:lnTo>
                <a:lnTo>
                  <a:pt x="17691" y="3149"/>
                </a:lnTo>
                <a:lnTo>
                  <a:pt x="17830" y="2971"/>
                </a:lnTo>
                <a:close/>
              </a:path>
              <a:path w="18414" h="27305">
                <a:moveTo>
                  <a:pt x="17856" y="4775"/>
                </a:moveTo>
                <a:lnTo>
                  <a:pt x="17767" y="4635"/>
                </a:lnTo>
                <a:lnTo>
                  <a:pt x="17627" y="4749"/>
                </a:lnTo>
                <a:lnTo>
                  <a:pt x="17741" y="4876"/>
                </a:lnTo>
                <a:close/>
              </a:path>
              <a:path w="18414" h="27305">
                <a:moveTo>
                  <a:pt x="17868" y="5105"/>
                </a:moveTo>
                <a:lnTo>
                  <a:pt x="17678" y="5003"/>
                </a:lnTo>
                <a:lnTo>
                  <a:pt x="17564" y="5207"/>
                </a:lnTo>
                <a:lnTo>
                  <a:pt x="17754" y="5321"/>
                </a:lnTo>
                <a:lnTo>
                  <a:pt x="17868" y="51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bg object 169"/>
          <p:cNvSpPr/>
          <p:nvPr/>
        </p:nvSpPr>
        <p:spPr>
          <a:xfrm>
            <a:off x="2078329" y="1051712"/>
            <a:ext cx="1905" cy="6985"/>
          </a:xfrm>
          <a:custGeom>
            <a:avLst/>
            <a:gdLst/>
            <a:ahLst/>
            <a:cxnLst/>
            <a:rect l="l" t="t" r="r" b="b"/>
            <a:pathLst>
              <a:path w="1905" h="6984">
                <a:moveTo>
                  <a:pt x="241" y="2832"/>
                </a:moveTo>
                <a:lnTo>
                  <a:pt x="165" y="2667"/>
                </a:lnTo>
                <a:lnTo>
                  <a:pt x="12" y="2768"/>
                </a:lnTo>
                <a:lnTo>
                  <a:pt x="88" y="2908"/>
                </a:lnTo>
                <a:lnTo>
                  <a:pt x="241" y="2832"/>
                </a:lnTo>
                <a:close/>
              </a:path>
              <a:path w="1905" h="6984">
                <a:moveTo>
                  <a:pt x="266" y="4445"/>
                </a:moveTo>
                <a:lnTo>
                  <a:pt x="241" y="4203"/>
                </a:lnTo>
                <a:lnTo>
                  <a:pt x="76" y="4140"/>
                </a:lnTo>
                <a:lnTo>
                  <a:pt x="0" y="4305"/>
                </a:lnTo>
                <a:lnTo>
                  <a:pt x="0" y="4559"/>
                </a:lnTo>
                <a:lnTo>
                  <a:pt x="203" y="4660"/>
                </a:lnTo>
                <a:lnTo>
                  <a:pt x="266" y="4445"/>
                </a:lnTo>
                <a:close/>
              </a:path>
              <a:path w="1905" h="6984">
                <a:moveTo>
                  <a:pt x="368" y="2235"/>
                </a:moveTo>
                <a:lnTo>
                  <a:pt x="266" y="2044"/>
                </a:lnTo>
                <a:lnTo>
                  <a:pt x="101" y="2171"/>
                </a:lnTo>
                <a:lnTo>
                  <a:pt x="228" y="2349"/>
                </a:lnTo>
                <a:lnTo>
                  <a:pt x="368" y="2235"/>
                </a:lnTo>
                <a:close/>
              </a:path>
              <a:path w="1905" h="6984">
                <a:moveTo>
                  <a:pt x="368" y="279"/>
                </a:moveTo>
                <a:lnTo>
                  <a:pt x="228" y="203"/>
                </a:lnTo>
                <a:lnTo>
                  <a:pt x="165" y="355"/>
                </a:lnTo>
                <a:lnTo>
                  <a:pt x="304" y="419"/>
                </a:lnTo>
                <a:lnTo>
                  <a:pt x="368" y="279"/>
                </a:lnTo>
                <a:close/>
              </a:path>
              <a:path w="1905" h="6984">
                <a:moveTo>
                  <a:pt x="406" y="2908"/>
                </a:moveTo>
                <a:lnTo>
                  <a:pt x="292" y="2781"/>
                </a:lnTo>
                <a:lnTo>
                  <a:pt x="165" y="2908"/>
                </a:lnTo>
                <a:lnTo>
                  <a:pt x="292" y="3048"/>
                </a:lnTo>
                <a:lnTo>
                  <a:pt x="406" y="2908"/>
                </a:lnTo>
                <a:close/>
              </a:path>
              <a:path w="1905" h="6984">
                <a:moveTo>
                  <a:pt x="609" y="3454"/>
                </a:moveTo>
                <a:lnTo>
                  <a:pt x="495" y="3314"/>
                </a:lnTo>
                <a:lnTo>
                  <a:pt x="355" y="3429"/>
                </a:lnTo>
                <a:lnTo>
                  <a:pt x="469" y="3568"/>
                </a:lnTo>
                <a:lnTo>
                  <a:pt x="609" y="3454"/>
                </a:lnTo>
                <a:close/>
              </a:path>
              <a:path w="1905" h="6984">
                <a:moveTo>
                  <a:pt x="609" y="2133"/>
                </a:moveTo>
                <a:lnTo>
                  <a:pt x="482" y="1968"/>
                </a:lnTo>
                <a:lnTo>
                  <a:pt x="317" y="2082"/>
                </a:lnTo>
                <a:lnTo>
                  <a:pt x="444" y="2260"/>
                </a:lnTo>
                <a:lnTo>
                  <a:pt x="609" y="2133"/>
                </a:lnTo>
                <a:close/>
              </a:path>
              <a:path w="1905" h="6984">
                <a:moveTo>
                  <a:pt x="609" y="1358"/>
                </a:moveTo>
                <a:lnTo>
                  <a:pt x="482" y="1206"/>
                </a:lnTo>
                <a:lnTo>
                  <a:pt x="342" y="1346"/>
                </a:lnTo>
                <a:lnTo>
                  <a:pt x="482" y="1498"/>
                </a:lnTo>
                <a:lnTo>
                  <a:pt x="609" y="1358"/>
                </a:lnTo>
                <a:close/>
              </a:path>
              <a:path w="1905" h="6984">
                <a:moveTo>
                  <a:pt x="787" y="5219"/>
                </a:moveTo>
                <a:lnTo>
                  <a:pt x="622" y="5041"/>
                </a:lnTo>
                <a:lnTo>
                  <a:pt x="457" y="5207"/>
                </a:lnTo>
                <a:lnTo>
                  <a:pt x="609" y="5359"/>
                </a:lnTo>
                <a:lnTo>
                  <a:pt x="787" y="5219"/>
                </a:lnTo>
                <a:close/>
              </a:path>
              <a:path w="1905" h="6984">
                <a:moveTo>
                  <a:pt x="825" y="1536"/>
                </a:moveTo>
                <a:lnTo>
                  <a:pt x="698" y="1409"/>
                </a:lnTo>
                <a:lnTo>
                  <a:pt x="584" y="1536"/>
                </a:lnTo>
                <a:lnTo>
                  <a:pt x="711" y="1663"/>
                </a:lnTo>
                <a:lnTo>
                  <a:pt x="825" y="1536"/>
                </a:lnTo>
                <a:close/>
              </a:path>
              <a:path w="1905" h="6984">
                <a:moveTo>
                  <a:pt x="850" y="1054"/>
                </a:moveTo>
                <a:lnTo>
                  <a:pt x="698" y="965"/>
                </a:lnTo>
                <a:lnTo>
                  <a:pt x="609" y="1117"/>
                </a:lnTo>
                <a:lnTo>
                  <a:pt x="762" y="1206"/>
                </a:lnTo>
                <a:lnTo>
                  <a:pt x="850" y="1054"/>
                </a:lnTo>
                <a:close/>
              </a:path>
              <a:path w="1905" h="6984">
                <a:moveTo>
                  <a:pt x="914" y="660"/>
                </a:moveTo>
                <a:lnTo>
                  <a:pt x="800" y="533"/>
                </a:lnTo>
                <a:lnTo>
                  <a:pt x="647" y="660"/>
                </a:lnTo>
                <a:lnTo>
                  <a:pt x="800" y="800"/>
                </a:lnTo>
                <a:lnTo>
                  <a:pt x="914" y="660"/>
                </a:lnTo>
                <a:close/>
              </a:path>
              <a:path w="1905" h="6984">
                <a:moveTo>
                  <a:pt x="952" y="4902"/>
                </a:moveTo>
                <a:lnTo>
                  <a:pt x="812" y="4737"/>
                </a:lnTo>
                <a:lnTo>
                  <a:pt x="647" y="4889"/>
                </a:lnTo>
                <a:lnTo>
                  <a:pt x="800" y="5054"/>
                </a:lnTo>
                <a:lnTo>
                  <a:pt x="952" y="4902"/>
                </a:lnTo>
                <a:close/>
              </a:path>
              <a:path w="1905" h="6984">
                <a:moveTo>
                  <a:pt x="952" y="2578"/>
                </a:moveTo>
                <a:lnTo>
                  <a:pt x="863" y="2413"/>
                </a:lnTo>
                <a:lnTo>
                  <a:pt x="698" y="2527"/>
                </a:lnTo>
                <a:lnTo>
                  <a:pt x="825" y="2679"/>
                </a:lnTo>
                <a:lnTo>
                  <a:pt x="952" y="2578"/>
                </a:lnTo>
                <a:close/>
              </a:path>
              <a:path w="1905" h="6984">
                <a:moveTo>
                  <a:pt x="1028" y="3784"/>
                </a:moveTo>
                <a:lnTo>
                  <a:pt x="812" y="3784"/>
                </a:lnTo>
                <a:lnTo>
                  <a:pt x="927" y="3911"/>
                </a:lnTo>
                <a:lnTo>
                  <a:pt x="1028" y="3784"/>
                </a:lnTo>
                <a:close/>
              </a:path>
              <a:path w="1905" h="6984">
                <a:moveTo>
                  <a:pt x="1028" y="1993"/>
                </a:moveTo>
                <a:lnTo>
                  <a:pt x="939" y="1828"/>
                </a:lnTo>
                <a:lnTo>
                  <a:pt x="787" y="1943"/>
                </a:lnTo>
                <a:lnTo>
                  <a:pt x="889" y="2095"/>
                </a:lnTo>
                <a:lnTo>
                  <a:pt x="1028" y="1993"/>
                </a:lnTo>
                <a:close/>
              </a:path>
              <a:path w="1905" h="6984">
                <a:moveTo>
                  <a:pt x="1041" y="4064"/>
                </a:moveTo>
                <a:lnTo>
                  <a:pt x="939" y="3924"/>
                </a:lnTo>
                <a:lnTo>
                  <a:pt x="800" y="4025"/>
                </a:lnTo>
                <a:lnTo>
                  <a:pt x="914" y="4178"/>
                </a:lnTo>
                <a:lnTo>
                  <a:pt x="1041" y="4064"/>
                </a:lnTo>
                <a:close/>
              </a:path>
              <a:path w="1905" h="6984">
                <a:moveTo>
                  <a:pt x="1117" y="5981"/>
                </a:moveTo>
                <a:lnTo>
                  <a:pt x="889" y="6019"/>
                </a:lnTo>
                <a:lnTo>
                  <a:pt x="1028" y="6134"/>
                </a:lnTo>
                <a:lnTo>
                  <a:pt x="1117" y="5981"/>
                </a:lnTo>
                <a:close/>
              </a:path>
              <a:path w="1905" h="6984">
                <a:moveTo>
                  <a:pt x="1155" y="4965"/>
                </a:moveTo>
                <a:lnTo>
                  <a:pt x="965" y="4876"/>
                </a:lnTo>
                <a:lnTo>
                  <a:pt x="901" y="5067"/>
                </a:lnTo>
                <a:lnTo>
                  <a:pt x="1079" y="5168"/>
                </a:lnTo>
                <a:lnTo>
                  <a:pt x="1155" y="4965"/>
                </a:lnTo>
                <a:close/>
              </a:path>
              <a:path w="1905" h="6984">
                <a:moveTo>
                  <a:pt x="1168" y="469"/>
                </a:moveTo>
                <a:lnTo>
                  <a:pt x="1003" y="368"/>
                </a:lnTo>
                <a:lnTo>
                  <a:pt x="927" y="546"/>
                </a:lnTo>
                <a:lnTo>
                  <a:pt x="1079" y="622"/>
                </a:lnTo>
                <a:lnTo>
                  <a:pt x="1168" y="469"/>
                </a:lnTo>
                <a:close/>
              </a:path>
              <a:path w="1905" h="6984">
                <a:moveTo>
                  <a:pt x="1295" y="2705"/>
                </a:moveTo>
                <a:lnTo>
                  <a:pt x="1155" y="2540"/>
                </a:lnTo>
                <a:lnTo>
                  <a:pt x="990" y="2654"/>
                </a:lnTo>
                <a:lnTo>
                  <a:pt x="1117" y="2819"/>
                </a:lnTo>
                <a:lnTo>
                  <a:pt x="1295" y="2705"/>
                </a:lnTo>
                <a:close/>
              </a:path>
              <a:path w="1905" h="6984">
                <a:moveTo>
                  <a:pt x="1346" y="4597"/>
                </a:moveTo>
                <a:lnTo>
                  <a:pt x="1193" y="4495"/>
                </a:lnTo>
                <a:lnTo>
                  <a:pt x="1079" y="4660"/>
                </a:lnTo>
                <a:lnTo>
                  <a:pt x="1181" y="4876"/>
                </a:lnTo>
                <a:lnTo>
                  <a:pt x="1320" y="4775"/>
                </a:lnTo>
                <a:lnTo>
                  <a:pt x="1346" y="4597"/>
                </a:lnTo>
                <a:close/>
              </a:path>
              <a:path w="1905" h="6984">
                <a:moveTo>
                  <a:pt x="1346" y="914"/>
                </a:moveTo>
                <a:lnTo>
                  <a:pt x="1231" y="774"/>
                </a:lnTo>
                <a:lnTo>
                  <a:pt x="1092" y="914"/>
                </a:lnTo>
                <a:lnTo>
                  <a:pt x="1219" y="1041"/>
                </a:lnTo>
                <a:lnTo>
                  <a:pt x="1346" y="914"/>
                </a:lnTo>
                <a:close/>
              </a:path>
              <a:path w="1905" h="6984">
                <a:moveTo>
                  <a:pt x="1384" y="165"/>
                </a:moveTo>
                <a:lnTo>
                  <a:pt x="1257" y="0"/>
                </a:lnTo>
                <a:lnTo>
                  <a:pt x="1079" y="139"/>
                </a:lnTo>
                <a:lnTo>
                  <a:pt x="1219" y="304"/>
                </a:lnTo>
                <a:lnTo>
                  <a:pt x="1384" y="165"/>
                </a:lnTo>
                <a:close/>
              </a:path>
              <a:path w="1905" h="6984">
                <a:moveTo>
                  <a:pt x="1409" y="6477"/>
                </a:moveTo>
                <a:lnTo>
                  <a:pt x="1270" y="6337"/>
                </a:lnTo>
                <a:lnTo>
                  <a:pt x="1143" y="6464"/>
                </a:lnTo>
                <a:lnTo>
                  <a:pt x="1282" y="6604"/>
                </a:lnTo>
                <a:lnTo>
                  <a:pt x="1409" y="6477"/>
                </a:lnTo>
                <a:close/>
              </a:path>
              <a:path w="1905" h="6984">
                <a:moveTo>
                  <a:pt x="1422" y="3962"/>
                </a:moveTo>
                <a:lnTo>
                  <a:pt x="1320" y="3822"/>
                </a:lnTo>
                <a:lnTo>
                  <a:pt x="1181" y="3949"/>
                </a:lnTo>
                <a:lnTo>
                  <a:pt x="1308" y="4076"/>
                </a:lnTo>
                <a:close/>
              </a:path>
              <a:path w="1905" h="6984">
                <a:moveTo>
                  <a:pt x="1422" y="1714"/>
                </a:moveTo>
                <a:lnTo>
                  <a:pt x="1295" y="1587"/>
                </a:lnTo>
                <a:lnTo>
                  <a:pt x="1155" y="1752"/>
                </a:lnTo>
                <a:lnTo>
                  <a:pt x="1320" y="1866"/>
                </a:lnTo>
                <a:lnTo>
                  <a:pt x="1422" y="1714"/>
                </a:lnTo>
                <a:close/>
              </a:path>
              <a:path w="1905" h="6984">
                <a:moveTo>
                  <a:pt x="1524" y="5854"/>
                </a:moveTo>
                <a:lnTo>
                  <a:pt x="1435" y="5727"/>
                </a:lnTo>
                <a:lnTo>
                  <a:pt x="1295" y="5829"/>
                </a:lnTo>
                <a:lnTo>
                  <a:pt x="1397" y="5956"/>
                </a:lnTo>
                <a:lnTo>
                  <a:pt x="1524" y="5854"/>
                </a:lnTo>
                <a:close/>
              </a:path>
              <a:path w="1905" h="6984">
                <a:moveTo>
                  <a:pt x="1536" y="2374"/>
                </a:moveTo>
                <a:lnTo>
                  <a:pt x="1422" y="2209"/>
                </a:lnTo>
                <a:lnTo>
                  <a:pt x="1270" y="2349"/>
                </a:lnTo>
                <a:lnTo>
                  <a:pt x="1397" y="2501"/>
                </a:lnTo>
                <a:lnTo>
                  <a:pt x="1536" y="2374"/>
                </a:lnTo>
                <a:close/>
              </a:path>
              <a:path w="1905" h="6984">
                <a:moveTo>
                  <a:pt x="1549" y="6629"/>
                </a:moveTo>
                <a:lnTo>
                  <a:pt x="1409" y="6502"/>
                </a:lnTo>
                <a:lnTo>
                  <a:pt x="1295" y="6680"/>
                </a:lnTo>
                <a:lnTo>
                  <a:pt x="1435" y="6794"/>
                </a:lnTo>
                <a:lnTo>
                  <a:pt x="1549" y="6629"/>
                </a:lnTo>
                <a:close/>
              </a:path>
              <a:path w="1905" h="6984">
                <a:moveTo>
                  <a:pt x="1574" y="3086"/>
                </a:moveTo>
                <a:lnTo>
                  <a:pt x="1435" y="2921"/>
                </a:lnTo>
                <a:lnTo>
                  <a:pt x="1282" y="3086"/>
                </a:lnTo>
                <a:lnTo>
                  <a:pt x="1422" y="3225"/>
                </a:lnTo>
                <a:lnTo>
                  <a:pt x="1574" y="3086"/>
                </a:lnTo>
                <a:close/>
              </a:path>
              <a:path w="1905" h="6984">
                <a:moveTo>
                  <a:pt x="1600" y="6223"/>
                </a:moveTo>
                <a:lnTo>
                  <a:pt x="1460" y="6121"/>
                </a:lnTo>
                <a:lnTo>
                  <a:pt x="1333" y="6286"/>
                </a:lnTo>
                <a:lnTo>
                  <a:pt x="1485" y="6400"/>
                </a:lnTo>
                <a:lnTo>
                  <a:pt x="1600" y="6223"/>
                </a:lnTo>
                <a:close/>
              </a:path>
              <a:path w="1905" h="6984">
                <a:moveTo>
                  <a:pt x="1752" y="3721"/>
                </a:moveTo>
                <a:lnTo>
                  <a:pt x="1663" y="3530"/>
                </a:lnTo>
                <a:lnTo>
                  <a:pt x="1485" y="3657"/>
                </a:lnTo>
                <a:lnTo>
                  <a:pt x="1600" y="3822"/>
                </a:lnTo>
                <a:lnTo>
                  <a:pt x="1752" y="3721"/>
                </a:lnTo>
                <a:close/>
              </a:path>
              <a:path w="1905" h="6984">
                <a:moveTo>
                  <a:pt x="1765" y="5613"/>
                </a:moveTo>
                <a:lnTo>
                  <a:pt x="1651" y="5448"/>
                </a:lnTo>
                <a:lnTo>
                  <a:pt x="1447" y="5295"/>
                </a:lnTo>
                <a:lnTo>
                  <a:pt x="1371" y="5473"/>
                </a:lnTo>
                <a:lnTo>
                  <a:pt x="1536" y="5537"/>
                </a:lnTo>
                <a:lnTo>
                  <a:pt x="1612" y="5753"/>
                </a:lnTo>
                <a:lnTo>
                  <a:pt x="1765" y="5613"/>
                </a:lnTo>
                <a:close/>
              </a:path>
              <a:path w="1905" h="6984">
                <a:moveTo>
                  <a:pt x="1765" y="3314"/>
                </a:moveTo>
                <a:lnTo>
                  <a:pt x="1651" y="3187"/>
                </a:lnTo>
                <a:lnTo>
                  <a:pt x="1498" y="3327"/>
                </a:lnTo>
                <a:lnTo>
                  <a:pt x="1651" y="3467"/>
                </a:lnTo>
                <a:lnTo>
                  <a:pt x="1765" y="331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bg object 170"/>
          <p:cNvSpPr/>
          <p:nvPr/>
        </p:nvSpPr>
        <p:spPr>
          <a:xfrm>
            <a:off x="1918987" y="945389"/>
            <a:ext cx="187325" cy="214629"/>
          </a:xfrm>
          <a:custGeom>
            <a:avLst/>
            <a:gdLst/>
            <a:ahLst/>
            <a:cxnLst/>
            <a:rect l="l" t="t" r="r" b="b"/>
            <a:pathLst>
              <a:path w="187325" h="214630">
                <a:moveTo>
                  <a:pt x="139052" y="0"/>
                </a:moveTo>
                <a:lnTo>
                  <a:pt x="609" y="0"/>
                </a:lnTo>
                <a:lnTo>
                  <a:pt x="606" y="1054"/>
                </a:lnTo>
                <a:lnTo>
                  <a:pt x="480" y="45237"/>
                </a:lnTo>
                <a:lnTo>
                  <a:pt x="361" y="87287"/>
                </a:lnTo>
                <a:lnTo>
                  <a:pt x="238" y="130530"/>
                </a:lnTo>
                <a:lnTo>
                  <a:pt x="122" y="171005"/>
                </a:lnTo>
                <a:lnTo>
                  <a:pt x="0" y="214147"/>
                </a:lnTo>
                <a:lnTo>
                  <a:pt x="1883" y="211707"/>
                </a:lnTo>
                <a:lnTo>
                  <a:pt x="1086" y="211061"/>
                </a:lnTo>
                <a:lnTo>
                  <a:pt x="203" y="210426"/>
                </a:lnTo>
                <a:lnTo>
                  <a:pt x="2127" y="208469"/>
                </a:lnTo>
                <a:lnTo>
                  <a:pt x="2248" y="164376"/>
                </a:lnTo>
                <a:lnTo>
                  <a:pt x="2341" y="130530"/>
                </a:lnTo>
                <a:lnTo>
                  <a:pt x="2466" y="84836"/>
                </a:lnTo>
                <a:lnTo>
                  <a:pt x="2592" y="38560"/>
                </a:lnTo>
                <a:lnTo>
                  <a:pt x="2692" y="2095"/>
                </a:lnTo>
                <a:lnTo>
                  <a:pt x="137325" y="2095"/>
                </a:lnTo>
                <a:lnTo>
                  <a:pt x="137160" y="1270"/>
                </a:lnTo>
                <a:lnTo>
                  <a:pt x="138188" y="1054"/>
                </a:lnTo>
                <a:lnTo>
                  <a:pt x="139260" y="1054"/>
                </a:lnTo>
                <a:lnTo>
                  <a:pt x="139052" y="0"/>
                </a:lnTo>
                <a:close/>
              </a:path>
              <a:path w="187325" h="214630">
                <a:moveTo>
                  <a:pt x="2127" y="208469"/>
                </a:moveTo>
                <a:lnTo>
                  <a:pt x="203" y="210426"/>
                </a:lnTo>
                <a:lnTo>
                  <a:pt x="1082" y="211061"/>
                </a:lnTo>
                <a:lnTo>
                  <a:pt x="1906" y="211707"/>
                </a:lnTo>
                <a:lnTo>
                  <a:pt x="2554" y="211061"/>
                </a:lnTo>
                <a:lnTo>
                  <a:pt x="2120" y="211061"/>
                </a:lnTo>
                <a:lnTo>
                  <a:pt x="2127" y="208469"/>
                </a:lnTo>
                <a:close/>
              </a:path>
              <a:path w="187325" h="214630">
                <a:moveTo>
                  <a:pt x="67500" y="175831"/>
                </a:moveTo>
                <a:lnTo>
                  <a:pt x="13698" y="199574"/>
                </a:lnTo>
                <a:lnTo>
                  <a:pt x="2120" y="211061"/>
                </a:lnTo>
                <a:lnTo>
                  <a:pt x="2554" y="211061"/>
                </a:lnTo>
                <a:lnTo>
                  <a:pt x="5157" y="208469"/>
                </a:lnTo>
                <a:lnTo>
                  <a:pt x="6639" y="207374"/>
                </a:lnTo>
                <a:lnTo>
                  <a:pt x="15795" y="200734"/>
                </a:lnTo>
                <a:lnTo>
                  <a:pt x="35993" y="190071"/>
                </a:lnTo>
                <a:lnTo>
                  <a:pt x="68211" y="177800"/>
                </a:lnTo>
                <a:lnTo>
                  <a:pt x="70095" y="177034"/>
                </a:lnTo>
                <a:lnTo>
                  <a:pt x="70603" y="176809"/>
                </a:lnTo>
                <a:lnTo>
                  <a:pt x="67881" y="176809"/>
                </a:lnTo>
                <a:lnTo>
                  <a:pt x="67500" y="175831"/>
                </a:lnTo>
                <a:close/>
              </a:path>
              <a:path w="187325" h="214630">
                <a:moveTo>
                  <a:pt x="128333" y="130530"/>
                </a:moveTo>
                <a:lnTo>
                  <a:pt x="100147" y="158051"/>
                </a:lnTo>
                <a:lnTo>
                  <a:pt x="74155" y="172923"/>
                </a:lnTo>
                <a:lnTo>
                  <a:pt x="72097" y="173901"/>
                </a:lnTo>
                <a:lnTo>
                  <a:pt x="67559" y="175831"/>
                </a:lnTo>
                <a:lnTo>
                  <a:pt x="67881" y="176809"/>
                </a:lnTo>
                <a:lnTo>
                  <a:pt x="70603" y="176809"/>
                </a:lnTo>
                <a:lnTo>
                  <a:pt x="111513" y="152017"/>
                </a:lnTo>
                <a:lnTo>
                  <a:pt x="128996" y="133182"/>
                </a:lnTo>
                <a:lnTo>
                  <a:pt x="128244" y="132803"/>
                </a:lnTo>
                <a:lnTo>
                  <a:pt x="128701" y="131876"/>
                </a:lnTo>
                <a:lnTo>
                  <a:pt x="131012" y="131876"/>
                </a:lnTo>
                <a:lnTo>
                  <a:pt x="128333" y="130530"/>
                </a:lnTo>
                <a:close/>
              </a:path>
              <a:path w="187325" h="214630">
                <a:moveTo>
                  <a:pt x="131012" y="131876"/>
                </a:moveTo>
                <a:lnTo>
                  <a:pt x="128701" y="131876"/>
                </a:lnTo>
                <a:lnTo>
                  <a:pt x="129578" y="132461"/>
                </a:lnTo>
                <a:lnTo>
                  <a:pt x="128996" y="133182"/>
                </a:lnTo>
                <a:lnTo>
                  <a:pt x="144589" y="141033"/>
                </a:lnTo>
                <a:lnTo>
                  <a:pt x="146790" y="138430"/>
                </a:lnTo>
                <a:lnTo>
                  <a:pt x="144056" y="138430"/>
                </a:lnTo>
                <a:lnTo>
                  <a:pt x="131012" y="131876"/>
                </a:lnTo>
                <a:close/>
              </a:path>
              <a:path w="187325" h="214630">
                <a:moveTo>
                  <a:pt x="184810" y="90208"/>
                </a:moveTo>
                <a:lnTo>
                  <a:pt x="144056" y="138430"/>
                </a:lnTo>
                <a:lnTo>
                  <a:pt x="146790" y="138430"/>
                </a:lnTo>
                <a:lnTo>
                  <a:pt x="186497" y="91452"/>
                </a:lnTo>
                <a:lnTo>
                  <a:pt x="184721" y="91452"/>
                </a:lnTo>
                <a:lnTo>
                  <a:pt x="184426" y="90970"/>
                </a:lnTo>
                <a:lnTo>
                  <a:pt x="185699" y="90970"/>
                </a:lnTo>
                <a:lnTo>
                  <a:pt x="184810" y="90208"/>
                </a:lnTo>
                <a:close/>
              </a:path>
              <a:path w="187325" h="214630">
                <a:moveTo>
                  <a:pt x="128701" y="131876"/>
                </a:moveTo>
                <a:lnTo>
                  <a:pt x="128244" y="132803"/>
                </a:lnTo>
                <a:lnTo>
                  <a:pt x="128996" y="133182"/>
                </a:lnTo>
                <a:lnTo>
                  <a:pt x="129578" y="132461"/>
                </a:lnTo>
                <a:lnTo>
                  <a:pt x="128701" y="131876"/>
                </a:lnTo>
                <a:close/>
              </a:path>
              <a:path w="187325" h="214630">
                <a:moveTo>
                  <a:pt x="138188" y="1054"/>
                </a:moveTo>
                <a:lnTo>
                  <a:pt x="137160" y="1270"/>
                </a:lnTo>
                <a:lnTo>
                  <a:pt x="138188" y="6400"/>
                </a:lnTo>
                <a:lnTo>
                  <a:pt x="141668" y="14465"/>
                </a:lnTo>
                <a:lnTo>
                  <a:pt x="170732" y="68186"/>
                </a:lnTo>
                <a:lnTo>
                  <a:pt x="184721" y="91452"/>
                </a:lnTo>
                <a:lnTo>
                  <a:pt x="185489" y="90970"/>
                </a:lnTo>
                <a:lnTo>
                  <a:pt x="184166" y="90970"/>
                </a:lnTo>
                <a:lnTo>
                  <a:pt x="184810" y="90208"/>
                </a:lnTo>
                <a:lnTo>
                  <a:pt x="186430" y="90208"/>
                </a:lnTo>
                <a:lnTo>
                  <a:pt x="184607" y="87287"/>
                </a:lnTo>
                <a:lnTo>
                  <a:pt x="180399" y="80334"/>
                </a:lnTo>
                <a:lnTo>
                  <a:pt x="160019" y="45237"/>
                </a:lnTo>
                <a:lnTo>
                  <a:pt x="140030" y="4940"/>
                </a:lnTo>
                <a:lnTo>
                  <a:pt x="139467" y="2095"/>
                </a:lnTo>
                <a:lnTo>
                  <a:pt x="138188" y="2095"/>
                </a:lnTo>
                <a:lnTo>
                  <a:pt x="138188" y="1054"/>
                </a:lnTo>
                <a:close/>
              </a:path>
              <a:path w="187325" h="214630">
                <a:moveTo>
                  <a:pt x="186430" y="90208"/>
                </a:moveTo>
                <a:lnTo>
                  <a:pt x="184810" y="90208"/>
                </a:lnTo>
                <a:lnTo>
                  <a:pt x="185699" y="90970"/>
                </a:lnTo>
                <a:lnTo>
                  <a:pt x="185489" y="90970"/>
                </a:lnTo>
                <a:lnTo>
                  <a:pt x="184721" y="91452"/>
                </a:lnTo>
                <a:lnTo>
                  <a:pt x="186497" y="91452"/>
                </a:lnTo>
                <a:lnTo>
                  <a:pt x="186905" y="90970"/>
                </a:lnTo>
                <a:lnTo>
                  <a:pt x="186430" y="90208"/>
                </a:lnTo>
                <a:close/>
              </a:path>
              <a:path w="187325" h="214630">
                <a:moveTo>
                  <a:pt x="139260" y="1054"/>
                </a:moveTo>
                <a:lnTo>
                  <a:pt x="138188" y="1054"/>
                </a:lnTo>
                <a:lnTo>
                  <a:pt x="138188" y="2095"/>
                </a:lnTo>
                <a:lnTo>
                  <a:pt x="139467" y="2095"/>
                </a:lnTo>
                <a:lnTo>
                  <a:pt x="139303" y="1270"/>
                </a:lnTo>
                <a:lnTo>
                  <a:pt x="139260" y="1054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bg object 171"/>
          <p:cNvSpPr/>
          <p:nvPr/>
        </p:nvSpPr>
        <p:spPr>
          <a:xfrm>
            <a:off x="1727474" y="945884"/>
            <a:ext cx="184150" cy="210820"/>
          </a:xfrm>
          <a:custGeom>
            <a:avLst/>
            <a:gdLst/>
            <a:ahLst/>
            <a:cxnLst/>
            <a:rect l="l" t="t" r="r" b="b"/>
            <a:pathLst>
              <a:path w="184150" h="210819">
                <a:moveTo>
                  <a:pt x="183959" y="0"/>
                </a:moveTo>
                <a:lnTo>
                  <a:pt x="47421" y="0"/>
                </a:lnTo>
                <a:lnTo>
                  <a:pt x="44480" y="12374"/>
                </a:lnTo>
                <a:lnTo>
                  <a:pt x="38560" y="25796"/>
                </a:lnTo>
                <a:lnTo>
                  <a:pt x="25215" y="48634"/>
                </a:lnTo>
                <a:lnTo>
                  <a:pt x="0" y="89255"/>
                </a:lnTo>
                <a:lnTo>
                  <a:pt x="41287" y="137794"/>
                </a:lnTo>
                <a:lnTo>
                  <a:pt x="56896" y="129971"/>
                </a:lnTo>
                <a:lnTo>
                  <a:pt x="68990" y="146992"/>
                </a:lnTo>
                <a:lnTo>
                  <a:pt x="79355" y="157314"/>
                </a:lnTo>
                <a:lnTo>
                  <a:pt x="93693" y="165122"/>
                </a:lnTo>
                <a:lnTo>
                  <a:pt x="117703" y="174599"/>
                </a:lnTo>
                <a:lnTo>
                  <a:pt x="149021" y="184898"/>
                </a:lnTo>
                <a:lnTo>
                  <a:pt x="166362" y="192074"/>
                </a:lnTo>
                <a:lnTo>
                  <a:pt x="175937" y="199499"/>
                </a:lnTo>
                <a:lnTo>
                  <a:pt x="183959" y="210540"/>
                </a:lnTo>
                <a:lnTo>
                  <a:pt x="183959" y="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bg object 172"/>
          <p:cNvSpPr/>
          <p:nvPr/>
        </p:nvSpPr>
        <p:spPr>
          <a:xfrm>
            <a:off x="1744436" y="843624"/>
            <a:ext cx="29209" cy="27305"/>
          </a:xfrm>
          <a:custGeom>
            <a:avLst/>
            <a:gdLst/>
            <a:ahLst/>
            <a:cxnLst/>
            <a:rect l="l" t="t" r="r" b="b"/>
            <a:pathLst>
              <a:path w="29210" h="27305">
                <a:moveTo>
                  <a:pt x="22694" y="0"/>
                </a:moveTo>
                <a:lnTo>
                  <a:pt x="17386" y="3517"/>
                </a:lnTo>
                <a:lnTo>
                  <a:pt x="16178" y="12314"/>
                </a:lnTo>
                <a:lnTo>
                  <a:pt x="13963" y="16357"/>
                </a:lnTo>
                <a:lnTo>
                  <a:pt x="9110" y="16648"/>
                </a:lnTo>
                <a:lnTo>
                  <a:pt x="0" y="14185"/>
                </a:lnTo>
                <a:lnTo>
                  <a:pt x="2882" y="19989"/>
                </a:lnTo>
                <a:lnTo>
                  <a:pt x="13195" y="27241"/>
                </a:lnTo>
                <a:lnTo>
                  <a:pt x="24066" y="25285"/>
                </a:lnTo>
                <a:lnTo>
                  <a:pt x="29108" y="17475"/>
                </a:lnTo>
                <a:lnTo>
                  <a:pt x="29108" y="8547"/>
                </a:lnTo>
                <a:lnTo>
                  <a:pt x="22694" y="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bg object 173"/>
          <p:cNvSpPr/>
          <p:nvPr/>
        </p:nvSpPr>
        <p:spPr>
          <a:xfrm>
            <a:off x="1735668" y="789224"/>
            <a:ext cx="39370" cy="85090"/>
          </a:xfrm>
          <a:custGeom>
            <a:avLst/>
            <a:gdLst/>
            <a:ahLst/>
            <a:cxnLst/>
            <a:rect l="l" t="t" r="r" b="b"/>
            <a:pathLst>
              <a:path w="39369" h="85090">
                <a:moveTo>
                  <a:pt x="7568" y="67519"/>
                </a:moveTo>
                <a:lnTo>
                  <a:pt x="9967" y="72287"/>
                </a:lnTo>
                <a:lnTo>
                  <a:pt x="11577" y="75415"/>
                </a:lnTo>
                <a:lnTo>
                  <a:pt x="18501" y="82119"/>
                </a:lnTo>
                <a:lnTo>
                  <a:pt x="26825" y="84826"/>
                </a:lnTo>
                <a:lnTo>
                  <a:pt x="33476" y="81635"/>
                </a:lnTo>
                <a:lnTo>
                  <a:pt x="21961" y="81635"/>
                </a:lnTo>
                <a:lnTo>
                  <a:pt x="7568" y="67519"/>
                </a:lnTo>
                <a:close/>
              </a:path>
              <a:path w="39369" h="85090">
                <a:moveTo>
                  <a:pt x="18062" y="0"/>
                </a:moveTo>
                <a:lnTo>
                  <a:pt x="9032" y="4496"/>
                </a:lnTo>
                <a:lnTo>
                  <a:pt x="2851" y="10509"/>
                </a:lnTo>
                <a:lnTo>
                  <a:pt x="0" y="17827"/>
                </a:lnTo>
                <a:lnTo>
                  <a:pt x="956" y="26238"/>
                </a:lnTo>
                <a:lnTo>
                  <a:pt x="3305" y="33248"/>
                </a:lnTo>
                <a:lnTo>
                  <a:pt x="7826" y="39293"/>
                </a:lnTo>
                <a:lnTo>
                  <a:pt x="13325" y="44094"/>
                </a:lnTo>
                <a:lnTo>
                  <a:pt x="20924" y="51226"/>
                </a:lnTo>
                <a:lnTo>
                  <a:pt x="29859" y="61804"/>
                </a:lnTo>
                <a:lnTo>
                  <a:pt x="33801" y="72287"/>
                </a:lnTo>
                <a:lnTo>
                  <a:pt x="26419" y="79133"/>
                </a:lnTo>
                <a:lnTo>
                  <a:pt x="21961" y="81635"/>
                </a:lnTo>
                <a:lnTo>
                  <a:pt x="33476" y="81635"/>
                </a:lnTo>
                <a:lnTo>
                  <a:pt x="35144" y="80835"/>
                </a:lnTo>
                <a:lnTo>
                  <a:pt x="39008" y="74148"/>
                </a:lnTo>
                <a:lnTo>
                  <a:pt x="38757" y="67519"/>
                </a:lnTo>
                <a:lnTo>
                  <a:pt x="35687" y="61033"/>
                </a:lnTo>
                <a:lnTo>
                  <a:pt x="31093" y="54775"/>
                </a:lnTo>
                <a:lnTo>
                  <a:pt x="24833" y="48150"/>
                </a:lnTo>
                <a:lnTo>
                  <a:pt x="17696" y="41394"/>
                </a:lnTo>
                <a:lnTo>
                  <a:pt x="11113" y="34292"/>
                </a:lnTo>
                <a:lnTo>
                  <a:pt x="6518" y="26631"/>
                </a:lnTo>
                <a:lnTo>
                  <a:pt x="4270" y="20802"/>
                </a:lnTo>
                <a:lnTo>
                  <a:pt x="5337" y="14592"/>
                </a:lnTo>
                <a:lnTo>
                  <a:pt x="8995" y="9156"/>
                </a:lnTo>
                <a:lnTo>
                  <a:pt x="18101" y="393"/>
                </a:lnTo>
                <a:lnTo>
                  <a:pt x="180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bg object 174"/>
          <p:cNvSpPr/>
          <p:nvPr/>
        </p:nvSpPr>
        <p:spPr>
          <a:xfrm>
            <a:off x="1734706" y="788488"/>
            <a:ext cx="41275" cy="86995"/>
          </a:xfrm>
          <a:custGeom>
            <a:avLst/>
            <a:gdLst/>
            <a:ahLst/>
            <a:cxnLst/>
            <a:rect l="l" t="t" r="r" b="b"/>
            <a:pathLst>
              <a:path w="41275" h="86994">
                <a:moveTo>
                  <a:pt x="8953" y="67602"/>
                </a:moveTo>
                <a:lnTo>
                  <a:pt x="7776" y="68792"/>
                </a:lnTo>
                <a:lnTo>
                  <a:pt x="8801" y="72390"/>
                </a:lnTo>
                <a:lnTo>
                  <a:pt x="11531" y="76835"/>
                </a:lnTo>
                <a:lnTo>
                  <a:pt x="18592" y="83794"/>
                </a:lnTo>
                <a:lnTo>
                  <a:pt x="22974" y="86372"/>
                </a:lnTo>
                <a:lnTo>
                  <a:pt x="30670" y="86372"/>
                </a:lnTo>
                <a:lnTo>
                  <a:pt x="33832" y="85090"/>
                </a:lnTo>
                <a:lnTo>
                  <a:pt x="34099" y="84810"/>
                </a:lnTo>
                <a:lnTo>
                  <a:pt x="23596" y="84810"/>
                </a:lnTo>
                <a:lnTo>
                  <a:pt x="19532" y="82511"/>
                </a:lnTo>
                <a:lnTo>
                  <a:pt x="12968" y="76034"/>
                </a:lnTo>
                <a:lnTo>
                  <a:pt x="12579" y="75488"/>
                </a:lnTo>
                <a:lnTo>
                  <a:pt x="10285" y="71729"/>
                </a:lnTo>
                <a:lnTo>
                  <a:pt x="9974" y="70768"/>
                </a:lnTo>
                <a:lnTo>
                  <a:pt x="7949" y="68792"/>
                </a:lnTo>
                <a:lnTo>
                  <a:pt x="9402" y="68792"/>
                </a:lnTo>
                <a:lnTo>
                  <a:pt x="9281" y="68376"/>
                </a:lnTo>
                <a:lnTo>
                  <a:pt x="7658" y="68376"/>
                </a:lnTo>
                <a:lnTo>
                  <a:pt x="9233" y="67863"/>
                </a:lnTo>
                <a:lnTo>
                  <a:pt x="8953" y="67602"/>
                </a:lnTo>
                <a:close/>
              </a:path>
              <a:path w="41275" h="86994">
                <a:moveTo>
                  <a:pt x="19374" y="1576"/>
                </a:moveTo>
                <a:lnTo>
                  <a:pt x="18962" y="1576"/>
                </a:lnTo>
                <a:lnTo>
                  <a:pt x="16402" y="2484"/>
                </a:lnTo>
                <a:lnTo>
                  <a:pt x="14655" y="4241"/>
                </a:lnTo>
                <a:lnTo>
                  <a:pt x="9258" y="9588"/>
                </a:lnTo>
                <a:lnTo>
                  <a:pt x="9067" y="9817"/>
                </a:lnTo>
                <a:lnTo>
                  <a:pt x="6781" y="13208"/>
                </a:lnTo>
                <a:lnTo>
                  <a:pt x="5499" y="17081"/>
                </a:lnTo>
                <a:lnTo>
                  <a:pt x="5499" y="23266"/>
                </a:lnTo>
                <a:lnTo>
                  <a:pt x="5737" y="24612"/>
                </a:lnTo>
                <a:lnTo>
                  <a:pt x="5825" y="25107"/>
                </a:lnTo>
                <a:lnTo>
                  <a:pt x="27939" y="51676"/>
                </a:lnTo>
                <a:lnTo>
                  <a:pt x="35674" y="61239"/>
                </a:lnTo>
                <a:lnTo>
                  <a:pt x="39509" y="66789"/>
                </a:lnTo>
                <a:lnTo>
                  <a:pt x="39426" y="75260"/>
                </a:lnTo>
                <a:lnTo>
                  <a:pt x="38593" y="77495"/>
                </a:lnTo>
                <a:lnTo>
                  <a:pt x="38485" y="77787"/>
                </a:lnTo>
                <a:lnTo>
                  <a:pt x="38404" y="78003"/>
                </a:lnTo>
                <a:lnTo>
                  <a:pt x="34116" y="82511"/>
                </a:lnTo>
                <a:lnTo>
                  <a:pt x="32785" y="83794"/>
                </a:lnTo>
                <a:lnTo>
                  <a:pt x="30251" y="84810"/>
                </a:lnTo>
                <a:lnTo>
                  <a:pt x="34099" y="84810"/>
                </a:lnTo>
                <a:lnTo>
                  <a:pt x="39691" y="78955"/>
                </a:lnTo>
                <a:lnTo>
                  <a:pt x="39937" y="78447"/>
                </a:lnTo>
                <a:lnTo>
                  <a:pt x="41071" y="75488"/>
                </a:lnTo>
                <a:lnTo>
                  <a:pt x="41046" y="66052"/>
                </a:lnTo>
                <a:lnTo>
                  <a:pt x="36893" y="60325"/>
                </a:lnTo>
                <a:lnTo>
                  <a:pt x="29006" y="50533"/>
                </a:lnTo>
                <a:lnTo>
                  <a:pt x="23888" y="46164"/>
                </a:lnTo>
                <a:lnTo>
                  <a:pt x="14465" y="37007"/>
                </a:lnTo>
                <a:lnTo>
                  <a:pt x="10185" y="32245"/>
                </a:lnTo>
                <a:lnTo>
                  <a:pt x="7416" y="25107"/>
                </a:lnTo>
                <a:lnTo>
                  <a:pt x="7085" y="23266"/>
                </a:lnTo>
                <a:lnTo>
                  <a:pt x="7169" y="17081"/>
                </a:lnTo>
                <a:lnTo>
                  <a:pt x="8229" y="13843"/>
                </a:lnTo>
                <a:lnTo>
                  <a:pt x="10324" y="10744"/>
                </a:lnTo>
                <a:lnTo>
                  <a:pt x="9918" y="10414"/>
                </a:lnTo>
                <a:lnTo>
                  <a:pt x="10634" y="10414"/>
                </a:lnTo>
                <a:lnTo>
                  <a:pt x="11798" y="9220"/>
                </a:lnTo>
                <a:lnTo>
                  <a:pt x="16851" y="4241"/>
                </a:lnTo>
                <a:lnTo>
                  <a:pt x="18834" y="2209"/>
                </a:lnTo>
                <a:lnTo>
                  <a:pt x="19374" y="1576"/>
                </a:lnTo>
                <a:close/>
              </a:path>
              <a:path w="41275" h="86994">
                <a:moveTo>
                  <a:pt x="9233" y="67863"/>
                </a:moveTo>
                <a:lnTo>
                  <a:pt x="9281" y="68376"/>
                </a:lnTo>
                <a:lnTo>
                  <a:pt x="9862" y="70383"/>
                </a:lnTo>
                <a:lnTo>
                  <a:pt x="9974" y="70768"/>
                </a:lnTo>
                <a:lnTo>
                  <a:pt x="24460" y="80911"/>
                </a:lnTo>
                <a:lnTo>
                  <a:pt x="27120" y="80911"/>
                </a:lnTo>
                <a:lnTo>
                  <a:pt x="27602" y="80619"/>
                </a:lnTo>
                <a:lnTo>
                  <a:pt x="27428" y="80098"/>
                </a:lnTo>
                <a:lnTo>
                  <a:pt x="27381" y="79908"/>
                </a:lnTo>
                <a:lnTo>
                  <a:pt x="30314" y="79908"/>
                </a:lnTo>
                <a:lnTo>
                  <a:pt x="31270" y="79400"/>
                </a:lnTo>
                <a:lnTo>
                  <a:pt x="25006" y="79400"/>
                </a:lnTo>
                <a:lnTo>
                  <a:pt x="23874" y="78955"/>
                </a:lnTo>
                <a:lnTo>
                  <a:pt x="23677" y="78955"/>
                </a:lnTo>
                <a:lnTo>
                  <a:pt x="18750" y="76034"/>
                </a:lnTo>
                <a:lnTo>
                  <a:pt x="18041" y="75488"/>
                </a:lnTo>
                <a:lnTo>
                  <a:pt x="15506" y="73456"/>
                </a:lnTo>
                <a:lnTo>
                  <a:pt x="11935" y="70383"/>
                </a:lnTo>
                <a:lnTo>
                  <a:pt x="9233" y="67863"/>
                </a:lnTo>
                <a:close/>
              </a:path>
              <a:path w="41275" h="86994">
                <a:moveTo>
                  <a:pt x="27505" y="80098"/>
                </a:moveTo>
                <a:lnTo>
                  <a:pt x="27559" y="80619"/>
                </a:lnTo>
                <a:lnTo>
                  <a:pt x="27799" y="80619"/>
                </a:lnTo>
                <a:lnTo>
                  <a:pt x="27505" y="80098"/>
                </a:lnTo>
                <a:close/>
              </a:path>
              <a:path w="41275" h="86994">
                <a:moveTo>
                  <a:pt x="30314" y="79908"/>
                </a:moveTo>
                <a:lnTo>
                  <a:pt x="27397" y="79908"/>
                </a:lnTo>
                <a:lnTo>
                  <a:pt x="27799" y="80619"/>
                </a:lnTo>
                <a:lnTo>
                  <a:pt x="27559" y="80619"/>
                </a:lnTo>
                <a:lnTo>
                  <a:pt x="30314" y="79908"/>
                </a:lnTo>
                <a:close/>
              </a:path>
              <a:path w="41275" h="86994">
                <a:moveTo>
                  <a:pt x="18732" y="0"/>
                </a:moveTo>
                <a:lnTo>
                  <a:pt x="13042" y="2019"/>
                </a:lnTo>
                <a:lnTo>
                  <a:pt x="8381" y="4838"/>
                </a:lnTo>
                <a:lnTo>
                  <a:pt x="1841" y="11823"/>
                </a:lnTo>
                <a:lnTo>
                  <a:pt x="0" y="16040"/>
                </a:lnTo>
                <a:lnTo>
                  <a:pt x="77" y="23266"/>
                </a:lnTo>
                <a:lnTo>
                  <a:pt x="16157" y="47533"/>
                </a:lnTo>
                <a:lnTo>
                  <a:pt x="21196" y="52057"/>
                </a:lnTo>
                <a:lnTo>
                  <a:pt x="33874" y="74269"/>
                </a:lnTo>
                <a:lnTo>
                  <a:pt x="33707" y="74764"/>
                </a:lnTo>
                <a:lnTo>
                  <a:pt x="27763" y="78955"/>
                </a:lnTo>
                <a:lnTo>
                  <a:pt x="26974" y="79184"/>
                </a:lnTo>
                <a:lnTo>
                  <a:pt x="26607" y="79400"/>
                </a:lnTo>
                <a:lnTo>
                  <a:pt x="31270" y="79400"/>
                </a:lnTo>
                <a:lnTo>
                  <a:pt x="32106" y="78955"/>
                </a:lnTo>
                <a:lnTo>
                  <a:pt x="32693" y="78447"/>
                </a:lnTo>
                <a:lnTo>
                  <a:pt x="34975" y="76034"/>
                </a:lnTo>
                <a:lnTo>
                  <a:pt x="35560" y="74269"/>
                </a:lnTo>
                <a:lnTo>
                  <a:pt x="35547" y="69888"/>
                </a:lnTo>
                <a:lnTo>
                  <a:pt x="9372" y="39497"/>
                </a:lnTo>
                <a:lnTo>
                  <a:pt x="4952" y="33566"/>
                </a:lnTo>
                <a:lnTo>
                  <a:pt x="1917" y="24612"/>
                </a:lnTo>
                <a:lnTo>
                  <a:pt x="1687" y="23266"/>
                </a:lnTo>
                <a:lnTo>
                  <a:pt x="1574" y="16446"/>
                </a:lnTo>
                <a:lnTo>
                  <a:pt x="3238" y="12674"/>
                </a:lnTo>
                <a:lnTo>
                  <a:pt x="9283" y="6146"/>
                </a:lnTo>
                <a:lnTo>
                  <a:pt x="13741" y="3429"/>
                </a:lnTo>
                <a:lnTo>
                  <a:pt x="16402" y="2484"/>
                </a:lnTo>
                <a:lnTo>
                  <a:pt x="17988" y="812"/>
                </a:lnTo>
                <a:lnTo>
                  <a:pt x="18313" y="393"/>
                </a:lnTo>
                <a:lnTo>
                  <a:pt x="19286" y="393"/>
                </a:lnTo>
                <a:lnTo>
                  <a:pt x="18732" y="0"/>
                </a:lnTo>
                <a:close/>
              </a:path>
              <a:path w="41275" h="86994">
                <a:moveTo>
                  <a:pt x="9133" y="67863"/>
                </a:moveTo>
                <a:lnTo>
                  <a:pt x="7658" y="68376"/>
                </a:lnTo>
                <a:lnTo>
                  <a:pt x="7710" y="68559"/>
                </a:lnTo>
                <a:lnTo>
                  <a:pt x="9974" y="70768"/>
                </a:lnTo>
                <a:lnTo>
                  <a:pt x="9402" y="68792"/>
                </a:lnTo>
                <a:lnTo>
                  <a:pt x="7776" y="68792"/>
                </a:lnTo>
                <a:lnTo>
                  <a:pt x="8187" y="68376"/>
                </a:lnTo>
                <a:lnTo>
                  <a:pt x="9281" y="68376"/>
                </a:lnTo>
                <a:lnTo>
                  <a:pt x="9133" y="67863"/>
                </a:lnTo>
                <a:close/>
              </a:path>
              <a:path w="41275" h="86994">
                <a:moveTo>
                  <a:pt x="10634" y="10414"/>
                </a:moveTo>
                <a:lnTo>
                  <a:pt x="9918" y="10414"/>
                </a:lnTo>
                <a:lnTo>
                  <a:pt x="10406" y="10744"/>
                </a:lnTo>
                <a:lnTo>
                  <a:pt x="10634" y="10414"/>
                </a:lnTo>
                <a:close/>
              </a:path>
              <a:path w="41275" h="86994">
                <a:moveTo>
                  <a:pt x="18300" y="393"/>
                </a:moveTo>
                <a:lnTo>
                  <a:pt x="18195" y="812"/>
                </a:lnTo>
                <a:lnTo>
                  <a:pt x="17988" y="812"/>
                </a:lnTo>
                <a:lnTo>
                  <a:pt x="16402" y="2484"/>
                </a:lnTo>
                <a:lnTo>
                  <a:pt x="18962" y="1576"/>
                </a:lnTo>
                <a:lnTo>
                  <a:pt x="19374" y="1576"/>
                </a:lnTo>
                <a:lnTo>
                  <a:pt x="19033" y="812"/>
                </a:lnTo>
                <a:lnTo>
                  <a:pt x="18195" y="812"/>
                </a:lnTo>
                <a:lnTo>
                  <a:pt x="18300" y="393"/>
                </a:lnTo>
                <a:close/>
              </a:path>
              <a:path w="41275" h="86994">
                <a:moveTo>
                  <a:pt x="19286" y="393"/>
                </a:moveTo>
                <a:lnTo>
                  <a:pt x="18313" y="393"/>
                </a:lnTo>
                <a:lnTo>
                  <a:pt x="19033" y="812"/>
                </a:lnTo>
                <a:lnTo>
                  <a:pt x="19192" y="1168"/>
                </a:lnTo>
                <a:lnTo>
                  <a:pt x="19280" y="1366"/>
                </a:lnTo>
                <a:lnTo>
                  <a:pt x="19374" y="1576"/>
                </a:lnTo>
                <a:lnTo>
                  <a:pt x="18962" y="1576"/>
                </a:lnTo>
                <a:lnTo>
                  <a:pt x="19553" y="1366"/>
                </a:lnTo>
                <a:lnTo>
                  <a:pt x="19672" y="1168"/>
                </a:lnTo>
                <a:lnTo>
                  <a:pt x="19769" y="812"/>
                </a:lnTo>
                <a:lnTo>
                  <a:pt x="19286" y="393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bg object 175"/>
          <p:cNvSpPr/>
          <p:nvPr/>
        </p:nvSpPr>
        <p:spPr>
          <a:xfrm>
            <a:off x="1753674" y="756885"/>
            <a:ext cx="158115" cy="182245"/>
          </a:xfrm>
          <a:custGeom>
            <a:avLst/>
            <a:gdLst/>
            <a:ahLst/>
            <a:cxnLst/>
            <a:rect l="l" t="t" r="r" b="b"/>
            <a:pathLst>
              <a:path w="158114" h="182244">
                <a:moveTo>
                  <a:pt x="49605" y="0"/>
                </a:moveTo>
                <a:lnTo>
                  <a:pt x="38506" y="2298"/>
                </a:lnTo>
                <a:lnTo>
                  <a:pt x="0" y="31876"/>
                </a:lnTo>
                <a:lnTo>
                  <a:pt x="17502" y="34706"/>
                </a:lnTo>
                <a:lnTo>
                  <a:pt x="27057" y="37799"/>
                </a:lnTo>
                <a:lnTo>
                  <a:pt x="32011" y="43090"/>
                </a:lnTo>
                <a:lnTo>
                  <a:pt x="35712" y="52513"/>
                </a:lnTo>
                <a:lnTo>
                  <a:pt x="46167" y="73688"/>
                </a:lnTo>
                <a:lnTo>
                  <a:pt x="48201" y="94228"/>
                </a:lnTo>
                <a:lnTo>
                  <a:pt x="40507" y="126267"/>
                </a:lnTo>
                <a:lnTo>
                  <a:pt x="21780" y="181939"/>
                </a:lnTo>
                <a:lnTo>
                  <a:pt x="157759" y="181939"/>
                </a:lnTo>
                <a:lnTo>
                  <a:pt x="157759" y="52653"/>
                </a:lnTo>
                <a:lnTo>
                  <a:pt x="138366" y="30758"/>
                </a:lnTo>
                <a:lnTo>
                  <a:pt x="127188" y="30837"/>
                </a:lnTo>
                <a:lnTo>
                  <a:pt x="118000" y="29295"/>
                </a:lnTo>
                <a:lnTo>
                  <a:pt x="105885" y="24718"/>
                </a:lnTo>
                <a:lnTo>
                  <a:pt x="85928" y="15696"/>
                </a:lnTo>
                <a:lnTo>
                  <a:pt x="68870" y="5443"/>
                </a:lnTo>
                <a:lnTo>
                  <a:pt x="58245" y="629"/>
                </a:lnTo>
                <a:lnTo>
                  <a:pt x="49605" y="0"/>
                </a:lnTo>
                <a:close/>
              </a:path>
            </a:pathLst>
          </a:custGeom>
          <a:solidFill>
            <a:srgbClr val="101D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bg object 176"/>
          <p:cNvSpPr/>
          <p:nvPr/>
        </p:nvSpPr>
        <p:spPr>
          <a:xfrm>
            <a:off x="1762607" y="759777"/>
            <a:ext cx="149225" cy="179070"/>
          </a:xfrm>
          <a:custGeom>
            <a:avLst/>
            <a:gdLst/>
            <a:ahLst/>
            <a:cxnLst/>
            <a:rect l="l" t="t" r="r" b="b"/>
            <a:pathLst>
              <a:path w="149225" h="179069">
                <a:moveTo>
                  <a:pt x="7721" y="29337"/>
                </a:moveTo>
                <a:lnTo>
                  <a:pt x="7518" y="29337"/>
                </a:lnTo>
                <a:lnTo>
                  <a:pt x="5613" y="31750"/>
                </a:lnTo>
                <a:lnTo>
                  <a:pt x="4559" y="33020"/>
                </a:lnTo>
                <a:lnTo>
                  <a:pt x="5067" y="33020"/>
                </a:lnTo>
                <a:lnTo>
                  <a:pt x="6032" y="31750"/>
                </a:lnTo>
                <a:lnTo>
                  <a:pt x="6959" y="30480"/>
                </a:lnTo>
                <a:lnTo>
                  <a:pt x="7721" y="29337"/>
                </a:lnTo>
                <a:close/>
              </a:path>
              <a:path w="149225" h="179069">
                <a:moveTo>
                  <a:pt x="21145" y="179070"/>
                </a:moveTo>
                <a:lnTo>
                  <a:pt x="18669" y="177800"/>
                </a:lnTo>
                <a:lnTo>
                  <a:pt x="16852" y="175260"/>
                </a:lnTo>
                <a:lnTo>
                  <a:pt x="14808" y="173990"/>
                </a:lnTo>
                <a:lnTo>
                  <a:pt x="14541" y="173990"/>
                </a:lnTo>
                <a:lnTo>
                  <a:pt x="16281" y="176530"/>
                </a:lnTo>
                <a:lnTo>
                  <a:pt x="17818" y="177800"/>
                </a:lnTo>
                <a:lnTo>
                  <a:pt x="19786" y="179070"/>
                </a:lnTo>
                <a:lnTo>
                  <a:pt x="21145" y="179070"/>
                </a:lnTo>
                <a:close/>
              </a:path>
              <a:path w="149225" h="179069">
                <a:moveTo>
                  <a:pt x="26339" y="46990"/>
                </a:moveTo>
                <a:lnTo>
                  <a:pt x="25361" y="46990"/>
                </a:lnTo>
                <a:lnTo>
                  <a:pt x="25488" y="48260"/>
                </a:lnTo>
                <a:lnTo>
                  <a:pt x="26009" y="48260"/>
                </a:lnTo>
                <a:lnTo>
                  <a:pt x="26250" y="47332"/>
                </a:lnTo>
                <a:lnTo>
                  <a:pt x="26339" y="46990"/>
                </a:lnTo>
                <a:close/>
              </a:path>
              <a:path w="149225" h="179069">
                <a:moveTo>
                  <a:pt x="29603" y="115633"/>
                </a:moveTo>
                <a:lnTo>
                  <a:pt x="29286" y="115633"/>
                </a:lnTo>
                <a:lnTo>
                  <a:pt x="29425" y="114896"/>
                </a:lnTo>
                <a:lnTo>
                  <a:pt x="29044" y="115633"/>
                </a:lnTo>
                <a:lnTo>
                  <a:pt x="29527" y="116027"/>
                </a:lnTo>
                <a:lnTo>
                  <a:pt x="29603" y="115633"/>
                </a:lnTo>
                <a:close/>
              </a:path>
              <a:path w="149225" h="179069">
                <a:moveTo>
                  <a:pt x="30530" y="116840"/>
                </a:moveTo>
                <a:lnTo>
                  <a:pt x="29527" y="116027"/>
                </a:lnTo>
                <a:lnTo>
                  <a:pt x="29476" y="116344"/>
                </a:lnTo>
                <a:lnTo>
                  <a:pt x="29387" y="116840"/>
                </a:lnTo>
                <a:lnTo>
                  <a:pt x="30530" y="116840"/>
                </a:lnTo>
                <a:close/>
              </a:path>
              <a:path w="149225" h="179069">
                <a:moveTo>
                  <a:pt x="33007" y="81343"/>
                </a:moveTo>
                <a:lnTo>
                  <a:pt x="32626" y="81343"/>
                </a:lnTo>
                <a:lnTo>
                  <a:pt x="32626" y="82207"/>
                </a:lnTo>
                <a:lnTo>
                  <a:pt x="32804" y="81991"/>
                </a:lnTo>
                <a:lnTo>
                  <a:pt x="33007" y="81343"/>
                </a:lnTo>
                <a:close/>
              </a:path>
              <a:path w="149225" h="179069">
                <a:moveTo>
                  <a:pt x="33235" y="127457"/>
                </a:moveTo>
                <a:lnTo>
                  <a:pt x="33172" y="127000"/>
                </a:lnTo>
                <a:lnTo>
                  <a:pt x="32702" y="125831"/>
                </a:lnTo>
                <a:lnTo>
                  <a:pt x="32626" y="126314"/>
                </a:lnTo>
                <a:lnTo>
                  <a:pt x="32537" y="127000"/>
                </a:lnTo>
                <a:lnTo>
                  <a:pt x="33235" y="127457"/>
                </a:lnTo>
                <a:close/>
              </a:path>
              <a:path w="149225" h="179069">
                <a:moveTo>
                  <a:pt x="35115" y="120650"/>
                </a:moveTo>
                <a:lnTo>
                  <a:pt x="29108" y="120650"/>
                </a:lnTo>
                <a:lnTo>
                  <a:pt x="28194" y="121920"/>
                </a:lnTo>
                <a:lnTo>
                  <a:pt x="27901" y="122986"/>
                </a:lnTo>
                <a:lnTo>
                  <a:pt x="27851" y="123190"/>
                </a:lnTo>
                <a:lnTo>
                  <a:pt x="29692" y="121920"/>
                </a:lnTo>
                <a:lnTo>
                  <a:pt x="30581" y="121920"/>
                </a:lnTo>
                <a:lnTo>
                  <a:pt x="32219" y="124625"/>
                </a:lnTo>
                <a:lnTo>
                  <a:pt x="32702" y="125831"/>
                </a:lnTo>
                <a:lnTo>
                  <a:pt x="32804" y="125044"/>
                </a:lnTo>
                <a:lnTo>
                  <a:pt x="32867" y="124625"/>
                </a:lnTo>
                <a:lnTo>
                  <a:pt x="32131" y="123190"/>
                </a:lnTo>
                <a:lnTo>
                  <a:pt x="31369" y="121920"/>
                </a:lnTo>
                <a:lnTo>
                  <a:pt x="35115" y="120650"/>
                </a:lnTo>
                <a:close/>
              </a:path>
              <a:path w="149225" h="179069">
                <a:moveTo>
                  <a:pt x="35420" y="85217"/>
                </a:moveTo>
                <a:lnTo>
                  <a:pt x="32816" y="83921"/>
                </a:lnTo>
                <a:lnTo>
                  <a:pt x="32613" y="83921"/>
                </a:lnTo>
                <a:lnTo>
                  <a:pt x="32588" y="85217"/>
                </a:lnTo>
                <a:lnTo>
                  <a:pt x="32766" y="85217"/>
                </a:lnTo>
                <a:lnTo>
                  <a:pt x="34277" y="86360"/>
                </a:lnTo>
                <a:lnTo>
                  <a:pt x="35166" y="85496"/>
                </a:lnTo>
                <a:lnTo>
                  <a:pt x="35420" y="85217"/>
                </a:lnTo>
                <a:close/>
              </a:path>
              <a:path w="149225" h="179069">
                <a:moveTo>
                  <a:pt x="35598" y="55918"/>
                </a:moveTo>
                <a:lnTo>
                  <a:pt x="32232" y="58420"/>
                </a:lnTo>
                <a:lnTo>
                  <a:pt x="30670" y="60960"/>
                </a:lnTo>
                <a:lnTo>
                  <a:pt x="32245" y="59791"/>
                </a:lnTo>
                <a:lnTo>
                  <a:pt x="34124" y="58420"/>
                </a:lnTo>
                <a:lnTo>
                  <a:pt x="35598" y="55918"/>
                </a:lnTo>
                <a:close/>
              </a:path>
              <a:path w="149225" h="179069">
                <a:moveTo>
                  <a:pt x="36779" y="133362"/>
                </a:moveTo>
                <a:lnTo>
                  <a:pt x="36487" y="130810"/>
                </a:lnTo>
                <a:lnTo>
                  <a:pt x="34810" y="129540"/>
                </a:lnTo>
                <a:lnTo>
                  <a:pt x="36563" y="128320"/>
                </a:lnTo>
                <a:lnTo>
                  <a:pt x="34582" y="128320"/>
                </a:lnTo>
                <a:lnTo>
                  <a:pt x="34340" y="128320"/>
                </a:lnTo>
                <a:lnTo>
                  <a:pt x="33375" y="128320"/>
                </a:lnTo>
                <a:lnTo>
                  <a:pt x="33578" y="129540"/>
                </a:lnTo>
                <a:lnTo>
                  <a:pt x="28422" y="132080"/>
                </a:lnTo>
                <a:lnTo>
                  <a:pt x="25717" y="133362"/>
                </a:lnTo>
                <a:lnTo>
                  <a:pt x="25438" y="134620"/>
                </a:lnTo>
                <a:lnTo>
                  <a:pt x="28333" y="133362"/>
                </a:lnTo>
                <a:lnTo>
                  <a:pt x="31369" y="132080"/>
                </a:lnTo>
                <a:lnTo>
                  <a:pt x="34315" y="129540"/>
                </a:lnTo>
                <a:lnTo>
                  <a:pt x="35902" y="132080"/>
                </a:lnTo>
                <a:lnTo>
                  <a:pt x="36779" y="133362"/>
                </a:lnTo>
                <a:close/>
              </a:path>
              <a:path w="149225" h="179069">
                <a:moveTo>
                  <a:pt x="38938" y="100330"/>
                </a:moveTo>
                <a:lnTo>
                  <a:pt x="35267" y="99060"/>
                </a:lnTo>
                <a:lnTo>
                  <a:pt x="31623" y="99060"/>
                </a:lnTo>
                <a:lnTo>
                  <a:pt x="31559" y="99707"/>
                </a:lnTo>
                <a:lnTo>
                  <a:pt x="31496" y="100330"/>
                </a:lnTo>
                <a:lnTo>
                  <a:pt x="38938" y="100330"/>
                </a:lnTo>
                <a:close/>
              </a:path>
              <a:path w="149225" h="179069">
                <a:moveTo>
                  <a:pt x="39954" y="95250"/>
                </a:moveTo>
                <a:lnTo>
                  <a:pt x="38950" y="92710"/>
                </a:lnTo>
                <a:lnTo>
                  <a:pt x="35293" y="92710"/>
                </a:lnTo>
                <a:lnTo>
                  <a:pt x="32410" y="91528"/>
                </a:lnTo>
                <a:lnTo>
                  <a:pt x="32181" y="91528"/>
                </a:lnTo>
                <a:lnTo>
                  <a:pt x="32143" y="92710"/>
                </a:lnTo>
                <a:lnTo>
                  <a:pt x="34632" y="92710"/>
                </a:lnTo>
                <a:lnTo>
                  <a:pt x="36830" y="94005"/>
                </a:lnTo>
                <a:lnTo>
                  <a:pt x="39954" y="95250"/>
                </a:lnTo>
                <a:close/>
              </a:path>
              <a:path w="149225" h="179069">
                <a:moveTo>
                  <a:pt x="40017" y="52070"/>
                </a:moveTo>
                <a:lnTo>
                  <a:pt x="38620" y="52070"/>
                </a:lnTo>
                <a:lnTo>
                  <a:pt x="37122" y="54292"/>
                </a:lnTo>
                <a:lnTo>
                  <a:pt x="38646" y="53479"/>
                </a:lnTo>
                <a:lnTo>
                  <a:pt x="38798" y="53479"/>
                </a:lnTo>
                <a:lnTo>
                  <a:pt x="40017" y="52070"/>
                </a:lnTo>
                <a:close/>
              </a:path>
              <a:path w="149225" h="179069">
                <a:moveTo>
                  <a:pt x="40601" y="87439"/>
                </a:moveTo>
                <a:lnTo>
                  <a:pt x="38354" y="86360"/>
                </a:lnTo>
                <a:lnTo>
                  <a:pt x="37871" y="86360"/>
                </a:lnTo>
                <a:lnTo>
                  <a:pt x="35509" y="85217"/>
                </a:lnTo>
                <a:lnTo>
                  <a:pt x="35229" y="86360"/>
                </a:lnTo>
                <a:lnTo>
                  <a:pt x="34366" y="86360"/>
                </a:lnTo>
                <a:lnTo>
                  <a:pt x="40601" y="87439"/>
                </a:lnTo>
                <a:close/>
              </a:path>
              <a:path w="149225" h="179069">
                <a:moveTo>
                  <a:pt x="41592" y="104114"/>
                </a:moveTo>
                <a:lnTo>
                  <a:pt x="41376" y="102870"/>
                </a:lnTo>
                <a:lnTo>
                  <a:pt x="41554" y="101765"/>
                </a:lnTo>
                <a:lnTo>
                  <a:pt x="41414" y="101765"/>
                </a:lnTo>
                <a:lnTo>
                  <a:pt x="40208" y="102870"/>
                </a:lnTo>
                <a:lnTo>
                  <a:pt x="41592" y="104114"/>
                </a:lnTo>
                <a:close/>
              </a:path>
              <a:path w="149225" h="179069">
                <a:moveTo>
                  <a:pt x="41897" y="88061"/>
                </a:moveTo>
                <a:lnTo>
                  <a:pt x="41681" y="87630"/>
                </a:lnTo>
                <a:lnTo>
                  <a:pt x="40601" y="87439"/>
                </a:lnTo>
                <a:lnTo>
                  <a:pt x="41897" y="88061"/>
                </a:lnTo>
                <a:close/>
              </a:path>
              <a:path w="149225" h="179069">
                <a:moveTo>
                  <a:pt x="41986" y="109042"/>
                </a:moveTo>
                <a:lnTo>
                  <a:pt x="41808" y="108115"/>
                </a:lnTo>
                <a:lnTo>
                  <a:pt x="41783" y="107975"/>
                </a:lnTo>
                <a:lnTo>
                  <a:pt x="41338" y="106680"/>
                </a:lnTo>
                <a:lnTo>
                  <a:pt x="40995" y="107975"/>
                </a:lnTo>
                <a:lnTo>
                  <a:pt x="41986" y="109042"/>
                </a:lnTo>
                <a:close/>
              </a:path>
              <a:path w="149225" h="179069">
                <a:moveTo>
                  <a:pt x="42849" y="92710"/>
                </a:moveTo>
                <a:lnTo>
                  <a:pt x="42164" y="92710"/>
                </a:lnTo>
                <a:lnTo>
                  <a:pt x="40690" y="94005"/>
                </a:lnTo>
                <a:lnTo>
                  <a:pt x="40055" y="94005"/>
                </a:lnTo>
                <a:lnTo>
                  <a:pt x="39966" y="95250"/>
                </a:lnTo>
                <a:lnTo>
                  <a:pt x="42138" y="94005"/>
                </a:lnTo>
                <a:lnTo>
                  <a:pt x="42849" y="92710"/>
                </a:lnTo>
                <a:close/>
              </a:path>
              <a:path w="149225" h="179069">
                <a:moveTo>
                  <a:pt x="43002" y="113030"/>
                </a:moveTo>
                <a:lnTo>
                  <a:pt x="42608" y="112699"/>
                </a:lnTo>
                <a:lnTo>
                  <a:pt x="42532" y="113030"/>
                </a:lnTo>
                <a:lnTo>
                  <a:pt x="42900" y="113461"/>
                </a:lnTo>
                <a:lnTo>
                  <a:pt x="43002" y="113030"/>
                </a:lnTo>
                <a:close/>
              </a:path>
              <a:path w="149225" h="179069">
                <a:moveTo>
                  <a:pt x="44564" y="64808"/>
                </a:moveTo>
                <a:lnTo>
                  <a:pt x="43726" y="65468"/>
                </a:lnTo>
                <a:lnTo>
                  <a:pt x="43078" y="66040"/>
                </a:lnTo>
                <a:lnTo>
                  <a:pt x="41452" y="68757"/>
                </a:lnTo>
                <a:lnTo>
                  <a:pt x="43192" y="67310"/>
                </a:lnTo>
                <a:lnTo>
                  <a:pt x="44564" y="64808"/>
                </a:lnTo>
                <a:close/>
              </a:path>
              <a:path w="149225" h="179069">
                <a:moveTo>
                  <a:pt x="44894" y="105511"/>
                </a:moveTo>
                <a:lnTo>
                  <a:pt x="41516" y="105511"/>
                </a:lnTo>
                <a:lnTo>
                  <a:pt x="41592" y="104279"/>
                </a:lnTo>
                <a:lnTo>
                  <a:pt x="41008" y="105511"/>
                </a:lnTo>
                <a:lnTo>
                  <a:pt x="30708" y="105511"/>
                </a:lnTo>
                <a:lnTo>
                  <a:pt x="30670" y="105778"/>
                </a:lnTo>
                <a:lnTo>
                  <a:pt x="30581" y="106680"/>
                </a:lnTo>
                <a:lnTo>
                  <a:pt x="41338" y="106680"/>
                </a:lnTo>
                <a:lnTo>
                  <a:pt x="44894" y="105511"/>
                </a:lnTo>
                <a:close/>
              </a:path>
              <a:path w="149225" h="179069">
                <a:moveTo>
                  <a:pt x="45161" y="120840"/>
                </a:moveTo>
                <a:lnTo>
                  <a:pt x="45148" y="120650"/>
                </a:lnTo>
                <a:lnTo>
                  <a:pt x="44932" y="120650"/>
                </a:lnTo>
                <a:lnTo>
                  <a:pt x="45161" y="120840"/>
                </a:lnTo>
                <a:close/>
              </a:path>
              <a:path w="149225" h="179069">
                <a:moveTo>
                  <a:pt x="45847" y="86360"/>
                </a:moveTo>
                <a:lnTo>
                  <a:pt x="45770" y="83921"/>
                </a:lnTo>
                <a:lnTo>
                  <a:pt x="45364" y="85217"/>
                </a:lnTo>
                <a:lnTo>
                  <a:pt x="45212" y="85217"/>
                </a:lnTo>
                <a:lnTo>
                  <a:pt x="45847" y="86360"/>
                </a:lnTo>
                <a:close/>
              </a:path>
              <a:path w="149225" h="179069">
                <a:moveTo>
                  <a:pt x="45923" y="16751"/>
                </a:moveTo>
                <a:lnTo>
                  <a:pt x="42900" y="17780"/>
                </a:lnTo>
                <a:lnTo>
                  <a:pt x="39535" y="20243"/>
                </a:lnTo>
                <a:lnTo>
                  <a:pt x="42722" y="19050"/>
                </a:lnTo>
                <a:lnTo>
                  <a:pt x="45923" y="16751"/>
                </a:lnTo>
                <a:close/>
              </a:path>
              <a:path w="149225" h="179069">
                <a:moveTo>
                  <a:pt x="46075" y="63500"/>
                </a:moveTo>
                <a:lnTo>
                  <a:pt x="45897" y="63500"/>
                </a:lnTo>
                <a:lnTo>
                  <a:pt x="45935" y="64363"/>
                </a:lnTo>
                <a:lnTo>
                  <a:pt x="46075" y="63500"/>
                </a:lnTo>
                <a:close/>
              </a:path>
              <a:path w="149225" h="179069">
                <a:moveTo>
                  <a:pt x="46888" y="16294"/>
                </a:moveTo>
                <a:lnTo>
                  <a:pt x="46266" y="16510"/>
                </a:lnTo>
                <a:lnTo>
                  <a:pt x="45923" y="16751"/>
                </a:lnTo>
                <a:lnTo>
                  <a:pt x="46634" y="16510"/>
                </a:lnTo>
                <a:lnTo>
                  <a:pt x="46888" y="16294"/>
                </a:lnTo>
                <a:close/>
              </a:path>
              <a:path w="149225" h="179069">
                <a:moveTo>
                  <a:pt x="47028" y="46723"/>
                </a:moveTo>
                <a:lnTo>
                  <a:pt x="46456" y="46990"/>
                </a:lnTo>
                <a:lnTo>
                  <a:pt x="46164" y="47332"/>
                </a:lnTo>
                <a:lnTo>
                  <a:pt x="46824" y="46990"/>
                </a:lnTo>
                <a:lnTo>
                  <a:pt x="47028" y="46723"/>
                </a:lnTo>
                <a:close/>
              </a:path>
              <a:path w="149225" h="179069">
                <a:moveTo>
                  <a:pt x="47612" y="115633"/>
                </a:moveTo>
                <a:lnTo>
                  <a:pt x="43497" y="115633"/>
                </a:lnTo>
                <a:lnTo>
                  <a:pt x="43624" y="114300"/>
                </a:lnTo>
                <a:lnTo>
                  <a:pt x="42900" y="113461"/>
                </a:lnTo>
                <a:lnTo>
                  <a:pt x="42583" y="114896"/>
                </a:lnTo>
                <a:lnTo>
                  <a:pt x="42481" y="115633"/>
                </a:lnTo>
                <a:lnTo>
                  <a:pt x="43256" y="116840"/>
                </a:lnTo>
                <a:lnTo>
                  <a:pt x="38938" y="116840"/>
                </a:lnTo>
                <a:lnTo>
                  <a:pt x="35166" y="120650"/>
                </a:lnTo>
                <a:lnTo>
                  <a:pt x="39585" y="119253"/>
                </a:lnTo>
                <a:lnTo>
                  <a:pt x="42722" y="118211"/>
                </a:lnTo>
                <a:lnTo>
                  <a:pt x="43192" y="118211"/>
                </a:lnTo>
                <a:lnTo>
                  <a:pt x="44615" y="119253"/>
                </a:lnTo>
                <a:lnTo>
                  <a:pt x="44831" y="119468"/>
                </a:lnTo>
                <a:lnTo>
                  <a:pt x="45148" y="120650"/>
                </a:lnTo>
                <a:lnTo>
                  <a:pt x="45173" y="118211"/>
                </a:lnTo>
                <a:lnTo>
                  <a:pt x="44018" y="116840"/>
                </a:lnTo>
                <a:lnTo>
                  <a:pt x="47612" y="115633"/>
                </a:lnTo>
                <a:close/>
              </a:path>
              <a:path w="149225" h="179069">
                <a:moveTo>
                  <a:pt x="48602" y="121920"/>
                </a:moveTo>
                <a:lnTo>
                  <a:pt x="46482" y="121920"/>
                </a:lnTo>
                <a:lnTo>
                  <a:pt x="45262" y="121920"/>
                </a:lnTo>
                <a:lnTo>
                  <a:pt x="45377" y="123190"/>
                </a:lnTo>
                <a:lnTo>
                  <a:pt x="41249" y="124625"/>
                </a:lnTo>
                <a:lnTo>
                  <a:pt x="41490" y="124625"/>
                </a:lnTo>
                <a:lnTo>
                  <a:pt x="38176" y="127000"/>
                </a:lnTo>
                <a:lnTo>
                  <a:pt x="36842" y="127457"/>
                </a:lnTo>
                <a:lnTo>
                  <a:pt x="37820" y="127457"/>
                </a:lnTo>
                <a:lnTo>
                  <a:pt x="38493" y="127000"/>
                </a:lnTo>
                <a:lnTo>
                  <a:pt x="41998" y="125831"/>
                </a:lnTo>
                <a:lnTo>
                  <a:pt x="42138" y="125831"/>
                </a:lnTo>
                <a:lnTo>
                  <a:pt x="46139" y="123190"/>
                </a:lnTo>
                <a:lnTo>
                  <a:pt x="48069" y="124625"/>
                </a:lnTo>
                <a:lnTo>
                  <a:pt x="46748" y="123190"/>
                </a:lnTo>
                <a:lnTo>
                  <a:pt x="48602" y="121920"/>
                </a:lnTo>
                <a:close/>
              </a:path>
              <a:path w="149225" h="179069">
                <a:moveTo>
                  <a:pt x="49415" y="60960"/>
                </a:moveTo>
                <a:lnTo>
                  <a:pt x="48082" y="62230"/>
                </a:lnTo>
                <a:lnTo>
                  <a:pt x="46863" y="63500"/>
                </a:lnTo>
                <a:lnTo>
                  <a:pt x="48425" y="62230"/>
                </a:lnTo>
                <a:lnTo>
                  <a:pt x="49415" y="60960"/>
                </a:lnTo>
                <a:close/>
              </a:path>
              <a:path w="149225" h="179069">
                <a:moveTo>
                  <a:pt x="53111" y="74930"/>
                </a:moveTo>
                <a:lnTo>
                  <a:pt x="52158" y="75869"/>
                </a:lnTo>
                <a:lnTo>
                  <a:pt x="51790" y="76263"/>
                </a:lnTo>
                <a:lnTo>
                  <a:pt x="51155" y="77470"/>
                </a:lnTo>
                <a:lnTo>
                  <a:pt x="52222" y="76263"/>
                </a:lnTo>
                <a:lnTo>
                  <a:pt x="53111" y="74930"/>
                </a:lnTo>
                <a:close/>
              </a:path>
              <a:path w="149225" h="179069">
                <a:moveTo>
                  <a:pt x="53352" y="118478"/>
                </a:moveTo>
                <a:lnTo>
                  <a:pt x="48628" y="120840"/>
                </a:lnTo>
                <a:lnTo>
                  <a:pt x="50177" y="120840"/>
                </a:lnTo>
                <a:lnTo>
                  <a:pt x="50457" y="120650"/>
                </a:lnTo>
                <a:lnTo>
                  <a:pt x="53352" y="118478"/>
                </a:lnTo>
                <a:close/>
              </a:path>
              <a:path w="149225" h="179069">
                <a:moveTo>
                  <a:pt x="53670" y="57150"/>
                </a:moveTo>
                <a:lnTo>
                  <a:pt x="53479" y="57150"/>
                </a:lnTo>
                <a:lnTo>
                  <a:pt x="53327" y="57391"/>
                </a:lnTo>
                <a:lnTo>
                  <a:pt x="53670" y="57150"/>
                </a:lnTo>
                <a:close/>
              </a:path>
              <a:path w="149225" h="179069">
                <a:moveTo>
                  <a:pt x="55308" y="110591"/>
                </a:moveTo>
                <a:lnTo>
                  <a:pt x="55105" y="109220"/>
                </a:lnTo>
                <a:lnTo>
                  <a:pt x="54914" y="110591"/>
                </a:lnTo>
                <a:lnTo>
                  <a:pt x="55308" y="110591"/>
                </a:lnTo>
                <a:close/>
              </a:path>
              <a:path w="149225" h="179069">
                <a:moveTo>
                  <a:pt x="57023" y="91528"/>
                </a:moveTo>
                <a:lnTo>
                  <a:pt x="56108" y="91528"/>
                </a:lnTo>
                <a:lnTo>
                  <a:pt x="56032" y="92036"/>
                </a:lnTo>
                <a:lnTo>
                  <a:pt x="55918" y="92710"/>
                </a:lnTo>
                <a:lnTo>
                  <a:pt x="52260" y="91528"/>
                </a:lnTo>
                <a:lnTo>
                  <a:pt x="46888" y="90170"/>
                </a:lnTo>
                <a:lnTo>
                  <a:pt x="43980" y="88900"/>
                </a:lnTo>
                <a:lnTo>
                  <a:pt x="44119" y="88061"/>
                </a:lnTo>
                <a:lnTo>
                  <a:pt x="44208" y="87630"/>
                </a:lnTo>
                <a:lnTo>
                  <a:pt x="44627" y="86360"/>
                </a:lnTo>
                <a:lnTo>
                  <a:pt x="43929" y="86360"/>
                </a:lnTo>
                <a:lnTo>
                  <a:pt x="43878" y="88061"/>
                </a:lnTo>
                <a:lnTo>
                  <a:pt x="43637" y="88900"/>
                </a:lnTo>
                <a:lnTo>
                  <a:pt x="41897" y="88061"/>
                </a:lnTo>
                <a:lnTo>
                  <a:pt x="42964" y="90170"/>
                </a:lnTo>
                <a:lnTo>
                  <a:pt x="46393" y="90170"/>
                </a:lnTo>
                <a:lnTo>
                  <a:pt x="51435" y="92710"/>
                </a:lnTo>
                <a:lnTo>
                  <a:pt x="55499" y="94005"/>
                </a:lnTo>
                <a:lnTo>
                  <a:pt x="55257" y="95250"/>
                </a:lnTo>
                <a:lnTo>
                  <a:pt x="56184" y="94005"/>
                </a:lnTo>
                <a:lnTo>
                  <a:pt x="56642" y="92710"/>
                </a:lnTo>
                <a:lnTo>
                  <a:pt x="56756" y="92354"/>
                </a:lnTo>
                <a:lnTo>
                  <a:pt x="56857" y="92036"/>
                </a:lnTo>
                <a:lnTo>
                  <a:pt x="56946" y="91770"/>
                </a:lnTo>
                <a:lnTo>
                  <a:pt x="57023" y="91528"/>
                </a:lnTo>
                <a:close/>
              </a:path>
              <a:path w="149225" h="179069">
                <a:moveTo>
                  <a:pt x="57492" y="55918"/>
                </a:moveTo>
                <a:lnTo>
                  <a:pt x="55829" y="57150"/>
                </a:lnTo>
                <a:lnTo>
                  <a:pt x="55981" y="57150"/>
                </a:lnTo>
                <a:lnTo>
                  <a:pt x="57492" y="55918"/>
                </a:lnTo>
                <a:close/>
              </a:path>
              <a:path w="149225" h="179069">
                <a:moveTo>
                  <a:pt x="58254" y="29337"/>
                </a:moveTo>
                <a:lnTo>
                  <a:pt x="57391" y="28905"/>
                </a:lnTo>
                <a:lnTo>
                  <a:pt x="57505" y="29337"/>
                </a:lnTo>
                <a:lnTo>
                  <a:pt x="58039" y="30340"/>
                </a:lnTo>
                <a:lnTo>
                  <a:pt x="58013" y="29337"/>
                </a:lnTo>
                <a:lnTo>
                  <a:pt x="58254" y="29337"/>
                </a:lnTo>
                <a:close/>
              </a:path>
              <a:path w="149225" h="179069">
                <a:moveTo>
                  <a:pt x="58902" y="41325"/>
                </a:moveTo>
                <a:lnTo>
                  <a:pt x="57721" y="41910"/>
                </a:lnTo>
                <a:lnTo>
                  <a:pt x="58420" y="41910"/>
                </a:lnTo>
                <a:lnTo>
                  <a:pt x="58902" y="41325"/>
                </a:lnTo>
                <a:close/>
              </a:path>
              <a:path w="149225" h="179069">
                <a:moveTo>
                  <a:pt x="59448" y="11430"/>
                </a:moveTo>
                <a:lnTo>
                  <a:pt x="59309" y="11430"/>
                </a:lnTo>
                <a:lnTo>
                  <a:pt x="55029" y="12700"/>
                </a:lnTo>
                <a:lnTo>
                  <a:pt x="54660" y="12954"/>
                </a:lnTo>
                <a:lnTo>
                  <a:pt x="59448" y="11430"/>
                </a:lnTo>
                <a:close/>
              </a:path>
              <a:path w="149225" h="179069">
                <a:moveTo>
                  <a:pt x="59842" y="110591"/>
                </a:moveTo>
                <a:lnTo>
                  <a:pt x="59677" y="110591"/>
                </a:lnTo>
                <a:lnTo>
                  <a:pt x="57734" y="110591"/>
                </a:lnTo>
                <a:lnTo>
                  <a:pt x="56476" y="111760"/>
                </a:lnTo>
                <a:lnTo>
                  <a:pt x="55308" y="110591"/>
                </a:lnTo>
                <a:lnTo>
                  <a:pt x="51777" y="113030"/>
                </a:lnTo>
                <a:lnTo>
                  <a:pt x="47650" y="115633"/>
                </a:lnTo>
                <a:lnTo>
                  <a:pt x="51816" y="114300"/>
                </a:lnTo>
                <a:lnTo>
                  <a:pt x="55499" y="113030"/>
                </a:lnTo>
                <a:lnTo>
                  <a:pt x="56337" y="113030"/>
                </a:lnTo>
                <a:lnTo>
                  <a:pt x="58153" y="111760"/>
                </a:lnTo>
                <a:lnTo>
                  <a:pt x="59842" y="110591"/>
                </a:lnTo>
                <a:close/>
              </a:path>
              <a:path w="149225" h="179069">
                <a:moveTo>
                  <a:pt x="61671" y="85217"/>
                </a:moveTo>
                <a:lnTo>
                  <a:pt x="61302" y="85217"/>
                </a:lnTo>
                <a:lnTo>
                  <a:pt x="60744" y="86360"/>
                </a:lnTo>
                <a:lnTo>
                  <a:pt x="61417" y="86360"/>
                </a:lnTo>
                <a:lnTo>
                  <a:pt x="61607" y="85496"/>
                </a:lnTo>
                <a:lnTo>
                  <a:pt x="61671" y="85217"/>
                </a:lnTo>
                <a:close/>
              </a:path>
              <a:path w="149225" h="179069">
                <a:moveTo>
                  <a:pt x="62001" y="104279"/>
                </a:moveTo>
                <a:lnTo>
                  <a:pt x="54292" y="104279"/>
                </a:lnTo>
                <a:lnTo>
                  <a:pt x="54317" y="102870"/>
                </a:lnTo>
                <a:lnTo>
                  <a:pt x="54102" y="102870"/>
                </a:lnTo>
                <a:lnTo>
                  <a:pt x="54483" y="101765"/>
                </a:lnTo>
                <a:lnTo>
                  <a:pt x="55079" y="101765"/>
                </a:lnTo>
                <a:lnTo>
                  <a:pt x="58750" y="102870"/>
                </a:lnTo>
                <a:lnTo>
                  <a:pt x="61734" y="101765"/>
                </a:lnTo>
                <a:lnTo>
                  <a:pt x="61239" y="101765"/>
                </a:lnTo>
                <a:lnTo>
                  <a:pt x="58534" y="100330"/>
                </a:lnTo>
                <a:lnTo>
                  <a:pt x="54292" y="100330"/>
                </a:lnTo>
                <a:lnTo>
                  <a:pt x="54927" y="99060"/>
                </a:lnTo>
                <a:lnTo>
                  <a:pt x="54521" y="99060"/>
                </a:lnTo>
                <a:lnTo>
                  <a:pt x="53797" y="100330"/>
                </a:lnTo>
                <a:lnTo>
                  <a:pt x="50063" y="100330"/>
                </a:lnTo>
                <a:lnTo>
                  <a:pt x="44361" y="101612"/>
                </a:lnTo>
                <a:lnTo>
                  <a:pt x="41795" y="99060"/>
                </a:lnTo>
                <a:lnTo>
                  <a:pt x="38938" y="100330"/>
                </a:lnTo>
                <a:lnTo>
                  <a:pt x="39154" y="100330"/>
                </a:lnTo>
                <a:lnTo>
                  <a:pt x="41554" y="101765"/>
                </a:lnTo>
                <a:lnTo>
                  <a:pt x="43649" y="101765"/>
                </a:lnTo>
                <a:lnTo>
                  <a:pt x="44526" y="101765"/>
                </a:lnTo>
                <a:lnTo>
                  <a:pt x="53924" y="101765"/>
                </a:lnTo>
                <a:lnTo>
                  <a:pt x="53886" y="102870"/>
                </a:lnTo>
                <a:lnTo>
                  <a:pt x="53657" y="103949"/>
                </a:lnTo>
                <a:lnTo>
                  <a:pt x="53517" y="104279"/>
                </a:lnTo>
                <a:lnTo>
                  <a:pt x="49720" y="105511"/>
                </a:lnTo>
                <a:lnTo>
                  <a:pt x="45542" y="105511"/>
                </a:lnTo>
                <a:lnTo>
                  <a:pt x="49555" y="106680"/>
                </a:lnTo>
                <a:lnTo>
                  <a:pt x="53111" y="105511"/>
                </a:lnTo>
                <a:lnTo>
                  <a:pt x="54114" y="105511"/>
                </a:lnTo>
                <a:lnTo>
                  <a:pt x="54000" y="106680"/>
                </a:lnTo>
                <a:lnTo>
                  <a:pt x="54533" y="107975"/>
                </a:lnTo>
                <a:lnTo>
                  <a:pt x="54648" y="106680"/>
                </a:lnTo>
                <a:lnTo>
                  <a:pt x="54165" y="106680"/>
                </a:lnTo>
                <a:lnTo>
                  <a:pt x="54419" y="105778"/>
                </a:lnTo>
                <a:lnTo>
                  <a:pt x="54495" y="105511"/>
                </a:lnTo>
                <a:lnTo>
                  <a:pt x="58432" y="105511"/>
                </a:lnTo>
                <a:lnTo>
                  <a:pt x="62001" y="104279"/>
                </a:lnTo>
                <a:close/>
              </a:path>
              <a:path w="149225" h="179069">
                <a:moveTo>
                  <a:pt x="62090" y="54610"/>
                </a:moveTo>
                <a:lnTo>
                  <a:pt x="58915" y="54610"/>
                </a:lnTo>
                <a:lnTo>
                  <a:pt x="56464" y="50800"/>
                </a:lnTo>
                <a:lnTo>
                  <a:pt x="54965" y="46990"/>
                </a:lnTo>
                <a:lnTo>
                  <a:pt x="52870" y="44450"/>
                </a:lnTo>
                <a:lnTo>
                  <a:pt x="55257" y="43180"/>
                </a:lnTo>
                <a:lnTo>
                  <a:pt x="57721" y="41910"/>
                </a:lnTo>
                <a:lnTo>
                  <a:pt x="55397" y="41910"/>
                </a:lnTo>
                <a:lnTo>
                  <a:pt x="52832" y="43180"/>
                </a:lnTo>
                <a:lnTo>
                  <a:pt x="50330" y="39484"/>
                </a:lnTo>
                <a:lnTo>
                  <a:pt x="49796" y="38100"/>
                </a:lnTo>
                <a:lnTo>
                  <a:pt x="48882" y="35560"/>
                </a:lnTo>
                <a:lnTo>
                  <a:pt x="46304" y="33020"/>
                </a:lnTo>
                <a:lnTo>
                  <a:pt x="47599" y="31750"/>
                </a:lnTo>
                <a:lnTo>
                  <a:pt x="48907" y="30480"/>
                </a:lnTo>
                <a:lnTo>
                  <a:pt x="51358" y="29337"/>
                </a:lnTo>
                <a:lnTo>
                  <a:pt x="52514" y="29337"/>
                </a:lnTo>
                <a:lnTo>
                  <a:pt x="53428" y="28498"/>
                </a:lnTo>
                <a:lnTo>
                  <a:pt x="51308" y="29337"/>
                </a:lnTo>
                <a:lnTo>
                  <a:pt x="49187" y="29337"/>
                </a:lnTo>
                <a:lnTo>
                  <a:pt x="46367" y="31750"/>
                </a:lnTo>
                <a:lnTo>
                  <a:pt x="43472" y="27940"/>
                </a:lnTo>
                <a:lnTo>
                  <a:pt x="41821" y="24130"/>
                </a:lnTo>
                <a:lnTo>
                  <a:pt x="40233" y="21653"/>
                </a:lnTo>
                <a:lnTo>
                  <a:pt x="39382" y="20345"/>
                </a:lnTo>
                <a:lnTo>
                  <a:pt x="39255" y="20345"/>
                </a:lnTo>
                <a:lnTo>
                  <a:pt x="39230" y="20091"/>
                </a:lnTo>
                <a:lnTo>
                  <a:pt x="35928" y="16510"/>
                </a:lnTo>
                <a:lnTo>
                  <a:pt x="34772" y="13093"/>
                </a:lnTo>
                <a:lnTo>
                  <a:pt x="34721" y="12954"/>
                </a:lnTo>
                <a:lnTo>
                  <a:pt x="34645" y="12700"/>
                </a:lnTo>
                <a:lnTo>
                  <a:pt x="31877" y="10160"/>
                </a:lnTo>
                <a:lnTo>
                  <a:pt x="33693" y="8890"/>
                </a:lnTo>
                <a:lnTo>
                  <a:pt x="35521" y="7620"/>
                </a:lnTo>
                <a:lnTo>
                  <a:pt x="39687" y="5080"/>
                </a:lnTo>
                <a:lnTo>
                  <a:pt x="43395" y="2590"/>
                </a:lnTo>
                <a:lnTo>
                  <a:pt x="40792" y="3810"/>
                </a:lnTo>
                <a:lnTo>
                  <a:pt x="35648" y="6350"/>
                </a:lnTo>
                <a:lnTo>
                  <a:pt x="31572" y="8890"/>
                </a:lnTo>
                <a:lnTo>
                  <a:pt x="29616" y="6350"/>
                </a:lnTo>
                <a:lnTo>
                  <a:pt x="27876" y="5080"/>
                </a:lnTo>
                <a:lnTo>
                  <a:pt x="26403" y="2590"/>
                </a:lnTo>
                <a:lnTo>
                  <a:pt x="25323" y="3810"/>
                </a:lnTo>
                <a:lnTo>
                  <a:pt x="26898" y="5080"/>
                </a:lnTo>
                <a:lnTo>
                  <a:pt x="28194" y="7620"/>
                </a:lnTo>
                <a:lnTo>
                  <a:pt x="30035" y="8890"/>
                </a:lnTo>
                <a:lnTo>
                  <a:pt x="26530" y="12954"/>
                </a:lnTo>
                <a:lnTo>
                  <a:pt x="26949" y="12700"/>
                </a:lnTo>
                <a:lnTo>
                  <a:pt x="30467" y="10160"/>
                </a:lnTo>
                <a:lnTo>
                  <a:pt x="34937" y="16510"/>
                </a:lnTo>
                <a:lnTo>
                  <a:pt x="37541" y="20091"/>
                </a:lnTo>
                <a:lnTo>
                  <a:pt x="37693" y="20345"/>
                </a:lnTo>
                <a:lnTo>
                  <a:pt x="34836" y="22860"/>
                </a:lnTo>
                <a:lnTo>
                  <a:pt x="31254" y="25488"/>
                </a:lnTo>
                <a:lnTo>
                  <a:pt x="32080" y="25146"/>
                </a:lnTo>
                <a:lnTo>
                  <a:pt x="34759" y="24130"/>
                </a:lnTo>
                <a:lnTo>
                  <a:pt x="37896" y="21653"/>
                </a:lnTo>
                <a:lnTo>
                  <a:pt x="38061" y="21653"/>
                </a:lnTo>
                <a:lnTo>
                  <a:pt x="40957" y="24130"/>
                </a:lnTo>
                <a:lnTo>
                  <a:pt x="42202" y="28498"/>
                </a:lnTo>
                <a:lnTo>
                  <a:pt x="42316" y="28905"/>
                </a:lnTo>
                <a:lnTo>
                  <a:pt x="42519" y="29337"/>
                </a:lnTo>
                <a:lnTo>
                  <a:pt x="44970" y="31750"/>
                </a:lnTo>
                <a:lnTo>
                  <a:pt x="42252" y="34290"/>
                </a:lnTo>
                <a:lnTo>
                  <a:pt x="43218" y="33870"/>
                </a:lnTo>
                <a:lnTo>
                  <a:pt x="45046" y="33020"/>
                </a:lnTo>
                <a:lnTo>
                  <a:pt x="47599" y="36842"/>
                </a:lnTo>
                <a:lnTo>
                  <a:pt x="48768" y="38100"/>
                </a:lnTo>
                <a:lnTo>
                  <a:pt x="49974" y="39484"/>
                </a:lnTo>
                <a:lnTo>
                  <a:pt x="51295" y="44450"/>
                </a:lnTo>
                <a:lnTo>
                  <a:pt x="48856" y="44450"/>
                </a:lnTo>
                <a:lnTo>
                  <a:pt x="47028" y="46723"/>
                </a:lnTo>
                <a:lnTo>
                  <a:pt x="49225" y="45720"/>
                </a:lnTo>
                <a:lnTo>
                  <a:pt x="51638" y="44450"/>
                </a:lnTo>
                <a:lnTo>
                  <a:pt x="53949" y="48260"/>
                </a:lnTo>
                <a:lnTo>
                  <a:pt x="55587" y="52070"/>
                </a:lnTo>
                <a:lnTo>
                  <a:pt x="57378" y="55575"/>
                </a:lnTo>
                <a:lnTo>
                  <a:pt x="57632" y="55918"/>
                </a:lnTo>
                <a:lnTo>
                  <a:pt x="59956" y="59791"/>
                </a:lnTo>
                <a:lnTo>
                  <a:pt x="61658" y="63500"/>
                </a:lnTo>
                <a:lnTo>
                  <a:pt x="61201" y="59791"/>
                </a:lnTo>
                <a:lnTo>
                  <a:pt x="61150" y="59321"/>
                </a:lnTo>
                <a:lnTo>
                  <a:pt x="61048" y="58420"/>
                </a:lnTo>
                <a:lnTo>
                  <a:pt x="59143" y="55918"/>
                </a:lnTo>
                <a:lnTo>
                  <a:pt x="61315" y="55918"/>
                </a:lnTo>
                <a:lnTo>
                  <a:pt x="62090" y="54610"/>
                </a:lnTo>
                <a:close/>
              </a:path>
              <a:path w="149225" h="179069">
                <a:moveTo>
                  <a:pt x="62280" y="68757"/>
                </a:moveTo>
                <a:lnTo>
                  <a:pt x="61290" y="68757"/>
                </a:lnTo>
                <a:lnTo>
                  <a:pt x="60540" y="69875"/>
                </a:lnTo>
                <a:lnTo>
                  <a:pt x="61798" y="69875"/>
                </a:lnTo>
                <a:lnTo>
                  <a:pt x="62230" y="69456"/>
                </a:lnTo>
                <a:lnTo>
                  <a:pt x="62280" y="68757"/>
                </a:lnTo>
                <a:close/>
              </a:path>
              <a:path w="149225" h="179069">
                <a:moveTo>
                  <a:pt x="62839" y="68757"/>
                </a:moveTo>
                <a:lnTo>
                  <a:pt x="61950" y="64808"/>
                </a:lnTo>
                <a:lnTo>
                  <a:pt x="61849" y="64363"/>
                </a:lnTo>
                <a:lnTo>
                  <a:pt x="61963" y="66040"/>
                </a:lnTo>
                <a:lnTo>
                  <a:pt x="62280" y="68757"/>
                </a:lnTo>
                <a:lnTo>
                  <a:pt x="62839" y="68757"/>
                </a:lnTo>
                <a:close/>
              </a:path>
              <a:path w="149225" h="179069">
                <a:moveTo>
                  <a:pt x="63436" y="69202"/>
                </a:moveTo>
                <a:lnTo>
                  <a:pt x="63220" y="68757"/>
                </a:lnTo>
                <a:lnTo>
                  <a:pt x="62941" y="68757"/>
                </a:lnTo>
                <a:lnTo>
                  <a:pt x="62230" y="69456"/>
                </a:lnTo>
                <a:lnTo>
                  <a:pt x="62369" y="69456"/>
                </a:lnTo>
                <a:lnTo>
                  <a:pt x="62420" y="69875"/>
                </a:lnTo>
                <a:lnTo>
                  <a:pt x="63436" y="69202"/>
                </a:lnTo>
                <a:close/>
              </a:path>
              <a:path w="149225" h="179069">
                <a:moveTo>
                  <a:pt x="63576" y="25488"/>
                </a:moveTo>
                <a:lnTo>
                  <a:pt x="60198" y="25488"/>
                </a:lnTo>
                <a:lnTo>
                  <a:pt x="56845" y="26670"/>
                </a:lnTo>
                <a:lnTo>
                  <a:pt x="54178" y="22860"/>
                </a:lnTo>
                <a:lnTo>
                  <a:pt x="54102" y="21653"/>
                </a:lnTo>
                <a:lnTo>
                  <a:pt x="54000" y="20091"/>
                </a:lnTo>
                <a:lnTo>
                  <a:pt x="53936" y="19050"/>
                </a:lnTo>
                <a:lnTo>
                  <a:pt x="51282" y="15290"/>
                </a:lnTo>
                <a:lnTo>
                  <a:pt x="53136" y="13970"/>
                </a:lnTo>
                <a:lnTo>
                  <a:pt x="54660" y="12954"/>
                </a:lnTo>
                <a:lnTo>
                  <a:pt x="51435" y="13970"/>
                </a:lnTo>
                <a:lnTo>
                  <a:pt x="48412" y="10160"/>
                </a:lnTo>
                <a:lnTo>
                  <a:pt x="47675" y="6350"/>
                </a:lnTo>
                <a:lnTo>
                  <a:pt x="45072" y="2590"/>
                </a:lnTo>
                <a:lnTo>
                  <a:pt x="45935" y="2590"/>
                </a:lnTo>
                <a:lnTo>
                  <a:pt x="46113" y="2349"/>
                </a:lnTo>
                <a:lnTo>
                  <a:pt x="46977" y="1270"/>
                </a:lnTo>
                <a:lnTo>
                  <a:pt x="44907" y="1270"/>
                </a:lnTo>
                <a:lnTo>
                  <a:pt x="44424" y="0"/>
                </a:lnTo>
                <a:lnTo>
                  <a:pt x="42011" y="0"/>
                </a:lnTo>
                <a:lnTo>
                  <a:pt x="42900" y="1270"/>
                </a:lnTo>
                <a:lnTo>
                  <a:pt x="43307" y="2349"/>
                </a:lnTo>
                <a:lnTo>
                  <a:pt x="43395" y="2590"/>
                </a:lnTo>
                <a:lnTo>
                  <a:pt x="43751" y="2349"/>
                </a:lnTo>
                <a:lnTo>
                  <a:pt x="43510" y="2590"/>
                </a:lnTo>
                <a:lnTo>
                  <a:pt x="45999" y="6350"/>
                </a:lnTo>
                <a:lnTo>
                  <a:pt x="47536" y="10160"/>
                </a:lnTo>
                <a:lnTo>
                  <a:pt x="49720" y="13970"/>
                </a:lnTo>
                <a:lnTo>
                  <a:pt x="46888" y="16294"/>
                </a:lnTo>
                <a:lnTo>
                  <a:pt x="49860" y="15290"/>
                </a:lnTo>
                <a:lnTo>
                  <a:pt x="50012" y="15290"/>
                </a:lnTo>
                <a:lnTo>
                  <a:pt x="52539" y="19050"/>
                </a:lnTo>
                <a:lnTo>
                  <a:pt x="53035" y="21653"/>
                </a:lnTo>
                <a:lnTo>
                  <a:pt x="53149" y="22263"/>
                </a:lnTo>
                <a:lnTo>
                  <a:pt x="53276" y="22860"/>
                </a:lnTo>
                <a:lnTo>
                  <a:pt x="55448" y="26670"/>
                </a:lnTo>
                <a:lnTo>
                  <a:pt x="53428" y="28498"/>
                </a:lnTo>
                <a:lnTo>
                  <a:pt x="54864" y="27940"/>
                </a:lnTo>
                <a:lnTo>
                  <a:pt x="55511" y="27940"/>
                </a:lnTo>
                <a:lnTo>
                  <a:pt x="57391" y="28905"/>
                </a:lnTo>
                <a:lnTo>
                  <a:pt x="57061" y="28498"/>
                </a:lnTo>
                <a:lnTo>
                  <a:pt x="56769" y="27940"/>
                </a:lnTo>
                <a:lnTo>
                  <a:pt x="60172" y="26670"/>
                </a:lnTo>
                <a:lnTo>
                  <a:pt x="63576" y="25488"/>
                </a:lnTo>
                <a:close/>
              </a:path>
              <a:path w="149225" h="179069">
                <a:moveTo>
                  <a:pt x="63893" y="53479"/>
                </a:moveTo>
                <a:lnTo>
                  <a:pt x="62763" y="53479"/>
                </a:lnTo>
                <a:lnTo>
                  <a:pt x="62090" y="54610"/>
                </a:lnTo>
                <a:lnTo>
                  <a:pt x="63169" y="54610"/>
                </a:lnTo>
                <a:lnTo>
                  <a:pt x="63893" y="53479"/>
                </a:lnTo>
                <a:close/>
              </a:path>
              <a:path w="149225" h="179069">
                <a:moveTo>
                  <a:pt x="64503" y="25146"/>
                </a:moveTo>
                <a:lnTo>
                  <a:pt x="63588" y="25488"/>
                </a:lnTo>
                <a:lnTo>
                  <a:pt x="64084" y="25488"/>
                </a:lnTo>
                <a:lnTo>
                  <a:pt x="64503" y="25146"/>
                </a:lnTo>
                <a:close/>
              </a:path>
              <a:path w="149225" h="179069">
                <a:moveTo>
                  <a:pt x="66459" y="67310"/>
                </a:moveTo>
                <a:lnTo>
                  <a:pt x="65544" y="67310"/>
                </a:lnTo>
                <a:lnTo>
                  <a:pt x="64249" y="68757"/>
                </a:lnTo>
                <a:lnTo>
                  <a:pt x="66459" y="67310"/>
                </a:lnTo>
                <a:close/>
              </a:path>
              <a:path w="149225" h="179069">
                <a:moveTo>
                  <a:pt x="66522" y="81991"/>
                </a:moveTo>
                <a:lnTo>
                  <a:pt x="65951" y="82207"/>
                </a:lnTo>
                <a:lnTo>
                  <a:pt x="66205" y="82550"/>
                </a:lnTo>
                <a:lnTo>
                  <a:pt x="66522" y="81991"/>
                </a:lnTo>
                <a:close/>
              </a:path>
              <a:path w="149225" h="179069">
                <a:moveTo>
                  <a:pt x="68199" y="81343"/>
                </a:moveTo>
                <a:lnTo>
                  <a:pt x="66903" y="81343"/>
                </a:lnTo>
                <a:lnTo>
                  <a:pt x="66522" y="81991"/>
                </a:lnTo>
                <a:lnTo>
                  <a:pt x="68199" y="81343"/>
                </a:lnTo>
                <a:close/>
              </a:path>
              <a:path w="149225" h="179069">
                <a:moveTo>
                  <a:pt x="68745" y="128473"/>
                </a:moveTo>
                <a:lnTo>
                  <a:pt x="67576" y="129540"/>
                </a:lnTo>
                <a:lnTo>
                  <a:pt x="65024" y="132080"/>
                </a:lnTo>
                <a:lnTo>
                  <a:pt x="64300" y="137121"/>
                </a:lnTo>
                <a:lnTo>
                  <a:pt x="64427" y="137160"/>
                </a:lnTo>
                <a:lnTo>
                  <a:pt x="64300" y="137160"/>
                </a:lnTo>
                <a:lnTo>
                  <a:pt x="64033" y="137160"/>
                </a:lnTo>
                <a:lnTo>
                  <a:pt x="62255" y="142240"/>
                </a:lnTo>
                <a:lnTo>
                  <a:pt x="60299" y="146050"/>
                </a:lnTo>
                <a:lnTo>
                  <a:pt x="58127" y="149974"/>
                </a:lnTo>
                <a:lnTo>
                  <a:pt x="55740" y="149974"/>
                </a:lnTo>
                <a:lnTo>
                  <a:pt x="55892" y="150139"/>
                </a:lnTo>
                <a:lnTo>
                  <a:pt x="57950" y="151130"/>
                </a:lnTo>
                <a:lnTo>
                  <a:pt x="55841" y="154990"/>
                </a:lnTo>
                <a:lnTo>
                  <a:pt x="53492" y="158750"/>
                </a:lnTo>
                <a:lnTo>
                  <a:pt x="51968" y="162560"/>
                </a:lnTo>
                <a:lnTo>
                  <a:pt x="53047" y="162560"/>
                </a:lnTo>
                <a:lnTo>
                  <a:pt x="54521" y="160020"/>
                </a:lnTo>
                <a:lnTo>
                  <a:pt x="56908" y="156210"/>
                </a:lnTo>
                <a:lnTo>
                  <a:pt x="58953" y="151130"/>
                </a:lnTo>
                <a:lnTo>
                  <a:pt x="65925" y="153670"/>
                </a:lnTo>
                <a:lnTo>
                  <a:pt x="66192" y="153670"/>
                </a:lnTo>
                <a:lnTo>
                  <a:pt x="64033" y="152400"/>
                </a:lnTo>
                <a:lnTo>
                  <a:pt x="60642" y="151130"/>
                </a:lnTo>
                <a:lnTo>
                  <a:pt x="59537" y="151130"/>
                </a:lnTo>
                <a:lnTo>
                  <a:pt x="61201" y="146050"/>
                </a:lnTo>
                <a:lnTo>
                  <a:pt x="63322" y="143510"/>
                </a:lnTo>
                <a:lnTo>
                  <a:pt x="64909" y="138430"/>
                </a:lnTo>
                <a:lnTo>
                  <a:pt x="65925" y="138430"/>
                </a:lnTo>
                <a:lnTo>
                  <a:pt x="65316" y="137160"/>
                </a:lnTo>
                <a:lnTo>
                  <a:pt x="68745" y="128473"/>
                </a:lnTo>
                <a:close/>
              </a:path>
              <a:path w="149225" h="179069">
                <a:moveTo>
                  <a:pt x="69697" y="8890"/>
                </a:moveTo>
                <a:lnTo>
                  <a:pt x="67398" y="8890"/>
                </a:lnTo>
                <a:lnTo>
                  <a:pt x="65887" y="10160"/>
                </a:lnTo>
                <a:lnTo>
                  <a:pt x="67970" y="10160"/>
                </a:lnTo>
                <a:lnTo>
                  <a:pt x="69697" y="8890"/>
                </a:lnTo>
                <a:close/>
              </a:path>
              <a:path w="149225" h="179069">
                <a:moveTo>
                  <a:pt x="71323" y="125831"/>
                </a:moveTo>
                <a:lnTo>
                  <a:pt x="70891" y="125831"/>
                </a:lnTo>
                <a:lnTo>
                  <a:pt x="70688" y="125349"/>
                </a:lnTo>
                <a:lnTo>
                  <a:pt x="70104" y="125044"/>
                </a:lnTo>
                <a:lnTo>
                  <a:pt x="68808" y="128320"/>
                </a:lnTo>
                <a:lnTo>
                  <a:pt x="71323" y="125831"/>
                </a:lnTo>
                <a:close/>
              </a:path>
              <a:path w="149225" h="179069">
                <a:moveTo>
                  <a:pt x="72567" y="52070"/>
                </a:moveTo>
                <a:lnTo>
                  <a:pt x="70332" y="50800"/>
                </a:lnTo>
                <a:lnTo>
                  <a:pt x="68580" y="52070"/>
                </a:lnTo>
                <a:lnTo>
                  <a:pt x="72567" y="52070"/>
                </a:lnTo>
                <a:close/>
              </a:path>
              <a:path w="149225" h="179069">
                <a:moveTo>
                  <a:pt x="75298" y="80010"/>
                </a:moveTo>
                <a:lnTo>
                  <a:pt x="74637" y="78816"/>
                </a:lnTo>
                <a:lnTo>
                  <a:pt x="74295" y="79641"/>
                </a:lnTo>
                <a:lnTo>
                  <a:pt x="74180" y="80010"/>
                </a:lnTo>
                <a:lnTo>
                  <a:pt x="75298" y="80010"/>
                </a:lnTo>
                <a:close/>
              </a:path>
              <a:path w="149225" h="179069">
                <a:moveTo>
                  <a:pt x="76034" y="140423"/>
                </a:moveTo>
                <a:lnTo>
                  <a:pt x="75120" y="139890"/>
                </a:lnTo>
                <a:lnTo>
                  <a:pt x="74574" y="139890"/>
                </a:lnTo>
                <a:lnTo>
                  <a:pt x="74117" y="140309"/>
                </a:lnTo>
                <a:lnTo>
                  <a:pt x="73317" y="139890"/>
                </a:lnTo>
                <a:lnTo>
                  <a:pt x="71589" y="139890"/>
                </a:lnTo>
                <a:lnTo>
                  <a:pt x="73418" y="140970"/>
                </a:lnTo>
                <a:lnTo>
                  <a:pt x="74002" y="140423"/>
                </a:lnTo>
                <a:lnTo>
                  <a:pt x="74358" y="140423"/>
                </a:lnTo>
                <a:lnTo>
                  <a:pt x="75425" y="140970"/>
                </a:lnTo>
                <a:lnTo>
                  <a:pt x="76034" y="140423"/>
                </a:lnTo>
                <a:close/>
              </a:path>
              <a:path w="149225" h="179069">
                <a:moveTo>
                  <a:pt x="78308" y="22263"/>
                </a:moveTo>
                <a:lnTo>
                  <a:pt x="76327" y="21653"/>
                </a:lnTo>
                <a:lnTo>
                  <a:pt x="76034" y="21653"/>
                </a:lnTo>
                <a:lnTo>
                  <a:pt x="74523" y="22860"/>
                </a:lnTo>
                <a:lnTo>
                  <a:pt x="76708" y="22860"/>
                </a:lnTo>
                <a:lnTo>
                  <a:pt x="78308" y="22263"/>
                </a:lnTo>
                <a:close/>
              </a:path>
              <a:path w="149225" h="179069">
                <a:moveTo>
                  <a:pt x="79057" y="80010"/>
                </a:moveTo>
                <a:lnTo>
                  <a:pt x="79006" y="79641"/>
                </a:lnTo>
                <a:lnTo>
                  <a:pt x="78574" y="78816"/>
                </a:lnTo>
                <a:lnTo>
                  <a:pt x="77724" y="78816"/>
                </a:lnTo>
                <a:lnTo>
                  <a:pt x="77279" y="80010"/>
                </a:lnTo>
                <a:lnTo>
                  <a:pt x="79057" y="80010"/>
                </a:lnTo>
                <a:close/>
              </a:path>
              <a:path w="149225" h="179069">
                <a:moveTo>
                  <a:pt x="81813" y="154990"/>
                </a:moveTo>
                <a:lnTo>
                  <a:pt x="77622" y="154990"/>
                </a:lnTo>
                <a:lnTo>
                  <a:pt x="80073" y="156210"/>
                </a:lnTo>
                <a:lnTo>
                  <a:pt x="81813" y="154990"/>
                </a:lnTo>
                <a:close/>
              </a:path>
              <a:path w="149225" h="179069">
                <a:moveTo>
                  <a:pt x="82486" y="139890"/>
                </a:moveTo>
                <a:lnTo>
                  <a:pt x="80010" y="139890"/>
                </a:lnTo>
                <a:lnTo>
                  <a:pt x="81432" y="140970"/>
                </a:lnTo>
                <a:lnTo>
                  <a:pt x="82486" y="139890"/>
                </a:lnTo>
                <a:close/>
              </a:path>
              <a:path w="149225" h="179069">
                <a:moveTo>
                  <a:pt x="83629" y="89179"/>
                </a:moveTo>
                <a:lnTo>
                  <a:pt x="82778" y="90170"/>
                </a:lnTo>
                <a:lnTo>
                  <a:pt x="82537" y="91528"/>
                </a:lnTo>
                <a:lnTo>
                  <a:pt x="82499" y="91770"/>
                </a:lnTo>
                <a:lnTo>
                  <a:pt x="82765" y="91528"/>
                </a:lnTo>
                <a:lnTo>
                  <a:pt x="83159" y="90563"/>
                </a:lnTo>
                <a:lnTo>
                  <a:pt x="83629" y="89179"/>
                </a:lnTo>
                <a:close/>
              </a:path>
              <a:path w="149225" h="179069">
                <a:moveTo>
                  <a:pt x="89408" y="82550"/>
                </a:moveTo>
                <a:lnTo>
                  <a:pt x="88061" y="82550"/>
                </a:lnTo>
                <a:lnTo>
                  <a:pt x="88099" y="83540"/>
                </a:lnTo>
                <a:lnTo>
                  <a:pt x="88163" y="83921"/>
                </a:lnTo>
                <a:lnTo>
                  <a:pt x="89268" y="83921"/>
                </a:lnTo>
                <a:lnTo>
                  <a:pt x="89382" y="82816"/>
                </a:lnTo>
                <a:lnTo>
                  <a:pt x="89408" y="82550"/>
                </a:lnTo>
                <a:close/>
              </a:path>
              <a:path w="149225" h="179069">
                <a:moveTo>
                  <a:pt x="94564" y="152552"/>
                </a:moveTo>
                <a:lnTo>
                  <a:pt x="94488" y="152400"/>
                </a:lnTo>
                <a:lnTo>
                  <a:pt x="91617" y="153670"/>
                </a:lnTo>
                <a:lnTo>
                  <a:pt x="92113" y="153670"/>
                </a:lnTo>
                <a:lnTo>
                  <a:pt x="94564" y="152552"/>
                </a:lnTo>
                <a:close/>
              </a:path>
              <a:path w="149225" h="179069">
                <a:moveTo>
                  <a:pt x="96621" y="70675"/>
                </a:moveTo>
                <a:lnTo>
                  <a:pt x="96354" y="70180"/>
                </a:lnTo>
                <a:lnTo>
                  <a:pt x="96266" y="70027"/>
                </a:lnTo>
                <a:lnTo>
                  <a:pt x="96189" y="69875"/>
                </a:lnTo>
                <a:lnTo>
                  <a:pt x="94297" y="68757"/>
                </a:lnTo>
                <a:lnTo>
                  <a:pt x="95745" y="69875"/>
                </a:lnTo>
                <a:lnTo>
                  <a:pt x="96621" y="70675"/>
                </a:lnTo>
                <a:close/>
              </a:path>
              <a:path w="149225" h="179069">
                <a:moveTo>
                  <a:pt x="97205" y="92036"/>
                </a:moveTo>
                <a:lnTo>
                  <a:pt x="97193" y="91528"/>
                </a:lnTo>
                <a:lnTo>
                  <a:pt x="96481" y="91528"/>
                </a:lnTo>
                <a:lnTo>
                  <a:pt x="97205" y="92036"/>
                </a:lnTo>
                <a:close/>
              </a:path>
              <a:path w="149225" h="179069">
                <a:moveTo>
                  <a:pt x="98653" y="99060"/>
                </a:moveTo>
                <a:lnTo>
                  <a:pt x="98272" y="97878"/>
                </a:lnTo>
                <a:lnTo>
                  <a:pt x="94246" y="99060"/>
                </a:lnTo>
                <a:lnTo>
                  <a:pt x="90322" y="100330"/>
                </a:lnTo>
                <a:lnTo>
                  <a:pt x="94551" y="100330"/>
                </a:lnTo>
                <a:lnTo>
                  <a:pt x="97015" y="99060"/>
                </a:lnTo>
                <a:lnTo>
                  <a:pt x="98653" y="99060"/>
                </a:lnTo>
                <a:close/>
              </a:path>
              <a:path w="149225" h="179069">
                <a:moveTo>
                  <a:pt x="98831" y="151003"/>
                </a:moveTo>
                <a:lnTo>
                  <a:pt x="98577" y="151130"/>
                </a:lnTo>
                <a:lnTo>
                  <a:pt x="98729" y="151130"/>
                </a:lnTo>
                <a:lnTo>
                  <a:pt x="98831" y="151003"/>
                </a:lnTo>
                <a:close/>
              </a:path>
              <a:path w="149225" h="179069">
                <a:moveTo>
                  <a:pt x="99136" y="99060"/>
                </a:moveTo>
                <a:lnTo>
                  <a:pt x="98653" y="99060"/>
                </a:lnTo>
                <a:lnTo>
                  <a:pt x="98882" y="99707"/>
                </a:lnTo>
                <a:lnTo>
                  <a:pt x="99136" y="99060"/>
                </a:lnTo>
                <a:close/>
              </a:path>
              <a:path w="149225" h="179069">
                <a:moveTo>
                  <a:pt x="99555" y="101447"/>
                </a:moveTo>
                <a:lnTo>
                  <a:pt x="98882" y="99707"/>
                </a:lnTo>
                <a:lnTo>
                  <a:pt x="98653" y="100330"/>
                </a:lnTo>
                <a:lnTo>
                  <a:pt x="99555" y="101447"/>
                </a:lnTo>
                <a:close/>
              </a:path>
              <a:path w="149225" h="179069">
                <a:moveTo>
                  <a:pt x="102285" y="96964"/>
                </a:moveTo>
                <a:lnTo>
                  <a:pt x="99263" y="96672"/>
                </a:lnTo>
                <a:lnTo>
                  <a:pt x="99148" y="97802"/>
                </a:lnTo>
                <a:lnTo>
                  <a:pt x="102285" y="96964"/>
                </a:lnTo>
                <a:close/>
              </a:path>
              <a:path w="149225" h="179069">
                <a:moveTo>
                  <a:pt x="102565" y="92710"/>
                </a:moveTo>
                <a:lnTo>
                  <a:pt x="97815" y="93992"/>
                </a:lnTo>
                <a:lnTo>
                  <a:pt x="98145" y="92710"/>
                </a:lnTo>
                <a:lnTo>
                  <a:pt x="97205" y="92036"/>
                </a:lnTo>
                <a:lnTo>
                  <a:pt x="97167" y="92710"/>
                </a:lnTo>
                <a:lnTo>
                  <a:pt x="97332" y="94005"/>
                </a:lnTo>
                <a:lnTo>
                  <a:pt x="93751" y="96558"/>
                </a:lnTo>
                <a:lnTo>
                  <a:pt x="98158" y="95250"/>
                </a:lnTo>
                <a:lnTo>
                  <a:pt x="97802" y="96672"/>
                </a:lnTo>
                <a:lnTo>
                  <a:pt x="98272" y="97878"/>
                </a:lnTo>
                <a:lnTo>
                  <a:pt x="98539" y="97878"/>
                </a:lnTo>
                <a:lnTo>
                  <a:pt x="98818" y="96964"/>
                </a:lnTo>
                <a:lnTo>
                  <a:pt x="98907" y="96672"/>
                </a:lnTo>
                <a:lnTo>
                  <a:pt x="98348" y="96672"/>
                </a:lnTo>
                <a:lnTo>
                  <a:pt x="98628" y="95250"/>
                </a:lnTo>
                <a:lnTo>
                  <a:pt x="100558" y="94005"/>
                </a:lnTo>
                <a:lnTo>
                  <a:pt x="102565" y="92710"/>
                </a:lnTo>
                <a:close/>
              </a:path>
              <a:path w="149225" h="179069">
                <a:moveTo>
                  <a:pt x="103212" y="179070"/>
                </a:moveTo>
                <a:lnTo>
                  <a:pt x="102374" y="176530"/>
                </a:lnTo>
                <a:lnTo>
                  <a:pt x="100545" y="168910"/>
                </a:lnTo>
                <a:lnTo>
                  <a:pt x="100812" y="167640"/>
                </a:lnTo>
                <a:lnTo>
                  <a:pt x="102209" y="167640"/>
                </a:lnTo>
                <a:lnTo>
                  <a:pt x="101231" y="166370"/>
                </a:lnTo>
                <a:lnTo>
                  <a:pt x="100482" y="167640"/>
                </a:lnTo>
                <a:lnTo>
                  <a:pt x="100076" y="166370"/>
                </a:lnTo>
                <a:lnTo>
                  <a:pt x="99047" y="161493"/>
                </a:lnTo>
                <a:lnTo>
                  <a:pt x="99009" y="161290"/>
                </a:lnTo>
                <a:lnTo>
                  <a:pt x="97574" y="157480"/>
                </a:lnTo>
                <a:lnTo>
                  <a:pt x="96189" y="152552"/>
                </a:lnTo>
                <a:lnTo>
                  <a:pt x="96151" y="152400"/>
                </a:lnTo>
                <a:lnTo>
                  <a:pt x="98577" y="151130"/>
                </a:lnTo>
                <a:lnTo>
                  <a:pt x="96139" y="151130"/>
                </a:lnTo>
                <a:lnTo>
                  <a:pt x="94335" y="147320"/>
                </a:lnTo>
                <a:lnTo>
                  <a:pt x="93103" y="142240"/>
                </a:lnTo>
                <a:lnTo>
                  <a:pt x="91617" y="138430"/>
                </a:lnTo>
                <a:lnTo>
                  <a:pt x="92252" y="137160"/>
                </a:lnTo>
                <a:lnTo>
                  <a:pt x="92773" y="136144"/>
                </a:lnTo>
                <a:lnTo>
                  <a:pt x="91579" y="137160"/>
                </a:lnTo>
                <a:lnTo>
                  <a:pt x="89446" y="133362"/>
                </a:lnTo>
                <a:lnTo>
                  <a:pt x="87858" y="128473"/>
                </a:lnTo>
                <a:lnTo>
                  <a:pt x="87591" y="127457"/>
                </a:lnTo>
                <a:lnTo>
                  <a:pt x="86588" y="123190"/>
                </a:lnTo>
                <a:lnTo>
                  <a:pt x="86537" y="122986"/>
                </a:lnTo>
                <a:lnTo>
                  <a:pt x="83502" y="119468"/>
                </a:lnTo>
                <a:lnTo>
                  <a:pt x="83934" y="120650"/>
                </a:lnTo>
                <a:lnTo>
                  <a:pt x="86575" y="124625"/>
                </a:lnTo>
                <a:lnTo>
                  <a:pt x="85432" y="124625"/>
                </a:lnTo>
                <a:lnTo>
                  <a:pt x="86804" y="128320"/>
                </a:lnTo>
                <a:lnTo>
                  <a:pt x="88290" y="133070"/>
                </a:lnTo>
                <a:lnTo>
                  <a:pt x="88379" y="133362"/>
                </a:lnTo>
                <a:lnTo>
                  <a:pt x="90106" y="137160"/>
                </a:lnTo>
                <a:lnTo>
                  <a:pt x="88493" y="138430"/>
                </a:lnTo>
                <a:lnTo>
                  <a:pt x="89941" y="138430"/>
                </a:lnTo>
                <a:lnTo>
                  <a:pt x="92506" y="142240"/>
                </a:lnTo>
                <a:lnTo>
                  <a:pt x="92621" y="143510"/>
                </a:lnTo>
                <a:lnTo>
                  <a:pt x="92748" y="144780"/>
                </a:lnTo>
                <a:lnTo>
                  <a:pt x="92862" y="146050"/>
                </a:lnTo>
                <a:lnTo>
                  <a:pt x="92989" y="147320"/>
                </a:lnTo>
                <a:lnTo>
                  <a:pt x="94919" y="152400"/>
                </a:lnTo>
                <a:lnTo>
                  <a:pt x="94564" y="152552"/>
                </a:lnTo>
                <a:lnTo>
                  <a:pt x="97282" y="157480"/>
                </a:lnTo>
                <a:lnTo>
                  <a:pt x="97383" y="158750"/>
                </a:lnTo>
                <a:lnTo>
                  <a:pt x="97497" y="160020"/>
                </a:lnTo>
                <a:lnTo>
                  <a:pt x="97599" y="161290"/>
                </a:lnTo>
                <a:lnTo>
                  <a:pt x="97713" y="162560"/>
                </a:lnTo>
                <a:lnTo>
                  <a:pt x="99377" y="167640"/>
                </a:lnTo>
                <a:lnTo>
                  <a:pt x="95605" y="168910"/>
                </a:lnTo>
                <a:lnTo>
                  <a:pt x="91287" y="170180"/>
                </a:lnTo>
                <a:lnTo>
                  <a:pt x="94945" y="170180"/>
                </a:lnTo>
                <a:lnTo>
                  <a:pt x="98996" y="168910"/>
                </a:lnTo>
                <a:lnTo>
                  <a:pt x="100799" y="171450"/>
                </a:lnTo>
                <a:lnTo>
                  <a:pt x="101485" y="175260"/>
                </a:lnTo>
                <a:lnTo>
                  <a:pt x="102108" y="179070"/>
                </a:lnTo>
                <a:lnTo>
                  <a:pt x="103212" y="179070"/>
                </a:lnTo>
                <a:close/>
              </a:path>
              <a:path w="149225" h="179069">
                <a:moveTo>
                  <a:pt x="106654" y="151003"/>
                </a:moveTo>
                <a:lnTo>
                  <a:pt x="105473" y="148590"/>
                </a:lnTo>
                <a:lnTo>
                  <a:pt x="104851" y="147320"/>
                </a:lnTo>
                <a:lnTo>
                  <a:pt x="105905" y="146050"/>
                </a:lnTo>
                <a:lnTo>
                  <a:pt x="104787" y="146050"/>
                </a:lnTo>
                <a:lnTo>
                  <a:pt x="101777" y="142240"/>
                </a:lnTo>
                <a:lnTo>
                  <a:pt x="103174" y="147320"/>
                </a:lnTo>
                <a:lnTo>
                  <a:pt x="100787" y="148590"/>
                </a:lnTo>
                <a:lnTo>
                  <a:pt x="98831" y="151003"/>
                </a:lnTo>
                <a:lnTo>
                  <a:pt x="100634" y="149974"/>
                </a:lnTo>
                <a:lnTo>
                  <a:pt x="103314" y="148590"/>
                </a:lnTo>
                <a:lnTo>
                  <a:pt x="106654" y="151003"/>
                </a:lnTo>
                <a:close/>
              </a:path>
              <a:path w="149225" h="179069">
                <a:moveTo>
                  <a:pt x="107213" y="144780"/>
                </a:moveTo>
                <a:lnTo>
                  <a:pt x="106845" y="144780"/>
                </a:lnTo>
                <a:lnTo>
                  <a:pt x="106413" y="145554"/>
                </a:lnTo>
                <a:lnTo>
                  <a:pt x="107213" y="144780"/>
                </a:lnTo>
                <a:close/>
              </a:path>
              <a:path w="149225" h="179069">
                <a:moveTo>
                  <a:pt x="110451" y="142240"/>
                </a:moveTo>
                <a:lnTo>
                  <a:pt x="109270" y="142240"/>
                </a:lnTo>
                <a:lnTo>
                  <a:pt x="108407" y="143510"/>
                </a:lnTo>
                <a:lnTo>
                  <a:pt x="109575" y="143510"/>
                </a:lnTo>
                <a:lnTo>
                  <a:pt x="110451" y="142240"/>
                </a:lnTo>
                <a:close/>
              </a:path>
              <a:path w="149225" h="179069">
                <a:moveTo>
                  <a:pt x="112255" y="161290"/>
                </a:moveTo>
                <a:lnTo>
                  <a:pt x="111442" y="160020"/>
                </a:lnTo>
                <a:lnTo>
                  <a:pt x="109093" y="156210"/>
                </a:lnTo>
                <a:lnTo>
                  <a:pt x="107416" y="152552"/>
                </a:lnTo>
                <a:lnTo>
                  <a:pt x="106946" y="151587"/>
                </a:lnTo>
                <a:lnTo>
                  <a:pt x="108038" y="156210"/>
                </a:lnTo>
                <a:lnTo>
                  <a:pt x="110756" y="160020"/>
                </a:lnTo>
                <a:lnTo>
                  <a:pt x="110299" y="161290"/>
                </a:lnTo>
                <a:lnTo>
                  <a:pt x="111125" y="161290"/>
                </a:lnTo>
                <a:lnTo>
                  <a:pt x="111315" y="161493"/>
                </a:lnTo>
                <a:lnTo>
                  <a:pt x="111518" y="161290"/>
                </a:lnTo>
                <a:lnTo>
                  <a:pt x="112255" y="161290"/>
                </a:lnTo>
                <a:close/>
              </a:path>
              <a:path w="149225" h="179069">
                <a:moveTo>
                  <a:pt x="113284" y="160020"/>
                </a:moveTo>
                <a:lnTo>
                  <a:pt x="112255" y="161290"/>
                </a:lnTo>
                <a:lnTo>
                  <a:pt x="113220" y="161290"/>
                </a:lnTo>
                <a:lnTo>
                  <a:pt x="113284" y="160020"/>
                </a:lnTo>
                <a:close/>
              </a:path>
              <a:path w="149225" h="179069">
                <a:moveTo>
                  <a:pt x="113677" y="163830"/>
                </a:moveTo>
                <a:lnTo>
                  <a:pt x="111315" y="161493"/>
                </a:lnTo>
                <a:lnTo>
                  <a:pt x="110299" y="162560"/>
                </a:lnTo>
                <a:lnTo>
                  <a:pt x="111569" y="162560"/>
                </a:lnTo>
                <a:lnTo>
                  <a:pt x="111760" y="163830"/>
                </a:lnTo>
                <a:lnTo>
                  <a:pt x="113677" y="163830"/>
                </a:lnTo>
                <a:close/>
              </a:path>
              <a:path w="149225" h="179069">
                <a:moveTo>
                  <a:pt x="114681" y="105511"/>
                </a:moveTo>
                <a:lnTo>
                  <a:pt x="114401" y="104279"/>
                </a:lnTo>
                <a:lnTo>
                  <a:pt x="114020" y="104279"/>
                </a:lnTo>
                <a:lnTo>
                  <a:pt x="113436" y="105511"/>
                </a:lnTo>
                <a:lnTo>
                  <a:pt x="113753" y="107975"/>
                </a:lnTo>
                <a:lnTo>
                  <a:pt x="114274" y="106680"/>
                </a:lnTo>
                <a:lnTo>
                  <a:pt x="114592" y="105778"/>
                </a:lnTo>
                <a:lnTo>
                  <a:pt x="114681" y="105511"/>
                </a:lnTo>
                <a:close/>
              </a:path>
              <a:path w="149225" h="179069">
                <a:moveTo>
                  <a:pt x="118618" y="146050"/>
                </a:moveTo>
                <a:lnTo>
                  <a:pt x="114985" y="143802"/>
                </a:lnTo>
                <a:lnTo>
                  <a:pt x="116268" y="146050"/>
                </a:lnTo>
                <a:lnTo>
                  <a:pt x="118440" y="148590"/>
                </a:lnTo>
                <a:lnTo>
                  <a:pt x="118529" y="147320"/>
                </a:lnTo>
                <a:lnTo>
                  <a:pt x="118618" y="146050"/>
                </a:lnTo>
                <a:close/>
              </a:path>
              <a:path w="149225" h="179069">
                <a:moveTo>
                  <a:pt x="120180" y="175590"/>
                </a:moveTo>
                <a:lnTo>
                  <a:pt x="118414" y="176415"/>
                </a:lnTo>
                <a:lnTo>
                  <a:pt x="118516" y="175590"/>
                </a:lnTo>
                <a:lnTo>
                  <a:pt x="118579" y="175031"/>
                </a:lnTo>
                <a:lnTo>
                  <a:pt x="118656" y="174409"/>
                </a:lnTo>
                <a:lnTo>
                  <a:pt x="117195" y="174409"/>
                </a:lnTo>
                <a:lnTo>
                  <a:pt x="118071" y="175031"/>
                </a:lnTo>
                <a:lnTo>
                  <a:pt x="118160" y="175996"/>
                </a:lnTo>
                <a:lnTo>
                  <a:pt x="117576" y="177292"/>
                </a:lnTo>
                <a:lnTo>
                  <a:pt x="118999" y="177292"/>
                </a:lnTo>
                <a:lnTo>
                  <a:pt x="119062" y="179044"/>
                </a:lnTo>
                <a:lnTo>
                  <a:pt x="119989" y="179044"/>
                </a:lnTo>
                <a:lnTo>
                  <a:pt x="119621" y="177901"/>
                </a:lnTo>
                <a:lnTo>
                  <a:pt x="118973" y="176606"/>
                </a:lnTo>
                <a:lnTo>
                  <a:pt x="119202" y="176415"/>
                </a:lnTo>
                <a:lnTo>
                  <a:pt x="120180" y="175590"/>
                </a:lnTo>
                <a:close/>
              </a:path>
              <a:path w="149225" h="179069">
                <a:moveTo>
                  <a:pt x="123075" y="76263"/>
                </a:moveTo>
                <a:lnTo>
                  <a:pt x="122758" y="75869"/>
                </a:lnTo>
                <a:lnTo>
                  <a:pt x="122885" y="76263"/>
                </a:lnTo>
                <a:lnTo>
                  <a:pt x="123037" y="76581"/>
                </a:lnTo>
                <a:lnTo>
                  <a:pt x="123075" y="76263"/>
                </a:lnTo>
                <a:close/>
              </a:path>
              <a:path w="149225" h="179069">
                <a:moveTo>
                  <a:pt x="123748" y="151777"/>
                </a:moveTo>
                <a:lnTo>
                  <a:pt x="123710" y="151244"/>
                </a:lnTo>
                <a:lnTo>
                  <a:pt x="123291" y="151968"/>
                </a:lnTo>
                <a:lnTo>
                  <a:pt x="122123" y="150990"/>
                </a:lnTo>
                <a:lnTo>
                  <a:pt x="121653" y="151587"/>
                </a:lnTo>
                <a:lnTo>
                  <a:pt x="122186" y="152184"/>
                </a:lnTo>
                <a:lnTo>
                  <a:pt x="121589" y="153250"/>
                </a:lnTo>
                <a:lnTo>
                  <a:pt x="122783" y="153581"/>
                </a:lnTo>
                <a:lnTo>
                  <a:pt x="123304" y="152793"/>
                </a:lnTo>
                <a:lnTo>
                  <a:pt x="123748" y="151777"/>
                </a:lnTo>
                <a:close/>
              </a:path>
              <a:path w="149225" h="179069">
                <a:moveTo>
                  <a:pt x="123964" y="126314"/>
                </a:moveTo>
                <a:lnTo>
                  <a:pt x="123431" y="127000"/>
                </a:lnTo>
                <a:lnTo>
                  <a:pt x="122580" y="128320"/>
                </a:lnTo>
                <a:lnTo>
                  <a:pt x="123786" y="127000"/>
                </a:lnTo>
                <a:lnTo>
                  <a:pt x="123850" y="126733"/>
                </a:lnTo>
                <a:lnTo>
                  <a:pt x="123964" y="126314"/>
                </a:lnTo>
                <a:close/>
              </a:path>
              <a:path w="149225" h="179069">
                <a:moveTo>
                  <a:pt x="128231" y="116840"/>
                </a:moveTo>
                <a:lnTo>
                  <a:pt x="128219" y="114300"/>
                </a:lnTo>
                <a:lnTo>
                  <a:pt x="128054" y="114896"/>
                </a:lnTo>
                <a:lnTo>
                  <a:pt x="127800" y="115633"/>
                </a:lnTo>
                <a:lnTo>
                  <a:pt x="127431" y="116840"/>
                </a:lnTo>
                <a:lnTo>
                  <a:pt x="127838" y="116840"/>
                </a:lnTo>
                <a:lnTo>
                  <a:pt x="128231" y="116840"/>
                </a:lnTo>
                <a:close/>
              </a:path>
              <a:path w="149225" h="179069">
                <a:moveTo>
                  <a:pt x="129324" y="111760"/>
                </a:moveTo>
                <a:lnTo>
                  <a:pt x="129057" y="111467"/>
                </a:lnTo>
                <a:lnTo>
                  <a:pt x="128612" y="112699"/>
                </a:lnTo>
                <a:lnTo>
                  <a:pt x="128498" y="113017"/>
                </a:lnTo>
                <a:lnTo>
                  <a:pt x="128752" y="112699"/>
                </a:lnTo>
                <a:lnTo>
                  <a:pt x="129209" y="111950"/>
                </a:lnTo>
                <a:lnTo>
                  <a:pt x="129324" y="111760"/>
                </a:lnTo>
                <a:close/>
              </a:path>
              <a:path w="149225" h="179069">
                <a:moveTo>
                  <a:pt x="129374" y="110591"/>
                </a:moveTo>
                <a:lnTo>
                  <a:pt x="129298" y="109220"/>
                </a:lnTo>
                <a:lnTo>
                  <a:pt x="128117" y="110591"/>
                </a:lnTo>
                <a:lnTo>
                  <a:pt x="128282" y="110591"/>
                </a:lnTo>
                <a:lnTo>
                  <a:pt x="129057" y="111467"/>
                </a:lnTo>
                <a:lnTo>
                  <a:pt x="129374" y="110591"/>
                </a:lnTo>
                <a:close/>
              </a:path>
              <a:path w="149225" h="179069">
                <a:moveTo>
                  <a:pt x="130009" y="97878"/>
                </a:moveTo>
                <a:lnTo>
                  <a:pt x="129717" y="97523"/>
                </a:lnTo>
                <a:lnTo>
                  <a:pt x="129806" y="98717"/>
                </a:lnTo>
                <a:lnTo>
                  <a:pt x="130009" y="97878"/>
                </a:lnTo>
                <a:close/>
              </a:path>
              <a:path w="149225" h="179069">
                <a:moveTo>
                  <a:pt x="130111" y="104279"/>
                </a:moveTo>
                <a:lnTo>
                  <a:pt x="129832" y="103949"/>
                </a:lnTo>
                <a:lnTo>
                  <a:pt x="129730" y="104279"/>
                </a:lnTo>
                <a:lnTo>
                  <a:pt x="129425" y="105511"/>
                </a:lnTo>
                <a:lnTo>
                  <a:pt x="129527" y="105778"/>
                </a:lnTo>
                <a:lnTo>
                  <a:pt x="129959" y="104279"/>
                </a:lnTo>
                <a:lnTo>
                  <a:pt x="130111" y="104279"/>
                </a:lnTo>
                <a:close/>
              </a:path>
              <a:path w="149225" h="179069">
                <a:moveTo>
                  <a:pt x="130378" y="107975"/>
                </a:moveTo>
                <a:lnTo>
                  <a:pt x="129895" y="106680"/>
                </a:lnTo>
                <a:lnTo>
                  <a:pt x="129527" y="105778"/>
                </a:lnTo>
                <a:lnTo>
                  <a:pt x="129273" y="106680"/>
                </a:lnTo>
                <a:lnTo>
                  <a:pt x="129146" y="107975"/>
                </a:lnTo>
                <a:lnTo>
                  <a:pt x="129032" y="109220"/>
                </a:lnTo>
                <a:lnTo>
                  <a:pt x="130378" y="107975"/>
                </a:lnTo>
                <a:close/>
              </a:path>
              <a:path w="149225" h="179069">
                <a:moveTo>
                  <a:pt x="133731" y="142544"/>
                </a:moveTo>
                <a:lnTo>
                  <a:pt x="133502" y="142011"/>
                </a:lnTo>
                <a:lnTo>
                  <a:pt x="132702" y="141693"/>
                </a:lnTo>
                <a:lnTo>
                  <a:pt x="131889" y="141427"/>
                </a:lnTo>
                <a:lnTo>
                  <a:pt x="131572" y="142290"/>
                </a:lnTo>
                <a:lnTo>
                  <a:pt x="132016" y="142836"/>
                </a:lnTo>
                <a:lnTo>
                  <a:pt x="132219" y="143484"/>
                </a:lnTo>
                <a:lnTo>
                  <a:pt x="132461" y="142557"/>
                </a:lnTo>
                <a:lnTo>
                  <a:pt x="133604" y="143725"/>
                </a:lnTo>
                <a:lnTo>
                  <a:pt x="133731" y="142544"/>
                </a:lnTo>
                <a:close/>
              </a:path>
              <a:path w="149225" h="179069">
                <a:moveTo>
                  <a:pt x="136131" y="76263"/>
                </a:moveTo>
                <a:lnTo>
                  <a:pt x="135521" y="76263"/>
                </a:lnTo>
                <a:lnTo>
                  <a:pt x="133502" y="77863"/>
                </a:lnTo>
                <a:lnTo>
                  <a:pt x="134912" y="77470"/>
                </a:lnTo>
                <a:lnTo>
                  <a:pt x="136131" y="76263"/>
                </a:lnTo>
                <a:close/>
              </a:path>
              <a:path w="149225" h="179069">
                <a:moveTo>
                  <a:pt x="137020" y="129540"/>
                </a:moveTo>
                <a:lnTo>
                  <a:pt x="134289" y="127000"/>
                </a:lnTo>
                <a:lnTo>
                  <a:pt x="130009" y="125831"/>
                </a:lnTo>
                <a:lnTo>
                  <a:pt x="129882" y="125831"/>
                </a:lnTo>
                <a:lnTo>
                  <a:pt x="131914" y="127000"/>
                </a:lnTo>
                <a:lnTo>
                  <a:pt x="137020" y="129540"/>
                </a:lnTo>
                <a:close/>
              </a:path>
              <a:path w="149225" h="179069">
                <a:moveTo>
                  <a:pt x="141478" y="129870"/>
                </a:moveTo>
                <a:lnTo>
                  <a:pt x="141160" y="128028"/>
                </a:lnTo>
                <a:lnTo>
                  <a:pt x="140881" y="128435"/>
                </a:lnTo>
                <a:lnTo>
                  <a:pt x="139357" y="129400"/>
                </a:lnTo>
                <a:lnTo>
                  <a:pt x="139357" y="130365"/>
                </a:lnTo>
                <a:lnTo>
                  <a:pt x="141008" y="131102"/>
                </a:lnTo>
                <a:lnTo>
                  <a:pt x="141478" y="129870"/>
                </a:lnTo>
                <a:close/>
              </a:path>
              <a:path w="149225" h="179069">
                <a:moveTo>
                  <a:pt x="141998" y="116344"/>
                </a:moveTo>
                <a:lnTo>
                  <a:pt x="139433" y="114300"/>
                </a:lnTo>
                <a:lnTo>
                  <a:pt x="137096" y="114896"/>
                </a:lnTo>
                <a:lnTo>
                  <a:pt x="139915" y="116840"/>
                </a:lnTo>
                <a:lnTo>
                  <a:pt x="141998" y="116344"/>
                </a:lnTo>
                <a:close/>
              </a:path>
              <a:path w="149225" h="179069">
                <a:moveTo>
                  <a:pt x="143179" y="83540"/>
                </a:moveTo>
                <a:lnTo>
                  <a:pt x="143078" y="82816"/>
                </a:lnTo>
                <a:lnTo>
                  <a:pt x="143040" y="82550"/>
                </a:lnTo>
                <a:lnTo>
                  <a:pt x="142595" y="81343"/>
                </a:lnTo>
                <a:lnTo>
                  <a:pt x="142608" y="82550"/>
                </a:lnTo>
                <a:lnTo>
                  <a:pt x="143179" y="83540"/>
                </a:lnTo>
                <a:close/>
              </a:path>
              <a:path w="149225" h="179069">
                <a:moveTo>
                  <a:pt x="144233" y="179057"/>
                </a:moveTo>
                <a:close/>
              </a:path>
              <a:path w="149225" h="179069">
                <a:moveTo>
                  <a:pt x="145618" y="91528"/>
                </a:moveTo>
                <a:lnTo>
                  <a:pt x="144957" y="90563"/>
                </a:lnTo>
                <a:lnTo>
                  <a:pt x="145072" y="91528"/>
                </a:lnTo>
                <a:lnTo>
                  <a:pt x="145148" y="91770"/>
                </a:lnTo>
                <a:lnTo>
                  <a:pt x="145249" y="92036"/>
                </a:lnTo>
                <a:lnTo>
                  <a:pt x="145351" y="92354"/>
                </a:lnTo>
                <a:lnTo>
                  <a:pt x="145529" y="92036"/>
                </a:lnTo>
                <a:lnTo>
                  <a:pt x="145618" y="91528"/>
                </a:lnTo>
                <a:close/>
              </a:path>
              <a:path w="149225" h="179069">
                <a:moveTo>
                  <a:pt x="146291" y="100114"/>
                </a:moveTo>
                <a:lnTo>
                  <a:pt x="146227" y="99707"/>
                </a:lnTo>
                <a:lnTo>
                  <a:pt x="146113" y="99060"/>
                </a:lnTo>
                <a:lnTo>
                  <a:pt x="145275" y="99060"/>
                </a:lnTo>
                <a:lnTo>
                  <a:pt x="146291" y="100114"/>
                </a:lnTo>
                <a:close/>
              </a:path>
              <a:path w="149225" h="179069">
                <a:moveTo>
                  <a:pt x="146329" y="95250"/>
                </a:moveTo>
                <a:lnTo>
                  <a:pt x="145465" y="92710"/>
                </a:lnTo>
                <a:lnTo>
                  <a:pt x="145148" y="94005"/>
                </a:lnTo>
                <a:lnTo>
                  <a:pt x="144919" y="95250"/>
                </a:lnTo>
                <a:lnTo>
                  <a:pt x="145542" y="97523"/>
                </a:lnTo>
                <a:lnTo>
                  <a:pt x="145630" y="97878"/>
                </a:lnTo>
                <a:lnTo>
                  <a:pt x="145694" y="97523"/>
                </a:lnTo>
                <a:lnTo>
                  <a:pt x="146329" y="95250"/>
                </a:lnTo>
                <a:close/>
              </a:path>
              <a:path w="149225" h="179069">
                <a:moveTo>
                  <a:pt x="146431" y="116840"/>
                </a:moveTo>
                <a:lnTo>
                  <a:pt x="145008" y="115633"/>
                </a:lnTo>
                <a:lnTo>
                  <a:pt x="141998" y="116344"/>
                </a:lnTo>
                <a:lnTo>
                  <a:pt x="144208" y="118110"/>
                </a:lnTo>
                <a:lnTo>
                  <a:pt x="145249" y="116840"/>
                </a:lnTo>
                <a:lnTo>
                  <a:pt x="146431" y="116840"/>
                </a:lnTo>
                <a:close/>
              </a:path>
              <a:path w="149225" h="179069">
                <a:moveTo>
                  <a:pt x="148958" y="85217"/>
                </a:moveTo>
                <a:lnTo>
                  <a:pt x="148818" y="85217"/>
                </a:lnTo>
                <a:lnTo>
                  <a:pt x="147599" y="86360"/>
                </a:lnTo>
                <a:lnTo>
                  <a:pt x="148958" y="86360"/>
                </a:lnTo>
                <a:lnTo>
                  <a:pt x="148958" y="85217"/>
                </a:lnTo>
                <a:close/>
              </a:path>
              <a:path w="149225" h="179069">
                <a:moveTo>
                  <a:pt x="148958" y="68757"/>
                </a:moveTo>
                <a:lnTo>
                  <a:pt x="148539" y="68757"/>
                </a:lnTo>
                <a:lnTo>
                  <a:pt x="146050" y="69875"/>
                </a:lnTo>
                <a:lnTo>
                  <a:pt x="143141" y="71120"/>
                </a:lnTo>
                <a:lnTo>
                  <a:pt x="140144" y="73660"/>
                </a:lnTo>
                <a:lnTo>
                  <a:pt x="137629" y="70180"/>
                </a:lnTo>
                <a:lnTo>
                  <a:pt x="137909" y="71120"/>
                </a:lnTo>
                <a:lnTo>
                  <a:pt x="138798" y="73660"/>
                </a:lnTo>
                <a:lnTo>
                  <a:pt x="136131" y="76263"/>
                </a:lnTo>
                <a:lnTo>
                  <a:pt x="139954" y="76263"/>
                </a:lnTo>
                <a:lnTo>
                  <a:pt x="141668" y="78816"/>
                </a:lnTo>
                <a:lnTo>
                  <a:pt x="142494" y="81076"/>
                </a:lnTo>
                <a:lnTo>
                  <a:pt x="142392" y="79641"/>
                </a:lnTo>
                <a:lnTo>
                  <a:pt x="142328" y="78816"/>
                </a:lnTo>
                <a:lnTo>
                  <a:pt x="141897" y="77863"/>
                </a:lnTo>
                <a:lnTo>
                  <a:pt x="140487" y="74930"/>
                </a:lnTo>
                <a:lnTo>
                  <a:pt x="141744" y="73660"/>
                </a:lnTo>
                <a:lnTo>
                  <a:pt x="143014" y="72390"/>
                </a:lnTo>
                <a:lnTo>
                  <a:pt x="148882" y="69875"/>
                </a:lnTo>
                <a:lnTo>
                  <a:pt x="148958" y="68757"/>
                </a:lnTo>
                <a:close/>
              </a:path>
              <a:path w="149225" h="179069">
                <a:moveTo>
                  <a:pt x="148958" y="57150"/>
                </a:moveTo>
                <a:lnTo>
                  <a:pt x="148856" y="55575"/>
                </a:lnTo>
                <a:lnTo>
                  <a:pt x="148145" y="53479"/>
                </a:lnTo>
                <a:lnTo>
                  <a:pt x="147231" y="52070"/>
                </a:lnTo>
                <a:lnTo>
                  <a:pt x="146164" y="50800"/>
                </a:lnTo>
                <a:lnTo>
                  <a:pt x="147320" y="49530"/>
                </a:lnTo>
                <a:lnTo>
                  <a:pt x="147916" y="49530"/>
                </a:lnTo>
                <a:lnTo>
                  <a:pt x="146862" y="48260"/>
                </a:lnTo>
                <a:lnTo>
                  <a:pt x="145224" y="49530"/>
                </a:lnTo>
                <a:lnTo>
                  <a:pt x="144551" y="48844"/>
                </a:lnTo>
                <a:lnTo>
                  <a:pt x="144551" y="50800"/>
                </a:lnTo>
                <a:lnTo>
                  <a:pt x="140893" y="54610"/>
                </a:lnTo>
                <a:lnTo>
                  <a:pt x="137007" y="57150"/>
                </a:lnTo>
                <a:lnTo>
                  <a:pt x="133286" y="60960"/>
                </a:lnTo>
                <a:lnTo>
                  <a:pt x="130124" y="58420"/>
                </a:lnTo>
                <a:lnTo>
                  <a:pt x="127850" y="55918"/>
                </a:lnTo>
                <a:lnTo>
                  <a:pt x="124650" y="53479"/>
                </a:lnTo>
                <a:lnTo>
                  <a:pt x="127038" y="55918"/>
                </a:lnTo>
                <a:lnTo>
                  <a:pt x="129286" y="59321"/>
                </a:lnTo>
                <a:lnTo>
                  <a:pt x="129628" y="59791"/>
                </a:lnTo>
                <a:lnTo>
                  <a:pt x="132384" y="62230"/>
                </a:lnTo>
                <a:lnTo>
                  <a:pt x="128778" y="66040"/>
                </a:lnTo>
                <a:lnTo>
                  <a:pt x="126758" y="67310"/>
                </a:lnTo>
                <a:lnTo>
                  <a:pt x="124574" y="68757"/>
                </a:lnTo>
                <a:lnTo>
                  <a:pt x="121043" y="72390"/>
                </a:lnTo>
                <a:lnTo>
                  <a:pt x="118618" y="69875"/>
                </a:lnTo>
                <a:lnTo>
                  <a:pt x="117081" y="67310"/>
                </a:lnTo>
                <a:lnTo>
                  <a:pt x="115976" y="66040"/>
                </a:lnTo>
                <a:lnTo>
                  <a:pt x="114896" y="64808"/>
                </a:lnTo>
                <a:lnTo>
                  <a:pt x="115214" y="64363"/>
                </a:lnTo>
                <a:lnTo>
                  <a:pt x="115963" y="63500"/>
                </a:lnTo>
                <a:lnTo>
                  <a:pt x="118160" y="60960"/>
                </a:lnTo>
                <a:lnTo>
                  <a:pt x="121107" y="57150"/>
                </a:lnTo>
                <a:lnTo>
                  <a:pt x="124358" y="53479"/>
                </a:lnTo>
                <a:lnTo>
                  <a:pt x="125285" y="52070"/>
                </a:lnTo>
                <a:lnTo>
                  <a:pt x="127723" y="48260"/>
                </a:lnTo>
                <a:lnTo>
                  <a:pt x="130784" y="44450"/>
                </a:lnTo>
                <a:lnTo>
                  <a:pt x="133591" y="40652"/>
                </a:lnTo>
                <a:lnTo>
                  <a:pt x="137629" y="43180"/>
                </a:lnTo>
                <a:lnTo>
                  <a:pt x="140639" y="46990"/>
                </a:lnTo>
                <a:lnTo>
                  <a:pt x="144551" y="50800"/>
                </a:lnTo>
                <a:lnTo>
                  <a:pt x="144551" y="48844"/>
                </a:lnTo>
                <a:lnTo>
                  <a:pt x="141516" y="45720"/>
                </a:lnTo>
                <a:lnTo>
                  <a:pt x="138252" y="43180"/>
                </a:lnTo>
                <a:lnTo>
                  <a:pt x="135585" y="40640"/>
                </a:lnTo>
                <a:lnTo>
                  <a:pt x="134378" y="39484"/>
                </a:lnTo>
                <a:lnTo>
                  <a:pt x="134188" y="39484"/>
                </a:lnTo>
                <a:lnTo>
                  <a:pt x="134975" y="38100"/>
                </a:lnTo>
                <a:lnTo>
                  <a:pt x="136334" y="36842"/>
                </a:lnTo>
                <a:lnTo>
                  <a:pt x="135267" y="35560"/>
                </a:lnTo>
                <a:lnTo>
                  <a:pt x="134594" y="35560"/>
                </a:lnTo>
                <a:lnTo>
                  <a:pt x="133210" y="38100"/>
                </a:lnTo>
                <a:lnTo>
                  <a:pt x="132562" y="37719"/>
                </a:lnTo>
                <a:lnTo>
                  <a:pt x="132562" y="39484"/>
                </a:lnTo>
                <a:lnTo>
                  <a:pt x="132346" y="39484"/>
                </a:lnTo>
                <a:lnTo>
                  <a:pt x="129641" y="44450"/>
                </a:lnTo>
                <a:lnTo>
                  <a:pt x="126834" y="48260"/>
                </a:lnTo>
                <a:lnTo>
                  <a:pt x="123672" y="52070"/>
                </a:lnTo>
                <a:lnTo>
                  <a:pt x="120904" y="49530"/>
                </a:lnTo>
                <a:lnTo>
                  <a:pt x="117729" y="46990"/>
                </a:lnTo>
                <a:lnTo>
                  <a:pt x="115163" y="45720"/>
                </a:lnTo>
                <a:lnTo>
                  <a:pt x="115468" y="44450"/>
                </a:lnTo>
                <a:lnTo>
                  <a:pt x="116078" y="41910"/>
                </a:lnTo>
                <a:lnTo>
                  <a:pt x="119481" y="36842"/>
                </a:lnTo>
                <a:lnTo>
                  <a:pt x="121196" y="31750"/>
                </a:lnTo>
                <a:lnTo>
                  <a:pt x="124752" y="34290"/>
                </a:lnTo>
                <a:lnTo>
                  <a:pt x="129032" y="36842"/>
                </a:lnTo>
                <a:lnTo>
                  <a:pt x="132562" y="39484"/>
                </a:lnTo>
                <a:lnTo>
                  <a:pt x="132562" y="37719"/>
                </a:lnTo>
                <a:lnTo>
                  <a:pt x="129019" y="35560"/>
                </a:lnTo>
                <a:lnTo>
                  <a:pt x="125552" y="33020"/>
                </a:lnTo>
                <a:lnTo>
                  <a:pt x="123532" y="31750"/>
                </a:lnTo>
                <a:lnTo>
                  <a:pt x="121526" y="30480"/>
                </a:lnTo>
                <a:lnTo>
                  <a:pt x="121920" y="30480"/>
                </a:lnTo>
                <a:lnTo>
                  <a:pt x="122694" y="27940"/>
                </a:lnTo>
                <a:lnTo>
                  <a:pt x="121208" y="27940"/>
                </a:lnTo>
                <a:lnTo>
                  <a:pt x="120789" y="29337"/>
                </a:lnTo>
                <a:lnTo>
                  <a:pt x="120332" y="29337"/>
                </a:lnTo>
                <a:lnTo>
                  <a:pt x="119913" y="30340"/>
                </a:lnTo>
                <a:lnTo>
                  <a:pt x="119862" y="30480"/>
                </a:lnTo>
                <a:lnTo>
                  <a:pt x="116979" y="29337"/>
                </a:lnTo>
                <a:lnTo>
                  <a:pt x="116814" y="29337"/>
                </a:lnTo>
                <a:lnTo>
                  <a:pt x="119875" y="31750"/>
                </a:lnTo>
                <a:lnTo>
                  <a:pt x="117817" y="35560"/>
                </a:lnTo>
                <a:lnTo>
                  <a:pt x="115836" y="40640"/>
                </a:lnTo>
                <a:lnTo>
                  <a:pt x="113779" y="44450"/>
                </a:lnTo>
                <a:lnTo>
                  <a:pt x="113360" y="44284"/>
                </a:lnTo>
                <a:lnTo>
                  <a:pt x="113360" y="45720"/>
                </a:lnTo>
                <a:lnTo>
                  <a:pt x="110909" y="49530"/>
                </a:lnTo>
                <a:lnTo>
                  <a:pt x="109143" y="54292"/>
                </a:lnTo>
                <a:lnTo>
                  <a:pt x="109029" y="54610"/>
                </a:lnTo>
                <a:lnTo>
                  <a:pt x="106426" y="58420"/>
                </a:lnTo>
                <a:lnTo>
                  <a:pt x="106172" y="58305"/>
                </a:lnTo>
                <a:lnTo>
                  <a:pt x="106172" y="59791"/>
                </a:lnTo>
                <a:lnTo>
                  <a:pt x="105956" y="59791"/>
                </a:lnTo>
                <a:lnTo>
                  <a:pt x="103746" y="63500"/>
                </a:lnTo>
                <a:lnTo>
                  <a:pt x="101333" y="67310"/>
                </a:lnTo>
                <a:lnTo>
                  <a:pt x="99009" y="71120"/>
                </a:lnTo>
                <a:lnTo>
                  <a:pt x="97129" y="71120"/>
                </a:lnTo>
                <a:lnTo>
                  <a:pt x="98285" y="72390"/>
                </a:lnTo>
                <a:lnTo>
                  <a:pt x="95808" y="76263"/>
                </a:lnTo>
                <a:lnTo>
                  <a:pt x="93116" y="80010"/>
                </a:lnTo>
                <a:lnTo>
                  <a:pt x="90525" y="83921"/>
                </a:lnTo>
                <a:lnTo>
                  <a:pt x="89903" y="83921"/>
                </a:lnTo>
                <a:lnTo>
                  <a:pt x="87325" y="87630"/>
                </a:lnTo>
                <a:lnTo>
                  <a:pt x="84759" y="91528"/>
                </a:lnTo>
                <a:lnTo>
                  <a:pt x="81902" y="95250"/>
                </a:lnTo>
                <a:lnTo>
                  <a:pt x="82118" y="94005"/>
                </a:lnTo>
                <a:lnTo>
                  <a:pt x="82334" y="92710"/>
                </a:lnTo>
                <a:lnTo>
                  <a:pt x="82448" y="92036"/>
                </a:lnTo>
                <a:lnTo>
                  <a:pt x="82499" y="91770"/>
                </a:lnTo>
                <a:lnTo>
                  <a:pt x="80022" y="93992"/>
                </a:lnTo>
                <a:lnTo>
                  <a:pt x="80454" y="92710"/>
                </a:lnTo>
                <a:lnTo>
                  <a:pt x="81622" y="89179"/>
                </a:lnTo>
                <a:lnTo>
                  <a:pt x="81724" y="88900"/>
                </a:lnTo>
                <a:lnTo>
                  <a:pt x="82397" y="85496"/>
                </a:lnTo>
                <a:lnTo>
                  <a:pt x="82461" y="85217"/>
                </a:lnTo>
                <a:lnTo>
                  <a:pt x="83032" y="83921"/>
                </a:lnTo>
                <a:lnTo>
                  <a:pt x="84239" y="81343"/>
                </a:lnTo>
                <a:lnTo>
                  <a:pt x="84378" y="81343"/>
                </a:lnTo>
                <a:lnTo>
                  <a:pt x="86601" y="82550"/>
                </a:lnTo>
                <a:lnTo>
                  <a:pt x="84582" y="86360"/>
                </a:lnTo>
                <a:lnTo>
                  <a:pt x="83718" y="88900"/>
                </a:lnTo>
                <a:lnTo>
                  <a:pt x="83629" y="89179"/>
                </a:lnTo>
                <a:lnTo>
                  <a:pt x="86042" y="86360"/>
                </a:lnTo>
                <a:lnTo>
                  <a:pt x="88036" y="82346"/>
                </a:lnTo>
                <a:lnTo>
                  <a:pt x="88061" y="82550"/>
                </a:lnTo>
                <a:lnTo>
                  <a:pt x="88201" y="82207"/>
                </a:lnTo>
                <a:lnTo>
                  <a:pt x="88290" y="81991"/>
                </a:lnTo>
                <a:lnTo>
                  <a:pt x="89941" y="77470"/>
                </a:lnTo>
                <a:lnTo>
                  <a:pt x="92214" y="73660"/>
                </a:lnTo>
                <a:lnTo>
                  <a:pt x="93954" y="68757"/>
                </a:lnTo>
                <a:lnTo>
                  <a:pt x="94145" y="68757"/>
                </a:lnTo>
                <a:lnTo>
                  <a:pt x="96075" y="64808"/>
                </a:lnTo>
                <a:lnTo>
                  <a:pt x="97447" y="60960"/>
                </a:lnTo>
                <a:lnTo>
                  <a:pt x="99441" y="55918"/>
                </a:lnTo>
                <a:lnTo>
                  <a:pt x="102120" y="57150"/>
                </a:lnTo>
                <a:lnTo>
                  <a:pt x="103911" y="58420"/>
                </a:lnTo>
                <a:lnTo>
                  <a:pt x="106172" y="59791"/>
                </a:lnTo>
                <a:lnTo>
                  <a:pt x="106172" y="58305"/>
                </a:lnTo>
                <a:lnTo>
                  <a:pt x="103809" y="57150"/>
                </a:lnTo>
                <a:lnTo>
                  <a:pt x="102539" y="55918"/>
                </a:lnTo>
                <a:lnTo>
                  <a:pt x="99720" y="54610"/>
                </a:lnTo>
                <a:lnTo>
                  <a:pt x="101638" y="50800"/>
                </a:lnTo>
                <a:lnTo>
                  <a:pt x="102679" y="45720"/>
                </a:lnTo>
                <a:lnTo>
                  <a:pt x="104355" y="41910"/>
                </a:lnTo>
                <a:lnTo>
                  <a:pt x="106578" y="41910"/>
                </a:lnTo>
                <a:lnTo>
                  <a:pt x="110477" y="44450"/>
                </a:lnTo>
                <a:lnTo>
                  <a:pt x="113360" y="45720"/>
                </a:lnTo>
                <a:lnTo>
                  <a:pt x="113360" y="44284"/>
                </a:lnTo>
                <a:lnTo>
                  <a:pt x="110617" y="43180"/>
                </a:lnTo>
                <a:lnTo>
                  <a:pt x="107683" y="41910"/>
                </a:lnTo>
                <a:lnTo>
                  <a:pt x="104762" y="40640"/>
                </a:lnTo>
                <a:lnTo>
                  <a:pt x="107111" y="30480"/>
                </a:lnTo>
                <a:lnTo>
                  <a:pt x="108521" y="26670"/>
                </a:lnTo>
                <a:lnTo>
                  <a:pt x="111633" y="27940"/>
                </a:lnTo>
                <a:lnTo>
                  <a:pt x="116535" y="29159"/>
                </a:lnTo>
                <a:lnTo>
                  <a:pt x="115951" y="28905"/>
                </a:lnTo>
                <a:lnTo>
                  <a:pt x="116268" y="28905"/>
                </a:lnTo>
                <a:lnTo>
                  <a:pt x="112814" y="26670"/>
                </a:lnTo>
                <a:lnTo>
                  <a:pt x="108673" y="25488"/>
                </a:lnTo>
                <a:lnTo>
                  <a:pt x="107340" y="25488"/>
                </a:lnTo>
                <a:lnTo>
                  <a:pt x="102819" y="24130"/>
                </a:lnTo>
                <a:lnTo>
                  <a:pt x="106972" y="25488"/>
                </a:lnTo>
                <a:lnTo>
                  <a:pt x="106680" y="25488"/>
                </a:lnTo>
                <a:lnTo>
                  <a:pt x="105905" y="30340"/>
                </a:lnTo>
                <a:lnTo>
                  <a:pt x="105105" y="33870"/>
                </a:lnTo>
                <a:lnTo>
                  <a:pt x="105016" y="34290"/>
                </a:lnTo>
                <a:lnTo>
                  <a:pt x="103022" y="39484"/>
                </a:lnTo>
                <a:lnTo>
                  <a:pt x="100330" y="39484"/>
                </a:lnTo>
                <a:lnTo>
                  <a:pt x="96621" y="38100"/>
                </a:lnTo>
                <a:lnTo>
                  <a:pt x="93586" y="36842"/>
                </a:lnTo>
                <a:lnTo>
                  <a:pt x="94538" y="37592"/>
                </a:lnTo>
                <a:lnTo>
                  <a:pt x="97078" y="39484"/>
                </a:lnTo>
                <a:lnTo>
                  <a:pt x="99974" y="39484"/>
                </a:lnTo>
                <a:lnTo>
                  <a:pt x="103035" y="40640"/>
                </a:lnTo>
                <a:lnTo>
                  <a:pt x="101942" y="44450"/>
                </a:lnTo>
                <a:lnTo>
                  <a:pt x="99555" y="50800"/>
                </a:lnTo>
                <a:lnTo>
                  <a:pt x="98945" y="53479"/>
                </a:lnTo>
                <a:lnTo>
                  <a:pt x="98450" y="53479"/>
                </a:lnTo>
                <a:lnTo>
                  <a:pt x="98450" y="54610"/>
                </a:lnTo>
                <a:lnTo>
                  <a:pt x="93421" y="67310"/>
                </a:lnTo>
                <a:lnTo>
                  <a:pt x="93421" y="68757"/>
                </a:lnTo>
                <a:lnTo>
                  <a:pt x="93040" y="68757"/>
                </a:lnTo>
                <a:lnTo>
                  <a:pt x="91211" y="72390"/>
                </a:lnTo>
                <a:lnTo>
                  <a:pt x="89154" y="77470"/>
                </a:lnTo>
                <a:lnTo>
                  <a:pt x="87172" y="81292"/>
                </a:lnTo>
                <a:lnTo>
                  <a:pt x="84531" y="80010"/>
                </a:lnTo>
                <a:lnTo>
                  <a:pt x="85394" y="76898"/>
                </a:lnTo>
                <a:lnTo>
                  <a:pt x="87160" y="71120"/>
                </a:lnTo>
                <a:lnTo>
                  <a:pt x="88303" y="66040"/>
                </a:lnTo>
                <a:lnTo>
                  <a:pt x="89801" y="67310"/>
                </a:lnTo>
                <a:lnTo>
                  <a:pt x="91186" y="67310"/>
                </a:lnTo>
                <a:lnTo>
                  <a:pt x="93421" y="68757"/>
                </a:lnTo>
                <a:lnTo>
                  <a:pt x="93421" y="67310"/>
                </a:lnTo>
                <a:lnTo>
                  <a:pt x="91719" y="67310"/>
                </a:lnTo>
                <a:lnTo>
                  <a:pt x="89573" y="66040"/>
                </a:lnTo>
                <a:lnTo>
                  <a:pt x="88760" y="66040"/>
                </a:lnTo>
                <a:lnTo>
                  <a:pt x="88874" y="64363"/>
                </a:lnTo>
                <a:lnTo>
                  <a:pt x="88925" y="63500"/>
                </a:lnTo>
                <a:lnTo>
                  <a:pt x="89014" y="62230"/>
                </a:lnTo>
                <a:lnTo>
                  <a:pt x="89103" y="60960"/>
                </a:lnTo>
                <a:lnTo>
                  <a:pt x="91617" y="52070"/>
                </a:lnTo>
                <a:lnTo>
                  <a:pt x="94716" y="53479"/>
                </a:lnTo>
                <a:lnTo>
                  <a:pt x="94564" y="53479"/>
                </a:lnTo>
                <a:lnTo>
                  <a:pt x="95821" y="54610"/>
                </a:lnTo>
                <a:lnTo>
                  <a:pt x="98450" y="54610"/>
                </a:lnTo>
                <a:lnTo>
                  <a:pt x="98450" y="53479"/>
                </a:lnTo>
                <a:lnTo>
                  <a:pt x="97231" y="53479"/>
                </a:lnTo>
                <a:lnTo>
                  <a:pt x="93967" y="52070"/>
                </a:lnTo>
                <a:lnTo>
                  <a:pt x="91554" y="50800"/>
                </a:lnTo>
                <a:lnTo>
                  <a:pt x="92405" y="47332"/>
                </a:lnTo>
                <a:lnTo>
                  <a:pt x="92506" y="45720"/>
                </a:lnTo>
                <a:lnTo>
                  <a:pt x="92583" y="41910"/>
                </a:lnTo>
                <a:lnTo>
                  <a:pt x="93345" y="38100"/>
                </a:lnTo>
                <a:lnTo>
                  <a:pt x="93446" y="37592"/>
                </a:lnTo>
                <a:lnTo>
                  <a:pt x="93497" y="36842"/>
                </a:lnTo>
                <a:lnTo>
                  <a:pt x="93611" y="35560"/>
                </a:lnTo>
                <a:lnTo>
                  <a:pt x="93713" y="34290"/>
                </a:lnTo>
                <a:lnTo>
                  <a:pt x="93827" y="33020"/>
                </a:lnTo>
                <a:lnTo>
                  <a:pt x="93929" y="31750"/>
                </a:lnTo>
                <a:lnTo>
                  <a:pt x="94043" y="30340"/>
                </a:lnTo>
                <a:lnTo>
                  <a:pt x="94170" y="28905"/>
                </a:lnTo>
                <a:lnTo>
                  <a:pt x="94246" y="27940"/>
                </a:lnTo>
                <a:lnTo>
                  <a:pt x="94361" y="26670"/>
                </a:lnTo>
                <a:lnTo>
                  <a:pt x="94437" y="25146"/>
                </a:lnTo>
                <a:lnTo>
                  <a:pt x="94551" y="22860"/>
                </a:lnTo>
                <a:lnTo>
                  <a:pt x="98628" y="24130"/>
                </a:lnTo>
                <a:lnTo>
                  <a:pt x="102819" y="24130"/>
                </a:lnTo>
                <a:lnTo>
                  <a:pt x="98894" y="22860"/>
                </a:lnTo>
                <a:lnTo>
                  <a:pt x="94780" y="21653"/>
                </a:lnTo>
                <a:lnTo>
                  <a:pt x="94551" y="21653"/>
                </a:lnTo>
                <a:lnTo>
                  <a:pt x="94602" y="20345"/>
                </a:lnTo>
                <a:lnTo>
                  <a:pt x="93599" y="20345"/>
                </a:lnTo>
                <a:lnTo>
                  <a:pt x="93599" y="26670"/>
                </a:lnTo>
                <a:lnTo>
                  <a:pt x="92125" y="31750"/>
                </a:lnTo>
                <a:lnTo>
                  <a:pt x="92227" y="33870"/>
                </a:lnTo>
                <a:lnTo>
                  <a:pt x="92316" y="35560"/>
                </a:lnTo>
                <a:lnTo>
                  <a:pt x="92151" y="35648"/>
                </a:lnTo>
                <a:lnTo>
                  <a:pt x="92151" y="36842"/>
                </a:lnTo>
                <a:lnTo>
                  <a:pt x="91668" y="40640"/>
                </a:lnTo>
                <a:lnTo>
                  <a:pt x="91122" y="45720"/>
                </a:lnTo>
                <a:lnTo>
                  <a:pt x="90385" y="50800"/>
                </a:lnTo>
                <a:lnTo>
                  <a:pt x="88480" y="52070"/>
                </a:lnTo>
                <a:lnTo>
                  <a:pt x="90182" y="52070"/>
                </a:lnTo>
                <a:lnTo>
                  <a:pt x="89115" y="55575"/>
                </a:lnTo>
                <a:lnTo>
                  <a:pt x="89014" y="55918"/>
                </a:lnTo>
                <a:lnTo>
                  <a:pt x="88950" y="57150"/>
                </a:lnTo>
                <a:lnTo>
                  <a:pt x="88823" y="59321"/>
                </a:lnTo>
                <a:lnTo>
                  <a:pt x="88734" y="60960"/>
                </a:lnTo>
                <a:lnTo>
                  <a:pt x="87198" y="64655"/>
                </a:lnTo>
                <a:lnTo>
                  <a:pt x="87198" y="66040"/>
                </a:lnTo>
                <a:lnTo>
                  <a:pt x="85686" y="71120"/>
                </a:lnTo>
                <a:lnTo>
                  <a:pt x="85077" y="74930"/>
                </a:lnTo>
                <a:lnTo>
                  <a:pt x="83108" y="80010"/>
                </a:lnTo>
                <a:lnTo>
                  <a:pt x="82321" y="80010"/>
                </a:lnTo>
                <a:lnTo>
                  <a:pt x="83134" y="81076"/>
                </a:lnTo>
                <a:lnTo>
                  <a:pt x="83273" y="81343"/>
                </a:lnTo>
                <a:lnTo>
                  <a:pt x="80352" y="88900"/>
                </a:lnTo>
                <a:lnTo>
                  <a:pt x="79540" y="91528"/>
                </a:lnTo>
                <a:lnTo>
                  <a:pt x="79463" y="91770"/>
                </a:lnTo>
                <a:lnTo>
                  <a:pt x="79387" y="92036"/>
                </a:lnTo>
                <a:lnTo>
                  <a:pt x="79286" y="92354"/>
                </a:lnTo>
                <a:lnTo>
                  <a:pt x="79184" y="92710"/>
                </a:lnTo>
                <a:lnTo>
                  <a:pt x="79070" y="92354"/>
                </a:lnTo>
                <a:lnTo>
                  <a:pt x="78981" y="92036"/>
                </a:lnTo>
                <a:lnTo>
                  <a:pt x="78905" y="91770"/>
                </a:lnTo>
                <a:lnTo>
                  <a:pt x="78841" y="91528"/>
                </a:lnTo>
                <a:lnTo>
                  <a:pt x="78155" y="89179"/>
                </a:lnTo>
                <a:lnTo>
                  <a:pt x="78079" y="88900"/>
                </a:lnTo>
                <a:lnTo>
                  <a:pt x="80683" y="83921"/>
                </a:lnTo>
                <a:lnTo>
                  <a:pt x="80568" y="82207"/>
                </a:lnTo>
                <a:lnTo>
                  <a:pt x="80467" y="81076"/>
                </a:lnTo>
                <a:lnTo>
                  <a:pt x="80365" y="80010"/>
                </a:lnTo>
                <a:lnTo>
                  <a:pt x="81546" y="80010"/>
                </a:lnTo>
                <a:lnTo>
                  <a:pt x="80810" y="78816"/>
                </a:lnTo>
                <a:lnTo>
                  <a:pt x="80886" y="77863"/>
                </a:lnTo>
                <a:lnTo>
                  <a:pt x="80937" y="77470"/>
                </a:lnTo>
                <a:lnTo>
                  <a:pt x="81064" y="76581"/>
                </a:lnTo>
                <a:lnTo>
                  <a:pt x="81178" y="75704"/>
                </a:lnTo>
                <a:lnTo>
                  <a:pt x="81292" y="74930"/>
                </a:lnTo>
                <a:lnTo>
                  <a:pt x="81356" y="73660"/>
                </a:lnTo>
                <a:lnTo>
                  <a:pt x="81432" y="72390"/>
                </a:lnTo>
                <a:lnTo>
                  <a:pt x="81508" y="71120"/>
                </a:lnTo>
                <a:lnTo>
                  <a:pt x="81572" y="69875"/>
                </a:lnTo>
                <a:lnTo>
                  <a:pt x="82105" y="66040"/>
                </a:lnTo>
                <a:lnTo>
                  <a:pt x="82181" y="65468"/>
                </a:lnTo>
                <a:lnTo>
                  <a:pt x="82270" y="64808"/>
                </a:lnTo>
                <a:lnTo>
                  <a:pt x="84023" y="66040"/>
                </a:lnTo>
                <a:lnTo>
                  <a:pt x="87198" y="66040"/>
                </a:lnTo>
                <a:lnTo>
                  <a:pt x="87198" y="64655"/>
                </a:lnTo>
                <a:lnTo>
                  <a:pt x="87134" y="64808"/>
                </a:lnTo>
                <a:lnTo>
                  <a:pt x="84086" y="64808"/>
                </a:lnTo>
                <a:lnTo>
                  <a:pt x="82232" y="63500"/>
                </a:lnTo>
                <a:lnTo>
                  <a:pt x="82359" y="62230"/>
                </a:lnTo>
                <a:lnTo>
                  <a:pt x="82486" y="60960"/>
                </a:lnTo>
                <a:lnTo>
                  <a:pt x="82600" y="59791"/>
                </a:lnTo>
                <a:lnTo>
                  <a:pt x="82715" y="54610"/>
                </a:lnTo>
                <a:lnTo>
                  <a:pt x="82842" y="52070"/>
                </a:lnTo>
                <a:lnTo>
                  <a:pt x="82905" y="50800"/>
                </a:lnTo>
                <a:lnTo>
                  <a:pt x="85267" y="50800"/>
                </a:lnTo>
                <a:lnTo>
                  <a:pt x="87782" y="52070"/>
                </a:lnTo>
                <a:lnTo>
                  <a:pt x="88480" y="52070"/>
                </a:lnTo>
                <a:lnTo>
                  <a:pt x="85255" y="49530"/>
                </a:lnTo>
                <a:lnTo>
                  <a:pt x="82816" y="49530"/>
                </a:lnTo>
                <a:lnTo>
                  <a:pt x="82918" y="48260"/>
                </a:lnTo>
                <a:lnTo>
                  <a:pt x="83032" y="46990"/>
                </a:lnTo>
                <a:lnTo>
                  <a:pt x="83146" y="45720"/>
                </a:lnTo>
                <a:lnTo>
                  <a:pt x="82664" y="41910"/>
                </a:lnTo>
                <a:lnTo>
                  <a:pt x="82588" y="41325"/>
                </a:lnTo>
                <a:lnTo>
                  <a:pt x="82511" y="40640"/>
                </a:lnTo>
                <a:lnTo>
                  <a:pt x="82804" y="38100"/>
                </a:lnTo>
                <a:lnTo>
                  <a:pt x="82867" y="37592"/>
                </a:lnTo>
                <a:lnTo>
                  <a:pt x="82943" y="36842"/>
                </a:lnTo>
                <a:lnTo>
                  <a:pt x="89776" y="36842"/>
                </a:lnTo>
                <a:lnTo>
                  <a:pt x="92151" y="36842"/>
                </a:lnTo>
                <a:lnTo>
                  <a:pt x="92151" y="35648"/>
                </a:lnTo>
                <a:lnTo>
                  <a:pt x="89801" y="36830"/>
                </a:lnTo>
                <a:lnTo>
                  <a:pt x="86220" y="35560"/>
                </a:lnTo>
                <a:lnTo>
                  <a:pt x="83146" y="35560"/>
                </a:lnTo>
                <a:lnTo>
                  <a:pt x="81813" y="31750"/>
                </a:lnTo>
                <a:lnTo>
                  <a:pt x="81927" y="24130"/>
                </a:lnTo>
                <a:lnTo>
                  <a:pt x="81800" y="22860"/>
                </a:lnTo>
                <a:lnTo>
                  <a:pt x="81673" y="21653"/>
                </a:lnTo>
                <a:lnTo>
                  <a:pt x="85598" y="21653"/>
                </a:lnTo>
                <a:lnTo>
                  <a:pt x="89217" y="22860"/>
                </a:lnTo>
                <a:lnTo>
                  <a:pt x="92557" y="21653"/>
                </a:lnTo>
                <a:lnTo>
                  <a:pt x="92748" y="21653"/>
                </a:lnTo>
                <a:lnTo>
                  <a:pt x="93345" y="25146"/>
                </a:lnTo>
                <a:lnTo>
                  <a:pt x="93395" y="25488"/>
                </a:lnTo>
                <a:lnTo>
                  <a:pt x="93472" y="25920"/>
                </a:lnTo>
                <a:lnTo>
                  <a:pt x="93599" y="26670"/>
                </a:lnTo>
                <a:lnTo>
                  <a:pt x="93599" y="20345"/>
                </a:lnTo>
                <a:lnTo>
                  <a:pt x="93141" y="20345"/>
                </a:lnTo>
                <a:lnTo>
                  <a:pt x="89598" y="21653"/>
                </a:lnTo>
                <a:lnTo>
                  <a:pt x="85839" y="21653"/>
                </a:lnTo>
                <a:lnTo>
                  <a:pt x="81432" y="20345"/>
                </a:lnTo>
                <a:lnTo>
                  <a:pt x="81330" y="20091"/>
                </a:lnTo>
                <a:lnTo>
                  <a:pt x="81305" y="19050"/>
                </a:lnTo>
                <a:lnTo>
                  <a:pt x="80721" y="15290"/>
                </a:lnTo>
                <a:lnTo>
                  <a:pt x="79108" y="13970"/>
                </a:lnTo>
                <a:lnTo>
                  <a:pt x="79679" y="19050"/>
                </a:lnTo>
                <a:lnTo>
                  <a:pt x="80098" y="21653"/>
                </a:lnTo>
                <a:lnTo>
                  <a:pt x="79921" y="21653"/>
                </a:lnTo>
                <a:lnTo>
                  <a:pt x="78308" y="22263"/>
                </a:lnTo>
                <a:lnTo>
                  <a:pt x="80264" y="22860"/>
                </a:lnTo>
                <a:lnTo>
                  <a:pt x="80581" y="25146"/>
                </a:lnTo>
                <a:lnTo>
                  <a:pt x="80670" y="31750"/>
                </a:lnTo>
                <a:lnTo>
                  <a:pt x="81330" y="35560"/>
                </a:lnTo>
                <a:lnTo>
                  <a:pt x="78574" y="36842"/>
                </a:lnTo>
                <a:lnTo>
                  <a:pt x="80835" y="36842"/>
                </a:lnTo>
                <a:lnTo>
                  <a:pt x="82092" y="40640"/>
                </a:lnTo>
                <a:lnTo>
                  <a:pt x="81521" y="44450"/>
                </a:lnTo>
                <a:lnTo>
                  <a:pt x="81445" y="49530"/>
                </a:lnTo>
                <a:lnTo>
                  <a:pt x="79692" y="50800"/>
                </a:lnTo>
                <a:lnTo>
                  <a:pt x="81572" y="50800"/>
                </a:lnTo>
                <a:lnTo>
                  <a:pt x="81457" y="55918"/>
                </a:lnTo>
                <a:lnTo>
                  <a:pt x="81140" y="58420"/>
                </a:lnTo>
                <a:lnTo>
                  <a:pt x="81051" y="63500"/>
                </a:lnTo>
                <a:lnTo>
                  <a:pt x="79502" y="64808"/>
                </a:lnTo>
                <a:lnTo>
                  <a:pt x="81026" y="64808"/>
                </a:lnTo>
                <a:lnTo>
                  <a:pt x="80403" y="68757"/>
                </a:lnTo>
                <a:lnTo>
                  <a:pt x="80479" y="74930"/>
                </a:lnTo>
                <a:lnTo>
                  <a:pt x="79286" y="79641"/>
                </a:lnTo>
                <a:lnTo>
                  <a:pt x="79197" y="80010"/>
                </a:lnTo>
                <a:lnTo>
                  <a:pt x="79057" y="80010"/>
                </a:lnTo>
                <a:lnTo>
                  <a:pt x="79197" y="81076"/>
                </a:lnTo>
                <a:lnTo>
                  <a:pt x="79311" y="81991"/>
                </a:lnTo>
                <a:lnTo>
                  <a:pt x="79387" y="82550"/>
                </a:lnTo>
                <a:lnTo>
                  <a:pt x="79514" y="83921"/>
                </a:lnTo>
                <a:lnTo>
                  <a:pt x="77774" y="87439"/>
                </a:lnTo>
                <a:lnTo>
                  <a:pt x="77673" y="91528"/>
                </a:lnTo>
                <a:lnTo>
                  <a:pt x="77470" y="91528"/>
                </a:lnTo>
                <a:lnTo>
                  <a:pt x="77470" y="115633"/>
                </a:lnTo>
                <a:lnTo>
                  <a:pt x="76492" y="120650"/>
                </a:lnTo>
                <a:lnTo>
                  <a:pt x="76974" y="124625"/>
                </a:lnTo>
                <a:lnTo>
                  <a:pt x="76847" y="139890"/>
                </a:lnTo>
                <a:lnTo>
                  <a:pt x="76631" y="139890"/>
                </a:lnTo>
                <a:lnTo>
                  <a:pt x="76034" y="140423"/>
                </a:lnTo>
                <a:lnTo>
                  <a:pt x="76974" y="140970"/>
                </a:lnTo>
                <a:lnTo>
                  <a:pt x="76809" y="142240"/>
                </a:lnTo>
                <a:lnTo>
                  <a:pt x="76695" y="143179"/>
                </a:lnTo>
                <a:lnTo>
                  <a:pt x="76619" y="143802"/>
                </a:lnTo>
                <a:lnTo>
                  <a:pt x="76492" y="144780"/>
                </a:lnTo>
                <a:lnTo>
                  <a:pt x="76454" y="150139"/>
                </a:lnTo>
                <a:lnTo>
                  <a:pt x="75869" y="153670"/>
                </a:lnTo>
                <a:lnTo>
                  <a:pt x="75641" y="153797"/>
                </a:lnTo>
                <a:lnTo>
                  <a:pt x="75641" y="156210"/>
                </a:lnTo>
                <a:lnTo>
                  <a:pt x="74002" y="170180"/>
                </a:lnTo>
                <a:lnTo>
                  <a:pt x="70078" y="168910"/>
                </a:lnTo>
                <a:lnTo>
                  <a:pt x="66624" y="168910"/>
                </a:lnTo>
                <a:lnTo>
                  <a:pt x="62598" y="167640"/>
                </a:lnTo>
                <a:lnTo>
                  <a:pt x="64998" y="162560"/>
                </a:lnTo>
                <a:lnTo>
                  <a:pt x="65278" y="160020"/>
                </a:lnTo>
                <a:lnTo>
                  <a:pt x="67322" y="154990"/>
                </a:lnTo>
                <a:lnTo>
                  <a:pt x="72745" y="154990"/>
                </a:lnTo>
                <a:lnTo>
                  <a:pt x="75641" y="156210"/>
                </a:lnTo>
                <a:lnTo>
                  <a:pt x="75641" y="153797"/>
                </a:lnTo>
                <a:lnTo>
                  <a:pt x="73545" y="154940"/>
                </a:lnTo>
                <a:lnTo>
                  <a:pt x="71056" y="153924"/>
                </a:lnTo>
                <a:lnTo>
                  <a:pt x="70434" y="153670"/>
                </a:lnTo>
                <a:lnTo>
                  <a:pt x="67627" y="153670"/>
                </a:lnTo>
                <a:lnTo>
                  <a:pt x="68656" y="148590"/>
                </a:lnTo>
                <a:lnTo>
                  <a:pt x="70078" y="143802"/>
                </a:lnTo>
                <a:lnTo>
                  <a:pt x="71208" y="139890"/>
                </a:lnTo>
                <a:lnTo>
                  <a:pt x="71043" y="139890"/>
                </a:lnTo>
                <a:lnTo>
                  <a:pt x="72085" y="134620"/>
                </a:lnTo>
                <a:lnTo>
                  <a:pt x="73240" y="130810"/>
                </a:lnTo>
                <a:lnTo>
                  <a:pt x="73342" y="129540"/>
                </a:lnTo>
                <a:lnTo>
                  <a:pt x="73444" y="128320"/>
                </a:lnTo>
                <a:lnTo>
                  <a:pt x="73545" y="127000"/>
                </a:lnTo>
                <a:lnTo>
                  <a:pt x="73647" y="125831"/>
                </a:lnTo>
                <a:lnTo>
                  <a:pt x="75412" y="125831"/>
                </a:lnTo>
                <a:lnTo>
                  <a:pt x="74218" y="124625"/>
                </a:lnTo>
                <a:lnTo>
                  <a:pt x="74015" y="124625"/>
                </a:lnTo>
                <a:lnTo>
                  <a:pt x="74790" y="120840"/>
                </a:lnTo>
                <a:lnTo>
                  <a:pt x="74841" y="120650"/>
                </a:lnTo>
                <a:lnTo>
                  <a:pt x="74955" y="119468"/>
                </a:lnTo>
                <a:lnTo>
                  <a:pt x="75069" y="118478"/>
                </a:lnTo>
                <a:lnTo>
                  <a:pt x="75133" y="117817"/>
                </a:lnTo>
                <a:lnTo>
                  <a:pt x="75247" y="116840"/>
                </a:lnTo>
                <a:lnTo>
                  <a:pt x="75933" y="113461"/>
                </a:lnTo>
                <a:lnTo>
                  <a:pt x="76022" y="113030"/>
                </a:lnTo>
                <a:lnTo>
                  <a:pt x="77089" y="114896"/>
                </a:lnTo>
                <a:lnTo>
                  <a:pt x="77470" y="115633"/>
                </a:lnTo>
                <a:lnTo>
                  <a:pt x="77470" y="91528"/>
                </a:lnTo>
                <a:lnTo>
                  <a:pt x="76746" y="91528"/>
                </a:lnTo>
                <a:lnTo>
                  <a:pt x="76847" y="88900"/>
                </a:lnTo>
                <a:lnTo>
                  <a:pt x="76974" y="81343"/>
                </a:lnTo>
                <a:lnTo>
                  <a:pt x="77127" y="80010"/>
                </a:lnTo>
                <a:lnTo>
                  <a:pt x="77279" y="80010"/>
                </a:lnTo>
                <a:lnTo>
                  <a:pt x="76136" y="74930"/>
                </a:lnTo>
                <a:lnTo>
                  <a:pt x="76911" y="70180"/>
                </a:lnTo>
                <a:lnTo>
                  <a:pt x="76847" y="69456"/>
                </a:lnTo>
                <a:lnTo>
                  <a:pt x="75806" y="66040"/>
                </a:lnTo>
                <a:lnTo>
                  <a:pt x="77355" y="64808"/>
                </a:lnTo>
                <a:lnTo>
                  <a:pt x="75819" y="64808"/>
                </a:lnTo>
                <a:lnTo>
                  <a:pt x="75780" y="59791"/>
                </a:lnTo>
                <a:lnTo>
                  <a:pt x="75653" y="59321"/>
                </a:lnTo>
                <a:lnTo>
                  <a:pt x="74510" y="55918"/>
                </a:lnTo>
                <a:lnTo>
                  <a:pt x="74549" y="52070"/>
                </a:lnTo>
                <a:lnTo>
                  <a:pt x="77127" y="52070"/>
                </a:lnTo>
                <a:lnTo>
                  <a:pt x="78879" y="50800"/>
                </a:lnTo>
                <a:lnTo>
                  <a:pt x="74828" y="50800"/>
                </a:lnTo>
                <a:lnTo>
                  <a:pt x="73291" y="46990"/>
                </a:lnTo>
                <a:lnTo>
                  <a:pt x="72478" y="41910"/>
                </a:lnTo>
                <a:lnTo>
                  <a:pt x="72415" y="38100"/>
                </a:lnTo>
                <a:lnTo>
                  <a:pt x="75374" y="38100"/>
                </a:lnTo>
                <a:lnTo>
                  <a:pt x="78028" y="36842"/>
                </a:lnTo>
                <a:lnTo>
                  <a:pt x="72326" y="36842"/>
                </a:lnTo>
                <a:lnTo>
                  <a:pt x="70396" y="33020"/>
                </a:lnTo>
                <a:lnTo>
                  <a:pt x="70104" y="30480"/>
                </a:lnTo>
                <a:lnTo>
                  <a:pt x="70091" y="30340"/>
                </a:lnTo>
                <a:lnTo>
                  <a:pt x="69977" y="29337"/>
                </a:lnTo>
                <a:lnTo>
                  <a:pt x="69888" y="28498"/>
                </a:lnTo>
                <a:lnTo>
                  <a:pt x="69824" y="27940"/>
                </a:lnTo>
                <a:lnTo>
                  <a:pt x="68986" y="24130"/>
                </a:lnTo>
                <a:lnTo>
                  <a:pt x="72936" y="24130"/>
                </a:lnTo>
                <a:lnTo>
                  <a:pt x="74523" y="22860"/>
                </a:lnTo>
                <a:lnTo>
                  <a:pt x="69202" y="22860"/>
                </a:lnTo>
                <a:lnTo>
                  <a:pt x="66560" y="19050"/>
                </a:lnTo>
                <a:lnTo>
                  <a:pt x="66662" y="15290"/>
                </a:lnTo>
                <a:lnTo>
                  <a:pt x="66700" y="13970"/>
                </a:lnTo>
                <a:lnTo>
                  <a:pt x="64617" y="10160"/>
                </a:lnTo>
                <a:lnTo>
                  <a:pt x="65887" y="10160"/>
                </a:lnTo>
                <a:lnTo>
                  <a:pt x="65151" y="8890"/>
                </a:lnTo>
                <a:lnTo>
                  <a:pt x="64147" y="8890"/>
                </a:lnTo>
                <a:lnTo>
                  <a:pt x="63449" y="7620"/>
                </a:lnTo>
                <a:lnTo>
                  <a:pt x="62890" y="6350"/>
                </a:lnTo>
                <a:lnTo>
                  <a:pt x="61671" y="5080"/>
                </a:lnTo>
                <a:lnTo>
                  <a:pt x="62103" y="6350"/>
                </a:lnTo>
                <a:lnTo>
                  <a:pt x="62560" y="8890"/>
                </a:lnTo>
                <a:lnTo>
                  <a:pt x="63106" y="10160"/>
                </a:lnTo>
                <a:lnTo>
                  <a:pt x="59448" y="11430"/>
                </a:lnTo>
                <a:lnTo>
                  <a:pt x="63728" y="11430"/>
                </a:lnTo>
                <a:lnTo>
                  <a:pt x="65925" y="19050"/>
                </a:lnTo>
                <a:lnTo>
                  <a:pt x="67310" y="22860"/>
                </a:lnTo>
                <a:lnTo>
                  <a:pt x="64503" y="25146"/>
                </a:lnTo>
                <a:lnTo>
                  <a:pt x="70218" y="36842"/>
                </a:lnTo>
                <a:lnTo>
                  <a:pt x="64744" y="39484"/>
                </a:lnTo>
                <a:lnTo>
                  <a:pt x="67462" y="39484"/>
                </a:lnTo>
                <a:lnTo>
                  <a:pt x="70307" y="38100"/>
                </a:lnTo>
                <a:lnTo>
                  <a:pt x="71551" y="41910"/>
                </a:lnTo>
                <a:lnTo>
                  <a:pt x="72618" y="46723"/>
                </a:lnTo>
                <a:lnTo>
                  <a:pt x="72567" y="52070"/>
                </a:lnTo>
                <a:lnTo>
                  <a:pt x="73152" y="52070"/>
                </a:lnTo>
                <a:lnTo>
                  <a:pt x="73279" y="53479"/>
                </a:lnTo>
                <a:lnTo>
                  <a:pt x="73380" y="54610"/>
                </a:lnTo>
                <a:lnTo>
                  <a:pt x="73494" y="55918"/>
                </a:lnTo>
                <a:lnTo>
                  <a:pt x="74701" y="60960"/>
                </a:lnTo>
                <a:lnTo>
                  <a:pt x="74599" y="62230"/>
                </a:lnTo>
                <a:lnTo>
                  <a:pt x="74510" y="63500"/>
                </a:lnTo>
                <a:lnTo>
                  <a:pt x="74409" y="64808"/>
                </a:lnTo>
                <a:lnTo>
                  <a:pt x="72631" y="64808"/>
                </a:lnTo>
                <a:lnTo>
                  <a:pt x="71501" y="66040"/>
                </a:lnTo>
                <a:lnTo>
                  <a:pt x="74955" y="66040"/>
                </a:lnTo>
                <a:lnTo>
                  <a:pt x="74891" y="70180"/>
                </a:lnTo>
                <a:lnTo>
                  <a:pt x="75958" y="74930"/>
                </a:lnTo>
                <a:lnTo>
                  <a:pt x="75857" y="75704"/>
                </a:lnTo>
                <a:lnTo>
                  <a:pt x="75780" y="76263"/>
                </a:lnTo>
                <a:lnTo>
                  <a:pt x="75704" y="76898"/>
                </a:lnTo>
                <a:lnTo>
                  <a:pt x="75577" y="77863"/>
                </a:lnTo>
                <a:lnTo>
                  <a:pt x="75450" y="78816"/>
                </a:lnTo>
                <a:lnTo>
                  <a:pt x="75336" y="79641"/>
                </a:lnTo>
                <a:lnTo>
                  <a:pt x="75298" y="80010"/>
                </a:lnTo>
                <a:lnTo>
                  <a:pt x="75882" y="80010"/>
                </a:lnTo>
                <a:lnTo>
                  <a:pt x="75755" y="81076"/>
                </a:lnTo>
                <a:lnTo>
                  <a:pt x="75641" y="81991"/>
                </a:lnTo>
                <a:lnTo>
                  <a:pt x="75539" y="82816"/>
                </a:lnTo>
                <a:lnTo>
                  <a:pt x="75438" y="83921"/>
                </a:lnTo>
                <a:lnTo>
                  <a:pt x="76314" y="87439"/>
                </a:lnTo>
                <a:lnTo>
                  <a:pt x="76301" y="88061"/>
                </a:lnTo>
                <a:lnTo>
                  <a:pt x="75806" y="91528"/>
                </a:lnTo>
                <a:lnTo>
                  <a:pt x="75730" y="92036"/>
                </a:lnTo>
                <a:lnTo>
                  <a:pt x="75641" y="92710"/>
                </a:lnTo>
                <a:lnTo>
                  <a:pt x="75514" y="92354"/>
                </a:lnTo>
                <a:lnTo>
                  <a:pt x="75425" y="92036"/>
                </a:lnTo>
                <a:lnTo>
                  <a:pt x="75336" y="91770"/>
                </a:lnTo>
                <a:lnTo>
                  <a:pt x="75260" y="91528"/>
                </a:lnTo>
                <a:lnTo>
                  <a:pt x="74879" y="90360"/>
                </a:lnTo>
                <a:lnTo>
                  <a:pt x="74879" y="115633"/>
                </a:lnTo>
                <a:lnTo>
                  <a:pt x="73190" y="120650"/>
                </a:lnTo>
                <a:lnTo>
                  <a:pt x="73101" y="122986"/>
                </a:lnTo>
                <a:lnTo>
                  <a:pt x="72999" y="124625"/>
                </a:lnTo>
                <a:lnTo>
                  <a:pt x="72656" y="125742"/>
                </a:lnTo>
                <a:lnTo>
                  <a:pt x="71310" y="124625"/>
                </a:lnTo>
                <a:lnTo>
                  <a:pt x="70281" y="124625"/>
                </a:lnTo>
                <a:lnTo>
                  <a:pt x="70688" y="125349"/>
                </a:lnTo>
                <a:lnTo>
                  <a:pt x="71602" y="125831"/>
                </a:lnTo>
                <a:lnTo>
                  <a:pt x="72326" y="125831"/>
                </a:lnTo>
                <a:lnTo>
                  <a:pt x="72402" y="129540"/>
                </a:lnTo>
                <a:lnTo>
                  <a:pt x="71272" y="134620"/>
                </a:lnTo>
                <a:lnTo>
                  <a:pt x="70866" y="136144"/>
                </a:lnTo>
                <a:lnTo>
                  <a:pt x="69748" y="138430"/>
                </a:lnTo>
                <a:lnTo>
                  <a:pt x="66344" y="138430"/>
                </a:lnTo>
                <a:lnTo>
                  <a:pt x="68554" y="139890"/>
                </a:lnTo>
                <a:lnTo>
                  <a:pt x="69761" y="139890"/>
                </a:lnTo>
                <a:lnTo>
                  <a:pt x="68897" y="143179"/>
                </a:lnTo>
                <a:lnTo>
                  <a:pt x="68808" y="143510"/>
                </a:lnTo>
                <a:lnTo>
                  <a:pt x="67729" y="148590"/>
                </a:lnTo>
                <a:lnTo>
                  <a:pt x="66192" y="153670"/>
                </a:lnTo>
                <a:lnTo>
                  <a:pt x="66624" y="153924"/>
                </a:lnTo>
                <a:lnTo>
                  <a:pt x="65925" y="153670"/>
                </a:lnTo>
                <a:lnTo>
                  <a:pt x="65798" y="154990"/>
                </a:lnTo>
                <a:lnTo>
                  <a:pt x="65316" y="158750"/>
                </a:lnTo>
                <a:lnTo>
                  <a:pt x="62712" y="163830"/>
                </a:lnTo>
                <a:lnTo>
                  <a:pt x="61620" y="167640"/>
                </a:lnTo>
                <a:lnTo>
                  <a:pt x="55422" y="165100"/>
                </a:lnTo>
                <a:lnTo>
                  <a:pt x="52324" y="163830"/>
                </a:lnTo>
                <a:lnTo>
                  <a:pt x="51460" y="163830"/>
                </a:lnTo>
                <a:lnTo>
                  <a:pt x="50723" y="163830"/>
                </a:lnTo>
                <a:lnTo>
                  <a:pt x="48310" y="168910"/>
                </a:lnTo>
                <a:lnTo>
                  <a:pt x="45834" y="172720"/>
                </a:lnTo>
                <a:lnTo>
                  <a:pt x="43243" y="176530"/>
                </a:lnTo>
                <a:lnTo>
                  <a:pt x="39420" y="173990"/>
                </a:lnTo>
                <a:lnTo>
                  <a:pt x="36830" y="172720"/>
                </a:lnTo>
                <a:lnTo>
                  <a:pt x="35052" y="171450"/>
                </a:lnTo>
                <a:lnTo>
                  <a:pt x="33274" y="170180"/>
                </a:lnTo>
                <a:lnTo>
                  <a:pt x="34213" y="168910"/>
                </a:lnTo>
                <a:lnTo>
                  <a:pt x="36093" y="166370"/>
                </a:lnTo>
                <a:lnTo>
                  <a:pt x="39344" y="163830"/>
                </a:lnTo>
                <a:lnTo>
                  <a:pt x="42291" y="160020"/>
                </a:lnTo>
                <a:lnTo>
                  <a:pt x="44678" y="161290"/>
                </a:lnTo>
                <a:lnTo>
                  <a:pt x="48018" y="162560"/>
                </a:lnTo>
                <a:lnTo>
                  <a:pt x="46075" y="160020"/>
                </a:lnTo>
                <a:lnTo>
                  <a:pt x="42760" y="158750"/>
                </a:lnTo>
                <a:lnTo>
                  <a:pt x="43548" y="157480"/>
                </a:lnTo>
                <a:lnTo>
                  <a:pt x="45110" y="154990"/>
                </a:lnTo>
                <a:lnTo>
                  <a:pt x="45605" y="154584"/>
                </a:lnTo>
                <a:lnTo>
                  <a:pt x="48450" y="152400"/>
                </a:lnTo>
                <a:lnTo>
                  <a:pt x="50787" y="147332"/>
                </a:lnTo>
                <a:lnTo>
                  <a:pt x="52654" y="148590"/>
                </a:lnTo>
                <a:lnTo>
                  <a:pt x="55892" y="150139"/>
                </a:lnTo>
                <a:lnTo>
                  <a:pt x="54368" y="148590"/>
                </a:lnTo>
                <a:lnTo>
                  <a:pt x="51701" y="147320"/>
                </a:lnTo>
                <a:lnTo>
                  <a:pt x="52425" y="146050"/>
                </a:lnTo>
                <a:lnTo>
                  <a:pt x="53873" y="143510"/>
                </a:lnTo>
                <a:lnTo>
                  <a:pt x="56591" y="139890"/>
                </a:lnTo>
                <a:lnTo>
                  <a:pt x="56984" y="139293"/>
                </a:lnTo>
                <a:lnTo>
                  <a:pt x="58889" y="136144"/>
                </a:lnTo>
                <a:lnTo>
                  <a:pt x="61429" y="136144"/>
                </a:lnTo>
                <a:lnTo>
                  <a:pt x="64084" y="137045"/>
                </a:lnTo>
                <a:lnTo>
                  <a:pt x="62420" y="136144"/>
                </a:lnTo>
                <a:lnTo>
                  <a:pt x="59651" y="134620"/>
                </a:lnTo>
                <a:lnTo>
                  <a:pt x="61899" y="130810"/>
                </a:lnTo>
                <a:lnTo>
                  <a:pt x="64071" y="127000"/>
                </a:lnTo>
                <a:lnTo>
                  <a:pt x="66522" y="123190"/>
                </a:lnTo>
                <a:lnTo>
                  <a:pt x="68973" y="124472"/>
                </a:lnTo>
                <a:lnTo>
                  <a:pt x="68922" y="124625"/>
                </a:lnTo>
                <a:lnTo>
                  <a:pt x="69291" y="124625"/>
                </a:lnTo>
                <a:lnTo>
                  <a:pt x="70104" y="125044"/>
                </a:lnTo>
                <a:lnTo>
                  <a:pt x="70269" y="124625"/>
                </a:lnTo>
                <a:lnTo>
                  <a:pt x="70599" y="123190"/>
                </a:lnTo>
                <a:lnTo>
                  <a:pt x="71247" y="120840"/>
                </a:lnTo>
                <a:lnTo>
                  <a:pt x="71310" y="120650"/>
                </a:lnTo>
                <a:lnTo>
                  <a:pt x="72936" y="116344"/>
                </a:lnTo>
                <a:lnTo>
                  <a:pt x="74498" y="111950"/>
                </a:lnTo>
                <a:lnTo>
                  <a:pt x="74574" y="111760"/>
                </a:lnTo>
                <a:lnTo>
                  <a:pt x="74676" y="113030"/>
                </a:lnTo>
                <a:lnTo>
                  <a:pt x="74790" y="114300"/>
                </a:lnTo>
                <a:lnTo>
                  <a:pt x="74879" y="115633"/>
                </a:lnTo>
                <a:lnTo>
                  <a:pt x="74879" y="90360"/>
                </a:lnTo>
                <a:lnTo>
                  <a:pt x="74498" y="89179"/>
                </a:lnTo>
                <a:lnTo>
                  <a:pt x="74371" y="88061"/>
                </a:lnTo>
                <a:lnTo>
                  <a:pt x="74282" y="85217"/>
                </a:lnTo>
                <a:lnTo>
                  <a:pt x="74244" y="83921"/>
                </a:lnTo>
                <a:lnTo>
                  <a:pt x="74155" y="83540"/>
                </a:lnTo>
                <a:lnTo>
                  <a:pt x="73037" y="80010"/>
                </a:lnTo>
                <a:lnTo>
                  <a:pt x="73380" y="80010"/>
                </a:lnTo>
                <a:lnTo>
                  <a:pt x="71653" y="74930"/>
                </a:lnTo>
                <a:lnTo>
                  <a:pt x="70967" y="71120"/>
                </a:lnTo>
                <a:lnTo>
                  <a:pt x="70180" y="66040"/>
                </a:lnTo>
                <a:lnTo>
                  <a:pt x="69646" y="66040"/>
                </a:lnTo>
                <a:lnTo>
                  <a:pt x="68656" y="60960"/>
                </a:lnTo>
                <a:lnTo>
                  <a:pt x="67640" y="57391"/>
                </a:lnTo>
                <a:lnTo>
                  <a:pt x="67576" y="57150"/>
                </a:lnTo>
                <a:lnTo>
                  <a:pt x="66103" y="53479"/>
                </a:lnTo>
                <a:lnTo>
                  <a:pt x="65798" y="53479"/>
                </a:lnTo>
                <a:lnTo>
                  <a:pt x="68287" y="52070"/>
                </a:lnTo>
                <a:lnTo>
                  <a:pt x="66408" y="52070"/>
                </a:lnTo>
                <a:lnTo>
                  <a:pt x="64325" y="48260"/>
                </a:lnTo>
                <a:lnTo>
                  <a:pt x="63131" y="44450"/>
                </a:lnTo>
                <a:lnTo>
                  <a:pt x="62395" y="40640"/>
                </a:lnTo>
                <a:lnTo>
                  <a:pt x="62166" y="39484"/>
                </a:lnTo>
                <a:lnTo>
                  <a:pt x="61823" y="39484"/>
                </a:lnTo>
                <a:lnTo>
                  <a:pt x="59563" y="35560"/>
                </a:lnTo>
                <a:lnTo>
                  <a:pt x="58788" y="31750"/>
                </a:lnTo>
                <a:lnTo>
                  <a:pt x="58115" y="30480"/>
                </a:lnTo>
                <a:lnTo>
                  <a:pt x="58229" y="38100"/>
                </a:lnTo>
                <a:lnTo>
                  <a:pt x="60706" y="39484"/>
                </a:lnTo>
                <a:lnTo>
                  <a:pt x="60413" y="39484"/>
                </a:lnTo>
                <a:lnTo>
                  <a:pt x="58902" y="41325"/>
                </a:lnTo>
                <a:lnTo>
                  <a:pt x="60286" y="40640"/>
                </a:lnTo>
                <a:lnTo>
                  <a:pt x="62712" y="44450"/>
                </a:lnTo>
                <a:lnTo>
                  <a:pt x="62814" y="45720"/>
                </a:lnTo>
                <a:lnTo>
                  <a:pt x="62890" y="46723"/>
                </a:lnTo>
                <a:lnTo>
                  <a:pt x="63017" y="48260"/>
                </a:lnTo>
                <a:lnTo>
                  <a:pt x="64808" y="52070"/>
                </a:lnTo>
                <a:lnTo>
                  <a:pt x="63893" y="53479"/>
                </a:lnTo>
                <a:lnTo>
                  <a:pt x="65112" y="53479"/>
                </a:lnTo>
                <a:lnTo>
                  <a:pt x="66319" y="57150"/>
                </a:lnTo>
                <a:lnTo>
                  <a:pt x="67348" y="62230"/>
                </a:lnTo>
                <a:lnTo>
                  <a:pt x="68491" y="66040"/>
                </a:lnTo>
                <a:lnTo>
                  <a:pt x="66459" y="67310"/>
                </a:lnTo>
                <a:lnTo>
                  <a:pt x="68453" y="67310"/>
                </a:lnTo>
                <a:lnTo>
                  <a:pt x="70319" y="71120"/>
                </a:lnTo>
                <a:lnTo>
                  <a:pt x="70345" y="74930"/>
                </a:lnTo>
                <a:lnTo>
                  <a:pt x="71551" y="77863"/>
                </a:lnTo>
                <a:lnTo>
                  <a:pt x="71907" y="78816"/>
                </a:lnTo>
                <a:lnTo>
                  <a:pt x="71742" y="79641"/>
                </a:lnTo>
                <a:lnTo>
                  <a:pt x="71678" y="80010"/>
                </a:lnTo>
                <a:lnTo>
                  <a:pt x="71107" y="80010"/>
                </a:lnTo>
                <a:lnTo>
                  <a:pt x="73571" y="83540"/>
                </a:lnTo>
                <a:lnTo>
                  <a:pt x="73748" y="83921"/>
                </a:lnTo>
                <a:lnTo>
                  <a:pt x="72936" y="87439"/>
                </a:lnTo>
                <a:lnTo>
                  <a:pt x="72898" y="87630"/>
                </a:lnTo>
                <a:lnTo>
                  <a:pt x="74193" y="91528"/>
                </a:lnTo>
                <a:lnTo>
                  <a:pt x="72986" y="91528"/>
                </a:lnTo>
                <a:lnTo>
                  <a:pt x="72732" y="89649"/>
                </a:lnTo>
                <a:lnTo>
                  <a:pt x="72732" y="111785"/>
                </a:lnTo>
                <a:lnTo>
                  <a:pt x="72682" y="115633"/>
                </a:lnTo>
                <a:lnTo>
                  <a:pt x="70421" y="120650"/>
                </a:lnTo>
                <a:lnTo>
                  <a:pt x="68973" y="124460"/>
                </a:lnTo>
                <a:lnTo>
                  <a:pt x="66662" y="123190"/>
                </a:lnTo>
                <a:lnTo>
                  <a:pt x="68554" y="119468"/>
                </a:lnTo>
                <a:lnTo>
                  <a:pt x="72644" y="111950"/>
                </a:lnTo>
                <a:lnTo>
                  <a:pt x="72732" y="111785"/>
                </a:lnTo>
                <a:lnTo>
                  <a:pt x="72732" y="89649"/>
                </a:lnTo>
                <a:lnTo>
                  <a:pt x="72669" y="89179"/>
                </a:lnTo>
                <a:lnTo>
                  <a:pt x="72644" y="88900"/>
                </a:lnTo>
                <a:lnTo>
                  <a:pt x="71970" y="86360"/>
                </a:lnTo>
                <a:lnTo>
                  <a:pt x="71348" y="85217"/>
                </a:lnTo>
                <a:lnTo>
                  <a:pt x="69761" y="82550"/>
                </a:lnTo>
                <a:lnTo>
                  <a:pt x="70142" y="81343"/>
                </a:lnTo>
                <a:lnTo>
                  <a:pt x="70878" y="81343"/>
                </a:lnTo>
                <a:lnTo>
                  <a:pt x="71107" y="80010"/>
                </a:lnTo>
                <a:lnTo>
                  <a:pt x="69938" y="80010"/>
                </a:lnTo>
                <a:lnTo>
                  <a:pt x="67310" y="76263"/>
                </a:lnTo>
                <a:lnTo>
                  <a:pt x="67208" y="75704"/>
                </a:lnTo>
                <a:lnTo>
                  <a:pt x="66840" y="72390"/>
                </a:lnTo>
                <a:lnTo>
                  <a:pt x="64528" y="68757"/>
                </a:lnTo>
                <a:lnTo>
                  <a:pt x="64249" y="68757"/>
                </a:lnTo>
                <a:lnTo>
                  <a:pt x="63436" y="69202"/>
                </a:lnTo>
                <a:lnTo>
                  <a:pt x="66725" y="75704"/>
                </a:lnTo>
                <a:lnTo>
                  <a:pt x="66992" y="76263"/>
                </a:lnTo>
                <a:lnTo>
                  <a:pt x="68135" y="81076"/>
                </a:lnTo>
                <a:lnTo>
                  <a:pt x="68199" y="81343"/>
                </a:lnTo>
                <a:lnTo>
                  <a:pt x="68364" y="81343"/>
                </a:lnTo>
                <a:lnTo>
                  <a:pt x="69875" y="83921"/>
                </a:lnTo>
                <a:lnTo>
                  <a:pt x="70573" y="85217"/>
                </a:lnTo>
                <a:lnTo>
                  <a:pt x="70904" y="87439"/>
                </a:lnTo>
                <a:lnTo>
                  <a:pt x="70993" y="88061"/>
                </a:lnTo>
                <a:lnTo>
                  <a:pt x="71120" y="88900"/>
                </a:lnTo>
                <a:lnTo>
                  <a:pt x="72186" y="91528"/>
                </a:lnTo>
                <a:lnTo>
                  <a:pt x="72275" y="91770"/>
                </a:lnTo>
                <a:lnTo>
                  <a:pt x="72390" y="92036"/>
                </a:lnTo>
                <a:lnTo>
                  <a:pt x="72517" y="92354"/>
                </a:lnTo>
                <a:lnTo>
                  <a:pt x="72605" y="92570"/>
                </a:lnTo>
                <a:lnTo>
                  <a:pt x="72669" y="92710"/>
                </a:lnTo>
                <a:lnTo>
                  <a:pt x="71132" y="92710"/>
                </a:lnTo>
                <a:lnTo>
                  <a:pt x="71107" y="111760"/>
                </a:lnTo>
                <a:lnTo>
                  <a:pt x="70586" y="114300"/>
                </a:lnTo>
                <a:lnTo>
                  <a:pt x="70459" y="114896"/>
                </a:lnTo>
                <a:lnTo>
                  <a:pt x="70281" y="115633"/>
                </a:lnTo>
                <a:lnTo>
                  <a:pt x="67297" y="119468"/>
                </a:lnTo>
                <a:lnTo>
                  <a:pt x="65481" y="121920"/>
                </a:lnTo>
                <a:lnTo>
                  <a:pt x="65227" y="121920"/>
                </a:lnTo>
                <a:lnTo>
                  <a:pt x="65227" y="123190"/>
                </a:lnTo>
                <a:lnTo>
                  <a:pt x="60909" y="130810"/>
                </a:lnTo>
                <a:lnTo>
                  <a:pt x="58483" y="134620"/>
                </a:lnTo>
                <a:lnTo>
                  <a:pt x="56705" y="133362"/>
                </a:lnTo>
                <a:lnTo>
                  <a:pt x="55473" y="133362"/>
                </a:lnTo>
                <a:lnTo>
                  <a:pt x="56248" y="134620"/>
                </a:lnTo>
                <a:lnTo>
                  <a:pt x="58216" y="134620"/>
                </a:lnTo>
                <a:lnTo>
                  <a:pt x="55765" y="138430"/>
                </a:lnTo>
                <a:lnTo>
                  <a:pt x="53111" y="142240"/>
                </a:lnTo>
                <a:lnTo>
                  <a:pt x="50533" y="146050"/>
                </a:lnTo>
                <a:lnTo>
                  <a:pt x="49923" y="145669"/>
                </a:lnTo>
                <a:lnTo>
                  <a:pt x="49923" y="147320"/>
                </a:lnTo>
                <a:lnTo>
                  <a:pt x="47447" y="151003"/>
                </a:lnTo>
                <a:lnTo>
                  <a:pt x="44716" y="154584"/>
                </a:lnTo>
                <a:lnTo>
                  <a:pt x="44386" y="154990"/>
                </a:lnTo>
                <a:lnTo>
                  <a:pt x="41694" y="157480"/>
                </a:lnTo>
                <a:lnTo>
                  <a:pt x="41097" y="157213"/>
                </a:lnTo>
                <a:lnTo>
                  <a:pt x="41097" y="158750"/>
                </a:lnTo>
                <a:lnTo>
                  <a:pt x="38328" y="162560"/>
                </a:lnTo>
                <a:lnTo>
                  <a:pt x="35128" y="165100"/>
                </a:lnTo>
                <a:lnTo>
                  <a:pt x="32219" y="168910"/>
                </a:lnTo>
                <a:lnTo>
                  <a:pt x="28879" y="166370"/>
                </a:lnTo>
                <a:lnTo>
                  <a:pt x="26771" y="163830"/>
                </a:lnTo>
                <a:lnTo>
                  <a:pt x="25006" y="162560"/>
                </a:lnTo>
                <a:lnTo>
                  <a:pt x="23253" y="161290"/>
                </a:lnTo>
                <a:lnTo>
                  <a:pt x="25019" y="160020"/>
                </a:lnTo>
                <a:lnTo>
                  <a:pt x="26797" y="158750"/>
                </a:lnTo>
                <a:lnTo>
                  <a:pt x="30137" y="156210"/>
                </a:lnTo>
                <a:lnTo>
                  <a:pt x="33731" y="152400"/>
                </a:lnTo>
                <a:lnTo>
                  <a:pt x="38290" y="156210"/>
                </a:lnTo>
                <a:lnTo>
                  <a:pt x="41097" y="158750"/>
                </a:lnTo>
                <a:lnTo>
                  <a:pt x="41097" y="157213"/>
                </a:lnTo>
                <a:lnTo>
                  <a:pt x="38887" y="156210"/>
                </a:lnTo>
                <a:lnTo>
                  <a:pt x="37020" y="153670"/>
                </a:lnTo>
                <a:lnTo>
                  <a:pt x="34315" y="152400"/>
                </a:lnTo>
                <a:lnTo>
                  <a:pt x="35344" y="151130"/>
                </a:lnTo>
                <a:lnTo>
                  <a:pt x="37426" y="148590"/>
                </a:lnTo>
                <a:lnTo>
                  <a:pt x="40881" y="146050"/>
                </a:lnTo>
                <a:lnTo>
                  <a:pt x="43929" y="142240"/>
                </a:lnTo>
                <a:lnTo>
                  <a:pt x="46012" y="143510"/>
                </a:lnTo>
                <a:lnTo>
                  <a:pt x="48323" y="144780"/>
                </a:lnTo>
                <a:lnTo>
                  <a:pt x="49923" y="147320"/>
                </a:lnTo>
                <a:lnTo>
                  <a:pt x="49923" y="145669"/>
                </a:lnTo>
                <a:lnTo>
                  <a:pt x="48526" y="144780"/>
                </a:lnTo>
                <a:lnTo>
                  <a:pt x="47218" y="143510"/>
                </a:lnTo>
                <a:lnTo>
                  <a:pt x="44767" y="142240"/>
                </a:lnTo>
                <a:lnTo>
                  <a:pt x="45694" y="140970"/>
                </a:lnTo>
                <a:lnTo>
                  <a:pt x="47548" y="138430"/>
                </a:lnTo>
                <a:lnTo>
                  <a:pt x="50596" y="136144"/>
                </a:lnTo>
                <a:lnTo>
                  <a:pt x="50736" y="136144"/>
                </a:lnTo>
                <a:lnTo>
                  <a:pt x="53835" y="132080"/>
                </a:lnTo>
                <a:lnTo>
                  <a:pt x="55460" y="133362"/>
                </a:lnTo>
                <a:lnTo>
                  <a:pt x="54419" y="132080"/>
                </a:lnTo>
                <a:lnTo>
                  <a:pt x="59944" y="125831"/>
                </a:lnTo>
                <a:lnTo>
                  <a:pt x="62712" y="121920"/>
                </a:lnTo>
                <a:lnTo>
                  <a:pt x="63906" y="121920"/>
                </a:lnTo>
                <a:lnTo>
                  <a:pt x="64414" y="122986"/>
                </a:lnTo>
                <a:lnTo>
                  <a:pt x="64516" y="123190"/>
                </a:lnTo>
                <a:lnTo>
                  <a:pt x="65227" y="123190"/>
                </a:lnTo>
                <a:lnTo>
                  <a:pt x="65227" y="121920"/>
                </a:lnTo>
                <a:lnTo>
                  <a:pt x="64414" y="121920"/>
                </a:lnTo>
                <a:lnTo>
                  <a:pt x="63296" y="120650"/>
                </a:lnTo>
                <a:lnTo>
                  <a:pt x="65798" y="118211"/>
                </a:lnTo>
                <a:lnTo>
                  <a:pt x="66154" y="117817"/>
                </a:lnTo>
                <a:lnTo>
                  <a:pt x="71107" y="111760"/>
                </a:lnTo>
                <a:lnTo>
                  <a:pt x="71107" y="92633"/>
                </a:lnTo>
                <a:lnTo>
                  <a:pt x="70015" y="89179"/>
                </a:lnTo>
                <a:lnTo>
                  <a:pt x="69938" y="88900"/>
                </a:lnTo>
                <a:lnTo>
                  <a:pt x="67640" y="83921"/>
                </a:lnTo>
                <a:lnTo>
                  <a:pt x="67792" y="83921"/>
                </a:lnTo>
                <a:lnTo>
                  <a:pt x="65074" y="82550"/>
                </a:lnTo>
                <a:lnTo>
                  <a:pt x="67462" y="86360"/>
                </a:lnTo>
                <a:lnTo>
                  <a:pt x="68973" y="90170"/>
                </a:lnTo>
                <a:lnTo>
                  <a:pt x="71094" y="93992"/>
                </a:lnTo>
                <a:lnTo>
                  <a:pt x="70294" y="93662"/>
                </a:lnTo>
                <a:lnTo>
                  <a:pt x="70294" y="110591"/>
                </a:lnTo>
                <a:lnTo>
                  <a:pt x="67741" y="113030"/>
                </a:lnTo>
                <a:lnTo>
                  <a:pt x="65125" y="116840"/>
                </a:lnTo>
                <a:lnTo>
                  <a:pt x="62445" y="120650"/>
                </a:lnTo>
                <a:lnTo>
                  <a:pt x="61963" y="119468"/>
                </a:lnTo>
                <a:lnTo>
                  <a:pt x="60820" y="119468"/>
                </a:lnTo>
                <a:lnTo>
                  <a:pt x="61277" y="120650"/>
                </a:lnTo>
                <a:lnTo>
                  <a:pt x="62014" y="120650"/>
                </a:lnTo>
                <a:lnTo>
                  <a:pt x="60261" y="123190"/>
                </a:lnTo>
                <a:lnTo>
                  <a:pt x="59245" y="124625"/>
                </a:lnTo>
                <a:lnTo>
                  <a:pt x="53733" y="130810"/>
                </a:lnTo>
                <a:lnTo>
                  <a:pt x="52031" y="129540"/>
                </a:lnTo>
                <a:lnTo>
                  <a:pt x="52057" y="128320"/>
                </a:lnTo>
                <a:lnTo>
                  <a:pt x="50558" y="128320"/>
                </a:lnTo>
                <a:lnTo>
                  <a:pt x="51600" y="127000"/>
                </a:lnTo>
                <a:lnTo>
                  <a:pt x="53454" y="124625"/>
                </a:lnTo>
                <a:lnTo>
                  <a:pt x="55372" y="123190"/>
                </a:lnTo>
                <a:lnTo>
                  <a:pt x="57150" y="121920"/>
                </a:lnTo>
                <a:lnTo>
                  <a:pt x="60172" y="119468"/>
                </a:lnTo>
                <a:lnTo>
                  <a:pt x="60629" y="119468"/>
                </a:lnTo>
                <a:lnTo>
                  <a:pt x="63931" y="115633"/>
                </a:lnTo>
                <a:lnTo>
                  <a:pt x="66586" y="111950"/>
                </a:lnTo>
                <a:lnTo>
                  <a:pt x="62712" y="115633"/>
                </a:lnTo>
                <a:lnTo>
                  <a:pt x="59982" y="118110"/>
                </a:lnTo>
                <a:lnTo>
                  <a:pt x="59182" y="116840"/>
                </a:lnTo>
                <a:lnTo>
                  <a:pt x="59397" y="116840"/>
                </a:lnTo>
                <a:lnTo>
                  <a:pt x="58432" y="115633"/>
                </a:lnTo>
                <a:lnTo>
                  <a:pt x="59232" y="114896"/>
                </a:lnTo>
                <a:lnTo>
                  <a:pt x="59969" y="114300"/>
                </a:lnTo>
                <a:lnTo>
                  <a:pt x="61556" y="113030"/>
                </a:lnTo>
                <a:lnTo>
                  <a:pt x="65176" y="111760"/>
                </a:lnTo>
                <a:lnTo>
                  <a:pt x="68541" y="109220"/>
                </a:lnTo>
                <a:lnTo>
                  <a:pt x="66789" y="111760"/>
                </a:lnTo>
                <a:lnTo>
                  <a:pt x="67576" y="111467"/>
                </a:lnTo>
                <a:lnTo>
                  <a:pt x="70116" y="110591"/>
                </a:lnTo>
                <a:lnTo>
                  <a:pt x="70294" y="110591"/>
                </a:lnTo>
                <a:lnTo>
                  <a:pt x="70294" y="93662"/>
                </a:lnTo>
                <a:lnTo>
                  <a:pt x="68097" y="92710"/>
                </a:lnTo>
                <a:lnTo>
                  <a:pt x="66090" y="87630"/>
                </a:lnTo>
                <a:lnTo>
                  <a:pt x="63284" y="85217"/>
                </a:lnTo>
                <a:lnTo>
                  <a:pt x="63119" y="85217"/>
                </a:lnTo>
                <a:lnTo>
                  <a:pt x="63500" y="83921"/>
                </a:lnTo>
                <a:lnTo>
                  <a:pt x="63207" y="83921"/>
                </a:lnTo>
                <a:lnTo>
                  <a:pt x="59944" y="81343"/>
                </a:lnTo>
                <a:lnTo>
                  <a:pt x="59753" y="81076"/>
                </a:lnTo>
                <a:lnTo>
                  <a:pt x="57594" y="77470"/>
                </a:lnTo>
                <a:lnTo>
                  <a:pt x="54584" y="74930"/>
                </a:lnTo>
                <a:lnTo>
                  <a:pt x="54952" y="73660"/>
                </a:lnTo>
                <a:lnTo>
                  <a:pt x="55206" y="72745"/>
                </a:lnTo>
                <a:lnTo>
                  <a:pt x="54521" y="73660"/>
                </a:lnTo>
                <a:lnTo>
                  <a:pt x="51028" y="71120"/>
                </a:lnTo>
                <a:lnTo>
                  <a:pt x="48869" y="67310"/>
                </a:lnTo>
                <a:lnTo>
                  <a:pt x="45923" y="64808"/>
                </a:lnTo>
                <a:lnTo>
                  <a:pt x="45656" y="64363"/>
                </a:lnTo>
                <a:lnTo>
                  <a:pt x="45008" y="63500"/>
                </a:lnTo>
                <a:lnTo>
                  <a:pt x="42545" y="60960"/>
                </a:lnTo>
                <a:lnTo>
                  <a:pt x="39662" y="58420"/>
                </a:lnTo>
                <a:lnTo>
                  <a:pt x="37604" y="55575"/>
                </a:lnTo>
                <a:lnTo>
                  <a:pt x="36906" y="54610"/>
                </a:lnTo>
                <a:lnTo>
                  <a:pt x="37122" y="54292"/>
                </a:lnTo>
                <a:lnTo>
                  <a:pt x="36512" y="54610"/>
                </a:lnTo>
                <a:lnTo>
                  <a:pt x="33134" y="52070"/>
                </a:lnTo>
                <a:lnTo>
                  <a:pt x="31165" y="48260"/>
                </a:lnTo>
                <a:lnTo>
                  <a:pt x="27813" y="45720"/>
                </a:lnTo>
                <a:lnTo>
                  <a:pt x="30314" y="43180"/>
                </a:lnTo>
                <a:lnTo>
                  <a:pt x="33007" y="40640"/>
                </a:lnTo>
                <a:lnTo>
                  <a:pt x="35433" y="39484"/>
                </a:lnTo>
                <a:lnTo>
                  <a:pt x="35814" y="39484"/>
                </a:lnTo>
                <a:lnTo>
                  <a:pt x="38481" y="41910"/>
                </a:lnTo>
                <a:lnTo>
                  <a:pt x="40449" y="45720"/>
                </a:lnTo>
                <a:lnTo>
                  <a:pt x="43078" y="48260"/>
                </a:lnTo>
                <a:lnTo>
                  <a:pt x="41109" y="50800"/>
                </a:lnTo>
                <a:lnTo>
                  <a:pt x="40017" y="52070"/>
                </a:lnTo>
                <a:lnTo>
                  <a:pt x="41300" y="52070"/>
                </a:lnTo>
                <a:lnTo>
                  <a:pt x="43129" y="49530"/>
                </a:lnTo>
                <a:lnTo>
                  <a:pt x="46253" y="52070"/>
                </a:lnTo>
                <a:lnTo>
                  <a:pt x="47980" y="55918"/>
                </a:lnTo>
                <a:lnTo>
                  <a:pt x="50673" y="59791"/>
                </a:lnTo>
                <a:lnTo>
                  <a:pt x="50838" y="59791"/>
                </a:lnTo>
                <a:lnTo>
                  <a:pt x="53365" y="63500"/>
                </a:lnTo>
                <a:lnTo>
                  <a:pt x="55473" y="67310"/>
                </a:lnTo>
                <a:lnTo>
                  <a:pt x="57391" y="69456"/>
                </a:lnTo>
                <a:lnTo>
                  <a:pt x="57759" y="69875"/>
                </a:lnTo>
                <a:lnTo>
                  <a:pt x="57048" y="72390"/>
                </a:lnTo>
                <a:lnTo>
                  <a:pt x="57835" y="71120"/>
                </a:lnTo>
                <a:lnTo>
                  <a:pt x="60921" y="74930"/>
                </a:lnTo>
                <a:lnTo>
                  <a:pt x="62776" y="78816"/>
                </a:lnTo>
                <a:lnTo>
                  <a:pt x="64566" y="81991"/>
                </a:lnTo>
                <a:lnTo>
                  <a:pt x="64909" y="82550"/>
                </a:lnTo>
                <a:lnTo>
                  <a:pt x="64592" y="83540"/>
                </a:lnTo>
                <a:lnTo>
                  <a:pt x="64960" y="82816"/>
                </a:lnTo>
                <a:lnTo>
                  <a:pt x="65062" y="82550"/>
                </a:lnTo>
                <a:lnTo>
                  <a:pt x="65951" y="82207"/>
                </a:lnTo>
                <a:lnTo>
                  <a:pt x="63550" y="78816"/>
                </a:lnTo>
                <a:lnTo>
                  <a:pt x="61785" y="74930"/>
                </a:lnTo>
                <a:lnTo>
                  <a:pt x="59156" y="71120"/>
                </a:lnTo>
                <a:lnTo>
                  <a:pt x="60286" y="69875"/>
                </a:lnTo>
                <a:lnTo>
                  <a:pt x="59131" y="69875"/>
                </a:lnTo>
                <a:lnTo>
                  <a:pt x="56134" y="67310"/>
                </a:lnTo>
                <a:lnTo>
                  <a:pt x="54584" y="63500"/>
                </a:lnTo>
                <a:lnTo>
                  <a:pt x="52044" y="59791"/>
                </a:lnTo>
                <a:lnTo>
                  <a:pt x="52197" y="59321"/>
                </a:lnTo>
                <a:lnTo>
                  <a:pt x="52730" y="58420"/>
                </a:lnTo>
                <a:lnTo>
                  <a:pt x="53327" y="57391"/>
                </a:lnTo>
                <a:lnTo>
                  <a:pt x="51917" y="58420"/>
                </a:lnTo>
                <a:lnTo>
                  <a:pt x="48691" y="55918"/>
                </a:lnTo>
                <a:lnTo>
                  <a:pt x="48552" y="55575"/>
                </a:lnTo>
                <a:lnTo>
                  <a:pt x="47383" y="52070"/>
                </a:lnTo>
                <a:lnTo>
                  <a:pt x="44348" y="49530"/>
                </a:lnTo>
                <a:lnTo>
                  <a:pt x="45402" y="48260"/>
                </a:lnTo>
                <a:lnTo>
                  <a:pt x="46164" y="47332"/>
                </a:lnTo>
                <a:lnTo>
                  <a:pt x="44399" y="48260"/>
                </a:lnTo>
                <a:lnTo>
                  <a:pt x="40970" y="44450"/>
                </a:lnTo>
                <a:lnTo>
                  <a:pt x="39573" y="41910"/>
                </a:lnTo>
                <a:lnTo>
                  <a:pt x="37731" y="39484"/>
                </a:lnTo>
                <a:lnTo>
                  <a:pt x="36690" y="38100"/>
                </a:lnTo>
                <a:lnTo>
                  <a:pt x="37985" y="36842"/>
                </a:lnTo>
                <a:lnTo>
                  <a:pt x="39319" y="35560"/>
                </a:lnTo>
                <a:lnTo>
                  <a:pt x="36271" y="36830"/>
                </a:lnTo>
                <a:lnTo>
                  <a:pt x="33426" y="34290"/>
                </a:lnTo>
                <a:lnTo>
                  <a:pt x="31089" y="31750"/>
                </a:lnTo>
                <a:lnTo>
                  <a:pt x="29413" y="29337"/>
                </a:lnTo>
                <a:lnTo>
                  <a:pt x="28448" y="27940"/>
                </a:lnTo>
                <a:lnTo>
                  <a:pt x="29933" y="26670"/>
                </a:lnTo>
                <a:lnTo>
                  <a:pt x="31318" y="25488"/>
                </a:lnTo>
                <a:lnTo>
                  <a:pt x="31140" y="25488"/>
                </a:lnTo>
                <a:lnTo>
                  <a:pt x="28041" y="26670"/>
                </a:lnTo>
                <a:lnTo>
                  <a:pt x="24980" y="24130"/>
                </a:lnTo>
                <a:lnTo>
                  <a:pt x="23012" y="21653"/>
                </a:lnTo>
                <a:lnTo>
                  <a:pt x="19939" y="19050"/>
                </a:lnTo>
                <a:lnTo>
                  <a:pt x="20980" y="17780"/>
                </a:lnTo>
                <a:lnTo>
                  <a:pt x="23037" y="15290"/>
                </a:lnTo>
                <a:lnTo>
                  <a:pt x="21526" y="16294"/>
                </a:lnTo>
                <a:lnTo>
                  <a:pt x="19494" y="17780"/>
                </a:lnTo>
                <a:lnTo>
                  <a:pt x="17551" y="15290"/>
                </a:lnTo>
                <a:lnTo>
                  <a:pt x="15811" y="13970"/>
                </a:lnTo>
                <a:lnTo>
                  <a:pt x="14008" y="11430"/>
                </a:lnTo>
                <a:lnTo>
                  <a:pt x="12763" y="12700"/>
                </a:lnTo>
                <a:lnTo>
                  <a:pt x="14719" y="15290"/>
                </a:lnTo>
                <a:lnTo>
                  <a:pt x="16510" y="16510"/>
                </a:lnTo>
                <a:lnTo>
                  <a:pt x="18313" y="19050"/>
                </a:lnTo>
                <a:lnTo>
                  <a:pt x="14909" y="21653"/>
                </a:lnTo>
                <a:lnTo>
                  <a:pt x="12065" y="25488"/>
                </a:lnTo>
                <a:lnTo>
                  <a:pt x="15405" y="22860"/>
                </a:lnTo>
                <a:lnTo>
                  <a:pt x="18529" y="19050"/>
                </a:lnTo>
                <a:lnTo>
                  <a:pt x="21678" y="21653"/>
                </a:lnTo>
                <a:lnTo>
                  <a:pt x="24206" y="25146"/>
                </a:lnTo>
                <a:lnTo>
                  <a:pt x="24472" y="25488"/>
                </a:lnTo>
                <a:lnTo>
                  <a:pt x="26822" y="27940"/>
                </a:lnTo>
                <a:lnTo>
                  <a:pt x="24104" y="31750"/>
                </a:lnTo>
                <a:lnTo>
                  <a:pt x="21526" y="33870"/>
                </a:lnTo>
                <a:lnTo>
                  <a:pt x="22745" y="33020"/>
                </a:lnTo>
                <a:lnTo>
                  <a:pt x="24511" y="31750"/>
                </a:lnTo>
                <a:lnTo>
                  <a:pt x="27292" y="29337"/>
                </a:lnTo>
                <a:lnTo>
                  <a:pt x="27571" y="29337"/>
                </a:lnTo>
                <a:lnTo>
                  <a:pt x="30137" y="31750"/>
                </a:lnTo>
                <a:lnTo>
                  <a:pt x="32956" y="35560"/>
                </a:lnTo>
                <a:lnTo>
                  <a:pt x="35166" y="38100"/>
                </a:lnTo>
                <a:lnTo>
                  <a:pt x="32664" y="40640"/>
                </a:lnTo>
                <a:lnTo>
                  <a:pt x="30124" y="43180"/>
                </a:lnTo>
                <a:lnTo>
                  <a:pt x="27393" y="45720"/>
                </a:lnTo>
                <a:lnTo>
                  <a:pt x="24053" y="43180"/>
                </a:lnTo>
                <a:lnTo>
                  <a:pt x="21996" y="39484"/>
                </a:lnTo>
                <a:lnTo>
                  <a:pt x="22237" y="39484"/>
                </a:lnTo>
                <a:lnTo>
                  <a:pt x="18554" y="38100"/>
                </a:lnTo>
                <a:lnTo>
                  <a:pt x="19418" y="36842"/>
                </a:lnTo>
                <a:lnTo>
                  <a:pt x="21501" y="33870"/>
                </a:lnTo>
                <a:lnTo>
                  <a:pt x="18084" y="36830"/>
                </a:lnTo>
                <a:lnTo>
                  <a:pt x="14871" y="34290"/>
                </a:lnTo>
                <a:lnTo>
                  <a:pt x="11925" y="31750"/>
                </a:lnTo>
                <a:lnTo>
                  <a:pt x="9042" y="27940"/>
                </a:lnTo>
                <a:lnTo>
                  <a:pt x="12065" y="25488"/>
                </a:lnTo>
                <a:lnTo>
                  <a:pt x="12306" y="25146"/>
                </a:lnTo>
                <a:lnTo>
                  <a:pt x="8496" y="27940"/>
                </a:lnTo>
                <a:lnTo>
                  <a:pt x="5715" y="25488"/>
                </a:lnTo>
                <a:lnTo>
                  <a:pt x="5219" y="25146"/>
                </a:lnTo>
                <a:lnTo>
                  <a:pt x="3581" y="24130"/>
                </a:lnTo>
                <a:lnTo>
                  <a:pt x="1231" y="21653"/>
                </a:lnTo>
                <a:lnTo>
                  <a:pt x="558" y="22263"/>
                </a:lnTo>
                <a:lnTo>
                  <a:pt x="0" y="22860"/>
                </a:lnTo>
                <a:lnTo>
                  <a:pt x="2730" y="24130"/>
                </a:lnTo>
                <a:lnTo>
                  <a:pt x="4889" y="26670"/>
                </a:lnTo>
                <a:lnTo>
                  <a:pt x="7721" y="29337"/>
                </a:lnTo>
                <a:lnTo>
                  <a:pt x="11163" y="31750"/>
                </a:lnTo>
                <a:lnTo>
                  <a:pt x="13716" y="34290"/>
                </a:lnTo>
                <a:lnTo>
                  <a:pt x="16992" y="36842"/>
                </a:lnTo>
                <a:lnTo>
                  <a:pt x="16217" y="38100"/>
                </a:lnTo>
                <a:lnTo>
                  <a:pt x="16395" y="38100"/>
                </a:lnTo>
                <a:lnTo>
                  <a:pt x="16776" y="39484"/>
                </a:lnTo>
                <a:lnTo>
                  <a:pt x="17030" y="38100"/>
                </a:lnTo>
                <a:lnTo>
                  <a:pt x="17538" y="38100"/>
                </a:lnTo>
                <a:lnTo>
                  <a:pt x="20358" y="40640"/>
                </a:lnTo>
                <a:lnTo>
                  <a:pt x="23558" y="43180"/>
                </a:lnTo>
                <a:lnTo>
                  <a:pt x="26428" y="46990"/>
                </a:lnTo>
                <a:lnTo>
                  <a:pt x="26644" y="46990"/>
                </a:lnTo>
                <a:lnTo>
                  <a:pt x="30137" y="49530"/>
                </a:lnTo>
                <a:lnTo>
                  <a:pt x="31724" y="52070"/>
                </a:lnTo>
                <a:lnTo>
                  <a:pt x="32689" y="53479"/>
                </a:lnTo>
                <a:lnTo>
                  <a:pt x="35598" y="55918"/>
                </a:lnTo>
                <a:lnTo>
                  <a:pt x="35839" y="55918"/>
                </a:lnTo>
                <a:lnTo>
                  <a:pt x="39103" y="58420"/>
                </a:lnTo>
                <a:lnTo>
                  <a:pt x="41478" y="62230"/>
                </a:lnTo>
                <a:lnTo>
                  <a:pt x="44564" y="64808"/>
                </a:lnTo>
                <a:lnTo>
                  <a:pt x="45326" y="65443"/>
                </a:lnTo>
                <a:lnTo>
                  <a:pt x="49276" y="69875"/>
                </a:lnTo>
                <a:lnTo>
                  <a:pt x="54127" y="75704"/>
                </a:lnTo>
                <a:lnTo>
                  <a:pt x="57645" y="80010"/>
                </a:lnTo>
                <a:lnTo>
                  <a:pt x="62268" y="85496"/>
                </a:lnTo>
                <a:lnTo>
                  <a:pt x="65303" y="87630"/>
                </a:lnTo>
                <a:lnTo>
                  <a:pt x="66370" y="90563"/>
                </a:lnTo>
                <a:lnTo>
                  <a:pt x="66751" y="91528"/>
                </a:lnTo>
                <a:lnTo>
                  <a:pt x="69557" y="95250"/>
                </a:lnTo>
                <a:lnTo>
                  <a:pt x="66319" y="94005"/>
                </a:lnTo>
                <a:lnTo>
                  <a:pt x="65659" y="92710"/>
                </a:lnTo>
                <a:lnTo>
                  <a:pt x="63804" y="88900"/>
                </a:lnTo>
                <a:lnTo>
                  <a:pt x="60248" y="87630"/>
                </a:lnTo>
                <a:lnTo>
                  <a:pt x="60566" y="86360"/>
                </a:lnTo>
                <a:lnTo>
                  <a:pt x="60172" y="86360"/>
                </a:lnTo>
                <a:lnTo>
                  <a:pt x="56388" y="83921"/>
                </a:lnTo>
                <a:lnTo>
                  <a:pt x="55956" y="83540"/>
                </a:lnTo>
                <a:lnTo>
                  <a:pt x="53759" y="81343"/>
                </a:lnTo>
                <a:lnTo>
                  <a:pt x="50419" y="78816"/>
                </a:lnTo>
                <a:lnTo>
                  <a:pt x="50279" y="78816"/>
                </a:lnTo>
                <a:lnTo>
                  <a:pt x="51155" y="77470"/>
                </a:lnTo>
                <a:lnTo>
                  <a:pt x="49796" y="77470"/>
                </a:lnTo>
                <a:lnTo>
                  <a:pt x="46101" y="74930"/>
                </a:lnTo>
                <a:lnTo>
                  <a:pt x="43688" y="72390"/>
                </a:lnTo>
                <a:lnTo>
                  <a:pt x="40259" y="69875"/>
                </a:lnTo>
                <a:lnTo>
                  <a:pt x="39979" y="69875"/>
                </a:lnTo>
                <a:lnTo>
                  <a:pt x="37045" y="67310"/>
                </a:lnTo>
                <a:lnTo>
                  <a:pt x="33934" y="64808"/>
                </a:lnTo>
                <a:lnTo>
                  <a:pt x="31064" y="62230"/>
                </a:lnTo>
                <a:lnTo>
                  <a:pt x="31165" y="63500"/>
                </a:lnTo>
                <a:lnTo>
                  <a:pt x="31292" y="64363"/>
                </a:lnTo>
                <a:lnTo>
                  <a:pt x="31419" y="64808"/>
                </a:lnTo>
                <a:lnTo>
                  <a:pt x="35458" y="67310"/>
                </a:lnTo>
                <a:lnTo>
                  <a:pt x="37668" y="68757"/>
                </a:lnTo>
                <a:lnTo>
                  <a:pt x="42240" y="73660"/>
                </a:lnTo>
                <a:lnTo>
                  <a:pt x="47701" y="77863"/>
                </a:lnTo>
                <a:lnTo>
                  <a:pt x="49047" y="78816"/>
                </a:lnTo>
                <a:lnTo>
                  <a:pt x="48856" y="79641"/>
                </a:lnTo>
                <a:lnTo>
                  <a:pt x="48768" y="80010"/>
                </a:lnTo>
                <a:lnTo>
                  <a:pt x="48983" y="79641"/>
                </a:lnTo>
                <a:lnTo>
                  <a:pt x="49212" y="78816"/>
                </a:lnTo>
                <a:lnTo>
                  <a:pt x="49339" y="78816"/>
                </a:lnTo>
                <a:lnTo>
                  <a:pt x="52616" y="81076"/>
                </a:lnTo>
                <a:lnTo>
                  <a:pt x="52946" y="81343"/>
                </a:lnTo>
                <a:lnTo>
                  <a:pt x="54876" y="83921"/>
                </a:lnTo>
                <a:lnTo>
                  <a:pt x="55905" y="85217"/>
                </a:lnTo>
                <a:lnTo>
                  <a:pt x="58940" y="87630"/>
                </a:lnTo>
                <a:lnTo>
                  <a:pt x="58877" y="88061"/>
                </a:lnTo>
                <a:lnTo>
                  <a:pt x="58762" y="88900"/>
                </a:lnTo>
                <a:lnTo>
                  <a:pt x="59080" y="88900"/>
                </a:lnTo>
                <a:lnTo>
                  <a:pt x="59169" y="87630"/>
                </a:lnTo>
                <a:lnTo>
                  <a:pt x="62852" y="90170"/>
                </a:lnTo>
                <a:lnTo>
                  <a:pt x="64909" y="94005"/>
                </a:lnTo>
                <a:lnTo>
                  <a:pt x="68338" y="96532"/>
                </a:lnTo>
                <a:lnTo>
                  <a:pt x="64922" y="95250"/>
                </a:lnTo>
                <a:lnTo>
                  <a:pt x="60794" y="91528"/>
                </a:lnTo>
                <a:lnTo>
                  <a:pt x="58178" y="90170"/>
                </a:lnTo>
                <a:lnTo>
                  <a:pt x="58318" y="89179"/>
                </a:lnTo>
                <a:lnTo>
                  <a:pt x="58369" y="88900"/>
                </a:lnTo>
                <a:lnTo>
                  <a:pt x="57962" y="88900"/>
                </a:lnTo>
                <a:lnTo>
                  <a:pt x="57696" y="90170"/>
                </a:lnTo>
                <a:lnTo>
                  <a:pt x="54051" y="87630"/>
                </a:lnTo>
                <a:lnTo>
                  <a:pt x="51104" y="85217"/>
                </a:lnTo>
                <a:lnTo>
                  <a:pt x="51358" y="85217"/>
                </a:lnTo>
                <a:lnTo>
                  <a:pt x="47244" y="83921"/>
                </a:lnTo>
                <a:lnTo>
                  <a:pt x="48387" y="83921"/>
                </a:lnTo>
                <a:lnTo>
                  <a:pt x="46875" y="82550"/>
                </a:lnTo>
                <a:lnTo>
                  <a:pt x="47104" y="82550"/>
                </a:lnTo>
                <a:lnTo>
                  <a:pt x="48031" y="82550"/>
                </a:lnTo>
                <a:lnTo>
                  <a:pt x="48145" y="81343"/>
                </a:lnTo>
                <a:lnTo>
                  <a:pt x="48272" y="80010"/>
                </a:lnTo>
                <a:lnTo>
                  <a:pt x="47536" y="81343"/>
                </a:lnTo>
                <a:lnTo>
                  <a:pt x="47129" y="81343"/>
                </a:lnTo>
                <a:lnTo>
                  <a:pt x="46913" y="81991"/>
                </a:lnTo>
                <a:lnTo>
                  <a:pt x="46837" y="82207"/>
                </a:lnTo>
                <a:lnTo>
                  <a:pt x="46748" y="82461"/>
                </a:lnTo>
                <a:lnTo>
                  <a:pt x="42964" y="81343"/>
                </a:lnTo>
                <a:lnTo>
                  <a:pt x="42837" y="81343"/>
                </a:lnTo>
                <a:lnTo>
                  <a:pt x="39738" y="78816"/>
                </a:lnTo>
                <a:lnTo>
                  <a:pt x="36131" y="76263"/>
                </a:lnTo>
                <a:lnTo>
                  <a:pt x="36487" y="76263"/>
                </a:lnTo>
                <a:lnTo>
                  <a:pt x="36715" y="74930"/>
                </a:lnTo>
                <a:lnTo>
                  <a:pt x="36080" y="74930"/>
                </a:lnTo>
                <a:lnTo>
                  <a:pt x="36042" y="76263"/>
                </a:lnTo>
                <a:lnTo>
                  <a:pt x="35585" y="76263"/>
                </a:lnTo>
                <a:lnTo>
                  <a:pt x="34582" y="74930"/>
                </a:lnTo>
                <a:lnTo>
                  <a:pt x="32499" y="73660"/>
                </a:lnTo>
                <a:lnTo>
                  <a:pt x="32550" y="74930"/>
                </a:lnTo>
                <a:lnTo>
                  <a:pt x="35941" y="77863"/>
                </a:lnTo>
                <a:lnTo>
                  <a:pt x="37071" y="78816"/>
                </a:lnTo>
                <a:lnTo>
                  <a:pt x="41363" y="81343"/>
                </a:lnTo>
                <a:lnTo>
                  <a:pt x="46113" y="83921"/>
                </a:lnTo>
                <a:lnTo>
                  <a:pt x="46291" y="83921"/>
                </a:lnTo>
                <a:lnTo>
                  <a:pt x="50215" y="86360"/>
                </a:lnTo>
                <a:lnTo>
                  <a:pt x="53035" y="88900"/>
                </a:lnTo>
                <a:lnTo>
                  <a:pt x="56972" y="90170"/>
                </a:lnTo>
                <a:lnTo>
                  <a:pt x="57315" y="91528"/>
                </a:lnTo>
                <a:lnTo>
                  <a:pt x="60731" y="92710"/>
                </a:lnTo>
                <a:lnTo>
                  <a:pt x="63969" y="95250"/>
                </a:lnTo>
                <a:lnTo>
                  <a:pt x="67665" y="97790"/>
                </a:lnTo>
                <a:lnTo>
                  <a:pt x="64668" y="96672"/>
                </a:lnTo>
                <a:lnTo>
                  <a:pt x="60007" y="95250"/>
                </a:lnTo>
                <a:lnTo>
                  <a:pt x="56375" y="94005"/>
                </a:lnTo>
                <a:lnTo>
                  <a:pt x="57746" y="95250"/>
                </a:lnTo>
                <a:lnTo>
                  <a:pt x="59423" y="96672"/>
                </a:lnTo>
                <a:lnTo>
                  <a:pt x="59715" y="96672"/>
                </a:lnTo>
                <a:lnTo>
                  <a:pt x="63563" y="97878"/>
                </a:lnTo>
                <a:lnTo>
                  <a:pt x="67030" y="99060"/>
                </a:lnTo>
                <a:lnTo>
                  <a:pt x="63652" y="99060"/>
                </a:lnTo>
                <a:lnTo>
                  <a:pt x="59537" y="97878"/>
                </a:lnTo>
                <a:lnTo>
                  <a:pt x="55740" y="96672"/>
                </a:lnTo>
                <a:lnTo>
                  <a:pt x="55194" y="96672"/>
                </a:lnTo>
                <a:lnTo>
                  <a:pt x="56032" y="95250"/>
                </a:lnTo>
                <a:lnTo>
                  <a:pt x="55257" y="95250"/>
                </a:lnTo>
                <a:lnTo>
                  <a:pt x="55105" y="95250"/>
                </a:lnTo>
                <a:lnTo>
                  <a:pt x="54457" y="96532"/>
                </a:lnTo>
                <a:lnTo>
                  <a:pt x="50292" y="95250"/>
                </a:lnTo>
                <a:lnTo>
                  <a:pt x="46304" y="95250"/>
                </a:lnTo>
                <a:lnTo>
                  <a:pt x="42240" y="94005"/>
                </a:lnTo>
                <a:lnTo>
                  <a:pt x="41770" y="95250"/>
                </a:lnTo>
                <a:lnTo>
                  <a:pt x="41325" y="96672"/>
                </a:lnTo>
                <a:lnTo>
                  <a:pt x="41960" y="95250"/>
                </a:lnTo>
                <a:lnTo>
                  <a:pt x="43370" y="95250"/>
                </a:lnTo>
                <a:lnTo>
                  <a:pt x="46672" y="96672"/>
                </a:lnTo>
                <a:lnTo>
                  <a:pt x="51269" y="96672"/>
                </a:lnTo>
                <a:lnTo>
                  <a:pt x="54622" y="97878"/>
                </a:lnTo>
                <a:lnTo>
                  <a:pt x="54356" y="97878"/>
                </a:lnTo>
                <a:lnTo>
                  <a:pt x="53809" y="99060"/>
                </a:lnTo>
                <a:lnTo>
                  <a:pt x="54444" y="99060"/>
                </a:lnTo>
                <a:lnTo>
                  <a:pt x="54724" y="97878"/>
                </a:lnTo>
                <a:lnTo>
                  <a:pt x="54978" y="97878"/>
                </a:lnTo>
                <a:lnTo>
                  <a:pt x="61645" y="100330"/>
                </a:lnTo>
                <a:lnTo>
                  <a:pt x="65239" y="100330"/>
                </a:lnTo>
                <a:lnTo>
                  <a:pt x="67449" y="101765"/>
                </a:lnTo>
                <a:lnTo>
                  <a:pt x="62712" y="101765"/>
                </a:lnTo>
                <a:lnTo>
                  <a:pt x="66382" y="102870"/>
                </a:lnTo>
                <a:lnTo>
                  <a:pt x="62064" y="104279"/>
                </a:lnTo>
                <a:lnTo>
                  <a:pt x="66395" y="104279"/>
                </a:lnTo>
                <a:lnTo>
                  <a:pt x="62750" y="105511"/>
                </a:lnTo>
                <a:lnTo>
                  <a:pt x="58102" y="107975"/>
                </a:lnTo>
                <a:lnTo>
                  <a:pt x="54533" y="107975"/>
                </a:lnTo>
                <a:lnTo>
                  <a:pt x="46266" y="110591"/>
                </a:lnTo>
                <a:lnTo>
                  <a:pt x="42151" y="110591"/>
                </a:lnTo>
                <a:lnTo>
                  <a:pt x="42037" y="109461"/>
                </a:lnTo>
                <a:lnTo>
                  <a:pt x="41478" y="110591"/>
                </a:lnTo>
                <a:lnTo>
                  <a:pt x="41224" y="110591"/>
                </a:lnTo>
                <a:lnTo>
                  <a:pt x="37515" y="111760"/>
                </a:lnTo>
                <a:lnTo>
                  <a:pt x="33909" y="113030"/>
                </a:lnTo>
                <a:lnTo>
                  <a:pt x="29667" y="113030"/>
                </a:lnTo>
                <a:lnTo>
                  <a:pt x="29540" y="114300"/>
                </a:lnTo>
                <a:lnTo>
                  <a:pt x="29425" y="114896"/>
                </a:lnTo>
                <a:lnTo>
                  <a:pt x="29908" y="114300"/>
                </a:lnTo>
                <a:lnTo>
                  <a:pt x="34010" y="114300"/>
                </a:lnTo>
                <a:lnTo>
                  <a:pt x="37541" y="113030"/>
                </a:lnTo>
                <a:lnTo>
                  <a:pt x="41465" y="111760"/>
                </a:lnTo>
                <a:lnTo>
                  <a:pt x="42608" y="112699"/>
                </a:lnTo>
                <a:lnTo>
                  <a:pt x="42773" y="111950"/>
                </a:lnTo>
                <a:lnTo>
                  <a:pt x="42824" y="111760"/>
                </a:lnTo>
                <a:lnTo>
                  <a:pt x="46977" y="111760"/>
                </a:lnTo>
                <a:lnTo>
                  <a:pt x="51384" y="109220"/>
                </a:lnTo>
                <a:lnTo>
                  <a:pt x="55105" y="109220"/>
                </a:lnTo>
                <a:lnTo>
                  <a:pt x="59042" y="107975"/>
                </a:lnTo>
                <a:lnTo>
                  <a:pt x="62903" y="106680"/>
                </a:lnTo>
                <a:lnTo>
                  <a:pt x="65620" y="106680"/>
                </a:lnTo>
                <a:lnTo>
                  <a:pt x="60007" y="110490"/>
                </a:lnTo>
                <a:lnTo>
                  <a:pt x="63995" y="109220"/>
                </a:lnTo>
                <a:lnTo>
                  <a:pt x="67551" y="107975"/>
                </a:lnTo>
                <a:lnTo>
                  <a:pt x="65709" y="110591"/>
                </a:lnTo>
                <a:lnTo>
                  <a:pt x="65417" y="110591"/>
                </a:lnTo>
                <a:lnTo>
                  <a:pt x="60934" y="111760"/>
                </a:lnTo>
                <a:lnTo>
                  <a:pt x="58127" y="114300"/>
                </a:lnTo>
                <a:lnTo>
                  <a:pt x="57099" y="114300"/>
                </a:lnTo>
                <a:lnTo>
                  <a:pt x="57061" y="113030"/>
                </a:lnTo>
                <a:lnTo>
                  <a:pt x="56616" y="113030"/>
                </a:lnTo>
                <a:lnTo>
                  <a:pt x="56286" y="114300"/>
                </a:lnTo>
                <a:lnTo>
                  <a:pt x="57327" y="115633"/>
                </a:lnTo>
                <a:lnTo>
                  <a:pt x="57200" y="115633"/>
                </a:lnTo>
                <a:lnTo>
                  <a:pt x="53682" y="118211"/>
                </a:lnTo>
                <a:lnTo>
                  <a:pt x="54406" y="117817"/>
                </a:lnTo>
                <a:lnTo>
                  <a:pt x="53759" y="118211"/>
                </a:lnTo>
                <a:lnTo>
                  <a:pt x="54927" y="117817"/>
                </a:lnTo>
                <a:lnTo>
                  <a:pt x="57886" y="116840"/>
                </a:lnTo>
                <a:lnTo>
                  <a:pt x="58889" y="116840"/>
                </a:lnTo>
                <a:lnTo>
                  <a:pt x="58724" y="117817"/>
                </a:lnTo>
                <a:lnTo>
                  <a:pt x="58661" y="118211"/>
                </a:lnTo>
                <a:lnTo>
                  <a:pt x="59397" y="118211"/>
                </a:lnTo>
                <a:lnTo>
                  <a:pt x="56502" y="121920"/>
                </a:lnTo>
                <a:lnTo>
                  <a:pt x="53111" y="123190"/>
                </a:lnTo>
                <a:lnTo>
                  <a:pt x="49936" y="127000"/>
                </a:lnTo>
                <a:lnTo>
                  <a:pt x="48501" y="125831"/>
                </a:lnTo>
                <a:lnTo>
                  <a:pt x="48272" y="125349"/>
                </a:lnTo>
                <a:lnTo>
                  <a:pt x="48196" y="125044"/>
                </a:lnTo>
                <a:lnTo>
                  <a:pt x="48069" y="124625"/>
                </a:lnTo>
                <a:lnTo>
                  <a:pt x="48069" y="125349"/>
                </a:lnTo>
                <a:lnTo>
                  <a:pt x="48209" y="125831"/>
                </a:lnTo>
                <a:lnTo>
                  <a:pt x="48996" y="127000"/>
                </a:lnTo>
                <a:lnTo>
                  <a:pt x="45821" y="129540"/>
                </a:lnTo>
                <a:lnTo>
                  <a:pt x="42329" y="132080"/>
                </a:lnTo>
                <a:lnTo>
                  <a:pt x="40601" y="133362"/>
                </a:lnTo>
                <a:lnTo>
                  <a:pt x="42697" y="133362"/>
                </a:lnTo>
                <a:lnTo>
                  <a:pt x="46545" y="130810"/>
                </a:lnTo>
                <a:lnTo>
                  <a:pt x="49669" y="128320"/>
                </a:lnTo>
                <a:lnTo>
                  <a:pt x="49809" y="128320"/>
                </a:lnTo>
                <a:lnTo>
                  <a:pt x="51244" y="129540"/>
                </a:lnTo>
                <a:lnTo>
                  <a:pt x="52006" y="130810"/>
                </a:lnTo>
                <a:lnTo>
                  <a:pt x="53060" y="130810"/>
                </a:lnTo>
                <a:lnTo>
                  <a:pt x="50253" y="134620"/>
                </a:lnTo>
                <a:lnTo>
                  <a:pt x="47002" y="137160"/>
                </a:lnTo>
                <a:lnTo>
                  <a:pt x="44107" y="140970"/>
                </a:lnTo>
                <a:lnTo>
                  <a:pt x="43307" y="140500"/>
                </a:lnTo>
                <a:lnTo>
                  <a:pt x="43307" y="140970"/>
                </a:lnTo>
                <a:lnTo>
                  <a:pt x="40360" y="144780"/>
                </a:lnTo>
                <a:lnTo>
                  <a:pt x="36703" y="147320"/>
                </a:lnTo>
                <a:lnTo>
                  <a:pt x="33667" y="151003"/>
                </a:lnTo>
                <a:lnTo>
                  <a:pt x="33566" y="151130"/>
                </a:lnTo>
                <a:lnTo>
                  <a:pt x="31521" y="148590"/>
                </a:lnTo>
                <a:lnTo>
                  <a:pt x="30226" y="146050"/>
                </a:lnTo>
                <a:lnTo>
                  <a:pt x="27838" y="144780"/>
                </a:lnTo>
                <a:lnTo>
                  <a:pt x="28981" y="143510"/>
                </a:lnTo>
                <a:lnTo>
                  <a:pt x="31267" y="140970"/>
                </a:lnTo>
                <a:lnTo>
                  <a:pt x="34429" y="139890"/>
                </a:lnTo>
                <a:lnTo>
                  <a:pt x="34721" y="139890"/>
                </a:lnTo>
                <a:lnTo>
                  <a:pt x="38582" y="137160"/>
                </a:lnTo>
                <a:lnTo>
                  <a:pt x="40919" y="138430"/>
                </a:lnTo>
                <a:lnTo>
                  <a:pt x="41097" y="139293"/>
                </a:lnTo>
                <a:lnTo>
                  <a:pt x="41224" y="139890"/>
                </a:lnTo>
                <a:lnTo>
                  <a:pt x="41503" y="139890"/>
                </a:lnTo>
                <a:lnTo>
                  <a:pt x="43307" y="140970"/>
                </a:lnTo>
                <a:lnTo>
                  <a:pt x="43307" y="140500"/>
                </a:lnTo>
                <a:lnTo>
                  <a:pt x="42316" y="139890"/>
                </a:lnTo>
                <a:lnTo>
                  <a:pt x="42100" y="139890"/>
                </a:lnTo>
                <a:lnTo>
                  <a:pt x="41300" y="138430"/>
                </a:lnTo>
                <a:lnTo>
                  <a:pt x="40411" y="137160"/>
                </a:lnTo>
                <a:lnTo>
                  <a:pt x="39700" y="136144"/>
                </a:lnTo>
                <a:lnTo>
                  <a:pt x="39217" y="136144"/>
                </a:lnTo>
                <a:lnTo>
                  <a:pt x="41122" y="134620"/>
                </a:lnTo>
                <a:lnTo>
                  <a:pt x="38925" y="134620"/>
                </a:lnTo>
                <a:lnTo>
                  <a:pt x="37414" y="134620"/>
                </a:lnTo>
                <a:lnTo>
                  <a:pt x="38074" y="136144"/>
                </a:lnTo>
                <a:lnTo>
                  <a:pt x="37655" y="136144"/>
                </a:lnTo>
                <a:lnTo>
                  <a:pt x="34721" y="138430"/>
                </a:lnTo>
                <a:lnTo>
                  <a:pt x="30949" y="140970"/>
                </a:lnTo>
                <a:lnTo>
                  <a:pt x="27571" y="143510"/>
                </a:lnTo>
                <a:lnTo>
                  <a:pt x="26136" y="142240"/>
                </a:lnTo>
                <a:lnTo>
                  <a:pt x="25438" y="139890"/>
                </a:lnTo>
                <a:lnTo>
                  <a:pt x="25095" y="139293"/>
                </a:lnTo>
                <a:lnTo>
                  <a:pt x="24485" y="138430"/>
                </a:lnTo>
                <a:lnTo>
                  <a:pt x="24345" y="139293"/>
                </a:lnTo>
                <a:lnTo>
                  <a:pt x="24257" y="139890"/>
                </a:lnTo>
                <a:lnTo>
                  <a:pt x="24409" y="139890"/>
                </a:lnTo>
                <a:lnTo>
                  <a:pt x="25793" y="142240"/>
                </a:lnTo>
                <a:lnTo>
                  <a:pt x="26784" y="143510"/>
                </a:lnTo>
                <a:lnTo>
                  <a:pt x="25425" y="144780"/>
                </a:lnTo>
                <a:lnTo>
                  <a:pt x="24041" y="144780"/>
                </a:lnTo>
                <a:lnTo>
                  <a:pt x="22618" y="146050"/>
                </a:lnTo>
                <a:lnTo>
                  <a:pt x="22250" y="147320"/>
                </a:lnTo>
                <a:lnTo>
                  <a:pt x="25539" y="146050"/>
                </a:lnTo>
                <a:lnTo>
                  <a:pt x="27025" y="144780"/>
                </a:lnTo>
                <a:lnTo>
                  <a:pt x="29502" y="146050"/>
                </a:lnTo>
                <a:lnTo>
                  <a:pt x="30708" y="148590"/>
                </a:lnTo>
                <a:lnTo>
                  <a:pt x="32626" y="151003"/>
                </a:lnTo>
                <a:lnTo>
                  <a:pt x="32740" y="151130"/>
                </a:lnTo>
                <a:lnTo>
                  <a:pt x="30073" y="154584"/>
                </a:lnTo>
                <a:lnTo>
                  <a:pt x="29718" y="154990"/>
                </a:lnTo>
                <a:lnTo>
                  <a:pt x="26085" y="157480"/>
                </a:lnTo>
                <a:lnTo>
                  <a:pt x="22936" y="160020"/>
                </a:lnTo>
                <a:lnTo>
                  <a:pt x="21615" y="160020"/>
                </a:lnTo>
                <a:lnTo>
                  <a:pt x="20662" y="158750"/>
                </a:lnTo>
                <a:lnTo>
                  <a:pt x="19786" y="157480"/>
                </a:lnTo>
                <a:lnTo>
                  <a:pt x="19570" y="157480"/>
                </a:lnTo>
                <a:lnTo>
                  <a:pt x="21132" y="160020"/>
                </a:lnTo>
                <a:lnTo>
                  <a:pt x="21996" y="161290"/>
                </a:lnTo>
                <a:lnTo>
                  <a:pt x="20574" y="162560"/>
                </a:lnTo>
                <a:lnTo>
                  <a:pt x="17576" y="165100"/>
                </a:lnTo>
                <a:lnTo>
                  <a:pt x="17030" y="166370"/>
                </a:lnTo>
                <a:lnTo>
                  <a:pt x="18923" y="165100"/>
                </a:lnTo>
                <a:lnTo>
                  <a:pt x="20866" y="163830"/>
                </a:lnTo>
                <a:lnTo>
                  <a:pt x="22936" y="162560"/>
                </a:lnTo>
                <a:lnTo>
                  <a:pt x="26009" y="165100"/>
                </a:lnTo>
                <a:lnTo>
                  <a:pt x="28384" y="167640"/>
                </a:lnTo>
                <a:lnTo>
                  <a:pt x="31242" y="170180"/>
                </a:lnTo>
                <a:lnTo>
                  <a:pt x="28524" y="173990"/>
                </a:lnTo>
                <a:lnTo>
                  <a:pt x="24993" y="176530"/>
                </a:lnTo>
                <a:lnTo>
                  <a:pt x="22009" y="179070"/>
                </a:lnTo>
                <a:lnTo>
                  <a:pt x="23812" y="179070"/>
                </a:lnTo>
                <a:lnTo>
                  <a:pt x="26670" y="176530"/>
                </a:lnTo>
                <a:lnTo>
                  <a:pt x="29641" y="173990"/>
                </a:lnTo>
                <a:lnTo>
                  <a:pt x="32321" y="171450"/>
                </a:lnTo>
                <a:lnTo>
                  <a:pt x="35928" y="172720"/>
                </a:lnTo>
                <a:lnTo>
                  <a:pt x="38900" y="175260"/>
                </a:lnTo>
                <a:lnTo>
                  <a:pt x="42468" y="177800"/>
                </a:lnTo>
                <a:lnTo>
                  <a:pt x="41986" y="177800"/>
                </a:lnTo>
                <a:lnTo>
                  <a:pt x="40957" y="179070"/>
                </a:lnTo>
                <a:lnTo>
                  <a:pt x="43002" y="179070"/>
                </a:lnTo>
                <a:lnTo>
                  <a:pt x="43675" y="177800"/>
                </a:lnTo>
                <a:lnTo>
                  <a:pt x="44869" y="179070"/>
                </a:lnTo>
                <a:lnTo>
                  <a:pt x="47548" y="179070"/>
                </a:lnTo>
                <a:lnTo>
                  <a:pt x="45935" y="177800"/>
                </a:lnTo>
                <a:lnTo>
                  <a:pt x="44399" y="177800"/>
                </a:lnTo>
                <a:lnTo>
                  <a:pt x="45034" y="176530"/>
                </a:lnTo>
                <a:lnTo>
                  <a:pt x="46939" y="172720"/>
                </a:lnTo>
                <a:lnTo>
                  <a:pt x="49441" y="168910"/>
                </a:lnTo>
                <a:lnTo>
                  <a:pt x="52006" y="165100"/>
                </a:lnTo>
                <a:lnTo>
                  <a:pt x="55943" y="166370"/>
                </a:lnTo>
                <a:lnTo>
                  <a:pt x="56972" y="167640"/>
                </a:lnTo>
                <a:lnTo>
                  <a:pt x="61163" y="168910"/>
                </a:lnTo>
                <a:lnTo>
                  <a:pt x="59715" y="172720"/>
                </a:lnTo>
                <a:lnTo>
                  <a:pt x="56857" y="179070"/>
                </a:lnTo>
                <a:lnTo>
                  <a:pt x="58381" y="179070"/>
                </a:lnTo>
                <a:lnTo>
                  <a:pt x="62623" y="168910"/>
                </a:lnTo>
                <a:lnTo>
                  <a:pt x="66509" y="170180"/>
                </a:lnTo>
                <a:lnTo>
                  <a:pt x="69824" y="170180"/>
                </a:lnTo>
                <a:lnTo>
                  <a:pt x="73380" y="171450"/>
                </a:lnTo>
                <a:lnTo>
                  <a:pt x="73736" y="173990"/>
                </a:lnTo>
                <a:lnTo>
                  <a:pt x="73240" y="176530"/>
                </a:lnTo>
                <a:lnTo>
                  <a:pt x="72580" y="179070"/>
                </a:lnTo>
                <a:lnTo>
                  <a:pt x="73888" y="179070"/>
                </a:lnTo>
                <a:lnTo>
                  <a:pt x="74383" y="176530"/>
                </a:lnTo>
                <a:lnTo>
                  <a:pt x="74803" y="173990"/>
                </a:lnTo>
                <a:lnTo>
                  <a:pt x="74917" y="172720"/>
                </a:lnTo>
                <a:lnTo>
                  <a:pt x="75044" y="171450"/>
                </a:lnTo>
                <a:lnTo>
                  <a:pt x="78867" y="171450"/>
                </a:lnTo>
                <a:lnTo>
                  <a:pt x="75272" y="170180"/>
                </a:lnTo>
                <a:lnTo>
                  <a:pt x="76403" y="165100"/>
                </a:lnTo>
                <a:lnTo>
                  <a:pt x="76288" y="162560"/>
                </a:lnTo>
                <a:lnTo>
                  <a:pt x="76174" y="160020"/>
                </a:lnTo>
                <a:lnTo>
                  <a:pt x="77381" y="154990"/>
                </a:lnTo>
                <a:lnTo>
                  <a:pt x="77266" y="151587"/>
                </a:lnTo>
                <a:lnTo>
                  <a:pt x="77152" y="149974"/>
                </a:lnTo>
                <a:lnTo>
                  <a:pt x="77292" y="148590"/>
                </a:lnTo>
                <a:lnTo>
                  <a:pt x="77724" y="144780"/>
                </a:lnTo>
                <a:lnTo>
                  <a:pt x="78206" y="140970"/>
                </a:lnTo>
                <a:lnTo>
                  <a:pt x="78270" y="140423"/>
                </a:lnTo>
                <a:lnTo>
                  <a:pt x="78346" y="139890"/>
                </a:lnTo>
                <a:lnTo>
                  <a:pt x="77952" y="139890"/>
                </a:lnTo>
                <a:lnTo>
                  <a:pt x="78524" y="134620"/>
                </a:lnTo>
                <a:lnTo>
                  <a:pt x="77889" y="130810"/>
                </a:lnTo>
                <a:lnTo>
                  <a:pt x="78016" y="129540"/>
                </a:lnTo>
                <a:lnTo>
                  <a:pt x="78130" y="128473"/>
                </a:lnTo>
                <a:lnTo>
                  <a:pt x="78232" y="127457"/>
                </a:lnTo>
                <a:lnTo>
                  <a:pt x="78359" y="126314"/>
                </a:lnTo>
                <a:lnTo>
                  <a:pt x="78409" y="125831"/>
                </a:lnTo>
                <a:lnTo>
                  <a:pt x="78232" y="125831"/>
                </a:lnTo>
                <a:lnTo>
                  <a:pt x="78168" y="120650"/>
                </a:lnTo>
                <a:lnTo>
                  <a:pt x="78041" y="119468"/>
                </a:lnTo>
                <a:lnTo>
                  <a:pt x="77939" y="118478"/>
                </a:lnTo>
                <a:lnTo>
                  <a:pt x="77901" y="113030"/>
                </a:lnTo>
                <a:lnTo>
                  <a:pt x="77952" y="111760"/>
                </a:lnTo>
                <a:lnTo>
                  <a:pt x="79514" y="116840"/>
                </a:lnTo>
                <a:lnTo>
                  <a:pt x="79590" y="120840"/>
                </a:lnTo>
                <a:lnTo>
                  <a:pt x="80276" y="122986"/>
                </a:lnTo>
                <a:lnTo>
                  <a:pt x="80695" y="124625"/>
                </a:lnTo>
                <a:lnTo>
                  <a:pt x="80225" y="125831"/>
                </a:lnTo>
                <a:lnTo>
                  <a:pt x="80378" y="125831"/>
                </a:lnTo>
                <a:lnTo>
                  <a:pt x="81838" y="129540"/>
                </a:lnTo>
                <a:lnTo>
                  <a:pt x="82473" y="134620"/>
                </a:lnTo>
                <a:lnTo>
                  <a:pt x="82562" y="139293"/>
                </a:lnTo>
                <a:lnTo>
                  <a:pt x="83972" y="144780"/>
                </a:lnTo>
                <a:lnTo>
                  <a:pt x="83921" y="146050"/>
                </a:lnTo>
                <a:lnTo>
                  <a:pt x="83820" y="150139"/>
                </a:lnTo>
                <a:lnTo>
                  <a:pt x="84455" y="153670"/>
                </a:lnTo>
                <a:lnTo>
                  <a:pt x="84493" y="153924"/>
                </a:lnTo>
                <a:lnTo>
                  <a:pt x="84620" y="154584"/>
                </a:lnTo>
                <a:lnTo>
                  <a:pt x="84683" y="154990"/>
                </a:lnTo>
                <a:lnTo>
                  <a:pt x="82016" y="154990"/>
                </a:lnTo>
                <a:lnTo>
                  <a:pt x="84836" y="156210"/>
                </a:lnTo>
                <a:lnTo>
                  <a:pt x="84848" y="161493"/>
                </a:lnTo>
                <a:lnTo>
                  <a:pt x="85877" y="165100"/>
                </a:lnTo>
                <a:lnTo>
                  <a:pt x="85115" y="170180"/>
                </a:lnTo>
                <a:lnTo>
                  <a:pt x="81762" y="170180"/>
                </a:lnTo>
                <a:lnTo>
                  <a:pt x="78867" y="171450"/>
                </a:lnTo>
                <a:lnTo>
                  <a:pt x="85458" y="171450"/>
                </a:lnTo>
                <a:lnTo>
                  <a:pt x="85572" y="173990"/>
                </a:lnTo>
                <a:lnTo>
                  <a:pt x="85674" y="179070"/>
                </a:lnTo>
                <a:lnTo>
                  <a:pt x="86956" y="179070"/>
                </a:lnTo>
                <a:lnTo>
                  <a:pt x="86893" y="173990"/>
                </a:lnTo>
                <a:lnTo>
                  <a:pt x="86804" y="172720"/>
                </a:lnTo>
                <a:lnTo>
                  <a:pt x="86715" y="171450"/>
                </a:lnTo>
                <a:lnTo>
                  <a:pt x="90766" y="170180"/>
                </a:lnTo>
                <a:lnTo>
                  <a:pt x="86791" y="170180"/>
                </a:lnTo>
                <a:lnTo>
                  <a:pt x="86664" y="166370"/>
                </a:lnTo>
                <a:lnTo>
                  <a:pt x="86626" y="165100"/>
                </a:lnTo>
                <a:lnTo>
                  <a:pt x="85915" y="160020"/>
                </a:lnTo>
                <a:lnTo>
                  <a:pt x="85801" y="154990"/>
                </a:lnTo>
                <a:lnTo>
                  <a:pt x="89001" y="154990"/>
                </a:lnTo>
                <a:lnTo>
                  <a:pt x="91617" y="153670"/>
                </a:lnTo>
                <a:lnTo>
                  <a:pt x="89128" y="153670"/>
                </a:lnTo>
                <a:lnTo>
                  <a:pt x="85801" y="154952"/>
                </a:lnTo>
                <a:lnTo>
                  <a:pt x="85801" y="154584"/>
                </a:lnTo>
                <a:lnTo>
                  <a:pt x="85712" y="153670"/>
                </a:lnTo>
                <a:lnTo>
                  <a:pt x="85598" y="152400"/>
                </a:lnTo>
                <a:lnTo>
                  <a:pt x="85483" y="151130"/>
                </a:lnTo>
                <a:lnTo>
                  <a:pt x="85369" y="149974"/>
                </a:lnTo>
                <a:lnTo>
                  <a:pt x="84620" y="144780"/>
                </a:lnTo>
                <a:lnTo>
                  <a:pt x="84518" y="142240"/>
                </a:lnTo>
                <a:lnTo>
                  <a:pt x="84416" y="139890"/>
                </a:lnTo>
                <a:lnTo>
                  <a:pt x="86258" y="139890"/>
                </a:lnTo>
                <a:lnTo>
                  <a:pt x="87972" y="138430"/>
                </a:lnTo>
                <a:lnTo>
                  <a:pt x="83883" y="138430"/>
                </a:lnTo>
                <a:lnTo>
                  <a:pt x="83769" y="136144"/>
                </a:lnTo>
                <a:lnTo>
                  <a:pt x="83693" y="134620"/>
                </a:lnTo>
                <a:lnTo>
                  <a:pt x="82791" y="129540"/>
                </a:lnTo>
                <a:lnTo>
                  <a:pt x="82308" y="127457"/>
                </a:lnTo>
                <a:lnTo>
                  <a:pt x="82207" y="127000"/>
                </a:lnTo>
                <a:lnTo>
                  <a:pt x="82156" y="126733"/>
                </a:lnTo>
                <a:lnTo>
                  <a:pt x="82054" y="126314"/>
                </a:lnTo>
                <a:lnTo>
                  <a:pt x="81940" y="125831"/>
                </a:lnTo>
                <a:lnTo>
                  <a:pt x="82969" y="125831"/>
                </a:lnTo>
                <a:lnTo>
                  <a:pt x="83908" y="124625"/>
                </a:lnTo>
                <a:lnTo>
                  <a:pt x="82270" y="124625"/>
                </a:lnTo>
                <a:lnTo>
                  <a:pt x="80835" y="120840"/>
                </a:lnTo>
                <a:lnTo>
                  <a:pt x="80772" y="120650"/>
                </a:lnTo>
                <a:lnTo>
                  <a:pt x="80645" y="118211"/>
                </a:lnTo>
                <a:lnTo>
                  <a:pt x="80530" y="115633"/>
                </a:lnTo>
                <a:lnTo>
                  <a:pt x="79387" y="111950"/>
                </a:lnTo>
                <a:lnTo>
                  <a:pt x="79336" y="111760"/>
                </a:lnTo>
                <a:lnTo>
                  <a:pt x="80391" y="111760"/>
                </a:lnTo>
                <a:lnTo>
                  <a:pt x="81356" y="114300"/>
                </a:lnTo>
                <a:lnTo>
                  <a:pt x="82550" y="116840"/>
                </a:lnTo>
                <a:lnTo>
                  <a:pt x="83413" y="119253"/>
                </a:lnTo>
                <a:lnTo>
                  <a:pt x="83350" y="114300"/>
                </a:lnTo>
                <a:lnTo>
                  <a:pt x="81546" y="111760"/>
                </a:lnTo>
                <a:lnTo>
                  <a:pt x="80721" y="110591"/>
                </a:lnTo>
                <a:lnTo>
                  <a:pt x="83299" y="113030"/>
                </a:lnTo>
                <a:lnTo>
                  <a:pt x="86639" y="117817"/>
                </a:lnTo>
                <a:lnTo>
                  <a:pt x="86893" y="118211"/>
                </a:lnTo>
                <a:lnTo>
                  <a:pt x="88252" y="121920"/>
                </a:lnTo>
                <a:lnTo>
                  <a:pt x="87655" y="121920"/>
                </a:lnTo>
                <a:lnTo>
                  <a:pt x="87287" y="122986"/>
                </a:lnTo>
                <a:lnTo>
                  <a:pt x="87223" y="123190"/>
                </a:lnTo>
                <a:lnTo>
                  <a:pt x="88214" y="123190"/>
                </a:lnTo>
                <a:lnTo>
                  <a:pt x="88900" y="121920"/>
                </a:lnTo>
                <a:lnTo>
                  <a:pt x="91605" y="125831"/>
                </a:lnTo>
                <a:lnTo>
                  <a:pt x="93687" y="129540"/>
                </a:lnTo>
                <a:lnTo>
                  <a:pt x="95796" y="133070"/>
                </a:lnTo>
                <a:lnTo>
                  <a:pt x="95948" y="133362"/>
                </a:lnTo>
                <a:lnTo>
                  <a:pt x="94576" y="134620"/>
                </a:lnTo>
                <a:lnTo>
                  <a:pt x="92608" y="136144"/>
                </a:lnTo>
                <a:lnTo>
                  <a:pt x="92773" y="136144"/>
                </a:lnTo>
                <a:lnTo>
                  <a:pt x="94284" y="136144"/>
                </a:lnTo>
                <a:lnTo>
                  <a:pt x="95999" y="134620"/>
                </a:lnTo>
                <a:lnTo>
                  <a:pt x="98958" y="138430"/>
                </a:lnTo>
                <a:lnTo>
                  <a:pt x="101765" y="142240"/>
                </a:lnTo>
                <a:lnTo>
                  <a:pt x="99949" y="138430"/>
                </a:lnTo>
                <a:lnTo>
                  <a:pt x="98082" y="134620"/>
                </a:lnTo>
                <a:lnTo>
                  <a:pt x="97459" y="133362"/>
                </a:lnTo>
                <a:lnTo>
                  <a:pt x="98742" y="132080"/>
                </a:lnTo>
                <a:lnTo>
                  <a:pt x="100126" y="130810"/>
                </a:lnTo>
                <a:lnTo>
                  <a:pt x="98602" y="132080"/>
                </a:lnTo>
                <a:lnTo>
                  <a:pt x="97142" y="133362"/>
                </a:lnTo>
                <a:lnTo>
                  <a:pt x="94615" y="129540"/>
                </a:lnTo>
                <a:lnTo>
                  <a:pt x="92252" y="125831"/>
                </a:lnTo>
                <a:lnTo>
                  <a:pt x="90449" y="121920"/>
                </a:lnTo>
                <a:lnTo>
                  <a:pt x="90855" y="120840"/>
                </a:lnTo>
                <a:lnTo>
                  <a:pt x="90932" y="120650"/>
                </a:lnTo>
                <a:lnTo>
                  <a:pt x="91757" y="120650"/>
                </a:lnTo>
                <a:lnTo>
                  <a:pt x="92303" y="119468"/>
                </a:lnTo>
                <a:lnTo>
                  <a:pt x="92430" y="119468"/>
                </a:lnTo>
                <a:lnTo>
                  <a:pt x="95669" y="123190"/>
                </a:lnTo>
                <a:lnTo>
                  <a:pt x="98183" y="125831"/>
                </a:lnTo>
                <a:lnTo>
                  <a:pt x="101320" y="129540"/>
                </a:lnTo>
                <a:lnTo>
                  <a:pt x="100076" y="130810"/>
                </a:lnTo>
                <a:lnTo>
                  <a:pt x="101650" y="129540"/>
                </a:lnTo>
                <a:lnTo>
                  <a:pt x="105498" y="133362"/>
                </a:lnTo>
                <a:lnTo>
                  <a:pt x="108458" y="137160"/>
                </a:lnTo>
                <a:lnTo>
                  <a:pt x="111531" y="140970"/>
                </a:lnTo>
                <a:lnTo>
                  <a:pt x="110604" y="142240"/>
                </a:lnTo>
                <a:lnTo>
                  <a:pt x="111607" y="142240"/>
                </a:lnTo>
                <a:lnTo>
                  <a:pt x="113969" y="143179"/>
                </a:lnTo>
                <a:lnTo>
                  <a:pt x="114985" y="143802"/>
                </a:lnTo>
                <a:lnTo>
                  <a:pt x="114820" y="143510"/>
                </a:lnTo>
                <a:lnTo>
                  <a:pt x="114515" y="143510"/>
                </a:lnTo>
                <a:lnTo>
                  <a:pt x="114401" y="143357"/>
                </a:lnTo>
                <a:lnTo>
                  <a:pt x="112801" y="140970"/>
                </a:lnTo>
                <a:lnTo>
                  <a:pt x="113652" y="139890"/>
                </a:lnTo>
                <a:lnTo>
                  <a:pt x="114833" y="138430"/>
                </a:lnTo>
                <a:lnTo>
                  <a:pt x="116801" y="136144"/>
                </a:lnTo>
                <a:lnTo>
                  <a:pt x="116624" y="136144"/>
                </a:lnTo>
                <a:lnTo>
                  <a:pt x="114731" y="137160"/>
                </a:lnTo>
                <a:lnTo>
                  <a:pt x="112776" y="139700"/>
                </a:lnTo>
                <a:lnTo>
                  <a:pt x="109207" y="136144"/>
                </a:lnTo>
                <a:lnTo>
                  <a:pt x="108115" y="134620"/>
                </a:lnTo>
                <a:lnTo>
                  <a:pt x="106426" y="132080"/>
                </a:lnTo>
                <a:lnTo>
                  <a:pt x="102882" y="129540"/>
                </a:lnTo>
                <a:lnTo>
                  <a:pt x="103276" y="128473"/>
                </a:lnTo>
                <a:lnTo>
                  <a:pt x="103327" y="128320"/>
                </a:lnTo>
                <a:lnTo>
                  <a:pt x="103822" y="127000"/>
                </a:lnTo>
                <a:lnTo>
                  <a:pt x="103314" y="127457"/>
                </a:lnTo>
                <a:lnTo>
                  <a:pt x="102501" y="128270"/>
                </a:lnTo>
                <a:lnTo>
                  <a:pt x="99021" y="125831"/>
                </a:lnTo>
                <a:lnTo>
                  <a:pt x="98691" y="125349"/>
                </a:lnTo>
                <a:lnTo>
                  <a:pt x="96939" y="121920"/>
                </a:lnTo>
                <a:lnTo>
                  <a:pt x="93548" y="119468"/>
                </a:lnTo>
                <a:lnTo>
                  <a:pt x="93383" y="119468"/>
                </a:lnTo>
                <a:lnTo>
                  <a:pt x="93713" y="118478"/>
                </a:lnTo>
                <a:lnTo>
                  <a:pt x="93802" y="118211"/>
                </a:lnTo>
                <a:lnTo>
                  <a:pt x="94818" y="118211"/>
                </a:lnTo>
                <a:lnTo>
                  <a:pt x="95288" y="116840"/>
                </a:lnTo>
                <a:lnTo>
                  <a:pt x="99123" y="118097"/>
                </a:lnTo>
                <a:lnTo>
                  <a:pt x="96266" y="114300"/>
                </a:lnTo>
                <a:lnTo>
                  <a:pt x="96393" y="113461"/>
                </a:lnTo>
                <a:lnTo>
                  <a:pt x="96469" y="113030"/>
                </a:lnTo>
                <a:lnTo>
                  <a:pt x="96227" y="113030"/>
                </a:lnTo>
                <a:lnTo>
                  <a:pt x="95885" y="114300"/>
                </a:lnTo>
                <a:lnTo>
                  <a:pt x="94691" y="113957"/>
                </a:lnTo>
                <a:lnTo>
                  <a:pt x="94691" y="115633"/>
                </a:lnTo>
                <a:lnTo>
                  <a:pt x="94335" y="116840"/>
                </a:lnTo>
                <a:lnTo>
                  <a:pt x="93599" y="116840"/>
                </a:lnTo>
                <a:lnTo>
                  <a:pt x="92964" y="118122"/>
                </a:lnTo>
                <a:lnTo>
                  <a:pt x="92240" y="117602"/>
                </a:lnTo>
                <a:lnTo>
                  <a:pt x="92240" y="119468"/>
                </a:lnTo>
                <a:lnTo>
                  <a:pt x="91363" y="119468"/>
                </a:lnTo>
                <a:lnTo>
                  <a:pt x="90678" y="120650"/>
                </a:lnTo>
                <a:lnTo>
                  <a:pt x="89890" y="120650"/>
                </a:lnTo>
                <a:lnTo>
                  <a:pt x="87033" y="116840"/>
                </a:lnTo>
                <a:lnTo>
                  <a:pt x="85140" y="113030"/>
                </a:lnTo>
                <a:lnTo>
                  <a:pt x="82486" y="110591"/>
                </a:lnTo>
                <a:lnTo>
                  <a:pt x="82638" y="110591"/>
                </a:lnTo>
                <a:lnTo>
                  <a:pt x="86004" y="111760"/>
                </a:lnTo>
                <a:lnTo>
                  <a:pt x="88798" y="116840"/>
                </a:lnTo>
                <a:lnTo>
                  <a:pt x="92240" y="119468"/>
                </a:lnTo>
                <a:lnTo>
                  <a:pt x="92240" y="117602"/>
                </a:lnTo>
                <a:lnTo>
                  <a:pt x="89509" y="115633"/>
                </a:lnTo>
                <a:lnTo>
                  <a:pt x="89052" y="114896"/>
                </a:lnTo>
                <a:lnTo>
                  <a:pt x="87439" y="111950"/>
                </a:lnTo>
                <a:lnTo>
                  <a:pt x="87337" y="111760"/>
                </a:lnTo>
                <a:lnTo>
                  <a:pt x="85572" y="110591"/>
                </a:lnTo>
                <a:lnTo>
                  <a:pt x="83540" y="109220"/>
                </a:lnTo>
                <a:lnTo>
                  <a:pt x="87845" y="110591"/>
                </a:lnTo>
                <a:lnTo>
                  <a:pt x="87668" y="110591"/>
                </a:lnTo>
                <a:lnTo>
                  <a:pt x="90830" y="113030"/>
                </a:lnTo>
                <a:lnTo>
                  <a:pt x="93675" y="114896"/>
                </a:lnTo>
                <a:lnTo>
                  <a:pt x="94691" y="115633"/>
                </a:lnTo>
                <a:lnTo>
                  <a:pt x="94691" y="113957"/>
                </a:lnTo>
                <a:lnTo>
                  <a:pt x="91516" y="113030"/>
                </a:lnTo>
                <a:lnTo>
                  <a:pt x="88658" y="109220"/>
                </a:lnTo>
                <a:lnTo>
                  <a:pt x="84607" y="107975"/>
                </a:lnTo>
                <a:lnTo>
                  <a:pt x="88214" y="107975"/>
                </a:lnTo>
                <a:lnTo>
                  <a:pt x="92824" y="110591"/>
                </a:lnTo>
                <a:lnTo>
                  <a:pt x="92951" y="110591"/>
                </a:lnTo>
                <a:lnTo>
                  <a:pt x="96608" y="111760"/>
                </a:lnTo>
                <a:lnTo>
                  <a:pt x="96850" y="112699"/>
                </a:lnTo>
                <a:lnTo>
                  <a:pt x="96939" y="113030"/>
                </a:lnTo>
                <a:lnTo>
                  <a:pt x="97536" y="113030"/>
                </a:lnTo>
                <a:lnTo>
                  <a:pt x="101892" y="114300"/>
                </a:lnTo>
                <a:lnTo>
                  <a:pt x="106883" y="115633"/>
                </a:lnTo>
                <a:lnTo>
                  <a:pt x="106743" y="115633"/>
                </a:lnTo>
                <a:lnTo>
                  <a:pt x="110502" y="118211"/>
                </a:lnTo>
                <a:lnTo>
                  <a:pt x="110248" y="118211"/>
                </a:lnTo>
                <a:lnTo>
                  <a:pt x="109245" y="119253"/>
                </a:lnTo>
                <a:lnTo>
                  <a:pt x="109080" y="119468"/>
                </a:lnTo>
                <a:lnTo>
                  <a:pt x="108381" y="121920"/>
                </a:lnTo>
                <a:lnTo>
                  <a:pt x="107238" y="123190"/>
                </a:lnTo>
                <a:lnTo>
                  <a:pt x="103746" y="120650"/>
                </a:lnTo>
                <a:lnTo>
                  <a:pt x="99314" y="118211"/>
                </a:lnTo>
                <a:lnTo>
                  <a:pt x="99428" y="118478"/>
                </a:lnTo>
                <a:lnTo>
                  <a:pt x="102222" y="121920"/>
                </a:lnTo>
                <a:lnTo>
                  <a:pt x="106159" y="123190"/>
                </a:lnTo>
                <a:lnTo>
                  <a:pt x="105435" y="125044"/>
                </a:lnTo>
                <a:lnTo>
                  <a:pt x="105321" y="125349"/>
                </a:lnTo>
                <a:lnTo>
                  <a:pt x="105067" y="125831"/>
                </a:lnTo>
                <a:lnTo>
                  <a:pt x="103771" y="127000"/>
                </a:lnTo>
                <a:lnTo>
                  <a:pt x="105460" y="127000"/>
                </a:lnTo>
                <a:lnTo>
                  <a:pt x="106464" y="124625"/>
                </a:lnTo>
                <a:lnTo>
                  <a:pt x="106845" y="124625"/>
                </a:lnTo>
                <a:lnTo>
                  <a:pt x="111226" y="127000"/>
                </a:lnTo>
                <a:lnTo>
                  <a:pt x="115201" y="130810"/>
                </a:lnTo>
                <a:lnTo>
                  <a:pt x="118478" y="133362"/>
                </a:lnTo>
                <a:lnTo>
                  <a:pt x="116840" y="136144"/>
                </a:lnTo>
                <a:lnTo>
                  <a:pt x="117970" y="134620"/>
                </a:lnTo>
                <a:lnTo>
                  <a:pt x="118960" y="133362"/>
                </a:lnTo>
                <a:lnTo>
                  <a:pt x="124155" y="137160"/>
                </a:lnTo>
                <a:lnTo>
                  <a:pt x="126276" y="138430"/>
                </a:lnTo>
                <a:lnTo>
                  <a:pt x="125120" y="136144"/>
                </a:lnTo>
                <a:lnTo>
                  <a:pt x="125488" y="136144"/>
                </a:lnTo>
                <a:lnTo>
                  <a:pt x="122529" y="134620"/>
                </a:lnTo>
                <a:lnTo>
                  <a:pt x="120167" y="133362"/>
                </a:lnTo>
                <a:lnTo>
                  <a:pt x="120700" y="132080"/>
                </a:lnTo>
                <a:lnTo>
                  <a:pt x="121805" y="129540"/>
                </a:lnTo>
                <a:lnTo>
                  <a:pt x="122478" y="128473"/>
                </a:lnTo>
                <a:lnTo>
                  <a:pt x="121386" y="129540"/>
                </a:lnTo>
                <a:lnTo>
                  <a:pt x="119672" y="132080"/>
                </a:lnTo>
                <a:lnTo>
                  <a:pt x="115354" y="129540"/>
                </a:lnTo>
                <a:lnTo>
                  <a:pt x="112128" y="125831"/>
                </a:lnTo>
                <a:lnTo>
                  <a:pt x="111404" y="125349"/>
                </a:lnTo>
                <a:lnTo>
                  <a:pt x="110159" y="124625"/>
                </a:lnTo>
                <a:lnTo>
                  <a:pt x="107721" y="123190"/>
                </a:lnTo>
                <a:lnTo>
                  <a:pt x="108686" y="121920"/>
                </a:lnTo>
                <a:lnTo>
                  <a:pt x="109715" y="119468"/>
                </a:lnTo>
                <a:lnTo>
                  <a:pt x="109893" y="119253"/>
                </a:lnTo>
                <a:lnTo>
                  <a:pt x="110871" y="118211"/>
                </a:lnTo>
                <a:lnTo>
                  <a:pt x="111226" y="118211"/>
                </a:lnTo>
                <a:lnTo>
                  <a:pt x="117221" y="120650"/>
                </a:lnTo>
                <a:lnTo>
                  <a:pt x="119049" y="121920"/>
                </a:lnTo>
                <a:lnTo>
                  <a:pt x="124790" y="124625"/>
                </a:lnTo>
                <a:lnTo>
                  <a:pt x="124396" y="124625"/>
                </a:lnTo>
                <a:lnTo>
                  <a:pt x="124294" y="125044"/>
                </a:lnTo>
                <a:lnTo>
                  <a:pt x="124206" y="125349"/>
                </a:lnTo>
                <a:lnTo>
                  <a:pt x="124091" y="125831"/>
                </a:lnTo>
                <a:lnTo>
                  <a:pt x="123964" y="126314"/>
                </a:lnTo>
                <a:lnTo>
                  <a:pt x="125260" y="124625"/>
                </a:lnTo>
                <a:lnTo>
                  <a:pt x="125958" y="124625"/>
                </a:lnTo>
                <a:lnTo>
                  <a:pt x="129679" y="125717"/>
                </a:lnTo>
                <a:lnTo>
                  <a:pt x="125933" y="123190"/>
                </a:lnTo>
                <a:lnTo>
                  <a:pt x="126098" y="121920"/>
                </a:lnTo>
                <a:lnTo>
                  <a:pt x="127012" y="119468"/>
                </a:lnTo>
                <a:lnTo>
                  <a:pt x="127838" y="116840"/>
                </a:lnTo>
                <a:lnTo>
                  <a:pt x="126873" y="117817"/>
                </a:lnTo>
                <a:lnTo>
                  <a:pt x="126555" y="118211"/>
                </a:lnTo>
                <a:lnTo>
                  <a:pt x="126187" y="120650"/>
                </a:lnTo>
                <a:lnTo>
                  <a:pt x="125323" y="122986"/>
                </a:lnTo>
                <a:lnTo>
                  <a:pt x="125260" y="123190"/>
                </a:lnTo>
                <a:lnTo>
                  <a:pt x="119583" y="120650"/>
                </a:lnTo>
                <a:lnTo>
                  <a:pt x="117348" y="119468"/>
                </a:lnTo>
                <a:lnTo>
                  <a:pt x="111455" y="116840"/>
                </a:lnTo>
                <a:lnTo>
                  <a:pt x="112407" y="114300"/>
                </a:lnTo>
                <a:lnTo>
                  <a:pt x="112280" y="113461"/>
                </a:lnTo>
                <a:lnTo>
                  <a:pt x="112217" y="113030"/>
                </a:lnTo>
                <a:lnTo>
                  <a:pt x="111798" y="114300"/>
                </a:lnTo>
                <a:lnTo>
                  <a:pt x="110871" y="116840"/>
                </a:lnTo>
                <a:lnTo>
                  <a:pt x="106781" y="114300"/>
                </a:lnTo>
                <a:lnTo>
                  <a:pt x="102654" y="113030"/>
                </a:lnTo>
                <a:lnTo>
                  <a:pt x="98056" y="111760"/>
                </a:lnTo>
                <a:lnTo>
                  <a:pt x="98717" y="110591"/>
                </a:lnTo>
                <a:lnTo>
                  <a:pt x="98056" y="109220"/>
                </a:lnTo>
                <a:lnTo>
                  <a:pt x="97332" y="110502"/>
                </a:lnTo>
                <a:lnTo>
                  <a:pt x="93433" y="109220"/>
                </a:lnTo>
                <a:lnTo>
                  <a:pt x="91541" y="107975"/>
                </a:lnTo>
                <a:lnTo>
                  <a:pt x="89598" y="106680"/>
                </a:lnTo>
                <a:lnTo>
                  <a:pt x="85547" y="105511"/>
                </a:lnTo>
                <a:lnTo>
                  <a:pt x="89560" y="105511"/>
                </a:lnTo>
                <a:lnTo>
                  <a:pt x="93967" y="106680"/>
                </a:lnTo>
                <a:lnTo>
                  <a:pt x="98399" y="107975"/>
                </a:lnTo>
                <a:lnTo>
                  <a:pt x="98044" y="109220"/>
                </a:lnTo>
                <a:lnTo>
                  <a:pt x="98679" y="108115"/>
                </a:lnTo>
                <a:lnTo>
                  <a:pt x="98767" y="107975"/>
                </a:lnTo>
                <a:lnTo>
                  <a:pt x="103263" y="109220"/>
                </a:lnTo>
                <a:lnTo>
                  <a:pt x="112661" y="111760"/>
                </a:lnTo>
                <a:lnTo>
                  <a:pt x="112331" y="112699"/>
                </a:lnTo>
                <a:lnTo>
                  <a:pt x="112229" y="113030"/>
                </a:lnTo>
                <a:lnTo>
                  <a:pt x="113360" y="111760"/>
                </a:lnTo>
                <a:lnTo>
                  <a:pt x="118135" y="113030"/>
                </a:lnTo>
                <a:lnTo>
                  <a:pt x="122529" y="113030"/>
                </a:lnTo>
                <a:lnTo>
                  <a:pt x="127241" y="114300"/>
                </a:lnTo>
                <a:lnTo>
                  <a:pt x="128219" y="114300"/>
                </a:lnTo>
                <a:lnTo>
                  <a:pt x="128689" y="114300"/>
                </a:lnTo>
                <a:lnTo>
                  <a:pt x="134467" y="115582"/>
                </a:lnTo>
                <a:lnTo>
                  <a:pt x="137096" y="114896"/>
                </a:lnTo>
                <a:lnTo>
                  <a:pt x="136245" y="114300"/>
                </a:lnTo>
                <a:lnTo>
                  <a:pt x="129565" y="113030"/>
                </a:lnTo>
                <a:lnTo>
                  <a:pt x="128562" y="113030"/>
                </a:lnTo>
                <a:lnTo>
                  <a:pt x="123723" y="111760"/>
                </a:lnTo>
                <a:lnTo>
                  <a:pt x="113576" y="109220"/>
                </a:lnTo>
                <a:lnTo>
                  <a:pt x="113728" y="108115"/>
                </a:lnTo>
                <a:lnTo>
                  <a:pt x="112852" y="109220"/>
                </a:lnTo>
                <a:lnTo>
                  <a:pt x="108381" y="107975"/>
                </a:lnTo>
                <a:lnTo>
                  <a:pt x="104216" y="107975"/>
                </a:lnTo>
                <a:lnTo>
                  <a:pt x="99441" y="106680"/>
                </a:lnTo>
                <a:lnTo>
                  <a:pt x="99517" y="104279"/>
                </a:lnTo>
                <a:lnTo>
                  <a:pt x="98996" y="104279"/>
                </a:lnTo>
                <a:lnTo>
                  <a:pt x="98907" y="105511"/>
                </a:lnTo>
                <a:lnTo>
                  <a:pt x="98602" y="106680"/>
                </a:lnTo>
                <a:lnTo>
                  <a:pt x="94361" y="105511"/>
                </a:lnTo>
                <a:lnTo>
                  <a:pt x="89966" y="105511"/>
                </a:lnTo>
                <a:lnTo>
                  <a:pt x="85356" y="104279"/>
                </a:lnTo>
                <a:lnTo>
                  <a:pt x="84366" y="104279"/>
                </a:lnTo>
                <a:lnTo>
                  <a:pt x="89471" y="102870"/>
                </a:lnTo>
                <a:lnTo>
                  <a:pt x="94107" y="102870"/>
                </a:lnTo>
                <a:lnTo>
                  <a:pt x="99517" y="104279"/>
                </a:lnTo>
                <a:lnTo>
                  <a:pt x="99529" y="103949"/>
                </a:lnTo>
                <a:lnTo>
                  <a:pt x="99961" y="102870"/>
                </a:lnTo>
                <a:lnTo>
                  <a:pt x="104838" y="104152"/>
                </a:lnTo>
                <a:lnTo>
                  <a:pt x="109207" y="102870"/>
                </a:lnTo>
                <a:lnTo>
                  <a:pt x="114223" y="104190"/>
                </a:lnTo>
                <a:lnTo>
                  <a:pt x="118973" y="102870"/>
                </a:lnTo>
                <a:lnTo>
                  <a:pt x="128892" y="102870"/>
                </a:lnTo>
                <a:lnTo>
                  <a:pt x="129832" y="103949"/>
                </a:lnTo>
                <a:lnTo>
                  <a:pt x="130162" y="102870"/>
                </a:lnTo>
                <a:lnTo>
                  <a:pt x="136296" y="102870"/>
                </a:lnTo>
                <a:lnTo>
                  <a:pt x="140766" y="101765"/>
                </a:lnTo>
                <a:lnTo>
                  <a:pt x="141998" y="101765"/>
                </a:lnTo>
                <a:lnTo>
                  <a:pt x="146011" y="102870"/>
                </a:lnTo>
                <a:lnTo>
                  <a:pt x="147091" y="102870"/>
                </a:lnTo>
                <a:lnTo>
                  <a:pt x="148717" y="101765"/>
                </a:lnTo>
                <a:lnTo>
                  <a:pt x="148958" y="101765"/>
                </a:lnTo>
                <a:lnTo>
                  <a:pt x="148958" y="100330"/>
                </a:lnTo>
                <a:lnTo>
                  <a:pt x="146519" y="100330"/>
                </a:lnTo>
                <a:lnTo>
                  <a:pt x="146342" y="100330"/>
                </a:lnTo>
                <a:lnTo>
                  <a:pt x="145567" y="100330"/>
                </a:lnTo>
                <a:lnTo>
                  <a:pt x="139750" y="101765"/>
                </a:lnTo>
                <a:lnTo>
                  <a:pt x="130035" y="101765"/>
                </a:lnTo>
                <a:lnTo>
                  <a:pt x="129921" y="100330"/>
                </a:lnTo>
                <a:lnTo>
                  <a:pt x="129832" y="99060"/>
                </a:lnTo>
                <a:lnTo>
                  <a:pt x="129565" y="99707"/>
                </a:lnTo>
                <a:lnTo>
                  <a:pt x="129070" y="101765"/>
                </a:lnTo>
                <a:lnTo>
                  <a:pt x="119087" y="101765"/>
                </a:lnTo>
                <a:lnTo>
                  <a:pt x="115049" y="102870"/>
                </a:lnTo>
                <a:lnTo>
                  <a:pt x="114211" y="100330"/>
                </a:lnTo>
                <a:lnTo>
                  <a:pt x="114515" y="99060"/>
                </a:lnTo>
                <a:lnTo>
                  <a:pt x="114325" y="97878"/>
                </a:lnTo>
                <a:lnTo>
                  <a:pt x="114274" y="97523"/>
                </a:lnTo>
                <a:lnTo>
                  <a:pt x="114185" y="96964"/>
                </a:lnTo>
                <a:lnTo>
                  <a:pt x="114134" y="96672"/>
                </a:lnTo>
                <a:lnTo>
                  <a:pt x="113588" y="96672"/>
                </a:lnTo>
                <a:lnTo>
                  <a:pt x="118579" y="95250"/>
                </a:lnTo>
                <a:lnTo>
                  <a:pt x="123431" y="94005"/>
                </a:lnTo>
                <a:lnTo>
                  <a:pt x="128689" y="92722"/>
                </a:lnTo>
                <a:lnTo>
                  <a:pt x="128651" y="94005"/>
                </a:lnTo>
                <a:lnTo>
                  <a:pt x="128549" y="96672"/>
                </a:lnTo>
                <a:lnTo>
                  <a:pt x="128727" y="96672"/>
                </a:lnTo>
                <a:lnTo>
                  <a:pt x="129717" y="97523"/>
                </a:lnTo>
                <a:lnTo>
                  <a:pt x="129654" y="96672"/>
                </a:lnTo>
                <a:lnTo>
                  <a:pt x="129552" y="95250"/>
                </a:lnTo>
                <a:lnTo>
                  <a:pt x="128701" y="92722"/>
                </a:lnTo>
                <a:lnTo>
                  <a:pt x="128714" y="92354"/>
                </a:lnTo>
                <a:lnTo>
                  <a:pt x="128816" y="92684"/>
                </a:lnTo>
                <a:lnTo>
                  <a:pt x="130086" y="92354"/>
                </a:lnTo>
                <a:lnTo>
                  <a:pt x="143675" y="88900"/>
                </a:lnTo>
                <a:lnTo>
                  <a:pt x="144957" y="90563"/>
                </a:lnTo>
                <a:lnTo>
                  <a:pt x="144843" y="89179"/>
                </a:lnTo>
                <a:lnTo>
                  <a:pt x="144818" y="88900"/>
                </a:lnTo>
                <a:lnTo>
                  <a:pt x="147535" y="86360"/>
                </a:lnTo>
                <a:lnTo>
                  <a:pt x="144818" y="86360"/>
                </a:lnTo>
                <a:lnTo>
                  <a:pt x="143179" y="83540"/>
                </a:lnTo>
                <a:lnTo>
                  <a:pt x="143421" y="85217"/>
                </a:lnTo>
                <a:lnTo>
                  <a:pt x="143459" y="85496"/>
                </a:lnTo>
                <a:lnTo>
                  <a:pt x="143586" y="86360"/>
                </a:lnTo>
                <a:lnTo>
                  <a:pt x="139192" y="88900"/>
                </a:lnTo>
                <a:lnTo>
                  <a:pt x="134251" y="90170"/>
                </a:lnTo>
                <a:lnTo>
                  <a:pt x="129501" y="91440"/>
                </a:lnTo>
                <a:lnTo>
                  <a:pt x="127571" y="88900"/>
                </a:lnTo>
                <a:lnTo>
                  <a:pt x="127444" y="87630"/>
                </a:lnTo>
                <a:lnTo>
                  <a:pt x="127317" y="86360"/>
                </a:lnTo>
                <a:lnTo>
                  <a:pt x="127215" y="85217"/>
                </a:lnTo>
                <a:lnTo>
                  <a:pt x="126733" y="83921"/>
                </a:lnTo>
                <a:lnTo>
                  <a:pt x="126301" y="82816"/>
                </a:lnTo>
                <a:lnTo>
                  <a:pt x="126199" y="82550"/>
                </a:lnTo>
                <a:lnTo>
                  <a:pt x="130771" y="80010"/>
                </a:lnTo>
                <a:lnTo>
                  <a:pt x="133502" y="77863"/>
                </a:lnTo>
                <a:lnTo>
                  <a:pt x="130060" y="78816"/>
                </a:lnTo>
                <a:lnTo>
                  <a:pt x="130200" y="78816"/>
                </a:lnTo>
                <a:lnTo>
                  <a:pt x="125920" y="81292"/>
                </a:lnTo>
                <a:lnTo>
                  <a:pt x="124167" y="78816"/>
                </a:lnTo>
                <a:lnTo>
                  <a:pt x="123202" y="76898"/>
                </a:lnTo>
                <a:lnTo>
                  <a:pt x="123291" y="77863"/>
                </a:lnTo>
                <a:lnTo>
                  <a:pt x="123444" y="78816"/>
                </a:lnTo>
                <a:lnTo>
                  <a:pt x="125069" y="81343"/>
                </a:lnTo>
                <a:lnTo>
                  <a:pt x="124929" y="81343"/>
                </a:lnTo>
                <a:lnTo>
                  <a:pt x="121119" y="83718"/>
                </a:lnTo>
                <a:lnTo>
                  <a:pt x="125476" y="82550"/>
                </a:lnTo>
                <a:lnTo>
                  <a:pt x="126288" y="83921"/>
                </a:lnTo>
                <a:lnTo>
                  <a:pt x="126987" y="85217"/>
                </a:lnTo>
                <a:lnTo>
                  <a:pt x="127076" y="86360"/>
                </a:lnTo>
                <a:lnTo>
                  <a:pt x="127165" y="87439"/>
                </a:lnTo>
                <a:lnTo>
                  <a:pt x="127279" y="88900"/>
                </a:lnTo>
                <a:lnTo>
                  <a:pt x="128460" y="91528"/>
                </a:lnTo>
                <a:lnTo>
                  <a:pt x="128092" y="91528"/>
                </a:lnTo>
                <a:lnTo>
                  <a:pt x="123977" y="92710"/>
                </a:lnTo>
                <a:lnTo>
                  <a:pt x="119087" y="94005"/>
                </a:lnTo>
                <a:lnTo>
                  <a:pt x="114287" y="94005"/>
                </a:lnTo>
                <a:lnTo>
                  <a:pt x="113144" y="92710"/>
                </a:lnTo>
                <a:lnTo>
                  <a:pt x="112839" y="92036"/>
                </a:lnTo>
                <a:lnTo>
                  <a:pt x="112712" y="91770"/>
                </a:lnTo>
                <a:lnTo>
                  <a:pt x="112610" y="91528"/>
                </a:lnTo>
                <a:lnTo>
                  <a:pt x="112687" y="92710"/>
                </a:lnTo>
                <a:lnTo>
                  <a:pt x="113118" y="94005"/>
                </a:lnTo>
                <a:lnTo>
                  <a:pt x="108699" y="96672"/>
                </a:lnTo>
                <a:lnTo>
                  <a:pt x="103403" y="96672"/>
                </a:lnTo>
                <a:lnTo>
                  <a:pt x="102285" y="96964"/>
                </a:lnTo>
                <a:lnTo>
                  <a:pt x="110655" y="97802"/>
                </a:lnTo>
                <a:lnTo>
                  <a:pt x="113169" y="96672"/>
                </a:lnTo>
                <a:lnTo>
                  <a:pt x="113550" y="96672"/>
                </a:lnTo>
                <a:lnTo>
                  <a:pt x="113792" y="97523"/>
                </a:lnTo>
                <a:lnTo>
                  <a:pt x="113728" y="100330"/>
                </a:lnTo>
                <a:lnTo>
                  <a:pt x="114300" y="101765"/>
                </a:lnTo>
                <a:lnTo>
                  <a:pt x="113690" y="101765"/>
                </a:lnTo>
                <a:lnTo>
                  <a:pt x="109994" y="102870"/>
                </a:lnTo>
                <a:lnTo>
                  <a:pt x="105219" y="101765"/>
                </a:lnTo>
                <a:lnTo>
                  <a:pt x="99834" y="101765"/>
                </a:lnTo>
                <a:lnTo>
                  <a:pt x="99695" y="101765"/>
                </a:lnTo>
                <a:lnTo>
                  <a:pt x="99479" y="101765"/>
                </a:lnTo>
                <a:lnTo>
                  <a:pt x="98856" y="102870"/>
                </a:lnTo>
                <a:lnTo>
                  <a:pt x="94703" y="102870"/>
                </a:lnTo>
                <a:lnTo>
                  <a:pt x="90919" y="101765"/>
                </a:lnTo>
                <a:lnTo>
                  <a:pt x="87058" y="101765"/>
                </a:lnTo>
                <a:lnTo>
                  <a:pt x="90043" y="100330"/>
                </a:lnTo>
                <a:lnTo>
                  <a:pt x="85890" y="100330"/>
                </a:lnTo>
                <a:lnTo>
                  <a:pt x="87820" y="99060"/>
                </a:lnTo>
                <a:lnTo>
                  <a:pt x="89611" y="97878"/>
                </a:lnTo>
                <a:lnTo>
                  <a:pt x="89484" y="97878"/>
                </a:lnTo>
                <a:lnTo>
                  <a:pt x="93192" y="96672"/>
                </a:lnTo>
                <a:lnTo>
                  <a:pt x="89001" y="96672"/>
                </a:lnTo>
                <a:lnTo>
                  <a:pt x="85293" y="99060"/>
                </a:lnTo>
                <a:lnTo>
                  <a:pt x="86385" y="97878"/>
                </a:lnTo>
                <a:lnTo>
                  <a:pt x="87515" y="96672"/>
                </a:lnTo>
                <a:lnTo>
                  <a:pt x="87363" y="96672"/>
                </a:lnTo>
                <a:lnTo>
                  <a:pt x="92532" y="94005"/>
                </a:lnTo>
                <a:lnTo>
                  <a:pt x="96088" y="91528"/>
                </a:lnTo>
                <a:lnTo>
                  <a:pt x="96735" y="90563"/>
                </a:lnTo>
                <a:lnTo>
                  <a:pt x="96964" y="90170"/>
                </a:lnTo>
                <a:lnTo>
                  <a:pt x="104609" y="85217"/>
                </a:lnTo>
                <a:lnTo>
                  <a:pt x="108635" y="82550"/>
                </a:lnTo>
                <a:lnTo>
                  <a:pt x="109486" y="83540"/>
                </a:lnTo>
                <a:lnTo>
                  <a:pt x="109740" y="83921"/>
                </a:lnTo>
                <a:lnTo>
                  <a:pt x="110185" y="86360"/>
                </a:lnTo>
                <a:lnTo>
                  <a:pt x="110718" y="87439"/>
                </a:lnTo>
                <a:lnTo>
                  <a:pt x="110820" y="87630"/>
                </a:lnTo>
                <a:lnTo>
                  <a:pt x="106705" y="90170"/>
                </a:lnTo>
                <a:lnTo>
                  <a:pt x="102501" y="92710"/>
                </a:lnTo>
                <a:lnTo>
                  <a:pt x="103035" y="92570"/>
                </a:lnTo>
                <a:lnTo>
                  <a:pt x="106692" y="91528"/>
                </a:lnTo>
                <a:lnTo>
                  <a:pt x="106857" y="91528"/>
                </a:lnTo>
                <a:lnTo>
                  <a:pt x="111290" y="88900"/>
                </a:lnTo>
                <a:lnTo>
                  <a:pt x="112598" y="91528"/>
                </a:lnTo>
                <a:lnTo>
                  <a:pt x="112483" y="90563"/>
                </a:lnTo>
                <a:lnTo>
                  <a:pt x="112369" y="89179"/>
                </a:lnTo>
                <a:lnTo>
                  <a:pt x="112344" y="88900"/>
                </a:lnTo>
                <a:lnTo>
                  <a:pt x="116878" y="87630"/>
                </a:lnTo>
                <a:lnTo>
                  <a:pt x="120611" y="83921"/>
                </a:lnTo>
                <a:lnTo>
                  <a:pt x="116027" y="85217"/>
                </a:lnTo>
                <a:lnTo>
                  <a:pt x="116255" y="85217"/>
                </a:lnTo>
                <a:lnTo>
                  <a:pt x="112077" y="87630"/>
                </a:lnTo>
                <a:lnTo>
                  <a:pt x="110490" y="86360"/>
                </a:lnTo>
                <a:lnTo>
                  <a:pt x="110604" y="83921"/>
                </a:lnTo>
                <a:lnTo>
                  <a:pt x="110274" y="83540"/>
                </a:lnTo>
                <a:lnTo>
                  <a:pt x="109105" y="82550"/>
                </a:lnTo>
                <a:lnTo>
                  <a:pt x="116090" y="76581"/>
                </a:lnTo>
                <a:lnTo>
                  <a:pt x="115468" y="76898"/>
                </a:lnTo>
                <a:lnTo>
                  <a:pt x="112445" y="78816"/>
                </a:lnTo>
                <a:lnTo>
                  <a:pt x="108826" y="81292"/>
                </a:lnTo>
                <a:lnTo>
                  <a:pt x="107594" y="80010"/>
                </a:lnTo>
                <a:lnTo>
                  <a:pt x="105981" y="78816"/>
                </a:lnTo>
                <a:lnTo>
                  <a:pt x="106070" y="79641"/>
                </a:lnTo>
                <a:lnTo>
                  <a:pt x="106172" y="80010"/>
                </a:lnTo>
                <a:lnTo>
                  <a:pt x="108064" y="81343"/>
                </a:lnTo>
                <a:lnTo>
                  <a:pt x="107924" y="81343"/>
                </a:lnTo>
                <a:lnTo>
                  <a:pt x="104381" y="85217"/>
                </a:lnTo>
                <a:lnTo>
                  <a:pt x="104063" y="85217"/>
                </a:lnTo>
                <a:lnTo>
                  <a:pt x="100203" y="86360"/>
                </a:lnTo>
                <a:lnTo>
                  <a:pt x="96532" y="90170"/>
                </a:lnTo>
                <a:lnTo>
                  <a:pt x="95300" y="88900"/>
                </a:lnTo>
                <a:lnTo>
                  <a:pt x="95326" y="87630"/>
                </a:lnTo>
                <a:lnTo>
                  <a:pt x="95059" y="87630"/>
                </a:lnTo>
                <a:lnTo>
                  <a:pt x="95008" y="88061"/>
                </a:lnTo>
                <a:lnTo>
                  <a:pt x="94919" y="88900"/>
                </a:lnTo>
                <a:lnTo>
                  <a:pt x="95656" y="90170"/>
                </a:lnTo>
                <a:lnTo>
                  <a:pt x="91948" y="92710"/>
                </a:lnTo>
                <a:lnTo>
                  <a:pt x="88138" y="95250"/>
                </a:lnTo>
                <a:lnTo>
                  <a:pt x="84391" y="97802"/>
                </a:lnTo>
                <a:lnTo>
                  <a:pt x="84899" y="96672"/>
                </a:lnTo>
                <a:lnTo>
                  <a:pt x="85534" y="95250"/>
                </a:lnTo>
                <a:lnTo>
                  <a:pt x="86106" y="94005"/>
                </a:lnTo>
                <a:lnTo>
                  <a:pt x="90576" y="91528"/>
                </a:lnTo>
                <a:lnTo>
                  <a:pt x="91376" y="90563"/>
                </a:lnTo>
                <a:lnTo>
                  <a:pt x="93522" y="87630"/>
                </a:lnTo>
                <a:lnTo>
                  <a:pt x="94399" y="87630"/>
                </a:lnTo>
                <a:lnTo>
                  <a:pt x="97409" y="83921"/>
                </a:lnTo>
                <a:lnTo>
                  <a:pt x="101015" y="80010"/>
                </a:lnTo>
                <a:lnTo>
                  <a:pt x="104279" y="77470"/>
                </a:lnTo>
                <a:lnTo>
                  <a:pt x="105727" y="78613"/>
                </a:lnTo>
                <a:lnTo>
                  <a:pt x="105346" y="77470"/>
                </a:lnTo>
                <a:lnTo>
                  <a:pt x="105143" y="76898"/>
                </a:lnTo>
                <a:lnTo>
                  <a:pt x="105041" y="76581"/>
                </a:lnTo>
                <a:lnTo>
                  <a:pt x="104927" y="76263"/>
                </a:lnTo>
                <a:lnTo>
                  <a:pt x="105168" y="75869"/>
                </a:lnTo>
                <a:lnTo>
                  <a:pt x="105905" y="74930"/>
                </a:lnTo>
                <a:lnTo>
                  <a:pt x="104178" y="74930"/>
                </a:lnTo>
                <a:lnTo>
                  <a:pt x="102336" y="74930"/>
                </a:lnTo>
                <a:lnTo>
                  <a:pt x="101358" y="74930"/>
                </a:lnTo>
                <a:lnTo>
                  <a:pt x="103365" y="76263"/>
                </a:lnTo>
                <a:lnTo>
                  <a:pt x="103200" y="76263"/>
                </a:lnTo>
                <a:lnTo>
                  <a:pt x="100279" y="80010"/>
                </a:lnTo>
                <a:lnTo>
                  <a:pt x="96837" y="82550"/>
                </a:lnTo>
                <a:lnTo>
                  <a:pt x="93395" y="86360"/>
                </a:lnTo>
                <a:lnTo>
                  <a:pt x="92837" y="85217"/>
                </a:lnTo>
                <a:lnTo>
                  <a:pt x="92125" y="85217"/>
                </a:lnTo>
                <a:lnTo>
                  <a:pt x="91846" y="86360"/>
                </a:lnTo>
                <a:lnTo>
                  <a:pt x="92925" y="86360"/>
                </a:lnTo>
                <a:lnTo>
                  <a:pt x="89941" y="90170"/>
                </a:lnTo>
                <a:lnTo>
                  <a:pt x="86855" y="92710"/>
                </a:lnTo>
                <a:lnTo>
                  <a:pt x="83248" y="95250"/>
                </a:lnTo>
                <a:lnTo>
                  <a:pt x="85534" y="91528"/>
                </a:lnTo>
                <a:lnTo>
                  <a:pt x="86525" y="90563"/>
                </a:lnTo>
                <a:lnTo>
                  <a:pt x="88328" y="88900"/>
                </a:lnTo>
                <a:lnTo>
                  <a:pt x="90779" y="85217"/>
                </a:lnTo>
                <a:lnTo>
                  <a:pt x="91262" y="85217"/>
                </a:lnTo>
                <a:lnTo>
                  <a:pt x="93611" y="80010"/>
                </a:lnTo>
                <a:lnTo>
                  <a:pt x="96621" y="77470"/>
                </a:lnTo>
                <a:lnTo>
                  <a:pt x="99148" y="72390"/>
                </a:lnTo>
                <a:lnTo>
                  <a:pt x="101269" y="73660"/>
                </a:lnTo>
                <a:lnTo>
                  <a:pt x="99720" y="72390"/>
                </a:lnTo>
                <a:lnTo>
                  <a:pt x="100406" y="71120"/>
                </a:lnTo>
                <a:lnTo>
                  <a:pt x="102463" y="67310"/>
                </a:lnTo>
                <a:lnTo>
                  <a:pt x="104609" y="63500"/>
                </a:lnTo>
                <a:lnTo>
                  <a:pt x="107276" y="59791"/>
                </a:lnTo>
                <a:lnTo>
                  <a:pt x="107429" y="59791"/>
                </a:lnTo>
                <a:lnTo>
                  <a:pt x="107607" y="59321"/>
                </a:lnTo>
                <a:lnTo>
                  <a:pt x="107975" y="58420"/>
                </a:lnTo>
                <a:lnTo>
                  <a:pt x="109537" y="54610"/>
                </a:lnTo>
                <a:lnTo>
                  <a:pt x="112293" y="52070"/>
                </a:lnTo>
                <a:lnTo>
                  <a:pt x="114223" y="46990"/>
                </a:lnTo>
                <a:lnTo>
                  <a:pt x="117716" y="48260"/>
                </a:lnTo>
                <a:lnTo>
                  <a:pt x="120459" y="50800"/>
                </a:lnTo>
                <a:lnTo>
                  <a:pt x="123418" y="53479"/>
                </a:lnTo>
                <a:lnTo>
                  <a:pt x="123088" y="53479"/>
                </a:lnTo>
                <a:lnTo>
                  <a:pt x="120523" y="55575"/>
                </a:lnTo>
                <a:lnTo>
                  <a:pt x="120129" y="55918"/>
                </a:lnTo>
                <a:lnTo>
                  <a:pt x="117284" y="60960"/>
                </a:lnTo>
                <a:lnTo>
                  <a:pt x="114109" y="63500"/>
                </a:lnTo>
                <a:lnTo>
                  <a:pt x="111721" y="62230"/>
                </a:lnTo>
                <a:lnTo>
                  <a:pt x="110147" y="60960"/>
                </a:lnTo>
                <a:lnTo>
                  <a:pt x="107696" y="59791"/>
                </a:lnTo>
                <a:lnTo>
                  <a:pt x="107518" y="59791"/>
                </a:lnTo>
                <a:lnTo>
                  <a:pt x="109550" y="60960"/>
                </a:lnTo>
                <a:lnTo>
                  <a:pt x="111010" y="63500"/>
                </a:lnTo>
                <a:lnTo>
                  <a:pt x="112712" y="64363"/>
                </a:lnTo>
                <a:lnTo>
                  <a:pt x="113487" y="64808"/>
                </a:lnTo>
                <a:lnTo>
                  <a:pt x="111607" y="67310"/>
                </a:lnTo>
                <a:lnTo>
                  <a:pt x="110401" y="68757"/>
                </a:lnTo>
                <a:lnTo>
                  <a:pt x="107226" y="71120"/>
                </a:lnTo>
                <a:lnTo>
                  <a:pt x="105194" y="73660"/>
                </a:lnTo>
                <a:lnTo>
                  <a:pt x="106895" y="73660"/>
                </a:lnTo>
                <a:lnTo>
                  <a:pt x="107886" y="72390"/>
                </a:lnTo>
                <a:lnTo>
                  <a:pt x="111226" y="69875"/>
                </a:lnTo>
                <a:lnTo>
                  <a:pt x="114261" y="66040"/>
                </a:lnTo>
                <a:lnTo>
                  <a:pt x="116763" y="67310"/>
                </a:lnTo>
                <a:lnTo>
                  <a:pt x="118033" y="69875"/>
                </a:lnTo>
                <a:lnTo>
                  <a:pt x="120103" y="72390"/>
                </a:lnTo>
                <a:lnTo>
                  <a:pt x="116205" y="76581"/>
                </a:lnTo>
                <a:lnTo>
                  <a:pt x="120700" y="73660"/>
                </a:lnTo>
                <a:lnTo>
                  <a:pt x="122605" y="75704"/>
                </a:lnTo>
                <a:lnTo>
                  <a:pt x="122478" y="74930"/>
                </a:lnTo>
                <a:lnTo>
                  <a:pt x="122110" y="73660"/>
                </a:lnTo>
                <a:lnTo>
                  <a:pt x="121742" y="72390"/>
                </a:lnTo>
                <a:lnTo>
                  <a:pt x="125323" y="69875"/>
                </a:lnTo>
                <a:lnTo>
                  <a:pt x="129324" y="66040"/>
                </a:lnTo>
                <a:lnTo>
                  <a:pt x="132956" y="63500"/>
                </a:lnTo>
                <a:lnTo>
                  <a:pt x="135470" y="66040"/>
                </a:lnTo>
                <a:lnTo>
                  <a:pt x="136893" y="68757"/>
                </a:lnTo>
                <a:lnTo>
                  <a:pt x="136474" y="67310"/>
                </a:lnTo>
                <a:lnTo>
                  <a:pt x="136017" y="66040"/>
                </a:lnTo>
                <a:lnTo>
                  <a:pt x="134556" y="63500"/>
                </a:lnTo>
                <a:lnTo>
                  <a:pt x="133832" y="62230"/>
                </a:lnTo>
                <a:lnTo>
                  <a:pt x="135026" y="60960"/>
                </a:lnTo>
                <a:lnTo>
                  <a:pt x="137414" y="58420"/>
                </a:lnTo>
                <a:lnTo>
                  <a:pt x="141452" y="55918"/>
                </a:lnTo>
                <a:lnTo>
                  <a:pt x="141795" y="55575"/>
                </a:lnTo>
                <a:lnTo>
                  <a:pt x="145097" y="52070"/>
                </a:lnTo>
                <a:lnTo>
                  <a:pt x="146850" y="53479"/>
                </a:lnTo>
                <a:lnTo>
                  <a:pt x="147891" y="54610"/>
                </a:lnTo>
                <a:lnTo>
                  <a:pt x="148958" y="571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bg object 177"/>
          <p:cNvSpPr/>
          <p:nvPr/>
        </p:nvSpPr>
        <p:spPr>
          <a:xfrm>
            <a:off x="1750915" y="757633"/>
            <a:ext cx="161925" cy="182245"/>
          </a:xfrm>
          <a:custGeom>
            <a:avLst/>
            <a:gdLst/>
            <a:ahLst/>
            <a:cxnLst/>
            <a:rect l="l" t="t" r="r" b="b"/>
            <a:pathLst>
              <a:path w="161925" h="182244">
                <a:moveTo>
                  <a:pt x="5201" y="30559"/>
                </a:moveTo>
                <a:lnTo>
                  <a:pt x="3403" y="31940"/>
                </a:lnTo>
                <a:lnTo>
                  <a:pt x="1010" y="31940"/>
                </a:lnTo>
                <a:lnTo>
                  <a:pt x="3160" y="32263"/>
                </a:lnTo>
                <a:lnTo>
                  <a:pt x="3000" y="32263"/>
                </a:lnTo>
                <a:lnTo>
                  <a:pt x="12662" y="34320"/>
                </a:lnTo>
                <a:lnTo>
                  <a:pt x="20626" y="37204"/>
                </a:lnTo>
                <a:lnTo>
                  <a:pt x="37465" y="52095"/>
                </a:lnTo>
                <a:lnTo>
                  <a:pt x="40183" y="58348"/>
                </a:lnTo>
                <a:lnTo>
                  <a:pt x="41875" y="65077"/>
                </a:lnTo>
                <a:lnTo>
                  <a:pt x="41968" y="65449"/>
                </a:lnTo>
                <a:lnTo>
                  <a:pt x="42965" y="73250"/>
                </a:lnTo>
                <a:lnTo>
                  <a:pt x="42985" y="73407"/>
                </a:lnTo>
                <a:lnTo>
                  <a:pt x="43307" y="82054"/>
                </a:lnTo>
                <a:lnTo>
                  <a:pt x="42457" y="98174"/>
                </a:lnTo>
                <a:lnTo>
                  <a:pt x="33413" y="146989"/>
                </a:lnTo>
                <a:lnTo>
                  <a:pt x="23050" y="182244"/>
                </a:lnTo>
                <a:lnTo>
                  <a:pt x="161721" y="182244"/>
                </a:lnTo>
                <a:lnTo>
                  <a:pt x="161721" y="181533"/>
                </a:lnTo>
                <a:lnTo>
                  <a:pt x="25514" y="181533"/>
                </a:lnTo>
                <a:lnTo>
                  <a:pt x="24523" y="181190"/>
                </a:lnTo>
                <a:lnTo>
                  <a:pt x="24523" y="180136"/>
                </a:lnTo>
                <a:lnTo>
                  <a:pt x="25992" y="180136"/>
                </a:lnTo>
                <a:lnTo>
                  <a:pt x="28470" y="172893"/>
                </a:lnTo>
                <a:lnTo>
                  <a:pt x="39094" y="131939"/>
                </a:lnTo>
                <a:lnTo>
                  <a:pt x="45402" y="82054"/>
                </a:lnTo>
                <a:lnTo>
                  <a:pt x="45084" y="73407"/>
                </a:lnTo>
                <a:lnTo>
                  <a:pt x="45078" y="73250"/>
                </a:lnTo>
                <a:lnTo>
                  <a:pt x="44083" y="65449"/>
                </a:lnTo>
                <a:lnTo>
                  <a:pt x="44035" y="65077"/>
                </a:lnTo>
                <a:lnTo>
                  <a:pt x="42171" y="57690"/>
                </a:lnTo>
                <a:lnTo>
                  <a:pt x="39838" y="52298"/>
                </a:lnTo>
                <a:lnTo>
                  <a:pt x="39751" y="52095"/>
                </a:lnTo>
                <a:lnTo>
                  <a:pt x="39657" y="51879"/>
                </a:lnTo>
                <a:lnTo>
                  <a:pt x="38239" y="51879"/>
                </a:lnTo>
                <a:lnTo>
                  <a:pt x="39382" y="51244"/>
                </a:lnTo>
                <a:lnTo>
                  <a:pt x="13231" y="32263"/>
                </a:lnTo>
                <a:lnTo>
                  <a:pt x="5201" y="30559"/>
                </a:lnTo>
                <a:close/>
              </a:path>
              <a:path w="161925" h="182244">
                <a:moveTo>
                  <a:pt x="25992" y="180136"/>
                </a:moveTo>
                <a:lnTo>
                  <a:pt x="24523" y="180136"/>
                </a:lnTo>
                <a:lnTo>
                  <a:pt x="24523" y="181190"/>
                </a:lnTo>
                <a:lnTo>
                  <a:pt x="25514" y="181533"/>
                </a:lnTo>
                <a:lnTo>
                  <a:pt x="25992" y="180136"/>
                </a:lnTo>
                <a:close/>
              </a:path>
              <a:path w="161925" h="182244">
                <a:moveTo>
                  <a:pt x="159601" y="180136"/>
                </a:moveTo>
                <a:lnTo>
                  <a:pt x="25992" y="180136"/>
                </a:lnTo>
                <a:lnTo>
                  <a:pt x="25749" y="180847"/>
                </a:lnTo>
                <a:lnTo>
                  <a:pt x="25631" y="181190"/>
                </a:lnTo>
                <a:lnTo>
                  <a:pt x="25514" y="181533"/>
                </a:lnTo>
                <a:lnTo>
                  <a:pt x="161721" y="181533"/>
                </a:lnTo>
                <a:lnTo>
                  <a:pt x="161721" y="181190"/>
                </a:lnTo>
                <a:lnTo>
                  <a:pt x="159601" y="181190"/>
                </a:lnTo>
                <a:lnTo>
                  <a:pt x="159601" y="180136"/>
                </a:lnTo>
                <a:close/>
              </a:path>
              <a:path w="161925" h="182244">
                <a:moveTo>
                  <a:pt x="141124" y="30073"/>
                </a:moveTo>
                <a:lnTo>
                  <a:pt x="140685" y="30379"/>
                </a:lnTo>
                <a:lnTo>
                  <a:pt x="140322" y="30695"/>
                </a:lnTo>
                <a:lnTo>
                  <a:pt x="159601" y="52298"/>
                </a:lnTo>
                <a:lnTo>
                  <a:pt x="159601" y="181190"/>
                </a:lnTo>
                <a:lnTo>
                  <a:pt x="160667" y="181190"/>
                </a:lnTo>
                <a:lnTo>
                  <a:pt x="160667" y="180136"/>
                </a:lnTo>
                <a:lnTo>
                  <a:pt x="161721" y="180136"/>
                </a:lnTo>
                <a:lnTo>
                  <a:pt x="161721" y="51523"/>
                </a:lnTo>
                <a:lnTo>
                  <a:pt x="143529" y="31127"/>
                </a:lnTo>
                <a:lnTo>
                  <a:pt x="141150" y="31127"/>
                </a:lnTo>
                <a:lnTo>
                  <a:pt x="141124" y="30073"/>
                </a:lnTo>
                <a:close/>
              </a:path>
              <a:path w="161925" h="182244">
                <a:moveTo>
                  <a:pt x="161721" y="180136"/>
                </a:moveTo>
                <a:lnTo>
                  <a:pt x="160667" y="180136"/>
                </a:lnTo>
                <a:lnTo>
                  <a:pt x="160667" y="181190"/>
                </a:lnTo>
                <a:lnTo>
                  <a:pt x="161721" y="181190"/>
                </a:lnTo>
                <a:lnTo>
                  <a:pt x="161721" y="180136"/>
                </a:lnTo>
                <a:close/>
              </a:path>
              <a:path w="161925" h="182244">
                <a:moveTo>
                  <a:pt x="39401" y="51244"/>
                </a:moveTo>
                <a:lnTo>
                  <a:pt x="38239" y="51879"/>
                </a:lnTo>
                <a:lnTo>
                  <a:pt x="38101" y="51879"/>
                </a:lnTo>
                <a:lnTo>
                  <a:pt x="39128" y="51523"/>
                </a:lnTo>
                <a:lnTo>
                  <a:pt x="39498" y="51523"/>
                </a:lnTo>
                <a:lnTo>
                  <a:pt x="39401" y="51244"/>
                </a:lnTo>
                <a:close/>
              </a:path>
              <a:path w="161925" h="182244">
                <a:moveTo>
                  <a:pt x="39503" y="51523"/>
                </a:moveTo>
                <a:lnTo>
                  <a:pt x="39128" y="51523"/>
                </a:lnTo>
                <a:lnTo>
                  <a:pt x="38101" y="51879"/>
                </a:lnTo>
                <a:lnTo>
                  <a:pt x="39657" y="51879"/>
                </a:lnTo>
                <a:lnTo>
                  <a:pt x="39503" y="51523"/>
                </a:lnTo>
                <a:close/>
              </a:path>
              <a:path w="161925" h="182244">
                <a:moveTo>
                  <a:pt x="47117" y="0"/>
                </a:moveTo>
                <a:lnTo>
                  <a:pt x="43230" y="0"/>
                </a:lnTo>
                <a:lnTo>
                  <a:pt x="40792" y="596"/>
                </a:lnTo>
                <a:lnTo>
                  <a:pt x="0" y="31940"/>
                </a:lnTo>
                <a:lnTo>
                  <a:pt x="3403" y="31940"/>
                </a:lnTo>
                <a:lnTo>
                  <a:pt x="2756" y="31127"/>
                </a:lnTo>
                <a:lnTo>
                  <a:pt x="2864" y="30379"/>
                </a:lnTo>
                <a:lnTo>
                  <a:pt x="2908" y="30073"/>
                </a:lnTo>
                <a:lnTo>
                  <a:pt x="5834" y="30073"/>
                </a:lnTo>
                <a:lnTo>
                  <a:pt x="41518" y="2666"/>
                </a:lnTo>
                <a:lnTo>
                  <a:pt x="41249" y="1549"/>
                </a:lnTo>
                <a:lnTo>
                  <a:pt x="59187" y="1549"/>
                </a:lnTo>
                <a:lnTo>
                  <a:pt x="54669" y="596"/>
                </a:lnTo>
                <a:lnTo>
                  <a:pt x="55526" y="596"/>
                </a:lnTo>
                <a:lnTo>
                  <a:pt x="47117" y="0"/>
                </a:lnTo>
                <a:close/>
              </a:path>
              <a:path w="161925" h="182244">
                <a:moveTo>
                  <a:pt x="2908" y="30073"/>
                </a:moveTo>
                <a:lnTo>
                  <a:pt x="2864" y="30379"/>
                </a:lnTo>
                <a:lnTo>
                  <a:pt x="2756" y="31127"/>
                </a:lnTo>
                <a:lnTo>
                  <a:pt x="3403" y="31940"/>
                </a:lnTo>
                <a:lnTo>
                  <a:pt x="5201" y="30559"/>
                </a:lnTo>
                <a:lnTo>
                  <a:pt x="2908" y="30073"/>
                </a:lnTo>
                <a:close/>
              </a:path>
              <a:path w="161925" h="182244">
                <a:moveTo>
                  <a:pt x="64187" y="2666"/>
                </a:moveTo>
                <a:lnTo>
                  <a:pt x="54345" y="2666"/>
                </a:lnTo>
                <a:lnTo>
                  <a:pt x="63187" y="4530"/>
                </a:lnTo>
                <a:lnTo>
                  <a:pt x="74647" y="8696"/>
                </a:lnTo>
                <a:lnTo>
                  <a:pt x="115355" y="26231"/>
                </a:lnTo>
                <a:lnTo>
                  <a:pt x="141171" y="31127"/>
                </a:lnTo>
                <a:lnTo>
                  <a:pt x="140707" y="31127"/>
                </a:lnTo>
                <a:lnTo>
                  <a:pt x="140322" y="30695"/>
                </a:lnTo>
                <a:lnTo>
                  <a:pt x="141035" y="30073"/>
                </a:lnTo>
                <a:lnTo>
                  <a:pt x="142588" y="30073"/>
                </a:lnTo>
                <a:lnTo>
                  <a:pt x="141602" y="28968"/>
                </a:lnTo>
                <a:lnTo>
                  <a:pt x="140144" y="28968"/>
                </a:lnTo>
                <a:lnTo>
                  <a:pt x="132747" y="28328"/>
                </a:lnTo>
                <a:lnTo>
                  <a:pt x="91295" y="14947"/>
                </a:lnTo>
                <a:lnTo>
                  <a:pt x="88684" y="14947"/>
                </a:lnTo>
                <a:lnTo>
                  <a:pt x="89003" y="14223"/>
                </a:lnTo>
                <a:lnTo>
                  <a:pt x="89082" y="14046"/>
                </a:lnTo>
                <a:lnTo>
                  <a:pt x="89243" y="14046"/>
                </a:lnTo>
                <a:lnTo>
                  <a:pt x="75524" y="6782"/>
                </a:lnTo>
                <a:lnTo>
                  <a:pt x="64187" y="2666"/>
                </a:lnTo>
                <a:close/>
              </a:path>
              <a:path w="161925" h="182244">
                <a:moveTo>
                  <a:pt x="142588" y="30073"/>
                </a:moveTo>
                <a:lnTo>
                  <a:pt x="141124" y="30073"/>
                </a:lnTo>
                <a:lnTo>
                  <a:pt x="141150" y="31127"/>
                </a:lnTo>
                <a:lnTo>
                  <a:pt x="143529" y="31127"/>
                </a:lnTo>
                <a:lnTo>
                  <a:pt x="142588" y="30073"/>
                </a:lnTo>
                <a:close/>
              </a:path>
              <a:path w="161925" h="182244">
                <a:moveTo>
                  <a:pt x="5834" y="30073"/>
                </a:moveTo>
                <a:lnTo>
                  <a:pt x="2908" y="30073"/>
                </a:lnTo>
                <a:lnTo>
                  <a:pt x="5201" y="30559"/>
                </a:lnTo>
                <a:lnTo>
                  <a:pt x="5834" y="30073"/>
                </a:lnTo>
                <a:close/>
              </a:path>
              <a:path w="161925" h="182244">
                <a:moveTo>
                  <a:pt x="89243" y="14046"/>
                </a:moveTo>
                <a:lnTo>
                  <a:pt x="89082" y="14046"/>
                </a:lnTo>
                <a:lnTo>
                  <a:pt x="88684" y="14947"/>
                </a:lnTo>
                <a:lnTo>
                  <a:pt x="89132" y="14223"/>
                </a:lnTo>
                <a:lnTo>
                  <a:pt x="89243" y="14046"/>
                </a:lnTo>
                <a:close/>
              </a:path>
              <a:path w="161925" h="182244">
                <a:moveTo>
                  <a:pt x="89268" y="14046"/>
                </a:moveTo>
                <a:lnTo>
                  <a:pt x="89132" y="14223"/>
                </a:lnTo>
                <a:lnTo>
                  <a:pt x="88684" y="14947"/>
                </a:lnTo>
                <a:lnTo>
                  <a:pt x="91295" y="14947"/>
                </a:lnTo>
                <a:lnTo>
                  <a:pt x="89624" y="14223"/>
                </a:lnTo>
                <a:lnTo>
                  <a:pt x="89268" y="14046"/>
                </a:lnTo>
                <a:close/>
              </a:path>
              <a:path w="161925" h="182244">
                <a:moveTo>
                  <a:pt x="41249" y="1549"/>
                </a:moveTo>
                <a:lnTo>
                  <a:pt x="41518" y="2666"/>
                </a:lnTo>
                <a:lnTo>
                  <a:pt x="42261" y="2095"/>
                </a:lnTo>
                <a:lnTo>
                  <a:pt x="41678" y="2095"/>
                </a:lnTo>
                <a:lnTo>
                  <a:pt x="41249" y="1549"/>
                </a:lnTo>
                <a:close/>
              </a:path>
              <a:path w="161925" h="182244">
                <a:moveTo>
                  <a:pt x="43840" y="2095"/>
                </a:moveTo>
                <a:lnTo>
                  <a:pt x="42261" y="2095"/>
                </a:lnTo>
                <a:lnTo>
                  <a:pt x="41518" y="2666"/>
                </a:lnTo>
                <a:lnTo>
                  <a:pt x="40908" y="2666"/>
                </a:lnTo>
                <a:lnTo>
                  <a:pt x="43840" y="2095"/>
                </a:lnTo>
                <a:close/>
              </a:path>
              <a:path w="161925" h="182244">
                <a:moveTo>
                  <a:pt x="59187" y="1549"/>
                </a:moveTo>
                <a:lnTo>
                  <a:pt x="41249" y="1549"/>
                </a:lnTo>
                <a:lnTo>
                  <a:pt x="41678" y="2095"/>
                </a:lnTo>
                <a:lnTo>
                  <a:pt x="47091" y="2095"/>
                </a:lnTo>
                <a:lnTo>
                  <a:pt x="55156" y="2666"/>
                </a:lnTo>
                <a:lnTo>
                  <a:pt x="64482" y="2666"/>
                </a:lnTo>
                <a:lnTo>
                  <a:pt x="59187" y="1549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bg object 178"/>
          <p:cNvSpPr/>
          <p:nvPr/>
        </p:nvSpPr>
        <p:spPr>
          <a:xfrm>
            <a:off x="1919865" y="756662"/>
            <a:ext cx="156845" cy="182245"/>
          </a:xfrm>
          <a:custGeom>
            <a:avLst/>
            <a:gdLst/>
            <a:ahLst/>
            <a:cxnLst/>
            <a:rect l="l" t="t" r="r" b="b"/>
            <a:pathLst>
              <a:path w="156844" h="182244">
                <a:moveTo>
                  <a:pt x="107233" y="0"/>
                </a:moveTo>
                <a:lnTo>
                  <a:pt x="98596" y="627"/>
                </a:lnTo>
                <a:lnTo>
                  <a:pt x="87968" y="5443"/>
                </a:lnTo>
                <a:lnTo>
                  <a:pt x="70904" y="15703"/>
                </a:lnTo>
                <a:lnTo>
                  <a:pt x="50946" y="24725"/>
                </a:lnTo>
                <a:lnTo>
                  <a:pt x="38833" y="29302"/>
                </a:lnTo>
                <a:lnTo>
                  <a:pt x="29648" y="30844"/>
                </a:lnTo>
                <a:lnTo>
                  <a:pt x="18478" y="30765"/>
                </a:lnTo>
                <a:lnTo>
                  <a:pt x="0" y="52876"/>
                </a:lnTo>
                <a:lnTo>
                  <a:pt x="12" y="181972"/>
                </a:lnTo>
                <a:lnTo>
                  <a:pt x="135064" y="181972"/>
                </a:lnTo>
                <a:lnTo>
                  <a:pt x="116330" y="126278"/>
                </a:lnTo>
                <a:lnTo>
                  <a:pt x="108632" y="94231"/>
                </a:lnTo>
                <a:lnTo>
                  <a:pt x="110665" y="73694"/>
                </a:lnTo>
                <a:lnTo>
                  <a:pt x="121119" y="52533"/>
                </a:lnTo>
                <a:lnTo>
                  <a:pt x="124821" y="43110"/>
                </a:lnTo>
                <a:lnTo>
                  <a:pt x="129774" y="37819"/>
                </a:lnTo>
                <a:lnTo>
                  <a:pt x="139329" y="34726"/>
                </a:lnTo>
                <a:lnTo>
                  <a:pt x="156832" y="31896"/>
                </a:lnTo>
                <a:lnTo>
                  <a:pt x="118325" y="2305"/>
                </a:lnTo>
                <a:lnTo>
                  <a:pt x="107233" y="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bg object 179"/>
          <p:cNvSpPr/>
          <p:nvPr/>
        </p:nvSpPr>
        <p:spPr>
          <a:xfrm>
            <a:off x="1919574" y="757481"/>
            <a:ext cx="160020" cy="182245"/>
          </a:xfrm>
          <a:custGeom>
            <a:avLst/>
            <a:gdLst/>
            <a:ahLst/>
            <a:cxnLst/>
            <a:rect l="l" t="t" r="r" b="b"/>
            <a:pathLst>
              <a:path w="160019" h="182244">
                <a:moveTo>
                  <a:pt x="70662" y="14033"/>
                </a:moveTo>
                <a:lnTo>
                  <a:pt x="33262" y="27308"/>
                </a:lnTo>
                <a:lnTo>
                  <a:pt x="19735" y="29159"/>
                </a:lnTo>
                <a:lnTo>
                  <a:pt x="18275" y="29159"/>
                </a:lnTo>
                <a:lnTo>
                  <a:pt x="251" y="51441"/>
                </a:lnTo>
                <a:lnTo>
                  <a:pt x="0" y="51790"/>
                </a:lnTo>
                <a:lnTo>
                  <a:pt x="0" y="182245"/>
                </a:lnTo>
                <a:lnTo>
                  <a:pt x="1041" y="182245"/>
                </a:lnTo>
                <a:lnTo>
                  <a:pt x="1054" y="180162"/>
                </a:lnTo>
                <a:lnTo>
                  <a:pt x="2108" y="180162"/>
                </a:lnTo>
                <a:lnTo>
                  <a:pt x="2108" y="52489"/>
                </a:lnTo>
                <a:lnTo>
                  <a:pt x="19265" y="31267"/>
                </a:lnTo>
                <a:lnTo>
                  <a:pt x="18745" y="31267"/>
                </a:lnTo>
                <a:lnTo>
                  <a:pt x="18783" y="30213"/>
                </a:lnTo>
                <a:lnTo>
                  <a:pt x="29340" y="30213"/>
                </a:lnTo>
                <a:lnTo>
                  <a:pt x="35902" y="28851"/>
                </a:lnTo>
                <a:lnTo>
                  <a:pt x="73469" y="14922"/>
                </a:lnTo>
                <a:lnTo>
                  <a:pt x="71208" y="14922"/>
                </a:lnTo>
                <a:lnTo>
                  <a:pt x="70662" y="14033"/>
                </a:lnTo>
                <a:close/>
              </a:path>
              <a:path w="160019" h="182244">
                <a:moveTo>
                  <a:pt x="2108" y="180162"/>
                </a:moveTo>
                <a:lnTo>
                  <a:pt x="1054" y="180162"/>
                </a:lnTo>
                <a:lnTo>
                  <a:pt x="1054" y="182245"/>
                </a:lnTo>
                <a:lnTo>
                  <a:pt x="136842" y="182245"/>
                </a:lnTo>
                <a:lnTo>
                  <a:pt x="136610" y="181559"/>
                </a:lnTo>
                <a:lnTo>
                  <a:pt x="134378" y="181559"/>
                </a:lnTo>
                <a:lnTo>
                  <a:pt x="134264" y="181216"/>
                </a:lnTo>
                <a:lnTo>
                  <a:pt x="2108" y="181216"/>
                </a:lnTo>
                <a:lnTo>
                  <a:pt x="2108" y="180162"/>
                </a:lnTo>
                <a:close/>
              </a:path>
              <a:path w="160019" h="182244">
                <a:moveTo>
                  <a:pt x="157003" y="30213"/>
                </a:moveTo>
                <a:lnTo>
                  <a:pt x="156388" y="30213"/>
                </a:lnTo>
                <a:lnTo>
                  <a:pt x="146662" y="32286"/>
                </a:lnTo>
                <a:lnTo>
                  <a:pt x="120297" y="51790"/>
                </a:lnTo>
                <a:lnTo>
                  <a:pt x="117733" y="57708"/>
                </a:lnTo>
                <a:lnTo>
                  <a:pt x="115870" y="65092"/>
                </a:lnTo>
                <a:lnTo>
                  <a:pt x="114823" y="73377"/>
                </a:lnTo>
                <a:lnTo>
                  <a:pt x="114503" y="82067"/>
                </a:lnTo>
                <a:lnTo>
                  <a:pt x="115358" y="98390"/>
                </a:lnTo>
                <a:lnTo>
                  <a:pt x="124447" y="147523"/>
                </a:lnTo>
                <a:lnTo>
                  <a:pt x="134378" y="181559"/>
                </a:lnTo>
                <a:lnTo>
                  <a:pt x="135369" y="181216"/>
                </a:lnTo>
                <a:lnTo>
                  <a:pt x="135369" y="180162"/>
                </a:lnTo>
                <a:lnTo>
                  <a:pt x="136137" y="180162"/>
                </a:lnTo>
                <a:lnTo>
                  <a:pt x="124613" y="139392"/>
                </a:lnTo>
                <a:lnTo>
                  <a:pt x="116564" y="82067"/>
                </a:lnTo>
                <a:lnTo>
                  <a:pt x="116884" y="73377"/>
                </a:lnTo>
                <a:lnTo>
                  <a:pt x="117905" y="65422"/>
                </a:lnTo>
                <a:lnTo>
                  <a:pt x="119694" y="58322"/>
                </a:lnTo>
                <a:lnTo>
                  <a:pt x="122221" y="52489"/>
                </a:lnTo>
                <a:lnTo>
                  <a:pt x="122326" y="52247"/>
                </a:lnTo>
                <a:lnTo>
                  <a:pt x="122415" y="52070"/>
                </a:lnTo>
                <a:lnTo>
                  <a:pt x="122525" y="51790"/>
                </a:lnTo>
                <a:lnTo>
                  <a:pt x="121437" y="51790"/>
                </a:lnTo>
                <a:lnTo>
                  <a:pt x="120722" y="51441"/>
                </a:lnTo>
                <a:lnTo>
                  <a:pt x="122662" y="51441"/>
                </a:lnTo>
                <a:lnTo>
                  <a:pt x="124091" y="47802"/>
                </a:lnTo>
                <a:lnTo>
                  <a:pt x="129158" y="43446"/>
                </a:lnTo>
                <a:lnTo>
                  <a:pt x="158589" y="31953"/>
                </a:lnTo>
                <a:lnTo>
                  <a:pt x="156489" y="31953"/>
                </a:lnTo>
                <a:lnTo>
                  <a:pt x="154730" y="30602"/>
                </a:lnTo>
                <a:lnTo>
                  <a:pt x="157059" y="30602"/>
                </a:lnTo>
                <a:lnTo>
                  <a:pt x="157003" y="30213"/>
                </a:lnTo>
                <a:close/>
              </a:path>
              <a:path w="160019" h="182244">
                <a:moveTo>
                  <a:pt x="136137" y="180162"/>
                </a:moveTo>
                <a:lnTo>
                  <a:pt x="135369" y="180162"/>
                </a:lnTo>
                <a:lnTo>
                  <a:pt x="135369" y="181216"/>
                </a:lnTo>
                <a:lnTo>
                  <a:pt x="134378" y="181559"/>
                </a:lnTo>
                <a:lnTo>
                  <a:pt x="136610" y="181559"/>
                </a:lnTo>
                <a:lnTo>
                  <a:pt x="136137" y="180162"/>
                </a:lnTo>
                <a:close/>
              </a:path>
              <a:path w="160019" h="182244">
                <a:moveTo>
                  <a:pt x="133915" y="180162"/>
                </a:moveTo>
                <a:lnTo>
                  <a:pt x="2108" y="180162"/>
                </a:lnTo>
                <a:lnTo>
                  <a:pt x="2108" y="181216"/>
                </a:lnTo>
                <a:lnTo>
                  <a:pt x="134264" y="181216"/>
                </a:lnTo>
                <a:lnTo>
                  <a:pt x="133915" y="180162"/>
                </a:lnTo>
                <a:close/>
              </a:path>
              <a:path w="160019" h="182244">
                <a:moveTo>
                  <a:pt x="122662" y="51441"/>
                </a:moveTo>
                <a:lnTo>
                  <a:pt x="120816" y="51441"/>
                </a:lnTo>
                <a:lnTo>
                  <a:pt x="121437" y="51790"/>
                </a:lnTo>
                <a:lnTo>
                  <a:pt x="122525" y="51790"/>
                </a:lnTo>
                <a:lnTo>
                  <a:pt x="122662" y="51441"/>
                </a:lnTo>
                <a:close/>
              </a:path>
              <a:path w="160019" h="182244">
                <a:moveTo>
                  <a:pt x="120373" y="1549"/>
                </a:moveTo>
                <a:lnTo>
                  <a:pt x="118630" y="1549"/>
                </a:lnTo>
                <a:lnTo>
                  <a:pt x="118306" y="2629"/>
                </a:lnTo>
                <a:lnTo>
                  <a:pt x="156489" y="31953"/>
                </a:lnTo>
                <a:lnTo>
                  <a:pt x="157035" y="31267"/>
                </a:lnTo>
                <a:lnTo>
                  <a:pt x="157059" y="30602"/>
                </a:lnTo>
                <a:lnTo>
                  <a:pt x="154564" y="30602"/>
                </a:lnTo>
                <a:lnTo>
                  <a:pt x="156388" y="30213"/>
                </a:lnTo>
                <a:lnTo>
                  <a:pt x="157678" y="30213"/>
                </a:lnTo>
                <a:lnTo>
                  <a:pt x="120373" y="1549"/>
                </a:lnTo>
                <a:close/>
              </a:path>
              <a:path w="160019" h="182244">
                <a:moveTo>
                  <a:pt x="157678" y="30213"/>
                </a:moveTo>
                <a:lnTo>
                  <a:pt x="157003" y="30213"/>
                </a:lnTo>
                <a:lnTo>
                  <a:pt x="157035" y="31267"/>
                </a:lnTo>
                <a:lnTo>
                  <a:pt x="156489" y="31953"/>
                </a:lnTo>
                <a:lnTo>
                  <a:pt x="158589" y="31953"/>
                </a:lnTo>
                <a:lnTo>
                  <a:pt x="159727" y="31788"/>
                </a:lnTo>
                <a:lnTo>
                  <a:pt x="157678" y="30213"/>
                </a:lnTo>
                <a:close/>
              </a:path>
              <a:path w="160019" h="182244">
                <a:moveTo>
                  <a:pt x="18783" y="30213"/>
                </a:moveTo>
                <a:lnTo>
                  <a:pt x="18745" y="31267"/>
                </a:lnTo>
                <a:lnTo>
                  <a:pt x="19265" y="31267"/>
                </a:lnTo>
                <a:lnTo>
                  <a:pt x="19583" y="30873"/>
                </a:lnTo>
                <a:lnTo>
                  <a:pt x="18783" y="30213"/>
                </a:lnTo>
                <a:close/>
              </a:path>
              <a:path w="160019" h="182244">
                <a:moveTo>
                  <a:pt x="29340" y="30213"/>
                </a:moveTo>
                <a:lnTo>
                  <a:pt x="18783" y="30213"/>
                </a:lnTo>
                <a:lnTo>
                  <a:pt x="19583" y="30873"/>
                </a:lnTo>
                <a:lnTo>
                  <a:pt x="19265" y="31267"/>
                </a:lnTo>
                <a:lnTo>
                  <a:pt x="19748" y="31267"/>
                </a:lnTo>
                <a:lnTo>
                  <a:pt x="27466" y="30602"/>
                </a:lnTo>
                <a:lnTo>
                  <a:pt x="29340" y="30213"/>
                </a:lnTo>
                <a:close/>
              </a:path>
              <a:path w="160019" h="182244">
                <a:moveTo>
                  <a:pt x="105783" y="2629"/>
                </a:moveTo>
                <a:lnTo>
                  <a:pt x="95791" y="2629"/>
                </a:lnTo>
                <a:lnTo>
                  <a:pt x="84374" y="6772"/>
                </a:lnTo>
                <a:lnTo>
                  <a:pt x="70662" y="14033"/>
                </a:lnTo>
                <a:lnTo>
                  <a:pt x="71208" y="14922"/>
                </a:lnTo>
                <a:lnTo>
                  <a:pt x="70800" y="14033"/>
                </a:lnTo>
                <a:lnTo>
                  <a:pt x="75154" y="14033"/>
                </a:lnTo>
                <a:lnTo>
                  <a:pt x="85235" y="8714"/>
                </a:lnTo>
                <a:lnTo>
                  <a:pt x="96697" y="4548"/>
                </a:lnTo>
                <a:lnTo>
                  <a:pt x="105783" y="2629"/>
                </a:lnTo>
                <a:close/>
              </a:path>
              <a:path w="160019" h="182244">
                <a:moveTo>
                  <a:pt x="75154" y="14033"/>
                </a:moveTo>
                <a:lnTo>
                  <a:pt x="70800" y="14033"/>
                </a:lnTo>
                <a:lnTo>
                  <a:pt x="71208" y="14922"/>
                </a:lnTo>
                <a:lnTo>
                  <a:pt x="73469" y="14922"/>
                </a:lnTo>
                <a:lnTo>
                  <a:pt x="75154" y="14033"/>
                </a:lnTo>
                <a:close/>
              </a:path>
              <a:path w="160019" h="182244">
                <a:moveTo>
                  <a:pt x="116687" y="0"/>
                </a:moveTo>
                <a:lnTo>
                  <a:pt x="112788" y="0"/>
                </a:lnTo>
                <a:lnTo>
                  <a:pt x="104697" y="571"/>
                </a:lnTo>
                <a:lnTo>
                  <a:pt x="105339" y="571"/>
                </a:lnTo>
                <a:lnTo>
                  <a:pt x="95555" y="2629"/>
                </a:lnTo>
                <a:lnTo>
                  <a:pt x="105454" y="2629"/>
                </a:lnTo>
                <a:lnTo>
                  <a:pt x="112788" y="2108"/>
                </a:lnTo>
                <a:lnTo>
                  <a:pt x="118222" y="2108"/>
                </a:lnTo>
                <a:lnTo>
                  <a:pt x="118630" y="1549"/>
                </a:lnTo>
                <a:lnTo>
                  <a:pt x="120373" y="1549"/>
                </a:lnTo>
                <a:lnTo>
                  <a:pt x="119100" y="571"/>
                </a:lnTo>
                <a:lnTo>
                  <a:pt x="116687" y="0"/>
                </a:lnTo>
                <a:close/>
              </a:path>
              <a:path w="160019" h="182244">
                <a:moveTo>
                  <a:pt x="118222" y="2108"/>
                </a:moveTo>
                <a:lnTo>
                  <a:pt x="115262" y="2108"/>
                </a:lnTo>
                <a:lnTo>
                  <a:pt x="119026" y="2629"/>
                </a:lnTo>
                <a:lnTo>
                  <a:pt x="117840" y="2629"/>
                </a:lnTo>
                <a:lnTo>
                  <a:pt x="118222" y="2108"/>
                </a:lnTo>
                <a:close/>
              </a:path>
              <a:path w="160019" h="182244">
                <a:moveTo>
                  <a:pt x="118630" y="1549"/>
                </a:moveTo>
                <a:lnTo>
                  <a:pt x="117840" y="2629"/>
                </a:lnTo>
                <a:lnTo>
                  <a:pt x="118306" y="2629"/>
                </a:lnTo>
                <a:lnTo>
                  <a:pt x="118630" y="1549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bg object 180"/>
          <p:cNvSpPr/>
          <p:nvPr/>
        </p:nvSpPr>
        <p:spPr>
          <a:xfrm>
            <a:off x="1928114" y="830198"/>
            <a:ext cx="120014" cy="107950"/>
          </a:xfrm>
          <a:custGeom>
            <a:avLst/>
            <a:gdLst/>
            <a:ahLst/>
            <a:cxnLst/>
            <a:rect l="l" t="t" r="r" b="b"/>
            <a:pathLst>
              <a:path w="120014" h="107950">
                <a:moveTo>
                  <a:pt x="2273" y="37071"/>
                </a:moveTo>
                <a:lnTo>
                  <a:pt x="1600" y="37338"/>
                </a:lnTo>
                <a:lnTo>
                  <a:pt x="2273" y="37338"/>
                </a:lnTo>
                <a:lnTo>
                  <a:pt x="2273" y="37071"/>
                </a:lnTo>
                <a:close/>
              </a:path>
              <a:path w="120014" h="107950">
                <a:moveTo>
                  <a:pt x="3390" y="35306"/>
                </a:moveTo>
                <a:lnTo>
                  <a:pt x="3187" y="35306"/>
                </a:lnTo>
                <a:lnTo>
                  <a:pt x="3086" y="35560"/>
                </a:lnTo>
                <a:lnTo>
                  <a:pt x="3022" y="35306"/>
                </a:lnTo>
                <a:lnTo>
                  <a:pt x="2501" y="35306"/>
                </a:lnTo>
                <a:lnTo>
                  <a:pt x="3060" y="35623"/>
                </a:lnTo>
                <a:lnTo>
                  <a:pt x="2984" y="35814"/>
                </a:lnTo>
                <a:lnTo>
                  <a:pt x="3149" y="35814"/>
                </a:lnTo>
                <a:lnTo>
                  <a:pt x="3098" y="35648"/>
                </a:lnTo>
                <a:lnTo>
                  <a:pt x="3263" y="35737"/>
                </a:lnTo>
                <a:lnTo>
                  <a:pt x="3390" y="35306"/>
                </a:lnTo>
                <a:close/>
              </a:path>
              <a:path w="120014" h="107950">
                <a:moveTo>
                  <a:pt x="3441" y="38481"/>
                </a:moveTo>
                <a:lnTo>
                  <a:pt x="2590" y="38481"/>
                </a:lnTo>
                <a:lnTo>
                  <a:pt x="3175" y="38862"/>
                </a:lnTo>
                <a:lnTo>
                  <a:pt x="3441" y="38481"/>
                </a:lnTo>
                <a:close/>
              </a:path>
              <a:path w="120014" h="107950">
                <a:moveTo>
                  <a:pt x="3568" y="35814"/>
                </a:moveTo>
                <a:lnTo>
                  <a:pt x="3416" y="35814"/>
                </a:lnTo>
                <a:lnTo>
                  <a:pt x="3251" y="35814"/>
                </a:lnTo>
                <a:lnTo>
                  <a:pt x="3111" y="36322"/>
                </a:lnTo>
                <a:lnTo>
                  <a:pt x="3568" y="35814"/>
                </a:lnTo>
                <a:close/>
              </a:path>
              <a:path w="120014" h="107950">
                <a:moveTo>
                  <a:pt x="3708" y="37846"/>
                </a:moveTo>
                <a:lnTo>
                  <a:pt x="3492" y="37973"/>
                </a:lnTo>
                <a:lnTo>
                  <a:pt x="3657" y="37973"/>
                </a:lnTo>
                <a:lnTo>
                  <a:pt x="3708" y="37846"/>
                </a:lnTo>
                <a:close/>
              </a:path>
              <a:path w="120014" h="107950">
                <a:moveTo>
                  <a:pt x="3937" y="37338"/>
                </a:moveTo>
                <a:lnTo>
                  <a:pt x="3657" y="37566"/>
                </a:lnTo>
                <a:lnTo>
                  <a:pt x="3784" y="37338"/>
                </a:lnTo>
                <a:lnTo>
                  <a:pt x="3581" y="37338"/>
                </a:lnTo>
                <a:lnTo>
                  <a:pt x="3632" y="37579"/>
                </a:lnTo>
                <a:lnTo>
                  <a:pt x="3149" y="37973"/>
                </a:lnTo>
                <a:lnTo>
                  <a:pt x="3441" y="37973"/>
                </a:lnTo>
                <a:lnTo>
                  <a:pt x="3644" y="37592"/>
                </a:lnTo>
                <a:lnTo>
                  <a:pt x="3708" y="37846"/>
                </a:lnTo>
                <a:lnTo>
                  <a:pt x="3937" y="37338"/>
                </a:lnTo>
                <a:close/>
              </a:path>
              <a:path w="120014" h="107950">
                <a:moveTo>
                  <a:pt x="4406" y="43180"/>
                </a:moveTo>
                <a:lnTo>
                  <a:pt x="3987" y="43180"/>
                </a:lnTo>
                <a:lnTo>
                  <a:pt x="3530" y="43459"/>
                </a:lnTo>
                <a:lnTo>
                  <a:pt x="3492" y="43180"/>
                </a:lnTo>
                <a:lnTo>
                  <a:pt x="3416" y="42672"/>
                </a:lnTo>
                <a:lnTo>
                  <a:pt x="3327" y="42164"/>
                </a:lnTo>
                <a:lnTo>
                  <a:pt x="3441" y="41656"/>
                </a:lnTo>
                <a:lnTo>
                  <a:pt x="2743" y="42164"/>
                </a:lnTo>
                <a:lnTo>
                  <a:pt x="2603" y="42164"/>
                </a:lnTo>
                <a:lnTo>
                  <a:pt x="2171" y="42672"/>
                </a:lnTo>
                <a:lnTo>
                  <a:pt x="2590" y="43434"/>
                </a:lnTo>
                <a:lnTo>
                  <a:pt x="2590" y="43180"/>
                </a:lnTo>
                <a:lnTo>
                  <a:pt x="3149" y="43180"/>
                </a:lnTo>
                <a:lnTo>
                  <a:pt x="2755" y="44323"/>
                </a:lnTo>
                <a:lnTo>
                  <a:pt x="3149" y="43688"/>
                </a:lnTo>
                <a:lnTo>
                  <a:pt x="3060" y="44323"/>
                </a:lnTo>
                <a:lnTo>
                  <a:pt x="2971" y="44831"/>
                </a:lnTo>
                <a:lnTo>
                  <a:pt x="3352" y="44831"/>
                </a:lnTo>
                <a:lnTo>
                  <a:pt x="3670" y="44323"/>
                </a:lnTo>
                <a:lnTo>
                  <a:pt x="3746" y="43688"/>
                </a:lnTo>
                <a:lnTo>
                  <a:pt x="4406" y="43180"/>
                </a:lnTo>
                <a:close/>
              </a:path>
              <a:path w="120014" h="107950">
                <a:moveTo>
                  <a:pt x="4483" y="43865"/>
                </a:moveTo>
                <a:lnTo>
                  <a:pt x="4470" y="43688"/>
                </a:lnTo>
                <a:lnTo>
                  <a:pt x="4406" y="43180"/>
                </a:lnTo>
                <a:lnTo>
                  <a:pt x="3987" y="43688"/>
                </a:lnTo>
                <a:lnTo>
                  <a:pt x="4330" y="43688"/>
                </a:lnTo>
                <a:lnTo>
                  <a:pt x="4483" y="43865"/>
                </a:lnTo>
                <a:close/>
              </a:path>
              <a:path w="120014" h="107950">
                <a:moveTo>
                  <a:pt x="4495" y="39497"/>
                </a:moveTo>
                <a:lnTo>
                  <a:pt x="3352" y="40005"/>
                </a:lnTo>
                <a:lnTo>
                  <a:pt x="3784" y="40005"/>
                </a:lnTo>
                <a:lnTo>
                  <a:pt x="3619" y="40513"/>
                </a:lnTo>
                <a:lnTo>
                  <a:pt x="4305" y="40513"/>
                </a:lnTo>
                <a:lnTo>
                  <a:pt x="4318" y="40005"/>
                </a:lnTo>
                <a:lnTo>
                  <a:pt x="4495" y="39497"/>
                </a:lnTo>
                <a:close/>
              </a:path>
              <a:path w="120014" h="107950">
                <a:moveTo>
                  <a:pt x="4864" y="33655"/>
                </a:moveTo>
                <a:lnTo>
                  <a:pt x="4724" y="33286"/>
                </a:lnTo>
                <a:lnTo>
                  <a:pt x="4356" y="33489"/>
                </a:lnTo>
                <a:lnTo>
                  <a:pt x="3746" y="33274"/>
                </a:lnTo>
                <a:lnTo>
                  <a:pt x="3746" y="33655"/>
                </a:lnTo>
                <a:lnTo>
                  <a:pt x="4051" y="33655"/>
                </a:lnTo>
                <a:lnTo>
                  <a:pt x="4483" y="33655"/>
                </a:lnTo>
                <a:lnTo>
                  <a:pt x="4787" y="33655"/>
                </a:lnTo>
                <a:close/>
              </a:path>
              <a:path w="120014" h="107950">
                <a:moveTo>
                  <a:pt x="5486" y="43180"/>
                </a:moveTo>
                <a:lnTo>
                  <a:pt x="5118" y="42875"/>
                </a:lnTo>
                <a:lnTo>
                  <a:pt x="4978" y="43014"/>
                </a:lnTo>
                <a:lnTo>
                  <a:pt x="5029" y="43180"/>
                </a:lnTo>
                <a:lnTo>
                  <a:pt x="5486" y="43180"/>
                </a:lnTo>
                <a:close/>
              </a:path>
              <a:path w="120014" h="107950">
                <a:moveTo>
                  <a:pt x="5994" y="53213"/>
                </a:moveTo>
                <a:lnTo>
                  <a:pt x="5816" y="53213"/>
                </a:lnTo>
                <a:lnTo>
                  <a:pt x="5562" y="53213"/>
                </a:lnTo>
                <a:lnTo>
                  <a:pt x="5232" y="53848"/>
                </a:lnTo>
                <a:lnTo>
                  <a:pt x="5143" y="53987"/>
                </a:lnTo>
                <a:lnTo>
                  <a:pt x="5372" y="53848"/>
                </a:lnTo>
                <a:lnTo>
                  <a:pt x="5715" y="53467"/>
                </a:lnTo>
                <a:lnTo>
                  <a:pt x="5994" y="53213"/>
                </a:lnTo>
                <a:close/>
              </a:path>
              <a:path w="120014" h="107950">
                <a:moveTo>
                  <a:pt x="6426" y="32131"/>
                </a:moveTo>
                <a:lnTo>
                  <a:pt x="6337" y="31788"/>
                </a:lnTo>
                <a:lnTo>
                  <a:pt x="6146" y="32131"/>
                </a:lnTo>
                <a:lnTo>
                  <a:pt x="6426" y="32131"/>
                </a:lnTo>
                <a:close/>
              </a:path>
              <a:path w="120014" h="107950">
                <a:moveTo>
                  <a:pt x="7073" y="57404"/>
                </a:moveTo>
                <a:lnTo>
                  <a:pt x="6667" y="57404"/>
                </a:lnTo>
                <a:lnTo>
                  <a:pt x="6451" y="57404"/>
                </a:lnTo>
                <a:lnTo>
                  <a:pt x="6337" y="57658"/>
                </a:lnTo>
                <a:lnTo>
                  <a:pt x="6807" y="57658"/>
                </a:lnTo>
                <a:lnTo>
                  <a:pt x="6972" y="57785"/>
                </a:lnTo>
                <a:lnTo>
                  <a:pt x="7010" y="57658"/>
                </a:lnTo>
                <a:lnTo>
                  <a:pt x="7073" y="57404"/>
                </a:lnTo>
                <a:close/>
              </a:path>
              <a:path w="120014" h="107950">
                <a:moveTo>
                  <a:pt x="7162" y="31623"/>
                </a:moveTo>
                <a:lnTo>
                  <a:pt x="6934" y="31623"/>
                </a:lnTo>
                <a:lnTo>
                  <a:pt x="7035" y="32131"/>
                </a:lnTo>
                <a:lnTo>
                  <a:pt x="7162" y="31623"/>
                </a:lnTo>
                <a:close/>
              </a:path>
              <a:path w="120014" h="107950">
                <a:moveTo>
                  <a:pt x="7327" y="28956"/>
                </a:moveTo>
                <a:lnTo>
                  <a:pt x="7073" y="28702"/>
                </a:lnTo>
                <a:lnTo>
                  <a:pt x="6934" y="28956"/>
                </a:lnTo>
                <a:lnTo>
                  <a:pt x="7327" y="28956"/>
                </a:lnTo>
                <a:close/>
              </a:path>
              <a:path w="120014" h="107950">
                <a:moveTo>
                  <a:pt x="7378" y="27813"/>
                </a:moveTo>
                <a:lnTo>
                  <a:pt x="7302" y="27508"/>
                </a:lnTo>
                <a:lnTo>
                  <a:pt x="7048" y="27813"/>
                </a:lnTo>
                <a:lnTo>
                  <a:pt x="7378" y="27813"/>
                </a:lnTo>
                <a:close/>
              </a:path>
              <a:path w="120014" h="107950">
                <a:moveTo>
                  <a:pt x="8089" y="56896"/>
                </a:moveTo>
                <a:lnTo>
                  <a:pt x="7759" y="56388"/>
                </a:lnTo>
                <a:lnTo>
                  <a:pt x="7543" y="56896"/>
                </a:lnTo>
                <a:lnTo>
                  <a:pt x="8089" y="56896"/>
                </a:lnTo>
                <a:close/>
              </a:path>
              <a:path w="120014" h="107950">
                <a:moveTo>
                  <a:pt x="8267" y="29464"/>
                </a:moveTo>
                <a:lnTo>
                  <a:pt x="8064" y="28956"/>
                </a:lnTo>
                <a:lnTo>
                  <a:pt x="7645" y="29464"/>
                </a:lnTo>
                <a:lnTo>
                  <a:pt x="8267" y="29464"/>
                </a:lnTo>
                <a:close/>
              </a:path>
              <a:path w="120014" h="107950">
                <a:moveTo>
                  <a:pt x="8801" y="60833"/>
                </a:moveTo>
                <a:lnTo>
                  <a:pt x="8356" y="60325"/>
                </a:lnTo>
                <a:lnTo>
                  <a:pt x="8636" y="60071"/>
                </a:lnTo>
                <a:lnTo>
                  <a:pt x="8331" y="60071"/>
                </a:lnTo>
                <a:lnTo>
                  <a:pt x="8166" y="60325"/>
                </a:lnTo>
                <a:lnTo>
                  <a:pt x="8153" y="60833"/>
                </a:lnTo>
                <a:lnTo>
                  <a:pt x="8801" y="60833"/>
                </a:lnTo>
                <a:close/>
              </a:path>
              <a:path w="120014" h="107950">
                <a:moveTo>
                  <a:pt x="9055" y="56896"/>
                </a:moveTo>
                <a:lnTo>
                  <a:pt x="8610" y="56896"/>
                </a:lnTo>
                <a:lnTo>
                  <a:pt x="8902" y="57404"/>
                </a:lnTo>
                <a:lnTo>
                  <a:pt x="8928" y="57150"/>
                </a:lnTo>
                <a:lnTo>
                  <a:pt x="9055" y="56896"/>
                </a:lnTo>
                <a:close/>
              </a:path>
              <a:path w="120014" h="107950">
                <a:moveTo>
                  <a:pt x="10312" y="29464"/>
                </a:moveTo>
                <a:lnTo>
                  <a:pt x="10134" y="29464"/>
                </a:lnTo>
                <a:lnTo>
                  <a:pt x="10134" y="29603"/>
                </a:lnTo>
                <a:lnTo>
                  <a:pt x="10312" y="29464"/>
                </a:lnTo>
                <a:close/>
              </a:path>
              <a:path w="120014" h="107950">
                <a:moveTo>
                  <a:pt x="10388" y="60579"/>
                </a:moveTo>
                <a:lnTo>
                  <a:pt x="10363" y="60325"/>
                </a:lnTo>
                <a:lnTo>
                  <a:pt x="10185" y="60325"/>
                </a:lnTo>
                <a:lnTo>
                  <a:pt x="9855" y="60579"/>
                </a:lnTo>
                <a:lnTo>
                  <a:pt x="10388" y="60579"/>
                </a:lnTo>
                <a:close/>
              </a:path>
              <a:path w="120014" h="107950">
                <a:moveTo>
                  <a:pt x="10896" y="61341"/>
                </a:moveTo>
                <a:lnTo>
                  <a:pt x="10502" y="61341"/>
                </a:lnTo>
                <a:lnTo>
                  <a:pt x="10655" y="61518"/>
                </a:lnTo>
                <a:lnTo>
                  <a:pt x="10896" y="61341"/>
                </a:lnTo>
                <a:close/>
              </a:path>
              <a:path w="120014" h="107950">
                <a:moveTo>
                  <a:pt x="10972" y="60579"/>
                </a:moveTo>
                <a:lnTo>
                  <a:pt x="10134" y="60833"/>
                </a:lnTo>
                <a:lnTo>
                  <a:pt x="10579" y="60833"/>
                </a:lnTo>
                <a:lnTo>
                  <a:pt x="10655" y="60972"/>
                </a:lnTo>
                <a:lnTo>
                  <a:pt x="10972" y="60579"/>
                </a:lnTo>
                <a:close/>
              </a:path>
              <a:path w="120014" h="107950">
                <a:moveTo>
                  <a:pt x="11899" y="25273"/>
                </a:moveTo>
                <a:lnTo>
                  <a:pt x="11544" y="24638"/>
                </a:lnTo>
                <a:lnTo>
                  <a:pt x="11468" y="25273"/>
                </a:lnTo>
                <a:lnTo>
                  <a:pt x="11899" y="25273"/>
                </a:lnTo>
                <a:close/>
              </a:path>
              <a:path w="120014" h="107950">
                <a:moveTo>
                  <a:pt x="12966" y="24638"/>
                </a:moveTo>
                <a:lnTo>
                  <a:pt x="12738" y="24638"/>
                </a:lnTo>
                <a:lnTo>
                  <a:pt x="12801" y="24155"/>
                </a:lnTo>
                <a:lnTo>
                  <a:pt x="12496" y="24447"/>
                </a:lnTo>
                <a:lnTo>
                  <a:pt x="12636" y="24257"/>
                </a:lnTo>
                <a:lnTo>
                  <a:pt x="12458" y="24358"/>
                </a:lnTo>
                <a:lnTo>
                  <a:pt x="11887" y="24638"/>
                </a:lnTo>
                <a:lnTo>
                  <a:pt x="12166" y="25273"/>
                </a:lnTo>
                <a:lnTo>
                  <a:pt x="12966" y="24638"/>
                </a:lnTo>
                <a:close/>
              </a:path>
              <a:path w="120014" h="107950">
                <a:moveTo>
                  <a:pt x="16497" y="23799"/>
                </a:moveTo>
                <a:lnTo>
                  <a:pt x="16065" y="23622"/>
                </a:lnTo>
                <a:lnTo>
                  <a:pt x="16484" y="23837"/>
                </a:lnTo>
                <a:close/>
              </a:path>
              <a:path w="120014" h="107950">
                <a:moveTo>
                  <a:pt x="18503" y="95758"/>
                </a:moveTo>
                <a:lnTo>
                  <a:pt x="18364" y="95758"/>
                </a:lnTo>
                <a:lnTo>
                  <a:pt x="18008" y="96012"/>
                </a:lnTo>
                <a:lnTo>
                  <a:pt x="18415" y="96012"/>
                </a:lnTo>
                <a:lnTo>
                  <a:pt x="18503" y="95758"/>
                </a:lnTo>
                <a:close/>
              </a:path>
              <a:path w="120014" h="107950">
                <a:moveTo>
                  <a:pt x="19380" y="96520"/>
                </a:moveTo>
                <a:lnTo>
                  <a:pt x="19354" y="96266"/>
                </a:lnTo>
                <a:lnTo>
                  <a:pt x="18770" y="96266"/>
                </a:lnTo>
                <a:lnTo>
                  <a:pt x="18669" y="96520"/>
                </a:lnTo>
                <a:lnTo>
                  <a:pt x="18948" y="96520"/>
                </a:lnTo>
                <a:lnTo>
                  <a:pt x="19011" y="96774"/>
                </a:lnTo>
                <a:lnTo>
                  <a:pt x="19151" y="96774"/>
                </a:lnTo>
                <a:lnTo>
                  <a:pt x="19380" y="96520"/>
                </a:lnTo>
                <a:close/>
              </a:path>
              <a:path w="120014" h="107950">
                <a:moveTo>
                  <a:pt x="19646" y="18923"/>
                </a:moveTo>
                <a:lnTo>
                  <a:pt x="19469" y="18288"/>
                </a:lnTo>
                <a:lnTo>
                  <a:pt x="18884" y="18923"/>
                </a:lnTo>
                <a:lnTo>
                  <a:pt x="19265" y="18923"/>
                </a:lnTo>
                <a:lnTo>
                  <a:pt x="18757" y="19431"/>
                </a:lnTo>
                <a:lnTo>
                  <a:pt x="19253" y="19939"/>
                </a:lnTo>
                <a:lnTo>
                  <a:pt x="19494" y="19431"/>
                </a:lnTo>
                <a:lnTo>
                  <a:pt x="19646" y="18923"/>
                </a:lnTo>
                <a:close/>
              </a:path>
              <a:path w="120014" h="107950">
                <a:moveTo>
                  <a:pt x="19723" y="96266"/>
                </a:moveTo>
                <a:lnTo>
                  <a:pt x="19380" y="96520"/>
                </a:lnTo>
                <a:lnTo>
                  <a:pt x="19634" y="96520"/>
                </a:lnTo>
                <a:lnTo>
                  <a:pt x="19723" y="96266"/>
                </a:lnTo>
                <a:close/>
              </a:path>
              <a:path w="120014" h="107950">
                <a:moveTo>
                  <a:pt x="20408" y="17653"/>
                </a:moveTo>
                <a:lnTo>
                  <a:pt x="18948" y="18288"/>
                </a:lnTo>
                <a:lnTo>
                  <a:pt x="19469" y="18288"/>
                </a:lnTo>
                <a:lnTo>
                  <a:pt x="20218" y="18288"/>
                </a:lnTo>
                <a:lnTo>
                  <a:pt x="20408" y="17653"/>
                </a:lnTo>
                <a:close/>
              </a:path>
              <a:path w="120014" h="107950">
                <a:moveTo>
                  <a:pt x="20815" y="96774"/>
                </a:moveTo>
                <a:lnTo>
                  <a:pt x="20599" y="96774"/>
                </a:lnTo>
                <a:lnTo>
                  <a:pt x="20370" y="96647"/>
                </a:lnTo>
                <a:lnTo>
                  <a:pt x="20307" y="96774"/>
                </a:lnTo>
                <a:lnTo>
                  <a:pt x="19151" y="96774"/>
                </a:lnTo>
                <a:lnTo>
                  <a:pt x="19037" y="96901"/>
                </a:lnTo>
                <a:lnTo>
                  <a:pt x="19011" y="96774"/>
                </a:lnTo>
                <a:lnTo>
                  <a:pt x="18567" y="96774"/>
                </a:lnTo>
                <a:lnTo>
                  <a:pt x="18465" y="97028"/>
                </a:lnTo>
                <a:lnTo>
                  <a:pt x="17919" y="97028"/>
                </a:lnTo>
                <a:lnTo>
                  <a:pt x="18034" y="96774"/>
                </a:lnTo>
                <a:lnTo>
                  <a:pt x="18567" y="96774"/>
                </a:lnTo>
                <a:lnTo>
                  <a:pt x="18669" y="96520"/>
                </a:lnTo>
                <a:lnTo>
                  <a:pt x="18084" y="96659"/>
                </a:lnTo>
                <a:lnTo>
                  <a:pt x="18148" y="96520"/>
                </a:lnTo>
                <a:lnTo>
                  <a:pt x="18643" y="96520"/>
                </a:lnTo>
                <a:lnTo>
                  <a:pt x="18288" y="96266"/>
                </a:lnTo>
                <a:lnTo>
                  <a:pt x="18796" y="96139"/>
                </a:lnTo>
                <a:lnTo>
                  <a:pt x="18859" y="96012"/>
                </a:lnTo>
                <a:lnTo>
                  <a:pt x="18618" y="96012"/>
                </a:lnTo>
                <a:lnTo>
                  <a:pt x="18224" y="96139"/>
                </a:lnTo>
                <a:lnTo>
                  <a:pt x="18046" y="96012"/>
                </a:lnTo>
                <a:lnTo>
                  <a:pt x="17805" y="96164"/>
                </a:lnTo>
                <a:lnTo>
                  <a:pt x="17856" y="96012"/>
                </a:lnTo>
                <a:lnTo>
                  <a:pt x="17932" y="95758"/>
                </a:lnTo>
                <a:lnTo>
                  <a:pt x="18161" y="95758"/>
                </a:lnTo>
                <a:lnTo>
                  <a:pt x="18084" y="95377"/>
                </a:lnTo>
                <a:lnTo>
                  <a:pt x="17856" y="95758"/>
                </a:lnTo>
                <a:lnTo>
                  <a:pt x="16802" y="95758"/>
                </a:lnTo>
                <a:lnTo>
                  <a:pt x="16725" y="96520"/>
                </a:lnTo>
                <a:lnTo>
                  <a:pt x="17145" y="96520"/>
                </a:lnTo>
                <a:lnTo>
                  <a:pt x="17195" y="96012"/>
                </a:lnTo>
                <a:lnTo>
                  <a:pt x="17564" y="96012"/>
                </a:lnTo>
                <a:lnTo>
                  <a:pt x="17284" y="96520"/>
                </a:lnTo>
                <a:lnTo>
                  <a:pt x="16014" y="97028"/>
                </a:lnTo>
                <a:lnTo>
                  <a:pt x="16548" y="97028"/>
                </a:lnTo>
                <a:lnTo>
                  <a:pt x="16764" y="97409"/>
                </a:lnTo>
                <a:lnTo>
                  <a:pt x="16687" y="97028"/>
                </a:lnTo>
                <a:lnTo>
                  <a:pt x="18351" y="97409"/>
                </a:lnTo>
                <a:lnTo>
                  <a:pt x="18732" y="97409"/>
                </a:lnTo>
                <a:lnTo>
                  <a:pt x="19265" y="97536"/>
                </a:lnTo>
                <a:lnTo>
                  <a:pt x="19392" y="97409"/>
                </a:lnTo>
                <a:lnTo>
                  <a:pt x="19786" y="97028"/>
                </a:lnTo>
                <a:lnTo>
                  <a:pt x="20269" y="97028"/>
                </a:lnTo>
                <a:lnTo>
                  <a:pt x="20485" y="97028"/>
                </a:lnTo>
                <a:lnTo>
                  <a:pt x="20815" y="96774"/>
                </a:lnTo>
                <a:close/>
              </a:path>
              <a:path w="120014" h="107950">
                <a:moveTo>
                  <a:pt x="21869" y="96012"/>
                </a:moveTo>
                <a:lnTo>
                  <a:pt x="21729" y="95885"/>
                </a:lnTo>
                <a:lnTo>
                  <a:pt x="21399" y="96012"/>
                </a:lnTo>
                <a:lnTo>
                  <a:pt x="21869" y="96012"/>
                </a:lnTo>
                <a:close/>
              </a:path>
              <a:path w="120014" h="107950">
                <a:moveTo>
                  <a:pt x="22072" y="18796"/>
                </a:moveTo>
                <a:lnTo>
                  <a:pt x="21805" y="18288"/>
                </a:lnTo>
                <a:lnTo>
                  <a:pt x="21996" y="18884"/>
                </a:lnTo>
                <a:close/>
              </a:path>
              <a:path w="120014" h="107950">
                <a:moveTo>
                  <a:pt x="23431" y="96647"/>
                </a:moveTo>
                <a:lnTo>
                  <a:pt x="23228" y="96774"/>
                </a:lnTo>
                <a:lnTo>
                  <a:pt x="23380" y="96774"/>
                </a:lnTo>
                <a:lnTo>
                  <a:pt x="23431" y="96647"/>
                </a:lnTo>
                <a:close/>
              </a:path>
              <a:path w="120014" h="107950">
                <a:moveTo>
                  <a:pt x="23444" y="96520"/>
                </a:moveTo>
                <a:lnTo>
                  <a:pt x="23063" y="96266"/>
                </a:lnTo>
                <a:lnTo>
                  <a:pt x="22631" y="96266"/>
                </a:lnTo>
                <a:lnTo>
                  <a:pt x="22212" y="95758"/>
                </a:lnTo>
                <a:lnTo>
                  <a:pt x="22034" y="96012"/>
                </a:lnTo>
                <a:lnTo>
                  <a:pt x="21755" y="96266"/>
                </a:lnTo>
                <a:lnTo>
                  <a:pt x="21196" y="96012"/>
                </a:lnTo>
                <a:lnTo>
                  <a:pt x="20599" y="96151"/>
                </a:lnTo>
                <a:lnTo>
                  <a:pt x="20535" y="96012"/>
                </a:lnTo>
                <a:lnTo>
                  <a:pt x="19913" y="96012"/>
                </a:lnTo>
                <a:lnTo>
                  <a:pt x="19304" y="96012"/>
                </a:lnTo>
                <a:lnTo>
                  <a:pt x="19164" y="95758"/>
                </a:lnTo>
                <a:lnTo>
                  <a:pt x="19024" y="95377"/>
                </a:lnTo>
                <a:lnTo>
                  <a:pt x="18961" y="95758"/>
                </a:lnTo>
                <a:lnTo>
                  <a:pt x="18872" y="96012"/>
                </a:lnTo>
                <a:lnTo>
                  <a:pt x="18821" y="96139"/>
                </a:lnTo>
                <a:lnTo>
                  <a:pt x="19253" y="96024"/>
                </a:lnTo>
                <a:lnTo>
                  <a:pt x="19354" y="96266"/>
                </a:lnTo>
                <a:lnTo>
                  <a:pt x="19608" y="96266"/>
                </a:lnTo>
                <a:lnTo>
                  <a:pt x="19761" y="96139"/>
                </a:lnTo>
                <a:lnTo>
                  <a:pt x="19723" y="96266"/>
                </a:lnTo>
                <a:lnTo>
                  <a:pt x="20078" y="96266"/>
                </a:lnTo>
                <a:lnTo>
                  <a:pt x="20675" y="96266"/>
                </a:lnTo>
                <a:lnTo>
                  <a:pt x="20815" y="96520"/>
                </a:lnTo>
                <a:lnTo>
                  <a:pt x="21183" y="96520"/>
                </a:lnTo>
                <a:lnTo>
                  <a:pt x="20840" y="96774"/>
                </a:lnTo>
                <a:lnTo>
                  <a:pt x="21336" y="96520"/>
                </a:lnTo>
                <a:lnTo>
                  <a:pt x="21374" y="96774"/>
                </a:lnTo>
                <a:lnTo>
                  <a:pt x="21742" y="96570"/>
                </a:lnTo>
                <a:lnTo>
                  <a:pt x="22021" y="96520"/>
                </a:lnTo>
                <a:lnTo>
                  <a:pt x="22212" y="96520"/>
                </a:lnTo>
                <a:lnTo>
                  <a:pt x="22580" y="96520"/>
                </a:lnTo>
                <a:lnTo>
                  <a:pt x="22580" y="96685"/>
                </a:lnTo>
                <a:lnTo>
                  <a:pt x="23444" y="96520"/>
                </a:lnTo>
                <a:close/>
              </a:path>
              <a:path w="120014" h="107950">
                <a:moveTo>
                  <a:pt x="24155" y="95859"/>
                </a:moveTo>
                <a:lnTo>
                  <a:pt x="24142" y="95478"/>
                </a:lnTo>
                <a:lnTo>
                  <a:pt x="23990" y="95758"/>
                </a:lnTo>
                <a:lnTo>
                  <a:pt x="24155" y="95859"/>
                </a:lnTo>
                <a:close/>
              </a:path>
              <a:path w="120014" h="107950">
                <a:moveTo>
                  <a:pt x="24206" y="24130"/>
                </a:moveTo>
                <a:lnTo>
                  <a:pt x="23761" y="24130"/>
                </a:lnTo>
                <a:lnTo>
                  <a:pt x="24117" y="24638"/>
                </a:lnTo>
                <a:lnTo>
                  <a:pt x="24206" y="24130"/>
                </a:lnTo>
                <a:close/>
              </a:path>
              <a:path w="120014" h="107950">
                <a:moveTo>
                  <a:pt x="24460" y="16256"/>
                </a:moveTo>
                <a:lnTo>
                  <a:pt x="24231" y="16256"/>
                </a:lnTo>
                <a:lnTo>
                  <a:pt x="23926" y="15900"/>
                </a:lnTo>
                <a:lnTo>
                  <a:pt x="23926" y="16256"/>
                </a:lnTo>
                <a:lnTo>
                  <a:pt x="23825" y="16002"/>
                </a:lnTo>
                <a:lnTo>
                  <a:pt x="23926" y="16256"/>
                </a:lnTo>
                <a:lnTo>
                  <a:pt x="23926" y="15900"/>
                </a:lnTo>
                <a:lnTo>
                  <a:pt x="23787" y="15722"/>
                </a:lnTo>
                <a:lnTo>
                  <a:pt x="23723" y="15201"/>
                </a:lnTo>
                <a:lnTo>
                  <a:pt x="23571" y="15303"/>
                </a:lnTo>
                <a:lnTo>
                  <a:pt x="23583" y="15455"/>
                </a:lnTo>
                <a:lnTo>
                  <a:pt x="23114" y="15557"/>
                </a:lnTo>
                <a:lnTo>
                  <a:pt x="21869" y="16256"/>
                </a:lnTo>
                <a:lnTo>
                  <a:pt x="22021" y="16256"/>
                </a:lnTo>
                <a:lnTo>
                  <a:pt x="22491" y="16713"/>
                </a:lnTo>
                <a:lnTo>
                  <a:pt x="21996" y="17272"/>
                </a:lnTo>
                <a:lnTo>
                  <a:pt x="22606" y="17272"/>
                </a:lnTo>
                <a:lnTo>
                  <a:pt x="22796" y="17272"/>
                </a:lnTo>
                <a:lnTo>
                  <a:pt x="23088" y="17272"/>
                </a:lnTo>
                <a:lnTo>
                  <a:pt x="22974" y="17818"/>
                </a:lnTo>
                <a:lnTo>
                  <a:pt x="22644" y="17272"/>
                </a:lnTo>
                <a:lnTo>
                  <a:pt x="22936" y="18008"/>
                </a:lnTo>
                <a:lnTo>
                  <a:pt x="22885" y="18288"/>
                </a:lnTo>
                <a:lnTo>
                  <a:pt x="23037" y="18288"/>
                </a:lnTo>
                <a:lnTo>
                  <a:pt x="23279" y="18288"/>
                </a:lnTo>
                <a:lnTo>
                  <a:pt x="23291" y="17272"/>
                </a:lnTo>
                <a:lnTo>
                  <a:pt x="24155" y="17272"/>
                </a:lnTo>
                <a:lnTo>
                  <a:pt x="23152" y="16446"/>
                </a:lnTo>
                <a:lnTo>
                  <a:pt x="22987" y="16510"/>
                </a:lnTo>
                <a:lnTo>
                  <a:pt x="22885" y="16256"/>
                </a:lnTo>
                <a:lnTo>
                  <a:pt x="22707" y="16256"/>
                </a:lnTo>
                <a:lnTo>
                  <a:pt x="23672" y="16256"/>
                </a:lnTo>
                <a:lnTo>
                  <a:pt x="24269" y="16891"/>
                </a:lnTo>
                <a:lnTo>
                  <a:pt x="24460" y="16256"/>
                </a:lnTo>
                <a:close/>
              </a:path>
              <a:path w="120014" h="107950">
                <a:moveTo>
                  <a:pt x="24714" y="96012"/>
                </a:moveTo>
                <a:lnTo>
                  <a:pt x="24460" y="96012"/>
                </a:lnTo>
                <a:lnTo>
                  <a:pt x="24130" y="96266"/>
                </a:lnTo>
                <a:lnTo>
                  <a:pt x="24714" y="96012"/>
                </a:lnTo>
                <a:close/>
              </a:path>
              <a:path w="120014" h="107950">
                <a:moveTo>
                  <a:pt x="25031" y="94742"/>
                </a:moveTo>
                <a:lnTo>
                  <a:pt x="25019" y="94488"/>
                </a:lnTo>
                <a:lnTo>
                  <a:pt x="24460" y="94361"/>
                </a:lnTo>
                <a:lnTo>
                  <a:pt x="24193" y="94742"/>
                </a:lnTo>
                <a:lnTo>
                  <a:pt x="24091" y="94869"/>
                </a:lnTo>
                <a:lnTo>
                  <a:pt x="23291" y="95250"/>
                </a:lnTo>
                <a:lnTo>
                  <a:pt x="24155" y="95250"/>
                </a:lnTo>
                <a:lnTo>
                  <a:pt x="24295" y="95250"/>
                </a:lnTo>
                <a:lnTo>
                  <a:pt x="24498" y="95250"/>
                </a:lnTo>
                <a:lnTo>
                  <a:pt x="24587" y="94869"/>
                </a:lnTo>
                <a:lnTo>
                  <a:pt x="24777" y="94742"/>
                </a:lnTo>
                <a:lnTo>
                  <a:pt x="24739" y="94869"/>
                </a:lnTo>
                <a:lnTo>
                  <a:pt x="25031" y="94742"/>
                </a:lnTo>
                <a:close/>
              </a:path>
              <a:path w="120014" h="107950">
                <a:moveTo>
                  <a:pt x="25209" y="96774"/>
                </a:moveTo>
                <a:lnTo>
                  <a:pt x="25158" y="96520"/>
                </a:lnTo>
                <a:lnTo>
                  <a:pt x="24777" y="96380"/>
                </a:lnTo>
                <a:lnTo>
                  <a:pt x="24803" y="96520"/>
                </a:lnTo>
                <a:lnTo>
                  <a:pt x="24650" y="96520"/>
                </a:lnTo>
                <a:lnTo>
                  <a:pt x="24422" y="96520"/>
                </a:lnTo>
                <a:lnTo>
                  <a:pt x="24218" y="96520"/>
                </a:lnTo>
                <a:lnTo>
                  <a:pt x="24155" y="96647"/>
                </a:lnTo>
                <a:lnTo>
                  <a:pt x="24104" y="96774"/>
                </a:lnTo>
                <a:lnTo>
                  <a:pt x="24409" y="96774"/>
                </a:lnTo>
                <a:lnTo>
                  <a:pt x="25209" y="96774"/>
                </a:lnTo>
                <a:close/>
              </a:path>
              <a:path w="120014" h="107950">
                <a:moveTo>
                  <a:pt x="25565" y="94488"/>
                </a:moveTo>
                <a:lnTo>
                  <a:pt x="25425" y="94361"/>
                </a:lnTo>
                <a:lnTo>
                  <a:pt x="25374" y="94234"/>
                </a:lnTo>
                <a:lnTo>
                  <a:pt x="25260" y="94361"/>
                </a:lnTo>
                <a:lnTo>
                  <a:pt x="25171" y="94869"/>
                </a:lnTo>
                <a:lnTo>
                  <a:pt x="25565" y="94869"/>
                </a:lnTo>
                <a:lnTo>
                  <a:pt x="25565" y="94488"/>
                </a:lnTo>
                <a:close/>
              </a:path>
              <a:path w="120014" h="107950">
                <a:moveTo>
                  <a:pt x="25730" y="95758"/>
                </a:moveTo>
                <a:lnTo>
                  <a:pt x="25171" y="96012"/>
                </a:lnTo>
                <a:lnTo>
                  <a:pt x="25336" y="96012"/>
                </a:lnTo>
                <a:lnTo>
                  <a:pt x="25666" y="96012"/>
                </a:lnTo>
                <a:lnTo>
                  <a:pt x="25730" y="95758"/>
                </a:lnTo>
                <a:close/>
              </a:path>
              <a:path w="120014" h="107950">
                <a:moveTo>
                  <a:pt x="26504" y="94742"/>
                </a:moveTo>
                <a:lnTo>
                  <a:pt x="26111" y="94361"/>
                </a:lnTo>
                <a:lnTo>
                  <a:pt x="26174" y="94742"/>
                </a:lnTo>
                <a:lnTo>
                  <a:pt x="26504" y="94742"/>
                </a:lnTo>
                <a:close/>
              </a:path>
              <a:path w="120014" h="107950">
                <a:moveTo>
                  <a:pt x="26517" y="70866"/>
                </a:moveTo>
                <a:lnTo>
                  <a:pt x="25806" y="70866"/>
                </a:lnTo>
                <a:lnTo>
                  <a:pt x="25438" y="71120"/>
                </a:lnTo>
                <a:lnTo>
                  <a:pt x="26428" y="71120"/>
                </a:lnTo>
                <a:lnTo>
                  <a:pt x="26517" y="70866"/>
                </a:lnTo>
                <a:close/>
              </a:path>
              <a:path w="120014" h="107950">
                <a:moveTo>
                  <a:pt x="26797" y="70866"/>
                </a:moveTo>
                <a:lnTo>
                  <a:pt x="26606" y="70612"/>
                </a:lnTo>
                <a:lnTo>
                  <a:pt x="26517" y="70866"/>
                </a:lnTo>
                <a:lnTo>
                  <a:pt x="26797" y="70866"/>
                </a:lnTo>
                <a:close/>
              </a:path>
              <a:path w="120014" h="107950">
                <a:moveTo>
                  <a:pt x="27203" y="95758"/>
                </a:moveTo>
                <a:lnTo>
                  <a:pt x="27012" y="95897"/>
                </a:lnTo>
                <a:lnTo>
                  <a:pt x="27139" y="95872"/>
                </a:lnTo>
                <a:close/>
              </a:path>
              <a:path w="120014" h="107950">
                <a:moveTo>
                  <a:pt x="27393" y="94488"/>
                </a:moveTo>
                <a:lnTo>
                  <a:pt x="27165" y="94488"/>
                </a:lnTo>
                <a:lnTo>
                  <a:pt x="27343" y="94627"/>
                </a:lnTo>
                <a:lnTo>
                  <a:pt x="27393" y="94488"/>
                </a:lnTo>
                <a:close/>
              </a:path>
              <a:path w="120014" h="107950">
                <a:moveTo>
                  <a:pt x="29387" y="70866"/>
                </a:moveTo>
                <a:lnTo>
                  <a:pt x="26797" y="70866"/>
                </a:lnTo>
                <a:lnTo>
                  <a:pt x="26911" y="71120"/>
                </a:lnTo>
                <a:lnTo>
                  <a:pt x="27584" y="71501"/>
                </a:lnTo>
                <a:lnTo>
                  <a:pt x="27571" y="71120"/>
                </a:lnTo>
                <a:lnTo>
                  <a:pt x="27825" y="71120"/>
                </a:lnTo>
                <a:lnTo>
                  <a:pt x="27825" y="71628"/>
                </a:lnTo>
                <a:lnTo>
                  <a:pt x="27825" y="71755"/>
                </a:lnTo>
                <a:lnTo>
                  <a:pt x="28003" y="71628"/>
                </a:lnTo>
                <a:lnTo>
                  <a:pt x="28714" y="71120"/>
                </a:lnTo>
                <a:lnTo>
                  <a:pt x="28956" y="71120"/>
                </a:lnTo>
                <a:lnTo>
                  <a:pt x="29070" y="71374"/>
                </a:lnTo>
                <a:lnTo>
                  <a:pt x="29171" y="71628"/>
                </a:lnTo>
                <a:lnTo>
                  <a:pt x="29248" y="71374"/>
                </a:lnTo>
                <a:lnTo>
                  <a:pt x="29311" y="71120"/>
                </a:lnTo>
                <a:lnTo>
                  <a:pt x="29387" y="70866"/>
                </a:lnTo>
                <a:close/>
              </a:path>
              <a:path w="120014" h="107950">
                <a:moveTo>
                  <a:pt x="29629" y="70866"/>
                </a:moveTo>
                <a:lnTo>
                  <a:pt x="29451" y="70612"/>
                </a:lnTo>
                <a:lnTo>
                  <a:pt x="29387" y="70866"/>
                </a:lnTo>
                <a:lnTo>
                  <a:pt x="29629" y="70866"/>
                </a:lnTo>
                <a:close/>
              </a:path>
              <a:path w="120014" h="107950">
                <a:moveTo>
                  <a:pt x="30632" y="94742"/>
                </a:moveTo>
                <a:lnTo>
                  <a:pt x="30505" y="94488"/>
                </a:lnTo>
                <a:lnTo>
                  <a:pt x="29044" y="94488"/>
                </a:lnTo>
                <a:lnTo>
                  <a:pt x="28917" y="94488"/>
                </a:lnTo>
                <a:lnTo>
                  <a:pt x="27940" y="94488"/>
                </a:lnTo>
                <a:lnTo>
                  <a:pt x="27495" y="94488"/>
                </a:lnTo>
                <a:lnTo>
                  <a:pt x="27711" y="94615"/>
                </a:lnTo>
                <a:lnTo>
                  <a:pt x="27495" y="94742"/>
                </a:lnTo>
                <a:lnTo>
                  <a:pt x="27305" y="94742"/>
                </a:lnTo>
                <a:lnTo>
                  <a:pt x="27266" y="94869"/>
                </a:lnTo>
                <a:lnTo>
                  <a:pt x="27546" y="94869"/>
                </a:lnTo>
                <a:lnTo>
                  <a:pt x="27520" y="94742"/>
                </a:lnTo>
                <a:lnTo>
                  <a:pt x="27711" y="94627"/>
                </a:lnTo>
                <a:lnTo>
                  <a:pt x="27927" y="94742"/>
                </a:lnTo>
                <a:lnTo>
                  <a:pt x="28346" y="94742"/>
                </a:lnTo>
                <a:lnTo>
                  <a:pt x="29044" y="94742"/>
                </a:lnTo>
                <a:lnTo>
                  <a:pt x="29311" y="94805"/>
                </a:lnTo>
                <a:lnTo>
                  <a:pt x="29540" y="94869"/>
                </a:lnTo>
                <a:lnTo>
                  <a:pt x="30264" y="95250"/>
                </a:lnTo>
                <a:lnTo>
                  <a:pt x="30137" y="94869"/>
                </a:lnTo>
                <a:lnTo>
                  <a:pt x="30086" y="94742"/>
                </a:lnTo>
                <a:lnTo>
                  <a:pt x="30632" y="94742"/>
                </a:lnTo>
                <a:close/>
              </a:path>
              <a:path w="120014" h="107950">
                <a:moveTo>
                  <a:pt x="30810" y="94488"/>
                </a:moveTo>
                <a:lnTo>
                  <a:pt x="30505" y="94488"/>
                </a:lnTo>
                <a:lnTo>
                  <a:pt x="30746" y="94678"/>
                </a:lnTo>
                <a:lnTo>
                  <a:pt x="30810" y="94488"/>
                </a:lnTo>
                <a:close/>
              </a:path>
              <a:path w="120014" h="107950">
                <a:moveTo>
                  <a:pt x="30937" y="94869"/>
                </a:moveTo>
                <a:lnTo>
                  <a:pt x="30695" y="94869"/>
                </a:lnTo>
                <a:lnTo>
                  <a:pt x="30632" y="94742"/>
                </a:lnTo>
                <a:lnTo>
                  <a:pt x="30607" y="95377"/>
                </a:lnTo>
                <a:lnTo>
                  <a:pt x="30708" y="95250"/>
                </a:lnTo>
                <a:lnTo>
                  <a:pt x="30873" y="95148"/>
                </a:lnTo>
                <a:lnTo>
                  <a:pt x="30937" y="94869"/>
                </a:lnTo>
                <a:close/>
              </a:path>
              <a:path w="120014" h="107950">
                <a:moveTo>
                  <a:pt x="31038" y="94488"/>
                </a:moveTo>
                <a:lnTo>
                  <a:pt x="30822" y="94488"/>
                </a:lnTo>
                <a:lnTo>
                  <a:pt x="31000" y="94602"/>
                </a:lnTo>
                <a:close/>
              </a:path>
              <a:path w="120014" h="107950">
                <a:moveTo>
                  <a:pt x="32473" y="73406"/>
                </a:moveTo>
                <a:lnTo>
                  <a:pt x="32169" y="73533"/>
                </a:lnTo>
                <a:lnTo>
                  <a:pt x="32359" y="73533"/>
                </a:lnTo>
                <a:lnTo>
                  <a:pt x="32473" y="73406"/>
                </a:lnTo>
                <a:close/>
              </a:path>
              <a:path w="120014" h="107950">
                <a:moveTo>
                  <a:pt x="32613" y="72136"/>
                </a:moveTo>
                <a:lnTo>
                  <a:pt x="32245" y="72136"/>
                </a:lnTo>
                <a:lnTo>
                  <a:pt x="32397" y="72390"/>
                </a:lnTo>
                <a:lnTo>
                  <a:pt x="32613" y="72136"/>
                </a:lnTo>
                <a:close/>
              </a:path>
              <a:path w="120014" h="107950">
                <a:moveTo>
                  <a:pt x="32994" y="73025"/>
                </a:moveTo>
                <a:lnTo>
                  <a:pt x="32842" y="72771"/>
                </a:lnTo>
                <a:lnTo>
                  <a:pt x="32994" y="73025"/>
                </a:lnTo>
                <a:close/>
              </a:path>
              <a:path w="120014" h="107950">
                <a:moveTo>
                  <a:pt x="33324" y="73025"/>
                </a:moveTo>
                <a:lnTo>
                  <a:pt x="32994" y="73025"/>
                </a:lnTo>
                <a:lnTo>
                  <a:pt x="32664" y="73025"/>
                </a:lnTo>
                <a:lnTo>
                  <a:pt x="32816" y="73279"/>
                </a:lnTo>
                <a:lnTo>
                  <a:pt x="33185" y="73279"/>
                </a:lnTo>
                <a:lnTo>
                  <a:pt x="33324" y="73025"/>
                </a:lnTo>
                <a:close/>
              </a:path>
              <a:path w="120014" h="107950">
                <a:moveTo>
                  <a:pt x="33375" y="73533"/>
                </a:moveTo>
                <a:lnTo>
                  <a:pt x="32791" y="73279"/>
                </a:lnTo>
                <a:lnTo>
                  <a:pt x="32880" y="73533"/>
                </a:lnTo>
                <a:lnTo>
                  <a:pt x="32969" y="73787"/>
                </a:lnTo>
                <a:lnTo>
                  <a:pt x="33045" y="73533"/>
                </a:lnTo>
                <a:lnTo>
                  <a:pt x="33375" y="73533"/>
                </a:lnTo>
                <a:close/>
              </a:path>
              <a:path w="120014" h="107950">
                <a:moveTo>
                  <a:pt x="34455" y="20955"/>
                </a:moveTo>
                <a:lnTo>
                  <a:pt x="34277" y="20916"/>
                </a:lnTo>
                <a:lnTo>
                  <a:pt x="34455" y="20955"/>
                </a:lnTo>
                <a:close/>
              </a:path>
              <a:path w="120014" h="107950">
                <a:moveTo>
                  <a:pt x="36410" y="9906"/>
                </a:moveTo>
                <a:lnTo>
                  <a:pt x="36106" y="8763"/>
                </a:lnTo>
                <a:lnTo>
                  <a:pt x="36144" y="9906"/>
                </a:lnTo>
                <a:lnTo>
                  <a:pt x="36410" y="9906"/>
                </a:lnTo>
                <a:close/>
              </a:path>
              <a:path w="120014" h="107950">
                <a:moveTo>
                  <a:pt x="37007" y="70866"/>
                </a:moveTo>
                <a:lnTo>
                  <a:pt x="36741" y="70866"/>
                </a:lnTo>
                <a:lnTo>
                  <a:pt x="36664" y="71120"/>
                </a:lnTo>
                <a:lnTo>
                  <a:pt x="37007" y="70866"/>
                </a:lnTo>
                <a:close/>
              </a:path>
              <a:path w="120014" h="107950">
                <a:moveTo>
                  <a:pt x="38328" y="70866"/>
                </a:moveTo>
                <a:lnTo>
                  <a:pt x="38087" y="70866"/>
                </a:lnTo>
                <a:lnTo>
                  <a:pt x="38061" y="71120"/>
                </a:lnTo>
                <a:lnTo>
                  <a:pt x="38227" y="71120"/>
                </a:lnTo>
                <a:lnTo>
                  <a:pt x="38328" y="70866"/>
                </a:lnTo>
                <a:close/>
              </a:path>
              <a:path w="120014" h="107950">
                <a:moveTo>
                  <a:pt x="38430" y="71501"/>
                </a:moveTo>
                <a:lnTo>
                  <a:pt x="38366" y="71374"/>
                </a:lnTo>
                <a:lnTo>
                  <a:pt x="38188" y="71374"/>
                </a:lnTo>
                <a:lnTo>
                  <a:pt x="38430" y="71501"/>
                </a:lnTo>
                <a:close/>
              </a:path>
              <a:path w="120014" h="107950">
                <a:moveTo>
                  <a:pt x="38608" y="6731"/>
                </a:moveTo>
                <a:lnTo>
                  <a:pt x="38277" y="6731"/>
                </a:lnTo>
                <a:lnTo>
                  <a:pt x="38315" y="7747"/>
                </a:lnTo>
                <a:lnTo>
                  <a:pt x="38608" y="6731"/>
                </a:lnTo>
                <a:close/>
              </a:path>
              <a:path w="120014" h="107950">
                <a:moveTo>
                  <a:pt x="40093" y="72136"/>
                </a:moveTo>
                <a:lnTo>
                  <a:pt x="39966" y="71882"/>
                </a:lnTo>
                <a:lnTo>
                  <a:pt x="39789" y="71882"/>
                </a:lnTo>
                <a:lnTo>
                  <a:pt x="39204" y="72136"/>
                </a:lnTo>
                <a:lnTo>
                  <a:pt x="40093" y="72136"/>
                </a:lnTo>
                <a:close/>
              </a:path>
              <a:path w="120014" h="107950">
                <a:moveTo>
                  <a:pt x="40525" y="72771"/>
                </a:moveTo>
                <a:lnTo>
                  <a:pt x="40360" y="72771"/>
                </a:lnTo>
                <a:lnTo>
                  <a:pt x="40259" y="73025"/>
                </a:lnTo>
                <a:lnTo>
                  <a:pt x="40525" y="72771"/>
                </a:lnTo>
                <a:close/>
              </a:path>
              <a:path w="120014" h="107950">
                <a:moveTo>
                  <a:pt x="41249" y="71882"/>
                </a:moveTo>
                <a:lnTo>
                  <a:pt x="41059" y="72136"/>
                </a:lnTo>
                <a:lnTo>
                  <a:pt x="40932" y="72288"/>
                </a:lnTo>
                <a:lnTo>
                  <a:pt x="40614" y="72136"/>
                </a:lnTo>
                <a:lnTo>
                  <a:pt x="40881" y="72351"/>
                </a:lnTo>
                <a:lnTo>
                  <a:pt x="40411" y="72390"/>
                </a:lnTo>
                <a:lnTo>
                  <a:pt x="40322" y="72136"/>
                </a:lnTo>
                <a:lnTo>
                  <a:pt x="40233" y="71882"/>
                </a:lnTo>
                <a:lnTo>
                  <a:pt x="40093" y="72136"/>
                </a:lnTo>
                <a:lnTo>
                  <a:pt x="39979" y="72390"/>
                </a:lnTo>
                <a:lnTo>
                  <a:pt x="40233" y="72390"/>
                </a:lnTo>
                <a:lnTo>
                  <a:pt x="40830" y="72771"/>
                </a:lnTo>
                <a:lnTo>
                  <a:pt x="40944" y="72390"/>
                </a:lnTo>
                <a:lnTo>
                  <a:pt x="41160" y="72390"/>
                </a:lnTo>
                <a:lnTo>
                  <a:pt x="41211" y="72136"/>
                </a:lnTo>
                <a:lnTo>
                  <a:pt x="41249" y="71882"/>
                </a:lnTo>
                <a:close/>
              </a:path>
              <a:path w="120014" h="107950">
                <a:moveTo>
                  <a:pt x="41351" y="7747"/>
                </a:moveTo>
                <a:lnTo>
                  <a:pt x="41097" y="6731"/>
                </a:lnTo>
                <a:lnTo>
                  <a:pt x="41313" y="5334"/>
                </a:lnTo>
                <a:lnTo>
                  <a:pt x="40932" y="5334"/>
                </a:lnTo>
                <a:lnTo>
                  <a:pt x="40957" y="6731"/>
                </a:lnTo>
                <a:lnTo>
                  <a:pt x="41109" y="7747"/>
                </a:lnTo>
                <a:lnTo>
                  <a:pt x="41351" y="7747"/>
                </a:lnTo>
                <a:close/>
              </a:path>
              <a:path w="120014" h="107950">
                <a:moveTo>
                  <a:pt x="41465" y="71882"/>
                </a:moveTo>
                <a:lnTo>
                  <a:pt x="41008" y="71628"/>
                </a:lnTo>
                <a:lnTo>
                  <a:pt x="40944" y="71882"/>
                </a:lnTo>
                <a:lnTo>
                  <a:pt x="41249" y="71882"/>
                </a:lnTo>
                <a:lnTo>
                  <a:pt x="41465" y="71882"/>
                </a:lnTo>
                <a:close/>
              </a:path>
              <a:path w="120014" h="107950">
                <a:moveTo>
                  <a:pt x="41643" y="20955"/>
                </a:moveTo>
                <a:lnTo>
                  <a:pt x="41236" y="20955"/>
                </a:lnTo>
                <a:lnTo>
                  <a:pt x="41109" y="21336"/>
                </a:lnTo>
                <a:lnTo>
                  <a:pt x="41643" y="20955"/>
                </a:lnTo>
                <a:close/>
              </a:path>
              <a:path w="120014" h="107950">
                <a:moveTo>
                  <a:pt x="43878" y="71767"/>
                </a:moveTo>
                <a:lnTo>
                  <a:pt x="43459" y="71882"/>
                </a:lnTo>
                <a:lnTo>
                  <a:pt x="43764" y="71882"/>
                </a:lnTo>
                <a:close/>
              </a:path>
              <a:path w="120014" h="107950">
                <a:moveTo>
                  <a:pt x="44272" y="71374"/>
                </a:moveTo>
                <a:lnTo>
                  <a:pt x="43713" y="71374"/>
                </a:lnTo>
                <a:lnTo>
                  <a:pt x="43840" y="71628"/>
                </a:lnTo>
                <a:lnTo>
                  <a:pt x="43891" y="71755"/>
                </a:lnTo>
                <a:lnTo>
                  <a:pt x="44272" y="71374"/>
                </a:lnTo>
                <a:close/>
              </a:path>
              <a:path w="120014" h="107950">
                <a:moveTo>
                  <a:pt x="44335" y="71628"/>
                </a:moveTo>
                <a:lnTo>
                  <a:pt x="43891" y="71755"/>
                </a:lnTo>
                <a:lnTo>
                  <a:pt x="43954" y="71882"/>
                </a:lnTo>
                <a:lnTo>
                  <a:pt x="44272" y="71882"/>
                </a:lnTo>
                <a:lnTo>
                  <a:pt x="44335" y="71628"/>
                </a:lnTo>
                <a:close/>
              </a:path>
              <a:path w="120014" h="107950">
                <a:moveTo>
                  <a:pt x="48044" y="72136"/>
                </a:moveTo>
                <a:lnTo>
                  <a:pt x="48031" y="71882"/>
                </a:lnTo>
                <a:lnTo>
                  <a:pt x="47726" y="71882"/>
                </a:lnTo>
                <a:lnTo>
                  <a:pt x="47561" y="72136"/>
                </a:lnTo>
                <a:lnTo>
                  <a:pt x="48044" y="72136"/>
                </a:lnTo>
                <a:close/>
              </a:path>
              <a:path w="120014" h="107950">
                <a:moveTo>
                  <a:pt x="48691" y="93091"/>
                </a:moveTo>
                <a:lnTo>
                  <a:pt x="48374" y="93091"/>
                </a:lnTo>
                <a:lnTo>
                  <a:pt x="48628" y="93345"/>
                </a:lnTo>
                <a:lnTo>
                  <a:pt x="48691" y="93091"/>
                </a:lnTo>
                <a:close/>
              </a:path>
              <a:path w="120014" h="107950">
                <a:moveTo>
                  <a:pt x="48717" y="2349"/>
                </a:moveTo>
                <a:lnTo>
                  <a:pt x="48704" y="2159"/>
                </a:lnTo>
                <a:lnTo>
                  <a:pt x="48450" y="2159"/>
                </a:lnTo>
                <a:lnTo>
                  <a:pt x="48717" y="2349"/>
                </a:lnTo>
                <a:close/>
              </a:path>
              <a:path w="120014" h="107950">
                <a:moveTo>
                  <a:pt x="48844" y="72136"/>
                </a:moveTo>
                <a:lnTo>
                  <a:pt x="48755" y="71882"/>
                </a:lnTo>
                <a:lnTo>
                  <a:pt x="48666" y="71628"/>
                </a:lnTo>
                <a:lnTo>
                  <a:pt x="48310" y="72136"/>
                </a:lnTo>
                <a:lnTo>
                  <a:pt x="48844" y="72136"/>
                </a:lnTo>
                <a:close/>
              </a:path>
              <a:path w="120014" h="107950">
                <a:moveTo>
                  <a:pt x="50330" y="71882"/>
                </a:moveTo>
                <a:lnTo>
                  <a:pt x="49847" y="71882"/>
                </a:lnTo>
                <a:lnTo>
                  <a:pt x="50152" y="72136"/>
                </a:lnTo>
                <a:lnTo>
                  <a:pt x="50304" y="72136"/>
                </a:lnTo>
                <a:lnTo>
                  <a:pt x="50330" y="71882"/>
                </a:lnTo>
                <a:close/>
              </a:path>
              <a:path w="120014" h="107950">
                <a:moveTo>
                  <a:pt x="51511" y="254"/>
                </a:moveTo>
                <a:lnTo>
                  <a:pt x="51257" y="254"/>
                </a:lnTo>
                <a:lnTo>
                  <a:pt x="51231" y="0"/>
                </a:lnTo>
                <a:lnTo>
                  <a:pt x="51092" y="254"/>
                </a:lnTo>
                <a:lnTo>
                  <a:pt x="50863" y="254"/>
                </a:lnTo>
                <a:lnTo>
                  <a:pt x="50863" y="977"/>
                </a:lnTo>
                <a:lnTo>
                  <a:pt x="51511" y="254"/>
                </a:lnTo>
                <a:close/>
              </a:path>
              <a:path w="120014" h="107950">
                <a:moveTo>
                  <a:pt x="54902" y="35306"/>
                </a:moveTo>
                <a:lnTo>
                  <a:pt x="54673" y="35306"/>
                </a:lnTo>
                <a:lnTo>
                  <a:pt x="54711" y="35814"/>
                </a:lnTo>
                <a:lnTo>
                  <a:pt x="54902" y="35306"/>
                </a:lnTo>
                <a:close/>
              </a:path>
              <a:path w="120014" h="107950">
                <a:moveTo>
                  <a:pt x="57442" y="1701"/>
                </a:moveTo>
                <a:lnTo>
                  <a:pt x="57289" y="1143"/>
                </a:lnTo>
                <a:lnTo>
                  <a:pt x="57150" y="1143"/>
                </a:lnTo>
                <a:lnTo>
                  <a:pt x="57442" y="1701"/>
                </a:lnTo>
                <a:close/>
              </a:path>
              <a:path w="120014" h="107950">
                <a:moveTo>
                  <a:pt x="57962" y="2159"/>
                </a:moveTo>
                <a:lnTo>
                  <a:pt x="57835" y="2159"/>
                </a:lnTo>
                <a:lnTo>
                  <a:pt x="57886" y="2324"/>
                </a:lnTo>
                <a:lnTo>
                  <a:pt x="57962" y="2159"/>
                </a:lnTo>
                <a:close/>
              </a:path>
              <a:path w="120014" h="107950">
                <a:moveTo>
                  <a:pt x="58191" y="2235"/>
                </a:moveTo>
                <a:lnTo>
                  <a:pt x="57924" y="2476"/>
                </a:lnTo>
                <a:lnTo>
                  <a:pt x="58000" y="2705"/>
                </a:lnTo>
                <a:lnTo>
                  <a:pt x="58191" y="2235"/>
                </a:lnTo>
                <a:close/>
              </a:path>
              <a:path w="120014" h="107950">
                <a:moveTo>
                  <a:pt x="63665" y="22936"/>
                </a:moveTo>
                <a:lnTo>
                  <a:pt x="63550" y="22606"/>
                </a:lnTo>
                <a:lnTo>
                  <a:pt x="63398" y="22606"/>
                </a:lnTo>
                <a:lnTo>
                  <a:pt x="63614" y="22948"/>
                </a:lnTo>
                <a:close/>
              </a:path>
              <a:path w="120014" h="107950">
                <a:moveTo>
                  <a:pt x="63741" y="23114"/>
                </a:moveTo>
                <a:lnTo>
                  <a:pt x="63665" y="22948"/>
                </a:lnTo>
                <a:lnTo>
                  <a:pt x="63741" y="23114"/>
                </a:lnTo>
                <a:close/>
              </a:path>
              <a:path w="120014" h="107950">
                <a:moveTo>
                  <a:pt x="63957" y="77050"/>
                </a:moveTo>
                <a:lnTo>
                  <a:pt x="63804" y="77076"/>
                </a:lnTo>
                <a:lnTo>
                  <a:pt x="63957" y="77089"/>
                </a:lnTo>
                <a:close/>
              </a:path>
              <a:path w="120014" h="107950">
                <a:moveTo>
                  <a:pt x="64325" y="3302"/>
                </a:moveTo>
                <a:lnTo>
                  <a:pt x="63868" y="3302"/>
                </a:lnTo>
                <a:lnTo>
                  <a:pt x="63792" y="3746"/>
                </a:lnTo>
                <a:lnTo>
                  <a:pt x="64325" y="3302"/>
                </a:lnTo>
                <a:close/>
              </a:path>
              <a:path w="120014" h="107950">
                <a:moveTo>
                  <a:pt x="64554" y="76898"/>
                </a:moveTo>
                <a:lnTo>
                  <a:pt x="64147" y="76987"/>
                </a:lnTo>
                <a:lnTo>
                  <a:pt x="64084" y="76593"/>
                </a:lnTo>
                <a:lnTo>
                  <a:pt x="63741" y="76695"/>
                </a:lnTo>
                <a:lnTo>
                  <a:pt x="63906" y="76771"/>
                </a:lnTo>
                <a:lnTo>
                  <a:pt x="63944" y="77038"/>
                </a:lnTo>
                <a:lnTo>
                  <a:pt x="64135" y="77000"/>
                </a:lnTo>
                <a:lnTo>
                  <a:pt x="64325" y="77089"/>
                </a:lnTo>
                <a:lnTo>
                  <a:pt x="64554" y="76898"/>
                </a:lnTo>
                <a:close/>
              </a:path>
              <a:path w="120014" h="107950">
                <a:moveTo>
                  <a:pt x="64668" y="22606"/>
                </a:moveTo>
                <a:lnTo>
                  <a:pt x="64604" y="22098"/>
                </a:lnTo>
                <a:lnTo>
                  <a:pt x="63919" y="22606"/>
                </a:lnTo>
                <a:lnTo>
                  <a:pt x="63855" y="22872"/>
                </a:lnTo>
                <a:lnTo>
                  <a:pt x="64668" y="22606"/>
                </a:lnTo>
                <a:close/>
              </a:path>
              <a:path w="120014" h="107950">
                <a:moveTo>
                  <a:pt x="65328" y="76708"/>
                </a:moveTo>
                <a:lnTo>
                  <a:pt x="65036" y="76682"/>
                </a:lnTo>
                <a:lnTo>
                  <a:pt x="64820" y="76644"/>
                </a:lnTo>
                <a:lnTo>
                  <a:pt x="64566" y="76898"/>
                </a:lnTo>
                <a:lnTo>
                  <a:pt x="64858" y="76835"/>
                </a:lnTo>
                <a:lnTo>
                  <a:pt x="65125" y="76758"/>
                </a:lnTo>
                <a:lnTo>
                  <a:pt x="65328" y="76708"/>
                </a:lnTo>
                <a:close/>
              </a:path>
              <a:path w="120014" h="107950">
                <a:moveTo>
                  <a:pt x="66497" y="72136"/>
                </a:moveTo>
                <a:lnTo>
                  <a:pt x="66268" y="71882"/>
                </a:lnTo>
                <a:lnTo>
                  <a:pt x="66217" y="71755"/>
                </a:lnTo>
                <a:lnTo>
                  <a:pt x="66078" y="71628"/>
                </a:lnTo>
                <a:lnTo>
                  <a:pt x="66078" y="71805"/>
                </a:lnTo>
                <a:lnTo>
                  <a:pt x="65836" y="71882"/>
                </a:lnTo>
                <a:lnTo>
                  <a:pt x="66090" y="71882"/>
                </a:lnTo>
                <a:lnTo>
                  <a:pt x="66116" y="72390"/>
                </a:lnTo>
                <a:lnTo>
                  <a:pt x="66497" y="72136"/>
                </a:lnTo>
                <a:close/>
              </a:path>
              <a:path w="120014" h="107950">
                <a:moveTo>
                  <a:pt x="71158" y="4318"/>
                </a:moveTo>
                <a:lnTo>
                  <a:pt x="70789" y="5334"/>
                </a:lnTo>
                <a:lnTo>
                  <a:pt x="70942" y="5334"/>
                </a:lnTo>
                <a:lnTo>
                  <a:pt x="71158" y="4318"/>
                </a:lnTo>
                <a:close/>
              </a:path>
              <a:path w="120014" h="107950">
                <a:moveTo>
                  <a:pt x="72567" y="76454"/>
                </a:moveTo>
                <a:lnTo>
                  <a:pt x="72047" y="76454"/>
                </a:lnTo>
                <a:lnTo>
                  <a:pt x="71945" y="76708"/>
                </a:lnTo>
                <a:lnTo>
                  <a:pt x="72364" y="76708"/>
                </a:lnTo>
                <a:lnTo>
                  <a:pt x="72567" y="76454"/>
                </a:lnTo>
                <a:close/>
              </a:path>
              <a:path w="120014" h="107950">
                <a:moveTo>
                  <a:pt x="72923" y="76454"/>
                </a:moveTo>
                <a:lnTo>
                  <a:pt x="72771" y="76454"/>
                </a:lnTo>
                <a:lnTo>
                  <a:pt x="72834" y="76708"/>
                </a:lnTo>
                <a:lnTo>
                  <a:pt x="72923" y="76454"/>
                </a:lnTo>
                <a:close/>
              </a:path>
              <a:path w="120014" h="107950">
                <a:moveTo>
                  <a:pt x="73583" y="76454"/>
                </a:moveTo>
                <a:lnTo>
                  <a:pt x="72961" y="76454"/>
                </a:lnTo>
                <a:lnTo>
                  <a:pt x="72961" y="76708"/>
                </a:lnTo>
                <a:lnTo>
                  <a:pt x="73583" y="76835"/>
                </a:lnTo>
                <a:lnTo>
                  <a:pt x="73583" y="76454"/>
                </a:lnTo>
                <a:close/>
              </a:path>
              <a:path w="120014" h="107950">
                <a:moveTo>
                  <a:pt x="73990" y="76454"/>
                </a:moveTo>
                <a:lnTo>
                  <a:pt x="73748" y="76454"/>
                </a:lnTo>
                <a:lnTo>
                  <a:pt x="73939" y="76708"/>
                </a:lnTo>
                <a:lnTo>
                  <a:pt x="73990" y="76454"/>
                </a:lnTo>
                <a:close/>
              </a:path>
              <a:path w="120014" h="107950">
                <a:moveTo>
                  <a:pt x="74091" y="71310"/>
                </a:moveTo>
                <a:lnTo>
                  <a:pt x="74028" y="71120"/>
                </a:lnTo>
                <a:lnTo>
                  <a:pt x="73926" y="71259"/>
                </a:lnTo>
                <a:lnTo>
                  <a:pt x="74091" y="71310"/>
                </a:lnTo>
                <a:close/>
              </a:path>
              <a:path w="120014" h="107950">
                <a:moveTo>
                  <a:pt x="74777" y="76708"/>
                </a:moveTo>
                <a:lnTo>
                  <a:pt x="74320" y="76454"/>
                </a:lnTo>
                <a:lnTo>
                  <a:pt x="74028" y="76454"/>
                </a:lnTo>
                <a:lnTo>
                  <a:pt x="74015" y="76835"/>
                </a:lnTo>
                <a:lnTo>
                  <a:pt x="74295" y="76835"/>
                </a:lnTo>
                <a:lnTo>
                  <a:pt x="74422" y="76708"/>
                </a:lnTo>
                <a:lnTo>
                  <a:pt x="74777" y="76708"/>
                </a:lnTo>
                <a:close/>
              </a:path>
              <a:path w="120014" h="107950">
                <a:moveTo>
                  <a:pt x="74980" y="71374"/>
                </a:moveTo>
                <a:lnTo>
                  <a:pt x="74434" y="71120"/>
                </a:lnTo>
                <a:lnTo>
                  <a:pt x="74358" y="71374"/>
                </a:lnTo>
                <a:lnTo>
                  <a:pt x="74980" y="71374"/>
                </a:lnTo>
                <a:close/>
              </a:path>
              <a:path w="120014" h="107950">
                <a:moveTo>
                  <a:pt x="75145" y="71120"/>
                </a:moveTo>
                <a:lnTo>
                  <a:pt x="74993" y="71374"/>
                </a:lnTo>
                <a:lnTo>
                  <a:pt x="75133" y="71374"/>
                </a:lnTo>
                <a:lnTo>
                  <a:pt x="75145" y="71120"/>
                </a:lnTo>
                <a:close/>
              </a:path>
              <a:path w="120014" h="107950">
                <a:moveTo>
                  <a:pt x="75425" y="7747"/>
                </a:moveTo>
                <a:lnTo>
                  <a:pt x="75006" y="6731"/>
                </a:lnTo>
                <a:lnTo>
                  <a:pt x="74752" y="6731"/>
                </a:lnTo>
                <a:lnTo>
                  <a:pt x="74168" y="5638"/>
                </a:lnTo>
                <a:lnTo>
                  <a:pt x="74066" y="6731"/>
                </a:lnTo>
                <a:lnTo>
                  <a:pt x="74409" y="6731"/>
                </a:lnTo>
                <a:lnTo>
                  <a:pt x="75425" y="7747"/>
                </a:lnTo>
                <a:close/>
              </a:path>
              <a:path w="120014" h="107950">
                <a:moveTo>
                  <a:pt x="75717" y="94488"/>
                </a:moveTo>
                <a:lnTo>
                  <a:pt x="75336" y="94488"/>
                </a:lnTo>
                <a:lnTo>
                  <a:pt x="75565" y="94742"/>
                </a:lnTo>
                <a:lnTo>
                  <a:pt x="75717" y="94488"/>
                </a:lnTo>
                <a:close/>
              </a:path>
              <a:path w="120014" h="107950">
                <a:moveTo>
                  <a:pt x="75742" y="20447"/>
                </a:moveTo>
                <a:lnTo>
                  <a:pt x="75361" y="20205"/>
                </a:lnTo>
                <a:lnTo>
                  <a:pt x="75526" y="19939"/>
                </a:lnTo>
                <a:lnTo>
                  <a:pt x="75158" y="19939"/>
                </a:lnTo>
                <a:lnTo>
                  <a:pt x="75171" y="20066"/>
                </a:lnTo>
                <a:lnTo>
                  <a:pt x="74980" y="19939"/>
                </a:lnTo>
                <a:lnTo>
                  <a:pt x="74815" y="19939"/>
                </a:lnTo>
                <a:lnTo>
                  <a:pt x="75209" y="20447"/>
                </a:lnTo>
                <a:lnTo>
                  <a:pt x="75742" y="20447"/>
                </a:lnTo>
                <a:close/>
              </a:path>
              <a:path w="120014" h="107950">
                <a:moveTo>
                  <a:pt x="76060" y="94488"/>
                </a:moveTo>
                <a:lnTo>
                  <a:pt x="75742" y="94488"/>
                </a:lnTo>
                <a:lnTo>
                  <a:pt x="75717" y="94742"/>
                </a:lnTo>
                <a:lnTo>
                  <a:pt x="75971" y="94742"/>
                </a:lnTo>
                <a:lnTo>
                  <a:pt x="76060" y="94488"/>
                </a:lnTo>
                <a:close/>
              </a:path>
              <a:path w="120014" h="107950">
                <a:moveTo>
                  <a:pt x="76085" y="93853"/>
                </a:moveTo>
                <a:lnTo>
                  <a:pt x="75806" y="93980"/>
                </a:lnTo>
                <a:lnTo>
                  <a:pt x="75780" y="94234"/>
                </a:lnTo>
                <a:lnTo>
                  <a:pt x="75933" y="94107"/>
                </a:lnTo>
                <a:lnTo>
                  <a:pt x="76009" y="93980"/>
                </a:lnTo>
                <a:lnTo>
                  <a:pt x="76085" y="93853"/>
                </a:lnTo>
                <a:close/>
              </a:path>
              <a:path w="120014" h="107950">
                <a:moveTo>
                  <a:pt x="76136" y="73279"/>
                </a:moveTo>
                <a:lnTo>
                  <a:pt x="75933" y="73202"/>
                </a:lnTo>
                <a:lnTo>
                  <a:pt x="76136" y="73279"/>
                </a:lnTo>
                <a:close/>
              </a:path>
              <a:path w="120014" h="107950">
                <a:moveTo>
                  <a:pt x="76263" y="73533"/>
                </a:moveTo>
                <a:lnTo>
                  <a:pt x="76149" y="73406"/>
                </a:lnTo>
                <a:lnTo>
                  <a:pt x="75869" y="73342"/>
                </a:lnTo>
                <a:lnTo>
                  <a:pt x="75615" y="73533"/>
                </a:lnTo>
                <a:lnTo>
                  <a:pt x="75793" y="73533"/>
                </a:lnTo>
                <a:lnTo>
                  <a:pt x="76174" y="73533"/>
                </a:lnTo>
                <a:close/>
              </a:path>
              <a:path w="120014" h="107950">
                <a:moveTo>
                  <a:pt x="76428" y="72771"/>
                </a:moveTo>
                <a:lnTo>
                  <a:pt x="76403" y="72390"/>
                </a:lnTo>
                <a:lnTo>
                  <a:pt x="76250" y="72136"/>
                </a:lnTo>
                <a:lnTo>
                  <a:pt x="75907" y="72390"/>
                </a:lnTo>
                <a:lnTo>
                  <a:pt x="76060" y="72771"/>
                </a:lnTo>
                <a:lnTo>
                  <a:pt x="76098" y="73025"/>
                </a:lnTo>
                <a:lnTo>
                  <a:pt x="76250" y="73025"/>
                </a:lnTo>
                <a:lnTo>
                  <a:pt x="76250" y="72771"/>
                </a:lnTo>
                <a:lnTo>
                  <a:pt x="76428" y="72771"/>
                </a:lnTo>
                <a:close/>
              </a:path>
              <a:path w="120014" h="107950">
                <a:moveTo>
                  <a:pt x="76962" y="73533"/>
                </a:moveTo>
                <a:lnTo>
                  <a:pt x="76644" y="73025"/>
                </a:lnTo>
                <a:lnTo>
                  <a:pt x="76644" y="73266"/>
                </a:lnTo>
                <a:lnTo>
                  <a:pt x="76479" y="73025"/>
                </a:lnTo>
                <a:lnTo>
                  <a:pt x="76441" y="73279"/>
                </a:lnTo>
                <a:lnTo>
                  <a:pt x="76415" y="73533"/>
                </a:lnTo>
                <a:lnTo>
                  <a:pt x="76581" y="73533"/>
                </a:lnTo>
                <a:lnTo>
                  <a:pt x="76657" y="73317"/>
                </a:lnTo>
                <a:lnTo>
                  <a:pt x="76669" y="73533"/>
                </a:lnTo>
                <a:lnTo>
                  <a:pt x="76962" y="73533"/>
                </a:lnTo>
                <a:close/>
              </a:path>
              <a:path w="120014" h="107950">
                <a:moveTo>
                  <a:pt x="77241" y="73025"/>
                </a:moveTo>
                <a:lnTo>
                  <a:pt x="77114" y="73025"/>
                </a:lnTo>
                <a:lnTo>
                  <a:pt x="76695" y="73025"/>
                </a:lnTo>
                <a:lnTo>
                  <a:pt x="77228" y="73533"/>
                </a:lnTo>
                <a:lnTo>
                  <a:pt x="77241" y="73025"/>
                </a:lnTo>
                <a:close/>
              </a:path>
              <a:path w="120014" h="107950">
                <a:moveTo>
                  <a:pt x="77863" y="73279"/>
                </a:moveTo>
                <a:lnTo>
                  <a:pt x="77635" y="73418"/>
                </a:lnTo>
                <a:lnTo>
                  <a:pt x="77736" y="73025"/>
                </a:lnTo>
                <a:lnTo>
                  <a:pt x="77520" y="73025"/>
                </a:lnTo>
                <a:lnTo>
                  <a:pt x="77444" y="73533"/>
                </a:lnTo>
                <a:lnTo>
                  <a:pt x="77863" y="73787"/>
                </a:lnTo>
                <a:lnTo>
                  <a:pt x="77863" y="73533"/>
                </a:lnTo>
                <a:lnTo>
                  <a:pt x="77863" y="73279"/>
                </a:lnTo>
                <a:close/>
              </a:path>
              <a:path w="120014" h="107950">
                <a:moveTo>
                  <a:pt x="77901" y="94234"/>
                </a:moveTo>
                <a:lnTo>
                  <a:pt x="77647" y="94234"/>
                </a:lnTo>
                <a:lnTo>
                  <a:pt x="77558" y="94361"/>
                </a:lnTo>
                <a:lnTo>
                  <a:pt x="77457" y="94488"/>
                </a:lnTo>
                <a:lnTo>
                  <a:pt x="77216" y="94488"/>
                </a:lnTo>
                <a:lnTo>
                  <a:pt x="77419" y="94742"/>
                </a:lnTo>
                <a:lnTo>
                  <a:pt x="77673" y="94742"/>
                </a:lnTo>
                <a:lnTo>
                  <a:pt x="77749" y="94488"/>
                </a:lnTo>
                <a:lnTo>
                  <a:pt x="77825" y="94361"/>
                </a:lnTo>
                <a:lnTo>
                  <a:pt x="77901" y="94234"/>
                </a:lnTo>
                <a:close/>
              </a:path>
              <a:path w="120014" h="107950">
                <a:moveTo>
                  <a:pt x="79578" y="76200"/>
                </a:moveTo>
                <a:lnTo>
                  <a:pt x="79209" y="75565"/>
                </a:lnTo>
                <a:lnTo>
                  <a:pt x="79108" y="75946"/>
                </a:lnTo>
                <a:lnTo>
                  <a:pt x="79044" y="76200"/>
                </a:lnTo>
                <a:lnTo>
                  <a:pt x="79578" y="76200"/>
                </a:lnTo>
                <a:close/>
              </a:path>
              <a:path w="120014" h="107950">
                <a:moveTo>
                  <a:pt x="79717" y="94488"/>
                </a:moveTo>
                <a:lnTo>
                  <a:pt x="78498" y="94488"/>
                </a:lnTo>
                <a:lnTo>
                  <a:pt x="78232" y="94615"/>
                </a:lnTo>
                <a:lnTo>
                  <a:pt x="77838" y="94361"/>
                </a:lnTo>
                <a:lnTo>
                  <a:pt x="77901" y="94488"/>
                </a:lnTo>
                <a:lnTo>
                  <a:pt x="78016" y="94729"/>
                </a:lnTo>
                <a:lnTo>
                  <a:pt x="78435" y="94742"/>
                </a:lnTo>
                <a:lnTo>
                  <a:pt x="79705" y="94742"/>
                </a:lnTo>
                <a:lnTo>
                  <a:pt x="79717" y="94488"/>
                </a:lnTo>
                <a:close/>
              </a:path>
              <a:path w="120014" h="107950">
                <a:moveTo>
                  <a:pt x="80340" y="94869"/>
                </a:moveTo>
                <a:lnTo>
                  <a:pt x="80175" y="94742"/>
                </a:lnTo>
                <a:lnTo>
                  <a:pt x="80200" y="94869"/>
                </a:lnTo>
                <a:lnTo>
                  <a:pt x="80340" y="94869"/>
                </a:lnTo>
                <a:close/>
              </a:path>
              <a:path w="120014" h="107950">
                <a:moveTo>
                  <a:pt x="80911" y="7747"/>
                </a:moveTo>
                <a:lnTo>
                  <a:pt x="80746" y="7747"/>
                </a:lnTo>
                <a:lnTo>
                  <a:pt x="80822" y="8115"/>
                </a:lnTo>
                <a:lnTo>
                  <a:pt x="80911" y="7747"/>
                </a:lnTo>
                <a:close/>
              </a:path>
              <a:path w="120014" h="107950">
                <a:moveTo>
                  <a:pt x="82372" y="94627"/>
                </a:moveTo>
                <a:lnTo>
                  <a:pt x="82257" y="94488"/>
                </a:lnTo>
                <a:lnTo>
                  <a:pt x="82016" y="94488"/>
                </a:lnTo>
                <a:lnTo>
                  <a:pt x="82372" y="94627"/>
                </a:lnTo>
                <a:close/>
              </a:path>
              <a:path w="120014" h="107950">
                <a:moveTo>
                  <a:pt x="82715" y="76708"/>
                </a:moveTo>
                <a:lnTo>
                  <a:pt x="82359" y="76581"/>
                </a:lnTo>
                <a:lnTo>
                  <a:pt x="82067" y="76708"/>
                </a:lnTo>
                <a:lnTo>
                  <a:pt x="82715" y="76708"/>
                </a:lnTo>
                <a:close/>
              </a:path>
              <a:path w="120014" h="107950">
                <a:moveTo>
                  <a:pt x="83108" y="9867"/>
                </a:moveTo>
                <a:close/>
              </a:path>
              <a:path w="120014" h="107950">
                <a:moveTo>
                  <a:pt x="83108" y="9855"/>
                </a:moveTo>
                <a:lnTo>
                  <a:pt x="83070" y="8763"/>
                </a:lnTo>
                <a:lnTo>
                  <a:pt x="82740" y="8763"/>
                </a:lnTo>
                <a:lnTo>
                  <a:pt x="83108" y="9867"/>
                </a:lnTo>
                <a:close/>
              </a:path>
              <a:path w="120014" h="107950">
                <a:moveTo>
                  <a:pt x="84912" y="94869"/>
                </a:moveTo>
                <a:lnTo>
                  <a:pt x="84213" y="94869"/>
                </a:lnTo>
                <a:lnTo>
                  <a:pt x="84709" y="95250"/>
                </a:lnTo>
                <a:lnTo>
                  <a:pt x="84912" y="94869"/>
                </a:lnTo>
                <a:close/>
              </a:path>
              <a:path w="120014" h="107950">
                <a:moveTo>
                  <a:pt x="85699" y="95250"/>
                </a:moveTo>
                <a:lnTo>
                  <a:pt x="85559" y="94869"/>
                </a:lnTo>
                <a:lnTo>
                  <a:pt x="85471" y="95250"/>
                </a:lnTo>
                <a:lnTo>
                  <a:pt x="85699" y="95250"/>
                </a:lnTo>
                <a:close/>
              </a:path>
              <a:path w="120014" h="107950">
                <a:moveTo>
                  <a:pt x="86067" y="20726"/>
                </a:moveTo>
                <a:lnTo>
                  <a:pt x="85864" y="20828"/>
                </a:lnTo>
                <a:lnTo>
                  <a:pt x="86067" y="20726"/>
                </a:lnTo>
                <a:close/>
              </a:path>
              <a:path w="120014" h="107950">
                <a:moveTo>
                  <a:pt x="86296" y="94742"/>
                </a:moveTo>
                <a:lnTo>
                  <a:pt x="85928" y="94742"/>
                </a:lnTo>
                <a:lnTo>
                  <a:pt x="86144" y="95097"/>
                </a:lnTo>
                <a:lnTo>
                  <a:pt x="86245" y="94869"/>
                </a:lnTo>
                <a:lnTo>
                  <a:pt x="86296" y="94742"/>
                </a:lnTo>
                <a:close/>
              </a:path>
              <a:path w="120014" h="107950">
                <a:moveTo>
                  <a:pt x="86575" y="23114"/>
                </a:moveTo>
                <a:lnTo>
                  <a:pt x="86321" y="23114"/>
                </a:lnTo>
                <a:lnTo>
                  <a:pt x="86512" y="23622"/>
                </a:lnTo>
                <a:lnTo>
                  <a:pt x="86575" y="23114"/>
                </a:lnTo>
                <a:close/>
              </a:path>
              <a:path w="120014" h="107950">
                <a:moveTo>
                  <a:pt x="86664" y="20447"/>
                </a:moveTo>
                <a:lnTo>
                  <a:pt x="86537" y="20447"/>
                </a:lnTo>
                <a:lnTo>
                  <a:pt x="86664" y="20447"/>
                </a:lnTo>
                <a:close/>
              </a:path>
              <a:path w="120014" h="107950">
                <a:moveTo>
                  <a:pt x="87325" y="76454"/>
                </a:moveTo>
                <a:lnTo>
                  <a:pt x="86614" y="76708"/>
                </a:lnTo>
                <a:lnTo>
                  <a:pt x="87198" y="76708"/>
                </a:lnTo>
                <a:lnTo>
                  <a:pt x="87249" y="76835"/>
                </a:lnTo>
                <a:lnTo>
                  <a:pt x="87325" y="76454"/>
                </a:lnTo>
                <a:close/>
              </a:path>
              <a:path w="120014" h="107950">
                <a:moveTo>
                  <a:pt x="87337" y="75946"/>
                </a:moveTo>
                <a:lnTo>
                  <a:pt x="87147" y="75806"/>
                </a:lnTo>
                <a:lnTo>
                  <a:pt x="87172" y="75565"/>
                </a:lnTo>
                <a:lnTo>
                  <a:pt x="86956" y="75666"/>
                </a:lnTo>
                <a:lnTo>
                  <a:pt x="86829" y="75565"/>
                </a:lnTo>
                <a:lnTo>
                  <a:pt x="86664" y="75793"/>
                </a:lnTo>
                <a:lnTo>
                  <a:pt x="86334" y="75946"/>
                </a:lnTo>
                <a:lnTo>
                  <a:pt x="86563" y="75946"/>
                </a:lnTo>
                <a:lnTo>
                  <a:pt x="87134" y="75946"/>
                </a:lnTo>
                <a:lnTo>
                  <a:pt x="87096" y="76200"/>
                </a:lnTo>
                <a:lnTo>
                  <a:pt x="87337" y="75946"/>
                </a:lnTo>
                <a:close/>
              </a:path>
              <a:path w="120014" h="107950">
                <a:moveTo>
                  <a:pt x="87579" y="75946"/>
                </a:moveTo>
                <a:lnTo>
                  <a:pt x="87337" y="75946"/>
                </a:lnTo>
                <a:lnTo>
                  <a:pt x="87414" y="76200"/>
                </a:lnTo>
                <a:lnTo>
                  <a:pt x="87579" y="75946"/>
                </a:lnTo>
                <a:close/>
              </a:path>
              <a:path w="120014" h="107950">
                <a:moveTo>
                  <a:pt x="87617" y="20447"/>
                </a:moveTo>
                <a:lnTo>
                  <a:pt x="87299" y="19939"/>
                </a:lnTo>
                <a:lnTo>
                  <a:pt x="87337" y="20447"/>
                </a:lnTo>
                <a:lnTo>
                  <a:pt x="87617" y="20447"/>
                </a:lnTo>
                <a:close/>
              </a:path>
              <a:path w="120014" h="107950">
                <a:moveTo>
                  <a:pt x="87718" y="74803"/>
                </a:moveTo>
                <a:lnTo>
                  <a:pt x="87439" y="74803"/>
                </a:lnTo>
                <a:lnTo>
                  <a:pt x="87579" y="75057"/>
                </a:lnTo>
                <a:lnTo>
                  <a:pt x="87718" y="74803"/>
                </a:lnTo>
                <a:close/>
              </a:path>
              <a:path w="120014" h="107950">
                <a:moveTo>
                  <a:pt x="87820" y="76708"/>
                </a:moveTo>
                <a:lnTo>
                  <a:pt x="87706" y="76454"/>
                </a:lnTo>
                <a:lnTo>
                  <a:pt x="87083" y="76200"/>
                </a:lnTo>
                <a:lnTo>
                  <a:pt x="86956" y="76454"/>
                </a:lnTo>
                <a:lnTo>
                  <a:pt x="87325" y="76454"/>
                </a:lnTo>
                <a:lnTo>
                  <a:pt x="87820" y="76708"/>
                </a:lnTo>
                <a:close/>
              </a:path>
              <a:path w="120014" h="107950">
                <a:moveTo>
                  <a:pt x="87985" y="20447"/>
                </a:moveTo>
                <a:lnTo>
                  <a:pt x="87934" y="19977"/>
                </a:lnTo>
                <a:lnTo>
                  <a:pt x="87617" y="20447"/>
                </a:lnTo>
                <a:lnTo>
                  <a:pt x="87985" y="20447"/>
                </a:lnTo>
                <a:close/>
              </a:path>
              <a:path w="120014" h="107950">
                <a:moveTo>
                  <a:pt x="88061" y="74549"/>
                </a:moveTo>
                <a:lnTo>
                  <a:pt x="87909" y="74549"/>
                </a:lnTo>
                <a:lnTo>
                  <a:pt x="88061" y="74549"/>
                </a:lnTo>
                <a:close/>
              </a:path>
              <a:path w="120014" h="107950">
                <a:moveTo>
                  <a:pt x="88442" y="20332"/>
                </a:moveTo>
                <a:lnTo>
                  <a:pt x="88074" y="20066"/>
                </a:lnTo>
                <a:lnTo>
                  <a:pt x="88061" y="20447"/>
                </a:lnTo>
                <a:lnTo>
                  <a:pt x="88404" y="20447"/>
                </a:lnTo>
                <a:close/>
              </a:path>
              <a:path w="120014" h="107950">
                <a:moveTo>
                  <a:pt x="88760" y="76200"/>
                </a:moveTo>
                <a:lnTo>
                  <a:pt x="88696" y="75984"/>
                </a:lnTo>
                <a:lnTo>
                  <a:pt x="88620" y="76365"/>
                </a:lnTo>
                <a:lnTo>
                  <a:pt x="88760" y="76200"/>
                </a:lnTo>
                <a:close/>
              </a:path>
              <a:path w="120014" h="107950">
                <a:moveTo>
                  <a:pt x="89725" y="17272"/>
                </a:moveTo>
                <a:lnTo>
                  <a:pt x="89458" y="17272"/>
                </a:lnTo>
                <a:lnTo>
                  <a:pt x="89712" y="17919"/>
                </a:lnTo>
                <a:lnTo>
                  <a:pt x="89725" y="17272"/>
                </a:lnTo>
                <a:close/>
              </a:path>
              <a:path w="120014" h="107950">
                <a:moveTo>
                  <a:pt x="92519" y="16256"/>
                </a:moveTo>
                <a:lnTo>
                  <a:pt x="92329" y="16256"/>
                </a:lnTo>
                <a:lnTo>
                  <a:pt x="92392" y="16573"/>
                </a:lnTo>
                <a:lnTo>
                  <a:pt x="92519" y="16256"/>
                </a:lnTo>
                <a:close/>
              </a:path>
              <a:path w="120014" h="107950">
                <a:moveTo>
                  <a:pt x="93637" y="16256"/>
                </a:moveTo>
                <a:lnTo>
                  <a:pt x="92519" y="16256"/>
                </a:lnTo>
                <a:lnTo>
                  <a:pt x="92405" y="16637"/>
                </a:lnTo>
                <a:lnTo>
                  <a:pt x="92519" y="17157"/>
                </a:lnTo>
                <a:lnTo>
                  <a:pt x="93637" y="16256"/>
                </a:lnTo>
                <a:close/>
              </a:path>
              <a:path w="120014" h="107950">
                <a:moveTo>
                  <a:pt x="93687" y="71374"/>
                </a:moveTo>
                <a:lnTo>
                  <a:pt x="86982" y="71374"/>
                </a:lnTo>
                <a:lnTo>
                  <a:pt x="86982" y="74549"/>
                </a:lnTo>
                <a:lnTo>
                  <a:pt x="86741" y="74726"/>
                </a:lnTo>
                <a:lnTo>
                  <a:pt x="86575" y="74549"/>
                </a:lnTo>
                <a:lnTo>
                  <a:pt x="86982" y="74549"/>
                </a:lnTo>
                <a:lnTo>
                  <a:pt x="86982" y="71374"/>
                </a:lnTo>
                <a:lnTo>
                  <a:pt x="86398" y="71374"/>
                </a:lnTo>
                <a:lnTo>
                  <a:pt x="86398" y="73025"/>
                </a:lnTo>
                <a:lnTo>
                  <a:pt x="86372" y="73279"/>
                </a:lnTo>
                <a:lnTo>
                  <a:pt x="86347" y="73533"/>
                </a:lnTo>
                <a:lnTo>
                  <a:pt x="86334" y="73660"/>
                </a:lnTo>
                <a:lnTo>
                  <a:pt x="85255" y="73533"/>
                </a:lnTo>
                <a:lnTo>
                  <a:pt x="86347" y="73533"/>
                </a:lnTo>
                <a:lnTo>
                  <a:pt x="86347" y="73279"/>
                </a:lnTo>
                <a:lnTo>
                  <a:pt x="85178" y="73279"/>
                </a:lnTo>
                <a:lnTo>
                  <a:pt x="84797" y="73279"/>
                </a:lnTo>
                <a:lnTo>
                  <a:pt x="85877" y="73025"/>
                </a:lnTo>
                <a:lnTo>
                  <a:pt x="86398" y="73025"/>
                </a:lnTo>
                <a:lnTo>
                  <a:pt x="86398" y="71374"/>
                </a:lnTo>
                <a:lnTo>
                  <a:pt x="84734" y="71374"/>
                </a:lnTo>
                <a:lnTo>
                  <a:pt x="84734" y="75565"/>
                </a:lnTo>
                <a:lnTo>
                  <a:pt x="83680" y="75565"/>
                </a:lnTo>
                <a:lnTo>
                  <a:pt x="83667" y="75946"/>
                </a:lnTo>
                <a:lnTo>
                  <a:pt x="83299" y="75882"/>
                </a:lnTo>
                <a:lnTo>
                  <a:pt x="83527" y="75565"/>
                </a:lnTo>
                <a:lnTo>
                  <a:pt x="83223" y="75565"/>
                </a:lnTo>
                <a:lnTo>
                  <a:pt x="82905" y="75565"/>
                </a:lnTo>
                <a:lnTo>
                  <a:pt x="82435" y="75653"/>
                </a:lnTo>
                <a:lnTo>
                  <a:pt x="82283" y="75615"/>
                </a:lnTo>
                <a:lnTo>
                  <a:pt x="82118" y="75565"/>
                </a:lnTo>
                <a:lnTo>
                  <a:pt x="81813" y="75565"/>
                </a:lnTo>
                <a:lnTo>
                  <a:pt x="82435" y="75311"/>
                </a:lnTo>
                <a:lnTo>
                  <a:pt x="82791" y="75311"/>
                </a:lnTo>
                <a:lnTo>
                  <a:pt x="82702" y="75565"/>
                </a:lnTo>
                <a:lnTo>
                  <a:pt x="83083" y="75311"/>
                </a:lnTo>
                <a:lnTo>
                  <a:pt x="83261" y="75311"/>
                </a:lnTo>
                <a:lnTo>
                  <a:pt x="83591" y="75374"/>
                </a:lnTo>
                <a:lnTo>
                  <a:pt x="83045" y="74549"/>
                </a:lnTo>
                <a:lnTo>
                  <a:pt x="83477" y="74549"/>
                </a:lnTo>
                <a:lnTo>
                  <a:pt x="83464" y="75057"/>
                </a:lnTo>
                <a:lnTo>
                  <a:pt x="83832" y="75057"/>
                </a:lnTo>
                <a:lnTo>
                  <a:pt x="83705" y="75311"/>
                </a:lnTo>
                <a:lnTo>
                  <a:pt x="84734" y="75565"/>
                </a:lnTo>
                <a:lnTo>
                  <a:pt x="84734" y="71374"/>
                </a:lnTo>
                <a:lnTo>
                  <a:pt x="81051" y="71374"/>
                </a:lnTo>
                <a:lnTo>
                  <a:pt x="81051" y="73279"/>
                </a:lnTo>
                <a:lnTo>
                  <a:pt x="80949" y="73533"/>
                </a:lnTo>
                <a:lnTo>
                  <a:pt x="80835" y="73787"/>
                </a:lnTo>
                <a:lnTo>
                  <a:pt x="79502" y="73787"/>
                </a:lnTo>
                <a:lnTo>
                  <a:pt x="80289" y="73533"/>
                </a:lnTo>
                <a:lnTo>
                  <a:pt x="80289" y="73406"/>
                </a:lnTo>
                <a:lnTo>
                  <a:pt x="80378" y="73533"/>
                </a:lnTo>
                <a:lnTo>
                  <a:pt x="80873" y="73533"/>
                </a:lnTo>
                <a:lnTo>
                  <a:pt x="81051" y="73279"/>
                </a:lnTo>
                <a:lnTo>
                  <a:pt x="80492" y="73279"/>
                </a:lnTo>
                <a:lnTo>
                  <a:pt x="80302" y="73279"/>
                </a:lnTo>
                <a:lnTo>
                  <a:pt x="80048" y="73025"/>
                </a:lnTo>
                <a:lnTo>
                  <a:pt x="80327" y="73025"/>
                </a:lnTo>
                <a:lnTo>
                  <a:pt x="81051" y="73279"/>
                </a:lnTo>
                <a:lnTo>
                  <a:pt x="81051" y="71374"/>
                </a:lnTo>
                <a:lnTo>
                  <a:pt x="80035" y="71374"/>
                </a:lnTo>
                <a:lnTo>
                  <a:pt x="80035" y="73279"/>
                </a:lnTo>
                <a:lnTo>
                  <a:pt x="79768" y="73279"/>
                </a:lnTo>
                <a:lnTo>
                  <a:pt x="79629" y="73025"/>
                </a:lnTo>
                <a:lnTo>
                  <a:pt x="79324" y="73279"/>
                </a:lnTo>
                <a:lnTo>
                  <a:pt x="79184" y="73279"/>
                </a:lnTo>
                <a:lnTo>
                  <a:pt x="79121" y="73025"/>
                </a:lnTo>
                <a:lnTo>
                  <a:pt x="79565" y="72771"/>
                </a:lnTo>
                <a:lnTo>
                  <a:pt x="79743" y="72631"/>
                </a:lnTo>
                <a:lnTo>
                  <a:pt x="79603" y="72771"/>
                </a:lnTo>
                <a:lnTo>
                  <a:pt x="80035" y="73279"/>
                </a:lnTo>
                <a:lnTo>
                  <a:pt x="80035" y="71374"/>
                </a:lnTo>
                <a:lnTo>
                  <a:pt x="78828" y="71374"/>
                </a:lnTo>
                <a:lnTo>
                  <a:pt x="78828" y="75565"/>
                </a:lnTo>
                <a:lnTo>
                  <a:pt x="78473" y="75907"/>
                </a:lnTo>
                <a:lnTo>
                  <a:pt x="78625" y="75577"/>
                </a:lnTo>
                <a:lnTo>
                  <a:pt x="78473" y="75603"/>
                </a:lnTo>
                <a:lnTo>
                  <a:pt x="78638" y="75565"/>
                </a:lnTo>
                <a:lnTo>
                  <a:pt x="78803" y="75311"/>
                </a:lnTo>
                <a:lnTo>
                  <a:pt x="78828" y="75565"/>
                </a:lnTo>
                <a:lnTo>
                  <a:pt x="78828" y="71374"/>
                </a:lnTo>
                <a:lnTo>
                  <a:pt x="78765" y="71882"/>
                </a:lnTo>
                <a:lnTo>
                  <a:pt x="78447" y="71882"/>
                </a:lnTo>
                <a:lnTo>
                  <a:pt x="78193" y="72085"/>
                </a:lnTo>
                <a:lnTo>
                  <a:pt x="78244" y="71628"/>
                </a:lnTo>
                <a:lnTo>
                  <a:pt x="78447" y="71628"/>
                </a:lnTo>
                <a:lnTo>
                  <a:pt x="78765" y="71882"/>
                </a:lnTo>
                <a:lnTo>
                  <a:pt x="78765" y="71374"/>
                </a:lnTo>
                <a:lnTo>
                  <a:pt x="76263" y="71374"/>
                </a:lnTo>
                <a:lnTo>
                  <a:pt x="76174" y="71767"/>
                </a:lnTo>
                <a:lnTo>
                  <a:pt x="76479" y="71628"/>
                </a:lnTo>
                <a:lnTo>
                  <a:pt x="76771" y="71628"/>
                </a:lnTo>
                <a:lnTo>
                  <a:pt x="76784" y="72136"/>
                </a:lnTo>
                <a:lnTo>
                  <a:pt x="77114" y="72136"/>
                </a:lnTo>
                <a:lnTo>
                  <a:pt x="78028" y="72136"/>
                </a:lnTo>
                <a:lnTo>
                  <a:pt x="77978" y="72390"/>
                </a:lnTo>
                <a:lnTo>
                  <a:pt x="78168" y="72390"/>
                </a:lnTo>
                <a:lnTo>
                  <a:pt x="78193" y="72136"/>
                </a:lnTo>
                <a:lnTo>
                  <a:pt x="78333" y="72136"/>
                </a:lnTo>
                <a:lnTo>
                  <a:pt x="78422" y="72390"/>
                </a:lnTo>
                <a:lnTo>
                  <a:pt x="78168" y="72390"/>
                </a:lnTo>
                <a:lnTo>
                  <a:pt x="78193" y="72771"/>
                </a:lnTo>
                <a:lnTo>
                  <a:pt x="77965" y="72771"/>
                </a:lnTo>
                <a:lnTo>
                  <a:pt x="77622" y="72517"/>
                </a:lnTo>
                <a:lnTo>
                  <a:pt x="77482" y="72771"/>
                </a:lnTo>
                <a:lnTo>
                  <a:pt x="77482" y="72415"/>
                </a:lnTo>
                <a:lnTo>
                  <a:pt x="77698" y="72390"/>
                </a:lnTo>
                <a:lnTo>
                  <a:pt x="77851" y="72390"/>
                </a:lnTo>
                <a:lnTo>
                  <a:pt x="77114" y="72136"/>
                </a:lnTo>
                <a:lnTo>
                  <a:pt x="77190" y="72390"/>
                </a:lnTo>
                <a:lnTo>
                  <a:pt x="76784" y="72771"/>
                </a:lnTo>
                <a:lnTo>
                  <a:pt x="77114" y="72771"/>
                </a:lnTo>
                <a:lnTo>
                  <a:pt x="77114" y="73025"/>
                </a:lnTo>
                <a:lnTo>
                  <a:pt x="77774" y="72771"/>
                </a:lnTo>
                <a:lnTo>
                  <a:pt x="77863" y="73025"/>
                </a:lnTo>
                <a:lnTo>
                  <a:pt x="77952" y="73279"/>
                </a:lnTo>
                <a:lnTo>
                  <a:pt x="78028" y="73533"/>
                </a:lnTo>
                <a:lnTo>
                  <a:pt x="78600" y="73025"/>
                </a:lnTo>
                <a:lnTo>
                  <a:pt x="78397" y="73279"/>
                </a:lnTo>
                <a:lnTo>
                  <a:pt x="78600" y="73279"/>
                </a:lnTo>
                <a:lnTo>
                  <a:pt x="78600" y="73533"/>
                </a:lnTo>
                <a:lnTo>
                  <a:pt x="78333" y="73533"/>
                </a:lnTo>
                <a:lnTo>
                  <a:pt x="78333" y="73787"/>
                </a:lnTo>
                <a:lnTo>
                  <a:pt x="78359" y="74295"/>
                </a:lnTo>
                <a:lnTo>
                  <a:pt x="78181" y="74041"/>
                </a:lnTo>
                <a:lnTo>
                  <a:pt x="77990" y="74041"/>
                </a:lnTo>
                <a:lnTo>
                  <a:pt x="78028" y="73914"/>
                </a:lnTo>
                <a:lnTo>
                  <a:pt x="77863" y="73990"/>
                </a:lnTo>
                <a:lnTo>
                  <a:pt x="77863" y="73787"/>
                </a:lnTo>
                <a:lnTo>
                  <a:pt x="77495" y="74168"/>
                </a:lnTo>
                <a:lnTo>
                  <a:pt x="77000" y="73787"/>
                </a:lnTo>
                <a:lnTo>
                  <a:pt x="77127" y="73787"/>
                </a:lnTo>
                <a:lnTo>
                  <a:pt x="76606" y="73571"/>
                </a:lnTo>
                <a:lnTo>
                  <a:pt x="76606" y="74295"/>
                </a:lnTo>
                <a:lnTo>
                  <a:pt x="75476" y="74295"/>
                </a:lnTo>
                <a:lnTo>
                  <a:pt x="74841" y="74041"/>
                </a:lnTo>
                <a:lnTo>
                  <a:pt x="75704" y="74041"/>
                </a:lnTo>
                <a:lnTo>
                  <a:pt x="76136" y="74041"/>
                </a:lnTo>
                <a:lnTo>
                  <a:pt x="76606" y="74295"/>
                </a:lnTo>
                <a:lnTo>
                  <a:pt x="76606" y="73571"/>
                </a:lnTo>
                <a:lnTo>
                  <a:pt x="75907" y="73914"/>
                </a:lnTo>
                <a:lnTo>
                  <a:pt x="75679" y="73787"/>
                </a:lnTo>
                <a:lnTo>
                  <a:pt x="75311" y="73787"/>
                </a:lnTo>
                <a:lnTo>
                  <a:pt x="75615" y="73533"/>
                </a:lnTo>
                <a:lnTo>
                  <a:pt x="75552" y="73279"/>
                </a:lnTo>
                <a:lnTo>
                  <a:pt x="75780" y="73279"/>
                </a:lnTo>
                <a:lnTo>
                  <a:pt x="75412" y="73025"/>
                </a:lnTo>
                <a:lnTo>
                  <a:pt x="75336" y="72390"/>
                </a:lnTo>
                <a:lnTo>
                  <a:pt x="75488" y="72136"/>
                </a:lnTo>
                <a:lnTo>
                  <a:pt x="75539" y="71374"/>
                </a:lnTo>
                <a:lnTo>
                  <a:pt x="75133" y="71374"/>
                </a:lnTo>
                <a:lnTo>
                  <a:pt x="75031" y="72771"/>
                </a:lnTo>
                <a:lnTo>
                  <a:pt x="74891" y="71882"/>
                </a:lnTo>
                <a:lnTo>
                  <a:pt x="74676" y="72136"/>
                </a:lnTo>
                <a:lnTo>
                  <a:pt x="74625" y="73025"/>
                </a:lnTo>
                <a:lnTo>
                  <a:pt x="74803" y="72872"/>
                </a:lnTo>
                <a:lnTo>
                  <a:pt x="74790" y="73025"/>
                </a:lnTo>
                <a:lnTo>
                  <a:pt x="74625" y="73025"/>
                </a:lnTo>
                <a:lnTo>
                  <a:pt x="74561" y="72771"/>
                </a:lnTo>
                <a:lnTo>
                  <a:pt x="74320" y="72390"/>
                </a:lnTo>
                <a:lnTo>
                  <a:pt x="74295" y="71882"/>
                </a:lnTo>
                <a:lnTo>
                  <a:pt x="74155" y="72136"/>
                </a:lnTo>
                <a:lnTo>
                  <a:pt x="74091" y="73025"/>
                </a:lnTo>
                <a:lnTo>
                  <a:pt x="73202" y="72390"/>
                </a:lnTo>
                <a:lnTo>
                  <a:pt x="73444" y="72390"/>
                </a:lnTo>
                <a:lnTo>
                  <a:pt x="73761" y="71882"/>
                </a:lnTo>
                <a:lnTo>
                  <a:pt x="73926" y="71882"/>
                </a:lnTo>
                <a:lnTo>
                  <a:pt x="73571" y="71374"/>
                </a:lnTo>
                <a:lnTo>
                  <a:pt x="73240" y="71374"/>
                </a:lnTo>
                <a:lnTo>
                  <a:pt x="66865" y="71374"/>
                </a:lnTo>
                <a:lnTo>
                  <a:pt x="67005" y="71628"/>
                </a:lnTo>
                <a:lnTo>
                  <a:pt x="67322" y="71628"/>
                </a:lnTo>
                <a:lnTo>
                  <a:pt x="67322" y="72136"/>
                </a:lnTo>
                <a:lnTo>
                  <a:pt x="66789" y="72136"/>
                </a:lnTo>
                <a:lnTo>
                  <a:pt x="66687" y="72390"/>
                </a:lnTo>
                <a:lnTo>
                  <a:pt x="66116" y="72390"/>
                </a:lnTo>
                <a:lnTo>
                  <a:pt x="65735" y="72390"/>
                </a:lnTo>
                <a:lnTo>
                  <a:pt x="65735" y="71882"/>
                </a:lnTo>
                <a:lnTo>
                  <a:pt x="65735" y="71628"/>
                </a:lnTo>
                <a:lnTo>
                  <a:pt x="66078" y="71628"/>
                </a:lnTo>
                <a:lnTo>
                  <a:pt x="66243" y="71628"/>
                </a:lnTo>
                <a:lnTo>
                  <a:pt x="66598" y="71628"/>
                </a:lnTo>
                <a:lnTo>
                  <a:pt x="66725" y="71374"/>
                </a:lnTo>
                <a:lnTo>
                  <a:pt x="52044" y="71374"/>
                </a:lnTo>
                <a:lnTo>
                  <a:pt x="52158" y="71882"/>
                </a:lnTo>
                <a:lnTo>
                  <a:pt x="52082" y="72771"/>
                </a:lnTo>
                <a:lnTo>
                  <a:pt x="51981" y="73533"/>
                </a:lnTo>
                <a:lnTo>
                  <a:pt x="52247" y="73533"/>
                </a:lnTo>
                <a:lnTo>
                  <a:pt x="51943" y="73787"/>
                </a:lnTo>
                <a:lnTo>
                  <a:pt x="52349" y="73787"/>
                </a:lnTo>
                <a:lnTo>
                  <a:pt x="52844" y="74041"/>
                </a:lnTo>
                <a:lnTo>
                  <a:pt x="52539" y="74041"/>
                </a:lnTo>
                <a:lnTo>
                  <a:pt x="52451" y="74295"/>
                </a:lnTo>
                <a:lnTo>
                  <a:pt x="52349" y="74549"/>
                </a:lnTo>
                <a:lnTo>
                  <a:pt x="52260" y="77216"/>
                </a:lnTo>
                <a:lnTo>
                  <a:pt x="52514" y="77851"/>
                </a:lnTo>
                <a:lnTo>
                  <a:pt x="52260" y="78867"/>
                </a:lnTo>
                <a:lnTo>
                  <a:pt x="52387" y="80010"/>
                </a:lnTo>
                <a:lnTo>
                  <a:pt x="51523" y="80899"/>
                </a:lnTo>
                <a:lnTo>
                  <a:pt x="52387" y="82169"/>
                </a:lnTo>
                <a:lnTo>
                  <a:pt x="52578" y="85598"/>
                </a:lnTo>
                <a:lnTo>
                  <a:pt x="51638" y="87376"/>
                </a:lnTo>
                <a:lnTo>
                  <a:pt x="51409" y="89535"/>
                </a:lnTo>
                <a:lnTo>
                  <a:pt x="52082" y="90297"/>
                </a:lnTo>
                <a:lnTo>
                  <a:pt x="52387" y="91948"/>
                </a:lnTo>
                <a:lnTo>
                  <a:pt x="53505" y="92583"/>
                </a:lnTo>
                <a:lnTo>
                  <a:pt x="53467" y="92964"/>
                </a:lnTo>
                <a:lnTo>
                  <a:pt x="53073" y="92710"/>
                </a:lnTo>
                <a:lnTo>
                  <a:pt x="53149" y="92964"/>
                </a:lnTo>
                <a:lnTo>
                  <a:pt x="53047" y="92710"/>
                </a:lnTo>
                <a:lnTo>
                  <a:pt x="52971" y="92837"/>
                </a:lnTo>
                <a:lnTo>
                  <a:pt x="52882" y="92964"/>
                </a:lnTo>
                <a:lnTo>
                  <a:pt x="52806" y="92837"/>
                </a:lnTo>
                <a:lnTo>
                  <a:pt x="52717" y="92710"/>
                </a:lnTo>
                <a:lnTo>
                  <a:pt x="52628" y="92964"/>
                </a:lnTo>
                <a:lnTo>
                  <a:pt x="52298" y="92710"/>
                </a:lnTo>
                <a:lnTo>
                  <a:pt x="52184" y="93091"/>
                </a:lnTo>
                <a:lnTo>
                  <a:pt x="51930" y="93091"/>
                </a:lnTo>
                <a:lnTo>
                  <a:pt x="51790" y="92964"/>
                </a:lnTo>
                <a:lnTo>
                  <a:pt x="51714" y="93091"/>
                </a:lnTo>
                <a:lnTo>
                  <a:pt x="50990" y="93091"/>
                </a:lnTo>
                <a:lnTo>
                  <a:pt x="50787" y="93091"/>
                </a:lnTo>
                <a:lnTo>
                  <a:pt x="50774" y="92964"/>
                </a:lnTo>
                <a:lnTo>
                  <a:pt x="50723" y="92773"/>
                </a:lnTo>
                <a:lnTo>
                  <a:pt x="50215" y="92811"/>
                </a:lnTo>
                <a:lnTo>
                  <a:pt x="50482" y="93091"/>
                </a:lnTo>
                <a:lnTo>
                  <a:pt x="50152" y="92913"/>
                </a:lnTo>
                <a:lnTo>
                  <a:pt x="50165" y="93091"/>
                </a:lnTo>
                <a:lnTo>
                  <a:pt x="48742" y="93091"/>
                </a:lnTo>
                <a:lnTo>
                  <a:pt x="48768" y="93345"/>
                </a:lnTo>
                <a:lnTo>
                  <a:pt x="49047" y="93345"/>
                </a:lnTo>
                <a:lnTo>
                  <a:pt x="50507" y="93345"/>
                </a:lnTo>
                <a:lnTo>
                  <a:pt x="50838" y="93345"/>
                </a:lnTo>
                <a:lnTo>
                  <a:pt x="50914" y="93218"/>
                </a:lnTo>
                <a:lnTo>
                  <a:pt x="50965" y="93345"/>
                </a:lnTo>
                <a:lnTo>
                  <a:pt x="51206" y="93345"/>
                </a:lnTo>
                <a:lnTo>
                  <a:pt x="51066" y="93433"/>
                </a:lnTo>
                <a:lnTo>
                  <a:pt x="50761" y="93472"/>
                </a:lnTo>
                <a:lnTo>
                  <a:pt x="49618" y="93472"/>
                </a:lnTo>
                <a:lnTo>
                  <a:pt x="49441" y="93599"/>
                </a:lnTo>
                <a:lnTo>
                  <a:pt x="49415" y="93472"/>
                </a:lnTo>
                <a:lnTo>
                  <a:pt x="48869" y="93472"/>
                </a:lnTo>
                <a:lnTo>
                  <a:pt x="48374" y="93345"/>
                </a:lnTo>
                <a:lnTo>
                  <a:pt x="48628" y="93345"/>
                </a:lnTo>
                <a:lnTo>
                  <a:pt x="47967" y="92710"/>
                </a:lnTo>
                <a:lnTo>
                  <a:pt x="47904" y="92837"/>
                </a:lnTo>
                <a:lnTo>
                  <a:pt x="47790" y="92964"/>
                </a:lnTo>
                <a:lnTo>
                  <a:pt x="47752" y="93091"/>
                </a:lnTo>
                <a:lnTo>
                  <a:pt x="47853" y="92710"/>
                </a:lnTo>
                <a:lnTo>
                  <a:pt x="47955" y="92329"/>
                </a:lnTo>
                <a:lnTo>
                  <a:pt x="46342" y="92583"/>
                </a:lnTo>
                <a:lnTo>
                  <a:pt x="46405" y="92710"/>
                </a:lnTo>
                <a:lnTo>
                  <a:pt x="46520" y="92964"/>
                </a:lnTo>
                <a:lnTo>
                  <a:pt x="46672" y="92837"/>
                </a:lnTo>
                <a:lnTo>
                  <a:pt x="46710" y="92710"/>
                </a:lnTo>
                <a:lnTo>
                  <a:pt x="47485" y="92710"/>
                </a:lnTo>
                <a:lnTo>
                  <a:pt x="47612" y="93091"/>
                </a:lnTo>
                <a:lnTo>
                  <a:pt x="46240" y="93091"/>
                </a:lnTo>
                <a:lnTo>
                  <a:pt x="46024" y="93091"/>
                </a:lnTo>
                <a:lnTo>
                  <a:pt x="45859" y="93179"/>
                </a:lnTo>
                <a:lnTo>
                  <a:pt x="45656" y="93091"/>
                </a:lnTo>
                <a:lnTo>
                  <a:pt x="45288" y="92964"/>
                </a:lnTo>
                <a:lnTo>
                  <a:pt x="45250" y="93091"/>
                </a:lnTo>
                <a:lnTo>
                  <a:pt x="44856" y="93091"/>
                </a:lnTo>
                <a:lnTo>
                  <a:pt x="44780" y="92710"/>
                </a:lnTo>
                <a:lnTo>
                  <a:pt x="44551" y="92583"/>
                </a:lnTo>
                <a:lnTo>
                  <a:pt x="44462" y="92964"/>
                </a:lnTo>
                <a:lnTo>
                  <a:pt x="44424" y="93091"/>
                </a:lnTo>
                <a:lnTo>
                  <a:pt x="44132" y="93091"/>
                </a:lnTo>
                <a:lnTo>
                  <a:pt x="43878" y="92964"/>
                </a:lnTo>
                <a:lnTo>
                  <a:pt x="43942" y="93345"/>
                </a:lnTo>
                <a:lnTo>
                  <a:pt x="43827" y="92964"/>
                </a:lnTo>
                <a:lnTo>
                  <a:pt x="43815" y="93599"/>
                </a:lnTo>
                <a:lnTo>
                  <a:pt x="43345" y="93599"/>
                </a:lnTo>
                <a:lnTo>
                  <a:pt x="43497" y="93472"/>
                </a:lnTo>
                <a:lnTo>
                  <a:pt x="43345" y="93345"/>
                </a:lnTo>
                <a:lnTo>
                  <a:pt x="43815" y="93599"/>
                </a:lnTo>
                <a:lnTo>
                  <a:pt x="43815" y="92964"/>
                </a:lnTo>
                <a:lnTo>
                  <a:pt x="43421" y="92964"/>
                </a:lnTo>
                <a:lnTo>
                  <a:pt x="43383" y="93091"/>
                </a:lnTo>
                <a:lnTo>
                  <a:pt x="43345" y="93218"/>
                </a:lnTo>
                <a:lnTo>
                  <a:pt x="43014" y="93116"/>
                </a:lnTo>
                <a:lnTo>
                  <a:pt x="43192" y="93230"/>
                </a:lnTo>
                <a:lnTo>
                  <a:pt x="43002" y="93179"/>
                </a:lnTo>
                <a:lnTo>
                  <a:pt x="42951" y="93345"/>
                </a:lnTo>
                <a:lnTo>
                  <a:pt x="42964" y="93472"/>
                </a:lnTo>
                <a:lnTo>
                  <a:pt x="42341" y="93726"/>
                </a:lnTo>
                <a:lnTo>
                  <a:pt x="42037" y="93599"/>
                </a:lnTo>
                <a:lnTo>
                  <a:pt x="42329" y="93345"/>
                </a:lnTo>
                <a:lnTo>
                  <a:pt x="42887" y="93345"/>
                </a:lnTo>
                <a:lnTo>
                  <a:pt x="42735" y="93116"/>
                </a:lnTo>
                <a:lnTo>
                  <a:pt x="42189" y="93091"/>
                </a:lnTo>
                <a:lnTo>
                  <a:pt x="42113" y="93218"/>
                </a:lnTo>
                <a:lnTo>
                  <a:pt x="41897" y="93091"/>
                </a:lnTo>
                <a:lnTo>
                  <a:pt x="41478" y="93091"/>
                </a:lnTo>
                <a:lnTo>
                  <a:pt x="41617" y="93345"/>
                </a:lnTo>
                <a:lnTo>
                  <a:pt x="42037" y="93345"/>
                </a:lnTo>
                <a:lnTo>
                  <a:pt x="41960" y="93472"/>
                </a:lnTo>
                <a:lnTo>
                  <a:pt x="41884" y="93599"/>
                </a:lnTo>
                <a:lnTo>
                  <a:pt x="41808" y="93726"/>
                </a:lnTo>
                <a:lnTo>
                  <a:pt x="41744" y="93599"/>
                </a:lnTo>
                <a:lnTo>
                  <a:pt x="41478" y="93091"/>
                </a:lnTo>
                <a:lnTo>
                  <a:pt x="41236" y="93091"/>
                </a:lnTo>
                <a:lnTo>
                  <a:pt x="41236" y="93345"/>
                </a:lnTo>
                <a:lnTo>
                  <a:pt x="41122" y="93472"/>
                </a:lnTo>
                <a:lnTo>
                  <a:pt x="40995" y="93599"/>
                </a:lnTo>
                <a:lnTo>
                  <a:pt x="40894" y="93472"/>
                </a:lnTo>
                <a:lnTo>
                  <a:pt x="40779" y="93345"/>
                </a:lnTo>
                <a:lnTo>
                  <a:pt x="40678" y="93472"/>
                </a:lnTo>
                <a:lnTo>
                  <a:pt x="40576" y="93599"/>
                </a:lnTo>
                <a:lnTo>
                  <a:pt x="40487" y="93472"/>
                </a:lnTo>
                <a:lnTo>
                  <a:pt x="40398" y="93345"/>
                </a:lnTo>
                <a:lnTo>
                  <a:pt x="40208" y="93472"/>
                </a:lnTo>
                <a:lnTo>
                  <a:pt x="39674" y="93345"/>
                </a:lnTo>
                <a:lnTo>
                  <a:pt x="40157" y="93599"/>
                </a:lnTo>
                <a:lnTo>
                  <a:pt x="39611" y="93472"/>
                </a:lnTo>
                <a:lnTo>
                  <a:pt x="38950" y="93141"/>
                </a:lnTo>
                <a:lnTo>
                  <a:pt x="38950" y="93599"/>
                </a:lnTo>
                <a:lnTo>
                  <a:pt x="38531" y="93599"/>
                </a:lnTo>
                <a:lnTo>
                  <a:pt x="38696" y="93472"/>
                </a:lnTo>
                <a:lnTo>
                  <a:pt x="38849" y="93345"/>
                </a:lnTo>
                <a:lnTo>
                  <a:pt x="38950" y="93599"/>
                </a:lnTo>
                <a:lnTo>
                  <a:pt x="38950" y="93141"/>
                </a:lnTo>
                <a:lnTo>
                  <a:pt x="39370" y="93345"/>
                </a:lnTo>
                <a:lnTo>
                  <a:pt x="39674" y="93345"/>
                </a:lnTo>
                <a:lnTo>
                  <a:pt x="40398" y="93345"/>
                </a:lnTo>
                <a:lnTo>
                  <a:pt x="40779" y="93345"/>
                </a:lnTo>
                <a:lnTo>
                  <a:pt x="41236" y="93345"/>
                </a:lnTo>
                <a:lnTo>
                  <a:pt x="41236" y="93091"/>
                </a:lnTo>
                <a:lnTo>
                  <a:pt x="38950" y="93091"/>
                </a:lnTo>
                <a:lnTo>
                  <a:pt x="38506" y="92964"/>
                </a:lnTo>
                <a:lnTo>
                  <a:pt x="38506" y="93091"/>
                </a:lnTo>
                <a:lnTo>
                  <a:pt x="38328" y="93091"/>
                </a:lnTo>
                <a:lnTo>
                  <a:pt x="38252" y="93345"/>
                </a:lnTo>
                <a:lnTo>
                  <a:pt x="38531" y="93345"/>
                </a:lnTo>
                <a:lnTo>
                  <a:pt x="38544" y="93472"/>
                </a:lnTo>
                <a:lnTo>
                  <a:pt x="38214" y="93472"/>
                </a:lnTo>
                <a:lnTo>
                  <a:pt x="38227" y="92964"/>
                </a:lnTo>
                <a:lnTo>
                  <a:pt x="38201" y="92583"/>
                </a:lnTo>
                <a:lnTo>
                  <a:pt x="38087" y="92710"/>
                </a:lnTo>
                <a:lnTo>
                  <a:pt x="37693" y="92710"/>
                </a:lnTo>
                <a:lnTo>
                  <a:pt x="37795" y="92964"/>
                </a:lnTo>
                <a:lnTo>
                  <a:pt x="37465" y="92964"/>
                </a:lnTo>
                <a:lnTo>
                  <a:pt x="37541" y="92837"/>
                </a:lnTo>
                <a:lnTo>
                  <a:pt x="37617" y="92710"/>
                </a:lnTo>
                <a:lnTo>
                  <a:pt x="37096" y="92710"/>
                </a:lnTo>
                <a:lnTo>
                  <a:pt x="37096" y="92964"/>
                </a:lnTo>
                <a:lnTo>
                  <a:pt x="37045" y="93091"/>
                </a:lnTo>
                <a:lnTo>
                  <a:pt x="36969" y="93345"/>
                </a:lnTo>
                <a:lnTo>
                  <a:pt x="36906" y="93472"/>
                </a:lnTo>
                <a:lnTo>
                  <a:pt x="36474" y="93472"/>
                </a:lnTo>
                <a:lnTo>
                  <a:pt x="36436" y="93345"/>
                </a:lnTo>
                <a:lnTo>
                  <a:pt x="36969" y="93345"/>
                </a:lnTo>
                <a:lnTo>
                  <a:pt x="36969" y="93091"/>
                </a:lnTo>
                <a:lnTo>
                  <a:pt x="36410" y="93091"/>
                </a:lnTo>
                <a:lnTo>
                  <a:pt x="36245" y="93091"/>
                </a:lnTo>
                <a:lnTo>
                  <a:pt x="36106" y="92964"/>
                </a:lnTo>
                <a:lnTo>
                  <a:pt x="36029" y="93345"/>
                </a:lnTo>
                <a:lnTo>
                  <a:pt x="36296" y="93345"/>
                </a:lnTo>
                <a:lnTo>
                  <a:pt x="36283" y="93497"/>
                </a:lnTo>
                <a:lnTo>
                  <a:pt x="36233" y="93853"/>
                </a:lnTo>
                <a:lnTo>
                  <a:pt x="36118" y="93726"/>
                </a:lnTo>
                <a:lnTo>
                  <a:pt x="35991" y="93611"/>
                </a:lnTo>
                <a:lnTo>
                  <a:pt x="36283" y="93497"/>
                </a:lnTo>
                <a:lnTo>
                  <a:pt x="35826" y="93345"/>
                </a:lnTo>
                <a:lnTo>
                  <a:pt x="35775" y="93472"/>
                </a:lnTo>
                <a:lnTo>
                  <a:pt x="35674" y="93726"/>
                </a:lnTo>
                <a:lnTo>
                  <a:pt x="35979" y="93611"/>
                </a:lnTo>
                <a:lnTo>
                  <a:pt x="35839" y="93853"/>
                </a:lnTo>
                <a:lnTo>
                  <a:pt x="35750" y="93980"/>
                </a:lnTo>
                <a:lnTo>
                  <a:pt x="35420" y="94107"/>
                </a:lnTo>
                <a:lnTo>
                  <a:pt x="35496" y="94361"/>
                </a:lnTo>
                <a:lnTo>
                  <a:pt x="35801" y="94234"/>
                </a:lnTo>
                <a:lnTo>
                  <a:pt x="36156" y="93980"/>
                </a:lnTo>
                <a:lnTo>
                  <a:pt x="35623" y="94488"/>
                </a:lnTo>
                <a:lnTo>
                  <a:pt x="35356" y="94488"/>
                </a:lnTo>
                <a:lnTo>
                  <a:pt x="35356" y="94742"/>
                </a:lnTo>
                <a:lnTo>
                  <a:pt x="34950" y="95123"/>
                </a:lnTo>
                <a:lnTo>
                  <a:pt x="35013" y="94742"/>
                </a:lnTo>
                <a:lnTo>
                  <a:pt x="35356" y="94742"/>
                </a:lnTo>
                <a:lnTo>
                  <a:pt x="35356" y="94488"/>
                </a:lnTo>
                <a:lnTo>
                  <a:pt x="35052" y="94488"/>
                </a:lnTo>
                <a:lnTo>
                  <a:pt x="35090" y="94234"/>
                </a:lnTo>
                <a:lnTo>
                  <a:pt x="35356" y="94488"/>
                </a:lnTo>
                <a:lnTo>
                  <a:pt x="35356" y="94234"/>
                </a:lnTo>
                <a:lnTo>
                  <a:pt x="35090" y="94107"/>
                </a:lnTo>
                <a:lnTo>
                  <a:pt x="35166" y="93980"/>
                </a:lnTo>
                <a:lnTo>
                  <a:pt x="35331" y="93980"/>
                </a:lnTo>
                <a:lnTo>
                  <a:pt x="35344" y="93853"/>
                </a:lnTo>
                <a:lnTo>
                  <a:pt x="34785" y="93726"/>
                </a:lnTo>
                <a:lnTo>
                  <a:pt x="34721" y="93853"/>
                </a:lnTo>
                <a:lnTo>
                  <a:pt x="34531" y="93980"/>
                </a:lnTo>
                <a:lnTo>
                  <a:pt x="34785" y="93726"/>
                </a:lnTo>
                <a:lnTo>
                  <a:pt x="34671" y="93599"/>
                </a:lnTo>
                <a:lnTo>
                  <a:pt x="34188" y="93345"/>
                </a:lnTo>
                <a:lnTo>
                  <a:pt x="34290" y="93599"/>
                </a:lnTo>
                <a:lnTo>
                  <a:pt x="34404" y="93726"/>
                </a:lnTo>
                <a:lnTo>
                  <a:pt x="34518" y="93853"/>
                </a:lnTo>
                <a:lnTo>
                  <a:pt x="34023" y="93980"/>
                </a:lnTo>
                <a:lnTo>
                  <a:pt x="33959" y="94107"/>
                </a:lnTo>
                <a:lnTo>
                  <a:pt x="34264" y="94361"/>
                </a:lnTo>
                <a:lnTo>
                  <a:pt x="33909" y="94488"/>
                </a:lnTo>
                <a:lnTo>
                  <a:pt x="33921" y="94361"/>
                </a:lnTo>
                <a:lnTo>
                  <a:pt x="33921" y="94234"/>
                </a:lnTo>
                <a:lnTo>
                  <a:pt x="33566" y="94361"/>
                </a:lnTo>
                <a:lnTo>
                  <a:pt x="33578" y="94234"/>
                </a:lnTo>
                <a:lnTo>
                  <a:pt x="33782" y="94107"/>
                </a:lnTo>
                <a:lnTo>
                  <a:pt x="33566" y="93980"/>
                </a:lnTo>
                <a:lnTo>
                  <a:pt x="33464" y="94107"/>
                </a:lnTo>
                <a:lnTo>
                  <a:pt x="33362" y="94234"/>
                </a:lnTo>
                <a:lnTo>
                  <a:pt x="33299" y="94742"/>
                </a:lnTo>
                <a:lnTo>
                  <a:pt x="32727" y="94742"/>
                </a:lnTo>
                <a:lnTo>
                  <a:pt x="32626" y="94488"/>
                </a:lnTo>
                <a:lnTo>
                  <a:pt x="32448" y="94742"/>
                </a:lnTo>
                <a:lnTo>
                  <a:pt x="32245" y="94488"/>
                </a:lnTo>
                <a:lnTo>
                  <a:pt x="32143" y="94361"/>
                </a:lnTo>
                <a:lnTo>
                  <a:pt x="32042" y="94234"/>
                </a:lnTo>
                <a:lnTo>
                  <a:pt x="31343" y="94361"/>
                </a:lnTo>
                <a:lnTo>
                  <a:pt x="31242" y="94742"/>
                </a:lnTo>
                <a:lnTo>
                  <a:pt x="31750" y="94869"/>
                </a:lnTo>
                <a:lnTo>
                  <a:pt x="31369" y="94869"/>
                </a:lnTo>
                <a:lnTo>
                  <a:pt x="31191" y="94742"/>
                </a:lnTo>
                <a:lnTo>
                  <a:pt x="30975" y="94742"/>
                </a:lnTo>
                <a:lnTo>
                  <a:pt x="30899" y="95123"/>
                </a:lnTo>
                <a:lnTo>
                  <a:pt x="31242" y="94945"/>
                </a:lnTo>
                <a:lnTo>
                  <a:pt x="31076" y="95250"/>
                </a:lnTo>
                <a:lnTo>
                  <a:pt x="31000" y="95377"/>
                </a:lnTo>
                <a:lnTo>
                  <a:pt x="30607" y="95377"/>
                </a:lnTo>
                <a:lnTo>
                  <a:pt x="29616" y="95377"/>
                </a:lnTo>
                <a:lnTo>
                  <a:pt x="29400" y="95377"/>
                </a:lnTo>
                <a:lnTo>
                  <a:pt x="29400" y="95250"/>
                </a:lnTo>
                <a:lnTo>
                  <a:pt x="29108" y="95148"/>
                </a:lnTo>
                <a:lnTo>
                  <a:pt x="28917" y="95631"/>
                </a:lnTo>
                <a:lnTo>
                  <a:pt x="28689" y="95377"/>
                </a:lnTo>
                <a:lnTo>
                  <a:pt x="28206" y="95618"/>
                </a:lnTo>
                <a:lnTo>
                  <a:pt x="28333" y="95250"/>
                </a:lnTo>
                <a:lnTo>
                  <a:pt x="28460" y="95250"/>
                </a:lnTo>
                <a:lnTo>
                  <a:pt x="29108" y="95250"/>
                </a:lnTo>
                <a:lnTo>
                  <a:pt x="28943" y="95084"/>
                </a:lnTo>
                <a:lnTo>
                  <a:pt x="28549" y="94957"/>
                </a:lnTo>
                <a:lnTo>
                  <a:pt x="28422" y="95008"/>
                </a:lnTo>
                <a:lnTo>
                  <a:pt x="28257" y="95084"/>
                </a:lnTo>
                <a:lnTo>
                  <a:pt x="28409" y="94907"/>
                </a:lnTo>
                <a:lnTo>
                  <a:pt x="28194" y="94869"/>
                </a:lnTo>
                <a:lnTo>
                  <a:pt x="28194" y="95250"/>
                </a:lnTo>
                <a:lnTo>
                  <a:pt x="27825" y="95846"/>
                </a:lnTo>
                <a:lnTo>
                  <a:pt x="27660" y="95821"/>
                </a:lnTo>
                <a:lnTo>
                  <a:pt x="27584" y="95377"/>
                </a:lnTo>
                <a:lnTo>
                  <a:pt x="27482" y="95554"/>
                </a:lnTo>
                <a:lnTo>
                  <a:pt x="27368" y="95377"/>
                </a:lnTo>
                <a:lnTo>
                  <a:pt x="27279" y="95250"/>
                </a:lnTo>
                <a:lnTo>
                  <a:pt x="27051" y="95377"/>
                </a:lnTo>
                <a:lnTo>
                  <a:pt x="27381" y="95758"/>
                </a:lnTo>
                <a:lnTo>
                  <a:pt x="27203" y="95758"/>
                </a:lnTo>
                <a:lnTo>
                  <a:pt x="27139" y="96012"/>
                </a:lnTo>
                <a:lnTo>
                  <a:pt x="27089" y="96266"/>
                </a:lnTo>
                <a:lnTo>
                  <a:pt x="27076" y="96012"/>
                </a:lnTo>
                <a:lnTo>
                  <a:pt x="27139" y="95872"/>
                </a:lnTo>
                <a:lnTo>
                  <a:pt x="27000" y="95910"/>
                </a:lnTo>
                <a:lnTo>
                  <a:pt x="26898" y="95758"/>
                </a:lnTo>
                <a:lnTo>
                  <a:pt x="27089" y="95758"/>
                </a:lnTo>
                <a:lnTo>
                  <a:pt x="27051" y="95377"/>
                </a:lnTo>
                <a:lnTo>
                  <a:pt x="26860" y="95567"/>
                </a:lnTo>
                <a:lnTo>
                  <a:pt x="26835" y="95377"/>
                </a:lnTo>
                <a:lnTo>
                  <a:pt x="26860" y="95250"/>
                </a:lnTo>
                <a:lnTo>
                  <a:pt x="27279" y="95250"/>
                </a:lnTo>
                <a:lnTo>
                  <a:pt x="27660" y="95250"/>
                </a:lnTo>
                <a:lnTo>
                  <a:pt x="27711" y="95377"/>
                </a:lnTo>
                <a:lnTo>
                  <a:pt x="28079" y="95377"/>
                </a:lnTo>
                <a:lnTo>
                  <a:pt x="28130" y="95250"/>
                </a:lnTo>
                <a:lnTo>
                  <a:pt x="28194" y="94869"/>
                </a:lnTo>
                <a:lnTo>
                  <a:pt x="26987" y="95034"/>
                </a:lnTo>
                <a:lnTo>
                  <a:pt x="26479" y="95110"/>
                </a:lnTo>
                <a:lnTo>
                  <a:pt x="26479" y="96012"/>
                </a:lnTo>
                <a:lnTo>
                  <a:pt x="26339" y="95758"/>
                </a:lnTo>
                <a:lnTo>
                  <a:pt x="26250" y="95516"/>
                </a:lnTo>
                <a:lnTo>
                  <a:pt x="26212" y="95377"/>
                </a:lnTo>
                <a:lnTo>
                  <a:pt x="26289" y="95516"/>
                </a:lnTo>
                <a:lnTo>
                  <a:pt x="26454" y="95758"/>
                </a:lnTo>
                <a:lnTo>
                  <a:pt x="26479" y="96012"/>
                </a:lnTo>
                <a:lnTo>
                  <a:pt x="26479" y="95110"/>
                </a:lnTo>
                <a:lnTo>
                  <a:pt x="26301" y="95123"/>
                </a:lnTo>
                <a:lnTo>
                  <a:pt x="26212" y="94869"/>
                </a:lnTo>
                <a:lnTo>
                  <a:pt x="26174" y="94742"/>
                </a:lnTo>
                <a:lnTo>
                  <a:pt x="26085" y="94488"/>
                </a:lnTo>
                <a:lnTo>
                  <a:pt x="26009" y="94869"/>
                </a:lnTo>
                <a:lnTo>
                  <a:pt x="25831" y="94869"/>
                </a:lnTo>
                <a:lnTo>
                  <a:pt x="25755" y="95199"/>
                </a:lnTo>
                <a:lnTo>
                  <a:pt x="25717" y="95377"/>
                </a:lnTo>
                <a:lnTo>
                  <a:pt x="25590" y="95377"/>
                </a:lnTo>
                <a:lnTo>
                  <a:pt x="25590" y="95250"/>
                </a:lnTo>
                <a:lnTo>
                  <a:pt x="25742" y="95250"/>
                </a:lnTo>
                <a:lnTo>
                  <a:pt x="25387" y="95250"/>
                </a:lnTo>
                <a:lnTo>
                  <a:pt x="24942" y="95250"/>
                </a:lnTo>
                <a:lnTo>
                  <a:pt x="24625" y="95250"/>
                </a:lnTo>
                <a:lnTo>
                  <a:pt x="24587" y="95377"/>
                </a:lnTo>
                <a:lnTo>
                  <a:pt x="24472" y="95758"/>
                </a:lnTo>
                <a:lnTo>
                  <a:pt x="24676" y="95758"/>
                </a:lnTo>
                <a:lnTo>
                  <a:pt x="24714" y="96012"/>
                </a:lnTo>
                <a:lnTo>
                  <a:pt x="24257" y="96266"/>
                </a:lnTo>
                <a:lnTo>
                  <a:pt x="24498" y="96266"/>
                </a:lnTo>
                <a:lnTo>
                  <a:pt x="24739" y="96266"/>
                </a:lnTo>
                <a:lnTo>
                  <a:pt x="25069" y="96139"/>
                </a:lnTo>
                <a:lnTo>
                  <a:pt x="24828" y="96177"/>
                </a:lnTo>
                <a:lnTo>
                  <a:pt x="24930" y="96012"/>
                </a:lnTo>
                <a:lnTo>
                  <a:pt x="25006" y="95758"/>
                </a:lnTo>
                <a:lnTo>
                  <a:pt x="25107" y="95377"/>
                </a:lnTo>
                <a:lnTo>
                  <a:pt x="25463" y="95377"/>
                </a:lnTo>
                <a:lnTo>
                  <a:pt x="25336" y="95758"/>
                </a:lnTo>
                <a:lnTo>
                  <a:pt x="25615" y="95758"/>
                </a:lnTo>
                <a:lnTo>
                  <a:pt x="25603" y="95631"/>
                </a:lnTo>
                <a:lnTo>
                  <a:pt x="25679" y="95758"/>
                </a:lnTo>
                <a:lnTo>
                  <a:pt x="25882" y="95758"/>
                </a:lnTo>
                <a:lnTo>
                  <a:pt x="25755" y="96012"/>
                </a:lnTo>
                <a:lnTo>
                  <a:pt x="26174" y="96012"/>
                </a:lnTo>
                <a:lnTo>
                  <a:pt x="25755" y="96126"/>
                </a:lnTo>
                <a:lnTo>
                  <a:pt x="25641" y="96266"/>
                </a:lnTo>
                <a:lnTo>
                  <a:pt x="26225" y="96266"/>
                </a:lnTo>
                <a:lnTo>
                  <a:pt x="26517" y="96266"/>
                </a:lnTo>
                <a:lnTo>
                  <a:pt x="26289" y="96329"/>
                </a:lnTo>
                <a:lnTo>
                  <a:pt x="26111" y="96367"/>
                </a:lnTo>
                <a:lnTo>
                  <a:pt x="25628" y="96481"/>
                </a:lnTo>
                <a:lnTo>
                  <a:pt x="25603" y="96266"/>
                </a:lnTo>
                <a:lnTo>
                  <a:pt x="25349" y="96266"/>
                </a:lnTo>
                <a:lnTo>
                  <a:pt x="25196" y="96520"/>
                </a:lnTo>
                <a:lnTo>
                  <a:pt x="25209" y="96774"/>
                </a:lnTo>
                <a:lnTo>
                  <a:pt x="25679" y="96774"/>
                </a:lnTo>
                <a:lnTo>
                  <a:pt x="25641" y="96520"/>
                </a:lnTo>
                <a:lnTo>
                  <a:pt x="25679" y="96774"/>
                </a:lnTo>
                <a:lnTo>
                  <a:pt x="26162" y="96774"/>
                </a:lnTo>
                <a:lnTo>
                  <a:pt x="91503" y="96774"/>
                </a:lnTo>
                <a:lnTo>
                  <a:pt x="91782" y="96774"/>
                </a:lnTo>
                <a:lnTo>
                  <a:pt x="93560" y="96774"/>
                </a:lnTo>
                <a:lnTo>
                  <a:pt x="93522" y="96520"/>
                </a:lnTo>
                <a:lnTo>
                  <a:pt x="93345" y="96520"/>
                </a:lnTo>
                <a:lnTo>
                  <a:pt x="91135" y="96520"/>
                </a:lnTo>
                <a:lnTo>
                  <a:pt x="91313" y="96659"/>
                </a:lnTo>
                <a:lnTo>
                  <a:pt x="90373" y="96012"/>
                </a:lnTo>
                <a:lnTo>
                  <a:pt x="90398" y="95758"/>
                </a:lnTo>
                <a:lnTo>
                  <a:pt x="90424" y="95377"/>
                </a:lnTo>
                <a:lnTo>
                  <a:pt x="90220" y="95250"/>
                </a:lnTo>
                <a:lnTo>
                  <a:pt x="90309" y="95719"/>
                </a:lnTo>
                <a:lnTo>
                  <a:pt x="89674" y="95529"/>
                </a:lnTo>
                <a:lnTo>
                  <a:pt x="89674" y="95758"/>
                </a:lnTo>
                <a:lnTo>
                  <a:pt x="89674" y="95897"/>
                </a:lnTo>
                <a:lnTo>
                  <a:pt x="89382" y="95783"/>
                </a:lnTo>
                <a:lnTo>
                  <a:pt x="89382" y="96266"/>
                </a:lnTo>
                <a:lnTo>
                  <a:pt x="89382" y="96405"/>
                </a:lnTo>
                <a:lnTo>
                  <a:pt x="88963" y="96266"/>
                </a:lnTo>
                <a:lnTo>
                  <a:pt x="89382" y="96266"/>
                </a:lnTo>
                <a:lnTo>
                  <a:pt x="89382" y="95783"/>
                </a:lnTo>
                <a:lnTo>
                  <a:pt x="89357" y="95948"/>
                </a:lnTo>
                <a:lnTo>
                  <a:pt x="89166" y="95910"/>
                </a:lnTo>
                <a:lnTo>
                  <a:pt x="89103" y="95758"/>
                </a:lnTo>
                <a:lnTo>
                  <a:pt x="89357" y="95758"/>
                </a:lnTo>
                <a:lnTo>
                  <a:pt x="89674" y="95758"/>
                </a:lnTo>
                <a:lnTo>
                  <a:pt x="89674" y="95529"/>
                </a:lnTo>
                <a:lnTo>
                  <a:pt x="89649" y="95377"/>
                </a:lnTo>
                <a:lnTo>
                  <a:pt x="89458" y="95377"/>
                </a:lnTo>
                <a:lnTo>
                  <a:pt x="89242" y="95377"/>
                </a:lnTo>
                <a:lnTo>
                  <a:pt x="89039" y="95605"/>
                </a:lnTo>
                <a:lnTo>
                  <a:pt x="89039" y="95885"/>
                </a:lnTo>
                <a:lnTo>
                  <a:pt x="88353" y="95758"/>
                </a:lnTo>
                <a:lnTo>
                  <a:pt x="88696" y="95415"/>
                </a:lnTo>
                <a:lnTo>
                  <a:pt x="88480" y="95758"/>
                </a:lnTo>
                <a:lnTo>
                  <a:pt x="88734" y="95758"/>
                </a:lnTo>
                <a:lnTo>
                  <a:pt x="89039" y="95885"/>
                </a:lnTo>
                <a:lnTo>
                  <a:pt x="89039" y="95605"/>
                </a:lnTo>
                <a:lnTo>
                  <a:pt x="88938" y="95377"/>
                </a:lnTo>
                <a:lnTo>
                  <a:pt x="88734" y="95377"/>
                </a:lnTo>
                <a:lnTo>
                  <a:pt x="88023" y="95377"/>
                </a:lnTo>
                <a:lnTo>
                  <a:pt x="87922" y="96012"/>
                </a:lnTo>
                <a:lnTo>
                  <a:pt x="87693" y="96012"/>
                </a:lnTo>
                <a:lnTo>
                  <a:pt x="87668" y="96266"/>
                </a:lnTo>
                <a:lnTo>
                  <a:pt x="87909" y="96100"/>
                </a:lnTo>
                <a:lnTo>
                  <a:pt x="87896" y="96266"/>
                </a:lnTo>
                <a:lnTo>
                  <a:pt x="87769" y="96266"/>
                </a:lnTo>
                <a:lnTo>
                  <a:pt x="87693" y="96012"/>
                </a:lnTo>
                <a:lnTo>
                  <a:pt x="87757" y="95377"/>
                </a:lnTo>
                <a:lnTo>
                  <a:pt x="87630" y="95377"/>
                </a:lnTo>
                <a:lnTo>
                  <a:pt x="87630" y="96393"/>
                </a:lnTo>
                <a:lnTo>
                  <a:pt x="87617" y="96520"/>
                </a:lnTo>
                <a:lnTo>
                  <a:pt x="87490" y="96520"/>
                </a:lnTo>
                <a:lnTo>
                  <a:pt x="87630" y="96393"/>
                </a:lnTo>
                <a:lnTo>
                  <a:pt x="87630" y="95377"/>
                </a:lnTo>
                <a:lnTo>
                  <a:pt x="87388" y="95250"/>
                </a:lnTo>
                <a:lnTo>
                  <a:pt x="87261" y="95377"/>
                </a:lnTo>
                <a:lnTo>
                  <a:pt x="87007" y="95681"/>
                </a:lnTo>
                <a:lnTo>
                  <a:pt x="86893" y="95885"/>
                </a:lnTo>
                <a:lnTo>
                  <a:pt x="86791" y="95758"/>
                </a:lnTo>
                <a:lnTo>
                  <a:pt x="86944" y="95758"/>
                </a:lnTo>
                <a:lnTo>
                  <a:pt x="86944" y="95605"/>
                </a:lnTo>
                <a:lnTo>
                  <a:pt x="86779" y="95377"/>
                </a:lnTo>
                <a:lnTo>
                  <a:pt x="86753" y="95250"/>
                </a:lnTo>
                <a:lnTo>
                  <a:pt x="86880" y="95250"/>
                </a:lnTo>
                <a:lnTo>
                  <a:pt x="86550" y="95008"/>
                </a:lnTo>
                <a:lnTo>
                  <a:pt x="86601" y="95250"/>
                </a:lnTo>
                <a:lnTo>
                  <a:pt x="86626" y="95377"/>
                </a:lnTo>
                <a:lnTo>
                  <a:pt x="86296" y="94869"/>
                </a:lnTo>
                <a:lnTo>
                  <a:pt x="86296" y="95377"/>
                </a:lnTo>
                <a:lnTo>
                  <a:pt x="86093" y="95250"/>
                </a:lnTo>
                <a:lnTo>
                  <a:pt x="85712" y="95250"/>
                </a:lnTo>
                <a:lnTo>
                  <a:pt x="85928" y="95377"/>
                </a:lnTo>
                <a:lnTo>
                  <a:pt x="85471" y="95377"/>
                </a:lnTo>
                <a:lnTo>
                  <a:pt x="85382" y="95250"/>
                </a:lnTo>
                <a:lnTo>
                  <a:pt x="85115" y="95250"/>
                </a:lnTo>
                <a:lnTo>
                  <a:pt x="84950" y="95377"/>
                </a:lnTo>
                <a:lnTo>
                  <a:pt x="84035" y="95377"/>
                </a:lnTo>
                <a:lnTo>
                  <a:pt x="83197" y="94869"/>
                </a:lnTo>
                <a:lnTo>
                  <a:pt x="83045" y="95250"/>
                </a:lnTo>
                <a:lnTo>
                  <a:pt x="82994" y="95377"/>
                </a:lnTo>
                <a:lnTo>
                  <a:pt x="82918" y="95250"/>
                </a:lnTo>
                <a:lnTo>
                  <a:pt x="82664" y="94869"/>
                </a:lnTo>
                <a:lnTo>
                  <a:pt x="82499" y="94742"/>
                </a:lnTo>
                <a:lnTo>
                  <a:pt x="81559" y="94742"/>
                </a:lnTo>
                <a:lnTo>
                  <a:pt x="82016" y="94488"/>
                </a:lnTo>
                <a:lnTo>
                  <a:pt x="79717" y="94488"/>
                </a:lnTo>
                <a:lnTo>
                  <a:pt x="79908" y="94742"/>
                </a:lnTo>
                <a:lnTo>
                  <a:pt x="80175" y="94742"/>
                </a:lnTo>
                <a:lnTo>
                  <a:pt x="80530" y="94742"/>
                </a:lnTo>
                <a:lnTo>
                  <a:pt x="80479" y="94869"/>
                </a:lnTo>
                <a:lnTo>
                  <a:pt x="80822" y="94742"/>
                </a:lnTo>
                <a:lnTo>
                  <a:pt x="81051" y="94742"/>
                </a:lnTo>
                <a:lnTo>
                  <a:pt x="81356" y="95250"/>
                </a:lnTo>
                <a:lnTo>
                  <a:pt x="80530" y="95250"/>
                </a:lnTo>
                <a:lnTo>
                  <a:pt x="80302" y="94869"/>
                </a:lnTo>
                <a:lnTo>
                  <a:pt x="80264" y="95250"/>
                </a:lnTo>
                <a:lnTo>
                  <a:pt x="79997" y="94869"/>
                </a:lnTo>
                <a:lnTo>
                  <a:pt x="79908" y="94742"/>
                </a:lnTo>
                <a:lnTo>
                  <a:pt x="79705" y="94742"/>
                </a:lnTo>
                <a:lnTo>
                  <a:pt x="79692" y="94869"/>
                </a:lnTo>
                <a:lnTo>
                  <a:pt x="79489" y="95250"/>
                </a:lnTo>
                <a:lnTo>
                  <a:pt x="79413" y="95377"/>
                </a:lnTo>
                <a:lnTo>
                  <a:pt x="79171" y="95377"/>
                </a:lnTo>
                <a:lnTo>
                  <a:pt x="78536" y="94869"/>
                </a:lnTo>
                <a:lnTo>
                  <a:pt x="77749" y="94869"/>
                </a:lnTo>
                <a:lnTo>
                  <a:pt x="77711" y="94742"/>
                </a:lnTo>
                <a:lnTo>
                  <a:pt x="77508" y="94869"/>
                </a:lnTo>
                <a:lnTo>
                  <a:pt x="77216" y="94488"/>
                </a:lnTo>
                <a:lnTo>
                  <a:pt x="77114" y="94361"/>
                </a:lnTo>
                <a:lnTo>
                  <a:pt x="77012" y="94234"/>
                </a:lnTo>
                <a:lnTo>
                  <a:pt x="76873" y="94488"/>
                </a:lnTo>
                <a:lnTo>
                  <a:pt x="76212" y="94488"/>
                </a:lnTo>
                <a:lnTo>
                  <a:pt x="76174" y="94742"/>
                </a:lnTo>
                <a:lnTo>
                  <a:pt x="76733" y="94742"/>
                </a:lnTo>
                <a:lnTo>
                  <a:pt x="76669" y="94869"/>
                </a:lnTo>
                <a:lnTo>
                  <a:pt x="76149" y="94869"/>
                </a:lnTo>
                <a:lnTo>
                  <a:pt x="76174" y="94742"/>
                </a:lnTo>
                <a:lnTo>
                  <a:pt x="75971" y="94742"/>
                </a:lnTo>
                <a:lnTo>
                  <a:pt x="75920" y="94869"/>
                </a:lnTo>
                <a:lnTo>
                  <a:pt x="75704" y="94792"/>
                </a:lnTo>
                <a:lnTo>
                  <a:pt x="74980" y="94869"/>
                </a:lnTo>
                <a:lnTo>
                  <a:pt x="74510" y="95173"/>
                </a:lnTo>
                <a:lnTo>
                  <a:pt x="74371" y="95173"/>
                </a:lnTo>
                <a:lnTo>
                  <a:pt x="74180" y="95377"/>
                </a:lnTo>
                <a:lnTo>
                  <a:pt x="73431" y="95377"/>
                </a:lnTo>
                <a:lnTo>
                  <a:pt x="73380" y="95250"/>
                </a:lnTo>
                <a:lnTo>
                  <a:pt x="74371" y="95250"/>
                </a:lnTo>
                <a:lnTo>
                  <a:pt x="65659" y="94869"/>
                </a:lnTo>
                <a:lnTo>
                  <a:pt x="65798" y="94742"/>
                </a:lnTo>
                <a:lnTo>
                  <a:pt x="75514" y="94742"/>
                </a:lnTo>
                <a:lnTo>
                  <a:pt x="75336" y="94488"/>
                </a:lnTo>
                <a:lnTo>
                  <a:pt x="66078" y="94488"/>
                </a:lnTo>
                <a:lnTo>
                  <a:pt x="65049" y="94361"/>
                </a:lnTo>
                <a:lnTo>
                  <a:pt x="64820" y="94488"/>
                </a:lnTo>
                <a:lnTo>
                  <a:pt x="64604" y="94488"/>
                </a:lnTo>
                <a:lnTo>
                  <a:pt x="64058" y="94234"/>
                </a:lnTo>
                <a:lnTo>
                  <a:pt x="63233" y="93853"/>
                </a:lnTo>
                <a:lnTo>
                  <a:pt x="63284" y="93980"/>
                </a:lnTo>
                <a:lnTo>
                  <a:pt x="63385" y="94234"/>
                </a:lnTo>
                <a:lnTo>
                  <a:pt x="63131" y="94107"/>
                </a:lnTo>
                <a:lnTo>
                  <a:pt x="63233" y="94234"/>
                </a:lnTo>
                <a:lnTo>
                  <a:pt x="62877" y="94234"/>
                </a:lnTo>
                <a:lnTo>
                  <a:pt x="62966" y="93853"/>
                </a:lnTo>
                <a:lnTo>
                  <a:pt x="62649" y="94107"/>
                </a:lnTo>
                <a:lnTo>
                  <a:pt x="62522" y="94234"/>
                </a:lnTo>
                <a:lnTo>
                  <a:pt x="62522" y="93980"/>
                </a:lnTo>
                <a:lnTo>
                  <a:pt x="62522" y="93853"/>
                </a:lnTo>
                <a:lnTo>
                  <a:pt x="62522" y="93726"/>
                </a:lnTo>
                <a:lnTo>
                  <a:pt x="62522" y="93599"/>
                </a:lnTo>
                <a:lnTo>
                  <a:pt x="62522" y="92964"/>
                </a:lnTo>
                <a:lnTo>
                  <a:pt x="62420" y="77851"/>
                </a:lnTo>
                <a:lnTo>
                  <a:pt x="62801" y="77851"/>
                </a:lnTo>
                <a:lnTo>
                  <a:pt x="62687" y="76708"/>
                </a:lnTo>
                <a:lnTo>
                  <a:pt x="62572" y="75565"/>
                </a:lnTo>
                <a:lnTo>
                  <a:pt x="62496" y="74803"/>
                </a:lnTo>
                <a:lnTo>
                  <a:pt x="61760" y="74803"/>
                </a:lnTo>
                <a:lnTo>
                  <a:pt x="63207" y="74549"/>
                </a:lnTo>
                <a:lnTo>
                  <a:pt x="65595" y="75946"/>
                </a:lnTo>
                <a:lnTo>
                  <a:pt x="65493" y="76200"/>
                </a:lnTo>
                <a:lnTo>
                  <a:pt x="65176" y="76250"/>
                </a:lnTo>
                <a:lnTo>
                  <a:pt x="64858" y="76288"/>
                </a:lnTo>
                <a:lnTo>
                  <a:pt x="64808" y="76415"/>
                </a:lnTo>
                <a:lnTo>
                  <a:pt x="65062" y="76441"/>
                </a:lnTo>
                <a:lnTo>
                  <a:pt x="65392" y="76454"/>
                </a:lnTo>
                <a:lnTo>
                  <a:pt x="66116" y="76454"/>
                </a:lnTo>
                <a:lnTo>
                  <a:pt x="65709" y="76200"/>
                </a:lnTo>
                <a:lnTo>
                  <a:pt x="65976" y="76200"/>
                </a:lnTo>
                <a:lnTo>
                  <a:pt x="66141" y="76212"/>
                </a:lnTo>
                <a:lnTo>
                  <a:pt x="66319" y="76288"/>
                </a:lnTo>
                <a:lnTo>
                  <a:pt x="66573" y="76390"/>
                </a:lnTo>
                <a:lnTo>
                  <a:pt x="66814" y="76454"/>
                </a:lnTo>
                <a:lnTo>
                  <a:pt x="66408" y="76212"/>
                </a:lnTo>
                <a:lnTo>
                  <a:pt x="72631" y="76339"/>
                </a:lnTo>
                <a:lnTo>
                  <a:pt x="72720" y="76200"/>
                </a:lnTo>
                <a:lnTo>
                  <a:pt x="72745" y="76352"/>
                </a:lnTo>
                <a:lnTo>
                  <a:pt x="73571" y="76365"/>
                </a:lnTo>
                <a:lnTo>
                  <a:pt x="73571" y="76200"/>
                </a:lnTo>
                <a:lnTo>
                  <a:pt x="73685" y="76365"/>
                </a:lnTo>
                <a:lnTo>
                  <a:pt x="75336" y="76403"/>
                </a:lnTo>
                <a:lnTo>
                  <a:pt x="75438" y="76200"/>
                </a:lnTo>
                <a:lnTo>
                  <a:pt x="75895" y="75311"/>
                </a:lnTo>
                <a:lnTo>
                  <a:pt x="75958" y="75946"/>
                </a:lnTo>
                <a:lnTo>
                  <a:pt x="76263" y="75565"/>
                </a:lnTo>
                <a:lnTo>
                  <a:pt x="76403" y="75311"/>
                </a:lnTo>
                <a:lnTo>
                  <a:pt x="76860" y="75311"/>
                </a:lnTo>
                <a:lnTo>
                  <a:pt x="76415" y="75831"/>
                </a:lnTo>
                <a:lnTo>
                  <a:pt x="77381" y="75311"/>
                </a:lnTo>
                <a:lnTo>
                  <a:pt x="77520" y="75311"/>
                </a:lnTo>
                <a:lnTo>
                  <a:pt x="77127" y="75819"/>
                </a:lnTo>
                <a:lnTo>
                  <a:pt x="76352" y="75946"/>
                </a:lnTo>
                <a:lnTo>
                  <a:pt x="77038" y="75946"/>
                </a:lnTo>
                <a:lnTo>
                  <a:pt x="77952" y="75946"/>
                </a:lnTo>
                <a:lnTo>
                  <a:pt x="78041" y="76073"/>
                </a:lnTo>
                <a:lnTo>
                  <a:pt x="78333" y="75946"/>
                </a:lnTo>
                <a:lnTo>
                  <a:pt x="78473" y="75946"/>
                </a:lnTo>
                <a:lnTo>
                  <a:pt x="79197" y="75565"/>
                </a:lnTo>
                <a:lnTo>
                  <a:pt x="79057" y="75311"/>
                </a:lnTo>
                <a:lnTo>
                  <a:pt x="79197" y="75311"/>
                </a:lnTo>
                <a:lnTo>
                  <a:pt x="79908" y="75819"/>
                </a:lnTo>
                <a:lnTo>
                  <a:pt x="80619" y="75311"/>
                </a:lnTo>
                <a:lnTo>
                  <a:pt x="80683" y="75565"/>
                </a:lnTo>
                <a:lnTo>
                  <a:pt x="80759" y="75946"/>
                </a:lnTo>
                <a:lnTo>
                  <a:pt x="80911" y="75565"/>
                </a:lnTo>
                <a:lnTo>
                  <a:pt x="81114" y="75895"/>
                </a:lnTo>
                <a:lnTo>
                  <a:pt x="80772" y="75946"/>
                </a:lnTo>
                <a:lnTo>
                  <a:pt x="80899" y="75946"/>
                </a:lnTo>
                <a:lnTo>
                  <a:pt x="81114" y="76200"/>
                </a:lnTo>
                <a:lnTo>
                  <a:pt x="81216" y="75946"/>
                </a:lnTo>
                <a:lnTo>
                  <a:pt x="81673" y="75946"/>
                </a:lnTo>
                <a:lnTo>
                  <a:pt x="81876" y="76200"/>
                </a:lnTo>
                <a:lnTo>
                  <a:pt x="82245" y="75946"/>
                </a:lnTo>
                <a:lnTo>
                  <a:pt x="82575" y="75946"/>
                </a:lnTo>
                <a:lnTo>
                  <a:pt x="82969" y="75946"/>
                </a:lnTo>
                <a:lnTo>
                  <a:pt x="82715" y="76200"/>
                </a:lnTo>
                <a:lnTo>
                  <a:pt x="83019" y="76708"/>
                </a:lnTo>
                <a:lnTo>
                  <a:pt x="83489" y="76708"/>
                </a:lnTo>
                <a:lnTo>
                  <a:pt x="83566" y="76200"/>
                </a:lnTo>
                <a:lnTo>
                  <a:pt x="83604" y="76454"/>
                </a:lnTo>
                <a:lnTo>
                  <a:pt x="83794" y="76708"/>
                </a:lnTo>
                <a:lnTo>
                  <a:pt x="83947" y="76454"/>
                </a:lnTo>
                <a:lnTo>
                  <a:pt x="83947" y="76200"/>
                </a:lnTo>
                <a:lnTo>
                  <a:pt x="84124" y="76200"/>
                </a:lnTo>
                <a:lnTo>
                  <a:pt x="84366" y="76136"/>
                </a:lnTo>
                <a:lnTo>
                  <a:pt x="84683" y="75679"/>
                </a:lnTo>
                <a:lnTo>
                  <a:pt x="84594" y="75946"/>
                </a:lnTo>
                <a:lnTo>
                  <a:pt x="84543" y="76073"/>
                </a:lnTo>
                <a:lnTo>
                  <a:pt x="84505" y="76200"/>
                </a:lnTo>
                <a:lnTo>
                  <a:pt x="84328" y="76200"/>
                </a:lnTo>
                <a:lnTo>
                  <a:pt x="84137" y="76454"/>
                </a:lnTo>
                <a:lnTo>
                  <a:pt x="84023" y="76708"/>
                </a:lnTo>
                <a:lnTo>
                  <a:pt x="84886" y="76708"/>
                </a:lnTo>
                <a:lnTo>
                  <a:pt x="84924" y="76835"/>
                </a:lnTo>
                <a:lnTo>
                  <a:pt x="85128" y="76708"/>
                </a:lnTo>
                <a:lnTo>
                  <a:pt x="85140" y="76454"/>
                </a:lnTo>
                <a:lnTo>
                  <a:pt x="85001" y="76454"/>
                </a:lnTo>
                <a:lnTo>
                  <a:pt x="85280" y="76200"/>
                </a:lnTo>
                <a:lnTo>
                  <a:pt x="85166" y="75946"/>
                </a:lnTo>
                <a:lnTo>
                  <a:pt x="85572" y="75946"/>
                </a:lnTo>
                <a:lnTo>
                  <a:pt x="85064" y="75565"/>
                </a:lnTo>
                <a:lnTo>
                  <a:pt x="85813" y="75946"/>
                </a:lnTo>
                <a:lnTo>
                  <a:pt x="85725" y="75565"/>
                </a:lnTo>
                <a:lnTo>
                  <a:pt x="85648" y="75311"/>
                </a:lnTo>
                <a:lnTo>
                  <a:pt x="85966" y="75565"/>
                </a:lnTo>
                <a:lnTo>
                  <a:pt x="85928" y="75311"/>
                </a:lnTo>
                <a:lnTo>
                  <a:pt x="86144" y="75311"/>
                </a:lnTo>
                <a:lnTo>
                  <a:pt x="86220" y="75565"/>
                </a:lnTo>
                <a:lnTo>
                  <a:pt x="86639" y="75565"/>
                </a:lnTo>
                <a:lnTo>
                  <a:pt x="86728" y="75311"/>
                </a:lnTo>
                <a:lnTo>
                  <a:pt x="86436" y="75311"/>
                </a:lnTo>
                <a:lnTo>
                  <a:pt x="86321" y="75057"/>
                </a:lnTo>
                <a:lnTo>
                  <a:pt x="86512" y="75057"/>
                </a:lnTo>
                <a:lnTo>
                  <a:pt x="86829" y="75311"/>
                </a:lnTo>
                <a:lnTo>
                  <a:pt x="86728" y="75565"/>
                </a:lnTo>
                <a:lnTo>
                  <a:pt x="87172" y="75565"/>
                </a:lnTo>
                <a:lnTo>
                  <a:pt x="87083" y="75438"/>
                </a:lnTo>
                <a:lnTo>
                  <a:pt x="87299" y="75565"/>
                </a:lnTo>
                <a:lnTo>
                  <a:pt x="87236" y="75057"/>
                </a:lnTo>
                <a:lnTo>
                  <a:pt x="86944" y="75285"/>
                </a:lnTo>
                <a:lnTo>
                  <a:pt x="86753" y="75057"/>
                </a:lnTo>
                <a:lnTo>
                  <a:pt x="87096" y="75057"/>
                </a:lnTo>
                <a:lnTo>
                  <a:pt x="86829" y="74803"/>
                </a:lnTo>
                <a:lnTo>
                  <a:pt x="87198" y="74803"/>
                </a:lnTo>
                <a:lnTo>
                  <a:pt x="87236" y="75057"/>
                </a:lnTo>
                <a:lnTo>
                  <a:pt x="87439" y="74803"/>
                </a:lnTo>
                <a:lnTo>
                  <a:pt x="87299" y="74803"/>
                </a:lnTo>
                <a:lnTo>
                  <a:pt x="87680" y="74549"/>
                </a:lnTo>
                <a:lnTo>
                  <a:pt x="87985" y="74422"/>
                </a:lnTo>
                <a:lnTo>
                  <a:pt x="87934" y="74295"/>
                </a:lnTo>
                <a:lnTo>
                  <a:pt x="88099" y="74295"/>
                </a:lnTo>
                <a:lnTo>
                  <a:pt x="88011" y="74422"/>
                </a:lnTo>
                <a:lnTo>
                  <a:pt x="90741" y="73279"/>
                </a:lnTo>
                <a:lnTo>
                  <a:pt x="90601" y="73279"/>
                </a:lnTo>
                <a:lnTo>
                  <a:pt x="89827" y="73279"/>
                </a:lnTo>
                <a:lnTo>
                  <a:pt x="89827" y="73533"/>
                </a:lnTo>
                <a:lnTo>
                  <a:pt x="87553" y="74295"/>
                </a:lnTo>
                <a:lnTo>
                  <a:pt x="87553" y="73787"/>
                </a:lnTo>
                <a:lnTo>
                  <a:pt x="87553" y="73533"/>
                </a:lnTo>
                <a:lnTo>
                  <a:pt x="89827" y="73533"/>
                </a:lnTo>
                <a:lnTo>
                  <a:pt x="89827" y="73279"/>
                </a:lnTo>
                <a:lnTo>
                  <a:pt x="89077" y="73279"/>
                </a:lnTo>
                <a:lnTo>
                  <a:pt x="89649" y="73025"/>
                </a:lnTo>
                <a:lnTo>
                  <a:pt x="90462" y="73025"/>
                </a:lnTo>
                <a:lnTo>
                  <a:pt x="91020" y="73164"/>
                </a:lnTo>
                <a:lnTo>
                  <a:pt x="91363" y="73025"/>
                </a:lnTo>
                <a:lnTo>
                  <a:pt x="92621" y="72136"/>
                </a:lnTo>
                <a:lnTo>
                  <a:pt x="93332" y="71628"/>
                </a:lnTo>
                <a:lnTo>
                  <a:pt x="93687" y="71374"/>
                </a:lnTo>
                <a:close/>
              </a:path>
              <a:path w="120014" h="107950">
                <a:moveTo>
                  <a:pt x="96202" y="20447"/>
                </a:moveTo>
                <a:lnTo>
                  <a:pt x="95707" y="20447"/>
                </a:lnTo>
                <a:lnTo>
                  <a:pt x="95923" y="20828"/>
                </a:lnTo>
                <a:lnTo>
                  <a:pt x="96202" y="20447"/>
                </a:lnTo>
                <a:close/>
              </a:path>
              <a:path w="120014" h="107950">
                <a:moveTo>
                  <a:pt x="96443" y="20955"/>
                </a:moveTo>
                <a:lnTo>
                  <a:pt x="95999" y="20955"/>
                </a:lnTo>
                <a:lnTo>
                  <a:pt x="95834" y="20955"/>
                </a:lnTo>
                <a:lnTo>
                  <a:pt x="95872" y="21259"/>
                </a:lnTo>
                <a:lnTo>
                  <a:pt x="96443" y="20955"/>
                </a:lnTo>
                <a:close/>
              </a:path>
              <a:path w="120014" h="107950">
                <a:moveTo>
                  <a:pt x="97358" y="96520"/>
                </a:moveTo>
                <a:lnTo>
                  <a:pt x="96227" y="96520"/>
                </a:lnTo>
                <a:lnTo>
                  <a:pt x="97180" y="96659"/>
                </a:lnTo>
                <a:lnTo>
                  <a:pt x="97358" y="96520"/>
                </a:lnTo>
                <a:close/>
              </a:path>
              <a:path w="120014" h="107950">
                <a:moveTo>
                  <a:pt x="98590" y="19431"/>
                </a:moveTo>
                <a:lnTo>
                  <a:pt x="98323" y="19431"/>
                </a:lnTo>
                <a:lnTo>
                  <a:pt x="96583" y="19062"/>
                </a:lnTo>
                <a:lnTo>
                  <a:pt x="96570" y="18923"/>
                </a:lnTo>
                <a:lnTo>
                  <a:pt x="96520" y="19050"/>
                </a:lnTo>
                <a:lnTo>
                  <a:pt x="95986" y="18923"/>
                </a:lnTo>
                <a:lnTo>
                  <a:pt x="95656" y="19138"/>
                </a:lnTo>
                <a:lnTo>
                  <a:pt x="95427" y="19291"/>
                </a:lnTo>
                <a:lnTo>
                  <a:pt x="95338" y="19088"/>
                </a:lnTo>
                <a:lnTo>
                  <a:pt x="95275" y="18923"/>
                </a:lnTo>
                <a:lnTo>
                  <a:pt x="95262" y="19075"/>
                </a:lnTo>
                <a:lnTo>
                  <a:pt x="95237" y="19431"/>
                </a:lnTo>
                <a:lnTo>
                  <a:pt x="95504" y="19431"/>
                </a:lnTo>
                <a:lnTo>
                  <a:pt x="96164" y="19431"/>
                </a:lnTo>
                <a:lnTo>
                  <a:pt x="96812" y="19939"/>
                </a:lnTo>
                <a:lnTo>
                  <a:pt x="96862" y="19431"/>
                </a:lnTo>
                <a:lnTo>
                  <a:pt x="97358" y="19431"/>
                </a:lnTo>
                <a:lnTo>
                  <a:pt x="97497" y="19431"/>
                </a:lnTo>
                <a:lnTo>
                  <a:pt x="97739" y="19431"/>
                </a:lnTo>
                <a:lnTo>
                  <a:pt x="98221" y="19939"/>
                </a:lnTo>
                <a:lnTo>
                  <a:pt x="98590" y="19431"/>
                </a:lnTo>
                <a:close/>
              </a:path>
              <a:path w="120014" h="107950">
                <a:moveTo>
                  <a:pt x="98818" y="96659"/>
                </a:moveTo>
                <a:lnTo>
                  <a:pt x="98475" y="96583"/>
                </a:lnTo>
                <a:lnTo>
                  <a:pt x="98539" y="97028"/>
                </a:lnTo>
                <a:lnTo>
                  <a:pt x="98755" y="96774"/>
                </a:lnTo>
                <a:close/>
              </a:path>
              <a:path w="120014" h="107950">
                <a:moveTo>
                  <a:pt x="98844" y="23114"/>
                </a:moveTo>
                <a:lnTo>
                  <a:pt x="98717" y="22606"/>
                </a:lnTo>
                <a:lnTo>
                  <a:pt x="98526" y="22606"/>
                </a:lnTo>
                <a:lnTo>
                  <a:pt x="98526" y="22225"/>
                </a:lnTo>
                <a:lnTo>
                  <a:pt x="98310" y="22301"/>
                </a:lnTo>
                <a:lnTo>
                  <a:pt x="98183" y="22098"/>
                </a:lnTo>
                <a:lnTo>
                  <a:pt x="97383" y="22606"/>
                </a:lnTo>
                <a:lnTo>
                  <a:pt x="98044" y="22606"/>
                </a:lnTo>
                <a:lnTo>
                  <a:pt x="98209" y="22606"/>
                </a:lnTo>
                <a:lnTo>
                  <a:pt x="98031" y="22910"/>
                </a:lnTo>
                <a:lnTo>
                  <a:pt x="97497" y="22606"/>
                </a:lnTo>
                <a:lnTo>
                  <a:pt x="97358" y="23114"/>
                </a:lnTo>
                <a:lnTo>
                  <a:pt x="97510" y="23114"/>
                </a:lnTo>
                <a:lnTo>
                  <a:pt x="97866" y="23114"/>
                </a:lnTo>
                <a:lnTo>
                  <a:pt x="98412" y="23114"/>
                </a:lnTo>
                <a:lnTo>
                  <a:pt x="98844" y="23114"/>
                </a:lnTo>
                <a:close/>
              </a:path>
              <a:path w="120014" h="107950">
                <a:moveTo>
                  <a:pt x="98894" y="96520"/>
                </a:moveTo>
                <a:close/>
              </a:path>
              <a:path w="120014" h="107950">
                <a:moveTo>
                  <a:pt x="99453" y="21463"/>
                </a:moveTo>
                <a:lnTo>
                  <a:pt x="97802" y="21082"/>
                </a:lnTo>
                <a:lnTo>
                  <a:pt x="97726" y="21463"/>
                </a:lnTo>
                <a:lnTo>
                  <a:pt x="99453" y="21463"/>
                </a:lnTo>
                <a:close/>
              </a:path>
              <a:path w="120014" h="107950">
                <a:moveTo>
                  <a:pt x="100037" y="63754"/>
                </a:moveTo>
                <a:lnTo>
                  <a:pt x="99872" y="63500"/>
                </a:lnTo>
                <a:lnTo>
                  <a:pt x="99898" y="63754"/>
                </a:lnTo>
                <a:lnTo>
                  <a:pt x="100037" y="63754"/>
                </a:lnTo>
                <a:close/>
              </a:path>
              <a:path w="120014" h="107950">
                <a:moveTo>
                  <a:pt x="101892" y="63754"/>
                </a:moveTo>
                <a:lnTo>
                  <a:pt x="101765" y="63754"/>
                </a:lnTo>
                <a:lnTo>
                  <a:pt x="101714" y="63500"/>
                </a:lnTo>
                <a:lnTo>
                  <a:pt x="101498" y="63500"/>
                </a:lnTo>
                <a:lnTo>
                  <a:pt x="101333" y="63741"/>
                </a:lnTo>
                <a:lnTo>
                  <a:pt x="100723" y="63500"/>
                </a:lnTo>
                <a:lnTo>
                  <a:pt x="100114" y="63754"/>
                </a:lnTo>
                <a:lnTo>
                  <a:pt x="101739" y="63754"/>
                </a:lnTo>
                <a:lnTo>
                  <a:pt x="101739" y="64008"/>
                </a:lnTo>
                <a:lnTo>
                  <a:pt x="101892" y="63754"/>
                </a:lnTo>
                <a:close/>
              </a:path>
              <a:path w="120014" h="107950">
                <a:moveTo>
                  <a:pt x="102768" y="31623"/>
                </a:moveTo>
                <a:lnTo>
                  <a:pt x="102730" y="31407"/>
                </a:lnTo>
                <a:lnTo>
                  <a:pt x="102768" y="31623"/>
                </a:lnTo>
                <a:close/>
              </a:path>
              <a:path w="120014" h="107950">
                <a:moveTo>
                  <a:pt x="103530" y="59436"/>
                </a:moveTo>
                <a:lnTo>
                  <a:pt x="103327" y="59690"/>
                </a:lnTo>
                <a:lnTo>
                  <a:pt x="103162" y="60071"/>
                </a:lnTo>
                <a:lnTo>
                  <a:pt x="103428" y="60071"/>
                </a:lnTo>
                <a:lnTo>
                  <a:pt x="103530" y="59436"/>
                </a:lnTo>
                <a:close/>
              </a:path>
              <a:path w="120014" h="107950">
                <a:moveTo>
                  <a:pt x="103543" y="62865"/>
                </a:moveTo>
                <a:lnTo>
                  <a:pt x="102603" y="62611"/>
                </a:lnTo>
                <a:lnTo>
                  <a:pt x="102755" y="62865"/>
                </a:lnTo>
                <a:lnTo>
                  <a:pt x="103543" y="62865"/>
                </a:lnTo>
                <a:close/>
              </a:path>
              <a:path w="120014" h="107950">
                <a:moveTo>
                  <a:pt x="103555" y="33655"/>
                </a:moveTo>
                <a:lnTo>
                  <a:pt x="103378" y="33401"/>
                </a:lnTo>
                <a:lnTo>
                  <a:pt x="103263" y="33566"/>
                </a:lnTo>
                <a:lnTo>
                  <a:pt x="103555" y="33655"/>
                </a:lnTo>
                <a:close/>
              </a:path>
              <a:path w="120014" h="107950">
                <a:moveTo>
                  <a:pt x="104127" y="29464"/>
                </a:moveTo>
                <a:lnTo>
                  <a:pt x="103619" y="28956"/>
                </a:lnTo>
                <a:lnTo>
                  <a:pt x="103047" y="28956"/>
                </a:lnTo>
                <a:lnTo>
                  <a:pt x="102539" y="28549"/>
                </a:lnTo>
                <a:lnTo>
                  <a:pt x="102946" y="28956"/>
                </a:lnTo>
                <a:lnTo>
                  <a:pt x="103492" y="29464"/>
                </a:lnTo>
                <a:lnTo>
                  <a:pt x="104127" y="29464"/>
                </a:lnTo>
                <a:close/>
              </a:path>
              <a:path w="120014" h="107950">
                <a:moveTo>
                  <a:pt x="104292" y="42164"/>
                </a:moveTo>
                <a:lnTo>
                  <a:pt x="103974" y="42164"/>
                </a:lnTo>
                <a:lnTo>
                  <a:pt x="104292" y="42418"/>
                </a:lnTo>
                <a:lnTo>
                  <a:pt x="104292" y="42164"/>
                </a:lnTo>
                <a:close/>
              </a:path>
              <a:path w="120014" h="107950">
                <a:moveTo>
                  <a:pt x="104533" y="59182"/>
                </a:moveTo>
                <a:lnTo>
                  <a:pt x="104432" y="58674"/>
                </a:lnTo>
                <a:lnTo>
                  <a:pt x="104228" y="58928"/>
                </a:lnTo>
                <a:lnTo>
                  <a:pt x="104101" y="59182"/>
                </a:lnTo>
                <a:lnTo>
                  <a:pt x="104533" y="59182"/>
                </a:lnTo>
                <a:close/>
              </a:path>
              <a:path w="120014" h="107950">
                <a:moveTo>
                  <a:pt x="105029" y="57912"/>
                </a:moveTo>
                <a:lnTo>
                  <a:pt x="104940" y="57658"/>
                </a:lnTo>
                <a:lnTo>
                  <a:pt x="104660" y="57658"/>
                </a:lnTo>
                <a:lnTo>
                  <a:pt x="104533" y="57658"/>
                </a:lnTo>
                <a:lnTo>
                  <a:pt x="104965" y="57912"/>
                </a:lnTo>
                <a:close/>
              </a:path>
              <a:path w="120014" h="107950">
                <a:moveTo>
                  <a:pt x="105168" y="58166"/>
                </a:moveTo>
                <a:lnTo>
                  <a:pt x="104609" y="58166"/>
                </a:lnTo>
                <a:lnTo>
                  <a:pt x="104635" y="57912"/>
                </a:lnTo>
                <a:lnTo>
                  <a:pt x="104394" y="57912"/>
                </a:lnTo>
                <a:lnTo>
                  <a:pt x="104457" y="58166"/>
                </a:lnTo>
                <a:lnTo>
                  <a:pt x="104292" y="58166"/>
                </a:lnTo>
                <a:lnTo>
                  <a:pt x="104343" y="58585"/>
                </a:lnTo>
                <a:lnTo>
                  <a:pt x="104559" y="58420"/>
                </a:lnTo>
                <a:lnTo>
                  <a:pt x="105143" y="58559"/>
                </a:lnTo>
                <a:lnTo>
                  <a:pt x="105156" y="58420"/>
                </a:lnTo>
                <a:lnTo>
                  <a:pt x="105168" y="58166"/>
                </a:lnTo>
                <a:close/>
              </a:path>
              <a:path w="120014" h="107950">
                <a:moveTo>
                  <a:pt x="105257" y="57658"/>
                </a:moveTo>
                <a:lnTo>
                  <a:pt x="105029" y="57912"/>
                </a:lnTo>
                <a:lnTo>
                  <a:pt x="105257" y="57912"/>
                </a:lnTo>
                <a:lnTo>
                  <a:pt x="105257" y="57658"/>
                </a:lnTo>
                <a:close/>
              </a:path>
              <a:path w="120014" h="107950">
                <a:moveTo>
                  <a:pt x="105638" y="58166"/>
                </a:moveTo>
                <a:lnTo>
                  <a:pt x="105524" y="57912"/>
                </a:lnTo>
                <a:lnTo>
                  <a:pt x="105384" y="57912"/>
                </a:lnTo>
                <a:lnTo>
                  <a:pt x="105638" y="58166"/>
                </a:lnTo>
                <a:close/>
              </a:path>
              <a:path w="120014" h="107950">
                <a:moveTo>
                  <a:pt x="105803" y="56388"/>
                </a:moveTo>
                <a:lnTo>
                  <a:pt x="105206" y="56388"/>
                </a:lnTo>
                <a:lnTo>
                  <a:pt x="105765" y="56769"/>
                </a:lnTo>
                <a:lnTo>
                  <a:pt x="105803" y="56388"/>
                </a:lnTo>
                <a:close/>
              </a:path>
              <a:path w="120014" h="107950">
                <a:moveTo>
                  <a:pt x="105981" y="56388"/>
                </a:moveTo>
                <a:lnTo>
                  <a:pt x="105879" y="55880"/>
                </a:lnTo>
                <a:lnTo>
                  <a:pt x="105613" y="55880"/>
                </a:lnTo>
                <a:lnTo>
                  <a:pt x="105981" y="56388"/>
                </a:lnTo>
                <a:close/>
              </a:path>
              <a:path w="120014" h="107950">
                <a:moveTo>
                  <a:pt x="106108" y="35306"/>
                </a:moveTo>
                <a:lnTo>
                  <a:pt x="105664" y="34886"/>
                </a:lnTo>
                <a:lnTo>
                  <a:pt x="105486" y="35306"/>
                </a:lnTo>
                <a:lnTo>
                  <a:pt x="105816" y="35306"/>
                </a:lnTo>
                <a:lnTo>
                  <a:pt x="106108" y="35306"/>
                </a:lnTo>
                <a:close/>
              </a:path>
              <a:path w="120014" h="107950">
                <a:moveTo>
                  <a:pt x="106514" y="54356"/>
                </a:moveTo>
                <a:lnTo>
                  <a:pt x="105422" y="53987"/>
                </a:lnTo>
                <a:lnTo>
                  <a:pt x="105460" y="54356"/>
                </a:lnTo>
                <a:lnTo>
                  <a:pt x="105854" y="54356"/>
                </a:lnTo>
                <a:lnTo>
                  <a:pt x="106514" y="54356"/>
                </a:lnTo>
                <a:close/>
              </a:path>
              <a:path w="120014" h="107950">
                <a:moveTo>
                  <a:pt x="106603" y="36322"/>
                </a:moveTo>
                <a:lnTo>
                  <a:pt x="105689" y="35814"/>
                </a:lnTo>
                <a:lnTo>
                  <a:pt x="105537" y="35814"/>
                </a:lnTo>
                <a:lnTo>
                  <a:pt x="105943" y="36830"/>
                </a:lnTo>
                <a:lnTo>
                  <a:pt x="106311" y="36830"/>
                </a:lnTo>
                <a:lnTo>
                  <a:pt x="106362" y="36322"/>
                </a:lnTo>
                <a:lnTo>
                  <a:pt x="106603" y="36322"/>
                </a:lnTo>
                <a:close/>
              </a:path>
              <a:path w="120014" h="107950">
                <a:moveTo>
                  <a:pt x="106972" y="38481"/>
                </a:moveTo>
                <a:lnTo>
                  <a:pt x="106387" y="38481"/>
                </a:lnTo>
                <a:lnTo>
                  <a:pt x="106946" y="38989"/>
                </a:lnTo>
                <a:lnTo>
                  <a:pt x="106972" y="38481"/>
                </a:lnTo>
                <a:close/>
              </a:path>
              <a:path w="120014" h="107950">
                <a:moveTo>
                  <a:pt x="108851" y="99695"/>
                </a:moveTo>
                <a:lnTo>
                  <a:pt x="108546" y="99695"/>
                </a:lnTo>
                <a:lnTo>
                  <a:pt x="108546" y="99834"/>
                </a:lnTo>
                <a:lnTo>
                  <a:pt x="108851" y="99695"/>
                </a:lnTo>
                <a:close/>
              </a:path>
              <a:path w="120014" h="107950">
                <a:moveTo>
                  <a:pt x="109131" y="52197"/>
                </a:moveTo>
                <a:lnTo>
                  <a:pt x="108927" y="51943"/>
                </a:lnTo>
                <a:lnTo>
                  <a:pt x="108978" y="52197"/>
                </a:lnTo>
                <a:lnTo>
                  <a:pt x="109131" y="52197"/>
                </a:lnTo>
                <a:close/>
              </a:path>
              <a:path w="120014" h="107950">
                <a:moveTo>
                  <a:pt x="109651" y="51689"/>
                </a:moveTo>
                <a:lnTo>
                  <a:pt x="109435" y="51181"/>
                </a:lnTo>
                <a:lnTo>
                  <a:pt x="109042" y="51689"/>
                </a:lnTo>
                <a:lnTo>
                  <a:pt x="109651" y="51689"/>
                </a:lnTo>
                <a:close/>
              </a:path>
              <a:path w="120014" h="107950">
                <a:moveTo>
                  <a:pt x="110375" y="48006"/>
                </a:moveTo>
                <a:lnTo>
                  <a:pt x="105549" y="47498"/>
                </a:lnTo>
                <a:lnTo>
                  <a:pt x="106349" y="47498"/>
                </a:lnTo>
                <a:lnTo>
                  <a:pt x="106362" y="46863"/>
                </a:lnTo>
                <a:lnTo>
                  <a:pt x="106616" y="46863"/>
                </a:lnTo>
                <a:lnTo>
                  <a:pt x="106768" y="47498"/>
                </a:lnTo>
                <a:lnTo>
                  <a:pt x="107492" y="46863"/>
                </a:lnTo>
                <a:lnTo>
                  <a:pt x="107289" y="46863"/>
                </a:lnTo>
                <a:lnTo>
                  <a:pt x="106959" y="46355"/>
                </a:lnTo>
                <a:lnTo>
                  <a:pt x="107607" y="46355"/>
                </a:lnTo>
                <a:lnTo>
                  <a:pt x="107962" y="46863"/>
                </a:lnTo>
                <a:lnTo>
                  <a:pt x="108331" y="46863"/>
                </a:lnTo>
                <a:lnTo>
                  <a:pt x="108331" y="46355"/>
                </a:lnTo>
                <a:lnTo>
                  <a:pt x="109029" y="46355"/>
                </a:lnTo>
                <a:lnTo>
                  <a:pt x="109169" y="46355"/>
                </a:lnTo>
                <a:lnTo>
                  <a:pt x="108699" y="46101"/>
                </a:lnTo>
                <a:lnTo>
                  <a:pt x="108534" y="45986"/>
                </a:lnTo>
                <a:lnTo>
                  <a:pt x="108343" y="45923"/>
                </a:lnTo>
                <a:lnTo>
                  <a:pt x="108165" y="46266"/>
                </a:lnTo>
                <a:lnTo>
                  <a:pt x="107492" y="45847"/>
                </a:lnTo>
                <a:lnTo>
                  <a:pt x="107784" y="45847"/>
                </a:lnTo>
                <a:lnTo>
                  <a:pt x="108229" y="45847"/>
                </a:lnTo>
                <a:lnTo>
                  <a:pt x="107911" y="45339"/>
                </a:lnTo>
                <a:lnTo>
                  <a:pt x="107708" y="45593"/>
                </a:lnTo>
                <a:lnTo>
                  <a:pt x="107632" y="45339"/>
                </a:lnTo>
                <a:lnTo>
                  <a:pt x="107911" y="45339"/>
                </a:lnTo>
                <a:lnTo>
                  <a:pt x="108419" y="45339"/>
                </a:lnTo>
                <a:lnTo>
                  <a:pt x="107759" y="44831"/>
                </a:lnTo>
                <a:lnTo>
                  <a:pt x="108280" y="44831"/>
                </a:lnTo>
                <a:lnTo>
                  <a:pt x="107530" y="44323"/>
                </a:lnTo>
                <a:lnTo>
                  <a:pt x="106984" y="44602"/>
                </a:lnTo>
                <a:lnTo>
                  <a:pt x="106984" y="44323"/>
                </a:lnTo>
                <a:lnTo>
                  <a:pt x="107530" y="44323"/>
                </a:lnTo>
                <a:lnTo>
                  <a:pt x="108051" y="44323"/>
                </a:lnTo>
                <a:lnTo>
                  <a:pt x="107632" y="44234"/>
                </a:lnTo>
                <a:lnTo>
                  <a:pt x="107899" y="43688"/>
                </a:lnTo>
                <a:lnTo>
                  <a:pt x="107099" y="43688"/>
                </a:lnTo>
                <a:lnTo>
                  <a:pt x="107492" y="44196"/>
                </a:lnTo>
                <a:lnTo>
                  <a:pt x="106578" y="43992"/>
                </a:lnTo>
                <a:lnTo>
                  <a:pt x="106438" y="43688"/>
                </a:lnTo>
                <a:lnTo>
                  <a:pt x="106159" y="43688"/>
                </a:lnTo>
                <a:lnTo>
                  <a:pt x="106387" y="43954"/>
                </a:lnTo>
                <a:lnTo>
                  <a:pt x="105765" y="43815"/>
                </a:lnTo>
                <a:lnTo>
                  <a:pt x="105765" y="46355"/>
                </a:lnTo>
                <a:lnTo>
                  <a:pt x="105625" y="46736"/>
                </a:lnTo>
                <a:lnTo>
                  <a:pt x="105041" y="46355"/>
                </a:lnTo>
                <a:lnTo>
                  <a:pt x="105219" y="46355"/>
                </a:lnTo>
                <a:lnTo>
                  <a:pt x="105765" y="46355"/>
                </a:lnTo>
                <a:lnTo>
                  <a:pt x="105765" y="43815"/>
                </a:lnTo>
                <a:lnTo>
                  <a:pt x="105511" y="43751"/>
                </a:lnTo>
                <a:lnTo>
                  <a:pt x="105511" y="45847"/>
                </a:lnTo>
                <a:lnTo>
                  <a:pt x="105156" y="46088"/>
                </a:lnTo>
                <a:lnTo>
                  <a:pt x="105117" y="45847"/>
                </a:lnTo>
                <a:lnTo>
                  <a:pt x="105511" y="45847"/>
                </a:lnTo>
                <a:lnTo>
                  <a:pt x="105511" y="43751"/>
                </a:lnTo>
                <a:lnTo>
                  <a:pt x="105308" y="43827"/>
                </a:lnTo>
                <a:lnTo>
                  <a:pt x="105308" y="45339"/>
                </a:lnTo>
                <a:lnTo>
                  <a:pt x="105105" y="45834"/>
                </a:lnTo>
                <a:lnTo>
                  <a:pt x="104838" y="45339"/>
                </a:lnTo>
                <a:lnTo>
                  <a:pt x="105308" y="45339"/>
                </a:lnTo>
                <a:lnTo>
                  <a:pt x="105308" y="43827"/>
                </a:lnTo>
                <a:lnTo>
                  <a:pt x="104508" y="44069"/>
                </a:lnTo>
                <a:lnTo>
                  <a:pt x="104444" y="43688"/>
                </a:lnTo>
                <a:lnTo>
                  <a:pt x="104368" y="43180"/>
                </a:lnTo>
                <a:lnTo>
                  <a:pt x="104648" y="43180"/>
                </a:lnTo>
                <a:lnTo>
                  <a:pt x="104902" y="42672"/>
                </a:lnTo>
                <a:lnTo>
                  <a:pt x="104609" y="42672"/>
                </a:lnTo>
                <a:lnTo>
                  <a:pt x="104292" y="42672"/>
                </a:lnTo>
                <a:lnTo>
                  <a:pt x="103886" y="42672"/>
                </a:lnTo>
                <a:lnTo>
                  <a:pt x="103555" y="41656"/>
                </a:lnTo>
                <a:lnTo>
                  <a:pt x="104711" y="41656"/>
                </a:lnTo>
                <a:lnTo>
                  <a:pt x="104533" y="42037"/>
                </a:lnTo>
                <a:lnTo>
                  <a:pt x="104482" y="42164"/>
                </a:lnTo>
                <a:lnTo>
                  <a:pt x="105613" y="42164"/>
                </a:lnTo>
                <a:lnTo>
                  <a:pt x="105625" y="41922"/>
                </a:lnTo>
                <a:lnTo>
                  <a:pt x="105638" y="42164"/>
                </a:lnTo>
                <a:lnTo>
                  <a:pt x="105625" y="42672"/>
                </a:lnTo>
                <a:lnTo>
                  <a:pt x="104838" y="43180"/>
                </a:lnTo>
                <a:lnTo>
                  <a:pt x="104648" y="43180"/>
                </a:lnTo>
                <a:lnTo>
                  <a:pt x="104838" y="43688"/>
                </a:lnTo>
                <a:lnTo>
                  <a:pt x="104876" y="43180"/>
                </a:lnTo>
                <a:lnTo>
                  <a:pt x="105194" y="43180"/>
                </a:lnTo>
                <a:lnTo>
                  <a:pt x="105117" y="43688"/>
                </a:lnTo>
                <a:lnTo>
                  <a:pt x="105283" y="43688"/>
                </a:lnTo>
                <a:lnTo>
                  <a:pt x="105689" y="43688"/>
                </a:lnTo>
                <a:lnTo>
                  <a:pt x="106006" y="43688"/>
                </a:lnTo>
                <a:lnTo>
                  <a:pt x="106591" y="43180"/>
                </a:lnTo>
                <a:lnTo>
                  <a:pt x="106146" y="43180"/>
                </a:lnTo>
                <a:lnTo>
                  <a:pt x="106235" y="42672"/>
                </a:lnTo>
                <a:lnTo>
                  <a:pt x="106540" y="42672"/>
                </a:lnTo>
                <a:lnTo>
                  <a:pt x="106591" y="43180"/>
                </a:lnTo>
                <a:lnTo>
                  <a:pt x="107899" y="42672"/>
                </a:lnTo>
                <a:lnTo>
                  <a:pt x="107556" y="42672"/>
                </a:lnTo>
                <a:lnTo>
                  <a:pt x="106794" y="42405"/>
                </a:lnTo>
                <a:lnTo>
                  <a:pt x="106489" y="42291"/>
                </a:lnTo>
                <a:lnTo>
                  <a:pt x="106133" y="42164"/>
                </a:lnTo>
                <a:lnTo>
                  <a:pt x="106387" y="42164"/>
                </a:lnTo>
                <a:lnTo>
                  <a:pt x="106845" y="42164"/>
                </a:lnTo>
                <a:lnTo>
                  <a:pt x="107276" y="42164"/>
                </a:lnTo>
                <a:lnTo>
                  <a:pt x="106324" y="41973"/>
                </a:lnTo>
                <a:lnTo>
                  <a:pt x="106235" y="41656"/>
                </a:lnTo>
                <a:lnTo>
                  <a:pt x="105651" y="41795"/>
                </a:lnTo>
                <a:lnTo>
                  <a:pt x="106210" y="41656"/>
                </a:lnTo>
                <a:lnTo>
                  <a:pt x="106159" y="41402"/>
                </a:lnTo>
                <a:lnTo>
                  <a:pt x="105892" y="40513"/>
                </a:lnTo>
                <a:lnTo>
                  <a:pt x="105676" y="40005"/>
                </a:lnTo>
                <a:lnTo>
                  <a:pt x="106794" y="40005"/>
                </a:lnTo>
                <a:lnTo>
                  <a:pt x="107061" y="39497"/>
                </a:lnTo>
                <a:lnTo>
                  <a:pt x="107378" y="39497"/>
                </a:lnTo>
                <a:lnTo>
                  <a:pt x="106845" y="39395"/>
                </a:lnTo>
                <a:lnTo>
                  <a:pt x="107035" y="38989"/>
                </a:lnTo>
                <a:lnTo>
                  <a:pt x="106578" y="38989"/>
                </a:lnTo>
                <a:lnTo>
                  <a:pt x="106426" y="38989"/>
                </a:lnTo>
                <a:lnTo>
                  <a:pt x="106692" y="39357"/>
                </a:lnTo>
                <a:lnTo>
                  <a:pt x="106057" y="39217"/>
                </a:lnTo>
                <a:lnTo>
                  <a:pt x="105486" y="39103"/>
                </a:lnTo>
                <a:lnTo>
                  <a:pt x="105486" y="41783"/>
                </a:lnTo>
                <a:lnTo>
                  <a:pt x="104889" y="41656"/>
                </a:lnTo>
                <a:lnTo>
                  <a:pt x="105346" y="41656"/>
                </a:lnTo>
                <a:lnTo>
                  <a:pt x="105486" y="41783"/>
                </a:lnTo>
                <a:lnTo>
                  <a:pt x="105486" y="39103"/>
                </a:lnTo>
                <a:lnTo>
                  <a:pt x="104990" y="38989"/>
                </a:lnTo>
                <a:lnTo>
                  <a:pt x="105994" y="38989"/>
                </a:lnTo>
                <a:lnTo>
                  <a:pt x="106260" y="38989"/>
                </a:lnTo>
                <a:lnTo>
                  <a:pt x="106299" y="38836"/>
                </a:lnTo>
                <a:lnTo>
                  <a:pt x="106387" y="38481"/>
                </a:lnTo>
                <a:lnTo>
                  <a:pt x="106057" y="38481"/>
                </a:lnTo>
                <a:lnTo>
                  <a:pt x="106172" y="37973"/>
                </a:lnTo>
                <a:lnTo>
                  <a:pt x="106514" y="37973"/>
                </a:lnTo>
                <a:lnTo>
                  <a:pt x="105727" y="37604"/>
                </a:lnTo>
                <a:lnTo>
                  <a:pt x="105714" y="37338"/>
                </a:lnTo>
                <a:lnTo>
                  <a:pt x="105511" y="37338"/>
                </a:lnTo>
                <a:lnTo>
                  <a:pt x="105587" y="37541"/>
                </a:lnTo>
                <a:lnTo>
                  <a:pt x="105333" y="37426"/>
                </a:lnTo>
                <a:lnTo>
                  <a:pt x="104698" y="37947"/>
                </a:lnTo>
                <a:lnTo>
                  <a:pt x="105143" y="37338"/>
                </a:lnTo>
                <a:lnTo>
                  <a:pt x="104838" y="37338"/>
                </a:lnTo>
                <a:lnTo>
                  <a:pt x="104381" y="37211"/>
                </a:lnTo>
                <a:lnTo>
                  <a:pt x="105105" y="36830"/>
                </a:lnTo>
                <a:lnTo>
                  <a:pt x="105308" y="36830"/>
                </a:lnTo>
                <a:lnTo>
                  <a:pt x="105029" y="36664"/>
                </a:lnTo>
                <a:lnTo>
                  <a:pt x="105117" y="35814"/>
                </a:lnTo>
                <a:lnTo>
                  <a:pt x="104965" y="35775"/>
                </a:lnTo>
                <a:lnTo>
                  <a:pt x="104965" y="36626"/>
                </a:lnTo>
                <a:lnTo>
                  <a:pt x="104889" y="36322"/>
                </a:lnTo>
                <a:lnTo>
                  <a:pt x="104813" y="36525"/>
                </a:lnTo>
                <a:lnTo>
                  <a:pt x="104495" y="36322"/>
                </a:lnTo>
                <a:lnTo>
                  <a:pt x="104533" y="35814"/>
                </a:lnTo>
                <a:lnTo>
                  <a:pt x="104851" y="35814"/>
                </a:lnTo>
                <a:lnTo>
                  <a:pt x="104914" y="36322"/>
                </a:lnTo>
                <a:lnTo>
                  <a:pt x="104965" y="36626"/>
                </a:lnTo>
                <a:lnTo>
                  <a:pt x="104965" y="35775"/>
                </a:lnTo>
                <a:lnTo>
                  <a:pt x="104457" y="35623"/>
                </a:lnTo>
                <a:lnTo>
                  <a:pt x="104381" y="35814"/>
                </a:lnTo>
                <a:lnTo>
                  <a:pt x="103847" y="35814"/>
                </a:lnTo>
                <a:lnTo>
                  <a:pt x="103847" y="41148"/>
                </a:lnTo>
                <a:lnTo>
                  <a:pt x="103632" y="41148"/>
                </a:lnTo>
                <a:lnTo>
                  <a:pt x="103479" y="41275"/>
                </a:lnTo>
                <a:lnTo>
                  <a:pt x="103466" y="41148"/>
                </a:lnTo>
                <a:lnTo>
                  <a:pt x="103365" y="40513"/>
                </a:lnTo>
                <a:lnTo>
                  <a:pt x="103314" y="40182"/>
                </a:lnTo>
                <a:lnTo>
                  <a:pt x="103543" y="40513"/>
                </a:lnTo>
                <a:lnTo>
                  <a:pt x="103847" y="41148"/>
                </a:lnTo>
                <a:lnTo>
                  <a:pt x="103847" y="35814"/>
                </a:lnTo>
                <a:lnTo>
                  <a:pt x="103682" y="35814"/>
                </a:lnTo>
                <a:lnTo>
                  <a:pt x="103682" y="37007"/>
                </a:lnTo>
                <a:lnTo>
                  <a:pt x="103454" y="36931"/>
                </a:lnTo>
                <a:lnTo>
                  <a:pt x="103225" y="36906"/>
                </a:lnTo>
                <a:lnTo>
                  <a:pt x="103225" y="40055"/>
                </a:lnTo>
                <a:lnTo>
                  <a:pt x="102692" y="40398"/>
                </a:lnTo>
                <a:lnTo>
                  <a:pt x="102616" y="40005"/>
                </a:lnTo>
                <a:lnTo>
                  <a:pt x="103200" y="40005"/>
                </a:lnTo>
                <a:lnTo>
                  <a:pt x="103225" y="36906"/>
                </a:lnTo>
                <a:lnTo>
                  <a:pt x="103098" y="36868"/>
                </a:lnTo>
                <a:lnTo>
                  <a:pt x="103098" y="37338"/>
                </a:lnTo>
                <a:lnTo>
                  <a:pt x="102628" y="37579"/>
                </a:lnTo>
                <a:lnTo>
                  <a:pt x="102628" y="39497"/>
                </a:lnTo>
                <a:lnTo>
                  <a:pt x="102489" y="39878"/>
                </a:lnTo>
                <a:lnTo>
                  <a:pt x="102171" y="39497"/>
                </a:lnTo>
                <a:lnTo>
                  <a:pt x="101320" y="39497"/>
                </a:lnTo>
                <a:lnTo>
                  <a:pt x="101422" y="38989"/>
                </a:lnTo>
                <a:lnTo>
                  <a:pt x="101955" y="38989"/>
                </a:lnTo>
                <a:lnTo>
                  <a:pt x="102158" y="38989"/>
                </a:lnTo>
                <a:lnTo>
                  <a:pt x="102501" y="39497"/>
                </a:lnTo>
                <a:lnTo>
                  <a:pt x="102628" y="39497"/>
                </a:lnTo>
                <a:lnTo>
                  <a:pt x="102628" y="37579"/>
                </a:lnTo>
                <a:lnTo>
                  <a:pt x="102133" y="37833"/>
                </a:lnTo>
                <a:lnTo>
                  <a:pt x="102133" y="38747"/>
                </a:lnTo>
                <a:lnTo>
                  <a:pt x="101587" y="38620"/>
                </a:lnTo>
                <a:lnTo>
                  <a:pt x="101422" y="38569"/>
                </a:lnTo>
                <a:lnTo>
                  <a:pt x="101155" y="38506"/>
                </a:lnTo>
                <a:lnTo>
                  <a:pt x="101142" y="39344"/>
                </a:lnTo>
                <a:lnTo>
                  <a:pt x="100914" y="38989"/>
                </a:lnTo>
                <a:lnTo>
                  <a:pt x="100876" y="39497"/>
                </a:lnTo>
                <a:lnTo>
                  <a:pt x="100838" y="39878"/>
                </a:lnTo>
                <a:lnTo>
                  <a:pt x="100558" y="39497"/>
                </a:lnTo>
                <a:lnTo>
                  <a:pt x="100291" y="39497"/>
                </a:lnTo>
                <a:lnTo>
                  <a:pt x="100164" y="39433"/>
                </a:lnTo>
                <a:lnTo>
                  <a:pt x="99695" y="39751"/>
                </a:lnTo>
                <a:lnTo>
                  <a:pt x="99479" y="39497"/>
                </a:lnTo>
                <a:lnTo>
                  <a:pt x="99491" y="39865"/>
                </a:lnTo>
                <a:lnTo>
                  <a:pt x="99225" y="40005"/>
                </a:lnTo>
                <a:lnTo>
                  <a:pt x="99491" y="40005"/>
                </a:lnTo>
                <a:lnTo>
                  <a:pt x="99517" y="40513"/>
                </a:lnTo>
                <a:lnTo>
                  <a:pt x="99390" y="40513"/>
                </a:lnTo>
                <a:lnTo>
                  <a:pt x="99390" y="41656"/>
                </a:lnTo>
                <a:lnTo>
                  <a:pt x="99288" y="42672"/>
                </a:lnTo>
                <a:lnTo>
                  <a:pt x="98920" y="42926"/>
                </a:lnTo>
                <a:lnTo>
                  <a:pt x="98907" y="42672"/>
                </a:lnTo>
                <a:lnTo>
                  <a:pt x="98869" y="42164"/>
                </a:lnTo>
                <a:lnTo>
                  <a:pt x="99110" y="42164"/>
                </a:lnTo>
                <a:lnTo>
                  <a:pt x="99288" y="42672"/>
                </a:lnTo>
                <a:lnTo>
                  <a:pt x="99288" y="41681"/>
                </a:lnTo>
                <a:lnTo>
                  <a:pt x="98945" y="41757"/>
                </a:lnTo>
                <a:lnTo>
                  <a:pt x="98298" y="41910"/>
                </a:lnTo>
                <a:lnTo>
                  <a:pt x="98818" y="41402"/>
                </a:lnTo>
                <a:lnTo>
                  <a:pt x="98920" y="41656"/>
                </a:lnTo>
                <a:lnTo>
                  <a:pt x="99390" y="41656"/>
                </a:lnTo>
                <a:lnTo>
                  <a:pt x="99390" y="40513"/>
                </a:lnTo>
                <a:lnTo>
                  <a:pt x="99072" y="40513"/>
                </a:lnTo>
                <a:lnTo>
                  <a:pt x="99136" y="40005"/>
                </a:lnTo>
                <a:lnTo>
                  <a:pt x="99326" y="39497"/>
                </a:lnTo>
                <a:lnTo>
                  <a:pt x="99479" y="39497"/>
                </a:lnTo>
                <a:lnTo>
                  <a:pt x="99034" y="38989"/>
                </a:lnTo>
                <a:lnTo>
                  <a:pt x="99529" y="39497"/>
                </a:lnTo>
                <a:lnTo>
                  <a:pt x="100164" y="39497"/>
                </a:lnTo>
                <a:lnTo>
                  <a:pt x="99402" y="38989"/>
                </a:lnTo>
                <a:lnTo>
                  <a:pt x="100164" y="39255"/>
                </a:lnTo>
                <a:lnTo>
                  <a:pt x="100444" y="39357"/>
                </a:lnTo>
                <a:lnTo>
                  <a:pt x="100380" y="38989"/>
                </a:lnTo>
                <a:lnTo>
                  <a:pt x="100914" y="38989"/>
                </a:lnTo>
                <a:lnTo>
                  <a:pt x="101117" y="38989"/>
                </a:lnTo>
                <a:lnTo>
                  <a:pt x="101142" y="39344"/>
                </a:lnTo>
                <a:lnTo>
                  <a:pt x="101142" y="38506"/>
                </a:lnTo>
                <a:lnTo>
                  <a:pt x="101358" y="38481"/>
                </a:lnTo>
                <a:lnTo>
                  <a:pt x="101854" y="38481"/>
                </a:lnTo>
                <a:lnTo>
                  <a:pt x="101892" y="37973"/>
                </a:lnTo>
                <a:lnTo>
                  <a:pt x="102082" y="37973"/>
                </a:lnTo>
                <a:lnTo>
                  <a:pt x="102133" y="38747"/>
                </a:lnTo>
                <a:lnTo>
                  <a:pt x="102133" y="37833"/>
                </a:lnTo>
                <a:lnTo>
                  <a:pt x="101892" y="37947"/>
                </a:lnTo>
                <a:lnTo>
                  <a:pt x="101955" y="37338"/>
                </a:lnTo>
                <a:lnTo>
                  <a:pt x="103098" y="37338"/>
                </a:lnTo>
                <a:lnTo>
                  <a:pt x="103098" y="36868"/>
                </a:lnTo>
                <a:lnTo>
                  <a:pt x="103416" y="36830"/>
                </a:lnTo>
                <a:lnTo>
                  <a:pt x="103632" y="36830"/>
                </a:lnTo>
                <a:lnTo>
                  <a:pt x="103682" y="37007"/>
                </a:lnTo>
                <a:lnTo>
                  <a:pt x="103682" y="35814"/>
                </a:lnTo>
                <a:lnTo>
                  <a:pt x="103505" y="35814"/>
                </a:lnTo>
                <a:lnTo>
                  <a:pt x="103263" y="35902"/>
                </a:lnTo>
                <a:lnTo>
                  <a:pt x="103263" y="36322"/>
                </a:lnTo>
                <a:lnTo>
                  <a:pt x="102781" y="36576"/>
                </a:lnTo>
                <a:lnTo>
                  <a:pt x="102844" y="36322"/>
                </a:lnTo>
                <a:lnTo>
                  <a:pt x="103263" y="36322"/>
                </a:lnTo>
                <a:lnTo>
                  <a:pt x="103263" y="35902"/>
                </a:lnTo>
                <a:lnTo>
                  <a:pt x="103111" y="35941"/>
                </a:lnTo>
                <a:lnTo>
                  <a:pt x="103174" y="35814"/>
                </a:lnTo>
                <a:lnTo>
                  <a:pt x="103339" y="35814"/>
                </a:lnTo>
                <a:lnTo>
                  <a:pt x="102908" y="35572"/>
                </a:lnTo>
                <a:lnTo>
                  <a:pt x="103009" y="35306"/>
                </a:lnTo>
                <a:lnTo>
                  <a:pt x="102806" y="35306"/>
                </a:lnTo>
                <a:lnTo>
                  <a:pt x="102755" y="35471"/>
                </a:lnTo>
                <a:lnTo>
                  <a:pt x="102476" y="35306"/>
                </a:lnTo>
                <a:lnTo>
                  <a:pt x="102806" y="35242"/>
                </a:lnTo>
                <a:lnTo>
                  <a:pt x="102882" y="34798"/>
                </a:lnTo>
                <a:lnTo>
                  <a:pt x="103060" y="35191"/>
                </a:lnTo>
                <a:lnTo>
                  <a:pt x="104863" y="34798"/>
                </a:lnTo>
                <a:lnTo>
                  <a:pt x="104343" y="34798"/>
                </a:lnTo>
                <a:lnTo>
                  <a:pt x="104127" y="34798"/>
                </a:lnTo>
                <a:lnTo>
                  <a:pt x="103339" y="34798"/>
                </a:lnTo>
                <a:lnTo>
                  <a:pt x="103581" y="34201"/>
                </a:lnTo>
                <a:lnTo>
                  <a:pt x="104127" y="34645"/>
                </a:lnTo>
                <a:lnTo>
                  <a:pt x="104165" y="34163"/>
                </a:lnTo>
                <a:lnTo>
                  <a:pt x="103606" y="34163"/>
                </a:lnTo>
                <a:lnTo>
                  <a:pt x="103136" y="34163"/>
                </a:lnTo>
                <a:lnTo>
                  <a:pt x="103009" y="34556"/>
                </a:lnTo>
                <a:lnTo>
                  <a:pt x="102831" y="34213"/>
                </a:lnTo>
                <a:lnTo>
                  <a:pt x="102831" y="34607"/>
                </a:lnTo>
                <a:lnTo>
                  <a:pt x="101688" y="34163"/>
                </a:lnTo>
                <a:lnTo>
                  <a:pt x="101828" y="34163"/>
                </a:lnTo>
                <a:lnTo>
                  <a:pt x="102222" y="34163"/>
                </a:lnTo>
                <a:lnTo>
                  <a:pt x="102603" y="34163"/>
                </a:lnTo>
                <a:lnTo>
                  <a:pt x="102831" y="34607"/>
                </a:lnTo>
                <a:lnTo>
                  <a:pt x="102831" y="34213"/>
                </a:lnTo>
                <a:lnTo>
                  <a:pt x="102463" y="33743"/>
                </a:lnTo>
                <a:lnTo>
                  <a:pt x="102336" y="33782"/>
                </a:lnTo>
                <a:lnTo>
                  <a:pt x="102374" y="33655"/>
                </a:lnTo>
                <a:lnTo>
                  <a:pt x="102095" y="33502"/>
                </a:lnTo>
                <a:lnTo>
                  <a:pt x="102158" y="33324"/>
                </a:lnTo>
                <a:lnTo>
                  <a:pt x="102235" y="33147"/>
                </a:lnTo>
                <a:lnTo>
                  <a:pt x="102133" y="33286"/>
                </a:lnTo>
                <a:lnTo>
                  <a:pt x="102031" y="33655"/>
                </a:lnTo>
                <a:lnTo>
                  <a:pt x="101930" y="33909"/>
                </a:lnTo>
                <a:lnTo>
                  <a:pt x="101803" y="33947"/>
                </a:lnTo>
                <a:lnTo>
                  <a:pt x="101955" y="33655"/>
                </a:lnTo>
                <a:lnTo>
                  <a:pt x="102031" y="33324"/>
                </a:lnTo>
                <a:lnTo>
                  <a:pt x="101854" y="33362"/>
                </a:lnTo>
                <a:lnTo>
                  <a:pt x="101511" y="33147"/>
                </a:lnTo>
                <a:lnTo>
                  <a:pt x="101777" y="33147"/>
                </a:lnTo>
                <a:lnTo>
                  <a:pt x="102235" y="33147"/>
                </a:lnTo>
                <a:lnTo>
                  <a:pt x="105016" y="33147"/>
                </a:lnTo>
                <a:lnTo>
                  <a:pt x="102527" y="32639"/>
                </a:lnTo>
                <a:lnTo>
                  <a:pt x="102997" y="32639"/>
                </a:lnTo>
                <a:lnTo>
                  <a:pt x="103187" y="32639"/>
                </a:lnTo>
                <a:lnTo>
                  <a:pt x="103339" y="32131"/>
                </a:lnTo>
                <a:lnTo>
                  <a:pt x="103098" y="32486"/>
                </a:lnTo>
                <a:lnTo>
                  <a:pt x="102920" y="32131"/>
                </a:lnTo>
                <a:lnTo>
                  <a:pt x="103136" y="32131"/>
                </a:lnTo>
                <a:lnTo>
                  <a:pt x="103263" y="32080"/>
                </a:lnTo>
                <a:lnTo>
                  <a:pt x="103568" y="32131"/>
                </a:lnTo>
                <a:lnTo>
                  <a:pt x="103428" y="31902"/>
                </a:lnTo>
                <a:lnTo>
                  <a:pt x="103670" y="31623"/>
                </a:lnTo>
                <a:lnTo>
                  <a:pt x="103314" y="31737"/>
                </a:lnTo>
                <a:lnTo>
                  <a:pt x="103670" y="31623"/>
                </a:lnTo>
                <a:lnTo>
                  <a:pt x="104597" y="31623"/>
                </a:lnTo>
                <a:lnTo>
                  <a:pt x="103873" y="31381"/>
                </a:lnTo>
                <a:lnTo>
                  <a:pt x="104000" y="31242"/>
                </a:lnTo>
                <a:lnTo>
                  <a:pt x="103619" y="31292"/>
                </a:lnTo>
                <a:lnTo>
                  <a:pt x="103378" y="31203"/>
                </a:lnTo>
                <a:lnTo>
                  <a:pt x="104216" y="31000"/>
                </a:lnTo>
                <a:lnTo>
                  <a:pt x="104190" y="30480"/>
                </a:lnTo>
                <a:lnTo>
                  <a:pt x="104025" y="29972"/>
                </a:lnTo>
                <a:lnTo>
                  <a:pt x="103289" y="29972"/>
                </a:lnTo>
                <a:lnTo>
                  <a:pt x="103289" y="30480"/>
                </a:lnTo>
                <a:lnTo>
                  <a:pt x="103225" y="31165"/>
                </a:lnTo>
                <a:lnTo>
                  <a:pt x="103022" y="31292"/>
                </a:lnTo>
                <a:lnTo>
                  <a:pt x="103225" y="31242"/>
                </a:lnTo>
                <a:lnTo>
                  <a:pt x="102971" y="31369"/>
                </a:lnTo>
                <a:lnTo>
                  <a:pt x="102819" y="31623"/>
                </a:lnTo>
                <a:lnTo>
                  <a:pt x="102946" y="31851"/>
                </a:lnTo>
                <a:lnTo>
                  <a:pt x="102768" y="31623"/>
                </a:lnTo>
                <a:lnTo>
                  <a:pt x="102552" y="31623"/>
                </a:lnTo>
                <a:lnTo>
                  <a:pt x="102743" y="31902"/>
                </a:lnTo>
                <a:lnTo>
                  <a:pt x="102349" y="32029"/>
                </a:lnTo>
                <a:lnTo>
                  <a:pt x="102438" y="31623"/>
                </a:lnTo>
                <a:lnTo>
                  <a:pt x="102565" y="31419"/>
                </a:lnTo>
                <a:lnTo>
                  <a:pt x="102679" y="31242"/>
                </a:lnTo>
                <a:lnTo>
                  <a:pt x="102717" y="31369"/>
                </a:lnTo>
                <a:lnTo>
                  <a:pt x="102692" y="31229"/>
                </a:lnTo>
                <a:lnTo>
                  <a:pt x="102831" y="31026"/>
                </a:lnTo>
                <a:lnTo>
                  <a:pt x="102666" y="30988"/>
                </a:lnTo>
                <a:lnTo>
                  <a:pt x="102108" y="30988"/>
                </a:lnTo>
                <a:lnTo>
                  <a:pt x="102069" y="30480"/>
                </a:lnTo>
                <a:lnTo>
                  <a:pt x="102108" y="30988"/>
                </a:lnTo>
                <a:lnTo>
                  <a:pt x="103289" y="30480"/>
                </a:lnTo>
                <a:lnTo>
                  <a:pt x="103289" y="29972"/>
                </a:lnTo>
                <a:lnTo>
                  <a:pt x="103517" y="29464"/>
                </a:lnTo>
                <a:lnTo>
                  <a:pt x="103035" y="29972"/>
                </a:lnTo>
                <a:lnTo>
                  <a:pt x="102438" y="29972"/>
                </a:lnTo>
                <a:lnTo>
                  <a:pt x="102260" y="29972"/>
                </a:lnTo>
                <a:lnTo>
                  <a:pt x="102095" y="30073"/>
                </a:lnTo>
                <a:lnTo>
                  <a:pt x="101879" y="30213"/>
                </a:lnTo>
                <a:lnTo>
                  <a:pt x="101879" y="32639"/>
                </a:lnTo>
                <a:lnTo>
                  <a:pt x="101854" y="32766"/>
                </a:lnTo>
                <a:lnTo>
                  <a:pt x="101727" y="32639"/>
                </a:lnTo>
                <a:lnTo>
                  <a:pt x="101879" y="32639"/>
                </a:lnTo>
                <a:lnTo>
                  <a:pt x="101879" y="30213"/>
                </a:lnTo>
                <a:lnTo>
                  <a:pt x="101828" y="30480"/>
                </a:lnTo>
                <a:lnTo>
                  <a:pt x="101346" y="30861"/>
                </a:lnTo>
                <a:lnTo>
                  <a:pt x="101295" y="30480"/>
                </a:lnTo>
                <a:lnTo>
                  <a:pt x="101434" y="30480"/>
                </a:lnTo>
                <a:lnTo>
                  <a:pt x="101612" y="30480"/>
                </a:lnTo>
                <a:lnTo>
                  <a:pt x="101828" y="30480"/>
                </a:lnTo>
                <a:lnTo>
                  <a:pt x="101828" y="30251"/>
                </a:lnTo>
                <a:lnTo>
                  <a:pt x="101536" y="30416"/>
                </a:lnTo>
                <a:lnTo>
                  <a:pt x="101269" y="30175"/>
                </a:lnTo>
                <a:lnTo>
                  <a:pt x="101168" y="34163"/>
                </a:lnTo>
                <a:lnTo>
                  <a:pt x="101092" y="34544"/>
                </a:lnTo>
                <a:lnTo>
                  <a:pt x="100990" y="34290"/>
                </a:lnTo>
                <a:lnTo>
                  <a:pt x="100723" y="34671"/>
                </a:lnTo>
                <a:lnTo>
                  <a:pt x="100609" y="34163"/>
                </a:lnTo>
                <a:lnTo>
                  <a:pt x="100380" y="34163"/>
                </a:lnTo>
                <a:lnTo>
                  <a:pt x="100520" y="33782"/>
                </a:lnTo>
                <a:lnTo>
                  <a:pt x="100495" y="33655"/>
                </a:lnTo>
                <a:lnTo>
                  <a:pt x="100736" y="33655"/>
                </a:lnTo>
                <a:lnTo>
                  <a:pt x="101142" y="34150"/>
                </a:lnTo>
                <a:lnTo>
                  <a:pt x="101168" y="30073"/>
                </a:lnTo>
                <a:lnTo>
                  <a:pt x="101155" y="30480"/>
                </a:lnTo>
                <a:lnTo>
                  <a:pt x="100901" y="30988"/>
                </a:lnTo>
                <a:lnTo>
                  <a:pt x="100939" y="30480"/>
                </a:lnTo>
                <a:lnTo>
                  <a:pt x="101155" y="30480"/>
                </a:lnTo>
                <a:lnTo>
                  <a:pt x="101155" y="30060"/>
                </a:lnTo>
                <a:lnTo>
                  <a:pt x="100965" y="30149"/>
                </a:lnTo>
                <a:lnTo>
                  <a:pt x="100990" y="29972"/>
                </a:lnTo>
                <a:lnTo>
                  <a:pt x="100736" y="29972"/>
                </a:lnTo>
                <a:lnTo>
                  <a:pt x="100660" y="29591"/>
                </a:lnTo>
                <a:lnTo>
                  <a:pt x="101041" y="29972"/>
                </a:lnTo>
                <a:lnTo>
                  <a:pt x="101066" y="30111"/>
                </a:lnTo>
                <a:lnTo>
                  <a:pt x="101066" y="29972"/>
                </a:lnTo>
                <a:lnTo>
                  <a:pt x="101447" y="29972"/>
                </a:lnTo>
                <a:lnTo>
                  <a:pt x="101600" y="29972"/>
                </a:lnTo>
                <a:lnTo>
                  <a:pt x="101663" y="29464"/>
                </a:lnTo>
                <a:lnTo>
                  <a:pt x="101942" y="29464"/>
                </a:lnTo>
                <a:lnTo>
                  <a:pt x="102285" y="29832"/>
                </a:lnTo>
                <a:lnTo>
                  <a:pt x="102450" y="29464"/>
                </a:lnTo>
                <a:lnTo>
                  <a:pt x="103098" y="29464"/>
                </a:lnTo>
                <a:lnTo>
                  <a:pt x="103492" y="29464"/>
                </a:lnTo>
                <a:lnTo>
                  <a:pt x="102958" y="28956"/>
                </a:lnTo>
                <a:lnTo>
                  <a:pt x="103098" y="29425"/>
                </a:lnTo>
                <a:lnTo>
                  <a:pt x="102857" y="29006"/>
                </a:lnTo>
                <a:lnTo>
                  <a:pt x="102704" y="29095"/>
                </a:lnTo>
                <a:lnTo>
                  <a:pt x="102552" y="28956"/>
                </a:lnTo>
                <a:lnTo>
                  <a:pt x="102412" y="28956"/>
                </a:lnTo>
                <a:lnTo>
                  <a:pt x="102425" y="28562"/>
                </a:lnTo>
                <a:lnTo>
                  <a:pt x="102298" y="28448"/>
                </a:lnTo>
                <a:lnTo>
                  <a:pt x="102044" y="27813"/>
                </a:lnTo>
                <a:lnTo>
                  <a:pt x="101803" y="28448"/>
                </a:lnTo>
                <a:lnTo>
                  <a:pt x="101942" y="27813"/>
                </a:lnTo>
                <a:lnTo>
                  <a:pt x="102235" y="27813"/>
                </a:lnTo>
                <a:lnTo>
                  <a:pt x="102260" y="27660"/>
                </a:lnTo>
                <a:lnTo>
                  <a:pt x="102336" y="27343"/>
                </a:lnTo>
                <a:lnTo>
                  <a:pt x="102158" y="27432"/>
                </a:lnTo>
                <a:lnTo>
                  <a:pt x="102095" y="27305"/>
                </a:lnTo>
                <a:lnTo>
                  <a:pt x="101815" y="27305"/>
                </a:lnTo>
                <a:lnTo>
                  <a:pt x="101790" y="27609"/>
                </a:lnTo>
                <a:lnTo>
                  <a:pt x="101638" y="27559"/>
                </a:lnTo>
                <a:lnTo>
                  <a:pt x="101638" y="29464"/>
                </a:lnTo>
                <a:lnTo>
                  <a:pt x="101168" y="29464"/>
                </a:lnTo>
                <a:lnTo>
                  <a:pt x="101117" y="29857"/>
                </a:lnTo>
                <a:lnTo>
                  <a:pt x="100926" y="29464"/>
                </a:lnTo>
                <a:lnTo>
                  <a:pt x="100545" y="29349"/>
                </a:lnTo>
                <a:lnTo>
                  <a:pt x="100330" y="29286"/>
                </a:lnTo>
                <a:lnTo>
                  <a:pt x="100330" y="37338"/>
                </a:lnTo>
                <a:lnTo>
                  <a:pt x="100139" y="37973"/>
                </a:lnTo>
                <a:lnTo>
                  <a:pt x="99885" y="37363"/>
                </a:lnTo>
                <a:lnTo>
                  <a:pt x="100025" y="37338"/>
                </a:lnTo>
                <a:lnTo>
                  <a:pt x="100253" y="37338"/>
                </a:lnTo>
                <a:lnTo>
                  <a:pt x="99796" y="36969"/>
                </a:lnTo>
                <a:lnTo>
                  <a:pt x="100330" y="37338"/>
                </a:lnTo>
                <a:lnTo>
                  <a:pt x="100330" y="29286"/>
                </a:lnTo>
                <a:lnTo>
                  <a:pt x="99364" y="28956"/>
                </a:lnTo>
                <a:lnTo>
                  <a:pt x="100190" y="28956"/>
                </a:lnTo>
                <a:lnTo>
                  <a:pt x="100368" y="28956"/>
                </a:lnTo>
                <a:lnTo>
                  <a:pt x="100761" y="28956"/>
                </a:lnTo>
                <a:lnTo>
                  <a:pt x="101638" y="29464"/>
                </a:lnTo>
                <a:lnTo>
                  <a:pt x="101638" y="27559"/>
                </a:lnTo>
                <a:lnTo>
                  <a:pt x="101003" y="27305"/>
                </a:lnTo>
                <a:lnTo>
                  <a:pt x="101574" y="27736"/>
                </a:lnTo>
                <a:lnTo>
                  <a:pt x="101434" y="27813"/>
                </a:lnTo>
                <a:lnTo>
                  <a:pt x="101155" y="27813"/>
                </a:lnTo>
                <a:lnTo>
                  <a:pt x="100761" y="27305"/>
                </a:lnTo>
                <a:lnTo>
                  <a:pt x="101003" y="27305"/>
                </a:lnTo>
                <a:lnTo>
                  <a:pt x="101206" y="27305"/>
                </a:lnTo>
                <a:lnTo>
                  <a:pt x="101130" y="27101"/>
                </a:lnTo>
                <a:lnTo>
                  <a:pt x="101066" y="26898"/>
                </a:lnTo>
                <a:lnTo>
                  <a:pt x="101244" y="26797"/>
                </a:lnTo>
                <a:lnTo>
                  <a:pt x="101549" y="26797"/>
                </a:lnTo>
                <a:lnTo>
                  <a:pt x="101866" y="26289"/>
                </a:lnTo>
                <a:lnTo>
                  <a:pt x="101701" y="26708"/>
                </a:lnTo>
                <a:lnTo>
                  <a:pt x="102095" y="26289"/>
                </a:lnTo>
                <a:lnTo>
                  <a:pt x="102285" y="25781"/>
                </a:lnTo>
                <a:lnTo>
                  <a:pt x="101803" y="26289"/>
                </a:lnTo>
                <a:lnTo>
                  <a:pt x="101295" y="26289"/>
                </a:lnTo>
                <a:lnTo>
                  <a:pt x="101358" y="25781"/>
                </a:lnTo>
                <a:lnTo>
                  <a:pt x="101180" y="26035"/>
                </a:lnTo>
                <a:lnTo>
                  <a:pt x="101079" y="25781"/>
                </a:lnTo>
                <a:lnTo>
                  <a:pt x="100609" y="25781"/>
                </a:lnTo>
                <a:lnTo>
                  <a:pt x="101015" y="26263"/>
                </a:lnTo>
                <a:lnTo>
                  <a:pt x="100711" y="26289"/>
                </a:lnTo>
                <a:lnTo>
                  <a:pt x="100711" y="27101"/>
                </a:lnTo>
                <a:lnTo>
                  <a:pt x="100469" y="26924"/>
                </a:lnTo>
                <a:lnTo>
                  <a:pt x="100711" y="27101"/>
                </a:lnTo>
                <a:lnTo>
                  <a:pt x="100711" y="26289"/>
                </a:lnTo>
                <a:lnTo>
                  <a:pt x="100533" y="25781"/>
                </a:lnTo>
                <a:lnTo>
                  <a:pt x="100241" y="25781"/>
                </a:lnTo>
                <a:lnTo>
                  <a:pt x="100558" y="26289"/>
                </a:lnTo>
                <a:lnTo>
                  <a:pt x="99999" y="26289"/>
                </a:lnTo>
                <a:lnTo>
                  <a:pt x="99618" y="25781"/>
                </a:lnTo>
                <a:lnTo>
                  <a:pt x="99161" y="25781"/>
                </a:lnTo>
                <a:lnTo>
                  <a:pt x="99326" y="25400"/>
                </a:lnTo>
                <a:lnTo>
                  <a:pt x="99009" y="25514"/>
                </a:lnTo>
                <a:lnTo>
                  <a:pt x="99009" y="38925"/>
                </a:lnTo>
                <a:lnTo>
                  <a:pt x="98602" y="38481"/>
                </a:lnTo>
                <a:lnTo>
                  <a:pt x="99009" y="38925"/>
                </a:lnTo>
                <a:lnTo>
                  <a:pt x="99009" y="25514"/>
                </a:lnTo>
                <a:lnTo>
                  <a:pt x="98996" y="36322"/>
                </a:lnTo>
                <a:lnTo>
                  <a:pt x="97993" y="36728"/>
                </a:lnTo>
                <a:lnTo>
                  <a:pt x="97993" y="37973"/>
                </a:lnTo>
                <a:lnTo>
                  <a:pt x="97637" y="38227"/>
                </a:lnTo>
                <a:lnTo>
                  <a:pt x="97320" y="37973"/>
                </a:lnTo>
                <a:lnTo>
                  <a:pt x="97459" y="38354"/>
                </a:lnTo>
                <a:lnTo>
                  <a:pt x="97294" y="38481"/>
                </a:lnTo>
                <a:lnTo>
                  <a:pt x="97155" y="37973"/>
                </a:lnTo>
                <a:lnTo>
                  <a:pt x="96989" y="38265"/>
                </a:lnTo>
                <a:lnTo>
                  <a:pt x="96951" y="40462"/>
                </a:lnTo>
                <a:lnTo>
                  <a:pt x="96659" y="40347"/>
                </a:lnTo>
                <a:lnTo>
                  <a:pt x="96659" y="41148"/>
                </a:lnTo>
                <a:lnTo>
                  <a:pt x="96342" y="41148"/>
                </a:lnTo>
                <a:lnTo>
                  <a:pt x="96342" y="40538"/>
                </a:lnTo>
                <a:lnTo>
                  <a:pt x="96659" y="41148"/>
                </a:lnTo>
                <a:lnTo>
                  <a:pt x="96659" y="40347"/>
                </a:lnTo>
                <a:lnTo>
                  <a:pt x="96393" y="40233"/>
                </a:lnTo>
                <a:lnTo>
                  <a:pt x="96659" y="40005"/>
                </a:lnTo>
                <a:lnTo>
                  <a:pt x="96951" y="40462"/>
                </a:lnTo>
                <a:lnTo>
                  <a:pt x="96951" y="38214"/>
                </a:lnTo>
                <a:lnTo>
                  <a:pt x="96939" y="38747"/>
                </a:lnTo>
                <a:lnTo>
                  <a:pt x="96329" y="38506"/>
                </a:lnTo>
                <a:lnTo>
                  <a:pt x="96329" y="40513"/>
                </a:lnTo>
                <a:lnTo>
                  <a:pt x="96075" y="40513"/>
                </a:lnTo>
                <a:lnTo>
                  <a:pt x="96253" y="40360"/>
                </a:lnTo>
                <a:lnTo>
                  <a:pt x="96329" y="40513"/>
                </a:lnTo>
                <a:lnTo>
                  <a:pt x="96329" y="38506"/>
                </a:lnTo>
                <a:lnTo>
                  <a:pt x="96570" y="38481"/>
                </a:lnTo>
                <a:lnTo>
                  <a:pt x="96418" y="37973"/>
                </a:lnTo>
                <a:lnTo>
                  <a:pt x="96939" y="38747"/>
                </a:lnTo>
                <a:lnTo>
                  <a:pt x="96939" y="38201"/>
                </a:lnTo>
                <a:lnTo>
                  <a:pt x="96786" y="37973"/>
                </a:lnTo>
                <a:lnTo>
                  <a:pt x="96964" y="37973"/>
                </a:lnTo>
                <a:lnTo>
                  <a:pt x="97155" y="37973"/>
                </a:lnTo>
                <a:lnTo>
                  <a:pt x="97320" y="37973"/>
                </a:lnTo>
                <a:lnTo>
                  <a:pt x="97790" y="37973"/>
                </a:lnTo>
                <a:lnTo>
                  <a:pt x="97993" y="37973"/>
                </a:lnTo>
                <a:lnTo>
                  <a:pt x="97993" y="36728"/>
                </a:lnTo>
                <a:lnTo>
                  <a:pt x="98018" y="36322"/>
                </a:lnTo>
                <a:lnTo>
                  <a:pt x="98996" y="36322"/>
                </a:lnTo>
                <a:lnTo>
                  <a:pt x="98996" y="25527"/>
                </a:lnTo>
                <a:lnTo>
                  <a:pt x="99199" y="25273"/>
                </a:lnTo>
                <a:lnTo>
                  <a:pt x="98844" y="25273"/>
                </a:lnTo>
                <a:lnTo>
                  <a:pt x="98691" y="25196"/>
                </a:lnTo>
                <a:lnTo>
                  <a:pt x="98691" y="27813"/>
                </a:lnTo>
                <a:lnTo>
                  <a:pt x="98526" y="28448"/>
                </a:lnTo>
                <a:lnTo>
                  <a:pt x="98171" y="28448"/>
                </a:lnTo>
                <a:lnTo>
                  <a:pt x="98259" y="27813"/>
                </a:lnTo>
                <a:lnTo>
                  <a:pt x="98094" y="27508"/>
                </a:lnTo>
                <a:lnTo>
                  <a:pt x="98094" y="29464"/>
                </a:lnTo>
                <a:lnTo>
                  <a:pt x="97751" y="29464"/>
                </a:lnTo>
                <a:lnTo>
                  <a:pt x="97751" y="37338"/>
                </a:lnTo>
                <a:lnTo>
                  <a:pt x="97180" y="37528"/>
                </a:lnTo>
                <a:lnTo>
                  <a:pt x="97282" y="37338"/>
                </a:lnTo>
                <a:lnTo>
                  <a:pt x="97751" y="37338"/>
                </a:lnTo>
                <a:lnTo>
                  <a:pt x="97751" y="29464"/>
                </a:lnTo>
                <a:lnTo>
                  <a:pt x="97650" y="31623"/>
                </a:lnTo>
                <a:lnTo>
                  <a:pt x="97447" y="31889"/>
                </a:lnTo>
                <a:lnTo>
                  <a:pt x="97282" y="31623"/>
                </a:lnTo>
                <a:lnTo>
                  <a:pt x="97650" y="31623"/>
                </a:lnTo>
                <a:lnTo>
                  <a:pt x="97650" y="29464"/>
                </a:lnTo>
                <a:lnTo>
                  <a:pt x="97193" y="29845"/>
                </a:lnTo>
                <a:lnTo>
                  <a:pt x="97231" y="29464"/>
                </a:lnTo>
                <a:lnTo>
                  <a:pt x="97015" y="29464"/>
                </a:lnTo>
                <a:lnTo>
                  <a:pt x="97015" y="36322"/>
                </a:lnTo>
                <a:lnTo>
                  <a:pt x="96901" y="37338"/>
                </a:lnTo>
                <a:lnTo>
                  <a:pt x="96494" y="37338"/>
                </a:lnTo>
                <a:lnTo>
                  <a:pt x="96608" y="37719"/>
                </a:lnTo>
                <a:lnTo>
                  <a:pt x="96240" y="37338"/>
                </a:lnTo>
                <a:lnTo>
                  <a:pt x="96418" y="37757"/>
                </a:lnTo>
                <a:lnTo>
                  <a:pt x="96139" y="37655"/>
                </a:lnTo>
                <a:lnTo>
                  <a:pt x="96139" y="40132"/>
                </a:lnTo>
                <a:lnTo>
                  <a:pt x="95821" y="40005"/>
                </a:lnTo>
                <a:lnTo>
                  <a:pt x="96075" y="40005"/>
                </a:lnTo>
                <a:lnTo>
                  <a:pt x="96139" y="40132"/>
                </a:lnTo>
                <a:lnTo>
                  <a:pt x="96139" y="37655"/>
                </a:lnTo>
                <a:lnTo>
                  <a:pt x="95275" y="37338"/>
                </a:lnTo>
                <a:lnTo>
                  <a:pt x="96240" y="37338"/>
                </a:lnTo>
                <a:lnTo>
                  <a:pt x="96431" y="37338"/>
                </a:lnTo>
                <a:lnTo>
                  <a:pt x="96316" y="36830"/>
                </a:lnTo>
                <a:lnTo>
                  <a:pt x="96164" y="36830"/>
                </a:lnTo>
                <a:lnTo>
                  <a:pt x="95834" y="36487"/>
                </a:lnTo>
                <a:lnTo>
                  <a:pt x="95681" y="36322"/>
                </a:lnTo>
                <a:lnTo>
                  <a:pt x="97015" y="36322"/>
                </a:lnTo>
                <a:lnTo>
                  <a:pt x="97015" y="29464"/>
                </a:lnTo>
                <a:lnTo>
                  <a:pt x="96520" y="29464"/>
                </a:lnTo>
                <a:lnTo>
                  <a:pt x="96393" y="29972"/>
                </a:lnTo>
                <a:lnTo>
                  <a:pt x="96342" y="29464"/>
                </a:lnTo>
                <a:lnTo>
                  <a:pt x="96037" y="29464"/>
                </a:lnTo>
                <a:lnTo>
                  <a:pt x="97218" y="28956"/>
                </a:lnTo>
                <a:lnTo>
                  <a:pt x="97637" y="28956"/>
                </a:lnTo>
                <a:lnTo>
                  <a:pt x="98094" y="29464"/>
                </a:lnTo>
                <a:lnTo>
                  <a:pt x="98094" y="27508"/>
                </a:lnTo>
                <a:lnTo>
                  <a:pt x="97993" y="27305"/>
                </a:lnTo>
                <a:lnTo>
                  <a:pt x="98539" y="27305"/>
                </a:lnTo>
                <a:lnTo>
                  <a:pt x="98259" y="27813"/>
                </a:lnTo>
                <a:lnTo>
                  <a:pt x="98691" y="27813"/>
                </a:lnTo>
                <a:lnTo>
                  <a:pt x="98691" y="25196"/>
                </a:lnTo>
                <a:lnTo>
                  <a:pt x="98983" y="24638"/>
                </a:lnTo>
                <a:lnTo>
                  <a:pt x="99428" y="24638"/>
                </a:lnTo>
                <a:lnTo>
                  <a:pt x="99060" y="24434"/>
                </a:lnTo>
                <a:lnTo>
                  <a:pt x="99174" y="24130"/>
                </a:lnTo>
                <a:lnTo>
                  <a:pt x="98844" y="24130"/>
                </a:lnTo>
                <a:lnTo>
                  <a:pt x="98945" y="23622"/>
                </a:lnTo>
                <a:lnTo>
                  <a:pt x="98806" y="23622"/>
                </a:lnTo>
                <a:lnTo>
                  <a:pt x="98806" y="24130"/>
                </a:lnTo>
                <a:lnTo>
                  <a:pt x="98780" y="24269"/>
                </a:lnTo>
                <a:lnTo>
                  <a:pt x="98717" y="24638"/>
                </a:lnTo>
                <a:lnTo>
                  <a:pt x="98628" y="25146"/>
                </a:lnTo>
                <a:lnTo>
                  <a:pt x="98234" y="24892"/>
                </a:lnTo>
                <a:lnTo>
                  <a:pt x="98234" y="25273"/>
                </a:lnTo>
                <a:lnTo>
                  <a:pt x="98234" y="25527"/>
                </a:lnTo>
                <a:lnTo>
                  <a:pt x="97904" y="25425"/>
                </a:lnTo>
                <a:lnTo>
                  <a:pt x="97904" y="27813"/>
                </a:lnTo>
                <a:lnTo>
                  <a:pt x="97866" y="28079"/>
                </a:lnTo>
                <a:lnTo>
                  <a:pt x="97663" y="27813"/>
                </a:lnTo>
                <a:lnTo>
                  <a:pt x="97904" y="27813"/>
                </a:lnTo>
                <a:lnTo>
                  <a:pt x="97904" y="25425"/>
                </a:lnTo>
                <a:lnTo>
                  <a:pt x="97726" y="25361"/>
                </a:lnTo>
                <a:lnTo>
                  <a:pt x="97536" y="25438"/>
                </a:lnTo>
                <a:lnTo>
                  <a:pt x="97536" y="27305"/>
                </a:lnTo>
                <a:lnTo>
                  <a:pt x="97053" y="27305"/>
                </a:lnTo>
                <a:lnTo>
                  <a:pt x="97129" y="27813"/>
                </a:lnTo>
                <a:lnTo>
                  <a:pt x="96926" y="27813"/>
                </a:lnTo>
                <a:lnTo>
                  <a:pt x="96875" y="26797"/>
                </a:lnTo>
                <a:lnTo>
                  <a:pt x="97409" y="26797"/>
                </a:lnTo>
                <a:lnTo>
                  <a:pt x="97536" y="27305"/>
                </a:lnTo>
                <a:lnTo>
                  <a:pt x="97536" y="25438"/>
                </a:lnTo>
                <a:lnTo>
                  <a:pt x="97231" y="25552"/>
                </a:lnTo>
                <a:lnTo>
                  <a:pt x="97231" y="25781"/>
                </a:lnTo>
                <a:lnTo>
                  <a:pt x="97180" y="26289"/>
                </a:lnTo>
                <a:lnTo>
                  <a:pt x="97053" y="26289"/>
                </a:lnTo>
                <a:lnTo>
                  <a:pt x="96672" y="25781"/>
                </a:lnTo>
                <a:lnTo>
                  <a:pt x="97231" y="25781"/>
                </a:lnTo>
                <a:lnTo>
                  <a:pt x="97231" y="25552"/>
                </a:lnTo>
                <a:lnTo>
                  <a:pt x="96697" y="25755"/>
                </a:lnTo>
                <a:lnTo>
                  <a:pt x="97307" y="25273"/>
                </a:lnTo>
                <a:lnTo>
                  <a:pt x="97497" y="25273"/>
                </a:lnTo>
                <a:lnTo>
                  <a:pt x="97917" y="25273"/>
                </a:lnTo>
                <a:lnTo>
                  <a:pt x="98234" y="25273"/>
                </a:lnTo>
                <a:lnTo>
                  <a:pt x="98234" y="24892"/>
                </a:lnTo>
                <a:lnTo>
                  <a:pt x="98234" y="24638"/>
                </a:lnTo>
                <a:lnTo>
                  <a:pt x="98132" y="24841"/>
                </a:lnTo>
                <a:lnTo>
                  <a:pt x="97828" y="24638"/>
                </a:lnTo>
                <a:lnTo>
                  <a:pt x="98018" y="24130"/>
                </a:lnTo>
                <a:lnTo>
                  <a:pt x="98310" y="24130"/>
                </a:lnTo>
                <a:lnTo>
                  <a:pt x="98336" y="24638"/>
                </a:lnTo>
                <a:lnTo>
                  <a:pt x="98717" y="24638"/>
                </a:lnTo>
                <a:lnTo>
                  <a:pt x="98717" y="24231"/>
                </a:lnTo>
                <a:lnTo>
                  <a:pt x="98564" y="24130"/>
                </a:lnTo>
                <a:lnTo>
                  <a:pt x="98806" y="24130"/>
                </a:lnTo>
                <a:lnTo>
                  <a:pt x="98806" y="23622"/>
                </a:lnTo>
                <a:lnTo>
                  <a:pt x="98209" y="23622"/>
                </a:lnTo>
                <a:lnTo>
                  <a:pt x="96939" y="23622"/>
                </a:lnTo>
                <a:lnTo>
                  <a:pt x="97028" y="24130"/>
                </a:lnTo>
                <a:lnTo>
                  <a:pt x="97396" y="24130"/>
                </a:lnTo>
                <a:lnTo>
                  <a:pt x="97536" y="24638"/>
                </a:lnTo>
                <a:lnTo>
                  <a:pt x="97104" y="24638"/>
                </a:lnTo>
                <a:lnTo>
                  <a:pt x="97104" y="25273"/>
                </a:lnTo>
                <a:lnTo>
                  <a:pt x="96558" y="25273"/>
                </a:lnTo>
                <a:lnTo>
                  <a:pt x="96558" y="27305"/>
                </a:lnTo>
                <a:lnTo>
                  <a:pt x="95923" y="27305"/>
                </a:lnTo>
                <a:lnTo>
                  <a:pt x="95846" y="26797"/>
                </a:lnTo>
                <a:lnTo>
                  <a:pt x="95783" y="35814"/>
                </a:lnTo>
                <a:lnTo>
                  <a:pt x="95415" y="35941"/>
                </a:lnTo>
                <a:lnTo>
                  <a:pt x="95389" y="35814"/>
                </a:lnTo>
                <a:lnTo>
                  <a:pt x="95351" y="35966"/>
                </a:lnTo>
                <a:lnTo>
                  <a:pt x="95288" y="36322"/>
                </a:lnTo>
                <a:lnTo>
                  <a:pt x="95186" y="36576"/>
                </a:lnTo>
                <a:lnTo>
                  <a:pt x="95288" y="36322"/>
                </a:lnTo>
                <a:lnTo>
                  <a:pt x="95288" y="35991"/>
                </a:lnTo>
                <a:lnTo>
                  <a:pt x="94996" y="36093"/>
                </a:lnTo>
                <a:lnTo>
                  <a:pt x="94996" y="36601"/>
                </a:lnTo>
                <a:lnTo>
                  <a:pt x="94919" y="39255"/>
                </a:lnTo>
                <a:lnTo>
                  <a:pt x="93649" y="38989"/>
                </a:lnTo>
                <a:lnTo>
                  <a:pt x="94310" y="38989"/>
                </a:lnTo>
                <a:lnTo>
                  <a:pt x="94411" y="38481"/>
                </a:lnTo>
                <a:lnTo>
                  <a:pt x="94500" y="37973"/>
                </a:lnTo>
                <a:lnTo>
                  <a:pt x="94919" y="39255"/>
                </a:lnTo>
                <a:lnTo>
                  <a:pt x="94919" y="36614"/>
                </a:lnTo>
                <a:lnTo>
                  <a:pt x="94538" y="36664"/>
                </a:lnTo>
                <a:lnTo>
                  <a:pt x="94678" y="36322"/>
                </a:lnTo>
                <a:lnTo>
                  <a:pt x="94983" y="36322"/>
                </a:lnTo>
                <a:lnTo>
                  <a:pt x="94996" y="36601"/>
                </a:lnTo>
                <a:lnTo>
                  <a:pt x="94996" y="36093"/>
                </a:lnTo>
                <a:lnTo>
                  <a:pt x="94780" y="36169"/>
                </a:lnTo>
                <a:lnTo>
                  <a:pt x="94373" y="35814"/>
                </a:lnTo>
                <a:lnTo>
                  <a:pt x="95161" y="35814"/>
                </a:lnTo>
                <a:lnTo>
                  <a:pt x="95389" y="35814"/>
                </a:lnTo>
                <a:lnTo>
                  <a:pt x="95783" y="35814"/>
                </a:lnTo>
                <a:lnTo>
                  <a:pt x="95783" y="26797"/>
                </a:lnTo>
                <a:lnTo>
                  <a:pt x="95161" y="26797"/>
                </a:lnTo>
                <a:lnTo>
                  <a:pt x="95453" y="26289"/>
                </a:lnTo>
                <a:lnTo>
                  <a:pt x="95631" y="26289"/>
                </a:lnTo>
                <a:lnTo>
                  <a:pt x="96558" y="27305"/>
                </a:lnTo>
                <a:lnTo>
                  <a:pt x="96558" y="25273"/>
                </a:lnTo>
                <a:lnTo>
                  <a:pt x="96418" y="25781"/>
                </a:lnTo>
                <a:lnTo>
                  <a:pt x="95770" y="25781"/>
                </a:lnTo>
                <a:lnTo>
                  <a:pt x="96037" y="25273"/>
                </a:lnTo>
                <a:lnTo>
                  <a:pt x="95465" y="25273"/>
                </a:lnTo>
                <a:lnTo>
                  <a:pt x="95783" y="24638"/>
                </a:lnTo>
                <a:lnTo>
                  <a:pt x="97104" y="25273"/>
                </a:lnTo>
                <a:lnTo>
                  <a:pt x="97104" y="24638"/>
                </a:lnTo>
                <a:lnTo>
                  <a:pt x="96647" y="23622"/>
                </a:lnTo>
                <a:lnTo>
                  <a:pt x="95605" y="23622"/>
                </a:lnTo>
                <a:lnTo>
                  <a:pt x="95084" y="23495"/>
                </a:lnTo>
                <a:lnTo>
                  <a:pt x="95046" y="30988"/>
                </a:lnTo>
                <a:lnTo>
                  <a:pt x="95034" y="31623"/>
                </a:lnTo>
                <a:lnTo>
                  <a:pt x="94983" y="31877"/>
                </a:lnTo>
                <a:lnTo>
                  <a:pt x="94881" y="31623"/>
                </a:lnTo>
                <a:lnTo>
                  <a:pt x="95034" y="31623"/>
                </a:lnTo>
                <a:lnTo>
                  <a:pt x="95034" y="31026"/>
                </a:lnTo>
                <a:lnTo>
                  <a:pt x="94767" y="31623"/>
                </a:lnTo>
                <a:lnTo>
                  <a:pt x="94576" y="31623"/>
                </a:lnTo>
                <a:lnTo>
                  <a:pt x="94678" y="30988"/>
                </a:lnTo>
                <a:lnTo>
                  <a:pt x="95046" y="30988"/>
                </a:lnTo>
                <a:lnTo>
                  <a:pt x="95046" y="23456"/>
                </a:lnTo>
                <a:lnTo>
                  <a:pt x="94792" y="23114"/>
                </a:lnTo>
                <a:lnTo>
                  <a:pt x="94716" y="23406"/>
                </a:lnTo>
                <a:lnTo>
                  <a:pt x="94716" y="26289"/>
                </a:lnTo>
                <a:lnTo>
                  <a:pt x="94576" y="26377"/>
                </a:lnTo>
                <a:lnTo>
                  <a:pt x="94716" y="26289"/>
                </a:lnTo>
                <a:lnTo>
                  <a:pt x="94716" y="23406"/>
                </a:lnTo>
                <a:lnTo>
                  <a:pt x="94678" y="24638"/>
                </a:lnTo>
                <a:lnTo>
                  <a:pt x="94310" y="24930"/>
                </a:lnTo>
                <a:lnTo>
                  <a:pt x="94310" y="35306"/>
                </a:lnTo>
                <a:lnTo>
                  <a:pt x="94208" y="35458"/>
                </a:lnTo>
                <a:lnTo>
                  <a:pt x="94043" y="35306"/>
                </a:lnTo>
                <a:lnTo>
                  <a:pt x="94272" y="35306"/>
                </a:lnTo>
                <a:lnTo>
                  <a:pt x="94310" y="24930"/>
                </a:lnTo>
                <a:lnTo>
                  <a:pt x="94068" y="24930"/>
                </a:lnTo>
                <a:lnTo>
                  <a:pt x="94068" y="26670"/>
                </a:lnTo>
                <a:lnTo>
                  <a:pt x="93878" y="26784"/>
                </a:lnTo>
                <a:lnTo>
                  <a:pt x="93967" y="26428"/>
                </a:lnTo>
                <a:lnTo>
                  <a:pt x="94068" y="26670"/>
                </a:lnTo>
                <a:lnTo>
                  <a:pt x="94068" y="24930"/>
                </a:lnTo>
                <a:lnTo>
                  <a:pt x="93764" y="24701"/>
                </a:lnTo>
                <a:lnTo>
                  <a:pt x="93764" y="35814"/>
                </a:lnTo>
                <a:lnTo>
                  <a:pt x="93599" y="36068"/>
                </a:lnTo>
                <a:lnTo>
                  <a:pt x="93522" y="35814"/>
                </a:lnTo>
                <a:lnTo>
                  <a:pt x="93764" y="35814"/>
                </a:lnTo>
                <a:lnTo>
                  <a:pt x="93764" y="24701"/>
                </a:lnTo>
                <a:lnTo>
                  <a:pt x="94081" y="24638"/>
                </a:lnTo>
                <a:lnTo>
                  <a:pt x="94068" y="24130"/>
                </a:lnTo>
                <a:lnTo>
                  <a:pt x="94576" y="24130"/>
                </a:lnTo>
                <a:lnTo>
                  <a:pt x="94526" y="24638"/>
                </a:lnTo>
                <a:lnTo>
                  <a:pt x="94678" y="24638"/>
                </a:lnTo>
                <a:lnTo>
                  <a:pt x="94678" y="23406"/>
                </a:lnTo>
                <a:lnTo>
                  <a:pt x="94208" y="23253"/>
                </a:lnTo>
                <a:lnTo>
                  <a:pt x="93853" y="23190"/>
                </a:lnTo>
                <a:lnTo>
                  <a:pt x="93814" y="24130"/>
                </a:lnTo>
                <a:lnTo>
                  <a:pt x="93611" y="23901"/>
                </a:lnTo>
                <a:lnTo>
                  <a:pt x="93814" y="24130"/>
                </a:lnTo>
                <a:lnTo>
                  <a:pt x="93814" y="23152"/>
                </a:lnTo>
                <a:lnTo>
                  <a:pt x="93573" y="23114"/>
                </a:lnTo>
                <a:lnTo>
                  <a:pt x="93827" y="23114"/>
                </a:lnTo>
                <a:lnTo>
                  <a:pt x="97193" y="23114"/>
                </a:lnTo>
                <a:lnTo>
                  <a:pt x="97142" y="22606"/>
                </a:lnTo>
                <a:lnTo>
                  <a:pt x="96761" y="22606"/>
                </a:lnTo>
                <a:lnTo>
                  <a:pt x="96951" y="22098"/>
                </a:lnTo>
                <a:lnTo>
                  <a:pt x="97332" y="22098"/>
                </a:lnTo>
                <a:lnTo>
                  <a:pt x="97294" y="21640"/>
                </a:lnTo>
                <a:lnTo>
                  <a:pt x="96774" y="21844"/>
                </a:lnTo>
                <a:lnTo>
                  <a:pt x="97231" y="21463"/>
                </a:lnTo>
                <a:lnTo>
                  <a:pt x="96418" y="21691"/>
                </a:lnTo>
                <a:lnTo>
                  <a:pt x="97066" y="21463"/>
                </a:lnTo>
                <a:lnTo>
                  <a:pt x="97231" y="21463"/>
                </a:lnTo>
                <a:lnTo>
                  <a:pt x="97713" y="21069"/>
                </a:lnTo>
                <a:lnTo>
                  <a:pt x="97269" y="20955"/>
                </a:lnTo>
                <a:lnTo>
                  <a:pt x="96977" y="20955"/>
                </a:lnTo>
                <a:lnTo>
                  <a:pt x="97193" y="20447"/>
                </a:lnTo>
                <a:lnTo>
                  <a:pt x="97790" y="20447"/>
                </a:lnTo>
                <a:lnTo>
                  <a:pt x="98107" y="19939"/>
                </a:lnTo>
                <a:lnTo>
                  <a:pt x="97599" y="19939"/>
                </a:lnTo>
                <a:lnTo>
                  <a:pt x="97497" y="19431"/>
                </a:lnTo>
                <a:lnTo>
                  <a:pt x="97243" y="19939"/>
                </a:lnTo>
                <a:lnTo>
                  <a:pt x="96812" y="19939"/>
                </a:lnTo>
                <a:lnTo>
                  <a:pt x="96558" y="19939"/>
                </a:lnTo>
                <a:lnTo>
                  <a:pt x="96202" y="20447"/>
                </a:lnTo>
                <a:lnTo>
                  <a:pt x="96774" y="20447"/>
                </a:lnTo>
                <a:lnTo>
                  <a:pt x="96659" y="21463"/>
                </a:lnTo>
                <a:lnTo>
                  <a:pt x="96088" y="21463"/>
                </a:lnTo>
                <a:lnTo>
                  <a:pt x="96088" y="22606"/>
                </a:lnTo>
                <a:lnTo>
                  <a:pt x="95656" y="22606"/>
                </a:lnTo>
                <a:lnTo>
                  <a:pt x="95770" y="22352"/>
                </a:lnTo>
                <a:lnTo>
                  <a:pt x="95885" y="22098"/>
                </a:lnTo>
                <a:lnTo>
                  <a:pt x="96012" y="22453"/>
                </a:lnTo>
                <a:lnTo>
                  <a:pt x="96088" y="22606"/>
                </a:lnTo>
                <a:lnTo>
                  <a:pt x="96088" y="21463"/>
                </a:lnTo>
                <a:lnTo>
                  <a:pt x="95923" y="21463"/>
                </a:lnTo>
                <a:lnTo>
                  <a:pt x="95592" y="21844"/>
                </a:lnTo>
                <a:lnTo>
                  <a:pt x="95529" y="21704"/>
                </a:lnTo>
                <a:lnTo>
                  <a:pt x="95529" y="22606"/>
                </a:lnTo>
                <a:lnTo>
                  <a:pt x="94729" y="22821"/>
                </a:lnTo>
                <a:lnTo>
                  <a:pt x="94526" y="22885"/>
                </a:lnTo>
                <a:lnTo>
                  <a:pt x="94361" y="22923"/>
                </a:lnTo>
                <a:lnTo>
                  <a:pt x="94462" y="22606"/>
                </a:lnTo>
                <a:lnTo>
                  <a:pt x="94246" y="22428"/>
                </a:lnTo>
                <a:lnTo>
                  <a:pt x="94259" y="22606"/>
                </a:lnTo>
                <a:lnTo>
                  <a:pt x="94284" y="22948"/>
                </a:lnTo>
                <a:lnTo>
                  <a:pt x="93967" y="23037"/>
                </a:lnTo>
                <a:lnTo>
                  <a:pt x="93967" y="22606"/>
                </a:lnTo>
                <a:lnTo>
                  <a:pt x="93637" y="22694"/>
                </a:lnTo>
                <a:lnTo>
                  <a:pt x="94094" y="22301"/>
                </a:lnTo>
                <a:lnTo>
                  <a:pt x="93878" y="22098"/>
                </a:lnTo>
                <a:lnTo>
                  <a:pt x="93599" y="21463"/>
                </a:lnTo>
                <a:lnTo>
                  <a:pt x="93891" y="21463"/>
                </a:lnTo>
                <a:lnTo>
                  <a:pt x="93980" y="21259"/>
                </a:lnTo>
                <a:lnTo>
                  <a:pt x="94195" y="21463"/>
                </a:lnTo>
                <a:lnTo>
                  <a:pt x="94234" y="22212"/>
                </a:lnTo>
                <a:lnTo>
                  <a:pt x="94386" y="22098"/>
                </a:lnTo>
                <a:lnTo>
                  <a:pt x="94475" y="21463"/>
                </a:lnTo>
                <a:lnTo>
                  <a:pt x="94449" y="20955"/>
                </a:lnTo>
                <a:lnTo>
                  <a:pt x="93980" y="21247"/>
                </a:lnTo>
                <a:lnTo>
                  <a:pt x="94018" y="20955"/>
                </a:lnTo>
                <a:lnTo>
                  <a:pt x="94361" y="20955"/>
                </a:lnTo>
                <a:lnTo>
                  <a:pt x="94145" y="20447"/>
                </a:lnTo>
                <a:lnTo>
                  <a:pt x="94945" y="20447"/>
                </a:lnTo>
                <a:lnTo>
                  <a:pt x="95034" y="20955"/>
                </a:lnTo>
                <a:lnTo>
                  <a:pt x="94856" y="20955"/>
                </a:lnTo>
                <a:lnTo>
                  <a:pt x="95275" y="21894"/>
                </a:lnTo>
                <a:lnTo>
                  <a:pt x="94742" y="21602"/>
                </a:lnTo>
                <a:lnTo>
                  <a:pt x="94615" y="22098"/>
                </a:lnTo>
                <a:lnTo>
                  <a:pt x="94919" y="22098"/>
                </a:lnTo>
                <a:lnTo>
                  <a:pt x="95072" y="22237"/>
                </a:lnTo>
                <a:lnTo>
                  <a:pt x="95084" y="22098"/>
                </a:lnTo>
                <a:lnTo>
                  <a:pt x="95326" y="22377"/>
                </a:lnTo>
                <a:lnTo>
                  <a:pt x="95529" y="22606"/>
                </a:lnTo>
                <a:lnTo>
                  <a:pt x="95529" y="21704"/>
                </a:lnTo>
                <a:lnTo>
                  <a:pt x="95465" y="21551"/>
                </a:lnTo>
                <a:lnTo>
                  <a:pt x="95288" y="21463"/>
                </a:lnTo>
                <a:lnTo>
                  <a:pt x="95504" y="20955"/>
                </a:lnTo>
                <a:lnTo>
                  <a:pt x="95186" y="20955"/>
                </a:lnTo>
                <a:lnTo>
                  <a:pt x="95250" y="20497"/>
                </a:lnTo>
                <a:lnTo>
                  <a:pt x="95377" y="20447"/>
                </a:lnTo>
                <a:lnTo>
                  <a:pt x="95719" y="19939"/>
                </a:lnTo>
                <a:lnTo>
                  <a:pt x="95326" y="19939"/>
                </a:lnTo>
                <a:lnTo>
                  <a:pt x="95237" y="19431"/>
                </a:lnTo>
                <a:lnTo>
                  <a:pt x="94678" y="19672"/>
                </a:lnTo>
                <a:lnTo>
                  <a:pt x="94729" y="19431"/>
                </a:lnTo>
                <a:lnTo>
                  <a:pt x="95224" y="19431"/>
                </a:lnTo>
                <a:lnTo>
                  <a:pt x="95148" y="19050"/>
                </a:lnTo>
                <a:lnTo>
                  <a:pt x="95135" y="18923"/>
                </a:lnTo>
                <a:lnTo>
                  <a:pt x="95275" y="18923"/>
                </a:lnTo>
                <a:lnTo>
                  <a:pt x="95986" y="18923"/>
                </a:lnTo>
                <a:lnTo>
                  <a:pt x="96164" y="18923"/>
                </a:lnTo>
                <a:lnTo>
                  <a:pt x="95618" y="18288"/>
                </a:lnTo>
                <a:lnTo>
                  <a:pt x="96240" y="18288"/>
                </a:lnTo>
                <a:lnTo>
                  <a:pt x="96126" y="17272"/>
                </a:lnTo>
                <a:lnTo>
                  <a:pt x="95478" y="17272"/>
                </a:lnTo>
                <a:lnTo>
                  <a:pt x="95313" y="16256"/>
                </a:lnTo>
                <a:lnTo>
                  <a:pt x="95326" y="17272"/>
                </a:lnTo>
                <a:lnTo>
                  <a:pt x="94780" y="17272"/>
                </a:lnTo>
                <a:lnTo>
                  <a:pt x="94869" y="16256"/>
                </a:lnTo>
                <a:lnTo>
                  <a:pt x="94602" y="16433"/>
                </a:lnTo>
                <a:lnTo>
                  <a:pt x="94627" y="16256"/>
                </a:lnTo>
                <a:lnTo>
                  <a:pt x="94081" y="16256"/>
                </a:lnTo>
                <a:lnTo>
                  <a:pt x="94234" y="16675"/>
                </a:lnTo>
                <a:lnTo>
                  <a:pt x="93319" y="17272"/>
                </a:lnTo>
                <a:lnTo>
                  <a:pt x="93751" y="17272"/>
                </a:lnTo>
                <a:lnTo>
                  <a:pt x="93599" y="18288"/>
                </a:lnTo>
                <a:lnTo>
                  <a:pt x="94488" y="18288"/>
                </a:lnTo>
                <a:lnTo>
                  <a:pt x="94615" y="18288"/>
                </a:lnTo>
                <a:lnTo>
                  <a:pt x="94602" y="19608"/>
                </a:lnTo>
                <a:lnTo>
                  <a:pt x="94602" y="18402"/>
                </a:lnTo>
                <a:lnTo>
                  <a:pt x="94538" y="18923"/>
                </a:lnTo>
                <a:lnTo>
                  <a:pt x="94589" y="19431"/>
                </a:lnTo>
                <a:lnTo>
                  <a:pt x="94132" y="19431"/>
                </a:lnTo>
                <a:lnTo>
                  <a:pt x="94335" y="18923"/>
                </a:lnTo>
                <a:lnTo>
                  <a:pt x="94068" y="18923"/>
                </a:lnTo>
                <a:lnTo>
                  <a:pt x="94068" y="19431"/>
                </a:lnTo>
                <a:lnTo>
                  <a:pt x="93967" y="21259"/>
                </a:lnTo>
                <a:lnTo>
                  <a:pt x="93827" y="21336"/>
                </a:lnTo>
                <a:lnTo>
                  <a:pt x="93687" y="20980"/>
                </a:lnTo>
                <a:lnTo>
                  <a:pt x="93967" y="21259"/>
                </a:lnTo>
                <a:lnTo>
                  <a:pt x="93967" y="19532"/>
                </a:lnTo>
                <a:lnTo>
                  <a:pt x="93548" y="19913"/>
                </a:lnTo>
                <a:lnTo>
                  <a:pt x="93548" y="20955"/>
                </a:lnTo>
                <a:lnTo>
                  <a:pt x="93510" y="22606"/>
                </a:lnTo>
                <a:lnTo>
                  <a:pt x="93370" y="22682"/>
                </a:lnTo>
                <a:lnTo>
                  <a:pt x="93370" y="36322"/>
                </a:lnTo>
                <a:lnTo>
                  <a:pt x="93116" y="36576"/>
                </a:lnTo>
                <a:lnTo>
                  <a:pt x="92671" y="36322"/>
                </a:lnTo>
                <a:lnTo>
                  <a:pt x="93370" y="36322"/>
                </a:lnTo>
                <a:lnTo>
                  <a:pt x="93370" y="22682"/>
                </a:lnTo>
                <a:lnTo>
                  <a:pt x="93510" y="22606"/>
                </a:lnTo>
                <a:lnTo>
                  <a:pt x="93510" y="21018"/>
                </a:lnTo>
                <a:lnTo>
                  <a:pt x="93205" y="21463"/>
                </a:lnTo>
                <a:lnTo>
                  <a:pt x="93192" y="35928"/>
                </a:lnTo>
                <a:lnTo>
                  <a:pt x="92862" y="35814"/>
                </a:lnTo>
                <a:lnTo>
                  <a:pt x="93141" y="35814"/>
                </a:lnTo>
                <a:lnTo>
                  <a:pt x="93192" y="21463"/>
                </a:lnTo>
                <a:lnTo>
                  <a:pt x="93167" y="23622"/>
                </a:lnTo>
                <a:lnTo>
                  <a:pt x="91998" y="23622"/>
                </a:lnTo>
                <a:lnTo>
                  <a:pt x="92456" y="24130"/>
                </a:lnTo>
                <a:lnTo>
                  <a:pt x="91986" y="23876"/>
                </a:lnTo>
                <a:lnTo>
                  <a:pt x="91973" y="24130"/>
                </a:lnTo>
                <a:lnTo>
                  <a:pt x="91795" y="24130"/>
                </a:lnTo>
                <a:lnTo>
                  <a:pt x="91795" y="37973"/>
                </a:lnTo>
                <a:lnTo>
                  <a:pt x="91617" y="38354"/>
                </a:lnTo>
                <a:lnTo>
                  <a:pt x="91414" y="37973"/>
                </a:lnTo>
                <a:lnTo>
                  <a:pt x="91236" y="37338"/>
                </a:lnTo>
                <a:lnTo>
                  <a:pt x="91541" y="37338"/>
                </a:lnTo>
                <a:lnTo>
                  <a:pt x="91795" y="37973"/>
                </a:lnTo>
                <a:lnTo>
                  <a:pt x="91795" y="24130"/>
                </a:lnTo>
                <a:lnTo>
                  <a:pt x="91643" y="24130"/>
                </a:lnTo>
                <a:lnTo>
                  <a:pt x="91567" y="23622"/>
                </a:lnTo>
                <a:lnTo>
                  <a:pt x="91414" y="23622"/>
                </a:lnTo>
                <a:lnTo>
                  <a:pt x="91414" y="24638"/>
                </a:lnTo>
                <a:lnTo>
                  <a:pt x="90805" y="24638"/>
                </a:lnTo>
                <a:lnTo>
                  <a:pt x="90614" y="24244"/>
                </a:lnTo>
                <a:lnTo>
                  <a:pt x="90614" y="37338"/>
                </a:lnTo>
                <a:lnTo>
                  <a:pt x="90614" y="37465"/>
                </a:lnTo>
                <a:lnTo>
                  <a:pt x="90411" y="37338"/>
                </a:lnTo>
                <a:lnTo>
                  <a:pt x="90614" y="37338"/>
                </a:lnTo>
                <a:lnTo>
                  <a:pt x="90614" y="24244"/>
                </a:lnTo>
                <a:lnTo>
                  <a:pt x="91414" y="24638"/>
                </a:lnTo>
                <a:lnTo>
                  <a:pt x="91414" y="23622"/>
                </a:lnTo>
                <a:lnTo>
                  <a:pt x="91122" y="23622"/>
                </a:lnTo>
                <a:lnTo>
                  <a:pt x="90893" y="23825"/>
                </a:lnTo>
                <a:lnTo>
                  <a:pt x="90957" y="23622"/>
                </a:lnTo>
                <a:lnTo>
                  <a:pt x="90627" y="23774"/>
                </a:lnTo>
                <a:lnTo>
                  <a:pt x="90601" y="23622"/>
                </a:lnTo>
                <a:lnTo>
                  <a:pt x="90741" y="23622"/>
                </a:lnTo>
                <a:lnTo>
                  <a:pt x="90627" y="23114"/>
                </a:lnTo>
                <a:lnTo>
                  <a:pt x="90411" y="23583"/>
                </a:lnTo>
                <a:lnTo>
                  <a:pt x="90284" y="23558"/>
                </a:lnTo>
                <a:lnTo>
                  <a:pt x="90284" y="37973"/>
                </a:lnTo>
                <a:lnTo>
                  <a:pt x="90246" y="38227"/>
                </a:lnTo>
                <a:lnTo>
                  <a:pt x="89877" y="37973"/>
                </a:lnTo>
                <a:lnTo>
                  <a:pt x="90284" y="37973"/>
                </a:lnTo>
                <a:lnTo>
                  <a:pt x="90284" y="23558"/>
                </a:lnTo>
                <a:lnTo>
                  <a:pt x="89585" y="23368"/>
                </a:lnTo>
                <a:lnTo>
                  <a:pt x="89598" y="22707"/>
                </a:lnTo>
                <a:lnTo>
                  <a:pt x="89738" y="22872"/>
                </a:lnTo>
                <a:lnTo>
                  <a:pt x="89827" y="22606"/>
                </a:lnTo>
                <a:lnTo>
                  <a:pt x="89611" y="22606"/>
                </a:lnTo>
                <a:lnTo>
                  <a:pt x="89611" y="22225"/>
                </a:lnTo>
                <a:lnTo>
                  <a:pt x="89954" y="22606"/>
                </a:lnTo>
                <a:lnTo>
                  <a:pt x="90297" y="22606"/>
                </a:lnTo>
                <a:lnTo>
                  <a:pt x="90411" y="22885"/>
                </a:lnTo>
                <a:lnTo>
                  <a:pt x="90881" y="22606"/>
                </a:lnTo>
                <a:lnTo>
                  <a:pt x="91579" y="22606"/>
                </a:lnTo>
                <a:lnTo>
                  <a:pt x="91719" y="22606"/>
                </a:lnTo>
                <a:lnTo>
                  <a:pt x="92113" y="22098"/>
                </a:lnTo>
                <a:lnTo>
                  <a:pt x="92290" y="22098"/>
                </a:lnTo>
                <a:lnTo>
                  <a:pt x="92036" y="22606"/>
                </a:lnTo>
                <a:lnTo>
                  <a:pt x="92303" y="22606"/>
                </a:lnTo>
                <a:lnTo>
                  <a:pt x="92163" y="22885"/>
                </a:lnTo>
                <a:lnTo>
                  <a:pt x="91579" y="22606"/>
                </a:lnTo>
                <a:lnTo>
                  <a:pt x="90766" y="23114"/>
                </a:lnTo>
                <a:lnTo>
                  <a:pt x="92989" y="23114"/>
                </a:lnTo>
                <a:lnTo>
                  <a:pt x="93167" y="23622"/>
                </a:lnTo>
                <a:lnTo>
                  <a:pt x="93167" y="21463"/>
                </a:lnTo>
                <a:lnTo>
                  <a:pt x="92951" y="20955"/>
                </a:lnTo>
                <a:lnTo>
                  <a:pt x="92379" y="20955"/>
                </a:lnTo>
                <a:lnTo>
                  <a:pt x="92379" y="21463"/>
                </a:lnTo>
                <a:lnTo>
                  <a:pt x="92303" y="21932"/>
                </a:lnTo>
                <a:lnTo>
                  <a:pt x="91909" y="21463"/>
                </a:lnTo>
                <a:lnTo>
                  <a:pt x="92113" y="21463"/>
                </a:lnTo>
                <a:lnTo>
                  <a:pt x="92316" y="21463"/>
                </a:lnTo>
                <a:lnTo>
                  <a:pt x="92379" y="20955"/>
                </a:lnTo>
                <a:lnTo>
                  <a:pt x="92151" y="21361"/>
                </a:lnTo>
                <a:lnTo>
                  <a:pt x="91554" y="20955"/>
                </a:lnTo>
                <a:lnTo>
                  <a:pt x="91528" y="21463"/>
                </a:lnTo>
                <a:lnTo>
                  <a:pt x="91706" y="21463"/>
                </a:lnTo>
                <a:lnTo>
                  <a:pt x="91871" y="22098"/>
                </a:lnTo>
                <a:lnTo>
                  <a:pt x="91592" y="22098"/>
                </a:lnTo>
                <a:lnTo>
                  <a:pt x="91694" y="22542"/>
                </a:lnTo>
                <a:lnTo>
                  <a:pt x="91224" y="22098"/>
                </a:lnTo>
                <a:lnTo>
                  <a:pt x="91554" y="22098"/>
                </a:lnTo>
                <a:lnTo>
                  <a:pt x="91236" y="21463"/>
                </a:lnTo>
                <a:lnTo>
                  <a:pt x="91147" y="20955"/>
                </a:lnTo>
                <a:lnTo>
                  <a:pt x="91313" y="20955"/>
                </a:lnTo>
                <a:lnTo>
                  <a:pt x="91376" y="20447"/>
                </a:lnTo>
                <a:lnTo>
                  <a:pt x="90271" y="20955"/>
                </a:lnTo>
                <a:lnTo>
                  <a:pt x="90081" y="20955"/>
                </a:lnTo>
                <a:lnTo>
                  <a:pt x="89750" y="20447"/>
                </a:lnTo>
                <a:lnTo>
                  <a:pt x="89852" y="21463"/>
                </a:lnTo>
                <a:lnTo>
                  <a:pt x="89344" y="21463"/>
                </a:lnTo>
                <a:lnTo>
                  <a:pt x="89115" y="20955"/>
                </a:lnTo>
                <a:lnTo>
                  <a:pt x="88798" y="20955"/>
                </a:lnTo>
                <a:lnTo>
                  <a:pt x="88760" y="21463"/>
                </a:lnTo>
                <a:lnTo>
                  <a:pt x="89319" y="21463"/>
                </a:lnTo>
                <a:lnTo>
                  <a:pt x="89217" y="22098"/>
                </a:lnTo>
                <a:lnTo>
                  <a:pt x="89192" y="37338"/>
                </a:lnTo>
                <a:lnTo>
                  <a:pt x="88658" y="37338"/>
                </a:lnTo>
                <a:lnTo>
                  <a:pt x="88582" y="36830"/>
                </a:lnTo>
                <a:lnTo>
                  <a:pt x="88049" y="37084"/>
                </a:lnTo>
                <a:lnTo>
                  <a:pt x="87757" y="36830"/>
                </a:lnTo>
                <a:lnTo>
                  <a:pt x="88582" y="36830"/>
                </a:lnTo>
                <a:lnTo>
                  <a:pt x="89192" y="37338"/>
                </a:lnTo>
                <a:lnTo>
                  <a:pt x="89192" y="22098"/>
                </a:lnTo>
                <a:lnTo>
                  <a:pt x="89141" y="23114"/>
                </a:lnTo>
                <a:lnTo>
                  <a:pt x="89065" y="23241"/>
                </a:lnTo>
                <a:lnTo>
                  <a:pt x="88836" y="23622"/>
                </a:lnTo>
                <a:lnTo>
                  <a:pt x="88011" y="23622"/>
                </a:lnTo>
                <a:lnTo>
                  <a:pt x="88011" y="26289"/>
                </a:lnTo>
                <a:lnTo>
                  <a:pt x="87160" y="26289"/>
                </a:lnTo>
                <a:lnTo>
                  <a:pt x="87160" y="40005"/>
                </a:lnTo>
                <a:lnTo>
                  <a:pt x="87160" y="40398"/>
                </a:lnTo>
                <a:lnTo>
                  <a:pt x="86499" y="40005"/>
                </a:lnTo>
                <a:lnTo>
                  <a:pt x="87160" y="40005"/>
                </a:lnTo>
                <a:lnTo>
                  <a:pt x="87160" y="26289"/>
                </a:lnTo>
                <a:lnTo>
                  <a:pt x="87668" y="25781"/>
                </a:lnTo>
                <a:lnTo>
                  <a:pt x="87845" y="25781"/>
                </a:lnTo>
                <a:lnTo>
                  <a:pt x="88011" y="26289"/>
                </a:lnTo>
                <a:lnTo>
                  <a:pt x="88011" y="23622"/>
                </a:lnTo>
                <a:lnTo>
                  <a:pt x="87223" y="23622"/>
                </a:lnTo>
                <a:lnTo>
                  <a:pt x="87896" y="24130"/>
                </a:lnTo>
                <a:lnTo>
                  <a:pt x="87388" y="24130"/>
                </a:lnTo>
                <a:lnTo>
                  <a:pt x="87388" y="24638"/>
                </a:lnTo>
                <a:lnTo>
                  <a:pt x="86626" y="24841"/>
                </a:lnTo>
                <a:lnTo>
                  <a:pt x="86626" y="29464"/>
                </a:lnTo>
                <a:lnTo>
                  <a:pt x="86258" y="29464"/>
                </a:lnTo>
                <a:lnTo>
                  <a:pt x="86207" y="41656"/>
                </a:lnTo>
                <a:lnTo>
                  <a:pt x="85775" y="41402"/>
                </a:lnTo>
                <a:lnTo>
                  <a:pt x="85839" y="40513"/>
                </a:lnTo>
                <a:lnTo>
                  <a:pt x="86004" y="40513"/>
                </a:lnTo>
                <a:lnTo>
                  <a:pt x="86131" y="41148"/>
                </a:lnTo>
                <a:lnTo>
                  <a:pt x="86207" y="41656"/>
                </a:lnTo>
                <a:lnTo>
                  <a:pt x="86207" y="29438"/>
                </a:lnTo>
                <a:lnTo>
                  <a:pt x="86296" y="28956"/>
                </a:lnTo>
                <a:lnTo>
                  <a:pt x="85864" y="29235"/>
                </a:lnTo>
                <a:lnTo>
                  <a:pt x="85420" y="28956"/>
                </a:lnTo>
                <a:lnTo>
                  <a:pt x="86296" y="28956"/>
                </a:lnTo>
                <a:lnTo>
                  <a:pt x="86512" y="28956"/>
                </a:lnTo>
                <a:lnTo>
                  <a:pt x="86626" y="29464"/>
                </a:lnTo>
                <a:lnTo>
                  <a:pt x="86626" y="24841"/>
                </a:lnTo>
                <a:lnTo>
                  <a:pt x="85852" y="25044"/>
                </a:lnTo>
                <a:lnTo>
                  <a:pt x="86194" y="24638"/>
                </a:lnTo>
                <a:lnTo>
                  <a:pt x="86588" y="24638"/>
                </a:lnTo>
                <a:lnTo>
                  <a:pt x="86855" y="24130"/>
                </a:lnTo>
                <a:lnTo>
                  <a:pt x="86944" y="24638"/>
                </a:lnTo>
                <a:lnTo>
                  <a:pt x="87388" y="24638"/>
                </a:lnTo>
                <a:lnTo>
                  <a:pt x="87388" y="24130"/>
                </a:lnTo>
                <a:lnTo>
                  <a:pt x="87071" y="24130"/>
                </a:lnTo>
                <a:lnTo>
                  <a:pt x="87210" y="23634"/>
                </a:lnTo>
                <a:lnTo>
                  <a:pt x="86791" y="24130"/>
                </a:lnTo>
                <a:lnTo>
                  <a:pt x="86194" y="24130"/>
                </a:lnTo>
                <a:lnTo>
                  <a:pt x="86715" y="23622"/>
                </a:lnTo>
                <a:lnTo>
                  <a:pt x="86512" y="23622"/>
                </a:lnTo>
                <a:lnTo>
                  <a:pt x="85407" y="23622"/>
                </a:lnTo>
                <a:lnTo>
                  <a:pt x="85407" y="38481"/>
                </a:lnTo>
                <a:lnTo>
                  <a:pt x="85217" y="38862"/>
                </a:lnTo>
                <a:lnTo>
                  <a:pt x="84963" y="38481"/>
                </a:lnTo>
                <a:lnTo>
                  <a:pt x="84594" y="38481"/>
                </a:lnTo>
                <a:lnTo>
                  <a:pt x="84899" y="37973"/>
                </a:lnTo>
                <a:lnTo>
                  <a:pt x="85166" y="38481"/>
                </a:lnTo>
                <a:lnTo>
                  <a:pt x="85407" y="38481"/>
                </a:lnTo>
                <a:lnTo>
                  <a:pt x="85407" y="23622"/>
                </a:lnTo>
                <a:lnTo>
                  <a:pt x="85153" y="23622"/>
                </a:lnTo>
                <a:lnTo>
                  <a:pt x="85153" y="24638"/>
                </a:lnTo>
                <a:lnTo>
                  <a:pt x="84861" y="24777"/>
                </a:lnTo>
                <a:lnTo>
                  <a:pt x="84861" y="32639"/>
                </a:lnTo>
                <a:lnTo>
                  <a:pt x="84518" y="32169"/>
                </a:lnTo>
                <a:lnTo>
                  <a:pt x="84340" y="32194"/>
                </a:lnTo>
                <a:lnTo>
                  <a:pt x="83972" y="32296"/>
                </a:lnTo>
                <a:lnTo>
                  <a:pt x="83972" y="33147"/>
                </a:lnTo>
                <a:lnTo>
                  <a:pt x="83693" y="33147"/>
                </a:lnTo>
                <a:lnTo>
                  <a:pt x="83832" y="32639"/>
                </a:lnTo>
                <a:lnTo>
                  <a:pt x="83972" y="33147"/>
                </a:lnTo>
                <a:lnTo>
                  <a:pt x="83972" y="32296"/>
                </a:lnTo>
                <a:lnTo>
                  <a:pt x="83972" y="32131"/>
                </a:lnTo>
                <a:lnTo>
                  <a:pt x="83451" y="32131"/>
                </a:lnTo>
                <a:lnTo>
                  <a:pt x="83654" y="31623"/>
                </a:lnTo>
                <a:lnTo>
                  <a:pt x="84137" y="31623"/>
                </a:lnTo>
                <a:lnTo>
                  <a:pt x="84747" y="31623"/>
                </a:lnTo>
                <a:lnTo>
                  <a:pt x="84861" y="32639"/>
                </a:lnTo>
                <a:lnTo>
                  <a:pt x="84861" y="24777"/>
                </a:lnTo>
                <a:lnTo>
                  <a:pt x="84797" y="30988"/>
                </a:lnTo>
                <a:lnTo>
                  <a:pt x="84531" y="31242"/>
                </a:lnTo>
                <a:lnTo>
                  <a:pt x="84391" y="30988"/>
                </a:lnTo>
                <a:lnTo>
                  <a:pt x="84797" y="30988"/>
                </a:lnTo>
                <a:lnTo>
                  <a:pt x="84797" y="24803"/>
                </a:lnTo>
                <a:lnTo>
                  <a:pt x="84594" y="24892"/>
                </a:lnTo>
                <a:lnTo>
                  <a:pt x="84518" y="25273"/>
                </a:lnTo>
                <a:lnTo>
                  <a:pt x="84455" y="25527"/>
                </a:lnTo>
                <a:lnTo>
                  <a:pt x="84277" y="25273"/>
                </a:lnTo>
                <a:lnTo>
                  <a:pt x="84518" y="25273"/>
                </a:lnTo>
                <a:lnTo>
                  <a:pt x="84518" y="24828"/>
                </a:lnTo>
                <a:lnTo>
                  <a:pt x="84289" y="24638"/>
                </a:lnTo>
                <a:lnTo>
                  <a:pt x="84442" y="24638"/>
                </a:lnTo>
                <a:lnTo>
                  <a:pt x="84645" y="24130"/>
                </a:lnTo>
                <a:lnTo>
                  <a:pt x="84963" y="24130"/>
                </a:lnTo>
                <a:lnTo>
                  <a:pt x="85153" y="24638"/>
                </a:lnTo>
                <a:lnTo>
                  <a:pt x="85153" y="23622"/>
                </a:lnTo>
                <a:lnTo>
                  <a:pt x="84455" y="23622"/>
                </a:lnTo>
                <a:lnTo>
                  <a:pt x="84455" y="24130"/>
                </a:lnTo>
                <a:lnTo>
                  <a:pt x="84289" y="24257"/>
                </a:lnTo>
                <a:lnTo>
                  <a:pt x="84239" y="24130"/>
                </a:lnTo>
                <a:lnTo>
                  <a:pt x="84162" y="23863"/>
                </a:lnTo>
                <a:lnTo>
                  <a:pt x="84277" y="24130"/>
                </a:lnTo>
                <a:lnTo>
                  <a:pt x="84455" y="24130"/>
                </a:lnTo>
                <a:lnTo>
                  <a:pt x="84455" y="23622"/>
                </a:lnTo>
                <a:lnTo>
                  <a:pt x="84289" y="23622"/>
                </a:lnTo>
                <a:lnTo>
                  <a:pt x="84099" y="23622"/>
                </a:lnTo>
                <a:lnTo>
                  <a:pt x="84162" y="23837"/>
                </a:lnTo>
                <a:lnTo>
                  <a:pt x="84099" y="23622"/>
                </a:lnTo>
                <a:lnTo>
                  <a:pt x="83959" y="23622"/>
                </a:lnTo>
                <a:lnTo>
                  <a:pt x="83959" y="24511"/>
                </a:lnTo>
                <a:lnTo>
                  <a:pt x="83794" y="24638"/>
                </a:lnTo>
                <a:lnTo>
                  <a:pt x="83642" y="24638"/>
                </a:lnTo>
                <a:lnTo>
                  <a:pt x="83908" y="24269"/>
                </a:lnTo>
                <a:lnTo>
                  <a:pt x="83959" y="24511"/>
                </a:lnTo>
                <a:lnTo>
                  <a:pt x="83959" y="23622"/>
                </a:lnTo>
                <a:lnTo>
                  <a:pt x="84226" y="23114"/>
                </a:lnTo>
                <a:lnTo>
                  <a:pt x="84645" y="23114"/>
                </a:lnTo>
                <a:lnTo>
                  <a:pt x="86321" y="23114"/>
                </a:lnTo>
                <a:lnTo>
                  <a:pt x="86131" y="22606"/>
                </a:lnTo>
                <a:lnTo>
                  <a:pt x="86575" y="22606"/>
                </a:lnTo>
                <a:lnTo>
                  <a:pt x="86575" y="23114"/>
                </a:lnTo>
                <a:lnTo>
                  <a:pt x="86842" y="23114"/>
                </a:lnTo>
                <a:lnTo>
                  <a:pt x="87096" y="23622"/>
                </a:lnTo>
                <a:lnTo>
                  <a:pt x="87071" y="23114"/>
                </a:lnTo>
                <a:lnTo>
                  <a:pt x="87274" y="23114"/>
                </a:lnTo>
                <a:lnTo>
                  <a:pt x="87210" y="22974"/>
                </a:lnTo>
                <a:lnTo>
                  <a:pt x="87325" y="23114"/>
                </a:lnTo>
                <a:lnTo>
                  <a:pt x="88582" y="23114"/>
                </a:lnTo>
                <a:lnTo>
                  <a:pt x="89128" y="23114"/>
                </a:lnTo>
                <a:lnTo>
                  <a:pt x="89141" y="22098"/>
                </a:lnTo>
                <a:lnTo>
                  <a:pt x="89001" y="22098"/>
                </a:lnTo>
                <a:lnTo>
                  <a:pt x="88684" y="21463"/>
                </a:lnTo>
                <a:lnTo>
                  <a:pt x="88404" y="21463"/>
                </a:lnTo>
                <a:lnTo>
                  <a:pt x="88506" y="20955"/>
                </a:lnTo>
                <a:lnTo>
                  <a:pt x="88442" y="20624"/>
                </a:lnTo>
                <a:lnTo>
                  <a:pt x="88049" y="20701"/>
                </a:lnTo>
                <a:lnTo>
                  <a:pt x="88061" y="20447"/>
                </a:lnTo>
                <a:lnTo>
                  <a:pt x="87744" y="20574"/>
                </a:lnTo>
                <a:lnTo>
                  <a:pt x="87744" y="20955"/>
                </a:lnTo>
                <a:lnTo>
                  <a:pt x="87642" y="21424"/>
                </a:lnTo>
                <a:lnTo>
                  <a:pt x="87503" y="22098"/>
                </a:lnTo>
                <a:lnTo>
                  <a:pt x="87172" y="22098"/>
                </a:lnTo>
                <a:lnTo>
                  <a:pt x="87210" y="21463"/>
                </a:lnTo>
                <a:lnTo>
                  <a:pt x="87630" y="21463"/>
                </a:lnTo>
                <a:lnTo>
                  <a:pt x="87452" y="20955"/>
                </a:lnTo>
                <a:lnTo>
                  <a:pt x="87744" y="20955"/>
                </a:lnTo>
                <a:lnTo>
                  <a:pt x="87744" y="20574"/>
                </a:lnTo>
                <a:lnTo>
                  <a:pt x="86753" y="20955"/>
                </a:lnTo>
                <a:lnTo>
                  <a:pt x="86258" y="20955"/>
                </a:lnTo>
                <a:lnTo>
                  <a:pt x="86093" y="20955"/>
                </a:lnTo>
                <a:lnTo>
                  <a:pt x="85699" y="22098"/>
                </a:lnTo>
                <a:lnTo>
                  <a:pt x="86309" y="22098"/>
                </a:lnTo>
                <a:lnTo>
                  <a:pt x="86626" y="21463"/>
                </a:lnTo>
                <a:lnTo>
                  <a:pt x="86575" y="22098"/>
                </a:lnTo>
                <a:lnTo>
                  <a:pt x="86334" y="22098"/>
                </a:lnTo>
                <a:lnTo>
                  <a:pt x="84823" y="22606"/>
                </a:lnTo>
                <a:lnTo>
                  <a:pt x="85026" y="22606"/>
                </a:lnTo>
                <a:lnTo>
                  <a:pt x="84670" y="22860"/>
                </a:lnTo>
                <a:lnTo>
                  <a:pt x="84709" y="22606"/>
                </a:lnTo>
                <a:lnTo>
                  <a:pt x="84785" y="22098"/>
                </a:lnTo>
                <a:lnTo>
                  <a:pt x="85293" y="22098"/>
                </a:lnTo>
                <a:lnTo>
                  <a:pt x="85712" y="21463"/>
                </a:lnTo>
                <a:lnTo>
                  <a:pt x="86055" y="20955"/>
                </a:lnTo>
                <a:lnTo>
                  <a:pt x="85725" y="20955"/>
                </a:lnTo>
                <a:lnTo>
                  <a:pt x="85598" y="20955"/>
                </a:lnTo>
                <a:lnTo>
                  <a:pt x="83121" y="20955"/>
                </a:lnTo>
                <a:lnTo>
                  <a:pt x="83604" y="21463"/>
                </a:lnTo>
                <a:lnTo>
                  <a:pt x="83566" y="23622"/>
                </a:lnTo>
                <a:lnTo>
                  <a:pt x="83451" y="24130"/>
                </a:lnTo>
                <a:lnTo>
                  <a:pt x="83210" y="24130"/>
                </a:lnTo>
                <a:lnTo>
                  <a:pt x="83185" y="32131"/>
                </a:lnTo>
                <a:lnTo>
                  <a:pt x="83172" y="32512"/>
                </a:lnTo>
                <a:lnTo>
                  <a:pt x="82740" y="32131"/>
                </a:lnTo>
                <a:lnTo>
                  <a:pt x="82296" y="32131"/>
                </a:lnTo>
                <a:lnTo>
                  <a:pt x="82296" y="33909"/>
                </a:lnTo>
                <a:lnTo>
                  <a:pt x="81737" y="33655"/>
                </a:lnTo>
                <a:lnTo>
                  <a:pt x="81140" y="34061"/>
                </a:lnTo>
                <a:lnTo>
                  <a:pt x="81368" y="33655"/>
                </a:lnTo>
                <a:lnTo>
                  <a:pt x="81737" y="33655"/>
                </a:lnTo>
                <a:lnTo>
                  <a:pt x="82245" y="33655"/>
                </a:lnTo>
                <a:lnTo>
                  <a:pt x="82296" y="33909"/>
                </a:lnTo>
                <a:lnTo>
                  <a:pt x="82296" y="32131"/>
                </a:lnTo>
                <a:lnTo>
                  <a:pt x="82042" y="32131"/>
                </a:lnTo>
                <a:lnTo>
                  <a:pt x="82308" y="31623"/>
                </a:lnTo>
                <a:lnTo>
                  <a:pt x="83019" y="31623"/>
                </a:lnTo>
                <a:lnTo>
                  <a:pt x="83185" y="32131"/>
                </a:lnTo>
                <a:lnTo>
                  <a:pt x="83185" y="24104"/>
                </a:lnTo>
                <a:lnTo>
                  <a:pt x="82931" y="23749"/>
                </a:lnTo>
                <a:lnTo>
                  <a:pt x="82931" y="31242"/>
                </a:lnTo>
                <a:lnTo>
                  <a:pt x="82664" y="30988"/>
                </a:lnTo>
                <a:lnTo>
                  <a:pt x="82880" y="30988"/>
                </a:lnTo>
                <a:lnTo>
                  <a:pt x="82931" y="31242"/>
                </a:lnTo>
                <a:lnTo>
                  <a:pt x="82931" y="23749"/>
                </a:lnTo>
                <a:lnTo>
                  <a:pt x="82842" y="23622"/>
                </a:lnTo>
                <a:lnTo>
                  <a:pt x="83566" y="23622"/>
                </a:lnTo>
                <a:lnTo>
                  <a:pt x="83566" y="21539"/>
                </a:lnTo>
                <a:lnTo>
                  <a:pt x="83439" y="21755"/>
                </a:lnTo>
                <a:lnTo>
                  <a:pt x="83096" y="21463"/>
                </a:lnTo>
                <a:lnTo>
                  <a:pt x="82486" y="21463"/>
                </a:lnTo>
                <a:lnTo>
                  <a:pt x="82638" y="21983"/>
                </a:lnTo>
                <a:lnTo>
                  <a:pt x="83134" y="22098"/>
                </a:lnTo>
                <a:lnTo>
                  <a:pt x="83515" y="22098"/>
                </a:lnTo>
                <a:lnTo>
                  <a:pt x="83464" y="22479"/>
                </a:lnTo>
                <a:lnTo>
                  <a:pt x="83134" y="22098"/>
                </a:lnTo>
                <a:lnTo>
                  <a:pt x="82575" y="22479"/>
                </a:lnTo>
                <a:lnTo>
                  <a:pt x="82537" y="22098"/>
                </a:lnTo>
                <a:lnTo>
                  <a:pt x="82461" y="21463"/>
                </a:lnTo>
                <a:lnTo>
                  <a:pt x="82169" y="21463"/>
                </a:lnTo>
                <a:lnTo>
                  <a:pt x="82169" y="28956"/>
                </a:lnTo>
                <a:lnTo>
                  <a:pt x="81953" y="28956"/>
                </a:lnTo>
                <a:lnTo>
                  <a:pt x="81953" y="33147"/>
                </a:lnTo>
                <a:lnTo>
                  <a:pt x="81597" y="33274"/>
                </a:lnTo>
                <a:lnTo>
                  <a:pt x="81673" y="33147"/>
                </a:lnTo>
                <a:lnTo>
                  <a:pt x="81953" y="33147"/>
                </a:lnTo>
                <a:lnTo>
                  <a:pt x="81953" y="28956"/>
                </a:lnTo>
                <a:lnTo>
                  <a:pt x="81330" y="28956"/>
                </a:lnTo>
                <a:lnTo>
                  <a:pt x="80975" y="28956"/>
                </a:lnTo>
                <a:lnTo>
                  <a:pt x="80975" y="34163"/>
                </a:lnTo>
                <a:lnTo>
                  <a:pt x="77812" y="34163"/>
                </a:lnTo>
                <a:lnTo>
                  <a:pt x="77812" y="44831"/>
                </a:lnTo>
                <a:lnTo>
                  <a:pt x="77203" y="45339"/>
                </a:lnTo>
                <a:lnTo>
                  <a:pt x="76936" y="45339"/>
                </a:lnTo>
                <a:lnTo>
                  <a:pt x="77177" y="44831"/>
                </a:lnTo>
                <a:lnTo>
                  <a:pt x="77419" y="44323"/>
                </a:lnTo>
                <a:lnTo>
                  <a:pt x="77685" y="44323"/>
                </a:lnTo>
                <a:lnTo>
                  <a:pt x="77812" y="44831"/>
                </a:lnTo>
                <a:lnTo>
                  <a:pt x="77812" y="34163"/>
                </a:lnTo>
                <a:lnTo>
                  <a:pt x="76962" y="34163"/>
                </a:lnTo>
                <a:lnTo>
                  <a:pt x="76962" y="44831"/>
                </a:lnTo>
                <a:lnTo>
                  <a:pt x="76492" y="45339"/>
                </a:lnTo>
                <a:lnTo>
                  <a:pt x="76174" y="45339"/>
                </a:lnTo>
                <a:lnTo>
                  <a:pt x="76149" y="44831"/>
                </a:lnTo>
                <a:lnTo>
                  <a:pt x="76835" y="44831"/>
                </a:lnTo>
                <a:lnTo>
                  <a:pt x="76962" y="44831"/>
                </a:lnTo>
                <a:lnTo>
                  <a:pt x="76962" y="34163"/>
                </a:lnTo>
                <a:lnTo>
                  <a:pt x="76771" y="34163"/>
                </a:lnTo>
                <a:lnTo>
                  <a:pt x="76771" y="44462"/>
                </a:lnTo>
                <a:lnTo>
                  <a:pt x="76619" y="44323"/>
                </a:lnTo>
                <a:lnTo>
                  <a:pt x="76758" y="44323"/>
                </a:lnTo>
                <a:lnTo>
                  <a:pt x="76771" y="44462"/>
                </a:lnTo>
                <a:lnTo>
                  <a:pt x="76771" y="34163"/>
                </a:lnTo>
                <a:lnTo>
                  <a:pt x="76631" y="34163"/>
                </a:lnTo>
                <a:lnTo>
                  <a:pt x="76631" y="40005"/>
                </a:lnTo>
                <a:lnTo>
                  <a:pt x="76212" y="40513"/>
                </a:lnTo>
                <a:lnTo>
                  <a:pt x="75793" y="40513"/>
                </a:lnTo>
                <a:lnTo>
                  <a:pt x="75463" y="40513"/>
                </a:lnTo>
                <a:lnTo>
                  <a:pt x="75679" y="40005"/>
                </a:lnTo>
                <a:lnTo>
                  <a:pt x="75844" y="40005"/>
                </a:lnTo>
                <a:lnTo>
                  <a:pt x="75793" y="40513"/>
                </a:lnTo>
                <a:lnTo>
                  <a:pt x="76327" y="40005"/>
                </a:lnTo>
                <a:lnTo>
                  <a:pt x="76631" y="40005"/>
                </a:lnTo>
                <a:lnTo>
                  <a:pt x="76631" y="34163"/>
                </a:lnTo>
                <a:lnTo>
                  <a:pt x="76250" y="34163"/>
                </a:lnTo>
                <a:lnTo>
                  <a:pt x="76047" y="34048"/>
                </a:lnTo>
                <a:lnTo>
                  <a:pt x="75907" y="34315"/>
                </a:lnTo>
                <a:lnTo>
                  <a:pt x="75907" y="36830"/>
                </a:lnTo>
                <a:lnTo>
                  <a:pt x="75907" y="37084"/>
                </a:lnTo>
                <a:lnTo>
                  <a:pt x="75666" y="37007"/>
                </a:lnTo>
                <a:lnTo>
                  <a:pt x="75603" y="36830"/>
                </a:lnTo>
                <a:lnTo>
                  <a:pt x="75552" y="36957"/>
                </a:lnTo>
                <a:lnTo>
                  <a:pt x="75222" y="36830"/>
                </a:lnTo>
                <a:lnTo>
                  <a:pt x="75603" y="36830"/>
                </a:lnTo>
                <a:lnTo>
                  <a:pt x="75907" y="36830"/>
                </a:lnTo>
                <a:lnTo>
                  <a:pt x="75907" y="34315"/>
                </a:lnTo>
                <a:lnTo>
                  <a:pt x="75704" y="34556"/>
                </a:lnTo>
                <a:lnTo>
                  <a:pt x="75349" y="34302"/>
                </a:lnTo>
                <a:lnTo>
                  <a:pt x="75196" y="34632"/>
                </a:lnTo>
                <a:lnTo>
                  <a:pt x="75196" y="41656"/>
                </a:lnTo>
                <a:lnTo>
                  <a:pt x="75069" y="42164"/>
                </a:lnTo>
                <a:lnTo>
                  <a:pt x="74904" y="42075"/>
                </a:lnTo>
                <a:lnTo>
                  <a:pt x="74803" y="42418"/>
                </a:lnTo>
                <a:lnTo>
                  <a:pt x="74536" y="42164"/>
                </a:lnTo>
                <a:lnTo>
                  <a:pt x="74904" y="42164"/>
                </a:lnTo>
                <a:lnTo>
                  <a:pt x="74574" y="41656"/>
                </a:lnTo>
                <a:lnTo>
                  <a:pt x="75196" y="41656"/>
                </a:lnTo>
                <a:lnTo>
                  <a:pt x="75196" y="34632"/>
                </a:lnTo>
                <a:lnTo>
                  <a:pt x="74561" y="34315"/>
                </a:lnTo>
                <a:lnTo>
                  <a:pt x="74561" y="36830"/>
                </a:lnTo>
                <a:lnTo>
                  <a:pt x="74295" y="37122"/>
                </a:lnTo>
                <a:lnTo>
                  <a:pt x="74129" y="36957"/>
                </a:lnTo>
                <a:lnTo>
                  <a:pt x="74129" y="37973"/>
                </a:lnTo>
                <a:lnTo>
                  <a:pt x="73367" y="37973"/>
                </a:lnTo>
                <a:lnTo>
                  <a:pt x="73469" y="37338"/>
                </a:lnTo>
                <a:lnTo>
                  <a:pt x="73939" y="37338"/>
                </a:lnTo>
                <a:lnTo>
                  <a:pt x="74129" y="37973"/>
                </a:lnTo>
                <a:lnTo>
                  <a:pt x="74129" y="36957"/>
                </a:lnTo>
                <a:lnTo>
                  <a:pt x="74015" y="36830"/>
                </a:lnTo>
                <a:lnTo>
                  <a:pt x="74561" y="36830"/>
                </a:lnTo>
                <a:lnTo>
                  <a:pt x="74561" y="34315"/>
                </a:lnTo>
                <a:lnTo>
                  <a:pt x="74333" y="34163"/>
                </a:lnTo>
                <a:lnTo>
                  <a:pt x="74688" y="34163"/>
                </a:lnTo>
                <a:lnTo>
                  <a:pt x="75171" y="34163"/>
                </a:lnTo>
                <a:lnTo>
                  <a:pt x="75412" y="34163"/>
                </a:lnTo>
                <a:lnTo>
                  <a:pt x="76022" y="34163"/>
                </a:lnTo>
                <a:lnTo>
                  <a:pt x="75653" y="33782"/>
                </a:lnTo>
                <a:lnTo>
                  <a:pt x="75463" y="33655"/>
                </a:lnTo>
                <a:lnTo>
                  <a:pt x="75438" y="33147"/>
                </a:lnTo>
                <a:lnTo>
                  <a:pt x="75158" y="33655"/>
                </a:lnTo>
                <a:lnTo>
                  <a:pt x="75006" y="33147"/>
                </a:lnTo>
                <a:lnTo>
                  <a:pt x="75438" y="33147"/>
                </a:lnTo>
                <a:lnTo>
                  <a:pt x="75806" y="33147"/>
                </a:lnTo>
                <a:lnTo>
                  <a:pt x="75819" y="33655"/>
                </a:lnTo>
                <a:lnTo>
                  <a:pt x="76136" y="33655"/>
                </a:lnTo>
                <a:lnTo>
                  <a:pt x="80975" y="34163"/>
                </a:lnTo>
                <a:lnTo>
                  <a:pt x="80975" y="28956"/>
                </a:lnTo>
                <a:lnTo>
                  <a:pt x="79768" y="28956"/>
                </a:lnTo>
                <a:lnTo>
                  <a:pt x="79679" y="29095"/>
                </a:lnTo>
                <a:lnTo>
                  <a:pt x="79679" y="33147"/>
                </a:lnTo>
                <a:lnTo>
                  <a:pt x="79438" y="33147"/>
                </a:lnTo>
                <a:lnTo>
                  <a:pt x="79679" y="33147"/>
                </a:lnTo>
                <a:lnTo>
                  <a:pt x="79679" y="29095"/>
                </a:lnTo>
                <a:lnTo>
                  <a:pt x="79425" y="29464"/>
                </a:lnTo>
                <a:lnTo>
                  <a:pt x="79197" y="29464"/>
                </a:lnTo>
                <a:lnTo>
                  <a:pt x="79387" y="29972"/>
                </a:lnTo>
                <a:lnTo>
                  <a:pt x="79375" y="33655"/>
                </a:lnTo>
                <a:lnTo>
                  <a:pt x="78917" y="33655"/>
                </a:lnTo>
                <a:lnTo>
                  <a:pt x="78968" y="33147"/>
                </a:lnTo>
                <a:lnTo>
                  <a:pt x="79121" y="33147"/>
                </a:lnTo>
                <a:lnTo>
                  <a:pt x="79375" y="33655"/>
                </a:lnTo>
                <a:lnTo>
                  <a:pt x="79375" y="29972"/>
                </a:lnTo>
                <a:lnTo>
                  <a:pt x="79235" y="29972"/>
                </a:lnTo>
                <a:lnTo>
                  <a:pt x="79082" y="29464"/>
                </a:lnTo>
                <a:lnTo>
                  <a:pt x="78828" y="28956"/>
                </a:lnTo>
                <a:lnTo>
                  <a:pt x="79019" y="28917"/>
                </a:lnTo>
                <a:lnTo>
                  <a:pt x="78689" y="28816"/>
                </a:lnTo>
                <a:lnTo>
                  <a:pt x="78689" y="28956"/>
                </a:lnTo>
                <a:lnTo>
                  <a:pt x="78397" y="28956"/>
                </a:lnTo>
                <a:lnTo>
                  <a:pt x="77724" y="28956"/>
                </a:lnTo>
                <a:lnTo>
                  <a:pt x="78549" y="28841"/>
                </a:lnTo>
                <a:lnTo>
                  <a:pt x="78689" y="28956"/>
                </a:lnTo>
                <a:lnTo>
                  <a:pt x="78689" y="28816"/>
                </a:lnTo>
                <a:lnTo>
                  <a:pt x="79451" y="28702"/>
                </a:lnTo>
                <a:lnTo>
                  <a:pt x="79959" y="28448"/>
                </a:lnTo>
                <a:lnTo>
                  <a:pt x="81038" y="28448"/>
                </a:lnTo>
                <a:lnTo>
                  <a:pt x="80683" y="27813"/>
                </a:lnTo>
                <a:lnTo>
                  <a:pt x="80987" y="27813"/>
                </a:lnTo>
                <a:lnTo>
                  <a:pt x="81661" y="27813"/>
                </a:lnTo>
                <a:lnTo>
                  <a:pt x="81038" y="28448"/>
                </a:lnTo>
                <a:lnTo>
                  <a:pt x="81178" y="28448"/>
                </a:lnTo>
                <a:lnTo>
                  <a:pt x="81610" y="28448"/>
                </a:lnTo>
                <a:lnTo>
                  <a:pt x="82169" y="28956"/>
                </a:lnTo>
                <a:lnTo>
                  <a:pt x="82169" y="21463"/>
                </a:lnTo>
                <a:lnTo>
                  <a:pt x="83121" y="20955"/>
                </a:lnTo>
                <a:lnTo>
                  <a:pt x="81064" y="20955"/>
                </a:lnTo>
                <a:lnTo>
                  <a:pt x="82029" y="21463"/>
                </a:lnTo>
                <a:lnTo>
                  <a:pt x="81915" y="27305"/>
                </a:lnTo>
                <a:lnTo>
                  <a:pt x="80708" y="27546"/>
                </a:lnTo>
                <a:lnTo>
                  <a:pt x="81064" y="27305"/>
                </a:lnTo>
                <a:lnTo>
                  <a:pt x="81915" y="27305"/>
                </a:lnTo>
                <a:lnTo>
                  <a:pt x="81915" y="21463"/>
                </a:lnTo>
                <a:lnTo>
                  <a:pt x="81889" y="22364"/>
                </a:lnTo>
                <a:lnTo>
                  <a:pt x="80759" y="22161"/>
                </a:lnTo>
                <a:lnTo>
                  <a:pt x="80759" y="27305"/>
                </a:lnTo>
                <a:lnTo>
                  <a:pt x="80530" y="27559"/>
                </a:lnTo>
                <a:lnTo>
                  <a:pt x="80073" y="27305"/>
                </a:lnTo>
                <a:lnTo>
                  <a:pt x="80403" y="27609"/>
                </a:lnTo>
                <a:lnTo>
                  <a:pt x="79679" y="27749"/>
                </a:lnTo>
                <a:lnTo>
                  <a:pt x="79679" y="27317"/>
                </a:lnTo>
                <a:lnTo>
                  <a:pt x="79578" y="27813"/>
                </a:lnTo>
                <a:lnTo>
                  <a:pt x="79248" y="28282"/>
                </a:lnTo>
                <a:lnTo>
                  <a:pt x="79133" y="28092"/>
                </a:lnTo>
                <a:lnTo>
                  <a:pt x="79133" y="28448"/>
                </a:lnTo>
                <a:lnTo>
                  <a:pt x="78625" y="28803"/>
                </a:lnTo>
                <a:lnTo>
                  <a:pt x="79133" y="28448"/>
                </a:lnTo>
                <a:lnTo>
                  <a:pt x="79133" y="28092"/>
                </a:lnTo>
                <a:lnTo>
                  <a:pt x="78981" y="27813"/>
                </a:lnTo>
                <a:lnTo>
                  <a:pt x="79324" y="27813"/>
                </a:lnTo>
                <a:lnTo>
                  <a:pt x="79578" y="27813"/>
                </a:lnTo>
                <a:lnTo>
                  <a:pt x="79578" y="27343"/>
                </a:lnTo>
                <a:lnTo>
                  <a:pt x="78841" y="27432"/>
                </a:lnTo>
                <a:lnTo>
                  <a:pt x="78854" y="27305"/>
                </a:lnTo>
                <a:lnTo>
                  <a:pt x="79679" y="27305"/>
                </a:lnTo>
                <a:lnTo>
                  <a:pt x="80073" y="27305"/>
                </a:lnTo>
                <a:lnTo>
                  <a:pt x="80759" y="27305"/>
                </a:lnTo>
                <a:lnTo>
                  <a:pt x="80759" y="22161"/>
                </a:lnTo>
                <a:lnTo>
                  <a:pt x="80467" y="22098"/>
                </a:lnTo>
                <a:lnTo>
                  <a:pt x="80695" y="22098"/>
                </a:lnTo>
                <a:lnTo>
                  <a:pt x="80987" y="22098"/>
                </a:lnTo>
                <a:lnTo>
                  <a:pt x="81407" y="22098"/>
                </a:lnTo>
                <a:lnTo>
                  <a:pt x="81610" y="22098"/>
                </a:lnTo>
                <a:lnTo>
                  <a:pt x="81889" y="22364"/>
                </a:lnTo>
                <a:lnTo>
                  <a:pt x="81889" y="21463"/>
                </a:lnTo>
                <a:lnTo>
                  <a:pt x="81622" y="21463"/>
                </a:lnTo>
                <a:lnTo>
                  <a:pt x="81064" y="20955"/>
                </a:lnTo>
                <a:lnTo>
                  <a:pt x="80251" y="20955"/>
                </a:lnTo>
                <a:lnTo>
                  <a:pt x="80187" y="20637"/>
                </a:lnTo>
                <a:lnTo>
                  <a:pt x="80187" y="21463"/>
                </a:lnTo>
                <a:lnTo>
                  <a:pt x="79997" y="21463"/>
                </a:lnTo>
                <a:lnTo>
                  <a:pt x="80137" y="21590"/>
                </a:lnTo>
                <a:lnTo>
                  <a:pt x="79819" y="21463"/>
                </a:lnTo>
                <a:lnTo>
                  <a:pt x="79298" y="21463"/>
                </a:lnTo>
                <a:lnTo>
                  <a:pt x="79984" y="20955"/>
                </a:lnTo>
                <a:lnTo>
                  <a:pt x="78498" y="20955"/>
                </a:lnTo>
                <a:lnTo>
                  <a:pt x="78498" y="28752"/>
                </a:lnTo>
                <a:lnTo>
                  <a:pt x="77571" y="28448"/>
                </a:lnTo>
                <a:lnTo>
                  <a:pt x="78232" y="28448"/>
                </a:lnTo>
                <a:lnTo>
                  <a:pt x="78498" y="28752"/>
                </a:lnTo>
                <a:lnTo>
                  <a:pt x="78498" y="20955"/>
                </a:lnTo>
                <a:lnTo>
                  <a:pt x="78346" y="20955"/>
                </a:lnTo>
                <a:lnTo>
                  <a:pt x="78346" y="21336"/>
                </a:lnTo>
                <a:lnTo>
                  <a:pt x="77901" y="20967"/>
                </a:lnTo>
                <a:lnTo>
                  <a:pt x="77901" y="23622"/>
                </a:lnTo>
                <a:lnTo>
                  <a:pt x="77114" y="23876"/>
                </a:lnTo>
                <a:lnTo>
                  <a:pt x="77127" y="23622"/>
                </a:lnTo>
                <a:lnTo>
                  <a:pt x="77901" y="23622"/>
                </a:lnTo>
                <a:lnTo>
                  <a:pt x="77901" y="20967"/>
                </a:lnTo>
                <a:lnTo>
                  <a:pt x="77457" y="20955"/>
                </a:lnTo>
                <a:lnTo>
                  <a:pt x="77063" y="20955"/>
                </a:lnTo>
                <a:lnTo>
                  <a:pt x="77063" y="22098"/>
                </a:lnTo>
                <a:lnTo>
                  <a:pt x="77063" y="22606"/>
                </a:lnTo>
                <a:lnTo>
                  <a:pt x="76796" y="22606"/>
                </a:lnTo>
                <a:lnTo>
                  <a:pt x="76974" y="22098"/>
                </a:lnTo>
                <a:lnTo>
                  <a:pt x="76555" y="22098"/>
                </a:lnTo>
                <a:lnTo>
                  <a:pt x="76212" y="21463"/>
                </a:lnTo>
                <a:lnTo>
                  <a:pt x="76923" y="21463"/>
                </a:lnTo>
                <a:lnTo>
                  <a:pt x="77063" y="22098"/>
                </a:lnTo>
                <a:lnTo>
                  <a:pt x="77063" y="20955"/>
                </a:lnTo>
                <a:lnTo>
                  <a:pt x="72351" y="20955"/>
                </a:lnTo>
                <a:lnTo>
                  <a:pt x="71869" y="21043"/>
                </a:lnTo>
                <a:lnTo>
                  <a:pt x="71869" y="22098"/>
                </a:lnTo>
                <a:lnTo>
                  <a:pt x="71374" y="22098"/>
                </a:lnTo>
                <a:lnTo>
                  <a:pt x="71361" y="44323"/>
                </a:lnTo>
                <a:lnTo>
                  <a:pt x="71056" y="44386"/>
                </a:lnTo>
                <a:lnTo>
                  <a:pt x="71361" y="44323"/>
                </a:lnTo>
                <a:lnTo>
                  <a:pt x="71361" y="22085"/>
                </a:lnTo>
                <a:lnTo>
                  <a:pt x="70929" y="21551"/>
                </a:lnTo>
                <a:lnTo>
                  <a:pt x="70929" y="44399"/>
                </a:lnTo>
                <a:lnTo>
                  <a:pt x="69913" y="44577"/>
                </a:lnTo>
                <a:lnTo>
                  <a:pt x="70104" y="44323"/>
                </a:lnTo>
                <a:lnTo>
                  <a:pt x="70358" y="44323"/>
                </a:lnTo>
                <a:lnTo>
                  <a:pt x="70904" y="44323"/>
                </a:lnTo>
                <a:lnTo>
                  <a:pt x="70929" y="21551"/>
                </a:lnTo>
                <a:lnTo>
                  <a:pt x="71158" y="21463"/>
                </a:lnTo>
                <a:lnTo>
                  <a:pt x="71716" y="21463"/>
                </a:lnTo>
                <a:lnTo>
                  <a:pt x="71869" y="22098"/>
                </a:lnTo>
                <a:lnTo>
                  <a:pt x="71869" y="21043"/>
                </a:lnTo>
                <a:lnTo>
                  <a:pt x="71031" y="21183"/>
                </a:lnTo>
                <a:lnTo>
                  <a:pt x="70954" y="20955"/>
                </a:lnTo>
                <a:lnTo>
                  <a:pt x="70383" y="20955"/>
                </a:lnTo>
                <a:lnTo>
                  <a:pt x="70383" y="23622"/>
                </a:lnTo>
                <a:lnTo>
                  <a:pt x="70154" y="23876"/>
                </a:lnTo>
                <a:lnTo>
                  <a:pt x="70256" y="23622"/>
                </a:lnTo>
                <a:lnTo>
                  <a:pt x="70383" y="23622"/>
                </a:lnTo>
                <a:lnTo>
                  <a:pt x="70383" y="20955"/>
                </a:lnTo>
                <a:lnTo>
                  <a:pt x="70116" y="20955"/>
                </a:lnTo>
                <a:lnTo>
                  <a:pt x="70116" y="23622"/>
                </a:lnTo>
                <a:lnTo>
                  <a:pt x="70027" y="43688"/>
                </a:lnTo>
                <a:lnTo>
                  <a:pt x="69405" y="43688"/>
                </a:lnTo>
                <a:lnTo>
                  <a:pt x="69811" y="43967"/>
                </a:lnTo>
                <a:lnTo>
                  <a:pt x="67716" y="43688"/>
                </a:lnTo>
                <a:lnTo>
                  <a:pt x="69240" y="43688"/>
                </a:lnTo>
                <a:lnTo>
                  <a:pt x="68808" y="43180"/>
                </a:lnTo>
                <a:lnTo>
                  <a:pt x="70027" y="43688"/>
                </a:lnTo>
                <a:lnTo>
                  <a:pt x="70027" y="23622"/>
                </a:lnTo>
                <a:lnTo>
                  <a:pt x="69888" y="23622"/>
                </a:lnTo>
                <a:lnTo>
                  <a:pt x="69989" y="23241"/>
                </a:lnTo>
                <a:lnTo>
                  <a:pt x="70116" y="23622"/>
                </a:lnTo>
                <a:lnTo>
                  <a:pt x="70116" y="20955"/>
                </a:lnTo>
                <a:lnTo>
                  <a:pt x="69075" y="20955"/>
                </a:lnTo>
                <a:lnTo>
                  <a:pt x="69075" y="33655"/>
                </a:lnTo>
                <a:lnTo>
                  <a:pt x="69037" y="34163"/>
                </a:lnTo>
                <a:lnTo>
                  <a:pt x="68834" y="34163"/>
                </a:lnTo>
                <a:lnTo>
                  <a:pt x="68656" y="33655"/>
                </a:lnTo>
                <a:lnTo>
                  <a:pt x="69075" y="33655"/>
                </a:lnTo>
                <a:lnTo>
                  <a:pt x="69075" y="20955"/>
                </a:lnTo>
                <a:lnTo>
                  <a:pt x="68491" y="20955"/>
                </a:lnTo>
                <a:lnTo>
                  <a:pt x="68491" y="24638"/>
                </a:lnTo>
                <a:lnTo>
                  <a:pt x="68135" y="25146"/>
                </a:lnTo>
                <a:lnTo>
                  <a:pt x="67843" y="24803"/>
                </a:lnTo>
                <a:lnTo>
                  <a:pt x="67843" y="38481"/>
                </a:lnTo>
                <a:lnTo>
                  <a:pt x="66827" y="38735"/>
                </a:lnTo>
                <a:lnTo>
                  <a:pt x="66662" y="38481"/>
                </a:lnTo>
                <a:lnTo>
                  <a:pt x="66319" y="37973"/>
                </a:lnTo>
                <a:lnTo>
                  <a:pt x="65544" y="36830"/>
                </a:lnTo>
                <a:lnTo>
                  <a:pt x="67119" y="37338"/>
                </a:lnTo>
                <a:lnTo>
                  <a:pt x="67310" y="37630"/>
                </a:lnTo>
                <a:lnTo>
                  <a:pt x="67310" y="37338"/>
                </a:lnTo>
                <a:lnTo>
                  <a:pt x="67691" y="37338"/>
                </a:lnTo>
                <a:lnTo>
                  <a:pt x="67386" y="37719"/>
                </a:lnTo>
                <a:lnTo>
                  <a:pt x="67564" y="37973"/>
                </a:lnTo>
                <a:lnTo>
                  <a:pt x="67310" y="37846"/>
                </a:lnTo>
                <a:lnTo>
                  <a:pt x="66840" y="37592"/>
                </a:lnTo>
                <a:lnTo>
                  <a:pt x="67183" y="37973"/>
                </a:lnTo>
                <a:lnTo>
                  <a:pt x="67284" y="38481"/>
                </a:lnTo>
                <a:lnTo>
                  <a:pt x="67843" y="38481"/>
                </a:lnTo>
                <a:lnTo>
                  <a:pt x="67843" y="24803"/>
                </a:lnTo>
                <a:lnTo>
                  <a:pt x="67703" y="24638"/>
                </a:lnTo>
                <a:lnTo>
                  <a:pt x="68008" y="24638"/>
                </a:lnTo>
                <a:lnTo>
                  <a:pt x="68491" y="24638"/>
                </a:lnTo>
                <a:lnTo>
                  <a:pt x="68491" y="20955"/>
                </a:lnTo>
                <a:lnTo>
                  <a:pt x="68262" y="20955"/>
                </a:lnTo>
                <a:lnTo>
                  <a:pt x="68262" y="24130"/>
                </a:lnTo>
                <a:lnTo>
                  <a:pt x="67551" y="24257"/>
                </a:lnTo>
                <a:lnTo>
                  <a:pt x="67398" y="24130"/>
                </a:lnTo>
                <a:lnTo>
                  <a:pt x="68262" y="24130"/>
                </a:lnTo>
                <a:lnTo>
                  <a:pt x="68262" y="20955"/>
                </a:lnTo>
                <a:lnTo>
                  <a:pt x="67881" y="20955"/>
                </a:lnTo>
                <a:lnTo>
                  <a:pt x="67881" y="22606"/>
                </a:lnTo>
                <a:lnTo>
                  <a:pt x="67475" y="22606"/>
                </a:lnTo>
                <a:lnTo>
                  <a:pt x="67449" y="22974"/>
                </a:lnTo>
                <a:lnTo>
                  <a:pt x="67449" y="23114"/>
                </a:lnTo>
                <a:lnTo>
                  <a:pt x="67424" y="23507"/>
                </a:lnTo>
                <a:lnTo>
                  <a:pt x="67157" y="23114"/>
                </a:lnTo>
                <a:lnTo>
                  <a:pt x="67322" y="23114"/>
                </a:lnTo>
                <a:lnTo>
                  <a:pt x="67449" y="23114"/>
                </a:lnTo>
                <a:lnTo>
                  <a:pt x="67449" y="22974"/>
                </a:lnTo>
                <a:lnTo>
                  <a:pt x="66852" y="22885"/>
                </a:lnTo>
                <a:lnTo>
                  <a:pt x="66649" y="22783"/>
                </a:lnTo>
                <a:lnTo>
                  <a:pt x="66649" y="24130"/>
                </a:lnTo>
                <a:lnTo>
                  <a:pt x="66294" y="24384"/>
                </a:lnTo>
                <a:lnTo>
                  <a:pt x="66103" y="24130"/>
                </a:lnTo>
                <a:lnTo>
                  <a:pt x="66243" y="24130"/>
                </a:lnTo>
                <a:lnTo>
                  <a:pt x="66649" y="24130"/>
                </a:lnTo>
                <a:lnTo>
                  <a:pt x="66649" y="22783"/>
                </a:lnTo>
                <a:lnTo>
                  <a:pt x="66332" y="22606"/>
                </a:lnTo>
                <a:lnTo>
                  <a:pt x="66141" y="22606"/>
                </a:lnTo>
                <a:lnTo>
                  <a:pt x="66141" y="23622"/>
                </a:lnTo>
                <a:lnTo>
                  <a:pt x="65773" y="23761"/>
                </a:lnTo>
                <a:lnTo>
                  <a:pt x="65608" y="23622"/>
                </a:lnTo>
                <a:lnTo>
                  <a:pt x="65747" y="23774"/>
                </a:lnTo>
                <a:lnTo>
                  <a:pt x="65239" y="23977"/>
                </a:lnTo>
                <a:lnTo>
                  <a:pt x="65239" y="24638"/>
                </a:lnTo>
                <a:lnTo>
                  <a:pt x="65087" y="24688"/>
                </a:lnTo>
                <a:lnTo>
                  <a:pt x="65087" y="25273"/>
                </a:lnTo>
                <a:lnTo>
                  <a:pt x="64427" y="25781"/>
                </a:lnTo>
                <a:lnTo>
                  <a:pt x="64490" y="26035"/>
                </a:lnTo>
                <a:lnTo>
                  <a:pt x="64147" y="25781"/>
                </a:lnTo>
                <a:lnTo>
                  <a:pt x="64681" y="25273"/>
                </a:lnTo>
                <a:lnTo>
                  <a:pt x="65087" y="25273"/>
                </a:lnTo>
                <a:lnTo>
                  <a:pt x="65087" y="24688"/>
                </a:lnTo>
                <a:lnTo>
                  <a:pt x="64084" y="24980"/>
                </a:lnTo>
                <a:lnTo>
                  <a:pt x="64084" y="26289"/>
                </a:lnTo>
                <a:lnTo>
                  <a:pt x="63690" y="26682"/>
                </a:lnTo>
                <a:lnTo>
                  <a:pt x="63690" y="28956"/>
                </a:lnTo>
                <a:lnTo>
                  <a:pt x="63423" y="29222"/>
                </a:lnTo>
                <a:lnTo>
                  <a:pt x="62636" y="28956"/>
                </a:lnTo>
                <a:lnTo>
                  <a:pt x="63157" y="28956"/>
                </a:lnTo>
                <a:lnTo>
                  <a:pt x="63627" y="28448"/>
                </a:lnTo>
                <a:lnTo>
                  <a:pt x="63690" y="28956"/>
                </a:lnTo>
                <a:lnTo>
                  <a:pt x="63690" y="26682"/>
                </a:lnTo>
                <a:lnTo>
                  <a:pt x="63665" y="27813"/>
                </a:lnTo>
                <a:lnTo>
                  <a:pt x="63665" y="28295"/>
                </a:lnTo>
                <a:lnTo>
                  <a:pt x="62826" y="27813"/>
                </a:lnTo>
                <a:lnTo>
                  <a:pt x="63246" y="27813"/>
                </a:lnTo>
                <a:lnTo>
                  <a:pt x="63665" y="27813"/>
                </a:lnTo>
                <a:lnTo>
                  <a:pt x="63665" y="26708"/>
                </a:lnTo>
                <a:lnTo>
                  <a:pt x="63576" y="27241"/>
                </a:lnTo>
                <a:lnTo>
                  <a:pt x="63182" y="26797"/>
                </a:lnTo>
                <a:lnTo>
                  <a:pt x="63360" y="27152"/>
                </a:lnTo>
                <a:lnTo>
                  <a:pt x="63449" y="27305"/>
                </a:lnTo>
                <a:lnTo>
                  <a:pt x="63322" y="27622"/>
                </a:lnTo>
                <a:lnTo>
                  <a:pt x="62699" y="27305"/>
                </a:lnTo>
                <a:lnTo>
                  <a:pt x="62636" y="27813"/>
                </a:lnTo>
                <a:lnTo>
                  <a:pt x="62661" y="27305"/>
                </a:lnTo>
                <a:lnTo>
                  <a:pt x="62699" y="26974"/>
                </a:lnTo>
                <a:lnTo>
                  <a:pt x="62674" y="27228"/>
                </a:lnTo>
                <a:lnTo>
                  <a:pt x="62953" y="27305"/>
                </a:lnTo>
                <a:lnTo>
                  <a:pt x="63195" y="27305"/>
                </a:lnTo>
                <a:lnTo>
                  <a:pt x="63169" y="27076"/>
                </a:lnTo>
                <a:lnTo>
                  <a:pt x="63144" y="26797"/>
                </a:lnTo>
                <a:lnTo>
                  <a:pt x="63093" y="26327"/>
                </a:lnTo>
                <a:lnTo>
                  <a:pt x="62953" y="26746"/>
                </a:lnTo>
                <a:lnTo>
                  <a:pt x="62738" y="26593"/>
                </a:lnTo>
                <a:lnTo>
                  <a:pt x="63068" y="26339"/>
                </a:lnTo>
                <a:lnTo>
                  <a:pt x="62763" y="26289"/>
                </a:lnTo>
                <a:lnTo>
                  <a:pt x="62560" y="26352"/>
                </a:lnTo>
                <a:lnTo>
                  <a:pt x="62560" y="29972"/>
                </a:lnTo>
                <a:lnTo>
                  <a:pt x="62445" y="30480"/>
                </a:lnTo>
                <a:lnTo>
                  <a:pt x="62331" y="30988"/>
                </a:lnTo>
                <a:lnTo>
                  <a:pt x="62179" y="31369"/>
                </a:lnTo>
                <a:lnTo>
                  <a:pt x="61823" y="30988"/>
                </a:lnTo>
                <a:lnTo>
                  <a:pt x="62014" y="30988"/>
                </a:lnTo>
                <a:lnTo>
                  <a:pt x="62280" y="30480"/>
                </a:lnTo>
                <a:lnTo>
                  <a:pt x="62445" y="30480"/>
                </a:lnTo>
                <a:lnTo>
                  <a:pt x="62445" y="30048"/>
                </a:lnTo>
                <a:lnTo>
                  <a:pt x="62293" y="30149"/>
                </a:lnTo>
                <a:lnTo>
                  <a:pt x="62141" y="30238"/>
                </a:lnTo>
                <a:lnTo>
                  <a:pt x="62014" y="29972"/>
                </a:lnTo>
                <a:lnTo>
                  <a:pt x="62306" y="29972"/>
                </a:lnTo>
                <a:lnTo>
                  <a:pt x="62560" y="29972"/>
                </a:lnTo>
                <a:lnTo>
                  <a:pt x="62560" y="26352"/>
                </a:lnTo>
                <a:lnTo>
                  <a:pt x="62407" y="26390"/>
                </a:lnTo>
                <a:lnTo>
                  <a:pt x="61988" y="26492"/>
                </a:lnTo>
                <a:lnTo>
                  <a:pt x="62255" y="26289"/>
                </a:lnTo>
                <a:lnTo>
                  <a:pt x="61963" y="26289"/>
                </a:lnTo>
                <a:lnTo>
                  <a:pt x="61963" y="26797"/>
                </a:lnTo>
                <a:lnTo>
                  <a:pt x="61963" y="26949"/>
                </a:lnTo>
                <a:lnTo>
                  <a:pt x="61963" y="27305"/>
                </a:lnTo>
                <a:lnTo>
                  <a:pt x="61899" y="27127"/>
                </a:lnTo>
                <a:lnTo>
                  <a:pt x="61849" y="26962"/>
                </a:lnTo>
                <a:lnTo>
                  <a:pt x="61836" y="29972"/>
                </a:lnTo>
                <a:lnTo>
                  <a:pt x="61760" y="30480"/>
                </a:lnTo>
                <a:lnTo>
                  <a:pt x="61709" y="29972"/>
                </a:lnTo>
                <a:lnTo>
                  <a:pt x="61836" y="29972"/>
                </a:lnTo>
                <a:lnTo>
                  <a:pt x="61836" y="26911"/>
                </a:lnTo>
                <a:lnTo>
                  <a:pt x="61671" y="26898"/>
                </a:lnTo>
                <a:lnTo>
                  <a:pt x="61455" y="27051"/>
                </a:lnTo>
                <a:lnTo>
                  <a:pt x="61569" y="26860"/>
                </a:lnTo>
                <a:lnTo>
                  <a:pt x="61810" y="26797"/>
                </a:lnTo>
                <a:lnTo>
                  <a:pt x="61963" y="26797"/>
                </a:lnTo>
                <a:lnTo>
                  <a:pt x="61963" y="26289"/>
                </a:lnTo>
                <a:lnTo>
                  <a:pt x="61595" y="26289"/>
                </a:lnTo>
                <a:lnTo>
                  <a:pt x="61404" y="26327"/>
                </a:lnTo>
                <a:lnTo>
                  <a:pt x="61264" y="26352"/>
                </a:lnTo>
                <a:lnTo>
                  <a:pt x="61074" y="26289"/>
                </a:lnTo>
                <a:lnTo>
                  <a:pt x="61201" y="26289"/>
                </a:lnTo>
                <a:lnTo>
                  <a:pt x="61290" y="25844"/>
                </a:lnTo>
                <a:lnTo>
                  <a:pt x="61569" y="25781"/>
                </a:lnTo>
                <a:lnTo>
                  <a:pt x="62090" y="25781"/>
                </a:lnTo>
                <a:lnTo>
                  <a:pt x="62230" y="25781"/>
                </a:lnTo>
                <a:lnTo>
                  <a:pt x="62458" y="25781"/>
                </a:lnTo>
                <a:lnTo>
                  <a:pt x="62585" y="26047"/>
                </a:lnTo>
                <a:lnTo>
                  <a:pt x="62661" y="25781"/>
                </a:lnTo>
                <a:lnTo>
                  <a:pt x="62928" y="25781"/>
                </a:lnTo>
                <a:lnTo>
                  <a:pt x="63296" y="25273"/>
                </a:lnTo>
                <a:lnTo>
                  <a:pt x="63436" y="25781"/>
                </a:lnTo>
                <a:lnTo>
                  <a:pt x="63563" y="25781"/>
                </a:lnTo>
                <a:lnTo>
                  <a:pt x="63487" y="26289"/>
                </a:lnTo>
                <a:lnTo>
                  <a:pt x="63741" y="26289"/>
                </a:lnTo>
                <a:lnTo>
                  <a:pt x="63893" y="25908"/>
                </a:lnTo>
                <a:lnTo>
                  <a:pt x="64084" y="26289"/>
                </a:lnTo>
                <a:lnTo>
                  <a:pt x="64084" y="24980"/>
                </a:lnTo>
                <a:lnTo>
                  <a:pt x="63919" y="25019"/>
                </a:lnTo>
                <a:lnTo>
                  <a:pt x="63157" y="24752"/>
                </a:lnTo>
                <a:lnTo>
                  <a:pt x="63157" y="25273"/>
                </a:lnTo>
                <a:lnTo>
                  <a:pt x="62217" y="25717"/>
                </a:lnTo>
                <a:lnTo>
                  <a:pt x="62179" y="25273"/>
                </a:lnTo>
                <a:lnTo>
                  <a:pt x="62141" y="24765"/>
                </a:lnTo>
                <a:lnTo>
                  <a:pt x="62141" y="24638"/>
                </a:lnTo>
                <a:lnTo>
                  <a:pt x="62166" y="24765"/>
                </a:lnTo>
                <a:lnTo>
                  <a:pt x="62280" y="25273"/>
                </a:lnTo>
                <a:lnTo>
                  <a:pt x="63017" y="25273"/>
                </a:lnTo>
                <a:lnTo>
                  <a:pt x="63157" y="25273"/>
                </a:lnTo>
                <a:lnTo>
                  <a:pt x="63157" y="24752"/>
                </a:lnTo>
                <a:lnTo>
                  <a:pt x="62839" y="24638"/>
                </a:lnTo>
                <a:lnTo>
                  <a:pt x="65239" y="24638"/>
                </a:lnTo>
                <a:lnTo>
                  <a:pt x="65239" y="23977"/>
                </a:lnTo>
                <a:lnTo>
                  <a:pt x="65608" y="23622"/>
                </a:lnTo>
                <a:lnTo>
                  <a:pt x="66141" y="23622"/>
                </a:lnTo>
                <a:lnTo>
                  <a:pt x="66141" y="22606"/>
                </a:lnTo>
                <a:lnTo>
                  <a:pt x="65951" y="22606"/>
                </a:lnTo>
                <a:lnTo>
                  <a:pt x="65963" y="22352"/>
                </a:lnTo>
                <a:lnTo>
                  <a:pt x="65697" y="22466"/>
                </a:lnTo>
                <a:lnTo>
                  <a:pt x="65684" y="22606"/>
                </a:lnTo>
                <a:lnTo>
                  <a:pt x="65481" y="22606"/>
                </a:lnTo>
                <a:lnTo>
                  <a:pt x="65227" y="23114"/>
                </a:lnTo>
                <a:lnTo>
                  <a:pt x="65265" y="23406"/>
                </a:lnTo>
                <a:lnTo>
                  <a:pt x="65214" y="23622"/>
                </a:lnTo>
                <a:lnTo>
                  <a:pt x="64935" y="23622"/>
                </a:lnTo>
                <a:lnTo>
                  <a:pt x="64770" y="23152"/>
                </a:lnTo>
                <a:lnTo>
                  <a:pt x="64668" y="22606"/>
                </a:lnTo>
                <a:lnTo>
                  <a:pt x="64135" y="22796"/>
                </a:lnTo>
                <a:lnTo>
                  <a:pt x="64135" y="23622"/>
                </a:lnTo>
                <a:lnTo>
                  <a:pt x="63957" y="23799"/>
                </a:lnTo>
                <a:lnTo>
                  <a:pt x="63893" y="23622"/>
                </a:lnTo>
                <a:lnTo>
                  <a:pt x="64135" y="23622"/>
                </a:lnTo>
                <a:lnTo>
                  <a:pt x="64135" y="22796"/>
                </a:lnTo>
                <a:lnTo>
                  <a:pt x="63855" y="22885"/>
                </a:lnTo>
                <a:lnTo>
                  <a:pt x="63817" y="23114"/>
                </a:lnTo>
                <a:lnTo>
                  <a:pt x="63652" y="23114"/>
                </a:lnTo>
                <a:lnTo>
                  <a:pt x="63652" y="23622"/>
                </a:lnTo>
                <a:lnTo>
                  <a:pt x="63639" y="23761"/>
                </a:lnTo>
                <a:lnTo>
                  <a:pt x="62788" y="23622"/>
                </a:lnTo>
                <a:lnTo>
                  <a:pt x="63652" y="23622"/>
                </a:lnTo>
                <a:lnTo>
                  <a:pt x="63652" y="23114"/>
                </a:lnTo>
                <a:lnTo>
                  <a:pt x="63169" y="23114"/>
                </a:lnTo>
                <a:lnTo>
                  <a:pt x="62915" y="23114"/>
                </a:lnTo>
                <a:lnTo>
                  <a:pt x="63246" y="22606"/>
                </a:lnTo>
                <a:lnTo>
                  <a:pt x="63004" y="22098"/>
                </a:lnTo>
                <a:lnTo>
                  <a:pt x="63436" y="22098"/>
                </a:lnTo>
                <a:lnTo>
                  <a:pt x="62738" y="21463"/>
                </a:lnTo>
                <a:lnTo>
                  <a:pt x="63233" y="21463"/>
                </a:lnTo>
                <a:lnTo>
                  <a:pt x="63804" y="21932"/>
                </a:lnTo>
                <a:lnTo>
                  <a:pt x="64211" y="21463"/>
                </a:lnTo>
                <a:lnTo>
                  <a:pt x="64338" y="21463"/>
                </a:lnTo>
                <a:lnTo>
                  <a:pt x="64668" y="21463"/>
                </a:lnTo>
                <a:lnTo>
                  <a:pt x="64643" y="21704"/>
                </a:lnTo>
                <a:lnTo>
                  <a:pt x="64604" y="22098"/>
                </a:lnTo>
                <a:lnTo>
                  <a:pt x="64846" y="22098"/>
                </a:lnTo>
                <a:lnTo>
                  <a:pt x="64871" y="22098"/>
                </a:lnTo>
                <a:lnTo>
                  <a:pt x="66001" y="22098"/>
                </a:lnTo>
                <a:lnTo>
                  <a:pt x="66471" y="21463"/>
                </a:lnTo>
                <a:lnTo>
                  <a:pt x="66624" y="21463"/>
                </a:lnTo>
                <a:lnTo>
                  <a:pt x="66408" y="22098"/>
                </a:lnTo>
                <a:lnTo>
                  <a:pt x="66598" y="22098"/>
                </a:lnTo>
                <a:lnTo>
                  <a:pt x="67106" y="22098"/>
                </a:lnTo>
                <a:lnTo>
                  <a:pt x="67881" y="22606"/>
                </a:lnTo>
                <a:lnTo>
                  <a:pt x="67881" y="20955"/>
                </a:lnTo>
                <a:lnTo>
                  <a:pt x="66814" y="20955"/>
                </a:lnTo>
                <a:lnTo>
                  <a:pt x="66065" y="21348"/>
                </a:lnTo>
                <a:lnTo>
                  <a:pt x="65532" y="21209"/>
                </a:lnTo>
                <a:lnTo>
                  <a:pt x="65849" y="21463"/>
                </a:lnTo>
                <a:lnTo>
                  <a:pt x="65430" y="21463"/>
                </a:lnTo>
                <a:lnTo>
                  <a:pt x="65532" y="21209"/>
                </a:lnTo>
                <a:lnTo>
                  <a:pt x="65633" y="20955"/>
                </a:lnTo>
                <a:lnTo>
                  <a:pt x="66776" y="20955"/>
                </a:lnTo>
                <a:lnTo>
                  <a:pt x="65151" y="20447"/>
                </a:lnTo>
                <a:lnTo>
                  <a:pt x="65214" y="20955"/>
                </a:lnTo>
                <a:lnTo>
                  <a:pt x="65493" y="21183"/>
                </a:lnTo>
                <a:lnTo>
                  <a:pt x="65417" y="21463"/>
                </a:lnTo>
                <a:lnTo>
                  <a:pt x="65138" y="22072"/>
                </a:lnTo>
                <a:lnTo>
                  <a:pt x="65138" y="21463"/>
                </a:lnTo>
                <a:lnTo>
                  <a:pt x="65417" y="21463"/>
                </a:lnTo>
                <a:lnTo>
                  <a:pt x="65417" y="21170"/>
                </a:lnTo>
                <a:lnTo>
                  <a:pt x="65163" y="21094"/>
                </a:lnTo>
                <a:lnTo>
                  <a:pt x="65214" y="20955"/>
                </a:lnTo>
                <a:lnTo>
                  <a:pt x="65062" y="20955"/>
                </a:lnTo>
                <a:lnTo>
                  <a:pt x="64846" y="20688"/>
                </a:lnTo>
                <a:lnTo>
                  <a:pt x="64846" y="20955"/>
                </a:lnTo>
                <a:lnTo>
                  <a:pt x="64706" y="20955"/>
                </a:lnTo>
                <a:lnTo>
                  <a:pt x="64846" y="20955"/>
                </a:lnTo>
                <a:lnTo>
                  <a:pt x="64846" y="20688"/>
                </a:lnTo>
                <a:lnTo>
                  <a:pt x="64655" y="20447"/>
                </a:lnTo>
                <a:lnTo>
                  <a:pt x="65151" y="20447"/>
                </a:lnTo>
                <a:lnTo>
                  <a:pt x="72771" y="20447"/>
                </a:lnTo>
                <a:lnTo>
                  <a:pt x="73228" y="20447"/>
                </a:lnTo>
                <a:lnTo>
                  <a:pt x="74650" y="20447"/>
                </a:lnTo>
                <a:lnTo>
                  <a:pt x="74701" y="19939"/>
                </a:lnTo>
                <a:lnTo>
                  <a:pt x="74447" y="19939"/>
                </a:lnTo>
                <a:lnTo>
                  <a:pt x="74193" y="19748"/>
                </a:lnTo>
                <a:lnTo>
                  <a:pt x="74193" y="19939"/>
                </a:lnTo>
                <a:lnTo>
                  <a:pt x="73482" y="20193"/>
                </a:lnTo>
                <a:lnTo>
                  <a:pt x="73736" y="19939"/>
                </a:lnTo>
                <a:lnTo>
                  <a:pt x="73914" y="19761"/>
                </a:lnTo>
                <a:lnTo>
                  <a:pt x="73875" y="19939"/>
                </a:lnTo>
                <a:lnTo>
                  <a:pt x="74193" y="19939"/>
                </a:lnTo>
                <a:lnTo>
                  <a:pt x="74193" y="19748"/>
                </a:lnTo>
                <a:lnTo>
                  <a:pt x="74041" y="19634"/>
                </a:lnTo>
                <a:lnTo>
                  <a:pt x="74244" y="19431"/>
                </a:lnTo>
                <a:lnTo>
                  <a:pt x="74422" y="19431"/>
                </a:lnTo>
                <a:lnTo>
                  <a:pt x="74777" y="19900"/>
                </a:lnTo>
                <a:lnTo>
                  <a:pt x="75514" y="19431"/>
                </a:lnTo>
                <a:lnTo>
                  <a:pt x="75641" y="19431"/>
                </a:lnTo>
                <a:lnTo>
                  <a:pt x="75907" y="19431"/>
                </a:lnTo>
                <a:lnTo>
                  <a:pt x="76034" y="19939"/>
                </a:lnTo>
                <a:lnTo>
                  <a:pt x="76136" y="20447"/>
                </a:lnTo>
                <a:lnTo>
                  <a:pt x="78003" y="20447"/>
                </a:lnTo>
                <a:lnTo>
                  <a:pt x="77952" y="20320"/>
                </a:lnTo>
                <a:lnTo>
                  <a:pt x="77406" y="19939"/>
                </a:lnTo>
                <a:lnTo>
                  <a:pt x="77825" y="19939"/>
                </a:lnTo>
                <a:lnTo>
                  <a:pt x="78092" y="19939"/>
                </a:lnTo>
                <a:lnTo>
                  <a:pt x="78498" y="19939"/>
                </a:lnTo>
                <a:lnTo>
                  <a:pt x="78066" y="20408"/>
                </a:lnTo>
                <a:lnTo>
                  <a:pt x="78320" y="20447"/>
                </a:lnTo>
                <a:lnTo>
                  <a:pt x="77457" y="20955"/>
                </a:lnTo>
                <a:lnTo>
                  <a:pt x="78524" y="20447"/>
                </a:lnTo>
                <a:lnTo>
                  <a:pt x="78854" y="20447"/>
                </a:lnTo>
                <a:lnTo>
                  <a:pt x="78994" y="20447"/>
                </a:lnTo>
                <a:lnTo>
                  <a:pt x="79756" y="20447"/>
                </a:lnTo>
                <a:lnTo>
                  <a:pt x="79984" y="20955"/>
                </a:lnTo>
                <a:lnTo>
                  <a:pt x="80187" y="21463"/>
                </a:lnTo>
                <a:lnTo>
                  <a:pt x="80187" y="20637"/>
                </a:lnTo>
                <a:lnTo>
                  <a:pt x="80149" y="20447"/>
                </a:lnTo>
                <a:lnTo>
                  <a:pt x="85864" y="20447"/>
                </a:lnTo>
                <a:lnTo>
                  <a:pt x="86283" y="20447"/>
                </a:lnTo>
                <a:lnTo>
                  <a:pt x="86537" y="20447"/>
                </a:lnTo>
                <a:lnTo>
                  <a:pt x="87045" y="19939"/>
                </a:lnTo>
                <a:lnTo>
                  <a:pt x="88544" y="19939"/>
                </a:lnTo>
                <a:lnTo>
                  <a:pt x="88607" y="20066"/>
                </a:lnTo>
                <a:lnTo>
                  <a:pt x="88836" y="20447"/>
                </a:lnTo>
                <a:lnTo>
                  <a:pt x="89344" y="20447"/>
                </a:lnTo>
                <a:lnTo>
                  <a:pt x="89750" y="20447"/>
                </a:lnTo>
                <a:lnTo>
                  <a:pt x="90893" y="20447"/>
                </a:lnTo>
                <a:lnTo>
                  <a:pt x="90944" y="19939"/>
                </a:lnTo>
                <a:lnTo>
                  <a:pt x="91109" y="20447"/>
                </a:lnTo>
                <a:lnTo>
                  <a:pt x="91376" y="20447"/>
                </a:lnTo>
                <a:lnTo>
                  <a:pt x="91655" y="20447"/>
                </a:lnTo>
                <a:lnTo>
                  <a:pt x="93179" y="20955"/>
                </a:lnTo>
                <a:lnTo>
                  <a:pt x="93548" y="20955"/>
                </a:lnTo>
                <a:lnTo>
                  <a:pt x="93548" y="19913"/>
                </a:lnTo>
                <a:lnTo>
                  <a:pt x="93510" y="20447"/>
                </a:lnTo>
                <a:lnTo>
                  <a:pt x="92608" y="20205"/>
                </a:lnTo>
                <a:lnTo>
                  <a:pt x="92786" y="20447"/>
                </a:lnTo>
                <a:lnTo>
                  <a:pt x="92506" y="20447"/>
                </a:lnTo>
                <a:lnTo>
                  <a:pt x="92608" y="20205"/>
                </a:lnTo>
                <a:lnTo>
                  <a:pt x="92227" y="20091"/>
                </a:lnTo>
                <a:lnTo>
                  <a:pt x="92278" y="20447"/>
                </a:lnTo>
                <a:lnTo>
                  <a:pt x="91821" y="20447"/>
                </a:lnTo>
                <a:lnTo>
                  <a:pt x="91973" y="20015"/>
                </a:lnTo>
                <a:lnTo>
                  <a:pt x="91744" y="19939"/>
                </a:lnTo>
                <a:lnTo>
                  <a:pt x="91668" y="19431"/>
                </a:lnTo>
                <a:lnTo>
                  <a:pt x="92379" y="19824"/>
                </a:lnTo>
                <a:lnTo>
                  <a:pt x="92214" y="19939"/>
                </a:lnTo>
                <a:lnTo>
                  <a:pt x="92430" y="19939"/>
                </a:lnTo>
                <a:lnTo>
                  <a:pt x="92608" y="20193"/>
                </a:lnTo>
                <a:lnTo>
                  <a:pt x="92722" y="19939"/>
                </a:lnTo>
                <a:lnTo>
                  <a:pt x="92646" y="19646"/>
                </a:lnTo>
                <a:lnTo>
                  <a:pt x="92468" y="19431"/>
                </a:lnTo>
                <a:lnTo>
                  <a:pt x="92621" y="19431"/>
                </a:lnTo>
                <a:lnTo>
                  <a:pt x="92760" y="19431"/>
                </a:lnTo>
                <a:lnTo>
                  <a:pt x="92887" y="19431"/>
                </a:lnTo>
                <a:lnTo>
                  <a:pt x="92722" y="19939"/>
                </a:lnTo>
                <a:lnTo>
                  <a:pt x="93205" y="19939"/>
                </a:lnTo>
                <a:lnTo>
                  <a:pt x="93510" y="20447"/>
                </a:lnTo>
                <a:lnTo>
                  <a:pt x="93510" y="19939"/>
                </a:lnTo>
                <a:lnTo>
                  <a:pt x="93789" y="19431"/>
                </a:lnTo>
                <a:lnTo>
                  <a:pt x="94068" y="19431"/>
                </a:lnTo>
                <a:lnTo>
                  <a:pt x="94068" y="18923"/>
                </a:lnTo>
                <a:lnTo>
                  <a:pt x="93243" y="18923"/>
                </a:lnTo>
                <a:lnTo>
                  <a:pt x="93027" y="18923"/>
                </a:lnTo>
                <a:lnTo>
                  <a:pt x="92443" y="19037"/>
                </a:lnTo>
                <a:lnTo>
                  <a:pt x="92367" y="18757"/>
                </a:lnTo>
                <a:lnTo>
                  <a:pt x="92265" y="18923"/>
                </a:lnTo>
                <a:lnTo>
                  <a:pt x="92214" y="19075"/>
                </a:lnTo>
                <a:lnTo>
                  <a:pt x="92087" y="19100"/>
                </a:lnTo>
                <a:lnTo>
                  <a:pt x="92075" y="18923"/>
                </a:lnTo>
                <a:lnTo>
                  <a:pt x="92265" y="18923"/>
                </a:lnTo>
                <a:lnTo>
                  <a:pt x="92265" y="18643"/>
                </a:lnTo>
                <a:lnTo>
                  <a:pt x="92125" y="18478"/>
                </a:lnTo>
                <a:lnTo>
                  <a:pt x="92367" y="18732"/>
                </a:lnTo>
                <a:lnTo>
                  <a:pt x="92303" y="18351"/>
                </a:lnTo>
                <a:lnTo>
                  <a:pt x="93027" y="18288"/>
                </a:lnTo>
                <a:lnTo>
                  <a:pt x="92976" y="17373"/>
                </a:lnTo>
                <a:lnTo>
                  <a:pt x="92837" y="17449"/>
                </a:lnTo>
                <a:lnTo>
                  <a:pt x="92392" y="17653"/>
                </a:lnTo>
                <a:lnTo>
                  <a:pt x="92252" y="17729"/>
                </a:lnTo>
                <a:lnTo>
                  <a:pt x="92138" y="17348"/>
                </a:lnTo>
                <a:lnTo>
                  <a:pt x="92100" y="18440"/>
                </a:lnTo>
                <a:lnTo>
                  <a:pt x="92100" y="17335"/>
                </a:lnTo>
                <a:lnTo>
                  <a:pt x="91744" y="17424"/>
                </a:lnTo>
                <a:lnTo>
                  <a:pt x="91719" y="17272"/>
                </a:lnTo>
                <a:lnTo>
                  <a:pt x="91973" y="16256"/>
                </a:lnTo>
                <a:lnTo>
                  <a:pt x="91554" y="16256"/>
                </a:lnTo>
                <a:lnTo>
                  <a:pt x="91541" y="16510"/>
                </a:lnTo>
                <a:lnTo>
                  <a:pt x="91541" y="18669"/>
                </a:lnTo>
                <a:lnTo>
                  <a:pt x="91274" y="18288"/>
                </a:lnTo>
                <a:lnTo>
                  <a:pt x="91452" y="18288"/>
                </a:lnTo>
                <a:lnTo>
                  <a:pt x="91541" y="18669"/>
                </a:lnTo>
                <a:lnTo>
                  <a:pt x="91541" y="16510"/>
                </a:lnTo>
                <a:lnTo>
                  <a:pt x="91503" y="17272"/>
                </a:lnTo>
                <a:lnTo>
                  <a:pt x="91160" y="17272"/>
                </a:lnTo>
                <a:lnTo>
                  <a:pt x="91135" y="18288"/>
                </a:lnTo>
                <a:lnTo>
                  <a:pt x="90678" y="18681"/>
                </a:lnTo>
                <a:lnTo>
                  <a:pt x="90805" y="18288"/>
                </a:lnTo>
                <a:lnTo>
                  <a:pt x="90995" y="18288"/>
                </a:lnTo>
                <a:lnTo>
                  <a:pt x="91135" y="18288"/>
                </a:lnTo>
                <a:lnTo>
                  <a:pt x="91135" y="17310"/>
                </a:lnTo>
                <a:lnTo>
                  <a:pt x="90830" y="17653"/>
                </a:lnTo>
                <a:lnTo>
                  <a:pt x="90690" y="17272"/>
                </a:lnTo>
                <a:lnTo>
                  <a:pt x="90449" y="17272"/>
                </a:lnTo>
                <a:lnTo>
                  <a:pt x="90449" y="18288"/>
                </a:lnTo>
                <a:lnTo>
                  <a:pt x="90208" y="18491"/>
                </a:lnTo>
                <a:lnTo>
                  <a:pt x="90208" y="18923"/>
                </a:lnTo>
                <a:lnTo>
                  <a:pt x="90030" y="19431"/>
                </a:lnTo>
                <a:lnTo>
                  <a:pt x="89547" y="19431"/>
                </a:lnTo>
                <a:lnTo>
                  <a:pt x="89547" y="19939"/>
                </a:lnTo>
                <a:lnTo>
                  <a:pt x="89357" y="19939"/>
                </a:lnTo>
                <a:lnTo>
                  <a:pt x="89217" y="19558"/>
                </a:lnTo>
                <a:lnTo>
                  <a:pt x="89446" y="19443"/>
                </a:lnTo>
                <a:lnTo>
                  <a:pt x="89547" y="19939"/>
                </a:lnTo>
                <a:lnTo>
                  <a:pt x="89547" y="19431"/>
                </a:lnTo>
                <a:lnTo>
                  <a:pt x="89319" y="19431"/>
                </a:lnTo>
                <a:lnTo>
                  <a:pt x="89179" y="19469"/>
                </a:lnTo>
                <a:lnTo>
                  <a:pt x="89560" y="19215"/>
                </a:lnTo>
                <a:lnTo>
                  <a:pt x="89598" y="18923"/>
                </a:lnTo>
                <a:lnTo>
                  <a:pt x="89789" y="19062"/>
                </a:lnTo>
                <a:lnTo>
                  <a:pt x="89979" y="18923"/>
                </a:lnTo>
                <a:lnTo>
                  <a:pt x="90208" y="18923"/>
                </a:lnTo>
                <a:lnTo>
                  <a:pt x="90208" y="18491"/>
                </a:lnTo>
                <a:lnTo>
                  <a:pt x="89941" y="18694"/>
                </a:lnTo>
                <a:lnTo>
                  <a:pt x="89877" y="18288"/>
                </a:lnTo>
                <a:lnTo>
                  <a:pt x="90271" y="18288"/>
                </a:lnTo>
                <a:lnTo>
                  <a:pt x="90449" y="18288"/>
                </a:lnTo>
                <a:lnTo>
                  <a:pt x="90449" y="17272"/>
                </a:lnTo>
                <a:lnTo>
                  <a:pt x="90297" y="17272"/>
                </a:lnTo>
                <a:lnTo>
                  <a:pt x="90297" y="17780"/>
                </a:lnTo>
                <a:lnTo>
                  <a:pt x="89712" y="17932"/>
                </a:lnTo>
                <a:lnTo>
                  <a:pt x="89395" y="18021"/>
                </a:lnTo>
                <a:lnTo>
                  <a:pt x="89395" y="18288"/>
                </a:lnTo>
                <a:lnTo>
                  <a:pt x="88811" y="18643"/>
                </a:lnTo>
                <a:lnTo>
                  <a:pt x="88811" y="19431"/>
                </a:lnTo>
                <a:lnTo>
                  <a:pt x="88569" y="19113"/>
                </a:lnTo>
                <a:lnTo>
                  <a:pt x="88569" y="19431"/>
                </a:lnTo>
                <a:lnTo>
                  <a:pt x="88557" y="19634"/>
                </a:lnTo>
                <a:lnTo>
                  <a:pt x="88569" y="19431"/>
                </a:lnTo>
                <a:lnTo>
                  <a:pt x="88569" y="19113"/>
                </a:lnTo>
                <a:lnTo>
                  <a:pt x="88430" y="18923"/>
                </a:lnTo>
                <a:lnTo>
                  <a:pt x="88696" y="18923"/>
                </a:lnTo>
                <a:lnTo>
                  <a:pt x="88811" y="19431"/>
                </a:lnTo>
                <a:lnTo>
                  <a:pt x="88811" y="18643"/>
                </a:lnTo>
                <a:lnTo>
                  <a:pt x="88620" y="18757"/>
                </a:lnTo>
                <a:lnTo>
                  <a:pt x="89052" y="18288"/>
                </a:lnTo>
                <a:lnTo>
                  <a:pt x="89255" y="18288"/>
                </a:lnTo>
                <a:lnTo>
                  <a:pt x="89395" y="18288"/>
                </a:lnTo>
                <a:lnTo>
                  <a:pt x="89395" y="18021"/>
                </a:lnTo>
                <a:lnTo>
                  <a:pt x="89242" y="18046"/>
                </a:lnTo>
                <a:lnTo>
                  <a:pt x="89204" y="17272"/>
                </a:lnTo>
                <a:lnTo>
                  <a:pt x="89014" y="17272"/>
                </a:lnTo>
                <a:lnTo>
                  <a:pt x="88963" y="17094"/>
                </a:lnTo>
                <a:lnTo>
                  <a:pt x="89700" y="16256"/>
                </a:lnTo>
                <a:lnTo>
                  <a:pt x="89408" y="16256"/>
                </a:lnTo>
                <a:lnTo>
                  <a:pt x="88836" y="16560"/>
                </a:lnTo>
                <a:lnTo>
                  <a:pt x="88811" y="16433"/>
                </a:lnTo>
                <a:lnTo>
                  <a:pt x="88773" y="16256"/>
                </a:lnTo>
                <a:lnTo>
                  <a:pt x="88773" y="18161"/>
                </a:lnTo>
                <a:lnTo>
                  <a:pt x="88480" y="18237"/>
                </a:lnTo>
                <a:lnTo>
                  <a:pt x="88658" y="17754"/>
                </a:lnTo>
                <a:lnTo>
                  <a:pt x="88773" y="18161"/>
                </a:lnTo>
                <a:lnTo>
                  <a:pt x="88773" y="16256"/>
                </a:lnTo>
                <a:lnTo>
                  <a:pt x="88734" y="16395"/>
                </a:lnTo>
                <a:lnTo>
                  <a:pt x="88747" y="16256"/>
                </a:lnTo>
                <a:lnTo>
                  <a:pt x="88646" y="17729"/>
                </a:lnTo>
                <a:lnTo>
                  <a:pt x="88430" y="18224"/>
                </a:lnTo>
                <a:lnTo>
                  <a:pt x="88201" y="18135"/>
                </a:lnTo>
                <a:lnTo>
                  <a:pt x="88201" y="19431"/>
                </a:lnTo>
                <a:lnTo>
                  <a:pt x="87845" y="19812"/>
                </a:lnTo>
                <a:lnTo>
                  <a:pt x="87591" y="19875"/>
                </a:lnTo>
                <a:lnTo>
                  <a:pt x="87541" y="19431"/>
                </a:lnTo>
                <a:lnTo>
                  <a:pt x="87820" y="19431"/>
                </a:lnTo>
                <a:lnTo>
                  <a:pt x="88201" y="19431"/>
                </a:lnTo>
                <a:lnTo>
                  <a:pt x="88201" y="18135"/>
                </a:lnTo>
                <a:lnTo>
                  <a:pt x="87566" y="17894"/>
                </a:lnTo>
                <a:lnTo>
                  <a:pt x="87566" y="18923"/>
                </a:lnTo>
                <a:lnTo>
                  <a:pt x="87503" y="19062"/>
                </a:lnTo>
                <a:lnTo>
                  <a:pt x="87337" y="19431"/>
                </a:lnTo>
                <a:lnTo>
                  <a:pt x="87134" y="18923"/>
                </a:lnTo>
                <a:lnTo>
                  <a:pt x="87490" y="18923"/>
                </a:lnTo>
                <a:lnTo>
                  <a:pt x="87566" y="17894"/>
                </a:lnTo>
                <a:lnTo>
                  <a:pt x="88379" y="17272"/>
                </a:lnTo>
                <a:lnTo>
                  <a:pt x="88519" y="17272"/>
                </a:lnTo>
                <a:lnTo>
                  <a:pt x="88646" y="17729"/>
                </a:lnTo>
                <a:lnTo>
                  <a:pt x="88646" y="16256"/>
                </a:lnTo>
                <a:lnTo>
                  <a:pt x="88379" y="16256"/>
                </a:lnTo>
                <a:lnTo>
                  <a:pt x="88163" y="15506"/>
                </a:lnTo>
                <a:lnTo>
                  <a:pt x="87350" y="16256"/>
                </a:lnTo>
                <a:lnTo>
                  <a:pt x="87757" y="16649"/>
                </a:lnTo>
                <a:lnTo>
                  <a:pt x="87401" y="16738"/>
                </a:lnTo>
                <a:lnTo>
                  <a:pt x="87401" y="18288"/>
                </a:lnTo>
                <a:lnTo>
                  <a:pt x="86829" y="18288"/>
                </a:lnTo>
                <a:lnTo>
                  <a:pt x="87363" y="17945"/>
                </a:lnTo>
                <a:lnTo>
                  <a:pt x="87401" y="18288"/>
                </a:lnTo>
                <a:lnTo>
                  <a:pt x="87401" y="16738"/>
                </a:lnTo>
                <a:lnTo>
                  <a:pt x="87261" y="16764"/>
                </a:lnTo>
                <a:lnTo>
                  <a:pt x="86741" y="16903"/>
                </a:lnTo>
                <a:lnTo>
                  <a:pt x="87045" y="17221"/>
                </a:lnTo>
                <a:lnTo>
                  <a:pt x="87299" y="17272"/>
                </a:lnTo>
                <a:lnTo>
                  <a:pt x="87350" y="17792"/>
                </a:lnTo>
                <a:lnTo>
                  <a:pt x="86029" y="17272"/>
                </a:lnTo>
                <a:lnTo>
                  <a:pt x="86182" y="17272"/>
                </a:lnTo>
                <a:lnTo>
                  <a:pt x="86829" y="17272"/>
                </a:lnTo>
                <a:lnTo>
                  <a:pt x="86741" y="16903"/>
                </a:lnTo>
                <a:lnTo>
                  <a:pt x="86525" y="16954"/>
                </a:lnTo>
                <a:lnTo>
                  <a:pt x="86664" y="16814"/>
                </a:lnTo>
                <a:lnTo>
                  <a:pt x="87261" y="16256"/>
                </a:lnTo>
                <a:lnTo>
                  <a:pt x="86614" y="16370"/>
                </a:lnTo>
                <a:lnTo>
                  <a:pt x="86131" y="16256"/>
                </a:lnTo>
                <a:lnTo>
                  <a:pt x="86283" y="16433"/>
                </a:lnTo>
                <a:lnTo>
                  <a:pt x="85331" y="16598"/>
                </a:lnTo>
                <a:lnTo>
                  <a:pt x="85331" y="17716"/>
                </a:lnTo>
                <a:lnTo>
                  <a:pt x="84975" y="18288"/>
                </a:lnTo>
                <a:lnTo>
                  <a:pt x="85331" y="17716"/>
                </a:lnTo>
                <a:lnTo>
                  <a:pt x="85331" y="16598"/>
                </a:lnTo>
                <a:lnTo>
                  <a:pt x="84137" y="16802"/>
                </a:lnTo>
                <a:lnTo>
                  <a:pt x="84823" y="16256"/>
                </a:lnTo>
                <a:lnTo>
                  <a:pt x="86067" y="16256"/>
                </a:lnTo>
                <a:lnTo>
                  <a:pt x="85521" y="15113"/>
                </a:lnTo>
                <a:lnTo>
                  <a:pt x="86207" y="15113"/>
                </a:lnTo>
                <a:lnTo>
                  <a:pt x="86423" y="15113"/>
                </a:lnTo>
                <a:lnTo>
                  <a:pt x="86499" y="15544"/>
                </a:lnTo>
                <a:lnTo>
                  <a:pt x="86652" y="16256"/>
                </a:lnTo>
                <a:lnTo>
                  <a:pt x="87020" y="16256"/>
                </a:lnTo>
                <a:lnTo>
                  <a:pt x="87172" y="16256"/>
                </a:lnTo>
                <a:lnTo>
                  <a:pt x="86982" y="15113"/>
                </a:lnTo>
                <a:lnTo>
                  <a:pt x="87210" y="15113"/>
                </a:lnTo>
                <a:lnTo>
                  <a:pt x="87350" y="15113"/>
                </a:lnTo>
                <a:lnTo>
                  <a:pt x="87566" y="14097"/>
                </a:lnTo>
                <a:lnTo>
                  <a:pt x="87795" y="14097"/>
                </a:lnTo>
                <a:lnTo>
                  <a:pt x="86944" y="13779"/>
                </a:lnTo>
                <a:lnTo>
                  <a:pt x="86944" y="14097"/>
                </a:lnTo>
                <a:lnTo>
                  <a:pt x="86842" y="14490"/>
                </a:lnTo>
                <a:lnTo>
                  <a:pt x="86537" y="14097"/>
                </a:lnTo>
                <a:lnTo>
                  <a:pt x="86207" y="14097"/>
                </a:lnTo>
                <a:lnTo>
                  <a:pt x="86423" y="13855"/>
                </a:lnTo>
                <a:lnTo>
                  <a:pt x="86677" y="14097"/>
                </a:lnTo>
                <a:lnTo>
                  <a:pt x="86944" y="14097"/>
                </a:lnTo>
                <a:lnTo>
                  <a:pt x="86944" y="13779"/>
                </a:lnTo>
                <a:lnTo>
                  <a:pt x="86614" y="13639"/>
                </a:lnTo>
                <a:lnTo>
                  <a:pt x="87122" y="13081"/>
                </a:lnTo>
                <a:lnTo>
                  <a:pt x="85623" y="13081"/>
                </a:lnTo>
                <a:lnTo>
                  <a:pt x="85902" y="13360"/>
                </a:lnTo>
                <a:lnTo>
                  <a:pt x="85204" y="13081"/>
                </a:lnTo>
                <a:lnTo>
                  <a:pt x="84950" y="13322"/>
                </a:lnTo>
                <a:lnTo>
                  <a:pt x="84924" y="13081"/>
                </a:lnTo>
                <a:lnTo>
                  <a:pt x="84899" y="13373"/>
                </a:lnTo>
                <a:lnTo>
                  <a:pt x="84556" y="13703"/>
                </a:lnTo>
                <a:lnTo>
                  <a:pt x="84556" y="13081"/>
                </a:lnTo>
                <a:lnTo>
                  <a:pt x="83921" y="14097"/>
                </a:lnTo>
                <a:lnTo>
                  <a:pt x="83756" y="14097"/>
                </a:lnTo>
                <a:lnTo>
                  <a:pt x="83604" y="13081"/>
                </a:lnTo>
                <a:lnTo>
                  <a:pt x="83731" y="13081"/>
                </a:lnTo>
                <a:lnTo>
                  <a:pt x="84556" y="13081"/>
                </a:lnTo>
                <a:lnTo>
                  <a:pt x="84924" y="13081"/>
                </a:lnTo>
                <a:lnTo>
                  <a:pt x="84810" y="11938"/>
                </a:lnTo>
                <a:lnTo>
                  <a:pt x="84074" y="11938"/>
                </a:lnTo>
                <a:lnTo>
                  <a:pt x="83680" y="12852"/>
                </a:lnTo>
                <a:lnTo>
                  <a:pt x="83502" y="11938"/>
                </a:lnTo>
                <a:lnTo>
                  <a:pt x="83718" y="11938"/>
                </a:lnTo>
                <a:lnTo>
                  <a:pt x="83896" y="11938"/>
                </a:lnTo>
                <a:lnTo>
                  <a:pt x="84023" y="11569"/>
                </a:lnTo>
                <a:lnTo>
                  <a:pt x="84251" y="10922"/>
                </a:lnTo>
                <a:lnTo>
                  <a:pt x="84645" y="9906"/>
                </a:lnTo>
                <a:lnTo>
                  <a:pt x="83845" y="9906"/>
                </a:lnTo>
                <a:lnTo>
                  <a:pt x="83794" y="9753"/>
                </a:lnTo>
                <a:lnTo>
                  <a:pt x="83794" y="9906"/>
                </a:lnTo>
                <a:lnTo>
                  <a:pt x="83769" y="10744"/>
                </a:lnTo>
                <a:lnTo>
                  <a:pt x="83324" y="10363"/>
                </a:lnTo>
                <a:lnTo>
                  <a:pt x="83324" y="10922"/>
                </a:lnTo>
                <a:lnTo>
                  <a:pt x="83134" y="10922"/>
                </a:lnTo>
                <a:lnTo>
                  <a:pt x="82689" y="10922"/>
                </a:lnTo>
                <a:lnTo>
                  <a:pt x="83299" y="10388"/>
                </a:lnTo>
                <a:lnTo>
                  <a:pt x="83324" y="10922"/>
                </a:lnTo>
                <a:lnTo>
                  <a:pt x="83324" y="10363"/>
                </a:lnTo>
                <a:lnTo>
                  <a:pt x="83781" y="9956"/>
                </a:lnTo>
                <a:lnTo>
                  <a:pt x="83731" y="9677"/>
                </a:lnTo>
                <a:lnTo>
                  <a:pt x="83794" y="9906"/>
                </a:lnTo>
                <a:lnTo>
                  <a:pt x="83794" y="9753"/>
                </a:lnTo>
                <a:lnTo>
                  <a:pt x="83743" y="9588"/>
                </a:lnTo>
                <a:lnTo>
                  <a:pt x="83832" y="8839"/>
                </a:lnTo>
                <a:lnTo>
                  <a:pt x="83489" y="8763"/>
                </a:lnTo>
                <a:lnTo>
                  <a:pt x="83235" y="8763"/>
                </a:lnTo>
                <a:lnTo>
                  <a:pt x="83261" y="9626"/>
                </a:lnTo>
                <a:lnTo>
                  <a:pt x="83273" y="9906"/>
                </a:lnTo>
                <a:lnTo>
                  <a:pt x="83299" y="10350"/>
                </a:lnTo>
                <a:lnTo>
                  <a:pt x="82778" y="9906"/>
                </a:lnTo>
                <a:lnTo>
                  <a:pt x="82575" y="9906"/>
                </a:lnTo>
                <a:lnTo>
                  <a:pt x="82575" y="11239"/>
                </a:lnTo>
                <a:lnTo>
                  <a:pt x="82181" y="10922"/>
                </a:lnTo>
                <a:lnTo>
                  <a:pt x="81927" y="10922"/>
                </a:lnTo>
                <a:lnTo>
                  <a:pt x="81927" y="19431"/>
                </a:lnTo>
                <a:lnTo>
                  <a:pt x="81889" y="19939"/>
                </a:lnTo>
                <a:lnTo>
                  <a:pt x="81572" y="19939"/>
                </a:lnTo>
                <a:lnTo>
                  <a:pt x="81419" y="19431"/>
                </a:lnTo>
                <a:lnTo>
                  <a:pt x="81013" y="19431"/>
                </a:lnTo>
                <a:lnTo>
                  <a:pt x="81038" y="19050"/>
                </a:lnTo>
                <a:lnTo>
                  <a:pt x="81368" y="19431"/>
                </a:lnTo>
                <a:lnTo>
                  <a:pt x="81216" y="18923"/>
                </a:lnTo>
                <a:lnTo>
                  <a:pt x="81419" y="18923"/>
                </a:lnTo>
                <a:lnTo>
                  <a:pt x="81419" y="19431"/>
                </a:lnTo>
                <a:lnTo>
                  <a:pt x="81927" y="19431"/>
                </a:lnTo>
                <a:lnTo>
                  <a:pt x="81927" y="10922"/>
                </a:lnTo>
                <a:lnTo>
                  <a:pt x="81127" y="10922"/>
                </a:lnTo>
                <a:lnTo>
                  <a:pt x="81127" y="17272"/>
                </a:lnTo>
                <a:lnTo>
                  <a:pt x="79870" y="17589"/>
                </a:lnTo>
                <a:lnTo>
                  <a:pt x="79870" y="19431"/>
                </a:lnTo>
                <a:lnTo>
                  <a:pt x="79425" y="19558"/>
                </a:lnTo>
                <a:lnTo>
                  <a:pt x="79463" y="19431"/>
                </a:lnTo>
                <a:lnTo>
                  <a:pt x="79870" y="19431"/>
                </a:lnTo>
                <a:lnTo>
                  <a:pt x="79870" y="17589"/>
                </a:lnTo>
                <a:lnTo>
                  <a:pt x="79565" y="17653"/>
                </a:lnTo>
                <a:lnTo>
                  <a:pt x="79209" y="17272"/>
                </a:lnTo>
                <a:lnTo>
                  <a:pt x="81127" y="17272"/>
                </a:lnTo>
                <a:lnTo>
                  <a:pt x="81127" y="10922"/>
                </a:lnTo>
                <a:lnTo>
                  <a:pt x="80822" y="10922"/>
                </a:lnTo>
                <a:lnTo>
                  <a:pt x="80238" y="11163"/>
                </a:lnTo>
                <a:lnTo>
                  <a:pt x="80289" y="10922"/>
                </a:lnTo>
                <a:lnTo>
                  <a:pt x="80492" y="10922"/>
                </a:lnTo>
                <a:lnTo>
                  <a:pt x="81102" y="9906"/>
                </a:lnTo>
                <a:lnTo>
                  <a:pt x="81254" y="9906"/>
                </a:lnTo>
                <a:lnTo>
                  <a:pt x="81775" y="9906"/>
                </a:lnTo>
                <a:lnTo>
                  <a:pt x="82359" y="10922"/>
                </a:lnTo>
                <a:lnTo>
                  <a:pt x="82575" y="11239"/>
                </a:lnTo>
                <a:lnTo>
                  <a:pt x="82575" y="9906"/>
                </a:lnTo>
                <a:lnTo>
                  <a:pt x="82219" y="9906"/>
                </a:lnTo>
                <a:lnTo>
                  <a:pt x="82092" y="9906"/>
                </a:lnTo>
                <a:lnTo>
                  <a:pt x="81940" y="9829"/>
                </a:lnTo>
                <a:lnTo>
                  <a:pt x="81292" y="9474"/>
                </a:lnTo>
                <a:lnTo>
                  <a:pt x="81356" y="8763"/>
                </a:lnTo>
                <a:lnTo>
                  <a:pt x="81191" y="8763"/>
                </a:lnTo>
                <a:lnTo>
                  <a:pt x="81114" y="9004"/>
                </a:lnTo>
                <a:lnTo>
                  <a:pt x="81178" y="9410"/>
                </a:lnTo>
                <a:lnTo>
                  <a:pt x="81026" y="9321"/>
                </a:lnTo>
                <a:lnTo>
                  <a:pt x="80975" y="9525"/>
                </a:lnTo>
                <a:lnTo>
                  <a:pt x="80924" y="9321"/>
                </a:lnTo>
                <a:lnTo>
                  <a:pt x="80924" y="9715"/>
                </a:lnTo>
                <a:lnTo>
                  <a:pt x="80594" y="9436"/>
                </a:lnTo>
                <a:lnTo>
                  <a:pt x="80924" y="9715"/>
                </a:lnTo>
                <a:lnTo>
                  <a:pt x="80924" y="9321"/>
                </a:lnTo>
                <a:lnTo>
                  <a:pt x="80695" y="9144"/>
                </a:lnTo>
                <a:lnTo>
                  <a:pt x="80822" y="8877"/>
                </a:lnTo>
                <a:lnTo>
                  <a:pt x="80518" y="9042"/>
                </a:lnTo>
                <a:lnTo>
                  <a:pt x="80391" y="8966"/>
                </a:lnTo>
                <a:lnTo>
                  <a:pt x="80352" y="8763"/>
                </a:lnTo>
                <a:lnTo>
                  <a:pt x="80365" y="8953"/>
                </a:lnTo>
                <a:lnTo>
                  <a:pt x="80327" y="9169"/>
                </a:lnTo>
                <a:lnTo>
                  <a:pt x="79997" y="8864"/>
                </a:lnTo>
                <a:lnTo>
                  <a:pt x="79997" y="10922"/>
                </a:lnTo>
                <a:lnTo>
                  <a:pt x="79692" y="11049"/>
                </a:lnTo>
                <a:lnTo>
                  <a:pt x="79692" y="13081"/>
                </a:lnTo>
                <a:lnTo>
                  <a:pt x="79692" y="14097"/>
                </a:lnTo>
                <a:lnTo>
                  <a:pt x="79044" y="13131"/>
                </a:lnTo>
                <a:lnTo>
                  <a:pt x="79044" y="19431"/>
                </a:lnTo>
                <a:lnTo>
                  <a:pt x="78981" y="19685"/>
                </a:lnTo>
                <a:lnTo>
                  <a:pt x="78816" y="19469"/>
                </a:lnTo>
                <a:lnTo>
                  <a:pt x="78816" y="20205"/>
                </a:lnTo>
                <a:lnTo>
                  <a:pt x="78638" y="19939"/>
                </a:lnTo>
                <a:lnTo>
                  <a:pt x="78790" y="19939"/>
                </a:lnTo>
                <a:lnTo>
                  <a:pt x="78816" y="20205"/>
                </a:lnTo>
                <a:lnTo>
                  <a:pt x="78816" y="19469"/>
                </a:lnTo>
                <a:lnTo>
                  <a:pt x="79044" y="19431"/>
                </a:lnTo>
                <a:lnTo>
                  <a:pt x="79044" y="13131"/>
                </a:lnTo>
                <a:lnTo>
                  <a:pt x="79692" y="13081"/>
                </a:lnTo>
                <a:lnTo>
                  <a:pt x="79692" y="11049"/>
                </a:lnTo>
                <a:lnTo>
                  <a:pt x="78917" y="11341"/>
                </a:lnTo>
                <a:lnTo>
                  <a:pt x="78917" y="11938"/>
                </a:lnTo>
                <a:lnTo>
                  <a:pt x="78905" y="13462"/>
                </a:lnTo>
                <a:lnTo>
                  <a:pt x="78727" y="14097"/>
                </a:lnTo>
                <a:lnTo>
                  <a:pt x="78905" y="13462"/>
                </a:lnTo>
                <a:lnTo>
                  <a:pt x="78905" y="11950"/>
                </a:lnTo>
                <a:lnTo>
                  <a:pt x="78498" y="12344"/>
                </a:lnTo>
                <a:lnTo>
                  <a:pt x="78498" y="14097"/>
                </a:lnTo>
                <a:lnTo>
                  <a:pt x="78295" y="14287"/>
                </a:lnTo>
                <a:lnTo>
                  <a:pt x="78193" y="14097"/>
                </a:lnTo>
                <a:lnTo>
                  <a:pt x="78155" y="14414"/>
                </a:lnTo>
                <a:lnTo>
                  <a:pt x="77774" y="14782"/>
                </a:lnTo>
                <a:lnTo>
                  <a:pt x="77774" y="19431"/>
                </a:lnTo>
                <a:lnTo>
                  <a:pt x="77368" y="19773"/>
                </a:lnTo>
                <a:lnTo>
                  <a:pt x="76263" y="19431"/>
                </a:lnTo>
                <a:lnTo>
                  <a:pt x="77050" y="18923"/>
                </a:lnTo>
                <a:lnTo>
                  <a:pt x="77203" y="18923"/>
                </a:lnTo>
                <a:lnTo>
                  <a:pt x="77355" y="18923"/>
                </a:lnTo>
                <a:lnTo>
                  <a:pt x="77482" y="18923"/>
                </a:lnTo>
                <a:lnTo>
                  <a:pt x="77774" y="19431"/>
                </a:lnTo>
                <a:lnTo>
                  <a:pt x="77774" y="14782"/>
                </a:lnTo>
                <a:lnTo>
                  <a:pt x="77685" y="18288"/>
                </a:lnTo>
                <a:lnTo>
                  <a:pt x="77431" y="18326"/>
                </a:lnTo>
                <a:lnTo>
                  <a:pt x="77685" y="18288"/>
                </a:lnTo>
                <a:lnTo>
                  <a:pt x="77685" y="14859"/>
                </a:lnTo>
                <a:lnTo>
                  <a:pt x="77622" y="15113"/>
                </a:lnTo>
                <a:lnTo>
                  <a:pt x="77279" y="15316"/>
                </a:lnTo>
                <a:lnTo>
                  <a:pt x="77279" y="18288"/>
                </a:lnTo>
                <a:lnTo>
                  <a:pt x="76847" y="18415"/>
                </a:lnTo>
                <a:lnTo>
                  <a:pt x="76530" y="18478"/>
                </a:lnTo>
                <a:lnTo>
                  <a:pt x="76530" y="18923"/>
                </a:lnTo>
                <a:lnTo>
                  <a:pt x="76263" y="18986"/>
                </a:lnTo>
                <a:lnTo>
                  <a:pt x="76530" y="18923"/>
                </a:lnTo>
                <a:lnTo>
                  <a:pt x="76530" y="18478"/>
                </a:lnTo>
                <a:lnTo>
                  <a:pt x="76098" y="18529"/>
                </a:lnTo>
                <a:lnTo>
                  <a:pt x="76098" y="18923"/>
                </a:lnTo>
                <a:lnTo>
                  <a:pt x="75730" y="19050"/>
                </a:lnTo>
                <a:lnTo>
                  <a:pt x="75768" y="18923"/>
                </a:lnTo>
                <a:lnTo>
                  <a:pt x="75907" y="18923"/>
                </a:lnTo>
                <a:lnTo>
                  <a:pt x="76098" y="18923"/>
                </a:lnTo>
                <a:lnTo>
                  <a:pt x="76098" y="18529"/>
                </a:lnTo>
                <a:lnTo>
                  <a:pt x="76631" y="18326"/>
                </a:lnTo>
                <a:lnTo>
                  <a:pt x="76809" y="18288"/>
                </a:lnTo>
                <a:lnTo>
                  <a:pt x="76962" y="18288"/>
                </a:lnTo>
                <a:lnTo>
                  <a:pt x="77279" y="18288"/>
                </a:lnTo>
                <a:lnTo>
                  <a:pt x="77279" y="15316"/>
                </a:lnTo>
                <a:lnTo>
                  <a:pt x="77101" y="15494"/>
                </a:lnTo>
                <a:lnTo>
                  <a:pt x="77012" y="16256"/>
                </a:lnTo>
                <a:lnTo>
                  <a:pt x="76733" y="16357"/>
                </a:lnTo>
                <a:lnTo>
                  <a:pt x="76517" y="16433"/>
                </a:lnTo>
                <a:lnTo>
                  <a:pt x="76517" y="17272"/>
                </a:lnTo>
                <a:lnTo>
                  <a:pt x="76123" y="17691"/>
                </a:lnTo>
                <a:lnTo>
                  <a:pt x="75907" y="17653"/>
                </a:lnTo>
                <a:lnTo>
                  <a:pt x="75907" y="17449"/>
                </a:lnTo>
                <a:lnTo>
                  <a:pt x="75958" y="17272"/>
                </a:lnTo>
                <a:lnTo>
                  <a:pt x="76517" y="17272"/>
                </a:lnTo>
                <a:lnTo>
                  <a:pt x="76517" y="16433"/>
                </a:lnTo>
                <a:lnTo>
                  <a:pt x="75717" y="16713"/>
                </a:lnTo>
                <a:lnTo>
                  <a:pt x="75717" y="18923"/>
                </a:lnTo>
                <a:lnTo>
                  <a:pt x="75539" y="18923"/>
                </a:lnTo>
                <a:lnTo>
                  <a:pt x="75399" y="18923"/>
                </a:lnTo>
                <a:lnTo>
                  <a:pt x="74968" y="19151"/>
                </a:lnTo>
                <a:lnTo>
                  <a:pt x="74993" y="18923"/>
                </a:lnTo>
                <a:lnTo>
                  <a:pt x="75577" y="18694"/>
                </a:lnTo>
                <a:lnTo>
                  <a:pt x="75717" y="18923"/>
                </a:lnTo>
                <a:lnTo>
                  <a:pt x="75717" y="16713"/>
                </a:lnTo>
                <a:lnTo>
                  <a:pt x="75603" y="18542"/>
                </a:lnTo>
                <a:lnTo>
                  <a:pt x="75095" y="18681"/>
                </a:lnTo>
                <a:lnTo>
                  <a:pt x="75603" y="18554"/>
                </a:lnTo>
                <a:lnTo>
                  <a:pt x="75120" y="18643"/>
                </a:lnTo>
                <a:lnTo>
                  <a:pt x="75285" y="18288"/>
                </a:lnTo>
                <a:lnTo>
                  <a:pt x="75539" y="18288"/>
                </a:lnTo>
                <a:lnTo>
                  <a:pt x="75603" y="18542"/>
                </a:lnTo>
                <a:lnTo>
                  <a:pt x="75603" y="16751"/>
                </a:lnTo>
                <a:lnTo>
                  <a:pt x="75971" y="16256"/>
                </a:lnTo>
                <a:lnTo>
                  <a:pt x="74599" y="16573"/>
                </a:lnTo>
                <a:lnTo>
                  <a:pt x="74599" y="17272"/>
                </a:lnTo>
                <a:lnTo>
                  <a:pt x="74142" y="17348"/>
                </a:lnTo>
                <a:lnTo>
                  <a:pt x="74142" y="19431"/>
                </a:lnTo>
                <a:lnTo>
                  <a:pt x="73952" y="19570"/>
                </a:lnTo>
                <a:lnTo>
                  <a:pt x="73583" y="19939"/>
                </a:lnTo>
                <a:lnTo>
                  <a:pt x="73850" y="19494"/>
                </a:lnTo>
                <a:lnTo>
                  <a:pt x="73075" y="19431"/>
                </a:lnTo>
                <a:lnTo>
                  <a:pt x="72986" y="18923"/>
                </a:lnTo>
                <a:lnTo>
                  <a:pt x="73228" y="18923"/>
                </a:lnTo>
                <a:lnTo>
                  <a:pt x="74142" y="19431"/>
                </a:lnTo>
                <a:lnTo>
                  <a:pt x="74142" y="17348"/>
                </a:lnTo>
                <a:lnTo>
                  <a:pt x="73964" y="17373"/>
                </a:lnTo>
                <a:lnTo>
                  <a:pt x="73456" y="17449"/>
                </a:lnTo>
                <a:lnTo>
                  <a:pt x="73456" y="18554"/>
                </a:lnTo>
                <a:lnTo>
                  <a:pt x="72910" y="18288"/>
                </a:lnTo>
                <a:lnTo>
                  <a:pt x="73342" y="18288"/>
                </a:lnTo>
                <a:lnTo>
                  <a:pt x="73456" y="18554"/>
                </a:lnTo>
                <a:lnTo>
                  <a:pt x="73456" y="17449"/>
                </a:lnTo>
                <a:lnTo>
                  <a:pt x="72758" y="17551"/>
                </a:lnTo>
                <a:lnTo>
                  <a:pt x="72758" y="18288"/>
                </a:lnTo>
                <a:lnTo>
                  <a:pt x="72415" y="18923"/>
                </a:lnTo>
                <a:lnTo>
                  <a:pt x="72085" y="18288"/>
                </a:lnTo>
                <a:lnTo>
                  <a:pt x="72440" y="18288"/>
                </a:lnTo>
                <a:lnTo>
                  <a:pt x="72758" y="18288"/>
                </a:lnTo>
                <a:lnTo>
                  <a:pt x="72758" y="17551"/>
                </a:lnTo>
                <a:lnTo>
                  <a:pt x="72504" y="17589"/>
                </a:lnTo>
                <a:lnTo>
                  <a:pt x="71666" y="17703"/>
                </a:lnTo>
                <a:lnTo>
                  <a:pt x="71742" y="17272"/>
                </a:lnTo>
                <a:lnTo>
                  <a:pt x="72034" y="17272"/>
                </a:lnTo>
                <a:lnTo>
                  <a:pt x="72732" y="17272"/>
                </a:lnTo>
                <a:lnTo>
                  <a:pt x="73329" y="17272"/>
                </a:lnTo>
                <a:lnTo>
                  <a:pt x="74117" y="17272"/>
                </a:lnTo>
                <a:lnTo>
                  <a:pt x="74599" y="17272"/>
                </a:lnTo>
                <a:lnTo>
                  <a:pt x="74599" y="16573"/>
                </a:lnTo>
                <a:lnTo>
                  <a:pt x="73698" y="16776"/>
                </a:lnTo>
                <a:lnTo>
                  <a:pt x="74091" y="16256"/>
                </a:lnTo>
                <a:lnTo>
                  <a:pt x="74320" y="16256"/>
                </a:lnTo>
                <a:lnTo>
                  <a:pt x="77012" y="16256"/>
                </a:lnTo>
                <a:lnTo>
                  <a:pt x="77012" y="15455"/>
                </a:lnTo>
                <a:lnTo>
                  <a:pt x="76212" y="15887"/>
                </a:lnTo>
                <a:lnTo>
                  <a:pt x="76085" y="15113"/>
                </a:lnTo>
                <a:lnTo>
                  <a:pt x="76758" y="15113"/>
                </a:lnTo>
                <a:lnTo>
                  <a:pt x="77343" y="15113"/>
                </a:lnTo>
                <a:lnTo>
                  <a:pt x="77482" y="15113"/>
                </a:lnTo>
                <a:lnTo>
                  <a:pt x="77622" y="15113"/>
                </a:lnTo>
                <a:lnTo>
                  <a:pt x="77622" y="14922"/>
                </a:lnTo>
                <a:lnTo>
                  <a:pt x="77482" y="15049"/>
                </a:lnTo>
                <a:lnTo>
                  <a:pt x="77533" y="14097"/>
                </a:lnTo>
                <a:lnTo>
                  <a:pt x="78193" y="14097"/>
                </a:lnTo>
                <a:lnTo>
                  <a:pt x="78498" y="14097"/>
                </a:lnTo>
                <a:lnTo>
                  <a:pt x="78498" y="12344"/>
                </a:lnTo>
                <a:lnTo>
                  <a:pt x="78232" y="12585"/>
                </a:lnTo>
                <a:lnTo>
                  <a:pt x="78155" y="11938"/>
                </a:lnTo>
                <a:lnTo>
                  <a:pt x="78917" y="11938"/>
                </a:lnTo>
                <a:lnTo>
                  <a:pt x="78917" y="11341"/>
                </a:lnTo>
                <a:lnTo>
                  <a:pt x="78994" y="10922"/>
                </a:lnTo>
                <a:lnTo>
                  <a:pt x="79413" y="10172"/>
                </a:lnTo>
                <a:lnTo>
                  <a:pt x="77876" y="10922"/>
                </a:lnTo>
                <a:lnTo>
                  <a:pt x="78155" y="10922"/>
                </a:lnTo>
                <a:lnTo>
                  <a:pt x="78549" y="10922"/>
                </a:lnTo>
                <a:lnTo>
                  <a:pt x="78549" y="11201"/>
                </a:lnTo>
                <a:lnTo>
                  <a:pt x="78155" y="10922"/>
                </a:lnTo>
                <a:lnTo>
                  <a:pt x="78333" y="11557"/>
                </a:lnTo>
                <a:lnTo>
                  <a:pt x="77736" y="11785"/>
                </a:lnTo>
                <a:lnTo>
                  <a:pt x="77825" y="10922"/>
                </a:lnTo>
                <a:lnTo>
                  <a:pt x="79413" y="10172"/>
                </a:lnTo>
                <a:lnTo>
                  <a:pt x="79565" y="9906"/>
                </a:lnTo>
                <a:lnTo>
                  <a:pt x="79438" y="10147"/>
                </a:lnTo>
                <a:lnTo>
                  <a:pt x="79946" y="9906"/>
                </a:lnTo>
                <a:lnTo>
                  <a:pt x="79438" y="10160"/>
                </a:lnTo>
                <a:lnTo>
                  <a:pt x="79057" y="10922"/>
                </a:lnTo>
                <a:lnTo>
                  <a:pt x="79997" y="10922"/>
                </a:lnTo>
                <a:lnTo>
                  <a:pt x="79997" y="8864"/>
                </a:lnTo>
                <a:lnTo>
                  <a:pt x="80327" y="9169"/>
                </a:lnTo>
                <a:lnTo>
                  <a:pt x="80327" y="8940"/>
                </a:lnTo>
                <a:lnTo>
                  <a:pt x="80035" y="8763"/>
                </a:lnTo>
                <a:lnTo>
                  <a:pt x="80086" y="8763"/>
                </a:lnTo>
                <a:lnTo>
                  <a:pt x="80810" y="8763"/>
                </a:lnTo>
                <a:lnTo>
                  <a:pt x="80708" y="8610"/>
                </a:lnTo>
                <a:lnTo>
                  <a:pt x="80492" y="8140"/>
                </a:lnTo>
                <a:lnTo>
                  <a:pt x="80327" y="7886"/>
                </a:lnTo>
                <a:lnTo>
                  <a:pt x="80251" y="7747"/>
                </a:lnTo>
                <a:lnTo>
                  <a:pt x="80111" y="7747"/>
                </a:lnTo>
                <a:lnTo>
                  <a:pt x="79946" y="7747"/>
                </a:lnTo>
                <a:lnTo>
                  <a:pt x="79895" y="8394"/>
                </a:lnTo>
                <a:lnTo>
                  <a:pt x="79717" y="8597"/>
                </a:lnTo>
                <a:lnTo>
                  <a:pt x="79552" y="8559"/>
                </a:lnTo>
                <a:lnTo>
                  <a:pt x="79895" y="7835"/>
                </a:lnTo>
                <a:lnTo>
                  <a:pt x="79667" y="7747"/>
                </a:lnTo>
                <a:lnTo>
                  <a:pt x="78968" y="8077"/>
                </a:lnTo>
                <a:lnTo>
                  <a:pt x="79082" y="7747"/>
                </a:lnTo>
                <a:lnTo>
                  <a:pt x="78676" y="7747"/>
                </a:lnTo>
                <a:lnTo>
                  <a:pt x="78435" y="7747"/>
                </a:lnTo>
                <a:lnTo>
                  <a:pt x="78409" y="8293"/>
                </a:lnTo>
                <a:lnTo>
                  <a:pt x="78028" y="8204"/>
                </a:lnTo>
                <a:lnTo>
                  <a:pt x="78282" y="7747"/>
                </a:lnTo>
                <a:lnTo>
                  <a:pt x="78028" y="7747"/>
                </a:lnTo>
                <a:lnTo>
                  <a:pt x="77749" y="7912"/>
                </a:lnTo>
                <a:lnTo>
                  <a:pt x="77787" y="7747"/>
                </a:lnTo>
                <a:lnTo>
                  <a:pt x="77393" y="7747"/>
                </a:lnTo>
                <a:lnTo>
                  <a:pt x="77330" y="8026"/>
                </a:lnTo>
                <a:lnTo>
                  <a:pt x="77393" y="7747"/>
                </a:lnTo>
                <a:lnTo>
                  <a:pt x="76987" y="7747"/>
                </a:lnTo>
                <a:lnTo>
                  <a:pt x="77000" y="7950"/>
                </a:lnTo>
                <a:lnTo>
                  <a:pt x="76479" y="7835"/>
                </a:lnTo>
                <a:lnTo>
                  <a:pt x="76492" y="8267"/>
                </a:lnTo>
                <a:lnTo>
                  <a:pt x="76123" y="7962"/>
                </a:lnTo>
                <a:lnTo>
                  <a:pt x="76123" y="11938"/>
                </a:lnTo>
                <a:lnTo>
                  <a:pt x="74980" y="12103"/>
                </a:lnTo>
                <a:lnTo>
                  <a:pt x="74980" y="15113"/>
                </a:lnTo>
                <a:lnTo>
                  <a:pt x="74422" y="15392"/>
                </a:lnTo>
                <a:lnTo>
                  <a:pt x="74460" y="15113"/>
                </a:lnTo>
                <a:lnTo>
                  <a:pt x="74980" y="15113"/>
                </a:lnTo>
                <a:lnTo>
                  <a:pt x="74980" y="12103"/>
                </a:lnTo>
                <a:lnTo>
                  <a:pt x="74256" y="12192"/>
                </a:lnTo>
                <a:lnTo>
                  <a:pt x="74256" y="13081"/>
                </a:lnTo>
                <a:lnTo>
                  <a:pt x="74142" y="14097"/>
                </a:lnTo>
                <a:lnTo>
                  <a:pt x="73875" y="15074"/>
                </a:lnTo>
                <a:lnTo>
                  <a:pt x="73875" y="15633"/>
                </a:lnTo>
                <a:lnTo>
                  <a:pt x="73774" y="16256"/>
                </a:lnTo>
                <a:lnTo>
                  <a:pt x="71628" y="16497"/>
                </a:lnTo>
                <a:lnTo>
                  <a:pt x="71628" y="17716"/>
                </a:lnTo>
                <a:lnTo>
                  <a:pt x="71145" y="17780"/>
                </a:lnTo>
                <a:lnTo>
                  <a:pt x="71056" y="17272"/>
                </a:lnTo>
                <a:lnTo>
                  <a:pt x="71526" y="17272"/>
                </a:lnTo>
                <a:lnTo>
                  <a:pt x="71628" y="17716"/>
                </a:lnTo>
                <a:lnTo>
                  <a:pt x="71628" y="16497"/>
                </a:lnTo>
                <a:lnTo>
                  <a:pt x="70383" y="16637"/>
                </a:lnTo>
                <a:lnTo>
                  <a:pt x="70624" y="16256"/>
                </a:lnTo>
                <a:lnTo>
                  <a:pt x="72377" y="16256"/>
                </a:lnTo>
                <a:lnTo>
                  <a:pt x="72567" y="16256"/>
                </a:lnTo>
                <a:lnTo>
                  <a:pt x="72694" y="16256"/>
                </a:lnTo>
                <a:lnTo>
                  <a:pt x="73418" y="16256"/>
                </a:lnTo>
                <a:lnTo>
                  <a:pt x="73774" y="16256"/>
                </a:lnTo>
                <a:lnTo>
                  <a:pt x="73774" y="15582"/>
                </a:lnTo>
                <a:lnTo>
                  <a:pt x="73494" y="15430"/>
                </a:lnTo>
                <a:lnTo>
                  <a:pt x="73469" y="15748"/>
                </a:lnTo>
                <a:lnTo>
                  <a:pt x="72796" y="15468"/>
                </a:lnTo>
                <a:lnTo>
                  <a:pt x="72910" y="15113"/>
                </a:lnTo>
                <a:lnTo>
                  <a:pt x="73533" y="15113"/>
                </a:lnTo>
                <a:lnTo>
                  <a:pt x="73875" y="15633"/>
                </a:lnTo>
                <a:lnTo>
                  <a:pt x="73875" y="15074"/>
                </a:lnTo>
                <a:lnTo>
                  <a:pt x="73710" y="15113"/>
                </a:lnTo>
                <a:lnTo>
                  <a:pt x="73050" y="14097"/>
                </a:lnTo>
                <a:lnTo>
                  <a:pt x="73228" y="14097"/>
                </a:lnTo>
                <a:lnTo>
                  <a:pt x="73558" y="14097"/>
                </a:lnTo>
                <a:lnTo>
                  <a:pt x="74002" y="14097"/>
                </a:lnTo>
                <a:lnTo>
                  <a:pt x="74142" y="14097"/>
                </a:lnTo>
                <a:lnTo>
                  <a:pt x="74142" y="13157"/>
                </a:lnTo>
                <a:lnTo>
                  <a:pt x="73583" y="13462"/>
                </a:lnTo>
                <a:lnTo>
                  <a:pt x="73571" y="13081"/>
                </a:lnTo>
                <a:lnTo>
                  <a:pt x="74256" y="13081"/>
                </a:lnTo>
                <a:lnTo>
                  <a:pt x="74256" y="12192"/>
                </a:lnTo>
                <a:lnTo>
                  <a:pt x="73355" y="12319"/>
                </a:lnTo>
                <a:lnTo>
                  <a:pt x="73355" y="13081"/>
                </a:lnTo>
                <a:lnTo>
                  <a:pt x="73126" y="13728"/>
                </a:lnTo>
                <a:lnTo>
                  <a:pt x="72948" y="13462"/>
                </a:lnTo>
                <a:lnTo>
                  <a:pt x="72237" y="13081"/>
                </a:lnTo>
                <a:lnTo>
                  <a:pt x="72478" y="13576"/>
                </a:lnTo>
                <a:lnTo>
                  <a:pt x="72250" y="13500"/>
                </a:lnTo>
                <a:lnTo>
                  <a:pt x="72250" y="15227"/>
                </a:lnTo>
                <a:lnTo>
                  <a:pt x="71983" y="15113"/>
                </a:lnTo>
                <a:lnTo>
                  <a:pt x="72237" y="15113"/>
                </a:lnTo>
                <a:lnTo>
                  <a:pt x="72250" y="13500"/>
                </a:lnTo>
                <a:lnTo>
                  <a:pt x="72186" y="14097"/>
                </a:lnTo>
                <a:lnTo>
                  <a:pt x="71983" y="14706"/>
                </a:lnTo>
                <a:lnTo>
                  <a:pt x="71996" y="14097"/>
                </a:lnTo>
                <a:lnTo>
                  <a:pt x="72186" y="14097"/>
                </a:lnTo>
                <a:lnTo>
                  <a:pt x="72186" y="13487"/>
                </a:lnTo>
                <a:lnTo>
                  <a:pt x="71653" y="13296"/>
                </a:lnTo>
                <a:lnTo>
                  <a:pt x="71653" y="14097"/>
                </a:lnTo>
                <a:lnTo>
                  <a:pt x="71653" y="15113"/>
                </a:lnTo>
                <a:lnTo>
                  <a:pt x="71297" y="15113"/>
                </a:lnTo>
                <a:lnTo>
                  <a:pt x="70878" y="15113"/>
                </a:lnTo>
                <a:lnTo>
                  <a:pt x="70637" y="15113"/>
                </a:lnTo>
                <a:lnTo>
                  <a:pt x="70053" y="15417"/>
                </a:lnTo>
                <a:lnTo>
                  <a:pt x="70053" y="17945"/>
                </a:lnTo>
                <a:lnTo>
                  <a:pt x="69646" y="18008"/>
                </a:lnTo>
                <a:lnTo>
                  <a:pt x="69684" y="17272"/>
                </a:lnTo>
                <a:lnTo>
                  <a:pt x="70053" y="17945"/>
                </a:lnTo>
                <a:lnTo>
                  <a:pt x="70053" y="15417"/>
                </a:lnTo>
                <a:lnTo>
                  <a:pt x="69850" y="15113"/>
                </a:lnTo>
                <a:lnTo>
                  <a:pt x="69621" y="15316"/>
                </a:lnTo>
                <a:lnTo>
                  <a:pt x="69532" y="15113"/>
                </a:lnTo>
                <a:lnTo>
                  <a:pt x="69850" y="15113"/>
                </a:lnTo>
                <a:lnTo>
                  <a:pt x="69418" y="14363"/>
                </a:lnTo>
                <a:lnTo>
                  <a:pt x="69024" y="15113"/>
                </a:lnTo>
                <a:lnTo>
                  <a:pt x="69354" y="15113"/>
                </a:lnTo>
                <a:lnTo>
                  <a:pt x="69088" y="15367"/>
                </a:lnTo>
                <a:lnTo>
                  <a:pt x="68922" y="15151"/>
                </a:lnTo>
                <a:lnTo>
                  <a:pt x="68922" y="15519"/>
                </a:lnTo>
                <a:lnTo>
                  <a:pt x="68338" y="16078"/>
                </a:lnTo>
                <a:lnTo>
                  <a:pt x="67665" y="15113"/>
                </a:lnTo>
                <a:lnTo>
                  <a:pt x="68008" y="15113"/>
                </a:lnTo>
                <a:lnTo>
                  <a:pt x="68630" y="15113"/>
                </a:lnTo>
                <a:lnTo>
                  <a:pt x="68922" y="15519"/>
                </a:lnTo>
                <a:lnTo>
                  <a:pt x="68922" y="15151"/>
                </a:lnTo>
                <a:lnTo>
                  <a:pt x="68834" y="14097"/>
                </a:lnTo>
                <a:lnTo>
                  <a:pt x="69278" y="14097"/>
                </a:lnTo>
                <a:lnTo>
                  <a:pt x="69570" y="14097"/>
                </a:lnTo>
                <a:lnTo>
                  <a:pt x="70700" y="14770"/>
                </a:lnTo>
                <a:lnTo>
                  <a:pt x="70370" y="14097"/>
                </a:lnTo>
                <a:lnTo>
                  <a:pt x="70548" y="14097"/>
                </a:lnTo>
                <a:lnTo>
                  <a:pt x="71145" y="14097"/>
                </a:lnTo>
                <a:lnTo>
                  <a:pt x="71653" y="14097"/>
                </a:lnTo>
                <a:lnTo>
                  <a:pt x="71653" y="13296"/>
                </a:lnTo>
                <a:lnTo>
                  <a:pt x="71196" y="13131"/>
                </a:lnTo>
                <a:lnTo>
                  <a:pt x="70802" y="13728"/>
                </a:lnTo>
                <a:lnTo>
                  <a:pt x="70231" y="13081"/>
                </a:lnTo>
                <a:lnTo>
                  <a:pt x="73355" y="13081"/>
                </a:lnTo>
                <a:lnTo>
                  <a:pt x="73355" y="12319"/>
                </a:lnTo>
                <a:lnTo>
                  <a:pt x="72631" y="12407"/>
                </a:lnTo>
                <a:lnTo>
                  <a:pt x="72656" y="11938"/>
                </a:lnTo>
                <a:lnTo>
                  <a:pt x="76123" y="11938"/>
                </a:lnTo>
                <a:lnTo>
                  <a:pt x="76123" y="7962"/>
                </a:lnTo>
                <a:lnTo>
                  <a:pt x="75971" y="8331"/>
                </a:lnTo>
                <a:lnTo>
                  <a:pt x="75577" y="7937"/>
                </a:lnTo>
                <a:lnTo>
                  <a:pt x="75577" y="8610"/>
                </a:lnTo>
                <a:lnTo>
                  <a:pt x="75298" y="8382"/>
                </a:lnTo>
                <a:lnTo>
                  <a:pt x="75145" y="7848"/>
                </a:lnTo>
                <a:lnTo>
                  <a:pt x="75577" y="8610"/>
                </a:lnTo>
                <a:lnTo>
                  <a:pt x="75577" y="7937"/>
                </a:lnTo>
                <a:lnTo>
                  <a:pt x="75387" y="7747"/>
                </a:lnTo>
                <a:lnTo>
                  <a:pt x="75120" y="7747"/>
                </a:lnTo>
                <a:lnTo>
                  <a:pt x="74955" y="7747"/>
                </a:lnTo>
                <a:lnTo>
                  <a:pt x="74841" y="8001"/>
                </a:lnTo>
                <a:lnTo>
                  <a:pt x="74536" y="7747"/>
                </a:lnTo>
                <a:lnTo>
                  <a:pt x="74498" y="9906"/>
                </a:lnTo>
                <a:lnTo>
                  <a:pt x="73088" y="10452"/>
                </a:lnTo>
                <a:lnTo>
                  <a:pt x="73113" y="9906"/>
                </a:lnTo>
                <a:lnTo>
                  <a:pt x="74498" y="9906"/>
                </a:lnTo>
                <a:lnTo>
                  <a:pt x="74498" y="7747"/>
                </a:lnTo>
                <a:lnTo>
                  <a:pt x="74295" y="7747"/>
                </a:lnTo>
                <a:lnTo>
                  <a:pt x="74295" y="8763"/>
                </a:lnTo>
                <a:lnTo>
                  <a:pt x="73177" y="9271"/>
                </a:lnTo>
                <a:lnTo>
                  <a:pt x="73177" y="8763"/>
                </a:lnTo>
                <a:lnTo>
                  <a:pt x="74295" y="8763"/>
                </a:lnTo>
                <a:lnTo>
                  <a:pt x="74295" y="7747"/>
                </a:lnTo>
                <a:lnTo>
                  <a:pt x="73812" y="7747"/>
                </a:lnTo>
                <a:lnTo>
                  <a:pt x="73812" y="6731"/>
                </a:lnTo>
                <a:lnTo>
                  <a:pt x="73126" y="6731"/>
                </a:lnTo>
                <a:lnTo>
                  <a:pt x="73431" y="5334"/>
                </a:lnTo>
                <a:lnTo>
                  <a:pt x="72567" y="5334"/>
                </a:lnTo>
                <a:lnTo>
                  <a:pt x="72986" y="6731"/>
                </a:lnTo>
                <a:lnTo>
                  <a:pt x="72224" y="6731"/>
                </a:lnTo>
                <a:lnTo>
                  <a:pt x="72504" y="5334"/>
                </a:lnTo>
                <a:lnTo>
                  <a:pt x="72174" y="5334"/>
                </a:lnTo>
                <a:lnTo>
                  <a:pt x="72174" y="12293"/>
                </a:lnTo>
                <a:lnTo>
                  <a:pt x="71208" y="11938"/>
                </a:lnTo>
                <a:lnTo>
                  <a:pt x="72009" y="11938"/>
                </a:lnTo>
                <a:lnTo>
                  <a:pt x="72174" y="12293"/>
                </a:lnTo>
                <a:lnTo>
                  <a:pt x="72174" y="5334"/>
                </a:lnTo>
                <a:lnTo>
                  <a:pt x="72123" y="7747"/>
                </a:lnTo>
                <a:lnTo>
                  <a:pt x="70916" y="8178"/>
                </a:lnTo>
                <a:lnTo>
                  <a:pt x="70942" y="7747"/>
                </a:lnTo>
                <a:lnTo>
                  <a:pt x="72123" y="7747"/>
                </a:lnTo>
                <a:lnTo>
                  <a:pt x="72123" y="5334"/>
                </a:lnTo>
                <a:lnTo>
                  <a:pt x="71005" y="5334"/>
                </a:lnTo>
                <a:lnTo>
                  <a:pt x="70599" y="5994"/>
                </a:lnTo>
                <a:lnTo>
                  <a:pt x="70599" y="7747"/>
                </a:lnTo>
                <a:lnTo>
                  <a:pt x="70561" y="8305"/>
                </a:lnTo>
                <a:lnTo>
                  <a:pt x="69113" y="7874"/>
                </a:lnTo>
                <a:lnTo>
                  <a:pt x="69113" y="8763"/>
                </a:lnTo>
                <a:lnTo>
                  <a:pt x="68884" y="8763"/>
                </a:lnTo>
                <a:lnTo>
                  <a:pt x="68516" y="8331"/>
                </a:lnTo>
                <a:lnTo>
                  <a:pt x="68516" y="14097"/>
                </a:lnTo>
                <a:lnTo>
                  <a:pt x="68186" y="14757"/>
                </a:lnTo>
                <a:lnTo>
                  <a:pt x="67818" y="14528"/>
                </a:lnTo>
                <a:lnTo>
                  <a:pt x="68059" y="14097"/>
                </a:lnTo>
                <a:lnTo>
                  <a:pt x="68389" y="14097"/>
                </a:lnTo>
                <a:lnTo>
                  <a:pt x="68516" y="14097"/>
                </a:lnTo>
                <a:lnTo>
                  <a:pt x="68516" y="8331"/>
                </a:lnTo>
                <a:lnTo>
                  <a:pt x="68021" y="7747"/>
                </a:lnTo>
                <a:lnTo>
                  <a:pt x="68529" y="7747"/>
                </a:lnTo>
                <a:lnTo>
                  <a:pt x="69113" y="8763"/>
                </a:lnTo>
                <a:lnTo>
                  <a:pt x="69113" y="7874"/>
                </a:lnTo>
                <a:lnTo>
                  <a:pt x="68757" y="7747"/>
                </a:lnTo>
                <a:lnTo>
                  <a:pt x="68961" y="6731"/>
                </a:lnTo>
                <a:lnTo>
                  <a:pt x="68503" y="6731"/>
                </a:lnTo>
                <a:lnTo>
                  <a:pt x="69227" y="5384"/>
                </a:lnTo>
                <a:lnTo>
                  <a:pt x="69227" y="6731"/>
                </a:lnTo>
                <a:lnTo>
                  <a:pt x="69888" y="6731"/>
                </a:lnTo>
                <a:lnTo>
                  <a:pt x="68846" y="7747"/>
                </a:lnTo>
                <a:lnTo>
                  <a:pt x="70599" y="7747"/>
                </a:lnTo>
                <a:lnTo>
                  <a:pt x="70599" y="5994"/>
                </a:lnTo>
                <a:lnTo>
                  <a:pt x="70129" y="6731"/>
                </a:lnTo>
                <a:lnTo>
                  <a:pt x="69989" y="6731"/>
                </a:lnTo>
                <a:lnTo>
                  <a:pt x="70446" y="5334"/>
                </a:lnTo>
                <a:lnTo>
                  <a:pt x="69430" y="4673"/>
                </a:lnTo>
                <a:lnTo>
                  <a:pt x="69430" y="5334"/>
                </a:lnTo>
                <a:lnTo>
                  <a:pt x="69253" y="5334"/>
                </a:lnTo>
                <a:lnTo>
                  <a:pt x="68148" y="5334"/>
                </a:lnTo>
                <a:lnTo>
                  <a:pt x="67856" y="5334"/>
                </a:lnTo>
                <a:lnTo>
                  <a:pt x="67856" y="13335"/>
                </a:lnTo>
                <a:lnTo>
                  <a:pt x="67335" y="13131"/>
                </a:lnTo>
                <a:lnTo>
                  <a:pt x="67335" y="14097"/>
                </a:lnTo>
                <a:lnTo>
                  <a:pt x="67132" y="14097"/>
                </a:lnTo>
                <a:lnTo>
                  <a:pt x="67132" y="15113"/>
                </a:lnTo>
                <a:lnTo>
                  <a:pt x="65938" y="15367"/>
                </a:lnTo>
                <a:lnTo>
                  <a:pt x="65963" y="15113"/>
                </a:lnTo>
                <a:lnTo>
                  <a:pt x="66306" y="15113"/>
                </a:lnTo>
                <a:lnTo>
                  <a:pt x="67132" y="15113"/>
                </a:lnTo>
                <a:lnTo>
                  <a:pt x="67132" y="14097"/>
                </a:lnTo>
                <a:lnTo>
                  <a:pt x="67335" y="14097"/>
                </a:lnTo>
                <a:lnTo>
                  <a:pt x="67335" y="13131"/>
                </a:lnTo>
                <a:lnTo>
                  <a:pt x="67678" y="13081"/>
                </a:lnTo>
                <a:lnTo>
                  <a:pt x="67856" y="13335"/>
                </a:lnTo>
                <a:lnTo>
                  <a:pt x="67856" y="5334"/>
                </a:lnTo>
                <a:lnTo>
                  <a:pt x="67741" y="4318"/>
                </a:lnTo>
                <a:lnTo>
                  <a:pt x="67945" y="4318"/>
                </a:lnTo>
                <a:lnTo>
                  <a:pt x="68148" y="5334"/>
                </a:lnTo>
                <a:lnTo>
                  <a:pt x="68173" y="4318"/>
                </a:lnTo>
                <a:lnTo>
                  <a:pt x="68491" y="4318"/>
                </a:lnTo>
                <a:lnTo>
                  <a:pt x="69430" y="5334"/>
                </a:lnTo>
                <a:lnTo>
                  <a:pt x="69430" y="4673"/>
                </a:lnTo>
                <a:lnTo>
                  <a:pt x="68910" y="4318"/>
                </a:lnTo>
                <a:lnTo>
                  <a:pt x="69062" y="4318"/>
                </a:lnTo>
                <a:lnTo>
                  <a:pt x="69964" y="4318"/>
                </a:lnTo>
                <a:lnTo>
                  <a:pt x="68846" y="3683"/>
                </a:lnTo>
                <a:lnTo>
                  <a:pt x="68770" y="3492"/>
                </a:lnTo>
                <a:lnTo>
                  <a:pt x="68732" y="3365"/>
                </a:lnTo>
                <a:lnTo>
                  <a:pt x="68592" y="3543"/>
                </a:lnTo>
                <a:lnTo>
                  <a:pt x="68351" y="3784"/>
                </a:lnTo>
                <a:lnTo>
                  <a:pt x="67564" y="4318"/>
                </a:lnTo>
                <a:lnTo>
                  <a:pt x="67017" y="4318"/>
                </a:lnTo>
                <a:lnTo>
                  <a:pt x="66598" y="5334"/>
                </a:lnTo>
                <a:lnTo>
                  <a:pt x="66408" y="5334"/>
                </a:lnTo>
                <a:lnTo>
                  <a:pt x="66408" y="14097"/>
                </a:lnTo>
                <a:lnTo>
                  <a:pt x="66382" y="14351"/>
                </a:lnTo>
                <a:lnTo>
                  <a:pt x="66090" y="14097"/>
                </a:lnTo>
                <a:lnTo>
                  <a:pt x="66408" y="14097"/>
                </a:lnTo>
                <a:lnTo>
                  <a:pt x="66408" y="5334"/>
                </a:lnTo>
                <a:lnTo>
                  <a:pt x="66192" y="5334"/>
                </a:lnTo>
                <a:lnTo>
                  <a:pt x="66192" y="8763"/>
                </a:lnTo>
                <a:lnTo>
                  <a:pt x="66154" y="9664"/>
                </a:lnTo>
                <a:lnTo>
                  <a:pt x="65760" y="9017"/>
                </a:lnTo>
                <a:lnTo>
                  <a:pt x="65824" y="9906"/>
                </a:lnTo>
                <a:lnTo>
                  <a:pt x="65582" y="9906"/>
                </a:lnTo>
                <a:lnTo>
                  <a:pt x="65582" y="15367"/>
                </a:lnTo>
                <a:lnTo>
                  <a:pt x="65582" y="9906"/>
                </a:lnTo>
                <a:lnTo>
                  <a:pt x="65557" y="8763"/>
                </a:lnTo>
                <a:lnTo>
                  <a:pt x="65747" y="8763"/>
                </a:lnTo>
                <a:lnTo>
                  <a:pt x="66192" y="8763"/>
                </a:lnTo>
                <a:lnTo>
                  <a:pt x="66192" y="5334"/>
                </a:lnTo>
                <a:lnTo>
                  <a:pt x="65328" y="5334"/>
                </a:lnTo>
                <a:lnTo>
                  <a:pt x="65328" y="15113"/>
                </a:lnTo>
                <a:lnTo>
                  <a:pt x="64998" y="15290"/>
                </a:lnTo>
                <a:lnTo>
                  <a:pt x="64985" y="15113"/>
                </a:lnTo>
                <a:lnTo>
                  <a:pt x="64808" y="15176"/>
                </a:lnTo>
                <a:lnTo>
                  <a:pt x="64985" y="15113"/>
                </a:lnTo>
                <a:lnTo>
                  <a:pt x="65328" y="15113"/>
                </a:lnTo>
                <a:lnTo>
                  <a:pt x="65328" y="5334"/>
                </a:lnTo>
                <a:lnTo>
                  <a:pt x="65176" y="5321"/>
                </a:lnTo>
                <a:lnTo>
                  <a:pt x="65176" y="9906"/>
                </a:lnTo>
                <a:lnTo>
                  <a:pt x="65163" y="10096"/>
                </a:lnTo>
                <a:lnTo>
                  <a:pt x="65049" y="9906"/>
                </a:lnTo>
                <a:lnTo>
                  <a:pt x="65176" y="9906"/>
                </a:lnTo>
                <a:lnTo>
                  <a:pt x="65176" y="5321"/>
                </a:lnTo>
                <a:lnTo>
                  <a:pt x="64846" y="5168"/>
                </a:lnTo>
                <a:lnTo>
                  <a:pt x="64846" y="10426"/>
                </a:lnTo>
                <a:lnTo>
                  <a:pt x="64604" y="10363"/>
                </a:lnTo>
                <a:lnTo>
                  <a:pt x="64604" y="17272"/>
                </a:lnTo>
                <a:lnTo>
                  <a:pt x="64084" y="17272"/>
                </a:lnTo>
                <a:lnTo>
                  <a:pt x="64249" y="16256"/>
                </a:lnTo>
                <a:lnTo>
                  <a:pt x="64376" y="16256"/>
                </a:lnTo>
                <a:lnTo>
                  <a:pt x="64604" y="17272"/>
                </a:lnTo>
                <a:lnTo>
                  <a:pt x="64604" y="10363"/>
                </a:lnTo>
                <a:lnTo>
                  <a:pt x="64554" y="15113"/>
                </a:lnTo>
                <a:lnTo>
                  <a:pt x="64452" y="15278"/>
                </a:lnTo>
                <a:lnTo>
                  <a:pt x="63792" y="15481"/>
                </a:lnTo>
                <a:lnTo>
                  <a:pt x="63601" y="15113"/>
                </a:lnTo>
                <a:lnTo>
                  <a:pt x="63652" y="15519"/>
                </a:lnTo>
                <a:lnTo>
                  <a:pt x="63601" y="20447"/>
                </a:lnTo>
                <a:lnTo>
                  <a:pt x="63385" y="20955"/>
                </a:lnTo>
                <a:lnTo>
                  <a:pt x="62585" y="20955"/>
                </a:lnTo>
                <a:lnTo>
                  <a:pt x="62585" y="23114"/>
                </a:lnTo>
                <a:lnTo>
                  <a:pt x="62255" y="23114"/>
                </a:lnTo>
                <a:lnTo>
                  <a:pt x="62484" y="22606"/>
                </a:lnTo>
                <a:lnTo>
                  <a:pt x="62585" y="23114"/>
                </a:lnTo>
                <a:lnTo>
                  <a:pt x="62585" y="20955"/>
                </a:lnTo>
                <a:lnTo>
                  <a:pt x="62179" y="20955"/>
                </a:lnTo>
                <a:lnTo>
                  <a:pt x="62179" y="22606"/>
                </a:lnTo>
                <a:lnTo>
                  <a:pt x="61874" y="23114"/>
                </a:lnTo>
                <a:lnTo>
                  <a:pt x="61810" y="22606"/>
                </a:lnTo>
                <a:lnTo>
                  <a:pt x="62179" y="22606"/>
                </a:lnTo>
                <a:lnTo>
                  <a:pt x="62179" y="20955"/>
                </a:lnTo>
                <a:lnTo>
                  <a:pt x="60972" y="20955"/>
                </a:lnTo>
                <a:lnTo>
                  <a:pt x="60972" y="25908"/>
                </a:lnTo>
                <a:lnTo>
                  <a:pt x="60896" y="25781"/>
                </a:lnTo>
                <a:lnTo>
                  <a:pt x="60972" y="25908"/>
                </a:lnTo>
                <a:lnTo>
                  <a:pt x="60972" y="20955"/>
                </a:lnTo>
                <a:lnTo>
                  <a:pt x="59651" y="20955"/>
                </a:lnTo>
                <a:lnTo>
                  <a:pt x="59651" y="30988"/>
                </a:lnTo>
                <a:lnTo>
                  <a:pt x="59436" y="31572"/>
                </a:lnTo>
                <a:lnTo>
                  <a:pt x="59232" y="31508"/>
                </a:lnTo>
                <a:lnTo>
                  <a:pt x="59232" y="38481"/>
                </a:lnTo>
                <a:lnTo>
                  <a:pt x="59232" y="38989"/>
                </a:lnTo>
                <a:lnTo>
                  <a:pt x="58953" y="38989"/>
                </a:lnTo>
                <a:lnTo>
                  <a:pt x="59016" y="38481"/>
                </a:lnTo>
                <a:lnTo>
                  <a:pt x="59232" y="38481"/>
                </a:lnTo>
                <a:lnTo>
                  <a:pt x="59232" y="31508"/>
                </a:lnTo>
                <a:lnTo>
                  <a:pt x="58928" y="31394"/>
                </a:lnTo>
                <a:lnTo>
                  <a:pt x="59118" y="31623"/>
                </a:lnTo>
                <a:lnTo>
                  <a:pt x="58686" y="31623"/>
                </a:lnTo>
                <a:lnTo>
                  <a:pt x="58686" y="32131"/>
                </a:lnTo>
                <a:lnTo>
                  <a:pt x="58674" y="38989"/>
                </a:lnTo>
                <a:lnTo>
                  <a:pt x="57327" y="38989"/>
                </a:lnTo>
                <a:lnTo>
                  <a:pt x="57645" y="38481"/>
                </a:lnTo>
                <a:lnTo>
                  <a:pt x="57315" y="38481"/>
                </a:lnTo>
                <a:lnTo>
                  <a:pt x="56756" y="37998"/>
                </a:lnTo>
                <a:lnTo>
                  <a:pt x="56756" y="40411"/>
                </a:lnTo>
                <a:lnTo>
                  <a:pt x="56324" y="40170"/>
                </a:lnTo>
                <a:lnTo>
                  <a:pt x="56324" y="41402"/>
                </a:lnTo>
                <a:lnTo>
                  <a:pt x="56261" y="41148"/>
                </a:lnTo>
                <a:lnTo>
                  <a:pt x="55727" y="41148"/>
                </a:lnTo>
                <a:lnTo>
                  <a:pt x="55600" y="41148"/>
                </a:lnTo>
                <a:lnTo>
                  <a:pt x="56032" y="40513"/>
                </a:lnTo>
                <a:lnTo>
                  <a:pt x="56248" y="40513"/>
                </a:lnTo>
                <a:lnTo>
                  <a:pt x="56324" y="41402"/>
                </a:lnTo>
                <a:lnTo>
                  <a:pt x="56324" y="40170"/>
                </a:lnTo>
                <a:lnTo>
                  <a:pt x="56172" y="40068"/>
                </a:lnTo>
                <a:lnTo>
                  <a:pt x="56426" y="40005"/>
                </a:lnTo>
                <a:lnTo>
                  <a:pt x="56756" y="40411"/>
                </a:lnTo>
                <a:lnTo>
                  <a:pt x="56756" y="37998"/>
                </a:lnTo>
                <a:lnTo>
                  <a:pt x="56908" y="37973"/>
                </a:lnTo>
                <a:lnTo>
                  <a:pt x="57454" y="37973"/>
                </a:lnTo>
                <a:lnTo>
                  <a:pt x="58674" y="38989"/>
                </a:lnTo>
                <a:lnTo>
                  <a:pt x="58674" y="32131"/>
                </a:lnTo>
                <a:lnTo>
                  <a:pt x="58534" y="32131"/>
                </a:lnTo>
                <a:lnTo>
                  <a:pt x="58496" y="32639"/>
                </a:lnTo>
                <a:lnTo>
                  <a:pt x="58216" y="32639"/>
                </a:lnTo>
                <a:lnTo>
                  <a:pt x="58267" y="32131"/>
                </a:lnTo>
                <a:lnTo>
                  <a:pt x="58089" y="32131"/>
                </a:lnTo>
                <a:lnTo>
                  <a:pt x="58089" y="33655"/>
                </a:lnTo>
                <a:lnTo>
                  <a:pt x="57962" y="33794"/>
                </a:lnTo>
                <a:lnTo>
                  <a:pt x="57962" y="37338"/>
                </a:lnTo>
                <a:lnTo>
                  <a:pt x="57467" y="37338"/>
                </a:lnTo>
                <a:lnTo>
                  <a:pt x="56984" y="36830"/>
                </a:lnTo>
                <a:lnTo>
                  <a:pt x="56857" y="37338"/>
                </a:lnTo>
                <a:lnTo>
                  <a:pt x="56692" y="37338"/>
                </a:lnTo>
                <a:lnTo>
                  <a:pt x="56375" y="37338"/>
                </a:lnTo>
                <a:lnTo>
                  <a:pt x="56375" y="37973"/>
                </a:lnTo>
                <a:lnTo>
                  <a:pt x="56235" y="37973"/>
                </a:lnTo>
                <a:lnTo>
                  <a:pt x="56375" y="37973"/>
                </a:lnTo>
                <a:lnTo>
                  <a:pt x="56375" y="37338"/>
                </a:lnTo>
                <a:lnTo>
                  <a:pt x="56299" y="37172"/>
                </a:lnTo>
                <a:lnTo>
                  <a:pt x="56235" y="37338"/>
                </a:lnTo>
                <a:lnTo>
                  <a:pt x="55880" y="37338"/>
                </a:lnTo>
                <a:lnTo>
                  <a:pt x="55880" y="40132"/>
                </a:lnTo>
                <a:lnTo>
                  <a:pt x="55765" y="40005"/>
                </a:lnTo>
                <a:lnTo>
                  <a:pt x="55880" y="40132"/>
                </a:lnTo>
                <a:lnTo>
                  <a:pt x="55880" y="37338"/>
                </a:lnTo>
                <a:lnTo>
                  <a:pt x="55689" y="37338"/>
                </a:lnTo>
                <a:lnTo>
                  <a:pt x="56299" y="37084"/>
                </a:lnTo>
                <a:lnTo>
                  <a:pt x="56222" y="36322"/>
                </a:lnTo>
                <a:lnTo>
                  <a:pt x="56121" y="36830"/>
                </a:lnTo>
                <a:lnTo>
                  <a:pt x="55892" y="36830"/>
                </a:lnTo>
                <a:lnTo>
                  <a:pt x="56159" y="36322"/>
                </a:lnTo>
                <a:lnTo>
                  <a:pt x="56337" y="36322"/>
                </a:lnTo>
                <a:lnTo>
                  <a:pt x="56769" y="36830"/>
                </a:lnTo>
                <a:lnTo>
                  <a:pt x="56451" y="36830"/>
                </a:lnTo>
                <a:lnTo>
                  <a:pt x="56349" y="37071"/>
                </a:lnTo>
                <a:lnTo>
                  <a:pt x="56908" y="36830"/>
                </a:lnTo>
                <a:lnTo>
                  <a:pt x="57111" y="36449"/>
                </a:lnTo>
                <a:lnTo>
                  <a:pt x="57035" y="36830"/>
                </a:lnTo>
                <a:lnTo>
                  <a:pt x="57861" y="36830"/>
                </a:lnTo>
                <a:lnTo>
                  <a:pt x="57962" y="37338"/>
                </a:lnTo>
                <a:lnTo>
                  <a:pt x="57962" y="33794"/>
                </a:lnTo>
                <a:lnTo>
                  <a:pt x="57569" y="33147"/>
                </a:lnTo>
                <a:lnTo>
                  <a:pt x="57251" y="33147"/>
                </a:lnTo>
                <a:lnTo>
                  <a:pt x="57251" y="35814"/>
                </a:lnTo>
                <a:lnTo>
                  <a:pt x="56565" y="35814"/>
                </a:lnTo>
                <a:lnTo>
                  <a:pt x="56235" y="34798"/>
                </a:lnTo>
                <a:lnTo>
                  <a:pt x="57124" y="34798"/>
                </a:lnTo>
                <a:lnTo>
                  <a:pt x="57251" y="35814"/>
                </a:lnTo>
                <a:lnTo>
                  <a:pt x="57251" y="33147"/>
                </a:lnTo>
                <a:lnTo>
                  <a:pt x="57111" y="33147"/>
                </a:lnTo>
                <a:lnTo>
                  <a:pt x="57594" y="32639"/>
                </a:lnTo>
                <a:lnTo>
                  <a:pt x="57683" y="33147"/>
                </a:lnTo>
                <a:lnTo>
                  <a:pt x="57772" y="33655"/>
                </a:lnTo>
                <a:lnTo>
                  <a:pt x="58089" y="33655"/>
                </a:lnTo>
                <a:lnTo>
                  <a:pt x="58089" y="32131"/>
                </a:lnTo>
                <a:lnTo>
                  <a:pt x="58026" y="31623"/>
                </a:lnTo>
                <a:lnTo>
                  <a:pt x="58166" y="31623"/>
                </a:lnTo>
                <a:lnTo>
                  <a:pt x="58508" y="31953"/>
                </a:lnTo>
                <a:lnTo>
                  <a:pt x="58674" y="32105"/>
                </a:lnTo>
                <a:lnTo>
                  <a:pt x="58686" y="31623"/>
                </a:lnTo>
                <a:lnTo>
                  <a:pt x="58775" y="31343"/>
                </a:lnTo>
                <a:lnTo>
                  <a:pt x="57759" y="30988"/>
                </a:lnTo>
                <a:lnTo>
                  <a:pt x="58610" y="30988"/>
                </a:lnTo>
                <a:lnTo>
                  <a:pt x="58813" y="31254"/>
                </a:lnTo>
                <a:lnTo>
                  <a:pt x="58928" y="30988"/>
                </a:lnTo>
                <a:lnTo>
                  <a:pt x="59651" y="30988"/>
                </a:lnTo>
                <a:lnTo>
                  <a:pt x="59651" y="20955"/>
                </a:lnTo>
                <a:lnTo>
                  <a:pt x="59296" y="20955"/>
                </a:lnTo>
                <a:lnTo>
                  <a:pt x="59296" y="26289"/>
                </a:lnTo>
                <a:lnTo>
                  <a:pt x="59118" y="26708"/>
                </a:lnTo>
                <a:lnTo>
                  <a:pt x="58877" y="27305"/>
                </a:lnTo>
                <a:lnTo>
                  <a:pt x="58826" y="26797"/>
                </a:lnTo>
                <a:lnTo>
                  <a:pt x="59080" y="26797"/>
                </a:lnTo>
                <a:lnTo>
                  <a:pt x="58826" y="26758"/>
                </a:lnTo>
                <a:lnTo>
                  <a:pt x="58826" y="26289"/>
                </a:lnTo>
                <a:lnTo>
                  <a:pt x="59182" y="26289"/>
                </a:lnTo>
                <a:lnTo>
                  <a:pt x="59296" y="20955"/>
                </a:lnTo>
                <a:lnTo>
                  <a:pt x="57835" y="20955"/>
                </a:lnTo>
                <a:lnTo>
                  <a:pt x="57835" y="28956"/>
                </a:lnTo>
                <a:lnTo>
                  <a:pt x="57607" y="29413"/>
                </a:lnTo>
                <a:lnTo>
                  <a:pt x="57607" y="31623"/>
                </a:lnTo>
                <a:lnTo>
                  <a:pt x="57480" y="32131"/>
                </a:lnTo>
                <a:lnTo>
                  <a:pt x="57035" y="32131"/>
                </a:lnTo>
                <a:lnTo>
                  <a:pt x="57391" y="31623"/>
                </a:lnTo>
                <a:lnTo>
                  <a:pt x="57607" y="31623"/>
                </a:lnTo>
                <a:lnTo>
                  <a:pt x="57607" y="29413"/>
                </a:lnTo>
                <a:lnTo>
                  <a:pt x="57518" y="29972"/>
                </a:lnTo>
                <a:lnTo>
                  <a:pt x="57188" y="29464"/>
                </a:lnTo>
                <a:lnTo>
                  <a:pt x="56603" y="29464"/>
                </a:lnTo>
                <a:lnTo>
                  <a:pt x="56603" y="33147"/>
                </a:lnTo>
                <a:lnTo>
                  <a:pt x="56527" y="33655"/>
                </a:lnTo>
                <a:lnTo>
                  <a:pt x="56197" y="33655"/>
                </a:lnTo>
                <a:lnTo>
                  <a:pt x="56184" y="33147"/>
                </a:lnTo>
                <a:lnTo>
                  <a:pt x="56184" y="34163"/>
                </a:lnTo>
                <a:lnTo>
                  <a:pt x="56108" y="34417"/>
                </a:lnTo>
                <a:lnTo>
                  <a:pt x="56032" y="34163"/>
                </a:lnTo>
                <a:lnTo>
                  <a:pt x="56184" y="34163"/>
                </a:lnTo>
                <a:lnTo>
                  <a:pt x="56184" y="33147"/>
                </a:lnTo>
                <a:lnTo>
                  <a:pt x="56603" y="33147"/>
                </a:lnTo>
                <a:lnTo>
                  <a:pt x="56603" y="29464"/>
                </a:lnTo>
                <a:lnTo>
                  <a:pt x="56146" y="29464"/>
                </a:lnTo>
                <a:lnTo>
                  <a:pt x="56146" y="30480"/>
                </a:lnTo>
                <a:lnTo>
                  <a:pt x="56095" y="30988"/>
                </a:lnTo>
                <a:lnTo>
                  <a:pt x="56007" y="34798"/>
                </a:lnTo>
                <a:lnTo>
                  <a:pt x="55740" y="35814"/>
                </a:lnTo>
                <a:lnTo>
                  <a:pt x="55283" y="35814"/>
                </a:lnTo>
                <a:lnTo>
                  <a:pt x="55283" y="40259"/>
                </a:lnTo>
                <a:lnTo>
                  <a:pt x="55067" y="40309"/>
                </a:lnTo>
                <a:lnTo>
                  <a:pt x="55130" y="40005"/>
                </a:lnTo>
                <a:lnTo>
                  <a:pt x="55283" y="40259"/>
                </a:lnTo>
                <a:lnTo>
                  <a:pt x="55283" y="35814"/>
                </a:lnTo>
                <a:lnTo>
                  <a:pt x="55156" y="35814"/>
                </a:lnTo>
                <a:lnTo>
                  <a:pt x="55664" y="35306"/>
                </a:lnTo>
                <a:lnTo>
                  <a:pt x="55270" y="35052"/>
                </a:lnTo>
                <a:lnTo>
                  <a:pt x="55143" y="35306"/>
                </a:lnTo>
                <a:lnTo>
                  <a:pt x="55270" y="35306"/>
                </a:lnTo>
                <a:lnTo>
                  <a:pt x="54838" y="35814"/>
                </a:lnTo>
                <a:lnTo>
                  <a:pt x="54711" y="35814"/>
                </a:lnTo>
                <a:lnTo>
                  <a:pt x="54673" y="35306"/>
                </a:lnTo>
                <a:lnTo>
                  <a:pt x="54584" y="40513"/>
                </a:lnTo>
                <a:lnTo>
                  <a:pt x="54025" y="41148"/>
                </a:lnTo>
                <a:lnTo>
                  <a:pt x="53695" y="41148"/>
                </a:lnTo>
                <a:lnTo>
                  <a:pt x="54394" y="40513"/>
                </a:lnTo>
                <a:lnTo>
                  <a:pt x="54584" y="40513"/>
                </a:lnTo>
                <a:lnTo>
                  <a:pt x="54584" y="35306"/>
                </a:lnTo>
                <a:lnTo>
                  <a:pt x="54343" y="35306"/>
                </a:lnTo>
                <a:lnTo>
                  <a:pt x="54114" y="35394"/>
                </a:lnTo>
                <a:lnTo>
                  <a:pt x="53809" y="35306"/>
                </a:lnTo>
                <a:lnTo>
                  <a:pt x="54902" y="34798"/>
                </a:lnTo>
                <a:lnTo>
                  <a:pt x="55397" y="34798"/>
                </a:lnTo>
                <a:lnTo>
                  <a:pt x="56007" y="34798"/>
                </a:lnTo>
                <a:lnTo>
                  <a:pt x="56007" y="30988"/>
                </a:lnTo>
                <a:lnTo>
                  <a:pt x="55880" y="30988"/>
                </a:lnTo>
                <a:lnTo>
                  <a:pt x="55854" y="30480"/>
                </a:lnTo>
                <a:lnTo>
                  <a:pt x="56146" y="30480"/>
                </a:lnTo>
                <a:lnTo>
                  <a:pt x="56146" y="29464"/>
                </a:lnTo>
                <a:lnTo>
                  <a:pt x="55524" y="29464"/>
                </a:lnTo>
                <a:lnTo>
                  <a:pt x="55524" y="31381"/>
                </a:lnTo>
                <a:lnTo>
                  <a:pt x="54800" y="30988"/>
                </a:lnTo>
                <a:lnTo>
                  <a:pt x="55499" y="30988"/>
                </a:lnTo>
                <a:lnTo>
                  <a:pt x="55524" y="31381"/>
                </a:lnTo>
                <a:lnTo>
                  <a:pt x="55524" y="29464"/>
                </a:lnTo>
                <a:lnTo>
                  <a:pt x="54991" y="29464"/>
                </a:lnTo>
                <a:lnTo>
                  <a:pt x="57708" y="28956"/>
                </a:lnTo>
                <a:lnTo>
                  <a:pt x="57835" y="28956"/>
                </a:lnTo>
                <a:lnTo>
                  <a:pt x="57835" y="20955"/>
                </a:lnTo>
                <a:lnTo>
                  <a:pt x="57518" y="20955"/>
                </a:lnTo>
                <a:lnTo>
                  <a:pt x="57518" y="28956"/>
                </a:lnTo>
                <a:lnTo>
                  <a:pt x="57302" y="28956"/>
                </a:lnTo>
                <a:lnTo>
                  <a:pt x="57454" y="28448"/>
                </a:lnTo>
                <a:lnTo>
                  <a:pt x="56654" y="27965"/>
                </a:lnTo>
                <a:lnTo>
                  <a:pt x="56908" y="27813"/>
                </a:lnTo>
                <a:lnTo>
                  <a:pt x="57492" y="27813"/>
                </a:lnTo>
                <a:lnTo>
                  <a:pt x="57518" y="28956"/>
                </a:lnTo>
                <a:lnTo>
                  <a:pt x="57518" y="20955"/>
                </a:lnTo>
                <a:lnTo>
                  <a:pt x="57086" y="20955"/>
                </a:lnTo>
                <a:lnTo>
                  <a:pt x="57086" y="26289"/>
                </a:lnTo>
                <a:lnTo>
                  <a:pt x="56769" y="26289"/>
                </a:lnTo>
                <a:lnTo>
                  <a:pt x="56654" y="26009"/>
                </a:lnTo>
                <a:lnTo>
                  <a:pt x="56654" y="27813"/>
                </a:lnTo>
                <a:lnTo>
                  <a:pt x="56515" y="27876"/>
                </a:lnTo>
                <a:lnTo>
                  <a:pt x="56654" y="27813"/>
                </a:lnTo>
                <a:lnTo>
                  <a:pt x="56654" y="26009"/>
                </a:lnTo>
                <a:lnTo>
                  <a:pt x="56565" y="25781"/>
                </a:lnTo>
                <a:lnTo>
                  <a:pt x="56883" y="25781"/>
                </a:lnTo>
                <a:lnTo>
                  <a:pt x="57086" y="26289"/>
                </a:lnTo>
                <a:lnTo>
                  <a:pt x="57086" y="20955"/>
                </a:lnTo>
                <a:lnTo>
                  <a:pt x="56210" y="20955"/>
                </a:lnTo>
                <a:lnTo>
                  <a:pt x="56210" y="25273"/>
                </a:lnTo>
                <a:lnTo>
                  <a:pt x="56045" y="25400"/>
                </a:lnTo>
                <a:lnTo>
                  <a:pt x="56057" y="25273"/>
                </a:lnTo>
                <a:lnTo>
                  <a:pt x="56210" y="25273"/>
                </a:lnTo>
                <a:lnTo>
                  <a:pt x="56210" y="20955"/>
                </a:lnTo>
                <a:lnTo>
                  <a:pt x="55892" y="20955"/>
                </a:lnTo>
                <a:lnTo>
                  <a:pt x="55892" y="27813"/>
                </a:lnTo>
                <a:lnTo>
                  <a:pt x="55854" y="28181"/>
                </a:lnTo>
                <a:lnTo>
                  <a:pt x="55537" y="28321"/>
                </a:lnTo>
                <a:lnTo>
                  <a:pt x="55054" y="27813"/>
                </a:lnTo>
                <a:lnTo>
                  <a:pt x="55892" y="27813"/>
                </a:lnTo>
                <a:lnTo>
                  <a:pt x="55892" y="20955"/>
                </a:lnTo>
                <a:lnTo>
                  <a:pt x="55867" y="25527"/>
                </a:lnTo>
                <a:lnTo>
                  <a:pt x="55245" y="25273"/>
                </a:lnTo>
                <a:lnTo>
                  <a:pt x="54927" y="25273"/>
                </a:lnTo>
                <a:lnTo>
                  <a:pt x="54940" y="24701"/>
                </a:lnTo>
                <a:lnTo>
                  <a:pt x="55105" y="25057"/>
                </a:lnTo>
                <a:lnTo>
                  <a:pt x="55524" y="24638"/>
                </a:lnTo>
                <a:lnTo>
                  <a:pt x="55676" y="24638"/>
                </a:lnTo>
                <a:lnTo>
                  <a:pt x="55816" y="25273"/>
                </a:lnTo>
                <a:lnTo>
                  <a:pt x="55867" y="25527"/>
                </a:lnTo>
                <a:lnTo>
                  <a:pt x="55867" y="20955"/>
                </a:lnTo>
                <a:lnTo>
                  <a:pt x="53987" y="20955"/>
                </a:lnTo>
                <a:lnTo>
                  <a:pt x="53987" y="25273"/>
                </a:lnTo>
                <a:lnTo>
                  <a:pt x="53898" y="25527"/>
                </a:lnTo>
                <a:lnTo>
                  <a:pt x="53073" y="25273"/>
                </a:lnTo>
                <a:lnTo>
                  <a:pt x="52730" y="25527"/>
                </a:lnTo>
                <a:lnTo>
                  <a:pt x="52781" y="25273"/>
                </a:lnTo>
                <a:lnTo>
                  <a:pt x="53073" y="25273"/>
                </a:lnTo>
                <a:lnTo>
                  <a:pt x="53530" y="25273"/>
                </a:lnTo>
                <a:lnTo>
                  <a:pt x="53289" y="24638"/>
                </a:lnTo>
                <a:lnTo>
                  <a:pt x="53695" y="25273"/>
                </a:lnTo>
                <a:lnTo>
                  <a:pt x="53987" y="25273"/>
                </a:lnTo>
                <a:lnTo>
                  <a:pt x="53987" y="20955"/>
                </a:lnTo>
                <a:lnTo>
                  <a:pt x="53213" y="20955"/>
                </a:lnTo>
                <a:lnTo>
                  <a:pt x="53213" y="24638"/>
                </a:lnTo>
                <a:lnTo>
                  <a:pt x="52578" y="24638"/>
                </a:lnTo>
                <a:lnTo>
                  <a:pt x="52666" y="25273"/>
                </a:lnTo>
                <a:lnTo>
                  <a:pt x="52260" y="25273"/>
                </a:lnTo>
                <a:lnTo>
                  <a:pt x="51993" y="25336"/>
                </a:lnTo>
                <a:lnTo>
                  <a:pt x="51993" y="41656"/>
                </a:lnTo>
                <a:lnTo>
                  <a:pt x="51587" y="42037"/>
                </a:lnTo>
                <a:lnTo>
                  <a:pt x="51308" y="41656"/>
                </a:lnTo>
                <a:lnTo>
                  <a:pt x="51993" y="41656"/>
                </a:lnTo>
                <a:lnTo>
                  <a:pt x="51993" y="25336"/>
                </a:lnTo>
                <a:lnTo>
                  <a:pt x="51650" y="25400"/>
                </a:lnTo>
                <a:lnTo>
                  <a:pt x="51904" y="25273"/>
                </a:lnTo>
                <a:lnTo>
                  <a:pt x="51727" y="24638"/>
                </a:lnTo>
                <a:lnTo>
                  <a:pt x="52222" y="24638"/>
                </a:lnTo>
                <a:lnTo>
                  <a:pt x="52527" y="24638"/>
                </a:lnTo>
                <a:lnTo>
                  <a:pt x="52692" y="24511"/>
                </a:lnTo>
                <a:lnTo>
                  <a:pt x="53187" y="24130"/>
                </a:lnTo>
                <a:lnTo>
                  <a:pt x="53200" y="24625"/>
                </a:lnTo>
                <a:lnTo>
                  <a:pt x="53213" y="20955"/>
                </a:lnTo>
                <a:lnTo>
                  <a:pt x="53149" y="23114"/>
                </a:lnTo>
                <a:lnTo>
                  <a:pt x="52133" y="23114"/>
                </a:lnTo>
                <a:lnTo>
                  <a:pt x="52019" y="23368"/>
                </a:lnTo>
                <a:lnTo>
                  <a:pt x="51854" y="23114"/>
                </a:lnTo>
                <a:lnTo>
                  <a:pt x="51384" y="23114"/>
                </a:lnTo>
                <a:lnTo>
                  <a:pt x="51422" y="22644"/>
                </a:lnTo>
                <a:lnTo>
                  <a:pt x="53149" y="23114"/>
                </a:lnTo>
                <a:lnTo>
                  <a:pt x="53149" y="20955"/>
                </a:lnTo>
                <a:lnTo>
                  <a:pt x="51396" y="20955"/>
                </a:lnTo>
                <a:lnTo>
                  <a:pt x="51396" y="22631"/>
                </a:lnTo>
                <a:lnTo>
                  <a:pt x="51333" y="40513"/>
                </a:lnTo>
                <a:lnTo>
                  <a:pt x="50876" y="40411"/>
                </a:lnTo>
                <a:lnTo>
                  <a:pt x="50876" y="41033"/>
                </a:lnTo>
                <a:lnTo>
                  <a:pt x="50838" y="41656"/>
                </a:lnTo>
                <a:lnTo>
                  <a:pt x="50850" y="41148"/>
                </a:lnTo>
                <a:lnTo>
                  <a:pt x="50876" y="40411"/>
                </a:lnTo>
                <a:lnTo>
                  <a:pt x="50533" y="40335"/>
                </a:lnTo>
                <a:lnTo>
                  <a:pt x="50546" y="40513"/>
                </a:lnTo>
                <a:lnTo>
                  <a:pt x="50469" y="40322"/>
                </a:lnTo>
                <a:lnTo>
                  <a:pt x="49542" y="40106"/>
                </a:lnTo>
                <a:lnTo>
                  <a:pt x="50317" y="40513"/>
                </a:lnTo>
                <a:lnTo>
                  <a:pt x="49669" y="40513"/>
                </a:lnTo>
                <a:lnTo>
                  <a:pt x="49707" y="41148"/>
                </a:lnTo>
                <a:lnTo>
                  <a:pt x="49225" y="41287"/>
                </a:lnTo>
                <a:lnTo>
                  <a:pt x="49187" y="41148"/>
                </a:lnTo>
                <a:lnTo>
                  <a:pt x="49568" y="41148"/>
                </a:lnTo>
                <a:lnTo>
                  <a:pt x="49669" y="40513"/>
                </a:lnTo>
                <a:lnTo>
                  <a:pt x="48806" y="40513"/>
                </a:lnTo>
                <a:lnTo>
                  <a:pt x="49085" y="40005"/>
                </a:lnTo>
                <a:lnTo>
                  <a:pt x="48818" y="40005"/>
                </a:lnTo>
                <a:lnTo>
                  <a:pt x="48666" y="39903"/>
                </a:lnTo>
                <a:lnTo>
                  <a:pt x="48590" y="40386"/>
                </a:lnTo>
                <a:lnTo>
                  <a:pt x="48387" y="40005"/>
                </a:lnTo>
                <a:lnTo>
                  <a:pt x="48666" y="40005"/>
                </a:lnTo>
                <a:lnTo>
                  <a:pt x="48133" y="39497"/>
                </a:lnTo>
                <a:lnTo>
                  <a:pt x="47688" y="39497"/>
                </a:lnTo>
                <a:lnTo>
                  <a:pt x="47663" y="38989"/>
                </a:lnTo>
                <a:lnTo>
                  <a:pt x="47459" y="38989"/>
                </a:lnTo>
                <a:lnTo>
                  <a:pt x="47180" y="38481"/>
                </a:lnTo>
                <a:lnTo>
                  <a:pt x="47294" y="38290"/>
                </a:lnTo>
                <a:lnTo>
                  <a:pt x="47383" y="38481"/>
                </a:lnTo>
                <a:lnTo>
                  <a:pt x="47599" y="38481"/>
                </a:lnTo>
                <a:lnTo>
                  <a:pt x="47777" y="38481"/>
                </a:lnTo>
                <a:lnTo>
                  <a:pt x="47777" y="38925"/>
                </a:lnTo>
                <a:lnTo>
                  <a:pt x="48120" y="38709"/>
                </a:lnTo>
                <a:lnTo>
                  <a:pt x="48133" y="38989"/>
                </a:lnTo>
                <a:lnTo>
                  <a:pt x="48133" y="39497"/>
                </a:lnTo>
                <a:lnTo>
                  <a:pt x="49580" y="40005"/>
                </a:lnTo>
                <a:lnTo>
                  <a:pt x="50444" y="40259"/>
                </a:lnTo>
                <a:lnTo>
                  <a:pt x="50355" y="40005"/>
                </a:lnTo>
                <a:lnTo>
                  <a:pt x="50520" y="40005"/>
                </a:lnTo>
                <a:lnTo>
                  <a:pt x="50533" y="40284"/>
                </a:lnTo>
                <a:lnTo>
                  <a:pt x="51333" y="40513"/>
                </a:lnTo>
                <a:lnTo>
                  <a:pt x="51333" y="22694"/>
                </a:lnTo>
                <a:lnTo>
                  <a:pt x="50901" y="23114"/>
                </a:lnTo>
                <a:lnTo>
                  <a:pt x="50634" y="22606"/>
                </a:lnTo>
                <a:lnTo>
                  <a:pt x="50634" y="26136"/>
                </a:lnTo>
                <a:lnTo>
                  <a:pt x="50444" y="26289"/>
                </a:lnTo>
                <a:lnTo>
                  <a:pt x="50634" y="26136"/>
                </a:lnTo>
                <a:lnTo>
                  <a:pt x="50634" y="22606"/>
                </a:lnTo>
                <a:lnTo>
                  <a:pt x="51320" y="22606"/>
                </a:lnTo>
                <a:lnTo>
                  <a:pt x="51396" y="20955"/>
                </a:lnTo>
                <a:lnTo>
                  <a:pt x="48641" y="20955"/>
                </a:lnTo>
                <a:lnTo>
                  <a:pt x="48641" y="38989"/>
                </a:lnTo>
                <a:lnTo>
                  <a:pt x="48183" y="38671"/>
                </a:lnTo>
                <a:lnTo>
                  <a:pt x="48488" y="38481"/>
                </a:lnTo>
                <a:lnTo>
                  <a:pt x="48641" y="38989"/>
                </a:lnTo>
                <a:lnTo>
                  <a:pt x="48641" y="20955"/>
                </a:lnTo>
                <a:lnTo>
                  <a:pt x="48234" y="20955"/>
                </a:lnTo>
                <a:lnTo>
                  <a:pt x="48234" y="38023"/>
                </a:lnTo>
                <a:lnTo>
                  <a:pt x="48120" y="38481"/>
                </a:lnTo>
                <a:lnTo>
                  <a:pt x="48120" y="38620"/>
                </a:lnTo>
                <a:lnTo>
                  <a:pt x="47980" y="38481"/>
                </a:lnTo>
                <a:lnTo>
                  <a:pt x="48120" y="38481"/>
                </a:lnTo>
                <a:lnTo>
                  <a:pt x="48120" y="38087"/>
                </a:lnTo>
                <a:lnTo>
                  <a:pt x="47637" y="38354"/>
                </a:lnTo>
                <a:lnTo>
                  <a:pt x="47650" y="37973"/>
                </a:lnTo>
                <a:lnTo>
                  <a:pt x="48221" y="37973"/>
                </a:lnTo>
                <a:lnTo>
                  <a:pt x="48234" y="20955"/>
                </a:lnTo>
                <a:lnTo>
                  <a:pt x="47625" y="20955"/>
                </a:lnTo>
                <a:lnTo>
                  <a:pt x="47625" y="33655"/>
                </a:lnTo>
                <a:lnTo>
                  <a:pt x="47498" y="34163"/>
                </a:lnTo>
                <a:lnTo>
                  <a:pt x="47396" y="38112"/>
                </a:lnTo>
                <a:lnTo>
                  <a:pt x="47383" y="38265"/>
                </a:lnTo>
                <a:lnTo>
                  <a:pt x="47396" y="38112"/>
                </a:lnTo>
                <a:lnTo>
                  <a:pt x="47396" y="34163"/>
                </a:lnTo>
                <a:lnTo>
                  <a:pt x="47269" y="34163"/>
                </a:lnTo>
                <a:lnTo>
                  <a:pt x="47269" y="38227"/>
                </a:lnTo>
                <a:lnTo>
                  <a:pt x="46697" y="38011"/>
                </a:lnTo>
                <a:lnTo>
                  <a:pt x="46697" y="40005"/>
                </a:lnTo>
                <a:lnTo>
                  <a:pt x="45910" y="40513"/>
                </a:lnTo>
                <a:lnTo>
                  <a:pt x="45491" y="40513"/>
                </a:lnTo>
                <a:lnTo>
                  <a:pt x="46380" y="40005"/>
                </a:lnTo>
                <a:lnTo>
                  <a:pt x="46697" y="40005"/>
                </a:lnTo>
                <a:lnTo>
                  <a:pt x="46697" y="38011"/>
                </a:lnTo>
                <a:lnTo>
                  <a:pt x="47155" y="37973"/>
                </a:lnTo>
                <a:lnTo>
                  <a:pt x="47256" y="38214"/>
                </a:lnTo>
                <a:lnTo>
                  <a:pt x="47269" y="34163"/>
                </a:lnTo>
                <a:lnTo>
                  <a:pt x="47117" y="34163"/>
                </a:lnTo>
                <a:lnTo>
                  <a:pt x="47002" y="33655"/>
                </a:lnTo>
                <a:lnTo>
                  <a:pt x="47625" y="33655"/>
                </a:lnTo>
                <a:lnTo>
                  <a:pt x="47625" y="20955"/>
                </a:lnTo>
                <a:lnTo>
                  <a:pt x="47472" y="20955"/>
                </a:lnTo>
                <a:lnTo>
                  <a:pt x="47472" y="33147"/>
                </a:lnTo>
                <a:lnTo>
                  <a:pt x="46990" y="33604"/>
                </a:lnTo>
                <a:lnTo>
                  <a:pt x="46990" y="33147"/>
                </a:lnTo>
                <a:lnTo>
                  <a:pt x="47472" y="33147"/>
                </a:lnTo>
                <a:lnTo>
                  <a:pt x="47472" y="20955"/>
                </a:lnTo>
                <a:lnTo>
                  <a:pt x="46621" y="20955"/>
                </a:lnTo>
                <a:lnTo>
                  <a:pt x="46621" y="20701"/>
                </a:lnTo>
                <a:lnTo>
                  <a:pt x="46456" y="20739"/>
                </a:lnTo>
                <a:lnTo>
                  <a:pt x="46456" y="37973"/>
                </a:lnTo>
                <a:lnTo>
                  <a:pt x="45212" y="37973"/>
                </a:lnTo>
                <a:lnTo>
                  <a:pt x="46126" y="38481"/>
                </a:lnTo>
                <a:lnTo>
                  <a:pt x="44919" y="38481"/>
                </a:lnTo>
                <a:lnTo>
                  <a:pt x="44919" y="39497"/>
                </a:lnTo>
                <a:lnTo>
                  <a:pt x="44221" y="39497"/>
                </a:lnTo>
                <a:lnTo>
                  <a:pt x="44030" y="38989"/>
                </a:lnTo>
                <a:lnTo>
                  <a:pt x="44246" y="38989"/>
                </a:lnTo>
                <a:lnTo>
                  <a:pt x="44919" y="39497"/>
                </a:lnTo>
                <a:lnTo>
                  <a:pt x="44919" y="38481"/>
                </a:lnTo>
                <a:lnTo>
                  <a:pt x="44970" y="37973"/>
                </a:lnTo>
                <a:lnTo>
                  <a:pt x="45110" y="37338"/>
                </a:lnTo>
                <a:lnTo>
                  <a:pt x="46088" y="37338"/>
                </a:lnTo>
                <a:lnTo>
                  <a:pt x="46456" y="37973"/>
                </a:lnTo>
                <a:lnTo>
                  <a:pt x="46456" y="20739"/>
                </a:lnTo>
                <a:lnTo>
                  <a:pt x="46418" y="32766"/>
                </a:lnTo>
                <a:lnTo>
                  <a:pt x="46418" y="33655"/>
                </a:lnTo>
                <a:lnTo>
                  <a:pt x="46012" y="34163"/>
                </a:lnTo>
                <a:lnTo>
                  <a:pt x="45707" y="34163"/>
                </a:lnTo>
                <a:lnTo>
                  <a:pt x="45986" y="33655"/>
                </a:lnTo>
                <a:lnTo>
                  <a:pt x="45681" y="33655"/>
                </a:lnTo>
                <a:lnTo>
                  <a:pt x="46418" y="32766"/>
                </a:lnTo>
                <a:lnTo>
                  <a:pt x="46418" y="20739"/>
                </a:lnTo>
                <a:lnTo>
                  <a:pt x="45148" y="20955"/>
                </a:lnTo>
                <a:lnTo>
                  <a:pt x="44107" y="20955"/>
                </a:lnTo>
                <a:lnTo>
                  <a:pt x="44107" y="22352"/>
                </a:lnTo>
                <a:lnTo>
                  <a:pt x="43827" y="22237"/>
                </a:lnTo>
                <a:lnTo>
                  <a:pt x="43802" y="22098"/>
                </a:lnTo>
                <a:lnTo>
                  <a:pt x="43548" y="22098"/>
                </a:lnTo>
                <a:lnTo>
                  <a:pt x="43802" y="22098"/>
                </a:lnTo>
                <a:lnTo>
                  <a:pt x="44069" y="22098"/>
                </a:lnTo>
                <a:lnTo>
                  <a:pt x="44107" y="22352"/>
                </a:lnTo>
                <a:lnTo>
                  <a:pt x="44107" y="20955"/>
                </a:lnTo>
                <a:lnTo>
                  <a:pt x="41643" y="20955"/>
                </a:lnTo>
                <a:lnTo>
                  <a:pt x="41503" y="21463"/>
                </a:lnTo>
                <a:lnTo>
                  <a:pt x="41071" y="21463"/>
                </a:lnTo>
                <a:lnTo>
                  <a:pt x="40932" y="21463"/>
                </a:lnTo>
                <a:lnTo>
                  <a:pt x="41071" y="21361"/>
                </a:lnTo>
                <a:lnTo>
                  <a:pt x="41186" y="20955"/>
                </a:lnTo>
                <a:lnTo>
                  <a:pt x="40906" y="21094"/>
                </a:lnTo>
                <a:lnTo>
                  <a:pt x="40906" y="24130"/>
                </a:lnTo>
                <a:lnTo>
                  <a:pt x="40855" y="24638"/>
                </a:lnTo>
                <a:lnTo>
                  <a:pt x="40525" y="24180"/>
                </a:lnTo>
                <a:lnTo>
                  <a:pt x="40525" y="24638"/>
                </a:lnTo>
                <a:lnTo>
                  <a:pt x="40068" y="24638"/>
                </a:lnTo>
                <a:lnTo>
                  <a:pt x="40500" y="24206"/>
                </a:lnTo>
                <a:lnTo>
                  <a:pt x="40525" y="24638"/>
                </a:lnTo>
                <a:lnTo>
                  <a:pt x="40525" y="24180"/>
                </a:lnTo>
                <a:lnTo>
                  <a:pt x="40906" y="24130"/>
                </a:lnTo>
                <a:lnTo>
                  <a:pt x="40906" y="21094"/>
                </a:lnTo>
                <a:lnTo>
                  <a:pt x="40424" y="21310"/>
                </a:lnTo>
                <a:lnTo>
                  <a:pt x="40640" y="20955"/>
                </a:lnTo>
                <a:lnTo>
                  <a:pt x="39268" y="20955"/>
                </a:lnTo>
                <a:lnTo>
                  <a:pt x="39268" y="26797"/>
                </a:lnTo>
                <a:lnTo>
                  <a:pt x="38735" y="26797"/>
                </a:lnTo>
                <a:lnTo>
                  <a:pt x="38633" y="27051"/>
                </a:lnTo>
                <a:lnTo>
                  <a:pt x="38544" y="27305"/>
                </a:lnTo>
                <a:lnTo>
                  <a:pt x="38849" y="27305"/>
                </a:lnTo>
                <a:lnTo>
                  <a:pt x="39014" y="27305"/>
                </a:lnTo>
                <a:lnTo>
                  <a:pt x="38354" y="27419"/>
                </a:lnTo>
                <a:lnTo>
                  <a:pt x="38303" y="26797"/>
                </a:lnTo>
                <a:lnTo>
                  <a:pt x="38430" y="26797"/>
                </a:lnTo>
                <a:lnTo>
                  <a:pt x="38735" y="26797"/>
                </a:lnTo>
                <a:lnTo>
                  <a:pt x="38925" y="26289"/>
                </a:lnTo>
                <a:lnTo>
                  <a:pt x="39268" y="26797"/>
                </a:lnTo>
                <a:lnTo>
                  <a:pt x="39268" y="20955"/>
                </a:lnTo>
                <a:lnTo>
                  <a:pt x="38557" y="20955"/>
                </a:lnTo>
                <a:lnTo>
                  <a:pt x="38557" y="23368"/>
                </a:lnTo>
                <a:lnTo>
                  <a:pt x="38265" y="23279"/>
                </a:lnTo>
                <a:lnTo>
                  <a:pt x="38265" y="24130"/>
                </a:lnTo>
                <a:lnTo>
                  <a:pt x="37871" y="24130"/>
                </a:lnTo>
                <a:lnTo>
                  <a:pt x="37871" y="24638"/>
                </a:lnTo>
                <a:lnTo>
                  <a:pt x="37617" y="25196"/>
                </a:lnTo>
                <a:lnTo>
                  <a:pt x="37617" y="28956"/>
                </a:lnTo>
                <a:lnTo>
                  <a:pt x="37465" y="28956"/>
                </a:lnTo>
                <a:lnTo>
                  <a:pt x="37350" y="29222"/>
                </a:lnTo>
                <a:lnTo>
                  <a:pt x="37223" y="28956"/>
                </a:lnTo>
                <a:lnTo>
                  <a:pt x="37147" y="28575"/>
                </a:lnTo>
                <a:lnTo>
                  <a:pt x="36766" y="28956"/>
                </a:lnTo>
                <a:lnTo>
                  <a:pt x="36626" y="28956"/>
                </a:lnTo>
                <a:lnTo>
                  <a:pt x="36563" y="28448"/>
                </a:lnTo>
                <a:lnTo>
                  <a:pt x="36169" y="28448"/>
                </a:lnTo>
                <a:lnTo>
                  <a:pt x="36398" y="27813"/>
                </a:lnTo>
                <a:lnTo>
                  <a:pt x="36918" y="28448"/>
                </a:lnTo>
                <a:lnTo>
                  <a:pt x="37147" y="28448"/>
                </a:lnTo>
                <a:lnTo>
                  <a:pt x="37274" y="28448"/>
                </a:lnTo>
                <a:lnTo>
                  <a:pt x="37515" y="28448"/>
                </a:lnTo>
                <a:lnTo>
                  <a:pt x="37617" y="28956"/>
                </a:lnTo>
                <a:lnTo>
                  <a:pt x="37617" y="25196"/>
                </a:lnTo>
                <a:lnTo>
                  <a:pt x="37503" y="27305"/>
                </a:lnTo>
                <a:lnTo>
                  <a:pt x="36525" y="27495"/>
                </a:lnTo>
                <a:lnTo>
                  <a:pt x="36588" y="27305"/>
                </a:lnTo>
                <a:lnTo>
                  <a:pt x="37503" y="27305"/>
                </a:lnTo>
                <a:lnTo>
                  <a:pt x="37503" y="25273"/>
                </a:lnTo>
                <a:lnTo>
                  <a:pt x="36626" y="25273"/>
                </a:lnTo>
                <a:lnTo>
                  <a:pt x="37668" y="24638"/>
                </a:lnTo>
                <a:lnTo>
                  <a:pt x="37871" y="24638"/>
                </a:lnTo>
                <a:lnTo>
                  <a:pt x="37871" y="24130"/>
                </a:lnTo>
                <a:lnTo>
                  <a:pt x="37033" y="24130"/>
                </a:lnTo>
                <a:lnTo>
                  <a:pt x="37947" y="23622"/>
                </a:lnTo>
                <a:lnTo>
                  <a:pt x="38265" y="24130"/>
                </a:lnTo>
                <a:lnTo>
                  <a:pt x="38265" y="23279"/>
                </a:lnTo>
                <a:lnTo>
                  <a:pt x="37769" y="23114"/>
                </a:lnTo>
                <a:lnTo>
                  <a:pt x="38328" y="23114"/>
                </a:lnTo>
                <a:lnTo>
                  <a:pt x="38557" y="23368"/>
                </a:lnTo>
                <a:lnTo>
                  <a:pt x="38557" y="20955"/>
                </a:lnTo>
                <a:lnTo>
                  <a:pt x="37617" y="20955"/>
                </a:lnTo>
                <a:lnTo>
                  <a:pt x="37617" y="22606"/>
                </a:lnTo>
                <a:lnTo>
                  <a:pt x="37401" y="22606"/>
                </a:lnTo>
                <a:lnTo>
                  <a:pt x="37617" y="22606"/>
                </a:lnTo>
                <a:lnTo>
                  <a:pt x="37617" y="20955"/>
                </a:lnTo>
                <a:lnTo>
                  <a:pt x="37045" y="20955"/>
                </a:lnTo>
                <a:lnTo>
                  <a:pt x="37045" y="22606"/>
                </a:lnTo>
                <a:lnTo>
                  <a:pt x="36995" y="24130"/>
                </a:lnTo>
                <a:lnTo>
                  <a:pt x="36893" y="24384"/>
                </a:lnTo>
                <a:lnTo>
                  <a:pt x="36334" y="24206"/>
                </a:lnTo>
                <a:lnTo>
                  <a:pt x="36334" y="27533"/>
                </a:lnTo>
                <a:lnTo>
                  <a:pt x="36017" y="27597"/>
                </a:lnTo>
                <a:lnTo>
                  <a:pt x="36156" y="27305"/>
                </a:lnTo>
                <a:lnTo>
                  <a:pt x="36334" y="27533"/>
                </a:lnTo>
                <a:lnTo>
                  <a:pt x="36334" y="24206"/>
                </a:lnTo>
                <a:lnTo>
                  <a:pt x="36118" y="24130"/>
                </a:lnTo>
                <a:lnTo>
                  <a:pt x="36995" y="24130"/>
                </a:lnTo>
                <a:lnTo>
                  <a:pt x="36995" y="22606"/>
                </a:lnTo>
                <a:lnTo>
                  <a:pt x="36487" y="22606"/>
                </a:lnTo>
                <a:lnTo>
                  <a:pt x="36398" y="22872"/>
                </a:lnTo>
                <a:lnTo>
                  <a:pt x="36144" y="22796"/>
                </a:lnTo>
                <a:lnTo>
                  <a:pt x="36144" y="23622"/>
                </a:lnTo>
                <a:lnTo>
                  <a:pt x="35902" y="23622"/>
                </a:lnTo>
                <a:lnTo>
                  <a:pt x="36093" y="23114"/>
                </a:lnTo>
                <a:lnTo>
                  <a:pt x="36144" y="23622"/>
                </a:lnTo>
                <a:lnTo>
                  <a:pt x="36144" y="22796"/>
                </a:lnTo>
                <a:lnTo>
                  <a:pt x="36118" y="22606"/>
                </a:lnTo>
                <a:lnTo>
                  <a:pt x="35979" y="22733"/>
                </a:lnTo>
                <a:lnTo>
                  <a:pt x="35839" y="22682"/>
                </a:lnTo>
                <a:lnTo>
                  <a:pt x="35839" y="23622"/>
                </a:lnTo>
                <a:lnTo>
                  <a:pt x="35623" y="23977"/>
                </a:lnTo>
                <a:lnTo>
                  <a:pt x="35534" y="23622"/>
                </a:lnTo>
                <a:lnTo>
                  <a:pt x="35839" y="23622"/>
                </a:lnTo>
                <a:lnTo>
                  <a:pt x="35839" y="22682"/>
                </a:lnTo>
                <a:lnTo>
                  <a:pt x="35636" y="22606"/>
                </a:lnTo>
                <a:lnTo>
                  <a:pt x="36118" y="22606"/>
                </a:lnTo>
                <a:lnTo>
                  <a:pt x="36347" y="22606"/>
                </a:lnTo>
                <a:lnTo>
                  <a:pt x="35788" y="22098"/>
                </a:lnTo>
                <a:lnTo>
                  <a:pt x="36093" y="22098"/>
                </a:lnTo>
                <a:lnTo>
                  <a:pt x="37045" y="22606"/>
                </a:lnTo>
                <a:lnTo>
                  <a:pt x="37045" y="20955"/>
                </a:lnTo>
                <a:lnTo>
                  <a:pt x="36791" y="20955"/>
                </a:lnTo>
                <a:lnTo>
                  <a:pt x="36639" y="20574"/>
                </a:lnTo>
                <a:lnTo>
                  <a:pt x="37020" y="20955"/>
                </a:lnTo>
                <a:lnTo>
                  <a:pt x="36715" y="20447"/>
                </a:lnTo>
                <a:lnTo>
                  <a:pt x="37312" y="20447"/>
                </a:lnTo>
                <a:lnTo>
                  <a:pt x="37376" y="19939"/>
                </a:lnTo>
                <a:lnTo>
                  <a:pt x="37744" y="19939"/>
                </a:lnTo>
                <a:lnTo>
                  <a:pt x="38252" y="20447"/>
                </a:lnTo>
                <a:lnTo>
                  <a:pt x="46621" y="20447"/>
                </a:lnTo>
                <a:lnTo>
                  <a:pt x="48094" y="20447"/>
                </a:lnTo>
                <a:lnTo>
                  <a:pt x="49187" y="20447"/>
                </a:lnTo>
                <a:lnTo>
                  <a:pt x="50126" y="20447"/>
                </a:lnTo>
                <a:lnTo>
                  <a:pt x="63601" y="20447"/>
                </a:lnTo>
                <a:lnTo>
                  <a:pt x="63601" y="15544"/>
                </a:lnTo>
                <a:lnTo>
                  <a:pt x="62890" y="15748"/>
                </a:lnTo>
                <a:lnTo>
                  <a:pt x="63017" y="15113"/>
                </a:lnTo>
                <a:lnTo>
                  <a:pt x="63601" y="15113"/>
                </a:lnTo>
                <a:lnTo>
                  <a:pt x="64554" y="15113"/>
                </a:lnTo>
                <a:lnTo>
                  <a:pt x="64554" y="10350"/>
                </a:lnTo>
                <a:lnTo>
                  <a:pt x="64401" y="10299"/>
                </a:lnTo>
                <a:lnTo>
                  <a:pt x="64338" y="9906"/>
                </a:lnTo>
                <a:lnTo>
                  <a:pt x="64262" y="10261"/>
                </a:lnTo>
                <a:lnTo>
                  <a:pt x="63271" y="9969"/>
                </a:lnTo>
                <a:lnTo>
                  <a:pt x="63271" y="14097"/>
                </a:lnTo>
                <a:lnTo>
                  <a:pt x="62280" y="14097"/>
                </a:lnTo>
                <a:lnTo>
                  <a:pt x="62877" y="13106"/>
                </a:lnTo>
                <a:lnTo>
                  <a:pt x="63271" y="14097"/>
                </a:lnTo>
                <a:lnTo>
                  <a:pt x="63271" y="9969"/>
                </a:lnTo>
                <a:lnTo>
                  <a:pt x="63068" y="9906"/>
                </a:lnTo>
                <a:lnTo>
                  <a:pt x="64338" y="9906"/>
                </a:lnTo>
                <a:lnTo>
                  <a:pt x="64668" y="9906"/>
                </a:lnTo>
                <a:lnTo>
                  <a:pt x="64846" y="10426"/>
                </a:lnTo>
                <a:lnTo>
                  <a:pt x="64846" y="5168"/>
                </a:lnTo>
                <a:lnTo>
                  <a:pt x="64592" y="5041"/>
                </a:lnTo>
                <a:lnTo>
                  <a:pt x="64731" y="4318"/>
                </a:lnTo>
                <a:lnTo>
                  <a:pt x="64554" y="4318"/>
                </a:lnTo>
                <a:lnTo>
                  <a:pt x="64033" y="4660"/>
                </a:lnTo>
                <a:lnTo>
                  <a:pt x="63804" y="4330"/>
                </a:lnTo>
                <a:lnTo>
                  <a:pt x="63563" y="4445"/>
                </a:lnTo>
                <a:lnTo>
                  <a:pt x="63500" y="4318"/>
                </a:lnTo>
                <a:lnTo>
                  <a:pt x="63334" y="4445"/>
                </a:lnTo>
                <a:lnTo>
                  <a:pt x="63093" y="4318"/>
                </a:lnTo>
                <a:lnTo>
                  <a:pt x="63296" y="4318"/>
                </a:lnTo>
                <a:lnTo>
                  <a:pt x="63284" y="4165"/>
                </a:lnTo>
                <a:lnTo>
                  <a:pt x="63284" y="3492"/>
                </a:lnTo>
                <a:lnTo>
                  <a:pt x="63258" y="3302"/>
                </a:lnTo>
                <a:lnTo>
                  <a:pt x="62801" y="3302"/>
                </a:lnTo>
                <a:lnTo>
                  <a:pt x="62801" y="4826"/>
                </a:lnTo>
                <a:lnTo>
                  <a:pt x="62611" y="4991"/>
                </a:lnTo>
                <a:lnTo>
                  <a:pt x="62611" y="5334"/>
                </a:lnTo>
                <a:lnTo>
                  <a:pt x="62153" y="6299"/>
                </a:lnTo>
                <a:lnTo>
                  <a:pt x="62153" y="12458"/>
                </a:lnTo>
                <a:lnTo>
                  <a:pt x="61658" y="12217"/>
                </a:lnTo>
                <a:lnTo>
                  <a:pt x="61658" y="13081"/>
                </a:lnTo>
                <a:lnTo>
                  <a:pt x="60464" y="13728"/>
                </a:lnTo>
                <a:lnTo>
                  <a:pt x="61226" y="13081"/>
                </a:lnTo>
                <a:lnTo>
                  <a:pt x="61658" y="13081"/>
                </a:lnTo>
                <a:lnTo>
                  <a:pt x="61658" y="12217"/>
                </a:lnTo>
                <a:lnTo>
                  <a:pt x="61175" y="11976"/>
                </a:lnTo>
                <a:lnTo>
                  <a:pt x="61175" y="12446"/>
                </a:lnTo>
                <a:lnTo>
                  <a:pt x="60032" y="11938"/>
                </a:lnTo>
                <a:lnTo>
                  <a:pt x="60693" y="11938"/>
                </a:lnTo>
                <a:lnTo>
                  <a:pt x="61175" y="12446"/>
                </a:lnTo>
                <a:lnTo>
                  <a:pt x="61175" y="11976"/>
                </a:lnTo>
                <a:lnTo>
                  <a:pt x="61988" y="11938"/>
                </a:lnTo>
                <a:lnTo>
                  <a:pt x="62153" y="12458"/>
                </a:lnTo>
                <a:lnTo>
                  <a:pt x="62153" y="6299"/>
                </a:lnTo>
                <a:lnTo>
                  <a:pt x="61277" y="5461"/>
                </a:lnTo>
                <a:lnTo>
                  <a:pt x="61163" y="5334"/>
                </a:lnTo>
                <a:lnTo>
                  <a:pt x="61455" y="5334"/>
                </a:lnTo>
                <a:lnTo>
                  <a:pt x="61595" y="5334"/>
                </a:lnTo>
                <a:lnTo>
                  <a:pt x="61683" y="4978"/>
                </a:lnTo>
                <a:lnTo>
                  <a:pt x="61861" y="5295"/>
                </a:lnTo>
                <a:lnTo>
                  <a:pt x="62141" y="5334"/>
                </a:lnTo>
                <a:lnTo>
                  <a:pt x="62611" y="5334"/>
                </a:lnTo>
                <a:lnTo>
                  <a:pt x="62611" y="4991"/>
                </a:lnTo>
                <a:lnTo>
                  <a:pt x="62458" y="4445"/>
                </a:lnTo>
                <a:lnTo>
                  <a:pt x="62788" y="4826"/>
                </a:lnTo>
                <a:lnTo>
                  <a:pt x="62585" y="4940"/>
                </a:lnTo>
                <a:lnTo>
                  <a:pt x="62801" y="4826"/>
                </a:lnTo>
                <a:lnTo>
                  <a:pt x="62801" y="3302"/>
                </a:lnTo>
                <a:lnTo>
                  <a:pt x="62687" y="3683"/>
                </a:lnTo>
                <a:lnTo>
                  <a:pt x="62001" y="3911"/>
                </a:lnTo>
                <a:lnTo>
                  <a:pt x="62001" y="4318"/>
                </a:lnTo>
                <a:lnTo>
                  <a:pt x="61810" y="4445"/>
                </a:lnTo>
                <a:lnTo>
                  <a:pt x="61849" y="4318"/>
                </a:lnTo>
                <a:lnTo>
                  <a:pt x="62001" y="4318"/>
                </a:lnTo>
                <a:lnTo>
                  <a:pt x="62001" y="3911"/>
                </a:lnTo>
                <a:lnTo>
                  <a:pt x="61480" y="4089"/>
                </a:lnTo>
                <a:lnTo>
                  <a:pt x="61480" y="4660"/>
                </a:lnTo>
                <a:lnTo>
                  <a:pt x="61175" y="4851"/>
                </a:lnTo>
                <a:lnTo>
                  <a:pt x="61214" y="4318"/>
                </a:lnTo>
                <a:lnTo>
                  <a:pt x="61480" y="4660"/>
                </a:lnTo>
                <a:lnTo>
                  <a:pt x="61480" y="4089"/>
                </a:lnTo>
                <a:lnTo>
                  <a:pt x="60909" y="4267"/>
                </a:lnTo>
                <a:lnTo>
                  <a:pt x="60198" y="3657"/>
                </a:lnTo>
                <a:lnTo>
                  <a:pt x="60198" y="5334"/>
                </a:lnTo>
                <a:lnTo>
                  <a:pt x="60147" y="6096"/>
                </a:lnTo>
                <a:lnTo>
                  <a:pt x="60020" y="6070"/>
                </a:lnTo>
                <a:lnTo>
                  <a:pt x="60020" y="16256"/>
                </a:lnTo>
                <a:lnTo>
                  <a:pt x="59309" y="16548"/>
                </a:lnTo>
                <a:lnTo>
                  <a:pt x="59309" y="17272"/>
                </a:lnTo>
                <a:lnTo>
                  <a:pt x="59055" y="18288"/>
                </a:lnTo>
                <a:lnTo>
                  <a:pt x="58559" y="18288"/>
                </a:lnTo>
                <a:lnTo>
                  <a:pt x="59296" y="17272"/>
                </a:lnTo>
                <a:lnTo>
                  <a:pt x="59309" y="16548"/>
                </a:lnTo>
                <a:lnTo>
                  <a:pt x="59067" y="16637"/>
                </a:lnTo>
                <a:lnTo>
                  <a:pt x="59143" y="16256"/>
                </a:lnTo>
                <a:lnTo>
                  <a:pt x="60020" y="16256"/>
                </a:lnTo>
                <a:lnTo>
                  <a:pt x="60020" y="6070"/>
                </a:lnTo>
                <a:lnTo>
                  <a:pt x="59740" y="5981"/>
                </a:lnTo>
                <a:lnTo>
                  <a:pt x="59575" y="5334"/>
                </a:lnTo>
                <a:lnTo>
                  <a:pt x="59601" y="5930"/>
                </a:lnTo>
                <a:lnTo>
                  <a:pt x="59042" y="5765"/>
                </a:lnTo>
                <a:lnTo>
                  <a:pt x="59042" y="15113"/>
                </a:lnTo>
                <a:lnTo>
                  <a:pt x="58851" y="15405"/>
                </a:lnTo>
                <a:lnTo>
                  <a:pt x="58851" y="16256"/>
                </a:lnTo>
                <a:lnTo>
                  <a:pt x="58750" y="16764"/>
                </a:lnTo>
                <a:lnTo>
                  <a:pt x="58559" y="16840"/>
                </a:lnTo>
                <a:lnTo>
                  <a:pt x="58610" y="16256"/>
                </a:lnTo>
                <a:lnTo>
                  <a:pt x="58851" y="16256"/>
                </a:lnTo>
                <a:lnTo>
                  <a:pt x="58851" y="15405"/>
                </a:lnTo>
                <a:lnTo>
                  <a:pt x="58280" y="16256"/>
                </a:lnTo>
                <a:lnTo>
                  <a:pt x="58216" y="15113"/>
                </a:lnTo>
                <a:lnTo>
                  <a:pt x="59042" y="15113"/>
                </a:lnTo>
                <a:lnTo>
                  <a:pt x="59042" y="5765"/>
                </a:lnTo>
                <a:lnTo>
                  <a:pt x="58712" y="5651"/>
                </a:lnTo>
                <a:lnTo>
                  <a:pt x="58712" y="13284"/>
                </a:lnTo>
                <a:lnTo>
                  <a:pt x="58635" y="14097"/>
                </a:lnTo>
                <a:lnTo>
                  <a:pt x="58077" y="14097"/>
                </a:lnTo>
                <a:lnTo>
                  <a:pt x="57873" y="13081"/>
                </a:lnTo>
                <a:lnTo>
                  <a:pt x="58127" y="13081"/>
                </a:lnTo>
                <a:lnTo>
                  <a:pt x="58635" y="14097"/>
                </a:lnTo>
                <a:lnTo>
                  <a:pt x="58635" y="13246"/>
                </a:lnTo>
                <a:lnTo>
                  <a:pt x="58343" y="13081"/>
                </a:lnTo>
                <a:lnTo>
                  <a:pt x="58623" y="13081"/>
                </a:lnTo>
                <a:lnTo>
                  <a:pt x="58712" y="13284"/>
                </a:lnTo>
                <a:lnTo>
                  <a:pt x="58712" y="5651"/>
                </a:lnTo>
                <a:lnTo>
                  <a:pt x="58508" y="5588"/>
                </a:lnTo>
                <a:lnTo>
                  <a:pt x="58508" y="6731"/>
                </a:lnTo>
                <a:lnTo>
                  <a:pt x="58204" y="7747"/>
                </a:lnTo>
                <a:lnTo>
                  <a:pt x="57823" y="7747"/>
                </a:lnTo>
                <a:lnTo>
                  <a:pt x="57988" y="6731"/>
                </a:lnTo>
                <a:lnTo>
                  <a:pt x="58508" y="6731"/>
                </a:lnTo>
                <a:lnTo>
                  <a:pt x="58508" y="5588"/>
                </a:lnTo>
                <a:lnTo>
                  <a:pt x="57708" y="5334"/>
                </a:lnTo>
                <a:lnTo>
                  <a:pt x="57683" y="14097"/>
                </a:lnTo>
                <a:lnTo>
                  <a:pt x="57607" y="14859"/>
                </a:lnTo>
                <a:lnTo>
                  <a:pt x="57124" y="14503"/>
                </a:lnTo>
                <a:lnTo>
                  <a:pt x="57175" y="14097"/>
                </a:lnTo>
                <a:lnTo>
                  <a:pt x="57683" y="14097"/>
                </a:lnTo>
                <a:lnTo>
                  <a:pt x="57683" y="5334"/>
                </a:lnTo>
                <a:lnTo>
                  <a:pt x="57518" y="5334"/>
                </a:lnTo>
                <a:lnTo>
                  <a:pt x="57518" y="13081"/>
                </a:lnTo>
                <a:lnTo>
                  <a:pt x="56845" y="13385"/>
                </a:lnTo>
                <a:lnTo>
                  <a:pt x="56845" y="14300"/>
                </a:lnTo>
                <a:lnTo>
                  <a:pt x="56591" y="14097"/>
                </a:lnTo>
                <a:lnTo>
                  <a:pt x="56807" y="14097"/>
                </a:lnTo>
                <a:lnTo>
                  <a:pt x="56845" y="14300"/>
                </a:lnTo>
                <a:lnTo>
                  <a:pt x="56845" y="13385"/>
                </a:lnTo>
                <a:lnTo>
                  <a:pt x="56222" y="13665"/>
                </a:lnTo>
                <a:lnTo>
                  <a:pt x="55994" y="13081"/>
                </a:lnTo>
                <a:lnTo>
                  <a:pt x="57518" y="13081"/>
                </a:lnTo>
                <a:lnTo>
                  <a:pt x="57518" y="5334"/>
                </a:lnTo>
                <a:lnTo>
                  <a:pt x="56908" y="5334"/>
                </a:lnTo>
                <a:lnTo>
                  <a:pt x="57505" y="6731"/>
                </a:lnTo>
                <a:lnTo>
                  <a:pt x="56769" y="6731"/>
                </a:lnTo>
                <a:lnTo>
                  <a:pt x="56769" y="5334"/>
                </a:lnTo>
                <a:lnTo>
                  <a:pt x="56553" y="5334"/>
                </a:lnTo>
                <a:lnTo>
                  <a:pt x="55803" y="6731"/>
                </a:lnTo>
                <a:lnTo>
                  <a:pt x="56184" y="5334"/>
                </a:lnTo>
                <a:lnTo>
                  <a:pt x="55905" y="5334"/>
                </a:lnTo>
                <a:lnTo>
                  <a:pt x="56388" y="4711"/>
                </a:lnTo>
                <a:lnTo>
                  <a:pt x="55473" y="5130"/>
                </a:lnTo>
                <a:lnTo>
                  <a:pt x="55435" y="4991"/>
                </a:lnTo>
                <a:lnTo>
                  <a:pt x="56502" y="4559"/>
                </a:lnTo>
                <a:lnTo>
                  <a:pt x="56692" y="4318"/>
                </a:lnTo>
                <a:lnTo>
                  <a:pt x="56845" y="4318"/>
                </a:lnTo>
                <a:lnTo>
                  <a:pt x="56781" y="4445"/>
                </a:lnTo>
                <a:lnTo>
                  <a:pt x="57099" y="4318"/>
                </a:lnTo>
                <a:lnTo>
                  <a:pt x="57226" y="4318"/>
                </a:lnTo>
                <a:lnTo>
                  <a:pt x="56718" y="4559"/>
                </a:lnTo>
                <a:lnTo>
                  <a:pt x="56337" y="5334"/>
                </a:lnTo>
                <a:lnTo>
                  <a:pt x="57556" y="4648"/>
                </a:lnTo>
                <a:lnTo>
                  <a:pt x="58102" y="4318"/>
                </a:lnTo>
                <a:lnTo>
                  <a:pt x="58470" y="4318"/>
                </a:lnTo>
                <a:lnTo>
                  <a:pt x="58483" y="4660"/>
                </a:lnTo>
                <a:lnTo>
                  <a:pt x="58381" y="5334"/>
                </a:lnTo>
                <a:lnTo>
                  <a:pt x="59575" y="5334"/>
                </a:lnTo>
                <a:lnTo>
                  <a:pt x="59994" y="5334"/>
                </a:lnTo>
                <a:lnTo>
                  <a:pt x="60147" y="6096"/>
                </a:lnTo>
                <a:lnTo>
                  <a:pt x="60147" y="5334"/>
                </a:lnTo>
                <a:lnTo>
                  <a:pt x="59791" y="4660"/>
                </a:lnTo>
                <a:lnTo>
                  <a:pt x="60198" y="5334"/>
                </a:lnTo>
                <a:lnTo>
                  <a:pt x="60198" y="3657"/>
                </a:lnTo>
                <a:lnTo>
                  <a:pt x="59931" y="3416"/>
                </a:lnTo>
                <a:lnTo>
                  <a:pt x="59613" y="3302"/>
                </a:lnTo>
                <a:lnTo>
                  <a:pt x="58928" y="3302"/>
                </a:lnTo>
                <a:lnTo>
                  <a:pt x="59220" y="3771"/>
                </a:lnTo>
                <a:lnTo>
                  <a:pt x="58788" y="3302"/>
                </a:lnTo>
                <a:lnTo>
                  <a:pt x="58635" y="3302"/>
                </a:lnTo>
                <a:lnTo>
                  <a:pt x="58585" y="3695"/>
                </a:lnTo>
                <a:lnTo>
                  <a:pt x="58635" y="3302"/>
                </a:lnTo>
                <a:lnTo>
                  <a:pt x="58204" y="3302"/>
                </a:lnTo>
                <a:lnTo>
                  <a:pt x="57937" y="3302"/>
                </a:lnTo>
                <a:lnTo>
                  <a:pt x="57772" y="3365"/>
                </a:lnTo>
                <a:lnTo>
                  <a:pt x="57619" y="3302"/>
                </a:lnTo>
                <a:lnTo>
                  <a:pt x="57429" y="3302"/>
                </a:lnTo>
                <a:lnTo>
                  <a:pt x="57721" y="2667"/>
                </a:lnTo>
                <a:lnTo>
                  <a:pt x="57226" y="3111"/>
                </a:lnTo>
                <a:lnTo>
                  <a:pt x="57581" y="2159"/>
                </a:lnTo>
                <a:lnTo>
                  <a:pt x="57327" y="2159"/>
                </a:lnTo>
                <a:lnTo>
                  <a:pt x="57023" y="2743"/>
                </a:lnTo>
                <a:lnTo>
                  <a:pt x="57023" y="3302"/>
                </a:lnTo>
                <a:lnTo>
                  <a:pt x="56959" y="3670"/>
                </a:lnTo>
                <a:lnTo>
                  <a:pt x="56946" y="3302"/>
                </a:lnTo>
                <a:lnTo>
                  <a:pt x="57023" y="2743"/>
                </a:lnTo>
                <a:lnTo>
                  <a:pt x="56718" y="2197"/>
                </a:lnTo>
                <a:lnTo>
                  <a:pt x="56718" y="3302"/>
                </a:lnTo>
                <a:lnTo>
                  <a:pt x="56515" y="3416"/>
                </a:lnTo>
                <a:lnTo>
                  <a:pt x="56388" y="3479"/>
                </a:lnTo>
                <a:lnTo>
                  <a:pt x="56388" y="4318"/>
                </a:lnTo>
                <a:lnTo>
                  <a:pt x="55346" y="4686"/>
                </a:lnTo>
                <a:lnTo>
                  <a:pt x="55257" y="4318"/>
                </a:lnTo>
                <a:lnTo>
                  <a:pt x="55232" y="4724"/>
                </a:lnTo>
                <a:lnTo>
                  <a:pt x="55206" y="5080"/>
                </a:lnTo>
                <a:lnTo>
                  <a:pt x="55194" y="5270"/>
                </a:lnTo>
                <a:lnTo>
                  <a:pt x="55130" y="10922"/>
                </a:lnTo>
                <a:lnTo>
                  <a:pt x="55041" y="11049"/>
                </a:lnTo>
                <a:lnTo>
                  <a:pt x="54952" y="10922"/>
                </a:lnTo>
                <a:lnTo>
                  <a:pt x="55130" y="10922"/>
                </a:lnTo>
                <a:lnTo>
                  <a:pt x="55130" y="5308"/>
                </a:lnTo>
                <a:lnTo>
                  <a:pt x="54800" y="5334"/>
                </a:lnTo>
                <a:lnTo>
                  <a:pt x="54800" y="10922"/>
                </a:lnTo>
                <a:lnTo>
                  <a:pt x="54508" y="11811"/>
                </a:lnTo>
                <a:lnTo>
                  <a:pt x="54419" y="11938"/>
                </a:lnTo>
                <a:lnTo>
                  <a:pt x="53505" y="11938"/>
                </a:lnTo>
                <a:lnTo>
                  <a:pt x="53505" y="16256"/>
                </a:lnTo>
                <a:lnTo>
                  <a:pt x="53454" y="17272"/>
                </a:lnTo>
                <a:lnTo>
                  <a:pt x="53238" y="17272"/>
                </a:lnTo>
                <a:lnTo>
                  <a:pt x="53174" y="16256"/>
                </a:lnTo>
                <a:lnTo>
                  <a:pt x="53505" y="16256"/>
                </a:lnTo>
                <a:lnTo>
                  <a:pt x="53505" y="11938"/>
                </a:lnTo>
                <a:lnTo>
                  <a:pt x="53327" y="11938"/>
                </a:lnTo>
                <a:lnTo>
                  <a:pt x="54800" y="10922"/>
                </a:lnTo>
                <a:lnTo>
                  <a:pt x="54800" y="5334"/>
                </a:lnTo>
                <a:lnTo>
                  <a:pt x="54673" y="5334"/>
                </a:lnTo>
                <a:lnTo>
                  <a:pt x="55206" y="5080"/>
                </a:lnTo>
                <a:lnTo>
                  <a:pt x="55206" y="4737"/>
                </a:lnTo>
                <a:lnTo>
                  <a:pt x="54914" y="4826"/>
                </a:lnTo>
                <a:lnTo>
                  <a:pt x="55168" y="4318"/>
                </a:lnTo>
                <a:lnTo>
                  <a:pt x="55295" y="4318"/>
                </a:lnTo>
                <a:lnTo>
                  <a:pt x="55803" y="4318"/>
                </a:lnTo>
                <a:lnTo>
                  <a:pt x="56388" y="4318"/>
                </a:lnTo>
                <a:lnTo>
                  <a:pt x="56388" y="3479"/>
                </a:lnTo>
                <a:lnTo>
                  <a:pt x="55981" y="3683"/>
                </a:lnTo>
                <a:lnTo>
                  <a:pt x="56095" y="3302"/>
                </a:lnTo>
                <a:lnTo>
                  <a:pt x="56337" y="3302"/>
                </a:lnTo>
                <a:lnTo>
                  <a:pt x="56718" y="3302"/>
                </a:lnTo>
                <a:lnTo>
                  <a:pt x="56718" y="2197"/>
                </a:lnTo>
                <a:lnTo>
                  <a:pt x="55968" y="2159"/>
                </a:lnTo>
                <a:lnTo>
                  <a:pt x="55968" y="3302"/>
                </a:lnTo>
                <a:lnTo>
                  <a:pt x="55892" y="3733"/>
                </a:lnTo>
                <a:lnTo>
                  <a:pt x="55359" y="4000"/>
                </a:lnTo>
                <a:lnTo>
                  <a:pt x="55524" y="3302"/>
                </a:lnTo>
                <a:lnTo>
                  <a:pt x="54978" y="4076"/>
                </a:lnTo>
                <a:lnTo>
                  <a:pt x="54864" y="3302"/>
                </a:lnTo>
                <a:lnTo>
                  <a:pt x="55499" y="3302"/>
                </a:lnTo>
                <a:lnTo>
                  <a:pt x="55968" y="3302"/>
                </a:lnTo>
                <a:lnTo>
                  <a:pt x="55968" y="2159"/>
                </a:lnTo>
                <a:lnTo>
                  <a:pt x="55029" y="2159"/>
                </a:lnTo>
                <a:lnTo>
                  <a:pt x="54381" y="2159"/>
                </a:lnTo>
                <a:lnTo>
                  <a:pt x="54356" y="2451"/>
                </a:lnTo>
                <a:lnTo>
                  <a:pt x="54241" y="3302"/>
                </a:lnTo>
                <a:lnTo>
                  <a:pt x="54432" y="4318"/>
                </a:lnTo>
                <a:lnTo>
                  <a:pt x="53670" y="4622"/>
                </a:lnTo>
                <a:lnTo>
                  <a:pt x="53721" y="4318"/>
                </a:lnTo>
                <a:lnTo>
                  <a:pt x="53543" y="4318"/>
                </a:lnTo>
                <a:lnTo>
                  <a:pt x="53619" y="3886"/>
                </a:lnTo>
                <a:lnTo>
                  <a:pt x="53695" y="3441"/>
                </a:lnTo>
                <a:lnTo>
                  <a:pt x="53721" y="3302"/>
                </a:lnTo>
                <a:lnTo>
                  <a:pt x="53911" y="2159"/>
                </a:lnTo>
                <a:lnTo>
                  <a:pt x="53759" y="2159"/>
                </a:lnTo>
                <a:lnTo>
                  <a:pt x="53441" y="2298"/>
                </a:lnTo>
                <a:lnTo>
                  <a:pt x="53441" y="4711"/>
                </a:lnTo>
                <a:lnTo>
                  <a:pt x="53174" y="4572"/>
                </a:lnTo>
                <a:lnTo>
                  <a:pt x="53162" y="4318"/>
                </a:lnTo>
                <a:lnTo>
                  <a:pt x="52959" y="4381"/>
                </a:lnTo>
                <a:lnTo>
                  <a:pt x="53162" y="4318"/>
                </a:lnTo>
                <a:lnTo>
                  <a:pt x="53441" y="4711"/>
                </a:lnTo>
                <a:lnTo>
                  <a:pt x="53441" y="2298"/>
                </a:lnTo>
                <a:lnTo>
                  <a:pt x="53327" y="3302"/>
                </a:lnTo>
                <a:lnTo>
                  <a:pt x="53149" y="3581"/>
                </a:lnTo>
                <a:lnTo>
                  <a:pt x="52920" y="3949"/>
                </a:lnTo>
                <a:lnTo>
                  <a:pt x="53136" y="3581"/>
                </a:lnTo>
                <a:lnTo>
                  <a:pt x="53327" y="3302"/>
                </a:lnTo>
                <a:lnTo>
                  <a:pt x="53327" y="2336"/>
                </a:lnTo>
                <a:lnTo>
                  <a:pt x="52971" y="2476"/>
                </a:lnTo>
                <a:lnTo>
                  <a:pt x="52717" y="2197"/>
                </a:lnTo>
                <a:lnTo>
                  <a:pt x="52717" y="3683"/>
                </a:lnTo>
                <a:lnTo>
                  <a:pt x="52717" y="4902"/>
                </a:lnTo>
                <a:lnTo>
                  <a:pt x="52666" y="5029"/>
                </a:lnTo>
                <a:lnTo>
                  <a:pt x="52705" y="4889"/>
                </a:lnTo>
                <a:lnTo>
                  <a:pt x="52717" y="3683"/>
                </a:lnTo>
                <a:lnTo>
                  <a:pt x="52590" y="3505"/>
                </a:lnTo>
                <a:lnTo>
                  <a:pt x="52590" y="5067"/>
                </a:lnTo>
                <a:lnTo>
                  <a:pt x="52324" y="5181"/>
                </a:lnTo>
                <a:lnTo>
                  <a:pt x="52451" y="4826"/>
                </a:lnTo>
                <a:lnTo>
                  <a:pt x="52590" y="5067"/>
                </a:lnTo>
                <a:lnTo>
                  <a:pt x="52590" y="3505"/>
                </a:lnTo>
                <a:lnTo>
                  <a:pt x="52451" y="3302"/>
                </a:lnTo>
                <a:lnTo>
                  <a:pt x="52705" y="3302"/>
                </a:lnTo>
                <a:lnTo>
                  <a:pt x="52717" y="3683"/>
                </a:lnTo>
                <a:lnTo>
                  <a:pt x="52717" y="2197"/>
                </a:lnTo>
                <a:lnTo>
                  <a:pt x="52438" y="2159"/>
                </a:lnTo>
                <a:lnTo>
                  <a:pt x="52489" y="2667"/>
                </a:lnTo>
                <a:lnTo>
                  <a:pt x="52425" y="4267"/>
                </a:lnTo>
                <a:lnTo>
                  <a:pt x="52298" y="4318"/>
                </a:lnTo>
                <a:lnTo>
                  <a:pt x="52298" y="4559"/>
                </a:lnTo>
                <a:lnTo>
                  <a:pt x="52235" y="4432"/>
                </a:lnTo>
                <a:lnTo>
                  <a:pt x="52298" y="4559"/>
                </a:lnTo>
                <a:lnTo>
                  <a:pt x="52298" y="4318"/>
                </a:lnTo>
                <a:lnTo>
                  <a:pt x="52108" y="4622"/>
                </a:lnTo>
                <a:lnTo>
                  <a:pt x="51358" y="4826"/>
                </a:lnTo>
                <a:lnTo>
                  <a:pt x="51396" y="4318"/>
                </a:lnTo>
                <a:lnTo>
                  <a:pt x="52171" y="4318"/>
                </a:lnTo>
                <a:lnTo>
                  <a:pt x="52260" y="3619"/>
                </a:lnTo>
                <a:lnTo>
                  <a:pt x="52412" y="4216"/>
                </a:lnTo>
                <a:lnTo>
                  <a:pt x="52425" y="2692"/>
                </a:lnTo>
                <a:lnTo>
                  <a:pt x="51790" y="2946"/>
                </a:lnTo>
                <a:lnTo>
                  <a:pt x="52425" y="2159"/>
                </a:lnTo>
                <a:lnTo>
                  <a:pt x="51650" y="2159"/>
                </a:lnTo>
                <a:lnTo>
                  <a:pt x="51650" y="3124"/>
                </a:lnTo>
                <a:lnTo>
                  <a:pt x="51650" y="2159"/>
                </a:lnTo>
                <a:lnTo>
                  <a:pt x="51638" y="3009"/>
                </a:lnTo>
                <a:lnTo>
                  <a:pt x="51574" y="2527"/>
                </a:lnTo>
                <a:lnTo>
                  <a:pt x="51638" y="3009"/>
                </a:lnTo>
                <a:lnTo>
                  <a:pt x="51638" y="2159"/>
                </a:lnTo>
                <a:lnTo>
                  <a:pt x="51447" y="2159"/>
                </a:lnTo>
                <a:lnTo>
                  <a:pt x="51384" y="3302"/>
                </a:lnTo>
                <a:lnTo>
                  <a:pt x="51104" y="3721"/>
                </a:lnTo>
                <a:lnTo>
                  <a:pt x="51104" y="5334"/>
                </a:lnTo>
                <a:lnTo>
                  <a:pt x="50838" y="5702"/>
                </a:lnTo>
                <a:lnTo>
                  <a:pt x="50203" y="5334"/>
                </a:lnTo>
                <a:lnTo>
                  <a:pt x="51015" y="5334"/>
                </a:lnTo>
                <a:lnTo>
                  <a:pt x="51104" y="3721"/>
                </a:lnTo>
                <a:lnTo>
                  <a:pt x="50939" y="3949"/>
                </a:lnTo>
                <a:lnTo>
                  <a:pt x="51231" y="3302"/>
                </a:lnTo>
                <a:lnTo>
                  <a:pt x="51384" y="3302"/>
                </a:lnTo>
                <a:lnTo>
                  <a:pt x="51384" y="2247"/>
                </a:lnTo>
                <a:lnTo>
                  <a:pt x="51193" y="2501"/>
                </a:lnTo>
                <a:lnTo>
                  <a:pt x="50888" y="2921"/>
                </a:lnTo>
                <a:lnTo>
                  <a:pt x="50774" y="2159"/>
                </a:lnTo>
                <a:lnTo>
                  <a:pt x="50965" y="2159"/>
                </a:lnTo>
                <a:lnTo>
                  <a:pt x="51117" y="2159"/>
                </a:lnTo>
                <a:lnTo>
                  <a:pt x="51346" y="2159"/>
                </a:lnTo>
                <a:lnTo>
                  <a:pt x="51549" y="1143"/>
                </a:lnTo>
                <a:lnTo>
                  <a:pt x="51269" y="1143"/>
                </a:lnTo>
                <a:lnTo>
                  <a:pt x="51003" y="1320"/>
                </a:lnTo>
                <a:lnTo>
                  <a:pt x="50927" y="1143"/>
                </a:lnTo>
                <a:lnTo>
                  <a:pt x="50774" y="1460"/>
                </a:lnTo>
                <a:lnTo>
                  <a:pt x="50444" y="1676"/>
                </a:lnTo>
                <a:lnTo>
                  <a:pt x="50444" y="2159"/>
                </a:lnTo>
                <a:lnTo>
                  <a:pt x="50406" y="2870"/>
                </a:lnTo>
                <a:lnTo>
                  <a:pt x="50114" y="2794"/>
                </a:lnTo>
                <a:lnTo>
                  <a:pt x="50114" y="3302"/>
                </a:lnTo>
                <a:lnTo>
                  <a:pt x="49974" y="3517"/>
                </a:lnTo>
                <a:lnTo>
                  <a:pt x="49974" y="4318"/>
                </a:lnTo>
                <a:lnTo>
                  <a:pt x="49885" y="4559"/>
                </a:lnTo>
                <a:lnTo>
                  <a:pt x="49885" y="18288"/>
                </a:lnTo>
                <a:lnTo>
                  <a:pt x="49796" y="18923"/>
                </a:lnTo>
                <a:lnTo>
                  <a:pt x="49187" y="18923"/>
                </a:lnTo>
                <a:lnTo>
                  <a:pt x="49174" y="19431"/>
                </a:lnTo>
                <a:lnTo>
                  <a:pt x="49161" y="20193"/>
                </a:lnTo>
                <a:lnTo>
                  <a:pt x="48196" y="19939"/>
                </a:lnTo>
                <a:lnTo>
                  <a:pt x="48336" y="19939"/>
                </a:lnTo>
                <a:lnTo>
                  <a:pt x="48895" y="19939"/>
                </a:lnTo>
                <a:lnTo>
                  <a:pt x="49136" y="19939"/>
                </a:lnTo>
                <a:lnTo>
                  <a:pt x="49161" y="20193"/>
                </a:lnTo>
                <a:lnTo>
                  <a:pt x="49161" y="19443"/>
                </a:lnTo>
                <a:lnTo>
                  <a:pt x="48958" y="19570"/>
                </a:lnTo>
                <a:lnTo>
                  <a:pt x="48412" y="19913"/>
                </a:lnTo>
                <a:lnTo>
                  <a:pt x="48552" y="19431"/>
                </a:lnTo>
                <a:lnTo>
                  <a:pt x="48755" y="19431"/>
                </a:lnTo>
                <a:lnTo>
                  <a:pt x="48996" y="19431"/>
                </a:lnTo>
                <a:lnTo>
                  <a:pt x="49174" y="19431"/>
                </a:lnTo>
                <a:lnTo>
                  <a:pt x="49174" y="18923"/>
                </a:lnTo>
                <a:lnTo>
                  <a:pt x="48831" y="18923"/>
                </a:lnTo>
                <a:lnTo>
                  <a:pt x="48501" y="19240"/>
                </a:lnTo>
                <a:lnTo>
                  <a:pt x="48526" y="18923"/>
                </a:lnTo>
                <a:lnTo>
                  <a:pt x="48564" y="18288"/>
                </a:lnTo>
                <a:lnTo>
                  <a:pt x="48768" y="18288"/>
                </a:lnTo>
                <a:lnTo>
                  <a:pt x="49187" y="18923"/>
                </a:lnTo>
                <a:lnTo>
                  <a:pt x="49225" y="18288"/>
                </a:lnTo>
                <a:lnTo>
                  <a:pt x="49885" y="18288"/>
                </a:lnTo>
                <a:lnTo>
                  <a:pt x="49885" y="4559"/>
                </a:lnTo>
                <a:lnTo>
                  <a:pt x="49784" y="4826"/>
                </a:lnTo>
                <a:lnTo>
                  <a:pt x="49796" y="4318"/>
                </a:lnTo>
                <a:lnTo>
                  <a:pt x="49974" y="4318"/>
                </a:lnTo>
                <a:lnTo>
                  <a:pt x="49974" y="3517"/>
                </a:lnTo>
                <a:lnTo>
                  <a:pt x="49796" y="3784"/>
                </a:lnTo>
                <a:lnTo>
                  <a:pt x="49796" y="3467"/>
                </a:lnTo>
                <a:lnTo>
                  <a:pt x="49885" y="3302"/>
                </a:lnTo>
                <a:lnTo>
                  <a:pt x="49733" y="3302"/>
                </a:lnTo>
                <a:lnTo>
                  <a:pt x="49733" y="3594"/>
                </a:lnTo>
                <a:lnTo>
                  <a:pt x="49631" y="4051"/>
                </a:lnTo>
                <a:lnTo>
                  <a:pt x="49453" y="4318"/>
                </a:lnTo>
                <a:lnTo>
                  <a:pt x="49733" y="3594"/>
                </a:lnTo>
                <a:lnTo>
                  <a:pt x="49733" y="3302"/>
                </a:lnTo>
                <a:lnTo>
                  <a:pt x="49466" y="3302"/>
                </a:lnTo>
                <a:lnTo>
                  <a:pt x="49174" y="3302"/>
                </a:lnTo>
                <a:lnTo>
                  <a:pt x="49174" y="2667"/>
                </a:lnTo>
                <a:lnTo>
                  <a:pt x="49606" y="2971"/>
                </a:lnTo>
                <a:lnTo>
                  <a:pt x="49695" y="2794"/>
                </a:lnTo>
                <a:lnTo>
                  <a:pt x="49758" y="3073"/>
                </a:lnTo>
                <a:lnTo>
                  <a:pt x="50114" y="3302"/>
                </a:lnTo>
                <a:lnTo>
                  <a:pt x="50114" y="2794"/>
                </a:lnTo>
                <a:lnTo>
                  <a:pt x="49745" y="2679"/>
                </a:lnTo>
                <a:lnTo>
                  <a:pt x="49974" y="2159"/>
                </a:lnTo>
                <a:lnTo>
                  <a:pt x="50444" y="2159"/>
                </a:lnTo>
                <a:lnTo>
                  <a:pt x="50444" y="1676"/>
                </a:lnTo>
                <a:lnTo>
                  <a:pt x="49682" y="2159"/>
                </a:lnTo>
                <a:lnTo>
                  <a:pt x="49542" y="2159"/>
                </a:lnTo>
                <a:lnTo>
                  <a:pt x="49657" y="2641"/>
                </a:lnTo>
                <a:lnTo>
                  <a:pt x="49174" y="2501"/>
                </a:lnTo>
                <a:lnTo>
                  <a:pt x="49174" y="2159"/>
                </a:lnTo>
                <a:lnTo>
                  <a:pt x="49072" y="2463"/>
                </a:lnTo>
                <a:lnTo>
                  <a:pt x="48742" y="2374"/>
                </a:lnTo>
                <a:lnTo>
                  <a:pt x="49034" y="2565"/>
                </a:lnTo>
                <a:lnTo>
                  <a:pt x="48869" y="3060"/>
                </a:lnTo>
                <a:lnTo>
                  <a:pt x="48869" y="5334"/>
                </a:lnTo>
                <a:lnTo>
                  <a:pt x="48323" y="5689"/>
                </a:lnTo>
                <a:lnTo>
                  <a:pt x="48323" y="19824"/>
                </a:lnTo>
                <a:lnTo>
                  <a:pt x="47980" y="19431"/>
                </a:lnTo>
                <a:lnTo>
                  <a:pt x="48310" y="19431"/>
                </a:lnTo>
                <a:lnTo>
                  <a:pt x="48323" y="19824"/>
                </a:lnTo>
                <a:lnTo>
                  <a:pt x="48323" y="5689"/>
                </a:lnTo>
                <a:lnTo>
                  <a:pt x="48094" y="5829"/>
                </a:lnTo>
                <a:lnTo>
                  <a:pt x="48641" y="5334"/>
                </a:lnTo>
                <a:lnTo>
                  <a:pt x="48869" y="5334"/>
                </a:lnTo>
                <a:lnTo>
                  <a:pt x="48869" y="3060"/>
                </a:lnTo>
                <a:lnTo>
                  <a:pt x="48793" y="3276"/>
                </a:lnTo>
                <a:lnTo>
                  <a:pt x="48717" y="2362"/>
                </a:lnTo>
                <a:lnTo>
                  <a:pt x="48069" y="2159"/>
                </a:lnTo>
                <a:lnTo>
                  <a:pt x="47955" y="3302"/>
                </a:lnTo>
                <a:lnTo>
                  <a:pt x="47828" y="3302"/>
                </a:lnTo>
                <a:lnTo>
                  <a:pt x="47828" y="4318"/>
                </a:lnTo>
                <a:lnTo>
                  <a:pt x="47358" y="4406"/>
                </a:lnTo>
                <a:lnTo>
                  <a:pt x="47358" y="5334"/>
                </a:lnTo>
                <a:lnTo>
                  <a:pt x="46672" y="5994"/>
                </a:lnTo>
                <a:lnTo>
                  <a:pt x="46659" y="8763"/>
                </a:lnTo>
                <a:lnTo>
                  <a:pt x="46570" y="9410"/>
                </a:lnTo>
                <a:lnTo>
                  <a:pt x="46532" y="14097"/>
                </a:lnTo>
                <a:lnTo>
                  <a:pt x="46304" y="14097"/>
                </a:lnTo>
                <a:lnTo>
                  <a:pt x="46075" y="13081"/>
                </a:lnTo>
                <a:lnTo>
                  <a:pt x="46532" y="14097"/>
                </a:lnTo>
                <a:lnTo>
                  <a:pt x="46532" y="9398"/>
                </a:lnTo>
                <a:lnTo>
                  <a:pt x="46012" y="9194"/>
                </a:lnTo>
                <a:lnTo>
                  <a:pt x="46012" y="9906"/>
                </a:lnTo>
                <a:lnTo>
                  <a:pt x="45669" y="10223"/>
                </a:lnTo>
                <a:lnTo>
                  <a:pt x="45554" y="9906"/>
                </a:lnTo>
                <a:lnTo>
                  <a:pt x="46012" y="9906"/>
                </a:lnTo>
                <a:lnTo>
                  <a:pt x="46012" y="9194"/>
                </a:lnTo>
                <a:lnTo>
                  <a:pt x="45478" y="8966"/>
                </a:lnTo>
                <a:lnTo>
                  <a:pt x="45021" y="9398"/>
                </a:lnTo>
                <a:lnTo>
                  <a:pt x="44932" y="9271"/>
                </a:lnTo>
                <a:lnTo>
                  <a:pt x="44932" y="10922"/>
                </a:lnTo>
                <a:lnTo>
                  <a:pt x="44589" y="11239"/>
                </a:lnTo>
                <a:lnTo>
                  <a:pt x="44589" y="11938"/>
                </a:lnTo>
                <a:lnTo>
                  <a:pt x="44526" y="12319"/>
                </a:lnTo>
                <a:lnTo>
                  <a:pt x="44170" y="11938"/>
                </a:lnTo>
                <a:lnTo>
                  <a:pt x="44589" y="11938"/>
                </a:lnTo>
                <a:lnTo>
                  <a:pt x="44589" y="11239"/>
                </a:lnTo>
                <a:lnTo>
                  <a:pt x="44081" y="11696"/>
                </a:lnTo>
                <a:lnTo>
                  <a:pt x="44081" y="14097"/>
                </a:lnTo>
                <a:lnTo>
                  <a:pt x="43827" y="14097"/>
                </a:lnTo>
                <a:lnTo>
                  <a:pt x="43002" y="13335"/>
                </a:lnTo>
                <a:lnTo>
                  <a:pt x="42875" y="13716"/>
                </a:lnTo>
                <a:lnTo>
                  <a:pt x="42341" y="13081"/>
                </a:lnTo>
                <a:lnTo>
                  <a:pt x="42735" y="13081"/>
                </a:lnTo>
                <a:lnTo>
                  <a:pt x="43091" y="13081"/>
                </a:lnTo>
                <a:lnTo>
                  <a:pt x="43370" y="13081"/>
                </a:lnTo>
                <a:lnTo>
                  <a:pt x="44081" y="14097"/>
                </a:lnTo>
                <a:lnTo>
                  <a:pt x="44081" y="11696"/>
                </a:lnTo>
                <a:lnTo>
                  <a:pt x="43815" y="11938"/>
                </a:lnTo>
                <a:lnTo>
                  <a:pt x="43624" y="11315"/>
                </a:lnTo>
                <a:lnTo>
                  <a:pt x="43675" y="10922"/>
                </a:lnTo>
                <a:lnTo>
                  <a:pt x="43561" y="11099"/>
                </a:lnTo>
                <a:lnTo>
                  <a:pt x="43510" y="10922"/>
                </a:lnTo>
                <a:lnTo>
                  <a:pt x="43675" y="10922"/>
                </a:lnTo>
                <a:lnTo>
                  <a:pt x="44208" y="10922"/>
                </a:lnTo>
                <a:lnTo>
                  <a:pt x="44919" y="10922"/>
                </a:lnTo>
                <a:lnTo>
                  <a:pt x="44932" y="9271"/>
                </a:lnTo>
                <a:lnTo>
                  <a:pt x="44602" y="8763"/>
                </a:lnTo>
                <a:lnTo>
                  <a:pt x="44983" y="8763"/>
                </a:lnTo>
                <a:lnTo>
                  <a:pt x="45262" y="8763"/>
                </a:lnTo>
                <a:lnTo>
                  <a:pt x="45694" y="8763"/>
                </a:lnTo>
                <a:lnTo>
                  <a:pt x="46659" y="8763"/>
                </a:lnTo>
                <a:lnTo>
                  <a:pt x="46659" y="5930"/>
                </a:lnTo>
                <a:lnTo>
                  <a:pt x="46545" y="5334"/>
                </a:lnTo>
                <a:lnTo>
                  <a:pt x="47358" y="5334"/>
                </a:lnTo>
                <a:lnTo>
                  <a:pt x="47358" y="4406"/>
                </a:lnTo>
                <a:lnTo>
                  <a:pt x="46647" y="4521"/>
                </a:lnTo>
                <a:lnTo>
                  <a:pt x="46405" y="4318"/>
                </a:lnTo>
                <a:lnTo>
                  <a:pt x="46736" y="4318"/>
                </a:lnTo>
                <a:lnTo>
                  <a:pt x="47066" y="4318"/>
                </a:lnTo>
                <a:lnTo>
                  <a:pt x="47828" y="4318"/>
                </a:lnTo>
                <a:lnTo>
                  <a:pt x="47828" y="3302"/>
                </a:lnTo>
                <a:lnTo>
                  <a:pt x="47586" y="3302"/>
                </a:lnTo>
                <a:lnTo>
                  <a:pt x="47066" y="3429"/>
                </a:lnTo>
                <a:lnTo>
                  <a:pt x="47066" y="3302"/>
                </a:lnTo>
                <a:lnTo>
                  <a:pt x="46240" y="3302"/>
                </a:lnTo>
                <a:lnTo>
                  <a:pt x="46240" y="5842"/>
                </a:lnTo>
                <a:lnTo>
                  <a:pt x="45516" y="5422"/>
                </a:lnTo>
                <a:lnTo>
                  <a:pt x="45516" y="7747"/>
                </a:lnTo>
                <a:lnTo>
                  <a:pt x="44919" y="8420"/>
                </a:lnTo>
                <a:lnTo>
                  <a:pt x="44284" y="7747"/>
                </a:lnTo>
                <a:lnTo>
                  <a:pt x="44577" y="7747"/>
                </a:lnTo>
                <a:lnTo>
                  <a:pt x="45516" y="7747"/>
                </a:lnTo>
                <a:lnTo>
                  <a:pt x="45516" y="5422"/>
                </a:lnTo>
                <a:lnTo>
                  <a:pt x="45364" y="5334"/>
                </a:lnTo>
                <a:lnTo>
                  <a:pt x="45605" y="5334"/>
                </a:lnTo>
                <a:lnTo>
                  <a:pt x="45758" y="5334"/>
                </a:lnTo>
                <a:lnTo>
                  <a:pt x="45885" y="5334"/>
                </a:lnTo>
                <a:lnTo>
                  <a:pt x="46202" y="5334"/>
                </a:lnTo>
                <a:lnTo>
                  <a:pt x="46240" y="5842"/>
                </a:lnTo>
                <a:lnTo>
                  <a:pt x="46240" y="3302"/>
                </a:lnTo>
                <a:lnTo>
                  <a:pt x="46113" y="3302"/>
                </a:lnTo>
                <a:lnTo>
                  <a:pt x="45986" y="3683"/>
                </a:lnTo>
                <a:lnTo>
                  <a:pt x="45631" y="3771"/>
                </a:lnTo>
                <a:lnTo>
                  <a:pt x="45618" y="4699"/>
                </a:lnTo>
                <a:lnTo>
                  <a:pt x="45250" y="4762"/>
                </a:lnTo>
                <a:lnTo>
                  <a:pt x="45034" y="4394"/>
                </a:lnTo>
                <a:lnTo>
                  <a:pt x="45034" y="5334"/>
                </a:lnTo>
                <a:lnTo>
                  <a:pt x="44462" y="6286"/>
                </a:lnTo>
                <a:lnTo>
                  <a:pt x="44805" y="6731"/>
                </a:lnTo>
                <a:lnTo>
                  <a:pt x="44945" y="6731"/>
                </a:lnTo>
                <a:lnTo>
                  <a:pt x="44475" y="7391"/>
                </a:lnTo>
                <a:lnTo>
                  <a:pt x="44437" y="7239"/>
                </a:lnTo>
                <a:lnTo>
                  <a:pt x="44259" y="7442"/>
                </a:lnTo>
                <a:lnTo>
                  <a:pt x="44259" y="9906"/>
                </a:lnTo>
                <a:lnTo>
                  <a:pt x="43624" y="10426"/>
                </a:lnTo>
                <a:lnTo>
                  <a:pt x="43040" y="9906"/>
                </a:lnTo>
                <a:lnTo>
                  <a:pt x="44259" y="9906"/>
                </a:lnTo>
                <a:lnTo>
                  <a:pt x="44259" y="7442"/>
                </a:lnTo>
                <a:lnTo>
                  <a:pt x="44030" y="7683"/>
                </a:lnTo>
                <a:lnTo>
                  <a:pt x="44272" y="6731"/>
                </a:lnTo>
                <a:lnTo>
                  <a:pt x="44323" y="6527"/>
                </a:lnTo>
                <a:lnTo>
                  <a:pt x="43522" y="5473"/>
                </a:lnTo>
                <a:lnTo>
                  <a:pt x="43446" y="5334"/>
                </a:lnTo>
                <a:lnTo>
                  <a:pt x="43446" y="5105"/>
                </a:lnTo>
                <a:lnTo>
                  <a:pt x="43599" y="5207"/>
                </a:lnTo>
                <a:lnTo>
                  <a:pt x="43599" y="5334"/>
                </a:lnTo>
                <a:lnTo>
                  <a:pt x="43776" y="5334"/>
                </a:lnTo>
                <a:lnTo>
                  <a:pt x="44424" y="6223"/>
                </a:lnTo>
                <a:lnTo>
                  <a:pt x="44754" y="5334"/>
                </a:lnTo>
                <a:lnTo>
                  <a:pt x="45034" y="5334"/>
                </a:lnTo>
                <a:lnTo>
                  <a:pt x="45034" y="4394"/>
                </a:lnTo>
                <a:lnTo>
                  <a:pt x="45008" y="4813"/>
                </a:lnTo>
                <a:lnTo>
                  <a:pt x="44513" y="4889"/>
                </a:lnTo>
                <a:lnTo>
                  <a:pt x="44831" y="4318"/>
                </a:lnTo>
                <a:lnTo>
                  <a:pt x="44996" y="4318"/>
                </a:lnTo>
                <a:lnTo>
                  <a:pt x="45250" y="4318"/>
                </a:lnTo>
                <a:lnTo>
                  <a:pt x="45542" y="4318"/>
                </a:lnTo>
                <a:lnTo>
                  <a:pt x="45618" y="4699"/>
                </a:lnTo>
                <a:lnTo>
                  <a:pt x="45618" y="3771"/>
                </a:lnTo>
                <a:lnTo>
                  <a:pt x="45669" y="3302"/>
                </a:lnTo>
                <a:lnTo>
                  <a:pt x="44856" y="3302"/>
                </a:lnTo>
                <a:lnTo>
                  <a:pt x="44704" y="3302"/>
                </a:lnTo>
                <a:lnTo>
                  <a:pt x="44272" y="3302"/>
                </a:lnTo>
                <a:lnTo>
                  <a:pt x="43675" y="3302"/>
                </a:lnTo>
                <a:lnTo>
                  <a:pt x="43878" y="4191"/>
                </a:lnTo>
                <a:lnTo>
                  <a:pt x="43688" y="4241"/>
                </a:lnTo>
                <a:lnTo>
                  <a:pt x="43624" y="5054"/>
                </a:lnTo>
                <a:lnTo>
                  <a:pt x="43446" y="5080"/>
                </a:lnTo>
                <a:lnTo>
                  <a:pt x="43459" y="4318"/>
                </a:lnTo>
                <a:lnTo>
                  <a:pt x="43688" y="4318"/>
                </a:lnTo>
                <a:lnTo>
                  <a:pt x="43459" y="4292"/>
                </a:lnTo>
                <a:lnTo>
                  <a:pt x="43484" y="3302"/>
                </a:lnTo>
                <a:lnTo>
                  <a:pt x="43345" y="3302"/>
                </a:lnTo>
                <a:lnTo>
                  <a:pt x="43002" y="4318"/>
                </a:lnTo>
                <a:lnTo>
                  <a:pt x="42227" y="4318"/>
                </a:lnTo>
                <a:lnTo>
                  <a:pt x="43421" y="5080"/>
                </a:lnTo>
                <a:lnTo>
                  <a:pt x="41935" y="5334"/>
                </a:lnTo>
                <a:lnTo>
                  <a:pt x="42265" y="5334"/>
                </a:lnTo>
                <a:lnTo>
                  <a:pt x="42684" y="5334"/>
                </a:lnTo>
                <a:lnTo>
                  <a:pt x="42621" y="5626"/>
                </a:lnTo>
                <a:lnTo>
                  <a:pt x="42468" y="6324"/>
                </a:lnTo>
                <a:lnTo>
                  <a:pt x="42468" y="9906"/>
                </a:lnTo>
                <a:lnTo>
                  <a:pt x="42113" y="10287"/>
                </a:lnTo>
                <a:lnTo>
                  <a:pt x="41313" y="9906"/>
                </a:lnTo>
                <a:lnTo>
                  <a:pt x="42468" y="9906"/>
                </a:lnTo>
                <a:lnTo>
                  <a:pt x="42468" y="6324"/>
                </a:lnTo>
                <a:lnTo>
                  <a:pt x="42379" y="6731"/>
                </a:lnTo>
                <a:lnTo>
                  <a:pt x="41224" y="6731"/>
                </a:lnTo>
                <a:lnTo>
                  <a:pt x="41732" y="7747"/>
                </a:lnTo>
                <a:lnTo>
                  <a:pt x="41503" y="7747"/>
                </a:lnTo>
                <a:lnTo>
                  <a:pt x="41084" y="8026"/>
                </a:lnTo>
                <a:lnTo>
                  <a:pt x="41084" y="11938"/>
                </a:lnTo>
                <a:lnTo>
                  <a:pt x="40576" y="12128"/>
                </a:lnTo>
                <a:lnTo>
                  <a:pt x="40576" y="13081"/>
                </a:lnTo>
                <a:lnTo>
                  <a:pt x="37642" y="13462"/>
                </a:lnTo>
                <a:lnTo>
                  <a:pt x="38557" y="13081"/>
                </a:lnTo>
                <a:lnTo>
                  <a:pt x="39116" y="13081"/>
                </a:lnTo>
                <a:lnTo>
                  <a:pt x="39141" y="13081"/>
                </a:lnTo>
                <a:lnTo>
                  <a:pt x="40576" y="13081"/>
                </a:lnTo>
                <a:lnTo>
                  <a:pt x="40576" y="12128"/>
                </a:lnTo>
                <a:lnTo>
                  <a:pt x="40830" y="11938"/>
                </a:lnTo>
                <a:lnTo>
                  <a:pt x="41084" y="11938"/>
                </a:lnTo>
                <a:lnTo>
                  <a:pt x="41084" y="8026"/>
                </a:lnTo>
                <a:lnTo>
                  <a:pt x="40741" y="8255"/>
                </a:lnTo>
                <a:lnTo>
                  <a:pt x="40335" y="7747"/>
                </a:lnTo>
                <a:lnTo>
                  <a:pt x="40474" y="6731"/>
                </a:lnTo>
                <a:lnTo>
                  <a:pt x="40284" y="6731"/>
                </a:lnTo>
                <a:lnTo>
                  <a:pt x="40284" y="11938"/>
                </a:lnTo>
                <a:lnTo>
                  <a:pt x="40055" y="12306"/>
                </a:lnTo>
                <a:lnTo>
                  <a:pt x="39916" y="12357"/>
                </a:lnTo>
                <a:lnTo>
                  <a:pt x="39916" y="12547"/>
                </a:lnTo>
                <a:lnTo>
                  <a:pt x="39827" y="12700"/>
                </a:lnTo>
                <a:lnTo>
                  <a:pt x="39916" y="12547"/>
                </a:lnTo>
                <a:lnTo>
                  <a:pt x="39916" y="12357"/>
                </a:lnTo>
                <a:lnTo>
                  <a:pt x="39662" y="12446"/>
                </a:lnTo>
                <a:lnTo>
                  <a:pt x="39471" y="11963"/>
                </a:lnTo>
                <a:lnTo>
                  <a:pt x="39408" y="12192"/>
                </a:lnTo>
                <a:lnTo>
                  <a:pt x="39204" y="11938"/>
                </a:lnTo>
                <a:lnTo>
                  <a:pt x="39471" y="11938"/>
                </a:lnTo>
                <a:lnTo>
                  <a:pt x="40284" y="11938"/>
                </a:lnTo>
                <a:lnTo>
                  <a:pt x="40284" y="6731"/>
                </a:lnTo>
                <a:lnTo>
                  <a:pt x="40208" y="7747"/>
                </a:lnTo>
                <a:lnTo>
                  <a:pt x="39382" y="7747"/>
                </a:lnTo>
                <a:lnTo>
                  <a:pt x="39382" y="8509"/>
                </a:lnTo>
                <a:lnTo>
                  <a:pt x="39192" y="7747"/>
                </a:lnTo>
                <a:lnTo>
                  <a:pt x="38315" y="7747"/>
                </a:lnTo>
                <a:lnTo>
                  <a:pt x="38112" y="7747"/>
                </a:lnTo>
                <a:lnTo>
                  <a:pt x="37973" y="7670"/>
                </a:lnTo>
                <a:lnTo>
                  <a:pt x="37846" y="7950"/>
                </a:lnTo>
                <a:lnTo>
                  <a:pt x="37846" y="12446"/>
                </a:lnTo>
                <a:lnTo>
                  <a:pt x="37274" y="12319"/>
                </a:lnTo>
                <a:lnTo>
                  <a:pt x="37274" y="13081"/>
                </a:lnTo>
                <a:lnTo>
                  <a:pt x="36982" y="13157"/>
                </a:lnTo>
                <a:lnTo>
                  <a:pt x="37274" y="13081"/>
                </a:lnTo>
                <a:lnTo>
                  <a:pt x="37274" y="12319"/>
                </a:lnTo>
                <a:lnTo>
                  <a:pt x="36639" y="12153"/>
                </a:lnTo>
                <a:lnTo>
                  <a:pt x="36639" y="20447"/>
                </a:lnTo>
                <a:lnTo>
                  <a:pt x="36512" y="20447"/>
                </a:lnTo>
                <a:lnTo>
                  <a:pt x="36360" y="20447"/>
                </a:lnTo>
                <a:lnTo>
                  <a:pt x="36423" y="20955"/>
                </a:lnTo>
                <a:lnTo>
                  <a:pt x="35725" y="20955"/>
                </a:lnTo>
                <a:lnTo>
                  <a:pt x="35318" y="20955"/>
                </a:lnTo>
                <a:lnTo>
                  <a:pt x="35775" y="20447"/>
                </a:lnTo>
                <a:lnTo>
                  <a:pt x="36106" y="20447"/>
                </a:lnTo>
                <a:lnTo>
                  <a:pt x="35839" y="19939"/>
                </a:lnTo>
                <a:lnTo>
                  <a:pt x="36283" y="20256"/>
                </a:lnTo>
                <a:lnTo>
                  <a:pt x="36156" y="19939"/>
                </a:lnTo>
                <a:lnTo>
                  <a:pt x="36639" y="20447"/>
                </a:lnTo>
                <a:lnTo>
                  <a:pt x="36639" y="12153"/>
                </a:lnTo>
                <a:lnTo>
                  <a:pt x="36499" y="12128"/>
                </a:lnTo>
                <a:lnTo>
                  <a:pt x="36499" y="13271"/>
                </a:lnTo>
                <a:lnTo>
                  <a:pt x="36106" y="13373"/>
                </a:lnTo>
                <a:lnTo>
                  <a:pt x="36106" y="14097"/>
                </a:lnTo>
                <a:lnTo>
                  <a:pt x="36029" y="14262"/>
                </a:lnTo>
                <a:lnTo>
                  <a:pt x="36029" y="16205"/>
                </a:lnTo>
                <a:lnTo>
                  <a:pt x="35890" y="16129"/>
                </a:lnTo>
                <a:lnTo>
                  <a:pt x="35636" y="15506"/>
                </a:lnTo>
                <a:lnTo>
                  <a:pt x="35661" y="16014"/>
                </a:lnTo>
                <a:lnTo>
                  <a:pt x="35407" y="15887"/>
                </a:lnTo>
                <a:lnTo>
                  <a:pt x="35407" y="20447"/>
                </a:lnTo>
                <a:lnTo>
                  <a:pt x="35280" y="20370"/>
                </a:lnTo>
                <a:lnTo>
                  <a:pt x="34963" y="20688"/>
                </a:lnTo>
                <a:lnTo>
                  <a:pt x="34963" y="23622"/>
                </a:lnTo>
                <a:lnTo>
                  <a:pt x="34937" y="23749"/>
                </a:lnTo>
                <a:lnTo>
                  <a:pt x="34569" y="23622"/>
                </a:lnTo>
                <a:lnTo>
                  <a:pt x="34963" y="23622"/>
                </a:lnTo>
                <a:lnTo>
                  <a:pt x="34963" y="20688"/>
                </a:lnTo>
                <a:lnTo>
                  <a:pt x="34874" y="21463"/>
                </a:lnTo>
                <a:lnTo>
                  <a:pt x="34696" y="22098"/>
                </a:lnTo>
                <a:lnTo>
                  <a:pt x="34556" y="21463"/>
                </a:lnTo>
                <a:lnTo>
                  <a:pt x="34874" y="21463"/>
                </a:lnTo>
                <a:lnTo>
                  <a:pt x="34874" y="20751"/>
                </a:lnTo>
                <a:lnTo>
                  <a:pt x="34582" y="20955"/>
                </a:lnTo>
                <a:lnTo>
                  <a:pt x="34480" y="21463"/>
                </a:lnTo>
                <a:lnTo>
                  <a:pt x="34213" y="21463"/>
                </a:lnTo>
                <a:lnTo>
                  <a:pt x="34213" y="22098"/>
                </a:lnTo>
                <a:lnTo>
                  <a:pt x="34086" y="22606"/>
                </a:lnTo>
                <a:lnTo>
                  <a:pt x="33870" y="22606"/>
                </a:lnTo>
                <a:lnTo>
                  <a:pt x="33591" y="22860"/>
                </a:lnTo>
                <a:lnTo>
                  <a:pt x="33616" y="22606"/>
                </a:lnTo>
                <a:lnTo>
                  <a:pt x="33934" y="22098"/>
                </a:lnTo>
                <a:lnTo>
                  <a:pt x="33553" y="22098"/>
                </a:lnTo>
                <a:lnTo>
                  <a:pt x="33629" y="21602"/>
                </a:lnTo>
                <a:lnTo>
                  <a:pt x="33896" y="22098"/>
                </a:lnTo>
                <a:lnTo>
                  <a:pt x="33934" y="21590"/>
                </a:lnTo>
                <a:lnTo>
                  <a:pt x="34213" y="22098"/>
                </a:lnTo>
                <a:lnTo>
                  <a:pt x="34213" y="21463"/>
                </a:lnTo>
                <a:lnTo>
                  <a:pt x="33947" y="21463"/>
                </a:lnTo>
                <a:lnTo>
                  <a:pt x="34137" y="20955"/>
                </a:lnTo>
                <a:lnTo>
                  <a:pt x="34582" y="20548"/>
                </a:lnTo>
                <a:lnTo>
                  <a:pt x="34404" y="20764"/>
                </a:lnTo>
                <a:lnTo>
                  <a:pt x="34975" y="20447"/>
                </a:lnTo>
                <a:lnTo>
                  <a:pt x="35280" y="20447"/>
                </a:lnTo>
                <a:lnTo>
                  <a:pt x="35090" y="19939"/>
                </a:lnTo>
                <a:lnTo>
                  <a:pt x="35407" y="20447"/>
                </a:lnTo>
                <a:lnTo>
                  <a:pt x="35407" y="15887"/>
                </a:lnTo>
                <a:lnTo>
                  <a:pt x="33972" y="15113"/>
                </a:lnTo>
                <a:lnTo>
                  <a:pt x="33591" y="15354"/>
                </a:lnTo>
                <a:lnTo>
                  <a:pt x="33591" y="20726"/>
                </a:lnTo>
                <a:lnTo>
                  <a:pt x="33439" y="20447"/>
                </a:lnTo>
                <a:lnTo>
                  <a:pt x="33439" y="20675"/>
                </a:lnTo>
                <a:lnTo>
                  <a:pt x="33083" y="20586"/>
                </a:lnTo>
                <a:lnTo>
                  <a:pt x="32994" y="20955"/>
                </a:lnTo>
                <a:lnTo>
                  <a:pt x="32829" y="20955"/>
                </a:lnTo>
                <a:lnTo>
                  <a:pt x="32829" y="21463"/>
                </a:lnTo>
                <a:lnTo>
                  <a:pt x="32372" y="20955"/>
                </a:lnTo>
                <a:lnTo>
                  <a:pt x="32054" y="20955"/>
                </a:lnTo>
                <a:lnTo>
                  <a:pt x="32054" y="46863"/>
                </a:lnTo>
                <a:lnTo>
                  <a:pt x="31915" y="47498"/>
                </a:lnTo>
                <a:lnTo>
                  <a:pt x="31470" y="47498"/>
                </a:lnTo>
                <a:lnTo>
                  <a:pt x="31610" y="46863"/>
                </a:lnTo>
                <a:lnTo>
                  <a:pt x="32054" y="46863"/>
                </a:lnTo>
                <a:lnTo>
                  <a:pt x="32054" y="20955"/>
                </a:lnTo>
                <a:lnTo>
                  <a:pt x="31305" y="20955"/>
                </a:lnTo>
                <a:lnTo>
                  <a:pt x="31305" y="25666"/>
                </a:lnTo>
                <a:lnTo>
                  <a:pt x="30556" y="25501"/>
                </a:lnTo>
                <a:lnTo>
                  <a:pt x="30556" y="28448"/>
                </a:lnTo>
                <a:lnTo>
                  <a:pt x="30175" y="28625"/>
                </a:lnTo>
                <a:lnTo>
                  <a:pt x="30200" y="28448"/>
                </a:lnTo>
                <a:lnTo>
                  <a:pt x="30556" y="28448"/>
                </a:lnTo>
                <a:lnTo>
                  <a:pt x="30556" y="25501"/>
                </a:lnTo>
                <a:lnTo>
                  <a:pt x="29997" y="25361"/>
                </a:lnTo>
                <a:lnTo>
                  <a:pt x="29997" y="28702"/>
                </a:lnTo>
                <a:lnTo>
                  <a:pt x="29756" y="28816"/>
                </a:lnTo>
                <a:lnTo>
                  <a:pt x="29845" y="28448"/>
                </a:lnTo>
                <a:lnTo>
                  <a:pt x="29997" y="28702"/>
                </a:lnTo>
                <a:lnTo>
                  <a:pt x="29997" y="25361"/>
                </a:lnTo>
                <a:lnTo>
                  <a:pt x="29654" y="25285"/>
                </a:lnTo>
                <a:lnTo>
                  <a:pt x="29654" y="34798"/>
                </a:lnTo>
                <a:lnTo>
                  <a:pt x="29044" y="34163"/>
                </a:lnTo>
                <a:lnTo>
                  <a:pt x="29337" y="34163"/>
                </a:lnTo>
                <a:lnTo>
                  <a:pt x="28752" y="33832"/>
                </a:lnTo>
                <a:lnTo>
                  <a:pt x="28663" y="34163"/>
                </a:lnTo>
                <a:lnTo>
                  <a:pt x="28333" y="33655"/>
                </a:lnTo>
                <a:lnTo>
                  <a:pt x="28333" y="46355"/>
                </a:lnTo>
                <a:lnTo>
                  <a:pt x="28333" y="46863"/>
                </a:lnTo>
                <a:lnTo>
                  <a:pt x="27343" y="46863"/>
                </a:lnTo>
                <a:lnTo>
                  <a:pt x="28105" y="46355"/>
                </a:lnTo>
                <a:lnTo>
                  <a:pt x="28333" y="46355"/>
                </a:lnTo>
                <a:lnTo>
                  <a:pt x="28333" y="33655"/>
                </a:lnTo>
                <a:lnTo>
                  <a:pt x="28473" y="33655"/>
                </a:lnTo>
                <a:lnTo>
                  <a:pt x="28816" y="33655"/>
                </a:lnTo>
                <a:lnTo>
                  <a:pt x="29260" y="33655"/>
                </a:lnTo>
                <a:lnTo>
                  <a:pt x="29489" y="34163"/>
                </a:lnTo>
                <a:lnTo>
                  <a:pt x="29654" y="34798"/>
                </a:lnTo>
                <a:lnTo>
                  <a:pt x="29654" y="25285"/>
                </a:lnTo>
                <a:lnTo>
                  <a:pt x="29908" y="25273"/>
                </a:lnTo>
                <a:lnTo>
                  <a:pt x="29464" y="24638"/>
                </a:lnTo>
                <a:lnTo>
                  <a:pt x="30645" y="24638"/>
                </a:lnTo>
                <a:lnTo>
                  <a:pt x="30048" y="25273"/>
                </a:lnTo>
                <a:lnTo>
                  <a:pt x="30454" y="25273"/>
                </a:lnTo>
                <a:lnTo>
                  <a:pt x="31305" y="25666"/>
                </a:lnTo>
                <a:lnTo>
                  <a:pt x="31305" y="20955"/>
                </a:lnTo>
                <a:lnTo>
                  <a:pt x="31115" y="20955"/>
                </a:lnTo>
                <a:lnTo>
                  <a:pt x="31115" y="22098"/>
                </a:lnTo>
                <a:lnTo>
                  <a:pt x="30683" y="22440"/>
                </a:lnTo>
                <a:lnTo>
                  <a:pt x="30759" y="22098"/>
                </a:lnTo>
                <a:lnTo>
                  <a:pt x="31115" y="22098"/>
                </a:lnTo>
                <a:lnTo>
                  <a:pt x="31115" y="20955"/>
                </a:lnTo>
                <a:lnTo>
                  <a:pt x="29171" y="20955"/>
                </a:lnTo>
                <a:lnTo>
                  <a:pt x="29171" y="22098"/>
                </a:lnTo>
                <a:lnTo>
                  <a:pt x="29070" y="22364"/>
                </a:lnTo>
                <a:lnTo>
                  <a:pt x="28994" y="22098"/>
                </a:lnTo>
                <a:lnTo>
                  <a:pt x="28930" y="21882"/>
                </a:lnTo>
                <a:lnTo>
                  <a:pt x="28930" y="26289"/>
                </a:lnTo>
                <a:lnTo>
                  <a:pt x="28740" y="26797"/>
                </a:lnTo>
                <a:lnTo>
                  <a:pt x="28676" y="27190"/>
                </a:lnTo>
                <a:lnTo>
                  <a:pt x="28613" y="26797"/>
                </a:lnTo>
                <a:lnTo>
                  <a:pt x="28524" y="26301"/>
                </a:lnTo>
                <a:lnTo>
                  <a:pt x="28473" y="30988"/>
                </a:lnTo>
                <a:lnTo>
                  <a:pt x="27889" y="30988"/>
                </a:lnTo>
                <a:lnTo>
                  <a:pt x="27774" y="30480"/>
                </a:lnTo>
                <a:lnTo>
                  <a:pt x="28130" y="30480"/>
                </a:lnTo>
                <a:lnTo>
                  <a:pt x="28359" y="30480"/>
                </a:lnTo>
                <a:lnTo>
                  <a:pt x="28473" y="30988"/>
                </a:lnTo>
                <a:lnTo>
                  <a:pt x="28473" y="26339"/>
                </a:lnTo>
                <a:lnTo>
                  <a:pt x="28409" y="26073"/>
                </a:lnTo>
                <a:lnTo>
                  <a:pt x="28435" y="25781"/>
                </a:lnTo>
                <a:lnTo>
                  <a:pt x="28486" y="26085"/>
                </a:lnTo>
                <a:lnTo>
                  <a:pt x="28524" y="26289"/>
                </a:lnTo>
                <a:lnTo>
                  <a:pt x="28930" y="26289"/>
                </a:lnTo>
                <a:lnTo>
                  <a:pt x="28930" y="21882"/>
                </a:lnTo>
                <a:lnTo>
                  <a:pt x="28816" y="21463"/>
                </a:lnTo>
                <a:lnTo>
                  <a:pt x="28981" y="21463"/>
                </a:lnTo>
                <a:lnTo>
                  <a:pt x="29006" y="21844"/>
                </a:lnTo>
                <a:lnTo>
                  <a:pt x="29032" y="22098"/>
                </a:lnTo>
                <a:lnTo>
                  <a:pt x="29171" y="22098"/>
                </a:lnTo>
                <a:lnTo>
                  <a:pt x="29171" y="20955"/>
                </a:lnTo>
                <a:lnTo>
                  <a:pt x="28321" y="20955"/>
                </a:lnTo>
                <a:lnTo>
                  <a:pt x="28321" y="21094"/>
                </a:lnTo>
                <a:lnTo>
                  <a:pt x="28168" y="21069"/>
                </a:lnTo>
                <a:lnTo>
                  <a:pt x="28168" y="26289"/>
                </a:lnTo>
                <a:lnTo>
                  <a:pt x="28003" y="26543"/>
                </a:lnTo>
                <a:lnTo>
                  <a:pt x="27990" y="30238"/>
                </a:lnTo>
                <a:lnTo>
                  <a:pt x="27470" y="29972"/>
                </a:lnTo>
                <a:lnTo>
                  <a:pt x="27381" y="29464"/>
                </a:lnTo>
                <a:lnTo>
                  <a:pt x="27559" y="29464"/>
                </a:lnTo>
                <a:lnTo>
                  <a:pt x="27990" y="30238"/>
                </a:lnTo>
                <a:lnTo>
                  <a:pt x="27990" y="26530"/>
                </a:lnTo>
                <a:lnTo>
                  <a:pt x="27825" y="26289"/>
                </a:lnTo>
                <a:lnTo>
                  <a:pt x="28168" y="26289"/>
                </a:lnTo>
                <a:lnTo>
                  <a:pt x="28168" y="21069"/>
                </a:lnTo>
                <a:lnTo>
                  <a:pt x="27863" y="21005"/>
                </a:lnTo>
                <a:lnTo>
                  <a:pt x="27863" y="22606"/>
                </a:lnTo>
                <a:lnTo>
                  <a:pt x="27635" y="22606"/>
                </a:lnTo>
                <a:lnTo>
                  <a:pt x="27305" y="22428"/>
                </a:lnTo>
                <a:lnTo>
                  <a:pt x="27305" y="27559"/>
                </a:lnTo>
                <a:lnTo>
                  <a:pt x="27216" y="31623"/>
                </a:lnTo>
                <a:lnTo>
                  <a:pt x="27178" y="31927"/>
                </a:lnTo>
                <a:lnTo>
                  <a:pt x="27178" y="35306"/>
                </a:lnTo>
                <a:lnTo>
                  <a:pt x="27152" y="47498"/>
                </a:lnTo>
                <a:lnTo>
                  <a:pt x="26936" y="47625"/>
                </a:lnTo>
                <a:lnTo>
                  <a:pt x="26962" y="47498"/>
                </a:lnTo>
                <a:lnTo>
                  <a:pt x="27152" y="47498"/>
                </a:lnTo>
                <a:lnTo>
                  <a:pt x="27152" y="35306"/>
                </a:lnTo>
                <a:lnTo>
                  <a:pt x="26784" y="35306"/>
                </a:lnTo>
                <a:lnTo>
                  <a:pt x="26746" y="34798"/>
                </a:lnTo>
                <a:lnTo>
                  <a:pt x="26873" y="34798"/>
                </a:lnTo>
                <a:lnTo>
                  <a:pt x="27178" y="35306"/>
                </a:lnTo>
                <a:lnTo>
                  <a:pt x="27178" y="31927"/>
                </a:lnTo>
                <a:lnTo>
                  <a:pt x="27152" y="32131"/>
                </a:lnTo>
                <a:lnTo>
                  <a:pt x="27089" y="34798"/>
                </a:lnTo>
                <a:lnTo>
                  <a:pt x="26962" y="34798"/>
                </a:lnTo>
                <a:lnTo>
                  <a:pt x="26593" y="34594"/>
                </a:lnTo>
                <a:lnTo>
                  <a:pt x="26593" y="47498"/>
                </a:lnTo>
                <a:lnTo>
                  <a:pt x="26111" y="47866"/>
                </a:lnTo>
                <a:lnTo>
                  <a:pt x="26149" y="47498"/>
                </a:lnTo>
                <a:lnTo>
                  <a:pt x="26593" y="47498"/>
                </a:lnTo>
                <a:lnTo>
                  <a:pt x="26593" y="34594"/>
                </a:lnTo>
                <a:lnTo>
                  <a:pt x="26543" y="44831"/>
                </a:lnTo>
                <a:lnTo>
                  <a:pt x="26123" y="44831"/>
                </a:lnTo>
                <a:lnTo>
                  <a:pt x="26149" y="44323"/>
                </a:lnTo>
                <a:lnTo>
                  <a:pt x="26504" y="44323"/>
                </a:lnTo>
                <a:lnTo>
                  <a:pt x="26543" y="44831"/>
                </a:lnTo>
                <a:lnTo>
                  <a:pt x="26543" y="34569"/>
                </a:lnTo>
                <a:lnTo>
                  <a:pt x="25844" y="34163"/>
                </a:lnTo>
                <a:lnTo>
                  <a:pt x="26454" y="34163"/>
                </a:lnTo>
                <a:lnTo>
                  <a:pt x="27089" y="34798"/>
                </a:lnTo>
                <a:lnTo>
                  <a:pt x="27089" y="32131"/>
                </a:lnTo>
                <a:lnTo>
                  <a:pt x="26746" y="32131"/>
                </a:lnTo>
                <a:lnTo>
                  <a:pt x="26695" y="31623"/>
                </a:lnTo>
                <a:lnTo>
                  <a:pt x="27216" y="31623"/>
                </a:lnTo>
                <a:lnTo>
                  <a:pt x="27216" y="27533"/>
                </a:lnTo>
                <a:lnTo>
                  <a:pt x="27101" y="29438"/>
                </a:lnTo>
                <a:lnTo>
                  <a:pt x="26924" y="29400"/>
                </a:lnTo>
                <a:lnTo>
                  <a:pt x="26682" y="29146"/>
                </a:lnTo>
                <a:lnTo>
                  <a:pt x="26682" y="30480"/>
                </a:lnTo>
                <a:lnTo>
                  <a:pt x="26365" y="30924"/>
                </a:lnTo>
                <a:lnTo>
                  <a:pt x="26365" y="31623"/>
                </a:lnTo>
                <a:lnTo>
                  <a:pt x="26111" y="31623"/>
                </a:lnTo>
                <a:lnTo>
                  <a:pt x="26174" y="31026"/>
                </a:lnTo>
                <a:lnTo>
                  <a:pt x="26365" y="31623"/>
                </a:lnTo>
                <a:lnTo>
                  <a:pt x="26365" y="30924"/>
                </a:lnTo>
                <a:lnTo>
                  <a:pt x="26149" y="30480"/>
                </a:lnTo>
                <a:lnTo>
                  <a:pt x="26682" y="30480"/>
                </a:lnTo>
                <a:lnTo>
                  <a:pt x="26682" y="29146"/>
                </a:lnTo>
                <a:lnTo>
                  <a:pt x="26504" y="28956"/>
                </a:lnTo>
                <a:lnTo>
                  <a:pt x="27101" y="29438"/>
                </a:lnTo>
                <a:lnTo>
                  <a:pt x="27101" y="27495"/>
                </a:lnTo>
                <a:lnTo>
                  <a:pt x="26568" y="27305"/>
                </a:lnTo>
                <a:lnTo>
                  <a:pt x="26479" y="29464"/>
                </a:lnTo>
                <a:lnTo>
                  <a:pt x="26301" y="29565"/>
                </a:lnTo>
                <a:lnTo>
                  <a:pt x="26479" y="29464"/>
                </a:lnTo>
                <a:lnTo>
                  <a:pt x="26479" y="27305"/>
                </a:lnTo>
                <a:lnTo>
                  <a:pt x="26149" y="27305"/>
                </a:lnTo>
                <a:lnTo>
                  <a:pt x="26352" y="26797"/>
                </a:lnTo>
                <a:lnTo>
                  <a:pt x="26987" y="26797"/>
                </a:lnTo>
                <a:lnTo>
                  <a:pt x="26898" y="27305"/>
                </a:lnTo>
                <a:lnTo>
                  <a:pt x="27305" y="27559"/>
                </a:lnTo>
                <a:lnTo>
                  <a:pt x="27305" y="22428"/>
                </a:lnTo>
                <a:lnTo>
                  <a:pt x="27254" y="22606"/>
                </a:lnTo>
                <a:lnTo>
                  <a:pt x="27254" y="23114"/>
                </a:lnTo>
                <a:lnTo>
                  <a:pt x="26771" y="23114"/>
                </a:lnTo>
                <a:lnTo>
                  <a:pt x="26746" y="22606"/>
                </a:lnTo>
                <a:lnTo>
                  <a:pt x="27254" y="22606"/>
                </a:lnTo>
                <a:lnTo>
                  <a:pt x="27254" y="22402"/>
                </a:lnTo>
                <a:lnTo>
                  <a:pt x="26949" y="22225"/>
                </a:lnTo>
                <a:lnTo>
                  <a:pt x="27863" y="22606"/>
                </a:lnTo>
                <a:lnTo>
                  <a:pt x="27863" y="21005"/>
                </a:lnTo>
                <a:lnTo>
                  <a:pt x="27686" y="20955"/>
                </a:lnTo>
                <a:lnTo>
                  <a:pt x="26911" y="20955"/>
                </a:lnTo>
                <a:lnTo>
                  <a:pt x="27000" y="21463"/>
                </a:lnTo>
                <a:lnTo>
                  <a:pt x="27076" y="21983"/>
                </a:lnTo>
                <a:lnTo>
                  <a:pt x="26631" y="21463"/>
                </a:lnTo>
                <a:lnTo>
                  <a:pt x="26695" y="20955"/>
                </a:lnTo>
                <a:lnTo>
                  <a:pt x="26911" y="20955"/>
                </a:lnTo>
                <a:lnTo>
                  <a:pt x="26835" y="20447"/>
                </a:lnTo>
                <a:lnTo>
                  <a:pt x="26530" y="20955"/>
                </a:lnTo>
                <a:lnTo>
                  <a:pt x="26352" y="20955"/>
                </a:lnTo>
                <a:lnTo>
                  <a:pt x="26352" y="26289"/>
                </a:lnTo>
                <a:lnTo>
                  <a:pt x="26250" y="26746"/>
                </a:lnTo>
                <a:lnTo>
                  <a:pt x="25069" y="26416"/>
                </a:lnTo>
                <a:lnTo>
                  <a:pt x="25120" y="26797"/>
                </a:lnTo>
                <a:lnTo>
                  <a:pt x="25603" y="26797"/>
                </a:lnTo>
                <a:lnTo>
                  <a:pt x="25984" y="26797"/>
                </a:lnTo>
                <a:lnTo>
                  <a:pt x="25971" y="27305"/>
                </a:lnTo>
                <a:lnTo>
                  <a:pt x="25603" y="26797"/>
                </a:lnTo>
                <a:lnTo>
                  <a:pt x="25463" y="27305"/>
                </a:lnTo>
                <a:lnTo>
                  <a:pt x="25742" y="27305"/>
                </a:lnTo>
                <a:lnTo>
                  <a:pt x="25819" y="27813"/>
                </a:lnTo>
                <a:lnTo>
                  <a:pt x="26352" y="28448"/>
                </a:lnTo>
                <a:lnTo>
                  <a:pt x="25654" y="28448"/>
                </a:lnTo>
                <a:lnTo>
                  <a:pt x="25654" y="29083"/>
                </a:lnTo>
                <a:lnTo>
                  <a:pt x="25285" y="28994"/>
                </a:lnTo>
                <a:lnTo>
                  <a:pt x="25285" y="30988"/>
                </a:lnTo>
                <a:lnTo>
                  <a:pt x="24866" y="31267"/>
                </a:lnTo>
                <a:lnTo>
                  <a:pt x="24866" y="32131"/>
                </a:lnTo>
                <a:lnTo>
                  <a:pt x="24790" y="32639"/>
                </a:lnTo>
                <a:lnTo>
                  <a:pt x="24523" y="32131"/>
                </a:lnTo>
                <a:lnTo>
                  <a:pt x="24384" y="32131"/>
                </a:lnTo>
                <a:lnTo>
                  <a:pt x="24320" y="31623"/>
                </a:lnTo>
                <a:lnTo>
                  <a:pt x="24472" y="31623"/>
                </a:lnTo>
                <a:lnTo>
                  <a:pt x="24612" y="31623"/>
                </a:lnTo>
                <a:lnTo>
                  <a:pt x="24866" y="32131"/>
                </a:lnTo>
                <a:lnTo>
                  <a:pt x="24866" y="31267"/>
                </a:lnTo>
                <a:lnTo>
                  <a:pt x="24498" y="31508"/>
                </a:lnTo>
                <a:lnTo>
                  <a:pt x="24663" y="30988"/>
                </a:lnTo>
                <a:lnTo>
                  <a:pt x="25285" y="30988"/>
                </a:lnTo>
                <a:lnTo>
                  <a:pt x="25285" y="28994"/>
                </a:lnTo>
                <a:lnTo>
                  <a:pt x="25133" y="28956"/>
                </a:lnTo>
                <a:lnTo>
                  <a:pt x="25577" y="28956"/>
                </a:lnTo>
                <a:lnTo>
                  <a:pt x="25654" y="29083"/>
                </a:lnTo>
                <a:lnTo>
                  <a:pt x="25654" y="28448"/>
                </a:lnTo>
                <a:lnTo>
                  <a:pt x="25514" y="27305"/>
                </a:lnTo>
                <a:lnTo>
                  <a:pt x="25387" y="27813"/>
                </a:lnTo>
                <a:lnTo>
                  <a:pt x="25158" y="27813"/>
                </a:lnTo>
                <a:lnTo>
                  <a:pt x="25158" y="27305"/>
                </a:lnTo>
                <a:lnTo>
                  <a:pt x="25158" y="26797"/>
                </a:lnTo>
                <a:lnTo>
                  <a:pt x="24904" y="27165"/>
                </a:lnTo>
                <a:lnTo>
                  <a:pt x="24942" y="26797"/>
                </a:lnTo>
                <a:lnTo>
                  <a:pt x="24434" y="26797"/>
                </a:lnTo>
                <a:lnTo>
                  <a:pt x="24422" y="30988"/>
                </a:lnTo>
                <a:lnTo>
                  <a:pt x="23888" y="31432"/>
                </a:lnTo>
                <a:lnTo>
                  <a:pt x="23888" y="32131"/>
                </a:lnTo>
                <a:lnTo>
                  <a:pt x="23812" y="33147"/>
                </a:lnTo>
                <a:lnTo>
                  <a:pt x="23304" y="33147"/>
                </a:lnTo>
                <a:lnTo>
                  <a:pt x="23482" y="32639"/>
                </a:lnTo>
                <a:lnTo>
                  <a:pt x="23558" y="32131"/>
                </a:lnTo>
                <a:lnTo>
                  <a:pt x="23888" y="32131"/>
                </a:lnTo>
                <a:lnTo>
                  <a:pt x="23888" y="31432"/>
                </a:lnTo>
                <a:lnTo>
                  <a:pt x="23660" y="31623"/>
                </a:lnTo>
                <a:lnTo>
                  <a:pt x="23342" y="32131"/>
                </a:lnTo>
                <a:lnTo>
                  <a:pt x="23215" y="32131"/>
                </a:lnTo>
                <a:lnTo>
                  <a:pt x="22847" y="31623"/>
                </a:lnTo>
                <a:lnTo>
                  <a:pt x="23012" y="31623"/>
                </a:lnTo>
                <a:lnTo>
                  <a:pt x="23342" y="30988"/>
                </a:lnTo>
                <a:lnTo>
                  <a:pt x="24422" y="30988"/>
                </a:lnTo>
                <a:lnTo>
                  <a:pt x="24422" y="26797"/>
                </a:lnTo>
                <a:lnTo>
                  <a:pt x="23888" y="26797"/>
                </a:lnTo>
                <a:lnTo>
                  <a:pt x="24409" y="26289"/>
                </a:lnTo>
                <a:lnTo>
                  <a:pt x="24434" y="26797"/>
                </a:lnTo>
                <a:lnTo>
                  <a:pt x="24599" y="26289"/>
                </a:lnTo>
                <a:lnTo>
                  <a:pt x="25069" y="26289"/>
                </a:lnTo>
                <a:lnTo>
                  <a:pt x="25654" y="26289"/>
                </a:lnTo>
                <a:lnTo>
                  <a:pt x="25603" y="25831"/>
                </a:lnTo>
                <a:lnTo>
                  <a:pt x="25781" y="25781"/>
                </a:lnTo>
                <a:lnTo>
                  <a:pt x="26047" y="25781"/>
                </a:lnTo>
                <a:lnTo>
                  <a:pt x="26022" y="26289"/>
                </a:lnTo>
                <a:lnTo>
                  <a:pt x="26352" y="26289"/>
                </a:lnTo>
                <a:lnTo>
                  <a:pt x="26352" y="20955"/>
                </a:lnTo>
                <a:lnTo>
                  <a:pt x="26276" y="24130"/>
                </a:lnTo>
                <a:lnTo>
                  <a:pt x="26149" y="24193"/>
                </a:lnTo>
                <a:lnTo>
                  <a:pt x="26073" y="25273"/>
                </a:lnTo>
                <a:lnTo>
                  <a:pt x="26047" y="25552"/>
                </a:lnTo>
                <a:lnTo>
                  <a:pt x="25717" y="25273"/>
                </a:lnTo>
                <a:lnTo>
                  <a:pt x="26073" y="25273"/>
                </a:lnTo>
                <a:lnTo>
                  <a:pt x="26073" y="24244"/>
                </a:lnTo>
                <a:lnTo>
                  <a:pt x="25311" y="24638"/>
                </a:lnTo>
                <a:lnTo>
                  <a:pt x="25184" y="24130"/>
                </a:lnTo>
                <a:lnTo>
                  <a:pt x="25184" y="24638"/>
                </a:lnTo>
                <a:lnTo>
                  <a:pt x="25082" y="24765"/>
                </a:lnTo>
                <a:lnTo>
                  <a:pt x="24942" y="24638"/>
                </a:lnTo>
                <a:lnTo>
                  <a:pt x="25184" y="24638"/>
                </a:lnTo>
                <a:lnTo>
                  <a:pt x="25184" y="24130"/>
                </a:lnTo>
                <a:lnTo>
                  <a:pt x="26276" y="24130"/>
                </a:lnTo>
                <a:lnTo>
                  <a:pt x="26276" y="20955"/>
                </a:lnTo>
                <a:lnTo>
                  <a:pt x="25527" y="20955"/>
                </a:lnTo>
                <a:lnTo>
                  <a:pt x="25527" y="23888"/>
                </a:lnTo>
                <a:lnTo>
                  <a:pt x="24993" y="23622"/>
                </a:lnTo>
                <a:lnTo>
                  <a:pt x="24815" y="24130"/>
                </a:lnTo>
                <a:lnTo>
                  <a:pt x="24536" y="24130"/>
                </a:lnTo>
                <a:lnTo>
                  <a:pt x="24472" y="24638"/>
                </a:lnTo>
                <a:lnTo>
                  <a:pt x="24676" y="24638"/>
                </a:lnTo>
                <a:lnTo>
                  <a:pt x="24561" y="25019"/>
                </a:lnTo>
                <a:lnTo>
                  <a:pt x="23825" y="24638"/>
                </a:lnTo>
                <a:lnTo>
                  <a:pt x="23469" y="24638"/>
                </a:lnTo>
                <a:lnTo>
                  <a:pt x="23329" y="24638"/>
                </a:lnTo>
                <a:lnTo>
                  <a:pt x="23329" y="30480"/>
                </a:lnTo>
                <a:lnTo>
                  <a:pt x="23088" y="30607"/>
                </a:lnTo>
                <a:lnTo>
                  <a:pt x="23075" y="30480"/>
                </a:lnTo>
                <a:lnTo>
                  <a:pt x="22834" y="30594"/>
                </a:lnTo>
                <a:lnTo>
                  <a:pt x="22834" y="33655"/>
                </a:lnTo>
                <a:lnTo>
                  <a:pt x="22453" y="33858"/>
                </a:lnTo>
                <a:lnTo>
                  <a:pt x="22453" y="34544"/>
                </a:lnTo>
                <a:lnTo>
                  <a:pt x="22390" y="38481"/>
                </a:lnTo>
                <a:lnTo>
                  <a:pt x="22237" y="38481"/>
                </a:lnTo>
                <a:lnTo>
                  <a:pt x="22148" y="38722"/>
                </a:lnTo>
                <a:lnTo>
                  <a:pt x="21920" y="37973"/>
                </a:lnTo>
                <a:lnTo>
                  <a:pt x="22263" y="37973"/>
                </a:lnTo>
                <a:lnTo>
                  <a:pt x="22390" y="38481"/>
                </a:lnTo>
                <a:lnTo>
                  <a:pt x="22390" y="34531"/>
                </a:lnTo>
                <a:lnTo>
                  <a:pt x="21234" y="34163"/>
                </a:lnTo>
                <a:lnTo>
                  <a:pt x="21818" y="34163"/>
                </a:lnTo>
                <a:lnTo>
                  <a:pt x="22377" y="34163"/>
                </a:lnTo>
                <a:lnTo>
                  <a:pt x="22453" y="34544"/>
                </a:lnTo>
                <a:lnTo>
                  <a:pt x="22453" y="33858"/>
                </a:lnTo>
                <a:lnTo>
                  <a:pt x="22313" y="33921"/>
                </a:lnTo>
                <a:lnTo>
                  <a:pt x="22085" y="33655"/>
                </a:lnTo>
                <a:lnTo>
                  <a:pt x="22834" y="33655"/>
                </a:lnTo>
                <a:lnTo>
                  <a:pt x="22834" y="30594"/>
                </a:lnTo>
                <a:lnTo>
                  <a:pt x="22098" y="30911"/>
                </a:lnTo>
                <a:lnTo>
                  <a:pt x="22098" y="30480"/>
                </a:lnTo>
                <a:lnTo>
                  <a:pt x="21742" y="30480"/>
                </a:lnTo>
                <a:lnTo>
                  <a:pt x="21590" y="30988"/>
                </a:lnTo>
                <a:lnTo>
                  <a:pt x="21132" y="30988"/>
                </a:lnTo>
                <a:lnTo>
                  <a:pt x="21691" y="30480"/>
                </a:lnTo>
                <a:lnTo>
                  <a:pt x="21551" y="30480"/>
                </a:lnTo>
                <a:lnTo>
                  <a:pt x="21120" y="30683"/>
                </a:lnTo>
                <a:lnTo>
                  <a:pt x="21120" y="33655"/>
                </a:lnTo>
                <a:lnTo>
                  <a:pt x="20205" y="34798"/>
                </a:lnTo>
                <a:lnTo>
                  <a:pt x="20053" y="34798"/>
                </a:lnTo>
                <a:lnTo>
                  <a:pt x="20053" y="36322"/>
                </a:lnTo>
                <a:lnTo>
                  <a:pt x="19583" y="36449"/>
                </a:lnTo>
                <a:lnTo>
                  <a:pt x="19621" y="36322"/>
                </a:lnTo>
                <a:lnTo>
                  <a:pt x="20053" y="36322"/>
                </a:lnTo>
                <a:lnTo>
                  <a:pt x="20053" y="34798"/>
                </a:lnTo>
                <a:lnTo>
                  <a:pt x="20231" y="34163"/>
                </a:lnTo>
                <a:lnTo>
                  <a:pt x="20447" y="34163"/>
                </a:lnTo>
                <a:lnTo>
                  <a:pt x="20434" y="33655"/>
                </a:lnTo>
                <a:lnTo>
                  <a:pt x="21120" y="33655"/>
                </a:lnTo>
                <a:lnTo>
                  <a:pt x="21120" y="30683"/>
                </a:lnTo>
                <a:lnTo>
                  <a:pt x="20993" y="30734"/>
                </a:lnTo>
                <a:lnTo>
                  <a:pt x="21285" y="29972"/>
                </a:lnTo>
                <a:lnTo>
                  <a:pt x="22669" y="29972"/>
                </a:lnTo>
                <a:lnTo>
                  <a:pt x="22466" y="30480"/>
                </a:lnTo>
                <a:lnTo>
                  <a:pt x="23075" y="30480"/>
                </a:lnTo>
                <a:lnTo>
                  <a:pt x="23329" y="30480"/>
                </a:lnTo>
                <a:lnTo>
                  <a:pt x="23329" y="24638"/>
                </a:lnTo>
                <a:lnTo>
                  <a:pt x="23202" y="24638"/>
                </a:lnTo>
                <a:lnTo>
                  <a:pt x="23202" y="28956"/>
                </a:lnTo>
                <a:lnTo>
                  <a:pt x="23190" y="29464"/>
                </a:lnTo>
                <a:lnTo>
                  <a:pt x="22758" y="28956"/>
                </a:lnTo>
                <a:lnTo>
                  <a:pt x="23202" y="28956"/>
                </a:lnTo>
                <a:lnTo>
                  <a:pt x="23202" y="24638"/>
                </a:lnTo>
                <a:lnTo>
                  <a:pt x="22974" y="24638"/>
                </a:lnTo>
                <a:lnTo>
                  <a:pt x="22974" y="25781"/>
                </a:lnTo>
                <a:lnTo>
                  <a:pt x="22529" y="25908"/>
                </a:lnTo>
                <a:lnTo>
                  <a:pt x="22669" y="25781"/>
                </a:lnTo>
                <a:lnTo>
                  <a:pt x="22974" y="25781"/>
                </a:lnTo>
                <a:lnTo>
                  <a:pt x="22974" y="24638"/>
                </a:lnTo>
                <a:lnTo>
                  <a:pt x="23444" y="24168"/>
                </a:lnTo>
                <a:lnTo>
                  <a:pt x="23456" y="24396"/>
                </a:lnTo>
                <a:lnTo>
                  <a:pt x="23609" y="24130"/>
                </a:lnTo>
                <a:lnTo>
                  <a:pt x="23482" y="24130"/>
                </a:lnTo>
                <a:lnTo>
                  <a:pt x="23164" y="23622"/>
                </a:lnTo>
                <a:lnTo>
                  <a:pt x="23406" y="23622"/>
                </a:lnTo>
                <a:lnTo>
                  <a:pt x="23634" y="23977"/>
                </a:lnTo>
                <a:lnTo>
                  <a:pt x="23723" y="23622"/>
                </a:lnTo>
                <a:lnTo>
                  <a:pt x="24257" y="23622"/>
                </a:lnTo>
                <a:lnTo>
                  <a:pt x="25323" y="23114"/>
                </a:lnTo>
                <a:lnTo>
                  <a:pt x="25527" y="23888"/>
                </a:lnTo>
                <a:lnTo>
                  <a:pt x="25527" y="20955"/>
                </a:lnTo>
                <a:lnTo>
                  <a:pt x="24765" y="20955"/>
                </a:lnTo>
                <a:lnTo>
                  <a:pt x="24765" y="23114"/>
                </a:lnTo>
                <a:lnTo>
                  <a:pt x="23964" y="22606"/>
                </a:lnTo>
                <a:lnTo>
                  <a:pt x="23939" y="23114"/>
                </a:lnTo>
                <a:lnTo>
                  <a:pt x="23698" y="23114"/>
                </a:lnTo>
                <a:lnTo>
                  <a:pt x="23393" y="23114"/>
                </a:lnTo>
                <a:lnTo>
                  <a:pt x="23495" y="22606"/>
                </a:lnTo>
                <a:lnTo>
                  <a:pt x="23698" y="23114"/>
                </a:lnTo>
                <a:lnTo>
                  <a:pt x="23710" y="22758"/>
                </a:lnTo>
                <a:lnTo>
                  <a:pt x="23888" y="23114"/>
                </a:lnTo>
                <a:lnTo>
                  <a:pt x="23812" y="22606"/>
                </a:lnTo>
                <a:lnTo>
                  <a:pt x="23964" y="22606"/>
                </a:lnTo>
                <a:lnTo>
                  <a:pt x="24333" y="22606"/>
                </a:lnTo>
                <a:lnTo>
                  <a:pt x="24765" y="23114"/>
                </a:lnTo>
                <a:lnTo>
                  <a:pt x="24765" y="20955"/>
                </a:lnTo>
                <a:lnTo>
                  <a:pt x="24104" y="20955"/>
                </a:lnTo>
                <a:lnTo>
                  <a:pt x="23190" y="20955"/>
                </a:lnTo>
                <a:lnTo>
                  <a:pt x="23190" y="22606"/>
                </a:lnTo>
                <a:lnTo>
                  <a:pt x="23050" y="22606"/>
                </a:lnTo>
                <a:lnTo>
                  <a:pt x="23050" y="24130"/>
                </a:lnTo>
                <a:lnTo>
                  <a:pt x="22834" y="24511"/>
                </a:lnTo>
                <a:lnTo>
                  <a:pt x="22707" y="24130"/>
                </a:lnTo>
                <a:lnTo>
                  <a:pt x="22098" y="24130"/>
                </a:lnTo>
                <a:lnTo>
                  <a:pt x="22098" y="28956"/>
                </a:lnTo>
                <a:lnTo>
                  <a:pt x="22098" y="29464"/>
                </a:lnTo>
                <a:lnTo>
                  <a:pt x="21590" y="29464"/>
                </a:lnTo>
                <a:lnTo>
                  <a:pt x="21577" y="28956"/>
                </a:lnTo>
                <a:lnTo>
                  <a:pt x="21564" y="28562"/>
                </a:lnTo>
                <a:lnTo>
                  <a:pt x="21755" y="28956"/>
                </a:lnTo>
                <a:lnTo>
                  <a:pt x="22098" y="28956"/>
                </a:lnTo>
                <a:lnTo>
                  <a:pt x="22098" y="24130"/>
                </a:lnTo>
                <a:lnTo>
                  <a:pt x="21983" y="26797"/>
                </a:lnTo>
                <a:lnTo>
                  <a:pt x="21729" y="26797"/>
                </a:lnTo>
                <a:lnTo>
                  <a:pt x="21729" y="26289"/>
                </a:lnTo>
                <a:lnTo>
                  <a:pt x="21920" y="26289"/>
                </a:lnTo>
                <a:lnTo>
                  <a:pt x="21983" y="26797"/>
                </a:lnTo>
                <a:lnTo>
                  <a:pt x="21983" y="24130"/>
                </a:lnTo>
                <a:lnTo>
                  <a:pt x="19634" y="24130"/>
                </a:lnTo>
                <a:lnTo>
                  <a:pt x="19634" y="34163"/>
                </a:lnTo>
                <a:lnTo>
                  <a:pt x="19113" y="34302"/>
                </a:lnTo>
                <a:lnTo>
                  <a:pt x="19113" y="37338"/>
                </a:lnTo>
                <a:lnTo>
                  <a:pt x="18770" y="37973"/>
                </a:lnTo>
                <a:lnTo>
                  <a:pt x="17945" y="37338"/>
                </a:lnTo>
                <a:lnTo>
                  <a:pt x="17983" y="37922"/>
                </a:lnTo>
                <a:lnTo>
                  <a:pt x="17221" y="37338"/>
                </a:lnTo>
                <a:lnTo>
                  <a:pt x="18034" y="36830"/>
                </a:lnTo>
                <a:lnTo>
                  <a:pt x="18173" y="36830"/>
                </a:lnTo>
                <a:lnTo>
                  <a:pt x="18961" y="36830"/>
                </a:lnTo>
                <a:lnTo>
                  <a:pt x="19113" y="37338"/>
                </a:lnTo>
                <a:lnTo>
                  <a:pt x="19113" y="34302"/>
                </a:lnTo>
                <a:lnTo>
                  <a:pt x="19088" y="34798"/>
                </a:lnTo>
                <a:lnTo>
                  <a:pt x="18935" y="35306"/>
                </a:lnTo>
                <a:lnTo>
                  <a:pt x="18846" y="35687"/>
                </a:lnTo>
                <a:lnTo>
                  <a:pt x="18567" y="35509"/>
                </a:lnTo>
                <a:lnTo>
                  <a:pt x="18567" y="35814"/>
                </a:lnTo>
                <a:lnTo>
                  <a:pt x="17995" y="35814"/>
                </a:lnTo>
                <a:lnTo>
                  <a:pt x="17868" y="35306"/>
                </a:lnTo>
                <a:lnTo>
                  <a:pt x="18542" y="35687"/>
                </a:lnTo>
                <a:lnTo>
                  <a:pt x="18567" y="35814"/>
                </a:lnTo>
                <a:lnTo>
                  <a:pt x="18567" y="35509"/>
                </a:lnTo>
                <a:lnTo>
                  <a:pt x="18275" y="35306"/>
                </a:lnTo>
                <a:lnTo>
                  <a:pt x="18503" y="35521"/>
                </a:lnTo>
                <a:lnTo>
                  <a:pt x="18224" y="35306"/>
                </a:lnTo>
                <a:lnTo>
                  <a:pt x="18478" y="35306"/>
                </a:lnTo>
                <a:lnTo>
                  <a:pt x="18656" y="35306"/>
                </a:lnTo>
                <a:lnTo>
                  <a:pt x="18503" y="34798"/>
                </a:lnTo>
                <a:lnTo>
                  <a:pt x="19088" y="34798"/>
                </a:lnTo>
                <a:lnTo>
                  <a:pt x="19088" y="34302"/>
                </a:lnTo>
                <a:lnTo>
                  <a:pt x="18618" y="34417"/>
                </a:lnTo>
                <a:lnTo>
                  <a:pt x="18821" y="34163"/>
                </a:lnTo>
                <a:lnTo>
                  <a:pt x="19634" y="34163"/>
                </a:lnTo>
                <a:lnTo>
                  <a:pt x="19634" y="24130"/>
                </a:lnTo>
                <a:lnTo>
                  <a:pt x="19570" y="30988"/>
                </a:lnTo>
                <a:lnTo>
                  <a:pt x="18986" y="31115"/>
                </a:lnTo>
                <a:lnTo>
                  <a:pt x="18999" y="30988"/>
                </a:lnTo>
                <a:lnTo>
                  <a:pt x="19570" y="30988"/>
                </a:lnTo>
                <a:lnTo>
                  <a:pt x="19570" y="24130"/>
                </a:lnTo>
                <a:lnTo>
                  <a:pt x="18770" y="24130"/>
                </a:lnTo>
                <a:lnTo>
                  <a:pt x="18770" y="31623"/>
                </a:lnTo>
                <a:lnTo>
                  <a:pt x="18465" y="32131"/>
                </a:lnTo>
                <a:lnTo>
                  <a:pt x="18186" y="32131"/>
                </a:lnTo>
                <a:lnTo>
                  <a:pt x="18415" y="31623"/>
                </a:lnTo>
                <a:lnTo>
                  <a:pt x="18770" y="31623"/>
                </a:lnTo>
                <a:lnTo>
                  <a:pt x="18770" y="24130"/>
                </a:lnTo>
                <a:lnTo>
                  <a:pt x="17335" y="24130"/>
                </a:lnTo>
                <a:lnTo>
                  <a:pt x="16700" y="23876"/>
                </a:lnTo>
                <a:lnTo>
                  <a:pt x="16510" y="23812"/>
                </a:lnTo>
                <a:lnTo>
                  <a:pt x="16827" y="24015"/>
                </a:lnTo>
                <a:lnTo>
                  <a:pt x="17068" y="24130"/>
                </a:lnTo>
                <a:lnTo>
                  <a:pt x="16370" y="24130"/>
                </a:lnTo>
                <a:lnTo>
                  <a:pt x="17513" y="24638"/>
                </a:lnTo>
                <a:lnTo>
                  <a:pt x="17513" y="25781"/>
                </a:lnTo>
                <a:lnTo>
                  <a:pt x="17018" y="26085"/>
                </a:lnTo>
                <a:lnTo>
                  <a:pt x="17018" y="30480"/>
                </a:lnTo>
                <a:lnTo>
                  <a:pt x="16395" y="30607"/>
                </a:lnTo>
                <a:lnTo>
                  <a:pt x="16256" y="30480"/>
                </a:lnTo>
                <a:lnTo>
                  <a:pt x="16471" y="30480"/>
                </a:lnTo>
                <a:lnTo>
                  <a:pt x="17018" y="30480"/>
                </a:lnTo>
                <a:lnTo>
                  <a:pt x="17018" y="26085"/>
                </a:lnTo>
                <a:lnTo>
                  <a:pt x="16992" y="28448"/>
                </a:lnTo>
                <a:lnTo>
                  <a:pt x="16827" y="28448"/>
                </a:lnTo>
                <a:lnTo>
                  <a:pt x="16827" y="29972"/>
                </a:lnTo>
                <a:lnTo>
                  <a:pt x="16205" y="30251"/>
                </a:lnTo>
                <a:lnTo>
                  <a:pt x="16167" y="29972"/>
                </a:lnTo>
                <a:lnTo>
                  <a:pt x="15544" y="29972"/>
                </a:lnTo>
                <a:lnTo>
                  <a:pt x="15544" y="34048"/>
                </a:lnTo>
                <a:lnTo>
                  <a:pt x="14947" y="33655"/>
                </a:lnTo>
                <a:lnTo>
                  <a:pt x="14782" y="34163"/>
                </a:lnTo>
                <a:lnTo>
                  <a:pt x="14782" y="34798"/>
                </a:lnTo>
                <a:lnTo>
                  <a:pt x="14782" y="35191"/>
                </a:lnTo>
                <a:lnTo>
                  <a:pt x="14224" y="34823"/>
                </a:lnTo>
                <a:lnTo>
                  <a:pt x="14224" y="37338"/>
                </a:lnTo>
                <a:lnTo>
                  <a:pt x="13614" y="36830"/>
                </a:lnTo>
                <a:lnTo>
                  <a:pt x="12661" y="36830"/>
                </a:lnTo>
                <a:lnTo>
                  <a:pt x="13779" y="36322"/>
                </a:lnTo>
                <a:lnTo>
                  <a:pt x="13677" y="36830"/>
                </a:lnTo>
                <a:lnTo>
                  <a:pt x="14020" y="36830"/>
                </a:lnTo>
                <a:lnTo>
                  <a:pt x="14224" y="37338"/>
                </a:lnTo>
                <a:lnTo>
                  <a:pt x="14224" y="34823"/>
                </a:lnTo>
                <a:lnTo>
                  <a:pt x="14566" y="34798"/>
                </a:lnTo>
                <a:lnTo>
                  <a:pt x="14782" y="34798"/>
                </a:lnTo>
                <a:lnTo>
                  <a:pt x="14782" y="34163"/>
                </a:lnTo>
                <a:lnTo>
                  <a:pt x="14770" y="34759"/>
                </a:lnTo>
                <a:lnTo>
                  <a:pt x="14605" y="34671"/>
                </a:lnTo>
                <a:lnTo>
                  <a:pt x="14757" y="34163"/>
                </a:lnTo>
                <a:lnTo>
                  <a:pt x="14135" y="34429"/>
                </a:lnTo>
                <a:lnTo>
                  <a:pt x="14058" y="34163"/>
                </a:lnTo>
                <a:lnTo>
                  <a:pt x="14757" y="34163"/>
                </a:lnTo>
                <a:lnTo>
                  <a:pt x="14757" y="33655"/>
                </a:lnTo>
                <a:lnTo>
                  <a:pt x="14947" y="33655"/>
                </a:lnTo>
                <a:lnTo>
                  <a:pt x="15532" y="33655"/>
                </a:lnTo>
                <a:lnTo>
                  <a:pt x="15544" y="34048"/>
                </a:lnTo>
                <a:lnTo>
                  <a:pt x="15544" y="29972"/>
                </a:lnTo>
                <a:lnTo>
                  <a:pt x="13614" y="29972"/>
                </a:lnTo>
                <a:lnTo>
                  <a:pt x="13614" y="34163"/>
                </a:lnTo>
                <a:lnTo>
                  <a:pt x="13538" y="34531"/>
                </a:lnTo>
                <a:lnTo>
                  <a:pt x="12890" y="34163"/>
                </a:lnTo>
                <a:lnTo>
                  <a:pt x="13436" y="34163"/>
                </a:lnTo>
                <a:lnTo>
                  <a:pt x="13614" y="34163"/>
                </a:lnTo>
                <a:lnTo>
                  <a:pt x="13614" y="29972"/>
                </a:lnTo>
                <a:lnTo>
                  <a:pt x="12230" y="29972"/>
                </a:lnTo>
                <a:lnTo>
                  <a:pt x="12331" y="30226"/>
                </a:lnTo>
                <a:lnTo>
                  <a:pt x="11595" y="29972"/>
                </a:lnTo>
                <a:lnTo>
                  <a:pt x="12166" y="29972"/>
                </a:lnTo>
                <a:lnTo>
                  <a:pt x="12192" y="29629"/>
                </a:lnTo>
                <a:lnTo>
                  <a:pt x="16167" y="29972"/>
                </a:lnTo>
                <a:lnTo>
                  <a:pt x="16090" y="29464"/>
                </a:lnTo>
                <a:lnTo>
                  <a:pt x="16573" y="29464"/>
                </a:lnTo>
                <a:lnTo>
                  <a:pt x="16827" y="29972"/>
                </a:lnTo>
                <a:lnTo>
                  <a:pt x="16827" y="28448"/>
                </a:lnTo>
                <a:lnTo>
                  <a:pt x="16154" y="28448"/>
                </a:lnTo>
                <a:lnTo>
                  <a:pt x="15836" y="27813"/>
                </a:lnTo>
                <a:lnTo>
                  <a:pt x="15481" y="28448"/>
                </a:lnTo>
                <a:lnTo>
                  <a:pt x="15036" y="28448"/>
                </a:lnTo>
                <a:lnTo>
                  <a:pt x="15227" y="27813"/>
                </a:lnTo>
                <a:lnTo>
                  <a:pt x="15836" y="27813"/>
                </a:lnTo>
                <a:lnTo>
                  <a:pt x="15963" y="27813"/>
                </a:lnTo>
                <a:lnTo>
                  <a:pt x="16535" y="27813"/>
                </a:lnTo>
                <a:lnTo>
                  <a:pt x="16992" y="28448"/>
                </a:lnTo>
                <a:lnTo>
                  <a:pt x="16992" y="26098"/>
                </a:lnTo>
                <a:lnTo>
                  <a:pt x="16814" y="26035"/>
                </a:lnTo>
                <a:lnTo>
                  <a:pt x="16891" y="25781"/>
                </a:lnTo>
                <a:lnTo>
                  <a:pt x="17513" y="25781"/>
                </a:lnTo>
                <a:lnTo>
                  <a:pt x="17513" y="24638"/>
                </a:lnTo>
                <a:lnTo>
                  <a:pt x="16967" y="24638"/>
                </a:lnTo>
                <a:lnTo>
                  <a:pt x="16662" y="24536"/>
                </a:lnTo>
                <a:lnTo>
                  <a:pt x="16662" y="26289"/>
                </a:lnTo>
                <a:lnTo>
                  <a:pt x="16573" y="26682"/>
                </a:lnTo>
                <a:lnTo>
                  <a:pt x="16268" y="26797"/>
                </a:lnTo>
                <a:lnTo>
                  <a:pt x="16090" y="27051"/>
                </a:lnTo>
                <a:lnTo>
                  <a:pt x="15963" y="26797"/>
                </a:lnTo>
                <a:lnTo>
                  <a:pt x="15646" y="26797"/>
                </a:lnTo>
                <a:lnTo>
                  <a:pt x="15913" y="27305"/>
                </a:lnTo>
                <a:lnTo>
                  <a:pt x="15697" y="27305"/>
                </a:lnTo>
                <a:lnTo>
                  <a:pt x="15417" y="27305"/>
                </a:lnTo>
                <a:lnTo>
                  <a:pt x="15646" y="26797"/>
                </a:lnTo>
                <a:lnTo>
                  <a:pt x="15913" y="26289"/>
                </a:lnTo>
                <a:lnTo>
                  <a:pt x="15735" y="25781"/>
                </a:lnTo>
                <a:lnTo>
                  <a:pt x="16065" y="25781"/>
                </a:lnTo>
                <a:lnTo>
                  <a:pt x="16268" y="25781"/>
                </a:lnTo>
                <a:lnTo>
                  <a:pt x="16065" y="25781"/>
                </a:lnTo>
                <a:lnTo>
                  <a:pt x="15913" y="26289"/>
                </a:lnTo>
                <a:lnTo>
                  <a:pt x="16268" y="26289"/>
                </a:lnTo>
                <a:lnTo>
                  <a:pt x="16408" y="26289"/>
                </a:lnTo>
                <a:lnTo>
                  <a:pt x="16662" y="26289"/>
                </a:lnTo>
                <a:lnTo>
                  <a:pt x="16662" y="24536"/>
                </a:lnTo>
                <a:lnTo>
                  <a:pt x="16243" y="24384"/>
                </a:lnTo>
                <a:lnTo>
                  <a:pt x="16357" y="24130"/>
                </a:lnTo>
                <a:lnTo>
                  <a:pt x="16129" y="24130"/>
                </a:lnTo>
                <a:lnTo>
                  <a:pt x="15951" y="23622"/>
                </a:lnTo>
                <a:lnTo>
                  <a:pt x="16446" y="23622"/>
                </a:lnTo>
                <a:lnTo>
                  <a:pt x="16573" y="23634"/>
                </a:lnTo>
                <a:lnTo>
                  <a:pt x="22059" y="24130"/>
                </a:lnTo>
                <a:lnTo>
                  <a:pt x="22110" y="23622"/>
                </a:lnTo>
                <a:lnTo>
                  <a:pt x="22694" y="23622"/>
                </a:lnTo>
                <a:lnTo>
                  <a:pt x="22809" y="24130"/>
                </a:lnTo>
                <a:lnTo>
                  <a:pt x="23050" y="24130"/>
                </a:lnTo>
                <a:lnTo>
                  <a:pt x="23050" y="22606"/>
                </a:lnTo>
                <a:lnTo>
                  <a:pt x="22580" y="22606"/>
                </a:lnTo>
                <a:lnTo>
                  <a:pt x="23114" y="22161"/>
                </a:lnTo>
                <a:lnTo>
                  <a:pt x="23190" y="22606"/>
                </a:lnTo>
                <a:lnTo>
                  <a:pt x="23190" y="20955"/>
                </a:lnTo>
                <a:lnTo>
                  <a:pt x="23037" y="20955"/>
                </a:lnTo>
                <a:lnTo>
                  <a:pt x="23037" y="22098"/>
                </a:lnTo>
                <a:lnTo>
                  <a:pt x="22415" y="22352"/>
                </a:lnTo>
                <a:lnTo>
                  <a:pt x="22390" y="22098"/>
                </a:lnTo>
                <a:lnTo>
                  <a:pt x="22948" y="22098"/>
                </a:lnTo>
                <a:lnTo>
                  <a:pt x="22796" y="21717"/>
                </a:lnTo>
                <a:lnTo>
                  <a:pt x="22694" y="21463"/>
                </a:lnTo>
                <a:lnTo>
                  <a:pt x="22821" y="21717"/>
                </a:lnTo>
                <a:lnTo>
                  <a:pt x="23037" y="22098"/>
                </a:lnTo>
                <a:lnTo>
                  <a:pt x="23037" y="20955"/>
                </a:lnTo>
                <a:lnTo>
                  <a:pt x="22707" y="20955"/>
                </a:lnTo>
                <a:lnTo>
                  <a:pt x="22682" y="20815"/>
                </a:lnTo>
                <a:lnTo>
                  <a:pt x="22085" y="20624"/>
                </a:lnTo>
                <a:lnTo>
                  <a:pt x="21831" y="20955"/>
                </a:lnTo>
                <a:lnTo>
                  <a:pt x="21958" y="20955"/>
                </a:lnTo>
                <a:lnTo>
                  <a:pt x="21869" y="21145"/>
                </a:lnTo>
                <a:lnTo>
                  <a:pt x="21805" y="20955"/>
                </a:lnTo>
                <a:lnTo>
                  <a:pt x="21374" y="20955"/>
                </a:lnTo>
                <a:lnTo>
                  <a:pt x="21348" y="21463"/>
                </a:lnTo>
                <a:lnTo>
                  <a:pt x="20993" y="21463"/>
                </a:lnTo>
                <a:lnTo>
                  <a:pt x="20993" y="20447"/>
                </a:lnTo>
                <a:lnTo>
                  <a:pt x="21259" y="20447"/>
                </a:lnTo>
                <a:lnTo>
                  <a:pt x="21971" y="20574"/>
                </a:lnTo>
                <a:lnTo>
                  <a:pt x="21577" y="20447"/>
                </a:lnTo>
                <a:lnTo>
                  <a:pt x="21196" y="20066"/>
                </a:lnTo>
                <a:lnTo>
                  <a:pt x="21259" y="19939"/>
                </a:lnTo>
                <a:lnTo>
                  <a:pt x="21082" y="19939"/>
                </a:lnTo>
                <a:lnTo>
                  <a:pt x="21259" y="19939"/>
                </a:lnTo>
                <a:lnTo>
                  <a:pt x="21488" y="19939"/>
                </a:lnTo>
                <a:lnTo>
                  <a:pt x="21996" y="20294"/>
                </a:lnTo>
                <a:lnTo>
                  <a:pt x="22047" y="20447"/>
                </a:lnTo>
                <a:lnTo>
                  <a:pt x="22225" y="20447"/>
                </a:lnTo>
                <a:lnTo>
                  <a:pt x="22098" y="20599"/>
                </a:lnTo>
                <a:lnTo>
                  <a:pt x="22682" y="20701"/>
                </a:lnTo>
                <a:lnTo>
                  <a:pt x="22656" y="20447"/>
                </a:lnTo>
                <a:lnTo>
                  <a:pt x="26644" y="20447"/>
                </a:lnTo>
                <a:lnTo>
                  <a:pt x="26835" y="20447"/>
                </a:lnTo>
                <a:lnTo>
                  <a:pt x="33566" y="20447"/>
                </a:lnTo>
                <a:lnTo>
                  <a:pt x="33591" y="20726"/>
                </a:lnTo>
                <a:lnTo>
                  <a:pt x="33591" y="15354"/>
                </a:lnTo>
                <a:lnTo>
                  <a:pt x="32918" y="15760"/>
                </a:lnTo>
                <a:lnTo>
                  <a:pt x="32334" y="15481"/>
                </a:lnTo>
                <a:lnTo>
                  <a:pt x="32334" y="17272"/>
                </a:lnTo>
                <a:lnTo>
                  <a:pt x="31965" y="17272"/>
                </a:lnTo>
                <a:lnTo>
                  <a:pt x="31064" y="16497"/>
                </a:lnTo>
                <a:lnTo>
                  <a:pt x="32334" y="17272"/>
                </a:lnTo>
                <a:lnTo>
                  <a:pt x="32334" y="15481"/>
                </a:lnTo>
                <a:lnTo>
                  <a:pt x="31610" y="15113"/>
                </a:lnTo>
                <a:lnTo>
                  <a:pt x="32067" y="15113"/>
                </a:lnTo>
                <a:lnTo>
                  <a:pt x="32334" y="15455"/>
                </a:lnTo>
                <a:lnTo>
                  <a:pt x="32753" y="15405"/>
                </a:lnTo>
                <a:lnTo>
                  <a:pt x="32499" y="15303"/>
                </a:lnTo>
                <a:lnTo>
                  <a:pt x="32435" y="15113"/>
                </a:lnTo>
                <a:lnTo>
                  <a:pt x="35890" y="15113"/>
                </a:lnTo>
                <a:lnTo>
                  <a:pt x="35991" y="15900"/>
                </a:lnTo>
                <a:lnTo>
                  <a:pt x="36029" y="16205"/>
                </a:lnTo>
                <a:lnTo>
                  <a:pt x="36029" y="14262"/>
                </a:lnTo>
                <a:lnTo>
                  <a:pt x="35953" y="14427"/>
                </a:lnTo>
                <a:lnTo>
                  <a:pt x="35928" y="14262"/>
                </a:lnTo>
                <a:lnTo>
                  <a:pt x="35737" y="14846"/>
                </a:lnTo>
                <a:lnTo>
                  <a:pt x="35572" y="14770"/>
                </a:lnTo>
                <a:lnTo>
                  <a:pt x="35267" y="14236"/>
                </a:lnTo>
                <a:lnTo>
                  <a:pt x="35267" y="14833"/>
                </a:lnTo>
                <a:lnTo>
                  <a:pt x="35115" y="14808"/>
                </a:lnTo>
                <a:lnTo>
                  <a:pt x="35166" y="14579"/>
                </a:lnTo>
                <a:lnTo>
                  <a:pt x="35191" y="14452"/>
                </a:lnTo>
                <a:lnTo>
                  <a:pt x="35217" y="14300"/>
                </a:lnTo>
                <a:lnTo>
                  <a:pt x="35242" y="14503"/>
                </a:lnTo>
                <a:lnTo>
                  <a:pt x="35267" y="14833"/>
                </a:lnTo>
                <a:lnTo>
                  <a:pt x="35267" y="14236"/>
                </a:lnTo>
                <a:lnTo>
                  <a:pt x="35267" y="14097"/>
                </a:lnTo>
                <a:lnTo>
                  <a:pt x="35623" y="14097"/>
                </a:lnTo>
                <a:lnTo>
                  <a:pt x="35902" y="14097"/>
                </a:lnTo>
                <a:lnTo>
                  <a:pt x="36106" y="14097"/>
                </a:lnTo>
                <a:lnTo>
                  <a:pt x="36106" y="13373"/>
                </a:lnTo>
                <a:lnTo>
                  <a:pt x="35712" y="13462"/>
                </a:lnTo>
                <a:lnTo>
                  <a:pt x="35775" y="13081"/>
                </a:lnTo>
                <a:lnTo>
                  <a:pt x="36410" y="13081"/>
                </a:lnTo>
                <a:lnTo>
                  <a:pt x="36499" y="13271"/>
                </a:lnTo>
                <a:lnTo>
                  <a:pt x="36499" y="12128"/>
                </a:lnTo>
                <a:lnTo>
                  <a:pt x="35763" y="11938"/>
                </a:lnTo>
                <a:lnTo>
                  <a:pt x="36855" y="11938"/>
                </a:lnTo>
                <a:lnTo>
                  <a:pt x="37693" y="11938"/>
                </a:lnTo>
                <a:lnTo>
                  <a:pt x="37846" y="12446"/>
                </a:lnTo>
                <a:lnTo>
                  <a:pt x="37846" y="7950"/>
                </a:lnTo>
                <a:lnTo>
                  <a:pt x="37807" y="8623"/>
                </a:lnTo>
                <a:lnTo>
                  <a:pt x="37668" y="8483"/>
                </a:lnTo>
                <a:lnTo>
                  <a:pt x="37680" y="8280"/>
                </a:lnTo>
                <a:lnTo>
                  <a:pt x="37807" y="8623"/>
                </a:lnTo>
                <a:lnTo>
                  <a:pt x="37807" y="8001"/>
                </a:lnTo>
                <a:lnTo>
                  <a:pt x="37680" y="8191"/>
                </a:lnTo>
                <a:lnTo>
                  <a:pt x="37719" y="7747"/>
                </a:lnTo>
                <a:lnTo>
                  <a:pt x="37973" y="7747"/>
                </a:lnTo>
                <a:lnTo>
                  <a:pt x="37668" y="7505"/>
                </a:lnTo>
                <a:lnTo>
                  <a:pt x="37668" y="8229"/>
                </a:lnTo>
                <a:lnTo>
                  <a:pt x="37566" y="8382"/>
                </a:lnTo>
                <a:lnTo>
                  <a:pt x="37325" y="8128"/>
                </a:lnTo>
                <a:lnTo>
                  <a:pt x="37490" y="8509"/>
                </a:lnTo>
                <a:lnTo>
                  <a:pt x="37325" y="8763"/>
                </a:lnTo>
                <a:lnTo>
                  <a:pt x="37096" y="8699"/>
                </a:lnTo>
                <a:lnTo>
                  <a:pt x="36842" y="7747"/>
                </a:lnTo>
                <a:lnTo>
                  <a:pt x="36995" y="7747"/>
                </a:lnTo>
                <a:lnTo>
                  <a:pt x="37160" y="7747"/>
                </a:lnTo>
                <a:lnTo>
                  <a:pt x="37503" y="7747"/>
                </a:lnTo>
                <a:lnTo>
                  <a:pt x="37668" y="8229"/>
                </a:lnTo>
                <a:lnTo>
                  <a:pt x="37668" y="7505"/>
                </a:lnTo>
                <a:lnTo>
                  <a:pt x="36741" y="6997"/>
                </a:lnTo>
                <a:lnTo>
                  <a:pt x="36664" y="6731"/>
                </a:lnTo>
                <a:lnTo>
                  <a:pt x="36499" y="6858"/>
                </a:lnTo>
                <a:lnTo>
                  <a:pt x="36461" y="8483"/>
                </a:lnTo>
                <a:lnTo>
                  <a:pt x="36423" y="8089"/>
                </a:lnTo>
                <a:lnTo>
                  <a:pt x="36461" y="8483"/>
                </a:lnTo>
                <a:lnTo>
                  <a:pt x="36461" y="6845"/>
                </a:lnTo>
                <a:lnTo>
                  <a:pt x="35953" y="7251"/>
                </a:lnTo>
                <a:lnTo>
                  <a:pt x="35521" y="6997"/>
                </a:lnTo>
                <a:lnTo>
                  <a:pt x="35458" y="7632"/>
                </a:lnTo>
                <a:lnTo>
                  <a:pt x="35318" y="7747"/>
                </a:lnTo>
                <a:lnTo>
                  <a:pt x="35458" y="7747"/>
                </a:lnTo>
                <a:lnTo>
                  <a:pt x="35623" y="7747"/>
                </a:lnTo>
                <a:lnTo>
                  <a:pt x="35979" y="7747"/>
                </a:lnTo>
                <a:lnTo>
                  <a:pt x="35737" y="8102"/>
                </a:lnTo>
                <a:lnTo>
                  <a:pt x="35801" y="8255"/>
                </a:lnTo>
                <a:lnTo>
                  <a:pt x="35674" y="8216"/>
                </a:lnTo>
                <a:lnTo>
                  <a:pt x="35318" y="8763"/>
                </a:lnTo>
                <a:lnTo>
                  <a:pt x="36652" y="8763"/>
                </a:lnTo>
                <a:lnTo>
                  <a:pt x="36906" y="9906"/>
                </a:lnTo>
                <a:lnTo>
                  <a:pt x="36512" y="9906"/>
                </a:lnTo>
                <a:lnTo>
                  <a:pt x="36233" y="10477"/>
                </a:lnTo>
                <a:lnTo>
                  <a:pt x="35712" y="10248"/>
                </a:lnTo>
                <a:lnTo>
                  <a:pt x="35788" y="10922"/>
                </a:lnTo>
                <a:lnTo>
                  <a:pt x="35509" y="10922"/>
                </a:lnTo>
                <a:lnTo>
                  <a:pt x="34950" y="10922"/>
                </a:lnTo>
                <a:lnTo>
                  <a:pt x="34912" y="11087"/>
                </a:lnTo>
                <a:lnTo>
                  <a:pt x="34886" y="13665"/>
                </a:lnTo>
                <a:lnTo>
                  <a:pt x="34378" y="13792"/>
                </a:lnTo>
                <a:lnTo>
                  <a:pt x="33642" y="13982"/>
                </a:lnTo>
                <a:lnTo>
                  <a:pt x="33604" y="14478"/>
                </a:lnTo>
                <a:lnTo>
                  <a:pt x="31826" y="14097"/>
                </a:lnTo>
                <a:lnTo>
                  <a:pt x="31775" y="14312"/>
                </a:lnTo>
                <a:lnTo>
                  <a:pt x="31584" y="15100"/>
                </a:lnTo>
                <a:lnTo>
                  <a:pt x="30518" y="14351"/>
                </a:lnTo>
                <a:lnTo>
                  <a:pt x="31534" y="15113"/>
                </a:lnTo>
                <a:lnTo>
                  <a:pt x="30518" y="15113"/>
                </a:lnTo>
                <a:lnTo>
                  <a:pt x="30518" y="14351"/>
                </a:lnTo>
                <a:lnTo>
                  <a:pt x="30518" y="14097"/>
                </a:lnTo>
                <a:lnTo>
                  <a:pt x="30492" y="14325"/>
                </a:lnTo>
                <a:lnTo>
                  <a:pt x="30187" y="14097"/>
                </a:lnTo>
                <a:lnTo>
                  <a:pt x="30492" y="14338"/>
                </a:lnTo>
                <a:lnTo>
                  <a:pt x="30441" y="15113"/>
                </a:lnTo>
                <a:lnTo>
                  <a:pt x="30353" y="16256"/>
                </a:lnTo>
                <a:lnTo>
                  <a:pt x="30060" y="16256"/>
                </a:lnTo>
                <a:lnTo>
                  <a:pt x="30251" y="15113"/>
                </a:lnTo>
                <a:lnTo>
                  <a:pt x="29946" y="15113"/>
                </a:lnTo>
                <a:lnTo>
                  <a:pt x="29946" y="14097"/>
                </a:lnTo>
                <a:lnTo>
                  <a:pt x="30187" y="14097"/>
                </a:lnTo>
                <a:lnTo>
                  <a:pt x="30518" y="14097"/>
                </a:lnTo>
                <a:lnTo>
                  <a:pt x="33642" y="14097"/>
                </a:lnTo>
                <a:lnTo>
                  <a:pt x="33502" y="14008"/>
                </a:lnTo>
                <a:lnTo>
                  <a:pt x="33108" y="14058"/>
                </a:lnTo>
                <a:lnTo>
                  <a:pt x="33185" y="13462"/>
                </a:lnTo>
                <a:lnTo>
                  <a:pt x="33223" y="13182"/>
                </a:lnTo>
                <a:lnTo>
                  <a:pt x="33439" y="13157"/>
                </a:lnTo>
                <a:lnTo>
                  <a:pt x="34036" y="13373"/>
                </a:lnTo>
                <a:lnTo>
                  <a:pt x="34886" y="13665"/>
                </a:lnTo>
                <a:lnTo>
                  <a:pt x="34886" y="11188"/>
                </a:lnTo>
                <a:lnTo>
                  <a:pt x="34848" y="11379"/>
                </a:lnTo>
                <a:lnTo>
                  <a:pt x="34747" y="11938"/>
                </a:lnTo>
                <a:lnTo>
                  <a:pt x="34315" y="11938"/>
                </a:lnTo>
                <a:lnTo>
                  <a:pt x="34086" y="11938"/>
                </a:lnTo>
                <a:lnTo>
                  <a:pt x="34086" y="11531"/>
                </a:lnTo>
                <a:lnTo>
                  <a:pt x="34099" y="11315"/>
                </a:lnTo>
                <a:lnTo>
                  <a:pt x="34340" y="11239"/>
                </a:lnTo>
                <a:lnTo>
                  <a:pt x="34099" y="11303"/>
                </a:lnTo>
                <a:lnTo>
                  <a:pt x="34099" y="11163"/>
                </a:lnTo>
                <a:lnTo>
                  <a:pt x="34112" y="10922"/>
                </a:lnTo>
                <a:lnTo>
                  <a:pt x="33807" y="10922"/>
                </a:lnTo>
                <a:lnTo>
                  <a:pt x="33642" y="11163"/>
                </a:lnTo>
                <a:lnTo>
                  <a:pt x="33642" y="11938"/>
                </a:lnTo>
                <a:lnTo>
                  <a:pt x="33388" y="12661"/>
                </a:lnTo>
                <a:lnTo>
                  <a:pt x="33235" y="12522"/>
                </a:lnTo>
                <a:lnTo>
                  <a:pt x="33235" y="11938"/>
                </a:lnTo>
                <a:lnTo>
                  <a:pt x="32727" y="12090"/>
                </a:lnTo>
                <a:lnTo>
                  <a:pt x="32537" y="12141"/>
                </a:lnTo>
                <a:lnTo>
                  <a:pt x="32385" y="12179"/>
                </a:lnTo>
                <a:lnTo>
                  <a:pt x="32270" y="12306"/>
                </a:lnTo>
                <a:lnTo>
                  <a:pt x="32105" y="11938"/>
                </a:lnTo>
                <a:lnTo>
                  <a:pt x="32067" y="13347"/>
                </a:lnTo>
                <a:lnTo>
                  <a:pt x="31877" y="13081"/>
                </a:lnTo>
                <a:lnTo>
                  <a:pt x="32042" y="13081"/>
                </a:lnTo>
                <a:lnTo>
                  <a:pt x="32067" y="13347"/>
                </a:lnTo>
                <a:lnTo>
                  <a:pt x="32067" y="11938"/>
                </a:lnTo>
                <a:lnTo>
                  <a:pt x="31800" y="11938"/>
                </a:lnTo>
                <a:lnTo>
                  <a:pt x="32181" y="11836"/>
                </a:lnTo>
                <a:lnTo>
                  <a:pt x="32245" y="11938"/>
                </a:lnTo>
                <a:lnTo>
                  <a:pt x="33642" y="11938"/>
                </a:lnTo>
                <a:lnTo>
                  <a:pt x="33642" y="11163"/>
                </a:lnTo>
                <a:lnTo>
                  <a:pt x="33401" y="11493"/>
                </a:lnTo>
                <a:lnTo>
                  <a:pt x="33274" y="11658"/>
                </a:lnTo>
                <a:lnTo>
                  <a:pt x="32931" y="11772"/>
                </a:lnTo>
                <a:lnTo>
                  <a:pt x="33197" y="11620"/>
                </a:lnTo>
                <a:lnTo>
                  <a:pt x="31737" y="11023"/>
                </a:lnTo>
                <a:lnTo>
                  <a:pt x="32169" y="11823"/>
                </a:lnTo>
                <a:lnTo>
                  <a:pt x="31750" y="11938"/>
                </a:lnTo>
                <a:lnTo>
                  <a:pt x="31572" y="11938"/>
                </a:lnTo>
                <a:lnTo>
                  <a:pt x="31470" y="10922"/>
                </a:lnTo>
                <a:lnTo>
                  <a:pt x="31229" y="10922"/>
                </a:lnTo>
                <a:lnTo>
                  <a:pt x="30949" y="11938"/>
                </a:lnTo>
                <a:lnTo>
                  <a:pt x="30810" y="11938"/>
                </a:lnTo>
                <a:lnTo>
                  <a:pt x="30937" y="12077"/>
                </a:lnTo>
                <a:lnTo>
                  <a:pt x="31369" y="12471"/>
                </a:lnTo>
                <a:lnTo>
                  <a:pt x="30543" y="12712"/>
                </a:lnTo>
                <a:lnTo>
                  <a:pt x="30530" y="12458"/>
                </a:lnTo>
                <a:lnTo>
                  <a:pt x="30467" y="12585"/>
                </a:lnTo>
                <a:lnTo>
                  <a:pt x="30467" y="12293"/>
                </a:lnTo>
                <a:lnTo>
                  <a:pt x="30213" y="12636"/>
                </a:lnTo>
                <a:lnTo>
                  <a:pt x="30213" y="13081"/>
                </a:lnTo>
                <a:lnTo>
                  <a:pt x="30187" y="13716"/>
                </a:lnTo>
                <a:lnTo>
                  <a:pt x="29806" y="13487"/>
                </a:lnTo>
                <a:lnTo>
                  <a:pt x="29806" y="15113"/>
                </a:lnTo>
                <a:lnTo>
                  <a:pt x="29375" y="15405"/>
                </a:lnTo>
                <a:lnTo>
                  <a:pt x="29514" y="15113"/>
                </a:lnTo>
                <a:lnTo>
                  <a:pt x="29806" y="15113"/>
                </a:lnTo>
                <a:lnTo>
                  <a:pt x="29806" y="13487"/>
                </a:lnTo>
                <a:lnTo>
                  <a:pt x="29248" y="13144"/>
                </a:lnTo>
                <a:lnTo>
                  <a:pt x="29248" y="18288"/>
                </a:lnTo>
                <a:lnTo>
                  <a:pt x="28625" y="18516"/>
                </a:lnTo>
                <a:lnTo>
                  <a:pt x="28625" y="19939"/>
                </a:lnTo>
                <a:lnTo>
                  <a:pt x="28448" y="19989"/>
                </a:lnTo>
                <a:lnTo>
                  <a:pt x="28422" y="20116"/>
                </a:lnTo>
                <a:lnTo>
                  <a:pt x="28194" y="20053"/>
                </a:lnTo>
                <a:lnTo>
                  <a:pt x="27635" y="20193"/>
                </a:lnTo>
                <a:lnTo>
                  <a:pt x="27571" y="19494"/>
                </a:lnTo>
                <a:lnTo>
                  <a:pt x="28206" y="19431"/>
                </a:lnTo>
                <a:lnTo>
                  <a:pt x="28079" y="18923"/>
                </a:lnTo>
                <a:lnTo>
                  <a:pt x="28232" y="18923"/>
                </a:lnTo>
                <a:lnTo>
                  <a:pt x="28473" y="18923"/>
                </a:lnTo>
                <a:lnTo>
                  <a:pt x="28371" y="19431"/>
                </a:lnTo>
                <a:lnTo>
                  <a:pt x="28282" y="19939"/>
                </a:lnTo>
                <a:lnTo>
                  <a:pt x="28460" y="19939"/>
                </a:lnTo>
                <a:lnTo>
                  <a:pt x="28625" y="19939"/>
                </a:lnTo>
                <a:lnTo>
                  <a:pt x="28625" y="18516"/>
                </a:lnTo>
                <a:lnTo>
                  <a:pt x="28422" y="18580"/>
                </a:lnTo>
                <a:lnTo>
                  <a:pt x="28714" y="18288"/>
                </a:lnTo>
                <a:lnTo>
                  <a:pt x="29248" y="18288"/>
                </a:lnTo>
                <a:lnTo>
                  <a:pt x="29248" y="13144"/>
                </a:lnTo>
                <a:lnTo>
                  <a:pt x="29464" y="13081"/>
                </a:lnTo>
                <a:lnTo>
                  <a:pt x="29959" y="13081"/>
                </a:lnTo>
                <a:lnTo>
                  <a:pt x="30200" y="13081"/>
                </a:lnTo>
                <a:lnTo>
                  <a:pt x="30213" y="12636"/>
                </a:lnTo>
                <a:lnTo>
                  <a:pt x="30099" y="12827"/>
                </a:lnTo>
                <a:lnTo>
                  <a:pt x="29476" y="13004"/>
                </a:lnTo>
                <a:lnTo>
                  <a:pt x="29565" y="12712"/>
                </a:lnTo>
                <a:lnTo>
                  <a:pt x="29692" y="12242"/>
                </a:lnTo>
                <a:lnTo>
                  <a:pt x="28841" y="12700"/>
                </a:lnTo>
                <a:lnTo>
                  <a:pt x="28816" y="12268"/>
                </a:lnTo>
                <a:lnTo>
                  <a:pt x="28371" y="12496"/>
                </a:lnTo>
                <a:lnTo>
                  <a:pt x="28371" y="14097"/>
                </a:lnTo>
                <a:lnTo>
                  <a:pt x="28067" y="14744"/>
                </a:lnTo>
                <a:lnTo>
                  <a:pt x="28067" y="18288"/>
                </a:lnTo>
                <a:lnTo>
                  <a:pt x="27952" y="18415"/>
                </a:lnTo>
                <a:lnTo>
                  <a:pt x="27914" y="18288"/>
                </a:lnTo>
                <a:lnTo>
                  <a:pt x="28067" y="18288"/>
                </a:lnTo>
                <a:lnTo>
                  <a:pt x="28067" y="14744"/>
                </a:lnTo>
                <a:lnTo>
                  <a:pt x="27724" y="14351"/>
                </a:lnTo>
                <a:lnTo>
                  <a:pt x="27559" y="14452"/>
                </a:lnTo>
                <a:lnTo>
                  <a:pt x="27559" y="18923"/>
                </a:lnTo>
                <a:lnTo>
                  <a:pt x="27520" y="19532"/>
                </a:lnTo>
                <a:lnTo>
                  <a:pt x="27139" y="20320"/>
                </a:lnTo>
                <a:lnTo>
                  <a:pt x="27139" y="19939"/>
                </a:lnTo>
                <a:lnTo>
                  <a:pt x="26974" y="19939"/>
                </a:lnTo>
                <a:lnTo>
                  <a:pt x="27520" y="19532"/>
                </a:lnTo>
                <a:lnTo>
                  <a:pt x="27520" y="18961"/>
                </a:lnTo>
                <a:lnTo>
                  <a:pt x="27279" y="19177"/>
                </a:lnTo>
                <a:lnTo>
                  <a:pt x="27063" y="19431"/>
                </a:lnTo>
                <a:lnTo>
                  <a:pt x="26568" y="19431"/>
                </a:lnTo>
                <a:lnTo>
                  <a:pt x="26289" y="19685"/>
                </a:lnTo>
                <a:lnTo>
                  <a:pt x="25933" y="19431"/>
                </a:lnTo>
                <a:lnTo>
                  <a:pt x="25781" y="19431"/>
                </a:lnTo>
                <a:lnTo>
                  <a:pt x="25692" y="18923"/>
                </a:lnTo>
                <a:lnTo>
                  <a:pt x="25920" y="19380"/>
                </a:lnTo>
                <a:lnTo>
                  <a:pt x="26492" y="19177"/>
                </a:lnTo>
                <a:lnTo>
                  <a:pt x="26670" y="18923"/>
                </a:lnTo>
                <a:lnTo>
                  <a:pt x="27114" y="18923"/>
                </a:lnTo>
                <a:lnTo>
                  <a:pt x="27559" y="18923"/>
                </a:lnTo>
                <a:lnTo>
                  <a:pt x="27559" y="14452"/>
                </a:lnTo>
                <a:lnTo>
                  <a:pt x="26835" y="14846"/>
                </a:lnTo>
                <a:lnTo>
                  <a:pt x="27139" y="14097"/>
                </a:lnTo>
                <a:lnTo>
                  <a:pt x="27495" y="14097"/>
                </a:lnTo>
                <a:lnTo>
                  <a:pt x="28181" y="14097"/>
                </a:lnTo>
                <a:lnTo>
                  <a:pt x="28371" y="14097"/>
                </a:lnTo>
                <a:lnTo>
                  <a:pt x="28371" y="12496"/>
                </a:lnTo>
                <a:lnTo>
                  <a:pt x="27724" y="12827"/>
                </a:lnTo>
                <a:lnTo>
                  <a:pt x="27749" y="11938"/>
                </a:lnTo>
                <a:lnTo>
                  <a:pt x="27012" y="11938"/>
                </a:lnTo>
                <a:lnTo>
                  <a:pt x="26911" y="12115"/>
                </a:lnTo>
                <a:lnTo>
                  <a:pt x="26860" y="11938"/>
                </a:lnTo>
                <a:lnTo>
                  <a:pt x="26606" y="11938"/>
                </a:lnTo>
                <a:lnTo>
                  <a:pt x="26543" y="12115"/>
                </a:lnTo>
                <a:lnTo>
                  <a:pt x="26403" y="11938"/>
                </a:lnTo>
                <a:lnTo>
                  <a:pt x="26479" y="12268"/>
                </a:lnTo>
                <a:lnTo>
                  <a:pt x="26187" y="13081"/>
                </a:lnTo>
                <a:lnTo>
                  <a:pt x="26390" y="13081"/>
                </a:lnTo>
                <a:lnTo>
                  <a:pt x="26708" y="13081"/>
                </a:lnTo>
                <a:lnTo>
                  <a:pt x="24879" y="14097"/>
                </a:lnTo>
                <a:lnTo>
                  <a:pt x="26314" y="14097"/>
                </a:lnTo>
                <a:lnTo>
                  <a:pt x="26543" y="15011"/>
                </a:lnTo>
                <a:lnTo>
                  <a:pt x="26352" y="15113"/>
                </a:lnTo>
                <a:lnTo>
                  <a:pt x="26581" y="15113"/>
                </a:lnTo>
                <a:lnTo>
                  <a:pt x="26733" y="15113"/>
                </a:lnTo>
                <a:lnTo>
                  <a:pt x="27127" y="15113"/>
                </a:lnTo>
                <a:lnTo>
                  <a:pt x="27076" y="15265"/>
                </a:lnTo>
                <a:lnTo>
                  <a:pt x="27076" y="18872"/>
                </a:lnTo>
                <a:lnTo>
                  <a:pt x="26504" y="18732"/>
                </a:lnTo>
                <a:lnTo>
                  <a:pt x="26162" y="18288"/>
                </a:lnTo>
                <a:lnTo>
                  <a:pt x="26771" y="18288"/>
                </a:lnTo>
                <a:lnTo>
                  <a:pt x="27076" y="18872"/>
                </a:lnTo>
                <a:lnTo>
                  <a:pt x="27076" y="15265"/>
                </a:lnTo>
                <a:lnTo>
                  <a:pt x="26873" y="15875"/>
                </a:lnTo>
                <a:lnTo>
                  <a:pt x="25806" y="15113"/>
                </a:lnTo>
                <a:lnTo>
                  <a:pt x="25654" y="15113"/>
                </a:lnTo>
                <a:lnTo>
                  <a:pt x="25501" y="15621"/>
                </a:lnTo>
                <a:lnTo>
                  <a:pt x="25400" y="15113"/>
                </a:lnTo>
                <a:lnTo>
                  <a:pt x="24434" y="15113"/>
                </a:lnTo>
                <a:lnTo>
                  <a:pt x="24460" y="15290"/>
                </a:lnTo>
                <a:lnTo>
                  <a:pt x="24523" y="15684"/>
                </a:lnTo>
                <a:lnTo>
                  <a:pt x="24612" y="16256"/>
                </a:lnTo>
                <a:lnTo>
                  <a:pt x="24904" y="16256"/>
                </a:lnTo>
                <a:lnTo>
                  <a:pt x="25349" y="17272"/>
                </a:lnTo>
                <a:lnTo>
                  <a:pt x="25552" y="17272"/>
                </a:lnTo>
                <a:lnTo>
                  <a:pt x="25196" y="17627"/>
                </a:lnTo>
                <a:lnTo>
                  <a:pt x="25196" y="18288"/>
                </a:lnTo>
                <a:lnTo>
                  <a:pt x="25031" y="18351"/>
                </a:lnTo>
                <a:lnTo>
                  <a:pt x="24879" y="18313"/>
                </a:lnTo>
                <a:lnTo>
                  <a:pt x="25196" y="18288"/>
                </a:lnTo>
                <a:lnTo>
                  <a:pt x="25196" y="17627"/>
                </a:lnTo>
                <a:lnTo>
                  <a:pt x="24536" y="18288"/>
                </a:lnTo>
                <a:lnTo>
                  <a:pt x="24384" y="18288"/>
                </a:lnTo>
                <a:lnTo>
                  <a:pt x="24079" y="17665"/>
                </a:lnTo>
                <a:lnTo>
                  <a:pt x="23939" y="17919"/>
                </a:lnTo>
                <a:lnTo>
                  <a:pt x="23583" y="17564"/>
                </a:lnTo>
                <a:lnTo>
                  <a:pt x="23368" y="18288"/>
                </a:lnTo>
                <a:lnTo>
                  <a:pt x="23685" y="18288"/>
                </a:lnTo>
                <a:lnTo>
                  <a:pt x="22999" y="18923"/>
                </a:lnTo>
                <a:lnTo>
                  <a:pt x="22783" y="18923"/>
                </a:lnTo>
                <a:lnTo>
                  <a:pt x="22758" y="18669"/>
                </a:lnTo>
                <a:lnTo>
                  <a:pt x="22834" y="18796"/>
                </a:lnTo>
                <a:lnTo>
                  <a:pt x="23037" y="18288"/>
                </a:lnTo>
                <a:lnTo>
                  <a:pt x="22834" y="18415"/>
                </a:lnTo>
                <a:lnTo>
                  <a:pt x="22872" y="18288"/>
                </a:lnTo>
                <a:lnTo>
                  <a:pt x="22567" y="18288"/>
                </a:lnTo>
                <a:lnTo>
                  <a:pt x="21971" y="18288"/>
                </a:lnTo>
                <a:lnTo>
                  <a:pt x="22136" y="18732"/>
                </a:lnTo>
                <a:lnTo>
                  <a:pt x="22542" y="18313"/>
                </a:lnTo>
                <a:lnTo>
                  <a:pt x="22656" y="18516"/>
                </a:lnTo>
                <a:lnTo>
                  <a:pt x="22504" y="18605"/>
                </a:lnTo>
                <a:lnTo>
                  <a:pt x="22504" y="20370"/>
                </a:lnTo>
                <a:lnTo>
                  <a:pt x="22098" y="20167"/>
                </a:lnTo>
                <a:lnTo>
                  <a:pt x="22148" y="19939"/>
                </a:lnTo>
                <a:lnTo>
                  <a:pt x="22440" y="19939"/>
                </a:lnTo>
                <a:lnTo>
                  <a:pt x="22504" y="20370"/>
                </a:lnTo>
                <a:lnTo>
                  <a:pt x="22504" y="18605"/>
                </a:lnTo>
                <a:lnTo>
                  <a:pt x="22174" y="18796"/>
                </a:lnTo>
                <a:lnTo>
                  <a:pt x="22225" y="18923"/>
                </a:lnTo>
                <a:lnTo>
                  <a:pt x="22098" y="18846"/>
                </a:lnTo>
                <a:lnTo>
                  <a:pt x="21958" y="18923"/>
                </a:lnTo>
                <a:lnTo>
                  <a:pt x="21945" y="20091"/>
                </a:lnTo>
                <a:lnTo>
                  <a:pt x="21678" y="19939"/>
                </a:lnTo>
                <a:lnTo>
                  <a:pt x="21920" y="19939"/>
                </a:lnTo>
                <a:lnTo>
                  <a:pt x="21945" y="20091"/>
                </a:lnTo>
                <a:lnTo>
                  <a:pt x="21945" y="18923"/>
                </a:lnTo>
                <a:lnTo>
                  <a:pt x="21272" y="18923"/>
                </a:lnTo>
                <a:lnTo>
                  <a:pt x="21691" y="18288"/>
                </a:lnTo>
                <a:lnTo>
                  <a:pt x="21488" y="18288"/>
                </a:lnTo>
                <a:lnTo>
                  <a:pt x="21272" y="18288"/>
                </a:lnTo>
                <a:lnTo>
                  <a:pt x="21145" y="18326"/>
                </a:lnTo>
                <a:lnTo>
                  <a:pt x="21132" y="18554"/>
                </a:lnTo>
                <a:lnTo>
                  <a:pt x="21132" y="18376"/>
                </a:lnTo>
                <a:lnTo>
                  <a:pt x="20993" y="18440"/>
                </a:lnTo>
                <a:lnTo>
                  <a:pt x="20485" y="18707"/>
                </a:lnTo>
                <a:lnTo>
                  <a:pt x="20701" y="18288"/>
                </a:lnTo>
                <a:lnTo>
                  <a:pt x="20472" y="18288"/>
                </a:lnTo>
                <a:lnTo>
                  <a:pt x="20396" y="18757"/>
                </a:lnTo>
                <a:lnTo>
                  <a:pt x="20091" y="18923"/>
                </a:lnTo>
                <a:lnTo>
                  <a:pt x="20231" y="18923"/>
                </a:lnTo>
                <a:lnTo>
                  <a:pt x="20307" y="19431"/>
                </a:lnTo>
                <a:lnTo>
                  <a:pt x="20472" y="19431"/>
                </a:lnTo>
                <a:lnTo>
                  <a:pt x="20612" y="19431"/>
                </a:lnTo>
                <a:lnTo>
                  <a:pt x="20701" y="19088"/>
                </a:lnTo>
                <a:lnTo>
                  <a:pt x="20751" y="18923"/>
                </a:lnTo>
                <a:lnTo>
                  <a:pt x="20942" y="18923"/>
                </a:lnTo>
                <a:lnTo>
                  <a:pt x="20815" y="19164"/>
                </a:lnTo>
                <a:lnTo>
                  <a:pt x="20675" y="19431"/>
                </a:lnTo>
                <a:lnTo>
                  <a:pt x="21107" y="19431"/>
                </a:lnTo>
                <a:lnTo>
                  <a:pt x="21005" y="19710"/>
                </a:lnTo>
                <a:lnTo>
                  <a:pt x="20472" y="19431"/>
                </a:lnTo>
                <a:lnTo>
                  <a:pt x="20535" y="20370"/>
                </a:lnTo>
                <a:lnTo>
                  <a:pt x="20408" y="20447"/>
                </a:lnTo>
                <a:lnTo>
                  <a:pt x="20408" y="21463"/>
                </a:lnTo>
                <a:lnTo>
                  <a:pt x="19989" y="21628"/>
                </a:lnTo>
                <a:lnTo>
                  <a:pt x="20015" y="21463"/>
                </a:lnTo>
                <a:lnTo>
                  <a:pt x="20408" y="21463"/>
                </a:lnTo>
                <a:lnTo>
                  <a:pt x="20408" y="20447"/>
                </a:lnTo>
                <a:lnTo>
                  <a:pt x="20345" y="19939"/>
                </a:lnTo>
                <a:lnTo>
                  <a:pt x="20027" y="20193"/>
                </a:lnTo>
                <a:lnTo>
                  <a:pt x="19875" y="19939"/>
                </a:lnTo>
                <a:lnTo>
                  <a:pt x="19735" y="19939"/>
                </a:lnTo>
                <a:lnTo>
                  <a:pt x="19735" y="21463"/>
                </a:lnTo>
                <a:lnTo>
                  <a:pt x="19697" y="21729"/>
                </a:lnTo>
                <a:lnTo>
                  <a:pt x="19329" y="21856"/>
                </a:lnTo>
                <a:lnTo>
                  <a:pt x="19469" y="21488"/>
                </a:lnTo>
                <a:lnTo>
                  <a:pt x="18707" y="21653"/>
                </a:lnTo>
                <a:lnTo>
                  <a:pt x="18910" y="21463"/>
                </a:lnTo>
                <a:lnTo>
                  <a:pt x="19481" y="21463"/>
                </a:lnTo>
                <a:lnTo>
                  <a:pt x="19735" y="21463"/>
                </a:lnTo>
                <a:lnTo>
                  <a:pt x="19735" y="19939"/>
                </a:lnTo>
                <a:lnTo>
                  <a:pt x="19253" y="19939"/>
                </a:lnTo>
                <a:lnTo>
                  <a:pt x="19710" y="20447"/>
                </a:lnTo>
                <a:lnTo>
                  <a:pt x="19011" y="20447"/>
                </a:lnTo>
                <a:lnTo>
                  <a:pt x="18859" y="20955"/>
                </a:lnTo>
                <a:lnTo>
                  <a:pt x="18618" y="20955"/>
                </a:lnTo>
                <a:lnTo>
                  <a:pt x="18415" y="21463"/>
                </a:lnTo>
                <a:lnTo>
                  <a:pt x="18605" y="21463"/>
                </a:lnTo>
                <a:lnTo>
                  <a:pt x="18770" y="21463"/>
                </a:lnTo>
                <a:lnTo>
                  <a:pt x="18529" y="21678"/>
                </a:lnTo>
                <a:lnTo>
                  <a:pt x="18211" y="21742"/>
                </a:lnTo>
                <a:lnTo>
                  <a:pt x="18046" y="21463"/>
                </a:lnTo>
                <a:lnTo>
                  <a:pt x="17780" y="21844"/>
                </a:lnTo>
                <a:lnTo>
                  <a:pt x="16586" y="22098"/>
                </a:lnTo>
                <a:lnTo>
                  <a:pt x="17602" y="22098"/>
                </a:lnTo>
                <a:lnTo>
                  <a:pt x="17919" y="22098"/>
                </a:lnTo>
                <a:lnTo>
                  <a:pt x="17297" y="22606"/>
                </a:lnTo>
                <a:lnTo>
                  <a:pt x="18122" y="22098"/>
                </a:lnTo>
                <a:lnTo>
                  <a:pt x="18681" y="22098"/>
                </a:lnTo>
                <a:lnTo>
                  <a:pt x="18516" y="22326"/>
                </a:lnTo>
                <a:lnTo>
                  <a:pt x="18389" y="22250"/>
                </a:lnTo>
                <a:lnTo>
                  <a:pt x="18592" y="22098"/>
                </a:lnTo>
                <a:lnTo>
                  <a:pt x="18338" y="22212"/>
                </a:lnTo>
                <a:lnTo>
                  <a:pt x="18173" y="22098"/>
                </a:lnTo>
                <a:lnTo>
                  <a:pt x="18110" y="22313"/>
                </a:lnTo>
                <a:lnTo>
                  <a:pt x="18059" y="22517"/>
                </a:lnTo>
                <a:lnTo>
                  <a:pt x="17932" y="22606"/>
                </a:lnTo>
                <a:lnTo>
                  <a:pt x="18059" y="22517"/>
                </a:lnTo>
                <a:lnTo>
                  <a:pt x="18059" y="22339"/>
                </a:lnTo>
                <a:lnTo>
                  <a:pt x="17411" y="22606"/>
                </a:lnTo>
                <a:lnTo>
                  <a:pt x="17030" y="22606"/>
                </a:lnTo>
                <a:lnTo>
                  <a:pt x="17056" y="23622"/>
                </a:lnTo>
                <a:lnTo>
                  <a:pt x="16586" y="23622"/>
                </a:lnTo>
                <a:lnTo>
                  <a:pt x="16725" y="23114"/>
                </a:lnTo>
                <a:lnTo>
                  <a:pt x="16268" y="23114"/>
                </a:lnTo>
                <a:lnTo>
                  <a:pt x="15913" y="23469"/>
                </a:lnTo>
                <a:lnTo>
                  <a:pt x="15913" y="24130"/>
                </a:lnTo>
                <a:lnTo>
                  <a:pt x="15900" y="24269"/>
                </a:lnTo>
                <a:lnTo>
                  <a:pt x="15595" y="24155"/>
                </a:lnTo>
                <a:lnTo>
                  <a:pt x="15595" y="24638"/>
                </a:lnTo>
                <a:lnTo>
                  <a:pt x="15595" y="25781"/>
                </a:lnTo>
                <a:lnTo>
                  <a:pt x="15341" y="26035"/>
                </a:lnTo>
                <a:lnTo>
                  <a:pt x="15062" y="25844"/>
                </a:lnTo>
                <a:lnTo>
                  <a:pt x="15062" y="26289"/>
                </a:lnTo>
                <a:lnTo>
                  <a:pt x="14351" y="26289"/>
                </a:lnTo>
                <a:lnTo>
                  <a:pt x="14211" y="26250"/>
                </a:lnTo>
                <a:lnTo>
                  <a:pt x="14122" y="27165"/>
                </a:lnTo>
                <a:lnTo>
                  <a:pt x="13817" y="26797"/>
                </a:lnTo>
                <a:lnTo>
                  <a:pt x="13944" y="26797"/>
                </a:lnTo>
                <a:lnTo>
                  <a:pt x="14122" y="27165"/>
                </a:lnTo>
                <a:lnTo>
                  <a:pt x="14122" y="26339"/>
                </a:lnTo>
                <a:lnTo>
                  <a:pt x="13728" y="26555"/>
                </a:lnTo>
                <a:lnTo>
                  <a:pt x="13563" y="26479"/>
                </a:lnTo>
                <a:lnTo>
                  <a:pt x="13563" y="27686"/>
                </a:lnTo>
                <a:lnTo>
                  <a:pt x="12788" y="26860"/>
                </a:lnTo>
                <a:lnTo>
                  <a:pt x="12788" y="29464"/>
                </a:lnTo>
                <a:lnTo>
                  <a:pt x="12204" y="29591"/>
                </a:lnTo>
                <a:lnTo>
                  <a:pt x="12217" y="29464"/>
                </a:lnTo>
                <a:lnTo>
                  <a:pt x="12788" y="29464"/>
                </a:lnTo>
                <a:lnTo>
                  <a:pt x="12788" y="26860"/>
                </a:lnTo>
                <a:lnTo>
                  <a:pt x="13284" y="26797"/>
                </a:lnTo>
                <a:lnTo>
                  <a:pt x="13500" y="27305"/>
                </a:lnTo>
                <a:lnTo>
                  <a:pt x="13563" y="27686"/>
                </a:lnTo>
                <a:lnTo>
                  <a:pt x="13563" y="26479"/>
                </a:lnTo>
                <a:lnTo>
                  <a:pt x="13182" y="26289"/>
                </a:lnTo>
                <a:lnTo>
                  <a:pt x="14211" y="26289"/>
                </a:lnTo>
                <a:lnTo>
                  <a:pt x="12712" y="25781"/>
                </a:lnTo>
                <a:lnTo>
                  <a:pt x="13131" y="25781"/>
                </a:lnTo>
                <a:lnTo>
                  <a:pt x="13271" y="25781"/>
                </a:lnTo>
                <a:lnTo>
                  <a:pt x="14757" y="25781"/>
                </a:lnTo>
                <a:lnTo>
                  <a:pt x="15062" y="26289"/>
                </a:lnTo>
                <a:lnTo>
                  <a:pt x="15062" y="25844"/>
                </a:lnTo>
                <a:lnTo>
                  <a:pt x="14782" y="25730"/>
                </a:lnTo>
                <a:lnTo>
                  <a:pt x="14973" y="25273"/>
                </a:lnTo>
                <a:lnTo>
                  <a:pt x="14973" y="25654"/>
                </a:lnTo>
                <a:lnTo>
                  <a:pt x="14973" y="25781"/>
                </a:lnTo>
                <a:lnTo>
                  <a:pt x="15595" y="25781"/>
                </a:lnTo>
                <a:lnTo>
                  <a:pt x="15595" y="24638"/>
                </a:lnTo>
                <a:lnTo>
                  <a:pt x="15303" y="25158"/>
                </a:lnTo>
                <a:lnTo>
                  <a:pt x="14605" y="24638"/>
                </a:lnTo>
                <a:lnTo>
                  <a:pt x="15595" y="24638"/>
                </a:lnTo>
                <a:lnTo>
                  <a:pt x="15595" y="24155"/>
                </a:lnTo>
                <a:lnTo>
                  <a:pt x="15913" y="24130"/>
                </a:lnTo>
                <a:lnTo>
                  <a:pt x="15913" y="23469"/>
                </a:lnTo>
                <a:lnTo>
                  <a:pt x="15760" y="23622"/>
                </a:lnTo>
                <a:lnTo>
                  <a:pt x="15341" y="23622"/>
                </a:lnTo>
                <a:lnTo>
                  <a:pt x="15341" y="23152"/>
                </a:lnTo>
                <a:lnTo>
                  <a:pt x="15087" y="23622"/>
                </a:lnTo>
                <a:lnTo>
                  <a:pt x="14325" y="24777"/>
                </a:lnTo>
                <a:lnTo>
                  <a:pt x="14274" y="25590"/>
                </a:lnTo>
                <a:lnTo>
                  <a:pt x="14109" y="25539"/>
                </a:lnTo>
                <a:lnTo>
                  <a:pt x="14135" y="25323"/>
                </a:lnTo>
                <a:lnTo>
                  <a:pt x="14274" y="25590"/>
                </a:lnTo>
                <a:lnTo>
                  <a:pt x="14274" y="24701"/>
                </a:lnTo>
                <a:lnTo>
                  <a:pt x="13995" y="24828"/>
                </a:lnTo>
                <a:lnTo>
                  <a:pt x="13843" y="24638"/>
                </a:lnTo>
                <a:lnTo>
                  <a:pt x="13512" y="24257"/>
                </a:lnTo>
                <a:lnTo>
                  <a:pt x="13195" y="24638"/>
                </a:lnTo>
                <a:lnTo>
                  <a:pt x="13741" y="25019"/>
                </a:lnTo>
                <a:lnTo>
                  <a:pt x="13398" y="25273"/>
                </a:lnTo>
                <a:lnTo>
                  <a:pt x="13665" y="25273"/>
                </a:lnTo>
                <a:lnTo>
                  <a:pt x="13487" y="25361"/>
                </a:lnTo>
                <a:lnTo>
                  <a:pt x="13195" y="25273"/>
                </a:lnTo>
                <a:lnTo>
                  <a:pt x="12788" y="25273"/>
                </a:lnTo>
                <a:lnTo>
                  <a:pt x="12903" y="25412"/>
                </a:lnTo>
                <a:lnTo>
                  <a:pt x="12649" y="25273"/>
                </a:lnTo>
                <a:lnTo>
                  <a:pt x="12484" y="25273"/>
                </a:lnTo>
                <a:lnTo>
                  <a:pt x="12484" y="26797"/>
                </a:lnTo>
                <a:lnTo>
                  <a:pt x="11938" y="27076"/>
                </a:lnTo>
                <a:lnTo>
                  <a:pt x="11938" y="29603"/>
                </a:lnTo>
                <a:lnTo>
                  <a:pt x="11353" y="29705"/>
                </a:lnTo>
                <a:lnTo>
                  <a:pt x="11353" y="30988"/>
                </a:lnTo>
                <a:lnTo>
                  <a:pt x="10985" y="31369"/>
                </a:lnTo>
                <a:lnTo>
                  <a:pt x="10820" y="30988"/>
                </a:lnTo>
                <a:lnTo>
                  <a:pt x="10604" y="30480"/>
                </a:lnTo>
                <a:lnTo>
                  <a:pt x="10820" y="30861"/>
                </a:lnTo>
                <a:lnTo>
                  <a:pt x="10845" y="30594"/>
                </a:lnTo>
                <a:lnTo>
                  <a:pt x="10871" y="30289"/>
                </a:lnTo>
                <a:lnTo>
                  <a:pt x="11125" y="30480"/>
                </a:lnTo>
                <a:lnTo>
                  <a:pt x="10871" y="30480"/>
                </a:lnTo>
                <a:lnTo>
                  <a:pt x="10833" y="30861"/>
                </a:lnTo>
                <a:lnTo>
                  <a:pt x="10909" y="30988"/>
                </a:lnTo>
                <a:lnTo>
                  <a:pt x="11353" y="30988"/>
                </a:lnTo>
                <a:lnTo>
                  <a:pt x="11353" y="29705"/>
                </a:lnTo>
                <a:lnTo>
                  <a:pt x="11125" y="29743"/>
                </a:lnTo>
                <a:lnTo>
                  <a:pt x="11099" y="29972"/>
                </a:lnTo>
                <a:lnTo>
                  <a:pt x="10896" y="30111"/>
                </a:lnTo>
                <a:lnTo>
                  <a:pt x="10909" y="29972"/>
                </a:lnTo>
                <a:lnTo>
                  <a:pt x="11099" y="29972"/>
                </a:lnTo>
                <a:lnTo>
                  <a:pt x="11099" y="29845"/>
                </a:lnTo>
                <a:lnTo>
                  <a:pt x="10820" y="29895"/>
                </a:lnTo>
                <a:lnTo>
                  <a:pt x="10756" y="30187"/>
                </a:lnTo>
                <a:lnTo>
                  <a:pt x="10515" y="30340"/>
                </a:lnTo>
                <a:lnTo>
                  <a:pt x="10388" y="30124"/>
                </a:lnTo>
                <a:lnTo>
                  <a:pt x="10490" y="29972"/>
                </a:lnTo>
                <a:lnTo>
                  <a:pt x="10756" y="30187"/>
                </a:lnTo>
                <a:lnTo>
                  <a:pt x="10756" y="29832"/>
                </a:lnTo>
                <a:lnTo>
                  <a:pt x="10350" y="29870"/>
                </a:lnTo>
                <a:lnTo>
                  <a:pt x="10350" y="30454"/>
                </a:lnTo>
                <a:lnTo>
                  <a:pt x="10172" y="30480"/>
                </a:lnTo>
                <a:lnTo>
                  <a:pt x="10325" y="30226"/>
                </a:lnTo>
                <a:lnTo>
                  <a:pt x="10350" y="30454"/>
                </a:lnTo>
                <a:lnTo>
                  <a:pt x="10350" y="29870"/>
                </a:lnTo>
                <a:lnTo>
                  <a:pt x="10147" y="29895"/>
                </a:lnTo>
                <a:lnTo>
                  <a:pt x="10071" y="29756"/>
                </a:lnTo>
                <a:lnTo>
                  <a:pt x="10071" y="29908"/>
                </a:lnTo>
                <a:lnTo>
                  <a:pt x="9664" y="29972"/>
                </a:lnTo>
                <a:lnTo>
                  <a:pt x="9982" y="29730"/>
                </a:lnTo>
                <a:lnTo>
                  <a:pt x="10071" y="29908"/>
                </a:lnTo>
                <a:lnTo>
                  <a:pt x="10071" y="29756"/>
                </a:lnTo>
                <a:lnTo>
                  <a:pt x="10121" y="29616"/>
                </a:lnTo>
                <a:lnTo>
                  <a:pt x="10134" y="29464"/>
                </a:lnTo>
                <a:lnTo>
                  <a:pt x="9855" y="29222"/>
                </a:lnTo>
                <a:lnTo>
                  <a:pt x="9855" y="29464"/>
                </a:lnTo>
                <a:lnTo>
                  <a:pt x="9537" y="29845"/>
                </a:lnTo>
                <a:lnTo>
                  <a:pt x="9601" y="29464"/>
                </a:lnTo>
                <a:lnTo>
                  <a:pt x="8674" y="28956"/>
                </a:lnTo>
                <a:lnTo>
                  <a:pt x="9880" y="28956"/>
                </a:lnTo>
                <a:lnTo>
                  <a:pt x="9867" y="29083"/>
                </a:lnTo>
                <a:lnTo>
                  <a:pt x="10718" y="29425"/>
                </a:lnTo>
                <a:lnTo>
                  <a:pt x="11176" y="29464"/>
                </a:lnTo>
                <a:lnTo>
                  <a:pt x="11938" y="29603"/>
                </a:lnTo>
                <a:lnTo>
                  <a:pt x="11938" y="27076"/>
                </a:lnTo>
                <a:lnTo>
                  <a:pt x="11747" y="27165"/>
                </a:lnTo>
                <a:lnTo>
                  <a:pt x="11696" y="26797"/>
                </a:lnTo>
                <a:lnTo>
                  <a:pt x="12484" y="26797"/>
                </a:lnTo>
                <a:lnTo>
                  <a:pt x="12484" y="25273"/>
                </a:lnTo>
                <a:lnTo>
                  <a:pt x="12166" y="25273"/>
                </a:lnTo>
                <a:lnTo>
                  <a:pt x="12166" y="25539"/>
                </a:lnTo>
                <a:lnTo>
                  <a:pt x="11468" y="25349"/>
                </a:lnTo>
                <a:lnTo>
                  <a:pt x="11468" y="28956"/>
                </a:lnTo>
                <a:lnTo>
                  <a:pt x="11468" y="29464"/>
                </a:lnTo>
                <a:lnTo>
                  <a:pt x="11328" y="29464"/>
                </a:lnTo>
                <a:lnTo>
                  <a:pt x="10871" y="28956"/>
                </a:lnTo>
                <a:lnTo>
                  <a:pt x="11468" y="28956"/>
                </a:lnTo>
                <a:lnTo>
                  <a:pt x="11468" y="25349"/>
                </a:lnTo>
                <a:lnTo>
                  <a:pt x="11201" y="25273"/>
                </a:lnTo>
                <a:lnTo>
                  <a:pt x="11468" y="25273"/>
                </a:lnTo>
                <a:lnTo>
                  <a:pt x="11239" y="24638"/>
                </a:lnTo>
                <a:lnTo>
                  <a:pt x="10706" y="24638"/>
                </a:lnTo>
                <a:lnTo>
                  <a:pt x="10693" y="29387"/>
                </a:lnTo>
                <a:lnTo>
                  <a:pt x="10058" y="28956"/>
                </a:lnTo>
                <a:lnTo>
                  <a:pt x="10274" y="28956"/>
                </a:lnTo>
                <a:lnTo>
                  <a:pt x="10490" y="28956"/>
                </a:lnTo>
                <a:lnTo>
                  <a:pt x="10693" y="29387"/>
                </a:lnTo>
                <a:lnTo>
                  <a:pt x="10693" y="24638"/>
                </a:lnTo>
                <a:lnTo>
                  <a:pt x="11112" y="24130"/>
                </a:lnTo>
                <a:lnTo>
                  <a:pt x="10566" y="24130"/>
                </a:lnTo>
                <a:lnTo>
                  <a:pt x="10566" y="24612"/>
                </a:lnTo>
                <a:lnTo>
                  <a:pt x="10452" y="28892"/>
                </a:lnTo>
                <a:lnTo>
                  <a:pt x="10274" y="28854"/>
                </a:lnTo>
                <a:lnTo>
                  <a:pt x="10274" y="28448"/>
                </a:lnTo>
                <a:lnTo>
                  <a:pt x="10452" y="28892"/>
                </a:lnTo>
                <a:lnTo>
                  <a:pt x="10452" y="24587"/>
                </a:lnTo>
                <a:lnTo>
                  <a:pt x="10248" y="24536"/>
                </a:lnTo>
                <a:lnTo>
                  <a:pt x="10121" y="25273"/>
                </a:lnTo>
                <a:lnTo>
                  <a:pt x="9677" y="24638"/>
                </a:lnTo>
                <a:lnTo>
                  <a:pt x="10248" y="24638"/>
                </a:lnTo>
                <a:lnTo>
                  <a:pt x="9626" y="24358"/>
                </a:lnTo>
                <a:lnTo>
                  <a:pt x="9626" y="28765"/>
                </a:lnTo>
                <a:lnTo>
                  <a:pt x="9423" y="28448"/>
                </a:lnTo>
                <a:lnTo>
                  <a:pt x="9626" y="28765"/>
                </a:lnTo>
                <a:lnTo>
                  <a:pt x="9626" y="24358"/>
                </a:lnTo>
                <a:lnTo>
                  <a:pt x="9601" y="27305"/>
                </a:lnTo>
                <a:lnTo>
                  <a:pt x="9486" y="27813"/>
                </a:lnTo>
                <a:lnTo>
                  <a:pt x="9347" y="27813"/>
                </a:lnTo>
                <a:lnTo>
                  <a:pt x="9486" y="27813"/>
                </a:lnTo>
                <a:lnTo>
                  <a:pt x="9486" y="27393"/>
                </a:lnTo>
                <a:lnTo>
                  <a:pt x="9601" y="24358"/>
                </a:lnTo>
                <a:lnTo>
                  <a:pt x="9258" y="24257"/>
                </a:lnTo>
                <a:lnTo>
                  <a:pt x="9144" y="24638"/>
                </a:lnTo>
                <a:lnTo>
                  <a:pt x="8191" y="24638"/>
                </a:lnTo>
                <a:lnTo>
                  <a:pt x="8280" y="25273"/>
                </a:lnTo>
                <a:lnTo>
                  <a:pt x="8140" y="25273"/>
                </a:lnTo>
                <a:lnTo>
                  <a:pt x="7912" y="25781"/>
                </a:lnTo>
                <a:lnTo>
                  <a:pt x="8496" y="25781"/>
                </a:lnTo>
                <a:lnTo>
                  <a:pt x="8788" y="25273"/>
                </a:lnTo>
                <a:lnTo>
                  <a:pt x="9499" y="25781"/>
                </a:lnTo>
                <a:lnTo>
                  <a:pt x="9271" y="25781"/>
                </a:lnTo>
                <a:lnTo>
                  <a:pt x="9271" y="28663"/>
                </a:lnTo>
                <a:lnTo>
                  <a:pt x="9118" y="28689"/>
                </a:lnTo>
                <a:lnTo>
                  <a:pt x="8699" y="28613"/>
                </a:lnTo>
                <a:lnTo>
                  <a:pt x="9055" y="28486"/>
                </a:lnTo>
                <a:lnTo>
                  <a:pt x="9207" y="28448"/>
                </a:lnTo>
                <a:lnTo>
                  <a:pt x="9271" y="28663"/>
                </a:lnTo>
                <a:lnTo>
                  <a:pt x="9271" y="25781"/>
                </a:lnTo>
                <a:lnTo>
                  <a:pt x="9105" y="25781"/>
                </a:lnTo>
                <a:lnTo>
                  <a:pt x="9156" y="26289"/>
                </a:lnTo>
                <a:lnTo>
                  <a:pt x="9029" y="26289"/>
                </a:lnTo>
                <a:lnTo>
                  <a:pt x="8902" y="26098"/>
                </a:lnTo>
                <a:lnTo>
                  <a:pt x="8902" y="27813"/>
                </a:lnTo>
                <a:lnTo>
                  <a:pt x="8877" y="28194"/>
                </a:lnTo>
                <a:lnTo>
                  <a:pt x="8509" y="28422"/>
                </a:lnTo>
                <a:lnTo>
                  <a:pt x="8369" y="28397"/>
                </a:lnTo>
                <a:lnTo>
                  <a:pt x="8585" y="27813"/>
                </a:lnTo>
                <a:lnTo>
                  <a:pt x="8839" y="27813"/>
                </a:lnTo>
                <a:lnTo>
                  <a:pt x="8902" y="26098"/>
                </a:lnTo>
                <a:lnTo>
                  <a:pt x="8699" y="25781"/>
                </a:lnTo>
                <a:lnTo>
                  <a:pt x="8788" y="26289"/>
                </a:lnTo>
                <a:lnTo>
                  <a:pt x="7759" y="26289"/>
                </a:lnTo>
                <a:lnTo>
                  <a:pt x="7912" y="26543"/>
                </a:lnTo>
                <a:lnTo>
                  <a:pt x="7543" y="26289"/>
                </a:lnTo>
                <a:lnTo>
                  <a:pt x="7289" y="26797"/>
                </a:lnTo>
                <a:lnTo>
                  <a:pt x="7467" y="27305"/>
                </a:lnTo>
                <a:lnTo>
                  <a:pt x="7378" y="27813"/>
                </a:lnTo>
                <a:lnTo>
                  <a:pt x="7239" y="27927"/>
                </a:lnTo>
                <a:lnTo>
                  <a:pt x="6997" y="27813"/>
                </a:lnTo>
                <a:lnTo>
                  <a:pt x="7302" y="27482"/>
                </a:lnTo>
                <a:lnTo>
                  <a:pt x="7264" y="27305"/>
                </a:lnTo>
                <a:lnTo>
                  <a:pt x="7467" y="27305"/>
                </a:lnTo>
                <a:lnTo>
                  <a:pt x="6985" y="26797"/>
                </a:lnTo>
                <a:lnTo>
                  <a:pt x="6527" y="26289"/>
                </a:lnTo>
                <a:lnTo>
                  <a:pt x="6477" y="26797"/>
                </a:lnTo>
                <a:lnTo>
                  <a:pt x="6743" y="26797"/>
                </a:lnTo>
                <a:lnTo>
                  <a:pt x="6819" y="27813"/>
                </a:lnTo>
                <a:lnTo>
                  <a:pt x="5562" y="27813"/>
                </a:lnTo>
                <a:lnTo>
                  <a:pt x="6985" y="28117"/>
                </a:lnTo>
                <a:lnTo>
                  <a:pt x="6527" y="28448"/>
                </a:lnTo>
                <a:lnTo>
                  <a:pt x="8039" y="28448"/>
                </a:lnTo>
                <a:lnTo>
                  <a:pt x="7823" y="28486"/>
                </a:lnTo>
                <a:lnTo>
                  <a:pt x="7594" y="28956"/>
                </a:lnTo>
                <a:lnTo>
                  <a:pt x="7810" y="28956"/>
                </a:lnTo>
                <a:lnTo>
                  <a:pt x="8128" y="28841"/>
                </a:lnTo>
                <a:lnTo>
                  <a:pt x="8343" y="28956"/>
                </a:lnTo>
                <a:lnTo>
                  <a:pt x="8763" y="29464"/>
                </a:lnTo>
                <a:lnTo>
                  <a:pt x="8394" y="29845"/>
                </a:lnTo>
                <a:lnTo>
                  <a:pt x="8394" y="39497"/>
                </a:lnTo>
                <a:lnTo>
                  <a:pt x="8331" y="40005"/>
                </a:lnTo>
                <a:lnTo>
                  <a:pt x="8267" y="40513"/>
                </a:lnTo>
                <a:lnTo>
                  <a:pt x="7721" y="40513"/>
                </a:lnTo>
                <a:lnTo>
                  <a:pt x="7721" y="40005"/>
                </a:lnTo>
                <a:lnTo>
                  <a:pt x="8394" y="39497"/>
                </a:lnTo>
                <a:lnTo>
                  <a:pt x="8394" y="29845"/>
                </a:lnTo>
                <a:lnTo>
                  <a:pt x="8280" y="30988"/>
                </a:lnTo>
                <a:lnTo>
                  <a:pt x="8001" y="31623"/>
                </a:lnTo>
                <a:lnTo>
                  <a:pt x="7670" y="31623"/>
                </a:lnTo>
                <a:lnTo>
                  <a:pt x="7670" y="41656"/>
                </a:lnTo>
                <a:lnTo>
                  <a:pt x="6883" y="41910"/>
                </a:lnTo>
                <a:lnTo>
                  <a:pt x="6959" y="41656"/>
                </a:lnTo>
                <a:lnTo>
                  <a:pt x="7035" y="41402"/>
                </a:lnTo>
                <a:lnTo>
                  <a:pt x="7505" y="41402"/>
                </a:lnTo>
                <a:lnTo>
                  <a:pt x="7035" y="41656"/>
                </a:lnTo>
                <a:lnTo>
                  <a:pt x="7670" y="41656"/>
                </a:lnTo>
                <a:lnTo>
                  <a:pt x="7670" y="31623"/>
                </a:lnTo>
                <a:lnTo>
                  <a:pt x="7480" y="30988"/>
                </a:lnTo>
                <a:lnTo>
                  <a:pt x="7645" y="30988"/>
                </a:lnTo>
                <a:lnTo>
                  <a:pt x="8204" y="30988"/>
                </a:lnTo>
                <a:lnTo>
                  <a:pt x="8280" y="29959"/>
                </a:lnTo>
                <a:lnTo>
                  <a:pt x="8242" y="30480"/>
                </a:lnTo>
                <a:lnTo>
                  <a:pt x="8242" y="30632"/>
                </a:lnTo>
                <a:lnTo>
                  <a:pt x="8064" y="30480"/>
                </a:lnTo>
                <a:lnTo>
                  <a:pt x="8242" y="30480"/>
                </a:lnTo>
                <a:lnTo>
                  <a:pt x="8242" y="29972"/>
                </a:lnTo>
                <a:lnTo>
                  <a:pt x="7988" y="29972"/>
                </a:lnTo>
                <a:lnTo>
                  <a:pt x="7874" y="30480"/>
                </a:lnTo>
                <a:lnTo>
                  <a:pt x="7556" y="30480"/>
                </a:lnTo>
                <a:lnTo>
                  <a:pt x="7759" y="29972"/>
                </a:lnTo>
                <a:lnTo>
                  <a:pt x="7531" y="29972"/>
                </a:lnTo>
                <a:lnTo>
                  <a:pt x="7467" y="30480"/>
                </a:lnTo>
                <a:lnTo>
                  <a:pt x="7594" y="30861"/>
                </a:lnTo>
                <a:lnTo>
                  <a:pt x="7302" y="30607"/>
                </a:lnTo>
                <a:lnTo>
                  <a:pt x="7251" y="30988"/>
                </a:lnTo>
                <a:lnTo>
                  <a:pt x="7112" y="30988"/>
                </a:lnTo>
                <a:lnTo>
                  <a:pt x="7378" y="31623"/>
                </a:lnTo>
                <a:lnTo>
                  <a:pt x="7543" y="32131"/>
                </a:lnTo>
                <a:lnTo>
                  <a:pt x="7543" y="32385"/>
                </a:lnTo>
                <a:lnTo>
                  <a:pt x="6146" y="32207"/>
                </a:lnTo>
                <a:lnTo>
                  <a:pt x="6159" y="32359"/>
                </a:lnTo>
                <a:lnTo>
                  <a:pt x="5740" y="32156"/>
                </a:lnTo>
                <a:lnTo>
                  <a:pt x="6045" y="32639"/>
                </a:lnTo>
                <a:lnTo>
                  <a:pt x="5867" y="32639"/>
                </a:lnTo>
                <a:lnTo>
                  <a:pt x="5842" y="33147"/>
                </a:lnTo>
                <a:lnTo>
                  <a:pt x="6553" y="33147"/>
                </a:lnTo>
                <a:lnTo>
                  <a:pt x="6731" y="32639"/>
                </a:lnTo>
                <a:lnTo>
                  <a:pt x="7366" y="33147"/>
                </a:lnTo>
                <a:lnTo>
                  <a:pt x="6896" y="33147"/>
                </a:lnTo>
                <a:lnTo>
                  <a:pt x="6540" y="33655"/>
                </a:lnTo>
                <a:lnTo>
                  <a:pt x="6896" y="33655"/>
                </a:lnTo>
                <a:lnTo>
                  <a:pt x="7200" y="34163"/>
                </a:lnTo>
                <a:lnTo>
                  <a:pt x="7086" y="38989"/>
                </a:lnTo>
                <a:lnTo>
                  <a:pt x="6375" y="39116"/>
                </a:lnTo>
                <a:lnTo>
                  <a:pt x="6489" y="38989"/>
                </a:lnTo>
                <a:lnTo>
                  <a:pt x="7086" y="38989"/>
                </a:lnTo>
                <a:lnTo>
                  <a:pt x="7086" y="34163"/>
                </a:lnTo>
                <a:lnTo>
                  <a:pt x="6756" y="34061"/>
                </a:lnTo>
                <a:lnTo>
                  <a:pt x="6515" y="33655"/>
                </a:lnTo>
                <a:lnTo>
                  <a:pt x="6489" y="33947"/>
                </a:lnTo>
                <a:lnTo>
                  <a:pt x="6159" y="33794"/>
                </a:lnTo>
                <a:lnTo>
                  <a:pt x="6159" y="39154"/>
                </a:lnTo>
                <a:lnTo>
                  <a:pt x="5638" y="39255"/>
                </a:lnTo>
                <a:lnTo>
                  <a:pt x="5549" y="38989"/>
                </a:lnTo>
                <a:lnTo>
                  <a:pt x="6057" y="38989"/>
                </a:lnTo>
                <a:lnTo>
                  <a:pt x="6159" y="39154"/>
                </a:lnTo>
                <a:lnTo>
                  <a:pt x="6159" y="33794"/>
                </a:lnTo>
                <a:lnTo>
                  <a:pt x="5880" y="33655"/>
                </a:lnTo>
                <a:lnTo>
                  <a:pt x="5130" y="33655"/>
                </a:lnTo>
                <a:lnTo>
                  <a:pt x="5219" y="34036"/>
                </a:lnTo>
                <a:lnTo>
                  <a:pt x="4940" y="33743"/>
                </a:lnTo>
                <a:lnTo>
                  <a:pt x="4813" y="33896"/>
                </a:lnTo>
                <a:lnTo>
                  <a:pt x="4864" y="34163"/>
                </a:lnTo>
                <a:lnTo>
                  <a:pt x="5257" y="34163"/>
                </a:lnTo>
                <a:lnTo>
                  <a:pt x="5803" y="34163"/>
                </a:lnTo>
                <a:lnTo>
                  <a:pt x="5905" y="34556"/>
                </a:lnTo>
                <a:lnTo>
                  <a:pt x="4826" y="34201"/>
                </a:lnTo>
                <a:lnTo>
                  <a:pt x="4762" y="39408"/>
                </a:lnTo>
                <a:lnTo>
                  <a:pt x="4508" y="39458"/>
                </a:lnTo>
                <a:lnTo>
                  <a:pt x="4597" y="39128"/>
                </a:lnTo>
                <a:lnTo>
                  <a:pt x="4762" y="39408"/>
                </a:lnTo>
                <a:lnTo>
                  <a:pt x="4762" y="34290"/>
                </a:lnTo>
                <a:lnTo>
                  <a:pt x="4368" y="34798"/>
                </a:lnTo>
                <a:lnTo>
                  <a:pt x="3568" y="35814"/>
                </a:lnTo>
                <a:lnTo>
                  <a:pt x="3759" y="35814"/>
                </a:lnTo>
                <a:lnTo>
                  <a:pt x="3263" y="36322"/>
                </a:lnTo>
                <a:lnTo>
                  <a:pt x="1358" y="36830"/>
                </a:lnTo>
                <a:lnTo>
                  <a:pt x="2273" y="36830"/>
                </a:lnTo>
                <a:lnTo>
                  <a:pt x="2844" y="36830"/>
                </a:lnTo>
                <a:lnTo>
                  <a:pt x="4025" y="37338"/>
                </a:lnTo>
                <a:lnTo>
                  <a:pt x="4533" y="37338"/>
                </a:lnTo>
                <a:lnTo>
                  <a:pt x="4241" y="37515"/>
                </a:lnTo>
                <a:lnTo>
                  <a:pt x="4025" y="37338"/>
                </a:lnTo>
                <a:lnTo>
                  <a:pt x="4114" y="37592"/>
                </a:lnTo>
                <a:lnTo>
                  <a:pt x="3708" y="37846"/>
                </a:lnTo>
                <a:lnTo>
                  <a:pt x="3746" y="37973"/>
                </a:lnTo>
                <a:lnTo>
                  <a:pt x="3479" y="38481"/>
                </a:lnTo>
                <a:lnTo>
                  <a:pt x="3822" y="38481"/>
                </a:lnTo>
                <a:lnTo>
                  <a:pt x="3606" y="38989"/>
                </a:lnTo>
                <a:lnTo>
                  <a:pt x="4114" y="38989"/>
                </a:lnTo>
                <a:lnTo>
                  <a:pt x="4114" y="39497"/>
                </a:lnTo>
                <a:lnTo>
                  <a:pt x="4241" y="39497"/>
                </a:lnTo>
                <a:lnTo>
                  <a:pt x="4495" y="39497"/>
                </a:lnTo>
                <a:lnTo>
                  <a:pt x="4826" y="39497"/>
                </a:lnTo>
                <a:lnTo>
                  <a:pt x="5130" y="40005"/>
                </a:lnTo>
                <a:lnTo>
                  <a:pt x="5549" y="40005"/>
                </a:lnTo>
                <a:lnTo>
                  <a:pt x="4953" y="40513"/>
                </a:lnTo>
                <a:lnTo>
                  <a:pt x="5854" y="40513"/>
                </a:lnTo>
                <a:lnTo>
                  <a:pt x="6134" y="40005"/>
                </a:lnTo>
                <a:lnTo>
                  <a:pt x="5562" y="40005"/>
                </a:lnTo>
                <a:lnTo>
                  <a:pt x="6032" y="39497"/>
                </a:lnTo>
                <a:lnTo>
                  <a:pt x="6235" y="39268"/>
                </a:lnTo>
                <a:lnTo>
                  <a:pt x="6388" y="39497"/>
                </a:lnTo>
                <a:lnTo>
                  <a:pt x="6235" y="39497"/>
                </a:lnTo>
                <a:lnTo>
                  <a:pt x="6261" y="40005"/>
                </a:lnTo>
                <a:lnTo>
                  <a:pt x="6565" y="40005"/>
                </a:lnTo>
                <a:lnTo>
                  <a:pt x="6565" y="40513"/>
                </a:lnTo>
                <a:lnTo>
                  <a:pt x="7302" y="40513"/>
                </a:lnTo>
                <a:lnTo>
                  <a:pt x="7493" y="40513"/>
                </a:lnTo>
                <a:lnTo>
                  <a:pt x="7226" y="40640"/>
                </a:lnTo>
                <a:lnTo>
                  <a:pt x="7150" y="40779"/>
                </a:lnTo>
                <a:lnTo>
                  <a:pt x="6540" y="41148"/>
                </a:lnTo>
                <a:lnTo>
                  <a:pt x="6172" y="41148"/>
                </a:lnTo>
                <a:lnTo>
                  <a:pt x="5867" y="41402"/>
                </a:lnTo>
                <a:lnTo>
                  <a:pt x="6070" y="41656"/>
                </a:lnTo>
                <a:lnTo>
                  <a:pt x="6426" y="41402"/>
                </a:lnTo>
                <a:lnTo>
                  <a:pt x="6642" y="41148"/>
                </a:lnTo>
                <a:lnTo>
                  <a:pt x="7124" y="40830"/>
                </a:lnTo>
                <a:lnTo>
                  <a:pt x="6934" y="41148"/>
                </a:lnTo>
                <a:lnTo>
                  <a:pt x="6794" y="41402"/>
                </a:lnTo>
                <a:lnTo>
                  <a:pt x="6705" y="41973"/>
                </a:lnTo>
                <a:lnTo>
                  <a:pt x="6096" y="42164"/>
                </a:lnTo>
                <a:lnTo>
                  <a:pt x="6680" y="42164"/>
                </a:lnTo>
                <a:lnTo>
                  <a:pt x="6807" y="42164"/>
                </a:lnTo>
                <a:lnTo>
                  <a:pt x="7150" y="42164"/>
                </a:lnTo>
                <a:lnTo>
                  <a:pt x="7137" y="42672"/>
                </a:lnTo>
                <a:lnTo>
                  <a:pt x="7289" y="42164"/>
                </a:lnTo>
                <a:lnTo>
                  <a:pt x="7556" y="42164"/>
                </a:lnTo>
                <a:lnTo>
                  <a:pt x="7645" y="42672"/>
                </a:lnTo>
                <a:lnTo>
                  <a:pt x="7518" y="43180"/>
                </a:lnTo>
                <a:lnTo>
                  <a:pt x="8585" y="43688"/>
                </a:lnTo>
                <a:lnTo>
                  <a:pt x="8280" y="43688"/>
                </a:lnTo>
                <a:lnTo>
                  <a:pt x="7874" y="44323"/>
                </a:lnTo>
                <a:lnTo>
                  <a:pt x="8026" y="44831"/>
                </a:lnTo>
                <a:lnTo>
                  <a:pt x="7683" y="44831"/>
                </a:lnTo>
                <a:lnTo>
                  <a:pt x="7543" y="44323"/>
                </a:lnTo>
                <a:lnTo>
                  <a:pt x="7454" y="47498"/>
                </a:lnTo>
                <a:lnTo>
                  <a:pt x="7454" y="48006"/>
                </a:lnTo>
                <a:lnTo>
                  <a:pt x="7073" y="47498"/>
                </a:lnTo>
                <a:lnTo>
                  <a:pt x="7454" y="47498"/>
                </a:lnTo>
                <a:lnTo>
                  <a:pt x="7454" y="44323"/>
                </a:lnTo>
                <a:lnTo>
                  <a:pt x="7734" y="43853"/>
                </a:lnTo>
                <a:lnTo>
                  <a:pt x="7835" y="43688"/>
                </a:lnTo>
                <a:lnTo>
                  <a:pt x="7480" y="43688"/>
                </a:lnTo>
                <a:lnTo>
                  <a:pt x="7175" y="43688"/>
                </a:lnTo>
                <a:lnTo>
                  <a:pt x="7175" y="46355"/>
                </a:lnTo>
                <a:lnTo>
                  <a:pt x="6921" y="46456"/>
                </a:lnTo>
                <a:lnTo>
                  <a:pt x="6921" y="47840"/>
                </a:lnTo>
                <a:lnTo>
                  <a:pt x="6591" y="47498"/>
                </a:lnTo>
                <a:lnTo>
                  <a:pt x="6743" y="47498"/>
                </a:lnTo>
                <a:lnTo>
                  <a:pt x="6921" y="47840"/>
                </a:lnTo>
                <a:lnTo>
                  <a:pt x="6921" y="46456"/>
                </a:lnTo>
                <a:lnTo>
                  <a:pt x="6718" y="46545"/>
                </a:lnTo>
                <a:lnTo>
                  <a:pt x="6718" y="46863"/>
                </a:lnTo>
                <a:lnTo>
                  <a:pt x="6527" y="47117"/>
                </a:lnTo>
                <a:lnTo>
                  <a:pt x="6400" y="46863"/>
                </a:lnTo>
                <a:lnTo>
                  <a:pt x="6718" y="46863"/>
                </a:lnTo>
                <a:lnTo>
                  <a:pt x="6718" y="46545"/>
                </a:lnTo>
                <a:lnTo>
                  <a:pt x="6057" y="46799"/>
                </a:lnTo>
                <a:lnTo>
                  <a:pt x="5981" y="46355"/>
                </a:lnTo>
                <a:lnTo>
                  <a:pt x="7175" y="46355"/>
                </a:lnTo>
                <a:lnTo>
                  <a:pt x="7175" y="43688"/>
                </a:lnTo>
                <a:lnTo>
                  <a:pt x="7035" y="43688"/>
                </a:lnTo>
                <a:lnTo>
                  <a:pt x="7251" y="43180"/>
                </a:lnTo>
                <a:lnTo>
                  <a:pt x="6921" y="43472"/>
                </a:lnTo>
                <a:lnTo>
                  <a:pt x="6870" y="43180"/>
                </a:lnTo>
                <a:lnTo>
                  <a:pt x="6756" y="42672"/>
                </a:lnTo>
                <a:lnTo>
                  <a:pt x="6527" y="43180"/>
                </a:lnTo>
                <a:lnTo>
                  <a:pt x="6629" y="43434"/>
                </a:lnTo>
                <a:lnTo>
                  <a:pt x="6426" y="43319"/>
                </a:lnTo>
                <a:lnTo>
                  <a:pt x="6299" y="43688"/>
                </a:lnTo>
                <a:lnTo>
                  <a:pt x="6159" y="43688"/>
                </a:lnTo>
                <a:lnTo>
                  <a:pt x="6159" y="44831"/>
                </a:lnTo>
                <a:lnTo>
                  <a:pt x="5892" y="44894"/>
                </a:lnTo>
                <a:lnTo>
                  <a:pt x="5892" y="45847"/>
                </a:lnTo>
                <a:lnTo>
                  <a:pt x="5486" y="46342"/>
                </a:lnTo>
                <a:lnTo>
                  <a:pt x="5346" y="46101"/>
                </a:lnTo>
                <a:lnTo>
                  <a:pt x="5194" y="46355"/>
                </a:lnTo>
                <a:lnTo>
                  <a:pt x="5473" y="46355"/>
                </a:lnTo>
                <a:lnTo>
                  <a:pt x="5537" y="46863"/>
                </a:lnTo>
                <a:lnTo>
                  <a:pt x="5194" y="46863"/>
                </a:lnTo>
                <a:lnTo>
                  <a:pt x="5194" y="46355"/>
                </a:lnTo>
                <a:lnTo>
                  <a:pt x="5194" y="45847"/>
                </a:lnTo>
                <a:lnTo>
                  <a:pt x="5499" y="45847"/>
                </a:lnTo>
                <a:lnTo>
                  <a:pt x="5892" y="45847"/>
                </a:lnTo>
                <a:lnTo>
                  <a:pt x="5892" y="44894"/>
                </a:lnTo>
                <a:lnTo>
                  <a:pt x="5016" y="45085"/>
                </a:lnTo>
                <a:lnTo>
                  <a:pt x="5118" y="44831"/>
                </a:lnTo>
                <a:lnTo>
                  <a:pt x="5727" y="44831"/>
                </a:lnTo>
                <a:lnTo>
                  <a:pt x="6159" y="44831"/>
                </a:lnTo>
                <a:lnTo>
                  <a:pt x="6159" y="43688"/>
                </a:lnTo>
                <a:lnTo>
                  <a:pt x="6159" y="43180"/>
                </a:lnTo>
                <a:lnTo>
                  <a:pt x="5816" y="43180"/>
                </a:lnTo>
                <a:lnTo>
                  <a:pt x="4775" y="43688"/>
                </a:lnTo>
                <a:lnTo>
                  <a:pt x="5118" y="43688"/>
                </a:lnTo>
                <a:lnTo>
                  <a:pt x="5359" y="44069"/>
                </a:lnTo>
                <a:lnTo>
                  <a:pt x="5702" y="43688"/>
                </a:lnTo>
                <a:lnTo>
                  <a:pt x="5829" y="44323"/>
                </a:lnTo>
                <a:lnTo>
                  <a:pt x="5537" y="44323"/>
                </a:lnTo>
                <a:lnTo>
                  <a:pt x="5626" y="44589"/>
                </a:lnTo>
                <a:lnTo>
                  <a:pt x="4889" y="44323"/>
                </a:lnTo>
                <a:lnTo>
                  <a:pt x="4546" y="44323"/>
                </a:lnTo>
                <a:lnTo>
                  <a:pt x="4013" y="44323"/>
                </a:lnTo>
                <a:lnTo>
                  <a:pt x="4267" y="44831"/>
                </a:lnTo>
                <a:lnTo>
                  <a:pt x="4076" y="44831"/>
                </a:lnTo>
                <a:lnTo>
                  <a:pt x="3937" y="45326"/>
                </a:lnTo>
                <a:lnTo>
                  <a:pt x="4127" y="45339"/>
                </a:lnTo>
                <a:lnTo>
                  <a:pt x="4267" y="45847"/>
                </a:lnTo>
                <a:lnTo>
                  <a:pt x="3860" y="46355"/>
                </a:lnTo>
                <a:lnTo>
                  <a:pt x="4495" y="46355"/>
                </a:lnTo>
                <a:lnTo>
                  <a:pt x="4191" y="46863"/>
                </a:lnTo>
                <a:lnTo>
                  <a:pt x="4851" y="46863"/>
                </a:lnTo>
                <a:lnTo>
                  <a:pt x="5245" y="47002"/>
                </a:lnTo>
                <a:lnTo>
                  <a:pt x="6337" y="47371"/>
                </a:lnTo>
                <a:lnTo>
                  <a:pt x="5245" y="47015"/>
                </a:lnTo>
                <a:lnTo>
                  <a:pt x="4851" y="46863"/>
                </a:lnTo>
                <a:lnTo>
                  <a:pt x="4787" y="47498"/>
                </a:lnTo>
                <a:lnTo>
                  <a:pt x="5461" y="47498"/>
                </a:lnTo>
                <a:lnTo>
                  <a:pt x="5918" y="47498"/>
                </a:lnTo>
                <a:lnTo>
                  <a:pt x="5918" y="48006"/>
                </a:lnTo>
                <a:lnTo>
                  <a:pt x="5676" y="48006"/>
                </a:lnTo>
                <a:lnTo>
                  <a:pt x="5676" y="51181"/>
                </a:lnTo>
                <a:lnTo>
                  <a:pt x="5613" y="51308"/>
                </a:lnTo>
                <a:lnTo>
                  <a:pt x="5105" y="51181"/>
                </a:lnTo>
                <a:lnTo>
                  <a:pt x="5676" y="51181"/>
                </a:lnTo>
                <a:lnTo>
                  <a:pt x="5676" y="48006"/>
                </a:lnTo>
                <a:lnTo>
                  <a:pt x="5105" y="48006"/>
                </a:lnTo>
                <a:lnTo>
                  <a:pt x="5181" y="48514"/>
                </a:lnTo>
                <a:lnTo>
                  <a:pt x="5257" y="49022"/>
                </a:lnTo>
                <a:lnTo>
                  <a:pt x="4889" y="49022"/>
                </a:lnTo>
                <a:lnTo>
                  <a:pt x="4127" y="49530"/>
                </a:lnTo>
                <a:lnTo>
                  <a:pt x="5092" y="49530"/>
                </a:lnTo>
                <a:lnTo>
                  <a:pt x="4838" y="50038"/>
                </a:lnTo>
                <a:lnTo>
                  <a:pt x="4165" y="50038"/>
                </a:lnTo>
                <a:lnTo>
                  <a:pt x="4165" y="51181"/>
                </a:lnTo>
                <a:lnTo>
                  <a:pt x="3924" y="51663"/>
                </a:lnTo>
                <a:lnTo>
                  <a:pt x="3810" y="51435"/>
                </a:lnTo>
                <a:lnTo>
                  <a:pt x="3657" y="51181"/>
                </a:lnTo>
                <a:lnTo>
                  <a:pt x="3937" y="51181"/>
                </a:lnTo>
                <a:lnTo>
                  <a:pt x="4089" y="50850"/>
                </a:lnTo>
                <a:lnTo>
                  <a:pt x="4165" y="51181"/>
                </a:lnTo>
                <a:lnTo>
                  <a:pt x="4165" y="50038"/>
                </a:lnTo>
                <a:lnTo>
                  <a:pt x="3492" y="50038"/>
                </a:lnTo>
                <a:lnTo>
                  <a:pt x="3492" y="51181"/>
                </a:lnTo>
                <a:lnTo>
                  <a:pt x="3314" y="51371"/>
                </a:lnTo>
                <a:lnTo>
                  <a:pt x="3378" y="50825"/>
                </a:lnTo>
                <a:lnTo>
                  <a:pt x="3492" y="51181"/>
                </a:lnTo>
                <a:lnTo>
                  <a:pt x="3492" y="50038"/>
                </a:lnTo>
                <a:lnTo>
                  <a:pt x="3251" y="50038"/>
                </a:lnTo>
                <a:lnTo>
                  <a:pt x="3213" y="51181"/>
                </a:lnTo>
                <a:lnTo>
                  <a:pt x="2692" y="51181"/>
                </a:lnTo>
                <a:lnTo>
                  <a:pt x="3263" y="51422"/>
                </a:lnTo>
                <a:lnTo>
                  <a:pt x="3009" y="51689"/>
                </a:lnTo>
                <a:lnTo>
                  <a:pt x="3276" y="51689"/>
                </a:lnTo>
                <a:lnTo>
                  <a:pt x="3302" y="51447"/>
                </a:lnTo>
                <a:lnTo>
                  <a:pt x="3721" y="51625"/>
                </a:lnTo>
                <a:lnTo>
                  <a:pt x="3911" y="51689"/>
                </a:lnTo>
                <a:lnTo>
                  <a:pt x="3556" y="52197"/>
                </a:lnTo>
                <a:lnTo>
                  <a:pt x="3657" y="52705"/>
                </a:lnTo>
                <a:lnTo>
                  <a:pt x="4267" y="52705"/>
                </a:lnTo>
                <a:lnTo>
                  <a:pt x="4381" y="53213"/>
                </a:lnTo>
                <a:lnTo>
                  <a:pt x="4673" y="52705"/>
                </a:lnTo>
                <a:lnTo>
                  <a:pt x="4241" y="52197"/>
                </a:lnTo>
                <a:lnTo>
                  <a:pt x="4406" y="52197"/>
                </a:lnTo>
                <a:lnTo>
                  <a:pt x="4737" y="51689"/>
                </a:lnTo>
                <a:lnTo>
                  <a:pt x="105460" y="51689"/>
                </a:lnTo>
                <a:lnTo>
                  <a:pt x="105321" y="52197"/>
                </a:lnTo>
                <a:lnTo>
                  <a:pt x="105232" y="52705"/>
                </a:lnTo>
                <a:lnTo>
                  <a:pt x="104927" y="52705"/>
                </a:lnTo>
                <a:lnTo>
                  <a:pt x="104978" y="52197"/>
                </a:lnTo>
                <a:lnTo>
                  <a:pt x="7061" y="52197"/>
                </a:lnTo>
                <a:lnTo>
                  <a:pt x="7061" y="55880"/>
                </a:lnTo>
                <a:lnTo>
                  <a:pt x="6692" y="55880"/>
                </a:lnTo>
                <a:lnTo>
                  <a:pt x="6997" y="55499"/>
                </a:lnTo>
                <a:lnTo>
                  <a:pt x="7061" y="55880"/>
                </a:lnTo>
                <a:lnTo>
                  <a:pt x="7061" y="52197"/>
                </a:lnTo>
                <a:lnTo>
                  <a:pt x="6934" y="52197"/>
                </a:lnTo>
                <a:lnTo>
                  <a:pt x="6934" y="55372"/>
                </a:lnTo>
                <a:lnTo>
                  <a:pt x="6667" y="55499"/>
                </a:lnTo>
                <a:lnTo>
                  <a:pt x="6667" y="55372"/>
                </a:lnTo>
                <a:lnTo>
                  <a:pt x="6934" y="55372"/>
                </a:lnTo>
                <a:lnTo>
                  <a:pt x="6934" y="52197"/>
                </a:lnTo>
                <a:lnTo>
                  <a:pt x="5981" y="52197"/>
                </a:lnTo>
                <a:lnTo>
                  <a:pt x="5778" y="52197"/>
                </a:lnTo>
                <a:lnTo>
                  <a:pt x="4940" y="52197"/>
                </a:lnTo>
                <a:lnTo>
                  <a:pt x="4686" y="52705"/>
                </a:lnTo>
                <a:lnTo>
                  <a:pt x="4521" y="53213"/>
                </a:lnTo>
                <a:lnTo>
                  <a:pt x="4673" y="53213"/>
                </a:lnTo>
                <a:lnTo>
                  <a:pt x="4991" y="53467"/>
                </a:lnTo>
                <a:lnTo>
                  <a:pt x="4876" y="53213"/>
                </a:lnTo>
                <a:lnTo>
                  <a:pt x="5016" y="52705"/>
                </a:lnTo>
                <a:lnTo>
                  <a:pt x="5562" y="52705"/>
                </a:lnTo>
                <a:lnTo>
                  <a:pt x="5816" y="53213"/>
                </a:lnTo>
                <a:lnTo>
                  <a:pt x="5753" y="52705"/>
                </a:lnTo>
                <a:lnTo>
                  <a:pt x="6350" y="52705"/>
                </a:lnTo>
                <a:lnTo>
                  <a:pt x="6159" y="53213"/>
                </a:lnTo>
                <a:lnTo>
                  <a:pt x="6096" y="53848"/>
                </a:lnTo>
                <a:lnTo>
                  <a:pt x="6578" y="53848"/>
                </a:lnTo>
                <a:lnTo>
                  <a:pt x="6261" y="54864"/>
                </a:lnTo>
                <a:lnTo>
                  <a:pt x="6197" y="55727"/>
                </a:lnTo>
                <a:lnTo>
                  <a:pt x="5867" y="55880"/>
                </a:lnTo>
                <a:lnTo>
                  <a:pt x="6184" y="55880"/>
                </a:lnTo>
                <a:lnTo>
                  <a:pt x="6172" y="56134"/>
                </a:lnTo>
                <a:lnTo>
                  <a:pt x="6350" y="55880"/>
                </a:lnTo>
                <a:lnTo>
                  <a:pt x="6362" y="56388"/>
                </a:lnTo>
                <a:lnTo>
                  <a:pt x="6159" y="56388"/>
                </a:lnTo>
                <a:lnTo>
                  <a:pt x="6019" y="56388"/>
                </a:lnTo>
                <a:lnTo>
                  <a:pt x="6108" y="56896"/>
                </a:lnTo>
                <a:lnTo>
                  <a:pt x="5880" y="56896"/>
                </a:lnTo>
                <a:lnTo>
                  <a:pt x="5930" y="57404"/>
                </a:lnTo>
                <a:lnTo>
                  <a:pt x="5765" y="57404"/>
                </a:lnTo>
                <a:lnTo>
                  <a:pt x="5461" y="57658"/>
                </a:lnTo>
                <a:lnTo>
                  <a:pt x="5638" y="57658"/>
                </a:lnTo>
                <a:lnTo>
                  <a:pt x="5715" y="58039"/>
                </a:lnTo>
                <a:lnTo>
                  <a:pt x="5829" y="57912"/>
                </a:lnTo>
                <a:lnTo>
                  <a:pt x="6223" y="57912"/>
                </a:lnTo>
                <a:lnTo>
                  <a:pt x="6337" y="57658"/>
                </a:lnTo>
                <a:lnTo>
                  <a:pt x="5994" y="57658"/>
                </a:lnTo>
                <a:lnTo>
                  <a:pt x="5994" y="57404"/>
                </a:lnTo>
                <a:lnTo>
                  <a:pt x="6223" y="57404"/>
                </a:lnTo>
                <a:lnTo>
                  <a:pt x="6311" y="57150"/>
                </a:lnTo>
                <a:lnTo>
                  <a:pt x="6578" y="57150"/>
                </a:lnTo>
                <a:lnTo>
                  <a:pt x="7023" y="57404"/>
                </a:lnTo>
                <a:lnTo>
                  <a:pt x="7150" y="57150"/>
                </a:lnTo>
                <a:lnTo>
                  <a:pt x="6934" y="56896"/>
                </a:lnTo>
                <a:lnTo>
                  <a:pt x="7213" y="56896"/>
                </a:lnTo>
                <a:lnTo>
                  <a:pt x="7150" y="57150"/>
                </a:lnTo>
                <a:lnTo>
                  <a:pt x="7467" y="57150"/>
                </a:lnTo>
                <a:lnTo>
                  <a:pt x="7543" y="56896"/>
                </a:lnTo>
                <a:lnTo>
                  <a:pt x="7378" y="56896"/>
                </a:lnTo>
                <a:lnTo>
                  <a:pt x="7175" y="56388"/>
                </a:lnTo>
                <a:lnTo>
                  <a:pt x="7759" y="56388"/>
                </a:lnTo>
                <a:lnTo>
                  <a:pt x="9055" y="56896"/>
                </a:lnTo>
                <a:lnTo>
                  <a:pt x="9029" y="57645"/>
                </a:lnTo>
                <a:lnTo>
                  <a:pt x="8686" y="57480"/>
                </a:lnTo>
                <a:lnTo>
                  <a:pt x="8686" y="57658"/>
                </a:lnTo>
                <a:lnTo>
                  <a:pt x="8559" y="57658"/>
                </a:lnTo>
                <a:lnTo>
                  <a:pt x="8686" y="57658"/>
                </a:lnTo>
                <a:lnTo>
                  <a:pt x="8686" y="57480"/>
                </a:lnTo>
                <a:lnTo>
                  <a:pt x="8559" y="57404"/>
                </a:lnTo>
                <a:lnTo>
                  <a:pt x="8610" y="56896"/>
                </a:lnTo>
                <a:lnTo>
                  <a:pt x="8343" y="57150"/>
                </a:lnTo>
                <a:lnTo>
                  <a:pt x="8166" y="57404"/>
                </a:lnTo>
                <a:lnTo>
                  <a:pt x="8039" y="57658"/>
                </a:lnTo>
                <a:lnTo>
                  <a:pt x="7950" y="57912"/>
                </a:lnTo>
                <a:lnTo>
                  <a:pt x="7861" y="58166"/>
                </a:lnTo>
                <a:lnTo>
                  <a:pt x="7759" y="58420"/>
                </a:lnTo>
                <a:lnTo>
                  <a:pt x="7670" y="58674"/>
                </a:lnTo>
                <a:lnTo>
                  <a:pt x="8280" y="58928"/>
                </a:lnTo>
                <a:lnTo>
                  <a:pt x="7810" y="58928"/>
                </a:lnTo>
                <a:lnTo>
                  <a:pt x="7264" y="59690"/>
                </a:lnTo>
                <a:lnTo>
                  <a:pt x="7137" y="60071"/>
                </a:lnTo>
                <a:lnTo>
                  <a:pt x="7531" y="59690"/>
                </a:lnTo>
                <a:lnTo>
                  <a:pt x="7747" y="59690"/>
                </a:lnTo>
                <a:lnTo>
                  <a:pt x="8737" y="60071"/>
                </a:lnTo>
                <a:lnTo>
                  <a:pt x="9271" y="60071"/>
                </a:lnTo>
                <a:lnTo>
                  <a:pt x="8890" y="59690"/>
                </a:lnTo>
                <a:lnTo>
                  <a:pt x="8674" y="59690"/>
                </a:lnTo>
                <a:lnTo>
                  <a:pt x="8458" y="59563"/>
                </a:lnTo>
                <a:lnTo>
                  <a:pt x="8496" y="59690"/>
                </a:lnTo>
                <a:lnTo>
                  <a:pt x="7874" y="59690"/>
                </a:lnTo>
                <a:lnTo>
                  <a:pt x="7912" y="59436"/>
                </a:lnTo>
                <a:lnTo>
                  <a:pt x="8242" y="59436"/>
                </a:lnTo>
                <a:lnTo>
                  <a:pt x="8305" y="58928"/>
                </a:lnTo>
                <a:lnTo>
                  <a:pt x="8623" y="58928"/>
                </a:lnTo>
                <a:lnTo>
                  <a:pt x="8534" y="59182"/>
                </a:lnTo>
                <a:lnTo>
                  <a:pt x="8801" y="58928"/>
                </a:lnTo>
                <a:lnTo>
                  <a:pt x="9245" y="58928"/>
                </a:lnTo>
                <a:lnTo>
                  <a:pt x="9398" y="59182"/>
                </a:lnTo>
                <a:lnTo>
                  <a:pt x="9512" y="59436"/>
                </a:lnTo>
                <a:lnTo>
                  <a:pt x="9575" y="59690"/>
                </a:lnTo>
                <a:lnTo>
                  <a:pt x="9677" y="60071"/>
                </a:lnTo>
                <a:lnTo>
                  <a:pt x="9982" y="60071"/>
                </a:lnTo>
                <a:lnTo>
                  <a:pt x="10185" y="60325"/>
                </a:lnTo>
                <a:lnTo>
                  <a:pt x="10502" y="60071"/>
                </a:lnTo>
                <a:lnTo>
                  <a:pt x="10858" y="60325"/>
                </a:lnTo>
                <a:lnTo>
                  <a:pt x="10871" y="60579"/>
                </a:lnTo>
                <a:lnTo>
                  <a:pt x="11061" y="60579"/>
                </a:lnTo>
                <a:lnTo>
                  <a:pt x="11087" y="60325"/>
                </a:lnTo>
                <a:lnTo>
                  <a:pt x="11188" y="60833"/>
                </a:lnTo>
                <a:lnTo>
                  <a:pt x="11480" y="61087"/>
                </a:lnTo>
                <a:lnTo>
                  <a:pt x="11518" y="61264"/>
                </a:lnTo>
                <a:lnTo>
                  <a:pt x="11010" y="61087"/>
                </a:lnTo>
                <a:lnTo>
                  <a:pt x="11074" y="61595"/>
                </a:lnTo>
                <a:lnTo>
                  <a:pt x="10744" y="61595"/>
                </a:lnTo>
                <a:lnTo>
                  <a:pt x="10604" y="61849"/>
                </a:lnTo>
                <a:lnTo>
                  <a:pt x="10375" y="61595"/>
                </a:lnTo>
                <a:lnTo>
                  <a:pt x="10223" y="61595"/>
                </a:lnTo>
                <a:lnTo>
                  <a:pt x="10147" y="61849"/>
                </a:lnTo>
                <a:lnTo>
                  <a:pt x="10439" y="61976"/>
                </a:lnTo>
                <a:lnTo>
                  <a:pt x="10744" y="61849"/>
                </a:lnTo>
                <a:lnTo>
                  <a:pt x="10998" y="62103"/>
                </a:lnTo>
                <a:lnTo>
                  <a:pt x="11163" y="61849"/>
                </a:lnTo>
                <a:lnTo>
                  <a:pt x="11480" y="62242"/>
                </a:lnTo>
                <a:lnTo>
                  <a:pt x="11023" y="62115"/>
                </a:lnTo>
                <a:lnTo>
                  <a:pt x="11023" y="62865"/>
                </a:lnTo>
                <a:lnTo>
                  <a:pt x="11010" y="62674"/>
                </a:lnTo>
                <a:lnTo>
                  <a:pt x="11023" y="62865"/>
                </a:lnTo>
                <a:lnTo>
                  <a:pt x="11023" y="62115"/>
                </a:lnTo>
                <a:lnTo>
                  <a:pt x="11010" y="62611"/>
                </a:lnTo>
                <a:lnTo>
                  <a:pt x="10883" y="62357"/>
                </a:lnTo>
                <a:lnTo>
                  <a:pt x="10807" y="62103"/>
                </a:lnTo>
                <a:lnTo>
                  <a:pt x="10464" y="62103"/>
                </a:lnTo>
                <a:lnTo>
                  <a:pt x="10858" y="62357"/>
                </a:lnTo>
                <a:lnTo>
                  <a:pt x="10744" y="62611"/>
                </a:lnTo>
                <a:lnTo>
                  <a:pt x="10744" y="62331"/>
                </a:lnTo>
                <a:lnTo>
                  <a:pt x="10020" y="62103"/>
                </a:lnTo>
                <a:lnTo>
                  <a:pt x="9956" y="61849"/>
                </a:lnTo>
                <a:lnTo>
                  <a:pt x="9652" y="61849"/>
                </a:lnTo>
                <a:lnTo>
                  <a:pt x="9867" y="62103"/>
                </a:lnTo>
                <a:lnTo>
                  <a:pt x="9994" y="62357"/>
                </a:lnTo>
                <a:lnTo>
                  <a:pt x="10096" y="62865"/>
                </a:lnTo>
                <a:lnTo>
                  <a:pt x="10172" y="63246"/>
                </a:lnTo>
                <a:lnTo>
                  <a:pt x="9753" y="63246"/>
                </a:lnTo>
                <a:lnTo>
                  <a:pt x="9563" y="62865"/>
                </a:lnTo>
                <a:lnTo>
                  <a:pt x="9232" y="62865"/>
                </a:lnTo>
                <a:lnTo>
                  <a:pt x="9563" y="63246"/>
                </a:lnTo>
                <a:lnTo>
                  <a:pt x="12331" y="64630"/>
                </a:lnTo>
                <a:lnTo>
                  <a:pt x="9385" y="64109"/>
                </a:lnTo>
                <a:lnTo>
                  <a:pt x="10693" y="64668"/>
                </a:lnTo>
                <a:lnTo>
                  <a:pt x="11861" y="64655"/>
                </a:lnTo>
                <a:lnTo>
                  <a:pt x="13093" y="65722"/>
                </a:lnTo>
                <a:lnTo>
                  <a:pt x="15100" y="66001"/>
                </a:lnTo>
                <a:lnTo>
                  <a:pt x="15963" y="66421"/>
                </a:lnTo>
                <a:lnTo>
                  <a:pt x="15506" y="67322"/>
                </a:lnTo>
                <a:lnTo>
                  <a:pt x="16319" y="67030"/>
                </a:lnTo>
                <a:lnTo>
                  <a:pt x="16776" y="67144"/>
                </a:lnTo>
                <a:lnTo>
                  <a:pt x="17132" y="67932"/>
                </a:lnTo>
                <a:lnTo>
                  <a:pt x="17500" y="67386"/>
                </a:lnTo>
                <a:lnTo>
                  <a:pt x="17729" y="67449"/>
                </a:lnTo>
                <a:lnTo>
                  <a:pt x="17653" y="67945"/>
                </a:lnTo>
                <a:lnTo>
                  <a:pt x="18224" y="67945"/>
                </a:lnTo>
                <a:lnTo>
                  <a:pt x="18097" y="68199"/>
                </a:lnTo>
                <a:lnTo>
                  <a:pt x="18554" y="68199"/>
                </a:lnTo>
                <a:lnTo>
                  <a:pt x="18618" y="68033"/>
                </a:lnTo>
                <a:lnTo>
                  <a:pt x="19875" y="69202"/>
                </a:lnTo>
                <a:lnTo>
                  <a:pt x="19824" y="69596"/>
                </a:lnTo>
                <a:lnTo>
                  <a:pt x="19850" y="69596"/>
                </a:lnTo>
                <a:lnTo>
                  <a:pt x="22390" y="69596"/>
                </a:lnTo>
                <a:lnTo>
                  <a:pt x="22656" y="69735"/>
                </a:lnTo>
                <a:lnTo>
                  <a:pt x="22606" y="69596"/>
                </a:lnTo>
                <a:lnTo>
                  <a:pt x="22936" y="69596"/>
                </a:lnTo>
                <a:lnTo>
                  <a:pt x="22847" y="69824"/>
                </a:lnTo>
                <a:lnTo>
                  <a:pt x="23253" y="70027"/>
                </a:lnTo>
                <a:lnTo>
                  <a:pt x="22961" y="70192"/>
                </a:lnTo>
                <a:lnTo>
                  <a:pt x="22834" y="70243"/>
                </a:lnTo>
                <a:lnTo>
                  <a:pt x="22771" y="70053"/>
                </a:lnTo>
                <a:lnTo>
                  <a:pt x="22682" y="70294"/>
                </a:lnTo>
                <a:lnTo>
                  <a:pt x="21818" y="70612"/>
                </a:lnTo>
                <a:lnTo>
                  <a:pt x="22580" y="70612"/>
                </a:lnTo>
                <a:lnTo>
                  <a:pt x="24472" y="70612"/>
                </a:lnTo>
                <a:lnTo>
                  <a:pt x="24587" y="70866"/>
                </a:lnTo>
                <a:lnTo>
                  <a:pt x="25323" y="70866"/>
                </a:lnTo>
                <a:lnTo>
                  <a:pt x="25565" y="70866"/>
                </a:lnTo>
                <a:lnTo>
                  <a:pt x="25730" y="70866"/>
                </a:lnTo>
                <a:lnTo>
                  <a:pt x="25514" y="70612"/>
                </a:lnTo>
                <a:lnTo>
                  <a:pt x="34137" y="70612"/>
                </a:lnTo>
                <a:lnTo>
                  <a:pt x="33909" y="70866"/>
                </a:lnTo>
                <a:lnTo>
                  <a:pt x="29629" y="70866"/>
                </a:lnTo>
                <a:lnTo>
                  <a:pt x="30060" y="71513"/>
                </a:lnTo>
                <a:lnTo>
                  <a:pt x="30353" y="71374"/>
                </a:lnTo>
                <a:lnTo>
                  <a:pt x="30607" y="71374"/>
                </a:lnTo>
                <a:lnTo>
                  <a:pt x="30518" y="71767"/>
                </a:lnTo>
                <a:lnTo>
                  <a:pt x="30708" y="71628"/>
                </a:lnTo>
                <a:lnTo>
                  <a:pt x="30911" y="71628"/>
                </a:lnTo>
                <a:lnTo>
                  <a:pt x="30962" y="71882"/>
                </a:lnTo>
                <a:lnTo>
                  <a:pt x="31115" y="72021"/>
                </a:lnTo>
                <a:lnTo>
                  <a:pt x="31483" y="71628"/>
                </a:lnTo>
                <a:lnTo>
                  <a:pt x="31559" y="72136"/>
                </a:lnTo>
                <a:lnTo>
                  <a:pt x="31750" y="72275"/>
                </a:lnTo>
                <a:lnTo>
                  <a:pt x="32080" y="71882"/>
                </a:lnTo>
                <a:lnTo>
                  <a:pt x="32245" y="72136"/>
                </a:lnTo>
                <a:lnTo>
                  <a:pt x="32537" y="71882"/>
                </a:lnTo>
                <a:lnTo>
                  <a:pt x="32715" y="71882"/>
                </a:lnTo>
                <a:lnTo>
                  <a:pt x="33070" y="72263"/>
                </a:lnTo>
                <a:lnTo>
                  <a:pt x="33007" y="72390"/>
                </a:lnTo>
                <a:lnTo>
                  <a:pt x="33185" y="72377"/>
                </a:lnTo>
                <a:lnTo>
                  <a:pt x="33147" y="72186"/>
                </a:lnTo>
                <a:lnTo>
                  <a:pt x="33350" y="71882"/>
                </a:lnTo>
                <a:lnTo>
                  <a:pt x="33578" y="71628"/>
                </a:lnTo>
                <a:lnTo>
                  <a:pt x="33515" y="71882"/>
                </a:lnTo>
                <a:lnTo>
                  <a:pt x="33413" y="72390"/>
                </a:lnTo>
                <a:lnTo>
                  <a:pt x="33210" y="72390"/>
                </a:lnTo>
                <a:lnTo>
                  <a:pt x="33007" y="72390"/>
                </a:lnTo>
                <a:lnTo>
                  <a:pt x="32842" y="72390"/>
                </a:lnTo>
                <a:lnTo>
                  <a:pt x="32766" y="72771"/>
                </a:lnTo>
                <a:lnTo>
                  <a:pt x="32969" y="72453"/>
                </a:lnTo>
                <a:lnTo>
                  <a:pt x="32804" y="72771"/>
                </a:lnTo>
                <a:lnTo>
                  <a:pt x="33680" y="72390"/>
                </a:lnTo>
                <a:lnTo>
                  <a:pt x="34048" y="72136"/>
                </a:lnTo>
                <a:lnTo>
                  <a:pt x="34239" y="72390"/>
                </a:lnTo>
                <a:lnTo>
                  <a:pt x="34302" y="72136"/>
                </a:lnTo>
                <a:lnTo>
                  <a:pt x="34391" y="71945"/>
                </a:lnTo>
                <a:lnTo>
                  <a:pt x="34544" y="72059"/>
                </a:lnTo>
                <a:lnTo>
                  <a:pt x="35013" y="72390"/>
                </a:lnTo>
                <a:lnTo>
                  <a:pt x="34861" y="72771"/>
                </a:lnTo>
                <a:lnTo>
                  <a:pt x="34836" y="72948"/>
                </a:lnTo>
                <a:lnTo>
                  <a:pt x="34493" y="72771"/>
                </a:lnTo>
                <a:lnTo>
                  <a:pt x="34417" y="73025"/>
                </a:lnTo>
                <a:lnTo>
                  <a:pt x="34721" y="73279"/>
                </a:lnTo>
                <a:lnTo>
                  <a:pt x="35153" y="73279"/>
                </a:lnTo>
                <a:lnTo>
                  <a:pt x="35153" y="72390"/>
                </a:lnTo>
                <a:lnTo>
                  <a:pt x="35674" y="72390"/>
                </a:lnTo>
                <a:lnTo>
                  <a:pt x="36741" y="72771"/>
                </a:lnTo>
                <a:lnTo>
                  <a:pt x="37109" y="72390"/>
                </a:lnTo>
                <a:lnTo>
                  <a:pt x="37363" y="72136"/>
                </a:lnTo>
                <a:lnTo>
                  <a:pt x="37439" y="72390"/>
                </a:lnTo>
                <a:lnTo>
                  <a:pt x="38201" y="72390"/>
                </a:lnTo>
                <a:lnTo>
                  <a:pt x="37757" y="72136"/>
                </a:lnTo>
                <a:lnTo>
                  <a:pt x="38646" y="72136"/>
                </a:lnTo>
                <a:lnTo>
                  <a:pt x="38531" y="71882"/>
                </a:lnTo>
                <a:lnTo>
                  <a:pt x="38328" y="71882"/>
                </a:lnTo>
                <a:lnTo>
                  <a:pt x="38328" y="71628"/>
                </a:lnTo>
                <a:lnTo>
                  <a:pt x="38506" y="71628"/>
                </a:lnTo>
                <a:lnTo>
                  <a:pt x="38277" y="71564"/>
                </a:lnTo>
                <a:lnTo>
                  <a:pt x="38188" y="71374"/>
                </a:lnTo>
                <a:lnTo>
                  <a:pt x="37401" y="71501"/>
                </a:lnTo>
                <a:lnTo>
                  <a:pt x="37693" y="71374"/>
                </a:lnTo>
                <a:lnTo>
                  <a:pt x="38036" y="71374"/>
                </a:lnTo>
                <a:lnTo>
                  <a:pt x="38188" y="71374"/>
                </a:lnTo>
                <a:lnTo>
                  <a:pt x="38036" y="71310"/>
                </a:lnTo>
                <a:lnTo>
                  <a:pt x="38341" y="71348"/>
                </a:lnTo>
                <a:lnTo>
                  <a:pt x="38252" y="71120"/>
                </a:lnTo>
                <a:lnTo>
                  <a:pt x="38049" y="71221"/>
                </a:lnTo>
                <a:lnTo>
                  <a:pt x="38023" y="70866"/>
                </a:lnTo>
                <a:lnTo>
                  <a:pt x="38011" y="71234"/>
                </a:lnTo>
                <a:lnTo>
                  <a:pt x="37693" y="71120"/>
                </a:lnTo>
                <a:lnTo>
                  <a:pt x="38011" y="71234"/>
                </a:lnTo>
                <a:lnTo>
                  <a:pt x="38011" y="70866"/>
                </a:lnTo>
                <a:lnTo>
                  <a:pt x="37592" y="70866"/>
                </a:lnTo>
                <a:lnTo>
                  <a:pt x="37426" y="70866"/>
                </a:lnTo>
                <a:lnTo>
                  <a:pt x="37376" y="71120"/>
                </a:lnTo>
                <a:lnTo>
                  <a:pt x="37223" y="71374"/>
                </a:lnTo>
                <a:lnTo>
                  <a:pt x="37223" y="71120"/>
                </a:lnTo>
                <a:lnTo>
                  <a:pt x="37401" y="70967"/>
                </a:lnTo>
                <a:lnTo>
                  <a:pt x="37007" y="70866"/>
                </a:lnTo>
                <a:lnTo>
                  <a:pt x="36703" y="71120"/>
                </a:lnTo>
                <a:lnTo>
                  <a:pt x="36817" y="71374"/>
                </a:lnTo>
                <a:lnTo>
                  <a:pt x="36639" y="71120"/>
                </a:lnTo>
                <a:lnTo>
                  <a:pt x="36677" y="70878"/>
                </a:lnTo>
                <a:lnTo>
                  <a:pt x="36677" y="70612"/>
                </a:lnTo>
                <a:lnTo>
                  <a:pt x="36817" y="69596"/>
                </a:lnTo>
                <a:lnTo>
                  <a:pt x="36639" y="70027"/>
                </a:lnTo>
                <a:lnTo>
                  <a:pt x="36639" y="70891"/>
                </a:lnTo>
                <a:lnTo>
                  <a:pt x="36182" y="71120"/>
                </a:lnTo>
                <a:lnTo>
                  <a:pt x="36372" y="71374"/>
                </a:lnTo>
                <a:lnTo>
                  <a:pt x="36195" y="71374"/>
                </a:lnTo>
                <a:lnTo>
                  <a:pt x="36042" y="71628"/>
                </a:lnTo>
                <a:lnTo>
                  <a:pt x="35763" y="71628"/>
                </a:lnTo>
                <a:lnTo>
                  <a:pt x="35826" y="71374"/>
                </a:lnTo>
                <a:lnTo>
                  <a:pt x="35991" y="71374"/>
                </a:lnTo>
                <a:lnTo>
                  <a:pt x="35598" y="71196"/>
                </a:lnTo>
                <a:lnTo>
                  <a:pt x="35369" y="71259"/>
                </a:lnTo>
                <a:lnTo>
                  <a:pt x="35090" y="71488"/>
                </a:lnTo>
                <a:lnTo>
                  <a:pt x="35090" y="72009"/>
                </a:lnTo>
                <a:lnTo>
                  <a:pt x="34886" y="71882"/>
                </a:lnTo>
                <a:lnTo>
                  <a:pt x="35064" y="71882"/>
                </a:lnTo>
                <a:lnTo>
                  <a:pt x="35090" y="72009"/>
                </a:lnTo>
                <a:lnTo>
                  <a:pt x="35090" y="71488"/>
                </a:lnTo>
                <a:lnTo>
                  <a:pt x="34836" y="71577"/>
                </a:lnTo>
                <a:lnTo>
                  <a:pt x="34823" y="71856"/>
                </a:lnTo>
                <a:lnTo>
                  <a:pt x="34569" y="71882"/>
                </a:lnTo>
                <a:lnTo>
                  <a:pt x="34442" y="71628"/>
                </a:lnTo>
                <a:lnTo>
                  <a:pt x="34683" y="71628"/>
                </a:lnTo>
                <a:lnTo>
                  <a:pt x="34836" y="71628"/>
                </a:lnTo>
                <a:lnTo>
                  <a:pt x="34848" y="71374"/>
                </a:lnTo>
                <a:lnTo>
                  <a:pt x="34277" y="71488"/>
                </a:lnTo>
                <a:lnTo>
                  <a:pt x="34277" y="71755"/>
                </a:lnTo>
                <a:lnTo>
                  <a:pt x="33997" y="71628"/>
                </a:lnTo>
                <a:lnTo>
                  <a:pt x="34137" y="71628"/>
                </a:lnTo>
                <a:lnTo>
                  <a:pt x="34277" y="71755"/>
                </a:lnTo>
                <a:lnTo>
                  <a:pt x="34277" y="71488"/>
                </a:lnTo>
                <a:lnTo>
                  <a:pt x="33959" y="71551"/>
                </a:lnTo>
                <a:lnTo>
                  <a:pt x="33553" y="71374"/>
                </a:lnTo>
                <a:lnTo>
                  <a:pt x="34074" y="71120"/>
                </a:lnTo>
                <a:lnTo>
                  <a:pt x="34645" y="71120"/>
                </a:lnTo>
                <a:lnTo>
                  <a:pt x="34556" y="70866"/>
                </a:lnTo>
                <a:lnTo>
                  <a:pt x="34683" y="70866"/>
                </a:lnTo>
                <a:lnTo>
                  <a:pt x="34785" y="71120"/>
                </a:lnTo>
                <a:lnTo>
                  <a:pt x="34874" y="71374"/>
                </a:lnTo>
                <a:lnTo>
                  <a:pt x="35090" y="71374"/>
                </a:lnTo>
                <a:lnTo>
                  <a:pt x="35369" y="71374"/>
                </a:lnTo>
                <a:lnTo>
                  <a:pt x="35090" y="71323"/>
                </a:lnTo>
                <a:lnTo>
                  <a:pt x="35140" y="71120"/>
                </a:lnTo>
                <a:lnTo>
                  <a:pt x="35407" y="71120"/>
                </a:lnTo>
                <a:lnTo>
                  <a:pt x="35445" y="70866"/>
                </a:lnTo>
                <a:lnTo>
                  <a:pt x="35115" y="70866"/>
                </a:lnTo>
                <a:lnTo>
                  <a:pt x="35052" y="71031"/>
                </a:lnTo>
                <a:lnTo>
                  <a:pt x="34912" y="70866"/>
                </a:lnTo>
                <a:lnTo>
                  <a:pt x="35115" y="70866"/>
                </a:lnTo>
                <a:lnTo>
                  <a:pt x="35191" y="70612"/>
                </a:lnTo>
                <a:lnTo>
                  <a:pt x="35471" y="70612"/>
                </a:lnTo>
                <a:lnTo>
                  <a:pt x="35445" y="70866"/>
                </a:lnTo>
                <a:lnTo>
                  <a:pt x="36487" y="70866"/>
                </a:lnTo>
                <a:lnTo>
                  <a:pt x="35674" y="71120"/>
                </a:lnTo>
                <a:lnTo>
                  <a:pt x="35890" y="71120"/>
                </a:lnTo>
                <a:lnTo>
                  <a:pt x="36068" y="71120"/>
                </a:lnTo>
                <a:lnTo>
                  <a:pt x="36639" y="70891"/>
                </a:lnTo>
                <a:lnTo>
                  <a:pt x="36639" y="70027"/>
                </a:lnTo>
                <a:lnTo>
                  <a:pt x="36601" y="69596"/>
                </a:lnTo>
                <a:lnTo>
                  <a:pt x="36817" y="69596"/>
                </a:lnTo>
                <a:lnTo>
                  <a:pt x="36741" y="70866"/>
                </a:lnTo>
                <a:lnTo>
                  <a:pt x="37338" y="70612"/>
                </a:lnTo>
                <a:lnTo>
                  <a:pt x="38328" y="70612"/>
                </a:lnTo>
                <a:lnTo>
                  <a:pt x="38392" y="71120"/>
                </a:lnTo>
                <a:lnTo>
                  <a:pt x="38442" y="71374"/>
                </a:lnTo>
                <a:lnTo>
                  <a:pt x="38506" y="71526"/>
                </a:lnTo>
                <a:lnTo>
                  <a:pt x="38684" y="71628"/>
                </a:lnTo>
                <a:lnTo>
                  <a:pt x="38557" y="71628"/>
                </a:lnTo>
                <a:lnTo>
                  <a:pt x="38417" y="71628"/>
                </a:lnTo>
                <a:lnTo>
                  <a:pt x="38531" y="71882"/>
                </a:lnTo>
                <a:lnTo>
                  <a:pt x="38671" y="71882"/>
                </a:lnTo>
                <a:lnTo>
                  <a:pt x="38823" y="71882"/>
                </a:lnTo>
                <a:lnTo>
                  <a:pt x="39052" y="71882"/>
                </a:lnTo>
                <a:lnTo>
                  <a:pt x="39052" y="72009"/>
                </a:lnTo>
                <a:lnTo>
                  <a:pt x="39458" y="71882"/>
                </a:lnTo>
                <a:lnTo>
                  <a:pt x="39700" y="71882"/>
                </a:lnTo>
                <a:lnTo>
                  <a:pt x="39776" y="71628"/>
                </a:lnTo>
                <a:lnTo>
                  <a:pt x="40093" y="71628"/>
                </a:lnTo>
                <a:lnTo>
                  <a:pt x="39979" y="71120"/>
                </a:lnTo>
                <a:lnTo>
                  <a:pt x="39789" y="71374"/>
                </a:lnTo>
                <a:lnTo>
                  <a:pt x="39700" y="71589"/>
                </a:lnTo>
                <a:lnTo>
                  <a:pt x="39357" y="71374"/>
                </a:lnTo>
                <a:lnTo>
                  <a:pt x="39052" y="71437"/>
                </a:lnTo>
                <a:lnTo>
                  <a:pt x="39052" y="71628"/>
                </a:lnTo>
                <a:lnTo>
                  <a:pt x="39052" y="71843"/>
                </a:lnTo>
                <a:lnTo>
                  <a:pt x="38900" y="71793"/>
                </a:lnTo>
                <a:lnTo>
                  <a:pt x="39052" y="71628"/>
                </a:lnTo>
                <a:lnTo>
                  <a:pt x="39052" y="71437"/>
                </a:lnTo>
                <a:lnTo>
                  <a:pt x="38582" y="71513"/>
                </a:lnTo>
                <a:lnTo>
                  <a:pt x="38620" y="71374"/>
                </a:lnTo>
                <a:lnTo>
                  <a:pt x="38620" y="71120"/>
                </a:lnTo>
                <a:lnTo>
                  <a:pt x="39306" y="71120"/>
                </a:lnTo>
                <a:lnTo>
                  <a:pt x="39306" y="70866"/>
                </a:lnTo>
                <a:lnTo>
                  <a:pt x="39306" y="70612"/>
                </a:lnTo>
                <a:lnTo>
                  <a:pt x="39382" y="71120"/>
                </a:lnTo>
                <a:lnTo>
                  <a:pt x="39827" y="71120"/>
                </a:lnTo>
                <a:lnTo>
                  <a:pt x="39979" y="71120"/>
                </a:lnTo>
                <a:lnTo>
                  <a:pt x="40652" y="71120"/>
                </a:lnTo>
                <a:lnTo>
                  <a:pt x="40754" y="71374"/>
                </a:lnTo>
                <a:lnTo>
                  <a:pt x="40601" y="71374"/>
                </a:lnTo>
                <a:lnTo>
                  <a:pt x="40373" y="71628"/>
                </a:lnTo>
                <a:lnTo>
                  <a:pt x="40259" y="71831"/>
                </a:lnTo>
                <a:lnTo>
                  <a:pt x="39776" y="71628"/>
                </a:lnTo>
                <a:lnTo>
                  <a:pt x="39966" y="71882"/>
                </a:lnTo>
                <a:lnTo>
                  <a:pt x="40233" y="71882"/>
                </a:lnTo>
                <a:lnTo>
                  <a:pt x="40614" y="72009"/>
                </a:lnTo>
                <a:lnTo>
                  <a:pt x="40640" y="71628"/>
                </a:lnTo>
                <a:lnTo>
                  <a:pt x="41008" y="71628"/>
                </a:lnTo>
                <a:lnTo>
                  <a:pt x="41236" y="71374"/>
                </a:lnTo>
                <a:lnTo>
                  <a:pt x="41529" y="71374"/>
                </a:lnTo>
                <a:lnTo>
                  <a:pt x="41465" y="71628"/>
                </a:lnTo>
                <a:lnTo>
                  <a:pt x="42456" y="71882"/>
                </a:lnTo>
                <a:lnTo>
                  <a:pt x="42392" y="71374"/>
                </a:lnTo>
                <a:lnTo>
                  <a:pt x="42100" y="71374"/>
                </a:lnTo>
                <a:lnTo>
                  <a:pt x="41567" y="71374"/>
                </a:lnTo>
                <a:lnTo>
                  <a:pt x="41236" y="71120"/>
                </a:lnTo>
                <a:lnTo>
                  <a:pt x="41503" y="71120"/>
                </a:lnTo>
                <a:lnTo>
                  <a:pt x="42024" y="71120"/>
                </a:lnTo>
                <a:lnTo>
                  <a:pt x="42100" y="71374"/>
                </a:lnTo>
                <a:lnTo>
                  <a:pt x="42291" y="71120"/>
                </a:lnTo>
                <a:lnTo>
                  <a:pt x="42316" y="70866"/>
                </a:lnTo>
                <a:lnTo>
                  <a:pt x="41579" y="70866"/>
                </a:lnTo>
                <a:lnTo>
                  <a:pt x="41656" y="70612"/>
                </a:lnTo>
                <a:lnTo>
                  <a:pt x="41973" y="70612"/>
                </a:lnTo>
                <a:lnTo>
                  <a:pt x="42316" y="70789"/>
                </a:lnTo>
                <a:lnTo>
                  <a:pt x="42341" y="70612"/>
                </a:lnTo>
                <a:lnTo>
                  <a:pt x="42456" y="70853"/>
                </a:lnTo>
                <a:lnTo>
                  <a:pt x="42456" y="71120"/>
                </a:lnTo>
                <a:lnTo>
                  <a:pt x="42710" y="70866"/>
                </a:lnTo>
                <a:lnTo>
                  <a:pt x="42570" y="71120"/>
                </a:lnTo>
                <a:lnTo>
                  <a:pt x="43014" y="71120"/>
                </a:lnTo>
                <a:lnTo>
                  <a:pt x="42392" y="71374"/>
                </a:lnTo>
                <a:lnTo>
                  <a:pt x="42938" y="71374"/>
                </a:lnTo>
                <a:lnTo>
                  <a:pt x="43459" y="71374"/>
                </a:lnTo>
                <a:lnTo>
                  <a:pt x="43637" y="71374"/>
                </a:lnTo>
                <a:lnTo>
                  <a:pt x="43548" y="71247"/>
                </a:lnTo>
                <a:lnTo>
                  <a:pt x="43713" y="71374"/>
                </a:lnTo>
                <a:lnTo>
                  <a:pt x="43599" y="71170"/>
                </a:lnTo>
                <a:lnTo>
                  <a:pt x="43980" y="70612"/>
                </a:lnTo>
                <a:lnTo>
                  <a:pt x="44627" y="70612"/>
                </a:lnTo>
                <a:lnTo>
                  <a:pt x="45250" y="70866"/>
                </a:lnTo>
                <a:lnTo>
                  <a:pt x="43827" y="70866"/>
                </a:lnTo>
                <a:lnTo>
                  <a:pt x="43688" y="71120"/>
                </a:lnTo>
                <a:lnTo>
                  <a:pt x="45046" y="71120"/>
                </a:lnTo>
                <a:lnTo>
                  <a:pt x="44843" y="71374"/>
                </a:lnTo>
                <a:lnTo>
                  <a:pt x="46139" y="71374"/>
                </a:lnTo>
                <a:lnTo>
                  <a:pt x="46151" y="71120"/>
                </a:lnTo>
                <a:lnTo>
                  <a:pt x="46050" y="70866"/>
                </a:lnTo>
                <a:lnTo>
                  <a:pt x="45974" y="70612"/>
                </a:lnTo>
                <a:lnTo>
                  <a:pt x="46164" y="70612"/>
                </a:lnTo>
                <a:lnTo>
                  <a:pt x="46177" y="71374"/>
                </a:lnTo>
                <a:lnTo>
                  <a:pt x="47942" y="71374"/>
                </a:lnTo>
                <a:lnTo>
                  <a:pt x="47891" y="71628"/>
                </a:lnTo>
                <a:lnTo>
                  <a:pt x="47777" y="71805"/>
                </a:lnTo>
                <a:lnTo>
                  <a:pt x="48666" y="71628"/>
                </a:lnTo>
                <a:lnTo>
                  <a:pt x="49618" y="71780"/>
                </a:lnTo>
                <a:lnTo>
                  <a:pt x="49822" y="71628"/>
                </a:lnTo>
                <a:lnTo>
                  <a:pt x="49834" y="71805"/>
                </a:lnTo>
                <a:lnTo>
                  <a:pt x="50330" y="71882"/>
                </a:lnTo>
                <a:lnTo>
                  <a:pt x="50355" y="71628"/>
                </a:lnTo>
                <a:lnTo>
                  <a:pt x="50380" y="71374"/>
                </a:lnTo>
                <a:lnTo>
                  <a:pt x="50520" y="71374"/>
                </a:lnTo>
                <a:lnTo>
                  <a:pt x="50952" y="71818"/>
                </a:lnTo>
                <a:lnTo>
                  <a:pt x="50812" y="71882"/>
                </a:lnTo>
                <a:lnTo>
                  <a:pt x="51028" y="71882"/>
                </a:lnTo>
                <a:lnTo>
                  <a:pt x="51269" y="72136"/>
                </a:lnTo>
                <a:lnTo>
                  <a:pt x="51396" y="71628"/>
                </a:lnTo>
                <a:lnTo>
                  <a:pt x="51041" y="71780"/>
                </a:lnTo>
                <a:lnTo>
                  <a:pt x="51142" y="71374"/>
                </a:lnTo>
                <a:lnTo>
                  <a:pt x="50673" y="71374"/>
                </a:lnTo>
                <a:lnTo>
                  <a:pt x="50723" y="70954"/>
                </a:lnTo>
                <a:lnTo>
                  <a:pt x="50711" y="71120"/>
                </a:lnTo>
                <a:lnTo>
                  <a:pt x="51015" y="71120"/>
                </a:lnTo>
                <a:lnTo>
                  <a:pt x="51168" y="71120"/>
                </a:lnTo>
                <a:lnTo>
                  <a:pt x="51142" y="71374"/>
                </a:lnTo>
                <a:lnTo>
                  <a:pt x="51574" y="71374"/>
                </a:lnTo>
                <a:lnTo>
                  <a:pt x="51600" y="71628"/>
                </a:lnTo>
                <a:lnTo>
                  <a:pt x="51879" y="71767"/>
                </a:lnTo>
                <a:lnTo>
                  <a:pt x="51981" y="71374"/>
                </a:lnTo>
                <a:lnTo>
                  <a:pt x="51714" y="71374"/>
                </a:lnTo>
                <a:lnTo>
                  <a:pt x="51384" y="71120"/>
                </a:lnTo>
                <a:lnTo>
                  <a:pt x="51523" y="71120"/>
                </a:lnTo>
                <a:lnTo>
                  <a:pt x="52082" y="71120"/>
                </a:lnTo>
                <a:lnTo>
                  <a:pt x="52793" y="71120"/>
                </a:lnTo>
                <a:lnTo>
                  <a:pt x="66992" y="71120"/>
                </a:lnTo>
                <a:lnTo>
                  <a:pt x="67068" y="70993"/>
                </a:lnTo>
                <a:lnTo>
                  <a:pt x="67094" y="71120"/>
                </a:lnTo>
                <a:lnTo>
                  <a:pt x="69189" y="71120"/>
                </a:lnTo>
                <a:lnTo>
                  <a:pt x="73482" y="71120"/>
                </a:lnTo>
                <a:lnTo>
                  <a:pt x="73634" y="71170"/>
                </a:lnTo>
                <a:lnTo>
                  <a:pt x="73825" y="70612"/>
                </a:lnTo>
                <a:lnTo>
                  <a:pt x="74206" y="70612"/>
                </a:lnTo>
                <a:lnTo>
                  <a:pt x="74701" y="69596"/>
                </a:lnTo>
                <a:lnTo>
                  <a:pt x="74206" y="70612"/>
                </a:lnTo>
                <a:lnTo>
                  <a:pt x="74231" y="70612"/>
                </a:lnTo>
                <a:lnTo>
                  <a:pt x="89636" y="70612"/>
                </a:lnTo>
                <a:lnTo>
                  <a:pt x="89623" y="70866"/>
                </a:lnTo>
                <a:lnTo>
                  <a:pt x="74104" y="70866"/>
                </a:lnTo>
                <a:lnTo>
                  <a:pt x="73977" y="71120"/>
                </a:lnTo>
                <a:lnTo>
                  <a:pt x="74434" y="71120"/>
                </a:lnTo>
                <a:lnTo>
                  <a:pt x="75145" y="71120"/>
                </a:lnTo>
                <a:lnTo>
                  <a:pt x="94043" y="71120"/>
                </a:lnTo>
                <a:lnTo>
                  <a:pt x="99923" y="66929"/>
                </a:lnTo>
                <a:lnTo>
                  <a:pt x="100647" y="66421"/>
                </a:lnTo>
                <a:lnTo>
                  <a:pt x="101180" y="66040"/>
                </a:lnTo>
                <a:lnTo>
                  <a:pt x="101536" y="65786"/>
                </a:lnTo>
                <a:lnTo>
                  <a:pt x="101892" y="65532"/>
                </a:lnTo>
                <a:lnTo>
                  <a:pt x="102387" y="65532"/>
                </a:lnTo>
                <a:lnTo>
                  <a:pt x="101536" y="65176"/>
                </a:lnTo>
                <a:lnTo>
                  <a:pt x="101257" y="65252"/>
                </a:lnTo>
                <a:lnTo>
                  <a:pt x="101180" y="65024"/>
                </a:lnTo>
                <a:lnTo>
                  <a:pt x="101079" y="65214"/>
                </a:lnTo>
                <a:lnTo>
                  <a:pt x="100977" y="65024"/>
                </a:lnTo>
                <a:lnTo>
                  <a:pt x="101180" y="65024"/>
                </a:lnTo>
                <a:lnTo>
                  <a:pt x="102069" y="65024"/>
                </a:lnTo>
                <a:lnTo>
                  <a:pt x="102603" y="65024"/>
                </a:lnTo>
                <a:lnTo>
                  <a:pt x="102958" y="64770"/>
                </a:lnTo>
                <a:lnTo>
                  <a:pt x="103238" y="64770"/>
                </a:lnTo>
                <a:lnTo>
                  <a:pt x="102844" y="64262"/>
                </a:lnTo>
                <a:lnTo>
                  <a:pt x="101676" y="64770"/>
                </a:lnTo>
                <a:lnTo>
                  <a:pt x="101600" y="64516"/>
                </a:lnTo>
                <a:lnTo>
                  <a:pt x="101523" y="64262"/>
                </a:lnTo>
                <a:lnTo>
                  <a:pt x="101828" y="64516"/>
                </a:lnTo>
                <a:lnTo>
                  <a:pt x="101752" y="64262"/>
                </a:lnTo>
                <a:lnTo>
                  <a:pt x="101828" y="64008"/>
                </a:lnTo>
                <a:lnTo>
                  <a:pt x="101511" y="64008"/>
                </a:lnTo>
                <a:lnTo>
                  <a:pt x="101269" y="64160"/>
                </a:lnTo>
                <a:lnTo>
                  <a:pt x="101257" y="64008"/>
                </a:lnTo>
                <a:lnTo>
                  <a:pt x="101092" y="64008"/>
                </a:lnTo>
                <a:lnTo>
                  <a:pt x="101092" y="64262"/>
                </a:lnTo>
                <a:lnTo>
                  <a:pt x="101015" y="64516"/>
                </a:lnTo>
                <a:lnTo>
                  <a:pt x="100939" y="64770"/>
                </a:lnTo>
                <a:lnTo>
                  <a:pt x="100876" y="64516"/>
                </a:lnTo>
                <a:lnTo>
                  <a:pt x="100812" y="64262"/>
                </a:lnTo>
                <a:lnTo>
                  <a:pt x="101092" y="64262"/>
                </a:lnTo>
                <a:lnTo>
                  <a:pt x="101092" y="64008"/>
                </a:lnTo>
                <a:lnTo>
                  <a:pt x="100965" y="64008"/>
                </a:lnTo>
                <a:lnTo>
                  <a:pt x="100749" y="64008"/>
                </a:lnTo>
                <a:lnTo>
                  <a:pt x="100571" y="64160"/>
                </a:lnTo>
                <a:lnTo>
                  <a:pt x="100393" y="64516"/>
                </a:lnTo>
                <a:lnTo>
                  <a:pt x="100228" y="64516"/>
                </a:lnTo>
                <a:lnTo>
                  <a:pt x="100431" y="64262"/>
                </a:lnTo>
                <a:lnTo>
                  <a:pt x="100571" y="64262"/>
                </a:lnTo>
                <a:lnTo>
                  <a:pt x="100736" y="64008"/>
                </a:lnTo>
                <a:lnTo>
                  <a:pt x="100558" y="64008"/>
                </a:lnTo>
                <a:lnTo>
                  <a:pt x="100368" y="64147"/>
                </a:lnTo>
                <a:lnTo>
                  <a:pt x="100139" y="64058"/>
                </a:lnTo>
                <a:lnTo>
                  <a:pt x="99847" y="64147"/>
                </a:lnTo>
                <a:lnTo>
                  <a:pt x="99898" y="63754"/>
                </a:lnTo>
                <a:lnTo>
                  <a:pt x="99695" y="63868"/>
                </a:lnTo>
                <a:lnTo>
                  <a:pt x="99745" y="63500"/>
                </a:lnTo>
                <a:lnTo>
                  <a:pt x="99872" y="63246"/>
                </a:lnTo>
                <a:lnTo>
                  <a:pt x="100063" y="62941"/>
                </a:lnTo>
                <a:lnTo>
                  <a:pt x="100114" y="63500"/>
                </a:lnTo>
                <a:lnTo>
                  <a:pt x="100291" y="63500"/>
                </a:lnTo>
                <a:lnTo>
                  <a:pt x="100736" y="62865"/>
                </a:lnTo>
                <a:lnTo>
                  <a:pt x="101155" y="63246"/>
                </a:lnTo>
                <a:lnTo>
                  <a:pt x="101295" y="63246"/>
                </a:lnTo>
                <a:lnTo>
                  <a:pt x="101688" y="63436"/>
                </a:lnTo>
                <a:lnTo>
                  <a:pt x="101663" y="63246"/>
                </a:lnTo>
                <a:lnTo>
                  <a:pt x="101587" y="62865"/>
                </a:lnTo>
                <a:lnTo>
                  <a:pt x="101930" y="62865"/>
                </a:lnTo>
                <a:lnTo>
                  <a:pt x="102095" y="63233"/>
                </a:lnTo>
                <a:lnTo>
                  <a:pt x="102590" y="63246"/>
                </a:lnTo>
                <a:lnTo>
                  <a:pt x="102577" y="62357"/>
                </a:lnTo>
                <a:lnTo>
                  <a:pt x="102666" y="62611"/>
                </a:lnTo>
                <a:lnTo>
                  <a:pt x="102997" y="62357"/>
                </a:lnTo>
                <a:lnTo>
                  <a:pt x="103276" y="62357"/>
                </a:lnTo>
                <a:lnTo>
                  <a:pt x="103149" y="62103"/>
                </a:lnTo>
                <a:lnTo>
                  <a:pt x="103022" y="61849"/>
                </a:lnTo>
                <a:lnTo>
                  <a:pt x="102895" y="61595"/>
                </a:lnTo>
                <a:lnTo>
                  <a:pt x="103060" y="61595"/>
                </a:lnTo>
                <a:lnTo>
                  <a:pt x="103162" y="61849"/>
                </a:lnTo>
                <a:lnTo>
                  <a:pt x="103225" y="61341"/>
                </a:lnTo>
                <a:lnTo>
                  <a:pt x="103060" y="61341"/>
                </a:lnTo>
                <a:lnTo>
                  <a:pt x="102908" y="61087"/>
                </a:lnTo>
                <a:lnTo>
                  <a:pt x="102349" y="61087"/>
                </a:lnTo>
                <a:lnTo>
                  <a:pt x="103314" y="60833"/>
                </a:lnTo>
                <a:lnTo>
                  <a:pt x="103720" y="61341"/>
                </a:lnTo>
                <a:lnTo>
                  <a:pt x="103784" y="61087"/>
                </a:lnTo>
                <a:lnTo>
                  <a:pt x="103924" y="61087"/>
                </a:lnTo>
                <a:lnTo>
                  <a:pt x="103695" y="60833"/>
                </a:lnTo>
                <a:lnTo>
                  <a:pt x="103911" y="60833"/>
                </a:lnTo>
                <a:lnTo>
                  <a:pt x="103251" y="60579"/>
                </a:lnTo>
                <a:lnTo>
                  <a:pt x="103428" y="60579"/>
                </a:lnTo>
                <a:lnTo>
                  <a:pt x="103327" y="60452"/>
                </a:lnTo>
                <a:lnTo>
                  <a:pt x="103060" y="60325"/>
                </a:lnTo>
                <a:lnTo>
                  <a:pt x="102831" y="60325"/>
                </a:lnTo>
                <a:lnTo>
                  <a:pt x="102933" y="59690"/>
                </a:lnTo>
                <a:lnTo>
                  <a:pt x="103428" y="59436"/>
                </a:lnTo>
                <a:lnTo>
                  <a:pt x="104038" y="58674"/>
                </a:lnTo>
                <a:lnTo>
                  <a:pt x="103886" y="58420"/>
                </a:lnTo>
                <a:lnTo>
                  <a:pt x="103733" y="58166"/>
                </a:lnTo>
                <a:lnTo>
                  <a:pt x="103365" y="58166"/>
                </a:lnTo>
                <a:lnTo>
                  <a:pt x="103949" y="57912"/>
                </a:lnTo>
                <a:lnTo>
                  <a:pt x="104330" y="57912"/>
                </a:lnTo>
                <a:lnTo>
                  <a:pt x="104228" y="57658"/>
                </a:lnTo>
                <a:lnTo>
                  <a:pt x="104394" y="57912"/>
                </a:lnTo>
                <a:lnTo>
                  <a:pt x="104470" y="57658"/>
                </a:lnTo>
                <a:lnTo>
                  <a:pt x="104533" y="57404"/>
                </a:lnTo>
                <a:lnTo>
                  <a:pt x="104597" y="57150"/>
                </a:lnTo>
                <a:lnTo>
                  <a:pt x="105029" y="57658"/>
                </a:lnTo>
                <a:lnTo>
                  <a:pt x="105130" y="57404"/>
                </a:lnTo>
                <a:lnTo>
                  <a:pt x="105295" y="57404"/>
                </a:lnTo>
                <a:lnTo>
                  <a:pt x="105562" y="57658"/>
                </a:lnTo>
                <a:lnTo>
                  <a:pt x="105498" y="57404"/>
                </a:lnTo>
                <a:lnTo>
                  <a:pt x="105422" y="57150"/>
                </a:lnTo>
                <a:lnTo>
                  <a:pt x="105206" y="56388"/>
                </a:lnTo>
                <a:lnTo>
                  <a:pt x="104876" y="56388"/>
                </a:lnTo>
                <a:lnTo>
                  <a:pt x="105384" y="55880"/>
                </a:lnTo>
                <a:lnTo>
                  <a:pt x="105156" y="55372"/>
                </a:lnTo>
                <a:lnTo>
                  <a:pt x="105283" y="55372"/>
                </a:lnTo>
                <a:lnTo>
                  <a:pt x="105511" y="55372"/>
                </a:lnTo>
                <a:lnTo>
                  <a:pt x="105664" y="55372"/>
                </a:lnTo>
                <a:lnTo>
                  <a:pt x="105829" y="55372"/>
                </a:lnTo>
                <a:lnTo>
                  <a:pt x="105778" y="55245"/>
                </a:lnTo>
                <a:lnTo>
                  <a:pt x="106146" y="54864"/>
                </a:lnTo>
                <a:lnTo>
                  <a:pt x="105829" y="54864"/>
                </a:lnTo>
                <a:lnTo>
                  <a:pt x="105676" y="54914"/>
                </a:lnTo>
                <a:lnTo>
                  <a:pt x="105549" y="54952"/>
                </a:lnTo>
                <a:lnTo>
                  <a:pt x="105384" y="55016"/>
                </a:lnTo>
                <a:lnTo>
                  <a:pt x="105486" y="54864"/>
                </a:lnTo>
                <a:lnTo>
                  <a:pt x="105181" y="54864"/>
                </a:lnTo>
                <a:lnTo>
                  <a:pt x="104698" y="54597"/>
                </a:lnTo>
                <a:lnTo>
                  <a:pt x="104698" y="54864"/>
                </a:lnTo>
                <a:lnTo>
                  <a:pt x="104178" y="55118"/>
                </a:lnTo>
                <a:lnTo>
                  <a:pt x="104470" y="54864"/>
                </a:lnTo>
                <a:lnTo>
                  <a:pt x="104698" y="54864"/>
                </a:lnTo>
                <a:lnTo>
                  <a:pt x="104698" y="54597"/>
                </a:lnTo>
                <a:lnTo>
                  <a:pt x="104267" y="54356"/>
                </a:lnTo>
                <a:lnTo>
                  <a:pt x="104101" y="54724"/>
                </a:lnTo>
                <a:lnTo>
                  <a:pt x="104101" y="57658"/>
                </a:lnTo>
                <a:lnTo>
                  <a:pt x="103936" y="57912"/>
                </a:lnTo>
                <a:lnTo>
                  <a:pt x="103314" y="57912"/>
                </a:lnTo>
                <a:lnTo>
                  <a:pt x="103314" y="58928"/>
                </a:lnTo>
                <a:lnTo>
                  <a:pt x="103187" y="59436"/>
                </a:lnTo>
                <a:lnTo>
                  <a:pt x="102679" y="59436"/>
                </a:lnTo>
                <a:lnTo>
                  <a:pt x="103060" y="59182"/>
                </a:lnTo>
                <a:lnTo>
                  <a:pt x="102743" y="58928"/>
                </a:lnTo>
                <a:lnTo>
                  <a:pt x="102514" y="58928"/>
                </a:lnTo>
                <a:lnTo>
                  <a:pt x="102362" y="58801"/>
                </a:lnTo>
                <a:lnTo>
                  <a:pt x="102514" y="58928"/>
                </a:lnTo>
                <a:lnTo>
                  <a:pt x="102552" y="58674"/>
                </a:lnTo>
                <a:lnTo>
                  <a:pt x="102336" y="58674"/>
                </a:lnTo>
                <a:lnTo>
                  <a:pt x="102323" y="62611"/>
                </a:lnTo>
                <a:lnTo>
                  <a:pt x="102108" y="63207"/>
                </a:lnTo>
                <a:lnTo>
                  <a:pt x="102120" y="62865"/>
                </a:lnTo>
                <a:lnTo>
                  <a:pt x="101714" y="62357"/>
                </a:lnTo>
                <a:lnTo>
                  <a:pt x="102323" y="62611"/>
                </a:lnTo>
                <a:lnTo>
                  <a:pt x="102323" y="58674"/>
                </a:lnTo>
                <a:lnTo>
                  <a:pt x="102260" y="58420"/>
                </a:lnTo>
                <a:lnTo>
                  <a:pt x="102857" y="58420"/>
                </a:lnTo>
                <a:lnTo>
                  <a:pt x="102844" y="58674"/>
                </a:lnTo>
                <a:lnTo>
                  <a:pt x="103124" y="58674"/>
                </a:lnTo>
                <a:lnTo>
                  <a:pt x="102933" y="58928"/>
                </a:lnTo>
                <a:lnTo>
                  <a:pt x="103314" y="58928"/>
                </a:lnTo>
                <a:lnTo>
                  <a:pt x="103314" y="57912"/>
                </a:lnTo>
                <a:lnTo>
                  <a:pt x="100114" y="57912"/>
                </a:lnTo>
                <a:lnTo>
                  <a:pt x="100114" y="62103"/>
                </a:lnTo>
                <a:lnTo>
                  <a:pt x="100050" y="62572"/>
                </a:lnTo>
                <a:lnTo>
                  <a:pt x="99771" y="62357"/>
                </a:lnTo>
                <a:lnTo>
                  <a:pt x="99555" y="62357"/>
                </a:lnTo>
                <a:lnTo>
                  <a:pt x="99555" y="65405"/>
                </a:lnTo>
                <a:lnTo>
                  <a:pt x="99047" y="65163"/>
                </a:lnTo>
                <a:lnTo>
                  <a:pt x="99034" y="65532"/>
                </a:lnTo>
                <a:lnTo>
                  <a:pt x="98894" y="65532"/>
                </a:lnTo>
                <a:lnTo>
                  <a:pt x="98894" y="65074"/>
                </a:lnTo>
                <a:lnTo>
                  <a:pt x="98679" y="64770"/>
                </a:lnTo>
                <a:lnTo>
                  <a:pt x="98564" y="64935"/>
                </a:lnTo>
                <a:lnTo>
                  <a:pt x="98399" y="64770"/>
                </a:lnTo>
                <a:lnTo>
                  <a:pt x="98120" y="64516"/>
                </a:lnTo>
                <a:lnTo>
                  <a:pt x="99009" y="64516"/>
                </a:lnTo>
                <a:lnTo>
                  <a:pt x="98907" y="64262"/>
                </a:lnTo>
                <a:lnTo>
                  <a:pt x="98793" y="64008"/>
                </a:lnTo>
                <a:lnTo>
                  <a:pt x="99275" y="64262"/>
                </a:lnTo>
                <a:lnTo>
                  <a:pt x="99034" y="64262"/>
                </a:lnTo>
                <a:lnTo>
                  <a:pt x="99034" y="64516"/>
                </a:lnTo>
                <a:lnTo>
                  <a:pt x="99034" y="64643"/>
                </a:lnTo>
                <a:lnTo>
                  <a:pt x="99034" y="64770"/>
                </a:lnTo>
                <a:lnTo>
                  <a:pt x="99034" y="65024"/>
                </a:lnTo>
                <a:lnTo>
                  <a:pt x="99441" y="65024"/>
                </a:lnTo>
                <a:lnTo>
                  <a:pt x="99555" y="65405"/>
                </a:lnTo>
                <a:lnTo>
                  <a:pt x="99555" y="62357"/>
                </a:lnTo>
                <a:lnTo>
                  <a:pt x="99148" y="62357"/>
                </a:lnTo>
                <a:lnTo>
                  <a:pt x="100114" y="62103"/>
                </a:lnTo>
                <a:lnTo>
                  <a:pt x="100114" y="57912"/>
                </a:lnTo>
                <a:lnTo>
                  <a:pt x="97726" y="57912"/>
                </a:lnTo>
                <a:lnTo>
                  <a:pt x="97726" y="64008"/>
                </a:lnTo>
                <a:lnTo>
                  <a:pt x="97688" y="66040"/>
                </a:lnTo>
                <a:lnTo>
                  <a:pt x="97332" y="66141"/>
                </a:lnTo>
                <a:lnTo>
                  <a:pt x="97332" y="66421"/>
                </a:lnTo>
                <a:lnTo>
                  <a:pt x="96951" y="66421"/>
                </a:lnTo>
                <a:lnTo>
                  <a:pt x="96913" y="66167"/>
                </a:lnTo>
                <a:lnTo>
                  <a:pt x="97193" y="66167"/>
                </a:lnTo>
                <a:lnTo>
                  <a:pt x="96951" y="65786"/>
                </a:lnTo>
                <a:lnTo>
                  <a:pt x="97155" y="66040"/>
                </a:lnTo>
                <a:lnTo>
                  <a:pt x="97231" y="66167"/>
                </a:lnTo>
                <a:lnTo>
                  <a:pt x="97332" y="66421"/>
                </a:lnTo>
                <a:lnTo>
                  <a:pt x="97332" y="66141"/>
                </a:lnTo>
                <a:lnTo>
                  <a:pt x="97688" y="66040"/>
                </a:lnTo>
                <a:lnTo>
                  <a:pt x="97688" y="64008"/>
                </a:lnTo>
                <a:lnTo>
                  <a:pt x="97637" y="63881"/>
                </a:lnTo>
                <a:lnTo>
                  <a:pt x="97726" y="64008"/>
                </a:lnTo>
                <a:lnTo>
                  <a:pt x="97726" y="57912"/>
                </a:lnTo>
                <a:lnTo>
                  <a:pt x="97561" y="57912"/>
                </a:lnTo>
                <a:lnTo>
                  <a:pt x="97561" y="63754"/>
                </a:lnTo>
                <a:lnTo>
                  <a:pt x="97409" y="63500"/>
                </a:lnTo>
                <a:lnTo>
                  <a:pt x="97332" y="63754"/>
                </a:lnTo>
                <a:lnTo>
                  <a:pt x="97243" y="63246"/>
                </a:lnTo>
                <a:lnTo>
                  <a:pt x="97180" y="63004"/>
                </a:lnTo>
                <a:lnTo>
                  <a:pt x="97485" y="63500"/>
                </a:lnTo>
                <a:lnTo>
                  <a:pt x="97561" y="63754"/>
                </a:lnTo>
                <a:lnTo>
                  <a:pt x="97561" y="57912"/>
                </a:lnTo>
                <a:lnTo>
                  <a:pt x="95440" y="57912"/>
                </a:lnTo>
                <a:lnTo>
                  <a:pt x="95440" y="67945"/>
                </a:lnTo>
                <a:lnTo>
                  <a:pt x="95377" y="68072"/>
                </a:lnTo>
                <a:lnTo>
                  <a:pt x="95313" y="68199"/>
                </a:lnTo>
                <a:lnTo>
                  <a:pt x="95008" y="68199"/>
                </a:lnTo>
                <a:lnTo>
                  <a:pt x="94805" y="67945"/>
                </a:lnTo>
                <a:lnTo>
                  <a:pt x="95313" y="68199"/>
                </a:lnTo>
                <a:lnTo>
                  <a:pt x="95313" y="67970"/>
                </a:lnTo>
                <a:lnTo>
                  <a:pt x="95440" y="67945"/>
                </a:lnTo>
                <a:lnTo>
                  <a:pt x="95440" y="57912"/>
                </a:lnTo>
                <a:lnTo>
                  <a:pt x="94551" y="57912"/>
                </a:lnTo>
                <a:lnTo>
                  <a:pt x="94551" y="66929"/>
                </a:lnTo>
                <a:lnTo>
                  <a:pt x="94399" y="67310"/>
                </a:lnTo>
                <a:lnTo>
                  <a:pt x="94399" y="68072"/>
                </a:lnTo>
                <a:lnTo>
                  <a:pt x="94335" y="68199"/>
                </a:lnTo>
                <a:lnTo>
                  <a:pt x="94399" y="68072"/>
                </a:lnTo>
                <a:lnTo>
                  <a:pt x="94399" y="67310"/>
                </a:lnTo>
                <a:lnTo>
                  <a:pt x="93573" y="66929"/>
                </a:lnTo>
                <a:lnTo>
                  <a:pt x="94551" y="66929"/>
                </a:lnTo>
                <a:lnTo>
                  <a:pt x="94551" y="57912"/>
                </a:lnTo>
                <a:lnTo>
                  <a:pt x="89496" y="57912"/>
                </a:lnTo>
                <a:lnTo>
                  <a:pt x="89496" y="69596"/>
                </a:lnTo>
                <a:lnTo>
                  <a:pt x="89001" y="69977"/>
                </a:lnTo>
                <a:lnTo>
                  <a:pt x="88811" y="69596"/>
                </a:lnTo>
                <a:lnTo>
                  <a:pt x="89496" y="69596"/>
                </a:lnTo>
                <a:lnTo>
                  <a:pt x="89496" y="57912"/>
                </a:lnTo>
                <a:lnTo>
                  <a:pt x="85699" y="57912"/>
                </a:lnTo>
                <a:lnTo>
                  <a:pt x="85699" y="68199"/>
                </a:lnTo>
                <a:lnTo>
                  <a:pt x="85458" y="68541"/>
                </a:lnTo>
                <a:lnTo>
                  <a:pt x="85458" y="69596"/>
                </a:lnTo>
                <a:lnTo>
                  <a:pt x="85331" y="69875"/>
                </a:lnTo>
                <a:lnTo>
                  <a:pt x="85178" y="69596"/>
                </a:lnTo>
                <a:lnTo>
                  <a:pt x="85458" y="69596"/>
                </a:lnTo>
                <a:lnTo>
                  <a:pt x="85458" y="68541"/>
                </a:lnTo>
                <a:lnTo>
                  <a:pt x="85331" y="68719"/>
                </a:lnTo>
                <a:lnTo>
                  <a:pt x="85407" y="68199"/>
                </a:lnTo>
                <a:lnTo>
                  <a:pt x="85699" y="68199"/>
                </a:lnTo>
                <a:lnTo>
                  <a:pt x="85699" y="57912"/>
                </a:lnTo>
                <a:lnTo>
                  <a:pt x="84378" y="57912"/>
                </a:lnTo>
                <a:lnTo>
                  <a:pt x="84378" y="67945"/>
                </a:lnTo>
                <a:lnTo>
                  <a:pt x="84226" y="68199"/>
                </a:lnTo>
                <a:lnTo>
                  <a:pt x="84074" y="68199"/>
                </a:lnTo>
                <a:lnTo>
                  <a:pt x="84213" y="67945"/>
                </a:lnTo>
                <a:lnTo>
                  <a:pt x="84378" y="67945"/>
                </a:lnTo>
                <a:lnTo>
                  <a:pt x="84378" y="57912"/>
                </a:lnTo>
                <a:lnTo>
                  <a:pt x="81864" y="57912"/>
                </a:lnTo>
                <a:lnTo>
                  <a:pt x="81864" y="69596"/>
                </a:lnTo>
                <a:lnTo>
                  <a:pt x="81534" y="69964"/>
                </a:lnTo>
                <a:lnTo>
                  <a:pt x="81521" y="69596"/>
                </a:lnTo>
                <a:lnTo>
                  <a:pt x="81864" y="69596"/>
                </a:lnTo>
                <a:lnTo>
                  <a:pt x="81864" y="57912"/>
                </a:lnTo>
                <a:lnTo>
                  <a:pt x="81254" y="57912"/>
                </a:lnTo>
                <a:lnTo>
                  <a:pt x="81254" y="69596"/>
                </a:lnTo>
                <a:lnTo>
                  <a:pt x="81203" y="70332"/>
                </a:lnTo>
                <a:lnTo>
                  <a:pt x="81013" y="70535"/>
                </a:lnTo>
                <a:lnTo>
                  <a:pt x="80987" y="69596"/>
                </a:lnTo>
                <a:lnTo>
                  <a:pt x="81254" y="69596"/>
                </a:lnTo>
                <a:lnTo>
                  <a:pt x="81254" y="57912"/>
                </a:lnTo>
                <a:lnTo>
                  <a:pt x="73609" y="57912"/>
                </a:lnTo>
                <a:lnTo>
                  <a:pt x="73609" y="70612"/>
                </a:lnTo>
                <a:lnTo>
                  <a:pt x="73545" y="70866"/>
                </a:lnTo>
                <a:lnTo>
                  <a:pt x="69227" y="70866"/>
                </a:lnTo>
                <a:lnTo>
                  <a:pt x="67157" y="70866"/>
                </a:lnTo>
                <a:lnTo>
                  <a:pt x="67259" y="70612"/>
                </a:lnTo>
                <a:lnTo>
                  <a:pt x="67525" y="70612"/>
                </a:lnTo>
                <a:lnTo>
                  <a:pt x="67830" y="70612"/>
                </a:lnTo>
                <a:lnTo>
                  <a:pt x="67957" y="70040"/>
                </a:lnTo>
                <a:lnTo>
                  <a:pt x="67881" y="70612"/>
                </a:lnTo>
                <a:lnTo>
                  <a:pt x="68630" y="70612"/>
                </a:lnTo>
                <a:lnTo>
                  <a:pt x="68834" y="69596"/>
                </a:lnTo>
                <a:lnTo>
                  <a:pt x="69037" y="69596"/>
                </a:lnTo>
                <a:lnTo>
                  <a:pt x="68986" y="69977"/>
                </a:lnTo>
                <a:lnTo>
                  <a:pt x="68910" y="69596"/>
                </a:lnTo>
                <a:lnTo>
                  <a:pt x="68630" y="70612"/>
                </a:lnTo>
                <a:lnTo>
                  <a:pt x="73609" y="70612"/>
                </a:lnTo>
                <a:lnTo>
                  <a:pt x="73609" y="57912"/>
                </a:lnTo>
                <a:lnTo>
                  <a:pt x="73456" y="57912"/>
                </a:lnTo>
                <a:lnTo>
                  <a:pt x="73456" y="69596"/>
                </a:lnTo>
                <a:lnTo>
                  <a:pt x="73304" y="69723"/>
                </a:lnTo>
                <a:lnTo>
                  <a:pt x="73228" y="69596"/>
                </a:lnTo>
                <a:lnTo>
                  <a:pt x="73456" y="69596"/>
                </a:lnTo>
                <a:lnTo>
                  <a:pt x="73456" y="57912"/>
                </a:lnTo>
                <a:lnTo>
                  <a:pt x="72923" y="57912"/>
                </a:lnTo>
                <a:lnTo>
                  <a:pt x="72923" y="69596"/>
                </a:lnTo>
                <a:lnTo>
                  <a:pt x="72796" y="69900"/>
                </a:lnTo>
                <a:lnTo>
                  <a:pt x="72745" y="69596"/>
                </a:lnTo>
                <a:lnTo>
                  <a:pt x="72923" y="69596"/>
                </a:lnTo>
                <a:lnTo>
                  <a:pt x="72923" y="57912"/>
                </a:lnTo>
                <a:lnTo>
                  <a:pt x="67056" y="57912"/>
                </a:lnTo>
                <a:lnTo>
                  <a:pt x="67056" y="70866"/>
                </a:lnTo>
                <a:lnTo>
                  <a:pt x="52565" y="70866"/>
                </a:lnTo>
                <a:lnTo>
                  <a:pt x="52412" y="70612"/>
                </a:lnTo>
                <a:lnTo>
                  <a:pt x="53086" y="70612"/>
                </a:lnTo>
                <a:lnTo>
                  <a:pt x="53301" y="70612"/>
                </a:lnTo>
                <a:lnTo>
                  <a:pt x="67005" y="70612"/>
                </a:lnTo>
                <a:lnTo>
                  <a:pt x="67056" y="70866"/>
                </a:lnTo>
                <a:lnTo>
                  <a:pt x="67056" y="57912"/>
                </a:lnTo>
                <a:lnTo>
                  <a:pt x="60502" y="57912"/>
                </a:lnTo>
                <a:lnTo>
                  <a:pt x="60502" y="68199"/>
                </a:lnTo>
                <a:lnTo>
                  <a:pt x="60134" y="68199"/>
                </a:lnTo>
                <a:lnTo>
                  <a:pt x="60375" y="69596"/>
                </a:lnTo>
                <a:lnTo>
                  <a:pt x="59918" y="69596"/>
                </a:lnTo>
                <a:lnTo>
                  <a:pt x="59499" y="68199"/>
                </a:lnTo>
                <a:lnTo>
                  <a:pt x="59690" y="68199"/>
                </a:lnTo>
                <a:lnTo>
                  <a:pt x="59715" y="67945"/>
                </a:lnTo>
                <a:lnTo>
                  <a:pt x="60502" y="68199"/>
                </a:lnTo>
                <a:lnTo>
                  <a:pt x="60502" y="57912"/>
                </a:lnTo>
                <a:lnTo>
                  <a:pt x="59080" y="57912"/>
                </a:lnTo>
                <a:lnTo>
                  <a:pt x="59080" y="68199"/>
                </a:lnTo>
                <a:lnTo>
                  <a:pt x="58610" y="68199"/>
                </a:lnTo>
                <a:lnTo>
                  <a:pt x="58635" y="67945"/>
                </a:lnTo>
                <a:lnTo>
                  <a:pt x="59042" y="67945"/>
                </a:lnTo>
                <a:lnTo>
                  <a:pt x="59080" y="68199"/>
                </a:lnTo>
                <a:lnTo>
                  <a:pt x="59080" y="57912"/>
                </a:lnTo>
                <a:lnTo>
                  <a:pt x="55499" y="57912"/>
                </a:lnTo>
                <a:lnTo>
                  <a:pt x="55499" y="68199"/>
                </a:lnTo>
                <a:lnTo>
                  <a:pt x="54876" y="68199"/>
                </a:lnTo>
                <a:lnTo>
                  <a:pt x="54330" y="68084"/>
                </a:lnTo>
                <a:lnTo>
                  <a:pt x="54330" y="69596"/>
                </a:lnTo>
                <a:lnTo>
                  <a:pt x="53263" y="70104"/>
                </a:lnTo>
                <a:lnTo>
                  <a:pt x="53403" y="69989"/>
                </a:lnTo>
                <a:lnTo>
                  <a:pt x="53543" y="69964"/>
                </a:lnTo>
                <a:lnTo>
                  <a:pt x="53251" y="69989"/>
                </a:lnTo>
                <a:lnTo>
                  <a:pt x="53225" y="69596"/>
                </a:lnTo>
                <a:lnTo>
                  <a:pt x="53162" y="69989"/>
                </a:lnTo>
                <a:lnTo>
                  <a:pt x="53149" y="70116"/>
                </a:lnTo>
                <a:lnTo>
                  <a:pt x="53136" y="69596"/>
                </a:lnTo>
                <a:lnTo>
                  <a:pt x="54330" y="69596"/>
                </a:lnTo>
                <a:lnTo>
                  <a:pt x="54330" y="68084"/>
                </a:lnTo>
                <a:lnTo>
                  <a:pt x="53682" y="67945"/>
                </a:lnTo>
                <a:lnTo>
                  <a:pt x="54622" y="67945"/>
                </a:lnTo>
                <a:lnTo>
                  <a:pt x="55499" y="68199"/>
                </a:lnTo>
                <a:lnTo>
                  <a:pt x="55499" y="57912"/>
                </a:lnTo>
                <a:lnTo>
                  <a:pt x="52527" y="57912"/>
                </a:lnTo>
                <a:lnTo>
                  <a:pt x="52527" y="68199"/>
                </a:lnTo>
                <a:lnTo>
                  <a:pt x="52387" y="68376"/>
                </a:lnTo>
                <a:lnTo>
                  <a:pt x="52057" y="68199"/>
                </a:lnTo>
                <a:lnTo>
                  <a:pt x="52514" y="68199"/>
                </a:lnTo>
                <a:lnTo>
                  <a:pt x="52527" y="57912"/>
                </a:lnTo>
                <a:lnTo>
                  <a:pt x="51968" y="57912"/>
                </a:lnTo>
                <a:lnTo>
                  <a:pt x="51968" y="70612"/>
                </a:lnTo>
                <a:lnTo>
                  <a:pt x="51612" y="70739"/>
                </a:lnTo>
                <a:lnTo>
                  <a:pt x="51231" y="70612"/>
                </a:lnTo>
                <a:lnTo>
                  <a:pt x="51130" y="70866"/>
                </a:lnTo>
                <a:lnTo>
                  <a:pt x="50774" y="70866"/>
                </a:lnTo>
                <a:lnTo>
                  <a:pt x="50863" y="70612"/>
                </a:lnTo>
                <a:lnTo>
                  <a:pt x="51231" y="70612"/>
                </a:lnTo>
                <a:lnTo>
                  <a:pt x="51968" y="70612"/>
                </a:lnTo>
                <a:lnTo>
                  <a:pt x="51968" y="57912"/>
                </a:lnTo>
                <a:lnTo>
                  <a:pt x="51777" y="57912"/>
                </a:lnTo>
                <a:lnTo>
                  <a:pt x="51777" y="69227"/>
                </a:lnTo>
                <a:lnTo>
                  <a:pt x="51511" y="69596"/>
                </a:lnTo>
                <a:lnTo>
                  <a:pt x="51295" y="69596"/>
                </a:lnTo>
                <a:lnTo>
                  <a:pt x="51346" y="68199"/>
                </a:lnTo>
                <a:lnTo>
                  <a:pt x="51676" y="68199"/>
                </a:lnTo>
                <a:lnTo>
                  <a:pt x="51777" y="69227"/>
                </a:lnTo>
                <a:lnTo>
                  <a:pt x="51777" y="57912"/>
                </a:lnTo>
                <a:lnTo>
                  <a:pt x="51155" y="57912"/>
                </a:lnTo>
                <a:lnTo>
                  <a:pt x="51155" y="68199"/>
                </a:lnTo>
                <a:lnTo>
                  <a:pt x="50685" y="68846"/>
                </a:lnTo>
                <a:lnTo>
                  <a:pt x="50215" y="68199"/>
                </a:lnTo>
                <a:lnTo>
                  <a:pt x="49999" y="68300"/>
                </a:lnTo>
                <a:lnTo>
                  <a:pt x="49999" y="70866"/>
                </a:lnTo>
                <a:lnTo>
                  <a:pt x="49580" y="70612"/>
                </a:lnTo>
                <a:lnTo>
                  <a:pt x="49834" y="70612"/>
                </a:lnTo>
                <a:lnTo>
                  <a:pt x="49999" y="70866"/>
                </a:lnTo>
                <a:lnTo>
                  <a:pt x="49999" y="68300"/>
                </a:lnTo>
                <a:lnTo>
                  <a:pt x="49606" y="68453"/>
                </a:lnTo>
                <a:lnTo>
                  <a:pt x="49377" y="68199"/>
                </a:lnTo>
                <a:lnTo>
                  <a:pt x="49580" y="68199"/>
                </a:lnTo>
                <a:lnTo>
                  <a:pt x="50203" y="68199"/>
                </a:lnTo>
                <a:lnTo>
                  <a:pt x="51155" y="68199"/>
                </a:lnTo>
                <a:lnTo>
                  <a:pt x="51155" y="57912"/>
                </a:lnTo>
                <a:lnTo>
                  <a:pt x="49187" y="57912"/>
                </a:lnTo>
                <a:lnTo>
                  <a:pt x="49187" y="70612"/>
                </a:lnTo>
                <a:lnTo>
                  <a:pt x="49149" y="71374"/>
                </a:lnTo>
                <a:lnTo>
                  <a:pt x="48399" y="71374"/>
                </a:lnTo>
                <a:lnTo>
                  <a:pt x="48514" y="71120"/>
                </a:lnTo>
                <a:lnTo>
                  <a:pt x="48945" y="71120"/>
                </a:lnTo>
                <a:lnTo>
                  <a:pt x="49123" y="71120"/>
                </a:lnTo>
                <a:lnTo>
                  <a:pt x="49149" y="71374"/>
                </a:lnTo>
                <a:lnTo>
                  <a:pt x="49149" y="70700"/>
                </a:lnTo>
                <a:lnTo>
                  <a:pt x="48895" y="70612"/>
                </a:lnTo>
                <a:lnTo>
                  <a:pt x="48933" y="70866"/>
                </a:lnTo>
                <a:lnTo>
                  <a:pt x="48717" y="70866"/>
                </a:lnTo>
                <a:lnTo>
                  <a:pt x="48526" y="70853"/>
                </a:lnTo>
                <a:lnTo>
                  <a:pt x="48526" y="71043"/>
                </a:lnTo>
                <a:lnTo>
                  <a:pt x="48310" y="71120"/>
                </a:lnTo>
                <a:lnTo>
                  <a:pt x="48450" y="71120"/>
                </a:lnTo>
                <a:lnTo>
                  <a:pt x="48298" y="70993"/>
                </a:lnTo>
                <a:lnTo>
                  <a:pt x="48501" y="70929"/>
                </a:lnTo>
                <a:lnTo>
                  <a:pt x="48272" y="70853"/>
                </a:lnTo>
                <a:lnTo>
                  <a:pt x="48260" y="70993"/>
                </a:lnTo>
                <a:lnTo>
                  <a:pt x="47777" y="70891"/>
                </a:lnTo>
                <a:lnTo>
                  <a:pt x="48145" y="70916"/>
                </a:lnTo>
                <a:lnTo>
                  <a:pt x="48260" y="70751"/>
                </a:lnTo>
                <a:lnTo>
                  <a:pt x="48171" y="70612"/>
                </a:lnTo>
                <a:lnTo>
                  <a:pt x="48463" y="70612"/>
                </a:lnTo>
                <a:lnTo>
                  <a:pt x="48844" y="70612"/>
                </a:lnTo>
                <a:lnTo>
                  <a:pt x="49187" y="70612"/>
                </a:lnTo>
                <a:lnTo>
                  <a:pt x="49187" y="57912"/>
                </a:lnTo>
                <a:lnTo>
                  <a:pt x="48704" y="57912"/>
                </a:lnTo>
                <a:lnTo>
                  <a:pt x="48704" y="68199"/>
                </a:lnTo>
                <a:lnTo>
                  <a:pt x="48679" y="68834"/>
                </a:lnTo>
                <a:lnTo>
                  <a:pt x="48107" y="69088"/>
                </a:lnTo>
                <a:lnTo>
                  <a:pt x="48107" y="69596"/>
                </a:lnTo>
                <a:lnTo>
                  <a:pt x="48082" y="70853"/>
                </a:lnTo>
                <a:lnTo>
                  <a:pt x="47713" y="70853"/>
                </a:lnTo>
                <a:lnTo>
                  <a:pt x="47625" y="70612"/>
                </a:lnTo>
                <a:lnTo>
                  <a:pt x="47777" y="70612"/>
                </a:lnTo>
                <a:lnTo>
                  <a:pt x="48082" y="70853"/>
                </a:lnTo>
                <a:lnTo>
                  <a:pt x="48082" y="69621"/>
                </a:lnTo>
                <a:lnTo>
                  <a:pt x="47929" y="69748"/>
                </a:lnTo>
                <a:lnTo>
                  <a:pt x="47701" y="69735"/>
                </a:lnTo>
                <a:lnTo>
                  <a:pt x="47282" y="69596"/>
                </a:lnTo>
                <a:lnTo>
                  <a:pt x="47663" y="69596"/>
                </a:lnTo>
                <a:lnTo>
                  <a:pt x="48069" y="69596"/>
                </a:lnTo>
                <a:lnTo>
                  <a:pt x="48107" y="69088"/>
                </a:lnTo>
                <a:lnTo>
                  <a:pt x="47752" y="69227"/>
                </a:lnTo>
                <a:lnTo>
                  <a:pt x="47586" y="69291"/>
                </a:lnTo>
                <a:lnTo>
                  <a:pt x="47282" y="69418"/>
                </a:lnTo>
                <a:lnTo>
                  <a:pt x="47294" y="68986"/>
                </a:lnTo>
                <a:lnTo>
                  <a:pt x="47205" y="70612"/>
                </a:lnTo>
                <a:lnTo>
                  <a:pt x="46774" y="70866"/>
                </a:lnTo>
                <a:lnTo>
                  <a:pt x="46545" y="70866"/>
                </a:lnTo>
                <a:lnTo>
                  <a:pt x="46583" y="70739"/>
                </a:lnTo>
                <a:lnTo>
                  <a:pt x="46659" y="70866"/>
                </a:lnTo>
                <a:lnTo>
                  <a:pt x="46736" y="70612"/>
                </a:lnTo>
                <a:lnTo>
                  <a:pt x="46939" y="70612"/>
                </a:lnTo>
                <a:lnTo>
                  <a:pt x="47205" y="70612"/>
                </a:lnTo>
                <a:lnTo>
                  <a:pt x="47205" y="68948"/>
                </a:lnTo>
                <a:lnTo>
                  <a:pt x="46659" y="68630"/>
                </a:lnTo>
                <a:lnTo>
                  <a:pt x="46659" y="69659"/>
                </a:lnTo>
                <a:lnTo>
                  <a:pt x="45834" y="69608"/>
                </a:lnTo>
                <a:lnTo>
                  <a:pt x="45834" y="70612"/>
                </a:lnTo>
                <a:lnTo>
                  <a:pt x="45605" y="70866"/>
                </a:lnTo>
                <a:lnTo>
                  <a:pt x="45478" y="70993"/>
                </a:lnTo>
                <a:lnTo>
                  <a:pt x="45440" y="70866"/>
                </a:lnTo>
                <a:lnTo>
                  <a:pt x="45351" y="70612"/>
                </a:lnTo>
                <a:lnTo>
                  <a:pt x="45834" y="70612"/>
                </a:lnTo>
                <a:lnTo>
                  <a:pt x="45834" y="69608"/>
                </a:lnTo>
                <a:lnTo>
                  <a:pt x="45186" y="70129"/>
                </a:lnTo>
                <a:lnTo>
                  <a:pt x="45021" y="69596"/>
                </a:lnTo>
                <a:lnTo>
                  <a:pt x="45732" y="69596"/>
                </a:lnTo>
                <a:lnTo>
                  <a:pt x="46558" y="69596"/>
                </a:lnTo>
                <a:lnTo>
                  <a:pt x="46659" y="68630"/>
                </a:lnTo>
                <a:lnTo>
                  <a:pt x="45897" y="68199"/>
                </a:lnTo>
                <a:lnTo>
                  <a:pt x="46812" y="68199"/>
                </a:lnTo>
                <a:lnTo>
                  <a:pt x="47294" y="68757"/>
                </a:lnTo>
                <a:lnTo>
                  <a:pt x="47498" y="68948"/>
                </a:lnTo>
                <a:lnTo>
                  <a:pt x="47434" y="68668"/>
                </a:lnTo>
                <a:lnTo>
                  <a:pt x="47307" y="68580"/>
                </a:lnTo>
                <a:lnTo>
                  <a:pt x="47320" y="68199"/>
                </a:lnTo>
                <a:lnTo>
                  <a:pt x="48704" y="68199"/>
                </a:lnTo>
                <a:lnTo>
                  <a:pt x="48704" y="57912"/>
                </a:lnTo>
                <a:lnTo>
                  <a:pt x="45377" y="57912"/>
                </a:lnTo>
                <a:lnTo>
                  <a:pt x="45377" y="67945"/>
                </a:lnTo>
                <a:lnTo>
                  <a:pt x="45339" y="68199"/>
                </a:lnTo>
                <a:lnTo>
                  <a:pt x="45059" y="68199"/>
                </a:lnTo>
                <a:lnTo>
                  <a:pt x="45059" y="67945"/>
                </a:lnTo>
                <a:lnTo>
                  <a:pt x="45377" y="67945"/>
                </a:lnTo>
                <a:lnTo>
                  <a:pt x="45377" y="57912"/>
                </a:lnTo>
                <a:lnTo>
                  <a:pt x="44767" y="57912"/>
                </a:lnTo>
                <a:lnTo>
                  <a:pt x="44767" y="68199"/>
                </a:lnTo>
                <a:lnTo>
                  <a:pt x="44551" y="68199"/>
                </a:lnTo>
                <a:lnTo>
                  <a:pt x="44094" y="68580"/>
                </a:lnTo>
                <a:lnTo>
                  <a:pt x="44081" y="68199"/>
                </a:lnTo>
                <a:lnTo>
                  <a:pt x="44081" y="67945"/>
                </a:lnTo>
                <a:lnTo>
                  <a:pt x="44424" y="67945"/>
                </a:lnTo>
                <a:lnTo>
                  <a:pt x="44767" y="68199"/>
                </a:lnTo>
                <a:lnTo>
                  <a:pt x="44767" y="57912"/>
                </a:lnTo>
                <a:lnTo>
                  <a:pt x="43688" y="57912"/>
                </a:lnTo>
                <a:lnTo>
                  <a:pt x="43688" y="68199"/>
                </a:lnTo>
                <a:lnTo>
                  <a:pt x="43637" y="68834"/>
                </a:lnTo>
                <a:lnTo>
                  <a:pt x="43611" y="70612"/>
                </a:lnTo>
                <a:lnTo>
                  <a:pt x="43535" y="71208"/>
                </a:lnTo>
                <a:lnTo>
                  <a:pt x="43053" y="71234"/>
                </a:lnTo>
                <a:lnTo>
                  <a:pt x="43357" y="71120"/>
                </a:lnTo>
                <a:lnTo>
                  <a:pt x="43307" y="70866"/>
                </a:lnTo>
                <a:lnTo>
                  <a:pt x="43472" y="71120"/>
                </a:lnTo>
                <a:lnTo>
                  <a:pt x="43535" y="70713"/>
                </a:lnTo>
                <a:lnTo>
                  <a:pt x="43345" y="70789"/>
                </a:lnTo>
                <a:lnTo>
                  <a:pt x="43192" y="70612"/>
                </a:lnTo>
                <a:lnTo>
                  <a:pt x="43434" y="70612"/>
                </a:lnTo>
                <a:lnTo>
                  <a:pt x="43611" y="70612"/>
                </a:lnTo>
                <a:lnTo>
                  <a:pt x="43611" y="68821"/>
                </a:lnTo>
                <a:lnTo>
                  <a:pt x="43357" y="68618"/>
                </a:lnTo>
                <a:lnTo>
                  <a:pt x="42989" y="68338"/>
                </a:lnTo>
                <a:lnTo>
                  <a:pt x="42824" y="68199"/>
                </a:lnTo>
                <a:lnTo>
                  <a:pt x="42951" y="68199"/>
                </a:lnTo>
                <a:lnTo>
                  <a:pt x="43256" y="68199"/>
                </a:lnTo>
                <a:lnTo>
                  <a:pt x="43573" y="68199"/>
                </a:lnTo>
                <a:lnTo>
                  <a:pt x="43688" y="57912"/>
                </a:lnTo>
                <a:lnTo>
                  <a:pt x="41160" y="57912"/>
                </a:lnTo>
                <a:lnTo>
                  <a:pt x="41160" y="70866"/>
                </a:lnTo>
                <a:lnTo>
                  <a:pt x="40551" y="70866"/>
                </a:lnTo>
                <a:lnTo>
                  <a:pt x="40449" y="70612"/>
                </a:lnTo>
                <a:lnTo>
                  <a:pt x="41084" y="70612"/>
                </a:lnTo>
                <a:lnTo>
                  <a:pt x="41160" y="70866"/>
                </a:lnTo>
                <a:lnTo>
                  <a:pt x="41160" y="57912"/>
                </a:lnTo>
                <a:lnTo>
                  <a:pt x="40284" y="57912"/>
                </a:lnTo>
                <a:lnTo>
                  <a:pt x="40284" y="70612"/>
                </a:lnTo>
                <a:lnTo>
                  <a:pt x="40055" y="70866"/>
                </a:lnTo>
                <a:lnTo>
                  <a:pt x="40005" y="70612"/>
                </a:lnTo>
                <a:lnTo>
                  <a:pt x="40284" y="70612"/>
                </a:lnTo>
                <a:lnTo>
                  <a:pt x="40284" y="57912"/>
                </a:lnTo>
                <a:lnTo>
                  <a:pt x="38709" y="57912"/>
                </a:lnTo>
                <a:lnTo>
                  <a:pt x="38709" y="70612"/>
                </a:lnTo>
                <a:lnTo>
                  <a:pt x="38569" y="70612"/>
                </a:lnTo>
                <a:lnTo>
                  <a:pt x="38709" y="70612"/>
                </a:lnTo>
                <a:lnTo>
                  <a:pt x="38709" y="57912"/>
                </a:lnTo>
                <a:lnTo>
                  <a:pt x="35661" y="57912"/>
                </a:lnTo>
                <a:lnTo>
                  <a:pt x="35661" y="69596"/>
                </a:lnTo>
                <a:lnTo>
                  <a:pt x="35382" y="69977"/>
                </a:lnTo>
                <a:lnTo>
                  <a:pt x="35509" y="69596"/>
                </a:lnTo>
                <a:lnTo>
                  <a:pt x="35661" y="69596"/>
                </a:lnTo>
                <a:lnTo>
                  <a:pt x="35661" y="57912"/>
                </a:lnTo>
                <a:lnTo>
                  <a:pt x="34937" y="57912"/>
                </a:lnTo>
                <a:lnTo>
                  <a:pt x="34937" y="70612"/>
                </a:lnTo>
                <a:lnTo>
                  <a:pt x="34772" y="70777"/>
                </a:lnTo>
                <a:lnTo>
                  <a:pt x="34823" y="70612"/>
                </a:lnTo>
                <a:lnTo>
                  <a:pt x="34937" y="57912"/>
                </a:lnTo>
                <a:lnTo>
                  <a:pt x="34290" y="57912"/>
                </a:lnTo>
                <a:lnTo>
                  <a:pt x="34290" y="69596"/>
                </a:lnTo>
                <a:lnTo>
                  <a:pt x="34137" y="69850"/>
                </a:lnTo>
                <a:lnTo>
                  <a:pt x="33921" y="69596"/>
                </a:lnTo>
                <a:lnTo>
                  <a:pt x="34290" y="69596"/>
                </a:lnTo>
                <a:lnTo>
                  <a:pt x="34290" y="57912"/>
                </a:lnTo>
                <a:lnTo>
                  <a:pt x="26111" y="57912"/>
                </a:lnTo>
                <a:lnTo>
                  <a:pt x="26111" y="69596"/>
                </a:lnTo>
                <a:lnTo>
                  <a:pt x="25603" y="69850"/>
                </a:lnTo>
                <a:lnTo>
                  <a:pt x="25590" y="69596"/>
                </a:lnTo>
                <a:lnTo>
                  <a:pt x="26111" y="69596"/>
                </a:lnTo>
                <a:lnTo>
                  <a:pt x="26111" y="57912"/>
                </a:lnTo>
                <a:lnTo>
                  <a:pt x="25361" y="57912"/>
                </a:lnTo>
                <a:lnTo>
                  <a:pt x="25361" y="70612"/>
                </a:lnTo>
                <a:lnTo>
                  <a:pt x="25336" y="70739"/>
                </a:lnTo>
                <a:lnTo>
                  <a:pt x="25120" y="70612"/>
                </a:lnTo>
                <a:lnTo>
                  <a:pt x="25361" y="70612"/>
                </a:lnTo>
                <a:lnTo>
                  <a:pt x="25361" y="57912"/>
                </a:lnTo>
                <a:lnTo>
                  <a:pt x="24561" y="57912"/>
                </a:lnTo>
                <a:lnTo>
                  <a:pt x="24561" y="69596"/>
                </a:lnTo>
                <a:lnTo>
                  <a:pt x="24434" y="69646"/>
                </a:lnTo>
                <a:lnTo>
                  <a:pt x="24307" y="69646"/>
                </a:lnTo>
                <a:lnTo>
                  <a:pt x="24003" y="69811"/>
                </a:lnTo>
                <a:lnTo>
                  <a:pt x="23876" y="69850"/>
                </a:lnTo>
                <a:lnTo>
                  <a:pt x="24130" y="69596"/>
                </a:lnTo>
                <a:lnTo>
                  <a:pt x="24371" y="69596"/>
                </a:lnTo>
                <a:lnTo>
                  <a:pt x="24561" y="69596"/>
                </a:lnTo>
                <a:lnTo>
                  <a:pt x="24561" y="57912"/>
                </a:lnTo>
                <a:lnTo>
                  <a:pt x="23901" y="57912"/>
                </a:lnTo>
                <a:lnTo>
                  <a:pt x="23901" y="68199"/>
                </a:lnTo>
                <a:lnTo>
                  <a:pt x="23749" y="68580"/>
                </a:lnTo>
                <a:lnTo>
                  <a:pt x="23571" y="68199"/>
                </a:lnTo>
                <a:lnTo>
                  <a:pt x="22974" y="68986"/>
                </a:lnTo>
                <a:lnTo>
                  <a:pt x="22898" y="68199"/>
                </a:lnTo>
                <a:lnTo>
                  <a:pt x="23571" y="68199"/>
                </a:lnTo>
                <a:lnTo>
                  <a:pt x="23901" y="68199"/>
                </a:lnTo>
                <a:lnTo>
                  <a:pt x="23901" y="57912"/>
                </a:lnTo>
                <a:lnTo>
                  <a:pt x="22745" y="57912"/>
                </a:lnTo>
                <a:lnTo>
                  <a:pt x="22745" y="68199"/>
                </a:lnTo>
                <a:lnTo>
                  <a:pt x="22339" y="68808"/>
                </a:lnTo>
                <a:lnTo>
                  <a:pt x="22123" y="68199"/>
                </a:lnTo>
                <a:lnTo>
                  <a:pt x="22745" y="68199"/>
                </a:lnTo>
                <a:lnTo>
                  <a:pt x="22745" y="57912"/>
                </a:lnTo>
                <a:lnTo>
                  <a:pt x="21475" y="57912"/>
                </a:lnTo>
                <a:lnTo>
                  <a:pt x="21475" y="68199"/>
                </a:lnTo>
                <a:lnTo>
                  <a:pt x="21336" y="68541"/>
                </a:lnTo>
                <a:lnTo>
                  <a:pt x="21374" y="68199"/>
                </a:lnTo>
                <a:lnTo>
                  <a:pt x="21475" y="57912"/>
                </a:lnTo>
                <a:lnTo>
                  <a:pt x="20497" y="57912"/>
                </a:lnTo>
                <a:lnTo>
                  <a:pt x="20497" y="68199"/>
                </a:lnTo>
                <a:lnTo>
                  <a:pt x="20320" y="68580"/>
                </a:lnTo>
                <a:lnTo>
                  <a:pt x="19964" y="68402"/>
                </a:lnTo>
                <a:lnTo>
                  <a:pt x="19951" y="68580"/>
                </a:lnTo>
                <a:lnTo>
                  <a:pt x="19900" y="68364"/>
                </a:lnTo>
                <a:lnTo>
                  <a:pt x="19570" y="68199"/>
                </a:lnTo>
                <a:lnTo>
                  <a:pt x="19011" y="68199"/>
                </a:lnTo>
                <a:lnTo>
                  <a:pt x="19024" y="67945"/>
                </a:lnTo>
                <a:lnTo>
                  <a:pt x="18656" y="67945"/>
                </a:lnTo>
                <a:lnTo>
                  <a:pt x="18237" y="67602"/>
                </a:lnTo>
                <a:lnTo>
                  <a:pt x="18478" y="67678"/>
                </a:lnTo>
                <a:lnTo>
                  <a:pt x="19354" y="67945"/>
                </a:lnTo>
                <a:lnTo>
                  <a:pt x="19050" y="67945"/>
                </a:lnTo>
                <a:lnTo>
                  <a:pt x="19570" y="68199"/>
                </a:lnTo>
                <a:lnTo>
                  <a:pt x="19862" y="68199"/>
                </a:lnTo>
                <a:lnTo>
                  <a:pt x="20002" y="68199"/>
                </a:lnTo>
                <a:lnTo>
                  <a:pt x="20497" y="68199"/>
                </a:lnTo>
                <a:lnTo>
                  <a:pt x="20497" y="57912"/>
                </a:lnTo>
                <a:lnTo>
                  <a:pt x="19443" y="57912"/>
                </a:lnTo>
                <a:lnTo>
                  <a:pt x="19443" y="58928"/>
                </a:lnTo>
                <a:lnTo>
                  <a:pt x="19100" y="59118"/>
                </a:lnTo>
                <a:lnTo>
                  <a:pt x="19100" y="59436"/>
                </a:lnTo>
                <a:lnTo>
                  <a:pt x="18618" y="59563"/>
                </a:lnTo>
                <a:lnTo>
                  <a:pt x="18630" y="59436"/>
                </a:lnTo>
                <a:lnTo>
                  <a:pt x="19100" y="59436"/>
                </a:lnTo>
                <a:lnTo>
                  <a:pt x="19100" y="59118"/>
                </a:lnTo>
                <a:lnTo>
                  <a:pt x="18643" y="59347"/>
                </a:lnTo>
                <a:lnTo>
                  <a:pt x="18669" y="59182"/>
                </a:lnTo>
                <a:lnTo>
                  <a:pt x="18872" y="58928"/>
                </a:lnTo>
                <a:lnTo>
                  <a:pt x="19443" y="58928"/>
                </a:lnTo>
                <a:lnTo>
                  <a:pt x="19443" y="57912"/>
                </a:lnTo>
                <a:lnTo>
                  <a:pt x="18199" y="57912"/>
                </a:lnTo>
                <a:lnTo>
                  <a:pt x="18199" y="67576"/>
                </a:lnTo>
                <a:lnTo>
                  <a:pt x="18072" y="67475"/>
                </a:lnTo>
                <a:lnTo>
                  <a:pt x="17767" y="67221"/>
                </a:lnTo>
                <a:lnTo>
                  <a:pt x="17792" y="66967"/>
                </a:lnTo>
                <a:lnTo>
                  <a:pt x="18161" y="66929"/>
                </a:lnTo>
                <a:lnTo>
                  <a:pt x="18186" y="67525"/>
                </a:lnTo>
                <a:lnTo>
                  <a:pt x="18199" y="57912"/>
                </a:lnTo>
                <a:lnTo>
                  <a:pt x="16090" y="57912"/>
                </a:lnTo>
                <a:lnTo>
                  <a:pt x="16090" y="61849"/>
                </a:lnTo>
                <a:lnTo>
                  <a:pt x="15544" y="61849"/>
                </a:lnTo>
                <a:lnTo>
                  <a:pt x="15430" y="62103"/>
                </a:lnTo>
                <a:lnTo>
                  <a:pt x="15392" y="64262"/>
                </a:lnTo>
                <a:lnTo>
                  <a:pt x="15163" y="64262"/>
                </a:lnTo>
                <a:lnTo>
                  <a:pt x="15163" y="64516"/>
                </a:lnTo>
                <a:lnTo>
                  <a:pt x="14859" y="64643"/>
                </a:lnTo>
                <a:lnTo>
                  <a:pt x="14833" y="64516"/>
                </a:lnTo>
                <a:lnTo>
                  <a:pt x="14338" y="64516"/>
                </a:lnTo>
                <a:lnTo>
                  <a:pt x="14643" y="64008"/>
                </a:lnTo>
                <a:lnTo>
                  <a:pt x="14947" y="64008"/>
                </a:lnTo>
                <a:lnTo>
                  <a:pt x="15392" y="64262"/>
                </a:lnTo>
                <a:lnTo>
                  <a:pt x="15392" y="62103"/>
                </a:lnTo>
                <a:lnTo>
                  <a:pt x="14935" y="62103"/>
                </a:lnTo>
                <a:lnTo>
                  <a:pt x="15036" y="61849"/>
                </a:lnTo>
                <a:lnTo>
                  <a:pt x="14770" y="61595"/>
                </a:lnTo>
                <a:lnTo>
                  <a:pt x="15113" y="61595"/>
                </a:lnTo>
                <a:lnTo>
                  <a:pt x="16090" y="61849"/>
                </a:lnTo>
                <a:lnTo>
                  <a:pt x="16090" y="57912"/>
                </a:lnTo>
                <a:lnTo>
                  <a:pt x="13665" y="57912"/>
                </a:lnTo>
                <a:lnTo>
                  <a:pt x="13665" y="58420"/>
                </a:lnTo>
                <a:lnTo>
                  <a:pt x="12801" y="58420"/>
                </a:lnTo>
                <a:lnTo>
                  <a:pt x="12598" y="58547"/>
                </a:lnTo>
                <a:lnTo>
                  <a:pt x="12788" y="58166"/>
                </a:lnTo>
                <a:lnTo>
                  <a:pt x="13233" y="58166"/>
                </a:lnTo>
                <a:lnTo>
                  <a:pt x="13665" y="58420"/>
                </a:lnTo>
                <a:lnTo>
                  <a:pt x="13665" y="57912"/>
                </a:lnTo>
                <a:lnTo>
                  <a:pt x="11607" y="57912"/>
                </a:lnTo>
                <a:lnTo>
                  <a:pt x="11607" y="61595"/>
                </a:lnTo>
                <a:lnTo>
                  <a:pt x="11087" y="61595"/>
                </a:lnTo>
                <a:lnTo>
                  <a:pt x="11366" y="61341"/>
                </a:lnTo>
                <a:lnTo>
                  <a:pt x="11544" y="61341"/>
                </a:lnTo>
                <a:lnTo>
                  <a:pt x="11607" y="61595"/>
                </a:lnTo>
                <a:lnTo>
                  <a:pt x="11607" y="57912"/>
                </a:lnTo>
                <a:lnTo>
                  <a:pt x="9004" y="57912"/>
                </a:lnTo>
                <a:lnTo>
                  <a:pt x="9029" y="57658"/>
                </a:lnTo>
                <a:lnTo>
                  <a:pt x="104101" y="57658"/>
                </a:lnTo>
                <a:lnTo>
                  <a:pt x="104101" y="54724"/>
                </a:lnTo>
                <a:lnTo>
                  <a:pt x="104038" y="54864"/>
                </a:lnTo>
                <a:lnTo>
                  <a:pt x="103568" y="54356"/>
                </a:lnTo>
                <a:lnTo>
                  <a:pt x="104267" y="54356"/>
                </a:lnTo>
                <a:lnTo>
                  <a:pt x="104800" y="53848"/>
                </a:lnTo>
                <a:lnTo>
                  <a:pt x="104851" y="54356"/>
                </a:lnTo>
                <a:lnTo>
                  <a:pt x="104940" y="53467"/>
                </a:lnTo>
                <a:lnTo>
                  <a:pt x="105765" y="53848"/>
                </a:lnTo>
                <a:lnTo>
                  <a:pt x="105816" y="53467"/>
                </a:lnTo>
                <a:lnTo>
                  <a:pt x="105854" y="53213"/>
                </a:lnTo>
                <a:lnTo>
                  <a:pt x="106438" y="53213"/>
                </a:lnTo>
                <a:lnTo>
                  <a:pt x="106286" y="53467"/>
                </a:lnTo>
                <a:lnTo>
                  <a:pt x="106692" y="53467"/>
                </a:lnTo>
                <a:lnTo>
                  <a:pt x="107061" y="53467"/>
                </a:lnTo>
                <a:lnTo>
                  <a:pt x="107238" y="53213"/>
                </a:lnTo>
                <a:lnTo>
                  <a:pt x="106870" y="52705"/>
                </a:lnTo>
                <a:lnTo>
                  <a:pt x="107035" y="52705"/>
                </a:lnTo>
                <a:lnTo>
                  <a:pt x="107429" y="53213"/>
                </a:lnTo>
                <a:lnTo>
                  <a:pt x="107365" y="52705"/>
                </a:lnTo>
                <a:lnTo>
                  <a:pt x="107238" y="52705"/>
                </a:lnTo>
                <a:lnTo>
                  <a:pt x="106883" y="52336"/>
                </a:lnTo>
                <a:lnTo>
                  <a:pt x="107264" y="52552"/>
                </a:lnTo>
                <a:lnTo>
                  <a:pt x="107391" y="52197"/>
                </a:lnTo>
                <a:lnTo>
                  <a:pt x="107581" y="52197"/>
                </a:lnTo>
                <a:lnTo>
                  <a:pt x="107962" y="52197"/>
                </a:lnTo>
                <a:lnTo>
                  <a:pt x="107962" y="52324"/>
                </a:lnTo>
                <a:lnTo>
                  <a:pt x="107581" y="52197"/>
                </a:lnTo>
                <a:lnTo>
                  <a:pt x="107759" y="52705"/>
                </a:lnTo>
                <a:lnTo>
                  <a:pt x="107962" y="52705"/>
                </a:lnTo>
                <a:lnTo>
                  <a:pt x="108445" y="52705"/>
                </a:lnTo>
                <a:lnTo>
                  <a:pt x="108661" y="52705"/>
                </a:lnTo>
                <a:lnTo>
                  <a:pt x="109105" y="52705"/>
                </a:lnTo>
                <a:lnTo>
                  <a:pt x="108686" y="52578"/>
                </a:lnTo>
                <a:lnTo>
                  <a:pt x="108762" y="52197"/>
                </a:lnTo>
                <a:lnTo>
                  <a:pt x="108597" y="51739"/>
                </a:lnTo>
                <a:lnTo>
                  <a:pt x="108597" y="52539"/>
                </a:lnTo>
                <a:lnTo>
                  <a:pt x="108343" y="52451"/>
                </a:lnTo>
                <a:lnTo>
                  <a:pt x="108242" y="52197"/>
                </a:lnTo>
                <a:lnTo>
                  <a:pt x="108496" y="52197"/>
                </a:lnTo>
                <a:lnTo>
                  <a:pt x="108597" y="52539"/>
                </a:lnTo>
                <a:lnTo>
                  <a:pt x="108597" y="51739"/>
                </a:lnTo>
                <a:lnTo>
                  <a:pt x="108572" y="51181"/>
                </a:lnTo>
                <a:lnTo>
                  <a:pt x="109435" y="51181"/>
                </a:lnTo>
                <a:lnTo>
                  <a:pt x="108864" y="50673"/>
                </a:lnTo>
                <a:lnTo>
                  <a:pt x="108165" y="50673"/>
                </a:lnTo>
                <a:lnTo>
                  <a:pt x="108610" y="50469"/>
                </a:lnTo>
                <a:lnTo>
                  <a:pt x="108407" y="50304"/>
                </a:lnTo>
                <a:lnTo>
                  <a:pt x="108521" y="50126"/>
                </a:lnTo>
                <a:lnTo>
                  <a:pt x="108724" y="50419"/>
                </a:lnTo>
                <a:lnTo>
                  <a:pt x="109715" y="50038"/>
                </a:lnTo>
                <a:lnTo>
                  <a:pt x="109118" y="50038"/>
                </a:lnTo>
                <a:lnTo>
                  <a:pt x="109067" y="49784"/>
                </a:lnTo>
                <a:lnTo>
                  <a:pt x="109016" y="49530"/>
                </a:lnTo>
                <a:lnTo>
                  <a:pt x="108534" y="49530"/>
                </a:lnTo>
                <a:lnTo>
                  <a:pt x="108915" y="49022"/>
                </a:lnTo>
                <a:lnTo>
                  <a:pt x="108458" y="49022"/>
                </a:lnTo>
                <a:lnTo>
                  <a:pt x="108458" y="50038"/>
                </a:lnTo>
                <a:lnTo>
                  <a:pt x="108229" y="50038"/>
                </a:lnTo>
                <a:lnTo>
                  <a:pt x="108102" y="50038"/>
                </a:lnTo>
                <a:lnTo>
                  <a:pt x="107797" y="50571"/>
                </a:lnTo>
                <a:lnTo>
                  <a:pt x="107391" y="50038"/>
                </a:lnTo>
                <a:lnTo>
                  <a:pt x="107632" y="50038"/>
                </a:lnTo>
                <a:lnTo>
                  <a:pt x="107607" y="49784"/>
                </a:lnTo>
                <a:lnTo>
                  <a:pt x="108292" y="49784"/>
                </a:lnTo>
                <a:lnTo>
                  <a:pt x="108458" y="50038"/>
                </a:lnTo>
                <a:lnTo>
                  <a:pt x="108458" y="49022"/>
                </a:lnTo>
                <a:lnTo>
                  <a:pt x="107657" y="49022"/>
                </a:lnTo>
                <a:lnTo>
                  <a:pt x="107657" y="48895"/>
                </a:lnTo>
                <a:lnTo>
                  <a:pt x="107657" y="49022"/>
                </a:lnTo>
                <a:lnTo>
                  <a:pt x="107962" y="48514"/>
                </a:lnTo>
                <a:lnTo>
                  <a:pt x="107962" y="48056"/>
                </a:lnTo>
                <a:lnTo>
                  <a:pt x="106959" y="48374"/>
                </a:lnTo>
                <a:lnTo>
                  <a:pt x="106768" y="48196"/>
                </a:lnTo>
                <a:lnTo>
                  <a:pt x="106768" y="49530"/>
                </a:lnTo>
                <a:lnTo>
                  <a:pt x="106387" y="49530"/>
                </a:lnTo>
                <a:lnTo>
                  <a:pt x="106337" y="49022"/>
                </a:lnTo>
                <a:lnTo>
                  <a:pt x="106730" y="49022"/>
                </a:lnTo>
                <a:lnTo>
                  <a:pt x="106768" y="49530"/>
                </a:lnTo>
                <a:lnTo>
                  <a:pt x="106768" y="48196"/>
                </a:lnTo>
                <a:lnTo>
                  <a:pt x="106578" y="48006"/>
                </a:lnTo>
                <a:lnTo>
                  <a:pt x="107962" y="48006"/>
                </a:lnTo>
                <a:lnTo>
                  <a:pt x="108102" y="48006"/>
                </a:lnTo>
                <a:lnTo>
                  <a:pt x="110375" y="48006"/>
                </a:lnTo>
                <a:close/>
              </a:path>
              <a:path w="120014" h="107950">
                <a:moveTo>
                  <a:pt x="117068" y="104267"/>
                </a:moveTo>
                <a:lnTo>
                  <a:pt x="116979" y="103759"/>
                </a:lnTo>
                <a:lnTo>
                  <a:pt x="116878" y="103251"/>
                </a:lnTo>
                <a:lnTo>
                  <a:pt x="116332" y="104267"/>
                </a:lnTo>
                <a:lnTo>
                  <a:pt x="117068" y="104267"/>
                </a:lnTo>
                <a:close/>
              </a:path>
              <a:path w="120014" h="107950">
                <a:moveTo>
                  <a:pt x="117589" y="105029"/>
                </a:moveTo>
                <a:lnTo>
                  <a:pt x="117348" y="105181"/>
                </a:lnTo>
                <a:lnTo>
                  <a:pt x="117195" y="105283"/>
                </a:lnTo>
                <a:lnTo>
                  <a:pt x="117436" y="105283"/>
                </a:lnTo>
                <a:lnTo>
                  <a:pt x="117563" y="105283"/>
                </a:lnTo>
                <a:lnTo>
                  <a:pt x="117589" y="105029"/>
                </a:lnTo>
                <a:close/>
              </a:path>
              <a:path w="120014" h="107950">
                <a:moveTo>
                  <a:pt x="119837" y="106807"/>
                </a:moveTo>
                <a:lnTo>
                  <a:pt x="119748" y="106299"/>
                </a:lnTo>
                <a:lnTo>
                  <a:pt x="117957" y="106235"/>
                </a:lnTo>
                <a:lnTo>
                  <a:pt x="117602" y="106121"/>
                </a:lnTo>
                <a:lnTo>
                  <a:pt x="117411" y="106070"/>
                </a:lnTo>
                <a:lnTo>
                  <a:pt x="117182" y="106045"/>
                </a:lnTo>
                <a:lnTo>
                  <a:pt x="116967" y="106045"/>
                </a:lnTo>
                <a:lnTo>
                  <a:pt x="116776" y="106045"/>
                </a:lnTo>
                <a:lnTo>
                  <a:pt x="116776" y="106299"/>
                </a:lnTo>
                <a:lnTo>
                  <a:pt x="116420" y="106438"/>
                </a:lnTo>
                <a:lnTo>
                  <a:pt x="116497" y="106299"/>
                </a:lnTo>
                <a:lnTo>
                  <a:pt x="116776" y="106299"/>
                </a:lnTo>
                <a:lnTo>
                  <a:pt x="116776" y="106045"/>
                </a:lnTo>
                <a:lnTo>
                  <a:pt x="116624" y="106045"/>
                </a:lnTo>
                <a:lnTo>
                  <a:pt x="116116" y="106045"/>
                </a:lnTo>
                <a:lnTo>
                  <a:pt x="116560" y="106172"/>
                </a:lnTo>
                <a:lnTo>
                  <a:pt x="113372" y="106045"/>
                </a:lnTo>
                <a:lnTo>
                  <a:pt x="115976" y="106045"/>
                </a:lnTo>
                <a:lnTo>
                  <a:pt x="116370" y="105791"/>
                </a:lnTo>
                <a:lnTo>
                  <a:pt x="117005" y="105371"/>
                </a:lnTo>
                <a:lnTo>
                  <a:pt x="117195" y="105283"/>
                </a:lnTo>
                <a:lnTo>
                  <a:pt x="117335" y="105168"/>
                </a:lnTo>
                <a:lnTo>
                  <a:pt x="117055" y="105283"/>
                </a:lnTo>
                <a:lnTo>
                  <a:pt x="117182" y="105029"/>
                </a:lnTo>
                <a:lnTo>
                  <a:pt x="116979" y="105029"/>
                </a:lnTo>
                <a:lnTo>
                  <a:pt x="116649" y="105143"/>
                </a:lnTo>
                <a:lnTo>
                  <a:pt x="116814" y="104775"/>
                </a:lnTo>
                <a:lnTo>
                  <a:pt x="117271" y="104775"/>
                </a:lnTo>
                <a:lnTo>
                  <a:pt x="116522" y="104381"/>
                </a:lnTo>
                <a:lnTo>
                  <a:pt x="116522" y="105181"/>
                </a:lnTo>
                <a:lnTo>
                  <a:pt x="116192" y="105283"/>
                </a:lnTo>
                <a:lnTo>
                  <a:pt x="116230" y="105029"/>
                </a:lnTo>
                <a:lnTo>
                  <a:pt x="116027" y="104775"/>
                </a:lnTo>
                <a:lnTo>
                  <a:pt x="116319" y="104775"/>
                </a:lnTo>
                <a:lnTo>
                  <a:pt x="116522" y="105181"/>
                </a:lnTo>
                <a:lnTo>
                  <a:pt x="116522" y="104381"/>
                </a:lnTo>
                <a:lnTo>
                  <a:pt x="116306" y="104267"/>
                </a:lnTo>
                <a:lnTo>
                  <a:pt x="115582" y="104267"/>
                </a:lnTo>
                <a:lnTo>
                  <a:pt x="115608" y="103759"/>
                </a:lnTo>
                <a:lnTo>
                  <a:pt x="115608" y="103505"/>
                </a:lnTo>
                <a:lnTo>
                  <a:pt x="115430" y="103759"/>
                </a:lnTo>
                <a:lnTo>
                  <a:pt x="115379" y="103251"/>
                </a:lnTo>
                <a:lnTo>
                  <a:pt x="115354" y="103124"/>
                </a:lnTo>
                <a:lnTo>
                  <a:pt x="114249" y="103124"/>
                </a:lnTo>
                <a:lnTo>
                  <a:pt x="113982" y="103251"/>
                </a:lnTo>
                <a:lnTo>
                  <a:pt x="113398" y="102743"/>
                </a:lnTo>
                <a:lnTo>
                  <a:pt x="113614" y="102743"/>
                </a:lnTo>
                <a:lnTo>
                  <a:pt x="113347" y="102616"/>
                </a:lnTo>
                <a:lnTo>
                  <a:pt x="113525" y="102616"/>
                </a:lnTo>
                <a:lnTo>
                  <a:pt x="113576" y="102235"/>
                </a:lnTo>
                <a:lnTo>
                  <a:pt x="113626" y="101727"/>
                </a:lnTo>
                <a:lnTo>
                  <a:pt x="113017" y="101727"/>
                </a:lnTo>
                <a:lnTo>
                  <a:pt x="111988" y="102235"/>
                </a:lnTo>
                <a:lnTo>
                  <a:pt x="111633" y="101727"/>
                </a:lnTo>
                <a:lnTo>
                  <a:pt x="111442" y="101473"/>
                </a:lnTo>
                <a:lnTo>
                  <a:pt x="111747" y="101473"/>
                </a:lnTo>
                <a:lnTo>
                  <a:pt x="111671" y="101219"/>
                </a:lnTo>
                <a:lnTo>
                  <a:pt x="111417" y="101092"/>
                </a:lnTo>
                <a:lnTo>
                  <a:pt x="112318" y="101092"/>
                </a:lnTo>
                <a:lnTo>
                  <a:pt x="108813" y="100711"/>
                </a:lnTo>
                <a:lnTo>
                  <a:pt x="110578" y="100711"/>
                </a:lnTo>
                <a:lnTo>
                  <a:pt x="109613" y="100584"/>
                </a:lnTo>
                <a:lnTo>
                  <a:pt x="108407" y="100711"/>
                </a:lnTo>
                <a:lnTo>
                  <a:pt x="108216" y="100584"/>
                </a:lnTo>
                <a:lnTo>
                  <a:pt x="107645" y="100203"/>
                </a:lnTo>
                <a:lnTo>
                  <a:pt x="107950" y="100203"/>
                </a:lnTo>
                <a:lnTo>
                  <a:pt x="108546" y="100457"/>
                </a:lnTo>
                <a:lnTo>
                  <a:pt x="108546" y="99949"/>
                </a:lnTo>
                <a:lnTo>
                  <a:pt x="108254" y="99949"/>
                </a:lnTo>
                <a:lnTo>
                  <a:pt x="107950" y="100088"/>
                </a:lnTo>
                <a:lnTo>
                  <a:pt x="107924" y="99949"/>
                </a:lnTo>
                <a:lnTo>
                  <a:pt x="108254" y="99949"/>
                </a:lnTo>
                <a:lnTo>
                  <a:pt x="108483" y="99860"/>
                </a:lnTo>
                <a:lnTo>
                  <a:pt x="108508" y="99695"/>
                </a:lnTo>
                <a:lnTo>
                  <a:pt x="108064" y="99695"/>
                </a:lnTo>
                <a:lnTo>
                  <a:pt x="107251" y="99910"/>
                </a:lnTo>
                <a:lnTo>
                  <a:pt x="106997" y="99695"/>
                </a:lnTo>
                <a:lnTo>
                  <a:pt x="106870" y="99606"/>
                </a:lnTo>
                <a:lnTo>
                  <a:pt x="106870" y="100076"/>
                </a:lnTo>
                <a:lnTo>
                  <a:pt x="106667" y="100203"/>
                </a:lnTo>
                <a:lnTo>
                  <a:pt x="106184" y="100469"/>
                </a:lnTo>
                <a:lnTo>
                  <a:pt x="105460" y="100203"/>
                </a:lnTo>
                <a:lnTo>
                  <a:pt x="104724" y="99949"/>
                </a:lnTo>
                <a:lnTo>
                  <a:pt x="105105" y="99949"/>
                </a:lnTo>
                <a:lnTo>
                  <a:pt x="106184" y="99949"/>
                </a:lnTo>
                <a:lnTo>
                  <a:pt x="106578" y="100203"/>
                </a:lnTo>
                <a:lnTo>
                  <a:pt x="106870" y="100076"/>
                </a:lnTo>
                <a:lnTo>
                  <a:pt x="106870" y="99606"/>
                </a:lnTo>
                <a:lnTo>
                  <a:pt x="106337" y="99187"/>
                </a:lnTo>
                <a:lnTo>
                  <a:pt x="105524" y="99695"/>
                </a:lnTo>
                <a:lnTo>
                  <a:pt x="104343" y="99695"/>
                </a:lnTo>
                <a:lnTo>
                  <a:pt x="103352" y="99695"/>
                </a:lnTo>
                <a:lnTo>
                  <a:pt x="103479" y="99187"/>
                </a:lnTo>
                <a:lnTo>
                  <a:pt x="103708" y="99187"/>
                </a:lnTo>
                <a:lnTo>
                  <a:pt x="103314" y="98933"/>
                </a:lnTo>
                <a:lnTo>
                  <a:pt x="103085" y="98933"/>
                </a:lnTo>
                <a:lnTo>
                  <a:pt x="102768" y="98780"/>
                </a:lnTo>
                <a:lnTo>
                  <a:pt x="102768" y="98933"/>
                </a:lnTo>
                <a:lnTo>
                  <a:pt x="102412" y="99060"/>
                </a:lnTo>
                <a:lnTo>
                  <a:pt x="102362" y="98933"/>
                </a:lnTo>
                <a:lnTo>
                  <a:pt x="102768" y="98933"/>
                </a:lnTo>
                <a:lnTo>
                  <a:pt x="102768" y="98780"/>
                </a:lnTo>
                <a:lnTo>
                  <a:pt x="102298" y="98552"/>
                </a:lnTo>
                <a:lnTo>
                  <a:pt x="102298" y="98425"/>
                </a:lnTo>
                <a:lnTo>
                  <a:pt x="102768" y="98552"/>
                </a:lnTo>
                <a:lnTo>
                  <a:pt x="102958" y="98425"/>
                </a:lnTo>
                <a:lnTo>
                  <a:pt x="102781" y="98425"/>
                </a:lnTo>
                <a:lnTo>
                  <a:pt x="101663" y="97917"/>
                </a:lnTo>
                <a:lnTo>
                  <a:pt x="101523" y="98044"/>
                </a:lnTo>
                <a:lnTo>
                  <a:pt x="100863" y="98552"/>
                </a:lnTo>
                <a:lnTo>
                  <a:pt x="100965" y="98044"/>
                </a:lnTo>
                <a:lnTo>
                  <a:pt x="100761" y="98044"/>
                </a:lnTo>
                <a:lnTo>
                  <a:pt x="99923" y="98425"/>
                </a:lnTo>
                <a:lnTo>
                  <a:pt x="99987" y="98044"/>
                </a:lnTo>
                <a:lnTo>
                  <a:pt x="19545" y="98044"/>
                </a:lnTo>
                <a:lnTo>
                  <a:pt x="19138" y="97917"/>
                </a:lnTo>
                <a:lnTo>
                  <a:pt x="101041" y="97917"/>
                </a:lnTo>
                <a:lnTo>
                  <a:pt x="100660" y="97675"/>
                </a:lnTo>
                <a:lnTo>
                  <a:pt x="100317" y="97853"/>
                </a:lnTo>
                <a:lnTo>
                  <a:pt x="100152" y="97739"/>
                </a:lnTo>
                <a:lnTo>
                  <a:pt x="100037" y="97561"/>
                </a:lnTo>
                <a:lnTo>
                  <a:pt x="99847" y="97536"/>
                </a:lnTo>
                <a:lnTo>
                  <a:pt x="99606" y="97536"/>
                </a:lnTo>
                <a:lnTo>
                  <a:pt x="99542" y="97409"/>
                </a:lnTo>
                <a:lnTo>
                  <a:pt x="99949" y="97409"/>
                </a:lnTo>
                <a:lnTo>
                  <a:pt x="99987" y="97028"/>
                </a:lnTo>
                <a:lnTo>
                  <a:pt x="99212" y="97028"/>
                </a:lnTo>
                <a:lnTo>
                  <a:pt x="99136" y="96774"/>
                </a:lnTo>
                <a:lnTo>
                  <a:pt x="99479" y="96774"/>
                </a:lnTo>
                <a:lnTo>
                  <a:pt x="98856" y="96659"/>
                </a:lnTo>
                <a:lnTo>
                  <a:pt x="98856" y="97028"/>
                </a:lnTo>
                <a:lnTo>
                  <a:pt x="98704" y="97028"/>
                </a:lnTo>
                <a:lnTo>
                  <a:pt x="98247" y="97409"/>
                </a:lnTo>
                <a:lnTo>
                  <a:pt x="97777" y="97028"/>
                </a:lnTo>
                <a:lnTo>
                  <a:pt x="98132" y="96774"/>
                </a:lnTo>
                <a:lnTo>
                  <a:pt x="97015" y="96774"/>
                </a:lnTo>
                <a:lnTo>
                  <a:pt x="96659" y="97028"/>
                </a:lnTo>
                <a:lnTo>
                  <a:pt x="95796" y="97409"/>
                </a:lnTo>
                <a:lnTo>
                  <a:pt x="95300" y="97409"/>
                </a:lnTo>
                <a:lnTo>
                  <a:pt x="94881" y="96774"/>
                </a:lnTo>
                <a:lnTo>
                  <a:pt x="94792" y="96647"/>
                </a:lnTo>
                <a:lnTo>
                  <a:pt x="94564" y="96647"/>
                </a:lnTo>
                <a:lnTo>
                  <a:pt x="94589" y="96774"/>
                </a:lnTo>
                <a:lnTo>
                  <a:pt x="94462" y="96685"/>
                </a:lnTo>
                <a:lnTo>
                  <a:pt x="94234" y="96520"/>
                </a:lnTo>
                <a:lnTo>
                  <a:pt x="94221" y="96774"/>
                </a:lnTo>
                <a:lnTo>
                  <a:pt x="94170" y="96520"/>
                </a:lnTo>
                <a:lnTo>
                  <a:pt x="94310" y="96520"/>
                </a:lnTo>
                <a:lnTo>
                  <a:pt x="94437" y="96596"/>
                </a:lnTo>
                <a:lnTo>
                  <a:pt x="94576" y="96266"/>
                </a:lnTo>
                <a:lnTo>
                  <a:pt x="94335" y="96266"/>
                </a:lnTo>
                <a:lnTo>
                  <a:pt x="94145" y="96354"/>
                </a:lnTo>
                <a:lnTo>
                  <a:pt x="94018" y="96405"/>
                </a:lnTo>
                <a:lnTo>
                  <a:pt x="93751" y="96520"/>
                </a:lnTo>
                <a:lnTo>
                  <a:pt x="93522" y="96520"/>
                </a:lnTo>
                <a:lnTo>
                  <a:pt x="93599" y="96774"/>
                </a:lnTo>
                <a:lnTo>
                  <a:pt x="93726" y="96774"/>
                </a:lnTo>
                <a:lnTo>
                  <a:pt x="93522" y="97028"/>
                </a:lnTo>
                <a:lnTo>
                  <a:pt x="92773" y="97028"/>
                </a:lnTo>
                <a:lnTo>
                  <a:pt x="91808" y="97282"/>
                </a:lnTo>
                <a:lnTo>
                  <a:pt x="91554" y="97028"/>
                </a:lnTo>
                <a:lnTo>
                  <a:pt x="24168" y="97028"/>
                </a:lnTo>
                <a:lnTo>
                  <a:pt x="24003" y="97028"/>
                </a:lnTo>
                <a:lnTo>
                  <a:pt x="23888" y="97282"/>
                </a:lnTo>
                <a:lnTo>
                  <a:pt x="23723" y="97028"/>
                </a:lnTo>
                <a:lnTo>
                  <a:pt x="23317" y="97028"/>
                </a:lnTo>
                <a:lnTo>
                  <a:pt x="22796" y="97028"/>
                </a:lnTo>
                <a:lnTo>
                  <a:pt x="22580" y="97028"/>
                </a:lnTo>
                <a:lnTo>
                  <a:pt x="22453" y="97028"/>
                </a:lnTo>
                <a:lnTo>
                  <a:pt x="22174" y="97409"/>
                </a:lnTo>
                <a:lnTo>
                  <a:pt x="22085" y="97536"/>
                </a:lnTo>
                <a:lnTo>
                  <a:pt x="22186" y="97028"/>
                </a:lnTo>
                <a:lnTo>
                  <a:pt x="22402" y="97028"/>
                </a:lnTo>
                <a:lnTo>
                  <a:pt x="22580" y="96837"/>
                </a:lnTo>
                <a:lnTo>
                  <a:pt x="22072" y="96774"/>
                </a:lnTo>
                <a:lnTo>
                  <a:pt x="21844" y="96774"/>
                </a:lnTo>
                <a:lnTo>
                  <a:pt x="21780" y="96647"/>
                </a:lnTo>
                <a:lnTo>
                  <a:pt x="21551" y="96774"/>
                </a:lnTo>
                <a:lnTo>
                  <a:pt x="21551" y="97409"/>
                </a:lnTo>
                <a:lnTo>
                  <a:pt x="21488" y="97536"/>
                </a:lnTo>
                <a:lnTo>
                  <a:pt x="21285" y="97536"/>
                </a:lnTo>
                <a:lnTo>
                  <a:pt x="21551" y="97409"/>
                </a:lnTo>
                <a:lnTo>
                  <a:pt x="21551" y="96774"/>
                </a:lnTo>
                <a:lnTo>
                  <a:pt x="21374" y="96862"/>
                </a:lnTo>
                <a:lnTo>
                  <a:pt x="20840" y="96774"/>
                </a:lnTo>
                <a:lnTo>
                  <a:pt x="20485" y="97028"/>
                </a:lnTo>
                <a:lnTo>
                  <a:pt x="21005" y="97028"/>
                </a:lnTo>
                <a:lnTo>
                  <a:pt x="20980" y="97409"/>
                </a:lnTo>
                <a:lnTo>
                  <a:pt x="20904" y="97536"/>
                </a:lnTo>
                <a:lnTo>
                  <a:pt x="20751" y="97536"/>
                </a:lnTo>
                <a:lnTo>
                  <a:pt x="20942" y="97409"/>
                </a:lnTo>
                <a:lnTo>
                  <a:pt x="20980" y="97040"/>
                </a:lnTo>
                <a:lnTo>
                  <a:pt x="20472" y="97155"/>
                </a:lnTo>
                <a:lnTo>
                  <a:pt x="20269" y="97028"/>
                </a:lnTo>
                <a:lnTo>
                  <a:pt x="19875" y="97294"/>
                </a:lnTo>
                <a:lnTo>
                  <a:pt x="19392" y="97409"/>
                </a:lnTo>
                <a:lnTo>
                  <a:pt x="19710" y="97409"/>
                </a:lnTo>
                <a:lnTo>
                  <a:pt x="20510" y="97409"/>
                </a:lnTo>
                <a:lnTo>
                  <a:pt x="20485" y="97536"/>
                </a:lnTo>
                <a:lnTo>
                  <a:pt x="19735" y="97536"/>
                </a:lnTo>
                <a:lnTo>
                  <a:pt x="19608" y="97536"/>
                </a:lnTo>
                <a:lnTo>
                  <a:pt x="19456" y="97853"/>
                </a:lnTo>
                <a:lnTo>
                  <a:pt x="18986" y="97574"/>
                </a:lnTo>
                <a:lnTo>
                  <a:pt x="18986" y="98552"/>
                </a:lnTo>
                <a:lnTo>
                  <a:pt x="18783" y="98552"/>
                </a:lnTo>
                <a:lnTo>
                  <a:pt x="18796" y="98425"/>
                </a:lnTo>
                <a:lnTo>
                  <a:pt x="18986" y="98552"/>
                </a:lnTo>
                <a:lnTo>
                  <a:pt x="18986" y="97574"/>
                </a:lnTo>
                <a:lnTo>
                  <a:pt x="18935" y="97853"/>
                </a:lnTo>
                <a:lnTo>
                  <a:pt x="18059" y="97536"/>
                </a:lnTo>
                <a:lnTo>
                  <a:pt x="17932" y="97917"/>
                </a:lnTo>
                <a:lnTo>
                  <a:pt x="17881" y="98044"/>
                </a:lnTo>
                <a:lnTo>
                  <a:pt x="18237" y="98044"/>
                </a:lnTo>
                <a:lnTo>
                  <a:pt x="18643" y="97917"/>
                </a:lnTo>
                <a:lnTo>
                  <a:pt x="17665" y="98425"/>
                </a:lnTo>
                <a:lnTo>
                  <a:pt x="17945" y="98552"/>
                </a:lnTo>
                <a:lnTo>
                  <a:pt x="17995" y="98425"/>
                </a:lnTo>
                <a:lnTo>
                  <a:pt x="18249" y="98552"/>
                </a:lnTo>
                <a:lnTo>
                  <a:pt x="17945" y="98552"/>
                </a:lnTo>
                <a:lnTo>
                  <a:pt x="17640" y="98552"/>
                </a:lnTo>
                <a:lnTo>
                  <a:pt x="17335" y="98933"/>
                </a:lnTo>
                <a:lnTo>
                  <a:pt x="17970" y="98933"/>
                </a:lnTo>
                <a:lnTo>
                  <a:pt x="17932" y="99187"/>
                </a:lnTo>
                <a:lnTo>
                  <a:pt x="17589" y="99187"/>
                </a:lnTo>
                <a:lnTo>
                  <a:pt x="16497" y="99580"/>
                </a:lnTo>
                <a:lnTo>
                  <a:pt x="14960" y="99441"/>
                </a:lnTo>
                <a:lnTo>
                  <a:pt x="12166" y="99695"/>
                </a:lnTo>
                <a:lnTo>
                  <a:pt x="13322" y="99695"/>
                </a:lnTo>
                <a:lnTo>
                  <a:pt x="13563" y="99822"/>
                </a:lnTo>
                <a:lnTo>
                  <a:pt x="13804" y="99949"/>
                </a:lnTo>
                <a:lnTo>
                  <a:pt x="13335" y="100203"/>
                </a:lnTo>
                <a:lnTo>
                  <a:pt x="12611" y="100203"/>
                </a:lnTo>
                <a:lnTo>
                  <a:pt x="12471" y="99949"/>
                </a:lnTo>
                <a:lnTo>
                  <a:pt x="10845" y="101092"/>
                </a:lnTo>
                <a:lnTo>
                  <a:pt x="7797" y="100203"/>
                </a:lnTo>
                <a:lnTo>
                  <a:pt x="5384" y="100584"/>
                </a:lnTo>
                <a:lnTo>
                  <a:pt x="5511" y="100711"/>
                </a:lnTo>
                <a:lnTo>
                  <a:pt x="3492" y="100584"/>
                </a:lnTo>
                <a:lnTo>
                  <a:pt x="3162" y="100711"/>
                </a:lnTo>
                <a:lnTo>
                  <a:pt x="3022" y="100711"/>
                </a:lnTo>
                <a:lnTo>
                  <a:pt x="2209" y="101219"/>
                </a:lnTo>
                <a:lnTo>
                  <a:pt x="2082" y="101092"/>
                </a:lnTo>
                <a:lnTo>
                  <a:pt x="1676" y="101092"/>
                </a:lnTo>
                <a:lnTo>
                  <a:pt x="1587" y="101473"/>
                </a:lnTo>
                <a:lnTo>
                  <a:pt x="787" y="101473"/>
                </a:lnTo>
                <a:lnTo>
                  <a:pt x="241" y="101727"/>
                </a:lnTo>
                <a:lnTo>
                  <a:pt x="355" y="101092"/>
                </a:lnTo>
                <a:lnTo>
                  <a:pt x="0" y="101092"/>
                </a:lnTo>
                <a:lnTo>
                  <a:pt x="0" y="107442"/>
                </a:lnTo>
                <a:lnTo>
                  <a:pt x="115938" y="107315"/>
                </a:lnTo>
                <a:lnTo>
                  <a:pt x="116065" y="107061"/>
                </a:lnTo>
                <a:lnTo>
                  <a:pt x="118122" y="107556"/>
                </a:lnTo>
                <a:lnTo>
                  <a:pt x="118821" y="107569"/>
                </a:lnTo>
                <a:lnTo>
                  <a:pt x="119608" y="107315"/>
                </a:lnTo>
                <a:lnTo>
                  <a:pt x="118821" y="107442"/>
                </a:lnTo>
                <a:lnTo>
                  <a:pt x="118833" y="107061"/>
                </a:lnTo>
                <a:lnTo>
                  <a:pt x="118833" y="106807"/>
                </a:lnTo>
                <a:lnTo>
                  <a:pt x="118833" y="106553"/>
                </a:lnTo>
                <a:lnTo>
                  <a:pt x="118605" y="106553"/>
                </a:lnTo>
                <a:lnTo>
                  <a:pt x="118148" y="106807"/>
                </a:lnTo>
                <a:lnTo>
                  <a:pt x="118186" y="106553"/>
                </a:lnTo>
                <a:lnTo>
                  <a:pt x="117843" y="106299"/>
                </a:lnTo>
                <a:lnTo>
                  <a:pt x="117805" y="106553"/>
                </a:lnTo>
                <a:lnTo>
                  <a:pt x="117944" y="106553"/>
                </a:lnTo>
                <a:lnTo>
                  <a:pt x="117805" y="106807"/>
                </a:lnTo>
                <a:lnTo>
                  <a:pt x="117525" y="106553"/>
                </a:lnTo>
                <a:lnTo>
                  <a:pt x="117246" y="106299"/>
                </a:lnTo>
                <a:lnTo>
                  <a:pt x="117843" y="106299"/>
                </a:lnTo>
                <a:lnTo>
                  <a:pt x="118173" y="106299"/>
                </a:lnTo>
                <a:lnTo>
                  <a:pt x="119837" y="106807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bg object 181"/>
          <p:cNvSpPr/>
          <p:nvPr/>
        </p:nvSpPr>
        <p:spPr>
          <a:xfrm>
            <a:off x="1994674" y="846695"/>
            <a:ext cx="28575" cy="55880"/>
          </a:xfrm>
          <a:custGeom>
            <a:avLst/>
            <a:gdLst/>
            <a:ahLst/>
            <a:cxnLst/>
            <a:rect l="l" t="t" r="r" b="b"/>
            <a:pathLst>
              <a:path w="28575" h="55880">
                <a:moveTo>
                  <a:pt x="482" y="55511"/>
                </a:moveTo>
                <a:lnTo>
                  <a:pt x="393" y="55105"/>
                </a:lnTo>
                <a:lnTo>
                  <a:pt x="152" y="54965"/>
                </a:lnTo>
                <a:lnTo>
                  <a:pt x="152" y="55181"/>
                </a:lnTo>
                <a:lnTo>
                  <a:pt x="0" y="55219"/>
                </a:lnTo>
                <a:lnTo>
                  <a:pt x="12" y="55473"/>
                </a:lnTo>
                <a:lnTo>
                  <a:pt x="482" y="55511"/>
                </a:lnTo>
                <a:close/>
              </a:path>
              <a:path w="28575" h="55880">
                <a:moveTo>
                  <a:pt x="23736" y="736"/>
                </a:moveTo>
                <a:close/>
              </a:path>
              <a:path w="28575" h="55880">
                <a:moveTo>
                  <a:pt x="24180" y="1143"/>
                </a:moveTo>
                <a:lnTo>
                  <a:pt x="23850" y="965"/>
                </a:lnTo>
                <a:lnTo>
                  <a:pt x="23710" y="812"/>
                </a:lnTo>
                <a:lnTo>
                  <a:pt x="23685" y="1092"/>
                </a:lnTo>
                <a:lnTo>
                  <a:pt x="24180" y="1143"/>
                </a:lnTo>
                <a:close/>
              </a:path>
              <a:path w="28575" h="55880">
                <a:moveTo>
                  <a:pt x="28257" y="317"/>
                </a:moveTo>
                <a:lnTo>
                  <a:pt x="28244" y="0"/>
                </a:lnTo>
                <a:lnTo>
                  <a:pt x="28016" y="127"/>
                </a:lnTo>
                <a:lnTo>
                  <a:pt x="28168" y="152"/>
                </a:lnTo>
                <a:lnTo>
                  <a:pt x="28257" y="317"/>
                </a:lnTo>
                <a:close/>
              </a:path>
            </a:pathLst>
          </a:custGeom>
          <a:solidFill>
            <a:srgbClr val="A692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bg object 182"/>
          <p:cNvSpPr/>
          <p:nvPr/>
        </p:nvSpPr>
        <p:spPr>
          <a:xfrm>
            <a:off x="1934743" y="834758"/>
            <a:ext cx="94615" cy="33655"/>
          </a:xfrm>
          <a:custGeom>
            <a:avLst/>
            <a:gdLst/>
            <a:ahLst/>
            <a:cxnLst/>
            <a:rect l="l" t="t" r="r" b="b"/>
            <a:pathLst>
              <a:path w="94614" h="33655">
                <a:moveTo>
                  <a:pt x="812" y="33083"/>
                </a:moveTo>
                <a:lnTo>
                  <a:pt x="469" y="32867"/>
                </a:lnTo>
                <a:lnTo>
                  <a:pt x="355" y="32639"/>
                </a:lnTo>
                <a:lnTo>
                  <a:pt x="279" y="32867"/>
                </a:lnTo>
                <a:lnTo>
                  <a:pt x="114" y="33007"/>
                </a:lnTo>
                <a:lnTo>
                  <a:pt x="0" y="33197"/>
                </a:lnTo>
                <a:lnTo>
                  <a:pt x="393" y="33045"/>
                </a:lnTo>
                <a:lnTo>
                  <a:pt x="546" y="33337"/>
                </a:lnTo>
                <a:lnTo>
                  <a:pt x="812" y="33083"/>
                </a:lnTo>
                <a:close/>
              </a:path>
              <a:path w="94614" h="33655">
                <a:moveTo>
                  <a:pt x="9207" y="22987"/>
                </a:moveTo>
                <a:lnTo>
                  <a:pt x="8826" y="23114"/>
                </a:lnTo>
                <a:lnTo>
                  <a:pt x="8712" y="22885"/>
                </a:lnTo>
                <a:lnTo>
                  <a:pt x="8534" y="23101"/>
                </a:lnTo>
                <a:lnTo>
                  <a:pt x="9004" y="23482"/>
                </a:lnTo>
                <a:lnTo>
                  <a:pt x="8788" y="23368"/>
                </a:lnTo>
                <a:lnTo>
                  <a:pt x="9207" y="23774"/>
                </a:lnTo>
                <a:lnTo>
                  <a:pt x="9169" y="23507"/>
                </a:lnTo>
                <a:lnTo>
                  <a:pt x="9067" y="23304"/>
                </a:lnTo>
                <a:lnTo>
                  <a:pt x="8991" y="23101"/>
                </a:lnTo>
                <a:lnTo>
                  <a:pt x="9207" y="22987"/>
                </a:lnTo>
                <a:close/>
              </a:path>
              <a:path w="94614" h="33655">
                <a:moveTo>
                  <a:pt x="11811" y="26517"/>
                </a:moveTo>
                <a:lnTo>
                  <a:pt x="11557" y="26581"/>
                </a:lnTo>
                <a:lnTo>
                  <a:pt x="11226" y="26606"/>
                </a:lnTo>
                <a:lnTo>
                  <a:pt x="11252" y="26949"/>
                </a:lnTo>
                <a:lnTo>
                  <a:pt x="11595" y="26949"/>
                </a:lnTo>
                <a:lnTo>
                  <a:pt x="11671" y="26708"/>
                </a:lnTo>
                <a:lnTo>
                  <a:pt x="11811" y="26517"/>
                </a:lnTo>
                <a:close/>
              </a:path>
              <a:path w="94614" h="33655">
                <a:moveTo>
                  <a:pt x="11861" y="22669"/>
                </a:moveTo>
                <a:lnTo>
                  <a:pt x="11709" y="22390"/>
                </a:lnTo>
                <a:lnTo>
                  <a:pt x="11379" y="22390"/>
                </a:lnTo>
                <a:lnTo>
                  <a:pt x="11315" y="22682"/>
                </a:lnTo>
                <a:lnTo>
                  <a:pt x="11557" y="23190"/>
                </a:lnTo>
                <a:lnTo>
                  <a:pt x="11709" y="22860"/>
                </a:lnTo>
                <a:lnTo>
                  <a:pt x="11417" y="22834"/>
                </a:lnTo>
                <a:lnTo>
                  <a:pt x="11861" y="22669"/>
                </a:lnTo>
                <a:close/>
              </a:path>
              <a:path w="94614" h="33655">
                <a:moveTo>
                  <a:pt x="16116" y="29425"/>
                </a:moveTo>
                <a:lnTo>
                  <a:pt x="15570" y="29349"/>
                </a:lnTo>
                <a:lnTo>
                  <a:pt x="15582" y="29692"/>
                </a:lnTo>
                <a:lnTo>
                  <a:pt x="15341" y="29794"/>
                </a:lnTo>
                <a:lnTo>
                  <a:pt x="15227" y="30035"/>
                </a:lnTo>
                <a:lnTo>
                  <a:pt x="15544" y="30073"/>
                </a:lnTo>
                <a:lnTo>
                  <a:pt x="16116" y="29425"/>
                </a:lnTo>
                <a:close/>
              </a:path>
              <a:path w="94614" h="33655">
                <a:moveTo>
                  <a:pt x="16370" y="17411"/>
                </a:moveTo>
                <a:lnTo>
                  <a:pt x="16027" y="17284"/>
                </a:lnTo>
                <a:lnTo>
                  <a:pt x="16027" y="17983"/>
                </a:lnTo>
                <a:lnTo>
                  <a:pt x="16344" y="17983"/>
                </a:lnTo>
                <a:lnTo>
                  <a:pt x="16370" y="17703"/>
                </a:lnTo>
                <a:lnTo>
                  <a:pt x="16370" y="17411"/>
                </a:lnTo>
                <a:close/>
              </a:path>
              <a:path w="94614" h="33655">
                <a:moveTo>
                  <a:pt x="17627" y="26517"/>
                </a:moveTo>
                <a:lnTo>
                  <a:pt x="17424" y="26492"/>
                </a:lnTo>
                <a:lnTo>
                  <a:pt x="17564" y="26111"/>
                </a:lnTo>
                <a:lnTo>
                  <a:pt x="17399" y="26047"/>
                </a:lnTo>
                <a:lnTo>
                  <a:pt x="16700" y="26123"/>
                </a:lnTo>
                <a:lnTo>
                  <a:pt x="16294" y="25984"/>
                </a:lnTo>
                <a:lnTo>
                  <a:pt x="16040" y="26619"/>
                </a:lnTo>
                <a:lnTo>
                  <a:pt x="16814" y="26301"/>
                </a:lnTo>
                <a:lnTo>
                  <a:pt x="16154" y="26847"/>
                </a:lnTo>
                <a:lnTo>
                  <a:pt x="16370" y="27089"/>
                </a:lnTo>
                <a:lnTo>
                  <a:pt x="16624" y="26822"/>
                </a:lnTo>
                <a:lnTo>
                  <a:pt x="16738" y="26441"/>
                </a:lnTo>
                <a:lnTo>
                  <a:pt x="17056" y="26276"/>
                </a:lnTo>
                <a:lnTo>
                  <a:pt x="17056" y="26733"/>
                </a:lnTo>
                <a:lnTo>
                  <a:pt x="17373" y="26530"/>
                </a:lnTo>
                <a:lnTo>
                  <a:pt x="17627" y="26517"/>
                </a:lnTo>
                <a:close/>
              </a:path>
              <a:path w="94614" h="33655">
                <a:moveTo>
                  <a:pt x="18313" y="25374"/>
                </a:moveTo>
                <a:lnTo>
                  <a:pt x="18072" y="25298"/>
                </a:lnTo>
                <a:lnTo>
                  <a:pt x="18072" y="24942"/>
                </a:lnTo>
                <a:lnTo>
                  <a:pt x="17741" y="24917"/>
                </a:lnTo>
                <a:lnTo>
                  <a:pt x="17741" y="25184"/>
                </a:lnTo>
                <a:lnTo>
                  <a:pt x="18148" y="25641"/>
                </a:lnTo>
                <a:lnTo>
                  <a:pt x="18313" y="25374"/>
                </a:lnTo>
                <a:close/>
              </a:path>
              <a:path w="94614" h="33655">
                <a:moveTo>
                  <a:pt x="18872" y="27749"/>
                </a:moveTo>
                <a:lnTo>
                  <a:pt x="18402" y="27749"/>
                </a:lnTo>
                <a:lnTo>
                  <a:pt x="18351" y="28041"/>
                </a:lnTo>
                <a:lnTo>
                  <a:pt x="18351" y="28359"/>
                </a:lnTo>
                <a:lnTo>
                  <a:pt x="18199" y="28790"/>
                </a:lnTo>
                <a:lnTo>
                  <a:pt x="18643" y="28663"/>
                </a:lnTo>
                <a:lnTo>
                  <a:pt x="18694" y="28130"/>
                </a:lnTo>
                <a:lnTo>
                  <a:pt x="18872" y="27749"/>
                </a:lnTo>
                <a:close/>
              </a:path>
              <a:path w="94614" h="33655">
                <a:moveTo>
                  <a:pt x="19672" y="27190"/>
                </a:moveTo>
                <a:lnTo>
                  <a:pt x="19405" y="27178"/>
                </a:lnTo>
                <a:lnTo>
                  <a:pt x="19304" y="27368"/>
                </a:lnTo>
                <a:lnTo>
                  <a:pt x="19100" y="27419"/>
                </a:lnTo>
                <a:lnTo>
                  <a:pt x="19151" y="27851"/>
                </a:lnTo>
                <a:lnTo>
                  <a:pt x="19367" y="28143"/>
                </a:lnTo>
                <a:lnTo>
                  <a:pt x="19545" y="28448"/>
                </a:lnTo>
                <a:lnTo>
                  <a:pt x="19646" y="27851"/>
                </a:lnTo>
                <a:lnTo>
                  <a:pt x="19304" y="27419"/>
                </a:lnTo>
                <a:lnTo>
                  <a:pt x="19672" y="27190"/>
                </a:lnTo>
                <a:close/>
              </a:path>
              <a:path w="94614" h="33655">
                <a:moveTo>
                  <a:pt x="20713" y="21983"/>
                </a:moveTo>
                <a:lnTo>
                  <a:pt x="20574" y="21856"/>
                </a:lnTo>
                <a:lnTo>
                  <a:pt x="20104" y="21856"/>
                </a:lnTo>
                <a:lnTo>
                  <a:pt x="20091" y="22072"/>
                </a:lnTo>
                <a:lnTo>
                  <a:pt x="20269" y="22072"/>
                </a:lnTo>
                <a:lnTo>
                  <a:pt x="20358" y="22199"/>
                </a:lnTo>
                <a:lnTo>
                  <a:pt x="20243" y="22402"/>
                </a:lnTo>
                <a:lnTo>
                  <a:pt x="20675" y="22529"/>
                </a:lnTo>
                <a:lnTo>
                  <a:pt x="20713" y="21983"/>
                </a:lnTo>
                <a:close/>
              </a:path>
              <a:path w="94614" h="33655">
                <a:moveTo>
                  <a:pt x="21704" y="31038"/>
                </a:moveTo>
                <a:lnTo>
                  <a:pt x="21678" y="30784"/>
                </a:lnTo>
                <a:lnTo>
                  <a:pt x="21539" y="30619"/>
                </a:lnTo>
                <a:lnTo>
                  <a:pt x="21602" y="30238"/>
                </a:lnTo>
                <a:lnTo>
                  <a:pt x="21424" y="30213"/>
                </a:lnTo>
                <a:lnTo>
                  <a:pt x="21069" y="29806"/>
                </a:lnTo>
                <a:lnTo>
                  <a:pt x="20916" y="30124"/>
                </a:lnTo>
                <a:lnTo>
                  <a:pt x="21348" y="30276"/>
                </a:lnTo>
                <a:lnTo>
                  <a:pt x="21399" y="30810"/>
                </a:lnTo>
                <a:lnTo>
                  <a:pt x="21704" y="31038"/>
                </a:lnTo>
                <a:close/>
              </a:path>
              <a:path w="94614" h="33655">
                <a:moveTo>
                  <a:pt x="21831" y="27305"/>
                </a:moveTo>
                <a:lnTo>
                  <a:pt x="21196" y="27305"/>
                </a:lnTo>
                <a:lnTo>
                  <a:pt x="21323" y="27571"/>
                </a:lnTo>
                <a:lnTo>
                  <a:pt x="21361" y="28105"/>
                </a:lnTo>
                <a:lnTo>
                  <a:pt x="21717" y="28041"/>
                </a:lnTo>
                <a:lnTo>
                  <a:pt x="21780" y="27673"/>
                </a:lnTo>
                <a:lnTo>
                  <a:pt x="21831" y="27305"/>
                </a:lnTo>
                <a:close/>
              </a:path>
              <a:path w="94614" h="33655">
                <a:moveTo>
                  <a:pt x="22402" y="11836"/>
                </a:moveTo>
                <a:lnTo>
                  <a:pt x="22047" y="11887"/>
                </a:lnTo>
                <a:lnTo>
                  <a:pt x="21856" y="11684"/>
                </a:lnTo>
                <a:lnTo>
                  <a:pt x="22072" y="11480"/>
                </a:lnTo>
                <a:lnTo>
                  <a:pt x="21856" y="11544"/>
                </a:lnTo>
                <a:lnTo>
                  <a:pt x="21602" y="11531"/>
                </a:lnTo>
                <a:lnTo>
                  <a:pt x="21488" y="11709"/>
                </a:lnTo>
                <a:lnTo>
                  <a:pt x="21729" y="11887"/>
                </a:lnTo>
                <a:lnTo>
                  <a:pt x="22174" y="12242"/>
                </a:lnTo>
                <a:lnTo>
                  <a:pt x="22402" y="11836"/>
                </a:lnTo>
                <a:close/>
              </a:path>
              <a:path w="94614" h="33655">
                <a:moveTo>
                  <a:pt x="22961" y="26847"/>
                </a:moveTo>
                <a:lnTo>
                  <a:pt x="22898" y="26504"/>
                </a:lnTo>
                <a:lnTo>
                  <a:pt x="22720" y="26276"/>
                </a:lnTo>
                <a:lnTo>
                  <a:pt x="22275" y="26289"/>
                </a:lnTo>
                <a:lnTo>
                  <a:pt x="22364" y="26619"/>
                </a:lnTo>
                <a:lnTo>
                  <a:pt x="22555" y="26835"/>
                </a:lnTo>
                <a:lnTo>
                  <a:pt x="22745" y="27089"/>
                </a:lnTo>
                <a:lnTo>
                  <a:pt x="22745" y="26949"/>
                </a:lnTo>
                <a:lnTo>
                  <a:pt x="22771" y="26822"/>
                </a:lnTo>
                <a:lnTo>
                  <a:pt x="22961" y="26847"/>
                </a:lnTo>
                <a:close/>
              </a:path>
              <a:path w="94614" h="33655">
                <a:moveTo>
                  <a:pt x="23342" y="29311"/>
                </a:moveTo>
                <a:lnTo>
                  <a:pt x="22860" y="29349"/>
                </a:lnTo>
                <a:lnTo>
                  <a:pt x="23012" y="29603"/>
                </a:lnTo>
                <a:lnTo>
                  <a:pt x="22961" y="30099"/>
                </a:lnTo>
                <a:lnTo>
                  <a:pt x="23304" y="30137"/>
                </a:lnTo>
                <a:lnTo>
                  <a:pt x="23164" y="29883"/>
                </a:lnTo>
                <a:lnTo>
                  <a:pt x="23342" y="29311"/>
                </a:lnTo>
                <a:close/>
              </a:path>
              <a:path w="94614" h="33655">
                <a:moveTo>
                  <a:pt x="23761" y="18313"/>
                </a:moveTo>
                <a:lnTo>
                  <a:pt x="23456" y="18338"/>
                </a:lnTo>
                <a:lnTo>
                  <a:pt x="23469" y="18072"/>
                </a:lnTo>
                <a:lnTo>
                  <a:pt x="23418" y="17868"/>
                </a:lnTo>
                <a:lnTo>
                  <a:pt x="23241" y="17919"/>
                </a:lnTo>
                <a:lnTo>
                  <a:pt x="22834" y="17716"/>
                </a:lnTo>
                <a:lnTo>
                  <a:pt x="22847" y="17970"/>
                </a:lnTo>
                <a:lnTo>
                  <a:pt x="23253" y="17970"/>
                </a:lnTo>
                <a:lnTo>
                  <a:pt x="23533" y="18846"/>
                </a:lnTo>
                <a:lnTo>
                  <a:pt x="23761" y="18313"/>
                </a:lnTo>
                <a:close/>
              </a:path>
              <a:path w="94614" h="33655">
                <a:moveTo>
                  <a:pt x="26390" y="15011"/>
                </a:moveTo>
                <a:lnTo>
                  <a:pt x="26276" y="14795"/>
                </a:lnTo>
                <a:lnTo>
                  <a:pt x="26035" y="14681"/>
                </a:lnTo>
                <a:lnTo>
                  <a:pt x="26174" y="15100"/>
                </a:lnTo>
                <a:lnTo>
                  <a:pt x="26098" y="15290"/>
                </a:lnTo>
                <a:lnTo>
                  <a:pt x="26390" y="15354"/>
                </a:lnTo>
                <a:lnTo>
                  <a:pt x="26390" y="15011"/>
                </a:lnTo>
                <a:close/>
              </a:path>
              <a:path w="94614" h="33655">
                <a:moveTo>
                  <a:pt x="31153" y="20358"/>
                </a:moveTo>
                <a:lnTo>
                  <a:pt x="30899" y="20358"/>
                </a:lnTo>
                <a:lnTo>
                  <a:pt x="30822" y="20180"/>
                </a:lnTo>
                <a:lnTo>
                  <a:pt x="30480" y="20243"/>
                </a:lnTo>
                <a:lnTo>
                  <a:pt x="30480" y="20599"/>
                </a:lnTo>
                <a:lnTo>
                  <a:pt x="30835" y="20751"/>
                </a:lnTo>
                <a:lnTo>
                  <a:pt x="30924" y="20586"/>
                </a:lnTo>
                <a:lnTo>
                  <a:pt x="31153" y="20358"/>
                </a:lnTo>
                <a:close/>
              </a:path>
              <a:path w="94614" h="33655">
                <a:moveTo>
                  <a:pt x="31508" y="10591"/>
                </a:moveTo>
                <a:lnTo>
                  <a:pt x="31216" y="10693"/>
                </a:lnTo>
                <a:lnTo>
                  <a:pt x="30645" y="10058"/>
                </a:lnTo>
                <a:lnTo>
                  <a:pt x="30480" y="10477"/>
                </a:lnTo>
                <a:lnTo>
                  <a:pt x="30594" y="10668"/>
                </a:lnTo>
                <a:lnTo>
                  <a:pt x="31280" y="10871"/>
                </a:lnTo>
                <a:lnTo>
                  <a:pt x="31508" y="10591"/>
                </a:lnTo>
                <a:close/>
              </a:path>
              <a:path w="94614" h="33655">
                <a:moveTo>
                  <a:pt x="32181" y="20612"/>
                </a:moveTo>
                <a:lnTo>
                  <a:pt x="31915" y="20332"/>
                </a:lnTo>
                <a:lnTo>
                  <a:pt x="31864" y="19900"/>
                </a:lnTo>
                <a:lnTo>
                  <a:pt x="31394" y="20142"/>
                </a:lnTo>
                <a:lnTo>
                  <a:pt x="31572" y="20180"/>
                </a:lnTo>
                <a:lnTo>
                  <a:pt x="31356" y="20294"/>
                </a:lnTo>
                <a:lnTo>
                  <a:pt x="31394" y="20485"/>
                </a:lnTo>
                <a:lnTo>
                  <a:pt x="31648" y="20523"/>
                </a:lnTo>
                <a:lnTo>
                  <a:pt x="31813" y="20662"/>
                </a:lnTo>
                <a:lnTo>
                  <a:pt x="32181" y="20612"/>
                </a:lnTo>
                <a:close/>
              </a:path>
              <a:path w="94614" h="33655">
                <a:moveTo>
                  <a:pt x="34696" y="20815"/>
                </a:moveTo>
                <a:lnTo>
                  <a:pt x="34556" y="20789"/>
                </a:lnTo>
                <a:lnTo>
                  <a:pt x="34569" y="20599"/>
                </a:lnTo>
                <a:lnTo>
                  <a:pt x="34277" y="20485"/>
                </a:lnTo>
                <a:lnTo>
                  <a:pt x="33909" y="20815"/>
                </a:lnTo>
                <a:lnTo>
                  <a:pt x="34226" y="20929"/>
                </a:lnTo>
                <a:lnTo>
                  <a:pt x="34251" y="20675"/>
                </a:lnTo>
                <a:lnTo>
                  <a:pt x="34531" y="21069"/>
                </a:lnTo>
                <a:lnTo>
                  <a:pt x="34671" y="21043"/>
                </a:lnTo>
                <a:lnTo>
                  <a:pt x="34696" y="20815"/>
                </a:lnTo>
                <a:close/>
              </a:path>
              <a:path w="94614" h="33655">
                <a:moveTo>
                  <a:pt x="36283" y="9334"/>
                </a:moveTo>
                <a:lnTo>
                  <a:pt x="36271" y="9118"/>
                </a:lnTo>
                <a:lnTo>
                  <a:pt x="36207" y="8940"/>
                </a:lnTo>
                <a:lnTo>
                  <a:pt x="36055" y="8864"/>
                </a:lnTo>
                <a:lnTo>
                  <a:pt x="36106" y="9182"/>
                </a:lnTo>
                <a:lnTo>
                  <a:pt x="35420" y="8788"/>
                </a:lnTo>
                <a:lnTo>
                  <a:pt x="35483" y="9105"/>
                </a:lnTo>
                <a:lnTo>
                  <a:pt x="35839" y="9093"/>
                </a:lnTo>
                <a:lnTo>
                  <a:pt x="36017" y="9245"/>
                </a:lnTo>
                <a:lnTo>
                  <a:pt x="36283" y="9334"/>
                </a:lnTo>
                <a:close/>
              </a:path>
              <a:path w="94614" h="33655">
                <a:moveTo>
                  <a:pt x="38214" y="9664"/>
                </a:moveTo>
                <a:lnTo>
                  <a:pt x="37998" y="9436"/>
                </a:lnTo>
                <a:lnTo>
                  <a:pt x="37960" y="9575"/>
                </a:lnTo>
                <a:lnTo>
                  <a:pt x="37757" y="9664"/>
                </a:lnTo>
                <a:lnTo>
                  <a:pt x="37731" y="9931"/>
                </a:lnTo>
                <a:lnTo>
                  <a:pt x="37795" y="10096"/>
                </a:lnTo>
                <a:lnTo>
                  <a:pt x="37985" y="10121"/>
                </a:lnTo>
                <a:lnTo>
                  <a:pt x="37871" y="9779"/>
                </a:lnTo>
                <a:lnTo>
                  <a:pt x="38214" y="9664"/>
                </a:lnTo>
                <a:close/>
              </a:path>
              <a:path w="94614" h="33655">
                <a:moveTo>
                  <a:pt x="40589" y="17170"/>
                </a:moveTo>
                <a:lnTo>
                  <a:pt x="40449" y="17030"/>
                </a:lnTo>
                <a:lnTo>
                  <a:pt x="39903" y="16967"/>
                </a:lnTo>
                <a:lnTo>
                  <a:pt x="39903" y="17284"/>
                </a:lnTo>
                <a:lnTo>
                  <a:pt x="40106" y="17233"/>
                </a:lnTo>
                <a:lnTo>
                  <a:pt x="40576" y="17437"/>
                </a:lnTo>
                <a:lnTo>
                  <a:pt x="40589" y="17170"/>
                </a:lnTo>
                <a:close/>
              </a:path>
              <a:path w="94614" h="33655">
                <a:moveTo>
                  <a:pt x="41414" y="3302"/>
                </a:moveTo>
                <a:lnTo>
                  <a:pt x="41160" y="3187"/>
                </a:lnTo>
                <a:lnTo>
                  <a:pt x="41059" y="3517"/>
                </a:lnTo>
                <a:lnTo>
                  <a:pt x="40906" y="3746"/>
                </a:lnTo>
                <a:lnTo>
                  <a:pt x="40690" y="3975"/>
                </a:lnTo>
                <a:lnTo>
                  <a:pt x="40906" y="3975"/>
                </a:lnTo>
                <a:lnTo>
                  <a:pt x="41046" y="4000"/>
                </a:lnTo>
                <a:lnTo>
                  <a:pt x="41008" y="3708"/>
                </a:lnTo>
                <a:lnTo>
                  <a:pt x="41414" y="3302"/>
                </a:lnTo>
                <a:close/>
              </a:path>
              <a:path w="94614" h="33655">
                <a:moveTo>
                  <a:pt x="42964" y="15024"/>
                </a:moveTo>
                <a:lnTo>
                  <a:pt x="42341" y="15024"/>
                </a:lnTo>
                <a:lnTo>
                  <a:pt x="42418" y="15468"/>
                </a:lnTo>
                <a:lnTo>
                  <a:pt x="42887" y="15468"/>
                </a:lnTo>
                <a:lnTo>
                  <a:pt x="42964" y="15024"/>
                </a:lnTo>
                <a:close/>
              </a:path>
              <a:path w="94614" h="33655">
                <a:moveTo>
                  <a:pt x="44767" y="2336"/>
                </a:moveTo>
                <a:lnTo>
                  <a:pt x="44742" y="1854"/>
                </a:lnTo>
                <a:lnTo>
                  <a:pt x="44348" y="1955"/>
                </a:lnTo>
                <a:lnTo>
                  <a:pt x="44335" y="2222"/>
                </a:lnTo>
                <a:lnTo>
                  <a:pt x="44335" y="2501"/>
                </a:lnTo>
                <a:lnTo>
                  <a:pt x="44577" y="2514"/>
                </a:lnTo>
                <a:lnTo>
                  <a:pt x="44767" y="2336"/>
                </a:lnTo>
                <a:close/>
              </a:path>
              <a:path w="94614" h="33655">
                <a:moveTo>
                  <a:pt x="45250" y="5918"/>
                </a:moveTo>
                <a:lnTo>
                  <a:pt x="45135" y="5727"/>
                </a:lnTo>
                <a:lnTo>
                  <a:pt x="44894" y="5676"/>
                </a:lnTo>
                <a:lnTo>
                  <a:pt x="44691" y="5575"/>
                </a:lnTo>
                <a:lnTo>
                  <a:pt x="44450" y="5765"/>
                </a:lnTo>
                <a:lnTo>
                  <a:pt x="44488" y="6108"/>
                </a:lnTo>
                <a:lnTo>
                  <a:pt x="44691" y="6362"/>
                </a:lnTo>
                <a:lnTo>
                  <a:pt x="44691" y="6083"/>
                </a:lnTo>
                <a:lnTo>
                  <a:pt x="44907" y="5981"/>
                </a:lnTo>
                <a:lnTo>
                  <a:pt x="45034" y="5803"/>
                </a:lnTo>
                <a:lnTo>
                  <a:pt x="45008" y="5994"/>
                </a:lnTo>
                <a:lnTo>
                  <a:pt x="45186" y="6121"/>
                </a:lnTo>
                <a:lnTo>
                  <a:pt x="45250" y="5918"/>
                </a:lnTo>
                <a:close/>
              </a:path>
              <a:path w="94614" h="33655">
                <a:moveTo>
                  <a:pt x="45758" y="13119"/>
                </a:moveTo>
                <a:lnTo>
                  <a:pt x="45707" y="12852"/>
                </a:lnTo>
                <a:lnTo>
                  <a:pt x="45300" y="12738"/>
                </a:lnTo>
                <a:lnTo>
                  <a:pt x="45262" y="13411"/>
                </a:lnTo>
                <a:lnTo>
                  <a:pt x="45593" y="13423"/>
                </a:lnTo>
                <a:lnTo>
                  <a:pt x="45516" y="13106"/>
                </a:lnTo>
                <a:lnTo>
                  <a:pt x="45758" y="13119"/>
                </a:lnTo>
                <a:close/>
              </a:path>
              <a:path w="94614" h="33655">
                <a:moveTo>
                  <a:pt x="46329" y="13093"/>
                </a:moveTo>
                <a:lnTo>
                  <a:pt x="45935" y="13093"/>
                </a:lnTo>
                <a:lnTo>
                  <a:pt x="46012" y="13360"/>
                </a:lnTo>
                <a:lnTo>
                  <a:pt x="46050" y="13741"/>
                </a:lnTo>
                <a:lnTo>
                  <a:pt x="46278" y="13893"/>
                </a:lnTo>
                <a:lnTo>
                  <a:pt x="46278" y="13512"/>
                </a:lnTo>
                <a:lnTo>
                  <a:pt x="46329" y="13093"/>
                </a:lnTo>
                <a:close/>
              </a:path>
              <a:path w="94614" h="33655">
                <a:moveTo>
                  <a:pt x="48387" y="889"/>
                </a:moveTo>
                <a:lnTo>
                  <a:pt x="48247" y="76"/>
                </a:lnTo>
                <a:lnTo>
                  <a:pt x="47993" y="0"/>
                </a:lnTo>
                <a:lnTo>
                  <a:pt x="47993" y="304"/>
                </a:lnTo>
                <a:lnTo>
                  <a:pt x="48031" y="660"/>
                </a:lnTo>
                <a:lnTo>
                  <a:pt x="47866" y="787"/>
                </a:lnTo>
                <a:lnTo>
                  <a:pt x="48387" y="889"/>
                </a:lnTo>
                <a:close/>
              </a:path>
              <a:path w="94614" h="33655">
                <a:moveTo>
                  <a:pt x="49250" y="28778"/>
                </a:moveTo>
                <a:lnTo>
                  <a:pt x="48806" y="28778"/>
                </a:lnTo>
                <a:lnTo>
                  <a:pt x="48831" y="29311"/>
                </a:lnTo>
                <a:lnTo>
                  <a:pt x="49136" y="29451"/>
                </a:lnTo>
                <a:lnTo>
                  <a:pt x="49060" y="29108"/>
                </a:lnTo>
                <a:lnTo>
                  <a:pt x="49250" y="29032"/>
                </a:lnTo>
                <a:lnTo>
                  <a:pt x="49250" y="28778"/>
                </a:lnTo>
                <a:close/>
              </a:path>
              <a:path w="94614" h="33655">
                <a:moveTo>
                  <a:pt x="49339" y="8775"/>
                </a:moveTo>
                <a:lnTo>
                  <a:pt x="48933" y="8763"/>
                </a:lnTo>
                <a:lnTo>
                  <a:pt x="48907" y="8623"/>
                </a:lnTo>
                <a:lnTo>
                  <a:pt x="48552" y="8775"/>
                </a:lnTo>
                <a:lnTo>
                  <a:pt x="48514" y="9080"/>
                </a:lnTo>
                <a:lnTo>
                  <a:pt x="49212" y="9245"/>
                </a:lnTo>
                <a:lnTo>
                  <a:pt x="49339" y="9004"/>
                </a:lnTo>
                <a:lnTo>
                  <a:pt x="49110" y="8890"/>
                </a:lnTo>
                <a:lnTo>
                  <a:pt x="49339" y="8775"/>
                </a:lnTo>
                <a:close/>
              </a:path>
              <a:path w="94614" h="33655">
                <a:moveTo>
                  <a:pt x="49568" y="22288"/>
                </a:moveTo>
                <a:lnTo>
                  <a:pt x="49479" y="21971"/>
                </a:lnTo>
                <a:lnTo>
                  <a:pt x="49123" y="21856"/>
                </a:lnTo>
                <a:lnTo>
                  <a:pt x="49237" y="22288"/>
                </a:lnTo>
                <a:lnTo>
                  <a:pt x="49009" y="22377"/>
                </a:lnTo>
                <a:lnTo>
                  <a:pt x="49352" y="22542"/>
                </a:lnTo>
                <a:lnTo>
                  <a:pt x="49314" y="22263"/>
                </a:lnTo>
                <a:lnTo>
                  <a:pt x="49568" y="22288"/>
                </a:lnTo>
                <a:close/>
              </a:path>
              <a:path w="94614" h="33655">
                <a:moveTo>
                  <a:pt x="50177" y="11417"/>
                </a:moveTo>
                <a:lnTo>
                  <a:pt x="49745" y="11493"/>
                </a:lnTo>
                <a:lnTo>
                  <a:pt x="49466" y="11379"/>
                </a:lnTo>
                <a:lnTo>
                  <a:pt x="49530" y="11544"/>
                </a:lnTo>
                <a:lnTo>
                  <a:pt x="49339" y="11963"/>
                </a:lnTo>
                <a:lnTo>
                  <a:pt x="49580" y="11950"/>
                </a:lnTo>
                <a:lnTo>
                  <a:pt x="49682" y="11531"/>
                </a:lnTo>
                <a:lnTo>
                  <a:pt x="49872" y="11658"/>
                </a:lnTo>
                <a:lnTo>
                  <a:pt x="50152" y="11836"/>
                </a:lnTo>
                <a:lnTo>
                  <a:pt x="50177" y="11417"/>
                </a:lnTo>
                <a:close/>
              </a:path>
              <a:path w="94614" h="33655">
                <a:moveTo>
                  <a:pt x="50495" y="27305"/>
                </a:moveTo>
                <a:lnTo>
                  <a:pt x="50025" y="27305"/>
                </a:lnTo>
                <a:lnTo>
                  <a:pt x="50101" y="27508"/>
                </a:lnTo>
                <a:lnTo>
                  <a:pt x="49695" y="27774"/>
                </a:lnTo>
                <a:lnTo>
                  <a:pt x="50025" y="27863"/>
                </a:lnTo>
                <a:lnTo>
                  <a:pt x="50126" y="27597"/>
                </a:lnTo>
                <a:lnTo>
                  <a:pt x="50406" y="27546"/>
                </a:lnTo>
                <a:lnTo>
                  <a:pt x="50495" y="27305"/>
                </a:lnTo>
                <a:close/>
              </a:path>
              <a:path w="94614" h="33655">
                <a:moveTo>
                  <a:pt x="51714" y="22529"/>
                </a:moveTo>
                <a:lnTo>
                  <a:pt x="51282" y="22631"/>
                </a:lnTo>
                <a:lnTo>
                  <a:pt x="51282" y="23317"/>
                </a:lnTo>
                <a:lnTo>
                  <a:pt x="51523" y="23406"/>
                </a:lnTo>
                <a:lnTo>
                  <a:pt x="51447" y="23164"/>
                </a:lnTo>
                <a:lnTo>
                  <a:pt x="51714" y="22529"/>
                </a:lnTo>
                <a:close/>
              </a:path>
              <a:path w="94614" h="33655">
                <a:moveTo>
                  <a:pt x="52324" y="26276"/>
                </a:moveTo>
                <a:lnTo>
                  <a:pt x="52235" y="26098"/>
                </a:lnTo>
                <a:lnTo>
                  <a:pt x="52095" y="26047"/>
                </a:lnTo>
                <a:lnTo>
                  <a:pt x="51866" y="26162"/>
                </a:lnTo>
                <a:lnTo>
                  <a:pt x="51866" y="26492"/>
                </a:lnTo>
                <a:lnTo>
                  <a:pt x="52171" y="26492"/>
                </a:lnTo>
                <a:lnTo>
                  <a:pt x="52095" y="26301"/>
                </a:lnTo>
                <a:lnTo>
                  <a:pt x="52324" y="26492"/>
                </a:lnTo>
                <a:lnTo>
                  <a:pt x="52324" y="26276"/>
                </a:lnTo>
                <a:close/>
              </a:path>
              <a:path w="94614" h="33655">
                <a:moveTo>
                  <a:pt x="52844" y="1701"/>
                </a:moveTo>
                <a:lnTo>
                  <a:pt x="52539" y="1587"/>
                </a:lnTo>
                <a:lnTo>
                  <a:pt x="52273" y="1638"/>
                </a:lnTo>
                <a:lnTo>
                  <a:pt x="52171" y="2349"/>
                </a:lnTo>
                <a:lnTo>
                  <a:pt x="52539" y="2387"/>
                </a:lnTo>
                <a:lnTo>
                  <a:pt x="52387" y="2032"/>
                </a:lnTo>
                <a:lnTo>
                  <a:pt x="52844" y="1701"/>
                </a:lnTo>
                <a:close/>
              </a:path>
              <a:path w="94614" h="33655">
                <a:moveTo>
                  <a:pt x="56629" y="20142"/>
                </a:moveTo>
                <a:lnTo>
                  <a:pt x="56324" y="20142"/>
                </a:lnTo>
                <a:lnTo>
                  <a:pt x="55968" y="20180"/>
                </a:lnTo>
                <a:lnTo>
                  <a:pt x="55841" y="20027"/>
                </a:lnTo>
                <a:lnTo>
                  <a:pt x="55841" y="20408"/>
                </a:lnTo>
                <a:lnTo>
                  <a:pt x="56159" y="20459"/>
                </a:lnTo>
                <a:lnTo>
                  <a:pt x="56400" y="20612"/>
                </a:lnTo>
                <a:lnTo>
                  <a:pt x="56311" y="20294"/>
                </a:lnTo>
                <a:lnTo>
                  <a:pt x="56629" y="20358"/>
                </a:lnTo>
                <a:lnTo>
                  <a:pt x="56629" y="20142"/>
                </a:lnTo>
                <a:close/>
              </a:path>
              <a:path w="94614" h="33655">
                <a:moveTo>
                  <a:pt x="56756" y="13208"/>
                </a:moveTo>
                <a:lnTo>
                  <a:pt x="56413" y="13208"/>
                </a:lnTo>
                <a:lnTo>
                  <a:pt x="56438" y="13462"/>
                </a:lnTo>
                <a:lnTo>
                  <a:pt x="56413" y="13639"/>
                </a:lnTo>
                <a:lnTo>
                  <a:pt x="56286" y="13766"/>
                </a:lnTo>
                <a:lnTo>
                  <a:pt x="56718" y="13868"/>
                </a:lnTo>
                <a:lnTo>
                  <a:pt x="56565" y="13373"/>
                </a:lnTo>
                <a:lnTo>
                  <a:pt x="56756" y="13208"/>
                </a:lnTo>
                <a:close/>
              </a:path>
              <a:path w="94614" h="33655">
                <a:moveTo>
                  <a:pt x="56883" y="7721"/>
                </a:moveTo>
                <a:lnTo>
                  <a:pt x="56756" y="7289"/>
                </a:lnTo>
                <a:lnTo>
                  <a:pt x="56375" y="7150"/>
                </a:lnTo>
                <a:lnTo>
                  <a:pt x="56273" y="7874"/>
                </a:lnTo>
                <a:lnTo>
                  <a:pt x="56515" y="7975"/>
                </a:lnTo>
                <a:lnTo>
                  <a:pt x="56451" y="7607"/>
                </a:lnTo>
                <a:lnTo>
                  <a:pt x="56883" y="7721"/>
                </a:lnTo>
                <a:close/>
              </a:path>
              <a:path w="94614" h="33655">
                <a:moveTo>
                  <a:pt x="57048" y="21539"/>
                </a:moveTo>
                <a:lnTo>
                  <a:pt x="56756" y="21386"/>
                </a:lnTo>
                <a:lnTo>
                  <a:pt x="56692" y="21564"/>
                </a:lnTo>
                <a:lnTo>
                  <a:pt x="56324" y="21996"/>
                </a:lnTo>
                <a:lnTo>
                  <a:pt x="56629" y="22186"/>
                </a:lnTo>
                <a:lnTo>
                  <a:pt x="56578" y="21907"/>
                </a:lnTo>
                <a:lnTo>
                  <a:pt x="57048" y="21539"/>
                </a:lnTo>
                <a:close/>
              </a:path>
              <a:path w="94614" h="33655">
                <a:moveTo>
                  <a:pt x="57772" y="7061"/>
                </a:moveTo>
                <a:lnTo>
                  <a:pt x="57429" y="6807"/>
                </a:lnTo>
                <a:lnTo>
                  <a:pt x="57505" y="7137"/>
                </a:lnTo>
                <a:lnTo>
                  <a:pt x="57200" y="7048"/>
                </a:lnTo>
                <a:lnTo>
                  <a:pt x="57188" y="7416"/>
                </a:lnTo>
                <a:lnTo>
                  <a:pt x="57162" y="7785"/>
                </a:lnTo>
                <a:lnTo>
                  <a:pt x="57416" y="7835"/>
                </a:lnTo>
                <a:lnTo>
                  <a:pt x="57200" y="7454"/>
                </a:lnTo>
                <a:lnTo>
                  <a:pt x="57442" y="7188"/>
                </a:lnTo>
                <a:lnTo>
                  <a:pt x="57772" y="7061"/>
                </a:lnTo>
                <a:close/>
              </a:path>
              <a:path w="94614" h="33655">
                <a:moveTo>
                  <a:pt x="58229" y="2743"/>
                </a:moveTo>
                <a:lnTo>
                  <a:pt x="58178" y="2235"/>
                </a:lnTo>
                <a:lnTo>
                  <a:pt x="57734" y="2235"/>
                </a:lnTo>
                <a:lnTo>
                  <a:pt x="57429" y="2400"/>
                </a:lnTo>
                <a:lnTo>
                  <a:pt x="57797" y="2400"/>
                </a:lnTo>
                <a:lnTo>
                  <a:pt x="57810" y="2768"/>
                </a:lnTo>
                <a:lnTo>
                  <a:pt x="58229" y="2743"/>
                </a:lnTo>
                <a:close/>
              </a:path>
              <a:path w="94614" h="33655">
                <a:moveTo>
                  <a:pt x="60845" y="29349"/>
                </a:moveTo>
                <a:lnTo>
                  <a:pt x="60502" y="29349"/>
                </a:lnTo>
                <a:lnTo>
                  <a:pt x="60642" y="29705"/>
                </a:lnTo>
                <a:lnTo>
                  <a:pt x="60325" y="29603"/>
                </a:lnTo>
                <a:lnTo>
                  <a:pt x="60286" y="29819"/>
                </a:lnTo>
                <a:lnTo>
                  <a:pt x="60655" y="29845"/>
                </a:lnTo>
                <a:lnTo>
                  <a:pt x="60833" y="29667"/>
                </a:lnTo>
                <a:lnTo>
                  <a:pt x="60845" y="29349"/>
                </a:lnTo>
                <a:close/>
              </a:path>
              <a:path w="94614" h="33655">
                <a:moveTo>
                  <a:pt x="62103" y="13423"/>
                </a:moveTo>
                <a:lnTo>
                  <a:pt x="61442" y="13550"/>
                </a:lnTo>
                <a:lnTo>
                  <a:pt x="61048" y="13487"/>
                </a:lnTo>
                <a:lnTo>
                  <a:pt x="60718" y="13766"/>
                </a:lnTo>
                <a:lnTo>
                  <a:pt x="61036" y="13919"/>
                </a:lnTo>
                <a:lnTo>
                  <a:pt x="61849" y="13728"/>
                </a:lnTo>
                <a:lnTo>
                  <a:pt x="62103" y="13423"/>
                </a:lnTo>
                <a:close/>
              </a:path>
              <a:path w="94614" h="33655">
                <a:moveTo>
                  <a:pt x="63373" y="18275"/>
                </a:moveTo>
                <a:lnTo>
                  <a:pt x="63334" y="17983"/>
                </a:lnTo>
                <a:lnTo>
                  <a:pt x="63004" y="17754"/>
                </a:lnTo>
                <a:lnTo>
                  <a:pt x="63055" y="18110"/>
                </a:lnTo>
                <a:lnTo>
                  <a:pt x="62611" y="18059"/>
                </a:lnTo>
                <a:lnTo>
                  <a:pt x="62877" y="18313"/>
                </a:lnTo>
                <a:lnTo>
                  <a:pt x="63106" y="18275"/>
                </a:lnTo>
                <a:lnTo>
                  <a:pt x="63373" y="18275"/>
                </a:lnTo>
                <a:close/>
              </a:path>
              <a:path w="94614" h="33655">
                <a:moveTo>
                  <a:pt x="64363" y="11988"/>
                </a:moveTo>
                <a:lnTo>
                  <a:pt x="64020" y="11709"/>
                </a:lnTo>
                <a:lnTo>
                  <a:pt x="64020" y="12026"/>
                </a:lnTo>
                <a:lnTo>
                  <a:pt x="64084" y="12471"/>
                </a:lnTo>
                <a:lnTo>
                  <a:pt x="63792" y="12179"/>
                </a:lnTo>
                <a:lnTo>
                  <a:pt x="63792" y="12471"/>
                </a:lnTo>
                <a:lnTo>
                  <a:pt x="63855" y="12712"/>
                </a:lnTo>
                <a:lnTo>
                  <a:pt x="64020" y="12852"/>
                </a:lnTo>
                <a:lnTo>
                  <a:pt x="64223" y="12522"/>
                </a:lnTo>
                <a:lnTo>
                  <a:pt x="64363" y="11988"/>
                </a:lnTo>
                <a:close/>
              </a:path>
              <a:path w="94614" h="33655">
                <a:moveTo>
                  <a:pt x="65620" y="32880"/>
                </a:moveTo>
                <a:lnTo>
                  <a:pt x="65392" y="32778"/>
                </a:lnTo>
                <a:lnTo>
                  <a:pt x="65201" y="32689"/>
                </a:lnTo>
                <a:lnTo>
                  <a:pt x="64922" y="32651"/>
                </a:lnTo>
                <a:lnTo>
                  <a:pt x="64884" y="32931"/>
                </a:lnTo>
                <a:lnTo>
                  <a:pt x="65519" y="33096"/>
                </a:lnTo>
                <a:lnTo>
                  <a:pt x="65620" y="32880"/>
                </a:lnTo>
                <a:close/>
              </a:path>
              <a:path w="94614" h="33655">
                <a:moveTo>
                  <a:pt x="67995" y="14452"/>
                </a:moveTo>
                <a:lnTo>
                  <a:pt x="67691" y="14478"/>
                </a:lnTo>
                <a:lnTo>
                  <a:pt x="67221" y="14351"/>
                </a:lnTo>
                <a:lnTo>
                  <a:pt x="67208" y="14681"/>
                </a:lnTo>
                <a:lnTo>
                  <a:pt x="67881" y="14643"/>
                </a:lnTo>
                <a:lnTo>
                  <a:pt x="67348" y="14947"/>
                </a:lnTo>
                <a:lnTo>
                  <a:pt x="67881" y="15125"/>
                </a:lnTo>
                <a:lnTo>
                  <a:pt x="67779" y="14795"/>
                </a:lnTo>
                <a:lnTo>
                  <a:pt x="67995" y="14681"/>
                </a:lnTo>
                <a:lnTo>
                  <a:pt x="67995" y="14452"/>
                </a:lnTo>
                <a:close/>
              </a:path>
              <a:path w="94614" h="33655">
                <a:moveTo>
                  <a:pt x="68580" y="13982"/>
                </a:moveTo>
                <a:lnTo>
                  <a:pt x="68453" y="13639"/>
                </a:lnTo>
                <a:lnTo>
                  <a:pt x="68186" y="13639"/>
                </a:lnTo>
                <a:lnTo>
                  <a:pt x="67945" y="13017"/>
                </a:lnTo>
                <a:lnTo>
                  <a:pt x="67779" y="13296"/>
                </a:lnTo>
                <a:lnTo>
                  <a:pt x="67945" y="13398"/>
                </a:lnTo>
                <a:lnTo>
                  <a:pt x="68021" y="13589"/>
                </a:lnTo>
                <a:lnTo>
                  <a:pt x="68008" y="13881"/>
                </a:lnTo>
                <a:lnTo>
                  <a:pt x="68211" y="13843"/>
                </a:lnTo>
                <a:lnTo>
                  <a:pt x="68580" y="13982"/>
                </a:lnTo>
                <a:close/>
              </a:path>
              <a:path w="94614" h="33655">
                <a:moveTo>
                  <a:pt x="68719" y="19659"/>
                </a:moveTo>
                <a:lnTo>
                  <a:pt x="68541" y="19545"/>
                </a:lnTo>
                <a:lnTo>
                  <a:pt x="68338" y="19456"/>
                </a:lnTo>
                <a:lnTo>
                  <a:pt x="68313" y="19786"/>
                </a:lnTo>
                <a:lnTo>
                  <a:pt x="68338" y="20078"/>
                </a:lnTo>
                <a:lnTo>
                  <a:pt x="68681" y="20027"/>
                </a:lnTo>
                <a:lnTo>
                  <a:pt x="68719" y="19659"/>
                </a:lnTo>
                <a:close/>
              </a:path>
              <a:path w="94614" h="33655">
                <a:moveTo>
                  <a:pt x="68808" y="13106"/>
                </a:moveTo>
                <a:lnTo>
                  <a:pt x="68770" y="12801"/>
                </a:lnTo>
                <a:lnTo>
                  <a:pt x="68338" y="12344"/>
                </a:lnTo>
                <a:lnTo>
                  <a:pt x="68135" y="12636"/>
                </a:lnTo>
                <a:lnTo>
                  <a:pt x="68262" y="12877"/>
                </a:lnTo>
                <a:lnTo>
                  <a:pt x="68516" y="13004"/>
                </a:lnTo>
                <a:lnTo>
                  <a:pt x="68808" y="13106"/>
                </a:lnTo>
                <a:close/>
              </a:path>
              <a:path w="94614" h="33655">
                <a:moveTo>
                  <a:pt x="69926" y="23431"/>
                </a:moveTo>
                <a:lnTo>
                  <a:pt x="69697" y="23444"/>
                </a:lnTo>
                <a:lnTo>
                  <a:pt x="69088" y="23647"/>
                </a:lnTo>
                <a:lnTo>
                  <a:pt x="69481" y="23888"/>
                </a:lnTo>
                <a:lnTo>
                  <a:pt x="69596" y="23685"/>
                </a:lnTo>
                <a:lnTo>
                  <a:pt x="69888" y="23698"/>
                </a:lnTo>
                <a:lnTo>
                  <a:pt x="69926" y="23431"/>
                </a:lnTo>
                <a:close/>
              </a:path>
              <a:path w="94614" h="33655">
                <a:moveTo>
                  <a:pt x="70612" y="23774"/>
                </a:moveTo>
                <a:lnTo>
                  <a:pt x="70167" y="23774"/>
                </a:lnTo>
                <a:lnTo>
                  <a:pt x="70192" y="23990"/>
                </a:lnTo>
                <a:lnTo>
                  <a:pt x="70472" y="24523"/>
                </a:lnTo>
                <a:lnTo>
                  <a:pt x="70612" y="24218"/>
                </a:lnTo>
                <a:lnTo>
                  <a:pt x="70345" y="24206"/>
                </a:lnTo>
                <a:lnTo>
                  <a:pt x="70586" y="23837"/>
                </a:lnTo>
                <a:close/>
              </a:path>
              <a:path w="94614" h="33655">
                <a:moveTo>
                  <a:pt x="71247" y="17259"/>
                </a:moveTo>
                <a:lnTo>
                  <a:pt x="71221" y="17056"/>
                </a:lnTo>
                <a:lnTo>
                  <a:pt x="70866" y="17068"/>
                </a:lnTo>
                <a:lnTo>
                  <a:pt x="71031" y="17475"/>
                </a:lnTo>
                <a:lnTo>
                  <a:pt x="70548" y="17792"/>
                </a:lnTo>
                <a:lnTo>
                  <a:pt x="70866" y="17983"/>
                </a:lnTo>
                <a:lnTo>
                  <a:pt x="71005" y="17665"/>
                </a:lnTo>
                <a:lnTo>
                  <a:pt x="70980" y="17284"/>
                </a:lnTo>
                <a:lnTo>
                  <a:pt x="71107" y="17284"/>
                </a:lnTo>
                <a:lnTo>
                  <a:pt x="71247" y="17259"/>
                </a:lnTo>
                <a:close/>
              </a:path>
              <a:path w="94614" h="33655">
                <a:moveTo>
                  <a:pt x="72771" y="24625"/>
                </a:moveTo>
                <a:lnTo>
                  <a:pt x="72237" y="24206"/>
                </a:lnTo>
                <a:lnTo>
                  <a:pt x="72555" y="23787"/>
                </a:lnTo>
                <a:lnTo>
                  <a:pt x="71589" y="23685"/>
                </a:lnTo>
                <a:lnTo>
                  <a:pt x="72161" y="24765"/>
                </a:lnTo>
                <a:lnTo>
                  <a:pt x="72555" y="24917"/>
                </a:lnTo>
                <a:lnTo>
                  <a:pt x="72771" y="24625"/>
                </a:lnTo>
                <a:close/>
              </a:path>
              <a:path w="94614" h="33655">
                <a:moveTo>
                  <a:pt x="75844" y="22148"/>
                </a:moveTo>
                <a:lnTo>
                  <a:pt x="75514" y="22072"/>
                </a:lnTo>
                <a:lnTo>
                  <a:pt x="75476" y="22263"/>
                </a:lnTo>
                <a:lnTo>
                  <a:pt x="75361" y="22047"/>
                </a:lnTo>
                <a:lnTo>
                  <a:pt x="75171" y="22072"/>
                </a:lnTo>
                <a:lnTo>
                  <a:pt x="75171" y="22402"/>
                </a:lnTo>
                <a:lnTo>
                  <a:pt x="75514" y="22529"/>
                </a:lnTo>
                <a:lnTo>
                  <a:pt x="75387" y="22313"/>
                </a:lnTo>
                <a:lnTo>
                  <a:pt x="75844" y="22148"/>
                </a:lnTo>
                <a:close/>
              </a:path>
              <a:path w="94614" h="33655">
                <a:moveTo>
                  <a:pt x="75971" y="20929"/>
                </a:moveTo>
                <a:lnTo>
                  <a:pt x="75869" y="20675"/>
                </a:lnTo>
                <a:lnTo>
                  <a:pt x="75742" y="20396"/>
                </a:lnTo>
                <a:lnTo>
                  <a:pt x="75412" y="20358"/>
                </a:lnTo>
                <a:lnTo>
                  <a:pt x="75361" y="20523"/>
                </a:lnTo>
                <a:lnTo>
                  <a:pt x="75234" y="20599"/>
                </a:lnTo>
                <a:lnTo>
                  <a:pt x="75285" y="20828"/>
                </a:lnTo>
                <a:lnTo>
                  <a:pt x="75577" y="20929"/>
                </a:lnTo>
                <a:lnTo>
                  <a:pt x="75971" y="20929"/>
                </a:lnTo>
                <a:close/>
              </a:path>
              <a:path w="94614" h="33655">
                <a:moveTo>
                  <a:pt x="78587" y="22517"/>
                </a:moveTo>
                <a:lnTo>
                  <a:pt x="78549" y="22250"/>
                </a:lnTo>
                <a:lnTo>
                  <a:pt x="78333" y="21564"/>
                </a:lnTo>
                <a:lnTo>
                  <a:pt x="78028" y="21958"/>
                </a:lnTo>
                <a:lnTo>
                  <a:pt x="78244" y="21958"/>
                </a:lnTo>
                <a:lnTo>
                  <a:pt x="78016" y="22186"/>
                </a:lnTo>
                <a:lnTo>
                  <a:pt x="78333" y="22453"/>
                </a:lnTo>
                <a:lnTo>
                  <a:pt x="78587" y="22517"/>
                </a:lnTo>
                <a:close/>
              </a:path>
              <a:path w="94614" h="33655">
                <a:moveTo>
                  <a:pt x="81559" y="19126"/>
                </a:moveTo>
                <a:lnTo>
                  <a:pt x="81076" y="18986"/>
                </a:lnTo>
                <a:lnTo>
                  <a:pt x="80962" y="19138"/>
                </a:lnTo>
                <a:lnTo>
                  <a:pt x="80772" y="19227"/>
                </a:lnTo>
                <a:lnTo>
                  <a:pt x="80733" y="19456"/>
                </a:lnTo>
                <a:lnTo>
                  <a:pt x="81064" y="19456"/>
                </a:lnTo>
                <a:lnTo>
                  <a:pt x="81559" y="19126"/>
                </a:lnTo>
                <a:close/>
              </a:path>
              <a:path w="94614" h="33655">
                <a:moveTo>
                  <a:pt x="83832" y="19685"/>
                </a:moveTo>
                <a:lnTo>
                  <a:pt x="83489" y="19456"/>
                </a:lnTo>
                <a:lnTo>
                  <a:pt x="83134" y="19583"/>
                </a:lnTo>
                <a:lnTo>
                  <a:pt x="83248" y="19862"/>
                </a:lnTo>
                <a:lnTo>
                  <a:pt x="83502" y="20053"/>
                </a:lnTo>
                <a:lnTo>
                  <a:pt x="83705" y="20243"/>
                </a:lnTo>
                <a:lnTo>
                  <a:pt x="83540" y="19926"/>
                </a:lnTo>
                <a:lnTo>
                  <a:pt x="83832" y="19685"/>
                </a:lnTo>
                <a:close/>
              </a:path>
              <a:path w="94614" h="33655">
                <a:moveTo>
                  <a:pt x="84607" y="20599"/>
                </a:moveTo>
                <a:lnTo>
                  <a:pt x="84150" y="20599"/>
                </a:lnTo>
                <a:lnTo>
                  <a:pt x="84150" y="20980"/>
                </a:lnTo>
                <a:lnTo>
                  <a:pt x="83959" y="21069"/>
                </a:lnTo>
                <a:lnTo>
                  <a:pt x="84264" y="21272"/>
                </a:lnTo>
                <a:lnTo>
                  <a:pt x="84518" y="20942"/>
                </a:lnTo>
                <a:lnTo>
                  <a:pt x="84607" y="20599"/>
                </a:lnTo>
                <a:close/>
              </a:path>
              <a:path w="94614" h="33655">
                <a:moveTo>
                  <a:pt x="86474" y="21348"/>
                </a:moveTo>
                <a:lnTo>
                  <a:pt x="85763" y="20904"/>
                </a:lnTo>
                <a:lnTo>
                  <a:pt x="85521" y="21386"/>
                </a:lnTo>
                <a:lnTo>
                  <a:pt x="85966" y="21501"/>
                </a:lnTo>
                <a:lnTo>
                  <a:pt x="85788" y="21945"/>
                </a:lnTo>
                <a:lnTo>
                  <a:pt x="86309" y="22186"/>
                </a:lnTo>
                <a:lnTo>
                  <a:pt x="86474" y="21348"/>
                </a:lnTo>
                <a:close/>
              </a:path>
              <a:path w="94614" h="33655">
                <a:moveTo>
                  <a:pt x="87350" y="23380"/>
                </a:moveTo>
                <a:lnTo>
                  <a:pt x="87236" y="22860"/>
                </a:lnTo>
                <a:lnTo>
                  <a:pt x="86779" y="22860"/>
                </a:lnTo>
                <a:lnTo>
                  <a:pt x="86779" y="23279"/>
                </a:lnTo>
                <a:lnTo>
                  <a:pt x="86829" y="23647"/>
                </a:lnTo>
                <a:lnTo>
                  <a:pt x="87007" y="23888"/>
                </a:lnTo>
                <a:lnTo>
                  <a:pt x="86956" y="23406"/>
                </a:lnTo>
                <a:lnTo>
                  <a:pt x="87350" y="23380"/>
                </a:lnTo>
                <a:close/>
              </a:path>
              <a:path w="94614" h="33655">
                <a:moveTo>
                  <a:pt x="88493" y="31496"/>
                </a:moveTo>
                <a:lnTo>
                  <a:pt x="87922" y="31483"/>
                </a:lnTo>
                <a:lnTo>
                  <a:pt x="87807" y="32118"/>
                </a:lnTo>
                <a:lnTo>
                  <a:pt x="88138" y="32410"/>
                </a:lnTo>
                <a:lnTo>
                  <a:pt x="88201" y="32042"/>
                </a:lnTo>
                <a:lnTo>
                  <a:pt x="88493" y="31915"/>
                </a:lnTo>
                <a:lnTo>
                  <a:pt x="88493" y="31496"/>
                </a:lnTo>
                <a:close/>
              </a:path>
              <a:path w="94614" h="33655">
                <a:moveTo>
                  <a:pt x="89954" y="32880"/>
                </a:moveTo>
                <a:lnTo>
                  <a:pt x="89916" y="32740"/>
                </a:lnTo>
                <a:lnTo>
                  <a:pt x="89509" y="32448"/>
                </a:lnTo>
                <a:lnTo>
                  <a:pt x="89395" y="32766"/>
                </a:lnTo>
                <a:lnTo>
                  <a:pt x="89636" y="32842"/>
                </a:lnTo>
                <a:lnTo>
                  <a:pt x="89827" y="33362"/>
                </a:lnTo>
                <a:lnTo>
                  <a:pt x="89954" y="32880"/>
                </a:lnTo>
                <a:close/>
              </a:path>
              <a:path w="94614" h="33655">
                <a:moveTo>
                  <a:pt x="90868" y="22758"/>
                </a:moveTo>
                <a:lnTo>
                  <a:pt x="90525" y="22644"/>
                </a:lnTo>
                <a:lnTo>
                  <a:pt x="90271" y="22872"/>
                </a:lnTo>
                <a:lnTo>
                  <a:pt x="90614" y="22999"/>
                </a:lnTo>
                <a:lnTo>
                  <a:pt x="90398" y="23202"/>
                </a:lnTo>
                <a:lnTo>
                  <a:pt x="90741" y="23253"/>
                </a:lnTo>
                <a:lnTo>
                  <a:pt x="90589" y="22796"/>
                </a:lnTo>
                <a:lnTo>
                  <a:pt x="90868" y="22758"/>
                </a:lnTo>
                <a:close/>
              </a:path>
              <a:path w="94614" h="33655">
                <a:moveTo>
                  <a:pt x="94386" y="31940"/>
                </a:moveTo>
                <a:lnTo>
                  <a:pt x="94246" y="31369"/>
                </a:lnTo>
                <a:lnTo>
                  <a:pt x="93941" y="31267"/>
                </a:lnTo>
                <a:lnTo>
                  <a:pt x="93941" y="31648"/>
                </a:lnTo>
                <a:lnTo>
                  <a:pt x="94081" y="31864"/>
                </a:lnTo>
                <a:lnTo>
                  <a:pt x="94284" y="32067"/>
                </a:lnTo>
                <a:lnTo>
                  <a:pt x="94386" y="3194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bg object 183"/>
          <p:cNvSpPr/>
          <p:nvPr/>
        </p:nvSpPr>
        <p:spPr>
          <a:xfrm>
            <a:off x="1934832" y="834758"/>
            <a:ext cx="96520" cy="42545"/>
          </a:xfrm>
          <a:custGeom>
            <a:avLst/>
            <a:gdLst/>
            <a:ahLst/>
            <a:cxnLst/>
            <a:rect l="l" t="t" r="r" b="b"/>
            <a:pathLst>
              <a:path w="96519" h="42544">
                <a:moveTo>
                  <a:pt x="685" y="39065"/>
                </a:moveTo>
                <a:lnTo>
                  <a:pt x="558" y="38265"/>
                </a:lnTo>
                <a:lnTo>
                  <a:pt x="139" y="38557"/>
                </a:lnTo>
                <a:lnTo>
                  <a:pt x="330" y="38608"/>
                </a:lnTo>
                <a:lnTo>
                  <a:pt x="88" y="38684"/>
                </a:lnTo>
                <a:lnTo>
                  <a:pt x="215" y="38823"/>
                </a:lnTo>
                <a:lnTo>
                  <a:pt x="0" y="38925"/>
                </a:lnTo>
                <a:lnTo>
                  <a:pt x="25" y="39116"/>
                </a:lnTo>
                <a:lnTo>
                  <a:pt x="304" y="38976"/>
                </a:lnTo>
                <a:lnTo>
                  <a:pt x="571" y="39370"/>
                </a:lnTo>
                <a:lnTo>
                  <a:pt x="584" y="39116"/>
                </a:lnTo>
                <a:close/>
              </a:path>
              <a:path w="96519" h="42544">
                <a:moveTo>
                  <a:pt x="1714" y="39573"/>
                </a:moveTo>
                <a:lnTo>
                  <a:pt x="1384" y="39573"/>
                </a:lnTo>
                <a:lnTo>
                  <a:pt x="1257" y="39801"/>
                </a:lnTo>
                <a:lnTo>
                  <a:pt x="1155" y="40043"/>
                </a:lnTo>
                <a:lnTo>
                  <a:pt x="1689" y="39890"/>
                </a:lnTo>
                <a:lnTo>
                  <a:pt x="1714" y="39573"/>
                </a:lnTo>
                <a:close/>
              </a:path>
              <a:path w="96519" h="42544">
                <a:moveTo>
                  <a:pt x="2070" y="38773"/>
                </a:moveTo>
                <a:lnTo>
                  <a:pt x="1701" y="38836"/>
                </a:lnTo>
                <a:lnTo>
                  <a:pt x="1485" y="39039"/>
                </a:lnTo>
                <a:lnTo>
                  <a:pt x="1397" y="39357"/>
                </a:lnTo>
                <a:lnTo>
                  <a:pt x="1714" y="39471"/>
                </a:lnTo>
                <a:lnTo>
                  <a:pt x="1600" y="39116"/>
                </a:lnTo>
                <a:lnTo>
                  <a:pt x="1892" y="39179"/>
                </a:lnTo>
                <a:lnTo>
                  <a:pt x="1968" y="39027"/>
                </a:lnTo>
                <a:lnTo>
                  <a:pt x="2070" y="38773"/>
                </a:lnTo>
                <a:close/>
              </a:path>
              <a:path w="96519" h="42544">
                <a:moveTo>
                  <a:pt x="3543" y="28663"/>
                </a:moveTo>
                <a:lnTo>
                  <a:pt x="3314" y="28625"/>
                </a:lnTo>
                <a:lnTo>
                  <a:pt x="3314" y="28816"/>
                </a:lnTo>
                <a:lnTo>
                  <a:pt x="3162" y="28727"/>
                </a:lnTo>
                <a:lnTo>
                  <a:pt x="2730" y="28409"/>
                </a:lnTo>
                <a:lnTo>
                  <a:pt x="2628" y="28663"/>
                </a:lnTo>
                <a:lnTo>
                  <a:pt x="2933" y="28702"/>
                </a:lnTo>
                <a:lnTo>
                  <a:pt x="2971" y="29006"/>
                </a:lnTo>
                <a:lnTo>
                  <a:pt x="3314" y="29006"/>
                </a:lnTo>
                <a:lnTo>
                  <a:pt x="3543" y="28663"/>
                </a:lnTo>
                <a:close/>
              </a:path>
              <a:path w="96519" h="42544">
                <a:moveTo>
                  <a:pt x="4102" y="38773"/>
                </a:moveTo>
                <a:lnTo>
                  <a:pt x="3632" y="38671"/>
                </a:lnTo>
                <a:lnTo>
                  <a:pt x="3594" y="38963"/>
                </a:lnTo>
                <a:lnTo>
                  <a:pt x="3429" y="39116"/>
                </a:lnTo>
                <a:lnTo>
                  <a:pt x="3429" y="38950"/>
                </a:lnTo>
                <a:lnTo>
                  <a:pt x="3098" y="39039"/>
                </a:lnTo>
                <a:lnTo>
                  <a:pt x="3302" y="39116"/>
                </a:lnTo>
                <a:lnTo>
                  <a:pt x="3454" y="39217"/>
                </a:lnTo>
                <a:lnTo>
                  <a:pt x="3657" y="39827"/>
                </a:lnTo>
                <a:lnTo>
                  <a:pt x="3873" y="39471"/>
                </a:lnTo>
                <a:lnTo>
                  <a:pt x="3810" y="39281"/>
                </a:lnTo>
                <a:lnTo>
                  <a:pt x="3949" y="39052"/>
                </a:lnTo>
                <a:lnTo>
                  <a:pt x="4102" y="38773"/>
                </a:lnTo>
                <a:close/>
              </a:path>
              <a:path w="96519" h="42544">
                <a:moveTo>
                  <a:pt x="4292" y="34836"/>
                </a:moveTo>
                <a:lnTo>
                  <a:pt x="3670" y="35267"/>
                </a:lnTo>
                <a:lnTo>
                  <a:pt x="3670" y="35496"/>
                </a:lnTo>
                <a:lnTo>
                  <a:pt x="4140" y="35953"/>
                </a:lnTo>
                <a:lnTo>
                  <a:pt x="4292" y="34836"/>
                </a:lnTo>
                <a:close/>
              </a:path>
              <a:path w="96519" h="42544">
                <a:moveTo>
                  <a:pt x="12280" y="20675"/>
                </a:moveTo>
                <a:lnTo>
                  <a:pt x="11734" y="20485"/>
                </a:lnTo>
                <a:lnTo>
                  <a:pt x="11620" y="20713"/>
                </a:lnTo>
                <a:lnTo>
                  <a:pt x="11277" y="20612"/>
                </a:lnTo>
                <a:lnTo>
                  <a:pt x="11264" y="20891"/>
                </a:lnTo>
                <a:lnTo>
                  <a:pt x="11061" y="20967"/>
                </a:lnTo>
                <a:lnTo>
                  <a:pt x="11391" y="21043"/>
                </a:lnTo>
                <a:lnTo>
                  <a:pt x="11506" y="20828"/>
                </a:lnTo>
                <a:lnTo>
                  <a:pt x="12280" y="20675"/>
                </a:lnTo>
                <a:close/>
              </a:path>
              <a:path w="96519" h="42544">
                <a:moveTo>
                  <a:pt x="21056" y="39573"/>
                </a:moveTo>
                <a:lnTo>
                  <a:pt x="21005" y="39357"/>
                </a:lnTo>
                <a:lnTo>
                  <a:pt x="21018" y="39077"/>
                </a:lnTo>
                <a:lnTo>
                  <a:pt x="20713" y="39103"/>
                </a:lnTo>
                <a:lnTo>
                  <a:pt x="20688" y="39408"/>
                </a:lnTo>
                <a:lnTo>
                  <a:pt x="20675" y="39687"/>
                </a:lnTo>
                <a:lnTo>
                  <a:pt x="21056" y="39573"/>
                </a:lnTo>
                <a:close/>
              </a:path>
              <a:path w="96519" h="42544">
                <a:moveTo>
                  <a:pt x="23342" y="8521"/>
                </a:moveTo>
                <a:lnTo>
                  <a:pt x="23088" y="8623"/>
                </a:lnTo>
                <a:lnTo>
                  <a:pt x="22631" y="9093"/>
                </a:lnTo>
                <a:lnTo>
                  <a:pt x="22771" y="9207"/>
                </a:lnTo>
                <a:lnTo>
                  <a:pt x="22923" y="9105"/>
                </a:lnTo>
                <a:lnTo>
                  <a:pt x="23101" y="8978"/>
                </a:lnTo>
                <a:lnTo>
                  <a:pt x="23342" y="8521"/>
                </a:lnTo>
                <a:close/>
              </a:path>
              <a:path w="96519" h="42544">
                <a:moveTo>
                  <a:pt x="23964" y="41846"/>
                </a:moveTo>
                <a:lnTo>
                  <a:pt x="23888" y="41402"/>
                </a:lnTo>
                <a:lnTo>
                  <a:pt x="23444" y="41402"/>
                </a:lnTo>
                <a:lnTo>
                  <a:pt x="23444" y="41744"/>
                </a:lnTo>
                <a:lnTo>
                  <a:pt x="23304" y="41719"/>
                </a:lnTo>
                <a:lnTo>
                  <a:pt x="23202" y="41554"/>
                </a:lnTo>
                <a:lnTo>
                  <a:pt x="23202" y="41846"/>
                </a:lnTo>
                <a:lnTo>
                  <a:pt x="23964" y="41846"/>
                </a:lnTo>
                <a:close/>
              </a:path>
              <a:path w="96519" h="42544">
                <a:moveTo>
                  <a:pt x="25501" y="11722"/>
                </a:moveTo>
                <a:lnTo>
                  <a:pt x="25260" y="11722"/>
                </a:lnTo>
                <a:lnTo>
                  <a:pt x="24828" y="11455"/>
                </a:lnTo>
                <a:lnTo>
                  <a:pt x="24803" y="11950"/>
                </a:lnTo>
                <a:lnTo>
                  <a:pt x="25234" y="11938"/>
                </a:lnTo>
                <a:lnTo>
                  <a:pt x="25323" y="11747"/>
                </a:lnTo>
                <a:lnTo>
                  <a:pt x="25501" y="11722"/>
                </a:lnTo>
                <a:close/>
              </a:path>
              <a:path w="96519" h="42544">
                <a:moveTo>
                  <a:pt x="27952" y="12090"/>
                </a:moveTo>
                <a:lnTo>
                  <a:pt x="27774" y="12179"/>
                </a:lnTo>
                <a:lnTo>
                  <a:pt x="27660" y="11950"/>
                </a:lnTo>
                <a:lnTo>
                  <a:pt x="27660" y="12509"/>
                </a:lnTo>
                <a:lnTo>
                  <a:pt x="27952" y="12090"/>
                </a:lnTo>
                <a:close/>
              </a:path>
              <a:path w="96519" h="42544">
                <a:moveTo>
                  <a:pt x="28028" y="11277"/>
                </a:moveTo>
                <a:lnTo>
                  <a:pt x="27317" y="10693"/>
                </a:lnTo>
                <a:lnTo>
                  <a:pt x="27216" y="11036"/>
                </a:lnTo>
                <a:lnTo>
                  <a:pt x="27266" y="10579"/>
                </a:lnTo>
                <a:lnTo>
                  <a:pt x="26885" y="11099"/>
                </a:lnTo>
                <a:lnTo>
                  <a:pt x="26530" y="10922"/>
                </a:lnTo>
                <a:lnTo>
                  <a:pt x="26225" y="10439"/>
                </a:lnTo>
                <a:lnTo>
                  <a:pt x="26187" y="10693"/>
                </a:lnTo>
                <a:lnTo>
                  <a:pt x="26314" y="11188"/>
                </a:lnTo>
                <a:lnTo>
                  <a:pt x="28028" y="11277"/>
                </a:lnTo>
                <a:close/>
              </a:path>
              <a:path w="96519" h="42544">
                <a:moveTo>
                  <a:pt x="28244" y="11607"/>
                </a:moveTo>
                <a:lnTo>
                  <a:pt x="27965" y="11645"/>
                </a:lnTo>
                <a:lnTo>
                  <a:pt x="27800" y="11582"/>
                </a:lnTo>
                <a:lnTo>
                  <a:pt x="27660" y="11493"/>
                </a:lnTo>
                <a:lnTo>
                  <a:pt x="27635" y="11709"/>
                </a:lnTo>
                <a:lnTo>
                  <a:pt x="28168" y="11963"/>
                </a:lnTo>
                <a:lnTo>
                  <a:pt x="28003" y="12052"/>
                </a:lnTo>
                <a:lnTo>
                  <a:pt x="28244" y="12293"/>
                </a:lnTo>
                <a:lnTo>
                  <a:pt x="28181" y="11887"/>
                </a:lnTo>
                <a:lnTo>
                  <a:pt x="28244" y="11607"/>
                </a:lnTo>
                <a:close/>
              </a:path>
              <a:path w="96519" h="42544">
                <a:moveTo>
                  <a:pt x="28587" y="8966"/>
                </a:moveTo>
                <a:lnTo>
                  <a:pt x="28575" y="8763"/>
                </a:lnTo>
                <a:lnTo>
                  <a:pt x="28346" y="8737"/>
                </a:lnTo>
                <a:lnTo>
                  <a:pt x="28359" y="8458"/>
                </a:lnTo>
                <a:lnTo>
                  <a:pt x="28130" y="8432"/>
                </a:lnTo>
                <a:lnTo>
                  <a:pt x="28181" y="8585"/>
                </a:lnTo>
                <a:lnTo>
                  <a:pt x="27673" y="8712"/>
                </a:lnTo>
                <a:lnTo>
                  <a:pt x="28003" y="8763"/>
                </a:lnTo>
                <a:lnTo>
                  <a:pt x="28130" y="8648"/>
                </a:lnTo>
                <a:lnTo>
                  <a:pt x="28130" y="9258"/>
                </a:lnTo>
                <a:lnTo>
                  <a:pt x="28181" y="9055"/>
                </a:lnTo>
                <a:lnTo>
                  <a:pt x="28346" y="8763"/>
                </a:lnTo>
                <a:lnTo>
                  <a:pt x="28473" y="9232"/>
                </a:lnTo>
                <a:lnTo>
                  <a:pt x="28435" y="9004"/>
                </a:lnTo>
                <a:lnTo>
                  <a:pt x="28587" y="8966"/>
                </a:lnTo>
                <a:close/>
              </a:path>
              <a:path w="96519" h="42544">
                <a:moveTo>
                  <a:pt x="30759" y="6845"/>
                </a:moveTo>
                <a:lnTo>
                  <a:pt x="30619" y="6261"/>
                </a:lnTo>
                <a:lnTo>
                  <a:pt x="30746" y="5918"/>
                </a:lnTo>
                <a:lnTo>
                  <a:pt x="30441" y="6083"/>
                </a:lnTo>
                <a:lnTo>
                  <a:pt x="30391" y="5473"/>
                </a:lnTo>
                <a:lnTo>
                  <a:pt x="30276" y="5816"/>
                </a:lnTo>
                <a:lnTo>
                  <a:pt x="30035" y="6045"/>
                </a:lnTo>
                <a:lnTo>
                  <a:pt x="30149" y="6553"/>
                </a:lnTo>
                <a:lnTo>
                  <a:pt x="30276" y="6819"/>
                </a:lnTo>
                <a:lnTo>
                  <a:pt x="30759" y="6845"/>
                </a:lnTo>
                <a:close/>
              </a:path>
              <a:path w="96519" h="42544">
                <a:moveTo>
                  <a:pt x="35979" y="11201"/>
                </a:moveTo>
                <a:lnTo>
                  <a:pt x="35953" y="10909"/>
                </a:lnTo>
                <a:lnTo>
                  <a:pt x="35433" y="10934"/>
                </a:lnTo>
                <a:lnTo>
                  <a:pt x="35039" y="10909"/>
                </a:lnTo>
                <a:lnTo>
                  <a:pt x="35179" y="11290"/>
                </a:lnTo>
                <a:lnTo>
                  <a:pt x="34683" y="11010"/>
                </a:lnTo>
                <a:lnTo>
                  <a:pt x="34823" y="11379"/>
                </a:lnTo>
                <a:lnTo>
                  <a:pt x="35382" y="11391"/>
                </a:lnTo>
                <a:lnTo>
                  <a:pt x="35382" y="11010"/>
                </a:lnTo>
                <a:lnTo>
                  <a:pt x="35725" y="11480"/>
                </a:lnTo>
                <a:lnTo>
                  <a:pt x="35775" y="11264"/>
                </a:lnTo>
                <a:lnTo>
                  <a:pt x="35979" y="11201"/>
                </a:lnTo>
                <a:close/>
              </a:path>
              <a:path w="96519" h="42544">
                <a:moveTo>
                  <a:pt x="37211" y="8509"/>
                </a:moveTo>
                <a:lnTo>
                  <a:pt x="37147" y="8305"/>
                </a:lnTo>
                <a:lnTo>
                  <a:pt x="37147" y="8039"/>
                </a:lnTo>
                <a:lnTo>
                  <a:pt x="36969" y="7950"/>
                </a:lnTo>
                <a:lnTo>
                  <a:pt x="36576" y="8089"/>
                </a:lnTo>
                <a:lnTo>
                  <a:pt x="35598" y="7645"/>
                </a:lnTo>
                <a:lnTo>
                  <a:pt x="35166" y="8051"/>
                </a:lnTo>
                <a:lnTo>
                  <a:pt x="35509" y="7924"/>
                </a:lnTo>
                <a:lnTo>
                  <a:pt x="35433" y="8242"/>
                </a:lnTo>
                <a:lnTo>
                  <a:pt x="35610" y="8293"/>
                </a:lnTo>
                <a:lnTo>
                  <a:pt x="35750" y="7785"/>
                </a:lnTo>
                <a:lnTo>
                  <a:pt x="36144" y="8166"/>
                </a:lnTo>
                <a:lnTo>
                  <a:pt x="36753" y="8064"/>
                </a:lnTo>
                <a:lnTo>
                  <a:pt x="36652" y="8420"/>
                </a:lnTo>
                <a:lnTo>
                  <a:pt x="36957" y="8318"/>
                </a:lnTo>
                <a:lnTo>
                  <a:pt x="36931" y="8559"/>
                </a:lnTo>
                <a:lnTo>
                  <a:pt x="37211" y="8509"/>
                </a:lnTo>
                <a:close/>
              </a:path>
              <a:path w="96519" h="42544">
                <a:moveTo>
                  <a:pt x="37795" y="7289"/>
                </a:moveTo>
                <a:lnTo>
                  <a:pt x="37515" y="7340"/>
                </a:lnTo>
                <a:lnTo>
                  <a:pt x="37528" y="7086"/>
                </a:lnTo>
                <a:lnTo>
                  <a:pt x="37211" y="7175"/>
                </a:lnTo>
                <a:lnTo>
                  <a:pt x="36880" y="7518"/>
                </a:lnTo>
                <a:lnTo>
                  <a:pt x="36753" y="7518"/>
                </a:lnTo>
                <a:lnTo>
                  <a:pt x="37045" y="7734"/>
                </a:lnTo>
                <a:lnTo>
                  <a:pt x="37477" y="7391"/>
                </a:lnTo>
                <a:lnTo>
                  <a:pt x="37795" y="7289"/>
                </a:lnTo>
                <a:close/>
              </a:path>
              <a:path w="96519" h="42544">
                <a:moveTo>
                  <a:pt x="38404" y="2933"/>
                </a:moveTo>
                <a:lnTo>
                  <a:pt x="38061" y="2933"/>
                </a:lnTo>
                <a:lnTo>
                  <a:pt x="37744" y="3822"/>
                </a:lnTo>
                <a:lnTo>
                  <a:pt x="38087" y="3454"/>
                </a:lnTo>
                <a:lnTo>
                  <a:pt x="38404" y="2933"/>
                </a:lnTo>
                <a:close/>
              </a:path>
              <a:path w="96519" h="42544">
                <a:moveTo>
                  <a:pt x="39014" y="7734"/>
                </a:moveTo>
                <a:lnTo>
                  <a:pt x="38874" y="7429"/>
                </a:lnTo>
                <a:lnTo>
                  <a:pt x="38595" y="7442"/>
                </a:lnTo>
                <a:lnTo>
                  <a:pt x="38468" y="7518"/>
                </a:lnTo>
                <a:lnTo>
                  <a:pt x="38862" y="7594"/>
                </a:lnTo>
                <a:lnTo>
                  <a:pt x="38366" y="8039"/>
                </a:lnTo>
                <a:lnTo>
                  <a:pt x="38798" y="8204"/>
                </a:lnTo>
                <a:lnTo>
                  <a:pt x="38709" y="7886"/>
                </a:lnTo>
                <a:lnTo>
                  <a:pt x="39014" y="7975"/>
                </a:lnTo>
                <a:lnTo>
                  <a:pt x="39014" y="7734"/>
                </a:lnTo>
                <a:close/>
              </a:path>
              <a:path w="96519" h="42544">
                <a:moveTo>
                  <a:pt x="39382" y="3086"/>
                </a:moveTo>
                <a:lnTo>
                  <a:pt x="39230" y="2984"/>
                </a:lnTo>
                <a:lnTo>
                  <a:pt x="39166" y="2832"/>
                </a:lnTo>
                <a:lnTo>
                  <a:pt x="39154" y="2616"/>
                </a:lnTo>
                <a:lnTo>
                  <a:pt x="38887" y="2590"/>
                </a:lnTo>
                <a:lnTo>
                  <a:pt x="38722" y="2654"/>
                </a:lnTo>
                <a:lnTo>
                  <a:pt x="38696" y="2844"/>
                </a:lnTo>
                <a:lnTo>
                  <a:pt x="39090" y="2692"/>
                </a:lnTo>
                <a:lnTo>
                  <a:pt x="39179" y="3403"/>
                </a:lnTo>
                <a:lnTo>
                  <a:pt x="39382" y="3086"/>
                </a:lnTo>
                <a:close/>
              </a:path>
              <a:path w="96519" h="42544">
                <a:moveTo>
                  <a:pt x="42240" y="800"/>
                </a:moveTo>
                <a:lnTo>
                  <a:pt x="41986" y="685"/>
                </a:lnTo>
                <a:lnTo>
                  <a:pt x="42176" y="139"/>
                </a:lnTo>
                <a:lnTo>
                  <a:pt x="41770" y="127"/>
                </a:lnTo>
                <a:lnTo>
                  <a:pt x="41681" y="711"/>
                </a:lnTo>
                <a:lnTo>
                  <a:pt x="41821" y="863"/>
                </a:lnTo>
                <a:lnTo>
                  <a:pt x="41643" y="1257"/>
                </a:lnTo>
                <a:lnTo>
                  <a:pt x="41960" y="1333"/>
                </a:lnTo>
                <a:lnTo>
                  <a:pt x="42240" y="800"/>
                </a:lnTo>
                <a:close/>
              </a:path>
              <a:path w="96519" h="42544">
                <a:moveTo>
                  <a:pt x="44729" y="4102"/>
                </a:moveTo>
                <a:lnTo>
                  <a:pt x="44602" y="3644"/>
                </a:lnTo>
                <a:lnTo>
                  <a:pt x="44437" y="3708"/>
                </a:lnTo>
                <a:lnTo>
                  <a:pt x="44018" y="3517"/>
                </a:lnTo>
                <a:lnTo>
                  <a:pt x="44030" y="3759"/>
                </a:lnTo>
                <a:lnTo>
                  <a:pt x="44246" y="3886"/>
                </a:lnTo>
                <a:lnTo>
                  <a:pt x="44437" y="4064"/>
                </a:lnTo>
                <a:lnTo>
                  <a:pt x="44488" y="4216"/>
                </a:lnTo>
                <a:lnTo>
                  <a:pt x="44729" y="4102"/>
                </a:lnTo>
                <a:close/>
              </a:path>
              <a:path w="96519" h="42544">
                <a:moveTo>
                  <a:pt x="48056" y="2730"/>
                </a:moveTo>
                <a:lnTo>
                  <a:pt x="47853" y="1866"/>
                </a:lnTo>
                <a:lnTo>
                  <a:pt x="47548" y="2501"/>
                </a:lnTo>
                <a:lnTo>
                  <a:pt x="47917" y="2324"/>
                </a:lnTo>
                <a:lnTo>
                  <a:pt x="47764" y="3238"/>
                </a:lnTo>
                <a:lnTo>
                  <a:pt x="48018" y="2832"/>
                </a:lnTo>
                <a:close/>
              </a:path>
              <a:path w="96519" h="42544">
                <a:moveTo>
                  <a:pt x="49199" y="10274"/>
                </a:moveTo>
                <a:lnTo>
                  <a:pt x="48920" y="10134"/>
                </a:lnTo>
                <a:lnTo>
                  <a:pt x="48717" y="10375"/>
                </a:lnTo>
                <a:lnTo>
                  <a:pt x="48717" y="10579"/>
                </a:lnTo>
                <a:lnTo>
                  <a:pt x="48945" y="11074"/>
                </a:lnTo>
                <a:lnTo>
                  <a:pt x="49047" y="10820"/>
                </a:lnTo>
                <a:lnTo>
                  <a:pt x="48920" y="10693"/>
                </a:lnTo>
                <a:lnTo>
                  <a:pt x="49199" y="10591"/>
                </a:lnTo>
                <a:lnTo>
                  <a:pt x="49199" y="10274"/>
                </a:lnTo>
                <a:close/>
              </a:path>
              <a:path w="96519" h="42544">
                <a:moveTo>
                  <a:pt x="49212" y="2273"/>
                </a:moveTo>
                <a:lnTo>
                  <a:pt x="48920" y="1803"/>
                </a:lnTo>
                <a:lnTo>
                  <a:pt x="49009" y="2235"/>
                </a:lnTo>
                <a:lnTo>
                  <a:pt x="48425" y="2527"/>
                </a:lnTo>
                <a:lnTo>
                  <a:pt x="48806" y="2832"/>
                </a:lnTo>
                <a:lnTo>
                  <a:pt x="48704" y="2425"/>
                </a:lnTo>
                <a:lnTo>
                  <a:pt x="49212" y="2273"/>
                </a:lnTo>
                <a:close/>
              </a:path>
              <a:path w="96519" h="42544">
                <a:moveTo>
                  <a:pt x="49288" y="850"/>
                </a:moveTo>
                <a:lnTo>
                  <a:pt x="49212" y="647"/>
                </a:lnTo>
                <a:lnTo>
                  <a:pt x="49034" y="584"/>
                </a:lnTo>
                <a:lnTo>
                  <a:pt x="48729" y="787"/>
                </a:lnTo>
                <a:lnTo>
                  <a:pt x="48895" y="990"/>
                </a:lnTo>
                <a:lnTo>
                  <a:pt x="49123" y="850"/>
                </a:lnTo>
                <a:lnTo>
                  <a:pt x="49250" y="1143"/>
                </a:lnTo>
                <a:lnTo>
                  <a:pt x="49288" y="850"/>
                </a:lnTo>
                <a:close/>
              </a:path>
              <a:path w="96519" h="42544">
                <a:moveTo>
                  <a:pt x="50698" y="32829"/>
                </a:moveTo>
                <a:lnTo>
                  <a:pt x="49606" y="33261"/>
                </a:lnTo>
                <a:lnTo>
                  <a:pt x="49822" y="33324"/>
                </a:lnTo>
                <a:lnTo>
                  <a:pt x="50190" y="33248"/>
                </a:lnTo>
                <a:lnTo>
                  <a:pt x="50241" y="33439"/>
                </a:lnTo>
                <a:lnTo>
                  <a:pt x="50507" y="33439"/>
                </a:lnTo>
                <a:lnTo>
                  <a:pt x="50698" y="32829"/>
                </a:lnTo>
                <a:close/>
              </a:path>
              <a:path w="96519" h="42544">
                <a:moveTo>
                  <a:pt x="50876" y="4572"/>
                </a:moveTo>
                <a:lnTo>
                  <a:pt x="50673" y="4559"/>
                </a:lnTo>
                <a:lnTo>
                  <a:pt x="50507" y="4572"/>
                </a:lnTo>
                <a:lnTo>
                  <a:pt x="50380" y="4673"/>
                </a:lnTo>
                <a:lnTo>
                  <a:pt x="50330" y="5029"/>
                </a:lnTo>
                <a:lnTo>
                  <a:pt x="50749" y="4902"/>
                </a:lnTo>
                <a:lnTo>
                  <a:pt x="50876" y="4572"/>
                </a:lnTo>
                <a:close/>
              </a:path>
              <a:path w="96519" h="42544">
                <a:moveTo>
                  <a:pt x="51308" y="33959"/>
                </a:moveTo>
                <a:lnTo>
                  <a:pt x="51079" y="33566"/>
                </a:lnTo>
                <a:lnTo>
                  <a:pt x="50977" y="33909"/>
                </a:lnTo>
                <a:lnTo>
                  <a:pt x="51308" y="33959"/>
                </a:lnTo>
                <a:close/>
              </a:path>
              <a:path w="96519" h="42544">
                <a:moveTo>
                  <a:pt x="51536" y="33909"/>
                </a:moveTo>
                <a:lnTo>
                  <a:pt x="51333" y="33972"/>
                </a:lnTo>
                <a:lnTo>
                  <a:pt x="51231" y="34404"/>
                </a:lnTo>
                <a:lnTo>
                  <a:pt x="51536" y="34480"/>
                </a:lnTo>
                <a:lnTo>
                  <a:pt x="51536" y="33909"/>
                </a:lnTo>
                <a:close/>
              </a:path>
              <a:path w="96519" h="42544">
                <a:moveTo>
                  <a:pt x="51650" y="10693"/>
                </a:moveTo>
                <a:lnTo>
                  <a:pt x="51206" y="10375"/>
                </a:lnTo>
                <a:lnTo>
                  <a:pt x="50939" y="9982"/>
                </a:lnTo>
                <a:lnTo>
                  <a:pt x="50406" y="10020"/>
                </a:lnTo>
                <a:lnTo>
                  <a:pt x="50190" y="10223"/>
                </a:lnTo>
                <a:lnTo>
                  <a:pt x="50368" y="10426"/>
                </a:lnTo>
                <a:lnTo>
                  <a:pt x="50406" y="10693"/>
                </a:lnTo>
                <a:lnTo>
                  <a:pt x="50825" y="10782"/>
                </a:lnTo>
                <a:lnTo>
                  <a:pt x="50546" y="10147"/>
                </a:lnTo>
                <a:lnTo>
                  <a:pt x="50977" y="10236"/>
                </a:lnTo>
                <a:lnTo>
                  <a:pt x="51117" y="10414"/>
                </a:lnTo>
                <a:lnTo>
                  <a:pt x="51447" y="10972"/>
                </a:lnTo>
                <a:lnTo>
                  <a:pt x="51650" y="10693"/>
                </a:lnTo>
                <a:close/>
              </a:path>
              <a:path w="96519" h="42544">
                <a:moveTo>
                  <a:pt x="54076" y="533"/>
                </a:moveTo>
                <a:lnTo>
                  <a:pt x="53695" y="0"/>
                </a:lnTo>
                <a:lnTo>
                  <a:pt x="53568" y="355"/>
                </a:lnTo>
                <a:lnTo>
                  <a:pt x="53594" y="762"/>
                </a:lnTo>
                <a:lnTo>
                  <a:pt x="53695" y="1028"/>
                </a:lnTo>
                <a:lnTo>
                  <a:pt x="53936" y="1143"/>
                </a:lnTo>
                <a:lnTo>
                  <a:pt x="53670" y="215"/>
                </a:lnTo>
                <a:lnTo>
                  <a:pt x="54076" y="533"/>
                </a:lnTo>
                <a:close/>
              </a:path>
              <a:path w="96519" h="42544">
                <a:moveTo>
                  <a:pt x="54419" y="10033"/>
                </a:moveTo>
                <a:lnTo>
                  <a:pt x="54267" y="9563"/>
                </a:lnTo>
                <a:lnTo>
                  <a:pt x="53365" y="9563"/>
                </a:lnTo>
                <a:lnTo>
                  <a:pt x="54419" y="10033"/>
                </a:lnTo>
                <a:close/>
              </a:path>
              <a:path w="96519" h="42544">
                <a:moveTo>
                  <a:pt x="54483" y="10210"/>
                </a:moveTo>
                <a:lnTo>
                  <a:pt x="54419" y="10058"/>
                </a:lnTo>
                <a:lnTo>
                  <a:pt x="53365" y="9563"/>
                </a:lnTo>
                <a:lnTo>
                  <a:pt x="53187" y="10210"/>
                </a:lnTo>
                <a:lnTo>
                  <a:pt x="53162" y="10414"/>
                </a:lnTo>
                <a:lnTo>
                  <a:pt x="53479" y="10210"/>
                </a:lnTo>
                <a:lnTo>
                  <a:pt x="54483" y="10210"/>
                </a:lnTo>
                <a:close/>
              </a:path>
              <a:path w="96519" h="42544">
                <a:moveTo>
                  <a:pt x="55092" y="10591"/>
                </a:moveTo>
                <a:lnTo>
                  <a:pt x="55029" y="10414"/>
                </a:lnTo>
                <a:lnTo>
                  <a:pt x="54952" y="10210"/>
                </a:lnTo>
                <a:lnTo>
                  <a:pt x="54825" y="10210"/>
                </a:lnTo>
                <a:lnTo>
                  <a:pt x="54813" y="10414"/>
                </a:lnTo>
                <a:lnTo>
                  <a:pt x="53162" y="10414"/>
                </a:lnTo>
                <a:lnTo>
                  <a:pt x="52997" y="10591"/>
                </a:lnTo>
                <a:lnTo>
                  <a:pt x="53136" y="10591"/>
                </a:lnTo>
                <a:lnTo>
                  <a:pt x="55092" y="10591"/>
                </a:lnTo>
                <a:close/>
              </a:path>
              <a:path w="96519" h="42544">
                <a:moveTo>
                  <a:pt x="57238" y="10922"/>
                </a:moveTo>
                <a:lnTo>
                  <a:pt x="56210" y="11264"/>
                </a:lnTo>
                <a:lnTo>
                  <a:pt x="56388" y="11442"/>
                </a:lnTo>
                <a:lnTo>
                  <a:pt x="57124" y="11366"/>
                </a:lnTo>
                <a:lnTo>
                  <a:pt x="57238" y="10922"/>
                </a:lnTo>
                <a:close/>
              </a:path>
              <a:path w="96519" h="42544">
                <a:moveTo>
                  <a:pt x="60045" y="2273"/>
                </a:moveTo>
                <a:lnTo>
                  <a:pt x="59829" y="1689"/>
                </a:lnTo>
                <a:lnTo>
                  <a:pt x="59601" y="2057"/>
                </a:lnTo>
                <a:lnTo>
                  <a:pt x="59855" y="2273"/>
                </a:lnTo>
                <a:lnTo>
                  <a:pt x="59474" y="2260"/>
                </a:lnTo>
                <a:lnTo>
                  <a:pt x="59486" y="2730"/>
                </a:lnTo>
                <a:lnTo>
                  <a:pt x="59677" y="2679"/>
                </a:lnTo>
                <a:lnTo>
                  <a:pt x="59791" y="2895"/>
                </a:lnTo>
                <a:lnTo>
                  <a:pt x="59829" y="2730"/>
                </a:lnTo>
                <a:lnTo>
                  <a:pt x="59829" y="2514"/>
                </a:lnTo>
                <a:lnTo>
                  <a:pt x="60045" y="2273"/>
                </a:lnTo>
                <a:close/>
              </a:path>
              <a:path w="96519" h="42544">
                <a:moveTo>
                  <a:pt x="61239" y="4508"/>
                </a:moveTo>
                <a:lnTo>
                  <a:pt x="60083" y="4025"/>
                </a:lnTo>
                <a:lnTo>
                  <a:pt x="60083" y="4660"/>
                </a:lnTo>
                <a:lnTo>
                  <a:pt x="60579" y="4508"/>
                </a:lnTo>
                <a:lnTo>
                  <a:pt x="60490" y="4940"/>
                </a:lnTo>
                <a:lnTo>
                  <a:pt x="60756" y="5003"/>
                </a:lnTo>
                <a:lnTo>
                  <a:pt x="61239" y="4508"/>
                </a:lnTo>
                <a:close/>
              </a:path>
              <a:path w="96519" h="42544">
                <a:moveTo>
                  <a:pt x="61798" y="13271"/>
                </a:moveTo>
                <a:lnTo>
                  <a:pt x="61658" y="12941"/>
                </a:lnTo>
                <a:lnTo>
                  <a:pt x="61404" y="12344"/>
                </a:lnTo>
                <a:lnTo>
                  <a:pt x="61798" y="13271"/>
                </a:lnTo>
                <a:close/>
              </a:path>
              <a:path w="96519" h="42544">
                <a:moveTo>
                  <a:pt x="63373" y="1028"/>
                </a:moveTo>
                <a:lnTo>
                  <a:pt x="62953" y="1155"/>
                </a:lnTo>
                <a:lnTo>
                  <a:pt x="63030" y="1562"/>
                </a:lnTo>
                <a:lnTo>
                  <a:pt x="63246" y="1485"/>
                </a:lnTo>
                <a:lnTo>
                  <a:pt x="63157" y="1752"/>
                </a:lnTo>
                <a:lnTo>
                  <a:pt x="62699" y="1587"/>
                </a:lnTo>
                <a:lnTo>
                  <a:pt x="63030" y="1955"/>
                </a:lnTo>
                <a:lnTo>
                  <a:pt x="63373" y="1828"/>
                </a:lnTo>
                <a:lnTo>
                  <a:pt x="63373" y="1028"/>
                </a:lnTo>
                <a:close/>
              </a:path>
              <a:path w="96519" h="42544">
                <a:moveTo>
                  <a:pt x="63677" y="11036"/>
                </a:moveTo>
                <a:lnTo>
                  <a:pt x="63461" y="11036"/>
                </a:lnTo>
                <a:lnTo>
                  <a:pt x="63347" y="12077"/>
                </a:lnTo>
                <a:lnTo>
                  <a:pt x="61252" y="11036"/>
                </a:lnTo>
                <a:lnTo>
                  <a:pt x="61048" y="11404"/>
                </a:lnTo>
                <a:lnTo>
                  <a:pt x="60820" y="11036"/>
                </a:lnTo>
                <a:lnTo>
                  <a:pt x="61010" y="11036"/>
                </a:lnTo>
                <a:lnTo>
                  <a:pt x="59613" y="10426"/>
                </a:lnTo>
                <a:lnTo>
                  <a:pt x="59994" y="11036"/>
                </a:lnTo>
                <a:lnTo>
                  <a:pt x="60490" y="11036"/>
                </a:lnTo>
                <a:lnTo>
                  <a:pt x="60680" y="12077"/>
                </a:lnTo>
                <a:lnTo>
                  <a:pt x="62560" y="12280"/>
                </a:lnTo>
                <a:lnTo>
                  <a:pt x="63296" y="12344"/>
                </a:lnTo>
                <a:lnTo>
                  <a:pt x="63360" y="12077"/>
                </a:lnTo>
                <a:lnTo>
                  <a:pt x="63677" y="11036"/>
                </a:lnTo>
                <a:close/>
              </a:path>
              <a:path w="96519" h="42544">
                <a:moveTo>
                  <a:pt x="64554" y="10795"/>
                </a:moveTo>
                <a:close/>
              </a:path>
              <a:path w="96519" h="42544">
                <a:moveTo>
                  <a:pt x="64731" y="10172"/>
                </a:moveTo>
                <a:lnTo>
                  <a:pt x="64287" y="10121"/>
                </a:lnTo>
                <a:lnTo>
                  <a:pt x="64135" y="10528"/>
                </a:lnTo>
                <a:lnTo>
                  <a:pt x="64287" y="10655"/>
                </a:lnTo>
                <a:lnTo>
                  <a:pt x="64516" y="10782"/>
                </a:lnTo>
                <a:lnTo>
                  <a:pt x="64630" y="10477"/>
                </a:lnTo>
                <a:lnTo>
                  <a:pt x="64160" y="10528"/>
                </a:lnTo>
                <a:lnTo>
                  <a:pt x="64731" y="10172"/>
                </a:lnTo>
                <a:close/>
              </a:path>
              <a:path w="96519" h="42544">
                <a:moveTo>
                  <a:pt x="66433" y="36741"/>
                </a:moveTo>
                <a:lnTo>
                  <a:pt x="66128" y="36728"/>
                </a:lnTo>
                <a:lnTo>
                  <a:pt x="66217" y="36918"/>
                </a:lnTo>
                <a:lnTo>
                  <a:pt x="65989" y="36741"/>
                </a:lnTo>
                <a:lnTo>
                  <a:pt x="66179" y="37033"/>
                </a:lnTo>
                <a:lnTo>
                  <a:pt x="65849" y="37134"/>
                </a:lnTo>
                <a:lnTo>
                  <a:pt x="66116" y="37299"/>
                </a:lnTo>
                <a:lnTo>
                  <a:pt x="66205" y="37096"/>
                </a:lnTo>
                <a:lnTo>
                  <a:pt x="66382" y="36969"/>
                </a:lnTo>
                <a:lnTo>
                  <a:pt x="66433" y="36741"/>
                </a:lnTo>
                <a:close/>
              </a:path>
              <a:path w="96519" h="42544">
                <a:moveTo>
                  <a:pt x="67068" y="35052"/>
                </a:moveTo>
                <a:lnTo>
                  <a:pt x="66776" y="35026"/>
                </a:lnTo>
                <a:lnTo>
                  <a:pt x="66840" y="35267"/>
                </a:lnTo>
                <a:lnTo>
                  <a:pt x="66586" y="35826"/>
                </a:lnTo>
                <a:lnTo>
                  <a:pt x="66992" y="35712"/>
                </a:lnTo>
                <a:lnTo>
                  <a:pt x="66992" y="35420"/>
                </a:lnTo>
                <a:lnTo>
                  <a:pt x="67068" y="35052"/>
                </a:lnTo>
                <a:close/>
              </a:path>
              <a:path w="96519" h="42544">
                <a:moveTo>
                  <a:pt x="67894" y="35001"/>
                </a:moveTo>
                <a:lnTo>
                  <a:pt x="67589" y="34810"/>
                </a:lnTo>
                <a:lnTo>
                  <a:pt x="67589" y="35013"/>
                </a:lnTo>
                <a:lnTo>
                  <a:pt x="67360" y="34925"/>
                </a:lnTo>
                <a:lnTo>
                  <a:pt x="67386" y="35267"/>
                </a:lnTo>
                <a:lnTo>
                  <a:pt x="67030" y="35598"/>
                </a:lnTo>
                <a:lnTo>
                  <a:pt x="67462" y="35712"/>
                </a:lnTo>
                <a:lnTo>
                  <a:pt x="67513" y="35496"/>
                </a:lnTo>
                <a:lnTo>
                  <a:pt x="67894" y="35001"/>
                </a:lnTo>
                <a:close/>
              </a:path>
              <a:path w="96519" h="42544">
                <a:moveTo>
                  <a:pt x="68033" y="6489"/>
                </a:moveTo>
                <a:lnTo>
                  <a:pt x="67767" y="5689"/>
                </a:lnTo>
                <a:lnTo>
                  <a:pt x="67703" y="5854"/>
                </a:lnTo>
                <a:lnTo>
                  <a:pt x="67691" y="6489"/>
                </a:lnTo>
                <a:lnTo>
                  <a:pt x="68033" y="6489"/>
                </a:lnTo>
                <a:close/>
              </a:path>
              <a:path w="96519" h="42544">
                <a:moveTo>
                  <a:pt x="68643" y="5791"/>
                </a:moveTo>
                <a:lnTo>
                  <a:pt x="68478" y="5689"/>
                </a:lnTo>
                <a:lnTo>
                  <a:pt x="68110" y="6032"/>
                </a:lnTo>
                <a:lnTo>
                  <a:pt x="68148" y="5803"/>
                </a:lnTo>
                <a:lnTo>
                  <a:pt x="68287" y="5638"/>
                </a:lnTo>
                <a:lnTo>
                  <a:pt x="68478" y="5588"/>
                </a:lnTo>
                <a:lnTo>
                  <a:pt x="68148" y="5461"/>
                </a:lnTo>
                <a:lnTo>
                  <a:pt x="68021" y="5778"/>
                </a:lnTo>
                <a:lnTo>
                  <a:pt x="68046" y="6121"/>
                </a:lnTo>
                <a:lnTo>
                  <a:pt x="68249" y="6362"/>
                </a:lnTo>
                <a:lnTo>
                  <a:pt x="68592" y="6134"/>
                </a:lnTo>
                <a:lnTo>
                  <a:pt x="68453" y="5867"/>
                </a:lnTo>
                <a:lnTo>
                  <a:pt x="68643" y="5791"/>
                </a:lnTo>
                <a:close/>
              </a:path>
              <a:path w="96519" h="42544">
                <a:moveTo>
                  <a:pt x="69380" y="5041"/>
                </a:moveTo>
                <a:lnTo>
                  <a:pt x="69164" y="4775"/>
                </a:lnTo>
                <a:lnTo>
                  <a:pt x="69164" y="3683"/>
                </a:lnTo>
                <a:lnTo>
                  <a:pt x="68821" y="3987"/>
                </a:lnTo>
                <a:lnTo>
                  <a:pt x="69075" y="3975"/>
                </a:lnTo>
                <a:lnTo>
                  <a:pt x="68884" y="4381"/>
                </a:lnTo>
                <a:lnTo>
                  <a:pt x="68948" y="4572"/>
                </a:lnTo>
                <a:lnTo>
                  <a:pt x="68592" y="4470"/>
                </a:lnTo>
                <a:lnTo>
                  <a:pt x="68592" y="4673"/>
                </a:lnTo>
                <a:lnTo>
                  <a:pt x="68668" y="4838"/>
                </a:lnTo>
                <a:lnTo>
                  <a:pt x="68821" y="4914"/>
                </a:lnTo>
                <a:lnTo>
                  <a:pt x="69037" y="4800"/>
                </a:lnTo>
                <a:lnTo>
                  <a:pt x="69278" y="5003"/>
                </a:lnTo>
                <a:lnTo>
                  <a:pt x="68973" y="5308"/>
                </a:lnTo>
                <a:lnTo>
                  <a:pt x="69164" y="5346"/>
                </a:lnTo>
                <a:lnTo>
                  <a:pt x="69380" y="5092"/>
                </a:lnTo>
                <a:close/>
              </a:path>
              <a:path w="96519" h="42544">
                <a:moveTo>
                  <a:pt x="69392" y="10693"/>
                </a:moveTo>
                <a:lnTo>
                  <a:pt x="68567" y="10744"/>
                </a:lnTo>
                <a:lnTo>
                  <a:pt x="68719" y="11036"/>
                </a:lnTo>
                <a:lnTo>
                  <a:pt x="68948" y="10909"/>
                </a:lnTo>
                <a:lnTo>
                  <a:pt x="69062" y="11150"/>
                </a:lnTo>
                <a:lnTo>
                  <a:pt x="69088" y="10909"/>
                </a:lnTo>
                <a:lnTo>
                  <a:pt x="69367" y="10922"/>
                </a:lnTo>
                <a:lnTo>
                  <a:pt x="69392" y="10693"/>
                </a:lnTo>
                <a:close/>
              </a:path>
              <a:path w="96519" h="42544">
                <a:moveTo>
                  <a:pt x="71970" y="7124"/>
                </a:moveTo>
                <a:lnTo>
                  <a:pt x="71107" y="8318"/>
                </a:lnTo>
                <a:lnTo>
                  <a:pt x="71107" y="8864"/>
                </a:lnTo>
                <a:lnTo>
                  <a:pt x="71818" y="7404"/>
                </a:lnTo>
                <a:lnTo>
                  <a:pt x="71970" y="7124"/>
                </a:lnTo>
                <a:close/>
              </a:path>
              <a:path w="96519" h="42544">
                <a:moveTo>
                  <a:pt x="72694" y="11950"/>
                </a:moveTo>
                <a:lnTo>
                  <a:pt x="72618" y="11658"/>
                </a:lnTo>
                <a:lnTo>
                  <a:pt x="71945" y="11417"/>
                </a:lnTo>
                <a:lnTo>
                  <a:pt x="72148" y="11569"/>
                </a:lnTo>
                <a:lnTo>
                  <a:pt x="72364" y="12217"/>
                </a:lnTo>
                <a:lnTo>
                  <a:pt x="72567" y="11950"/>
                </a:lnTo>
                <a:lnTo>
                  <a:pt x="72694" y="11950"/>
                </a:lnTo>
                <a:close/>
              </a:path>
              <a:path w="96519" h="42544">
                <a:moveTo>
                  <a:pt x="74510" y="7734"/>
                </a:moveTo>
                <a:lnTo>
                  <a:pt x="74460" y="7594"/>
                </a:lnTo>
                <a:lnTo>
                  <a:pt x="73952" y="7594"/>
                </a:lnTo>
                <a:lnTo>
                  <a:pt x="74282" y="7734"/>
                </a:lnTo>
                <a:lnTo>
                  <a:pt x="74180" y="8026"/>
                </a:lnTo>
                <a:lnTo>
                  <a:pt x="74256" y="7848"/>
                </a:lnTo>
                <a:lnTo>
                  <a:pt x="73926" y="7848"/>
                </a:lnTo>
                <a:lnTo>
                  <a:pt x="74002" y="8013"/>
                </a:lnTo>
                <a:lnTo>
                  <a:pt x="73825" y="8432"/>
                </a:lnTo>
                <a:lnTo>
                  <a:pt x="74066" y="8420"/>
                </a:lnTo>
                <a:lnTo>
                  <a:pt x="74282" y="8293"/>
                </a:lnTo>
                <a:lnTo>
                  <a:pt x="74269" y="8026"/>
                </a:lnTo>
                <a:lnTo>
                  <a:pt x="74460" y="7950"/>
                </a:lnTo>
                <a:lnTo>
                  <a:pt x="74510" y="7734"/>
                </a:lnTo>
                <a:close/>
              </a:path>
              <a:path w="96519" h="42544">
                <a:moveTo>
                  <a:pt x="74752" y="8356"/>
                </a:moveTo>
                <a:lnTo>
                  <a:pt x="74510" y="7962"/>
                </a:lnTo>
                <a:lnTo>
                  <a:pt x="74282" y="8293"/>
                </a:lnTo>
                <a:lnTo>
                  <a:pt x="74498" y="8305"/>
                </a:lnTo>
                <a:lnTo>
                  <a:pt x="74752" y="8356"/>
                </a:lnTo>
                <a:close/>
              </a:path>
              <a:path w="96519" h="42544">
                <a:moveTo>
                  <a:pt x="75628" y="10896"/>
                </a:moveTo>
                <a:lnTo>
                  <a:pt x="75603" y="10515"/>
                </a:lnTo>
                <a:lnTo>
                  <a:pt x="75603" y="10223"/>
                </a:lnTo>
                <a:lnTo>
                  <a:pt x="75463" y="10502"/>
                </a:lnTo>
                <a:lnTo>
                  <a:pt x="75501" y="10680"/>
                </a:lnTo>
                <a:lnTo>
                  <a:pt x="75196" y="11023"/>
                </a:lnTo>
                <a:lnTo>
                  <a:pt x="75399" y="11036"/>
                </a:lnTo>
                <a:lnTo>
                  <a:pt x="75450" y="10896"/>
                </a:lnTo>
                <a:lnTo>
                  <a:pt x="75628" y="10896"/>
                </a:lnTo>
                <a:close/>
              </a:path>
              <a:path w="96519" h="42544">
                <a:moveTo>
                  <a:pt x="77609" y="13500"/>
                </a:moveTo>
                <a:lnTo>
                  <a:pt x="77558" y="13208"/>
                </a:lnTo>
                <a:lnTo>
                  <a:pt x="77304" y="12890"/>
                </a:lnTo>
                <a:lnTo>
                  <a:pt x="76974" y="12433"/>
                </a:lnTo>
                <a:lnTo>
                  <a:pt x="76885" y="12293"/>
                </a:lnTo>
                <a:lnTo>
                  <a:pt x="76936" y="12560"/>
                </a:lnTo>
                <a:lnTo>
                  <a:pt x="76263" y="12039"/>
                </a:lnTo>
                <a:lnTo>
                  <a:pt x="76200" y="12407"/>
                </a:lnTo>
                <a:lnTo>
                  <a:pt x="76581" y="12534"/>
                </a:lnTo>
                <a:lnTo>
                  <a:pt x="77000" y="12573"/>
                </a:lnTo>
                <a:lnTo>
                  <a:pt x="77101" y="12966"/>
                </a:lnTo>
                <a:lnTo>
                  <a:pt x="76720" y="12966"/>
                </a:lnTo>
                <a:lnTo>
                  <a:pt x="76682" y="12573"/>
                </a:lnTo>
                <a:lnTo>
                  <a:pt x="76327" y="12534"/>
                </a:lnTo>
                <a:lnTo>
                  <a:pt x="76542" y="12979"/>
                </a:lnTo>
                <a:lnTo>
                  <a:pt x="76898" y="13309"/>
                </a:lnTo>
                <a:lnTo>
                  <a:pt x="77228" y="13652"/>
                </a:lnTo>
                <a:lnTo>
                  <a:pt x="77127" y="13296"/>
                </a:lnTo>
                <a:lnTo>
                  <a:pt x="77609" y="13500"/>
                </a:lnTo>
                <a:close/>
              </a:path>
              <a:path w="96519" h="42544">
                <a:moveTo>
                  <a:pt x="78625" y="13677"/>
                </a:moveTo>
                <a:lnTo>
                  <a:pt x="77622" y="13754"/>
                </a:lnTo>
                <a:lnTo>
                  <a:pt x="77812" y="13766"/>
                </a:lnTo>
                <a:lnTo>
                  <a:pt x="78130" y="14008"/>
                </a:lnTo>
                <a:lnTo>
                  <a:pt x="78346" y="14033"/>
                </a:lnTo>
                <a:lnTo>
                  <a:pt x="78613" y="14109"/>
                </a:lnTo>
                <a:lnTo>
                  <a:pt x="78625" y="13677"/>
                </a:lnTo>
                <a:close/>
              </a:path>
              <a:path w="96519" h="42544">
                <a:moveTo>
                  <a:pt x="81267" y="33070"/>
                </a:moveTo>
                <a:lnTo>
                  <a:pt x="80886" y="32766"/>
                </a:lnTo>
                <a:lnTo>
                  <a:pt x="80886" y="33058"/>
                </a:lnTo>
                <a:lnTo>
                  <a:pt x="80200" y="33286"/>
                </a:lnTo>
                <a:lnTo>
                  <a:pt x="80543" y="33553"/>
                </a:lnTo>
                <a:lnTo>
                  <a:pt x="80581" y="33299"/>
                </a:lnTo>
                <a:lnTo>
                  <a:pt x="81267" y="33070"/>
                </a:lnTo>
                <a:close/>
              </a:path>
              <a:path w="96519" h="42544">
                <a:moveTo>
                  <a:pt x="82562" y="17424"/>
                </a:moveTo>
                <a:lnTo>
                  <a:pt x="82372" y="17437"/>
                </a:lnTo>
                <a:lnTo>
                  <a:pt x="82219" y="17411"/>
                </a:lnTo>
                <a:lnTo>
                  <a:pt x="82003" y="17640"/>
                </a:lnTo>
                <a:lnTo>
                  <a:pt x="81889" y="17983"/>
                </a:lnTo>
                <a:lnTo>
                  <a:pt x="82130" y="18084"/>
                </a:lnTo>
                <a:lnTo>
                  <a:pt x="82130" y="18211"/>
                </a:lnTo>
                <a:lnTo>
                  <a:pt x="82169" y="17983"/>
                </a:lnTo>
                <a:lnTo>
                  <a:pt x="82435" y="18376"/>
                </a:lnTo>
                <a:lnTo>
                  <a:pt x="82461" y="17995"/>
                </a:lnTo>
                <a:lnTo>
                  <a:pt x="82321" y="17907"/>
                </a:lnTo>
                <a:lnTo>
                  <a:pt x="82245" y="17754"/>
                </a:lnTo>
                <a:lnTo>
                  <a:pt x="82232" y="17526"/>
                </a:lnTo>
                <a:lnTo>
                  <a:pt x="82384" y="17653"/>
                </a:lnTo>
                <a:lnTo>
                  <a:pt x="82511" y="17653"/>
                </a:lnTo>
                <a:lnTo>
                  <a:pt x="82562" y="17424"/>
                </a:lnTo>
                <a:close/>
              </a:path>
              <a:path w="96519" h="42544">
                <a:moveTo>
                  <a:pt x="87820" y="19240"/>
                </a:moveTo>
                <a:lnTo>
                  <a:pt x="87630" y="19316"/>
                </a:lnTo>
                <a:lnTo>
                  <a:pt x="86969" y="19494"/>
                </a:lnTo>
                <a:lnTo>
                  <a:pt x="87261" y="19672"/>
                </a:lnTo>
                <a:lnTo>
                  <a:pt x="87630" y="19342"/>
                </a:lnTo>
                <a:lnTo>
                  <a:pt x="87604" y="19570"/>
                </a:lnTo>
                <a:lnTo>
                  <a:pt x="87718" y="19418"/>
                </a:lnTo>
                <a:lnTo>
                  <a:pt x="87820" y="19240"/>
                </a:lnTo>
                <a:close/>
              </a:path>
              <a:path w="96519" h="42544">
                <a:moveTo>
                  <a:pt x="88226" y="18707"/>
                </a:moveTo>
                <a:lnTo>
                  <a:pt x="87579" y="18973"/>
                </a:lnTo>
                <a:lnTo>
                  <a:pt x="87490" y="19240"/>
                </a:lnTo>
                <a:lnTo>
                  <a:pt x="87680" y="19278"/>
                </a:lnTo>
                <a:lnTo>
                  <a:pt x="87782" y="19050"/>
                </a:lnTo>
                <a:lnTo>
                  <a:pt x="87820" y="19240"/>
                </a:lnTo>
                <a:lnTo>
                  <a:pt x="88049" y="18999"/>
                </a:lnTo>
                <a:lnTo>
                  <a:pt x="88176" y="19240"/>
                </a:lnTo>
                <a:lnTo>
                  <a:pt x="88226" y="18707"/>
                </a:lnTo>
                <a:close/>
              </a:path>
              <a:path w="96519" h="42544">
                <a:moveTo>
                  <a:pt x="89408" y="35026"/>
                </a:moveTo>
                <a:lnTo>
                  <a:pt x="89192" y="35052"/>
                </a:lnTo>
                <a:lnTo>
                  <a:pt x="89154" y="34912"/>
                </a:lnTo>
                <a:lnTo>
                  <a:pt x="88963" y="34925"/>
                </a:lnTo>
                <a:lnTo>
                  <a:pt x="88836" y="35153"/>
                </a:lnTo>
                <a:lnTo>
                  <a:pt x="88798" y="35534"/>
                </a:lnTo>
                <a:lnTo>
                  <a:pt x="89039" y="35636"/>
                </a:lnTo>
                <a:lnTo>
                  <a:pt x="89179" y="35839"/>
                </a:lnTo>
                <a:lnTo>
                  <a:pt x="89255" y="35560"/>
                </a:lnTo>
                <a:lnTo>
                  <a:pt x="89268" y="35255"/>
                </a:lnTo>
                <a:lnTo>
                  <a:pt x="89408" y="35026"/>
                </a:lnTo>
                <a:close/>
              </a:path>
              <a:path w="96519" h="42544">
                <a:moveTo>
                  <a:pt x="89865" y="32880"/>
                </a:moveTo>
                <a:lnTo>
                  <a:pt x="89827" y="32740"/>
                </a:lnTo>
                <a:lnTo>
                  <a:pt x="89420" y="32448"/>
                </a:lnTo>
                <a:lnTo>
                  <a:pt x="89306" y="32766"/>
                </a:lnTo>
                <a:lnTo>
                  <a:pt x="89547" y="32842"/>
                </a:lnTo>
                <a:lnTo>
                  <a:pt x="89738" y="33362"/>
                </a:lnTo>
                <a:lnTo>
                  <a:pt x="89865" y="32880"/>
                </a:lnTo>
                <a:close/>
              </a:path>
              <a:path w="96519" h="42544">
                <a:moveTo>
                  <a:pt x="92367" y="25158"/>
                </a:moveTo>
                <a:lnTo>
                  <a:pt x="92100" y="24701"/>
                </a:lnTo>
                <a:lnTo>
                  <a:pt x="91808" y="24815"/>
                </a:lnTo>
                <a:lnTo>
                  <a:pt x="91757" y="24650"/>
                </a:lnTo>
                <a:lnTo>
                  <a:pt x="91122" y="24752"/>
                </a:lnTo>
                <a:lnTo>
                  <a:pt x="91452" y="24917"/>
                </a:lnTo>
                <a:lnTo>
                  <a:pt x="92367" y="25158"/>
                </a:lnTo>
                <a:close/>
              </a:path>
              <a:path w="96519" h="42544">
                <a:moveTo>
                  <a:pt x="95885" y="42075"/>
                </a:moveTo>
                <a:lnTo>
                  <a:pt x="95846" y="41808"/>
                </a:lnTo>
                <a:lnTo>
                  <a:pt x="95770" y="41592"/>
                </a:lnTo>
                <a:lnTo>
                  <a:pt x="95554" y="41516"/>
                </a:lnTo>
                <a:lnTo>
                  <a:pt x="95529" y="41846"/>
                </a:lnTo>
                <a:lnTo>
                  <a:pt x="95554" y="42138"/>
                </a:lnTo>
                <a:lnTo>
                  <a:pt x="95885" y="42075"/>
                </a:lnTo>
                <a:close/>
              </a:path>
              <a:path w="96519" h="42544">
                <a:moveTo>
                  <a:pt x="96380" y="32943"/>
                </a:moveTo>
                <a:lnTo>
                  <a:pt x="96227" y="32905"/>
                </a:lnTo>
                <a:lnTo>
                  <a:pt x="96354" y="32651"/>
                </a:lnTo>
                <a:lnTo>
                  <a:pt x="96012" y="32435"/>
                </a:lnTo>
                <a:lnTo>
                  <a:pt x="96012" y="32308"/>
                </a:lnTo>
                <a:lnTo>
                  <a:pt x="95796" y="32600"/>
                </a:lnTo>
                <a:lnTo>
                  <a:pt x="96139" y="32994"/>
                </a:lnTo>
                <a:lnTo>
                  <a:pt x="95897" y="33096"/>
                </a:lnTo>
                <a:lnTo>
                  <a:pt x="95694" y="32880"/>
                </a:lnTo>
                <a:lnTo>
                  <a:pt x="95897" y="32778"/>
                </a:lnTo>
                <a:lnTo>
                  <a:pt x="95427" y="32715"/>
                </a:lnTo>
                <a:lnTo>
                  <a:pt x="95821" y="32677"/>
                </a:lnTo>
                <a:lnTo>
                  <a:pt x="95453" y="32435"/>
                </a:lnTo>
                <a:lnTo>
                  <a:pt x="95275" y="32702"/>
                </a:lnTo>
                <a:lnTo>
                  <a:pt x="95580" y="33312"/>
                </a:lnTo>
                <a:lnTo>
                  <a:pt x="96139" y="33223"/>
                </a:lnTo>
                <a:lnTo>
                  <a:pt x="96380" y="32943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bg object 184"/>
          <p:cNvSpPr/>
          <p:nvPr/>
        </p:nvSpPr>
        <p:spPr>
          <a:xfrm>
            <a:off x="1938197" y="846213"/>
            <a:ext cx="88265" cy="18415"/>
          </a:xfrm>
          <a:custGeom>
            <a:avLst/>
            <a:gdLst/>
            <a:ahLst/>
            <a:cxnLst/>
            <a:rect l="l" t="t" r="r" b="b"/>
            <a:pathLst>
              <a:path w="88264" h="18415">
                <a:moveTo>
                  <a:pt x="901" y="15227"/>
                </a:moveTo>
                <a:lnTo>
                  <a:pt x="749" y="15062"/>
                </a:lnTo>
                <a:lnTo>
                  <a:pt x="711" y="15468"/>
                </a:lnTo>
                <a:lnTo>
                  <a:pt x="0" y="15201"/>
                </a:lnTo>
                <a:lnTo>
                  <a:pt x="177" y="15849"/>
                </a:lnTo>
                <a:lnTo>
                  <a:pt x="584" y="15862"/>
                </a:lnTo>
                <a:lnTo>
                  <a:pt x="901" y="15227"/>
                </a:lnTo>
                <a:close/>
              </a:path>
              <a:path w="88264" h="18415">
                <a:moveTo>
                  <a:pt x="2946" y="13766"/>
                </a:moveTo>
                <a:lnTo>
                  <a:pt x="2540" y="12560"/>
                </a:lnTo>
                <a:lnTo>
                  <a:pt x="1930" y="12560"/>
                </a:lnTo>
                <a:lnTo>
                  <a:pt x="1295" y="13766"/>
                </a:lnTo>
                <a:lnTo>
                  <a:pt x="2120" y="13766"/>
                </a:lnTo>
                <a:lnTo>
                  <a:pt x="2654" y="14719"/>
                </a:lnTo>
                <a:lnTo>
                  <a:pt x="2819" y="14719"/>
                </a:lnTo>
                <a:lnTo>
                  <a:pt x="2413" y="13766"/>
                </a:lnTo>
                <a:lnTo>
                  <a:pt x="2946" y="13766"/>
                </a:lnTo>
                <a:close/>
              </a:path>
              <a:path w="88264" h="18415">
                <a:moveTo>
                  <a:pt x="7924" y="12433"/>
                </a:moveTo>
                <a:lnTo>
                  <a:pt x="7378" y="12242"/>
                </a:lnTo>
                <a:lnTo>
                  <a:pt x="7086" y="13157"/>
                </a:lnTo>
                <a:lnTo>
                  <a:pt x="7480" y="12903"/>
                </a:lnTo>
                <a:lnTo>
                  <a:pt x="7353" y="12776"/>
                </a:lnTo>
                <a:lnTo>
                  <a:pt x="7658" y="12776"/>
                </a:lnTo>
                <a:lnTo>
                  <a:pt x="7759" y="12573"/>
                </a:lnTo>
                <a:lnTo>
                  <a:pt x="7924" y="12433"/>
                </a:lnTo>
                <a:close/>
              </a:path>
              <a:path w="88264" h="18415">
                <a:moveTo>
                  <a:pt x="8775" y="14427"/>
                </a:moveTo>
                <a:lnTo>
                  <a:pt x="8610" y="14020"/>
                </a:lnTo>
                <a:lnTo>
                  <a:pt x="8267" y="14020"/>
                </a:lnTo>
                <a:lnTo>
                  <a:pt x="8128" y="14084"/>
                </a:lnTo>
                <a:lnTo>
                  <a:pt x="8280" y="15151"/>
                </a:lnTo>
                <a:lnTo>
                  <a:pt x="8496" y="14820"/>
                </a:lnTo>
                <a:lnTo>
                  <a:pt x="8242" y="14706"/>
                </a:lnTo>
                <a:lnTo>
                  <a:pt x="8775" y="14427"/>
                </a:lnTo>
                <a:close/>
              </a:path>
              <a:path w="88264" h="18415">
                <a:moveTo>
                  <a:pt x="11772" y="6299"/>
                </a:moveTo>
                <a:lnTo>
                  <a:pt x="11442" y="6337"/>
                </a:lnTo>
                <a:lnTo>
                  <a:pt x="11214" y="6502"/>
                </a:lnTo>
                <a:lnTo>
                  <a:pt x="11099" y="6769"/>
                </a:lnTo>
                <a:lnTo>
                  <a:pt x="11430" y="6667"/>
                </a:lnTo>
                <a:lnTo>
                  <a:pt x="11404" y="6908"/>
                </a:lnTo>
                <a:lnTo>
                  <a:pt x="11658" y="6870"/>
                </a:lnTo>
                <a:lnTo>
                  <a:pt x="11696" y="6654"/>
                </a:lnTo>
                <a:lnTo>
                  <a:pt x="11531" y="6629"/>
                </a:lnTo>
                <a:lnTo>
                  <a:pt x="11557" y="6438"/>
                </a:lnTo>
                <a:lnTo>
                  <a:pt x="11772" y="6311"/>
                </a:lnTo>
                <a:close/>
              </a:path>
              <a:path w="88264" h="18415">
                <a:moveTo>
                  <a:pt x="13601" y="13563"/>
                </a:moveTo>
                <a:lnTo>
                  <a:pt x="13360" y="13652"/>
                </a:lnTo>
                <a:lnTo>
                  <a:pt x="13093" y="13182"/>
                </a:lnTo>
                <a:lnTo>
                  <a:pt x="13042" y="13449"/>
                </a:lnTo>
                <a:lnTo>
                  <a:pt x="13119" y="14109"/>
                </a:lnTo>
                <a:lnTo>
                  <a:pt x="13601" y="14135"/>
                </a:lnTo>
                <a:lnTo>
                  <a:pt x="13601" y="13563"/>
                </a:lnTo>
                <a:close/>
              </a:path>
              <a:path w="88264" h="18415">
                <a:moveTo>
                  <a:pt x="17221" y="9232"/>
                </a:moveTo>
                <a:lnTo>
                  <a:pt x="17119" y="9017"/>
                </a:lnTo>
                <a:lnTo>
                  <a:pt x="16446" y="9017"/>
                </a:lnTo>
                <a:lnTo>
                  <a:pt x="16459" y="9283"/>
                </a:lnTo>
                <a:lnTo>
                  <a:pt x="17018" y="9639"/>
                </a:lnTo>
                <a:lnTo>
                  <a:pt x="17119" y="9461"/>
                </a:lnTo>
                <a:lnTo>
                  <a:pt x="16776" y="9398"/>
                </a:lnTo>
                <a:lnTo>
                  <a:pt x="17221" y="9232"/>
                </a:lnTo>
                <a:close/>
              </a:path>
              <a:path w="88264" h="18415">
                <a:moveTo>
                  <a:pt x="17589" y="8902"/>
                </a:moveTo>
                <a:close/>
              </a:path>
              <a:path w="88264" h="18415">
                <a:moveTo>
                  <a:pt x="17589" y="4356"/>
                </a:moveTo>
                <a:lnTo>
                  <a:pt x="17487" y="3949"/>
                </a:lnTo>
                <a:lnTo>
                  <a:pt x="17068" y="3886"/>
                </a:lnTo>
                <a:lnTo>
                  <a:pt x="16675" y="3797"/>
                </a:lnTo>
                <a:lnTo>
                  <a:pt x="16814" y="4178"/>
                </a:lnTo>
                <a:lnTo>
                  <a:pt x="17462" y="4000"/>
                </a:lnTo>
                <a:lnTo>
                  <a:pt x="17589" y="4356"/>
                </a:lnTo>
                <a:close/>
              </a:path>
              <a:path w="88264" h="18415">
                <a:moveTo>
                  <a:pt x="18008" y="9156"/>
                </a:moveTo>
                <a:lnTo>
                  <a:pt x="17691" y="9017"/>
                </a:lnTo>
                <a:lnTo>
                  <a:pt x="17564" y="8915"/>
                </a:lnTo>
                <a:lnTo>
                  <a:pt x="17538" y="9156"/>
                </a:lnTo>
                <a:lnTo>
                  <a:pt x="18008" y="9156"/>
                </a:lnTo>
                <a:close/>
              </a:path>
              <a:path w="88264" h="18415">
                <a:moveTo>
                  <a:pt x="18199" y="7023"/>
                </a:moveTo>
                <a:lnTo>
                  <a:pt x="17957" y="5753"/>
                </a:lnTo>
                <a:lnTo>
                  <a:pt x="17691" y="6057"/>
                </a:lnTo>
                <a:lnTo>
                  <a:pt x="17830" y="6235"/>
                </a:lnTo>
                <a:lnTo>
                  <a:pt x="17843" y="6527"/>
                </a:lnTo>
                <a:lnTo>
                  <a:pt x="17564" y="6286"/>
                </a:lnTo>
                <a:lnTo>
                  <a:pt x="18199" y="7023"/>
                </a:lnTo>
                <a:close/>
              </a:path>
              <a:path w="88264" h="18415">
                <a:moveTo>
                  <a:pt x="18440" y="12204"/>
                </a:moveTo>
                <a:lnTo>
                  <a:pt x="18161" y="11874"/>
                </a:lnTo>
                <a:lnTo>
                  <a:pt x="18034" y="11963"/>
                </a:lnTo>
                <a:lnTo>
                  <a:pt x="18135" y="11544"/>
                </a:lnTo>
                <a:lnTo>
                  <a:pt x="17754" y="11582"/>
                </a:lnTo>
                <a:lnTo>
                  <a:pt x="17589" y="11404"/>
                </a:lnTo>
                <a:lnTo>
                  <a:pt x="17411" y="11963"/>
                </a:lnTo>
                <a:lnTo>
                  <a:pt x="18440" y="12204"/>
                </a:lnTo>
                <a:close/>
              </a:path>
              <a:path w="88264" h="18415">
                <a:moveTo>
                  <a:pt x="20688" y="9918"/>
                </a:moveTo>
                <a:close/>
              </a:path>
              <a:path w="88264" h="18415">
                <a:moveTo>
                  <a:pt x="22136" y="266"/>
                </a:moveTo>
                <a:lnTo>
                  <a:pt x="21894" y="266"/>
                </a:lnTo>
                <a:lnTo>
                  <a:pt x="21463" y="0"/>
                </a:lnTo>
                <a:lnTo>
                  <a:pt x="21437" y="495"/>
                </a:lnTo>
                <a:lnTo>
                  <a:pt x="21869" y="482"/>
                </a:lnTo>
                <a:lnTo>
                  <a:pt x="21958" y="292"/>
                </a:lnTo>
                <a:lnTo>
                  <a:pt x="22136" y="266"/>
                </a:lnTo>
                <a:close/>
              </a:path>
              <a:path w="88264" h="18415">
                <a:moveTo>
                  <a:pt x="22174" y="10490"/>
                </a:moveTo>
                <a:lnTo>
                  <a:pt x="21107" y="9931"/>
                </a:lnTo>
                <a:lnTo>
                  <a:pt x="21336" y="9804"/>
                </a:lnTo>
                <a:lnTo>
                  <a:pt x="20916" y="9893"/>
                </a:lnTo>
                <a:lnTo>
                  <a:pt x="20701" y="9918"/>
                </a:lnTo>
                <a:lnTo>
                  <a:pt x="21120" y="10261"/>
                </a:lnTo>
                <a:lnTo>
                  <a:pt x="22174" y="10490"/>
                </a:lnTo>
                <a:close/>
              </a:path>
              <a:path w="88264" h="18415">
                <a:moveTo>
                  <a:pt x="23114" y="2654"/>
                </a:moveTo>
                <a:lnTo>
                  <a:pt x="21958" y="2019"/>
                </a:lnTo>
                <a:lnTo>
                  <a:pt x="22225" y="2197"/>
                </a:lnTo>
                <a:lnTo>
                  <a:pt x="22453" y="2438"/>
                </a:lnTo>
                <a:lnTo>
                  <a:pt x="22263" y="2489"/>
                </a:lnTo>
                <a:lnTo>
                  <a:pt x="22136" y="2641"/>
                </a:lnTo>
                <a:lnTo>
                  <a:pt x="22517" y="2768"/>
                </a:lnTo>
                <a:lnTo>
                  <a:pt x="22669" y="2667"/>
                </a:lnTo>
                <a:lnTo>
                  <a:pt x="22694" y="2984"/>
                </a:lnTo>
                <a:lnTo>
                  <a:pt x="23114" y="2654"/>
                </a:lnTo>
                <a:close/>
              </a:path>
              <a:path w="88264" h="18415">
                <a:moveTo>
                  <a:pt x="26174" y="3848"/>
                </a:moveTo>
                <a:lnTo>
                  <a:pt x="26111" y="3441"/>
                </a:lnTo>
                <a:lnTo>
                  <a:pt x="25920" y="3441"/>
                </a:lnTo>
                <a:lnTo>
                  <a:pt x="25755" y="3429"/>
                </a:lnTo>
                <a:lnTo>
                  <a:pt x="25768" y="3657"/>
                </a:lnTo>
                <a:lnTo>
                  <a:pt x="24942" y="3771"/>
                </a:lnTo>
                <a:lnTo>
                  <a:pt x="26174" y="3848"/>
                </a:lnTo>
                <a:close/>
              </a:path>
              <a:path w="88264" h="18415">
                <a:moveTo>
                  <a:pt x="26327" y="8674"/>
                </a:moveTo>
                <a:lnTo>
                  <a:pt x="26111" y="8674"/>
                </a:lnTo>
                <a:lnTo>
                  <a:pt x="26111" y="8902"/>
                </a:lnTo>
                <a:lnTo>
                  <a:pt x="25869" y="8864"/>
                </a:lnTo>
                <a:lnTo>
                  <a:pt x="25819" y="8648"/>
                </a:lnTo>
                <a:lnTo>
                  <a:pt x="25514" y="8674"/>
                </a:lnTo>
                <a:lnTo>
                  <a:pt x="25476" y="9029"/>
                </a:lnTo>
                <a:lnTo>
                  <a:pt x="25895" y="8928"/>
                </a:lnTo>
                <a:lnTo>
                  <a:pt x="26111" y="9017"/>
                </a:lnTo>
                <a:lnTo>
                  <a:pt x="26327" y="8674"/>
                </a:lnTo>
                <a:close/>
              </a:path>
              <a:path w="88264" h="18415">
                <a:moveTo>
                  <a:pt x="27051" y="7404"/>
                </a:moveTo>
                <a:lnTo>
                  <a:pt x="26174" y="6946"/>
                </a:lnTo>
                <a:lnTo>
                  <a:pt x="26339" y="7200"/>
                </a:lnTo>
                <a:lnTo>
                  <a:pt x="26593" y="7353"/>
                </a:lnTo>
                <a:lnTo>
                  <a:pt x="26568" y="7810"/>
                </a:lnTo>
                <a:lnTo>
                  <a:pt x="26911" y="7874"/>
                </a:lnTo>
                <a:lnTo>
                  <a:pt x="27051" y="7404"/>
                </a:lnTo>
                <a:close/>
              </a:path>
              <a:path w="88264" h="18415">
                <a:moveTo>
                  <a:pt x="27368" y="5956"/>
                </a:moveTo>
                <a:lnTo>
                  <a:pt x="27178" y="5638"/>
                </a:lnTo>
                <a:lnTo>
                  <a:pt x="26898" y="5422"/>
                </a:lnTo>
                <a:lnTo>
                  <a:pt x="26670" y="5168"/>
                </a:lnTo>
                <a:lnTo>
                  <a:pt x="26771" y="5397"/>
                </a:lnTo>
                <a:lnTo>
                  <a:pt x="26098" y="5003"/>
                </a:lnTo>
                <a:lnTo>
                  <a:pt x="26441" y="5270"/>
                </a:lnTo>
                <a:lnTo>
                  <a:pt x="26631" y="5575"/>
                </a:lnTo>
                <a:lnTo>
                  <a:pt x="26771" y="5435"/>
                </a:lnTo>
                <a:lnTo>
                  <a:pt x="26898" y="5956"/>
                </a:lnTo>
                <a:lnTo>
                  <a:pt x="27203" y="5956"/>
                </a:lnTo>
                <a:lnTo>
                  <a:pt x="27127" y="5778"/>
                </a:lnTo>
                <a:lnTo>
                  <a:pt x="27368" y="5956"/>
                </a:lnTo>
                <a:close/>
              </a:path>
              <a:path w="88264" h="18415">
                <a:moveTo>
                  <a:pt x="28041" y="13804"/>
                </a:moveTo>
                <a:lnTo>
                  <a:pt x="27787" y="13779"/>
                </a:lnTo>
                <a:lnTo>
                  <a:pt x="27990" y="13309"/>
                </a:lnTo>
                <a:lnTo>
                  <a:pt x="27940" y="13119"/>
                </a:lnTo>
                <a:lnTo>
                  <a:pt x="27470" y="13246"/>
                </a:lnTo>
                <a:lnTo>
                  <a:pt x="26911" y="12471"/>
                </a:lnTo>
                <a:lnTo>
                  <a:pt x="26670" y="13119"/>
                </a:lnTo>
                <a:lnTo>
                  <a:pt x="27025" y="13131"/>
                </a:lnTo>
                <a:lnTo>
                  <a:pt x="27127" y="13639"/>
                </a:lnTo>
                <a:lnTo>
                  <a:pt x="27584" y="13246"/>
                </a:lnTo>
                <a:lnTo>
                  <a:pt x="27584" y="13512"/>
                </a:lnTo>
                <a:lnTo>
                  <a:pt x="27901" y="14046"/>
                </a:lnTo>
                <a:lnTo>
                  <a:pt x="28041" y="13804"/>
                </a:lnTo>
                <a:close/>
              </a:path>
              <a:path w="88264" h="18415">
                <a:moveTo>
                  <a:pt x="28397" y="5372"/>
                </a:moveTo>
                <a:lnTo>
                  <a:pt x="28168" y="5118"/>
                </a:lnTo>
                <a:lnTo>
                  <a:pt x="28206" y="5270"/>
                </a:lnTo>
                <a:lnTo>
                  <a:pt x="27825" y="5156"/>
                </a:lnTo>
                <a:lnTo>
                  <a:pt x="27762" y="5511"/>
                </a:lnTo>
                <a:lnTo>
                  <a:pt x="28105" y="5549"/>
                </a:lnTo>
                <a:lnTo>
                  <a:pt x="28282" y="5372"/>
                </a:lnTo>
                <a:close/>
              </a:path>
              <a:path w="88264" h="18415">
                <a:moveTo>
                  <a:pt x="28613" y="9258"/>
                </a:moveTo>
                <a:lnTo>
                  <a:pt x="28003" y="9359"/>
                </a:lnTo>
                <a:lnTo>
                  <a:pt x="27698" y="9461"/>
                </a:lnTo>
                <a:lnTo>
                  <a:pt x="27876" y="9601"/>
                </a:lnTo>
                <a:lnTo>
                  <a:pt x="27330" y="10045"/>
                </a:lnTo>
                <a:lnTo>
                  <a:pt x="27825" y="10248"/>
                </a:lnTo>
                <a:lnTo>
                  <a:pt x="28054" y="9994"/>
                </a:lnTo>
                <a:lnTo>
                  <a:pt x="28232" y="9690"/>
                </a:lnTo>
                <a:lnTo>
                  <a:pt x="28486" y="9461"/>
                </a:lnTo>
                <a:lnTo>
                  <a:pt x="28460" y="9588"/>
                </a:lnTo>
                <a:lnTo>
                  <a:pt x="28321" y="9702"/>
                </a:lnTo>
                <a:lnTo>
                  <a:pt x="28613" y="9702"/>
                </a:lnTo>
                <a:lnTo>
                  <a:pt x="28613" y="9258"/>
                </a:lnTo>
                <a:close/>
              </a:path>
              <a:path w="88264" h="18415">
                <a:moveTo>
                  <a:pt x="28917" y="8343"/>
                </a:moveTo>
                <a:lnTo>
                  <a:pt x="28600" y="8039"/>
                </a:lnTo>
                <a:lnTo>
                  <a:pt x="27838" y="7734"/>
                </a:lnTo>
                <a:lnTo>
                  <a:pt x="27559" y="8026"/>
                </a:lnTo>
                <a:lnTo>
                  <a:pt x="27813" y="8001"/>
                </a:lnTo>
                <a:lnTo>
                  <a:pt x="28917" y="8343"/>
                </a:lnTo>
                <a:close/>
              </a:path>
              <a:path w="88264" h="18415">
                <a:moveTo>
                  <a:pt x="31813" y="6134"/>
                </a:moveTo>
                <a:lnTo>
                  <a:pt x="31318" y="6413"/>
                </a:lnTo>
                <a:lnTo>
                  <a:pt x="31445" y="6070"/>
                </a:lnTo>
                <a:lnTo>
                  <a:pt x="31153" y="6159"/>
                </a:lnTo>
                <a:lnTo>
                  <a:pt x="30797" y="6184"/>
                </a:lnTo>
                <a:lnTo>
                  <a:pt x="30657" y="6400"/>
                </a:lnTo>
                <a:lnTo>
                  <a:pt x="30835" y="6540"/>
                </a:lnTo>
                <a:lnTo>
                  <a:pt x="31102" y="6553"/>
                </a:lnTo>
                <a:lnTo>
                  <a:pt x="30886" y="6273"/>
                </a:lnTo>
                <a:lnTo>
                  <a:pt x="31407" y="6108"/>
                </a:lnTo>
                <a:lnTo>
                  <a:pt x="31229" y="6604"/>
                </a:lnTo>
                <a:lnTo>
                  <a:pt x="31673" y="6502"/>
                </a:lnTo>
                <a:lnTo>
                  <a:pt x="31813" y="6134"/>
                </a:lnTo>
                <a:close/>
              </a:path>
              <a:path w="88264" h="18415">
                <a:moveTo>
                  <a:pt x="34124" y="7353"/>
                </a:moveTo>
                <a:lnTo>
                  <a:pt x="34074" y="7099"/>
                </a:lnTo>
                <a:lnTo>
                  <a:pt x="33870" y="7099"/>
                </a:lnTo>
                <a:lnTo>
                  <a:pt x="33350" y="7327"/>
                </a:lnTo>
                <a:lnTo>
                  <a:pt x="33604" y="7429"/>
                </a:lnTo>
                <a:lnTo>
                  <a:pt x="33731" y="7315"/>
                </a:lnTo>
                <a:lnTo>
                  <a:pt x="33743" y="7493"/>
                </a:lnTo>
                <a:lnTo>
                  <a:pt x="33718" y="7708"/>
                </a:lnTo>
                <a:lnTo>
                  <a:pt x="33972" y="7670"/>
                </a:lnTo>
                <a:lnTo>
                  <a:pt x="33870" y="7327"/>
                </a:lnTo>
                <a:lnTo>
                  <a:pt x="34124" y="7353"/>
                </a:lnTo>
                <a:close/>
              </a:path>
              <a:path w="88264" h="18415">
                <a:moveTo>
                  <a:pt x="38836" y="5359"/>
                </a:moveTo>
                <a:lnTo>
                  <a:pt x="38798" y="4838"/>
                </a:lnTo>
                <a:lnTo>
                  <a:pt x="38442" y="4622"/>
                </a:lnTo>
                <a:lnTo>
                  <a:pt x="38049" y="4457"/>
                </a:lnTo>
                <a:lnTo>
                  <a:pt x="38049" y="4648"/>
                </a:lnTo>
                <a:lnTo>
                  <a:pt x="37731" y="4546"/>
                </a:lnTo>
                <a:lnTo>
                  <a:pt x="37795" y="4800"/>
                </a:lnTo>
                <a:lnTo>
                  <a:pt x="38049" y="5029"/>
                </a:lnTo>
                <a:lnTo>
                  <a:pt x="38036" y="4737"/>
                </a:lnTo>
                <a:lnTo>
                  <a:pt x="38252" y="4686"/>
                </a:lnTo>
                <a:lnTo>
                  <a:pt x="38100" y="5105"/>
                </a:lnTo>
                <a:lnTo>
                  <a:pt x="38658" y="4775"/>
                </a:lnTo>
                <a:lnTo>
                  <a:pt x="38608" y="5041"/>
                </a:lnTo>
                <a:lnTo>
                  <a:pt x="38455" y="5054"/>
                </a:lnTo>
                <a:lnTo>
                  <a:pt x="38328" y="5067"/>
                </a:lnTo>
                <a:lnTo>
                  <a:pt x="38392" y="5257"/>
                </a:lnTo>
                <a:lnTo>
                  <a:pt x="38608" y="5232"/>
                </a:lnTo>
                <a:lnTo>
                  <a:pt x="38633" y="5384"/>
                </a:lnTo>
                <a:lnTo>
                  <a:pt x="38836" y="5359"/>
                </a:lnTo>
                <a:close/>
              </a:path>
              <a:path w="88264" h="18415">
                <a:moveTo>
                  <a:pt x="41681" y="7874"/>
                </a:moveTo>
                <a:lnTo>
                  <a:pt x="41249" y="7785"/>
                </a:lnTo>
                <a:lnTo>
                  <a:pt x="40208" y="7658"/>
                </a:lnTo>
                <a:lnTo>
                  <a:pt x="40449" y="8102"/>
                </a:lnTo>
                <a:lnTo>
                  <a:pt x="40817" y="7772"/>
                </a:lnTo>
                <a:lnTo>
                  <a:pt x="40894" y="8013"/>
                </a:lnTo>
                <a:lnTo>
                  <a:pt x="40894" y="8216"/>
                </a:lnTo>
                <a:lnTo>
                  <a:pt x="41160" y="7874"/>
                </a:lnTo>
                <a:lnTo>
                  <a:pt x="41478" y="8242"/>
                </a:lnTo>
                <a:lnTo>
                  <a:pt x="41681" y="7874"/>
                </a:lnTo>
                <a:close/>
              </a:path>
              <a:path w="88264" h="18415">
                <a:moveTo>
                  <a:pt x="47155" y="17894"/>
                </a:moveTo>
                <a:lnTo>
                  <a:pt x="46863" y="17792"/>
                </a:lnTo>
                <a:lnTo>
                  <a:pt x="46723" y="16992"/>
                </a:lnTo>
                <a:lnTo>
                  <a:pt x="46367" y="17335"/>
                </a:lnTo>
                <a:lnTo>
                  <a:pt x="46672" y="17399"/>
                </a:lnTo>
                <a:lnTo>
                  <a:pt x="46939" y="18097"/>
                </a:lnTo>
                <a:lnTo>
                  <a:pt x="47155" y="17894"/>
                </a:lnTo>
                <a:close/>
              </a:path>
              <a:path w="88264" h="18415">
                <a:moveTo>
                  <a:pt x="47726" y="749"/>
                </a:moveTo>
                <a:lnTo>
                  <a:pt x="47574" y="711"/>
                </a:lnTo>
                <a:lnTo>
                  <a:pt x="47498" y="584"/>
                </a:lnTo>
                <a:lnTo>
                  <a:pt x="47256" y="622"/>
                </a:lnTo>
                <a:lnTo>
                  <a:pt x="47256" y="1295"/>
                </a:lnTo>
                <a:lnTo>
                  <a:pt x="47498" y="1409"/>
                </a:lnTo>
                <a:lnTo>
                  <a:pt x="47612" y="1092"/>
                </a:lnTo>
                <a:lnTo>
                  <a:pt x="47726" y="749"/>
                </a:lnTo>
                <a:close/>
              </a:path>
              <a:path w="88264" h="18415">
                <a:moveTo>
                  <a:pt x="51473" y="14820"/>
                </a:moveTo>
                <a:lnTo>
                  <a:pt x="51130" y="14693"/>
                </a:lnTo>
                <a:lnTo>
                  <a:pt x="50927" y="15049"/>
                </a:lnTo>
                <a:lnTo>
                  <a:pt x="50685" y="15544"/>
                </a:lnTo>
                <a:lnTo>
                  <a:pt x="50901" y="15735"/>
                </a:lnTo>
                <a:lnTo>
                  <a:pt x="51041" y="15379"/>
                </a:lnTo>
                <a:lnTo>
                  <a:pt x="51130" y="14986"/>
                </a:lnTo>
                <a:lnTo>
                  <a:pt x="51473" y="14820"/>
                </a:lnTo>
                <a:close/>
              </a:path>
              <a:path w="88264" h="18415">
                <a:moveTo>
                  <a:pt x="52870" y="8445"/>
                </a:moveTo>
                <a:lnTo>
                  <a:pt x="52590" y="8445"/>
                </a:lnTo>
                <a:lnTo>
                  <a:pt x="52578" y="8737"/>
                </a:lnTo>
                <a:lnTo>
                  <a:pt x="52870" y="8445"/>
                </a:lnTo>
                <a:close/>
              </a:path>
              <a:path w="88264" h="18415">
                <a:moveTo>
                  <a:pt x="53047" y="9359"/>
                </a:moveTo>
                <a:lnTo>
                  <a:pt x="52844" y="9220"/>
                </a:lnTo>
                <a:lnTo>
                  <a:pt x="52336" y="9283"/>
                </a:lnTo>
                <a:lnTo>
                  <a:pt x="52603" y="9474"/>
                </a:lnTo>
                <a:lnTo>
                  <a:pt x="52730" y="9359"/>
                </a:lnTo>
                <a:lnTo>
                  <a:pt x="52730" y="9512"/>
                </a:lnTo>
                <a:lnTo>
                  <a:pt x="52260" y="9715"/>
                </a:lnTo>
                <a:lnTo>
                  <a:pt x="52603" y="9817"/>
                </a:lnTo>
                <a:lnTo>
                  <a:pt x="52705" y="9613"/>
                </a:lnTo>
                <a:lnTo>
                  <a:pt x="53009" y="9626"/>
                </a:lnTo>
                <a:lnTo>
                  <a:pt x="53047" y="9359"/>
                </a:lnTo>
                <a:close/>
              </a:path>
              <a:path w="88264" h="18415">
                <a:moveTo>
                  <a:pt x="53390" y="10248"/>
                </a:moveTo>
                <a:lnTo>
                  <a:pt x="52552" y="10248"/>
                </a:lnTo>
                <a:lnTo>
                  <a:pt x="52057" y="10248"/>
                </a:lnTo>
                <a:lnTo>
                  <a:pt x="52031" y="9994"/>
                </a:lnTo>
                <a:lnTo>
                  <a:pt x="51854" y="10248"/>
                </a:lnTo>
                <a:lnTo>
                  <a:pt x="51676" y="10401"/>
                </a:lnTo>
                <a:lnTo>
                  <a:pt x="50469" y="11455"/>
                </a:lnTo>
                <a:lnTo>
                  <a:pt x="50088" y="10934"/>
                </a:lnTo>
                <a:lnTo>
                  <a:pt x="49580" y="10248"/>
                </a:lnTo>
                <a:lnTo>
                  <a:pt x="48450" y="11938"/>
                </a:lnTo>
                <a:lnTo>
                  <a:pt x="48958" y="11938"/>
                </a:lnTo>
                <a:lnTo>
                  <a:pt x="49911" y="11938"/>
                </a:lnTo>
                <a:lnTo>
                  <a:pt x="50749" y="11938"/>
                </a:lnTo>
                <a:lnTo>
                  <a:pt x="51828" y="11938"/>
                </a:lnTo>
                <a:lnTo>
                  <a:pt x="53390" y="10248"/>
                </a:lnTo>
                <a:close/>
              </a:path>
              <a:path w="88264" h="18415">
                <a:moveTo>
                  <a:pt x="53759" y="7086"/>
                </a:moveTo>
                <a:lnTo>
                  <a:pt x="53314" y="6642"/>
                </a:lnTo>
                <a:lnTo>
                  <a:pt x="53263" y="7086"/>
                </a:lnTo>
                <a:lnTo>
                  <a:pt x="53759" y="7086"/>
                </a:lnTo>
                <a:close/>
              </a:path>
              <a:path w="88264" h="18415">
                <a:moveTo>
                  <a:pt x="53936" y="6642"/>
                </a:moveTo>
                <a:lnTo>
                  <a:pt x="53759" y="6642"/>
                </a:lnTo>
                <a:lnTo>
                  <a:pt x="53759" y="7086"/>
                </a:lnTo>
                <a:lnTo>
                  <a:pt x="53936" y="6642"/>
                </a:lnTo>
                <a:close/>
              </a:path>
              <a:path w="88264" h="18415">
                <a:moveTo>
                  <a:pt x="55003" y="9017"/>
                </a:moveTo>
                <a:lnTo>
                  <a:pt x="54635" y="8750"/>
                </a:lnTo>
                <a:lnTo>
                  <a:pt x="54190" y="8407"/>
                </a:lnTo>
                <a:lnTo>
                  <a:pt x="53759" y="8788"/>
                </a:lnTo>
                <a:lnTo>
                  <a:pt x="54381" y="8597"/>
                </a:lnTo>
                <a:lnTo>
                  <a:pt x="54851" y="9131"/>
                </a:lnTo>
                <a:lnTo>
                  <a:pt x="55003" y="9017"/>
                </a:lnTo>
                <a:close/>
              </a:path>
              <a:path w="88264" h="18415">
                <a:moveTo>
                  <a:pt x="55727" y="9144"/>
                </a:moveTo>
                <a:lnTo>
                  <a:pt x="55333" y="9131"/>
                </a:lnTo>
                <a:lnTo>
                  <a:pt x="55460" y="9245"/>
                </a:lnTo>
                <a:lnTo>
                  <a:pt x="55460" y="9461"/>
                </a:lnTo>
                <a:lnTo>
                  <a:pt x="55727" y="9144"/>
                </a:lnTo>
                <a:close/>
              </a:path>
              <a:path w="88264" h="18415">
                <a:moveTo>
                  <a:pt x="55968" y="8445"/>
                </a:moveTo>
                <a:lnTo>
                  <a:pt x="55943" y="7950"/>
                </a:lnTo>
                <a:lnTo>
                  <a:pt x="55613" y="7950"/>
                </a:lnTo>
                <a:lnTo>
                  <a:pt x="55968" y="8445"/>
                </a:lnTo>
                <a:close/>
              </a:path>
              <a:path w="88264" h="18415">
                <a:moveTo>
                  <a:pt x="56718" y="9563"/>
                </a:moveTo>
                <a:lnTo>
                  <a:pt x="55994" y="9004"/>
                </a:lnTo>
                <a:lnTo>
                  <a:pt x="56019" y="9144"/>
                </a:lnTo>
                <a:lnTo>
                  <a:pt x="56540" y="9804"/>
                </a:lnTo>
                <a:lnTo>
                  <a:pt x="56718" y="9563"/>
                </a:lnTo>
                <a:close/>
              </a:path>
              <a:path w="88264" h="18415">
                <a:moveTo>
                  <a:pt x="61582" y="723"/>
                </a:moveTo>
                <a:lnTo>
                  <a:pt x="61569" y="406"/>
                </a:lnTo>
                <a:lnTo>
                  <a:pt x="61264" y="266"/>
                </a:lnTo>
                <a:lnTo>
                  <a:pt x="61188" y="482"/>
                </a:lnTo>
                <a:lnTo>
                  <a:pt x="61582" y="723"/>
                </a:lnTo>
                <a:close/>
              </a:path>
              <a:path w="88264" h="18415">
                <a:moveTo>
                  <a:pt x="61595" y="762"/>
                </a:moveTo>
                <a:lnTo>
                  <a:pt x="61264" y="825"/>
                </a:lnTo>
                <a:lnTo>
                  <a:pt x="61214" y="558"/>
                </a:lnTo>
                <a:lnTo>
                  <a:pt x="60947" y="558"/>
                </a:lnTo>
                <a:lnTo>
                  <a:pt x="60921" y="825"/>
                </a:lnTo>
                <a:lnTo>
                  <a:pt x="61150" y="914"/>
                </a:lnTo>
                <a:lnTo>
                  <a:pt x="61150" y="1054"/>
                </a:lnTo>
                <a:lnTo>
                  <a:pt x="61264" y="927"/>
                </a:lnTo>
                <a:lnTo>
                  <a:pt x="61480" y="1066"/>
                </a:lnTo>
                <a:lnTo>
                  <a:pt x="61595" y="762"/>
                </a:lnTo>
                <a:close/>
              </a:path>
              <a:path w="88264" h="18415">
                <a:moveTo>
                  <a:pt x="61658" y="4127"/>
                </a:moveTo>
                <a:lnTo>
                  <a:pt x="61506" y="3784"/>
                </a:lnTo>
                <a:lnTo>
                  <a:pt x="61429" y="3632"/>
                </a:lnTo>
                <a:lnTo>
                  <a:pt x="61366" y="3479"/>
                </a:lnTo>
                <a:lnTo>
                  <a:pt x="60680" y="2870"/>
                </a:lnTo>
                <a:lnTo>
                  <a:pt x="60566" y="3479"/>
                </a:lnTo>
                <a:lnTo>
                  <a:pt x="60452" y="4127"/>
                </a:lnTo>
                <a:lnTo>
                  <a:pt x="61658" y="4127"/>
                </a:lnTo>
                <a:close/>
              </a:path>
              <a:path w="88264" h="18415">
                <a:moveTo>
                  <a:pt x="62052" y="4699"/>
                </a:moveTo>
                <a:lnTo>
                  <a:pt x="61899" y="4699"/>
                </a:lnTo>
                <a:lnTo>
                  <a:pt x="61302" y="5270"/>
                </a:lnTo>
                <a:lnTo>
                  <a:pt x="61480" y="5270"/>
                </a:lnTo>
                <a:lnTo>
                  <a:pt x="62052" y="4699"/>
                </a:lnTo>
                <a:close/>
              </a:path>
              <a:path w="88264" h="18415">
                <a:moveTo>
                  <a:pt x="62280" y="1752"/>
                </a:moveTo>
                <a:lnTo>
                  <a:pt x="62064" y="1600"/>
                </a:lnTo>
                <a:lnTo>
                  <a:pt x="61785" y="1651"/>
                </a:lnTo>
                <a:lnTo>
                  <a:pt x="61722" y="2095"/>
                </a:lnTo>
                <a:lnTo>
                  <a:pt x="61976" y="2057"/>
                </a:lnTo>
                <a:lnTo>
                  <a:pt x="62204" y="1981"/>
                </a:lnTo>
                <a:lnTo>
                  <a:pt x="62280" y="1752"/>
                </a:lnTo>
                <a:close/>
              </a:path>
              <a:path w="88264" h="18415">
                <a:moveTo>
                  <a:pt x="63411" y="1739"/>
                </a:moveTo>
                <a:lnTo>
                  <a:pt x="62966" y="1638"/>
                </a:lnTo>
                <a:lnTo>
                  <a:pt x="62966" y="1854"/>
                </a:lnTo>
                <a:lnTo>
                  <a:pt x="63080" y="1981"/>
                </a:lnTo>
                <a:lnTo>
                  <a:pt x="63182" y="1816"/>
                </a:lnTo>
                <a:lnTo>
                  <a:pt x="63258" y="2019"/>
                </a:lnTo>
                <a:lnTo>
                  <a:pt x="63411" y="1739"/>
                </a:lnTo>
                <a:close/>
              </a:path>
              <a:path w="88264" h="18415">
                <a:moveTo>
                  <a:pt x="63665" y="4089"/>
                </a:moveTo>
                <a:lnTo>
                  <a:pt x="63436" y="4089"/>
                </a:lnTo>
                <a:lnTo>
                  <a:pt x="63398" y="4267"/>
                </a:lnTo>
                <a:lnTo>
                  <a:pt x="63601" y="4267"/>
                </a:lnTo>
                <a:lnTo>
                  <a:pt x="63665" y="4089"/>
                </a:lnTo>
                <a:close/>
              </a:path>
              <a:path w="88264" h="18415">
                <a:moveTo>
                  <a:pt x="64033" y="2933"/>
                </a:moveTo>
                <a:lnTo>
                  <a:pt x="63754" y="2768"/>
                </a:lnTo>
                <a:lnTo>
                  <a:pt x="63665" y="3149"/>
                </a:lnTo>
                <a:lnTo>
                  <a:pt x="63106" y="2959"/>
                </a:lnTo>
                <a:lnTo>
                  <a:pt x="63080" y="3111"/>
                </a:lnTo>
                <a:lnTo>
                  <a:pt x="63309" y="3327"/>
                </a:lnTo>
                <a:lnTo>
                  <a:pt x="63563" y="3327"/>
                </a:lnTo>
                <a:lnTo>
                  <a:pt x="64033" y="2933"/>
                </a:lnTo>
                <a:close/>
              </a:path>
              <a:path w="88264" h="18415">
                <a:moveTo>
                  <a:pt x="64884" y="825"/>
                </a:moveTo>
                <a:lnTo>
                  <a:pt x="63906" y="609"/>
                </a:lnTo>
                <a:lnTo>
                  <a:pt x="64071" y="1739"/>
                </a:lnTo>
                <a:lnTo>
                  <a:pt x="63411" y="1739"/>
                </a:lnTo>
                <a:lnTo>
                  <a:pt x="63411" y="2044"/>
                </a:lnTo>
                <a:lnTo>
                  <a:pt x="63588" y="1968"/>
                </a:lnTo>
                <a:lnTo>
                  <a:pt x="63411" y="2184"/>
                </a:lnTo>
                <a:lnTo>
                  <a:pt x="64084" y="1955"/>
                </a:lnTo>
                <a:lnTo>
                  <a:pt x="64223" y="1193"/>
                </a:lnTo>
                <a:lnTo>
                  <a:pt x="64770" y="825"/>
                </a:lnTo>
                <a:close/>
              </a:path>
              <a:path w="88264" h="18415">
                <a:moveTo>
                  <a:pt x="65036" y="4089"/>
                </a:moveTo>
                <a:lnTo>
                  <a:pt x="64681" y="3556"/>
                </a:lnTo>
                <a:lnTo>
                  <a:pt x="64135" y="4089"/>
                </a:lnTo>
                <a:lnTo>
                  <a:pt x="64058" y="4267"/>
                </a:lnTo>
                <a:lnTo>
                  <a:pt x="65036" y="4089"/>
                </a:lnTo>
                <a:close/>
              </a:path>
              <a:path w="88264" h="18415">
                <a:moveTo>
                  <a:pt x="65074" y="3365"/>
                </a:moveTo>
                <a:lnTo>
                  <a:pt x="63500" y="3517"/>
                </a:lnTo>
                <a:lnTo>
                  <a:pt x="63182" y="3454"/>
                </a:lnTo>
                <a:lnTo>
                  <a:pt x="62992" y="3556"/>
                </a:lnTo>
                <a:lnTo>
                  <a:pt x="62941" y="4089"/>
                </a:lnTo>
                <a:lnTo>
                  <a:pt x="63436" y="4089"/>
                </a:lnTo>
                <a:lnTo>
                  <a:pt x="63474" y="3898"/>
                </a:lnTo>
                <a:lnTo>
                  <a:pt x="63614" y="3898"/>
                </a:lnTo>
                <a:lnTo>
                  <a:pt x="63792" y="3822"/>
                </a:lnTo>
                <a:lnTo>
                  <a:pt x="63855" y="3670"/>
                </a:lnTo>
                <a:lnTo>
                  <a:pt x="63525" y="3784"/>
                </a:lnTo>
                <a:lnTo>
                  <a:pt x="63538" y="3568"/>
                </a:lnTo>
                <a:lnTo>
                  <a:pt x="64681" y="3556"/>
                </a:lnTo>
                <a:lnTo>
                  <a:pt x="65049" y="3556"/>
                </a:lnTo>
                <a:lnTo>
                  <a:pt x="65074" y="3365"/>
                </a:lnTo>
                <a:close/>
              </a:path>
              <a:path w="88264" h="18415">
                <a:moveTo>
                  <a:pt x="66675" y="4521"/>
                </a:moveTo>
                <a:lnTo>
                  <a:pt x="64058" y="4267"/>
                </a:lnTo>
                <a:lnTo>
                  <a:pt x="63601" y="4267"/>
                </a:lnTo>
                <a:lnTo>
                  <a:pt x="63525" y="4521"/>
                </a:lnTo>
                <a:lnTo>
                  <a:pt x="63931" y="4521"/>
                </a:lnTo>
                <a:lnTo>
                  <a:pt x="65684" y="5486"/>
                </a:lnTo>
                <a:lnTo>
                  <a:pt x="66675" y="4521"/>
                </a:lnTo>
                <a:close/>
              </a:path>
              <a:path w="88264" h="18415">
                <a:moveTo>
                  <a:pt x="67386" y="3225"/>
                </a:moveTo>
                <a:lnTo>
                  <a:pt x="67157" y="2997"/>
                </a:lnTo>
                <a:lnTo>
                  <a:pt x="66890" y="3035"/>
                </a:lnTo>
                <a:lnTo>
                  <a:pt x="66662" y="3111"/>
                </a:lnTo>
                <a:lnTo>
                  <a:pt x="66598" y="3340"/>
                </a:lnTo>
                <a:lnTo>
                  <a:pt x="66865" y="3340"/>
                </a:lnTo>
                <a:lnTo>
                  <a:pt x="66929" y="3149"/>
                </a:lnTo>
                <a:lnTo>
                  <a:pt x="67271" y="3225"/>
                </a:lnTo>
                <a:close/>
              </a:path>
              <a:path w="88264" h="18415">
                <a:moveTo>
                  <a:pt x="67881" y="13119"/>
                </a:moveTo>
                <a:lnTo>
                  <a:pt x="67767" y="12890"/>
                </a:lnTo>
                <a:lnTo>
                  <a:pt x="67411" y="12890"/>
                </a:lnTo>
                <a:lnTo>
                  <a:pt x="67310" y="13119"/>
                </a:lnTo>
                <a:lnTo>
                  <a:pt x="67068" y="13246"/>
                </a:lnTo>
                <a:lnTo>
                  <a:pt x="67449" y="13093"/>
                </a:lnTo>
                <a:lnTo>
                  <a:pt x="67678" y="13296"/>
                </a:lnTo>
                <a:lnTo>
                  <a:pt x="67881" y="13119"/>
                </a:lnTo>
                <a:close/>
              </a:path>
              <a:path w="88264" h="18415">
                <a:moveTo>
                  <a:pt x="69380" y="4432"/>
                </a:moveTo>
                <a:lnTo>
                  <a:pt x="68897" y="4572"/>
                </a:lnTo>
                <a:lnTo>
                  <a:pt x="68884" y="4254"/>
                </a:lnTo>
                <a:lnTo>
                  <a:pt x="69126" y="4140"/>
                </a:lnTo>
                <a:lnTo>
                  <a:pt x="68668" y="4000"/>
                </a:lnTo>
                <a:lnTo>
                  <a:pt x="68834" y="4559"/>
                </a:lnTo>
                <a:lnTo>
                  <a:pt x="68529" y="4254"/>
                </a:lnTo>
                <a:lnTo>
                  <a:pt x="68491" y="4648"/>
                </a:lnTo>
                <a:lnTo>
                  <a:pt x="68884" y="4597"/>
                </a:lnTo>
                <a:lnTo>
                  <a:pt x="68999" y="4813"/>
                </a:lnTo>
                <a:lnTo>
                  <a:pt x="69342" y="4813"/>
                </a:lnTo>
                <a:lnTo>
                  <a:pt x="69380" y="4432"/>
                </a:lnTo>
                <a:close/>
              </a:path>
              <a:path w="88264" h="18415">
                <a:moveTo>
                  <a:pt x="71247" y="16052"/>
                </a:moveTo>
                <a:lnTo>
                  <a:pt x="71031" y="15849"/>
                </a:lnTo>
                <a:lnTo>
                  <a:pt x="70929" y="16141"/>
                </a:lnTo>
                <a:lnTo>
                  <a:pt x="70269" y="16446"/>
                </a:lnTo>
                <a:lnTo>
                  <a:pt x="70561" y="16751"/>
                </a:lnTo>
                <a:lnTo>
                  <a:pt x="70599" y="16383"/>
                </a:lnTo>
                <a:lnTo>
                  <a:pt x="71247" y="16052"/>
                </a:lnTo>
                <a:close/>
              </a:path>
              <a:path w="88264" h="18415">
                <a:moveTo>
                  <a:pt x="71843" y="9652"/>
                </a:moveTo>
                <a:lnTo>
                  <a:pt x="71615" y="9105"/>
                </a:lnTo>
                <a:lnTo>
                  <a:pt x="71323" y="9194"/>
                </a:lnTo>
                <a:lnTo>
                  <a:pt x="71247" y="9042"/>
                </a:lnTo>
                <a:lnTo>
                  <a:pt x="70916" y="9474"/>
                </a:lnTo>
                <a:lnTo>
                  <a:pt x="71221" y="9601"/>
                </a:lnTo>
                <a:lnTo>
                  <a:pt x="71462" y="9144"/>
                </a:lnTo>
                <a:lnTo>
                  <a:pt x="71589" y="9474"/>
                </a:lnTo>
                <a:lnTo>
                  <a:pt x="71374" y="9588"/>
                </a:lnTo>
                <a:lnTo>
                  <a:pt x="71843" y="9652"/>
                </a:lnTo>
                <a:close/>
              </a:path>
              <a:path w="88264" h="18415">
                <a:moveTo>
                  <a:pt x="72263" y="1638"/>
                </a:moveTo>
                <a:lnTo>
                  <a:pt x="71932" y="1676"/>
                </a:lnTo>
                <a:lnTo>
                  <a:pt x="71196" y="2336"/>
                </a:lnTo>
                <a:lnTo>
                  <a:pt x="71704" y="2197"/>
                </a:lnTo>
                <a:lnTo>
                  <a:pt x="71577" y="2070"/>
                </a:lnTo>
                <a:lnTo>
                  <a:pt x="71805" y="2019"/>
                </a:lnTo>
                <a:lnTo>
                  <a:pt x="72263" y="2209"/>
                </a:lnTo>
                <a:lnTo>
                  <a:pt x="72263" y="1638"/>
                </a:lnTo>
                <a:close/>
              </a:path>
              <a:path w="88264" h="18415">
                <a:moveTo>
                  <a:pt x="73304" y="2540"/>
                </a:moveTo>
                <a:lnTo>
                  <a:pt x="72885" y="2501"/>
                </a:lnTo>
                <a:lnTo>
                  <a:pt x="72440" y="3048"/>
                </a:lnTo>
                <a:lnTo>
                  <a:pt x="72682" y="2806"/>
                </a:lnTo>
                <a:lnTo>
                  <a:pt x="73240" y="2921"/>
                </a:lnTo>
                <a:lnTo>
                  <a:pt x="73304" y="2540"/>
                </a:lnTo>
                <a:close/>
              </a:path>
              <a:path w="88264" h="18415">
                <a:moveTo>
                  <a:pt x="73825" y="13385"/>
                </a:moveTo>
                <a:lnTo>
                  <a:pt x="73660" y="13220"/>
                </a:lnTo>
                <a:lnTo>
                  <a:pt x="73431" y="13119"/>
                </a:lnTo>
                <a:lnTo>
                  <a:pt x="73355" y="13258"/>
                </a:lnTo>
                <a:lnTo>
                  <a:pt x="72682" y="13335"/>
                </a:lnTo>
                <a:lnTo>
                  <a:pt x="73088" y="13563"/>
                </a:lnTo>
                <a:lnTo>
                  <a:pt x="73558" y="13246"/>
                </a:lnTo>
                <a:lnTo>
                  <a:pt x="73304" y="13690"/>
                </a:lnTo>
                <a:lnTo>
                  <a:pt x="73647" y="13563"/>
                </a:lnTo>
                <a:lnTo>
                  <a:pt x="73761" y="13804"/>
                </a:lnTo>
                <a:lnTo>
                  <a:pt x="73825" y="13385"/>
                </a:lnTo>
                <a:close/>
              </a:path>
              <a:path w="88264" h="18415">
                <a:moveTo>
                  <a:pt x="73875" y="5740"/>
                </a:moveTo>
                <a:lnTo>
                  <a:pt x="73139" y="6146"/>
                </a:lnTo>
                <a:lnTo>
                  <a:pt x="72694" y="6807"/>
                </a:lnTo>
                <a:lnTo>
                  <a:pt x="72237" y="7048"/>
                </a:lnTo>
                <a:lnTo>
                  <a:pt x="72021" y="7073"/>
                </a:lnTo>
                <a:lnTo>
                  <a:pt x="71932" y="7213"/>
                </a:lnTo>
                <a:lnTo>
                  <a:pt x="71932" y="7670"/>
                </a:lnTo>
                <a:lnTo>
                  <a:pt x="72415" y="7353"/>
                </a:lnTo>
                <a:lnTo>
                  <a:pt x="73837" y="6870"/>
                </a:lnTo>
                <a:lnTo>
                  <a:pt x="73875" y="6184"/>
                </a:lnTo>
                <a:lnTo>
                  <a:pt x="73533" y="6896"/>
                </a:lnTo>
                <a:lnTo>
                  <a:pt x="72936" y="6972"/>
                </a:lnTo>
                <a:lnTo>
                  <a:pt x="73215" y="6223"/>
                </a:lnTo>
                <a:lnTo>
                  <a:pt x="73875" y="5740"/>
                </a:lnTo>
                <a:close/>
              </a:path>
              <a:path w="88264" h="18415">
                <a:moveTo>
                  <a:pt x="78765" y="3733"/>
                </a:moveTo>
                <a:lnTo>
                  <a:pt x="78422" y="4013"/>
                </a:lnTo>
                <a:lnTo>
                  <a:pt x="78206" y="4114"/>
                </a:lnTo>
                <a:lnTo>
                  <a:pt x="78079" y="3886"/>
                </a:lnTo>
                <a:lnTo>
                  <a:pt x="78206" y="4229"/>
                </a:lnTo>
                <a:lnTo>
                  <a:pt x="78473" y="4216"/>
                </a:lnTo>
                <a:lnTo>
                  <a:pt x="78549" y="4013"/>
                </a:lnTo>
                <a:lnTo>
                  <a:pt x="78765" y="4229"/>
                </a:lnTo>
                <a:lnTo>
                  <a:pt x="78765" y="3733"/>
                </a:lnTo>
                <a:close/>
              </a:path>
              <a:path w="88264" h="18415">
                <a:moveTo>
                  <a:pt x="80124" y="7416"/>
                </a:moveTo>
                <a:lnTo>
                  <a:pt x="79806" y="7416"/>
                </a:lnTo>
                <a:lnTo>
                  <a:pt x="79730" y="7594"/>
                </a:lnTo>
                <a:lnTo>
                  <a:pt x="79895" y="7785"/>
                </a:lnTo>
                <a:lnTo>
                  <a:pt x="79756" y="7785"/>
                </a:lnTo>
                <a:lnTo>
                  <a:pt x="79629" y="7810"/>
                </a:lnTo>
                <a:lnTo>
                  <a:pt x="79679" y="8001"/>
                </a:lnTo>
                <a:lnTo>
                  <a:pt x="79984" y="7962"/>
                </a:lnTo>
                <a:lnTo>
                  <a:pt x="80073" y="7708"/>
                </a:lnTo>
                <a:lnTo>
                  <a:pt x="80124" y="7429"/>
                </a:lnTo>
                <a:close/>
              </a:path>
              <a:path w="88264" h="18415">
                <a:moveTo>
                  <a:pt x="82892" y="11887"/>
                </a:moveTo>
                <a:lnTo>
                  <a:pt x="82029" y="10909"/>
                </a:lnTo>
                <a:lnTo>
                  <a:pt x="81826" y="11303"/>
                </a:lnTo>
                <a:lnTo>
                  <a:pt x="82003" y="11493"/>
                </a:lnTo>
                <a:lnTo>
                  <a:pt x="82346" y="11531"/>
                </a:lnTo>
                <a:lnTo>
                  <a:pt x="82384" y="11861"/>
                </a:lnTo>
                <a:lnTo>
                  <a:pt x="82892" y="11887"/>
                </a:lnTo>
                <a:close/>
              </a:path>
              <a:path w="88264" h="18415">
                <a:moveTo>
                  <a:pt x="84099" y="10058"/>
                </a:moveTo>
                <a:lnTo>
                  <a:pt x="83718" y="10121"/>
                </a:lnTo>
                <a:lnTo>
                  <a:pt x="83121" y="10579"/>
                </a:lnTo>
                <a:lnTo>
                  <a:pt x="83299" y="10845"/>
                </a:lnTo>
                <a:lnTo>
                  <a:pt x="83642" y="10617"/>
                </a:lnTo>
                <a:lnTo>
                  <a:pt x="83400" y="10464"/>
                </a:lnTo>
                <a:lnTo>
                  <a:pt x="83997" y="10223"/>
                </a:lnTo>
                <a:lnTo>
                  <a:pt x="84099" y="10058"/>
                </a:lnTo>
                <a:close/>
              </a:path>
              <a:path w="88264" h="18415">
                <a:moveTo>
                  <a:pt x="84150" y="15887"/>
                </a:moveTo>
                <a:lnTo>
                  <a:pt x="83223" y="15328"/>
                </a:lnTo>
                <a:lnTo>
                  <a:pt x="83096" y="15506"/>
                </a:lnTo>
                <a:lnTo>
                  <a:pt x="83515" y="15582"/>
                </a:lnTo>
                <a:lnTo>
                  <a:pt x="83883" y="16243"/>
                </a:lnTo>
                <a:lnTo>
                  <a:pt x="83883" y="16078"/>
                </a:lnTo>
                <a:lnTo>
                  <a:pt x="84150" y="15887"/>
                </a:lnTo>
                <a:close/>
              </a:path>
              <a:path w="88264" h="18415">
                <a:moveTo>
                  <a:pt x="84455" y="14046"/>
                </a:moveTo>
                <a:lnTo>
                  <a:pt x="83908" y="13487"/>
                </a:lnTo>
                <a:lnTo>
                  <a:pt x="82829" y="13944"/>
                </a:lnTo>
                <a:lnTo>
                  <a:pt x="82854" y="14452"/>
                </a:lnTo>
                <a:lnTo>
                  <a:pt x="82956" y="14122"/>
                </a:lnTo>
                <a:lnTo>
                  <a:pt x="83439" y="14147"/>
                </a:lnTo>
                <a:lnTo>
                  <a:pt x="83654" y="13919"/>
                </a:lnTo>
                <a:lnTo>
                  <a:pt x="83604" y="14338"/>
                </a:lnTo>
                <a:lnTo>
                  <a:pt x="84035" y="13919"/>
                </a:lnTo>
                <a:lnTo>
                  <a:pt x="84455" y="14046"/>
                </a:lnTo>
                <a:close/>
              </a:path>
              <a:path w="88264" h="18415">
                <a:moveTo>
                  <a:pt x="86601" y="13792"/>
                </a:moveTo>
                <a:lnTo>
                  <a:pt x="86194" y="13258"/>
                </a:lnTo>
                <a:lnTo>
                  <a:pt x="86042" y="13449"/>
                </a:lnTo>
                <a:lnTo>
                  <a:pt x="86220" y="13487"/>
                </a:lnTo>
                <a:lnTo>
                  <a:pt x="86017" y="13601"/>
                </a:lnTo>
                <a:lnTo>
                  <a:pt x="86042" y="13792"/>
                </a:lnTo>
                <a:lnTo>
                  <a:pt x="86398" y="13728"/>
                </a:lnTo>
                <a:lnTo>
                  <a:pt x="86347" y="14097"/>
                </a:lnTo>
                <a:lnTo>
                  <a:pt x="86601" y="14135"/>
                </a:lnTo>
                <a:lnTo>
                  <a:pt x="86601" y="13792"/>
                </a:lnTo>
                <a:close/>
              </a:path>
              <a:path w="88264" h="18415">
                <a:moveTo>
                  <a:pt x="87388" y="14566"/>
                </a:moveTo>
                <a:lnTo>
                  <a:pt x="87299" y="13804"/>
                </a:lnTo>
                <a:lnTo>
                  <a:pt x="86995" y="13804"/>
                </a:lnTo>
                <a:lnTo>
                  <a:pt x="87388" y="14566"/>
                </a:lnTo>
                <a:close/>
              </a:path>
              <a:path w="88264" h="18415">
                <a:moveTo>
                  <a:pt x="88252" y="15367"/>
                </a:moveTo>
                <a:lnTo>
                  <a:pt x="87693" y="14820"/>
                </a:lnTo>
                <a:lnTo>
                  <a:pt x="87503" y="14643"/>
                </a:lnTo>
                <a:lnTo>
                  <a:pt x="88252" y="15367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bg object 185"/>
          <p:cNvSpPr/>
          <p:nvPr/>
        </p:nvSpPr>
        <p:spPr>
          <a:xfrm>
            <a:off x="1936940" y="854404"/>
            <a:ext cx="96520" cy="24765"/>
          </a:xfrm>
          <a:custGeom>
            <a:avLst/>
            <a:gdLst/>
            <a:ahLst/>
            <a:cxnLst/>
            <a:rect l="l" t="t" r="r" b="b"/>
            <a:pathLst>
              <a:path w="96519" h="24765">
                <a:moveTo>
                  <a:pt x="762" y="21412"/>
                </a:moveTo>
                <a:lnTo>
                  <a:pt x="711" y="21259"/>
                </a:lnTo>
                <a:lnTo>
                  <a:pt x="203" y="21259"/>
                </a:lnTo>
                <a:lnTo>
                  <a:pt x="533" y="21412"/>
                </a:lnTo>
                <a:lnTo>
                  <a:pt x="660" y="21539"/>
                </a:lnTo>
                <a:lnTo>
                  <a:pt x="266" y="21539"/>
                </a:lnTo>
                <a:lnTo>
                  <a:pt x="0" y="21628"/>
                </a:lnTo>
                <a:lnTo>
                  <a:pt x="88" y="22098"/>
                </a:lnTo>
                <a:lnTo>
                  <a:pt x="533" y="22161"/>
                </a:lnTo>
                <a:lnTo>
                  <a:pt x="482" y="21742"/>
                </a:lnTo>
                <a:lnTo>
                  <a:pt x="762" y="21628"/>
                </a:lnTo>
                <a:lnTo>
                  <a:pt x="762" y="21412"/>
                </a:lnTo>
                <a:close/>
              </a:path>
              <a:path w="96519" h="24765">
                <a:moveTo>
                  <a:pt x="8102" y="10718"/>
                </a:moveTo>
                <a:lnTo>
                  <a:pt x="8089" y="10553"/>
                </a:lnTo>
                <a:lnTo>
                  <a:pt x="8102" y="11023"/>
                </a:lnTo>
                <a:lnTo>
                  <a:pt x="8102" y="10718"/>
                </a:lnTo>
                <a:close/>
              </a:path>
              <a:path w="96519" h="24765">
                <a:moveTo>
                  <a:pt x="15328" y="9829"/>
                </a:moveTo>
                <a:lnTo>
                  <a:pt x="15100" y="9855"/>
                </a:lnTo>
                <a:lnTo>
                  <a:pt x="15074" y="9702"/>
                </a:lnTo>
                <a:lnTo>
                  <a:pt x="14859" y="9715"/>
                </a:lnTo>
                <a:lnTo>
                  <a:pt x="15189" y="10071"/>
                </a:lnTo>
                <a:lnTo>
                  <a:pt x="14820" y="10426"/>
                </a:lnTo>
                <a:lnTo>
                  <a:pt x="15201" y="10617"/>
                </a:lnTo>
                <a:lnTo>
                  <a:pt x="15227" y="10337"/>
                </a:lnTo>
                <a:lnTo>
                  <a:pt x="15227" y="10058"/>
                </a:lnTo>
                <a:lnTo>
                  <a:pt x="15087" y="9931"/>
                </a:lnTo>
                <a:lnTo>
                  <a:pt x="15328" y="9829"/>
                </a:lnTo>
                <a:close/>
              </a:path>
              <a:path w="96519" h="24765">
                <a:moveTo>
                  <a:pt x="21907" y="10706"/>
                </a:moveTo>
                <a:lnTo>
                  <a:pt x="21755" y="10312"/>
                </a:lnTo>
                <a:lnTo>
                  <a:pt x="21412" y="9537"/>
                </a:lnTo>
                <a:lnTo>
                  <a:pt x="20993" y="9804"/>
                </a:lnTo>
                <a:lnTo>
                  <a:pt x="21386" y="10007"/>
                </a:lnTo>
                <a:lnTo>
                  <a:pt x="21564" y="10464"/>
                </a:lnTo>
                <a:lnTo>
                  <a:pt x="21907" y="10706"/>
                </a:lnTo>
                <a:close/>
              </a:path>
              <a:path w="96519" h="24765">
                <a:moveTo>
                  <a:pt x="24079" y="22326"/>
                </a:moveTo>
                <a:lnTo>
                  <a:pt x="23952" y="22301"/>
                </a:lnTo>
                <a:lnTo>
                  <a:pt x="23964" y="22009"/>
                </a:lnTo>
                <a:lnTo>
                  <a:pt x="23723" y="21983"/>
                </a:lnTo>
                <a:lnTo>
                  <a:pt x="23622" y="22123"/>
                </a:lnTo>
                <a:lnTo>
                  <a:pt x="23583" y="22301"/>
                </a:lnTo>
                <a:lnTo>
                  <a:pt x="23609" y="22555"/>
                </a:lnTo>
                <a:lnTo>
                  <a:pt x="23977" y="22669"/>
                </a:lnTo>
                <a:lnTo>
                  <a:pt x="23901" y="22377"/>
                </a:lnTo>
                <a:lnTo>
                  <a:pt x="24079" y="22326"/>
                </a:lnTo>
                <a:close/>
              </a:path>
              <a:path w="96519" h="24765">
                <a:moveTo>
                  <a:pt x="25692" y="12687"/>
                </a:moveTo>
                <a:lnTo>
                  <a:pt x="25412" y="12560"/>
                </a:lnTo>
                <a:lnTo>
                  <a:pt x="25412" y="12750"/>
                </a:lnTo>
                <a:lnTo>
                  <a:pt x="25374" y="12954"/>
                </a:lnTo>
                <a:lnTo>
                  <a:pt x="25361" y="13169"/>
                </a:lnTo>
                <a:lnTo>
                  <a:pt x="25628" y="13195"/>
                </a:lnTo>
                <a:lnTo>
                  <a:pt x="25654" y="12941"/>
                </a:lnTo>
                <a:lnTo>
                  <a:pt x="25692" y="12687"/>
                </a:lnTo>
                <a:close/>
              </a:path>
              <a:path w="96519" h="24765">
                <a:moveTo>
                  <a:pt x="31127" y="8343"/>
                </a:moveTo>
                <a:lnTo>
                  <a:pt x="30848" y="8356"/>
                </a:lnTo>
                <a:lnTo>
                  <a:pt x="30695" y="8178"/>
                </a:lnTo>
                <a:lnTo>
                  <a:pt x="30899" y="8013"/>
                </a:lnTo>
                <a:lnTo>
                  <a:pt x="30403" y="8166"/>
                </a:lnTo>
                <a:lnTo>
                  <a:pt x="30594" y="8343"/>
                </a:lnTo>
                <a:lnTo>
                  <a:pt x="30911" y="8674"/>
                </a:lnTo>
                <a:lnTo>
                  <a:pt x="31127" y="8343"/>
                </a:lnTo>
                <a:close/>
              </a:path>
              <a:path w="96519" h="24765">
                <a:moveTo>
                  <a:pt x="31813" y="13982"/>
                </a:moveTo>
                <a:lnTo>
                  <a:pt x="31559" y="13982"/>
                </a:lnTo>
                <a:lnTo>
                  <a:pt x="31584" y="13766"/>
                </a:lnTo>
                <a:lnTo>
                  <a:pt x="31559" y="13589"/>
                </a:lnTo>
                <a:lnTo>
                  <a:pt x="31407" y="13614"/>
                </a:lnTo>
                <a:lnTo>
                  <a:pt x="31076" y="13423"/>
                </a:lnTo>
                <a:lnTo>
                  <a:pt x="31064" y="13627"/>
                </a:lnTo>
                <a:lnTo>
                  <a:pt x="31407" y="13639"/>
                </a:lnTo>
                <a:lnTo>
                  <a:pt x="31572" y="14427"/>
                </a:lnTo>
                <a:lnTo>
                  <a:pt x="31813" y="13982"/>
                </a:lnTo>
                <a:close/>
              </a:path>
              <a:path w="96519" h="24765">
                <a:moveTo>
                  <a:pt x="34239" y="11353"/>
                </a:moveTo>
                <a:lnTo>
                  <a:pt x="34175" y="11137"/>
                </a:lnTo>
                <a:lnTo>
                  <a:pt x="33985" y="11036"/>
                </a:lnTo>
                <a:lnTo>
                  <a:pt x="34048" y="11417"/>
                </a:lnTo>
                <a:lnTo>
                  <a:pt x="33985" y="11569"/>
                </a:lnTo>
                <a:lnTo>
                  <a:pt x="34213" y="11633"/>
                </a:lnTo>
                <a:lnTo>
                  <a:pt x="34239" y="11353"/>
                </a:lnTo>
                <a:close/>
              </a:path>
              <a:path w="96519" h="24765">
                <a:moveTo>
                  <a:pt x="37604" y="15709"/>
                </a:moveTo>
                <a:lnTo>
                  <a:pt x="37363" y="15519"/>
                </a:lnTo>
                <a:lnTo>
                  <a:pt x="37287" y="15773"/>
                </a:lnTo>
                <a:lnTo>
                  <a:pt x="36677" y="16078"/>
                </a:lnTo>
                <a:lnTo>
                  <a:pt x="36918" y="16306"/>
                </a:lnTo>
                <a:lnTo>
                  <a:pt x="37058" y="16090"/>
                </a:lnTo>
                <a:lnTo>
                  <a:pt x="37604" y="15709"/>
                </a:lnTo>
                <a:close/>
              </a:path>
              <a:path w="96519" h="24765">
                <a:moveTo>
                  <a:pt x="37833" y="16281"/>
                </a:moveTo>
                <a:lnTo>
                  <a:pt x="37630" y="16268"/>
                </a:lnTo>
                <a:lnTo>
                  <a:pt x="37604" y="16090"/>
                </a:lnTo>
                <a:lnTo>
                  <a:pt x="37299" y="16129"/>
                </a:lnTo>
                <a:lnTo>
                  <a:pt x="37274" y="16421"/>
                </a:lnTo>
                <a:lnTo>
                  <a:pt x="37541" y="16586"/>
                </a:lnTo>
                <a:lnTo>
                  <a:pt x="37642" y="16421"/>
                </a:lnTo>
                <a:lnTo>
                  <a:pt x="37833" y="16281"/>
                </a:lnTo>
                <a:close/>
              </a:path>
              <a:path w="96519" h="24765">
                <a:moveTo>
                  <a:pt x="38709" y="16548"/>
                </a:moveTo>
                <a:lnTo>
                  <a:pt x="38506" y="16319"/>
                </a:lnTo>
                <a:lnTo>
                  <a:pt x="38481" y="15925"/>
                </a:lnTo>
                <a:lnTo>
                  <a:pt x="38074" y="16103"/>
                </a:lnTo>
                <a:lnTo>
                  <a:pt x="38049" y="16408"/>
                </a:lnTo>
                <a:lnTo>
                  <a:pt x="38277" y="16446"/>
                </a:lnTo>
                <a:lnTo>
                  <a:pt x="38392" y="16598"/>
                </a:lnTo>
                <a:lnTo>
                  <a:pt x="38709" y="16548"/>
                </a:lnTo>
                <a:close/>
              </a:path>
              <a:path w="96519" h="24765">
                <a:moveTo>
                  <a:pt x="38862" y="7899"/>
                </a:moveTo>
                <a:lnTo>
                  <a:pt x="38620" y="7975"/>
                </a:lnTo>
                <a:lnTo>
                  <a:pt x="38176" y="7391"/>
                </a:lnTo>
                <a:lnTo>
                  <a:pt x="38011" y="7734"/>
                </a:lnTo>
                <a:lnTo>
                  <a:pt x="38112" y="7899"/>
                </a:lnTo>
                <a:lnTo>
                  <a:pt x="38671" y="8128"/>
                </a:lnTo>
                <a:lnTo>
                  <a:pt x="38862" y="7899"/>
                </a:lnTo>
                <a:close/>
              </a:path>
              <a:path w="96519" h="24765">
                <a:moveTo>
                  <a:pt x="40767" y="17119"/>
                </a:moveTo>
                <a:lnTo>
                  <a:pt x="40703" y="16713"/>
                </a:lnTo>
                <a:lnTo>
                  <a:pt x="40462" y="16586"/>
                </a:lnTo>
                <a:lnTo>
                  <a:pt x="40144" y="16865"/>
                </a:lnTo>
                <a:lnTo>
                  <a:pt x="40386" y="16979"/>
                </a:lnTo>
                <a:lnTo>
                  <a:pt x="40436" y="16738"/>
                </a:lnTo>
                <a:lnTo>
                  <a:pt x="40640" y="17119"/>
                </a:lnTo>
                <a:lnTo>
                  <a:pt x="40767" y="17119"/>
                </a:lnTo>
                <a:close/>
              </a:path>
              <a:path w="96519" h="24765">
                <a:moveTo>
                  <a:pt x="42964" y="7188"/>
                </a:moveTo>
                <a:lnTo>
                  <a:pt x="42811" y="6781"/>
                </a:lnTo>
                <a:lnTo>
                  <a:pt x="42811" y="7035"/>
                </a:lnTo>
                <a:lnTo>
                  <a:pt x="42291" y="6642"/>
                </a:lnTo>
                <a:lnTo>
                  <a:pt x="42303" y="6934"/>
                </a:lnTo>
                <a:lnTo>
                  <a:pt x="42621" y="6959"/>
                </a:lnTo>
                <a:lnTo>
                  <a:pt x="42748" y="7086"/>
                </a:lnTo>
                <a:lnTo>
                  <a:pt x="42964" y="7188"/>
                </a:lnTo>
                <a:close/>
              </a:path>
              <a:path w="96519" h="24765">
                <a:moveTo>
                  <a:pt x="44564" y="7607"/>
                </a:moveTo>
                <a:lnTo>
                  <a:pt x="44399" y="7404"/>
                </a:lnTo>
                <a:lnTo>
                  <a:pt x="44183" y="7569"/>
                </a:lnTo>
                <a:lnTo>
                  <a:pt x="44145" y="7797"/>
                </a:lnTo>
                <a:lnTo>
                  <a:pt x="44183" y="7937"/>
                </a:lnTo>
                <a:lnTo>
                  <a:pt x="44335" y="7975"/>
                </a:lnTo>
                <a:lnTo>
                  <a:pt x="44272" y="7683"/>
                </a:lnTo>
                <a:lnTo>
                  <a:pt x="44564" y="7607"/>
                </a:lnTo>
                <a:close/>
              </a:path>
              <a:path w="96519" h="24765">
                <a:moveTo>
                  <a:pt x="45440" y="15849"/>
                </a:moveTo>
                <a:lnTo>
                  <a:pt x="44856" y="15887"/>
                </a:lnTo>
                <a:lnTo>
                  <a:pt x="44691" y="16383"/>
                </a:lnTo>
                <a:lnTo>
                  <a:pt x="44310" y="16649"/>
                </a:lnTo>
                <a:lnTo>
                  <a:pt x="44792" y="16471"/>
                </a:lnTo>
                <a:lnTo>
                  <a:pt x="45046" y="16090"/>
                </a:lnTo>
                <a:lnTo>
                  <a:pt x="45440" y="15849"/>
                </a:lnTo>
                <a:close/>
              </a:path>
              <a:path w="96519" h="24765">
                <a:moveTo>
                  <a:pt x="45669" y="11391"/>
                </a:moveTo>
                <a:lnTo>
                  <a:pt x="45415" y="11239"/>
                </a:lnTo>
                <a:lnTo>
                  <a:pt x="45262" y="11684"/>
                </a:lnTo>
                <a:lnTo>
                  <a:pt x="45224" y="11391"/>
                </a:lnTo>
                <a:lnTo>
                  <a:pt x="45186" y="11518"/>
                </a:lnTo>
                <a:lnTo>
                  <a:pt x="44996" y="11582"/>
                </a:lnTo>
                <a:lnTo>
                  <a:pt x="44881" y="11747"/>
                </a:lnTo>
                <a:lnTo>
                  <a:pt x="45339" y="11811"/>
                </a:lnTo>
                <a:lnTo>
                  <a:pt x="45466" y="11569"/>
                </a:lnTo>
                <a:lnTo>
                  <a:pt x="45669" y="11391"/>
                </a:lnTo>
                <a:close/>
              </a:path>
              <a:path w="96519" h="24765">
                <a:moveTo>
                  <a:pt x="45986" y="16598"/>
                </a:moveTo>
                <a:lnTo>
                  <a:pt x="45554" y="16281"/>
                </a:lnTo>
                <a:lnTo>
                  <a:pt x="45910" y="16052"/>
                </a:lnTo>
                <a:lnTo>
                  <a:pt x="45567" y="16052"/>
                </a:lnTo>
                <a:lnTo>
                  <a:pt x="45440" y="16395"/>
                </a:lnTo>
                <a:lnTo>
                  <a:pt x="45669" y="16510"/>
                </a:lnTo>
                <a:lnTo>
                  <a:pt x="45440" y="16637"/>
                </a:lnTo>
                <a:lnTo>
                  <a:pt x="45986" y="16598"/>
                </a:lnTo>
                <a:close/>
              </a:path>
              <a:path w="96519" h="24765">
                <a:moveTo>
                  <a:pt x="45999" y="14224"/>
                </a:moveTo>
                <a:lnTo>
                  <a:pt x="45910" y="14071"/>
                </a:lnTo>
                <a:lnTo>
                  <a:pt x="45440" y="14008"/>
                </a:lnTo>
                <a:lnTo>
                  <a:pt x="45427" y="14274"/>
                </a:lnTo>
                <a:lnTo>
                  <a:pt x="45593" y="14236"/>
                </a:lnTo>
                <a:lnTo>
                  <a:pt x="45986" y="14439"/>
                </a:lnTo>
                <a:lnTo>
                  <a:pt x="45999" y="14224"/>
                </a:lnTo>
                <a:close/>
              </a:path>
              <a:path w="96519" h="24765">
                <a:moveTo>
                  <a:pt x="46901" y="4470"/>
                </a:moveTo>
                <a:lnTo>
                  <a:pt x="46316" y="4470"/>
                </a:lnTo>
                <a:lnTo>
                  <a:pt x="46278" y="4813"/>
                </a:lnTo>
                <a:lnTo>
                  <a:pt x="46901" y="4470"/>
                </a:lnTo>
                <a:close/>
              </a:path>
              <a:path w="96519" h="24765">
                <a:moveTo>
                  <a:pt x="46977" y="11620"/>
                </a:moveTo>
                <a:lnTo>
                  <a:pt x="46685" y="10782"/>
                </a:lnTo>
                <a:lnTo>
                  <a:pt x="46596" y="10553"/>
                </a:lnTo>
                <a:lnTo>
                  <a:pt x="46482" y="10782"/>
                </a:lnTo>
                <a:lnTo>
                  <a:pt x="46253" y="11620"/>
                </a:lnTo>
                <a:lnTo>
                  <a:pt x="46977" y="11620"/>
                </a:lnTo>
                <a:close/>
              </a:path>
              <a:path w="96519" h="24765">
                <a:moveTo>
                  <a:pt x="47536" y="16217"/>
                </a:moveTo>
                <a:lnTo>
                  <a:pt x="47498" y="15951"/>
                </a:lnTo>
                <a:lnTo>
                  <a:pt x="47066" y="15887"/>
                </a:lnTo>
                <a:lnTo>
                  <a:pt x="46609" y="15278"/>
                </a:lnTo>
                <a:lnTo>
                  <a:pt x="46139" y="15621"/>
                </a:lnTo>
                <a:lnTo>
                  <a:pt x="46532" y="15659"/>
                </a:lnTo>
                <a:lnTo>
                  <a:pt x="47536" y="16217"/>
                </a:lnTo>
                <a:close/>
              </a:path>
              <a:path w="96519" h="24765">
                <a:moveTo>
                  <a:pt x="47713" y="2374"/>
                </a:moveTo>
                <a:lnTo>
                  <a:pt x="47523" y="2260"/>
                </a:lnTo>
                <a:lnTo>
                  <a:pt x="47421" y="2527"/>
                </a:lnTo>
                <a:lnTo>
                  <a:pt x="47256" y="2730"/>
                </a:lnTo>
                <a:lnTo>
                  <a:pt x="47078" y="2908"/>
                </a:lnTo>
                <a:lnTo>
                  <a:pt x="47459" y="3035"/>
                </a:lnTo>
                <a:lnTo>
                  <a:pt x="47358" y="2692"/>
                </a:lnTo>
                <a:lnTo>
                  <a:pt x="47713" y="2374"/>
                </a:lnTo>
                <a:close/>
              </a:path>
              <a:path w="96519" h="24765">
                <a:moveTo>
                  <a:pt x="47879" y="4025"/>
                </a:moveTo>
                <a:lnTo>
                  <a:pt x="47713" y="4025"/>
                </a:lnTo>
                <a:lnTo>
                  <a:pt x="46901" y="4470"/>
                </a:lnTo>
                <a:lnTo>
                  <a:pt x="47777" y="4470"/>
                </a:lnTo>
                <a:lnTo>
                  <a:pt x="47879" y="4025"/>
                </a:lnTo>
                <a:close/>
              </a:path>
              <a:path w="96519" h="24765">
                <a:moveTo>
                  <a:pt x="48171" y="12547"/>
                </a:moveTo>
                <a:lnTo>
                  <a:pt x="47637" y="12509"/>
                </a:lnTo>
                <a:lnTo>
                  <a:pt x="47675" y="12890"/>
                </a:lnTo>
                <a:lnTo>
                  <a:pt x="48056" y="12915"/>
                </a:lnTo>
                <a:lnTo>
                  <a:pt x="48171" y="12547"/>
                </a:lnTo>
                <a:close/>
              </a:path>
              <a:path w="96519" h="24765">
                <a:moveTo>
                  <a:pt x="48412" y="9702"/>
                </a:moveTo>
                <a:lnTo>
                  <a:pt x="48120" y="9601"/>
                </a:lnTo>
                <a:lnTo>
                  <a:pt x="47980" y="8801"/>
                </a:lnTo>
                <a:lnTo>
                  <a:pt x="47625" y="9144"/>
                </a:lnTo>
                <a:lnTo>
                  <a:pt x="47929" y="9207"/>
                </a:lnTo>
                <a:lnTo>
                  <a:pt x="48196" y="9906"/>
                </a:lnTo>
                <a:lnTo>
                  <a:pt x="48412" y="9702"/>
                </a:lnTo>
                <a:close/>
              </a:path>
              <a:path w="96519" h="24765">
                <a:moveTo>
                  <a:pt x="50571" y="4775"/>
                </a:moveTo>
                <a:lnTo>
                  <a:pt x="50304" y="4559"/>
                </a:lnTo>
                <a:lnTo>
                  <a:pt x="50076" y="4711"/>
                </a:lnTo>
                <a:lnTo>
                  <a:pt x="50076" y="5003"/>
                </a:lnTo>
                <a:lnTo>
                  <a:pt x="50241" y="5245"/>
                </a:lnTo>
                <a:lnTo>
                  <a:pt x="50266" y="5003"/>
                </a:lnTo>
                <a:lnTo>
                  <a:pt x="50444" y="4914"/>
                </a:lnTo>
                <a:lnTo>
                  <a:pt x="50571" y="4775"/>
                </a:lnTo>
                <a:close/>
              </a:path>
              <a:path w="96519" h="24765">
                <a:moveTo>
                  <a:pt x="50622" y="1358"/>
                </a:moveTo>
                <a:lnTo>
                  <a:pt x="50279" y="1397"/>
                </a:lnTo>
                <a:lnTo>
                  <a:pt x="50253" y="1651"/>
                </a:lnTo>
                <a:lnTo>
                  <a:pt x="50215" y="1879"/>
                </a:lnTo>
                <a:lnTo>
                  <a:pt x="50431" y="1905"/>
                </a:lnTo>
                <a:lnTo>
                  <a:pt x="50596" y="1765"/>
                </a:lnTo>
                <a:lnTo>
                  <a:pt x="50622" y="1358"/>
                </a:lnTo>
                <a:close/>
              </a:path>
              <a:path w="96519" h="24765">
                <a:moveTo>
                  <a:pt x="50647" y="11112"/>
                </a:moveTo>
                <a:lnTo>
                  <a:pt x="50634" y="10871"/>
                </a:lnTo>
                <a:lnTo>
                  <a:pt x="50279" y="10744"/>
                </a:lnTo>
                <a:lnTo>
                  <a:pt x="50215" y="11341"/>
                </a:lnTo>
                <a:lnTo>
                  <a:pt x="50495" y="11366"/>
                </a:lnTo>
                <a:lnTo>
                  <a:pt x="50431" y="11074"/>
                </a:lnTo>
                <a:lnTo>
                  <a:pt x="50647" y="11112"/>
                </a:lnTo>
                <a:close/>
              </a:path>
              <a:path w="96519" h="24765">
                <a:moveTo>
                  <a:pt x="51117" y="11112"/>
                </a:moveTo>
                <a:lnTo>
                  <a:pt x="50800" y="11087"/>
                </a:lnTo>
                <a:lnTo>
                  <a:pt x="50850" y="11328"/>
                </a:lnTo>
                <a:lnTo>
                  <a:pt x="50838" y="11645"/>
                </a:lnTo>
                <a:lnTo>
                  <a:pt x="51028" y="11798"/>
                </a:lnTo>
                <a:lnTo>
                  <a:pt x="51054" y="11480"/>
                </a:lnTo>
                <a:lnTo>
                  <a:pt x="51117" y="11112"/>
                </a:lnTo>
                <a:close/>
              </a:path>
              <a:path w="96519" h="24765">
                <a:moveTo>
                  <a:pt x="53733" y="787"/>
                </a:moveTo>
                <a:lnTo>
                  <a:pt x="53695" y="114"/>
                </a:lnTo>
                <a:lnTo>
                  <a:pt x="53467" y="0"/>
                </a:lnTo>
                <a:lnTo>
                  <a:pt x="53454" y="254"/>
                </a:lnTo>
                <a:lnTo>
                  <a:pt x="53467" y="558"/>
                </a:lnTo>
                <a:lnTo>
                  <a:pt x="53314" y="673"/>
                </a:lnTo>
                <a:lnTo>
                  <a:pt x="53733" y="787"/>
                </a:lnTo>
                <a:close/>
              </a:path>
              <a:path w="96519" h="24765">
                <a:moveTo>
                  <a:pt x="53987" y="7607"/>
                </a:moveTo>
                <a:lnTo>
                  <a:pt x="53632" y="7556"/>
                </a:lnTo>
                <a:lnTo>
                  <a:pt x="53314" y="7556"/>
                </a:lnTo>
                <a:lnTo>
                  <a:pt x="53251" y="7823"/>
                </a:lnTo>
                <a:lnTo>
                  <a:pt x="53822" y="8001"/>
                </a:lnTo>
                <a:lnTo>
                  <a:pt x="53962" y="7810"/>
                </a:lnTo>
                <a:lnTo>
                  <a:pt x="53784" y="7696"/>
                </a:lnTo>
                <a:lnTo>
                  <a:pt x="53987" y="7607"/>
                </a:lnTo>
                <a:close/>
              </a:path>
              <a:path w="96519" h="24765">
                <a:moveTo>
                  <a:pt x="54495" y="9944"/>
                </a:moveTo>
                <a:lnTo>
                  <a:pt x="54102" y="9969"/>
                </a:lnTo>
                <a:lnTo>
                  <a:pt x="53898" y="9855"/>
                </a:lnTo>
                <a:lnTo>
                  <a:pt x="53936" y="10007"/>
                </a:lnTo>
                <a:lnTo>
                  <a:pt x="53746" y="10363"/>
                </a:lnTo>
                <a:lnTo>
                  <a:pt x="53949" y="10363"/>
                </a:lnTo>
                <a:lnTo>
                  <a:pt x="54063" y="10007"/>
                </a:lnTo>
                <a:lnTo>
                  <a:pt x="54190" y="10134"/>
                </a:lnTo>
                <a:lnTo>
                  <a:pt x="54432" y="10299"/>
                </a:lnTo>
                <a:lnTo>
                  <a:pt x="54495" y="9944"/>
                </a:lnTo>
                <a:close/>
              </a:path>
              <a:path w="96519" h="24765">
                <a:moveTo>
                  <a:pt x="57391" y="1828"/>
                </a:moveTo>
                <a:lnTo>
                  <a:pt x="57175" y="1701"/>
                </a:lnTo>
                <a:lnTo>
                  <a:pt x="56946" y="1727"/>
                </a:lnTo>
                <a:lnTo>
                  <a:pt x="56807" y="2336"/>
                </a:lnTo>
                <a:lnTo>
                  <a:pt x="57124" y="2387"/>
                </a:lnTo>
                <a:lnTo>
                  <a:pt x="57010" y="2057"/>
                </a:lnTo>
                <a:lnTo>
                  <a:pt x="57391" y="1828"/>
                </a:lnTo>
                <a:close/>
              </a:path>
              <a:path w="96519" h="24765">
                <a:moveTo>
                  <a:pt x="59258" y="17894"/>
                </a:moveTo>
                <a:lnTo>
                  <a:pt x="59016" y="17881"/>
                </a:lnTo>
                <a:lnTo>
                  <a:pt x="58712" y="17881"/>
                </a:lnTo>
                <a:lnTo>
                  <a:pt x="58597" y="17741"/>
                </a:lnTo>
                <a:lnTo>
                  <a:pt x="58572" y="18072"/>
                </a:lnTo>
                <a:lnTo>
                  <a:pt x="58864" y="18135"/>
                </a:lnTo>
                <a:lnTo>
                  <a:pt x="59042" y="18262"/>
                </a:lnTo>
                <a:lnTo>
                  <a:pt x="58991" y="18008"/>
                </a:lnTo>
                <a:lnTo>
                  <a:pt x="59245" y="18084"/>
                </a:lnTo>
                <a:lnTo>
                  <a:pt x="59258" y="17894"/>
                </a:lnTo>
                <a:close/>
              </a:path>
              <a:path w="96519" h="24765">
                <a:moveTo>
                  <a:pt x="59855" y="11963"/>
                </a:moveTo>
                <a:lnTo>
                  <a:pt x="59563" y="11925"/>
                </a:lnTo>
                <a:lnTo>
                  <a:pt x="59588" y="12166"/>
                </a:lnTo>
                <a:lnTo>
                  <a:pt x="59512" y="12319"/>
                </a:lnTo>
                <a:lnTo>
                  <a:pt x="59778" y="12509"/>
                </a:lnTo>
                <a:lnTo>
                  <a:pt x="59690" y="12090"/>
                </a:lnTo>
                <a:lnTo>
                  <a:pt x="59855" y="11963"/>
                </a:lnTo>
                <a:close/>
              </a:path>
              <a:path w="96519" h="24765">
                <a:moveTo>
                  <a:pt x="60121" y="19265"/>
                </a:moveTo>
                <a:lnTo>
                  <a:pt x="59867" y="19189"/>
                </a:lnTo>
                <a:lnTo>
                  <a:pt x="59613" y="19100"/>
                </a:lnTo>
                <a:lnTo>
                  <a:pt x="59486" y="19113"/>
                </a:lnTo>
                <a:lnTo>
                  <a:pt x="59258" y="18973"/>
                </a:lnTo>
                <a:lnTo>
                  <a:pt x="59207" y="19100"/>
                </a:lnTo>
                <a:lnTo>
                  <a:pt x="59270" y="18783"/>
                </a:lnTo>
                <a:lnTo>
                  <a:pt x="58699" y="18618"/>
                </a:lnTo>
                <a:lnTo>
                  <a:pt x="58648" y="18351"/>
                </a:lnTo>
                <a:lnTo>
                  <a:pt x="58610" y="18554"/>
                </a:lnTo>
                <a:lnTo>
                  <a:pt x="58470" y="18275"/>
                </a:lnTo>
                <a:lnTo>
                  <a:pt x="58420" y="18465"/>
                </a:lnTo>
                <a:lnTo>
                  <a:pt x="58610" y="18719"/>
                </a:lnTo>
                <a:lnTo>
                  <a:pt x="58966" y="18923"/>
                </a:lnTo>
                <a:lnTo>
                  <a:pt x="59194" y="19100"/>
                </a:lnTo>
                <a:lnTo>
                  <a:pt x="58864" y="19469"/>
                </a:lnTo>
                <a:lnTo>
                  <a:pt x="59105" y="19646"/>
                </a:lnTo>
                <a:lnTo>
                  <a:pt x="59093" y="19392"/>
                </a:lnTo>
                <a:lnTo>
                  <a:pt x="59347" y="19215"/>
                </a:lnTo>
                <a:lnTo>
                  <a:pt x="59486" y="19316"/>
                </a:lnTo>
                <a:lnTo>
                  <a:pt x="59613" y="19469"/>
                </a:lnTo>
                <a:lnTo>
                  <a:pt x="59436" y="19710"/>
                </a:lnTo>
                <a:lnTo>
                  <a:pt x="59855" y="19761"/>
                </a:lnTo>
                <a:lnTo>
                  <a:pt x="60109" y="19621"/>
                </a:lnTo>
                <a:lnTo>
                  <a:pt x="60121" y="19265"/>
                </a:lnTo>
                <a:close/>
              </a:path>
              <a:path w="96519" h="24765">
                <a:moveTo>
                  <a:pt x="60363" y="7239"/>
                </a:moveTo>
                <a:lnTo>
                  <a:pt x="60286" y="6870"/>
                </a:lnTo>
                <a:lnTo>
                  <a:pt x="59969" y="6718"/>
                </a:lnTo>
                <a:lnTo>
                  <a:pt x="59842" y="7315"/>
                </a:lnTo>
                <a:lnTo>
                  <a:pt x="60045" y="7442"/>
                </a:lnTo>
                <a:lnTo>
                  <a:pt x="60032" y="7124"/>
                </a:lnTo>
                <a:lnTo>
                  <a:pt x="60363" y="7239"/>
                </a:lnTo>
                <a:close/>
              </a:path>
              <a:path w="96519" h="24765">
                <a:moveTo>
                  <a:pt x="61163" y="6756"/>
                </a:moveTo>
                <a:lnTo>
                  <a:pt x="60896" y="6540"/>
                </a:lnTo>
                <a:lnTo>
                  <a:pt x="60947" y="6819"/>
                </a:lnTo>
                <a:lnTo>
                  <a:pt x="60680" y="6718"/>
                </a:lnTo>
                <a:lnTo>
                  <a:pt x="60655" y="7048"/>
                </a:lnTo>
                <a:lnTo>
                  <a:pt x="60591" y="7353"/>
                </a:lnTo>
                <a:lnTo>
                  <a:pt x="60820" y="7429"/>
                </a:lnTo>
                <a:lnTo>
                  <a:pt x="60667" y="7061"/>
                </a:lnTo>
                <a:lnTo>
                  <a:pt x="60871" y="6858"/>
                </a:lnTo>
                <a:lnTo>
                  <a:pt x="61163" y="6756"/>
                </a:lnTo>
                <a:close/>
              </a:path>
              <a:path w="96519" h="24765">
                <a:moveTo>
                  <a:pt x="61861" y="2654"/>
                </a:moveTo>
                <a:lnTo>
                  <a:pt x="61506" y="2603"/>
                </a:lnTo>
                <a:lnTo>
                  <a:pt x="61226" y="2730"/>
                </a:lnTo>
                <a:lnTo>
                  <a:pt x="61544" y="2755"/>
                </a:lnTo>
                <a:lnTo>
                  <a:pt x="61518" y="3086"/>
                </a:lnTo>
                <a:lnTo>
                  <a:pt x="61861" y="3086"/>
                </a:lnTo>
                <a:lnTo>
                  <a:pt x="61861" y="2654"/>
                </a:lnTo>
                <a:close/>
              </a:path>
              <a:path w="96519" h="24765">
                <a:moveTo>
                  <a:pt x="64325" y="12534"/>
                </a:moveTo>
                <a:lnTo>
                  <a:pt x="63766" y="12585"/>
                </a:lnTo>
                <a:lnTo>
                  <a:pt x="63436" y="12509"/>
                </a:lnTo>
                <a:lnTo>
                  <a:pt x="63157" y="12725"/>
                </a:lnTo>
                <a:lnTo>
                  <a:pt x="63411" y="12877"/>
                </a:lnTo>
                <a:lnTo>
                  <a:pt x="64122" y="12776"/>
                </a:lnTo>
                <a:lnTo>
                  <a:pt x="64325" y="12534"/>
                </a:lnTo>
                <a:close/>
              </a:path>
              <a:path w="96519" h="24765">
                <a:moveTo>
                  <a:pt x="65049" y="16535"/>
                </a:moveTo>
                <a:lnTo>
                  <a:pt x="64782" y="16344"/>
                </a:lnTo>
                <a:lnTo>
                  <a:pt x="64808" y="16637"/>
                </a:lnTo>
                <a:lnTo>
                  <a:pt x="64427" y="16548"/>
                </a:lnTo>
                <a:lnTo>
                  <a:pt x="64643" y="16802"/>
                </a:lnTo>
                <a:lnTo>
                  <a:pt x="64833" y="16764"/>
                </a:lnTo>
                <a:lnTo>
                  <a:pt x="65049" y="16802"/>
                </a:lnTo>
                <a:lnTo>
                  <a:pt x="65049" y="16535"/>
                </a:lnTo>
                <a:close/>
              </a:path>
              <a:path w="96519" h="24765">
                <a:moveTo>
                  <a:pt x="66344" y="11468"/>
                </a:moveTo>
                <a:lnTo>
                  <a:pt x="66090" y="11201"/>
                </a:lnTo>
                <a:lnTo>
                  <a:pt x="66065" y="11455"/>
                </a:lnTo>
                <a:lnTo>
                  <a:pt x="66090" y="11849"/>
                </a:lnTo>
                <a:lnTo>
                  <a:pt x="65874" y="11582"/>
                </a:lnTo>
                <a:lnTo>
                  <a:pt x="65836" y="11836"/>
                </a:lnTo>
                <a:lnTo>
                  <a:pt x="65862" y="12052"/>
                </a:lnTo>
                <a:lnTo>
                  <a:pt x="66001" y="12179"/>
                </a:lnTo>
                <a:lnTo>
                  <a:pt x="66192" y="11912"/>
                </a:lnTo>
                <a:lnTo>
                  <a:pt x="66344" y="11468"/>
                </a:lnTo>
                <a:close/>
              </a:path>
              <a:path w="96519" h="24765">
                <a:moveTo>
                  <a:pt x="66776" y="19939"/>
                </a:moveTo>
                <a:lnTo>
                  <a:pt x="66586" y="19240"/>
                </a:lnTo>
                <a:lnTo>
                  <a:pt x="66141" y="19367"/>
                </a:lnTo>
                <a:lnTo>
                  <a:pt x="66344" y="19558"/>
                </a:lnTo>
                <a:lnTo>
                  <a:pt x="66078" y="20205"/>
                </a:lnTo>
                <a:lnTo>
                  <a:pt x="66484" y="20167"/>
                </a:lnTo>
                <a:lnTo>
                  <a:pt x="66776" y="19939"/>
                </a:lnTo>
                <a:close/>
              </a:path>
              <a:path w="96519" h="24765">
                <a:moveTo>
                  <a:pt x="69189" y="13830"/>
                </a:moveTo>
                <a:lnTo>
                  <a:pt x="68935" y="13830"/>
                </a:lnTo>
                <a:lnTo>
                  <a:pt x="68567" y="13677"/>
                </a:lnTo>
                <a:lnTo>
                  <a:pt x="68529" y="13970"/>
                </a:lnTo>
                <a:lnTo>
                  <a:pt x="69100" y="13970"/>
                </a:lnTo>
                <a:lnTo>
                  <a:pt x="68630" y="14211"/>
                </a:lnTo>
                <a:lnTo>
                  <a:pt x="69062" y="14414"/>
                </a:lnTo>
                <a:lnTo>
                  <a:pt x="69011" y="14122"/>
                </a:lnTo>
                <a:lnTo>
                  <a:pt x="69189" y="14020"/>
                </a:lnTo>
                <a:lnTo>
                  <a:pt x="69189" y="13830"/>
                </a:lnTo>
                <a:close/>
              </a:path>
              <a:path w="96519" h="24765">
                <a:moveTo>
                  <a:pt x="69380" y="17589"/>
                </a:moveTo>
                <a:lnTo>
                  <a:pt x="69126" y="17703"/>
                </a:lnTo>
                <a:lnTo>
                  <a:pt x="69176" y="17106"/>
                </a:lnTo>
                <a:lnTo>
                  <a:pt x="69011" y="17462"/>
                </a:lnTo>
                <a:lnTo>
                  <a:pt x="68973" y="17754"/>
                </a:lnTo>
                <a:lnTo>
                  <a:pt x="69189" y="17792"/>
                </a:lnTo>
                <a:lnTo>
                  <a:pt x="69329" y="17754"/>
                </a:lnTo>
                <a:lnTo>
                  <a:pt x="69380" y="17602"/>
                </a:lnTo>
                <a:close/>
              </a:path>
              <a:path w="96519" h="24765">
                <a:moveTo>
                  <a:pt x="69443" y="18364"/>
                </a:moveTo>
                <a:lnTo>
                  <a:pt x="69278" y="18275"/>
                </a:lnTo>
                <a:lnTo>
                  <a:pt x="69126" y="18161"/>
                </a:lnTo>
                <a:lnTo>
                  <a:pt x="69075" y="18440"/>
                </a:lnTo>
                <a:lnTo>
                  <a:pt x="69062" y="18694"/>
                </a:lnTo>
                <a:lnTo>
                  <a:pt x="69380" y="18669"/>
                </a:lnTo>
                <a:lnTo>
                  <a:pt x="69443" y="18364"/>
                </a:lnTo>
                <a:close/>
              </a:path>
              <a:path w="96519" h="24765">
                <a:moveTo>
                  <a:pt x="69697" y="13474"/>
                </a:moveTo>
                <a:lnTo>
                  <a:pt x="69646" y="13182"/>
                </a:lnTo>
                <a:lnTo>
                  <a:pt x="69405" y="13169"/>
                </a:lnTo>
                <a:lnTo>
                  <a:pt x="69278" y="12611"/>
                </a:lnTo>
                <a:lnTo>
                  <a:pt x="69088" y="12839"/>
                </a:lnTo>
                <a:lnTo>
                  <a:pt x="69227" y="12941"/>
                </a:lnTo>
                <a:lnTo>
                  <a:pt x="69278" y="13106"/>
                </a:lnTo>
                <a:lnTo>
                  <a:pt x="69253" y="13347"/>
                </a:lnTo>
                <a:lnTo>
                  <a:pt x="69418" y="13347"/>
                </a:lnTo>
                <a:lnTo>
                  <a:pt x="69697" y="13474"/>
                </a:lnTo>
                <a:close/>
              </a:path>
              <a:path w="96519" h="24765">
                <a:moveTo>
                  <a:pt x="69989" y="12458"/>
                </a:moveTo>
                <a:lnTo>
                  <a:pt x="69646" y="12052"/>
                </a:lnTo>
                <a:lnTo>
                  <a:pt x="69443" y="12280"/>
                </a:lnTo>
                <a:lnTo>
                  <a:pt x="69545" y="12496"/>
                </a:lnTo>
                <a:lnTo>
                  <a:pt x="69748" y="12623"/>
                </a:lnTo>
                <a:lnTo>
                  <a:pt x="69989" y="12712"/>
                </a:lnTo>
                <a:lnTo>
                  <a:pt x="69989" y="12458"/>
                </a:lnTo>
                <a:close/>
              </a:path>
              <a:path w="96519" h="24765">
                <a:moveTo>
                  <a:pt x="71691" y="16319"/>
                </a:moveTo>
                <a:lnTo>
                  <a:pt x="71386" y="16294"/>
                </a:lnTo>
                <a:lnTo>
                  <a:pt x="71501" y="16649"/>
                </a:lnTo>
                <a:lnTo>
                  <a:pt x="71069" y="16891"/>
                </a:lnTo>
                <a:lnTo>
                  <a:pt x="71323" y="17081"/>
                </a:lnTo>
                <a:lnTo>
                  <a:pt x="71475" y="16852"/>
                </a:lnTo>
                <a:lnTo>
                  <a:pt x="71475" y="16497"/>
                </a:lnTo>
                <a:lnTo>
                  <a:pt x="71691" y="16332"/>
                </a:lnTo>
                <a:close/>
              </a:path>
              <a:path w="96519" h="24765">
                <a:moveTo>
                  <a:pt x="73875" y="14135"/>
                </a:moveTo>
                <a:lnTo>
                  <a:pt x="73723" y="14046"/>
                </a:lnTo>
                <a:lnTo>
                  <a:pt x="73520" y="13423"/>
                </a:lnTo>
                <a:lnTo>
                  <a:pt x="73317" y="13792"/>
                </a:lnTo>
                <a:lnTo>
                  <a:pt x="73444" y="13919"/>
                </a:lnTo>
                <a:lnTo>
                  <a:pt x="73748" y="14401"/>
                </a:lnTo>
                <a:lnTo>
                  <a:pt x="73875" y="14135"/>
                </a:lnTo>
                <a:close/>
              </a:path>
              <a:path w="96519" h="24765">
                <a:moveTo>
                  <a:pt x="74676" y="16979"/>
                </a:moveTo>
                <a:lnTo>
                  <a:pt x="74549" y="16433"/>
                </a:lnTo>
                <a:lnTo>
                  <a:pt x="74409" y="15659"/>
                </a:lnTo>
                <a:lnTo>
                  <a:pt x="73875" y="15735"/>
                </a:lnTo>
                <a:lnTo>
                  <a:pt x="74320" y="15951"/>
                </a:lnTo>
                <a:lnTo>
                  <a:pt x="74256" y="16725"/>
                </a:lnTo>
                <a:lnTo>
                  <a:pt x="74676" y="16979"/>
                </a:lnTo>
                <a:close/>
              </a:path>
              <a:path w="96519" h="24765">
                <a:moveTo>
                  <a:pt x="75399" y="19977"/>
                </a:moveTo>
                <a:lnTo>
                  <a:pt x="75336" y="19735"/>
                </a:lnTo>
                <a:lnTo>
                  <a:pt x="75247" y="19507"/>
                </a:lnTo>
                <a:lnTo>
                  <a:pt x="74968" y="19456"/>
                </a:lnTo>
                <a:lnTo>
                  <a:pt x="74942" y="19583"/>
                </a:lnTo>
                <a:lnTo>
                  <a:pt x="74841" y="19837"/>
                </a:lnTo>
                <a:lnTo>
                  <a:pt x="75082" y="19951"/>
                </a:lnTo>
                <a:lnTo>
                  <a:pt x="75399" y="19977"/>
                </a:lnTo>
                <a:close/>
              </a:path>
              <a:path w="96519" h="24765">
                <a:moveTo>
                  <a:pt x="79908" y="13792"/>
                </a:moveTo>
                <a:lnTo>
                  <a:pt x="79743" y="13576"/>
                </a:lnTo>
                <a:lnTo>
                  <a:pt x="79679" y="13258"/>
                </a:lnTo>
                <a:lnTo>
                  <a:pt x="79336" y="13233"/>
                </a:lnTo>
                <a:lnTo>
                  <a:pt x="79438" y="13487"/>
                </a:lnTo>
                <a:lnTo>
                  <a:pt x="79552" y="13779"/>
                </a:lnTo>
                <a:lnTo>
                  <a:pt x="79679" y="14020"/>
                </a:lnTo>
                <a:lnTo>
                  <a:pt x="79781" y="13792"/>
                </a:lnTo>
                <a:lnTo>
                  <a:pt x="79908" y="13792"/>
                </a:lnTo>
                <a:close/>
              </a:path>
              <a:path w="96519" h="24765">
                <a:moveTo>
                  <a:pt x="80238" y="18834"/>
                </a:moveTo>
                <a:lnTo>
                  <a:pt x="79857" y="18669"/>
                </a:lnTo>
                <a:lnTo>
                  <a:pt x="79743" y="18808"/>
                </a:lnTo>
                <a:lnTo>
                  <a:pt x="79590" y="18859"/>
                </a:lnTo>
                <a:lnTo>
                  <a:pt x="79540" y="19050"/>
                </a:lnTo>
                <a:lnTo>
                  <a:pt x="79806" y="19062"/>
                </a:lnTo>
                <a:lnTo>
                  <a:pt x="80238" y="18834"/>
                </a:lnTo>
                <a:close/>
              </a:path>
              <a:path w="96519" h="24765">
                <a:moveTo>
                  <a:pt x="82118" y="19469"/>
                </a:moveTo>
                <a:lnTo>
                  <a:pt x="81826" y="19240"/>
                </a:lnTo>
                <a:lnTo>
                  <a:pt x="81521" y="19316"/>
                </a:lnTo>
                <a:lnTo>
                  <a:pt x="81610" y="19583"/>
                </a:lnTo>
                <a:lnTo>
                  <a:pt x="81800" y="19761"/>
                </a:lnTo>
                <a:lnTo>
                  <a:pt x="81965" y="19939"/>
                </a:lnTo>
                <a:lnTo>
                  <a:pt x="81851" y="19634"/>
                </a:lnTo>
                <a:lnTo>
                  <a:pt x="82118" y="19469"/>
                </a:lnTo>
                <a:close/>
              </a:path>
              <a:path w="96519" h="24765">
                <a:moveTo>
                  <a:pt x="82689" y="20281"/>
                </a:moveTo>
                <a:lnTo>
                  <a:pt x="82308" y="20256"/>
                </a:lnTo>
                <a:lnTo>
                  <a:pt x="82296" y="20574"/>
                </a:lnTo>
                <a:lnTo>
                  <a:pt x="82118" y="20662"/>
                </a:lnTo>
                <a:lnTo>
                  <a:pt x="82346" y="20840"/>
                </a:lnTo>
                <a:lnTo>
                  <a:pt x="82588" y="20586"/>
                </a:lnTo>
                <a:lnTo>
                  <a:pt x="82689" y="20281"/>
                </a:lnTo>
                <a:close/>
              </a:path>
              <a:path w="96519" h="24765">
                <a:moveTo>
                  <a:pt x="83146" y="12026"/>
                </a:moveTo>
                <a:lnTo>
                  <a:pt x="82804" y="12026"/>
                </a:lnTo>
                <a:lnTo>
                  <a:pt x="82842" y="12801"/>
                </a:lnTo>
                <a:lnTo>
                  <a:pt x="83146" y="12026"/>
                </a:lnTo>
                <a:close/>
              </a:path>
              <a:path w="96519" h="24765">
                <a:moveTo>
                  <a:pt x="84201" y="21069"/>
                </a:moveTo>
                <a:lnTo>
                  <a:pt x="83629" y="20650"/>
                </a:lnTo>
                <a:lnTo>
                  <a:pt x="83388" y="21056"/>
                </a:lnTo>
                <a:lnTo>
                  <a:pt x="83756" y="21196"/>
                </a:lnTo>
                <a:lnTo>
                  <a:pt x="83578" y="21551"/>
                </a:lnTo>
                <a:lnTo>
                  <a:pt x="83997" y="21780"/>
                </a:lnTo>
                <a:lnTo>
                  <a:pt x="84201" y="21069"/>
                </a:lnTo>
                <a:close/>
              </a:path>
              <a:path w="96519" h="24765">
                <a:moveTo>
                  <a:pt x="84620" y="12801"/>
                </a:moveTo>
                <a:lnTo>
                  <a:pt x="84061" y="12801"/>
                </a:lnTo>
                <a:lnTo>
                  <a:pt x="84137" y="13169"/>
                </a:lnTo>
                <a:lnTo>
                  <a:pt x="84582" y="13169"/>
                </a:lnTo>
                <a:lnTo>
                  <a:pt x="84620" y="12801"/>
                </a:lnTo>
                <a:close/>
              </a:path>
              <a:path w="96519" h="24765">
                <a:moveTo>
                  <a:pt x="84645" y="14363"/>
                </a:moveTo>
                <a:lnTo>
                  <a:pt x="84353" y="13855"/>
                </a:lnTo>
                <a:lnTo>
                  <a:pt x="84239" y="13665"/>
                </a:lnTo>
                <a:lnTo>
                  <a:pt x="84645" y="14363"/>
                </a:lnTo>
                <a:close/>
              </a:path>
              <a:path w="96519" h="24765">
                <a:moveTo>
                  <a:pt x="85483" y="13792"/>
                </a:moveTo>
                <a:lnTo>
                  <a:pt x="85344" y="13538"/>
                </a:lnTo>
                <a:lnTo>
                  <a:pt x="84429" y="13601"/>
                </a:lnTo>
                <a:lnTo>
                  <a:pt x="84709" y="13906"/>
                </a:lnTo>
                <a:lnTo>
                  <a:pt x="84836" y="13627"/>
                </a:lnTo>
                <a:lnTo>
                  <a:pt x="85013" y="14236"/>
                </a:lnTo>
                <a:lnTo>
                  <a:pt x="85280" y="14236"/>
                </a:lnTo>
                <a:lnTo>
                  <a:pt x="85026" y="13741"/>
                </a:lnTo>
                <a:lnTo>
                  <a:pt x="85331" y="13868"/>
                </a:lnTo>
                <a:lnTo>
                  <a:pt x="85483" y="13792"/>
                </a:lnTo>
                <a:close/>
              </a:path>
              <a:path w="96519" h="24765">
                <a:moveTo>
                  <a:pt x="86855" y="17995"/>
                </a:moveTo>
                <a:lnTo>
                  <a:pt x="86715" y="17665"/>
                </a:lnTo>
                <a:lnTo>
                  <a:pt x="86423" y="16916"/>
                </a:lnTo>
                <a:lnTo>
                  <a:pt x="85940" y="17310"/>
                </a:lnTo>
                <a:lnTo>
                  <a:pt x="86448" y="17272"/>
                </a:lnTo>
                <a:lnTo>
                  <a:pt x="86512" y="18249"/>
                </a:lnTo>
                <a:lnTo>
                  <a:pt x="86855" y="17995"/>
                </a:lnTo>
                <a:close/>
              </a:path>
              <a:path w="96519" h="24765">
                <a:moveTo>
                  <a:pt x="88328" y="14706"/>
                </a:moveTo>
                <a:lnTo>
                  <a:pt x="86487" y="14490"/>
                </a:lnTo>
                <a:lnTo>
                  <a:pt x="87325" y="15468"/>
                </a:lnTo>
                <a:lnTo>
                  <a:pt x="88277" y="15468"/>
                </a:lnTo>
                <a:lnTo>
                  <a:pt x="88328" y="14706"/>
                </a:lnTo>
                <a:close/>
              </a:path>
              <a:path w="96519" h="24765">
                <a:moveTo>
                  <a:pt x="89801" y="9347"/>
                </a:moveTo>
                <a:lnTo>
                  <a:pt x="89585" y="9182"/>
                </a:lnTo>
                <a:lnTo>
                  <a:pt x="89230" y="8788"/>
                </a:lnTo>
                <a:lnTo>
                  <a:pt x="89128" y="9347"/>
                </a:lnTo>
                <a:lnTo>
                  <a:pt x="89357" y="9372"/>
                </a:lnTo>
                <a:lnTo>
                  <a:pt x="89357" y="9207"/>
                </a:lnTo>
                <a:lnTo>
                  <a:pt x="89585" y="9347"/>
                </a:lnTo>
                <a:lnTo>
                  <a:pt x="89357" y="9474"/>
                </a:lnTo>
                <a:lnTo>
                  <a:pt x="89687" y="9601"/>
                </a:lnTo>
                <a:lnTo>
                  <a:pt x="89801" y="9347"/>
                </a:lnTo>
                <a:close/>
              </a:path>
              <a:path w="96519" h="24765">
                <a:moveTo>
                  <a:pt x="92875" y="17449"/>
                </a:moveTo>
                <a:lnTo>
                  <a:pt x="90944" y="17106"/>
                </a:lnTo>
                <a:lnTo>
                  <a:pt x="91059" y="17449"/>
                </a:lnTo>
                <a:lnTo>
                  <a:pt x="91109" y="17614"/>
                </a:lnTo>
                <a:lnTo>
                  <a:pt x="91973" y="18592"/>
                </a:lnTo>
                <a:lnTo>
                  <a:pt x="91681" y="18592"/>
                </a:lnTo>
                <a:lnTo>
                  <a:pt x="91719" y="18821"/>
                </a:lnTo>
                <a:lnTo>
                  <a:pt x="91821" y="19367"/>
                </a:lnTo>
                <a:lnTo>
                  <a:pt x="92240" y="19367"/>
                </a:lnTo>
                <a:lnTo>
                  <a:pt x="92049" y="18821"/>
                </a:lnTo>
                <a:lnTo>
                  <a:pt x="92760" y="18592"/>
                </a:lnTo>
                <a:lnTo>
                  <a:pt x="92875" y="17449"/>
                </a:lnTo>
                <a:close/>
              </a:path>
              <a:path w="96519" h="24765">
                <a:moveTo>
                  <a:pt x="93802" y="24269"/>
                </a:moveTo>
                <a:lnTo>
                  <a:pt x="93776" y="23914"/>
                </a:lnTo>
                <a:lnTo>
                  <a:pt x="93370" y="23736"/>
                </a:lnTo>
                <a:lnTo>
                  <a:pt x="93103" y="23698"/>
                </a:lnTo>
                <a:lnTo>
                  <a:pt x="93052" y="24053"/>
                </a:lnTo>
                <a:lnTo>
                  <a:pt x="93408" y="24003"/>
                </a:lnTo>
                <a:lnTo>
                  <a:pt x="93446" y="24257"/>
                </a:lnTo>
                <a:lnTo>
                  <a:pt x="93218" y="24371"/>
                </a:lnTo>
                <a:lnTo>
                  <a:pt x="93484" y="24295"/>
                </a:lnTo>
                <a:lnTo>
                  <a:pt x="93802" y="24269"/>
                </a:lnTo>
                <a:close/>
              </a:path>
              <a:path w="96519" h="24765">
                <a:moveTo>
                  <a:pt x="96215" y="20802"/>
                </a:moveTo>
                <a:lnTo>
                  <a:pt x="95592" y="20332"/>
                </a:lnTo>
                <a:lnTo>
                  <a:pt x="95719" y="20040"/>
                </a:lnTo>
                <a:lnTo>
                  <a:pt x="95262" y="20408"/>
                </a:lnTo>
                <a:lnTo>
                  <a:pt x="95504" y="20281"/>
                </a:lnTo>
                <a:lnTo>
                  <a:pt x="95275" y="20612"/>
                </a:lnTo>
                <a:lnTo>
                  <a:pt x="95567" y="20586"/>
                </a:lnTo>
                <a:lnTo>
                  <a:pt x="95821" y="21196"/>
                </a:lnTo>
                <a:lnTo>
                  <a:pt x="95948" y="20955"/>
                </a:lnTo>
                <a:lnTo>
                  <a:pt x="96215" y="20802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bg object 186"/>
          <p:cNvSpPr/>
          <p:nvPr/>
        </p:nvSpPr>
        <p:spPr>
          <a:xfrm>
            <a:off x="1947367" y="854849"/>
            <a:ext cx="81915" cy="39370"/>
          </a:xfrm>
          <a:custGeom>
            <a:avLst/>
            <a:gdLst/>
            <a:ahLst/>
            <a:cxnLst/>
            <a:rect l="l" t="t" r="r" b="b"/>
            <a:pathLst>
              <a:path w="81914" h="39369">
                <a:moveTo>
                  <a:pt x="571" y="29718"/>
                </a:moveTo>
                <a:lnTo>
                  <a:pt x="533" y="29019"/>
                </a:lnTo>
                <a:lnTo>
                  <a:pt x="152" y="29235"/>
                </a:lnTo>
                <a:lnTo>
                  <a:pt x="25" y="29438"/>
                </a:lnTo>
                <a:lnTo>
                  <a:pt x="0" y="29743"/>
                </a:lnTo>
                <a:lnTo>
                  <a:pt x="266" y="29616"/>
                </a:lnTo>
                <a:lnTo>
                  <a:pt x="457" y="29984"/>
                </a:lnTo>
                <a:lnTo>
                  <a:pt x="495" y="29768"/>
                </a:lnTo>
                <a:close/>
              </a:path>
              <a:path w="81914" h="39369">
                <a:moveTo>
                  <a:pt x="1028" y="24587"/>
                </a:moveTo>
                <a:lnTo>
                  <a:pt x="749" y="24371"/>
                </a:lnTo>
                <a:lnTo>
                  <a:pt x="685" y="24168"/>
                </a:lnTo>
                <a:lnTo>
                  <a:pt x="609" y="24371"/>
                </a:lnTo>
                <a:lnTo>
                  <a:pt x="457" y="24485"/>
                </a:lnTo>
                <a:lnTo>
                  <a:pt x="355" y="24625"/>
                </a:lnTo>
                <a:lnTo>
                  <a:pt x="698" y="24523"/>
                </a:lnTo>
                <a:lnTo>
                  <a:pt x="800" y="24777"/>
                </a:lnTo>
                <a:lnTo>
                  <a:pt x="1028" y="24587"/>
                </a:lnTo>
                <a:close/>
              </a:path>
              <a:path w="81914" h="39369">
                <a:moveTo>
                  <a:pt x="1409" y="30251"/>
                </a:moveTo>
                <a:lnTo>
                  <a:pt x="1117" y="30226"/>
                </a:lnTo>
                <a:lnTo>
                  <a:pt x="977" y="30391"/>
                </a:lnTo>
                <a:lnTo>
                  <a:pt x="901" y="30594"/>
                </a:lnTo>
                <a:lnTo>
                  <a:pt x="1130" y="30556"/>
                </a:lnTo>
                <a:lnTo>
                  <a:pt x="1346" y="30492"/>
                </a:lnTo>
                <a:lnTo>
                  <a:pt x="1409" y="30251"/>
                </a:lnTo>
                <a:close/>
              </a:path>
              <a:path w="81914" h="39369">
                <a:moveTo>
                  <a:pt x="1752" y="29565"/>
                </a:moveTo>
                <a:lnTo>
                  <a:pt x="1435" y="29603"/>
                </a:lnTo>
                <a:lnTo>
                  <a:pt x="1244" y="29768"/>
                </a:lnTo>
                <a:lnTo>
                  <a:pt x="1143" y="30022"/>
                </a:lnTo>
                <a:lnTo>
                  <a:pt x="1409" y="30162"/>
                </a:lnTo>
                <a:lnTo>
                  <a:pt x="1320" y="29845"/>
                </a:lnTo>
                <a:lnTo>
                  <a:pt x="1587" y="29933"/>
                </a:lnTo>
                <a:lnTo>
                  <a:pt x="1638" y="29794"/>
                </a:lnTo>
                <a:lnTo>
                  <a:pt x="1562" y="29667"/>
                </a:lnTo>
                <a:lnTo>
                  <a:pt x="1752" y="29565"/>
                </a:lnTo>
                <a:close/>
              </a:path>
              <a:path w="81914" h="39369">
                <a:moveTo>
                  <a:pt x="2273" y="22136"/>
                </a:moveTo>
                <a:lnTo>
                  <a:pt x="2247" y="21932"/>
                </a:lnTo>
                <a:lnTo>
                  <a:pt x="1993" y="21983"/>
                </a:lnTo>
                <a:lnTo>
                  <a:pt x="2273" y="22136"/>
                </a:lnTo>
                <a:close/>
              </a:path>
              <a:path w="81914" h="39369">
                <a:moveTo>
                  <a:pt x="2501" y="21780"/>
                </a:moveTo>
                <a:lnTo>
                  <a:pt x="2336" y="21615"/>
                </a:lnTo>
                <a:lnTo>
                  <a:pt x="2133" y="21628"/>
                </a:lnTo>
                <a:lnTo>
                  <a:pt x="2247" y="21932"/>
                </a:lnTo>
                <a:lnTo>
                  <a:pt x="2489" y="21958"/>
                </a:lnTo>
                <a:lnTo>
                  <a:pt x="2501" y="21780"/>
                </a:lnTo>
                <a:close/>
              </a:path>
              <a:path w="81914" h="39369">
                <a:moveTo>
                  <a:pt x="3454" y="29743"/>
                </a:moveTo>
                <a:lnTo>
                  <a:pt x="3086" y="29603"/>
                </a:lnTo>
                <a:lnTo>
                  <a:pt x="3022" y="29845"/>
                </a:lnTo>
                <a:lnTo>
                  <a:pt x="2870" y="29972"/>
                </a:lnTo>
                <a:lnTo>
                  <a:pt x="3022" y="30594"/>
                </a:lnTo>
                <a:lnTo>
                  <a:pt x="3213" y="30302"/>
                </a:lnTo>
                <a:lnTo>
                  <a:pt x="3175" y="30149"/>
                </a:lnTo>
                <a:lnTo>
                  <a:pt x="3302" y="29959"/>
                </a:lnTo>
                <a:lnTo>
                  <a:pt x="3454" y="29743"/>
                </a:lnTo>
                <a:close/>
              </a:path>
              <a:path w="81914" h="39369">
                <a:moveTo>
                  <a:pt x="3733" y="21005"/>
                </a:moveTo>
                <a:lnTo>
                  <a:pt x="3556" y="20942"/>
                </a:lnTo>
                <a:lnTo>
                  <a:pt x="3543" y="21120"/>
                </a:lnTo>
                <a:lnTo>
                  <a:pt x="3403" y="21031"/>
                </a:lnTo>
                <a:lnTo>
                  <a:pt x="3060" y="20726"/>
                </a:lnTo>
                <a:lnTo>
                  <a:pt x="2984" y="20929"/>
                </a:lnTo>
                <a:lnTo>
                  <a:pt x="3213" y="21005"/>
                </a:lnTo>
                <a:lnTo>
                  <a:pt x="3238" y="21247"/>
                </a:lnTo>
                <a:lnTo>
                  <a:pt x="3530" y="21259"/>
                </a:lnTo>
                <a:lnTo>
                  <a:pt x="3733" y="21005"/>
                </a:lnTo>
                <a:close/>
              </a:path>
              <a:path w="81914" h="39369">
                <a:moveTo>
                  <a:pt x="3898" y="26339"/>
                </a:moveTo>
                <a:lnTo>
                  <a:pt x="3340" y="26682"/>
                </a:lnTo>
                <a:lnTo>
                  <a:pt x="3340" y="26873"/>
                </a:lnTo>
                <a:lnTo>
                  <a:pt x="3683" y="27305"/>
                </a:lnTo>
                <a:lnTo>
                  <a:pt x="3898" y="26339"/>
                </a:lnTo>
                <a:close/>
              </a:path>
              <a:path w="81914" h="39369">
                <a:moveTo>
                  <a:pt x="8826" y="16522"/>
                </a:moveTo>
                <a:lnTo>
                  <a:pt x="8509" y="16611"/>
                </a:lnTo>
                <a:lnTo>
                  <a:pt x="8432" y="16433"/>
                </a:lnTo>
                <a:lnTo>
                  <a:pt x="8255" y="16573"/>
                </a:lnTo>
                <a:lnTo>
                  <a:pt x="8623" y="16941"/>
                </a:lnTo>
                <a:lnTo>
                  <a:pt x="8432" y="16814"/>
                </a:lnTo>
                <a:lnTo>
                  <a:pt x="8775" y="17208"/>
                </a:lnTo>
                <a:lnTo>
                  <a:pt x="8775" y="16967"/>
                </a:lnTo>
                <a:lnTo>
                  <a:pt x="8699" y="16776"/>
                </a:lnTo>
                <a:lnTo>
                  <a:pt x="8636" y="16598"/>
                </a:lnTo>
                <a:lnTo>
                  <a:pt x="8826" y="16522"/>
                </a:lnTo>
                <a:close/>
              </a:path>
              <a:path w="81914" h="39369">
                <a:moveTo>
                  <a:pt x="10769" y="19748"/>
                </a:moveTo>
                <a:lnTo>
                  <a:pt x="10515" y="19773"/>
                </a:lnTo>
                <a:lnTo>
                  <a:pt x="10274" y="19786"/>
                </a:lnTo>
                <a:lnTo>
                  <a:pt x="10261" y="20091"/>
                </a:lnTo>
                <a:lnTo>
                  <a:pt x="10528" y="20091"/>
                </a:lnTo>
                <a:lnTo>
                  <a:pt x="10629" y="19900"/>
                </a:lnTo>
                <a:lnTo>
                  <a:pt x="10769" y="19748"/>
                </a:lnTo>
                <a:close/>
              </a:path>
              <a:path w="81914" h="39369">
                <a:moveTo>
                  <a:pt x="11087" y="16446"/>
                </a:moveTo>
                <a:lnTo>
                  <a:pt x="10960" y="16217"/>
                </a:lnTo>
                <a:lnTo>
                  <a:pt x="10680" y="16192"/>
                </a:lnTo>
                <a:lnTo>
                  <a:pt x="10604" y="16408"/>
                </a:lnTo>
                <a:lnTo>
                  <a:pt x="10782" y="16852"/>
                </a:lnTo>
                <a:lnTo>
                  <a:pt x="10934" y="16598"/>
                </a:lnTo>
                <a:lnTo>
                  <a:pt x="10693" y="16560"/>
                </a:lnTo>
                <a:lnTo>
                  <a:pt x="11087" y="16446"/>
                </a:lnTo>
                <a:close/>
              </a:path>
              <a:path w="81914" h="39369">
                <a:moveTo>
                  <a:pt x="11645" y="14770"/>
                </a:moveTo>
                <a:lnTo>
                  <a:pt x="11214" y="14541"/>
                </a:lnTo>
                <a:lnTo>
                  <a:pt x="11099" y="14744"/>
                </a:lnTo>
                <a:lnTo>
                  <a:pt x="10833" y="14630"/>
                </a:lnTo>
                <a:lnTo>
                  <a:pt x="10782" y="14871"/>
                </a:lnTo>
                <a:lnTo>
                  <a:pt x="10617" y="14909"/>
                </a:lnTo>
                <a:lnTo>
                  <a:pt x="10883" y="15024"/>
                </a:lnTo>
                <a:lnTo>
                  <a:pt x="10985" y="14820"/>
                </a:lnTo>
                <a:lnTo>
                  <a:pt x="11645" y="14770"/>
                </a:lnTo>
                <a:close/>
              </a:path>
              <a:path w="81914" h="39369">
                <a:moveTo>
                  <a:pt x="14147" y="22555"/>
                </a:moveTo>
                <a:lnTo>
                  <a:pt x="13703" y="22440"/>
                </a:lnTo>
                <a:lnTo>
                  <a:pt x="13690" y="22745"/>
                </a:lnTo>
                <a:lnTo>
                  <a:pt x="13462" y="22796"/>
                </a:lnTo>
                <a:lnTo>
                  <a:pt x="13360" y="22999"/>
                </a:lnTo>
                <a:lnTo>
                  <a:pt x="13601" y="23050"/>
                </a:lnTo>
                <a:lnTo>
                  <a:pt x="14147" y="22555"/>
                </a:lnTo>
                <a:close/>
              </a:path>
              <a:path w="81914" h="39369">
                <a:moveTo>
                  <a:pt x="15646" y="20129"/>
                </a:moveTo>
                <a:lnTo>
                  <a:pt x="15494" y="19723"/>
                </a:lnTo>
                <a:lnTo>
                  <a:pt x="14897" y="19761"/>
                </a:lnTo>
                <a:lnTo>
                  <a:pt x="14541" y="19583"/>
                </a:lnTo>
                <a:lnTo>
                  <a:pt x="14274" y="20116"/>
                </a:lnTo>
                <a:lnTo>
                  <a:pt x="14960" y="19913"/>
                </a:lnTo>
                <a:lnTo>
                  <a:pt x="14376" y="20345"/>
                </a:lnTo>
                <a:lnTo>
                  <a:pt x="14541" y="20535"/>
                </a:lnTo>
                <a:lnTo>
                  <a:pt x="14782" y="20332"/>
                </a:lnTo>
                <a:lnTo>
                  <a:pt x="14897" y="20002"/>
                </a:lnTo>
                <a:lnTo>
                  <a:pt x="15176" y="19900"/>
                </a:lnTo>
                <a:lnTo>
                  <a:pt x="15138" y="20281"/>
                </a:lnTo>
                <a:lnTo>
                  <a:pt x="15417" y="20129"/>
                </a:lnTo>
                <a:lnTo>
                  <a:pt x="15646" y="20129"/>
                </a:lnTo>
                <a:close/>
              </a:path>
              <a:path w="81914" h="39369">
                <a:moveTo>
                  <a:pt x="16281" y="19215"/>
                </a:moveTo>
                <a:lnTo>
                  <a:pt x="16065" y="19126"/>
                </a:lnTo>
                <a:lnTo>
                  <a:pt x="16103" y="18821"/>
                </a:lnTo>
                <a:lnTo>
                  <a:pt x="15836" y="18783"/>
                </a:lnTo>
                <a:lnTo>
                  <a:pt x="15824" y="19024"/>
                </a:lnTo>
                <a:lnTo>
                  <a:pt x="16129" y="19443"/>
                </a:lnTo>
                <a:lnTo>
                  <a:pt x="16281" y="19215"/>
                </a:lnTo>
                <a:close/>
              </a:path>
              <a:path w="81914" h="39369">
                <a:moveTo>
                  <a:pt x="16586" y="21323"/>
                </a:moveTo>
                <a:lnTo>
                  <a:pt x="16205" y="21285"/>
                </a:lnTo>
                <a:lnTo>
                  <a:pt x="16129" y="21526"/>
                </a:lnTo>
                <a:lnTo>
                  <a:pt x="16103" y="21805"/>
                </a:lnTo>
                <a:lnTo>
                  <a:pt x="15951" y="22136"/>
                </a:lnTo>
                <a:lnTo>
                  <a:pt x="16332" y="22072"/>
                </a:lnTo>
                <a:lnTo>
                  <a:pt x="16395" y="21615"/>
                </a:lnTo>
                <a:lnTo>
                  <a:pt x="16586" y="21323"/>
                </a:lnTo>
                <a:close/>
              </a:path>
              <a:path w="81914" h="39369">
                <a:moveTo>
                  <a:pt x="17297" y="20866"/>
                </a:moveTo>
                <a:lnTo>
                  <a:pt x="17068" y="20828"/>
                </a:lnTo>
                <a:lnTo>
                  <a:pt x="16992" y="21005"/>
                </a:lnTo>
                <a:lnTo>
                  <a:pt x="16802" y="21031"/>
                </a:lnTo>
                <a:lnTo>
                  <a:pt x="16827" y="21386"/>
                </a:lnTo>
                <a:lnTo>
                  <a:pt x="16967" y="21640"/>
                </a:lnTo>
                <a:lnTo>
                  <a:pt x="17119" y="21932"/>
                </a:lnTo>
                <a:lnTo>
                  <a:pt x="17233" y="21424"/>
                </a:lnTo>
                <a:lnTo>
                  <a:pt x="16992" y="21056"/>
                </a:lnTo>
                <a:lnTo>
                  <a:pt x="17297" y="20866"/>
                </a:lnTo>
                <a:close/>
              </a:path>
              <a:path w="81914" h="39369">
                <a:moveTo>
                  <a:pt x="17640" y="31203"/>
                </a:moveTo>
                <a:lnTo>
                  <a:pt x="17386" y="31216"/>
                </a:lnTo>
                <a:lnTo>
                  <a:pt x="17335" y="31457"/>
                </a:lnTo>
                <a:lnTo>
                  <a:pt x="17310" y="31724"/>
                </a:lnTo>
                <a:lnTo>
                  <a:pt x="17640" y="31623"/>
                </a:lnTo>
                <a:lnTo>
                  <a:pt x="17614" y="31432"/>
                </a:lnTo>
                <a:lnTo>
                  <a:pt x="17640" y="31203"/>
                </a:lnTo>
                <a:close/>
              </a:path>
              <a:path w="81914" h="39369">
                <a:moveTo>
                  <a:pt x="18542" y="16471"/>
                </a:moveTo>
                <a:lnTo>
                  <a:pt x="18465" y="16332"/>
                </a:lnTo>
                <a:lnTo>
                  <a:pt x="18072" y="16306"/>
                </a:lnTo>
                <a:lnTo>
                  <a:pt x="18008" y="16510"/>
                </a:lnTo>
                <a:lnTo>
                  <a:pt x="18199" y="16522"/>
                </a:lnTo>
                <a:lnTo>
                  <a:pt x="18135" y="16814"/>
                </a:lnTo>
                <a:lnTo>
                  <a:pt x="18491" y="16954"/>
                </a:lnTo>
                <a:lnTo>
                  <a:pt x="18542" y="16471"/>
                </a:lnTo>
                <a:close/>
              </a:path>
              <a:path w="81914" h="39369">
                <a:moveTo>
                  <a:pt x="18732" y="24091"/>
                </a:moveTo>
                <a:lnTo>
                  <a:pt x="18630" y="23952"/>
                </a:lnTo>
                <a:lnTo>
                  <a:pt x="18694" y="23634"/>
                </a:lnTo>
                <a:lnTo>
                  <a:pt x="18542" y="23609"/>
                </a:lnTo>
                <a:lnTo>
                  <a:pt x="18288" y="23228"/>
                </a:lnTo>
                <a:lnTo>
                  <a:pt x="18135" y="23495"/>
                </a:lnTo>
                <a:lnTo>
                  <a:pt x="18478" y="23634"/>
                </a:lnTo>
                <a:lnTo>
                  <a:pt x="18478" y="24091"/>
                </a:lnTo>
                <a:lnTo>
                  <a:pt x="18732" y="24333"/>
                </a:lnTo>
                <a:lnTo>
                  <a:pt x="18732" y="24091"/>
                </a:lnTo>
                <a:close/>
              </a:path>
              <a:path w="81914" h="39369">
                <a:moveTo>
                  <a:pt x="19088" y="21132"/>
                </a:moveTo>
                <a:lnTo>
                  <a:pt x="18542" y="21094"/>
                </a:lnTo>
                <a:lnTo>
                  <a:pt x="18643" y="21310"/>
                </a:lnTo>
                <a:lnTo>
                  <a:pt x="18656" y="21793"/>
                </a:lnTo>
                <a:lnTo>
                  <a:pt x="18973" y="21755"/>
                </a:lnTo>
                <a:lnTo>
                  <a:pt x="19037" y="21450"/>
                </a:lnTo>
                <a:lnTo>
                  <a:pt x="19088" y="21132"/>
                </a:lnTo>
                <a:close/>
              </a:path>
              <a:path w="81914" h="39369">
                <a:moveTo>
                  <a:pt x="19913" y="33782"/>
                </a:moveTo>
                <a:lnTo>
                  <a:pt x="19862" y="33388"/>
                </a:lnTo>
                <a:lnTo>
                  <a:pt x="19507" y="33350"/>
                </a:lnTo>
                <a:lnTo>
                  <a:pt x="19481" y="33642"/>
                </a:lnTo>
                <a:lnTo>
                  <a:pt x="19354" y="33604"/>
                </a:lnTo>
                <a:lnTo>
                  <a:pt x="19291" y="33477"/>
                </a:lnTo>
                <a:lnTo>
                  <a:pt x="19278" y="33731"/>
                </a:lnTo>
                <a:lnTo>
                  <a:pt x="19608" y="33756"/>
                </a:lnTo>
                <a:lnTo>
                  <a:pt x="19913" y="33782"/>
                </a:lnTo>
                <a:close/>
              </a:path>
              <a:path w="81914" h="39369">
                <a:moveTo>
                  <a:pt x="20091" y="20815"/>
                </a:moveTo>
                <a:lnTo>
                  <a:pt x="20066" y="20510"/>
                </a:lnTo>
                <a:lnTo>
                  <a:pt x="19926" y="20294"/>
                </a:lnTo>
                <a:lnTo>
                  <a:pt x="19558" y="20281"/>
                </a:lnTo>
                <a:lnTo>
                  <a:pt x="19596" y="20586"/>
                </a:lnTo>
                <a:lnTo>
                  <a:pt x="19748" y="20789"/>
                </a:lnTo>
                <a:lnTo>
                  <a:pt x="19875" y="21005"/>
                </a:lnTo>
                <a:lnTo>
                  <a:pt x="20091" y="20815"/>
                </a:lnTo>
                <a:close/>
              </a:path>
              <a:path w="81914" h="39369">
                <a:moveTo>
                  <a:pt x="20205" y="22948"/>
                </a:moveTo>
                <a:lnTo>
                  <a:pt x="19824" y="22948"/>
                </a:lnTo>
                <a:lnTo>
                  <a:pt x="19926" y="23202"/>
                </a:lnTo>
                <a:lnTo>
                  <a:pt x="19850" y="23609"/>
                </a:lnTo>
                <a:lnTo>
                  <a:pt x="20142" y="23685"/>
                </a:lnTo>
                <a:lnTo>
                  <a:pt x="20027" y="23444"/>
                </a:lnTo>
                <a:lnTo>
                  <a:pt x="20205" y="22948"/>
                </a:lnTo>
                <a:close/>
              </a:path>
              <a:path w="81914" h="39369">
                <a:moveTo>
                  <a:pt x="21818" y="5130"/>
                </a:moveTo>
                <a:lnTo>
                  <a:pt x="21590" y="5194"/>
                </a:lnTo>
                <a:lnTo>
                  <a:pt x="21158" y="5562"/>
                </a:lnTo>
                <a:lnTo>
                  <a:pt x="21285" y="5676"/>
                </a:lnTo>
                <a:lnTo>
                  <a:pt x="21412" y="5626"/>
                </a:lnTo>
                <a:lnTo>
                  <a:pt x="21590" y="5511"/>
                </a:lnTo>
                <a:lnTo>
                  <a:pt x="21818" y="5130"/>
                </a:lnTo>
                <a:close/>
              </a:path>
              <a:path w="81914" h="39369">
                <a:moveTo>
                  <a:pt x="26200" y="5715"/>
                </a:moveTo>
                <a:lnTo>
                  <a:pt x="25984" y="5676"/>
                </a:lnTo>
                <a:lnTo>
                  <a:pt x="26022" y="5435"/>
                </a:lnTo>
                <a:lnTo>
                  <a:pt x="25831" y="5397"/>
                </a:lnTo>
                <a:lnTo>
                  <a:pt x="25869" y="5537"/>
                </a:lnTo>
                <a:lnTo>
                  <a:pt x="25463" y="5588"/>
                </a:lnTo>
                <a:lnTo>
                  <a:pt x="25717" y="5676"/>
                </a:lnTo>
                <a:lnTo>
                  <a:pt x="25755" y="6083"/>
                </a:lnTo>
                <a:lnTo>
                  <a:pt x="25819" y="5918"/>
                </a:lnTo>
                <a:lnTo>
                  <a:pt x="25971" y="5702"/>
                </a:lnTo>
                <a:lnTo>
                  <a:pt x="26060" y="6096"/>
                </a:lnTo>
                <a:lnTo>
                  <a:pt x="26200" y="5715"/>
                </a:lnTo>
                <a:close/>
              </a:path>
              <a:path w="81914" h="39369">
                <a:moveTo>
                  <a:pt x="35674" y="1587"/>
                </a:moveTo>
                <a:lnTo>
                  <a:pt x="35521" y="1181"/>
                </a:lnTo>
                <a:lnTo>
                  <a:pt x="35306" y="1143"/>
                </a:lnTo>
                <a:lnTo>
                  <a:pt x="35153" y="1181"/>
                </a:lnTo>
                <a:lnTo>
                  <a:pt x="35115" y="1358"/>
                </a:lnTo>
                <a:lnTo>
                  <a:pt x="35458" y="1231"/>
                </a:lnTo>
                <a:lnTo>
                  <a:pt x="35483" y="1854"/>
                </a:lnTo>
                <a:lnTo>
                  <a:pt x="35674" y="1587"/>
                </a:lnTo>
                <a:close/>
              </a:path>
              <a:path w="81914" h="39369">
                <a:moveTo>
                  <a:pt x="41998" y="24358"/>
                </a:moveTo>
                <a:lnTo>
                  <a:pt x="41630" y="24320"/>
                </a:lnTo>
                <a:lnTo>
                  <a:pt x="41617" y="24777"/>
                </a:lnTo>
                <a:lnTo>
                  <a:pt x="41859" y="24917"/>
                </a:lnTo>
                <a:lnTo>
                  <a:pt x="41808" y="24612"/>
                </a:lnTo>
                <a:lnTo>
                  <a:pt x="41986" y="24574"/>
                </a:lnTo>
                <a:lnTo>
                  <a:pt x="41998" y="24358"/>
                </a:lnTo>
                <a:close/>
              </a:path>
              <a:path w="81914" h="39369">
                <a:moveTo>
                  <a:pt x="42722" y="18796"/>
                </a:moveTo>
                <a:lnTo>
                  <a:pt x="42672" y="18503"/>
                </a:lnTo>
                <a:lnTo>
                  <a:pt x="42392" y="18402"/>
                </a:lnTo>
                <a:lnTo>
                  <a:pt x="42468" y="18757"/>
                </a:lnTo>
                <a:lnTo>
                  <a:pt x="42278" y="18821"/>
                </a:lnTo>
                <a:lnTo>
                  <a:pt x="42532" y="18986"/>
                </a:lnTo>
                <a:lnTo>
                  <a:pt x="42519" y="18745"/>
                </a:lnTo>
                <a:lnTo>
                  <a:pt x="42722" y="18796"/>
                </a:lnTo>
                <a:close/>
              </a:path>
              <a:path w="81914" h="39369">
                <a:moveTo>
                  <a:pt x="42989" y="27940"/>
                </a:moveTo>
                <a:lnTo>
                  <a:pt x="42037" y="28232"/>
                </a:lnTo>
                <a:lnTo>
                  <a:pt x="42240" y="28295"/>
                </a:lnTo>
                <a:lnTo>
                  <a:pt x="42545" y="28244"/>
                </a:lnTo>
                <a:lnTo>
                  <a:pt x="42583" y="28435"/>
                </a:lnTo>
                <a:lnTo>
                  <a:pt x="42799" y="28448"/>
                </a:lnTo>
                <a:lnTo>
                  <a:pt x="42989" y="27940"/>
                </a:lnTo>
                <a:close/>
              </a:path>
              <a:path w="81914" h="39369">
                <a:moveTo>
                  <a:pt x="42989" y="1930"/>
                </a:moveTo>
                <a:lnTo>
                  <a:pt x="42875" y="1155"/>
                </a:lnTo>
                <a:lnTo>
                  <a:pt x="42570" y="1689"/>
                </a:lnTo>
                <a:lnTo>
                  <a:pt x="42887" y="1587"/>
                </a:lnTo>
                <a:lnTo>
                  <a:pt x="42710" y="2349"/>
                </a:lnTo>
                <a:lnTo>
                  <a:pt x="42938" y="2006"/>
                </a:lnTo>
                <a:close/>
              </a:path>
              <a:path w="81914" h="39369">
                <a:moveTo>
                  <a:pt x="43154" y="23177"/>
                </a:moveTo>
                <a:lnTo>
                  <a:pt x="42773" y="23152"/>
                </a:lnTo>
                <a:lnTo>
                  <a:pt x="42824" y="23317"/>
                </a:lnTo>
                <a:lnTo>
                  <a:pt x="42456" y="23507"/>
                </a:lnTo>
                <a:lnTo>
                  <a:pt x="42735" y="23634"/>
                </a:lnTo>
                <a:lnTo>
                  <a:pt x="42824" y="23393"/>
                </a:lnTo>
                <a:lnTo>
                  <a:pt x="43065" y="23380"/>
                </a:lnTo>
                <a:lnTo>
                  <a:pt x="43154" y="23177"/>
                </a:lnTo>
                <a:close/>
              </a:path>
              <a:path w="81914" h="39369">
                <a:moveTo>
                  <a:pt x="43637" y="28917"/>
                </a:moveTo>
                <a:lnTo>
                  <a:pt x="43459" y="28981"/>
                </a:lnTo>
                <a:lnTo>
                  <a:pt x="43256" y="28613"/>
                </a:lnTo>
                <a:lnTo>
                  <a:pt x="43141" y="28879"/>
                </a:lnTo>
                <a:lnTo>
                  <a:pt x="43395" y="28943"/>
                </a:lnTo>
                <a:lnTo>
                  <a:pt x="43332" y="29311"/>
                </a:lnTo>
                <a:lnTo>
                  <a:pt x="43586" y="29413"/>
                </a:lnTo>
                <a:lnTo>
                  <a:pt x="43637" y="28917"/>
                </a:lnTo>
                <a:close/>
              </a:path>
              <a:path w="81914" h="39369">
                <a:moveTo>
                  <a:pt x="43688" y="292"/>
                </a:moveTo>
                <a:close/>
              </a:path>
              <a:path w="81914" h="39369">
                <a:moveTo>
                  <a:pt x="43992" y="1587"/>
                </a:moveTo>
                <a:lnTo>
                  <a:pt x="43764" y="1181"/>
                </a:lnTo>
                <a:lnTo>
                  <a:pt x="43815" y="1549"/>
                </a:lnTo>
                <a:lnTo>
                  <a:pt x="43294" y="1765"/>
                </a:lnTo>
                <a:lnTo>
                  <a:pt x="43599" y="2057"/>
                </a:lnTo>
                <a:lnTo>
                  <a:pt x="43561" y="1701"/>
                </a:lnTo>
                <a:lnTo>
                  <a:pt x="43992" y="1587"/>
                </a:lnTo>
                <a:close/>
              </a:path>
              <a:path w="81914" h="39369">
                <a:moveTo>
                  <a:pt x="44145" y="393"/>
                </a:moveTo>
                <a:lnTo>
                  <a:pt x="44094" y="241"/>
                </a:lnTo>
                <a:lnTo>
                  <a:pt x="43967" y="127"/>
                </a:lnTo>
                <a:lnTo>
                  <a:pt x="43688" y="292"/>
                </a:lnTo>
                <a:lnTo>
                  <a:pt x="43815" y="482"/>
                </a:lnTo>
                <a:lnTo>
                  <a:pt x="44018" y="381"/>
                </a:lnTo>
                <a:lnTo>
                  <a:pt x="44119" y="622"/>
                </a:lnTo>
                <a:lnTo>
                  <a:pt x="44145" y="393"/>
                </a:lnTo>
                <a:close/>
              </a:path>
              <a:path w="81914" h="39369">
                <a:moveTo>
                  <a:pt x="44526" y="19177"/>
                </a:moveTo>
                <a:lnTo>
                  <a:pt x="44145" y="19227"/>
                </a:lnTo>
                <a:lnTo>
                  <a:pt x="44119" y="19519"/>
                </a:lnTo>
                <a:lnTo>
                  <a:pt x="44107" y="19812"/>
                </a:lnTo>
                <a:lnTo>
                  <a:pt x="44297" y="19926"/>
                </a:lnTo>
                <a:lnTo>
                  <a:pt x="44246" y="19710"/>
                </a:lnTo>
                <a:lnTo>
                  <a:pt x="44526" y="19177"/>
                </a:lnTo>
                <a:close/>
              </a:path>
              <a:path w="81914" h="39369">
                <a:moveTo>
                  <a:pt x="44729" y="22618"/>
                </a:moveTo>
                <a:lnTo>
                  <a:pt x="44577" y="22212"/>
                </a:lnTo>
                <a:lnTo>
                  <a:pt x="44373" y="22301"/>
                </a:lnTo>
                <a:lnTo>
                  <a:pt x="44348" y="22593"/>
                </a:lnTo>
                <a:lnTo>
                  <a:pt x="44602" y="22618"/>
                </a:lnTo>
                <a:lnTo>
                  <a:pt x="44551" y="22440"/>
                </a:lnTo>
                <a:lnTo>
                  <a:pt x="44729" y="22618"/>
                </a:lnTo>
                <a:close/>
              </a:path>
              <a:path w="81914" h="39369">
                <a:moveTo>
                  <a:pt x="48209" y="469"/>
                </a:moveTo>
                <a:lnTo>
                  <a:pt x="47929" y="0"/>
                </a:lnTo>
                <a:lnTo>
                  <a:pt x="47790" y="279"/>
                </a:lnTo>
                <a:lnTo>
                  <a:pt x="47777" y="635"/>
                </a:lnTo>
                <a:lnTo>
                  <a:pt x="47840" y="876"/>
                </a:lnTo>
                <a:lnTo>
                  <a:pt x="48044" y="977"/>
                </a:lnTo>
                <a:lnTo>
                  <a:pt x="47879" y="177"/>
                </a:lnTo>
                <a:lnTo>
                  <a:pt x="48209" y="469"/>
                </a:lnTo>
                <a:close/>
              </a:path>
              <a:path w="81914" h="39369">
                <a:moveTo>
                  <a:pt x="49072" y="18669"/>
                </a:moveTo>
                <a:lnTo>
                  <a:pt x="48831" y="18529"/>
                </a:lnTo>
                <a:lnTo>
                  <a:pt x="48768" y="18681"/>
                </a:lnTo>
                <a:lnTo>
                  <a:pt x="48437" y="19024"/>
                </a:lnTo>
                <a:lnTo>
                  <a:pt x="48679" y="19202"/>
                </a:lnTo>
                <a:lnTo>
                  <a:pt x="48666" y="18948"/>
                </a:lnTo>
                <a:lnTo>
                  <a:pt x="49072" y="18669"/>
                </a:lnTo>
                <a:close/>
              </a:path>
              <a:path w="81914" h="39369">
                <a:moveTo>
                  <a:pt x="51676" y="25666"/>
                </a:moveTo>
                <a:lnTo>
                  <a:pt x="51384" y="25641"/>
                </a:lnTo>
                <a:lnTo>
                  <a:pt x="51485" y="25958"/>
                </a:lnTo>
                <a:lnTo>
                  <a:pt x="51231" y="25882"/>
                </a:lnTo>
                <a:lnTo>
                  <a:pt x="51168" y="26022"/>
                </a:lnTo>
                <a:lnTo>
                  <a:pt x="51485" y="26073"/>
                </a:lnTo>
                <a:lnTo>
                  <a:pt x="51650" y="25933"/>
                </a:lnTo>
                <a:lnTo>
                  <a:pt x="51676" y="25666"/>
                </a:lnTo>
                <a:close/>
              </a:path>
              <a:path w="81914" h="39369">
                <a:moveTo>
                  <a:pt x="53073" y="2387"/>
                </a:moveTo>
                <a:lnTo>
                  <a:pt x="52946" y="1866"/>
                </a:lnTo>
                <a:lnTo>
                  <a:pt x="52717" y="2171"/>
                </a:lnTo>
                <a:lnTo>
                  <a:pt x="52933" y="2387"/>
                </a:lnTo>
                <a:lnTo>
                  <a:pt x="52603" y="2349"/>
                </a:lnTo>
                <a:lnTo>
                  <a:pt x="52578" y="2743"/>
                </a:lnTo>
                <a:lnTo>
                  <a:pt x="52870" y="2768"/>
                </a:lnTo>
                <a:lnTo>
                  <a:pt x="52870" y="2565"/>
                </a:lnTo>
                <a:lnTo>
                  <a:pt x="53073" y="2387"/>
                </a:lnTo>
                <a:close/>
              </a:path>
              <a:path w="81914" h="39369">
                <a:moveTo>
                  <a:pt x="55435" y="29019"/>
                </a:moveTo>
                <a:lnTo>
                  <a:pt x="55257" y="28917"/>
                </a:lnTo>
                <a:lnTo>
                  <a:pt x="55105" y="28841"/>
                </a:lnTo>
                <a:lnTo>
                  <a:pt x="54876" y="28778"/>
                </a:lnTo>
                <a:lnTo>
                  <a:pt x="54813" y="29019"/>
                </a:lnTo>
                <a:lnTo>
                  <a:pt x="55333" y="29210"/>
                </a:lnTo>
                <a:lnTo>
                  <a:pt x="55435" y="29019"/>
                </a:lnTo>
                <a:close/>
              </a:path>
              <a:path w="81914" h="39369">
                <a:moveTo>
                  <a:pt x="55918" y="32435"/>
                </a:moveTo>
                <a:lnTo>
                  <a:pt x="55664" y="32397"/>
                </a:lnTo>
                <a:lnTo>
                  <a:pt x="55702" y="32575"/>
                </a:lnTo>
                <a:lnTo>
                  <a:pt x="55524" y="32397"/>
                </a:lnTo>
                <a:lnTo>
                  <a:pt x="55664" y="32651"/>
                </a:lnTo>
                <a:lnTo>
                  <a:pt x="55384" y="32715"/>
                </a:lnTo>
                <a:lnTo>
                  <a:pt x="55575" y="32905"/>
                </a:lnTo>
                <a:lnTo>
                  <a:pt x="55676" y="32727"/>
                </a:lnTo>
                <a:lnTo>
                  <a:pt x="55829" y="32626"/>
                </a:lnTo>
                <a:lnTo>
                  <a:pt x="55918" y="32435"/>
                </a:lnTo>
                <a:close/>
              </a:path>
              <a:path w="81914" h="39369">
                <a:moveTo>
                  <a:pt x="55956" y="1549"/>
                </a:moveTo>
                <a:lnTo>
                  <a:pt x="55600" y="1612"/>
                </a:lnTo>
                <a:lnTo>
                  <a:pt x="55651" y="1981"/>
                </a:lnTo>
                <a:lnTo>
                  <a:pt x="55829" y="1930"/>
                </a:lnTo>
                <a:lnTo>
                  <a:pt x="55714" y="2133"/>
                </a:lnTo>
                <a:lnTo>
                  <a:pt x="55346" y="1968"/>
                </a:lnTo>
                <a:lnTo>
                  <a:pt x="55600" y="2298"/>
                </a:lnTo>
                <a:lnTo>
                  <a:pt x="55892" y="2222"/>
                </a:lnTo>
                <a:lnTo>
                  <a:pt x="55918" y="2006"/>
                </a:lnTo>
                <a:lnTo>
                  <a:pt x="55930" y="1790"/>
                </a:lnTo>
                <a:lnTo>
                  <a:pt x="55956" y="1549"/>
                </a:lnTo>
                <a:close/>
              </a:path>
              <a:path w="81914" h="39369">
                <a:moveTo>
                  <a:pt x="56578" y="31000"/>
                </a:moveTo>
                <a:lnTo>
                  <a:pt x="56337" y="30975"/>
                </a:lnTo>
                <a:lnTo>
                  <a:pt x="56375" y="31178"/>
                </a:lnTo>
                <a:lnTo>
                  <a:pt x="56121" y="31648"/>
                </a:lnTo>
                <a:lnTo>
                  <a:pt x="56476" y="31584"/>
                </a:lnTo>
                <a:lnTo>
                  <a:pt x="56502" y="31318"/>
                </a:lnTo>
                <a:lnTo>
                  <a:pt x="56578" y="31000"/>
                </a:lnTo>
                <a:close/>
              </a:path>
              <a:path w="81914" h="39369">
                <a:moveTo>
                  <a:pt x="57264" y="31064"/>
                </a:moveTo>
                <a:lnTo>
                  <a:pt x="57010" y="30835"/>
                </a:lnTo>
                <a:lnTo>
                  <a:pt x="56819" y="30911"/>
                </a:lnTo>
                <a:lnTo>
                  <a:pt x="56819" y="31229"/>
                </a:lnTo>
                <a:lnTo>
                  <a:pt x="56489" y="31496"/>
                </a:lnTo>
                <a:lnTo>
                  <a:pt x="56857" y="31623"/>
                </a:lnTo>
                <a:lnTo>
                  <a:pt x="56908" y="31432"/>
                </a:lnTo>
                <a:lnTo>
                  <a:pt x="57264" y="31064"/>
                </a:lnTo>
                <a:close/>
              </a:path>
              <a:path w="81914" h="39369">
                <a:moveTo>
                  <a:pt x="59740" y="21234"/>
                </a:moveTo>
                <a:lnTo>
                  <a:pt x="59563" y="21221"/>
                </a:lnTo>
                <a:lnTo>
                  <a:pt x="59029" y="21348"/>
                </a:lnTo>
                <a:lnTo>
                  <a:pt x="59321" y="21590"/>
                </a:lnTo>
                <a:lnTo>
                  <a:pt x="59436" y="21437"/>
                </a:lnTo>
                <a:lnTo>
                  <a:pt x="59702" y="21450"/>
                </a:lnTo>
                <a:lnTo>
                  <a:pt x="59740" y="21234"/>
                </a:lnTo>
                <a:close/>
              </a:path>
              <a:path w="81914" h="39369">
                <a:moveTo>
                  <a:pt x="60286" y="21590"/>
                </a:moveTo>
                <a:lnTo>
                  <a:pt x="59918" y="21564"/>
                </a:lnTo>
                <a:lnTo>
                  <a:pt x="59918" y="21742"/>
                </a:lnTo>
                <a:lnTo>
                  <a:pt x="60083" y="22212"/>
                </a:lnTo>
                <a:lnTo>
                  <a:pt x="60261" y="21971"/>
                </a:lnTo>
                <a:lnTo>
                  <a:pt x="60020" y="21945"/>
                </a:lnTo>
                <a:lnTo>
                  <a:pt x="60261" y="21653"/>
                </a:lnTo>
                <a:close/>
              </a:path>
              <a:path w="81914" h="39369">
                <a:moveTo>
                  <a:pt x="60693" y="5410"/>
                </a:moveTo>
                <a:lnTo>
                  <a:pt x="60528" y="5181"/>
                </a:lnTo>
                <a:lnTo>
                  <a:pt x="60617" y="4254"/>
                </a:lnTo>
                <a:lnTo>
                  <a:pt x="60312" y="4483"/>
                </a:lnTo>
                <a:lnTo>
                  <a:pt x="60515" y="4483"/>
                </a:lnTo>
                <a:lnTo>
                  <a:pt x="60312" y="4826"/>
                </a:lnTo>
                <a:lnTo>
                  <a:pt x="60375" y="4991"/>
                </a:lnTo>
                <a:lnTo>
                  <a:pt x="60083" y="4864"/>
                </a:lnTo>
                <a:lnTo>
                  <a:pt x="60248" y="5257"/>
                </a:lnTo>
                <a:lnTo>
                  <a:pt x="60426" y="5181"/>
                </a:lnTo>
                <a:lnTo>
                  <a:pt x="60591" y="5372"/>
                </a:lnTo>
                <a:lnTo>
                  <a:pt x="60337" y="5626"/>
                </a:lnTo>
                <a:lnTo>
                  <a:pt x="60490" y="5664"/>
                </a:lnTo>
                <a:lnTo>
                  <a:pt x="60693" y="5448"/>
                </a:lnTo>
                <a:close/>
              </a:path>
              <a:path w="81914" h="39369">
                <a:moveTo>
                  <a:pt x="62052" y="22466"/>
                </a:moveTo>
                <a:lnTo>
                  <a:pt x="61633" y="22072"/>
                </a:lnTo>
                <a:lnTo>
                  <a:pt x="61912" y="21729"/>
                </a:lnTo>
                <a:lnTo>
                  <a:pt x="61112" y="21577"/>
                </a:lnTo>
                <a:lnTo>
                  <a:pt x="61531" y="22542"/>
                </a:lnTo>
                <a:lnTo>
                  <a:pt x="61849" y="22694"/>
                </a:lnTo>
                <a:lnTo>
                  <a:pt x="62052" y="22466"/>
                </a:lnTo>
                <a:close/>
              </a:path>
              <a:path w="81914" h="39369">
                <a:moveTo>
                  <a:pt x="64820" y="20548"/>
                </a:moveTo>
                <a:lnTo>
                  <a:pt x="64528" y="20472"/>
                </a:lnTo>
                <a:lnTo>
                  <a:pt x="64262" y="20447"/>
                </a:lnTo>
                <a:lnTo>
                  <a:pt x="64223" y="20726"/>
                </a:lnTo>
                <a:lnTo>
                  <a:pt x="64503" y="20853"/>
                </a:lnTo>
                <a:lnTo>
                  <a:pt x="64414" y="20662"/>
                </a:lnTo>
                <a:lnTo>
                  <a:pt x="64820" y="20548"/>
                </a:lnTo>
                <a:close/>
              </a:path>
              <a:path w="81914" h="39369">
                <a:moveTo>
                  <a:pt x="67005" y="13258"/>
                </a:moveTo>
                <a:lnTo>
                  <a:pt x="66992" y="12979"/>
                </a:lnTo>
                <a:lnTo>
                  <a:pt x="66789" y="12700"/>
                </a:lnTo>
                <a:lnTo>
                  <a:pt x="66548" y="12293"/>
                </a:lnTo>
                <a:lnTo>
                  <a:pt x="65989" y="11899"/>
                </a:lnTo>
                <a:lnTo>
                  <a:pt x="65900" y="12217"/>
                </a:lnTo>
                <a:lnTo>
                  <a:pt x="66217" y="12344"/>
                </a:lnTo>
                <a:lnTo>
                  <a:pt x="66586" y="12420"/>
                </a:lnTo>
                <a:lnTo>
                  <a:pt x="66624" y="12776"/>
                </a:lnTo>
                <a:lnTo>
                  <a:pt x="66294" y="12725"/>
                </a:lnTo>
                <a:lnTo>
                  <a:pt x="66294" y="12407"/>
                </a:lnTo>
                <a:lnTo>
                  <a:pt x="65989" y="12331"/>
                </a:lnTo>
                <a:lnTo>
                  <a:pt x="66141" y="12738"/>
                </a:lnTo>
                <a:lnTo>
                  <a:pt x="66433" y="13030"/>
                </a:lnTo>
                <a:lnTo>
                  <a:pt x="66662" y="13360"/>
                </a:lnTo>
                <a:lnTo>
                  <a:pt x="66611" y="13030"/>
                </a:lnTo>
                <a:lnTo>
                  <a:pt x="67005" y="13258"/>
                </a:lnTo>
                <a:close/>
              </a:path>
              <a:path w="81914" h="39369">
                <a:moveTo>
                  <a:pt x="67068" y="21069"/>
                </a:moveTo>
                <a:lnTo>
                  <a:pt x="67056" y="20815"/>
                </a:lnTo>
                <a:lnTo>
                  <a:pt x="66929" y="20243"/>
                </a:lnTo>
                <a:lnTo>
                  <a:pt x="66636" y="20548"/>
                </a:lnTo>
                <a:lnTo>
                  <a:pt x="66827" y="20548"/>
                </a:lnTo>
                <a:lnTo>
                  <a:pt x="66624" y="20739"/>
                </a:lnTo>
                <a:lnTo>
                  <a:pt x="66865" y="20993"/>
                </a:lnTo>
                <a:lnTo>
                  <a:pt x="67068" y="21069"/>
                </a:lnTo>
                <a:close/>
              </a:path>
              <a:path w="81914" h="39369">
                <a:moveTo>
                  <a:pt x="67818" y="13474"/>
                </a:moveTo>
                <a:lnTo>
                  <a:pt x="66979" y="13487"/>
                </a:lnTo>
                <a:lnTo>
                  <a:pt x="67119" y="13500"/>
                </a:lnTo>
                <a:lnTo>
                  <a:pt x="67373" y="13741"/>
                </a:lnTo>
                <a:lnTo>
                  <a:pt x="67564" y="13779"/>
                </a:lnTo>
                <a:lnTo>
                  <a:pt x="67779" y="13855"/>
                </a:lnTo>
                <a:lnTo>
                  <a:pt x="67818" y="13474"/>
                </a:lnTo>
                <a:close/>
              </a:path>
              <a:path w="81914" h="39369">
                <a:moveTo>
                  <a:pt x="68618" y="30327"/>
                </a:moveTo>
                <a:lnTo>
                  <a:pt x="68326" y="30022"/>
                </a:lnTo>
                <a:lnTo>
                  <a:pt x="68300" y="30276"/>
                </a:lnTo>
                <a:lnTo>
                  <a:pt x="67716" y="30429"/>
                </a:lnTo>
                <a:lnTo>
                  <a:pt x="67970" y="30695"/>
                </a:lnTo>
                <a:lnTo>
                  <a:pt x="68021" y="30467"/>
                </a:lnTo>
                <a:lnTo>
                  <a:pt x="68618" y="30327"/>
                </a:lnTo>
                <a:close/>
              </a:path>
              <a:path w="81914" h="39369">
                <a:moveTo>
                  <a:pt x="70891" y="16979"/>
                </a:moveTo>
                <a:lnTo>
                  <a:pt x="70523" y="16840"/>
                </a:lnTo>
                <a:lnTo>
                  <a:pt x="70396" y="17132"/>
                </a:lnTo>
                <a:lnTo>
                  <a:pt x="70269" y="17132"/>
                </a:lnTo>
                <a:lnTo>
                  <a:pt x="70269" y="17424"/>
                </a:lnTo>
                <a:lnTo>
                  <a:pt x="70446" y="17538"/>
                </a:lnTo>
                <a:lnTo>
                  <a:pt x="70675" y="17805"/>
                </a:lnTo>
                <a:lnTo>
                  <a:pt x="70739" y="17475"/>
                </a:lnTo>
                <a:lnTo>
                  <a:pt x="70586" y="17068"/>
                </a:lnTo>
                <a:lnTo>
                  <a:pt x="70713" y="17183"/>
                </a:lnTo>
                <a:lnTo>
                  <a:pt x="70891" y="16979"/>
                </a:lnTo>
                <a:close/>
              </a:path>
              <a:path w="81914" h="39369">
                <a:moveTo>
                  <a:pt x="72758" y="33350"/>
                </a:moveTo>
                <a:lnTo>
                  <a:pt x="72529" y="32829"/>
                </a:lnTo>
                <a:lnTo>
                  <a:pt x="72390" y="33020"/>
                </a:lnTo>
                <a:lnTo>
                  <a:pt x="72580" y="33070"/>
                </a:lnTo>
                <a:lnTo>
                  <a:pt x="72555" y="33312"/>
                </a:lnTo>
                <a:lnTo>
                  <a:pt x="72758" y="33350"/>
                </a:lnTo>
                <a:close/>
              </a:path>
              <a:path w="81914" h="39369">
                <a:moveTo>
                  <a:pt x="73710" y="33197"/>
                </a:moveTo>
                <a:lnTo>
                  <a:pt x="73469" y="32918"/>
                </a:lnTo>
                <a:lnTo>
                  <a:pt x="73075" y="32816"/>
                </a:lnTo>
                <a:lnTo>
                  <a:pt x="72898" y="32575"/>
                </a:lnTo>
                <a:lnTo>
                  <a:pt x="72669" y="32740"/>
                </a:lnTo>
                <a:lnTo>
                  <a:pt x="73710" y="33197"/>
                </a:lnTo>
                <a:close/>
              </a:path>
              <a:path w="81914" h="39369">
                <a:moveTo>
                  <a:pt x="74333" y="22453"/>
                </a:moveTo>
                <a:lnTo>
                  <a:pt x="74295" y="21983"/>
                </a:lnTo>
                <a:lnTo>
                  <a:pt x="73901" y="21958"/>
                </a:lnTo>
                <a:lnTo>
                  <a:pt x="73875" y="22326"/>
                </a:lnTo>
                <a:lnTo>
                  <a:pt x="73901" y="22644"/>
                </a:lnTo>
                <a:lnTo>
                  <a:pt x="74028" y="22847"/>
                </a:lnTo>
                <a:lnTo>
                  <a:pt x="74028" y="22453"/>
                </a:lnTo>
                <a:lnTo>
                  <a:pt x="74333" y="22453"/>
                </a:lnTo>
                <a:close/>
              </a:path>
              <a:path w="81914" h="39369">
                <a:moveTo>
                  <a:pt x="74714" y="29489"/>
                </a:moveTo>
                <a:lnTo>
                  <a:pt x="74244" y="29438"/>
                </a:lnTo>
                <a:lnTo>
                  <a:pt x="74104" y="29997"/>
                </a:lnTo>
                <a:lnTo>
                  <a:pt x="74371" y="30251"/>
                </a:lnTo>
                <a:lnTo>
                  <a:pt x="74460" y="29933"/>
                </a:lnTo>
                <a:lnTo>
                  <a:pt x="74701" y="29857"/>
                </a:lnTo>
                <a:lnTo>
                  <a:pt x="74714" y="29489"/>
                </a:lnTo>
                <a:close/>
              </a:path>
              <a:path w="81914" h="39369">
                <a:moveTo>
                  <a:pt x="75133" y="18897"/>
                </a:moveTo>
                <a:lnTo>
                  <a:pt x="74980" y="18948"/>
                </a:lnTo>
                <a:lnTo>
                  <a:pt x="74409" y="19075"/>
                </a:lnTo>
                <a:lnTo>
                  <a:pt x="74625" y="19253"/>
                </a:lnTo>
                <a:lnTo>
                  <a:pt x="74968" y="18999"/>
                </a:lnTo>
                <a:lnTo>
                  <a:pt x="74930" y="19164"/>
                </a:lnTo>
                <a:lnTo>
                  <a:pt x="75133" y="18897"/>
                </a:lnTo>
                <a:close/>
              </a:path>
              <a:path w="81914" h="39369">
                <a:moveTo>
                  <a:pt x="75323" y="32600"/>
                </a:moveTo>
                <a:lnTo>
                  <a:pt x="74942" y="32473"/>
                </a:lnTo>
                <a:lnTo>
                  <a:pt x="74841" y="32651"/>
                </a:lnTo>
                <a:lnTo>
                  <a:pt x="74764" y="32969"/>
                </a:lnTo>
                <a:lnTo>
                  <a:pt x="74955" y="33070"/>
                </a:lnTo>
                <a:lnTo>
                  <a:pt x="75057" y="33274"/>
                </a:lnTo>
                <a:lnTo>
                  <a:pt x="75145" y="33045"/>
                </a:lnTo>
                <a:lnTo>
                  <a:pt x="75184" y="32778"/>
                </a:lnTo>
                <a:lnTo>
                  <a:pt x="75323" y="32600"/>
                </a:lnTo>
                <a:close/>
              </a:path>
              <a:path w="81914" h="39369">
                <a:moveTo>
                  <a:pt x="75526" y="18478"/>
                </a:moveTo>
                <a:lnTo>
                  <a:pt x="74968" y="18669"/>
                </a:lnTo>
                <a:lnTo>
                  <a:pt x="74879" y="18872"/>
                </a:lnTo>
                <a:lnTo>
                  <a:pt x="75145" y="18872"/>
                </a:lnTo>
                <a:lnTo>
                  <a:pt x="75361" y="18719"/>
                </a:lnTo>
                <a:lnTo>
                  <a:pt x="75438" y="18923"/>
                </a:lnTo>
                <a:lnTo>
                  <a:pt x="75526" y="18478"/>
                </a:lnTo>
                <a:close/>
              </a:path>
              <a:path w="81914" h="39369">
                <a:moveTo>
                  <a:pt x="75857" y="30772"/>
                </a:moveTo>
                <a:lnTo>
                  <a:pt x="75501" y="30365"/>
                </a:lnTo>
                <a:lnTo>
                  <a:pt x="75374" y="30632"/>
                </a:lnTo>
                <a:lnTo>
                  <a:pt x="75590" y="30721"/>
                </a:lnTo>
                <a:lnTo>
                  <a:pt x="75704" y="31165"/>
                </a:lnTo>
                <a:lnTo>
                  <a:pt x="75857" y="30772"/>
                </a:lnTo>
                <a:close/>
              </a:path>
              <a:path w="81914" h="39369">
                <a:moveTo>
                  <a:pt x="77355" y="22148"/>
                </a:moveTo>
                <a:lnTo>
                  <a:pt x="77089" y="22021"/>
                </a:lnTo>
                <a:lnTo>
                  <a:pt x="76847" y="22212"/>
                </a:lnTo>
                <a:lnTo>
                  <a:pt x="77127" y="22352"/>
                </a:lnTo>
                <a:lnTo>
                  <a:pt x="76949" y="22504"/>
                </a:lnTo>
                <a:lnTo>
                  <a:pt x="77241" y="22555"/>
                </a:lnTo>
                <a:lnTo>
                  <a:pt x="77127" y="22161"/>
                </a:lnTo>
                <a:lnTo>
                  <a:pt x="77355" y="22148"/>
                </a:lnTo>
                <a:close/>
              </a:path>
              <a:path w="81914" h="39369">
                <a:moveTo>
                  <a:pt x="77635" y="27584"/>
                </a:moveTo>
                <a:lnTo>
                  <a:pt x="77266" y="27635"/>
                </a:lnTo>
                <a:lnTo>
                  <a:pt x="77114" y="27940"/>
                </a:lnTo>
                <a:lnTo>
                  <a:pt x="77393" y="27901"/>
                </a:lnTo>
                <a:lnTo>
                  <a:pt x="77635" y="27584"/>
                </a:lnTo>
                <a:close/>
              </a:path>
              <a:path w="81914" h="39369">
                <a:moveTo>
                  <a:pt x="77724" y="27990"/>
                </a:moveTo>
                <a:lnTo>
                  <a:pt x="77419" y="28028"/>
                </a:lnTo>
                <a:lnTo>
                  <a:pt x="77724" y="27990"/>
                </a:lnTo>
                <a:close/>
              </a:path>
              <a:path w="81914" h="39369">
                <a:moveTo>
                  <a:pt x="79667" y="30276"/>
                </a:moveTo>
                <a:lnTo>
                  <a:pt x="79552" y="29794"/>
                </a:lnTo>
                <a:lnTo>
                  <a:pt x="79311" y="29679"/>
                </a:lnTo>
                <a:lnTo>
                  <a:pt x="79286" y="30010"/>
                </a:lnTo>
                <a:lnTo>
                  <a:pt x="79413" y="30213"/>
                </a:lnTo>
                <a:lnTo>
                  <a:pt x="79552" y="30391"/>
                </a:lnTo>
                <a:close/>
              </a:path>
              <a:path w="81914" h="39369">
                <a:moveTo>
                  <a:pt x="80238" y="38862"/>
                </a:moveTo>
                <a:lnTo>
                  <a:pt x="80175" y="38671"/>
                </a:lnTo>
                <a:lnTo>
                  <a:pt x="79997" y="38608"/>
                </a:lnTo>
                <a:lnTo>
                  <a:pt x="79946" y="38862"/>
                </a:lnTo>
                <a:lnTo>
                  <a:pt x="79933" y="39141"/>
                </a:lnTo>
                <a:lnTo>
                  <a:pt x="80238" y="39116"/>
                </a:lnTo>
                <a:lnTo>
                  <a:pt x="80238" y="38862"/>
                </a:lnTo>
                <a:close/>
              </a:path>
              <a:path w="81914" h="39369">
                <a:moveTo>
                  <a:pt x="81305" y="31038"/>
                </a:moveTo>
                <a:lnTo>
                  <a:pt x="81038" y="30810"/>
                </a:lnTo>
                <a:lnTo>
                  <a:pt x="80835" y="30937"/>
                </a:lnTo>
                <a:lnTo>
                  <a:pt x="81089" y="31318"/>
                </a:lnTo>
                <a:lnTo>
                  <a:pt x="80899" y="31381"/>
                </a:lnTo>
                <a:lnTo>
                  <a:pt x="80708" y="31178"/>
                </a:lnTo>
                <a:lnTo>
                  <a:pt x="80911" y="31102"/>
                </a:lnTo>
                <a:lnTo>
                  <a:pt x="80518" y="31013"/>
                </a:lnTo>
                <a:lnTo>
                  <a:pt x="80860" y="31000"/>
                </a:lnTo>
                <a:lnTo>
                  <a:pt x="80556" y="30772"/>
                </a:lnTo>
                <a:lnTo>
                  <a:pt x="80391" y="30988"/>
                </a:lnTo>
                <a:lnTo>
                  <a:pt x="80606" y="31534"/>
                </a:lnTo>
                <a:lnTo>
                  <a:pt x="81076" y="31496"/>
                </a:lnTo>
                <a:lnTo>
                  <a:pt x="81305" y="31305"/>
                </a:lnTo>
                <a:lnTo>
                  <a:pt x="81178" y="31267"/>
                </a:lnTo>
                <a:lnTo>
                  <a:pt x="81305" y="31038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bg object 187"/>
          <p:cNvSpPr/>
          <p:nvPr/>
        </p:nvSpPr>
        <p:spPr>
          <a:xfrm>
            <a:off x="1961019" y="857160"/>
            <a:ext cx="58419" cy="16510"/>
          </a:xfrm>
          <a:custGeom>
            <a:avLst/>
            <a:gdLst/>
            <a:ahLst/>
            <a:cxnLst/>
            <a:rect l="l" t="t" r="r" b="b"/>
            <a:pathLst>
              <a:path w="58419" h="16509">
                <a:moveTo>
                  <a:pt x="622" y="10134"/>
                </a:moveTo>
                <a:lnTo>
                  <a:pt x="317" y="10134"/>
                </a:lnTo>
                <a:lnTo>
                  <a:pt x="114" y="10274"/>
                </a:lnTo>
                <a:lnTo>
                  <a:pt x="0" y="10477"/>
                </a:lnTo>
                <a:lnTo>
                  <a:pt x="279" y="10401"/>
                </a:lnTo>
                <a:lnTo>
                  <a:pt x="254" y="10629"/>
                </a:lnTo>
                <a:lnTo>
                  <a:pt x="482" y="10617"/>
                </a:lnTo>
                <a:lnTo>
                  <a:pt x="419" y="10210"/>
                </a:lnTo>
                <a:lnTo>
                  <a:pt x="622" y="10134"/>
                </a:lnTo>
                <a:close/>
              </a:path>
              <a:path w="58419" h="16509">
                <a:moveTo>
                  <a:pt x="4978" y="13055"/>
                </a:moveTo>
                <a:lnTo>
                  <a:pt x="4902" y="12865"/>
                </a:lnTo>
                <a:lnTo>
                  <a:pt x="4330" y="12814"/>
                </a:lnTo>
                <a:lnTo>
                  <a:pt x="4330" y="13055"/>
                </a:lnTo>
                <a:lnTo>
                  <a:pt x="4775" y="13385"/>
                </a:lnTo>
                <a:lnTo>
                  <a:pt x="4876" y="13246"/>
                </a:lnTo>
                <a:lnTo>
                  <a:pt x="4597" y="13157"/>
                </a:lnTo>
                <a:lnTo>
                  <a:pt x="4978" y="13055"/>
                </a:lnTo>
                <a:close/>
              </a:path>
              <a:path w="58419" h="16509">
                <a:moveTo>
                  <a:pt x="5626" y="13030"/>
                </a:moveTo>
                <a:lnTo>
                  <a:pt x="5372" y="12903"/>
                </a:lnTo>
                <a:lnTo>
                  <a:pt x="5232" y="13004"/>
                </a:lnTo>
                <a:lnTo>
                  <a:pt x="5626" y="13030"/>
                </a:lnTo>
                <a:close/>
              </a:path>
              <a:path w="58419" h="16509">
                <a:moveTo>
                  <a:pt x="5626" y="8890"/>
                </a:moveTo>
                <a:lnTo>
                  <a:pt x="5588" y="8534"/>
                </a:lnTo>
                <a:lnTo>
                  <a:pt x="5219" y="8470"/>
                </a:lnTo>
                <a:lnTo>
                  <a:pt x="4889" y="8343"/>
                </a:lnTo>
                <a:lnTo>
                  <a:pt x="4953" y="8674"/>
                </a:lnTo>
                <a:lnTo>
                  <a:pt x="5549" y="8572"/>
                </a:lnTo>
                <a:lnTo>
                  <a:pt x="5626" y="8890"/>
                </a:lnTo>
                <a:close/>
              </a:path>
              <a:path w="58419" h="16509">
                <a:moveTo>
                  <a:pt x="5956" y="11226"/>
                </a:moveTo>
                <a:lnTo>
                  <a:pt x="5867" y="10121"/>
                </a:lnTo>
                <a:lnTo>
                  <a:pt x="5600" y="10363"/>
                </a:lnTo>
                <a:lnTo>
                  <a:pt x="5715" y="10528"/>
                </a:lnTo>
                <a:lnTo>
                  <a:pt x="5702" y="10769"/>
                </a:lnTo>
                <a:lnTo>
                  <a:pt x="5486" y="10541"/>
                </a:lnTo>
                <a:lnTo>
                  <a:pt x="5956" y="11226"/>
                </a:lnTo>
                <a:close/>
              </a:path>
              <a:path w="58419" h="16509">
                <a:moveTo>
                  <a:pt x="6045" y="11747"/>
                </a:moveTo>
                <a:lnTo>
                  <a:pt x="5638" y="11836"/>
                </a:lnTo>
                <a:lnTo>
                  <a:pt x="5638" y="12141"/>
                </a:lnTo>
                <a:lnTo>
                  <a:pt x="6019" y="12090"/>
                </a:lnTo>
                <a:lnTo>
                  <a:pt x="6045" y="11747"/>
                </a:lnTo>
                <a:close/>
              </a:path>
              <a:path w="58419" h="16509">
                <a:moveTo>
                  <a:pt x="6070" y="11582"/>
                </a:moveTo>
                <a:lnTo>
                  <a:pt x="5778" y="11582"/>
                </a:lnTo>
                <a:lnTo>
                  <a:pt x="6057" y="11684"/>
                </a:lnTo>
                <a:close/>
              </a:path>
              <a:path w="58419" h="16509">
                <a:moveTo>
                  <a:pt x="6083" y="3619"/>
                </a:moveTo>
                <a:lnTo>
                  <a:pt x="5854" y="3543"/>
                </a:lnTo>
                <a:lnTo>
                  <a:pt x="5562" y="3060"/>
                </a:lnTo>
                <a:lnTo>
                  <a:pt x="5245" y="3365"/>
                </a:lnTo>
                <a:lnTo>
                  <a:pt x="5549" y="3263"/>
                </a:lnTo>
                <a:lnTo>
                  <a:pt x="5448" y="3543"/>
                </a:lnTo>
                <a:lnTo>
                  <a:pt x="5600" y="3594"/>
                </a:lnTo>
                <a:lnTo>
                  <a:pt x="5715" y="3403"/>
                </a:lnTo>
                <a:lnTo>
                  <a:pt x="5892" y="3708"/>
                </a:lnTo>
                <a:lnTo>
                  <a:pt x="6083" y="3619"/>
                </a:lnTo>
                <a:close/>
              </a:path>
              <a:path w="58419" h="16509">
                <a:moveTo>
                  <a:pt x="6248" y="8928"/>
                </a:moveTo>
                <a:lnTo>
                  <a:pt x="6032" y="8369"/>
                </a:lnTo>
                <a:lnTo>
                  <a:pt x="5664" y="8394"/>
                </a:lnTo>
                <a:lnTo>
                  <a:pt x="5702" y="8991"/>
                </a:lnTo>
                <a:lnTo>
                  <a:pt x="5905" y="8991"/>
                </a:lnTo>
                <a:lnTo>
                  <a:pt x="5842" y="8712"/>
                </a:lnTo>
                <a:lnTo>
                  <a:pt x="6248" y="8928"/>
                </a:lnTo>
                <a:close/>
              </a:path>
              <a:path w="58419" h="16509">
                <a:moveTo>
                  <a:pt x="9728" y="5702"/>
                </a:moveTo>
                <a:lnTo>
                  <a:pt x="9550" y="5676"/>
                </a:lnTo>
                <a:lnTo>
                  <a:pt x="9194" y="5410"/>
                </a:lnTo>
                <a:lnTo>
                  <a:pt x="9144" y="5842"/>
                </a:lnTo>
                <a:lnTo>
                  <a:pt x="9512" y="5842"/>
                </a:lnTo>
                <a:lnTo>
                  <a:pt x="9588" y="5715"/>
                </a:lnTo>
                <a:lnTo>
                  <a:pt x="9728" y="5702"/>
                </a:lnTo>
                <a:close/>
              </a:path>
              <a:path w="58419" h="16509">
                <a:moveTo>
                  <a:pt x="10401" y="7835"/>
                </a:moveTo>
                <a:lnTo>
                  <a:pt x="9486" y="7188"/>
                </a:lnTo>
                <a:lnTo>
                  <a:pt x="9690" y="7378"/>
                </a:lnTo>
                <a:lnTo>
                  <a:pt x="9880" y="7581"/>
                </a:lnTo>
                <a:lnTo>
                  <a:pt x="9690" y="7645"/>
                </a:lnTo>
                <a:lnTo>
                  <a:pt x="9880" y="7899"/>
                </a:lnTo>
                <a:lnTo>
                  <a:pt x="10020" y="7823"/>
                </a:lnTo>
                <a:lnTo>
                  <a:pt x="10020" y="8089"/>
                </a:lnTo>
                <a:lnTo>
                  <a:pt x="10401" y="7835"/>
                </a:lnTo>
                <a:close/>
              </a:path>
              <a:path w="58419" h="16509">
                <a:moveTo>
                  <a:pt x="11887" y="5499"/>
                </a:moveTo>
                <a:lnTo>
                  <a:pt x="11328" y="4940"/>
                </a:lnTo>
                <a:lnTo>
                  <a:pt x="11226" y="5232"/>
                </a:lnTo>
                <a:lnTo>
                  <a:pt x="11303" y="4838"/>
                </a:lnTo>
                <a:lnTo>
                  <a:pt x="10922" y="5245"/>
                </a:lnTo>
                <a:lnTo>
                  <a:pt x="10655" y="5080"/>
                </a:lnTo>
                <a:lnTo>
                  <a:pt x="10439" y="4635"/>
                </a:lnTo>
                <a:lnTo>
                  <a:pt x="10388" y="4851"/>
                </a:lnTo>
                <a:lnTo>
                  <a:pt x="10464" y="5270"/>
                </a:lnTo>
                <a:lnTo>
                  <a:pt x="11887" y="5499"/>
                </a:lnTo>
                <a:close/>
              </a:path>
              <a:path w="58419" h="16509">
                <a:moveTo>
                  <a:pt x="12636" y="13220"/>
                </a:moveTo>
                <a:lnTo>
                  <a:pt x="12446" y="13220"/>
                </a:lnTo>
                <a:lnTo>
                  <a:pt x="12446" y="13411"/>
                </a:lnTo>
                <a:lnTo>
                  <a:pt x="12242" y="13347"/>
                </a:lnTo>
                <a:lnTo>
                  <a:pt x="12204" y="13169"/>
                </a:lnTo>
                <a:lnTo>
                  <a:pt x="11976" y="13157"/>
                </a:lnTo>
                <a:lnTo>
                  <a:pt x="11912" y="13462"/>
                </a:lnTo>
                <a:lnTo>
                  <a:pt x="12268" y="13411"/>
                </a:lnTo>
                <a:lnTo>
                  <a:pt x="12407" y="13500"/>
                </a:lnTo>
                <a:lnTo>
                  <a:pt x="12636" y="13220"/>
                </a:lnTo>
                <a:close/>
              </a:path>
              <a:path w="58419" h="16509">
                <a:moveTo>
                  <a:pt x="12865" y="9093"/>
                </a:moveTo>
                <a:lnTo>
                  <a:pt x="12852" y="8750"/>
                </a:lnTo>
                <a:lnTo>
                  <a:pt x="12484" y="8597"/>
                </a:lnTo>
                <a:lnTo>
                  <a:pt x="12547" y="8902"/>
                </a:lnTo>
                <a:lnTo>
                  <a:pt x="11849" y="8915"/>
                </a:lnTo>
                <a:lnTo>
                  <a:pt x="12865" y="9093"/>
                </a:lnTo>
                <a:close/>
              </a:path>
              <a:path w="58419" h="16509">
                <a:moveTo>
                  <a:pt x="13042" y="13068"/>
                </a:moveTo>
                <a:lnTo>
                  <a:pt x="12966" y="12915"/>
                </a:lnTo>
                <a:lnTo>
                  <a:pt x="12979" y="12661"/>
                </a:lnTo>
                <a:lnTo>
                  <a:pt x="12738" y="13208"/>
                </a:lnTo>
                <a:lnTo>
                  <a:pt x="13042" y="13068"/>
                </a:lnTo>
                <a:close/>
              </a:path>
              <a:path w="58419" h="16509">
                <a:moveTo>
                  <a:pt x="13360" y="12204"/>
                </a:moveTo>
                <a:lnTo>
                  <a:pt x="12649" y="11747"/>
                </a:lnTo>
                <a:lnTo>
                  <a:pt x="12763" y="11963"/>
                </a:lnTo>
                <a:lnTo>
                  <a:pt x="12966" y="12128"/>
                </a:lnTo>
                <a:lnTo>
                  <a:pt x="12928" y="12293"/>
                </a:lnTo>
                <a:lnTo>
                  <a:pt x="12700" y="12547"/>
                </a:lnTo>
                <a:lnTo>
                  <a:pt x="12979" y="12661"/>
                </a:lnTo>
                <a:lnTo>
                  <a:pt x="12979" y="12534"/>
                </a:lnTo>
                <a:lnTo>
                  <a:pt x="13195" y="12598"/>
                </a:lnTo>
                <a:lnTo>
                  <a:pt x="13360" y="12204"/>
                </a:lnTo>
                <a:close/>
              </a:path>
              <a:path w="58419" h="16509">
                <a:moveTo>
                  <a:pt x="13716" y="10972"/>
                </a:moveTo>
                <a:lnTo>
                  <a:pt x="13589" y="10668"/>
                </a:lnTo>
                <a:lnTo>
                  <a:pt x="13373" y="10477"/>
                </a:lnTo>
                <a:lnTo>
                  <a:pt x="13195" y="10236"/>
                </a:lnTo>
                <a:lnTo>
                  <a:pt x="13271" y="10439"/>
                </a:lnTo>
                <a:lnTo>
                  <a:pt x="12725" y="10058"/>
                </a:lnTo>
                <a:lnTo>
                  <a:pt x="13004" y="10312"/>
                </a:lnTo>
                <a:lnTo>
                  <a:pt x="13131" y="10591"/>
                </a:lnTo>
                <a:lnTo>
                  <a:pt x="13271" y="10490"/>
                </a:lnTo>
                <a:lnTo>
                  <a:pt x="13335" y="10934"/>
                </a:lnTo>
                <a:lnTo>
                  <a:pt x="13589" y="10960"/>
                </a:lnTo>
                <a:lnTo>
                  <a:pt x="13525" y="10782"/>
                </a:lnTo>
                <a:lnTo>
                  <a:pt x="13716" y="10972"/>
                </a:lnTo>
                <a:close/>
              </a:path>
              <a:path w="58419" h="16509">
                <a:moveTo>
                  <a:pt x="14566" y="1092"/>
                </a:moveTo>
                <a:lnTo>
                  <a:pt x="14312" y="1193"/>
                </a:lnTo>
                <a:lnTo>
                  <a:pt x="14287" y="685"/>
                </a:lnTo>
                <a:lnTo>
                  <a:pt x="14198" y="952"/>
                </a:lnTo>
                <a:lnTo>
                  <a:pt x="13970" y="1143"/>
                </a:lnTo>
                <a:lnTo>
                  <a:pt x="14033" y="1574"/>
                </a:lnTo>
                <a:lnTo>
                  <a:pt x="14097" y="1828"/>
                </a:lnTo>
                <a:lnTo>
                  <a:pt x="14503" y="1892"/>
                </a:lnTo>
                <a:lnTo>
                  <a:pt x="14439" y="1397"/>
                </a:lnTo>
                <a:lnTo>
                  <a:pt x="14566" y="1092"/>
                </a:lnTo>
                <a:close/>
              </a:path>
              <a:path w="58419" h="16509">
                <a:moveTo>
                  <a:pt x="14630" y="10541"/>
                </a:moveTo>
                <a:lnTo>
                  <a:pt x="14427" y="10299"/>
                </a:lnTo>
                <a:lnTo>
                  <a:pt x="14465" y="10452"/>
                </a:lnTo>
                <a:lnTo>
                  <a:pt x="14160" y="10312"/>
                </a:lnTo>
                <a:lnTo>
                  <a:pt x="14084" y="10617"/>
                </a:lnTo>
                <a:lnTo>
                  <a:pt x="14363" y="10680"/>
                </a:lnTo>
                <a:lnTo>
                  <a:pt x="14528" y="10541"/>
                </a:lnTo>
                <a:close/>
              </a:path>
              <a:path w="58419" h="16509">
                <a:moveTo>
                  <a:pt x="14846" y="13119"/>
                </a:moveTo>
                <a:lnTo>
                  <a:pt x="14605" y="12852"/>
                </a:lnTo>
                <a:lnTo>
                  <a:pt x="13982" y="12509"/>
                </a:lnTo>
                <a:lnTo>
                  <a:pt x="13728" y="12750"/>
                </a:lnTo>
                <a:lnTo>
                  <a:pt x="13944" y="12750"/>
                </a:lnTo>
                <a:lnTo>
                  <a:pt x="14846" y="13119"/>
                </a:lnTo>
                <a:close/>
              </a:path>
              <a:path w="58419" h="16509">
                <a:moveTo>
                  <a:pt x="17475" y="11468"/>
                </a:moveTo>
                <a:lnTo>
                  <a:pt x="17018" y="11671"/>
                </a:lnTo>
                <a:lnTo>
                  <a:pt x="17170" y="11353"/>
                </a:lnTo>
                <a:lnTo>
                  <a:pt x="16903" y="11404"/>
                </a:lnTo>
                <a:lnTo>
                  <a:pt x="16611" y="11404"/>
                </a:lnTo>
                <a:lnTo>
                  <a:pt x="16459" y="11595"/>
                </a:lnTo>
                <a:lnTo>
                  <a:pt x="16598" y="11734"/>
                </a:lnTo>
                <a:lnTo>
                  <a:pt x="16827" y="11747"/>
                </a:lnTo>
                <a:lnTo>
                  <a:pt x="16662" y="11518"/>
                </a:lnTo>
                <a:lnTo>
                  <a:pt x="17106" y="11417"/>
                </a:lnTo>
                <a:lnTo>
                  <a:pt x="16929" y="11836"/>
                </a:lnTo>
                <a:lnTo>
                  <a:pt x="17322" y="11760"/>
                </a:lnTo>
                <a:lnTo>
                  <a:pt x="17475" y="11468"/>
                </a:lnTo>
                <a:close/>
              </a:path>
              <a:path w="58419" h="16509">
                <a:moveTo>
                  <a:pt x="18084" y="5778"/>
                </a:moveTo>
                <a:lnTo>
                  <a:pt x="17818" y="5702"/>
                </a:lnTo>
                <a:lnTo>
                  <a:pt x="17919" y="6032"/>
                </a:lnTo>
                <a:lnTo>
                  <a:pt x="17500" y="5753"/>
                </a:lnTo>
                <a:lnTo>
                  <a:pt x="17589" y="6070"/>
                </a:lnTo>
                <a:lnTo>
                  <a:pt x="18046" y="6121"/>
                </a:lnTo>
                <a:lnTo>
                  <a:pt x="18084" y="5778"/>
                </a:lnTo>
                <a:close/>
              </a:path>
              <a:path w="58419" h="16509">
                <a:moveTo>
                  <a:pt x="18580" y="5753"/>
                </a:moveTo>
                <a:lnTo>
                  <a:pt x="18135" y="5740"/>
                </a:lnTo>
                <a:lnTo>
                  <a:pt x="18338" y="6235"/>
                </a:lnTo>
                <a:lnTo>
                  <a:pt x="18389" y="6057"/>
                </a:lnTo>
                <a:lnTo>
                  <a:pt x="18567" y="6007"/>
                </a:lnTo>
                <a:lnTo>
                  <a:pt x="18580" y="5753"/>
                </a:lnTo>
                <a:close/>
              </a:path>
              <a:path w="58419" h="16509">
                <a:moveTo>
                  <a:pt x="19278" y="12649"/>
                </a:moveTo>
                <a:lnTo>
                  <a:pt x="19265" y="12420"/>
                </a:lnTo>
                <a:lnTo>
                  <a:pt x="19088" y="12407"/>
                </a:lnTo>
                <a:lnTo>
                  <a:pt x="18630" y="12573"/>
                </a:lnTo>
                <a:lnTo>
                  <a:pt x="18846" y="12674"/>
                </a:lnTo>
                <a:lnTo>
                  <a:pt x="18910" y="12915"/>
                </a:lnTo>
                <a:lnTo>
                  <a:pt x="19113" y="12903"/>
                </a:lnTo>
                <a:lnTo>
                  <a:pt x="19075" y="12623"/>
                </a:lnTo>
                <a:lnTo>
                  <a:pt x="19278" y="12649"/>
                </a:lnTo>
                <a:close/>
              </a:path>
              <a:path w="58419" h="16509">
                <a:moveTo>
                  <a:pt x="19799" y="3822"/>
                </a:moveTo>
                <a:lnTo>
                  <a:pt x="19646" y="3314"/>
                </a:lnTo>
                <a:lnTo>
                  <a:pt x="19304" y="3403"/>
                </a:lnTo>
                <a:lnTo>
                  <a:pt x="18503" y="2971"/>
                </a:lnTo>
                <a:lnTo>
                  <a:pt x="18110" y="3276"/>
                </a:lnTo>
                <a:lnTo>
                  <a:pt x="18415" y="3187"/>
                </a:lnTo>
                <a:lnTo>
                  <a:pt x="18313" y="3454"/>
                </a:lnTo>
                <a:lnTo>
                  <a:pt x="18478" y="3505"/>
                </a:lnTo>
                <a:lnTo>
                  <a:pt x="18643" y="3073"/>
                </a:lnTo>
                <a:lnTo>
                  <a:pt x="18935" y="3441"/>
                </a:lnTo>
                <a:lnTo>
                  <a:pt x="19456" y="3390"/>
                </a:lnTo>
                <a:lnTo>
                  <a:pt x="19342" y="3670"/>
                </a:lnTo>
                <a:lnTo>
                  <a:pt x="19608" y="3619"/>
                </a:lnTo>
                <a:lnTo>
                  <a:pt x="19583" y="3848"/>
                </a:lnTo>
                <a:lnTo>
                  <a:pt x="19799" y="3822"/>
                </a:lnTo>
                <a:close/>
              </a:path>
              <a:path w="58419" h="16509">
                <a:moveTo>
                  <a:pt x="20370" y="2781"/>
                </a:moveTo>
                <a:lnTo>
                  <a:pt x="20129" y="2781"/>
                </a:lnTo>
                <a:lnTo>
                  <a:pt x="20167" y="2578"/>
                </a:lnTo>
                <a:lnTo>
                  <a:pt x="19900" y="2628"/>
                </a:lnTo>
                <a:lnTo>
                  <a:pt x="19583" y="2921"/>
                </a:lnTo>
                <a:lnTo>
                  <a:pt x="19697" y="3111"/>
                </a:lnTo>
                <a:lnTo>
                  <a:pt x="20078" y="2832"/>
                </a:lnTo>
                <a:lnTo>
                  <a:pt x="20370" y="2781"/>
                </a:lnTo>
                <a:close/>
              </a:path>
              <a:path w="58419" h="16509">
                <a:moveTo>
                  <a:pt x="21386" y="3251"/>
                </a:moveTo>
                <a:lnTo>
                  <a:pt x="21285" y="2984"/>
                </a:lnTo>
                <a:lnTo>
                  <a:pt x="21043" y="2984"/>
                </a:lnTo>
                <a:lnTo>
                  <a:pt x="21272" y="3111"/>
                </a:lnTo>
                <a:lnTo>
                  <a:pt x="20828" y="3467"/>
                </a:lnTo>
                <a:lnTo>
                  <a:pt x="21183" y="3632"/>
                </a:lnTo>
                <a:lnTo>
                  <a:pt x="21132" y="3378"/>
                </a:lnTo>
                <a:lnTo>
                  <a:pt x="21374" y="3467"/>
                </a:lnTo>
                <a:lnTo>
                  <a:pt x="21386" y="3251"/>
                </a:lnTo>
                <a:close/>
              </a:path>
              <a:path w="58419" h="16509">
                <a:moveTo>
                  <a:pt x="21932" y="5473"/>
                </a:moveTo>
                <a:lnTo>
                  <a:pt x="21678" y="5346"/>
                </a:lnTo>
                <a:lnTo>
                  <a:pt x="21704" y="5562"/>
                </a:lnTo>
                <a:lnTo>
                  <a:pt x="21082" y="5537"/>
                </a:lnTo>
                <a:lnTo>
                  <a:pt x="21361" y="5715"/>
                </a:lnTo>
                <a:lnTo>
                  <a:pt x="21640" y="5930"/>
                </a:lnTo>
                <a:lnTo>
                  <a:pt x="21526" y="5651"/>
                </a:lnTo>
                <a:lnTo>
                  <a:pt x="21932" y="5473"/>
                </a:lnTo>
                <a:close/>
              </a:path>
              <a:path w="58419" h="16509">
                <a:moveTo>
                  <a:pt x="23279" y="10756"/>
                </a:moveTo>
                <a:lnTo>
                  <a:pt x="23126" y="10617"/>
                </a:lnTo>
                <a:lnTo>
                  <a:pt x="22796" y="10452"/>
                </a:lnTo>
                <a:lnTo>
                  <a:pt x="22783" y="10617"/>
                </a:lnTo>
                <a:lnTo>
                  <a:pt x="22555" y="10515"/>
                </a:lnTo>
                <a:lnTo>
                  <a:pt x="22580" y="10731"/>
                </a:lnTo>
                <a:lnTo>
                  <a:pt x="22745" y="10947"/>
                </a:lnTo>
                <a:lnTo>
                  <a:pt x="22771" y="10706"/>
                </a:lnTo>
                <a:lnTo>
                  <a:pt x="22961" y="10655"/>
                </a:lnTo>
                <a:lnTo>
                  <a:pt x="22796" y="10998"/>
                </a:lnTo>
                <a:lnTo>
                  <a:pt x="23279" y="10756"/>
                </a:lnTo>
                <a:close/>
              </a:path>
              <a:path w="58419" h="16509">
                <a:moveTo>
                  <a:pt x="23393" y="10845"/>
                </a:moveTo>
                <a:lnTo>
                  <a:pt x="23215" y="10972"/>
                </a:lnTo>
                <a:lnTo>
                  <a:pt x="23012" y="11163"/>
                </a:lnTo>
                <a:lnTo>
                  <a:pt x="23393" y="11303"/>
                </a:lnTo>
                <a:lnTo>
                  <a:pt x="23393" y="10845"/>
                </a:lnTo>
                <a:close/>
              </a:path>
              <a:path w="58419" h="16509">
                <a:moveTo>
                  <a:pt x="25603" y="13652"/>
                </a:moveTo>
                <a:lnTo>
                  <a:pt x="25247" y="13525"/>
                </a:lnTo>
                <a:lnTo>
                  <a:pt x="24358" y="13347"/>
                </a:lnTo>
                <a:lnTo>
                  <a:pt x="24536" y="13741"/>
                </a:lnTo>
                <a:lnTo>
                  <a:pt x="24866" y="13487"/>
                </a:lnTo>
                <a:lnTo>
                  <a:pt x="24917" y="13690"/>
                </a:lnTo>
                <a:lnTo>
                  <a:pt x="24904" y="13893"/>
                </a:lnTo>
                <a:lnTo>
                  <a:pt x="25171" y="13627"/>
                </a:lnTo>
                <a:lnTo>
                  <a:pt x="25412" y="13944"/>
                </a:lnTo>
                <a:lnTo>
                  <a:pt x="25603" y="13652"/>
                </a:lnTo>
                <a:close/>
              </a:path>
              <a:path w="58419" h="16509">
                <a:moveTo>
                  <a:pt x="26428" y="558"/>
                </a:moveTo>
                <a:lnTo>
                  <a:pt x="26365" y="152"/>
                </a:lnTo>
                <a:lnTo>
                  <a:pt x="26225" y="190"/>
                </a:lnTo>
                <a:lnTo>
                  <a:pt x="25895" y="0"/>
                </a:lnTo>
                <a:lnTo>
                  <a:pt x="25882" y="203"/>
                </a:lnTo>
                <a:lnTo>
                  <a:pt x="26047" y="330"/>
                </a:lnTo>
                <a:lnTo>
                  <a:pt x="26225" y="635"/>
                </a:lnTo>
                <a:lnTo>
                  <a:pt x="26428" y="558"/>
                </a:lnTo>
                <a:close/>
              </a:path>
              <a:path w="58419" h="16509">
                <a:moveTo>
                  <a:pt x="29718" y="6172"/>
                </a:moveTo>
                <a:lnTo>
                  <a:pt x="29527" y="6019"/>
                </a:lnTo>
                <a:lnTo>
                  <a:pt x="29311" y="6197"/>
                </a:lnTo>
                <a:lnTo>
                  <a:pt x="29311" y="6375"/>
                </a:lnTo>
                <a:lnTo>
                  <a:pt x="29451" y="6845"/>
                </a:lnTo>
                <a:lnTo>
                  <a:pt x="29565" y="6604"/>
                </a:lnTo>
                <a:lnTo>
                  <a:pt x="29692" y="6426"/>
                </a:lnTo>
                <a:lnTo>
                  <a:pt x="29718" y="6172"/>
                </a:lnTo>
                <a:close/>
              </a:path>
              <a:path w="58419" h="16509">
                <a:moveTo>
                  <a:pt x="31153" y="7937"/>
                </a:moveTo>
                <a:lnTo>
                  <a:pt x="31000" y="7785"/>
                </a:lnTo>
                <a:lnTo>
                  <a:pt x="30784" y="7797"/>
                </a:lnTo>
                <a:lnTo>
                  <a:pt x="30772" y="8102"/>
                </a:lnTo>
                <a:lnTo>
                  <a:pt x="30759" y="8369"/>
                </a:lnTo>
                <a:lnTo>
                  <a:pt x="30937" y="8496"/>
                </a:lnTo>
                <a:lnTo>
                  <a:pt x="31051" y="8216"/>
                </a:lnTo>
                <a:lnTo>
                  <a:pt x="31153" y="7937"/>
                </a:lnTo>
                <a:close/>
              </a:path>
              <a:path w="58419" h="16509">
                <a:moveTo>
                  <a:pt x="31546" y="1358"/>
                </a:moveTo>
                <a:lnTo>
                  <a:pt x="31140" y="1435"/>
                </a:lnTo>
                <a:lnTo>
                  <a:pt x="31051" y="1727"/>
                </a:lnTo>
                <a:lnTo>
                  <a:pt x="31419" y="1663"/>
                </a:lnTo>
                <a:lnTo>
                  <a:pt x="31546" y="1358"/>
                </a:lnTo>
                <a:close/>
              </a:path>
              <a:path w="58419" h="16509">
                <a:moveTo>
                  <a:pt x="31775" y="6692"/>
                </a:moveTo>
                <a:lnTo>
                  <a:pt x="31432" y="6388"/>
                </a:lnTo>
                <a:lnTo>
                  <a:pt x="31216" y="6045"/>
                </a:lnTo>
                <a:lnTo>
                  <a:pt x="30772" y="6032"/>
                </a:lnTo>
                <a:lnTo>
                  <a:pt x="30568" y="6197"/>
                </a:lnTo>
                <a:lnTo>
                  <a:pt x="30708" y="6388"/>
                </a:lnTo>
                <a:lnTo>
                  <a:pt x="30734" y="6616"/>
                </a:lnTo>
                <a:lnTo>
                  <a:pt x="31076" y="6718"/>
                </a:lnTo>
                <a:lnTo>
                  <a:pt x="30886" y="6159"/>
                </a:lnTo>
                <a:lnTo>
                  <a:pt x="31242" y="6261"/>
                </a:lnTo>
                <a:lnTo>
                  <a:pt x="31343" y="6413"/>
                </a:lnTo>
                <a:lnTo>
                  <a:pt x="31559" y="6934"/>
                </a:lnTo>
                <a:lnTo>
                  <a:pt x="31775" y="6692"/>
                </a:lnTo>
                <a:close/>
              </a:path>
              <a:path w="58419" h="16509">
                <a:moveTo>
                  <a:pt x="36436" y="7289"/>
                </a:moveTo>
                <a:lnTo>
                  <a:pt x="35547" y="7505"/>
                </a:lnTo>
                <a:lnTo>
                  <a:pt x="35687" y="7670"/>
                </a:lnTo>
                <a:lnTo>
                  <a:pt x="36309" y="7645"/>
                </a:lnTo>
                <a:lnTo>
                  <a:pt x="36436" y="7289"/>
                </a:lnTo>
                <a:close/>
              </a:path>
              <a:path w="58419" h="16509">
                <a:moveTo>
                  <a:pt x="37299" y="15722"/>
                </a:moveTo>
                <a:lnTo>
                  <a:pt x="36969" y="15684"/>
                </a:lnTo>
                <a:lnTo>
                  <a:pt x="37058" y="15989"/>
                </a:lnTo>
                <a:lnTo>
                  <a:pt x="37299" y="15722"/>
                </a:lnTo>
                <a:close/>
              </a:path>
              <a:path w="58419" h="16509">
                <a:moveTo>
                  <a:pt x="38074" y="16179"/>
                </a:moveTo>
                <a:lnTo>
                  <a:pt x="37515" y="15633"/>
                </a:lnTo>
                <a:lnTo>
                  <a:pt x="37922" y="16357"/>
                </a:lnTo>
                <a:lnTo>
                  <a:pt x="38074" y="16179"/>
                </a:lnTo>
                <a:close/>
              </a:path>
              <a:path w="58419" h="16509">
                <a:moveTo>
                  <a:pt x="38950" y="15138"/>
                </a:moveTo>
                <a:lnTo>
                  <a:pt x="36652" y="13436"/>
                </a:lnTo>
                <a:lnTo>
                  <a:pt x="35280" y="13436"/>
                </a:lnTo>
                <a:lnTo>
                  <a:pt x="35458" y="15138"/>
                </a:lnTo>
                <a:lnTo>
                  <a:pt x="35814" y="15138"/>
                </a:lnTo>
                <a:lnTo>
                  <a:pt x="35636" y="15278"/>
                </a:lnTo>
                <a:lnTo>
                  <a:pt x="36169" y="15163"/>
                </a:lnTo>
                <a:lnTo>
                  <a:pt x="36537" y="15659"/>
                </a:lnTo>
                <a:lnTo>
                  <a:pt x="36677" y="15570"/>
                </a:lnTo>
                <a:lnTo>
                  <a:pt x="36372" y="15316"/>
                </a:lnTo>
                <a:lnTo>
                  <a:pt x="36182" y="15138"/>
                </a:lnTo>
                <a:lnTo>
                  <a:pt x="38950" y="15138"/>
                </a:lnTo>
                <a:close/>
              </a:path>
              <a:path w="58419" h="16509">
                <a:moveTo>
                  <a:pt x="40233" y="2082"/>
                </a:moveTo>
                <a:lnTo>
                  <a:pt x="39306" y="1574"/>
                </a:lnTo>
                <a:lnTo>
                  <a:pt x="39268" y="2108"/>
                </a:lnTo>
                <a:lnTo>
                  <a:pt x="39674" y="2019"/>
                </a:lnTo>
                <a:lnTo>
                  <a:pt x="39598" y="2362"/>
                </a:lnTo>
                <a:lnTo>
                  <a:pt x="39814" y="2463"/>
                </a:lnTo>
                <a:lnTo>
                  <a:pt x="40233" y="2082"/>
                </a:lnTo>
                <a:close/>
              </a:path>
              <a:path w="58419" h="16509">
                <a:moveTo>
                  <a:pt x="42570" y="7696"/>
                </a:moveTo>
                <a:close/>
              </a:path>
              <a:path w="58419" h="16509">
                <a:moveTo>
                  <a:pt x="42773" y="7162"/>
                </a:moveTo>
                <a:lnTo>
                  <a:pt x="42392" y="7112"/>
                </a:lnTo>
                <a:lnTo>
                  <a:pt x="42252" y="7442"/>
                </a:lnTo>
                <a:lnTo>
                  <a:pt x="42354" y="7569"/>
                </a:lnTo>
                <a:lnTo>
                  <a:pt x="42545" y="7683"/>
                </a:lnTo>
                <a:lnTo>
                  <a:pt x="42672" y="7429"/>
                </a:lnTo>
                <a:lnTo>
                  <a:pt x="42265" y="7429"/>
                </a:lnTo>
                <a:lnTo>
                  <a:pt x="42773" y="7162"/>
                </a:lnTo>
                <a:close/>
              </a:path>
              <a:path w="58419" h="16509">
                <a:moveTo>
                  <a:pt x="42900" y="8674"/>
                </a:moveTo>
                <a:lnTo>
                  <a:pt x="40081" y="7632"/>
                </a:lnTo>
                <a:lnTo>
                  <a:pt x="40398" y="8674"/>
                </a:lnTo>
                <a:lnTo>
                  <a:pt x="42900" y="8674"/>
                </a:lnTo>
                <a:close/>
              </a:path>
              <a:path w="58419" h="16509">
                <a:moveTo>
                  <a:pt x="43319" y="9842"/>
                </a:moveTo>
                <a:lnTo>
                  <a:pt x="42837" y="9804"/>
                </a:lnTo>
                <a:lnTo>
                  <a:pt x="42811" y="10096"/>
                </a:lnTo>
                <a:lnTo>
                  <a:pt x="43053" y="10096"/>
                </a:lnTo>
                <a:lnTo>
                  <a:pt x="43218" y="10033"/>
                </a:lnTo>
                <a:lnTo>
                  <a:pt x="43319" y="9842"/>
                </a:lnTo>
                <a:close/>
              </a:path>
              <a:path w="58419" h="16509">
                <a:moveTo>
                  <a:pt x="44500" y="11607"/>
                </a:moveTo>
                <a:lnTo>
                  <a:pt x="44221" y="11671"/>
                </a:lnTo>
                <a:lnTo>
                  <a:pt x="44259" y="11468"/>
                </a:lnTo>
                <a:lnTo>
                  <a:pt x="43967" y="11366"/>
                </a:lnTo>
                <a:lnTo>
                  <a:pt x="43865" y="11607"/>
                </a:lnTo>
                <a:lnTo>
                  <a:pt x="44119" y="11569"/>
                </a:lnTo>
                <a:lnTo>
                  <a:pt x="44119" y="11760"/>
                </a:lnTo>
                <a:lnTo>
                  <a:pt x="44500" y="11607"/>
                </a:lnTo>
                <a:close/>
              </a:path>
              <a:path w="58419" h="16509">
                <a:moveTo>
                  <a:pt x="44691" y="10985"/>
                </a:moveTo>
                <a:lnTo>
                  <a:pt x="44475" y="10845"/>
                </a:lnTo>
                <a:lnTo>
                  <a:pt x="44386" y="11137"/>
                </a:lnTo>
                <a:lnTo>
                  <a:pt x="43916" y="10934"/>
                </a:lnTo>
                <a:lnTo>
                  <a:pt x="43878" y="11061"/>
                </a:lnTo>
                <a:lnTo>
                  <a:pt x="44056" y="11277"/>
                </a:lnTo>
                <a:lnTo>
                  <a:pt x="44272" y="11290"/>
                </a:lnTo>
                <a:lnTo>
                  <a:pt x="44691" y="10985"/>
                </a:lnTo>
                <a:close/>
              </a:path>
              <a:path w="58419" h="16509">
                <a:moveTo>
                  <a:pt x="45567" y="9232"/>
                </a:moveTo>
                <a:lnTo>
                  <a:pt x="44754" y="8991"/>
                </a:lnTo>
                <a:lnTo>
                  <a:pt x="44818" y="9956"/>
                </a:lnTo>
                <a:lnTo>
                  <a:pt x="44259" y="9931"/>
                </a:lnTo>
                <a:lnTo>
                  <a:pt x="43891" y="9791"/>
                </a:lnTo>
                <a:lnTo>
                  <a:pt x="43891" y="9982"/>
                </a:lnTo>
                <a:lnTo>
                  <a:pt x="44069" y="9956"/>
                </a:lnTo>
                <a:lnTo>
                  <a:pt x="44119" y="10147"/>
                </a:lnTo>
                <a:lnTo>
                  <a:pt x="44246" y="9944"/>
                </a:lnTo>
                <a:lnTo>
                  <a:pt x="44246" y="10172"/>
                </a:lnTo>
                <a:lnTo>
                  <a:pt x="44411" y="10134"/>
                </a:lnTo>
                <a:lnTo>
                  <a:pt x="44234" y="10312"/>
                </a:lnTo>
                <a:lnTo>
                  <a:pt x="44818" y="10160"/>
                </a:lnTo>
                <a:lnTo>
                  <a:pt x="44996" y="9512"/>
                </a:lnTo>
                <a:lnTo>
                  <a:pt x="45491" y="9232"/>
                </a:lnTo>
                <a:close/>
              </a:path>
              <a:path w="58419" h="16509">
                <a:moveTo>
                  <a:pt x="45821" y="4241"/>
                </a:moveTo>
                <a:lnTo>
                  <a:pt x="45669" y="3556"/>
                </a:lnTo>
                <a:lnTo>
                  <a:pt x="45580" y="3683"/>
                </a:lnTo>
                <a:lnTo>
                  <a:pt x="45529" y="4241"/>
                </a:lnTo>
                <a:lnTo>
                  <a:pt x="45821" y="4241"/>
                </a:lnTo>
                <a:close/>
              </a:path>
              <a:path w="58419" h="16509">
                <a:moveTo>
                  <a:pt x="46367" y="3695"/>
                </a:moveTo>
                <a:lnTo>
                  <a:pt x="46228" y="3683"/>
                </a:lnTo>
                <a:lnTo>
                  <a:pt x="45910" y="3873"/>
                </a:lnTo>
                <a:lnTo>
                  <a:pt x="45948" y="3683"/>
                </a:lnTo>
                <a:lnTo>
                  <a:pt x="46088" y="3568"/>
                </a:lnTo>
                <a:lnTo>
                  <a:pt x="46266" y="3492"/>
                </a:lnTo>
                <a:lnTo>
                  <a:pt x="45974" y="3390"/>
                </a:lnTo>
                <a:lnTo>
                  <a:pt x="45859" y="3632"/>
                </a:lnTo>
                <a:lnTo>
                  <a:pt x="45859" y="3937"/>
                </a:lnTo>
                <a:lnTo>
                  <a:pt x="46012" y="4178"/>
                </a:lnTo>
                <a:lnTo>
                  <a:pt x="46316" y="4000"/>
                </a:lnTo>
                <a:lnTo>
                  <a:pt x="46202" y="3759"/>
                </a:lnTo>
                <a:lnTo>
                  <a:pt x="46367" y="3695"/>
                </a:lnTo>
                <a:close/>
              </a:path>
              <a:path w="58419" h="16509">
                <a:moveTo>
                  <a:pt x="46647" y="7962"/>
                </a:moveTo>
                <a:lnTo>
                  <a:pt x="46304" y="7962"/>
                </a:lnTo>
                <a:lnTo>
                  <a:pt x="45948" y="7950"/>
                </a:lnTo>
                <a:lnTo>
                  <a:pt x="46050" y="8216"/>
                </a:lnTo>
                <a:lnTo>
                  <a:pt x="46240" y="8115"/>
                </a:lnTo>
                <a:lnTo>
                  <a:pt x="46342" y="8331"/>
                </a:lnTo>
                <a:lnTo>
                  <a:pt x="46380" y="8128"/>
                </a:lnTo>
                <a:lnTo>
                  <a:pt x="46609" y="8153"/>
                </a:lnTo>
                <a:lnTo>
                  <a:pt x="46647" y="7962"/>
                </a:lnTo>
                <a:close/>
              </a:path>
              <a:path w="58419" h="16509">
                <a:moveTo>
                  <a:pt x="47510" y="11468"/>
                </a:moveTo>
                <a:lnTo>
                  <a:pt x="47332" y="11264"/>
                </a:lnTo>
                <a:lnTo>
                  <a:pt x="47117" y="11277"/>
                </a:lnTo>
                <a:lnTo>
                  <a:pt x="46926" y="11328"/>
                </a:lnTo>
                <a:lnTo>
                  <a:pt x="46824" y="11518"/>
                </a:lnTo>
                <a:lnTo>
                  <a:pt x="47040" y="11531"/>
                </a:lnTo>
                <a:lnTo>
                  <a:pt x="47117" y="11391"/>
                </a:lnTo>
                <a:lnTo>
                  <a:pt x="47396" y="11480"/>
                </a:lnTo>
                <a:close/>
              </a:path>
              <a:path w="58419" h="16509">
                <a:moveTo>
                  <a:pt x="49047" y="12649"/>
                </a:moveTo>
                <a:lnTo>
                  <a:pt x="48653" y="12738"/>
                </a:lnTo>
                <a:lnTo>
                  <a:pt x="48666" y="12446"/>
                </a:lnTo>
                <a:lnTo>
                  <a:pt x="48869" y="12369"/>
                </a:lnTo>
                <a:lnTo>
                  <a:pt x="48501" y="12217"/>
                </a:lnTo>
                <a:lnTo>
                  <a:pt x="48590" y="12712"/>
                </a:lnTo>
                <a:lnTo>
                  <a:pt x="48374" y="12420"/>
                </a:lnTo>
                <a:lnTo>
                  <a:pt x="48310" y="12763"/>
                </a:lnTo>
                <a:lnTo>
                  <a:pt x="48641" y="12750"/>
                </a:lnTo>
                <a:lnTo>
                  <a:pt x="48717" y="12941"/>
                </a:lnTo>
                <a:lnTo>
                  <a:pt x="49009" y="12966"/>
                </a:lnTo>
                <a:lnTo>
                  <a:pt x="49047" y="12649"/>
                </a:lnTo>
                <a:close/>
              </a:path>
              <a:path w="58419" h="16509">
                <a:moveTo>
                  <a:pt x="49339" y="9271"/>
                </a:moveTo>
                <a:lnTo>
                  <a:pt x="49301" y="9017"/>
                </a:lnTo>
                <a:lnTo>
                  <a:pt x="48729" y="8763"/>
                </a:lnTo>
                <a:lnTo>
                  <a:pt x="48882" y="8915"/>
                </a:lnTo>
                <a:lnTo>
                  <a:pt x="49022" y="9499"/>
                </a:lnTo>
                <a:lnTo>
                  <a:pt x="49237" y="9271"/>
                </a:lnTo>
                <a:close/>
              </a:path>
              <a:path w="58419" h="16509">
                <a:moveTo>
                  <a:pt x="51155" y="5778"/>
                </a:moveTo>
                <a:lnTo>
                  <a:pt x="51130" y="5651"/>
                </a:lnTo>
                <a:lnTo>
                  <a:pt x="50711" y="5626"/>
                </a:lnTo>
                <a:lnTo>
                  <a:pt x="50965" y="5778"/>
                </a:lnTo>
                <a:lnTo>
                  <a:pt x="50863" y="6032"/>
                </a:lnTo>
                <a:lnTo>
                  <a:pt x="50939" y="5842"/>
                </a:lnTo>
                <a:lnTo>
                  <a:pt x="50685" y="5842"/>
                </a:lnTo>
                <a:lnTo>
                  <a:pt x="50723" y="5994"/>
                </a:lnTo>
                <a:lnTo>
                  <a:pt x="50520" y="6350"/>
                </a:lnTo>
                <a:lnTo>
                  <a:pt x="50736" y="6350"/>
                </a:lnTo>
                <a:lnTo>
                  <a:pt x="50914" y="6235"/>
                </a:lnTo>
                <a:lnTo>
                  <a:pt x="50914" y="6007"/>
                </a:lnTo>
                <a:lnTo>
                  <a:pt x="51092" y="5969"/>
                </a:lnTo>
                <a:lnTo>
                  <a:pt x="51155" y="5778"/>
                </a:lnTo>
                <a:close/>
              </a:path>
              <a:path w="58419" h="16509">
                <a:moveTo>
                  <a:pt x="51320" y="6337"/>
                </a:moveTo>
                <a:lnTo>
                  <a:pt x="51155" y="5969"/>
                </a:lnTo>
                <a:lnTo>
                  <a:pt x="50927" y="6235"/>
                </a:lnTo>
                <a:lnTo>
                  <a:pt x="51117" y="6273"/>
                </a:lnTo>
                <a:lnTo>
                  <a:pt x="51320" y="6337"/>
                </a:lnTo>
                <a:close/>
              </a:path>
              <a:path w="58419" h="16509">
                <a:moveTo>
                  <a:pt x="51701" y="10452"/>
                </a:moveTo>
                <a:lnTo>
                  <a:pt x="51435" y="10464"/>
                </a:lnTo>
                <a:lnTo>
                  <a:pt x="50774" y="10972"/>
                </a:lnTo>
                <a:lnTo>
                  <a:pt x="51206" y="10896"/>
                </a:lnTo>
                <a:lnTo>
                  <a:pt x="51282" y="10756"/>
                </a:lnTo>
                <a:lnTo>
                  <a:pt x="51650" y="10960"/>
                </a:lnTo>
                <a:lnTo>
                  <a:pt x="51701" y="10744"/>
                </a:lnTo>
                <a:lnTo>
                  <a:pt x="51701" y="10452"/>
                </a:lnTo>
                <a:close/>
              </a:path>
              <a:path w="58419" h="16509">
                <a:moveTo>
                  <a:pt x="51892" y="8013"/>
                </a:moveTo>
                <a:lnTo>
                  <a:pt x="51739" y="8229"/>
                </a:lnTo>
                <a:lnTo>
                  <a:pt x="51765" y="8382"/>
                </a:lnTo>
                <a:lnTo>
                  <a:pt x="51498" y="8661"/>
                </a:lnTo>
                <a:lnTo>
                  <a:pt x="51879" y="8597"/>
                </a:lnTo>
                <a:lnTo>
                  <a:pt x="51879" y="8255"/>
                </a:lnTo>
                <a:lnTo>
                  <a:pt x="51892" y="8013"/>
                </a:lnTo>
                <a:close/>
              </a:path>
              <a:path w="58419" h="16509">
                <a:moveTo>
                  <a:pt x="52514" y="11315"/>
                </a:moveTo>
                <a:lnTo>
                  <a:pt x="52146" y="11252"/>
                </a:lnTo>
                <a:lnTo>
                  <a:pt x="51752" y="11684"/>
                </a:lnTo>
                <a:lnTo>
                  <a:pt x="51968" y="11506"/>
                </a:lnTo>
                <a:lnTo>
                  <a:pt x="52400" y="11658"/>
                </a:lnTo>
                <a:lnTo>
                  <a:pt x="52514" y="11315"/>
                </a:lnTo>
                <a:close/>
              </a:path>
              <a:path w="58419" h="16509">
                <a:moveTo>
                  <a:pt x="52781" y="14097"/>
                </a:moveTo>
                <a:lnTo>
                  <a:pt x="52120" y="14401"/>
                </a:lnTo>
                <a:lnTo>
                  <a:pt x="51701" y="14947"/>
                </a:lnTo>
                <a:lnTo>
                  <a:pt x="51358" y="15100"/>
                </a:lnTo>
                <a:lnTo>
                  <a:pt x="51104" y="15100"/>
                </a:lnTo>
                <a:lnTo>
                  <a:pt x="51079" y="15227"/>
                </a:lnTo>
                <a:lnTo>
                  <a:pt x="51015" y="15608"/>
                </a:lnTo>
                <a:lnTo>
                  <a:pt x="51422" y="15392"/>
                </a:lnTo>
                <a:lnTo>
                  <a:pt x="52628" y="15062"/>
                </a:lnTo>
                <a:lnTo>
                  <a:pt x="52730" y="14478"/>
                </a:lnTo>
                <a:lnTo>
                  <a:pt x="52387" y="15074"/>
                </a:lnTo>
                <a:lnTo>
                  <a:pt x="51892" y="15087"/>
                </a:lnTo>
                <a:lnTo>
                  <a:pt x="52184" y="14478"/>
                </a:lnTo>
                <a:lnTo>
                  <a:pt x="52781" y="14097"/>
                </a:lnTo>
                <a:close/>
              </a:path>
              <a:path w="58419" h="16509">
                <a:moveTo>
                  <a:pt x="57010" y="12750"/>
                </a:moveTo>
                <a:lnTo>
                  <a:pt x="56705" y="12954"/>
                </a:lnTo>
                <a:lnTo>
                  <a:pt x="56489" y="13042"/>
                </a:lnTo>
                <a:lnTo>
                  <a:pt x="56413" y="12839"/>
                </a:lnTo>
                <a:lnTo>
                  <a:pt x="56476" y="13144"/>
                </a:lnTo>
                <a:lnTo>
                  <a:pt x="56718" y="13144"/>
                </a:lnTo>
                <a:lnTo>
                  <a:pt x="56794" y="12992"/>
                </a:lnTo>
                <a:lnTo>
                  <a:pt x="56959" y="13169"/>
                </a:lnTo>
                <a:lnTo>
                  <a:pt x="57010" y="12750"/>
                </a:lnTo>
                <a:close/>
              </a:path>
              <a:path w="58419" h="16509">
                <a:moveTo>
                  <a:pt x="57861" y="15989"/>
                </a:moveTo>
                <a:lnTo>
                  <a:pt x="57619" y="15951"/>
                </a:lnTo>
                <a:lnTo>
                  <a:pt x="57531" y="16129"/>
                </a:lnTo>
                <a:lnTo>
                  <a:pt x="57658" y="16256"/>
                </a:lnTo>
                <a:lnTo>
                  <a:pt x="57442" y="16433"/>
                </a:lnTo>
                <a:lnTo>
                  <a:pt x="57696" y="16433"/>
                </a:lnTo>
                <a:lnTo>
                  <a:pt x="57772" y="16217"/>
                </a:lnTo>
                <a:lnTo>
                  <a:pt x="57861" y="15989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bg object 188"/>
          <p:cNvSpPr/>
          <p:nvPr/>
        </p:nvSpPr>
        <p:spPr>
          <a:xfrm>
            <a:off x="1948713" y="870991"/>
            <a:ext cx="81280" cy="32384"/>
          </a:xfrm>
          <a:custGeom>
            <a:avLst/>
            <a:gdLst/>
            <a:ahLst/>
            <a:cxnLst/>
            <a:rect l="l" t="t" r="r" b="b"/>
            <a:pathLst>
              <a:path w="81280" h="32384">
                <a:moveTo>
                  <a:pt x="495" y="17106"/>
                </a:moveTo>
                <a:lnTo>
                  <a:pt x="0" y="17157"/>
                </a:lnTo>
                <a:lnTo>
                  <a:pt x="101" y="17360"/>
                </a:lnTo>
                <a:lnTo>
                  <a:pt x="127" y="17170"/>
                </a:lnTo>
                <a:lnTo>
                  <a:pt x="444" y="17297"/>
                </a:lnTo>
                <a:lnTo>
                  <a:pt x="495" y="17106"/>
                </a:lnTo>
                <a:close/>
              </a:path>
              <a:path w="81280" h="32384">
                <a:moveTo>
                  <a:pt x="901" y="15443"/>
                </a:moveTo>
                <a:lnTo>
                  <a:pt x="889" y="15316"/>
                </a:lnTo>
                <a:lnTo>
                  <a:pt x="469" y="15290"/>
                </a:lnTo>
                <a:lnTo>
                  <a:pt x="723" y="15443"/>
                </a:lnTo>
                <a:lnTo>
                  <a:pt x="482" y="15481"/>
                </a:lnTo>
                <a:lnTo>
                  <a:pt x="241" y="15570"/>
                </a:lnTo>
                <a:lnTo>
                  <a:pt x="304" y="15976"/>
                </a:lnTo>
                <a:lnTo>
                  <a:pt x="660" y="16078"/>
                </a:lnTo>
                <a:lnTo>
                  <a:pt x="660" y="15684"/>
                </a:lnTo>
                <a:lnTo>
                  <a:pt x="901" y="15646"/>
                </a:lnTo>
                <a:lnTo>
                  <a:pt x="901" y="15443"/>
                </a:lnTo>
                <a:close/>
              </a:path>
              <a:path w="81280" h="32384">
                <a:moveTo>
                  <a:pt x="1193" y="16776"/>
                </a:moveTo>
                <a:lnTo>
                  <a:pt x="990" y="16751"/>
                </a:lnTo>
                <a:lnTo>
                  <a:pt x="825" y="16637"/>
                </a:lnTo>
                <a:lnTo>
                  <a:pt x="609" y="16103"/>
                </a:lnTo>
                <a:lnTo>
                  <a:pt x="342" y="16395"/>
                </a:lnTo>
                <a:lnTo>
                  <a:pt x="609" y="16446"/>
                </a:lnTo>
                <a:lnTo>
                  <a:pt x="889" y="16738"/>
                </a:lnTo>
                <a:lnTo>
                  <a:pt x="673" y="16916"/>
                </a:lnTo>
                <a:lnTo>
                  <a:pt x="1054" y="16916"/>
                </a:lnTo>
                <a:lnTo>
                  <a:pt x="1193" y="16776"/>
                </a:lnTo>
                <a:close/>
              </a:path>
              <a:path w="81280" h="32384">
                <a:moveTo>
                  <a:pt x="1295" y="16281"/>
                </a:moveTo>
                <a:lnTo>
                  <a:pt x="1028" y="16281"/>
                </a:lnTo>
                <a:lnTo>
                  <a:pt x="914" y="16433"/>
                </a:lnTo>
                <a:lnTo>
                  <a:pt x="1193" y="16776"/>
                </a:lnTo>
                <a:lnTo>
                  <a:pt x="1295" y="16281"/>
                </a:lnTo>
                <a:close/>
              </a:path>
              <a:path w="81280" h="32384">
                <a:moveTo>
                  <a:pt x="3162" y="3187"/>
                </a:moveTo>
                <a:lnTo>
                  <a:pt x="3035" y="3022"/>
                </a:lnTo>
                <a:lnTo>
                  <a:pt x="2971" y="3378"/>
                </a:lnTo>
                <a:lnTo>
                  <a:pt x="2374" y="3111"/>
                </a:lnTo>
                <a:lnTo>
                  <a:pt x="2501" y="3683"/>
                </a:lnTo>
                <a:lnTo>
                  <a:pt x="2832" y="3721"/>
                </a:lnTo>
                <a:lnTo>
                  <a:pt x="3162" y="3187"/>
                </a:lnTo>
                <a:close/>
              </a:path>
              <a:path w="81280" h="32384">
                <a:moveTo>
                  <a:pt x="9220" y="1295"/>
                </a:moveTo>
                <a:lnTo>
                  <a:pt x="8775" y="1104"/>
                </a:lnTo>
                <a:lnTo>
                  <a:pt x="8483" y="1854"/>
                </a:lnTo>
                <a:lnTo>
                  <a:pt x="8813" y="1663"/>
                </a:lnTo>
                <a:lnTo>
                  <a:pt x="8978" y="1549"/>
                </a:lnTo>
                <a:lnTo>
                  <a:pt x="9080" y="1409"/>
                </a:lnTo>
                <a:lnTo>
                  <a:pt x="9220" y="1295"/>
                </a:lnTo>
                <a:close/>
              </a:path>
              <a:path w="81280" h="32384">
                <a:moveTo>
                  <a:pt x="9804" y="3086"/>
                </a:moveTo>
                <a:lnTo>
                  <a:pt x="9677" y="2730"/>
                </a:lnTo>
                <a:lnTo>
                  <a:pt x="9385" y="2705"/>
                </a:lnTo>
                <a:lnTo>
                  <a:pt x="9321" y="3670"/>
                </a:lnTo>
                <a:lnTo>
                  <a:pt x="9525" y="3403"/>
                </a:lnTo>
                <a:lnTo>
                  <a:pt x="9321" y="3289"/>
                </a:lnTo>
                <a:lnTo>
                  <a:pt x="9804" y="3086"/>
                </a:lnTo>
                <a:close/>
              </a:path>
              <a:path w="81280" h="32384">
                <a:moveTo>
                  <a:pt x="11430" y="9156"/>
                </a:moveTo>
                <a:lnTo>
                  <a:pt x="11074" y="8978"/>
                </a:lnTo>
                <a:lnTo>
                  <a:pt x="11036" y="9321"/>
                </a:lnTo>
                <a:lnTo>
                  <a:pt x="11315" y="9448"/>
                </a:lnTo>
                <a:lnTo>
                  <a:pt x="11315" y="9258"/>
                </a:lnTo>
                <a:close/>
              </a:path>
              <a:path w="81280" h="32384">
                <a:moveTo>
                  <a:pt x="11506" y="8382"/>
                </a:moveTo>
                <a:lnTo>
                  <a:pt x="10756" y="8559"/>
                </a:lnTo>
                <a:lnTo>
                  <a:pt x="10274" y="8636"/>
                </a:lnTo>
                <a:lnTo>
                  <a:pt x="9740" y="8813"/>
                </a:lnTo>
                <a:lnTo>
                  <a:pt x="9715" y="9118"/>
                </a:lnTo>
                <a:lnTo>
                  <a:pt x="9956" y="9296"/>
                </a:lnTo>
                <a:lnTo>
                  <a:pt x="10147" y="9652"/>
                </a:lnTo>
                <a:lnTo>
                  <a:pt x="10172" y="9055"/>
                </a:lnTo>
                <a:lnTo>
                  <a:pt x="10782" y="9550"/>
                </a:lnTo>
                <a:lnTo>
                  <a:pt x="10947" y="9321"/>
                </a:lnTo>
                <a:lnTo>
                  <a:pt x="10718" y="9321"/>
                </a:lnTo>
                <a:lnTo>
                  <a:pt x="10668" y="9144"/>
                </a:lnTo>
                <a:lnTo>
                  <a:pt x="10591" y="8991"/>
                </a:lnTo>
                <a:lnTo>
                  <a:pt x="11010" y="8940"/>
                </a:lnTo>
                <a:lnTo>
                  <a:pt x="10985" y="8521"/>
                </a:lnTo>
                <a:lnTo>
                  <a:pt x="11417" y="8674"/>
                </a:lnTo>
                <a:lnTo>
                  <a:pt x="11506" y="8382"/>
                </a:lnTo>
                <a:close/>
              </a:path>
              <a:path w="81280" h="32384">
                <a:moveTo>
                  <a:pt x="13931" y="2692"/>
                </a:moveTo>
                <a:lnTo>
                  <a:pt x="13703" y="2768"/>
                </a:lnTo>
                <a:lnTo>
                  <a:pt x="13550" y="2324"/>
                </a:lnTo>
                <a:lnTo>
                  <a:pt x="13474" y="2540"/>
                </a:lnTo>
                <a:lnTo>
                  <a:pt x="13500" y="3136"/>
                </a:lnTo>
                <a:lnTo>
                  <a:pt x="13881" y="3187"/>
                </a:lnTo>
                <a:lnTo>
                  <a:pt x="13931" y="2692"/>
                </a:lnTo>
                <a:close/>
              </a:path>
              <a:path w="81280" h="32384">
                <a:moveTo>
                  <a:pt x="15278" y="4673"/>
                </a:moveTo>
                <a:lnTo>
                  <a:pt x="15113" y="4470"/>
                </a:lnTo>
                <a:lnTo>
                  <a:pt x="14795" y="4635"/>
                </a:lnTo>
                <a:lnTo>
                  <a:pt x="14871" y="4330"/>
                </a:lnTo>
                <a:lnTo>
                  <a:pt x="14566" y="4343"/>
                </a:lnTo>
                <a:lnTo>
                  <a:pt x="14541" y="4127"/>
                </a:lnTo>
                <a:lnTo>
                  <a:pt x="14376" y="4102"/>
                </a:lnTo>
                <a:lnTo>
                  <a:pt x="14681" y="4495"/>
                </a:lnTo>
                <a:lnTo>
                  <a:pt x="14351" y="4991"/>
                </a:lnTo>
                <a:lnTo>
                  <a:pt x="14554" y="5308"/>
                </a:lnTo>
                <a:lnTo>
                  <a:pt x="14998" y="4838"/>
                </a:lnTo>
                <a:lnTo>
                  <a:pt x="15278" y="4673"/>
                </a:lnTo>
                <a:close/>
              </a:path>
              <a:path w="81280" h="32384">
                <a:moveTo>
                  <a:pt x="18059" y="1879"/>
                </a:moveTo>
                <a:lnTo>
                  <a:pt x="17856" y="1549"/>
                </a:lnTo>
                <a:lnTo>
                  <a:pt x="17856" y="1270"/>
                </a:lnTo>
                <a:lnTo>
                  <a:pt x="17551" y="1282"/>
                </a:lnTo>
                <a:lnTo>
                  <a:pt x="17424" y="1130"/>
                </a:lnTo>
                <a:lnTo>
                  <a:pt x="17221" y="1600"/>
                </a:lnTo>
                <a:lnTo>
                  <a:pt x="18059" y="1879"/>
                </a:lnTo>
                <a:close/>
              </a:path>
              <a:path w="81280" h="32384">
                <a:moveTo>
                  <a:pt x="19443" y="7772"/>
                </a:moveTo>
                <a:lnTo>
                  <a:pt x="19354" y="7429"/>
                </a:lnTo>
                <a:lnTo>
                  <a:pt x="19126" y="6718"/>
                </a:lnTo>
                <a:lnTo>
                  <a:pt x="18745" y="6934"/>
                </a:lnTo>
                <a:lnTo>
                  <a:pt x="19075" y="7137"/>
                </a:lnTo>
                <a:lnTo>
                  <a:pt x="19164" y="7543"/>
                </a:lnTo>
                <a:lnTo>
                  <a:pt x="19443" y="7772"/>
                </a:lnTo>
                <a:close/>
              </a:path>
              <a:path w="81280" h="32384">
                <a:moveTo>
                  <a:pt x="20154" y="63"/>
                </a:moveTo>
                <a:close/>
              </a:path>
              <a:path w="81280" h="32384">
                <a:moveTo>
                  <a:pt x="20510" y="17881"/>
                </a:moveTo>
                <a:lnTo>
                  <a:pt x="20167" y="17564"/>
                </a:lnTo>
                <a:lnTo>
                  <a:pt x="20053" y="17691"/>
                </a:lnTo>
                <a:lnTo>
                  <a:pt x="20002" y="17830"/>
                </a:lnTo>
                <a:lnTo>
                  <a:pt x="20015" y="18059"/>
                </a:lnTo>
                <a:lnTo>
                  <a:pt x="20307" y="18186"/>
                </a:lnTo>
                <a:lnTo>
                  <a:pt x="20269" y="17919"/>
                </a:lnTo>
                <a:lnTo>
                  <a:pt x="20408" y="17881"/>
                </a:lnTo>
                <a:close/>
              </a:path>
              <a:path w="81280" h="32384">
                <a:moveTo>
                  <a:pt x="21348" y="647"/>
                </a:moveTo>
                <a:lnTo>
                  <a:pt x="20485" y="101"/>
                </a:lnTo>
                <a:lnTo>
                  <a:pt x="20675" y="38"/>
                </a:lnTo>
                <a:lnTo>
                  <a:pt x="20332" y="63"/>
                </a:lnTo>
                <a:lnTo>
                  <a:pt x="20154" y="63"/>
                </a:lnTo>
                <a:lnTo>
                  <a:pt x="20485" y="368"/>
                </a:lnTo>
                <a:lnTo>
                  <a:pt x="21348" y="647"/>
                </a:lnTo>
                <a:close/>
              </a:path>
              <a:path w="81280" h="32384">
                <a:moveTo>
                  <a:pt x="22606" y="29425"/>
                </a:moveTo>
                <a:lnTo>
                  <a:pt x="22250" y="29400"/>
                </a:lnTo>
                <a:lnTo>
                  <a:pt x="22263" y="29095"/>
                </a:lnTo>
                <a:lnTo>
                  <a:pt x="21869" y="29083"/>
                </a:lnTo>
                <a:lnTo>
                  <a:pt x="21882" y="29489"/>
                </a:lnTo>
                <a:lnTo>
                  <a:pt x="22288" y="29514"/>
                </a:lnTo>
                <a:lnTo>
                  <a:pt x="22606" y="29425"/>
                </a:lnTo>
                <a:close/>
              </a:path>
              <a:path w="81280" h="32384">
                <a:moveTo>
                  <a:pt x="23253" y="25158"/>
                </a:moveTo>
                <a:lnTo>
                  <a:pt x="22987" y="25082"/>
                </a:lnTo>
                <a:lnTo>
                  <a:pt x="23164" y="25425"/>
                </a:lnTo>
                <a:lnTo>
                  <a:pt x="22923" y="25590"/>
                </a:lnTo>
                <a:lnTo>
                  <a:pt x="22593" y="25666"/>
                </a:lnTo>
                <a:lnTo>
                  <a:pt x="22910" y="25882"/>
                </a:lnTo>
                <a:lnTo>
                  <a:pt x="22847" y="25641"/>
                </a:lnTo>
                <a:lnTo>
                  <a:pt x="23152" y="25730"/>
                </a:lnTo>
                <a:lnTo>
                  <a:pt x="23190" y="25450"/>
                </a:lnTo>
                <a:lnTo>
                  <a:pt x="23253" y="25158"/>
                </a:lnTo>
                <a:close/>
              </a:path>
              <a:path w="81280" h="32384">
                <a:moveTo>
                  <a:pt x="24091" y="25184"/>
                </a:moveTo>
                <a:lnTo>
                  <a:pt x="23850" y="25069"/>
                </a:lnTo>
                <a:lnTo>
                  <a:pt x="23888" y="25349"/>
                </a:lnTo>
                <a:lnTo>
                  <a:pt x="23520" y="25234"/>
                </a:lnTo>
                <a:lnTo>
                  <a:pt x="23596" y="25590"/>
                </a:lnTo>
                <a:lnTo>
                  <a:pt x="23952" y="25742"/>
                </a:lnTo>
                <a:lnTo>
                  <a:pt x="24091" y="25184"/>
                </a:lnTo>
                <a:close/>
              </a:path>
              <a:path w="81280" h="32384">
                <a:moveTo>
                  <a:pt x="25666" y="3378"/>
                </a:moveTo>
                <a:lnTo>
                  <a:pt x="25171" y="2692"/>
                </a:lnTo>
                <a:lnTo>
                  <a:pt x="24917" y="3213"/>
                </a:lnTo>
                <a:lnTo>
                  <a:pt x="25222" y="3263"/>
                </a:lnTo>
                <a:lnTo>
                  <a:pt x="25260" y="3708"/>
                </a:lnTo>
                <a:lnTo>
                  <a:pt x="25666" y="3378"/>
                </a:lnTo>
                <a:close/>
              </a:path>
              <a:path w="81280" h="32384">
                <a:moveTo>
                  <a:pt x="26009" y="3492"/>
                </a:moveTo>
                <a:lnTo>
                  <a:pt x="25958" y="3327"/>
                </a:lnTo>
                <a:lnTo>
                  <a:pt x="25666" y="3378"/>
                </a:lnTo>
                <a:lnTo>
                  <a:pt x="25666" y="3619"/>
                </a:lnTo>
                <a:lnTo>
                  <a:pt x="25869" y="4089"/>
                </a:lnTo>
                <a:lnTo>
                  <a:pt x="26009" y="3898"/>
                </a:lnTo>
                <a:lnTo>
                  <a:pt x="25793" y="3873"/>
                </a:lnTo>
                <a:lnTo>
                  <a:pt x="26009" y="3492"/>
                </a:lnTo>
                <a:close/>
              </a:path>
              <a:path w="81280" h="32384">
                <a:moveTo>
                  <a:pt x="26822" y="63"/>
                </a:moveTo>
                <a:lnTo>
                  <a:pt x="26289" y="101"/>
                </a:lnTo>
                <a:lnTo>
                  <a:pt x="26047" y="190"/>
                </a:lnTo>
                <a:lnTo>
                  <a:pt x="26187" y="317"/>
                </a:lnTo>
                <a:lnTo>
                  <a:pt x="25679" y="660"/>
                </a:lnTo>
                <a:lnTo>
                  <a:pt x="26085" y="876"/>
                </a:lnTo>
                <a:lnTo>
                  <a:pt x="26301" y="660"/>
                </a:lnTo>
                <a:lnTo>
                  <a:pt x="26479" y="419"/>
                </a:lnTo>
                <a:lnTo>
                  <a:pt x="26720" y="241"/>
                </a:lnTo>
                <a:lnTo>
                  <a:pt x="26555" y="431"/>
                </a:lnTo>
                <a:lnTo>
                  <a:pt x="26797" y="444"/>
                </a:lnTo>
                <a:lnTo>
                  <a:pt x="26822" y="63"/>
                </a:lnTo>
                <a:close/>
              </a:path>
              <a:path w="81280" h="32384">
                <a:moveTo>
                  <a:pt x="27622" y="29870"/>
                </a:moveTo>
                <a:lnTo>
                  <a:pt x="27266" y="29806"/>
                </a:lnTo>
                <a:lnTo>
                  <a:pt x="27406" y="30111"/>
                </a:lnTo>
                <a:lnTo>
                  <a:pt x="26949" y="30340"/>
                </a:lnTo>
                <a:lnTo>
                  <a:pt x="27216" y="30454"/>
                </a:lnTo>
                <a:lnTo>
                  <a:pt x="27482" y="30454"/>
                </a:lnTo>
                <a:lnTo>
                  <a:pt x="27622" y="29870"/>
                </a:lnTo>
                <a:close/>
              </a:path>
              <a:path w="81280" h="32384">
                <a:moveTo>
                  <a:pt x="30949" y="22479"/>
                </a:moveTo>
                <a:lnTo>
                  <a:pt x="30708" y="22466"/>
                </a:lnTo>
                <a:lnTo>
                  <a:pt x="30594" y="22783"/>
                </a:lnTo>
                <a:lnTo>
                  <a:pt x="30441" y="22669"/>
                </a:lnTo>
                <a:lnTo>
                  <a:pt x="30175" y="22504"/>
                </a:lnTo>
                <a:lnTo>
                  <a:pt x="30111" y="22847"/>
                </a:lnTo>
                <a:lnTo>
                  <a:pt x="30543" y="22809"/>
                </a:lnTo>
                <a:lnTo>
                  <a:pt x="30784" y="22923"/>
                </a:lnTo>
                <a:lnTo>
                  <a:pt x="30734" y="22796"/>
                </a:lnTo>
                <a:lnTo>
                  <a:pt x="30949" y="22479"/>
                </a:lnTo>
                <a:close/>
              </a:path>
              <a:path w="81280" h="32384">
                <a:moveTo>
                  <a:pt x="31534" y="24841"/>
                </a:moveTo>
                <a:lnTo>
                  <a:pt x="30899" y="24663"/>
                </a:lnTo>
                <a:lnTo>
                  <a:pt x="30734" y="24841"/>
                </a:lnTo>
                <a:lnTo>
                  <a:pt x="30962" y="24942"/>
                </a:lnTo>
                <a:lnTo>
                  <a:pt x="30721" y="25031"/>
                </a:lnTo>
                <a:lnTo>
                  <a:pt x="31115" y="25082"/>
                </a:lnTo>
                <a:lnTo>
                  <a:pt x="31483" y="25082"/>
                </a:lnTo>
                <a:lnTo>
                  <a:pt x="31534" y="24841"/>
                </a:lnTo>
                <a:close/>
              </a:path>
              <a:path w="81280" h="32384">
                <a:moveTo>
                  <a:pt x="31597" y="31457"/>
                </a:moveTo>
                <a:lnTo>
                  <a:pt x="31102" y="31343"/>
                </a:lnTo>
                <a:lnTo>
                  <a:pt x="31178" y="31991"/>
                </a:lnTo>
                <a:lnTo>
                  <a:pt x="31419" y="32067"/>
                </a:lnTo>
                <a:lnTo>
                  <a:pt x="31445" y="31838"/>
                </a:lnTo>
                <a:lnTo>
                  <a:pt x="31419" y="31572"/>
                </a:lnTo>
                <a:lnTo>
                  <a:pt x="31597" y="31457"/>
                </a:lnTo>
                <a:close/>
              </a:path>
              <a:path w="81280" h="32384">
                <a:moveTo>
                  <a:pt x="32245" y="13208"/>
                </a:moveTo>
                <a:lnTo>
                  <a:pt x="32042" y="12992"/>
                </a:lnTo>
                <a:lnTo>
                  <a:pt x="31965" y="13220"/>
                </a:lnTo>
                <a:lnTo>
                  <a:pt x="31432" y="13436"/>
                </a:lnTo>
                <a:lnTo>
                  <a:pt x="31623" y="13652"/>
                </a:lnTo>
                <a:lnTo>
                  <a:pt x="31762" y="13474"/>
                </a:lnTo>
                <a:lnTo>
                  <a:pt x="32245" y="13208"/>
                </a:lnTo>
                <a:close/>
              </a:path>
              <a:path w="81280" h="32384">
                <a:moveTo>
                  <a:pt x="35077" y="30391"/>
                </a:moveTo>
                <a:lnTo>
                  <a:pt x="34848" y="30365"/>
                </a:lnTo>
                <a:lnTo>
                  <a:pt x="34658" y="30492"/>
                </a:lnTo>
                <a:lnTo>
                  <a:pt x="34632" y="30873"/>
                </a:lnTo>
                <a:lnTo>
                  <a:pt x="35013" y="30835"/>
                </a:lnTo>
                <a:lnTo>
                  <a:pt x="35039" y="30594"/>
                </a:lnTo>
                <a:lnTo>
                  <a:pt x="35077" y="30391"/>
                </a:lnTo>
                <a:close/>
              </a:path>
              <a:path w="81280" h="32384">
                <a:moveTo>
                  <a:pt x="35191" y="27520"/>
                </a:moveTo>
                <a:lnTo>
                  <a:pt x="35013" y="27292"/>
                </a:lnTo>
                <a:lnTo>
                  <a:pt x="34988" y="27520"/>
                </a:lnTo>
                <a:lnTo>
                  <a:pt x="34772" y="27584"/>
                </a:lnTo>
                <a:lnTo>
                  <a:pt x="34645" y="27724"/>
                </a:lnTo>
                <a:lnTo>
                  <a:pt x="34429" y="27597"/>
                </a:lnTo>
                <a:lnTo>
                  <a:pt x="34531" y="27774"/>
                </a:lnTo>
                <a:lnTo>
                  <a:pt x="34747" y="27825"/>
                </a:lnTo>
                <a:lnTo>
                  <a:pt x="34963" y="27914"/>
                </a:lnTo>
                <a:lnTo>
                  <a:pt x="35191" y="27800"/>
                </a:lnTo>
                <a:lnTo>
                  <a:pt x="35191" y="27520"/>
                </a:lnTo>
                <a:close/>
              </a:path>
              <a:path w="81280" h="32384">
                <a:moveTo>
                  <a:pt x="38633" y="29502"/>
                </a:moveTo>
                <a:lnTo>
                  <a:pt x="38442" y="29502"/>
                </a:lnTo>
                <a:lnTo>
                  <a:pt x="38290" y="29438"/>
                </a:lnTo>
                <a:lnTo>
                  <a:pt x="38303" y="29705"/>
                </a:lnTo>
                <a:lnTo>
                  <a:pt x="37909" y="29972"/>
                </a:lnTo>
                <a:lnTo>
                  <a:pt x="38125" y="30099"/>
                </a:lnTo>
                <a:lnTo>
                  <a:pt x="38239" y="29832"/>
                </a:lnTo>
                <a:lnTo>
                  <a:pt x="38442" y="29667"/>
                </a:lnTo>
                <a:lnTo>
                  <a:pt x="38633" y="29502"/>
                </a:lnTo>
                <a:close/>
              </a:path>
              <a:path w="81280" h="32384">
                <a:moveTo>
                  <a:pt x="38811" y="13843"/>
                </a:moveTo>
                <a:lnTo>
                  <a:pt x="38328" y="13843"/>
                </a:lnTo>
                <a:lnTo>
                  <a:pt x="38163" y="14262"/>
                </a:lnTo>
                <a:lnTo>
                  <a:pt x="37807" y="14452"/>
                </a:lnTo>
                <a:lnTo>
                  <a:pt x="38214" y="14338"/>
                </a:lnTo>
                <a:lnTo>
                  <a:pt x="38468" y="14046"/>
                </a:lnTo>
                <a:lnTo>
                  <a:pt x="38811" y="13843"/>
                </a:lnTo>
                <a:close/>
              </a:path>
              <a:path w="81280" h="32384">
                <a:moveTo>
                  <a:pt x="39217" y="14528"/>
                </a:moveTo>
                <a:lnTo>
                  <a:pt x="38887" y="14236"/>
                </a:lnTo>
                <a:lnTo>
                  <a:pt x="39179" y="14071"/>
                </a:lnTo>
                <a:lnTo>
                  <a:pt x="38900" y="14071"/>
                </a:lnTo>
                <a:lnTo>
                  <a:pt x="38773" y="14325"/>
                </a:lnTo>
                <a:lnTo>
                  <a:pt x="38963" y="14452"/>
                </a:lnTo>
                <a:lnTo>
                  <a:pt x="38760" y="14528"/>
                </a:lnTo>
                <a:lnTo>
                  <a:pt x="39217" y="14528"/>
                </a:lnTo>
                <a:close/>
              </a:path>
              <a:path w="81280" h="32384">
                <a:moveTo>
                  <a:pt x="39331" y="10071"/>
                </a:moveTo>
                <a:lnTo>
                  <a:pt x="39116" y="9906"/>
                </a:lnTo>
                <a:lnTo>
                  <a:pt x="38963" y="10287"/>
                </a:lnTo>
                <a:lnTo>
                  <a:pt x="38963" y="10033"/>
                </a:lnTo>
                <a:lnTo>
                  <a:pt x="38747" y="10160"/>
                </a:lnTo>
                <a:lnTo>
                  <a:pt x="38646" y="10299"/>
                </a:lnTo>
                <a:lnTo>
                  <a:pt x="39014" y="10401"/>
                </a:lnTo>
                <a:lnTo>
                  <a:pt x="39154" y="10185"/>
                </a:lnTo>
                <a:lnTo>
                  <a:pt x="39331" y="10071"/>
                </a:lnTo>
                <a:close/>
              </a:path>
              <a:path w="81280" h="32384">
                <a:moveTo>
                  <a:pt x="40424" y="10401"/>
                </a:moveTo>
                <a:lnTo>
                  <a:pt x="40309" y="9931"/>
                </a:lnTo>
                <a:lnTo>
                  <a:pt x="40208" y="9512"/>
                </a:lnTo>
                <a:lnTo>
                  <a:pt x="39928" y="9931"/>
                </a:lnTo>
                <a:lnTo>
                  <a:pt x="39878" y="10071"/>
                </a:lnTo>
                <a:lnTo>
                  <a:pt x="39763" y="10401"/>
                </a:lnTo>
                <a:lnTo>
                  <a:pt x="40424" y="10401"/>
                </a:lnTo>
                <a:close/>
              </a:path>
              <a:path w="81280" h="32384">
                <a:moveTo>
                  <a:pt x="40525" y="14097"/>
                </a:moveTo>
                <a:lnTo>
                  <a:pt x="40170" y="14020"/>
                </a:lnTo>
                <a:lnTo>
                  <a:pt x="39801" y="13449"/>
                </a:lnTo>
                <a:lnTo>
                  <a:pt x="39408" y="13716"/>
                </a:lnTo>
                <a:lnTo>
                  <a:pt x="39751" y="13792"/>
                </a:lnTo>
                <a:lnTo>
                  <a:pt x="40525" y="14325"/>
                </a:lnTo>
                <a:lnTo>
                  <a:pt x="40525" y="14097"/>
                </a:lnTo>
                <a:close/>
              </a:path>
              <a:path w="81280" h="32384">
                <a:moveTo>
                  <a:pt x="41211" y="12458"/>
                </a:moveTo>
                <a:lnTo>
                  <a:pt x="40640" y="11811"/>
                </a:lnTo>
                <a:lnTo>
                  <a:pt x="40500" y="12319"/>
                </a:lnTo>
                <a:lnTo>
                  <a:pt x="40703" y="12509"/>
                </a:lnTo>
                <a:lnTo>
                  <a:pt x="41211" y="12458"/>
                </a:lnTo>
                <a:close/>
              </a:path>
              <a:path w="81280" h="32384">
                <a:moveTo>
                  <a:pt x="41617" y="12890"/>
                </a:moveTo>
                <a:lnTo>
                  <a:pt x="41211" y="12458"/>
                </a:lnTo>
                <a:lnTo>
                  <a:pt x="40932" y="12839"/>
                </a:lnTo>
                <a:lnTo>
                  <a:pt x="41617" y="12890"/>
                </a:lnTo>
                <a:close/>
              </a:path>
              <a:path w="81280" h="32384">
                <a:moveTo>
                  <a:pt x="41744" y="8788"/>
                </a:moveTo>
                <a:lnTo>
                  <a:pt x="41503" y="8686"/>
                </a:lnTo>
                <a:lnTo>
                  <a:pt x="41427" y="7988"/>
                </a:lnTo>
                <a:lnTo>
                  <a:pt x="41122" y="8242"/>
                </a:lnTo>
                <a:lnTo>
                  <a:pt x="41376" y="8343"/>
                </a:lnTo>
                <a:lnTo>
                  <a:pt x="41541" y="8953"/>
                </a:lnTo>
                <a:lnTo>
                  <a:pt x="41744" y="8788"/>
                </a:lnTo>
                <a:close/>
              </a:path>
              <a:path w="81280" h="32384">
                <a:moveTo>
                  <a:pt x="41859" y="25031"/>
                </a:moveTo>
                <a:lnTo>
                  <a:pt x="41821" y="24879"/>
                </a:lnTo>
                <a:lnTo>
                  <a:pt x="41643" y="24841"/>
                </a:lnTo>
                <a:lnTo>
                  <a:pt x="41732" y="25133"/>
                </a:lnTo>
                <a:lnTo>
                  <a:pt x="41389" y="25196"/>
                </a:lnTo>
                <a:lnTo>
                  <a:pt x="41592" y="25387"/>
                </a:lnTo>
                <a:lnTo>
                  <a:pt x="41821" y="25222"/>
                </a:lnTo>
                <a:lnTo>
                  <a:pt x="41859" y="25031"/>
                </a:lnTo>
                <a:close/>
              </a:path>
              <a:path w="81280" h="32384">
                <a:moveTo>
                  <a:pt x="43942" y="26123"/>
                </a:moveTo>
                <a:lnTo>
                  <a:pt x="43916" y="25857"/>
                </a:lnTo>
                <a:lnTo>
                  <a:pt x="43599" y="25844"/>
                </a:lnTo>
                <a:lnTo>
                  <a:pt x="43408" y="25704"/>
                </a:lnTo>
                <a:lnTo>
                  <a:pt x="43192" y="25615"/>
                </a:lnTo>
                <a:lnTo>
                  <a:pt x="43357" y="25984"/>
                </a:lnTo>
                <a:lnTo>
                  <a:pt x="43345" y="25742"/>
                </a:lnTo>
                <a:lnTo>
                  <a:pt x="43942" y="26123"/>
                </a:lnTo>
                <a:close/>
              </a:path>
              <a:path w="81280" h="32384">
                <a:moveTo>
                  <a:pt x="45605" y="6477"/>
                </a:moveTo>
                <a:lnTo>
                  <a:pt x="45326" y="6350"/>
                </a:lnTo>
                <a:lnTo>
                  <a:pt x="45148" y="6642"/>
                </a:lnTo>
                <a:lnTo>
                  <a:pt x="44907" y="7061"/>
                </a:lnTo>
                <a:lnTo>
                  <a:pt x="45072" y="7213"/>
                </a:lnTo>
                <a:lnTo>
                  <a:pt x="45212" y="6908"/>
                </a:lnTo>
                <a:lnTo>
                  <a:pt x="45313" y="6578"/>
                </a:lnTo>
                <a:lnTo>
                  <a:pt x="45605" y="6477"/>
                </a:lnTo>
                <a:close/>
              </a:path>
              <a:path w="81280" h="32384">
                <a:moveTo>
                  <a:pt x="47332" y="1905"/>
                </a:moveTo>
                <a:lnTo>
                  <a:pt x="47180" y="1765"/>
                </a:lnTo>
                <a:lnTo>
                  <a:pt x="46748" y="1765"/>
                </a:lnTo>
                <a:lnTo>
                  <a:pt x="46951" y="1955"/>
                </a:lnTo>
                <a:lnTo>
                  <a:pt x="46647" y="2120"/>
                </a:lnTo>
                <a:lnTo>
                  <a:pt x="46926" y="2260"/>
                </a:lnTo>
                <a:lnTo>
                  <a:pt x="47015" y="2082"/>
                </a:lnTo>
                <a:lnTo>
                  <a:pt x="47294" y="2108"/>
                </a:lnTo>
                <a:lnTo>
                  <a:pt x="47332" y="1905"/>
                </a:lnTo>
                <a:close/>
              </a:path>
              <a:path w="81280" h="32384">
                <a:moveTo>
                  <a:pt x="48260" y="13335"/>
                </a:moveTo>
                <a:lnTo>
                  <a:pt x="47967" y="12827"/>
                </a:lnTo>
                <a:lnTo>
                  <a:pt x="47840" y="12611"/>
                </a:lnTo>
                <a:lnTo>
                  <a:pt x="48260" y="13335"/>
                </a:lnTo>
                <a:close/>
              </a:path>
              <a:path w="81280" h="32384">
                <a:moveTo>
                  <a:pt x="48793" y="25171"/>
                </a:moveTo>
                <a:lnTo>
                  <a:pt x="48679" y="25019"/>
                </a:lnTo>
                <a:lnTo>
                  <a:pt x="48044" y="24790"/>
                </a:lnTo>
                <a:lnTo>
                  <a:pt x="47828" y="25006"/>
                </a:lnTo>
                <a:lnTo>
                  <a:pt x="48107" y="24930"/>
                </a:lnTo>
                <a:lnTo>
                  <a:pt x="48602" y="25501"/>
                </a:lnTo>
                <a:lnTo>
                  <a:pt x="48793" y="25171"/>
                </a:lnTo>
                <a:close/>
              </a:path>
              <a:path w="81280" h="32384">
                <a:moveTo>
                  <a:pt x="49606" y="1892"/>
                </a:moveTo>
                <a:lnTo>
                  <a:pt x="49276" y="1854"/>
                </a:lnTo>
                <a:lnTo>
                  <a:pt x="49364" y="2159"/>
                </a:lnTo>
                <a:lnTo>
                  <a:pt x="49606" y="1892"/>
                </a:lnTo>
                <a:close/>
              </a:path>
              <a:path w="81280" h="32384">
                <a:moveTo>
                  <a:pt x="50215" y="17386"/>
                </a:moveTo>
                <a:lnTo>
                  <a:pt x="49745" y="17208"/>
                </a:lnTo>
                <a:lnTo>
                  <a:pt x="49720" y="16967"/>
                </a:lnTo>
                <a:lnTo>
                  <a:pt x="49504" y="17056"/>
                </a:lnTo>
                <a:lnTo>
                  <a:pt x="49657" y="17297"/>
                </a:lnTo>
                <a:lnTo>
                  <a:pt x="49936" y="17475"/>
                </a:lnTo>
                <a:lnTo>
                  <a:pt x="50126" y="17665"/>
                </a:lnTo>
                <a:lnTo>
                  <a:pt x="50215" y="17386"/>
                </a:lnTo>
                <a:close/>
              </a:path>
              <a:path w="81280" h="32384">
                <a:moveTo>
                  <a:pt x="50380" y="2349"/>
                </a:moveTo>
                <a:lnTo>
                  <a:pt x="49822" y="1803"/>
                </a:lnTo>
                <a:lnTo>
                  <a:pt x="50228" y="2527"/>
                </a:lnTo>
                <a:lnTo>
                  <a:pt x="50380" y="2349"/>
                </a:lnTo>
                <a:close/>
              </a:path>
              <a:path w="81280" h="32384">
                <a:moveTo>
                  <a:pt x="50876" y="17830"/>
                </a:moveTo>
                <a:lnTo>
                  <a:pt x="50660" y="17767"/>
                </a:lnTo>
                <a:lnTo>
                  <a:pt x="50469" y="17678"/>
                </a:lnTo>
                <a:lnTo>
                  <a:pt x="50152" y="17678"/>
                </a:lnTo>
                <a:lnTo>
                  <a:pt x="50266" y="18186"/>
                </a:lnTo>
                <a:lnTo>
                  <a:pt x="50609" y="18249"/>
                </a:lnTo>
                <a:lnTo>
                  <a:pt x="50838" y="18161"/>
                </a:lnTo>
                <a:lnTo>
                  <a:pt x="50863" y="17843"/>
                </a:lnTo>
                <a:close/>
              </a:path>
              <a:path w="81280" h="32384">
                <a:moveTo>
                  <a:pt x="56426" y="18910"/>
                </a:moveTo>
                <a:lnTo>
                  <a:pt x="56311" y="18288"/>
                </a:lnTo>
                <a:lnTo>
                  <a:pt x="55930" y="18364"/>
                </a:lnTo>
                <a:lnTo>
                  <a:pt x="56070" y="18542"/>
                </a:lnTo>
                <a:lnTo>
                  <a:pt x="55803" y="19075"/>
                </a:lnTo>
                <a:lnTo>
                  <a:pt x="56159" y="19075"/>
                </a:lnTo>
                <a:lnTo>
                  <a:pt x="56426" y="18910"/>
                </a:lnTo>
                <a:close/>
              </a:path>
              <a:path w="81280" h="32384">
                <a:moveTo>
                  <a:pt x="59474" y="6172"/>
                </a:moveTo>
                <a:lnTo>
                  <a:pt x="59397" y="5981"/>
                </a:lnTo>
                <a:lnTo>
                  <a:pt x="59105" y="5956"/>
                </a:lnTo>
                <a:lnTo>
                  <a:pt x="59004" y="6134"/>
                </a:lnTo>
                <a:lnTo>
                  <a:pt x="58801" y="6223"/>
                </a:lnTo>
                <a:lnTo>
                  <a:pt x="59143" y="6121"/>
                </a:lnTo>
                <a:lnTo>
                  <a:pt x="59296" y="6324"/>
                </a:lnTo>
                <a:lnTo>
                  <a:pt x="59474" y="6172"/>
                </a:lnTo>
                <a:close/>
              </a:path>
              <a:path w="81280" h="32384">
                <a:moveTo>
                  <a:pt x="62077" y="8953"/>
                </a:moveTo>
                <a:lnTo>
                  <a:pt x="61925" y="8737"/>
                </a:lnTo>
                <a:lnTo>
                  <a:pt x="61823" y="8991"/>
                </a:lnTo>
                <a:lnTo>
                  <a:pt x="61252" y="9207"/>
                </a:lnTo>
                <a:lnTo>
                  <a:pt x="61480" y="9486"/>
                </a:lnTo>
                <a:lnTo>
                  <a:pt x="61506" y="9156"/>
                </a:lnTo>
                <a:lnTo>
                  <a:pt x="62077" y="8953"/>
                </a:lnTo>
                <a:close/>
              </a:path>
              <a:path w="81280" h="32384">
                <a:moveTo>
                  <a:pt x="62814" y="14414"/>
                </a:moveTo>
                <a:lnTo>
                  <a:pt x="62661" y="14338"/>
                </a:lnTo>
                <a:lnTo>
                  <a:pt x="62560" y="13792"/>
                </a:lnTo>
                <a:lnTo>
                  <a:pt x="62344" y="14097"/>
                </a:lnTo>
                <a:lnTo>
                  <a:pt x="62674" y="14630"/>
                </a:lnTo>
                <a:lnTo>
                  <a:pt x="62814" y="14414"/>
                </a:lnTo>
                <a:close/>
              </a:path>
              <a:path w="81280" h="32384">
                <a:moveTo>
                  <a:pt x="63258" y="16929"/>
                </a:moveTo>
                <a:lnTo>
                  <a:pt x="63195" y="16459"/>
                </a:lnTo>
                <a:lnTo>
                  <a:pt x="63106" y="15773"/>
                </a:lnTo>
                <a:lnTo>
                  <a:pt x="62674" y="15798"/>
                </a:lnTo>
                <a:lnTo>
                  <a:pt x="63042" y="16014"/>
                </a:lnTo>
                <a:lnTo>
                  <a:pt x="62928" y="16662"/>
                </a:lnTo>
                <a:lnTo>
                  <a:pt x="63258" y="16929"/>
                </a:lnTo>
                <a:close/>
              </a:path>
              <a:path w="81280" h="32384">
                <a:moveTo>
                  <a:pt x="63550" y="3835"/>
                </a:moveTo>
                <a:lnTo>
                  <a:pt x="63334" y="3644"/>
                </a:lnTo>
                <a:lnTo>
                  <a:pt x="63106" y="3441"/>
                </a:lnTo>
                <a:lnTo>
                  <a:pt x="62903" y="3530"/>
                </a:lnTo>
                <a:lnTo>
                  <a:pt x="62750" y="3683"/>
                </a:lnTo>
                <a:lnTo>
                  <a:pt x="62915" y="3784"/>
                </a:lnTo>
                <a:lnTo>
                  <a:pt x="63004" y="3987"/>
                </a:lnTo>
                <a:lnTo>
                  <a:pt x="63195" y="4127"/>
                </a:lnTo>
                <a:lnTo>
                  <a:pt x="63296" y="3822"/>
                </a:lnTo>
                <a:lnTo>
                  <a:pt x="62966" y="3898"/>
                </a:lnTo>
                <a:lnTo>
                  <a:pt x="63042" y="3619"/>
                </a:lnTo>
                <a:lnTo>
                  <a:pt x="63233" y="3581"/>
                </a:lnTo>
                <a:lnTo>
                  <a:pt x="63550" y="3835"/>
                </a:lnTo>
                <a:close/>
              </a:path>
              <a:path w="81280" h="32384">
                <a:moveTo>
                  <a:pt x="64452" y="6832"/>
                </a:moveTo>
                <a:lnTo>
                  <a:pt x="64338" y="6654"/>
                </a:lnTo>
                <a:lnTo>
                  <a:pt x="64135" y="6578"/>
                </a:lnTo>
                <a:lnTo>
                  <a:pt x="63500" y="6705"/>
                </a:lnTo>
                <a:lnTo>
                  <a:pt x="63817" y="6934"/>
                </a:lnTo>
                <a:lnTo>
                  <a:pt x="64236" y="6680"/>
                </a:lnTo>
                <a:lnTo>
                  <a:pt x="63982" y="7061"/>
                </a:lnTo>
                <a:lnTo>
                  <a:pt x="64287" y="6959"/>
                </a:lnTo>
                <a:lnTo>
                  <a:pt x="64376" y="7175"/>
                </a:lnTo>
                <a:lnTo>
                  <a:pt x="64452" y="6832"/>
                </a:lnTo>
                <a:close/>
              </a:path>
              <a:path w="81280" h="32384">
                <a:moveTo>
                  <a:pt x="64490" y="3568"/>
                </a:moveTo>
                <a:lnTo>
                  <a:pt x="64274" y="3467"/>
                </a:lnTo>
                <a:lnTo>
                  <a:pt x="64109" y="3632"/>
                </a:lnTo>
                <a:lnTo>
                  <a:pt x="64490" y="3568"/>
                </a:lnTo>
                <a:close/>
              </a:path>
              <a:path w="81280" h="32384">
                <a:moveTo>
                  <a:pt x="64897" y="3276"/>
                </a:moveTo>
                <a:lnTo>
                  <a:pt x="64439" y="3162"/>
                </a:lnTo>
                <a:lnTo>
                  <a:pt x="64135" y="3225"/>
                </a:lnTo>
                <a:lnTo>
                  <a:pt x="64109" y="3492"/>
                </a:lnTo>
                <a:lnTo>
                  <a:pt x="64287" y="3441"/>
                </a:lnTo>
                <a:lnTo>
                  <a:pt x="64897" y="3276"/>
                </a:lnTo>
                <a:close/>
              </a:path>
              <a:path w="81280" h="32384">
                <a:moveTo>
                  <a:pt x="67881" y="14579"/>
                </a:moveTo>
                <a:lnTo>
                  <a:pt x="67779" y="14376"/>
                </a:lnTo>
                <a:lnTo>
                  <a:pt x="67729" y="14109"/>
                </a:lnTo>
                <a:lnTo>
                  <a:pt x="67437" y="14071"/>
                </a:lnTo>
                <a:lnTo>
                  <a:pt x="67513" y="14287"/>
                </a:lnTo>
                <a:lnTo>
                  <a:pt x="67576" y="14541"/>
                </a:lnTo>
                <a:lnTo>
                  <a:pt x="67652" y="14744"/>
                </a:lnTo>
                <a:lnTo>
                  <a:pt x="67792" y="14579"/>
                </a:lnTo>
                <a:close/>
              </a:path>
              <a:path w="81280" h="32384">
                <a:moveTo>
                  <a:pt x="70827" y="5651"/>
                </a:moveTo>
                <a:lnTo>
                  <a:pt x="70789" y="5372"/>
                </a:lnTo>
                <a:lnTo>
                  <a:pt x="70497" y="5346"/>
                </a:lnTo>
                <a:lnTo>
                  <a:pt x="70713" y="5410"/>
                </a:lnTo>
                <a:lnTo>
                  <a:pt x="70370" y="5626"/>
                </a:lnTo>
                <a:lnTo>
                  <a:pt x="70307" y="5422"/>
                </a:lnTo>
                <a:lnTo>
                  <a:pt x="70218" y="5664"/>
                </a:lnTo>
                <a:lnTo>
                  <a:pt x="70485" y="5626"/>
                </a:lnTo>
                <a:lnTo>
                  <a:pt x="70827" y="5651"/>
                </a:lnTo>
                <a:close/>
              </a:path>
              <a:path w="81280" h="32384">
                <a:moveTo>
                  <a:pt x="71920" y="13919"/>
                </a:moveTo>
                <a:lnTo>
                  <a:pt x="71348" y="13411"/>
                </a:lnTo>
                <a:lnTo>
                  <a:pt x="71424" y="13919"/>
                </a:lnTo>
                <a:lnTo>
                  <a:pt x="71488" y="14300"/>
                </a:lnTo>
                <a:lnTo>
                  <a:pt x="71856" y="14300"/>
                </a:lnTo>
                <a:lnTo>
                  <a:pt x="71920" y="13919"/>
                </a:lnTo>
                <a:close/>
              </a:path>
              <a:path w="81280" h="32384">
                <a:moveTo>
                  <a:pt x="72186" y="6197"/>
                </a:moveTo>
                <a:lnTo>
                  <a:pt x="71539" y="5295"/>
                </a:lnTo>
                <a:lnTo>
                  <a:pt x="71335" y="5613"/>
                </a:lnTo>
                <a:lnTo>
                  <a:pt x="71475" y="5791"/>
                </a:lnTo>
                <a:lnTo>
                  <a:pt x="71755" y="5842"/>
                </a:lnTo>
                <a:lnTo>
                  <a:pt x="71755" y="6134"/>
                </a:lnTo>
                <a:lnTo>
                  <a:pt x="72186" y="6197"/>
                </a:lnTo>
                <a:close/>
              </a:path>
              <a:path w="81280" h="32384">
                <a:moveTo>
                  <a:pt x="72555" y="14973"/>
                </a:moveTo>
                <a:lnTo>
                  <a:pt x="72428" y="14719"/>
                </a:lnTo>
                <a:lnTo>
                  <a:pt x="71653" y="14693"/>
                </a:lnTo>
                <a:lnTo>
                  <a:pt x="71869" y="14998"/>
                </a:lnTo>
                <a:lnTo>
                  <a:pt x="71996" y="14782"/>
                </a:lnTo>
                <a:lnTo>
                  <a:pt x="72136" y="15303"/>
                </a:lnTo>
                <a:lnTo>
                  <a:pt x="72326" y="15328"/>
                </a:lnTo>
                <a:lnTo>
                  <a:pt x="72174" y="14897"/>
                </a:lnTo>
                <a:lnTo>
                  <a:pt x="72402" y="15024"/>
                </a:lnTo>
                <a:lnTo>
                  <a:pt x="72555" y="14973"/>
                </a:lnTo>
                <a:close/>
              </a:path>
              <a:path w="81280" h="32384">
                <a:moveTo>
                  <a:pt x="72948" y="9702"/>
                </a:moveTo>
                <a:lnTo>
                  <a:pt x="72199" y="9144"/>
                </a:lnTo>
                <a:lnTo>
                  <a:pt x="72085" y="9309"/>
                </a:lnTo>
                <a:lnTo>
                  <a:pt x="72440" y="9385"/>
                </a:lnTo>
                <a:lnTo>
                  <a:pt x="72694" y="9994"/>
                </a:lnTo>
                <a:lnTo>
                  <a:pt x="72707" y="9855"/>
                </a:lnTo>
                <a:lnTo>
                  <a:pt x="72948" y="9702"/>
                </a:lnTo>
                <a:close/>
              </a:path>
              <a:path w="81280" h="32384">
                <a:moveTo>
                  <a:pt x="73317" y="8140"/>
                </a:moveTo>
                <a:lnTo>
                  <a:pt x="72910" y="7620"/>
                </a:lnTo>
                <a:lnTo>
                  <a:pt x="71958" y="7962"/>
                </a:lnTo>
                <a:lnTo>
                  <a:pt x="71958" y="8407"/>
                </a:lnTo>
                <a:lnTo>
                  <a:pt x="72072" y="8089"/>
                </a:lnTo>
                <a:lnTo>
                  <a:pt x="72478" y="8178"/>
                </a:lnTo>
                <a:lnTo>
                  <a:pt x="72669" y="7988"/>
                </a:lnTo>
                <a:lnTo>
                  <a:pt x="72593" y="8356"/>
                </a:lnTo>
                <a:lnTo>
                  <a:pt x="72999" y="8013"/>
                </a:lnTo>
                <a:lnTo>
                  <a:pt x="73317" y="8140"/>
                </a:lnTo>
                <a:close/>
              </a:path>
              <a:path w="81280" h="32384">
                <a:moveTo>
                  <a:pt x="73317" y="4673"/>
                </a:moveTo>
                <a:lnTo>
                  <a:pt x="73012" y="4724"/>
                </a:lnTo>
                <a:lnTo>
                  <a:pt x="72466" y="5067"/>
                </a:lnTo>
                <a:lnTo>
                  <a:pt x="72605" y="5308"/>
                </a:lnTo>
                <a:lnTo>
                  <a:pt x="72910" y="5143"/>
                </a:lnTo>
                <a:lnTo>
                  <a:pt x="72694" y="4991"/>
                </a:lnTo>
                <a:lnTo>
                  <a:pt x="73228" y="4826"/>
                </a:lnTo>
                <a:lnTo>
                  <a:pt x="73317" y="4673"/>
                </a:lnTo>
                <a:close/>
              </a:path>
              <a:path w="81280" h="32384">
                <a:moveTo>
                  <a:pt x="73393" y="18669"/>
                </a:moveTo>
                <a:lnTo>
                  <a:pt x="73304" y="18364"/>
                </a:lnTo>
                <a:lnTo>
                  <a:pt x="73113" y="17691"/>
                </a:lnTo>
                <a:lnTo>
                  <a:pt x="72682" y="18008"/>
                </a:lnTo>
                <a:lnTo>
                  <a:pt x="73101" y="18008"/>
                </a:lnTo>
                <a:lnTo>
                  <a:pt x="73088" y="18872"/>
                </a:lnTo>
                <a:lnTo>
                  <a:pt x="73393" y="18669"/>
                </a:lnTo>
                <a:close/>
              </a:path>
              <a:path w="81280" h="32384">
                <a:moveTo>
                  <a:pt x="74663" y="16421"/>
                </a:moveTo>
                <a:lnTo>
                  <a:pt x="74396" y="15976"/>
                </a:lnTo>
                <a:lnTo>
                  <a:pt x="73583" y="15976"/>
                </a:lnTo>
                <a:lnTo>
                  <a:pt x="73888" y="16421"/>
                </a:lnTo>
                <a:lnTo>
                  <a:pt x="74663" y="16421"/>
                </a:lnTo>
                <a:close/>
              </a:path>
              <a:path w="81280" h="32384">
                <a:moveTo>
                  <a:pt x="75145" y="8102"/>
                </a:moveTo>
                <a:lnTo>
                  <a:pt x="74866" y="7620"/>
                </a:lnTo>
                <a:lnTo>
                  <a:pt x="74701" y="7772"/>
                </a:lnTo>
                <a:lnTo>
                  <a:pt x="74663" y="8064"/>
                </a:lnTo>
                <a:lnTo>
                  <a:pt x="74968" y="8039"/>
                </a:lnTo>
                <a:lnTo>
                  <a:pt x="74904" y="8356"/>
                </a:lnTo>
                <a:lnTo>
                  <a:pt x="75133" y="8407"/>
                </a:lnTo>
                <a:lnTo>
                  <a:pt x="75145" y="8102"/>
                </a:lnTo>
                <a:close/>
              </a:path>
              <a:path w="81280" h="32384">
                <a:moveTo>
                  <a:pt x="76034" y="4775"/>
                </a:moveTo>
                <a:lnTo>
                  <a:pt x="75755" y="4749"/>
                </a:lnTo>
                <a:lnTo>
                  <a:pt x="75590" y="4394"/>
                </a:lnTo>
                <a:lnTo>
                  <a:pt x="75780" y="4292"/>
                </a:lnTo>
                <a:lnTo>
                  <a:pt x="75488" y="4292"/>
                </a:lnTo>
                <a:lnTo>
                  <a:pt x="75641" y="4318"/>
                </a:lnTo>
                <a:lnTo>
                  <a:pt x="75349" y="4660"/>
                </a:lnTo>
                <a:lnTo>
                  <a:pt x="75641" y="4775"/>
                </a:lnTo>
                <a:lnTo>
                  <a:pt x="76034" y="4775"/>
                </a:lnTo>
                <a:close/>
              </a:path>
              <a:path w="81280" h="32384">
                <a:moveTo>
                  <a:pt x="76517" y="11468"/>
                </a:moveTo>
                <a:lnTo>
                  <a:pt x="76339" y="11290"/>
                </a:lnTo>
                <a:lnTo>
                  <a:pt x="76073" y="10934"/>
                </a:lnTo>
                <a:lnTo>
                  <a:pt x="75946" y="11417"/>
                </a:lnTo>
                <a:lnTo>
                  <a:pt x="76263" y="11252"/>
                </a:lnTo>
                <a:lnTo>
                  <a:pt x="76327" y="11455"/>
                </a:lnTo>
                <a:lnTo>
                  <a:pt x="76136" y="11531"/>
                </a:lnTo>
                <a:lnTo>
                  <a:pt x="76390" y="11658"/>
                </a:lnTo>
                <a:lnTo>
                  <a:pt x="76517" y="11468"/>
                </a:lnTo>
                <a:close/>
              </a:path>
              <a:path w="81280" h="32384">
                <a:moveTo>
                  <a:pt x="78486" y="18529"/>
                </a:moveTo>
                <a:lnTo>
                  <a:pt x="77406" y="19456"/>
                </a:lnTo>
                <a:lnTo>
                  <a:pt x="77431" y="19748"/>
                </a:lnTo>
                <a:lnTo>
                  <a:pt x="78333" y="19456"/>
                </a:lnTo>
                <a:lnTo>
                  <a:pt x="78486" y="18529"/>
                </a:lnTo>
                <a:close/>
              </a:path>
              <a:path w="81280" h="32384">
                <a:moveTo>
                  <a:pt x="78790" y="24257"/>
                </a:moveTo>
                <a:lnTo>
                  <a:pt x="78613" y="24155"/>
                </a:lnTo>
                <a:lnTo>
                  <a:pt x="78460" y="24066"/>
                </a:lnTo>
                <a:lnTo>
                  <a:pt x="78232" y="24003"/>
                </a:lnTo>
                <a:lnTo>
                  <a:pt x="78155" y="24320"/>
                </a:lnTo>
                <a:lnTo>
                  <a:pt x="78473" y="24295"/>
                </a:lnTo>
                <a:lnTo>
                  <a:pt x="78473" y="24511"/>
                </a:lnTo>
                <a:lnTo>
                  <a:pt x="78282" y="24612"/>
                </a:lnTo>
                <a:lnTo>
                  <a:pt x="78511" y="24561"/>
                </a:lnTo>
                <a:lnTo>
                  <a:pt x="78778" y="24549"/>
                </a:lnTo>
                <a:lnTo>
                  <a:pt x="78790" y="24257"/>
                </a:lnTo>
                <a:close/>
              </a:path>
              <a:path w="81280" h="32384">
                <a:moveTo>
                  <a:pt x="79349" y="17754"/>
                </a:moveTo>
                <a:lnTo>
                  <a:pt x="79298" y="17983"/>
                </a:lnTo>
                <a:lnTo>
                  <a:pt x="79349" y="17754"/>
                </a:lnTo>
                <a:close/>
              </a:path>
              <a:path w="81280" h="32384">
                <a:moveTo>
                  <a:pt x="79819" y="18707"/>
                </a:moveTo>
                <a:lnTo>
                  <a:pt x="79654" y="18199"/>
                </a:lnTo>
                <a:lnTo>
                  <a:pt x="79349" y="17754"/>
                </a:lnTo>
                <a:lnTo>
                  <a:pt x="79565" y="18122"/>
                </a:lnTo>
                <a:lnTo>
                  <a:pt x="79438" y="18173"/>
                </a:lnTo>
                <a:lnTo>
                  <a:pt x="79070" y="17970"/>
                </a:lnTo>
                <a:lnTo>
                  <a:pt x="79286" y="18173"/>
                </a:lnTo>
                <a:lnTo>
                  <a:pt x="79565" y="18288"/>
                </a:lnTo>
                <a:lnTo>
                  <a:pt x="79527" y="18643"/>
                </a:lnTo>
                <a:lnTo>
                  <a:pt x="79819" y="18707"/>
                </a:lnTo>
                <a:close/>
              </a:path>
              <a:path w="81280" h="32384">
                <a:moveTo>
                  <a:pt x="81051" y="21755"/>
                </a:moveTo>
                <a:lnTo>
                  <a:pt x="80556" y="21310"/>
                </a:lnTo>
                <a:lnTo>
                  <a:pt x="80683" y="21069"/>
                </a:lnTo>
                <a:lnTo>
                  <a:pt x="80276" y="21348"/>
                </a:lnTo>
                <a:lnTo>
                  <a:pt x="80492" y="21247"/>
                </a:lnTo>
                <a:lnTo>
                  <a:pt x="80251" y="21526"/>
                </a:lnTo>
                <a:lnTo>
                  <a:pt x="80505" y="21526"/>
                </a:lnTo>
                <a:lnTo>
                  <a:pt x="80670" y="22059"/>
                </a:lnTo>
                <a:lnTo>
                  <a:pt x="80822" y="21869"/>
                </a:lnTo>
                <a:lnTo>
                  <a:pt x="81051" y="21755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bg object 189"/>
          <p:cNvSpPr/>
          <p:nvPr/>
        </p:nvSpPr>
        <p:spPr>
          <a:xfrm>
            <a:off x="1938172" y="871245"/>
            <a:ext cx="90170" cy="25400"/>
          </a:xfrm>
          <a:custGeom>
            <a:avLst/>
            <a:gdLst/>
            <a:ahLst/>
            <a:cxnLst/>
            <a:rect l="l" t="t" r="r" b="b"/>
            <a:pathLst>
              <a:path w="90169" h="25400">
                <a:moveTo>
                  <a:pt x="406" y="2971"/>
                </a:moveTo>
                <a:lnTo>
                  <a:pt x="266" y="2781"/>
                </a:lnTo>
                <a:lnTo>
                  <a:pt x="127" y="2628"/>
                </a:lnTo>
                <a:lnTo>
                  <a:pt x="0" y="2743"/>
                </a:lnTo>
                <a:lnTo>
                  <a:pt x="127" y="3187"/>
                </a:lnTo>
                <a:lnTo>
                  <a:pt x="381" y="3289"/>
                </a:lnTo>
                <a:lnTo>
                  <a:pt x="406" y="2971"/>
                </a:lnTo>
                <a:close/>
              </a:path>
              <a:path w="90169" h="25400">
                <a:moveTo>
                  <a:pt x="2654" y="4737"/>
                </a:moveTo>
                <a:lnTo>
                  <a:pt x="2451" y="4737"/>
                </a:lnTo>
                <a:lnTo>
                  <a:pt x="2286" y="4762"/>
                </a:lnTo>
                <a:lnTo>
                  <a:pt x="2209" y="4889"/>
                </a:lnTo>
                <a:lnTo>
                  <a:pt x="2527" y="4864"/>
                </a:lnTo>
                <a:lnTo>
                  <a:pt x="2654" y="4737"/>
                </a:lnTo>
                <a:close/>
              </a:path>
              <a:path w="90169" h="25400">
                <a:moveTo>
                  <a:pt x="2870" y="4927"/>
                </a:moveTo>
                <a:lnTo>
                  <a:pt x="2552" y="4965"/>
                </a:lnTo>
                <a:lnTo>
                  <a:pt x="2311" y="5270"/>
                </a:lnTo>
                <a:lnTo>
                  <a:pt x="2717" y="5194"/>
                </a:lnTo>
                <a:lnTo>
                  <a:pt x="2870" y="4927"/>
                </a:lnTo>
                <a:close/>
              </a:path>
              <a:path w="90169" h="25400">
                <a:moveTo>
                  <a:pt x="3314" y="10236"/>
                </a:moveTo>
                <a:lnTo>
                  <a:pt x="2971" y="10121"/>
                </a:lnTo>
                <a:lnTo>
                  <a:pt x="3187" y="9982"/>
                </a:lnTo>
                <a:lnTo>
                  <a:pt x="2870" y="9918"/>
                </a:lnTo>
                <a:lnTo>
                  <a:pt x="2997" y="10299"/>
                </a:lnTo>
                <a:lnTo>
                  <a:pt x="2743" y="10312"/>
                </a:lnTo>
                <a:lnTo>
                  <a:pt x="3048" y="10414"/>
                </a:lnTo>
                <a:lnTo>
                  <a:pt x="3314" y="10236"/>
                </a:lnTo>
                <a:close/>
              </a:path>
              <a:path w="90169" h="25400">
                <a:moveTo>
                  <a:pt x="4813" y="2476"/>
                </a:moveTo>
                <a:lnTo>
                  <a:pt x="4584" y="2387"/>
                </a:lnTo>
                <a:lnTo>
                  <a:pt x="4445" y="1981"/>
                </a:lnTo>
                <a:lnTo>
                  <a:pt x="4279" y="2336"/>
                </a:lnTo>
                <a:lnTo>
                  <a:pt x="4686" y="2717"/>
                </a:lnTo>
                <a:lnTo>
                  <a:pt x="4813" y="2476"/>
                </a:lnTo>
                <a:close/>
              </a:path>
              <a:path w="90169" h="25400">
                <a:moveTo>
                  <a:pt x="5473" y="304"/>
                </a:moveTo>
                <a:lnTo>
                  <a:pt x="5257" y="215"/>
                </a:lnTo>
                <a:lnTo>
                  <a:pt x="5118" y="50"/>
                </a:lnTo>
                <a:lnTo>
                  <a:pt x="5029" y="254"/>
                </a:lnTo>
                <a:lnTo>
                  <a:pt x="4991" y="495"/>
                </a:lnTo>
                <a:lnTo>
                  <a:pt x="4851" y="673"/>
                </a:lnTo>
                <a:lnTo>
                  <a:pt x="5054" y="673"/>
                </a:lnTo>
                <a:lnTo>
                  <a:pt x="5270" y="800"/>
                </a:lnTo>
                <a:lnTo>
                  <a:pt x="5397" y="635"/>
                </a:lnTo>
                <a:lnTo>
                  <a:pt x="5473" y="304"/>
                </a:lnTo>
                <a:close/>
              </a:path>
              <a:path w="90169" h="25400">
                <a:moveTo>
                  <a:pt x="6286" y="3098"/>
                </a:moveTo>
                <a:lnTo>
                  <a:pt x="5981" y="2844"/>
                </a:lnTo>
                <a:lnTo>
                  <a:pt x="5905" y="3124"/>
                </a:lnTo>
                <a:lnTo>
                  <a:pt x="5600" y="3187"/>
                </a:lnTo>
                <a:lnTo>
                  <a:pt x="5588" y="3543"/>
                </a:lnTo>
                <a:lnTo>
                  <a:pt x="6121" y="3606"/>
                </a:lnTo>
                <a:lnTo>
                  <a:pt x="6286" y="3098"/>
                </a:lnTo>
                <a:close/>
              </a:path>
              <a:path w="90169" h="25400">
                <a:moveTo>
                  <a:pt x="6667" y="10210"/>
                </a:moveTo>
                <a:lnTo>
                  <a:pt x="6616" y="9918"/>
                </a:lnTo>
                <a:lnTo>
                  <a:pt x="6477" y="9728"/>
                </a:lnTo>
                <a:lnTo>
                  <a:pt x="6502" y="10109"/>
                </a:lnTo>
                <a:lnTo>
                  <a:pt x="6134" y="10096"/>
                </a:lnTo>
                <a:lnTo>
                  <a:pt x="6184" y="10502"/>
                </a:lnTo>
                <a:lnTo>
                  <a:pt x="6616" y="10541"/>
                </a:lnTo>
                <a:lnTo>
                  <a:pt x="6667" y="10210"/>
                </a:lnTo>
                <a:close/>
              </a:path>
              <a:path w="90169" h="25400">
                <a:moveTo>
                  <a:pt x="7734" y="11811"/>
                </a:moveTo>
                <a:lnTo>
                  <a:pt x="7315" y="11684"/>
                </a:lnTo>
                <a:lnTo>
                  <a:pt x="7518" y="11353"/>
                </a:lnTo>
                <a:lnTo>
                  <a:pt x="7023" y="11112"/>
                </a:lnTo>
                <a:lnTo>
                  <a:pt x="6807" y="11772"/>
                </a:lnTo>
                <a:lnTo>
                  <a:pt x="7454" y="12179"/>
                </a:lnTo>
                <a:lnTo>
                  <a:pt x="7734" y="11811"/>
                </a:lnTo>
                <a:close/>
              </a:path>
              <a:path w="90169" h="25400">
                <a:moveTo>
                  <a:pt x="7861" y="584"/>
                </a:moveTo>
                <a:lnTo>
                  <a:pt x="6680" y="114"/>
                </a:lnTo>
                <a:lnTo>
                  <a:pt x="6946" y="393"/>
                </a:lnTo>
                <a:lnTo>
                  <a:pt x="7404" y="495"/>
                </a:lnTo>
                <a:lnTo>
                  <a:pt x="7620" y="723"/>
                </a:lnTo>
                <a:lnTo>
                  <a:pt x="7861" y="584"/>
                </a:lnTo>
                <a:close/>
              </a:path>
              <a:path w="90169" h="25400">
                <a:moveTo>
                  <a:pt x="8166" y="304"/>
                </a:moveTo>
                <a:lnTo>
                  <a:pt x="7924" y="266"/>
                </a:lnTo>
                <a:lnTo>
                  <a:pt x="7962" y="50"/>
                </a:lnTo>
                <a:lnTo>
                  <a:pt x="7734" y="0"/>
                </a:lnTo>
                <a:lnTo>
                  <a:pt x="7988" y="508"/>
                </a:lnTo>
                <a:lnTo>
                  <a:pt x="8166" y="304"/>
                </a:lnTo>
                <a:close/>
              </a:path>
              <a:path w="90169" h="25400">
                <a:moveTo>
                  <a:pt x="9194" y="12192"/>
                </a:moveTo>
                <a:lnTo>
                  <a:pt x="8902" y="12014"/>
                </a:lnTo>
                <a:lnTo>
                  <a:pt x="8648" y="12255"/>
                </a:lnTo>
                <a:lnTo>
                  <a:pt x="8534" y="12522"/>
                </a:lnTo>
                <a:lnTo>
                  <a:pt x="8966" y="12547"/>
                </a:lnTo>
                <a:lnTo>
                  <a:pt x="8978" y="12255"/>
                </a:lnTo>
                <a:lnTo>
                  <a:pt x="9194" y="12192"/>
                </a:lnTo>
                <a:close/>
              </a:path>
              <a:path w="90169" h="25400">
                <a:moveTo>
                  <a:pt x="9867" y="13449"/>
                </a:moveTo>
                <a:lnTo>
                  <a:pt x="9779" y="13195"/>
                </a:lnTo>
                <a:lnTo>
                  <a:pt x="9563" y="13030"/>
                </a:lnTo>
                <a:lnTo>
                  <a:pt x="9385" y="12852"/>
                </a:lnTo>
                <a:lnTo>
                  <a:pt x="9525" y="13131"/>
                </a:lnTo>
                <a:lnTo>
                  <a:pt x="9207" y="13284"/>
                </a:lnTo>
                <a:lnTo>
                  <a:pt x="9550" y="13512"/>
                </a:lnTo>
                <a:lnTo>
                  <a:pt x="9867" y="13449"/>
                </a:lnTo>
                <a:close/>
              </a:path>
              <a:path w="90169" h="25400">
                <a:moveTo>
                  <a:pt x="12128" y="13728"/>
                </a:moveTo>
                <a:lnTo>
                  <a:pt x="11811" y="13703"/>
                </a:lnTo>
                <a:lnTo>
                  <a:pt x="11341" y="13919"/>
                </a:lnTo>
                <a:lnTo>
                  <a:pt x="11772" y="14071"/>
                </a:lnTo>
                <a:lnTo>
                  <a:pt x="12128" y="13728"/>
                </a:lnTo>
                <a:close/>
              </a:path>
              <a:path w="90169" h="25400">
                <a:moveTo>
                  <a:pt x="13512" y="2806"/>
                </a:moveTo>
                <a:lnTo>
                  <a:pt x="13195" y="2565"/>
                </a:lnTo>
                <a:lnTo>
                  <a:pt x="13131" y="2768"/>
                </a:lnTo>
                <a:lnTo>
                  <a:pt x="12484" y="2908"/>
                </a:lnTo>
                <a:lnTo>
                  <a:pt x="12827" y="3162"/>
                </a:lnTo>
                <a:lnTo>
                  <a:pt x="12839" y="2921"/>
                </a:lnTo>
                <a:lnTo>
                  <a:pt x="13512" y="2806"/>
                </a:lnTo>
                <a:close/>
              </a:path>
              <a:path w="90169" h="25400">
                <a:moveTo>
                  <a:pt x="14922" y="11798"/>
                </a:moveTo>
                <a:lnTo>
                  <a:pt x="14643" y="11557"/>
                </a:lnTo>
                <a:lnTo>
                  <a:pt x="14401" y="11480"/>
                </a:lnTo>
                <a:lnTo>
                  <a:pt x="14414" y="11709"/>
                </a:lnTo>
                <a:lnTo>
                  <a:pt x="14579" y="12230"/>
                </a:lnTo>
                <a:lnTo>
                  <a:pt x="14909" y="11976"/>
                </a:lnTo>
                <a:lnTo>
                  <a:pt x="14693" y="11950"/>
                </a:lnTo>
                <a:lnTo>
                  <a:pt x="14922" y="11798"/>
                </a:lnTo>
                <a:close/>
              </a:path>
              <a:path w="90169" h="25400">
                <a:moveTo>
                  <a:pt x="17449" y="13296"/>
                </a:moveTo>
                <a:lnTo>
                  <a:pt x="17424" y="13106"/>
                </a:lnTo>
                <a:lnTo>
                  <a:pt x="17157" y="13004"/>
                </a:lnTo>
                <a:lnTo>
                  <a:pt x="16776" y="12954"/>
                </a:lnTo>
                <a:lnTo>
                  <a:pt x="16878" y="13182"/>
                </a:lnTo>
                <a:lnTo>
                  <a:pt x="16954" y="13398"/>
                </a:lnTo>
                <a:lnTo>
                  <a:pt x="17284" y="13449"/>
                </a:lnTo>
                <a:lnTo>
                  <a:pt x="17449" y="13296"/>
                </a:lnTo>
                <a:close/>
              </a:path>
              <a:path w="90169" h="25400">
                <a:moveTo>
                  <a:pt x="17627" y="11823"/>
                </a:moveTo>
                <a:lnTo>
                  <a:pt x="17310" y="11722"/>
                </a:lnTo>
                <a:lnTo>
                  <a:pt x="17399" y="11899"/>
                </a:lnTo>
                <a:lnTo>
                  <a:pt x="16954" y="12001"/>
                </a:lnTo>
                <a:lnTo>
                  <a:pt x="17272" y="12077"/>
                </a:lnTo>
                <a:lnTo>
                  <a:pt x="17602" y="12103"/>
                </a:lnTo>
                <a:lnTo>
                  <a:pt x="17627" y="11823"/>
                </a:lnTo>
                <a:close/>
              </a:path>
              <a:path w="90169" h="25400">
                <a:moveTo>
                  <a:pt x="21145" y="11112"/>
                </a:moveTo>
                <a:lnTo>
                  <a:pt x="20662" y="10210"/>
                </a:lnTo>
                <a:lnTo>
                  <a:pt x="20294" y="10058"/>
                </a:lnTo>
                <a:lnTo>
                  <a:pt x="20066" y="10274"/>
                </a:lnTo>
                <a:lnTo>
                  <a:pt x="20535" y="10642"/>
                </a:lnTo>
                <a:lnTo>
                  <a:pt x="20218" y="10960"/>
                </a:lnTo>
                <a:lnTo>
                  <a:pt x="21145" y="11112"/>
                </a:lnTo>
                <a:close/>
              </a:path>
              <a:path w="90169" h="25400">
                <a:moveTo>
                  <a:pt x="21742" y="15875"/>
                </a:moveTo>
                <a:lnTo>
                  <a:pt x="21450" y="15709"/>
                </a:lnTo>
                <a:lnTo>
                  <a:pt x="21297" y="15913"/>
                </a:lnTo>
                <a:lnTo>
                  <a:pt x="21297" y="16230"/>
                </a:lnTo>
                <a:lnTo>
                  <a:pt x="21056" y="16395"/>
                </a:lnTo>
                <a:lnTo>
                  <a:pt x="21386" y="16408"/>
                </a:lnTo>
                <a:lnTo>
                  <a:pt x="21259" y="16090"/>
                </a:lnTo>
                <a:lnTo>
                  <a:pt x="21742" y="15875"/>
                </a:lnTo>
                <a:close/>
              </a:path>
              <a:path w="90169" h="25400">
                <a:moveTo>
                  <a:pt x="22479" y="10985"/>
                </a:moveTo>
                <a:lnTo>
                  <a:pt x="22250" y="10528"/>
                </a:lnTo>
                <a:lnTo>
                  <a:pt x="22085" y="10756"/>
                </a:lnTo>
                <a:lnTo>
                  <a:pt x="22339" y="10795"/>
                </a:lnTo>
                <a:lnTo>
                  <a:pt x="22085" y="11049"/>
                </a:lnTo>
                <a:lnTo>
                  <a:pt x="22479" y="11137"/>
                </a:lnTo>
                <a:lnTo>
                  <a:pt x="22479" y="10985"/>
                </a:lnTo>
                <a:close/>
              </a:path>
              <a:path w="90169" h="25400">
                <a:moveTo>
                  <a:pt x="23507" y="11366"/>
                </a:moveTo>
                <a:lnTo>
                  <a:pt x="23139" y="11125"/>
                </a:lnTo>
                <a:lnTo>
                  <a:pt x="23025" y="11277"/>
                </a:lnTo>
                <a:lnTo>
                  <a:pt x="22745" y="11239"/>
                </a:lnTo>
                <a:lnTo>
                  <a:pt x="22669" y="11442"/>
                </a:lnTo>
                <a:lnTo>
                  <a:pt x="22898" y="11442"/>
                </a:lnTo>
                <a:lnTo>
                  <a:pt x="23507" y="11366"/>
                </a:lnTo>
                <a:close/>
              </a:path>
              <a:path w="90169" h="25400">
                <a:moveTo>
                  <a:pt x="23685" y="20167"/>
                </a:moveTo>
                <a:lnTo>
                  <a:pt x="23571" y="19964"/>
                </a:lnTo>
                <a:lnTo>
                  <a:pt x="23342" y="19837"/>
                </a:lnTo>
                <a:lnTo>
                  <a:pt x="23075" y="19748"/>
                </a:lnTo>
                <a:lnTo>
                  <a:pt x="23075" y="19977"/>
                </a:lnTo>
                <a:lnTo>
                  <a:pt x="23469" y="20370"/>
                </a:lnTo>
                <a:lnTo>
                  <a:pt x="23685" y="20167"/>
                </a:lnTo>
                <a:close/>
              </a:path>
              <a:path w="90169" h="25400">
                <a:moveTo>
                  <a:pt x="23977" y="14249"/>
                </a:moveTo>
                <a:lnTo>
                  <a:pt x="23634" y="14249"/>
                </a:lnTo>
                <a:lnTo>
                  <a:pt x="23571" y="14516"/>
                </a:lnTo>
                <a:lnTo>
                  <a:pt x="23749" y="14643"/>
                </a:lnTo>
                <a:lnTo>
                  <a:pt x="23926" y="14744"/>
                </a:lnTo>
                <a:lnTo>
                  <a:pt x="23977" y="14478"/>
                </a:lnTo>
                <a:lnTo>
                  <a:pt x="23977" y="14249"/>
                </a:lnTo>
                <a:close/>
              </a:path>
              <a:path w="90169" h="25400">
                <a:moveTo>
                  <a:pt x="24053" y="19659"/>
                </a:moveTo>
                <a:lnTo>
                  <a:pt x="23914" y="19558"/>
                </a:lnTo>
                <a:lnTo>
                  <a:pt x="23837" y="19405"/>
                </a:lnTo>
                <a:lnTo>
                  <a:pt x="23863" y="19177"/>
                </a:lnTo>
                <a:lnTo>
                  <a:pt x="23672" y="19177"/>
                </a:lnTo>
                <a:lnTo>
                  <a:pt x="23342" y="19037"/>
                </a:lnTo>
                <a:lnTo>
                  <a:pt x="23418" y="19329"/>
                </a:lnTo>
                <a:lnTo>
                  <a:pt x="23672" y="19342"/>
                </a:lnTo>
                <a:lnTo>
                  <a:pt x="23850" y="19862"/>
                </a:lnTo>
                <a:lnTo>
                  <a:pt x="24053" y="19659"/>
                </a:lnTo>
                <a:close/>
              </a:path>
              <a:path w="90169" h="25400">
                <a:moveTo>
                  <a:pt x="24130" y="15125"/>
                </a:moveTo>
                <a:lnTo>
                  <a:pt x="23876" y="15074"/>
                </a:lnTo>
                <a:lnTo>
                  <a:pt x="23698" y="15125"/>
                </a:lnTo>
                <a:lnTo>
                  <a:pt x="23660" y="15265"/>
                </a:lnTo>
                <a:lnTo>
                  <a:pt x="23926" y="15163"/>
                </a:lnTo>
                <a:lnTo>
                  <a:pt x="23888" y="15709"/>
                </a:lnTo>
                <a:lnTo>
                  <a:pt x="24091" y="15405"/>
                </a:lnTo>
                <a:lnTo>
                  <a:pt x="24130" y="15125"/>
                </a:lnTo>
                <a:close/>
              </a:path>
              <a:path w="90169" h="25400">
                <a:moveTo>
                  <a:pt x="24676" y="18618"/>
                </a:moveTo>
                <a:lnTo>
                  <a:pt x="24015" y="18605"/>
                </a:lnTo>
                <a:lnTo>
                  <a:pt x="24561" y="18389"/>
                </a:lnTo>
                <a:lnTo>
                  <a:pt x="24066" y="18211"/>
                </a:lnTo>
                <a:lnTo>
                  <a:pt x="24155" y="18478"/>
                </a:lnTo>
                <a:lnTo>
                  <a:pt x="23926" y="18554"/>
                </a:lnTo>
                <a:lnTo>
                  <a:pt x="23926" y="18745"/>
                </a:lnTo>
                <a:lnTo>
                  <a:pt x="24206" y="18745"/>
                </a:lnTo>
                <a:lnTo>
                  <a:pt x="24650" y="18884"/>
                </a:lnTo>
                <a:lnTo>
                  <a:pt x="24676" y="18618"/>
                </a:lnTo>
                <a:close/>
              </a:path>
              <a:path w="90169" h="25400">
                <a:moveTo>
                  <a:pt x="26200" y="2019"/>
                </a:moveTo>
                <a:lnTo>
                  <a:pt x="25781" y="1892"/>
                </a:lnTo>
                <a:lnTo>
                  <a:pt x="25730" y="2070"/>
                </a:lnTo>
                <a:lnTo>
                  <a:pt x="25336" y="2425"/>
                </a:lnTo>
                <a:lnTo>
                  <a:pt x="25603" y="2603"/>
                </a:lnTo>
                <a:lnTo>
                  <a:pt x="25819" y="2540"/>
                </a:lnTo>
                <a:lnTo>
                  <a:pt x="25819" y="2260"/>
                </a:lnTo>
                <a:lnTo>
                  <a:pt x="26200" y="2019"/>
                </a:lnTo>
                <a:close/>
              </a:path>
              <a:path w="90169" h="25400">
                <a:moveTo>
                  <a:pt x="26619" y="1879"/>
                </a:moveTo>
                <a:lnTo>
                  <a:pt x="26225" y="1930"/>
                </a:lnTo>
                <a:lnTo>
                  <a:pt x="26200" y="2171"/>
                </a:lnTo>
                <a:lnTo>
                  <a:pt x="26111" y="2463"/>
                </a:lnTo>
                <a:lnTo>
                  <a:pt x="26377" y="2489"/>
                </a:lnTo>
                <a:lnTo>
                  <a:pt x="26339" y="2286"/>
                </a:lnTo>
                <a:lnTo>
                  <a:pt x="26619" y="1879"/>
                </a:lnTo>
                <a:close/>
              </a:path>
              <a:path w="90169" h="25400">
                <a:moveTo>
                  <a:pt x="27406" y="889"/>
                </a:moveTo>
                <a:lnTo>
                  <a:pt x="27178" y="723"/>
                </a:lnTo>
                <a:lnTo>
                  <a:pt x="26822" y="1155"/>
                </a:lnTo>
                <a:lnTo>
                  <a:pt x="27114" y="1181"/>
                </a:lnTo>
                <a:lnTo>
                  <a:pt x="27063" y="1016"/>
                </a:lnTo>
                <a:lnTo>
                  <a:pt x="27241" y="1193"/>
                </a:lnTo>
                <a:lnTo>
                  <a:pt x="27089" y="939"/>
                </a:lnTo>
                <a:lnTo>
                  <a:pt x="27406" y="889"/>
                </a:lnTo>
                <a:close/>
              </a:path>
              <a:path w="90169" h="25400">
                <a:moveTo>
                  <a:pt x="27749" y="20650"/>
                </a:moveTo>
                <a:lnTo>
                  <a:pt x="27736" y="20447"/>
                </a:lnTo>
                <a:lnTo>
                  <a:pt x="27584" y="20320"/>
                </a:lnTo>
                <a:lnTo>
                  <a:pt x="27393" y="20574"/>
                </a:lnTo>
                <a:lnTo>
                  <a:pt x="27203" y="20980"/>
                </a:lnTo>
                <a:lnTo>
                  <a:pt x="27495" y="21221"/>
                </a:lnTo>
                <a:lnTo>
                  <a:pt x="27520" y="20993"/>
                </a:lnTo>
                <a:lnTo>
                  <a:pt x="27495" y="20624"/>
                </a:lnTo>
                <a:lnTo>
                  <a:pt x="27736" y="20878"/>
                </a:lnTo>
                <a:lnTo>
                  <a:pt x="27749" y="20650"/>
                </a:lnTo>
                <a:close/>
              </a:path>
              <a:path w="90169" h="25400">
                <a:moveTo>
                  <a:pt x="28130" y="4318"/>
                </a:moveTo>
                <a:lnTo>
                  <a:pt x="27533" y="4140"/>
                </a:lnTo>
                <a:lnTo>
                  <a:pt x="27432" y="4305"/>
                </a:lnTo>
                <a:lnTo>
                  <a:pt x="27622" y="4406"/>
                </a:lnTo>
                <a:lnTo>
                  <a:pt x="27813" y="4483"/>
                </a:lnTo>
                <a:lnTo>
                  <a:pt x="28054" y="4533"/>
                </a:lnTo>
                <a:lnTo>
                  <a:pt x="28130" y="4318"/>
                </a:lnTo>
                <a:close/>
              </a:path>
              <a:path w="90169" h="25400">
                <a:moveTo>
                  <a:pt x="29286" y="16319"/>
                </a:moveTo>
                <a:lnTo>
                  <a:pt x="29032" y="16090"/>
                </a:lnTo>
                <a:lnTo>
                  <a:pt x="28829" y="16103"/>
                </a:lnTo>
                <a:lnTo>
                  <a:pt x="28549" y="16090"/>
                </a:lnTo>
                <a:lnTo>
                  <a:pt x="28562" y="16319"/>
                </a:lnTo>
                <a:lnTo>
                  <a:pt x="28879" y="16535"/>
                </a:lnTo>
                <a:lnTo>
                  <a:pt x="28854" y="16243"/>
                </a:lnTo>
                <a:lnTo>
                  <a:pt x="29286" y="16319"/>
                </a:lnTo>
                <a:close/>
              </a:path>
              <a:path w="90169" h="25400">
                <a:moveTo>
                  <a:pt x="30784" y="19875"/>
                </a:moveTo>
                <a:lnTo>
                  <a:pt x="30505" y="19735"/>
                </a:lnTo>
                <a:lnTo>
                  <a:pt x="29718" y="19812"/>
                </a:lnTo>
                <a:lnTo>
                  <a:pt x="29464" y="20040"/>
                </a:lnTo>
                <a:lnTo>
                  <a:pt x="30099" y="20002"/>
                </a:lnTo>
                <a:lnTo>
                  <a:pt x="30454" y="20066"/>
                </a:lnTo>
                <a:lnTo>
                  <a:pt x="30784" y="19875"/>
                </a:lnTo>
                <a:close/>
              </a:path>
              <a:path w="90169" h="25400">
                <a:moveTo>
                  <a:pt x="32296" y="7175"/>
                </a:moveTo>
                <a:lnTo>
                  <a:pt x="31940" y="7124"/>
                </a:lnTo>
                <a:lnTo>
                  <a:pt x="31762" y="7239"/>
                </a:lnTo>
                <a:lnTo>
                  <a:pt x="31737" y="7493"/>
                </a:lnTo>
                <a:lnTo>
                  <a:pt x="32054" y="7493"/>
                </a:lnTo>
                <a:lnTo>
                  <a:pt x="31953" y="7226"/>
                </a:lnTo>
                <a:lnTo>
                  <a:pt x="32258" y="7315"/>
                </a:lnTo>
                <a:lnTo>
                  <a:pt x="32296" y="7175"/>
                </a:lnTo>
                <a:close/>
              </a:path>
              <a:path w="90169" h="25400">
                <a:moveTo>
                  <a:pt x="35013" y="20231"/>
                </a:moveTo>
                <a:lnTo>
                  <a:pt x="34607" y="20116"/>
                </a:lnTo>
                <a:lnTo>
                  <a:pt x="34721" y="20510"/>
                </a:lnTo>
                <a:lnTo>
                  <a:pt x="34531" y="20637"/>
                </a:lnTo>
                <a:lnTo>
                  <a:pt x="34874" y="20662"/>
                </a:lnTo>
                <a:lnTo>
                  <a:pt x="34848" y="20447"/>
                </a:lnTo>
                <a:lnTo>
                  <a:pt x="34912" y="20320"/>
                </a:lnTo>
                <a:close/>
              </a:path>
              <a:path w="90169" h="25400">
                <a:moveTo>
                  <a:pt x="35547" y="13677"/>
                </a:moveTo>
                <a:lnTo>
                  <a:pt x="35255" y="13525"/>
                </a:lnTo>
                <a:lnTo>
                  <a:pt x="35280" y="13754"/>
                </a:lnTo>
                <a:lnTo>
                  <a:pt x="34823" y="13995"/>
                </a:lnTo>
                <a:lnTo>
                  <a:pt x="35077" y="14147"/>
                </a:lnTo>
                <a:lnTo>
                  <a:pt x="35153" y="13995"/>
                </a:lnTo>
                <a:lnTo>
                  <a:pt x="35547" y="13677"/>
                </a:lnTo>
                <a:close/>
              </a:path>
              <a:path w="90169" h="25400">
                <a:moveTo>
                  <a:pt x="35890" y="14973"/>
                </a:moveTo>
                <a:lnTo>
                  <a:pt x="35585" y="14922"/>
                </a:lnTo>
                <a:lnTo>
                  <a:pt x="35344" y="14782"/>
                </a:lnTo>
                <a:lnTo>
                  <a:pt x="35407" y="15024"/>
                </a:lnTo>
                <a:lnTo>
                  <a:pt x="35115" y="14947"/>
                </a:lnTo>
                <a:lnTo>
                  <a:pt x="35102" y="15125"/>
                </a:lnTo>
                <a:lnTo>
                  <a:pt x="35407" y="15151"/>
                </a:lnTo>
                <a:lnTo>
                  <a:pt x="35725" y="15138"/>
                </a:lnTo>
                <a:lnTo>
                  <a:pt x="35852" y="15290"/>
                </a:lnTo>
                <a:lnTo>
                  <a:pt x="35890" y="14973"/>
                </a:lnTo>
                <a:close/>
              </a:path>
              <a:path w="90169" h="25400">
                <a:moveTo>
                  <a:pt x="40093" y="10464"/>
                </a:moveTo>
                <a:lnTo>
                  <a:pt x="39801" y="10426"/>
                </a:lnTo>
                <a:lnTo>
                  <a:pt x="39852" y="10591"/>
                </a:lnTo>
                <a:lnTo>
                  <a:pt x="39662" y="10426"/>
                </a:lnTo>
                <a:lnTo>
                  <a:pt x="39839" y="10820"/>
                </a:lnTo>
                <a:lnTo>
                  <a:pt x="40068" y="10744"/>
                </a:lnTo>
                <a:lnTo>
                  <a:pt x="40093" y="10464"/>
                </a:lnTo>
                <a:close/>
              </a:path>
              <a:path w="90169" h="25400">
                <a:moveTo>
                  <a:pt x="40398" y="13055"/>
                </a:moveTo>
                <a:lnTo>
                  <a:pt x="40195" y="12941"/>
                </a:lnTo>
                <a:lnTo>
                  <a:pt x="40246" y="13157"/>
                </a:lnTo>
                <a:lnTo>
                  <a:pt x="39941" y="13627"/>
                </a:lnTo>
                <a:lnTo>
                  <a:pt x="40347" y="13601"/>
                </a:lnTo>
                <a:lnTo>
                  <a:pt x="40386" y="13309"/>
                </a:lnTo>
                <a:lnTo>
                  <a:pt x="40398" y="13055"/>
                </a:lnTo>
                <a:close/>
              </a:path>
              <a:path w="90169" h="25400">
                <a:moveTo>
                  <a:pt x="41325" y="4673"/>
                </a:moveTo>
                <a:lnTo>
                  <a:pt x="41033" y="4610"/>
                </a:lnTo>
                <a:lnTo>
                  <a:pt x="41109" y="4267"/>
                </a:lnTo>
                <a:lnTo>
                  <a:pt x="40830" y="4178"/>
                </a:lnTo>
                <a:lnTo>
                  <a:pt x="40792" y="4635"/>
                </a:lnTo>
                <a:lnTo>
                  <a:pt x="40982" y="4597"/>
                </a:lnTo>
                <a:lnTo>
                  <a:pt x="41198" y="4927"/>
                </a:lnTo>
                <a:lnTo>
                  <a:pt x="41325" y="4673"/>
                </a:lnTo>
                <a:close/>
              </a:path>
              <a:path w="90169" h="25400">
                <a:moveTo>
                  <a:pt x="41490" y="22225"/>
                </a:moveTo>
                <a:lnTo>
                  <a:pt x="41249" y="22212"/>
                </a:lnTo>
                <a:lnTo>
                  <a:pt x="41135" y="22529"/>
                </a:lnTo>
                <a:lnTo>
                  <a:pt x="40982" y="22415"/>
                </a:lnTo>
                <a:lnTo>
                  <a:pt x="40716" y="22250"/>
                </a:lnTo>
                <a:lnTo>
                  <a:pt x="40652" y="22593"/>
                </a:lnTo>
                <a:lnTo>
                  <a:pt x="41084" y="22555"/>
                </a:lnTo>
                <a:lnTo>
                  <a:pt x="41325" y="22669"/>
                </a:lnTo>
                <a:lnTo>
                  <a:pt x="41275" y="22542"/>
                </a:lnTo>
                <a:lnTo>
                  <a:pt x="41490" y="22225"/>
                </a:lnTo>
                <a:close/>
              </a:path>
              <a:path w="90169" h="25400">
                <a:moveTo>
                  <a:pt x="42214" y="9639"/>
                </a:moveTo>
                <a:lnTo>
                  <a:pt x="41910" y="9550"/>
                </a:lnTo>
                <a:lnTo>
                  <a:pt x="41821" y="9753"/>
                </a:lnTo>
                <a:lnTo>
                  <a:pt x="41529" y="9766"/>
                </a:lnTo>
                <a:lnTo>
                  <a:pt x="41440" y="9956"/>
                </a:lnTo>
                <a:lnTo>
                  <a:pt x="41871" y="9994"/>
                </a:lnTo>
                <a:lnTo>
                  <a:pt x="41821" y="9829"/>
                </a:lnTo>
                <a:lnTo>
                  <a:pt x="42214" y="9639"/>
                </a:lnTo>
                <a:close/>
              </a:path>
              <a:path w="90169" h="25400">
                <a:moveTo>
                  <a:pt x="42519" y="13982"/>
                </a:moveTo>
                <a:lnTo>
                  <a:pt x="42202" y="13843"/>
                </a:lnTo>
                <a:lnTo>
                  <a:pt x="42227" y="14058"/>
                </a:lnTo>
                <a:lnTo>
                  <a:pt x="41986" y="14008"/>
                </a:lnTo>
                <a:lnTo>
                  <a:pt x="42049" y="14262"/>
                </a:lnTo>
                <a:lnTo>
                  <a:pt x="42367" y="14389"/>
                </a:lnTo>
                <a:lnTo>
                  <a:pt x="42278" y="14046"/>
                </a:lnTo>
                <a:lnTo>
                  <a:pt x="42519" y="13982"/>
                </a:lnTo>
                <a:close/>
              </a:path>
              <a:path w="90169" h="25400">
                <a:moveTo>
                  <a:pt x="42595" y="5283"/>
                </a:moveTo>
                <a:lnTo>
                  <a:pt x="42392" y="5207"/>
                </a:lnTo>
                <a:lnTo>
                  <a:pt x="42049" y="5245"/>
                </a:lnTo>
                <a:lnTo>
                  <a:pt x="41998" y="5080"/>
                </a:lnTo>
                <a:lnTo>
                  <a:pt x="41732" y="5067"/>
                </a:lnTo>
                <a:lnTo>
                  <a:pt x="41529" y="5537"/>
                </a:lnTo>
                <a:lnTo>
                  <a:pt x="42595" y="5283"/>
                </a:lnTo>
                <a:close/>
              </a:path>
              <a:path w="90169" h="25400">
                <a:moveTo>
                  <a:pt x="43141" y="8470"/>
                </a:moveTo>
                <a:lnTo>
                  <a:pt x="42875" y="8331"/>
                </a:lnTo>
                <a:lnTo>
                  <a:pt x="42926" y="8636"/>
                </a:lnTo>
                <a:lnTo>
                  <a:pt x="42735" y="8674"/>
                </a:lnTo>
                <a:lnTo>
                  <a:pt x="42722" y="8864"/>
                </a:lnTo>
                <a:lnTo>
                  <a:pt x="43129" y="8902"/>
                </a:lnTo>
                <a:lnTo>
                  <a:pt x="43141" y="8470"/>
                </a:lnTo>
                <a:close/>
              </a:path>
              <a:path w="90169" h="25400">
                <a:moveTo>
                  <a:pt x="44792" y="21602"/>
                </a:moveTo>
                <a:lnTo>
                  <a:pt x="44742" y="21361"/>
                </a:lnTo>
                <a:lnTo>
                  <a:pt x="44742" y="21082"/>
                </a:lnTo>
                <a:lnTo>
                  <a:pt x="44538" y="20942"/>
                </a:lnTo>
                <a:lnTo>
                  <a:pt x="44500" y="21247"/>
                </a:lnTo>
                <a:lnTo>
                  <a:pt x="44437" y="21577"/>
                </a:lnTo>
                <a:lnTo>
                  <a:pt x="44792" y="21602"/>
                </a:lnTo>
                <a:close/>
              </a:path>
              <a:path w="90169" h="25400">
                <a:moveTo>
                  <a:pt x="45478" y="21399"/>
                </a:moveTo>
                <a:lnTo>
                  <a:pt x="45148" y="21361"/>
                </a:lnTo>
                <a:lnTo>
                  <a:pt x="45212" y="21615"/>
                </a:lnTo>
                <a:lnTo>
                  <a:pt x="44970" y="21577"/>
                </a:lnTo>
                <a:lnTo>
                  <a:pt x="44996" y="21793"/>
                </a:lnTo>
                <a:lnTo>
                  <a:pt x="45402" y="21920"/>
                </a:lnTo>
                <a:lnTo>
                  <a:pt x="45478" y="21399"/>
                </a:lnTo>
                <a:close/>
              </a:path>
              <a:path w="90169" h="25400">
                <a:moveTo>
                  <a:pt x="48361" y="20345"/>
                </a:moveTo>
                <a:lnTo>
                  <a:pt x="48285" y="19989"/>
                </a:lnTo>
                <a:lnTo>
                  <a:pt x="47866" y="19951"/>
                </a:lnTo>
                <a:lnTo>
                  <a:pt x="47752" y="20294"/>
                </a:lnTo>
                <a:lnTo>
                  <a:pt x="48361" y="20345"/>
                </a:lnTo>
                <a:close/>
              </a:path>
              <a:path w="90169" h="25400">
                <a:moveTo>
                  <a:pt x="50812" y="18745"/>
                </a:moveTo>
                <a:lnTo>
                  <a:pt x="50622" y="18783"/>
                </a:lnTo>
                <a:lnTo>
                  <a:pt x="50203" y="18567"/>
                </a:lnTo>
                <a:lnTo>
                  <a:pt x="50152" y="18783"/>
                </a:lnTo>
                <a:lnTo>
                  <a:pt x="50292" y="18923"/>
                </a:lnTo>
                <a:lnTo>
                  <a:pt x="50800" y="18986"/>
                </a:lnTo>
                <a:lnTo>
                  <a:pt x="50812" y="18745"/>
                </a:lnTo>
                <a:close/>
              </a:path>
              <a:path w="90169" h="25400">
                <a:moveTo>
                  <a:pt x="56769" y="16408"/>
                </a:moveTo>
                <a:lnTo>
                  <a:pt x="56476" y="16306"/>
                </a:lnTo>
                <a:lnTo>
                  <a:pt x="56426" y="16522"/>
                </a:lnTo>
                <a:lnTo>
                  <a:pt x="56210" y="16179"/>
                </a:lnTo>
                <a:lnTo>
                  <a:pt x="56057" y="16179"/>
                </a:lnTo>
                <a:lnTo>
                  <a:pt x="56134" y="16548"/>
                </a:lnTo>
                <a:lnTo>
                  <a:pt x="56400" y="16662"/>
                </a:lnTo>
                <a:lnTo>
                  <a:pt x="56769" y="16408"/>
                </a:lnTo>
                <a:close/>
              </a:path>
              <a:path w="90169" h="25400">
                <a:moveTo>
                  <a:pt x="59131" y="16929"/>
                </a:moveTo>
                <a:lnTo>
                  <a:pt x="58902" y="16865"/>
                </a:lnTo>
                <a:lnTo>
                  <a:pt x="58762" y="16751"/>
                </a:lnTo>
                <a:lnTo>
                  <a:pt x="58407" y="16776"/>
                </a:lnTo>
                <a:lnTo>
                  <a:pt x="58623" y="17005"/>
                </a:lnTo>
                <a:lnTo>
                  <a:pt x="58661" y="17360"/>
                </a:lnTo>
                <a:lnTo>
                  <a:pt x="59131" y="17195"/>
                </a:lnTo>
                <a:lnTo>
                  <a:pt x="59131" y="16929"/>
                </a:lnTo>
                <a:close/>
              </a:path>
              <a:path w="90169" h="25400">
                <a:moveTo>
                  <a:pt x="60020" y="16891"/>
                </a:moveTo>
                <a:lnTo>
                  <a:pt x="59702" y="16725"/>
                </a:lnTo>
                <a:lnTo>
                  <a:pt x="59601" y="16878"/>
                </a:lnTo>
                <a:lnTo>
                  <a:pt x="59359" y="17018"/>
                </a:lnTo>
                <a:lnTo>
                  <a:pt x="59601" y="17018"/>
                </a:lnTo>
                <a:lnTo>
                  <a:pt x="59677" y="17195"/>
                </a:lnTo>
                <a:lnTo>
                  <a:pt x="60020" y="17157"/>
                </a:lnTo>
                <a:lnTo>
                  <a:pt x="60020" y="16891"/>
                </a:lnTo>
                <a:close/>
              </a:path>
              <a:path w="90169" h="25400">
                <a:moveTo>
                  <a:pt x="63842" y="21945"/>
                </a:moveTo>
                <a:lnTo>
                  <a:pt x="63741" y="21590"/>
                </a:lnTo>
                <a:lnTo>
                  <a:pt x="63830" y="21437"/>
                </a:lnTo>
                <a:lnTo>
                  <a:pt x="63576" y="21374"/>
                </a:lnTo>
                <a:lnTo>
                  <a:pt x="63538" y="21640"/>
                </a:lnTo>
                <a:lnTo>
                  <a:pt x="63614" y="21831"/>
                </a:lnTo>
                <a:lnTo>
                  <a:pt x="63842" y="21945"/>
                </a:lnTo>
                <a:close/>
              </a:path>
              <a:path w="90169" h="25400">
                <a:moveTo>
                  <a:pt x="67094" y="19583"/>
                </a:moveTo>
                <a:lnTo>
                  <a:pt x="66687" y="19558"/>
                </a:lnTo>
                <a:lnTo>
                  <a:pt x="66509" y="18821"/>
                </a:lnTo>
                <a:lnTo>
                  <a:pt x="66243" y="19227"/>
                </a:lnTo>
                <a:lnTo>
                  <a:pt x="66535" y="19227"/>
                </a:lnTo>
                <a:lnTo>
                  <a:pt x="66497" y="19443"/>
                </a:lnTo>
                <a:lnTo>
                  <a:pt x="66535" y="19621"/>
                </a:lnTo>
                <a:lnTo>
                  <a:pt x="66687" y="19596"/>
                </a:lnTo>
                <a:lnTo>
                  <a:pt x="67094" y="19786"/>
                </a:lnTo>
                <a:lnTo>
                  <a:pt x="67094" y="19583"/>
                </a:lnTo>
                <a:close/>
              </a:path>
              <a:path w="90169" h="25400">
                <a:moveTo>
                  <a:pt x="67843" y="10553"/>
                </a:moveTo>
                <a:lnTo>
                  <a:pt x="67729" y="10325"/>
                </a:lnTo>
                <a:lnTo>
                  <a:pt x="67805" y="9969"/>
                </a:lnTo>
                <a:lnTo>
                  <a:pt x="67475" y="9880"/>
                </a:lnTo>
                <a:lnTo>
                  <a:pt x="67602" y="10109"/>
                </a:lnTo>
                <a:lnTo>
                  <a:pt x="67398" y="10553"/>
                </a:lnTo>
                <a:lnTo>
                  <a:pt x="67843" y="10553"/>
                </a:lnTo>
                <a:close/>
              </a:path>
              <a:path w="90169" h="25400">
                <a:moveTo>
                  <a:pt x="67957" y="24650"/>
                </a:moveTo>
                <a:lnTo>
                  <a:pt x="67729" y="24485"/>
                </a:lnTo>
                <a:lnTo>
                  <a:pt x="67348" y="24180"/>
                </a:lnTo>
                <a:lnTo>
                  <a:pt x="67094" y="24485"/>
                </a:lnTo>
                <a:lnTo>
                  <a:pt x="67437" y="24485"/>
                </a:lnTo>
                <a:lnTo>
                  <a:pt x="67614" y="24650"/>
                </a:lnTo>
                <a:lnTo>
                  <a:pt x="67398" y="24803"/>
                </a:lnTo>
                <a:lnTo>
                  <a:pt x="67589" y="24752"/>
                </a:lnTo>
                <a:lnTo>
                  <a:pt x="67843" y="24790"/>
                </a:lnTo>
                <a:lnTo>
                  <a:pt x="67957" y="24650"/>
                </a:lnTo>
                <a:close/>
              </a:path>
              <a:path w="90169" h="25400">
                <a:moveTo>
                  <a:pt x="68199" y="13042"/>
                </a:moveTo>
                <a:lnTo>
                  <a:pt x="68135" y="12763"/>
                </a:lnTo>
                <a:lnTo>
                  <a:pt x="67957" y="12573"/>
                </a:lnTo>
                <a:lnTo>
                  <a:pt x="67805" y="12369"/>
                </a:lnTo>
                <a:lnTo>
                  <a:pt x="67589" y="12534"/>
                </a:lnTo>
                <a:lnTo>
                  <a:pt x="67627" y="12801"/>
                </a:lnTo>
                <a:lnTo>
                  <a:pt x="67792" y="13017"/>
                </a:lnTo>
                <a:lnTo>
                  <a:pt x="68199" y="13042"/>
                </a:lnTo>
                <a:close/>
              </a:path>
              <a:path w="90169" h="25400">
                <a:moveTo>
                  <a:pt x="69291" y="12319"/>
                </a:moveTo>
                <a:lnTo>
                  <a:pt x="69189" y="12090"/>
                </a:lnTo>
                <a:lnTo>
                  <a:pt x="69176" y="11671"/>
                </a:lnTo>
                <a:lnTo>
                  <a:pt x="68834" y="11684"/>
                </a:lnTo>
                <a:lnTo>
                  <a:pt x="68681" y="12268"/>
                </a:lnTo>
                <a:lnTo>
                  <a:pt x="69291" y="12319"/>
                </a:lnTo>
                <a:close/>
              </a:path>
              <a:path w="90169" h="25400">
                <a:moveTo>
                  <a:pt x="69761" y="10096"/>
                </a:moveTo>
                <a:lnTo>
                  <a:pt x="69367" y="9944"/>
                </a:lnTo>
                <a:lnTo>
                  <a:pt x="69367" y="9525"/>
                </a:lnTo>
                <a:lnTo>
                  <a:pt x="69062" y="9309"/>
                </a:lnTo>
                <a:lnTo>
                  <a:pt x="69062" y="9512"/>
                </a:lnTo>
                <a:lnTo>
                  <a:pt x="69202" y="9652"/>
                </a:lnTo>
                <a:lnTo>
                  <a:pt x="69100" y="9944"/>
                </a:lnTo>
                <a:lnTo>
                  <a:pt x="69265" y="9982"/>
                </a:lnTo>
                <a:lnTo>
                  <a:pt x="69583" y="10337"/>
                </a:lnTo>
                <a:lnTo>
                  <a:pt x="69761" y="10096"/>
                </a:lnTo>
                <a:close/>
              </a:path>
              <a:path w="90169" h="25400">
                <a:moveTo>
                  <a:pt x="69938" y="16725"/>
                </a:moveTo>
                <a:lnTo>
                  <a:pt x="69748" y="16433"/>
                </a:lnTo>
                <a:lnTo>
                  <a:pt x="69875" y="16268"/>
                </a:lnTo>
                <a:lnTo>
                  <a:pt x="69469" y="16129"/>
                </a:lnTo>
                <a:lnTo>
                  <a:pt x="69380" y="16586"/>
                </a:lnTo>
                <a:lnTo>
                  <a:pt x="69507" y="16687"/>
                </a:lnTo>
                <a:lnTo>
                  <a:pt x="69938" y="16725"/>
                </a:lnTo>
                <a:close/>
              </a:path>
              <a:path w="90169" h="25400">
                <a:moveTo>
                  <a:pt x="69938" y="15367"/>
                </a:moveTo>
                <a:lnTo>
                  <a:pt x="69900" y="15036"/>
                </a:lnTo>
                <a:lnTo>
                  <a:pt x="69913" y="14706"/>
                </a:lnTo>
                <a:lnTo>
                  <a:pt x="69456" y="14681"/>
                </a:lnTo>
                <a:lnTo>
                  <a:pt x="69608" y="14935"/>
                </a:lnTo>
                <a:lnTo>
                  <a:pt x="69303" y="14986"/>
                </a:lnTo>
                <a:lnTo>
                  <a:pt x="69532" y="15151"/>
                </a:lnTo>
                <a:lnTo>
                  <a:pt x="69659" y="14922"/>
                </a:lnTo>
                <a:lnTo>
                  <a:pt x="69748" y="15379"/>
                </a:lnTo>
                <a:lnTo>
                  <a:pt x="69938" y="15367"/>
                </a:lnTo>
                <a:close/>
              </a:path>
              <a:path w="90169" h="25400">
                <a:moveTo>
                  <a:pt x="71297" y="12395"/>
                </a:moveTo>
                <a:lnTo>
                  <a:pt x="71259" y="12052"/>
                </a:lnTo>
                <a:lnTo>
                  <a:pt x="71081" y="11811"/>
                </a:lnTo>
                <a:lnTo>
                  <a:pt x="70929" y="11557"/>
                </a:lnTo>
                <a:lnTo>
                  <a:pt x="70802" y="12014"/>
                </a:lnTo>
                <a:lnTo>
                  <a:pt x="71081" y="12369"/>
                </a:lnTo>
                <a:lnTo>
                  <a:pt x="70739" y="12534"/>
                </a:lnTo>
                <a:lnTo>
                  <a:pt x="71005" y="12573"/>
                </a:lnTo>
                <a:lnTo>
                  <a:pt x="71081" y="12420"/>
                </a:lnTo>
                <a:lnTo>
                  <a:pt x="71297" y="12395"/>
                </a:lnTo>
                <a:close/>
              </a:path>
              <a:path w="90169" h="25400">
                <a:moveTo>
                  <a:pt x="72250" y="11391"/>
                </a:moveTo>
                <a:lnTo>
                  <a:pt x="71805" y="11442"/>
                </a:lnTo>
                <a:lnTo>
                  <a:pt x="71729" y="11874"/>
                </a:lnTo>
                <a:lnTo>
                  <a:pt x="71526" y="12141"/>
                </a:lnTo>
                <a:lnTo>
                  <a:pt x="71958" y="12179"/>
                </a:lnTo>
                <a:lnTo>
                  <a:pt x="72047" y="11963"/>
                </a:lnTo>
                <a:lnTo>
                  <a:pt x="72085" y="11709"/>
                </a:lnTo>
                <a:lnTo>
                  <a:pt x="72250" y="11391"/>
                </a:lnTo>
                <a:close/>
              </a:path>
              <a:path w="90169" h="25400">
                <a:moveTo>
                  <a:pt x="72440" y="14274"/>
                </a:moveTo>
                <a:lnTo>
                  <a:pt x="72097" y="13881"/>
                </a:lnTo>
                <a:lnTo>
                  <a:pt x="71907" y="14097"/>
                </a:lnTo>
                <a:lnTo>
                  <a:pt x="72161" y="14173"/>
                </a:lnTo>
                <a:lnTo>
                  <a:pt x="72123" y="14452"/>
                </a:lnTo>
                <a:lnTo>
                  <a:pt x="72428" y="14490"/>
                </a:lnTo>
                <a:lnTo>
                  <a:pt x="72440" y="14274"/>
                </a:lnTo>
                <a:close/>
              </a:path>
              <a:path w="90169" h="25400">
                <a:moveTo>
                  <a:pt x="73571" y="20142"/>
                </a:moveTo>
                <a:lnTo>
                  <a:pt x="73253" y="20091"/>
                </a:lnTo>
                <a:lnTo>
                  <a:pt x="73228" y="20345"/>
                </a:lnTo>
                <a:lnTo>
                  <a:pt x="73202" y="20561"/>
                </a:lnTo>
                <a:lnTo>
                  <a:pt x="73533" y="20688"/>
                </a:lnTo>
                <a:lnTo>
                  <a:pt x="73571" y="20142"/>
                </a:lnTo>
                <a:close/>
              </a:path>
              <a:path w="90169" h="25400">
                <a:moveTo>
                  <a:pt x="74155" y="13284"/>
                </a:moveTo>
                <a:lnTo>
                  <a:pt x="73406" y="13474"/>
                </a:lnTo>
                <a:lnTo>
                  <a:pt x="74066" y="13093"/>
                </a:lnTo>
                <a:lnTo>
                  <a:pt x="73875" y="12903"/>
                </a:lnTo>
                <a:lnTo>
                  <a:pt x="73609" y="13093"/>
                </a:lnTo>
                <a:lnTo>
                  <a:pt x="73494" y="13373"/>
                </a:lnTo>
                <a:lnTo>
                  <a:pt x="73164" y="13487"/>
                </a:lnTo>
                <a:lnTo>
                  <a:pt x="73190" y="13119"/>
                </a:lnTo>
                <a:lnTo>
                  <a:pt x="72872" y="13258"/>
                </a:lnTo>
                <a:lnTo>
                  <a:pt x="72631" y="13258"/>
                </a:lnTo>
                <a:lnTo>
                  <a:pt x="72834" y="13284"/>
                </a:lnTo>
                <a:lnTo>
                  <a:pt x="72682" y="13576"/>
                </a:lnTo>
                <a:lnTo>
                  <a:pt x="72821" y="13652"/>
                </a:lnTo>
                <a:lnTo>
                  <a:pt x="73494" y="13614"/>
                </a:lnTo>
                <a:lnTo>
                  <a:pt x="73875" y="13779"/>
                </a:lnTo>
                <a:lnTo>
                  <a:pt x="74155" y="13284"/>
                </a:lnTo>
                <a:close/>
              </a:path>
              <a:path w="90169" h="25400">
                <a:moveTo>
                  <a:pt x="75145" y="10629"/>
                </a:moveTo>
                <a:lnTo>
                  <a:pt x="74866" y="10579"/>
                </a:lnTo>
                <a:lnTo>
                  <a:pt x="74256" y="11036"/>
                </a:lnTo>
                <a:lnTo>
                  <a:pt x="74790" y="11150"/>
                </a:lnTo>
                <a:lnTo>
                  <a:pt x="74790" y="10883"/>
                </a:lnTo>
                <a:lnTo>
                  <a:pt x="75044" y="10820"/>
                </a:lnTo>
                <a:lnTo>
                  <a:pt x="75145" y="10629"/>
                </a:lnTo>
                <a:close/>
              </a:path>
              <a:path w="90169" h="25400">
                <a:moveTo>
                  <a:pt x="78397" y="16789"/>
                </a:moveTo>
                <a:lnTo>
                  <a:pt x="78181" y="16357"/>
                </a:lnTo>
                <a:lnTo>
                  <a:pt x="78028" y="16598"/>
                </a:lnTo>
                <a:lnTo>
                  <a:pt x="78295" y="16649"/>
                </a:lnTo>
                <a:lnTo>
                  <a:pt x="77863" y="16751"/>
                </a:lnTo>
                <a:lnTo>
                  <a:pt x="77990" y="16967"/>
                </a:lnTo>
                <a:lnTo>
                  <a:pt x="78320" y="16992"/>
                </a:lnTo>
                <a:lnTo>
                  <a:pt x="78397" y="16789"/>
                </a:lnTo>
                <a:close/>
              </a:path>
              <a:path w="90169" h="25400">
                <a:moveTo>
                  <a:pt x="78727" y="13398"/>
                </a:moveTo>
                <a:lnTo>
                  <a:pt x="78409" y="13398"/>
                </a:lnTo>
                <a:lnTo>
                  <a:pt x="78308" y="13563"/>
                </a:lnTo>
                <a:lnTo>
                  <a:pt x="78155" y="13716"/>
                </a:lnTo>
                <a:lnTo>
                  <a:pt x="78422" y="13690"/>
                </a:lnTo>
                <a:lnTo>
                  <a:pt x="78714" y="13690"/>
                </a:lnTo>
                <a:lnTo>
                  <a:pt x="78727" y="13398"/>
                </a:lnTo>
                <a:close/>
              </a:path>
              <a:path w="90169" h="25400">
                <a:moveTo>
                  <a:pt x="81051" y="16687"/>
                </a:moveTo>
                <a:lnTo>
                  <a:pt x="80632" y="16332"/>
                </a:lnTo>
                <a:lnTo>
                  <a:pt x="80848" y="16446"/>
                </a:lnTo>
                <a:lnTo>
                  <a:pt x="80467" y="16103"/>
                </a:lnTo>
                <a:lnTo>
                  <a:pt x="80467" y="16281"/>
                </a:lnTo>
                <a:lnTo>
                  <a:pt x="80568" y="16459"/>
                </a:lnTo>
                <a:lnTo>
                  <a:pt x="80619" y="16637"/>
                </a:lnTo>
                <a:lnTo>
                  <a:pt x="80403" y="16738"/>
                </a:lnTo>
                <a:lnTo>
                  <a:pt x="80772" y="16637"/>
                </a:lnTo>
                <a:lnTo>
                  <a:pt x="80860" y="16827"/>
                </a:lnTo>
                <a:lnTo>
                  <a:pt x="81051" y="16687"/>
                </a:lnTo>
                <a:close/>
              </a:path>
              <a:path w="90169" h="25400">
                <a:moveTo>
                  <a:pt x="86423" y="7213"/>
                </a:moveTo>
                <a:lnTo>
                  <a:pt x="86029" y="6832"/>
                </a:lnTo>
                <a:lnTo>
                  <a:pt x="85788" y="7696"/>
                </a:lnTo>
                <a:lnTo>
                  <a:pt x="86423" y="7404"/>
                </a:lnTo>
                <a:lnTo>
                  <a:pt x="86423" y="7213"/>
                </a:lnTo>
                <a:close/>
              </a:path>
              <a:path w="90169" h="25400">
                <a:moveTo>
                  <a:pt x="89852" y="9334"/>
                </a:moveTo>
                <a:lnTo>
                  <a:pt x="89471" y="9436"/>
                </a:lnTo>
                <a:lnTo>
                  <a:pt x="89357" y="9194"/>
                </a:lnTo>
                <a:lnTo>
                  <a:pt x="89090" y="9359"/>
                </a:lnTo>
                <a:lnTo>
                  <a:pt x="89395" y="9575"/>
                </a:lnTo>
                <a:lnTo>
                  <a:pt x="89496" y="9753"/>
                </a:lnTo>
                <a:lnTo>
                  <a:pt x="89852" y="9334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bg object 190"/>
          <p:cNvSpPr/>
          <p:nvPr/>
        </p:nvSpPr>
        <p:spPr>
          <a:xfrm>
            <a:off x="1936280" y="865745"/>
            <a:ext cx="92075" cy="38100"/>
          </a:xfrm>
          <a:custGeom>
            <a:avLst/>
            <a:gdLst/>
            <a:ahLst/>
            <a:cxnLst/>
            <a:rect l="l" t="t" r="r" b="b"/>
            <a:pathLst>
              <a:path w="92075" h="38100">
                <a:moveTo>
                  <a:pt x="1028" y="7543"/>
                </a:moveTo>
                <a:lnTo>
                  <a:pt x="787" y="7048"/>
                </a:lnTo>
                <a:lnTo>
                  <a:pt x="266" y="7061"/>
                </a:lnTo>
                <a:lnTo>
                  <a:pt x="0" y="7251"/>
                </a:lnTo>
                <a:lnTo>
                  <a:pt x="139" y="7289"/>
                </a:lnTo>
                <a:lnTo>
                  <a:pt x="0" y="7493"/>
                </a:lnTo>
                <a:lnTo>
                  <a:pt x="304" y="7708"/>
                </a:lnTo>
                <a:lnTo>
                  <a:pt x="520" y="7594"/>
                </a:lnTo>
                <a:lnTo>
                  <a:pt x="228" y="7251"/>
                </a:lnTo>
                <a:lnTo>
                  <a:pt x="457" y="7175"/>
                </a:lnTo>
                <a:lnTo>
                  <a:pt x="660" y="7366"/>
                </a:lnTo>
                <a:lnTo>
                  <a:pt x="444" y="7454"/>
                </a:lnTo>
                <a:lnTo>
                  <a:pt x="889" y="7543"/>
                </a:lnTo>
                <a:lnTo>
                  <a:pt x="508" y="7531"/>
                </a:lnTo>
                <a:lnTo>
                  <a:pt x="863" y="7747"/>
                </a:lnTo>
                <a:lnTo>
                  <a:pt x="1028" y="7543"/>
                </a:lnTo>
                <a:close/>
              </a:path>
              <a:path w="92075" h="38100">
                <a:moveTo>
                  <a:pt x="1397" y="0"/>
                </a:moveTo>
                <a:lnTo>
                  <a:pt x="1054" y="25"/>
                </a:lnTo>
                <a:lnTo>
                  <a:pt x="1079" y="254"/>
                </a:lnTo>
                <a:lnTo>
                  <a:pt x="1130" y="431"/>
                </a:lnTo>
                <a:lnTo>
                  <a:pt x="1346" y="508"/>
                </a:lnTo>
                <a:lnTo>
                  <a:pt x="1384" y="254"/>
                </a:lnTo>
                <a:lnTo>
                  <a:pt x="1397" y="0"/>
                </a:lnTo>
                <a:close/>
              </a:path>
              <a:path w="92075" h="38100">
                <a:moveTo>
                  <a:pt x="4419" y="14185"/>
                </a:moveTo>
                <a:lnTo>
                  <a:pt x="4127" y="14020"/>
                </a:lnTo>
                <a:lnTo>
                  <a:pt x="3276" y="13766"/>
                </a:lnTo>
                <a:lnTo>
                  <a:pt x="3517" y="14160"/>
                </a:lnTo>
                <a:lnTo>
                  <a:pt x="3784" y="14071"/>
                </a:lnTo>
                <a:lnTo>
                  <a:pt x="3873" y="14465"/>
                </a:lnTo>
                <a:lnTo>
                  <a:pt x="3822" y="14236"/>
                </a:lnTo>
                <a:lnTo>
                  <a:pt x="4419" y="14185"/>
                </a:lnTo>
                <a:close/>
              </a:path>
              <a:path w="92075" h="38100">
                <a:moveTo>
                  <a:pt x="12738" y="20307"/>
                </a:moveTo>
                <a:lnTo>
                  <a:pt x="12534" y="20205"/>
                </a:lnTo>
                <a:lnTo>
                  <a:pt x="12255" y="19939"/>
                </a:lnTo>
                <a:lnTo>
                  <a:pt x="12204" y="20256"/>
                </a:lnTo>
                <a:lnTo>
                  <a:pt x="12382" y="20637"/>
                </a:lnTo>
                <a:lnTo>
                  <a:pt x="12039" y="20701"/>
                </a:lnTo>
                <a:lnTo>
                  <a:pt x="12458" y="20815"/>
                </a:lnTo>
                <a:lnTo>
                  <a:pt x="12611" y="20561"/>
                </a:lnTo>
                <a:lnTo>
                  <a:pt x="12738" y="20307"/>
                </a:lnTo>
                <a:close/>
              </a:path>
              <a:path w="92075" h="38100">
                <a:moveTo>
                  <a:pt x="16522" y="24015"/>
                </a:moveTo>
                <a:lnTo>
                  <a:pt x="16332" y="24003"/>
                </a:lnTo>
                <a:lnTo>
                  <a:pt x="16065" y="23774"/>
                </a:lnTo>
                <a:lnTo>
                  <a:pt x="15836" y="23761"/>
                </a:lnTo>
                <a:lnTo>
                  <a:pt x="15595" y="23660"/>
                </a:lnTo>
                <a:lnTo>
                  <a:pt x="15557" y="24003"/>
                </a:lnTo>
                <a:lnTo>
                  <a:pt x="16522" y="24015"/>
                </a:lnTo>
                <a:close/>
              </a:path>
              <a:path w="92075" h="38100">
                <a:moveTo>
                  <a:pt x="17665" y="25082"/>
                </a:moveTo>
                <a:lnTo>
                  <a:pt x="17487" y="24688"/>
                </a:lnTo>
                <a:lnTo>
                  <a:pt x="17157" y="24422"/>
                </a:lnTo>
                <a:lnTo>
                  <a:pt x="16878" y="24117"/>
                </a:lnTo>
                <a:lnTo>
                  <a:pt x="16941" y="24422"/>
                </a:lnTo>
                <a:lnTo>
                  <a:pt x="16522" y="24206"/>
                </a:lnTo>
                <a:lnTo>
                  <a:pt x="16535" y="24447"/>
                </a:lnTo>
                <a:lnTo>
                  <a:pt x="16751" y="24701"/>
                </a:lnTo>
                <a:lnTo>
                  <a:pt x="17043" y="25095"/>
                </a:lnTo>
                <a:lnTo>
                  <a:pt x="17119" y="25222"/>
                </a:lnTo>
                <a:lnTo>
                  <a:pt x="17094" y="25019"/>
                </a:lnTo>
                <a:lnTo>
                  <a:pt x="16941" y="24663"/>
                </a:lnTo>
                <a:lnTo>
                  <a:pt x="17322" y="24701"/>
                </a:lnTo>
                <a:lnTo>
                  <a:pt x="17322" y="25019"/>
                </a:lnTo>
                <a:lnTo>
                  <a:pt x="17665" y="25082"/>
                </a:lnTo>
                <a:close/>
              </a:path>
              <a:path w="92075" h="38100">
                <a:moveTo>
                  <a:pt x="17754" y="25196"/>
                </a:moveTo>
                <a:lnTo>
                  <a:pt x="17424" y="25069"/>
                </a:lnTo>
                <a:lnTo>
                  <a:pt x="17094" y="25019"/>
                </a:lnTo>
                <a:lnTo>
                  <a:pt x="17691" y="25476"/>
                </a:lnTo>
                <a:lnTo>
                  <a:pt x="17754" y="25196"/>
                </a:lnTo>
                <a:close/>
              </a:path>
              <a:path w="92075" h="38100">
                <a:moveTo>
                  <a:pt x="18288" y="23558"/>
                </a:moveTo>
                <a:lnTo>
                  <a:pt x="18046" y="23723"/>
                </a:lnTo>
                <a:lnTo>
                  <a:pt x="17513" y="23583"/>
                </a:lnTo>
                <a:lnTo>
                  <a:pt x="17437" y="23901"/>
                </a:lnTo>
                <a:lnTo>
                  <a:pt x="17843" y="23964"/>
                </a:lnTo>
                <a:lnTo>
                  <a:pt x="18288" y="23558"/>
                </a:lnTo>
                <a:close/>
              </a:path>
              <a:path w="92075" h="38100">
                <a:moveTo>
                  <a:pt x="18656" y="26365"/>
                </a:moveTo>
                <a:lnTo>
                  <a:pt x="18453" y="26327"/>
                </a:lnTo>
                <a:lnTo>
                  <a:pt x="18224" y="26403"/>
                </a:lnTo>
                <a:lnTo>
                  <a:pt x="18211" y="26949"/>
                </a:lnTo>
                <a:lnTo>
                  <a:pt x="18376" y="26733"/>
                </a:lnTo>
                <a:lnTo>
                  <a:pt x="18351" y="26606"/>
                </a:lnTo>
                <a:lnTo>
                  <a:pt x="18656" y="26365"/>
                </a:lnTo>
                <a:close/>
              </a:path>
              <a:path w="92075" h="38100">
                <a:moveTo>
                  <a:pt x="19316" y="28600"/>
                </a:moveTo>
                <a:lnTo>
                  <a:pt x="19113" y="28562"/>
                </a:lnTo>
                <a:lnTo>
                  <a:pt x="18884" y="28511"/>
                </a:lnTo>
                <a:lnTo>
                  <a:pt x="19075" y="28854"/>
                </a:lnTo>
                <a:lnTo>
                  <a:pt x="19316" y="28600"/>
                </a:lnTo>
                <a:close/>
              </a:path>
              <a:path w="92075" h="38100">
                <a:moveTo>
                  <a:pt x="19405" y="24244"/>
                </a:moveTo>
                <a:lnTo>
                  <a:pt x="18923" y="24295"/>
                </a:lnTo>
                <a:lnTo>
                  <a:pt x="18821" y="24434"/>
                </a:lnTo>
                <a:lnTo>
                  <a:pt x="18402" y="24244"/>
                </a:lnTo>
                <a:lnTo>
                  <a:pt x="18364" y="24434"/>
                </a:lnTo>
                <a:lnTo>
                  <a:pt x="18338" y="24701"/>
                </a:lnTo>
                <a:lnTo>
                  <a:pt x="18669" y="24701"/>
                </a:lnTo>
                <a:lnTo>
                  <a:pt x="19405" y="24244"/>
                </a:lnTo>
                <a:close/>
              </a:path>
              <a:path w="92075" h="38100">
                <a:moveTo>
                  <a:pt x="19799" y="28524"/>
                </a:moveTo>
                <a:lnTo>
                  <a:pt x="19558" y="28524"/>
                </a:lnTo>
                <a:lnTo>
                  <a:pt x="19329" y="28600"/>
                </a:lnTo>
                <a:lnTo>
                  <a:pt x="19329" y="28829"/>
                </a:lnTo>
                <a:lnTo>
                  <a:pt x="19126" y="28867"/>
                </a:lnTo>
                <a:lnTo>
                  <a:pt x="19062" y="29044"/>
                </a:lnTo>
                <a:lnTo>
                  <a:pt x="19583" y="29184"/>
                </a:lnTo>
                <a:lnTo>
                  <a:pt x="19304" y="29044"/>
                </a:lnTo>
                <a:lnTo>
                  <a:pt x="19418" y="28816"/>
                </a:lnTo>
                <a:lnTo>
                  <a:pt x="19342" y="28968"/>
                </a:lnTo>
                <a:lnTo>
                  <a:pt x="19646" y="28994"/>
                </a:lnTo>
                <a:lnTo>
                  <a:pt x="19583" y="28841"/>
                </a:lnTo>
                <a:lnTo>
                  <a:pt x="19799" y="28524"/>
                </a:lnTo>
                <a:close/>
              </a:path>
              <a:path w="92075" h="38100">
                <a:moveTo>
                  <a:pt x="21805" y="26263"/>
                </a:moveTo>
                <a:lnTo>
                  <a:pt x="21590" y="26187"/>
                </a:lnTo>
                <a:lnTo>
                  <a:pt x="21424" y="25641"/>
                </a:lnTo>
                <a:lnTo>
                  <a:pt x="21209" y="25857"/>
                </a:lnTo>
                <a:lnTo>
                  <a:pt x="21145" y="26073"/>
                </a:lnTo>
                <a:lnTo>
                  <a:pt x="21767" y="26327"/>
                </a:lnTo>
                <a:close/>
              </a:path>
              <a:path w="92075" h="38100">
                <a:moveTo>
                  <a:pt x="23355" y="27292"/>
                </a:moveTo>
                <a:lnTo>
                  <a:pt x="23164" y="27000"/>
                </a:lnTo>
                <a:lnTo>
                  <a:pt x="23190" y="26835"/>
                </a:lnTo>
                <a:lnTo>
                  <a:pt x="22936" y="27076"/>
                </a:lnTo>
                <a:lnTo>
                  <a:pt x="22936" y="27254"/>
                </a:lnTo>
                <a:lnTo>
                  <a:pt x="23139" y="27178"/>
                </a:lnTo>
                <a:lnTo>
                  <a:pt x="23253" y="27546"/>
                </a:lnTo>
                <a:lnTo>
                  <a:pt x="23355" y="27292"/>
                </a:lnTo>
                <a:close/>
              </a:path>
              <a:path w="92075" h="38100">
                <a:moveTo>
                  <a:pt x="23876" y="23799"/>
                </a:moveTo>
                <a:lnTo>
                  <a:pt x="23634" y="23774"/>
                </a:lnTo>
                <a:lnTo>
                  <a:pt x="23533" y="23939"/>
                </a:lnTo>
                <a:lnTo>
                  <a:pt x="23228" y="23837"/>
                </a:lnTo>
                <a:lnTo>
                  <a:pt x="23317" y="24015"/>
                </a:lnTo>
                <a:lnTo>
                  <a:pt x="23558" y="24003"/>
                </a:lnTo>
                <a:lnTo>
                  <a:pt x="23787" y="23964"/>
                </a:lnTo>
                <a:lnTo>
                  <a:pt x="23876" y="23799"/>
                </a:lnTo>
                <a:close/>
              </a:path>
              <a:path w="92075" h="38100">
                <a:moveTo>
                  <a:pt x="24180" y="31394"/>
                </a:moveTo>
                <a:lnTo>
                  <a:pt x="23990" y="31330"/>
                </a:lnTo>
                <a:lnTo>
                  <a:pt x="23749" y="31572"/>
                </a:lnTo>
                <a:lnTo>
                  <a:pt x="23952" y="31788"/>
                </a:lnTo>
                <a:lnTo>
                  <a:pt x="24180" y="31724"/>
                </a:lnTo>
                <a:lnTo>
                  <a:pt x="23863" y="31610"/>
                </a:lnTo>
                <a:lnTo>
                  <a:pt x="24180" y="31394"/>
                </a:lnTo>
                <a:close/>
              </a:path>
              <a:path w="92075" h="38100">
                <a:moveTo>
                  <a:pt x="24460" y="32131"/>
                </a:moveTo>
                <a:lnTo>
                  <a:pt x="24269" y="31762"/>
                </a:lnTo>
                <a:lnTo>
                  <a:pt x="24053" y="31813"/>
                </a:lnTo>
                <a:lnTo>
                  <a:pt x="23876" y="32677"/>
                </a:lnTo>
                <a:lnTo>
                  <a:pt x="24218" y="32473"/>
                </a:lnTo>
                <a:lnTo>
                  <a:pt x="23990" y="32473"/>
                </a:lnTo>
                <a:lnTo>
                  <a:pt x="24206" y="32143"/>
                </a:lnTo>
                <a:lnTo>
                  <a:pt x="24142" y="32004"/>
                </a:lnTo>
                <a:lnTo>
                  <a:pt x="24460" y="32131"/>
                </a:lnTo>
                <a:close/>
              </a:path>
              <a:path w="92075" h="38100">
                <a:moveTo>
                  <a:pt x="24930" y="27114"/>
                </a:moveTo>
                <a:lnTo>
                  <a:pt x="24803" y="26873"/>
                </a:lnTo>
                <a:lnTo>
                  <a:pt x="24587" y="26949"/>
                </a:lnTo>
                <a:lnTo>
                  <a:pt x="24485" y="26758"/>
                </a:lnTo>
                <a:lnTo>
                  <a:pt x="24142" y="27089"/>
                </a:lnTo>
                <a:lnTo>
                  <a:pt x="24536" y="27089"/>
                </a:lnTo>
                <a:lnTo>
                  <a:pt x="24930" y="27114"/>
                </a:lnTo>
                <a:close/>
              </a:path>
              <a:path w="92075" h="38100">
                <a:moveTo>
                  <a:pt x="25120" y="31089"/>
                </a:moveTo>
                <a:lnTo>
                  <a:pt x="25107" y="30822"/>
                </a:lnTo>
                <a:lnTo>
                  <a:pt x="24942" y="30594"/>
                </a:lnTo>
                <a:lnTo>
                  <a:pt x="24599" y="30746"/>
                </a:lnTo>
                <a:lnTo>
                  <a:pt x="24701" y="31000"/>
                </a:lnTo>
                <a:lnTo>
                  <a:pt x="24485" y="31051"/>
                </a:lnTo>
                <a:lnTo>
                  <a:pt x="24663" y="31140"/>
                </a:lnTo>
                <a:lnTo>
                  <a:pt x="24980" y="31064"/>
                </a:lnTo>
                <a:lnTo>
                  <a:pt x="24841" y="31191"/>
                </a:lnTo>
                <a:lnTo>
                  <a:pt x="24638" y="31229"/>
                </a:lnTo>
                <a:lnTo>
                  <a:pt x="24980" y="31330"/>
                </a:lnTo>
                <a:lnTo>
                  <a:pt x="25120" y="31089"/>
                </a:lnTo>
                <a:close/>
              </a:path>
              <a:path w="92075" h="38100">
                <a:moveTo>
                  <a:pt x="25476" y="30568"/>
                </a:moveTo>
                <a:lnTo>
                  <a:pt x="25146" y="30543"/>
                </a:lnTo>
                <a:lnTo>
                  <a:pt x="25323" y="31191"/>
                </a:lnTo>
                <a:lnTo>
                  <a:pt x="25412" y="31064"/>
                </a:lnTo>
                <a:lnTo>
                  <a:pt x="25476" y="30568"/>
                </a:lnTo>
                <a:close/>
              </a:path>
              <a:path w="92075" h="38100">
                <a:moveTo>
                  <a:pt x="26809" y="24968"/>
                </a:moveTo>
                <a:lnTo>
                  <a:pt x="26174" y="25095"/>
                </a:lnTo>
                <a:lnTo>
                  <a:pt x="25984" y="25692"/>
                </a:lnTo>
                <a:lnTo>
                  <a:pt x="25438" y="25933"/>
                </a:lnTo>
                <a:lnTo>
                  <a:pt x="26263" y="26174"/>
                </a:lnTo>
                <a:lnTo>
                  <a:pt x="26162" y="25273"/>
                </a:lnTo>
                <a:lnTo>
                  <a:pt x="26797" y="25311"/>
                </a:lnTo>
                <a:lnTo>
                  <a:pt x="26809" y="25082"/>
                </a:lnTo>
                <a:lnTo>
                  <a:pt x="26644" y="25120"/>
                </a:lnTo>
                <a:lnTo>
                  <a:pt x="26809" y="24968"/>
                </a:lnTo>
                <a:close/>
              </a:path>
              <a:path w="92075" h="38100">
                <a:moveTo>
                  <a:pt x="27216" y="24257"/>
                </a:moveTo>
                <a:lnTo>
                  <a:pt x="27025" y="24066"/>
                </a:lnTo>
                <a:lnTo>
                  <a:pt x="26771" y="24041"/>
                </a:lnTo>
                <a:lnTo>
                  <a:pt x="26301" y="24320"/>
                </a:lnTo>
                <a:lnTo>
                  <a:pt x="26543" y="24472"/>
                </a:lnTo>
                <a:lnTo>
                  <a:pt x="26657" y="24193"/>
                </a:lnTo>
                <a:lnTo>
                  <a:pt x="27178" y="24396"/>
                </a:lnTo>
                <a:lnTo>
                  <a:pt x="27216" y="24257"/>
                </a:lnTo>
                <a:close/>
              </a:path>
              <a:path w="92075" h="38100">
                <a:moveTo>
                  <a:pt x="27228" y="25260"/>
                </a:moveTo>
                <a:lnTo>
                  <a:pt x="27012" y="25285"/>
                </a:lnTo>
                <a:lnTo>
                  <a:pt x="26949" y="25120"/>
                </a:lnTo>
                <a:lnTo>
                  <a:pt x="26822" y="25311"/>
                </a:lnTo>
                <a:lnTo>
                  <a:pt x="27228" y="25438"/>
                </a:lnTo>
                <a:lnTo>
                  <a:pt x="27228" y="25260"/>
                </a:lnTo>
                <a:close/>
              </a:path>
              <a:path w="92075" h="38100">
                <a:moveTo>
                  <a:pt x="28422" y="25196"/>
                </a:moveTo>
                <a:lnTo>
                  <a:pt x="28194" y="25196"/>
                </a:lnTo>
                <a:lnTo>
                  <a:pt x="27990" y="25247"/>
                </a:lnTo>
                <a:lnTo>
                  <a:pt x="27876" y="25400"/>
                </a:lnTo>
                <a:lnTo>
                  <a:pt x="28092" y="25539"/>
                </a:lnTo>
                <a:lnTo>
                  <a:pt x="28321" y="25527"/>
                </a:lnTo>
                <a:lnTo>
                  <a:pt x="28422" y="25196"/>
                </a:lnTo>
                <a:close/>
              </a:path>
              <a:path w="92075" h="38100">
                <a:moveTo>
                  <a:pt x="28803" y="27393"/>
                </a:moveTo>
                <a:close/>
              </a:path>
              <a:path w="92075" h="38100">
                <a:moveTo>
                  <a:pt x="29019" y="24447"/>
                </a:moveTo>
                <a:lnTo>
                  <a:pt x="28803" y="23990"/>
                </a:lnTo>
                <a:lnTo>
                  <a:pt x="28727" y="23837"/>
                </a:lnTo>
                <a:lnTo>
                  <a:pt x="29019" y="24447"/>
                </a:lnTo>
                <a:close/>
              </a:path>
              <a:path w="92075" h="38100">
                <a:moveTo>
                  <a:pt x="29133" y="27647"/>
                </a:moveTo>
                <a:lnTo>
                  <a:pt x="28994" y="27533"/>
                </a:lnTo>
                <a:lnTo>
                  <a:pt x="28790" y="27419"/>
                </a:lnTo>
                <a:lnTo>
                  <a:pt x="28651" y="27660"/>
                </a:lnTo>
                <a:lnTo>
                  <a:pt x="29095" y="27660"/>
                </a:lnTo>
                <a:lnTo>
                  <a:pt x="28549" y="27889"/>
                </a:lnTo>
                <a:lnTo>
                  <a:pt x="28968" y="27952"/>
                </a:lnTo>
                <a:lnTo>
                  <a:pt x="29133" y="27647"/>
                </a:lnTo>
                <a:close/>
              </a:path>
              <a:path w="92075" h="38100">
                <a:moveTo>
                  <a:pt x="29298" y="6388"/>
                </a:moveTo>
                <a:lnTo>
                  <a:pt x="29070" y="6223"/>
                </a:lnTo>
                <a:lnTo>
                  <a:pt x="28714" y="6654"/>
                </a:lnTo>
                <a:lnTo>
                  <a:pt x="29006" y="6680"/>
                </a:lnTo>
                <a:lnTo>
                  <a:pt x="28956" y="6515"/>
                </a:lnTo>
                <a:lnTo>
                  <a:pt x="29133" y="6692"/>
                </a:lnTo>
                <a:lnTo>
                  <a:pt x="28981" y="6438"/>
                </a:lnTo>
                <a:lnTo>
                  <a:pt x="29298" y="6388"/>
                </a:lnTo>
                <a:close/>
              </a:path>
              <a:path w="92075" h="38100">
                <a:moveTo>
                  <a:pt x="29895" y="34874"/>
                </a:moveTo>
                <a:lnTo>
                  <a:pt x="29603" y="34544"/>
                </a:lnTo>
                <a:lnTo>
                  <a:pt x="29286" y="34620"/>
                </a:lnTo>
                <a:lnTo>
                  <a:pt x="29273" y="34823"/>
                </a:lnTo>
                <a:lnTo>
                  <a:pt x="29248" y="35026"/>
                </a:lnTo>
                <a:lnTo>
                  <a:pt x="29222" y="35242"/>
                </a:lnTo>
                <a:lnTo>
                  <a:pt x="29629" y="35191"/>
                </a:lnTo>
                <a:lnTo>
                  <a:pt x="29552" y="34848"/>
                </a:lnTo>
                <a:lnTo>
                  <a:pt x="29362" y="34886"/>
                </a:lnTo>
                <a:lnTo>
                  <a:pt x="29476" y="34696"/>
                </a:lnTo>
                <a:lnTo>
                  <a:pt x="29895" y="34874"/>
                </a:lnTo>
                <a:close/>
              </a:path>
              <a:path w="92075" h="38100">
                <a:moveTo>
                  <a:pt x="32512" y="27863"/>
                </a:moveTo>
                <a:lnTo>
                  <a:pt x="31584" y="27546"/>
                </a:lnTo>
                <a:lnTo>
                  <a:pt x="31203" y="26403"/>
                </a:lnTo>
                <a:lnTo>
                  <a:pt x="30048" y="26403"/>
                </a:lnTo>
                <a:lnTo>
                  <a:pt x="29946" y="26593"/>
                </a:lnTo>
                <a:lnTo>
                  <a:pt x="29870" y="26962"/>
                </a:lnTo>
                <a:lnTo>
                  <a:pt x="29324" y="27863"/>
                </a:lnTo>
                <a:lnTo>
                  <a:pt x="29667" y="27863"/>
                </a:lnTo>
                <a:lnTo>
                  <a:pt x="31699" y="27863"/>
                </a:lnTo>
                <a:lnTo>
                  <a:pt x="32512" y="27863"/>
                </a:lnTo>
                <a:close/>
              </a:path>
              <a:path w="92075" h="38100">
                <a:moveTo>
                  <a:pt x="32550" y="27863"/>
                </a:moveTo>
                <a:lnTo>
                  <a:pt x="32473" y="26403"/>
                </a:lnTo>
                <a:lnTo>
                  <a:pt x="31534" y="26403"/>
                </a:lnTo>
                <a:lnTo>
                  <a:pt x="32550" y="27863"/>
                </a:lnTo>
                <a:close/>
              </a:path>
              <a:path w="92075" h="38100">
                <a:moveTo>
                  <a:pt x="32613" y="32639"/>
                </a:moveTo>
                <a:lnTo>
                  <a:pt x="32118" y="32715"/>
                </a:lnTo>
                <a:lnTo>
                  <a:pt x="32232" y="32385"/>
                </a:lnTo>
                <a:lnTo>
                  <a:pt x="31978" y="32308"/>
                </a:lnTo>
                <a:lnTo>
                  <a:pt x="31483" y="32651"/>
                </a:lnTo>
                <a:lnTo>
                  <a:pt x="32550" y="33121"/>
                </a:lnTo>
                <a:lnTo>
                  <a:pt x="32613" y="32639"/>
                </a:lnTo>
                <a:close/>
              </a:path>
              <a:path w="92075" h="38100">
                <a:moveTo>
                  <a:pt x="32994" y="34213"/>
                </a:moveTo>
                <a:lnTo>
                  <a:pt x="32677" y="34213"/>
                </a:lnTo>
                <a:lnTo>
                  <a:pt x="32677" y="34366"/>
                </a:lnTo>
                <a:lnTo>
                  <a:pt x="32448" y="34518"/>
                </a:lnTo>
                <a:lnTo>
                  <a:pt x="32613" y="35001"/>
                </a:lnTo>
                <a:lnTo>
                  <a:pt x="32842" y="34747"/>
                </a:lnTo>
                <a:lnTo>
                  <a:pt x="32613" y="34544"/>
                </a:lnTo>
                <a:lnTo>
                  <a:pt x="32981" y="34569"/>
                </a:lnTo>
                <a:lnTo>
                  <a:pt x="32994" y="34213"/>
                </a:lnTo>
                <a:close/>
              </a:path>
              <a:path w="92075" h="38100">
                <a:moveTo>
                  <a:pt x="36728" y="27711"/>
                </a:moveTo>
                <a:lnTo>
                  <a:pt x="36563" y="27559"/>
                </a:lnTo>
                <a:lnTo>
                  <a:pt x="35839" y="27559"/>
                </a:lnTo>
                <a:lnTo>
                  <a:pt x="35725" y="27889"/>
                </a:lnTo>
                <a:lnTo>
                  <a:pt x="36728" y="27711"/>
                </a:lnTo>
                <a:close/>
              </a:path>
              <a:path w="92075" h="38100">
                <a:moveTo>
                  <a:pt x="38519" y="36258"/>
                </a:moveTo>
                <a:lnTo>
                  <a:pt x="38404" y="36042"/>
                </a:lnTo>
                <a:lnTo>
                  <a:pt x="38214" y="35928"/>
                </a:lnTo>
                <a:lnTo>
                  <a:pt x="38404" y="36677"/>
                </a:lnTo>
                <a:lnTo>
                  <a:pt x="38023" y="36410"/>
                </a:lnTo>
                <a:lnTo>
                  <a:pt x="38341" y="36855"/>
                </a:lnTo>
                <a:lnTo>
                  <a:pt x="38519" y="36563"/>
                </a:lnTo>
                <a:lnTo>
                  <a:pt x="38519" y="36258"/>
                </a:lnTo>
                <a:close/>
              </a:path>
              <a:path w="92075" h="38100">
                <a:moveTo>
                  <a:pt x="40017" y="28346"/>
                </a:moveTo>
                <a:lnTo>
                  <a:pt x="37731" y="28346"/>
                </a:lnTo>
                <a:lnTo>
                  <a:pt x="37846" y="28651"/>
                </a:lnTo>
                <a:lnTo>
                  <a:pt x="39509" y="28651"/>
                </a:lnTo>
                <a:lnTo>
                  <a:pt x="40017" y="28346"/>
                </a:lnTo>
                <a:close/>
              </a:path>
              <a:path w="92075" h="38100">
                <a:moveTo>
                  <a:pt x="42011" y="33528"/>
                </a:moveTo>
                <a:lnTo>
                  <a:pt x="41821" y="33426"/>
                </a:lnTo>
                <a:lnTo>
                  <a:pt x="41897" y="33147"/>
                </a:lnTo>
                <a:lnTo>
                  <a:pt x="41490" y="33210"/>
                </a:lnTo>
                <a:lnTo>
                  <a:pt x="41351" y="33464"/>
                </a:lnTo>
                <a:lnTo>
                  <a:pt x="41795" y="33413"/>
                </a:lnTo>
                <a:lnTo>
                  <a:pt x="42011" y="33528"/>
                </a:lnTo>
                <a:close/>
              </a:path>
              <a:path w="92075" h="38100">
                <a:moveTo>
                  <a:pt x="42125" y="26987"/>
                </a:moveTo>
                <a:lnTo>
                  <a:pt x="41922" y="26873"/>
                </a:lnTo>
                <a:lnTo>
                  <a:pt x="41783" y="27139"/>
                </a:lnTo>
                <a:lnTo>
                  <a:pt x="41668" y="27393"/>
                </a:lnTo>
                <a:lnTo>
                  <a:pt x="41795" y="27432"/>
                </a:lnTo>
                <a:lnTo>
                  <a:pt x="42087" y="27533"/>
                </a:lnTo>
                <a:lnTo>
                  <a:pt x="42125" y="27241"/>
                </a:lnTo>
                <a:lnTo>
                  <a:pt x="42125" y="26987"/>
                </a:lnTo>
                <a:close/>
              </a:path>
              <a:path w="92075" h="38100">
                <a:moveTo>
                  <a:pt x="42392" y="29032"/>
                </a:moveTo>
                <a:lnTo>
                  <a:pt x="42214" y="28854"/>
                </a:lnTo>
                <a:lnTo>
                  <a:pt x="42202" y="28638"/>
                </a:lnTo>
                <a:lnTo>
                  <a:pt x="41795" y="28536"/>
                </a:lnTo>
                <a:lnTo>
                  <a:pt x="42037" y="29070"/>
                </a:lnTo>
                <a:lnTo>
                  <a:pt x="41630" y="28956"/>
                </a:lnTo>
                <a:lnTo>
                  <a:pt x="41503" y="28816"/>
                </a:lnTo>
                <a:lnTo>
                  <a:pt x="41249" y="28321"/>
                </a:lnTo>
                <a:lnTo>
                  <a:pt x="41021" y="28549"/>
                </a:lnTo>
                <a:lnTo>
                  <a:pt x="41427" y="28829"/>
                </a:lnTo>
                <a:lnTo>
                  <a:pt x="41643" y="29159"/>
                </a:lnTo>
                <a:lnTo>
                  <a:pt x="42164" y="29171"/>
                </a:lnTo>
                <a:lnTo>
                  <a:pt x="42392" y="29032"/>
                </a:lnTo>
                <a:close/>
              </a:path>
              <a:path w="92075" h="38100">
                <a:moveTo>
                  <a:pt x="43154" y="36626"/>
                </a:moveTo>
                <a:lnTo>
                  <a:pt x="42989" y="36449"/>
                </a:lnTo>
                <a:lnTo>
                  <a:pt x="42760" y="36537"/>
                </a:lnTo>
                <a:lnTo>
                  <a:pt x="42646" y="36309"/>
                </a:lnTo>
                <a:lnTo>
                  <a:pt x="42621" y="36512"/>
                </a:lnTo>
                <a:lnTo>
                  <a:pt x="42672" y="36664"/>
                </a:lnTo>
                <a:lnTo>
                  <a:pt x="42824" y="36766"/>
                </a:lnTo>
                <a:lnTo>
                  <a:pt x="43129" y="36639"/>
                </a:lnTo>
                <a:close/>
              </a:path>
              <a:path w="92075" h="38100">
                <a:moveTo>
                  <a:pt x="43535" y="35255"/>
                </a:moveTo>
                <a:lnTo>
                  <a:pt x="43180" y="34988"/>
                </a:lnTo>
                <a:lnTo>
                  <a:pt x="43243" y="35331"/>
                </a:lnTo>
                <a:lnTo>
                  <a:pt x="42760" y="35394"/>
                </a:lnTo>
                <a:lnTo>
                  <a:pt x="43014" y="35788"/>
                </a:lnTo>
                <a:lnTo>
                  <a:pt x="42951" y="35458"/>
                </a:lnTo>
                <a:lnTo>
                  <a:pt x="43535" y="35255"/>
                </a:lnTo>
                <a:close/>
              </a:path>
              <a:path w="92075" h="38100">
                <a:moveTo>
                  <a:pt x="43815" y="28867"/>
                </a:moveTo>
                <a:lnTo>
                  <a:pt x="43624" y="28435"/>
                </a:lnTo>
                <a:lnTo>
                  <a:pt x="43510" y="28638"/>
                </a:lnTo>
                <a:lnTo>
                  <a:pt x="43357" y="28816"/>
                </a:lnTo>
                <a:lnTo>
                  <a:pt x="43332" y="29057"/>
                </a:lnTo>
                <a:lnTo>
                  <a:pt x="43561" y="29184"/>
                </a:lnTo>
                <a:lnTo>
                  <a:pt x="43815" y="29032"/>
                </a:lnTo>
                <a:lnTo>
                  <a:pt x="43815" y="28867"/>
                </a:lnTo>
                <a:close/>
              </a:path>
              <a:path w="92075" h="38100">
                <a:moveTo>
                  <a:pt x="44348" y="35356"/>
                </a:moveTo>
                <a:lnTo>
                  <a:pt x="44005" y="35445"/>
                </a:lnTo>
                <a:lnTo>
                  <a:pt x="44196" y="34747"/>
                </a:lnTo>
                <a:lnTo>
                  <a:pt x="43942" y="35052"/>
                </a:lnTo>
                <a:lnTo>
                  <a:pt x="44043" y="35826"/>
                </a:lnTo>
                <a:lnTo>
                  <a:pt x="44348" y="35356"/>
                </a:lnTo>
                <a:close/>
              </a:path>
              <a:path w="92075" h="38100">
                <a:moveTo>
                  <a:pt x="47790" y="34658"/>
                </a:moveTo>
                <a:lnTo>
                  <a:pt x="47586" y="34544"/>
                </a:lnTo>
                <a:lnTo>
                  <a:pt x="47383" y="34251"/>
                </a:lnTo>
                <a:lnTo>
                  <a:pt x="47155" y="34315"/>
                </a:lnTo>
                <a:lnTo>
                  <a:pt x="47244" y="34696"/>
                </a:lnTo>
                <a:lnTo>
                  <a:pt x="47409" y="34671"/>
                </a:lnTo>
                <a:lnTo>
                  <a:pt x="47790" y="34848"/>
                </a:lnTo>
                <a:lnTo>
                  <a:pt x="47790" y="34658"/>
                </a:lnTo>
                <a:close/>
              </a:path>
              <a:path w="92075" h="38100">
                <a:moveTo>
                  <a:pt x="49898" y="36830"/>
                </a:moveTo>
                <a:lnTo>
                  <a:pt x="49771" y="36791"/>
                </a:lnTo>
                <a:lnTo>
                  <a:pt x="49593" y="36728"/>
                </a:lnTo>
                <a:lnTo>
                  <a:pt x="49301" y="37134"/>
                </a:lnTo>
                <a:lnTo>
                  <a:pt x="49517" y="37236"/>
                </a:lnTo>
                <a:lnTo>
                  <a:pt x="49301" y="37655"/>
                </a:lnTo>
                <a:lnTo>
                  <a:pt x="49695" y="37719"/>
                </a:lnTo>
                <a:lnTo>
                  <a:pt x="49822" y="37249"/>
                </a:lnTo>
                <a:lnTo>
                  <a:pt x="49695" y="37122"/>
                </a:lnTo>
                <a:lnTo>
                  <a:pt x="49898" y="36830"/>
                </a:lnTo>
                <a:close/>
              </a:path>
              <a:path w="92075" h="38100">
                <a:moveTo>
                  <a:pt x="52438" y="29959"/>
                </a:moveTo>
                <a:lnTo>
                  <a:pt x="52412" y="29743"/>
                </a:lnTo>
                <a:lnTo>
                  <a:pt x="52171" y="29832"/>
                </a:lnTo>
                <a:lnTo>
                  <a:pt x="52438" y="29959"/>
                </a:lnTo>
                <a:close/>
              </a:path>
              <a:path w="92075" h="38100">
                <a:moveTo>
                  <a:pt x="52832" y="35801"/>
                </a:moveTo>
                <a:lnTo>
                  <a:pt x="52425" y="35890"/>
                </a:lnTo>
                <a:lnTo>
                  <a:pt x="52387" y="35318"/>
                </a:lnTo>
                <a:lnTo>
                  <a:pt x="52184" y="35572"/>
                </a:lnTo>
                <a:lnTo>
                  <a:pt x="52362" y="35941"/>
                </a:lnTo>
                <a:lnTo>
                  <a:pt x="52616" y="35991"/>
                </a:lnTo>
                <a:lnTo>
                  <a:pt x="52768" y="35953"/>
                </a:lnTo>
                <a:lnTo>
                  <a:pt x="52832" y="35801"/>
                </a:lnTo>
                <a:close/>
              </a:path>
              <a:path w="92075" h="38100">
                <a:moveTo>
                  <a:pt x="53111" y="29781"/>
                </a:moveTo>
                <a:lnTo>
                  <a:pt x="52793" y="29616"/>
                </a:lnTo>
                <a:lnTo>
                  <a:pt x="52489" y="29400"/>
                </a:lnTo>
                <a:lnTo>
                  <a:pt x="52616" y="29667"/>
                </a:lnTo>
                <a:lnTo>
                  <a:pt x="52412" y="29743"/>
                </a:lnTo>
                <a:lnTo>
                  <a:pt x="53111" y="29781"/>
                </a:lnTo>
                <a:close/>
              </a:path>
              <a:path w="92075" h="38100">
                <a:moveTo>
                  <a:pt x="53454" y="31711"/>
                </a:moveTo>
                <a:lnTo>
                  <a:pt x="53060" y="31546"/>
                </a:lnTo>
                <a:lnTo>
                  <a:pt x="53124" y="31775"/>
                </a:lnTo>
                <a:lnTo>
                  <a:pt x="52832" y="31699"/>
                </a:lnTo>
                <a:lnTo>
                  <a:pt x="52819" y="31877"/>
                </a:lnTo>
                <a:lnTo>
                  <a:pt x="52946" y="32143"/>
                </a:lnTo>
                <a:lnTo>
                  <a:pt x="53213" y="32143"/>
                </a:lnTo>
                <a:lnTo>
                  <a:pt x="53340" y="32118"/>
                </a:lnTo>
                <a:lnTo>
                  <a:pt x="52959" y="32016"/>
                </a:lnTo>
                <a:lnTo>
                  <a:pt x="53454" y="31711"/>
                </a:lnTo>
                <a:close/>
              </a:path>
              <a:path w="92075" h="38100">
                <a:moveTo>
                  <a:pt x="54940" y="32245"/>
                </a:moveTo>
                <a:lnTo>
                  <a:pt x="54698" y="32054"/>
                </a:lnTo>
                <a:lnTo>
                  <a:pt x="54267" y="32308"/>
                </a:lnTo>
                <a:lnTo>
                  <a:pt x="53962" y="32346"/>
                </a:lnTo>
                <a:lnTo>
                  <a:pt x="54229" y="32359"/>
                </a:lnTo>
                <a:lnTo>
                  <a:pt x="54178" y="32537"/>
                </a:lnTo>
                <a:lnTo>
                  <a:pt x="54495" y="32499"/>
                </a:lnTo>
                <a:lnTo>
                  <a:pt x="54851" y="32245"/>
                </a:lnTo>
                <a:close/>
              </a:path>
              <a:path w="92075" h="38100">
                <a:moveTo>
                  <a:pt x="56489" y="29603"/>
                </a:moveTo>
                <a:lnTo>
                  <a:pt x="56210" y="29171"/>
                </a:lnTo>
                <a:lnTo>
                  <a:pt x="56146" y="29349"/>
                </a:lnTo>
                <a:lnTo>
                  <a:pt x="55943" y="29387"/>
                </a:lnTo>
                <a:lnTo>
                  <a:pt x="55943" y="29616"/>
                </a:lnTo>
                <a:lnTo>
                  <a:pt x="56451" y="29641"/>
                </a:lnTo>
                <a:close/>
              </a:path>
              <a:path w="92075" h="38100">
                <a:moveTo>
                  <a:pt x="57175" y="29654"/>
                </a:moveTo>
                <a:lnTo>
                  <a:pt x="57061" y="29349"/>
                </a:lnTo>
                <a:lnTo>
                  <a:pt x="56553" y="29298"/>
                </a:lnTo>
                <a:lnTo>
                  <a:pt x="56502" y="29603"/>
                </a:lnTo>
                <a:lnTo>
                  <a:pt x="56807" y="29679"/>
                </a:lnTo>
                <a:lnTo>
                  <a:pt x="56718" y="29375"/>
                </a:lnTo>
                <a:lnTo>
                  <a:pt x="57175" y="29654"/>
                </a:lnTo>
                <a:close/>
              </a:path>
              <a:path w="92075" h="38100">
                <a:moveTo>
                  <a:pt x="61239" y="33959"/>
                </a:moveTo>
                <a:lnTo>
                  <a:pt x="61163" y="33553"/>
                </a:lnTo>
                <a:lnTo>
                  <a:pt x="61087" y="33324"/>
                </a:lnTo>
                <a:lnTo>
                  <a:pt x="60642" y="33274"/>
                </a:lnTo>
                <a:lnTo>
                  <a:pt x="60718" y="33731"/>
                </a:lnTo>
                <a:lnTo>
                  <a:pt x="60579" y="33997"/>
                </a:lnTo>
                <a:lnTo>
                  <a:pt x="60858" y="33896"/>
                </a:lnTo>
                <a:lnTo>
                  <a:pt x="60896" y="34391"/>
                </a:lnTo>
                <a:lnTo>
                  <a:pt x="61010" y="34124"/>
                </a:lnTo>
                <a:lnTo>
                  <a:pt x="61239" y="33959"/>
                </a:lnTo>
                <a:close/>
              </a:path>
              <a:path w="92075" h="38100">
                <a:moveTo>
                  <a:pt x="62750" y="28981"/>
                </a:moveTo>
                <a:lnTo>
                  <a:pt x="62572" y="29540"/>
                </a:lnTo>
                <a:lnTo>
                  <a:pt x="62712" y="29133"/>
                </a:lnTo>
                <a:lnTo>
                  <a:pt x="62750" y="28981"/>
                </a:lnTo>
                <a:close/>
              </a:path>
              <a:path w="92075" h="38100">
                <a:moveTo>
                  <a:pt x="63601" y="29375"/>
                </a:moveTo>
                <a:lnTo>
                  <a:pt x="63398" y="29146"/>
                </a:lnTo>
                <a:lnTo>
                  <a:pt x="63423" y="29464"/>
                </a:lnTo>
                <a:lnTo>
                  <a:pt x="63601" y="29375"/>
                </a:lnTo>
                <a:close/>
              </a:path>
              <a:path w="92075" h="38100">
                <a:moveTo>
                  <a:pt x="63690" y="32080"/>
                </a:moveTo>
                <a:lnTo>
                  <a:pt x="63385" y="31991"/>
                </a:lnTo>
                <a:lnTo>
                  <a:pt x="63258" y="32080"/>
                </a:lnTo>
                <a:lnTo>
                  <a:pt x="63322" y="31597"/>
                </a:lnTo>
                <a:lnTo>
                  <a:pt x="63258" y="31750"/>
                </a:lnTo>
                <a:lnTo>
                  <a:pt x="63055" y="31953"/>
                </a:lnTo>
                <a:lnTo>
                  <a:pt x="62979" y="31584"/>
                </a:lnTo>
                <a:lnTo>
                  <a:pt x="62839" y="31940"/>
                </a:lnTo>
                <a:lnTo>
                  <a:pt x="63055" y="31978"/>
                </a:lnTo>
                <a:lnTo>
                  <a:pt x="63030" y="32194"/>
                </a:lnTo>
                <a:lnTo>
                  <a:pt x="63246" y="32245"/>
                </a:lnTo>
                <a:lnTo>
                  <a:pt x="63195" y="32118"/>
                </a:lnTo>
                <a:lnTo>
                  <a:pt x="63690" y="32080"/>
                </a:lnTo>
                <a:close/>
              </a:path>
              <a:path w="92075" h="38100">
                <a:moveTo>
                  <a:pt x="63931" y="29667"/>
                </a:moveTo>
                <a:lnTo>
                  <a:pt x="63500" y="29464"/>
                </a:lnTo>
                <a:lnTo>
                  <a:pt x="63347" y="29692"/>
                </a:lnTo>
                <a:lnTo>
                  <a:pt x="63601" y="29692"/>
                </a:lnTo>
                <a:lnTo>
                  <a:pt x="63779" y="29756"/>
                </a:lnTo>
                <a:lnTo>
                  <a:pt x="63931" y="29667"/>
                </a:lnTo>
                <a:close/>
              </a:path>
              <a:path w="92075" h="38100">
                <a:moveTo>
                  <a:pt x="63982" y="29032"/>
                </a:moveTo>
                <a:lnTo>
                  <a:pt x="63639" y="29362"/>
                </a:lnTo>
                <a:lnTo>
                  <a:pt x="63817" y="29286"/>
                </a:lnTo>
                <a:lnTo>
                  <a:pt x="63931" y="29464"/>
                </a:lnTo>
                <a:lnTo>
                  <a:pt x="63982" y="29032"/>
                </a:lnTo>
                <a:close/>
              </a:path>
              <a:path w="92075" h="38100">
                <a:moveTo>
                  <a:pt x="65252" y="30581"/>
                </a:moveTo>
                <a:lnTo>
                  <a:pt x="65151" y="30200"/>
                </a:lnTo>
                <a:lnTo>
                  <a:pt x="63538" y="29972"/>
                </a:lnTo>
                <a:lnTo>
                  <a:pt x="64160" y="30480"/>
                </a:lnTo>
                <a:lnTo>
                  <a:pt x="64300" y="30226"/>
                </a:lnTo>
                <a:lnTo>
                  <a:pt x="64198" y="30581"/>
                </a:lnTo>
                <a:lnTo>
                  <a:pt x="64630" y="30200"/>
                </a:lnTo>
                <a:lnTo>
                  <a:pt x="64935" y="30378"/>
                </a:lnTo>
                <a:lnTo>
                  <a:pt x="65189" y="30797"/>
                </a:lnTo>
                <a:lnTo>
                  <a:pt x="65252" y="30581"/>
                </a:lnTo>
                <a:close/>
              </a:path>
              <a:path w="92075" h="38100">
                <a:moveTo>
                  <a:pt x="66243" y="28460"/>
                </a:moveTo>
                <a:lnTo>
                  <a:pt x="65989" y="28295"/>
                </a:lnTo>
                <a:lnTo>
                  <a:pt x="65798" y="28092"/>
                </a:lnTo>
                <a:lnTo>
                  <a:pt x="65989" y="28041"/>
                </a:lnTo>
                <a:lnTo>
                  <a:pt x="66141" y="27940"/>
                </a:lnTo>
                <a:lnTo>
                  <a:pt x="65773" y="27813"/>
                </a:lnTo>
                <a:lnTo>
                  <a:pt x="65633" y="27889"/>
                </a:lnTo>
                <a:lnTo>
                  <a:pt x="65633" y="27622"/>
                </a:lnTo>
                <a:lnTo>
                  <a:pt x="65176" y="27851"/>
                </a:lnTo>
                <a:lnTo>
                  <a:pt x="66243" y="28460"/>
                </a:lnTo>
                <a:close/>
              </a:path>
              <a:path w="92075" h="38100">
                <a:moveTo>
                  <a:pt x="66624" y="29692"/>
                </a:moveTo>
                <a:lnTo>
                  <a:pt x="66205" y="29679"/>
                </a:lnTo>
                <a:lnTo>
                  <a:pt x="66116" y="29819"/>
                </a:lnTo>
                <a:lnTo>
                  <a:pt x="65963" y="29819"/>
                </a:lnTo>
                <a:lnTo>
                  <a:pt x="66179" y="29857"/>
                </a:lnTo>
                <a:lnTo>
                  <a:pt x="66586" y="30086"/>
                </a:lnTo>
                <a:lnTo>
                  <a:pt x="66624" y="29692"/>
                </a:lnTo>
                <a:close/>
              </a:path>
              <a:path w="92075" h="38100">
                <a:moveTo>
                  <a:pt x="68529" y="32131"/>
                </a:moveTo>
                <a:lnTo>
                  <a:pt x="68402" y="32029"/>
                </a:lnTo>
                <a:lnTo>
                  <a:pt x="68237" y="32105"/>
                </a:lnTo>
                <a:lnTo>
                  <a:pt x="68059" y="32181"/>
                </a:lnTo>
                <a:lnTo>
                  <a:pt x="67805" y="32537"/>
                </a:lnTo>
                <a:lnTo>
                  <a:pt x="68059" y="32486"/>
                </a:lnTo>
                <a:lnTo>
                  <a:pt x="68529" y="32131"/>
                </a:lnTo>
                <a:close/>
              </a:path>
              <a:path w="92075" h="38100">
                <a:moveTo>
                  <a:pt x="70167" y="6096"/>
                </a:moveTo>
                <a:lnTo>
                  <a:pt x="69443" y="6045"/>
                </a:lnTo>
                <a:lnTo>
                  <a:pt x="69494" y="6413"/>
                </a:lnTo>
                <a:lnTo>
                  <a:pt x="69926" y="6451"/>
                </a:lnTo>
                <a:lnTo>
                  <a:pt x="69926" y="6184"/>
                </a:lnTo>
                <a:lnTo>
                  <a:pt x="70078" y="6210"/>
                </a:lnTo>
                <a:close/>
              </a:path>
              <a:path w="92075" h="38100">
                <a:moveTo>
                  <a:pt x="71107" y="32067"/>
                </a:moveTo>
                <a:lnTo>
                  <a:pt x="70764" y="32156"/>
                </a:lnTo>
                <a:lnTo>
                  <a:pt x="70853" y="31902"/>
                </a:lnTo>
                <a:lnTo>
                  <a:pt x="70700" y="31851"/>
                </a:lnTo>
                <a:lnTo>
                  <a:pt x="70561" y="32029"/>
                </a:lnTo>
                <a:lnTo>
                  <a:pt x="70370" y="31737"/>
                </a:lnTo>
                <a:lnTo>
                  <a:pt x="70154" y="31813"/>
                </a:lnTo>
                <a:lnTo>
                  <a:pt x="70421" y="31877"/>
                </a:lnTo>
                <a:lnTo>
                  <a:pt x="70751" y="32346"/>
                </a:lnTo>
                <a:lnTo>
                  <a:pt x="71107" y="32067"/>
                </a:lnTo>
                <a:close/>
              </a:path>
              <a:path w="92075" h="38100">
                <a:moveTo>
                  <a:pt x="72428" y="8013"/>
                </a:moveTo>
                <a:lnTo>
                  <a:pt x="72059" y="8064"/>
                </a:lnTo>
                <a:lnTo>
                  <a:pt x="72097" y="8255"/>
                </a:lnTo>
                <a:lnTo>
                  <a:pt x="72059" y="8470"/>
                </a:lnTo>
                <a:lnTo>
                  <a:pt x="72364" y="8458"/>
                </a:lnTo>
                <a:lnTo>
                  <a:pt x="72402" y="8229"/>
                </a:lnTo>
                <a:lnTo>
                  <a:pt x="72428" y="8013"/>
                </a:lnTo>
                <a:close/>
              </a:path>
              <a:path w="92075" h="38100">
                <a:moveTo>
                  <a:pt x="80327" y="23685"/>
                </a:moveTo>
                <a:lnTo>
                  <a:pt x="80022" y="23571"/>
                </a:lnTo>
                <a:lnTo>
                  <a:pt x="79895" y="23749"/>
                </a:lnTo>
                <a:lnTo>
                  <a:pt x="79146" y="23799"/>
                </a:lnTo>
                <a:lnTo>
                  <a:pt x="79654" y="23977"/>
                </a:lnTo>
                <a:lnTo>
                  <a:pt x="79781" y="23812"/>
                </a:lnTo>
                <a:lnTo>
                  <a:pt x="80086" y="23926"/>
                </a:lnTo>
                <a:lnTo>
                  <a:pt x="80137" y="23710"/>
                </a:lnTo>
                <a:lnTo>
                  <a:pt x="80327" y="23685"/>
                </a:lnTo>
                <a:close/>
              </a:path>
              <a:path w="92075" h="38100">
                <a:moveTo>
                  <a:pt x="88861" y="18224"/>
                </a:moveTo>
                <a:lnTo>
                  <a:pt x="88582" y="18173"/>
                </a:lnTo>
                <a:lnTo>
                  <a:pt x="88544" y="17932"/>
                </a:lnTo>
                <a:lnTo>
                  <a:pt x="88214" y="17907"/>
                </a:lnTo>
                <a:lnTo>
                  <a:pt x="87972" y="18161"/>
                </a:lnTo>
                <a:lnTo>
                  <a:pt x="88188" y="18211"/>
                </a:lnTo>
                <a:lnTo>
                  <a:pt x="88214" y="18046"/>
                </a:lnTo>
                <a:lnTo>
                  <a:pt x="88341" y="18148"/>
                </a:lnTo>
                <a:lnTo>
                  <a:pt x="88734" y="18453"/>
                </a:lnTo>
                <a:lnTo>
                  <a:pt x="88861" y="18224"/>
                </a:lnTo>
                <a:close/>
              </a:path>
              <a:path w="92075" h="38100">
                <a:moveTo>
                  <a:pt x="89115" y="9931"/>
                </a:moveTo>
                <a:lnTo>
                  <a:pt x="88912" y="9855"/>
                </a:lnTo>
                <a:lnTo>
                  <a:pt x="88747" y="9779"/>
                </a:lnTo>
                <a:lnTo>
                  <a:pt x="88620" y="9283"/>
                </a:lnTo>
                <a:lnTo>
                  <a:pt x="88379" y="9537"/>
                </a:lnTo>
                <a:lnTo>
                  <a:pt x="88442" y="9690"/>
                </a:lnTo>
                <a:lnTo>
                  <a:pt x="88277" y="9855"/>
                </a:lnTo>
                <a:lnTo>
                  <a:pt x="88112" y="10071"/>
                </a:lnTo>
                <a:lnTo>
                  <a:pt x="88544" y="10198"/>
                </a:lnTo>
                <a:lnTo>
                  <a:pt x="88620" y="9969"/>
                </a:lnTo>
                <a:lnTo>
                  <a:pt x="88785" y="9855"/>
                </a:lnTo>
                <a:lnTo>
                  <a:pt x="88773" y="9982"/>
                </a:lnTo>
                <a:lnTo>
                  <a:pt x="89115" y="9931"/>
                </a:lnTo>
                <a:close/>
              </a:path>
              <a:path w="92075" h="38100">
                <a:moveTo>
                  <a:pt x="90766" y="9842"/>
                </a:moveTo>
                <a:lnTo>
                  <a:pt x="90449" y="9728"/>
                </a:lnTo>
                <a:lnTo>
                  <a:pt x="90538" y="10007"/>
                </a:lnTo>
                <a:lnTo>
                  <a:pt x="90258" y="9931"/>
                </a:lnTo>
                <a:lnTo>
                  <a:pt x="90195" y="10058"/>
                </a:lnTo>
                <a:lnTo>
                  <a:pt x="90081" y="10236"/>
                </a:lnTo>
                <a:lnTo>
                  <a:pt x="90436" y="10223"/>
                </a:lnTo>
                <a:lnTo>
                  <a:pt x="90652" y="10096"/>
                </a:lnTo>
                <a:lnTo>
                  <a:pt x="90766" y="9842"/>
                </a:lnTo>
                <a:close/>
              </a:path>
              <a:path w="92075" h="38100">
                <a:moveTo>
                  <a:pt x="91020" y="9309"/>
                </a:moveTo>
                <a:lnTo>
                  <a:pt x="90766" y="9347"/>
                </a:lnTo>
                <a:lnTo>
                  <a:pt x="90500" y="9385"/>
                </a:lnTo>
                <a:lnTo>
                  <a:pt x="90462" y="9626"/>
                </a:lnTo>
                <a:lnTo>
                  <a:pt x="90779" y="9652"/>
                </a:lnTo>
                <a:lnTo>
                  <a:pt x="90906" y="9499"/>
                </a:lnTo>
                <a:lnTo>
                  <a:pt x="91020" y="9309"/>
                </a:lnTo>
                <a:close/>
              </a:path>
              <a:path w="92075" h="38100">
                <a:moveTo>
                  <a:pt x="92062" y="10134"/>
                </a:moveTo>
                <a:lnTo>
                  <a:pt x="91757" y="10210"/>
                </a:lnTo>
                <a:lnTo>
                  <a:pt x="91541" y="9867"/>
                </a:lnTo>
                <a:lnTo>
                  <a:pt x="91516" y="10071"/>
                </a:lnTo>
                <a:lnTo>
                  <a:pt x="91465" y="10769"/>
                </a:lnTo>
                <a:lnTo>
                  <a:pt x="91897" y="10566"/>
                </a:lnTo>
                <a:lnTo>
                  <a:pt x="91719" y="10502"/>
                </a:lnTo>
                <a:lnTo>
                  <a:pt x="91973" y="10464"/>
                </a:lnTo>
                <a:lnTo>
                  <a:pt x="92062" y="10134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bg object 191"/>
          <p:cNvSpPr/>
          <p:nvPr/>
        </p:nvSpPr>
        <p:spPr>
          <a:xfrm>
            <a:off x="1940255" y="872159"/>
            <a:ext cx="84455" cy="21590"/>
          </a:xfrm>
          <a:custGeom>
            <a:avLst/>
            <a:gdLst/>
            <a:ahLst/>
            <a:cxnLst/>
            <a:rect l="l" t="t" r="r" b="b"/>
            <a:pathLst>
              <a:path w="84455" h="21590">
                <a:moveTo>
                  <a:pt x="647" y="4394"/>
                </a:moveTo>
                <a:lnTo>
                  <a:pt x="419" y="4343"/>
                </a:lnTo>
                <a:lnTo>
                  <a:pt x="406" y="4495"/>
                </a:lnTo>
                <a:lnTo>
                  <a:pt x="203" y="4343"/>
                </a:lnTo>
                <a:lnTo>
                  <a:pt x="419" y="4279"/>
                </a:lnTo>
                <a:lnTo>
                  <a:pt x="114" y="4152"/>
                </a:lnTo>
                <a:lnTo>
                  <a:pt x="0" y="4318"/>
                </a:lnTo>
                <a:lnTo>
                  <a:pt x="203" y="4495"/>
                </a:lnTo>
                <a:lnTo>
                  <a:pt x="495" y="4826"/>
                </a:lnTo>
                <a:lnTo>
                  <a:pt x="647" y="4394"/>
                </a:lnTo>
                <a:close/>
              </a:path>
              <a:path w="84455" h="21590">
                <a:moveTo>
                  <a:pt x="2108" y="7505"/>
                </a:moveTo>
                <a:lnTo>
                  <a:pt x="1778" y="7518"/>
                </a:lnTo>
                <a:lnTo>
                  <a:pt x="1841" y="7239"/>
                </a:lnTo>
                <a:lnTo>
                  <a:pt x="1600" y="7200"/>
                </a:lnTo>
                <a:lnTo>
                  <a:pt x="1587" y="7454"/>
                </a:lnTo>
                <a:lnTo>
                  <a:pt x="1917" y="7924"/>
                </a:lnTo>
                <a:lnTo>
                  <a:pt x="2108" y="7785"/>
                </a:lnTo>
                <a:lnTo>
                  <a:pt x="2108" y="7505"/>
                </a:lnTo>
                <a:close/>
              </a:path>
              <a:path w="84455" h="21590">
                <a:moveTo>
                  <a:pt x="3848" y="939"/>
                </a:moveTo>
                <a:lnTo>
                  <a:pt x="3670" y="635"/>
                </a:lnTo>
                <a:lnTo>
                  <a:pt x="3073" y="0"/>
                </a:lnTo>
                <a:lnTo>
                  <a:pt x="3581" y="635"/>
                </a:lnTo>
                <a:lnTo>
                  <a:pt x="3848" y="939"/>
                </a:lnTo>
                <a:close/>
              </a:path>
              <a:path w="84455" h="21590">
                <a:moveTo>
                  <a:pt x="4699" y="10299"/>
                </a:moveTo>
                <a:lnTo>
                  <a:pt x="4508" y="10071"/>
                </a:lnTo>
                <a:lnTo>
                  <a:pt x="4178" y="10223"/>
                </a:lnTo>
                <a:lnTo>
                  <a:pt x="4406" y="10388"/>
                </a:lnTo>
                <a:lnTo>
                  <a:pt x="3797" y="10502"/>
                </a:lnTo>
                <a:lnTo>
                  <a:pt x="3695" y="10629"/>
                </a:lnTo>
                <a:lnTo>
                  <a:pt x="4064" y="10604"/>
                </a:lnTo>
                <a:lnTo>
                  <a:pt x="4699" y="10299"/>
                </a:lnTo>
                <a:close/>
              </a:path>
              <a:path w="84455" h="21590">
                <a:moveTo>
                  <a:pt x="5041" y="6413"/>
                </a:moveTo>
                <a:lnTo>
                  <a:pt x="4660" y="6311"/>
                </a:lnTo>
                <a:lnTo>
                  <a:pt x="4330" y="5753"/>
                </a:lnTo>
                <a:lnTo>
                  <a:pt x="4330" y="5892"/>
                </a:lnTo>
                <a:lnTo>
                  <a:pt x="4064" y="6032"/>
                </a:lnTo>
                <a:lnTo>
                  <a:pt x="4902" y="6553"/>
                </a:lnTo>
                <a:lnTo>
                  <a:pt x="5041" y="6413"/>
                </a:lnTo>
                <a:close/>
              </a:path>
              <a:path w="84455" h="21590">
                <a:moveTo>
                  <a:pt x="5194" y="7226"/>
                </a:moveTo>
                <a:lnTo>
                  <a:pt x="5054" y="7493"/>
                </a:lnTo>
                <a:lnTo>
                  <a:pt x="4610" y="7442"/>
                </a:lnTo>
                <a:lnTo>
                  <a:pt x="4394" y="7607"/>
                </a:lnTo>
                <a:lnTo>
                  <a:pt x="4470" y="7277"/>
                </a:lnTo>
                <a:lnTo>
                  <a:pt x="4038" y="7569"/>
                </a:lnTo>
                <a:lnTo>
                  <a:pt x="3657" y="7454"/>
                </a:lnTo>
                <a:lnTo>
                  <a:pt x="4127" y="7924"/>
                </a:lnTo>
                <a:lnTo>
                  <a:pt x="5194" y="7632"/>
                </a:lnTo>
                <a:lnTo>
                  <a:pt x="5194" y="7226"/>
                </a:lnTo>
                <a:close/>
              </a:path>
              <a:path w="84455" h="21590">
                <a:moveTo>
                  <a:pt x="5422" y="1397"/>
                </a:moveTo>
                <a:lnTo>
                  <a:pt x="5156" y="1130"/>
                </a:lnTo>
                <a:lnTo>
                  <a:pt x="5003" y="1333"/>
                </a:lnTo>
                <a:lnTo>
                  <a:pt x="4876" y="825"/>
                </a:lnTo>
                <a:lnTo>
                  <a:pt x="4648" y="812"/>
                </a:lnTo>
                <a:lnTo>
                  <a:pt x="4838" y="1219"/>
                </a:lnTo>
                <a:lnTo>
                  <a:pt x="4572" y="1104"/>
                </a:lnTo>
                <a:lnTo>
                  <a:pt x="4394" y="1155"/>
                </a:lnTo>
                <a:lnTo>
                  <a:pt x="4521" y="1371"/>
                </a:lnTo>
                <a:lnTo>
                  <a:pt x="5422" y="1397"/>
                </a:lnTo>
                <a:close/>
              </a:path>
              <a:path w="84455" h="21590">
                <a:moveTo>
                  <a:pt x="5753" y="2463"/>
                </a:moveTo>
                <a:lnTo>
                  <a:pt x="5626" y="1778"/>
                </a:lnTo>
                <a:lnTo>
                  <a:pt x="5207" y="1778"/>
                </a:lnTo>
                <a:lnTo>
                  <a:pt x="5245" y="1587"/>
                </a:lnTo>
                <a:lnTo>
                  <a:pt x="5054" y="2463"/>
                </a:lnTo>
                <a:lnTo>
                  <a:pt x="5753" y="2463"/>
                </a:lnTo>
                <a:close/>
              </a:path>
              <a:path w="84455" h="21590">
                <a:moveTo>
                  <a:pt x="5943" y="9829"/>
                </a:moveTo>
                <a:lnTo>
                  <a:pt x="5778" y="9664"/>
                </a:lnTo>
                <a:lnTo>
                  <a:pt x="5448" y="9613"/>
                </a:lnTo>
                <a:lnTo>
                  <a:pt x="5435" y="9321"/>
                </a:lnTo>
                <a:lnTo>
                  <a:pt x="4978" y="9271"/>
                </a:lnTo>
                <a:lnTo>
                  <a:pt x="5715" y="10096"/>
                </a:lnTo>
                <a:lnTo>
                  <a:pt x="5943" y="9829"/>
                </a:lnTo>
                <a:close/>
              </a:path>
              <a:path w="84455" h="21590">
                <a:moveTo>
                  <a:pt x="7226" y="9791"/>
                </a:moveTo>
                <a:lnTo>
                  <a:pt x="6921" y="9829"/>
                </a:lnTo>
                <a:lnTo>
                  <a:pt x="6794" y="9906"/>
                </a:lnTo>
                <a:lnTo>
                  <a:pt x="6540" y="9829"/>
                </a:lnTo>
                <a:lnTo>
                  <a:pt x="6591" y="10071"/>
                </a:lnTo>
                <a:lnTo>
                  <a:pt x="6908" y="10096"/>
                </a:lnTo>
                <a:lnTo>
                  <a:pt x="6642" y="10033"/>
                </a:lnTo>
                <a:lnTo>
                  <a:pt x="7048" y="9842"/>
                </a:lnTo>
                <a:lnTo>
                  <a:pt x="7124" y="10020"/>
                </a:lnTo>
                <a:lnTo>
                  <a:pt x="7226" y="9791"/>
                </a:lnTo>
                <a:close/>
              </a:path>
              <a:path w="84455" h="21590">
                <a:moveTo>
                  <a:pt x="7785" y="12649"/>
                </a:moveTo>
                <a:lnTo>
                  <a:pt x="7480" y="12649"/>
                </a:lnTo>
                <a:lnTo>
                  <a:pt x="7404" y="12865"/>
                </a:lnTo>
                <a:lnTo>
                  <a:pt x="7302" y="13055"/>
                </a:lnTo>
                <a:lnTo>
                  <a:pt x="7607" y="13093"/>
                </a:lnTo>
                <a:lnTo>
                  <a:pt x="7683" y="12941"/>
                </a:lnTo>
                <a:lnTo>
                  <a:pt x="7543" y="12801"/>
                </a:lnTo>
                <a:lnTo>
                  <a:pt x="7785" y="12649"/>
                </a:lnTo>
                <a:close/>
              </a:path>
              <a:path w="84455" h="21590">
                <a:moveTo>
                  <a:pt x="9017" y="16014"/>
                </a:moveTo>
                <a:lnTo>
                  <a:pt x="8928" y="15722"/>
                </a:lnTo>
                <a:lnTo>
                  <a:pt x="8661" y="15709"/>
                </a:lnTo>
                <a:lnTo>
                  <a:pt x="8585" y="15875"/>
                </a:lnTo>
                <a:lnTo>
                  <a:pt x="8394" y="15684"/>
                </a:lnTo>
                <a:lnTo>
                  <a:pt x="8356" y="16090"/>
                </a:lnTo>
                <a:lnTo>
                  <a:pt x="8712" y="15900"/>
                </a:lnTo>
                <a:lnTo>
                  <a:pt x="8915" y="15836"/>
                </a:lnTo>
                <a:lnTo>
                  <a:pt x="9017" y="16014"/>
                </a:lnTo>
                <a:close/>
              </a:path>
              <a:path w="84455" h="21590">
                <a:moveTo>
                  <a:pt x="10210" y="2108"/>
                </a:moveTo>
                <a:lnTo>
                  <a:pt x="10045" y="1638"/>
                </a:lnTo>
                <a:lnTo>
                  <a:pt x="9956" y="1447"/>
                </a:lnTo>
                <a:lnTo>
                  <a:pt x="9817" y="1612"/>
                </a:lnTo>
                <a:lnTo>
                  <a:pt x="9842" y="1803"/>
                </a:lnTo>
                <a:lnTo>
                  <a:pt x="9893" y="2057"/>
                </a:lnTo>
                <a:lnTo>
                  <a:pt x="10210" y="2108"/>
                </a:lnTo>
                <a:close/>
              </a:path>
              <a:path w="84455" h="21590">
                <a:moveTo>
                  <a:pt x="11480" y="14224"/>
                </a:moveTo>
                <a:lnTo>
                  <a:pt x="11366" y="14084"/>
                </a:lnTo>
                <a:lnTo>
                  <a:pt x="11163" y="13728"/>
                </a:lnTo>
                <a:lnTo>
                  <a:pt x="11049" y="13893"/>
                </a:lnTo>
                <a:lnTo>
                  <a:pt x="10706" y="14224"/>
                </a:lnTo>
                <a:lnTo>
                  <a:pt x="10706" y="13944"/>
                </a:lnTo>
                <a:lnTo>
                  <a:pt x="10452" y="13944"/>
                </a:lnTo>
                <a:lnTo>
                  <a:pt x="10363" y="14084"/>
                </a:lnTo>
                <a:lnTo>
                  <a:pt x="10185" y="13919"/>
                </a:lnTo>
                <a:lnTo>
                  <a:pt x="10401" y="14122"/>
                </a:lnTo>
                <a:lnTo>
                  <a:pt x="10490" y="14655"/>
                </a:lnTo>
                <a:lnTo>
                  <a:pt x="10985" y="14528"/>
                </a:lnTo>
                <a:lnTo>
                  <a:pt x="10845" y="14147"/>
                </a:lnTo>
                <a:lnTo>
                  <a:pt x="11264" y="14300"/>
                </a:lnTo>
                <a:lnTo>
                  <a:pt x="10922" y="13970"/>
                </a:lnTo>
                <a:lnTo>
                  <a:pt x="11480" y="14224"/>
                </a:lnTo>
                <a:close/>
              </a:path>
              <a:path w="84455" h="21590">
                <a:moveTo>
                  <a:pt x="14173" y="11811"/>
                </a:moveTo>
                <a:lnTo>
                  <a:pt x="13741" y="11861"/>
                </a:lnTo>
                <a:lnTo>
                  <a:pt x="13995" y="11938"/>
                </a:lnTo>
                <a:lnTo>
                  <a:pt x="13296" y="12115"/>
                </a:lnTo>
                <a:lnTo>
                  <a:pt x="13792" y="12230"/>
                </a:lnTo>
                <a:lnTo>
                  <a:pt x="14135" y="12166"/>
                </a:lnTo>
                <a:lnTo>
                  <a:pt x="14173" y="11912"/>
                </a:lnTo>
                <a:lnTo>
                  <a:pt x="13970" y="11976"/>
                </a:lnTo>
                <a:lnTo>
                  <a:pt x="14173" y="11811"/>
                </a:lnTo>
                <a:close/>
              </a:path>
              <a:path w="84455" h="21590">
                <a:moveTo>
                  <a:pt x="14808" y="8953"/>
                </a:moveTo>
                <a:lnTo>
                  <a:pt x="14439" y="8737"/>
                </a:lnTo>
                <a:lnTo>
                  <a:pt x="13970" y="8966"/>
                </a:lnTo>
                <a:lnTo>
                  <a:pt x="14224" y="8636"/>
                </a:lnTo>
                <a:lnTo>
                  <a:pt x="13906" y="8686"/>
                </a:lnTo>
                <a:lnTo>
                  <a:pt x="13792" y="8496"/>
                </a:lnTo>
                <a:lnTo>
                  <a:pt x="13703" y="8813"/>
                </a:lnTo>
                <a:lnTo>
                  <a:pt x="13855" y="8953"/>
                </a:lnTo>
                <a:lnTo>
                  <a:pt x="14071" y="9067"/>
                </a:lnTo>
                <a:lnTo>
                  <a:pt x="14808" y="8953"/>
                </a:lnTo>
                <a:close/>
              </a:path>
              <a:path w="84455" h="21590">
                <a:moveTo>
                  <a:pt x="15087" y="13512"/>
                </a:moveTo>
                <a:lnTo>
                  <a:pt x="14630" y="13741"/>
                </a:lnTo>
                <a:lnTo>
                  <a:pt x="13233" y="14008"/>
                </a:lnTo>
                <a:lnTo>
                  <a:pt x="13169" y="14541"/>
                </a:lnTo>
                <a:lnTo>
                  <a:pt x="13538" y="13995"/>
                </a:lnTo>
                <a:lnTo>
                  <a:pt x="14109" y="13995"/>
                </a:lnTo>
                <a:lnTo>
                  <a:pt x="13792" y="14554"/>
                </a:lnTo>
                <a:lnTo>
                  <a:pt x="13157" y="14897"/>
                </a:lnTo>
                <a:lnTo>
                  <a:pt x="13881" y="14643"/>
                </a:lnTo>
                <a:lnTo>
                  <a:pt x="14363" y="14135"/>
                </a:lnTo>
                <a:lnTo>
                  <a:pt x="14732" y="13995"/>
                </a:lnTo>
                <a:lnTo>
                  <a:pt x="14986" y="13995"/>
                </a:lnTo>
                <a:lnTo>
                  <a:pt x="15074" y="13868"/>
                </a:lnTo>
                <a:lnTo>
                  <a:pt x="15087" y="13512"/>
                </a:lnTo>
                <a:close/>
              </a:path>
              <a:path w="84455" h="21590">
                <a:moveTo>
                  <a:pt x="15455" y="11569"/>
                </a:moveTo>
                <a:lnTo>
                  <a:pt x="15176" y="11366"/>
                </a:lnTo>
                <a:lnTo>
                  <a:pt x="15074" y="11633"/>
                </a:lnTo>
                <a:lnTo>
                  <a:pt x="15455" y="11569"/>
                </a:lnTo>
                <a:close/>
              </a:path>
              <a:path w="84455" h="21590">
                <a:moveTo>
                  <a:pt x="15963" y="2133"/>
                </a:moveTo>
                <a:lnTo>
                  <a:pt x="15595" y="1612"/>
                </a:lnTo>
                <a:lnTo>
                  <a:pt x="15443" y="1816"/>
                </a:lnTo>
                <a:lnTo>
                  <a:pt x="15608" y="1905"/>
                </a:lnTo>
                <a:lnTo>
                  <a:pt x="15748" y="2400"/>
                </a:lnTo>
                <a:lnTo>
                  <a:pt x="15963" y="2133"/>
                </a:lnTo>
                <a:close/>
              </a:path>
              <a:path w="84455" h="21590">
                <a:moveTo>
                  <a:pt x="16217" y="12153"/>
                </a:moveTo>
                <a:lnTo>
                  <a:pt x="15938" y="12052"/>
                </a:lnTo>
                <a:lnTo>
                  <a:pt x="15671" y="12382"/>
                </a:lnTo>
                <a:lnTo>
                  <a:pt x="15557" y="12115"/>
                </a:lnTo>
                <a:lnTo>
                  <a:pt x="15786" y="12052"/>
                </a:lnTo>
                <a:lnTo>
                  <a:pt x="15367" y="11963"/>
                </a:lnTo>
                <a:lnTo>
                  <a:pt x="15544" y="11912"/>
                </a:lnTo>
                <a:lnTo>
                  <a:pt x="15697" y="11772"/>
                </a:lnTo>
                <a:lnTo>
                  <a:pt x="15519" y="11671"/>
                </a:lnTo>
                <a:lnTo>
                  <a:pt x="15367" y="11823"/>
                </a:lnTo>
                <a:lnTo>
                  <a:pt x="15138" y="11849"/>
                </a:lnTo>
                <a:lnTo>
                  <a:pt x="14782" y="11595"/>
                </a:lnTo>
                <a:lnTo>
                  <a:pt x="15036" y="11798"/>
                </a:lnTo>
                <a:lnTo>
                  <a:pt x="15290" y="11976"/>
                </a:lnTo>
                <a:lnTo>
                  <a:pt x="15506" y="12407"/>
                </a:lnTo>
                <a:lnTo>
                  <a:pt x="15824" y="12357"/>
                </a:lnTo>
                <a:lnTo>
                  <a:pt x="15862" y="12484"/>
                </a:lnTo>
                <a:lnTo>
                  <a:pt x="16217" y="12153"/>
                </a:lnTo>
                <a:close/>
              </a:path>
              <a:path w="84455" h="21590">
                <a:moveTo>
                  <a:pt x="17297" y="6680"/>
                </a:moveTo>
                <a:lnTo>
                  <a:pt x="17030" y="6413"/>
                </a:lnTo>
                <a:lnTo>
                  <a:pt x="17005" y="6705"/>
                </a:lnTo>
                <a:lnTo>
                  <a:pt x="16344" y="6908"/>
                </a:lnTo>
                <a:lnTo>
                  <a:pt x="16522" y="7086"/>
                </a:lnTo>
                <a:lnTo>
                  <a:pt x="16649" y="6858"/>
                </a:lnTo>
                <a:lnTo>
                  <a:pt x="17297" y="6680"/>
                </a:lnTo>
                <a:close/>
              </a:path>
              <a:path w="84455" h="21590">
                <a:moveTo>
                  <a:pt x="18211" y="16205"/>
                </a:moveTo>
                <a:lnTo>
                  <a:pt x="17843" y="16217"/>
                </a:lnTo>
                <a:lnTo>
                  <a:pt x="17729" y="16027"/>
                </a:lnTo>
                <a:lnTo>
                  <a:pt x="17411" y="15989"/>
                </a:lnTo>
                <a:lnTo>
                  <a:pt x="17348" y="16268"/>
                </a:lnTo>
                <a:lnTo>
                  <a:pt x="17805" y="16217"/>
                </a:lnTo>
                <a:lnTo>
                  <a:pt x="17792" y="16484"/>
                </a:lnTo>
                <a:lnTo>
                  <a:pt x="17589" y="16560"/>
                </a:lnTo>
                <a:lnTo>
                  <a:pt x="17995" y="16713"/>
                </a:lnTo>
                <a:lnTo>
                  <a:pt x="17881" y="16243"/>
                </a:lnTo>
                <a:lnTo>
                  <a:pt x="18122" y="16522"/>
                </a:lnTo>
                <a:lnTo>
                  <a:pt x="18211" y="16205"/>
                </a:lnTo>
                <a:close/>
              </a:path>
              <a:path w="84455" h="21590">
                <a:moveTo>
                  <a:pt x="19900" y="17386"/>
                </a:moveTo>
                <a:lnTo>
                  <a:pt x="19659" y="17360"/>
                </a:lnTo>
                <a:lnTo>
                  <a:pt x="19558" y="17526"/>
                </a:lnTo>
                <a:lnTo>
                  <a:pt x="19253" y="17424"/>
                </a:lnTo>
                <a:lnTo>
                  <a:pt x="19342" y="17602"/>
                </a:lnTo>
                <a:lnTo>
                  <a:pt x="19583" y="17589"/>
                </a:lnTo>
                <a:lnTo>
                  <a:pt x="19812" y="17551"/>
                </a:lnTo>
                <a:lnTo>
                  <a:pt x="19900" y="17386"/>
                </a:lnTo>
                <a:close/>
              </a:path>
              <a:path w="84455" h="21590">
                <a:moveTo>
                  <a:pt x="20154" y="9486"/>
                </a:moveTo>
                <a:lnTo>
                  <a:pt x="19773" y="9575"/>
                </a:lnTo>
                <a:lnTo>
                  <a:pt x="19596" y="9398"/>
                </a:lnTo>
                <a:lnTo>
                  <a:pt x="19367" y="9512"/>
                </a:lnTo>
                <a:lnTo>
                  <a:pt x="19469" y="9702"/>
                </a:lnTo>
                <a:lnTo>
                  <a:pt x="19799" y="9728"/>
                </a:lnTo>
                <a:lnTo>
                  <a:pt x="19913" y="9563"/>
                </a:lnTo>
                <a:lnTo>
                  <a:pt x="20154" y="9486"/>
                </a:lnTo>
                <a:close/>
              </a:path>
              <a:path w="84455" h="21590">
                <a:moveTo>
                  <a:pt x="23266" y="17335"/>
                </a:moveTo>
                <a:lnTo>
                  <a:pt x="22961" y="17373"/>
                </a:lnTo>
                <a:lnTo>
                  <a:pt x="22974" y="17195"/>
                </a:lnTo>
                <a:lnTo>
                  <a:pt x="22771" y="17195"/>
                </a:lnTo>
                <a:lnTo>
                  <a:pt x="22593" y="17221"/>
                </a:lnTo>
                <a:lnTo>
                  <a:pt x="22517" y="17348"/>
                </a:lnTo>
                <a:lnTo>
                  <a:pt x="22847" y="17272"/>
                </a:lnTo>
                <a:lnTo>
                  <a:pt x="22821" y="17462"/>
                </a:lnTo>
                <a:lnTo>
                  <a:pt x="23164" y="17564"/>
                </a:lnTo>
                <a:lnTo>
                  <a:pt x="23266" y="17335"/>
                </a:lnTo>
                <a:close/>
              </a:path>
              <a:path w="84455" h="21590">
                <a:moveTo>
                  <a:pt x="30378" y="13716"/>
                </a:moveTo>
                <a:lnTo>
                  <a:pt x="29908" y="13042"/>
                </a:lnTo>
                <a:lnTo>
                  <a:pt x="29730" y="13208"/>
                </a:lnTo>
                <a:lnTo>
                  <a:pt x="30378" y="13716"/>
                </a:lnTo>
                <a:close/>
              </a:path>
              <a:path w="84455" h="21590">
                <a:moveTo>
                  <a:pt x="31000" y="13690"/>
                </a:moveTo>
                <a:lnTo>
                  <a:pt x="30924" y="13423"/>
                </a:lnTo>
                <a:lnTo>
                  <a:pt x="30619" y="13652"/>
                </a:lnTo>
                <a:lnTo>
                  <a:pt x="31000" y="13690"/>
                </a:lnTo>
                <a:close/>
              </a:path>
              <a:path w="84455" h="21590">
                <a:moveTo>
                  <a:pt x="32499" y="14084"/>
                </a:moveTo>
                <a:lnTo>
                  <a:pt x="31902" y="14198"/>
                </a:lnTo>
                <a:lnTo>
                  <a:pt x="31496" y="13728"/>
                </a:lnTo>
                <a:lnTo>
                  <a:pt x="31330" y="13817"/>
                </a:lnTo>
                <a:lnTo>
                  <a:pt x="31661" y="14046"/>
                </a:lnTo>
                <a:lnTo>
                  <a:pt x="32054" y="14351"/>
                </a:lnTo>
                <a:lnTo>
                  <a:pt x="32499" y="14084"/>
                </a:lnTo>
                <a:close/>
              </a:path>
              <a:path w="84455" h="21590">
                <a:moveTo>
                  <a:pt x="32956" y="4533"/>
                </a:moveTo>
                <a:lnTo>
                  <a:pt x="32308" y="3594"/>
                </a:lnTo>
                <a:lnTo>
                  <a:pt x="31953" y="3086"/>
                </a:lnTo>
                <a:lnTo>
                  <a:pt x="32956" y="4533"/>
                </a:lnTo>
                <a:close/>
              </a:path>
              <a:path w="84455" h="21590">
                <a:moveTo>
                  <a:pt x="33959" y="13487"/>
                </a:moveTo>
                <a:lnTo>
                  <a:pt x="33642" y="13385"/>
                </a:lnTo>
                <a:lnTo>
                  <a:pt x="33515" y="13525"/>
                </a:lnTo>
                <a:lnTo>
                  <a:pt x="33248" y="13487"/>
                </a:lnTo>
                <a:lnTo>
                  <a:pt x="33185" y="13703"/>
                </a:lnTo>
                <a:lnTo>
                  <a:pt x="33375" y="13830"/>
                </a:lnTo>
                <a:lnTo>
                  <a:pt x="33870" y="13830"/>
                </a:lnTo>
                <a:lnTo>
                  <a:pt x="33616" y="13652"/>
                </a:lnTo>
                <a:lnTo>
                  <a:pt x="33489" y="13741"/>
                </a:lnTo>
                <a:lnTo>
                  <a:pt x="33489" y="13601"/>
                </a:lnTo>
                <a:lnTo>
                  <a:pt x="33959" y="13487"/>
                </a:lnTo>
                <a:close/>
              </a:path>
              <a:path w="84455" h="21590">
                <a:moveTo>
                  <a:pt x="35864" y="8966"/>
                </a:moveTo>
                <a:lnTo>
                  <a:pt x="35661" y="8813"/>
                </a:lnTo>
                <a:lnTo>
                  <a:pt x="35509" y="9105"/>
                </a:lnTo>
                <a:lnTo>
                  <a:pt x="35394" y="9398"/>
                </a:lnTo>
                <a:lnTo>
                  <a:pt x="35064" y="9499"/>
                </a:lnTo>
                <a:lnTo>
                  <a:pt x="35394" y="9613"/>
                </a:lnTo>
                <a:lnTo>
                  <a:pt x="35585" y="9359"/>
                </a:lnTo>
                <a:lnTo>
                  <a:pt x="35864" y="8966"/>
                </a:lnTo>
                <a:close/>
              </a:path>
              <a:path w="84455" h="21590">
                <a:moveTo>
                  <a:pt x="40093" y="7924"/>
                </a:moveTo>
                <a:lnTo>
                  <a:pt x="39801" y="7835"/>
                </a:lnTo>
                <a:lnTo>
                  <a:pt x="39585" y="7264"/>
                </a:lnTo>
                <a:lnTo>
                  <a:pt x="39370" y="7404"/>
                </a:lnTo>
                <a:lnTo>
                  <a:pt x="39636" y="7505"/>
                </a:lnTo>
                <a:lnTo>
                  <a:pt x="39738" y="8153"/>
                </a:lnTo>
                <a:lnTo>
                  <a:pt x="40093" y="7924"/>
                </a:lnTo>
                <a:close/>
              </a:path>
              <a:path w="84455" h="21590">
                <a:moveTo>
                  <a:pt x="40754" y="4152"/>
                </a:moveTo>
                <a:lnTo>
                  <a:pt x="40500" y="3987"/>
                </a:lnTo>
                <a:lnTo>
                  <a:pt x="39941" y="4013"/>
                </a:lnTo>
                <a:lnTo>
                  <a:pt x="40246" y="3657"/>
                </a:lnTo>
                <a:lnTo>
                  <a:pt x="39458" y="3594"/>
                </a:lnTo>
                <a:lnTo>
                  <a:pt x="40614" y="4622"/>
                </a:lnTo>
                <a:lnTo>
                  <a:pt x="40754" y="4152"/>
                </a:lnTo>
                <a:close/>
              </a:path>
              <a:path w="84455" h="21590">
                <a:moveTo>
                  <a:pt x="41554" y="6096"/>
                </a:moveTo>
                <a:lnTo>
                  <a:pt x="40894" y="6096"/>
                </a:lnTo>
                <a:lnTo>
                  <a:pt x="41059" y="6591"/>
                </a:lnTo>
                <a:lnTo>
                  <a:pt x="41135" y="6807"/>
                </a:lnTo>
                <a:lnTo>
                  <a:pt x="41338" y="6591"/>
                </a:lnTo>
                <a:lnTo>
                  <a:pt x="41554" y="6096"/>
                </a:lnTo>
                <a:close/>
              </a:path>
              <a:path w="84455" h="21590">
                <a:moveTo>
                  <a:pt x="42887" y="6057"/>
                </a:moveTo>
                <a:lnTo>
                  <a:pt x="42456" y="5981"/>
                </a:lnTo>
                <a:lnTo>
                  <a:pt x="42303" y="6159"/>
                </a:lnTo>
                <a:lnTo>
                  <a:pt x="42113" y="6273"/>
                </a:lnTo>
                <a:lnTo>
                  <a:pt x="42341" y="6426"/>
                </a:lnTo>
                <a:lnTo>
                  <a:pt x="42532" y="6070"/>
                </a:lnTo>
                <a:lnTo>
                  <a:pt x="42532" y="6299"/>
                </a:lnTo>
                <a:lnTo>
                  <a:pt x="42887" y="6057"/>
                </a:lnTo>
                <a:close/>
              </a:path>
              <a:path w="84455" h="21590">
                <a:moveTo>
                  <a:pt x="45288" y="16090"/>
                </a:moveTo>
                <a:lnTo>
                  <a:pt x="45085" y="15709"/>
                </a:lnTo>
                <a:lnTo>
                  <a:pt x="44729" y="15951"/>
                </a:lnTo>
                <a:lnTo>
                  <a:pt x="44665" y="15748"/>
                </a:lnTo>
                <a:lnTo>
                  <a:pt x="44665" y="15570"/>
                </a:lnTo>
                <a:lnTo>
                  <a:pt x="44373" y="15824"/>
                </a:lnTo>
                <a:lnTo>
                  <a:pt x="44132" y="15506"/>
                </a:lnTo>
                <a:lnTo>
                  <a:pt x="43891" y="15786"/>
                </a:lnTo>
                <a:lnTo>
                  <a:pt x="44297" y="15900"/>
                </a:lnTo>
                <a:lnTo>
                  <a:pt x="45288" y="16090"/>
                </a:lnTo>
                <a:close/>
              </a:path>
              <a:path w="84455" h="21590">
                <a:moveTo>
                  <a:pt x="47421" y="18745"/>
                </a:moveTo>
                <a:lnTo>
                  <a:pt x="47358" y="18529"/>
                </a:lnTo>
                <a:lnTo>
                  <a:pt x="47155" y="18326"/>
                </a:lnTo>
                <a:lnTo>
                  <a:pt x="47142" y="18554"/>
                </a:lnTo>
                <a:lnTo>
                  <a:pt x="46939" y="18592"/>
                </a:lnTo>
                <a:lnTo>
                  <a:pt x="47129" y="18275"/>
                </a:lnTo>
                <a:lnTo>
                  <a:pt x="46570" y="18491"/>
                </a:lnTo>
                <a:lnTo>
                  <a:pt x="46621" y="18288"/>
                </a:lnTo>
                <a:lnTo>
                  <a:pt x="46863" y="18122"/>
                </a:lnTo>
                <a:lnTo>
                  <a:pt x="46647" y="18122"/>
                </a:lnTo>
                <a:lnTo>
                  <a:pt x="46431" y="18008"/>
                </a:lnTo>
                <a:lnTo>
                  <a:pt x="46431" y="18415"/>
                </a:lnTo>
                <a:lnTo>
                  <a:pt x="46761" y="18618"/>
                </a:lnTo>
                <a:lnTo>
                  <a:pt x="47129" y="18783"/>
                </a:lnTo>
                <a:lnTo>
                  <a:pt x="47155" y="18643"/>
                </a:lnTo>
                <a:lnTo>
                  <a:pt x="47421" y="18745"/>
                </a:lnTo>
                <a:close/>
              </a:path>
              <a:path w="84455" h="21590">
                <a:moveTo>
                  <a:pt x="51790" y="16903"/>
                </a:moveTo>
                <a:lnTo>
                  <a:pt x="51549" y="16789"/>
                </a:lnTo>
                <a:lnTo>
                  <a:pt x="51473" y="16573"/>
                </a:lnTo>
                <a:lnTo>
                  <a:pt x="51244" y="16598"/>
                </a:lnTo>
                <a:lnTo>
                  <a:pt x="51308" y="16865"/>
                </a:lnTo>
                <a:lnTo>
                  <a:pt x="51066" y="16827"/>
                </a:lnTo>
                <a:lnTo>
                  <a:pt x="51092" y="17043"/>
                </a:lnTo>
                <a:lnTo>
                  <a:pt x="51282" y="17056"/>
                </a:lnTo>
                <a:lnTo>
                  <a:pt x="51790" y="16903"/>
                </a:lnTo>
                <a:close/>
              </a:path>
              <a:path w="84455" h="21590">
                <a:moveTo>
                  <a:pt x="54279" y="17843"/>
                </a:moveTo>
                <a:lnTo>
                  <a:pt x="54114" y="17716"/>
                </a:lnTo>
                <a:lnTo>
                  <a:pt x="53860" y="17691"/>
                </a:lnTo>
                <a:lnTo>
                  <a:pt x="54051" y="17907"/>
                </a:lnTo>
                <a:lnTo>
                  <a:pt x="53555" y="18008"/>
                </a:lnTo>
                <a:lnTo>
                  <a:pt x="53746" y="17627"/>
                </a:lnTo>
                <a:lnTo>
                  <a:pt x="53314" y="17678"/>
                </a:lnTo>
                <a:lnTo>
                  <a:pt x="53149" y="17945"/>
                </a:lnTo>
                <a:lnTo>
                  <a:pt x="53657" y="17780"/>
                </a:lnTo>
                <a:lnTo>
                  <a:pt x="53505" y="18046"/>
                </a:lnTo>
                <a:lnTo>
                  <a:pt x="53797" y="18008"/>
                </a:lnTo>
                <a:lnTo>
                  <a:pt x="54114" y="18021"/>
                </a:lnTo>
                <a:lnTo>
                  <a:pt x="54279" y="17843"/>
                </a:lnTo>
                <a:close/>
              </a:path>
              <a:path w="84455" h="21590">
                <a:moveTo>
                  <a:pt x="56984" y="18821"/>
                </a:moveTo>
                <a:lnTo>
                  <a:pt x="56667" y="18732"/>
                </a:lnTo>
                <a:lnTo>
                  <a:pt x="56502" y="18872"/>
                </a:lnTo>
                <a:lnTo>
                  <a:pt x="56591" y="19100"/>
                </a:lnTo>
                <a:lnTo>
                  <a:pt x="56553" y="18961"/>
                </a:lnTo>
                <a:lnTo>
                  <a:pt x="56908" y="19088"/>
                </a:lnTo>
                <a:lnTo>
                  <a:pt x="56984" y="18821"/>
                </a:lnTo>
                <a:close/>
              </a:path>
              <a:path w="84455" h="21590">
                <a:moveTo>
                  <a:pt x="57365" y="16814"/>
                </a:moveTo>
                <a:lnTo>
                  <a:pt x="57099" y="16814"/>
                </a:lnTo>
                <a:lnTo>
                  <a:pt x="56057" y="16459"/>
                </a:lnTo>
                <a:lnTo>
                  <a:pt x="56349" y="16700"/>
                </a:lnTo>
                <a:lnTo>
                  <a:pt x="57061" y="17030"/>
                </a:lnTo>
                <a:lnTo>
                  <a:pt x="57365" y="16814"/>
                </a:lnTo>
                <a:close/>
              </a:path>
              <a:path w="84455" h="21590">
                <a:moveTo>
                  <a:pt x="57518" y="12217"/>
                </a:moveTo>
                <a:lnTo>
                  <a:pt x="57416" y="12026"/>
                </a:lnTo>
                <a:lnTo>
                  <a:pt x="57289" y="12192"/>
                </a:lnTo>
                <a:lnTo>
                  <a:pt x="57518" y="12217"/>
                </a:lnTo>
                <a:close/>
              </a:path>
              <a:path w="84455" h="21590">
                <a:moveTo>
                  <a:pt x="57708" y="15201"/>
                </a:moveTo>
                <a:lnTo>
                  <a:pt x="57226" y="14998"/>
                </a:lnTo>
                <a:lnTo>
                  <a:pt x="56997" y="15189"/>
                </a:lnTo>
                <a:lnTo>
                  <a:pt x="56819" y="15417"/>
                </a:lnTo>
                <a:lnTo>
                  <a:pt x="56527" y="15582"/>
                </a:lnTo>
                <a:lnTo>
                  <a:pt x="56578" y="15455"/>
                </a:lnTo>
                <a:lnTo>
                  <a:pt x="56705" y="15405"/>
                </a:lnTo>
                <a:lnTo>
                  <a:pt x="56438" y="15405"/>
                </a:lnTo>
                <a:lnTo>
                  <a:pt x="56413" y="15748"/>
                </a:lnTo>
                <a:lnTo>
                  <a:pt x="57010" y="15722"/>
                </a:lnTo>
                <a:lnTo>
                  <a:pt x="57302" y="15633"/>
                </a:lnTo>
                <a:lnTo>
                  <a:pt x="57137" y="15506"/>
                </a:lnTo>
                <a:lnTo>
                  <a:pt x="57708" y="15201"/>
                </a:lnTo>
                <a:close/>
              </a:path>
              <a:path w="84455" h="21590">
                <a:moveTo>
                  <a:pt x="58521" y="19342"/>
                </a:moveTo>
                <a:lnTo>
                  <a:pt x="58216" y="19088"/>
                </a:lnTo>
                <a:lnTo>
                  <a:pt x="58077" y="18834"/>
                </a:lnTo>
                <a:lnTo>
                  <a:pt x="57924" y="18935"/>
                </a:lnTo>
                <a:lnTo>
                  <a:pt x="57823" y="18503"/>
                </a:lnTo>
                <a:lnTo>
                  <a:pt x="57531" y="18465"/>
                </a:lnTo>
                <a:lnTo>
                  <a:pt x="57594" y="18643"/>
                </a:lnTo>
                <a:lnTo>
                  <a:pt x="57404" y="18465"/>
                </a:lnTo>
                <a:lnTo>
                  <a:pt x="57543" y="18732"/>
                </a:lnTo>
                <a:lnTo>
                  <a:pt x="57797" y="18935"/>
                </a:lnTo>
                <a:lnTo>
                  <a:pt x="58000" y="19164"/>
                </a:lnTo>
                <a:lnTo>
                  <a:pt x="57924" y="18961"/>
                </a:lnTo>
                <a:lnTo>
                  <a:pt x="58521" y="19342"/>
                </a:lnTo>
                <a:close/>
              </a:path>
              <a:path w="84455" h="21590">
                <a:moveTo>
                  <a:pt x="58521" y="12852"/>
                </a:moveTo>
                <a:lnTo>
                  <a:pt x="58204" y="12788"/>
                </a:lnTo>
                <a:lnTo>
                  <a:pt x="58140" y="12395"/>
                </a:lnTo>
                <a:lnTo>
                  <a:pt x="57670" y="12687"/>
                </a:lnTo>
                <a:lnTo>
                  <a:pt x="57683" y="12484"/>
                </a:lnTo>
                <a:lnTo>
                  <a:pt x="57518" y="12217"/>
                </a:lnTo>
                <a:lnTo>
                  <a:pt x="57302" y="12585"/>
                </a:lnTo>
                <a:lnTo>
                  <a:pt x="57340" y="12738"/>
                </a:lnTo>
                <a:lnTo>
                  <a:pt x="57759" y="12687"/>
                </a:lnTo>
                <a:lnTo>
                  <a:pt x="58267" y="13335"/>
                </a:lnTo>
                <a:lnTo>
                  <a:pt x="58521" y="12852"/>
                </a:lnTo>
                <a:close/>
              </a:path>
              <a:path w="84455" h="21590">
                <a:moveTo>
                  <a:pt x="58623" y="17780"/>
                </a:moveTo>
                <a:lnTo>
                  <a:pt x="58458" y="17551"/>
                </a:lnTo>
                <a:lnTo>
                  <a:pt x="58229" y="17399"/>
                </a:lnTo>
                <a:lnTo>
                  <a:pt x="58280" y="17043"/>
                </a:lnTo>
                <a:lnTo>
                  <a:pt x="57962" y="16979"/>
                </a:lnTo>
                <a:lnTo>
                  <a:pt x="57797" y="17335"/>
                </a:lnTo>
                <a:lnTo>
                  <a:pt x="58623" y="17780"/>
                </a:lnTo>
                <a:close/>
              </a:path>
              <a:path w="84455" h="21590">
                <a:moveTo>
                  <a:pt x="59397" y="16192"/>
                </a:moveTo>
                <a:lnTo>
                  <a:pt x="58991" y="16230"/>
                </a:lnTo>
                <a:lnTo>
                  <a:pt x="58813" y="16154"/>
                </a:lnTo>
                <a:lnTo>
                  <a:pt x="58559" y="16408"/>
                </a:lnTo>
                <a:lnTo>
                  <a:pt x="58788" y="16408"/>
                </a:lnTo>
                <a:lnTo>
                  <a:pt x="58788" y="16230"/>
                </a:lnTo>
                <a:lnTo>
                  <a:pt x="58991" y="16294"/>
                </a:lnTo>
                <a:lnTo>
                  <a:pt x="59042" y="16471"/>
                </a:lnTo>
                <a:lnTo>
                  <a:pt x="59321" y="16471"/>
                </a:lnTo>
                <a:lnTo>
                  <a:pt x="59397" y="16192"/>
                </a:lnTo>
                <a:close/>
              </a:path>
              <a:path w="84455" h="21590">
                <a:moveTo>
                  <a:pt x="59537" y="20421"/>
                </a:moveTo>
                <a:lnTo>
                  <a:pt x="58381" y="20231"/>
                </a:lnTo>
                <a:lnTo>
                  <a:pt x="58407" y="20574"/>
                </a:lnTo>
                <a:lnTo>
                  <a:pt x="58826" y="20701"/>
                </a:lnTo>
                <a:lnTo>
                  <a:pt x="58750" y="20421"/>
                </a:lnTo>
                <a:lnTo>
                  <a:pt x="59537" y="20421"/>
                </a:lnTo>
                <a:close/>
              </a:path>
              <a:path w="84455" h="21590">
                <a:moveTo>
                  <a:pt x="63995" y="15875"/>
                </a:moveTo>
                <a:lnTo>
                  <a:pt x="63614" y="15570"/>
                </a:lnTo>
                <a:lnTo>
                  <a:pt x="62636" y="15303"/>
                </a:lnTo>
                <a:lnTo>
                  <a:pt x="63588" y="15836"/>
                </a:lnTo>
                <a:lnTo>
                  <a:pt x="63385" y="15900"/>
                </a:lnTo>
                <a:lnTo>
                  <a:pt x="63779" y="15875"/>
                </a:lnTo>
                <a:lnTo>
                  <a:pt x="63995" y="15875"/>
                </a:lnTo>
                <a:close/>
              </a:path>
              <a:path w="84455" h="21590">
                <a:moveTo>
                  <a:pt x="64058" y="15862"/>
                </a:moveTo>
                <a:close/>
              </a:path>
              <a:path w="84455" h="21590">
                <a:moveTo>
                  <a:pt x="65468" y="9537"/>
                </a:moveTo>
                <a:lnTo>
                  <a:pt x="65087" y="9347"/>
                </a:lnTo>
                <a:lnTo>
                  <a:pt x="64973" y="8978"/>
                </a:lnTo>
                <a:lnTo>
                  <a:pt x="64668" y="8737"/>
                </a:lnTo>
                <a:lnTo>
                  <a:pt x="64782" y="9067"/>
                </a:lnTo>
                <a:lnTo>
                  <a:pt x="65036" y="9715"/>
                </a:lnTo>
                <a:lnTo>
                  <a:pt x="65468" y="9537"/>
                </a:lnTo>
                <a:close/>
              </a:path>
              <a:path w="84455" h="21590">
                <a:moveTo>
                  <a:pt x="66230" y="18021"/>
                </a:moveTo>
                <a:lnTo>
                  <a:pt x="66065" y="17957"/>
                </a:lnTo>
                <a:lnTo>
                  <a:pt x="66230" y="18021"/>
                </a:lnTo>
                <a:close/>
              </a:path>
              <a:path w="84455" h="21590">
                <a:moveTo>
                  <a:pt x="66370" y="18046"/>
                </a:moveTo>
                <a:lnTo>
                  <a:pt x="66230" y="18021"/>
                </a:lnTo>
                <a:lnTo>
                  <a:pt x="66306" y="18199"/>
                </a:lnTo>
                <a:lnTo>
                  <a:pt x="66370" y="18046"/>
                </a:lnTo>
                <a:close/>
              </a:path>
              <a:path w="84455" h="21590">
                <a:moveTo>
                  <a:pt x="66535" y="17513"/>
                </a:moveTo>
                <a:lnTo>
                  <a:pt x="66319" y="17475"/>
                </a:lnTo>
                <a:lnTo>
                  <a:pt x="66294" y="17602"/>
                </a:lnTo>
                <a:lnTo>
                  <a:pt x="66090" y="17564"/>
                </a:lnTo>
                <a:lnTo>
                  <a:pt x="66065" y="17881"/>
                </a:lnTo>
                <a:lnTo>
                  <a:pt x="66522" y="17792"/>
                </a:lnTo>
                <a:lnTo>
                  <a:pt x="66535" y="17513"/>
                </a:lnTo>
                <a:close/>
              </a:path>
              <a:path w="84455" h="21590">
                <a:moveTo>
                  <a:pt x="66560" y="20993"/>
                </a:moveTo>
                <a:lnTo>
                  <a:pt x="66497" y="20447"/>
                </a:lnTo>
                <a:lnTo>
                  <a:pt x="66294" y="20447"/>
                </a:lnTo>
                <a:lnTo>
                  <a:pt x="66370" y="20688"/>
                </a:lnTo>
                <a:lnTo>
                  <a:pt x="65887" y="20485"/>
                </a:lnTo>
                <a:lnTo>
                  <a:pt x="66154" y="21005"/>
                </a:lnTo>
                <a:lnTo>
                  <a:pt x="65900" y="21005"/>
                </a:lnTo>
                <a:lnTo>
                  <a:pt x="66560" y="20993"/>
                </a:lnTo>
                <a:close/>
              </a:path>
              <a:path w="84455" h="21590">
                <a:moveTo>
                  <a:pt x="66725" y="18986"/>
                </a:moveTo>
                <a:lnTo>
                  <a:pt x="66192" y="18364"/>
                </a:lnTo>
                <a:lnTo>
                  <a:pt x="66306" y="19380"/>
                </a:lnTo>
                <a:lnTo>
                  <a:pt x="66598" y="19164"/>
                </a:lnTo>
                <a:lnTo>
                  <a:pt x="66459" y="19011"/>
                </a:lnTo>
                <a:lnTo>
                  <a:pt x="66484" y="18783"/>
                </a:lnTo>
                <a:lnTo>
                  <a:pt x="66725" y="18986"/>
                </a:lnTo>
                <a:close/>
              </a:path>
              <a:path w="84455" h="21590">
                <a:moveTo>
                  <a:pt x="66954" y="16738"/>
                </a:moveTo>
                <a:lnTo>
                  <a:pt x="66497" y="16700"/>
                </a:lnTo>
                <a:lnTo>
                  <a:pt x="66802" y="16814"/>
                </a:lnTo>
                <a:lnTo>
                  <a:pt x="66954" y="16738"/>
                </a:lnTo>
                <a:close/>
              </a:path>
              <a:path w="84455" h="21590">
                <a:moveTo>
                  <a:pt x="67259" y="14516"/>
                </a:moveTo>
                <a:lnTo>
                  <a:pt x="66306" y="14224"/>
                </a:lnTo>
                <a:lnTo>
                  <a:pt x="66548" y="14528"/>
                </a:lnTo>
                <a:lnTo>
                  <a:pt x="66675" y="14439"/>
                </a:lnTo>
                <a:lnTo>
                  <a:pt x="66548" y="14782"/>
                </a:lnTo>
                <a:lnTo>
                  <a:pt x="66916" y="14782"/>
                </a:lnTo>
                <a:lnTo>
                  <a:pt x="67056" y="14935"/>
                </a:lnTo>
                <a:lnTo>
                  <a:pt x="67259" y="14516"/>
                </a:lnTo>
                <a:close/>
              </a:path>
              <a:path w="84455" h="21590">
                <a:moveTo>
                  <a:pt x="67411" y="21056"/>
                </a:moveTo>
                <a:lnTo>
                  <a:pt x="67335" y="20726"/>
                </a:lnTo>
                <a:lnTo>
                  <a:pt x="66700" y="20815"/>
                </a:lnTo>
                <a:lnTo>
                  <a:pt x="66598" y="20523"/>
                </a:lnTo>
                <a:lnTo>
                  <a:pt x="66649" y="20853"/>
                </a:lnTo>
                <a:lnTo>
                  <a:pt x="67068" y="20929"/>
                </a:lnTo>
                <a:lnTo>
                  <a:pt x="67411" y="21056"/>
                </a:lnTo>
                <a:close/>
              </a:path>
              <a:path w="84455" h="21590">
                <a:moveTo>
                  <a:pt x="67995" y="16687"/>
                </a:moveTo>
                <a:lnTo>
                  <a:pt x="67475" y="16370"/>
                </a:lnTo>
                <a:lnTo>
                  <a:pt x="67373" y="16497"/>
                </a:lnTo>
                <a:lnTo>
                  <a:pt x="67691" y="16598"/>
                </a:lnTo>
                <a:lnTo>
                  <a:pt x="67233" y="16687"/>
                </a:lnTo>
                <a:lnTo>
                  <a:pt x="67335" y="16852"/>
                </a:lnTo>
                <a:lnTo>
                  <a:pt x="67995" y="16903"/>
                </a:lnTo>
                <a:lnTo>
                  <a:pt x="67995" y="16687"/>
                </a:lnTo>
                <a:close/>
              </a:path>
              <a:path w="84455" h="21590">
                <a:moveTo>
                  <a:pt x="70459" y="11391"/>
                </a:moveTo>
                <a:lnTo>
                  <a:pt x="70218" y="11112"/>
                </a:lnTo>
                <a:lnTo>
                  <a:pt x="69977" y="11303"/>
                </a:lnTo>
                <a:lnTo>
                  <a:pt x="69748" y="11518"/>
                </a:lnTo>
                <a:lnTo>
                  <a:pt x="69418" y="11671"/>
                </a:lnTo>
                <a:lnTo>
                  <a:pt x="69608" y="11861"/>
                </a:lnTo>
                <a:lnTo>
                  <a:pt x="69608" y="11709"/>
                </a:lnTo>
                <a:lnTo>
                  <a:pt x="69748" y="11671"/>
                </a:lnTo>
                <a:lnTo>
                  <a:pt x="69951" y="11722"/>
                </a:lnTo>
                <a:lnTo>
                  <a:pt x="69862" y="12014"/>
                </a:lnTo>
                <a:lnTo>
                  <a:pt x="70205" y="12001"/>
                </a:lnTo>
                <a:lnTo>
                  <a:pt x="70231" y="12204"/>
                </a:lnTo>
                <a:lnTo>
                  <a:pt x="70459" y="12217"/>
                </a:lnTo>
                <a:lnTo>
                  <a:pt x="70116" y="11861"/>
                </a:lnTo>
                <a:lnTo>
                  <a:pt x="70459" y="11391"/>
                </a:lnTo>
                <a:close/>
              </a:path>
              <a:path w="84455" h="21590">
                <a:moveTo>
                  <a:pt x="71272" y="10109"/>
                </a:moveTo>
                <a:lnTo>
                  <a:pt x="71081" y="9918"/>
                </a:lnTo>
                <a:lnTo>
                  <a:pt x="70866" y="9994"/>
                </a:lnTo>
                <a:lnTo>
                  <a:pt x="71069" y="9994"/>
                </a:lnTo>
                <a:lnTo>
                  <a:pt x="71272" y="10109"/>
                </a:lnTo>
                <a:close/>
              </a:path>
              <a:path w="84455" h="21590">
                <a:moveTo>
                  <a:pt x="71374" y="9563"/>
                </a:moveTo>
                <a:lnTo>
                  <a:pt x="71018" y="9372"/>
                </a:lnTo>
                <a:lnTo>
                  <a:pt x="70993" y="9588"/>
                </a:lnTo>
                <a:lnTo>
                  <a:pt x="70980" y="9804"/>
                </a:lnTo>
                <a:lnTo>
                  <a:pt x="71374" y="9563"/>
                </a:lnTo>
                <a:close/>
              </a:path>
              <a:path w="84455" h="21590">
                <a:moveTo>
                  <a:pt x="71539" y="13665"/>
                </a:moveTo>
                <a:lnTo>
                  <a:pt x="71475" y="13144"/>
                </a:lnTo>
                <a:lnTo>
                  <a:pt x="71031" y="13093"/>
                </a:lnTo>
                <a:lnTo>
                  <a:pt x="71005" y="13538"/>
                </a:lnTo>
                <a:lnTo>
                  <a:pt x="71259" y="13487"/>
                </a:lnTo>
                <a:lnTo>
                  <a:pt x="71437" y="13881"/>
                </a:lnTo>
                <a:lnTo>
                  <a:pt x="71539" y="13665"/>
                </a:lnTo>
                <a:close/>
              </a:path>
              <a:path w="84455" h="21590">
                <a:moveTo>
                  <a:pt x="72910" y="19164"/>
                </a:moveTo>
                <a:lnTo>
                  <a:pt x="72593" y="19215"/>
                </a:lnTo>
                <a:lnTo>
                  <a:pt x="72644" y="18986"/>
                </a:lnTo>
                <a:lnTo>
                  <a:pt x="72377" y="19037"/>
                </a:lnTo>
                <a:lnTo>
                  <a:pt x="72466" y="19405"/>
                </a:lnTo>
                <a:lnTo>
                  <a:pt x="72250" y="19469"/>
                </a:lnTo>
                <a:lnTo>
                  <a:pt x="72555" y="19469"/>
                </a:lnTo>
                <a:lnTo>
                  <a:pt x="72771" y="19354"/>
                </a:lnTo>
                <a:lnTo>
                  <a:pt x="72910" y="19164"/>
                </a:lnTo>
                <a:close/>
              </a:path>
              <a:path w="84455" h="21590">
                <a:moveTo>
                  <a:pt x="74142" y="7442"/>
                </a:moveTo>
                <a:lnTo>
                  <a:pt x="73825" y="7315"/>
                </a:lnTo>
                <a:lnTo>
                  <a:pt x="73825" y="7505"/>
                </a:lnTo>
                <a:lnTo>
                  <a:pt x="73685" y="7594"/>
                </a:lnTo>
                <a:lnTo>
                  <a:pt x="74091" y="7785"/>
                </a:lnTo>
                <a:lnTo>
                  <a:pt x="74142" y="7442"/>
                </a:lnTo>
                <a:close/>
              </a:path>
              <a:path w="84455" h="21590">
                <a:moveTo>
                  <a:pt x="75653" y="7645"/>
                </a:moveTo>
                <a:lnTo>
                  <a:pt x="75349" y="7480"/>
                </a:lnTo>
                <a:lnTo>
                  <a:pt x="75145" y="7162"/>
                </a:lnTo>
                <a:lnTo>
                  <a:pt x="75145" y="7721"/>
                </a:lnTo>
                <a:lnTo>
                  <a:pt x="74447" y="7239"/>
                </a:lnTo>
                <a:lnTo>
                  <a:pt x="74244" y="7442"/>
                </a:lnTo>
                <a:lnTo>
                  <a:pt x="74510" y="7442"/>
                </a:lnTo>
                <a:lnTo>
                  <a:pt x="74561" y="7607"/>
                </a:lnTo>
                <a:lnTo>
                  <a:pt x="74650" y="7759"/>
                </a:lnTo>
                <a:lnTo>
                  <a:pt x="74155" y="7810"/>
                </a:lnTo>
                <a:lnTo>
                  <a:pt x="74206" y="8178"/>
                </a:lnTo>
                <a:lnTo>
                  <a:pt x="73723" y="8064"/>
                </a:lnTo>
                <a:lnTo>
                  <a:pt x="73634" y="8318"/>
                </a:lnTo>
                <a:lnTo>
                  <a:pt x="74498" y="8166"/>
                </a:lnTo>
                <a:lnTo>
                  <a:pt x="75044" y="8089"/>
                </a:lnTo>
                <a:lnTo>
                  <a:pt x="75628" y="7937"/>
                </a:lnTo>
                <a:lnTo>
                  <a:pt x="75653" y="7645"/>
                </a:lnTo>
                <a:close/>
              </a:path>
              <a:path w="84455" h="21590">
                <a:moveTo>
                  <a:pt x="76263" y="13576"/>
                </a:moveTo>
                <a:lnTo>
                  <a:pt x="76174" y="12712"/>
                </a:lnTo>
                <a:lnTo>
                  <a:pt x="75958" y="12966"/>
                </a:lnTo>
                <a:lnTo>
                  <a:pt x="76187" y="13068"/>
                </a:lnTo>
                <a:lnTo>
                  <a:pt x="75653" y="13246"/>
                </a:lnTo>
                <a:lnTo>
                  <a:pt x="75793" y="13576"/>
                </a:lnTo>
                <a:lnTo>
                  <a:pt x="76111" y="13601"/>
                </a:lnTo>
                <a:lnTo>
                  <a:pt x="76263" y="13576"/>
                </a:lnTo>
                <a:close/>
              </a:path>
              <a:path w="84455" h="21590">
                <a:moveTo>
                  <a:pt x="77177" y="14401"/>
                </a:moveTo>
                <a:lnTo>
                  <a:pt x="76809" y="14579"/>
                </a:lnTo>
                <a:lnTo>
                  <a:pt x="76631" y="14681"/>
                </a:lnTo>
                <a:lnTo>
                  <a:pt x="76492" y="14820"/>
                </a:lnTo>
                <a:lnTo>
                  <a:pt x="76352" y="14909"/>
                </a:lnTo>
                <a:lnTo>
                  <a:pt x="76847" y="15100"/>
                </a:lnTo>
                <a:lnTo>
                  <a:pt x="77177" y="14401"/>
                </a:lnTo>
                <a:close/>
              </a:path>
              <a:path w="84455" h="21590">
                <a:moveTo>
                  <a:pt x="84061" y="13335"/>
                </a:moveTo>
                <a:lnTo>
                  <a:pt x="83921" y="12814"/>
                </a:lnTo>
                <a:lnTo>
                  <a:pt x="83540" y="12763"/>
                </a:lnTo>
                <a:lnTo>
                  <a:pt x="83172" y="13246"/>
                </a:lnTo>
                <a:lnTo>
                  <a:pt x="83324" y="13398"/>
                </a:lnTo>
                <a:lnTo>
                  <a:pt x="83375" y="13068"/>
                </a:lnTo>
                <a:lnTo>
                  <a:pt x="84061" y="13335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bg object 192"/>
          <p:cNvSpPr/>
          <p:nvPr/>
        </p:nvSpPr>
        <p:spPr>
          <a:xfrm>
            <a:off x="1934921" y="864298"/>
            <a:ext cx="92075" cy="12065"/>
          </a:xfrm>
          <a:custGeom>
            <a:avLst/>
            <a:gdLst/>
            <a:ahLst/>
            <a:cxnLst/>
            <a:rect l="l" t="t" r="r" b="b"/>
            <a:pathLst>
              <a:path w="92075" h="12065">
                <a:moveTo>
                  <a:pt x="901" y="2819"/>
                </a:moveTo>
                <a:lnTo>
                  <a:pt x="609" y="2819"/>
                </a:lnTo>
                <a:lnTo>
                  <a:pt x="406" y="2336"/>
                </a:lnTo>
                <a:lnTo>
                  <a:pt x="254" y="2489"/>
                </a:lnTo>
                <a:lnTo>
                  <a:pt x="0" y="2590"/>
                </a:lnTo>
                <a:lnTo>
                  <a:pt x="558" y="3009"/>
                </a:lnTo>
                <a:lnTo>
                  <a:pt x="419" y="3251"/>
                </a:lnTo>
                <a:lnTo>
                  <a:pt x="901" y="2997"/>
                </a:lnTo>
                <a:lnTo>
                  <a:pt x="660" y="3060"/>
                </a:lnTo>
                <a:lnTo>
                  <a:pt x="901" y="2819"/>
                </a:lnTo>
                <a:close/>
              </a:path>
              <a:path w="92075" h="12065">
                <a:moveTo>
                  <a:pt x="2298" y="6096"/>
                </a:moveTo>
                <a:lnTo>
                  <a:pt x="2044" y="5918"/>
                </a:lnTo>
                <a:lnTo>
                  <a:pt x="1765" y="5803"/>
                </a:lnTo>
                <a:lnTo>
                  <a:pt x="1790" y="5461"/>
                </a:lnTo>
                <a:lnTo>
                  <a:pt x="1447" y="5422"/>
                </a:lnTo>
                <a:lnTo>
                  <a:pt x="1651" y="5867"/>
                </a:lnTo>
                <a:lnTo>
                  <a:pt x="2006" y="6362"/>
                </a:lnTo>
                <a:lnTo>
                  <a:pt x="2006" y="6083"/>
                </a:lnTo>
                <a:lnTo>
                  <a:pt x="1968" y="6299"/>
                </a:lnTo>
                <a:lnTo>
                  <a:pt x="1752" y="5969"/>
                </a:lnTo>
                <a:lnTo>
                  <a:pt x="2298" y="6096"/>
                </a:lnTo>
                <a:close/>
              </a:path>
              <a:path w="92075" h="12065">
                <a:moveTo>
                  <a:pt x="2984" y="5384"/>
                </a:moveTo>
                <a:lnTo>
                  <a:pt x="2159" y="4572"/>
                </a:lnTo>
                <a:lnTo>
                  <a:pt x="2235" y="5384"/>
                </a:lnTo>
                <a:lnTo>
                  <a:pt x="2921" y="5727"/>
                </a:lnTo>
                <a:lnTo>
                  <a:pt x="2984" y="5384"/>
                </a:lnTo>
                <a:close/>
              </a:path>
              <a:path w="92075" h="12065">
                <a:moveTo>
                  <a:pt x="3225" y="266"/>
                </a:moveTo>
                <a:lnTo>
                  <a:pt x="2870" y="292"/>
                </a:lnTo>
                <a:lnTo>
                  <a:pt x="2857" y="63"/>
                </a:lnTo>
                <a:lnTo>
                  <a:pt x="3098" y="0"/>
                </a:lnTo>
                <a:lnTo>
                  <a:pt x="2832" y="25"/>
                </a:lnTo>
                <a:lnTo>
                  <a:pt x="2540" y="25"/>
                </a:lnTo>
                <a:lnTo>
                  <a:pt x="2527" y="304"/>
                </a:lnTo>
                <a:lnTo>
                  <a:pt x="2717" y="406"/>
                </a:lnTo>
                <a:lnTo>
                  <a:pt x="2895" y="495"/>
                </a:lnTo>
                <a:lnTo>
                  <a:pt x="3136" y="558"/>
                </a:lnTo>
                <a:lnTo>
                  <a:pt x="3225" y="266"/>
                </a:lnTo>
                <a:close/>
              </a:path>
              <a:path w="92075" h="12065">
                <a:moveTo>
                  <a:pt x="4127" y="4572"/>
                </a:moveTo>
                <a:lnTo>
                  <a:pt x="4089" y="4127"/>
                </a:lnTo>
                <a:lnTo>
                  <a:pt x="3708" y="4127"/>
                </a:lnTo>
                <a:lnTo>
                  <a:pt x="3848" y="4572"/>
                </a:lnTo>
                <a:lnTo>
                  <a:pt x="4127" y="4572"/>
                </a:lnTo>
                <a:close/>
              </a:path>
              <a:path w="92075" h="12065">
                <a:moveTo>
                  <a:pt x="9537" y="6172"/>
                </a:moveTo>
                <a:lnTo>
                  <a:pt x="9042" y="6172"/>
                </a:lnTo>
                <a:lnTo>
                  <a:pt x="9042" y="5384"/>
                </a:lnTo>
                <a:lnTo>
                  <a:pt x="8737" y="5562"/>
                </a:lnTo>
                <a:lnTo>
                  <a:pt x="8813" y="5842"/>
                </a:lnTo>
                <a:lnTo>
                  <a:pt x="9042" y="6464"/>
                </a:lnTo>
                <a:lnTo>
                  <a:pt x="9537" y="6172"/>
                </a:lnTo>
                <a:close/>
              </a:path>
              <a:path w="92075" h="12065">
                <a:moveTo>
                  <a:pt x="20904" y="8420"/>
                </a:moveTo>
                <a:lnTo>
                  <a:pt x="20485" y="8204"/>
                </a:lnTo>
                <a:lnTo>
                  <a:pt x="20612" y="7620"/>
                </a:lnTo>
                <a:lnTo>
                  <a:pt x="20218" y="7366"/>
                </a:lnTo>
                <a:lnTo>
                  <a:pt x="20320" y="7810"/>
                </a:lnTo>
                <a:lnTo>
                  <a:pt x="20383" y="8432"/>
                </a:lnTo>
                <a:lnTo>
                  <a:pt x="20904" y="8420"/>
                </a:lnTo>
                <a:close/>
              </a:path>
              <a:path w="92075" h="12065">
                <a:moveTo>
                  <a:pt x="21297" y="9994"/>
                </a:moveTo>
                <a:lnTo>
                  <a:pt x="20929" y="9474"/>
                </a:lnTo>
                <a:lnTo>
                  <a:pt x="20777" y="9677"/>
                </a:lnTo>
                <a:lnTo>
                  <a:pt x="20942" y="9766"/>
                </a:lnTo>
                <a:lnTo>
                  <a:pt x="21082" y="10261"/>
                </a:lnTo>
                <a:lnTo>
                  <a:pt x="21297" y="9994"/>
                </a:lnTo>
                <a:close/>
              </a:path>
              <a:path w="92075" h="12065">
                <a:moveTo>
                  <a:pt x="28625" y="5486"/>
                </a:moveTo>
                <a:lnTo>
                  <a:pt x="28232" y="5486"/>
                </a:lnTo>
                <a:lnTo>
                  <a:pt x="27927" y="5638"/>
                </a:lnTo>
                <a:lnTo>
                  <a:pt x="28079" y="6223"/>
                </a:lnTo>
                <a:lnTo>
                  <a:pt x="28498" y="6146"/>
                </a:lnTo>
                <a:lnTo>
                  <a:pt x="28321" y="5994"/>
                </a:lnTo>
                <a:lnTo>
                  <a:pt x="28625" y="5486"/>
                </a:lnTo>
                <a:close/>
              </a:path>
              <a:path w="92075" h="12065">
                <a:moveTo>
                  <a:pt x="28854" y="5994"/>
                </a:moveTo>
                <a:lnTo>
                  <a:pt x="28803" y="5638"/>
                </a:lnTo>
                <a:lnTo>
                  <a:pt x="28575" y="5791"/>
                </a:lnTo>
                <a:lnTo>
                  <a:pt x="28854" y="5994"/>
                </a:lnTo>
                <a:close/>
              </a:path>
              <a:path w="92075" h="12065">
                <a:moveTo>
                  <a:pt x="29413" y="5600"/>
                </a:moveTo>
                <a:lnTo>
                  <a:pt x="29019" y="5473"/>
                </a:lnTo>
                <a:lnTo>
                  <a:pt x="28803" y="5638"/>
                </a:lnTo>
                <a:lnTo>
                  <a:pt x="29413" y="5930"/>
                </a:lnTo>
                <a:lnTo>
                  <a:pt x="29413" y="5600"/>
                </a:lnTo>
                <a:close/>
              </a:path>
              <a:path w="92075" h="12065">
                <a:moveTo>
                  <a:pt x="35026" y="6896"/>
                </a:moveTo>
                <a:lnTo>
                  <a:pt x="34823" y="6743"/>
                </a:lnTo>
                <a:lnTo>
                  <a:pt x="34721" y="6591"/>
                </a:lnTo>
                <a:lnTo>
                  <a:pt x="34899" y="6438"/>
                </a:lnTo>
                <a:lnTo>
                  <a:pt x="34480" y="6375"/>
                </a:lnTo>
                <a:lnTo>
                  <a:pt x="34251" y="6451"/>
                </a:lnTo>
                <a:lnTo>
                  <a:pt x="34213" y="6743"/>
                </a:lnTo>
                <a:lnTo>
                  <a:pt x="34455" y="6807"/>
                </a:lnTo>
                <a:lnTo>
                  <a:pt x="34696" y="6896"/>
                </a:lnTo>
                <a:lnTo>
                  <a:pt x="35026" y="6896"/>
                </a:lnTo>
                <a:close/>
              </a:path>
              <a:path w="92075" h="12065">
                <a:moveTo>
                  <a:pt x="35090" y="6883"/>
                </a:moveTo>
                <a:close/>
              </a:path>
              <a:path w="92075" h="12065">
                <a:moveTo>
                  <a:pt x="35788" y="7505"/>
                </a:moveTo>
                <a:lnTo>
                  <a:pt x="35610" y="7277"/>
                </a:lnTo>
                <a:lnTo>
                  <a:pt x="35306" y="7086"/>
                </a:lnTo>
                <a:lnTo>
                  <a:pt x="35077" y="6921"/>
                </a:lnTo>
                <a:lnTo>
                  <a:pt x="35013" y="7175"/>
                </a:lnTo>
                <a:lnTo>
                  <a:pt x="35534" y="7340"/>
                </a:lnTo>
                <a:lnTo>
                  <a:pt x="35572" y="7581"/>
                </a:lnTo>
                <a:lnTo>
                  <a:pt x="35788" y="7505"/>
                </a:lnTo>
                <a:close/>
              </a:path>
              <a:path w="92075" h="12065">
                <a:moveTo>
                  <a:pt x="47294" y="10744"/>
                </a:moveTo>
                <a:lnTo>
                  <a:pt x="46913" y="10680"/>
                </a:lnTo>
                <a:lnTo>
                  <a:pt x="46012" y="10160"/>
                </a:lnTo>
                <a:lnTo>
                  <a:pt x="46012" y="10363"/>
                </a:lnTo>
                <a:lnTo>
                  <a:pt x="46418" y="10452"/>
                </a:lnTo>
                <a:lnTo>
                  <a:pt x="46824" y="10972"/>
                </a:lnTo>
                <a:lnTo>
                  <a:pt x="47294" y="10744"/>
                </a:lnTo>
                <a:close/>
              </a:path>
              <a:path w="92075" h="12065">
                <a:moveTo>
                  <a:pt x="47993" y="9982"/>
                </a:moveTo>
                <a:lnTo>
                  <a:pt x="47472" y="9969"/>
                </a:lnTo>
                <a:lnTo>
                  <a:pt x="47866" y="10248"/>
                </a:lnTo>
                <a:lnTo>
                  <a:pt x="47536" y="10401"/>
                </a:lnTo>
                <a:lnTo>
                  <a:pt x="47840" y="10426"/>
                </a:lnTo>
                <a:lnTo>
                  <a:pt x="47980" y="10172"/>
                </a:lnTo>
                <a:lnTo>
                  <a:pt x="47764" y="10045"/>
                </a:lnTo>
                <a:lnTo>
                  <a:pt x="47993" y="9982"/>
                </a:lnTo>
                <a:close/>
              </a:path>
              <a:path w="92075" h="12065">
                <a:moveTo>
                  <a:pt x="49072" y="10083"/>
                </a:moveTo>
                <a:lnTo>
                  <a:pt x="48628" y="10185"/>
                </a:lnTo>
                <a:lnTo>
                  <a:pt x="48336" y="10464"/>
                </a:lnTo>
                <a:lnTo>
                  <a:pt x="47942" y="10629"/>
                </a:lnTo>
                <a:lnTo>
                  <a:pt x="48488" y="10629"/>
                </a:lnTo>
                <a:lnTo>
                  <a:pt x="48691" y="10261"/>
                </a:lnTo>
                <a:lnTo>
                  <a:pt x="49072" y="10083"/>
                </a:lnTo>
                <a:close/>
              </a:path>
              <a:path w="92075" h="12065">
                <a:moveTo>
                  <a:pt x="56299" y="11137"/>
                </a:moveTo>
                <a:lnTo>
                  <a:pt x="56083" y="10947"/>
                </a:lnTo>
                <a:lnTo>
                  <a:pt x="55930" y="11099"/>
                </a:lnTo>
                <a:lnTo>
                  <a:pt x="55384" y="11353"/>
                </a:lnTo>
                <a:lnTo>
                  <a:pt x="55587" y="11544"/>
                </a:lnTo>
                <a:lnTo>
                  <a:pt x="55689" y="11341"/>
                </a:lnTo>
                <a:lnTo>
                  <a:pt x="56299" y="11137"/>
                </a:lnTo>
                <a:close/>
              </a:path>
              <a:path w="92075" h="12065">
                <a:moveTo>
                  <a:pt x="69176" y="7277"/>
                </a:moveTo>
                <a:lnTo>
                  <a:pt x="69164" y="7073"/>
                </a:lnTo>
                <a:lnTo>
                  <a:pt x="68846" y="6934"/>
                </a:lnTo>
                <a:lnTo>
                  <a:pt x="68884" y="7175"/>
                </a:lnTo>
                <a:lnTo>
                  <a:pt x="68719" y="7213"/>
                </a:lnTo>
                <a:lnTo>
                  <a:pt x="68795" y="7467"/>
                </a:lnTo>
                <a:lnTo>
                  <a:pt x="69011" y="7505"/>
                </a:lnTo>
                <a:lnTo>
                  <a:pt x="69176" y="7277"/>
                </a:lnTo>
                <a:close/>
              </a:path>
              <a:path w="92075" h="12065">
                <a:moveTo>
                  <a:pt x="90817" y="8915"/>
                </a:moveTo>
                <a:lnTo>
                  <a:pt x="90500" y="8572"/>
                </a:lnTo>
                <a:lnTo>
                  <a:pt x="90347" y="9042"/>
                </a:lnTo>
                <a:lnTo>
                  <a:pt x="90525" y="9017"/>
                </a:lnTo>
                <a:lnTo>
                  <a:pt x="90614" y="9194"/>
                </a:lnTo>
                <a:lnTo>
                  <a:pt x="90665" y="9067"/>
                </a:lnTo>
                <a:lnTo>
                  <a:pt x="90817" y="8915"/>
                </a:lnTo>
                <a:close/>
              </a:path>
              <a:path w="92075" h="12065">
                <a:moveTo>
                  <a:pt x="91059" y="8470"/>
                </a:moveTo>
                <a:lnTo>
                  <a:pt x="90639" y="8470"/>
                </a:lnTo>
                <a:lnTo>
                  <a:pt x="90500" y="8572"/>
                </a:lnTo>
                <a:lnTo>
                  <a:pt x="90728" y="8623"/>
                </a:lnTo>
                <a:lnTo>
                  <a:pt x="90919" y="8712"/>
                </a:lnTo>
                <a:lnTo>
                  <a:pt x="91059" y="8470"/>
                </a:lnTo>
                <a:close/>
              </a:path>
              <a:path w="92075" h="12065">
                <a:moveTo>
                  <a:pt x="91452" y="8953"/>
                </a:moveTo>
                <a:lnTo>
                  <a:pt x="91160" y="8902"/>
                </a:lnTo>
                <a:lnTo>
                  <a:pt x="90919" y="8712"/>
                </a:lnTo>
                <a:lnTo>
                  <a:pt x="91173" y="9207"/>
                </a:lnTo>
                <a:lnTo>
                  <a:pt x="91452" y="8953"/>
                </a:lnTo>
                <a:close/>
              </a:path>
              <a:path w="92075" h="12065">
                <a:moveTo>
                  <a:pt x="91592" y="9715"/>
                </a:moveTo>
                <a:lnTo>
                  <a:pt x="91541" y="9321"/>
                </a:lnTo>
                <a:lnTo>
                  <a:pt x="91109" y="9245"/>
                </a:lnTo>
                <a:lnTo>
                  <a:pt x="91147" y="9575"/>
                </a:lnTo>
                <a:lnTo>
                  <a:pt x="90855" y="9652"/>
                </a:lnTo>
                <a:lnTo>
                  <a:pt x="90855" y="9817"/>
                </a:lnTo>
                <a:lnTo>
                  <a:pt x="91351" y="9969"/>
                </a:lnTo>
                <a:lnTo>
                  <a:pt x="91046" y="9829"/>
                </a:lnTo>
                <a:lnTo>
                  <a:pt x="91313" y="9791"/>
                </a:lnTo>
                <a:lnTo>
                  <a:pt x="91592" y="9715"/>
                </a:lnTo>
                <a:close/>
              </a:path>
              <a:path w="92075" h="12065">
                <a:moveTo>
                  <a:pt x="91897" y="8128"/>
                </a:moveTo>
                <a:lnTo>
                  <a:pt x="91732" y="8077"/>
                </a:lnTo>
                <a:lnTo>
                  <a:pt x="91300" y="8318"/>
                </a:lnTo>
                <a:lnTo>
                  <a:pt x="91833" y="8280"/>
                </a:lnTo>
                <a:lnTo>
                  <a:pt x="91643" y="8216"/>
                </a:lnTo>
                <a:lnTo>
                  <a:pt x="91897" y="8128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bg object 193"/>
          <p:cNvSpPr/>
          <p:nvPr/>
        </p:nvSpPr>
        <p:spPr>
          <a:xfrm>
            <a:off x="1767090" y="953807"/>
            <a:ext cx="144780" cy="182880"/>
          </a:xfrm>
          <a:custGeom>
            <a:avLst/>
            <a:gdLst/>
            <a:ahLst/>
            <a:cxnLst/>
            <a:rect l="l" t="t" r="r" b="b"/>
            <a:pathLst>
              <a:path w="144780" h="182880">
                <a:moveTo>
                  <a:pt x="5816" y="120459"/>
                </a:moveTo>
                <a:lnTo>
                  <a:pt x="5232" y="117970"/>
                </a:lnTo>
                <a:lnTo>
                  <a:pt x="2794" y="117970"/>
                </a:lnTo>
                <a:lnTo>
                  <a:pt x="2794" y="120129"/>
                </a:lnTo>
                <a:lnTo>
                  <a:pt x="2324" y="122758"/>
                </a:lnTo>
                <a:lnTo>
                  <a:pt x="4419" y="122859"/>
                </a:lnTo>
                <a:lnTo>
                  <a:pt x="3835" y="120370"/>
                </a:lnTo>
                <a:lnTo>
                  <a:pt x="5816" y="120459"/>
                </a:lnTo>
                <a:close/>
              </a:path>
              <a:path w="144780" h="182880">
                <a:moveTo>
                  <a:pt x="6870" y="126923"/>
                </a:moveTo>
                <a:lnTo>
                  <a:pt x="4584" y="125768"/>
                </a:lnTo>
                <a:lnTo>
                  <a:pt x="1193" y="126974"/>
                </a:lnTo>
                <a:lnTo>
                  <a:pt x="0" y="127914"/>
                </a:lnTo>
                <a:lnTo>
                  <a:pt x="342" y="128346"/>
                </a:lnTo>
                <a:lnTo>
                  <a:pt x="2565" y="127889"/>
                </a:lnTo>
                <a:lnTo>
                  <a:pt x="5435" y="128143"/>
                </a:lnTo>
                <a:lnTo>
                  <a:pt x="6870" y="126923"/>
                </a:lnTo>
                <a:close/>
              </a:path>
              <a:path w="144780" h="182880">
                <a:moveTo>
                  <a:pt x="10579" y="98920"/>
                </a:moveTo>
                <a:lnTo>
                  <a:pt x="10109" y="95999"/>
                </a:lnTo>
                <a:lnTo>
                  <a:pt x="8978" y="100545"/>
                </a:lnTo>
                <a:lnTo>
                  <a:pt x="6108" y="103390"/>
                </a:lnTo>
                <a:lnTo>
                  <a:pt x="6057" y="109029"/>
                </a:lnTo>
                <a:lnTo>
                  <a:pt x="9055" y="106870"/>
                </a:lnTo>
                <a:lnTo>
                  <a:pt x="10579" y="98920"/>
                </a:lnTo>
                <a:close/>
              </a:path>
              <a:path w="144780" h="182880">
                <a:moveTo>
                  <a:pt x="23139" y="115531"/>
                </a:moveTo>
                <a:lnTo>
                  <a:pt x="19481" y="113118"/>
                </a:lnTo>
                <a:lnTo>
                  <a:pt x="16522" y="117297"/>
                </a:lnTo>
                <a:lnTo>
                  <a:pt x="13373" y="117970"/>
                </a:lnTo>
                <a:lnTo>
                  <a:pt x="16332" y="119278"/>
                </a:lnTo>
                <a:lnTo>
                  <a:pt x="20548" y="114998"/>
                </a:lnTo>
                <a:lnTo>
                  <a:pt x="23139" y="115531"/>
                </a:lnTo>
                <a:close/>
              </a:path>
              <a:path w="144780" h="182880">
                <a:moveTo>
                  <a:pt x="24155" y="127101"/>
                </a:moveTo>
                <a:lnTo>
                  <a:pt x="21005" y="127101"/>
                </a:lnTo>
                <a:lnTo>
                  <a:pt x="21259" y="127431"/>
                </a:lnTo>
                <a:lnTo>
                  <a:pt x="24155" y="127101"/>
                </a:lnTo>
                <a:close/>
              </a:path>
              <a:path w="144780" h="182880">
                <a:moveTo>
                  <a:pt x="29718" y="127736"/>
                </a:moveTo>
                <a:lnTo>
                  <a:pt x="21526" y="127736"/>
                </a:lnTo>
                <a:lnTo>
                  <a:pt x="22606" y="129032"/>
                </a:lnTo>
                <a:lnTo>
                  <a:pt x="23291" y="129806"/>
                </a:lnTo>
                <a:lnTo>
                  <a:pt x="24434" y="129578"/>
                </a:lnTo>
                <a:lnTo>
                  <a:pt x="25857" y="129032"/>
                </a:lnTo>
                <a:lnTo>
                  <a:pt x="25679" y="129032"/>
                </a:lnTo>
                <a:lnTo>
                  <a:pt x="26390" y="128536"/>
                </a:lnTo>
                <a:lnTo>
                  <a:pt x="26263" y="129032"/>
                </a:lnTo>
                <a:lnTo>
                  <a:pt x="26174" y="129362"/>
                </a:lnTo>
                <a:lnTo>
                  <a:pt x="26123" y="129578"/>
                </a:lnTo>
                <a:lnTo>
                  <a:pt x="25704" y="131927"/>
                </a:lnTo>
                <a:lnTo>
                  <a:pt x="25628" y="132359"/>
                </a:lnTo>
                <a:lnTo>
                  <a:pt x="27228" y="134010"/>
                </a:lnTo>
                <a:lnTo>
                  <a:pt x="27114" y="132359"/>
                </a:lnTo>
                <a:lnTo>
                  <a:pt x="27000" y="130683"/>
                </a:lnTo>
                <a:lnTo>
                  <a:pt x="26924" y="129578"/>
                </a:lnTo>
                <a:lnTo>
                  <a:pt x="28486" y="128536"/>
                </a:lnTo>
                <a:lnTo>
                  <a:pt x="29718" y="127736"/>
                </a:lnTo>
                <a:close/>
              </a:path>
              <a:path w="144780" h="182880">
                <a:moveTo>
                  <a:pt x="33147" y="127736"/>
                </a:moveTo>
                <a:lnTo>
                  <a:pt x="32575" y="127101"/>
                </a:lnTo>
                <a:lnTo>
                  <a:pt x="30683" y="127101"/>
                </a:lnTo>
                <a:lnTo>
                  <a:pt x="29718" y="127736"/>
                </a:lnTo>
                <a:lnTo>
                  <a:pt x="33147" y="127736"/>
                </a:lnTo>
                <a:close/>
              </a:path>
              <a:path w="144780" h="182880">
                <a:moveTo>
                  <a:pt x="35687" y="127736"/>
                </a:moveTo>
                <a:lnTo>
                  <a:pt x="33147" y="127736"/>
                </a:lnTo>
                <a:lnTo>
                  <a:pt x="35344" y="130175"/>
                </a:lnTo>
                <a:lnTo>
                  <a:pt x="35433" y="129362"/>
                </a:lnTo>
                <a:lnTo>
                  <a:pt x="35560" y="128536"/>
                </a:lnTo>
                <a:lnTo>
                  <a:pt x="35687" y="127736"/>
                </a:lnTo>
                <a:close/>
              </a:path>
              <a:path w="144780" h="182880">
                <a:moveTo>
                  <a:pt x="37769" y="68376"/>
                </a:moveTo>
                <a:lnTo>
                  <a:pt x="28511" y="75666"/>
                </a:lnTo>
                <a:lnTo>
                  <a:pt x="19646" y="84785"/>
                </a:lnTo>
                <a:lnTo>
                  <a:pt x="13360" y="95440"/>
                </a:lnTo>
                <a:lnTo>
                  <a:pt x="11760" y="107378"/>
                </a:lnTo>
                <a:lnTo>
                  <a:pt x="14516" y="104381"/>
                </a:lnTo>
                <a:lnTo>
                  <a:pt x="17386" y="95161"/>
                </a:lnTo>
                <a:lnTo>
                  <a:pt x="21513" y="100863"/>
                </a:lnTo>
                <a:lnTo>
                  <a:pt x="23837" y="90766"/>
                </a:lnTo>
                <a:lnTo>
                  <a:pt x="28003" y="81940"/>
                </a:lnTo>
                <a:lnTo>
                  <a:pt x="32994" y="74447"/>
                </a:lnTo>
                <a:lnTo>
                  <a:pt x="37769" y="68376"/>
                </a:lnTo>
                <a:close/>
              </a:path>
              <a:path w="144780" h="182880">
                <a:moveTo>
                  <a:pt x="38354" y="109905"/>
                </a:moveTo>
                <a:lnTo>
                  <a:pt x="35344" y="110655"/>
                </a:lnTo>
                <a:lnTo>
                  <a:pt x="36461" y="113931"/>
                </a:lnTo>
                <a:lnTo>
                  <a:pt x="33883" y="113525"/>
                </a:lnTo>
                <a:lnTo>
                  <a:pt x="32893" y="114719"/>
                </a:lnTo>
                <a:lnTo>
                  <a:pt x="34340" y="114655"/>
                </a:lnTo>
                <a:lnTo>
                  <a:pt x="35458" y="114896"/>
                </a:lnTo>
                <a:lnTo>
                  <a:pt x="36156" y="115544"/>
                </a:lnTo>
                <a:lnTo>
                  <a:pt x="36817" y="114935"/>
                </a:lnTo>
                <a:lnTo>
                  <a:pt x="38354" y="109905"/>
                </a:lnTo>
                <a:close/>
              </a:path>
              <a:path w="144780" h="182880">
                <a:moveTo>
                  <a:pt x="39408" y="127736"/>
                </a:moveTo>
                <a:lnTo>
                  <a:pt x="38074" y="127101"/>
                </a:lnTo>
                <a:lnTo>
                  <a:pt x="35788" y="127101"/>
                </a:lnTo>
                <a:lnTo>
                  <a:pt x="35687" y="127736"/>
                </a:lnTo>
                <a:lnTo>
                  <a:pt x="39408" y="127736"/>
                </a:lnTo>
                <a:close/>
              </a:path>
              <a:path w="144780" h="182880">
                <a:moveTo>
                  <a:pt x="40601" y="135051"/>
                </a:moveTo>
                <a:lnTo>
                  <a:pt x="40436" y="131775"/>
                </a:lnTo>
                <a:lnTo>
                  <a:pt x="38595" y="130975"/>
                </a:lnTo>
                <a:lnTo>
                  <a:pt x="37922" y="131927"/>
                </a:lnTo>
                <a:lnTo>
                  <a:pt x="37528" y="133172"/>
                </a:lnTo>
                <a:lnTo>
                  <a:pt x="37795" y="135051"/>
                </a:lnTo>
                <a:lnTo>
                  <a:pt x="40601" y="135051"/>
                </a:lnTo>
                <a:close/>
              </a:path>
              <a:path w="144780" h="182880">
                <a:moveTo>
                  <a:pt x="42227" y="127736"/>
                </a:moveTo>
                <a:lnTo>
                  <a:pt x="39408" y="127736"/>
                </a:lnTo>
                <a:lnTo>
                  <a:pt x="40386" y="128193"/>
                </a:lnTo>
                <a:lnTo>
                  <a:pt x="39801" y="129362"/>
                </a:lnTo>
                <a:lnTo>
                  <a:pt x="39687" y="129578"/>
                </a:lnTo>
                <a:lnTo>
                  <a:pt x="39573" y="129806"/>
                </a:lnTo>
                <a:lnTo>
                  <a:pt x="39484" y="129984"/>
                </a:lnTo>
                <a:lnTo>
                  <a:pt x="39395" y="130175"/>
                </a:lnTo>
                <a:lnTo>
                  <a:pt x="41135" y="129362"/>
                </a:lnTo>
                <a:lnTo>
                  <a:pt x="41414" y="129032"/>
                </a:lnTo>
                <a:lnTo>
                  <a:pt x="42227" y="127736"/>
                </a:lnTo>
                <a:close/>
              </a:path>
              <a:path w="144780" h="182880">
                <a:moveTo>
                  <a:pt x="49149" y="59880"/>
                </a:moveTo>
                <a:lnTo>
                  <a:pt x="47548" y="59385"/>
                </a:lnTo>
                <a:lnTo>
                  <a:pt x="47548" y="61823"/>
                </a:lnTo>
                <a:lnTo>
                  <a:pt x="49149" y="59880"/>
                </a:lnTo>
                <a:close/>
              </a:path>
              <a:path w="144780" h="182880">
                <a:moveTo>
                  <a:pt x="50292" y="60223"/>
                </a:moveTo>
                <a:lnTo>
                  <a:pt x="49796" y="59093"/>
                </a:lnTo>
                <a:lnTo>
                  <a:pt x="49149" y="59880"/>
                </a:lnTo>
                <a:lnTo>
                  <a:pt x="50292" y="60223"/>
                </a:lnTo>
                <a:close/>
              </a:path>
              <a:path w="144780" h="182880">
                <a:moveTo>
                  <a:pt x="50647" y="128397"/>
                </a:moveTo>
                <a:lnTo>
                  <a:pt x="50571" y="127736"/>
                </a:lnTo>
                <a:lnTo>
                  <a:pt x="48348" y="127736"/>
                </a:lnTo>
                <a:lnTo>
                  <a:pt x="50647" y="128397"/>
                </a:lnTo>
                <a:close/>
              </a:path>
              <a:path w="144780" h="182880">
                <a:moveTo>
                  <a:pt x="51866" y="129362"/>
                </a:moveTo>
                <a:lnTo>
                  <a:pt x="51282" y="129578"/>
                </a:lnTo>
                <a:lnTo>
                  <a:pt x="48666" y="130619"/>
                </a:lnTo>
                <a:lnTo>
                  <a:pt x="48577" y="130175"/>
                </a:lnTo>
                <a:lnTo>
                  <a:pt x="48475" y="129032"/>
                </a:lnTo>
                <a:lnTo>
                  <a:pt x="48374" y="128041"/>
                </a:lnTo>
                <a:lnTo>
                  <a:pt x="48348" y="127736"/>
                </a:lnTo>
                <a:lnTo>
                  <a:pt x="45097" y="127736"/>
                </a:lnTo>
                <a:lnTo>
                  <a:pt x="46786" y="129362"/>
                </a:lnTo>
                <a:lnTo>
                  <a:pt x="48615" y="130644"/>
                </a:lnTo>
                <a:lnTo>
                  <a:pt x="49987" y="132613"/>
                </a:lnTo>
                <a:lnTo>
                  <a:pt x="51752" y="129578"/>
                </a:lnTo>
                <a:lnTo>
                  <a:pt x="51866" y="129362"/>
                </a:lnTo>
                <a:close/>
              </a:path>
              <a:path w="144780" h="182880">
                <a:moveTo>
                  <a:pt x="52514" y="127736"/>
                </a:moveTo>
                <a:lnTo>
                  <a:pt x="52438" y="127101"/>
                </a:lnTo>
                <a:lnTo>
                  <a:pt x="50507" y="127101"/>
                </a:lnTo>
                <a:lnTo>
                  <a:pt x="50571" y="127736"/>
                </a:lnTo>
                <a:lnTo>
                  <a:pt x="52514" y="127736"/>
                </a:lnTo>
                <a:close/>
              </a:path>
              <a:path w="144780" h="182880">
                <a:moveTo>
                  <a:pt x="54051" y="135064"/>
                </a:moveTo>
                <a:lnTo>
                  <a:pt x="53682" y="132613"/>
                </a:lnTo>
                <a:lnTo>
                  <a:pt x="53581" y="131927"/>
                </a:lnTo>
                <a:lnTo>
                  <a:pt x="53454" y="131076"/>
                </a:lnTo>
                <a:lnTo>
                  <a:pt x="53390" y="130683"/>
                </a:lnTo>
                <a:lnTo>
                  <a:pt x="53289" y="129984"/>
                </a:lnTo>
                <a:lnTo>
                  <a:pt x="53200" y="129362"/>
                </a:lnTo>
                <a:lnTo>
                  <a:pt x="53073" y="128536"/>
                </a:lnTo>
                <a:lnTo>
                  <a:pt x="53009" y="128041"/>
                </a:lnTo>
                <a:lnTo>
                  <a:pt x="53746" y="127736"/>
                </a:lnTo>
                <a:lnTo>
                  <a:pt x="52514" y="127736"/>
                </a:lnTo>
                <a:lnTo>
                  <a:pt x="52590" y="128397"/>
                </a:lnTo>
                <a:lnTo>
                  <a:pt x="52705" y="129362"/>
                </a:lnTo>
                <a:lnTo>
                  <a:pt x="52793" y="130175"/>
                </a:lnTo>
                <a:lnTo>
                  <a:pt x="52844" y="132613"/>
                </a:lnTo>
                <a:lnTo>
                  <a:pt x="52552" y="134010"/>
                </a:lnTo>
                <a:lnTo>
                  <a:pt x="52501" y="134251"/>
                </a:lnTo>
                <a:lnTo>
                  <a:pt x="52400" y="134785"/>
                </a:lnTo>
                <a:lnTo>
                  <a:pt x="52349" y="134962"/>
                </a:lnTo>
                <a:lnTo>
                  <a:pt x="49161" y="134251"/>
                </a:lnTo>
                <a:lnTo>
                  <a:pt x="50888" y="134785"/>
                </a:lnTo>
                <a:lnTo>
                  <a:pt x="52781" y="136398"/>
                </a:lnTo>
                <a:lnTo>
                  <a:pt x="54051" y="135064"/>
                </a:lnTo>
                <a:close/>
              </a:path>
              <a:path w="144780" h="182880">
                <a:moveTo>
                  <a:pt x="54864" y="53695"/>
                </a:moveTo>
                <a:lnTo>
                  <a:pt x="51498" y="52755"/>
                </a:lnTo>
                <a:lnTo>
                  <a:pt x="51701" y="55397"/>
                </a:lnTo>
                <a:lnTo>
                  <a:pt x="49149" y="55397"/>
                </a:lnTo>
                <a:lnTo>
                  <a:pt x="48920" y="56362"/>
                </a:lnTo>
                <a:lnTo>
                  <a:pt x="48806" y="56845"/>
                </a:lnTo>
                <a:lnTo>
                  <a:pt x="49796" y="59093"/>
                </a:lnTo>
                <a:lnTo>
                  <a:pt x="52400" y="56362"/>
                </a:lnTo>
                <a:lnTo>
                  <a:pt x="54864" y="53695"/>
                </a:lnTo>
                <a:close/>
              </a:path>
              <a:path w="144780" h="182880">
                <a:moveTo>
                  <a:pt x="61861" y="146875"/>
                </a:moveTo>
                <a:lnTo>
                  <a:pt x="59753" y="143192"/>
                </a:lnTo>
                <a:lnTo>
                  <a:pt x="57023" y="145072"/>
                </a:lnTo>
                <a:lnTo>
                  <a:pt x="50812" y="143459"/>
                </a:lnTo>
                <a:lnTo>
                  <a:pt x="46736" y="144005"/>
                </a:lnTo>
                <a:lnTo>
                  <a:pt x="47142" y="145694"/>
                </a:lnTo>
                <a:lnTo>
                  <a:pt x="47358" y="147904"/>
                </a:lnTo>
                <a:lnTo>
                  <a:pt x="47472" y="150444"/>
                </a:lnTo>
                <a:lnTo>
                  <a:pt x="52412" y="153720"/>
                </a:lnTo>
                <a:lnTo>
                  <a:pt x="57200" y="156514"/>
                </a:lnTo>
                <a:lnTo>
                  <a:pt x="61468" y="158826"/>
                </a:lnTo>
                <a:lnTo>
                  <a:pt x="61760" y="152755"/>
                </a:lnTo>
                <a:lnTo>
                  <a:pt x="61861" y="146875"/>
                </a:lnTo>
                <a:close/>
              </a:path>
              <a:path w="144780" h="182880">
                <a:moveTo>
                  <a:pt x="63754" y="142671"/>
                </a:moveTo>
                <a:lnTo>
                  <a:pt x="63741" y="141897"/>
                </a:lnTo>
                <a:lnTo>
                  <a:pt x="63601" y="142125"/>
                </a:lnTo>
                <a:lnTo>
                  <a:pt x="63487" y="142354"/>
                </a:lnTo>
                <a:lnTo>
                  <a:pt x="63754" y="142671"/>
                </a:lnTo>
                <a:close/>
              </a:path>
              <a:path w="144780" h="182880">
                <a:moveTo>
                  <a:pt x="63792" y="127101"/>
                </a:moveTo>
                <a:lnTo>
                  <a:pt x="55308" y="127101"/>
                </a:lnTo>
                <a:lnTo>
                  <a:pt x="53746" y="127736"/>
                </a:lnTo>
                <a:lnTo>
                  <a:pt x="63715" y="127736"/>
                </a:lnTo>
                <a:lnTo>
                  <a:pt x="63792" y="127101"/>
                </a:lnTo>
                <a:close/>
              </a:path>
              <a:path w="144780" h="182880">
                <a:moveTo>
                  <a:pt x="64643" y="143725"/>
                </a:moveTo>
                <a:lnTo>
                  <a:pt x="63754" y="142671"/>
                </a:lnTo>
                <a:lnTo>
                  <a:pt x="63804" y="148043"/>
                </a:lnTo>
                <a:lnTo>
                  <a:pt x="64566" y="144094"/>
                </a:lnTo>
                <a:lnTo>
                  <a:pt x="64643" y="143725"/>
                </a:lnTo>
                <a:close/>
              </a:path>
              <a:path w="144780" h="182880">
                <a:moveTo>
                  <a:pt x="65443" y="130175"/>
                </a:moveTo>
                <a:lnTo>
                  <a:pt x="64173" y="127736"/>
                </a:lnTo>
                <a:lnTo>
                  <a:pt x="63715" y="127736"/>
                </a:lnTo>
                <a:lnTo>
                  <a:pt x="63792" y="129362"/>
                </a:lnTo>
                <a:lnTo>
                  <a:pt x="63868" y="129578"/>
                </a:lnTo>
                <a:lnTo>
                  <a:pt x="63957" y="129806"/>
                </a:lnTo>
                <a:lnTo>
                  <a:pt x="64020" y="129984"/>
                </a:lnTo>
                <a:lnTo>
                  <a:pt x="65443" y="130175"/>
                </a:lnTo>
                <a:close/>
              </a:path>
              <a:path w="144780" h="182880">
                <a:moveTo>
                  <a:pt x="65595" y="142709"/>
                </a:moveTo>
                <a:lnTo>
                  <a:pt x="65252" y="142709"/>
                </a:lnTo>
                <a:lnTo>
                  <a:pt x="65493" y="143598"/>
                </a:lnTo>
                <a:lnTo>
                  <a:pt x="65595" y="142709"/>
                </a:lnTo>
                <a:close/>
              </a:path>
              <a:path w="144780" h="182880">
                <a:moveTo>
                  <a:pt x="66230" y="107403"/>
                </a:moveTo>
                <a:lnTo>
                  <a:pt x="60248" y="105752"/>
                </a:lnTo>
                <a:lnTo>
                  <a:pt x="62458" y="113347"/>
                </a:lnTo>
                <a:lnTo>
                  <a:pt x="64617" y="114744"/>
                </a:lnTo>
                <a:lnTo>
                  <a:pt x="65506" y="112293"/>
                </a:lnTo>
                <a:lnTo>
                  <a:pt x="65760" y="111620"/>
                </a:lnTo>
                <a:lnTo>
                  <a:pt x="65316" y="111620"/>
                </a:lnTo>
                <a:lnTo>
                  <a:pt x="64630" y="112293"/>
                </a:lnTo>
                <a:lnTo>
                  <a:pt x="62928" y="109054"/>
                </a:lnTo>
                <a:lnTo>
                  <a:pt x="63157" y="108915"/>
                </a:lnTo>
                <a:lnTo>
                  <a:pt x="66230" y="107403"/>
                </a:lnTo>
                <a:close/>
              </a:path>
              <a:path w="144780" h="182880">
                <a:moveTo>
                  <a:pt x="66268" y="146443"/>
                </a:moveTo>
                <a:lnTo>
                  <a:pt x="65493" y="143598"/>
                </a:lnTo>
                <a:lnTo>
                  <a:pt x="64909" y="148793"/>
                </a:lnTo>
                <a:lnTo>
                  <a:pt x="66268" y="146443"/>
                </a:lnTo>
                <a:close/>
              </a:path>
              <a:path w="144780" h="182880">
                <a:moveTo>
                  <a:pt x="68719" y="140754"/>
                </a:moveTo>
                <a:lnTo>
                  <a:pt x="65468" y="140754"/>
                </a:lnTo>
                <a:lnTo>
                  <a:pt x="65646" y="142290"/>
                </a:lnTo>
                <a:lnTo>
                  <a:pt x="67881" y="142290"/>
                </a:lnTo>
                <a:lnTo>
                  <a:pt x="68719" y="140754"/>
                </a:lnTo>
                <a:close/>
              </a:path>
              <a:path w="144780" h="182880">
                <a:moveTo>
                  <a:pt x="69138" y="88417"/>
                </a:moveTo>
                <a:lnTo>
                  <a:pt x="65455" y="87045"/>
                </a:lnTo>
                <a:lnTo>
                  <a:pt x="65328" y="89585"/>
                </a:lnTo>
                <a:lnTo>
                  <a:pt x="62966" y="94996"/>
                </a:lnTo>
                <a:lnTo>
                  <a:pt x="66255" y="95986"/>
                </a:lnTo>
                <a:lnTo>
                  <a:pt x="65506" y="92570"/>
                </a:lnTo>
                <a:lnTo>
                  <a:pt x="69138" y="88417"/>
                </a:lnTo>
                <a:close/>
              </a:path>
              <a:path w="144780" h="182880">
                <a:moveTo>
                  <a:pt x="69367" y="127101"/>
                </a:moveTo>
                <a:lnTo>
                  <a:pt x="65735" y="127101"/>
                </a:lnTo>
                <a:lnTo>
                  <a:pt x="63842" y="127101"/>
                </a:lnTo>
                <a:lnTo>
                  <a:pt x="64173" y="127736"/>
                </a:lnTo>
                <a:lnTo>
                  <a:pt x="69176" y="127736"/>
                </a:lnTo>
                <a:lnTo>
                  <a:pt x="69367" y="127101"/>
                </a:lnTo>
                <a:close/>
              </a:path>
              <a:path w="144780" h="182880">
                <a:moveTo>
                  <a:pt x="69519" y="60210"/>
                </a:moveTo>
                <a:lnTo>
                  <a:pt x="63296" y="59867"/>
                </a:lnTo>
                <a:lnTo>
                  <a:pt x="58610" y="57543"/>
                </a:lnTo>
                <a:lnTo>
                  <a:pt x="53238" y="60210"/>
                </a:lnTo>
                <a:lnTo>
                  <a:pt x="55727" y="60998"/>
                </a:lnTo>
                <a:lnTo>
                  <a:pt x="52298" y="62382"/>
                </a:lnTo>
                <a:lnTo>
                  <a:pt x="52438" y="63461"/>
                </a:lnTo>
                <a:lnTo>
                  <a:pt x="42799" y="67640"/>
                </a:lnTo>
                <a:lnTo>
                  <a:pt x="34480" y="75222"/>
                </a:lnTo>
                <a:lnTo>
                  <a:pt x="28422" y="85051"/>
                </a:lnTo>
                <a:lnTo>
                  <a:pt x="25577" y="95999"/>
                </a:lnTo>
                <a:lnTo>
                  <a:pt x="28981" y="92621"/>
                </a:lnTo>
                <a:lnTo>
                  <a:pt x="32181" y="89039"/>
                </a:lnTo>
                <a:lnTo>
                  <a:pt x="37782" y="87871"/>
                </a:lnTo>
                <a:lnTo>
                  <a:pt x="41122" y="89598"/>
                </a:lnTo>
                <a:lnTo>
                  <a:pt x="38684" y="94957"/>
                </a:lnTo>
                <a:lnTo>
                  <a:pt x="41046" y="95999"/>
                </a:lnTo>
                <a:lnTo>
                  <a:pt x="43764" y="84670"/>
                </a:lnTo>
                <a:lnTo>
                  <a:pt x="47472" y="73761"/>
                </a:lnTo>
                <a:lnTo>
                  <a:pt x="52844" y="65036"/>
                </a:lnTo>
                <a:lnTo>
                  <a:pt x="60566" y="60210"/>
                </a:lnTo>
                <a:lnTo>
                  <a:pt x="55511" y="65125"/>
                </a:lnTo>
                <a:lnTo>
                  <a:pt x="51358" y="70942"/>
                </a:lnTo>
                <a:lnTo>
                  <a:pt x="48348" y="77901"/>
                </a:lnTo>
                <a:lnTo>
                  <a:pt x="46736" y="86245"/>
                </a:lnTo>
                <a:lnTo>
                  <a:pt x="52603" y="84683"/>
                </a:lnTo>
                <a:lnTo>
                  <a:pt x="62064" y="81584"/>
                </a:lnTo>
                <a:lnTo>
                  <a:pt x="67081" y="86245"/>
                </a:lnTo>
                <a:lnTo>
                  <a:pt x="68745" y="80327"/>
                </a:lnTo>
                <a:lnTo>
                  <a:pt x="69240" y="74168"/>
                </a:lnTo>
                <a:lnTo>
                  <a:pt x="69265" y="67551"/>
                </a:lnTo>
                <a:lnTo>
                  <a:pt x="69519" y="60210"/>
                </a:lnTo>
                <a:close/>
              </a:path>
              <a:path w="144780" h="182880">
                <a:moveTo>
                  <a:pt x="69684" y="125361"/>
                </a:moveTo>
                <a:lnTo>
                  <a:pt x="61429" y="125361"/>
                </a:lnTo>
                <a:lnTo>
                  <a:pt x="39941" y="126098"/>
                </a:lnTo>
                <a:lnTo>
                  <a:pt x="35953" y="126098"/>
                </a:lnTo>
                <a:lnTo>
                  <a:pt x="38074" y="127101"/>
                </a:lnTo>
                <a:lnTo>
                  <a:pt x="50507" y="127101"/>
                </a:lnTo>
                <a:lnTo>
                  <a:pt x="50457" y="126657"/>
                </a:lnTo>
                <a:lnTo>
                  <a:pt x="50749" y="126657"/>
                </a:lnTo>
                <a:lnTo>
                  <a:pt x="53517" y="127101"/>
                </a:lnTo>
                <a:lnTo>
                  <a:pt x="55308" y="127101"/>
                </a:lnTo>
                <a:lnTo>
                  <a:pt x="56400" y="126657"/>
                </a:lnTo>
                <a:lnTo>
                  <a:pt x="57073" y="126377"/>
                </a:lnTo>
                <a:lnTo>
                  <a:pt x="57924" y="126377"/>
                </a:lnTo>
                <a:lnTo>
                  <a:pt x="63715" y="126923"/>
                </a:lnTo>
                <a:lnTo>
                  <a:pt x="63614" y="126657"/>
                </a:lnTo>
                <a:lnTo>
                  <a:pt x="63474" y="126377"/>
                </a:lnTo>
                <a:lnTo>
                  <a:pt x="69684" y="125361"/>
                </a:lnTo>
                <a:close/>
              </a:path>
              <a:path w="144780" h="182880">
                <a:moveTo>
                  <a:pt x="71945" y="113931"/>
                </a:moveTo>
                <a:lnTo>
                  <a:pt x="70154" y="111620"/>
                </a:lnTo>
                <a:lnTo>
                  <a:pt x="71285" y="111620"/>
                </a:lnTo>
                <a:lnTo>
                  <a:pt x="70942" y="110883"/>
                </a:lnTo>
                <a:lnTo>
                  <a:pt x="69951" y="111620"/>
                </a:lnTo>
                <a:lnTo>
                  <a:pt x="66725" y="111620"/>
                </a:lnTo>
                <a:lnTo>
                  <a:pt x="69773" y="112763"/>
                </a:lnTo>
                <a:lnTo>
                  <a:pt x="71945" y="113931"/>
                </a:lnTo>
                <a:close/>
              </a:path>
              <a:path w="144780" h="182880">
                <a:moveTo>
                  <a:pt x="72631" y="939"/>
                </a:moveTo>
                <a:lnTo>
                  <a:pt x="72161" y="558"/>
                </a:lnTo>
                <a:lnTo>
                  <a:pt x="71945" y="0"/>
                </a:lnTo>
                <a:lnTo>
                  <a:pt x="70853" y="127"/>
                </a:lnTo>
                <a:lnTo>
                  <a:pt x="70345" y="647"/>
                </a:lnTo>
                <a:lnTo>
                  <a:pt x="70650" y="1727"/>
                </a:lnTo>
                <a:lnTo>
                  <a:pt x="71513" y="1765"/>
                </a:lnTo>
                <a:lnTo>
                  <a:pt x="72148" y="1701"/>
                </a:lnTo>
                <a:lnTo>
                  <a:pt x="72517" y="1422"/>
                </a:lnTo>
                <a:lnTo>
                  <a:pt x="72631" y="939"/>
                </a:lnTo>
                <a:close/>
              </a:path>
              <a:path w="144780" h="182880">
                <a:moveTo>
                  <a:pt x="73748" y="127736"/>
                </a:moveTo>
                <a:lnTo>
                  <a:pt x="69176" y="127736"/>
                </a:lnTo>
                <a:lnTo>
                  <a:pt x="69088" y="128041"/>
                </a:lnTo>
                <a:lnTo>
                  <a:pt x="68986" y="128397"/>
                </a:lnTo>
                <a:lnTo>
                  <a:pt x="68872" y="128778"/>
                </a:lnTo>
                <a:lnTo>
                  <a:pt x="68783" y="129032"/>
                </a:lnTo>
                <a:lnTo>
                  <a:pt x="68694" y="129362"/>
                </a:lnTo>
                <a:lnTo>
                  <a:pt x="73748" y="127736"/>
                </a:lnTo>
                <a:close/>
              </a:path>
              <a:path w="144780" h="182880">
                <a:moveTo>
                  <a:pt x="73863" y="108597"/>
                </a:moveTo>
                <a:lnTo>
                  <a:pt x="70319" y="107403"/>
                </a:lnTo>
                <a:lnTo>
                  <a:pt x="69888" y="108597"/>
                </a:lnTo>
                <a:lnTo>
                  <a:pt x="70942" y="110883"/>
                </a:lnTo>
                <a:lnTo>
                  <a:pt x="73647" y="108597"/>
                </a:lnTo>
                <a:lnTo>
                  <a:pt x="73863" y="108597"/>
                </a:lnTo>
                <a:close/>
              </a:path>
              <a:path w="144780" h="182880">
                <a:moveTo>
                  <a:pt x="74002" y="112699"/>
                </a:moveTo>
                <a:lnTo>
                  <a:pt x="73583" y="112547"/>
                </a:lnTo>
                <a:lnTo>
                  <a:pt x="73647" y="113042"/>
                </a:lnTo>
                <a:lnTo>
                  <a:pt x="74002" y="112699"/>
                </a:lnTo>
                <a:close/>
              </a:path>
              <a:path w="144780" h="182880">
                <a:moveTo>
                  <a:pt x="74409" y="117970"/>
                </a:moveTo>
                <a:lnTo>
                  <a:pt x="73647" y="113042"/>
                </a:lnTo>
                <a:lnTo>
                  <a:pt x="72771" y="113906"/>
                </a:lnTo>
                <a:lnTo>
                  <a:pt x="72656" y="115925"/>
                </a:lnTo>
                <a:lnTo>
                  <a:pt x="73190" y="117284"/>
                </a:lnTo>
                <a:lnTo>
                  <a:pt x="74409" y="117970"/>
                </a:lnTo>
                <a:close/>
              </a:path>
              <a:path w="144780" h="182880">
                <a:moveTo>
                  <a:pt x="82537" y="112280"/>
                </a:moveTo>
                <a:lnTo>
                  <a:pt x="78536" y="112077"/>
                </a:lnTo>
                <a:lnTo>
                  <a:pt x="74650" y="112077"/>
                </a:lnTo>
                <a:lnTo>
                  <a:pt x="74002" y="112699"/>
                </a:lnTo>
                <a:lnTo>
                  <a:pt x="81038" y="115379"/>
                </a:lnTo>
                <a:lnTo>
                  <a:pt x="82537" y="112280"/>
                </a:lnTo>
                <a:close/>
              </a:path>
              <a:path w="144780" h="182880">
                <a:moveTo>
                  <a:pt x="83261" y="35255"/>
                </a:moveTo>
                <a:lnTo>
                  <a:pt x="82270" y="38569"/>
                </a:lnTo>
                <a:lnTo>
                  <a:pt x="82562" y="38836"/>
                </a:lnTo>
                <a:lnTo>
                  <a:pt x="83261" y="35255"/>
                </a:lnTo>
                <a:close/>
              </a:path>
              <a:path w="144780" h="182880">
                <a:moveTo>
                  <a:pt x="85788" y="122847"/>
                </a:moveTo>
                <a:lnTo>
                  <a:pt x="69062" y="122008"/>
                </a:lnTo>
                <a:lnTo>
                  <a:pt x="51904" y="122148"/>
                </a:lnTo>
                <a:lnTo>
                  <a:pt x="35217" y="123253"/>
                </a:lnTo>
                <a:lnTo>
                  <a:pt x="19278" y="125361"/>
                </a:lnTo>
                <a:lnTo>
                  <a:pt x="20408" y="125361"/>
                </a:lnTo>
                <a:lnTo>
                  <a:pt x="22682" y="125704"/>
                </a:lnTo>
                <a:lnTo>
                  <a:pt x="24345" y="125704"/>
                </a:lnTo>
                <a:lnTo>
                  <a:pt x="25768" y="127101"/>
                </a:lnTo>
                <a:lnTo>
                  <a:pt x="30683" y="127101"/>
                </a:lnTo>
                <a:lnTo>
                  <a:pt x="31788" y="126377"/>
                </a:lnTo>
                <a:lnTo>
                  <a:pt x="31915" y="126377"/>
                </a:lnTo>
                <a:lnTo>
                  <a:pt x="32575" y="127101"/>
                </a:lnTo>
                <a:lnTo>
                  <a:pt x="35788" y="127101"/>
                </a:lnTo>
                <a:lnTo>
                  <a:pt x="35890" y="126377"/>
                </a:lnTo>
                <a:lnTo>
                  <a:pt x="35941" y="126098"/>
                </a:lnTo>
                <a:lnTo>
                  <a:pt x="27203" y="126098"/>
                </a:lnTo>
                <a:lnTo>
                  <a:pt x="41681" y="124294"/>
                </a:lnTo>
                <a:lnTo>
                  <a:pt x="56794" y="123939"/>
                </a:lnTo>
                <a:lnTo>
                  <a:pt x="70650" y="123939"/>
                </a:lnTo>
                <a:lnTo>
                  <a:pt x="85788" y="122847"/>
                </a:lnTo>
                <a:close/>
              </a:path>
              <a:path w="144780" h="182880">
                <a:moveTo>
                  <a:pt x="85928" y="54508"/>
                </a:moveTo>
                <a:lnTo>
                  <a:pt x="85839" y="54381"/>
                </a:lnTo>
                <a:lnTo>
                  <a:pt x="81445" y="54381"/>
                </a:lnTo>
                <a:lnTo>
                  <a:pt x="82778" y="52070"/>
                </a:lnTo>
                <a:lnTo>
                  <a:pt x="83019" y="51650"/>
                </a:lnTo>
                <a:lnTo>
                  <a:pt x="83477" y="51650"/>
                </a:lnTo>
                <a:lnTo>
                  <a:pt x="84035" y="51650"/>
                </a:lnTo>
                <a:lnTo>
                  <a:pt x="83489" y="50838"/>
                </a:lnTo>
                <a:lnTo>
                  <a:pt x="83045" y="51612"/>
                </a:lnTo>
                <a:lnTo>
                  <a:pt x="72898" y="50444"/>
                </a:lnTo>
                <a:lnTo>
                  <a:pt x="68275" y="50596"/>
                </a:lnTo>
                <a:lnTo>
                  <a:pt x="66459" y="49453"/>
                </a:lnTo>
                <a:lnTo>
                  <a:pt x="66306" y="50444"/>
                </a:lnTo>
                <a:lnTo>
                  <a:pt x="66268" y="50660"/>
                </a:lnTo>
                <a:lnTo>
                  <a:pt x="60134" y="50838"/>
                </a:lnTo>
                <a:lnTo>
                  <a:pt x="63157" y="50838"/>
                </a:lnTo>
                <a:lnTo>
                  <a:pt x="56502" y="54508"/>
                </a:lnTo>
                <a:lnTo>
                  <a:pt x="59385" y="54140"/>
                </a:lnTo>
                <a:lnTo>
                  <a:pt x="61214" y="52705"/>
                </a:lnTo>
                <a:lnTo>
                  <a:pt x="64630" y="52882"/>
                </a:lnTo>
                <a:lnTo>
                  <a:pt x="64554" y="54940"/>
                </a:lnTo>
                <a:lnTo>
                  <a:pt x="62750" y="55549"/>
                </a:lnTo>
                <a:lnTo>
                  <a:pt x="63474" y="55549"/>
                </a:lnTo>
                <a:lnTo>
                  <a:pt x="65455" y="56146"/>
                </a:lnTo>
                <a:lnTo>
                  <a:pt x="65887" y="53289"/>
                </a:lnTo>
                <a:lnTo>
                  <a:pt x="65976" y="52705"/>
                </a:lnTo>
                <a:lnTo>
                  <a:pt x="66065" y="52070"/>
                </a:lnTo>
                <a:lnTo>
                  <a:pt x="66128" y="51650"/>
                </a:lnTo>
                <a:lnTo>
                  <a:pt x="66255" y="50838"/>
                </a:lnTo>
                <a:lnTo>
                  <a:pt x="68681" y="50838"/>
                </a:lnTo>
                <a:lnTo>
                  <a:pt x="74383" y="54381"/>
                </a:lnTo>
                <a:lnTo>
                  <a:pt x="80086" y="52070"/>
                </a:lnTo>
                <a:lnTo>
                  <a:pt x="80162" y="52705"/>
                </a:lnTo>
                <a:lnTo>
                  <a:pt x="80225" y="53289"/>
                </a:lnTo>
                <a:lnTo>
                  <a:pt x="80022" y="54140"/>
                </a:lnTo>
                <a:lnTo>
                  <a:pt x="79933" y="54508"/>
                </a:lnTo>
                <a:lnTo>
                  <a:pt x="79832" y="54940"/>
                </a:lnTo>
                <a:lnTo>
                  <a:pt x="79806" y="55079"/>
                </a:lnTo>
                <a:lnTo>
                  <a:pt x="80886" y="55333"/>
                </a:lnTo>
                <a:lnTo>
                  <a:pt x="81368" y="54508"/>
                </a:lnTo>
                <a:lnTo>
                  <a:pt x="85928" y="54508"/>
                </a:lnTo>
                <a:close/>
              </a:path>
              <a:path w="144780" h="182880">
                <a:moveTo>
                  <a:pt x="86372" y="42303"/>
                </a:moveTo>
                <a:lnTo>
                  <a:pt x="82562" y="38836"/>
                </a:lnTo>
                <a:lnTo>
                  <a:pt x="82410" y="39598"/>
                </a:lnTo>
                <a:lnTo>
                  <a:pt x="81711" y="42303"/>
                </a:lnTo>
                <a:lnTo>
                  <a:pt x="86372" y="42303"/>
                </a:lnTo>
                <a:close/>
              </a:path>
              <a:path w="144780" h="182880">
                <a:moveTo>
                  <a:pt x="87299" y="28587"/>
                </a:moveTo>
                <a:lnTo>
                  <a:pt x="75819" y="28587"/>
                </a:lnTo>
                <a:lnTo>
                  <a:pt x="74866" y="29476"/>
                </a:lnTo>
                <a:lnTo>
                  <a:pt x="73291" y="40906"/>
                </a:lnTo>
                <a:lnTo>
                  <a:pt x="73266" y="41059"/>
                </a:lnTo>
                <a:lnTo>
                  <a:pt x="77647" y="41490"/>
                </a:lnTo>
                <a:lnTo>
                  <a:pt x="80746" y="40906"/>
                </a:lnTo>
                <a:lnTo>
                  <a:pt x="77762" y="32816"/>
                </a:lnTo>
                <a:lnTo>
                  <a:pt x="77698" y="32639"/>
                </a:lnTo>
                <a:lnTo>
                  <a:pt x="80886" y="30099"/>
                </a:lnTo>
                <a:lnTo>
                  <a:pt x="83997" y="31470"/>
                </a:lnTo>
                <a:lnTo>
                  <a:pt x="83312" y="35013"/>
                </a:lnTo>
                <a:lnTo>
                  <a:pt x="86055" y="32816"/>
                </a:lnTo>
                <a:lnTo>
                  <a:pt x="86969" y="30099"/>
                </a:lnTo>
                <a:lnTo>
                  <a:pt x="87185" y="29476"/>
                </a:lnTo>
                <a:lnTo>
                  <a:pt x="87299" y="28587"/>
                </a:lnTo>
                <a:close/>
              </a:path>
              <a:path w="144780" h="182880">
                <a:moveTo>
                  <a:pt x="87414" y="24409"/>
                </a:moveTo>
                <a:lnTo>
                  <a:pt x="83362" y="20307"/>
                </a:lnTo>
                <a:lnTo>
                  <a:pt x="81711" y="18630"/>
                </a:lnTo>
                <a:lnTo>
                  <a:pt x="72720" y="17132"/>
                </a:lnTo>
                <a:lnTo>
                  <a:pt x="63144" y="19075"/>
                </a:lnTo>
                <a:lnTo>
                  <a:pt x="55676" y="23596"/>
                </a:lnTo>
                <a:lnTo>
                  <a:pt x="56146" y="25019"/>
                </a:lnTo>
                <a:lnTo>
                  <a:pt x="54648" y="28460"/>
                </a:lnTo>
                <a:lnTo>
                  <a:pt x="56489" y="28460"/>
                </a:lnTo>
                <a:lnTo>
                  <a:pt x="57797" y="26670"/>
                </a:lnTo>
                <a:lnTo>
                  <a:pt x="57467" y="29438"/>
                </a:lnTo>
                <a:lnTo>
                  <a:pt x="56489" y="31724"/>
                </a:lnTo>
                <a:lnTo>
                  <a:pt x="58877" y="36703"/>
                </a:lnTo>
                <a:lnTo>
                  <a:pt x="61112" y="32029"/>
                </a:lnTo>
                <a:lnTo>
                  <a:pt x="63817" y="35801"/>
                </a:lnTo>
                <a:lnTo>
                  <a:pt x="63817" y="30911"/>
                </a:lnTo>
                <a:lnTo>
                  <a:pt x="59093" y="30530"/>
                </a:lnTo>
                <a:lnTo>
                  <a:pt x="62179" y="29806"/>
                </a:lnTo>
                <a:lnTo>
                  <a:pt x="61379" y="26847"/>
                </a:lnTo>
                <a:lnTo>
                  <a:pt x="57886" y="26555"/>
                </a:lnTo>
                <a:lnTo>
                  <a:pt x="61201" y="22021"/>
                </a:lnTo>
                <a:lnTo>
                  <a:pt x="70472" y="20307"/>
                </a:lnTo>
                <a:lnTo>
                  <a:pt x="80060" y="22466"/>
                </a:lnTo>
                <a:lnTo>
                  <a:pt x="85775" y="27660"/>
                </a:lnTo>
                <a:lnTo>
                  <a:pt x="83058" y="25552"/>
                </a:lnTo>
                <a:lnTo>
                  <a:pt x="81356" y="24231"/>
                </a:lnTo>
                <a:lnTo>
                  <a:pt x="73672" y="24041"/>
                </a:lnTo>
                <a:lnTo>
                  <a:pt x="65430" y="24409"/>
                </a:lnTo>
                <a:lnTo>
                  <a:pt x="65900" y="26708"/>
                </a:lnTo>
                <a:lnTo>
                  <a:pt x="63830" y="26327"/>
                </a:lnTo>
                <a:lnTo>
                  <a:pt x="66890" y="35331"/>
                </a:lnTo>
                <a:lnTo>
                  <a:pt x="66243" y="40678"/>
                </a:lnTo>
                <a:lnTo>
                  <a:pt x="71945" y="40678"/>
                </a:lnTo>
                <a:lnTo>
                  <a:pt x="71564" y="36461"/>
                </a:lnTo>
                <a:lnTo>
                  <a:pt x="72834" y="30581"/>
                </a:lnTo>
                <a:lnTo>
                  <a:pt x="71132" y="27660"/>
                </a:lnTo>
                <a:lnTo>
                  <a:pt x="68986" y="27279"/>
                </a:lnTo>
                <a:lnTo>
                  <a:pt x="72517" y="25552"/>
                </a:lnTo>
                <a:lnTo>
                  <a:pt x="76822" y="27660"/>
                </a:lnTo>
                <a:lnTo>
                  <a:pt x="75958" y="28460"/>
                </a:lnTo>
                <a:lnTo>
                  <a:pt x="87312" y="28460"/>
                </a:lnTo>
                <a:lnTo>
                  <a:pt x="87325" y="27660"/>
                </a:lnTo>
                <a:lnTo>
                  <a:pt x="87414" y="24409"/>
                </a:lnTo>
                <a:close/>
              </a:path>
              <a:path w="144780" h="182880">
                <a:moveTo>
                  <a:pt x="88226" y="170091"/>
                </a:moveTo>
                <a:lnTo>
                  <a:pt x="88214" y="143205"/>
                </a:lnTo>
                <a:lnTo>
                  <a:pt x="83477" y="143624"/>
                </a:lnTo>
                <a:lnTo>
                  <a:pt x="77012" y="142290"/>
                </a:lnTo>
                <a:lnTo>
                  <a:pt x="73571" y="144030"/>
                </a:lnTo>
                <a:lnTo>
                  <a:pt x="73240" y="149098"/>
                </a:lnTo>
                <a:lnTo>
                  <a:pt x="73583" y="157187"/>
                </a:lnTo>
                <a:lnTo>
                  <a:pt x="73647" y="164807"/>
                </a:lnTo>
                <a:lnTo>
                  <a:pt x="76415" y="166027"/>
                </a:lnTo>
                <a:lnTo>
                  <a:pt x="78041" y="166649"/>
                </a:lnTo>
                <a:lnTo>
                  <a:pt x="81610" y="167792"/>
                </a:lnTo>
                <a:lnTo>
                  <a:pt x="85026" y="168948"/>
                </a:lnTo>
                <a:lnTo>
                  <a:pt x="88226" y="170091"/>
                </a:lnTo>
                <a:close/>
              </a:path>
              <a:path w="144780" h="182880">
                <a:moveTo>
                  <a:pt x="89839" y="47180"/>
                </a:moveTo>
                <a:lnTo>
                  <a:pt x="87757" y="46507"/>
                </a:lnTo>
                <a:lnTo>
                  <a:pt x="83972" y="43332"/>
                </a:lnTo>
                <a:lnTo>
                  <a:pt x="81711" y="45554"/>
                </a:lnTo>
                <a:lnTo>
                  <a:pt x="83807" y="45745"/>
                </a:lnTo>
                <a:lnTo>
                  <a:pt x="80594" y="46951"/>
                </a:lnTo>
                <a:lnTo>
                  <a:pt x="81711" y="48806"/>
                </a:lnTo>
                <a:lnTo>
                  <a:pt x="84150" y="49885"/>
                </a:lnTo>
                <a:lnTo>
                  <a:pt x="86131" y="51435"/>
                </a:lnTo>
                <a:lnTo>
                  <a:pt x="89839" y="51244"/>
                </a:lnTo>
                <a:lnTo>
                  <a:pt x="89839" y="47180"/>
                </a:lnTo>
                <a:close/>
              </a:path>
              <a:path w="144780" h="182880">
                <a:moveTo>
                  <a:pt x="92163" y="54381"/>
                </a:moveTo>
                <a:lnTo>
                  <a:pt x="91135" y="53289"/>
                </a:lnTo>
                <a:lnTo>
                  <a:pt x="90932" y="52882"/>
                </a:lnTo>
                <a:lnTo>
                  <a:pt x="90678" y="52070"/>
                </a:lnTo>
                <a:lnTo>
                  <a:pt x="84035" y="51650"/>
                </a:lnTo>
                <a:lnTo>
                  <a:pt x="85839" y="54381"/>
                </a:lnTo>
                <a:lnTo>
                  <a:pt x="92163" y="54381"/>
                </a:lnTo>
                <a:close/>
              </a:path>
              <a:path w="144780" h="182880">
                <a:moveTo>
                  <a:pt x="92570" y="84785"/>
                </a:moveTo>
                <a:lnTo>
                  <a:pt x="91846" y="78295"/>
                </a:lnTo>
                <a:lnTo>
                  <a:pt x="90678" y="78092"/>
                </a:lnTo>
                <a:lnTo>
                  <a:pt x="90424" y="80010"/>
                </a:lnTo>
                <a:lnTo>
                  <a:pt x="89382" y="81165"/>
                </a:lnTo>
                <a:lnTo>
                  <a:pt x="89865" y="83794"/>
                </a:lnTo>
                <a:lnTo>
                  <a:pt x="92570" y="84785"/>
                </a:lnTo>
                <a:close/>
              </a:path>
              <a:path w="144780" h="182880">
                <a:moveTo>
                  <a:pt x="92824" y="88239"/>
                </a:moveTo>
                <a:lnTo>
                  <a:pt x="91833" y="85699"/>
                </a:lnTo>
                <a:lnTo>
                  <a:pt x="90678" y="84620"/>
                </a:lnTo>
                <a:lnTo>
                  <a:pt x="90487" y="85242"/>
                </a:lnTo>
                <a:lnTo>
                  <a:pt x="89979" y="85559"/>
                </a:lnTo>
                <a:lnTo>
                  <a:pt x="89027" y="85420"/>
                </a:lnTo>
                <a:lnTo>
                  <a:pt x="89382" y="87249"/>
                </a:lnTo>
                <a:lnTo>
                  <a:pt x="90792" y="88036"/>
                </a:lnTo>
                <a:lnTo>
                  <a:pt x="91478" y="89496"/>
                </a:lnTo>
                <a:lnTo>
                  <a:pt x="92824" y="88239"/>
                </a:lnTo>
                <a:close/>
              </a:path>
              <a:path w="144780" h="182880">
                <a:moveTo>
                  <a:pt x="95542" y="112750"/>
                </a:moveTo>
                <a:lnTo>
                  <a:pt x="90170" y="109880"/>
                </a:lnTo>
                <a:lnTo>
                  <a:pt x="90119" y="110083"/>
                </a:lnTo>
                <a:lnTo>
                  <a:pt x="90030" y="111467"/>
                </a:lnTo>
                <a:lnTo>
                  <a:pt x="89928" y="112750"/>
                </a:lnTo>
                <a:lnTo>
                  <a:pt x="89839" y="114020"/>
                </a:lnTo>
                <a:lnTo>
                  <a:pt x="91325" y="114020"/>
                </a:lnTo>
                <a:lnTo>
                  <a:pt x="93103" y="114173"/>
                </a:lnTo>
                <a:lnTo>
                  <a:pt x="94145" y="112750"/>
                </a:lnTo>
                <a:lnTo>
                  <a:pt x="95542" y="112750"/>
                </a:lnTo>
                <a:close/>
              </a:path>
              <a:path w="144780" h="182880">
                <a:moveTo>
                  <a:pt x="96697" y="60807"/>
                </a:moveTo>
                <a:lnTo>
                  <a:pt x="96596" y="59994"/>
                </a:lnTo>
                <a:lnTo>
                  <a:pt x="96469" y="59004"/>
                </a:lnTo>
                <a:lnTo>
                  <a:pt x="96380" y="56146"/>
                </a:lnTo>
                <a:lnTo>
                  <a:pt x="93256" y="55549"/>
                </a:lnTo>
                <a:lnTo>
                  <a:pt x="92278" y="54508"/>
                </a:lnTo>
                <a:lnTo>
                  <a:pt x="85928" y="54508"/>
                </a:lnTo>
                <a:lnTo>
                  <a:pt x="89065" y="59245"/>
                </a:lnTo>
                <a:lnTo>
                  <a:pt x="91338" y="55549"/>
                </a:lnTo>
                <a:lnTo>
                  <a:pt x="91541" y="55549"/>
                </a:lnTo>
                <a:lnTo>
                  <a:pt x="91998" y="57213"/>
                </a:lnTo>
                <a:lnTo>
                  <a:pt x="92532" y="59004"/>
                </a:lnTo>
                <a:lnTo>
                  <a:pt x="90678" y="60210"/>
                </a:lnTo>
                <a:lnTo>
                  <a:pt x="93065" y="59994"/>
                </a:lnTo>
                <a:lnTo>
                  <a:pt x="93078" y="60210"/>
                </a:lnTo>
                <a:lnTo>
                  <a:pt x="93192" y="62039"/>
                </a:lnTo>
                <a:lnTo>
                  <a:pt x="95567" y="61836"/>
                </a:lnTo>
                <a:lnTo>
                  <a:pt x="96697" y="60807"/>
                </a:lnTo>
                <a:close/>
              </a:path>
              <a:path w="144780" h="182880">
                <a:moveTo>
                  <a:pt x="97180" y="126098"/>
                </a:moveTo>
                <a:lnTo>
                  <a:pt x="84112" y="125361"/>
                </a:lnTo>
                <a:lnTo>
                  <a:pt x="69900" y="125361"/>
                </a:lnTo>
                <a:lnTo>
                  <a:pt x="69367" y="127101"/>
                </a:lnTo>
                <a:lnTo>
                  <a:pt x="75717" y="127101"/>
                </a:lnTo>
                <a:lnTo>
                  <a:pt x="73748" y="127736"/>
                </a:lnTo>
                <a:lnTo>
                  <a:pt x="89573" y="127736"/>
                </a:lnTo>
                <a:lnTo>
                  <a:pt x="94729" y="130175"/>
                </a:lnTo>
                <a:lnTo>
                  <a:pt x="95224" y="129032"/>
                </a:lnTo>
                <a:lnTo>
                  <a:pt x="95338" y="128778"/>
                </a:lnTo>
                <a:lnTo>
                  <a:pt x="95440" y="128397"/>
                </a:lnTo>
                <a:lnTo>
                  <a:pt x="95516" y="128041"/>
                </a:lnTo>
                <a:lnTo>
                  <a:pt x="95580" y="127736"/>
                </a:lnTo>
                <a:lnTo>
                  <a:pt x="90893" y="127736"/>
                </a:lnTo>
                <a:lnTo>
                  <a:pt x="85763" y="127101"/>
                </a:lnTo>
                <a:lnTo>
                  <a:pt x="77508" y="127101"/>
                </a:lnTo>
                <a:lnTo>
                  <a:pt x="82130" y="126657"/>
                </a:lnTo>
                <a:lnTo>
                  <a:pt x="85763" y="127101"/>
                </a:lnTo>
                <a:lnTo>
                  <a:pt x="95377" y="127101"/>
                </a:lnTo>
                <a:lnTo>
                  <a:pt x="96177" y="126657"/>
                </a:lnTo>
                <a:lnTo>
                  <a:pt x="97180" y="126098"/>
                </a:lnTo>
                <a:close/>
              </a:path>
              <a:path w="144780" h="182880">
                <a:moveTo>
                  <a:pt x="97853" y="115811"/>
                </a:moveTo>
                <a:lnTo>
                  <a:pt x="95770" y="116763"/>
                </a:lnTo>
                <a:lnTo>
                  <a:pt x="97688" y="118046"/>
                </a:lnTo>
                <a:lnTo>
                  <a:pt x="97790" y="116763"/>
                </a:lnTo>
                <a:lnTo>
                  <a:pt x="97853" y="115811"/>
                </a:lnTo>
                <a:close/>
              </a:path>
              <a:path w="144780" h="182880">
                <a:moveTo>
                  <a:pt x="97993" y="113093"/>
                </a:moveTo>
                <a:lnTo>
                  <a:pt x="96024" y="112750"/>
                </a:lnTo>
                <a:lnTo>
                  <a:pt x="95542" y="112750"/>
                </a:lnTo>
                <a:lnTo>
                  <a:pt x="97942" y="114020"/>
                </a:lnTo>
                <a:lnTo>
                  <a:pt x="97993" y="113093"/>
                </a:lnTo>
                <a:close/>
              </a:path>
              <a:path w="144780" h="182880">
                <a:moveTo>
                  <a:pt x="101244" y="120421"/>
                </a:moveTo>
                <a:lnTo>
                  <a:pt x="97688" y="118046"/>
                </a:lnTo>
                <a:lnTo>
                  <a:pt x="97218" y="124117"/>
                </a:lnTo>
                <a:lnTo>
                  <a:pt x="101244" y="120421"/>
                </a:lnTo>
                <a:close/>
              </a:path>
              <a:path w="144780" h="182880">
                <a:moveTo>
                  <a:pt x="106273" y="112750"/>
                </a:moveTo>
                <a:lnTo>
                  <a:pt x="98793" y="111467"/>
                </a:lnTo>
                <a:lnTo>
                  <a:pt x="101460" y="109880"/>
                </a:lnTo>
                <a:lnTo>
                  <a:pt x="105841" y="109880"/>
                </a:lnTo>
                <a:lnTo>
                  <a:pt x="103301" y="108800"/>
                </a:lnTo>
                <a:lnTo>
                  <a:pt x="102031" y="109550"/>
                </a:lnTo>
                <a:lnTo>
                  <a:pt x="101892" y="109626"/>
                </a:lnTo>
                <a:lnTo>
                  <a:pt x="100812" y="109550"/>
                </a:lnTo>
                <a:lnTo>
                  <a:pt x="102019" y="109550"/>
                </a:lnTo>
                <a:lnTo>
                  <a:pt x="97993" y="109029"/>
                </a:lnTo>
                <a:lnTo>
                  <a:pt x="99479" y="114846"/>
                </a:lnTo>
                <a:lnTo>
                  <a:pt x="97942" y="114020"/>
                </a:lnTo>
                <a:lnTo>
                  <a:pt x="97853" y="115811"/>
                </a:lnTo>
                <a:lnTo>
                  <a:pt x="99961" y="114846"/>
                </a:lnTo>
                <a:lnTo>
                  <a:pt x="104546" y="112750"/>
                </a:lnTo>
                <a:lnTo>
                  <a:pt x="106273" y="112750"/>
                </a:lnTo>
                <a:close/>
              </a:path>
              <a:path w="144780" h="182880">
                <a:moveTo>
                  <a:pt x="112636" y="144005"/>
                </a:moveTo>
                <a:lnTo>
                  <a:pt x="108826" y="141643"/>
                </a:lnTo>
                <a:lnTo>
                  <a:pt x="104394" y="144703"/>
                </a:lnTo>
                <a:lnTo>
                  <a:pt x="99618" y="144005"/>
                </a:lnTo>
                <a:lnTo>
                  <a:pt x="99517" y="151028"/>
                </a:lnTo>
                <a:lnTo>
                  <a:pt x="99745" y="157721"/>
                </a:lnTo>
                <a:lnTo>
                  <a:pt x="100431" y="170853"/>
                </a:lnTo>
                <a:lnTo>
                  <a:pt x="111823" y="170853"/>
                </a:lnTo>
                <a:lnTo>
                  <a:pt x="111772" y="165036"/>
                </a:lnTo>
                <a:lnTo>
                  <a:pt x="111975" y="158153"/>
                </a:lnTo>
                <a:lnTo>
                  <a:pt x="112636" y="144005"/>
                </a:lnTo>
                <a:close/>
              </a:path>
              <a:path w="144780" h="182880">
                <a:moveTo>
                  <a:pt x="113436" y="89484"/>
                </a:moveTo>
                <a:lnTo>
                  <a:pt x="112509" y="82181"/>
                </a:lnTo>
                <a:lnTo>
                  <a:pt x="112420" y="81546"/>
                </a:lnTo>
                <a:lnTo>
                  <a:pt x="106692" y="74002"/>
                </a:lnTo>
                <a:lnTo>
                  <a:pt x="105651" y="70370"/>
                </a:lnTo>
                <a:lnTo>
                  <a:pt x="105524" y="69951"/>
                </a:lnTo>
                <a:lnTo>
                  <a:pt x="105295" y="69151"/>
                </a:lnTo>
                <a:lnTo>
                  <a:pt x="111163" y="70370"/>
                </a:lnTo>
                <a:lnTo>
                  <a:pt x="109486" y="69151"/>
                </a:lnTo>
                <a:lnTo>
                  <a:pt x="108483" y="68414"/>
                </a:lnTo>
                <a:lnTo>
                  <a:pt x="98679" y="64389"/>
                </a:lnTo>
                <a:lnTo>
                  <a:pt x="87414" y="61836"/>
                </a:lnTo>
                <a:lnTo>
                  <a:pt x="89369" y="67183"/>
                </a:lnTo>
                <a:lnTo>
                  <a:pt x="90703" y="70383"/>
                </a:lnTo>
                <a:lnTo>
                  <a:pt x="87083" y="66903"/>
                </a:lnTo>
                <a:lnTo>
                  <a:pt x="85788" y="61836"/>
                </a:lnTo>
                <a:lnTo>
                  <a:pt x="80759" y="60464"/>
                </a:lnTo>
                <a:lnTo>
                  <a:pt x="71970" y="58420"/>
                </a:lnTo>
                <a:lnTo>
                  <a:pt x="70332" y="60210"/>
                </a:lnTo>
                <a:lnTo>
                  <a:pt x="74409" y="61150"/>
                </a:lnTo>
                <a:lnTo>
                  <a:pt x="69811" y="65735"/>
                </a:lnTo>
                <a:lnTo>
                  <a:pt x="71132" y="69164"/>
                </a:lnTo>
                <a:lnTo>
                  <a:pt x="75577" y="71640"/>
                </a:lnTo>
                <a:lnTo>
                  <a:pt x="81534" y="72605"/>
                </a:lnTo>
                <a:lnTo>
                  <a:pt x="86969" y="74066"/>
                </a:lnTo>
                <a:lnTo>
                  <a:pt x="89852" y="78092"/>
                </a:lnTo>
                <a:lnTo>
                  <a:pt x="91998" y="72745"/>
                </a:lnTo>
                <a:lnTo>
                  <a:pt x="95542" y="75653"/>
                </a:lnTo>
                <a:lnTo>
                  <a:pt x="95034" y="72644"/>
                </a:lnTo>
                <a:lnTo>
                  <a:pt x="94246" y="71005"/>
                </a:lnTo>
                <a:lnTo>
                  <a:pt x="97167" y="69951"/>
                </a:lnTo>
                <a:lnTo>
                  <a:pt x="103606" y="72466"/>
                </a:lnTo>
                <a:lnTo>
                  <a:pt x="107505" y="77520"/>
                </a:lnTo>
                <a:lnTo>
                  <a:pt x="110299" y="83680"/>
                </a:lnTo>
                <a:lnTo>
                  <a:pt x="113436" y="89484"/>
                </a:lnTo>
                <a:close/>
              </a:path>
              <a:path w="144780" h="182880">
                <a:moveTo>
                  <a:pt x="113753" y="123469"/>
                </a:moveTo>
                <a:lnTo>
                  <a:pt x="110807" y="121653"/>
                </a:lnTo>
                <a:lnTo>
                  <a:pt x="110426" y="121653"/>
                </a:lnTo>
                <a:lnTo>
                  <a:pt x="106489" y="123469"/>
                </a:lnTo>
                <a:lnTo>
                  <a:pt x="113753" y="123469"/>
                </a:lnTo>
                <a:close/>
              </a:path>
              <a:path w="144780" h="182880">
                <a:moveTo>
                  <a:pt x="114287" y="72644"/>
                </a:moveTo>
                <a:lnTo>
                  <a:pt x="113665" y="71005"/>
                </a:lnTo>
                <a:lnTo>
                  <a:pt x="113614" y="70878"/>
                </a:lnTo>
                <a:lnTo>
                  <a:pt x="111163" y="70370"/>
                </a:lnTo>
                <a:lnTo>
                  <a:pt x="114287" y="72644"/>
                </a:lnTo>
                <a:close/>
              </a:path>
              <a:path w="144780" h="182880">
                <a:moveTo>
                  <a:pt x="115011" y="109880"/>
                </a:moveTo>
                <a:lnTo>
                  <a:pt x="113715" y="109880"/>
                </a:lnTo>
                <a:lnTo>
                  <a:pt x="108864" y="110083"/>
                </a:lnTo>
                <a:lnTo>
                  <a:pt x="105841" y="109880"/>
                </a:lnTo>
                <a:lnTo>
                  <a:pt x="112560" y="112750"/>
                </a:lnTo>
                <a:lnTo>
                  <a:pt x="114846" y="110083"/>
                </a:lnTo>
                <a:lnTo>
                  <a:pt x="115011" y="109880"/>
                </a:lnTo>
                <a:close/>
              </a:path>
              <a:path w="144780" h="182880">
                <a:moveTo>
                  <a:pt x="115062" y="124307"/>
                </a:moveTo>
                <a:lnTo>
                  <a:pt x="114046" y="123647"/>
                </a:lnTo>
                <a:lnTo>
                  <a:pt x="106108" y="123647"/>
                </a:lnTo>
                <a:lnTo>
                  <a:pt x="102044" y="123647"/>
                </a:lnTo>
                <a:lnTo>
                  <a:pt x="100571" y="123647"/>
                </a:lnTo>
                <a:lnTo>
                  <a:pt x="100025" y="124561"/>
                </a:lnTo>
                <a:lnTo>
                  <a:pt x="103124" y="124561"/>
                </a:lnTo>
                <a:lnTo>
                  <a:pt x="111645" y="125272"/>
                </a:lnTo>
                <a:lnTo>
                  <a:pt x="114960" y="124333"/>
                </a:lnTo>
                <a:lnTo>
                  <a:pt x="114808" y="124333"/>
                </a:lnTo>
                <a:lnTo>
                  <a:pt x="115062" y="124307"/>
                </a:lnTo>
                <a:close/>
              </a:path>
              <a:path w="144780" h="182880">
                <a:moveTo>
                  <a:pt x="115138" y="124333"/>
                </a:moveTo>
                <a:lnTo>
                  <a:pt x="114960" y="124333"/>
                </a:lnTo>
                <a:lnTo>
                  <a:pt x="115138" y="124333"/>
                </a:lnTo>
                <a:close/>
              </a:path>
              <a:path w="144780" h="182880">
                <a:moveTo>
                  <a:pt x="122389" y="82181"/>
                </a:moveTo>
                <a:lnTo>
                  <a:pt x="116497" y="74244"/>
                </a:lnTo>
                <a:lnTo>
                  <a:pt x="114287" y="72644"/>
                </a:lnTo>
                <a:lnTo>
                  <a:pt x="116395" y="78143"/>
                </a:lnTo>
                <a:lnTo>
                  <a:pt x="122389" y="82181"/>
                </a:lnTo>
                <a:close/>
              </a:path>
              <a:path w="144780" h="182880">
                <a:moveTo>
                  <a:pt x="122402" y="126911"/>
                </a:moveTo>
                <a:lnTo>
                  <a:pt x="115379" y="125539"/>
                </a:lnTo>
                <a:lnTo>
                  <a:pt x="106222" y="126276"/>
                </a:lnTo>
                <a:lnTo>
                  <a:pt x="97980" y="126098"/>
                </a:lnTo>
                <a:lnTo>
                  <a:pt x="97980" y="129362"/>
                </a:lnTo>
                <a:lnTo>
                  <a:pt x="100393" y="127965"/>
                </a:lnTo>
                <a:lnTo>
                  <a:pt x="103505" y="127304"/>
                </a:lnTo>
                <a:lnTo>
                  <a:pt x="107746" y="127736"/>
                </a:lnTo>
                <a:lnTo>
                  <a:pt x="107759" y="128917"/>
                </a:lnTo>
                <a:lnTo>
                  <a:pt x="107442" y="134378"/>
                </a:lnTo>
                <a:lnTo>
                  <a:pt x="108572" y="131800"/>
                </a:lnTo>
                <a:lnTo>
                  <a:pt x="108445" y="129768"/>
                </a:lnTo>
                <a:lnTo>
                  <a:pt x="108991" y="128422"/>
                </a:lnTo>
                <a:lnTo>
                  <a:pt x="110185" y="127736"/>
                </a:lnTo>
                <a:lnTo>
                  <a:pt x="113652" y="127495"/>
                </a:lnTo>
                <a:lnTo>
                  <a:pt x="119138" y="130238"/>
                </a:lnTo>
                <a:lnTo>
                  <a:pt x="122402" y="126911"/>
                </a:lnTo>
                <a:close/>
              </a:path>
              <a:path w="144780" h="182880">
                <a:moveTo>
                  <a:pt x="128854" y="116738"/>
                </a:moveTo>
                <a:lnTo>
                  <a:pt x="126466" y="115531"/>
                </a:lnTo>
                <a:lnTo>
                  <a:pt x="124320" y="115531"/>
                </a:lnTo>
                <a:lnTo>
                  <a:pt x="121678" y="115976"/>
                </a:lnTo>
                <a:lnTo>
                  <a:pt x="121589" y="113906"/>
                </a:lnTo>
                <a:lnTo>
                  <a:pt x="123367" y="114033"/>
                </a:lnTo>
                <a:lnTo>
                  <a:pt x="121958" y="111023"/>
                </a:lnTo>
                <a:lnTo>
                  <a:pt x="122402" y="109842"/>
                </a:lnTo>
                <a:lnTo>
                  <a:pt x="121437" y="109956"/>
                </a:lnTo>
                <a:lnTo>
                  <a:pt x="120103" y="109702"/>
                </a:lnTo>
                <a:lnTo>
                  <a:pt x="119964" y="110642"/>
                </a:lnTo>
                <a:lnTo>
                  <a:pt x="121577" y="110642"/>
                </a:lnTo>
                <a:lnTo>
                  <a:pt x="120650" y="111594"/>
                </a:lnTo>
                <a:lnTo>
                  <a:pt x="120662" y="113512"/>
                </a:lnTo>
                <a:lnTo>
                  <a:pt x="120764" y="115531"/>
                </a:lnTo>
                <a:lnTo>
                  <a:pt x="121069" y="116738"/>
                </a:lnTo>
                <a:lnTo>
                  <a:pt x="128854" y="116738"/>
                </a:lnTo>
                <a:close/>
              </a:path>
              <a:path w="144780" h="182880">
                <a:moveTo>
                  <a:pt x="131762" y="160134"/>
                </a:moveTo>
                <a:lnTo>
                  <a:pt x="130898" y="152311"/>
                </a:lnTo>
                <a:lnTo>
                  <a:pt x="130530" y="144005"/>
                </a:lnTo>
                <a:lnTo>
                  <a:pt x="123634" y="144487"/>
                </a:lnTo>
                <a:lnTo>
                  <a:pt x="122402" y="150812"/>
                </a:lnTo>
                <a:lnTo>
                  <a:pt x="123393" y="159842"/>
                </a:lnTo>
                <a:lnTo>
                  <a:pt x="123202" y="168414"/>
                </a:lnTo>
                <a:lnTo>
                  <a:pt x="124752" y="169849"/>
                </a:lnTo>
                <a:lnTo>
                  <a:pt x="128562" y="168998"/>
                </a:lnTo>
                <a:lnTo>
                  <a:pt x="131330" y="169214"/>
                </a:lnTo>
                <a:lnTo>
                  <a:pt x="131762" y="160134"/>
                </a:lnTo>
                <a:close/>
              </a:path>
              <a:path w="144780" h="182880">
                <a:moveTo>
                  <a:pt x="141617" y="118364"/>
                </a:moveTo>
                <a:lnTo>
                  <a:pt x="141389" y="117970"/>
                </a:lnTo>
                <a:lnTo>
                  <a:pt x="141262" y="117602"/>
                </a:lnTo>
                <a:lnTo>
                  <a:pt x="140944" y="117919"/>
                </a:lnTo>
                <a:lnTo>
                  <a:pt x="138658" y="116344"/>
                </a:lnTo>
                <a:lnTo>
                  <a:pt x="138709" y="116916"/>
                </a:lnTo>
                <a:lnTo>
                  <a:pt x="138823" y="118783"/>
                </a:lnTo>
                <a:lnTo>
                  <a:pt x="138468" y="119151"/>
                </a:lnTo>
                <a:lnTo>
                  <a:pt x="137033" y="117970"/>
                </a:lnTo>
                <a:lnTo>
                  <a:pt x="136944" y="121881"/>
                </a:lnTo>
                <a:lnTo>
                  <a:pt x="139700" y="119151"/>
                </a:lnTo>
                <a:lnTo>
                  <a:pt x="140893" y="117970"/>
                </a:lnTo>
                <a:lnTo>
                  <a:pt x="141033" y="117970"/>
                </a:lnTo>
                <a:lnTo>
                  <a:pt x="141617" y="118364"/>
                </a:lnTo>
                <a:close/>
              </a:path>
              <a:path w="144780" h="182880">
                <a:moveTo>
                  <a:pt x="142735" y="178981"/>
                </a:moveTo>
                <a:lnTo>
                  <a:pt x="113195" y="180555"/>
                </a:lnTo>
                <a:lnTo>
                  <a:pt x="116840" y="182397"/>
                </a:lnTo>
                <a:lnTo>
                  <a:pt x="123799" y="181902"/>
                </a:lnTo>
                <a:lnTo>
                  <a:pt x="130479" y="181178"/>
                </a:lnTo>
                <a:lnTo>
                  <a:pt x="136804" y="180225"/>
                </a:lnTo>
                <a:lnTo>
                  <a:pt x="142735" y="178981"/>
                </a:lnTo>
                <a:close/>
              </a:path>
              <a:path w="144780" h="182880">
                <a:moveTo>
                  <a:pt x="144475" y="150545"/>
                </a:moveTo>
                <a:lnTo>
                  <a:pt x="144183" y="148209"/>
                </a:lnTo>
                <a:lnTo>
                  <a:pt x="144056" y="146469"/>
                </a:lnTo>
                <a:lnTo>
                  <a:pt x="144462" y="144094"/>
                </a:lnTo>
                <a:lnTo>
                  <a:pt x="144462" y="139598"/>
                </a:lnTo>
                <a:lnTo>
                  <a:pt x="139941" y="139192"/>
                </a:lnTo>
                <a:lnTo>
                  <a:pt x="138963" y="139115"/>
                </a:lnTo>
                <a:lnTo>
                  <a:pt x="138912" y="138582"/>
                </a:lnTo>
                <a:lnTo>
                  <a:pt x="138480" y="139065"/>
                </a:lnTo>
                <a:lnTo>
                  <a:pt x="117894" y="137210"/>
                </a:lnTo>
                <a:lnTo>
                  <a:pt x="89331" y="136474"/>
                </a:lnTo>
                <a:lnTo>
                  <a:pt x="60147" y="136982"/>
                </a:lnTo>
                <a:lnTo>
                  <a:pt x="29654" y="138455"/>
                </a:lnTo>
                <a:lnTo>
                  <a:pt x="31877" y="138455"/>
                </a:lnTo>
                <a:lnTo>
                  <a:pt x="34264" y="140550"/>
                </a:lnTo>
                <a:lnTo>
                  <a:pt x="35344" y="141427"/>
                </a:lnTo>
                <a:lnTo>
                  <a:pt x="38112" y="141427"/>
                </a:lnTo>
                <a:lnTo>
                  <a:pt x="40436" y="141071"/>
                </a:lnTo>
                <a:lnTo>
                  <a:pt x="41833" y="139903"/>
                </a:lnTo>
                <a:lnTo>
                  <a:pt x="42278" y="141071"/>
                </a:lnTo>
                <a:lnTo>
                  <a:pt x="42176" y="144094"/>
                </a:lnTo>
                <a:lnTo>
                  <a:pt x="42011" y="145034"/>
                </a:lnTo>
                <a:lnTo>
                  <a:pt x="42443" y="146469"/>
                </a:lnTo>
                <a:lnTo>
                  <a:pt x="42532" y="146786"/>
                </a:lnTo>
                <a:lnTo>
                  <a:pt x="42621" y="147066"/>
                </a:lnTo>
                <a:lnTo>
                  <a:pt x="44234" y="148209"/>
                </a:lnTo>
                <a:lnTo>
                  <a:pt x="44132" y="146469"/>
                </a:lnTo>
                <a:lnTo>
                  <a:pt x="44081" y="143725"/>
                </a:lnTo>
                <a:lnTo>
                  <a:pt x="44348" y="142671"/>
                </a:lnTo>
                <a:lnTo>
                  <a:pt x="44424" y="142354"/>
                </a:lnTo>
                <a:lnTo>
                  <a:pt x="44538" y="141897"/>
                </a:lnTo>
                <a:lnTo>
                  <a:pt x="44665" y="141427"/>
                </a:lnTo>
                <a:lnTo>
                  <a:pt x="44754" y="141071"/>
                </a:lnTo>
                <a:lnTo>
                  <a:pt x="45935" y="140550"/>
                </a:lnTo>
                <a:lnTo>
                  <a:pt x="47536" y="139903"/>
                </a:lnTo>
                <a:lnTo>
                  <a:pt x="56553" y="139192"/>
                </a:lnTo>
                <a:lnTo>
                  <a:pt x="56896" y="139192"/>
                </a:lnTo>
                <a:lnTo>
                  <a:pt x="62153" y="138455"/>
                </a:lnTo>
                <a:lnTo>
                  <a:pt x="63703" y="138455"/>
                </a:lnTo>
                <a:lnTo>
                  <a:pt x="63741" y="141897"/>
                </a:lnTo>
                <a:lnTo>
                  <a:pt x="65252" y="139382"/>
                </a:lnTo>
                <a:lnTo>
                  <a:pt x="65366" y="139192"/>
                </a:lnTo>
                <a:lnTo>
                  <a:pt x="70307" y="139192"/>
                </a:lnTo>
                <a:lnTo>
                  <a:pt x="70307" y="142354"/>
                </a:lnTo>
                <a:lnTo>
                  <a:pt x="72771" y="139192"/>
                </a:lnTo>
                <a:lnTo>
                  <a:pt x="73240" y="138582"/>
                </a:lnTo>
                <a:lnTo>
                  <a:pt x="73342" y="138455"/>
                </a:lnTo>
                <a:lnTo>
                  <a:pt x="75806" y="138455"/>
                </a:lnTo>
                <a:lnTo>
                  <a:pt x="80619" y="138582"/>
                </a:lnTo>
                <a:lnTo>
                  <a:pt x="83566" y="138455"/>
                </a:lnTo>
                <a:lnTo>
                  <a:pt x="87680" y="138455"/>
                </a:lnTo>
                <a:lnTo>
                  <a:pt x="89281" y="139382"/>
                </a:lnTo>
                <a:lnTo>
                  <a:pt x="90373" y="141071"/>
                </a:lnTo>
                <a:lnTo>
                  <a:pt x="90462" y="141211"/>
                </a:lnTo>
                <a:lnTo>
                  <a:pt x="91465" y="143179"/>
                </a:lnTo>
                <a:lnTo>
                  <a:pt x="92595" y="142125"/>
                </a:lnTo>
                <a:lnTo>
                  <a:pt x="92036" y="140030"/>
                </a:lnTo>
                <a:lnTo>
                  <a:pt x="91922" y="139598"/>
                </a:lnTo>
                <a:lnTo>
                  <a:pt x="91821" y="139192"/>
                </a:lnTo>
                <a:lnTo>
                  <a:pt x="93967" y="139192"/>
                </a:lnTo>
                <a:lnTo>
                  <a:pt x="95631" y="141427"/>
                </a:lnTo>
                <a:lnTo>
                  <a:pt x="95758" y="141592"/>
                </a:lnTo>
                <a:lnTo>
                  <a:pt x="96304" y="140030"/>
                </a:lnTo>
                <a:lnTo>
                  <a:pt x="96342" y="139903"/>
                </a:lnTo>
                <a:lnTo>
                  <a:pt x="96456" y="139598"/>
                </a:lnTo>
                <a:lnTo>
                  <a:pt x="96532" y="139382"/>
                </a:lnTo>
                <a:lnTo>
                  <a:pt x="96596" y="139192"/>
                </a:lnTo>
                <a:lnTo>
                  <a:pt x="96710" y="138849"/>
                </a:lnTo>
                <a:lnTo>
                  <a:pt x="96812" y="138582"/>
                </a:lnTo>
                <a:lnTo>
                  <a:pt x="96850" y="138455"/>
                </a:lnTo>
                <a:lnTo>
                  <a:pt x="97129" y="138455"/>
                </a:lnTo>
                <a:lnTo>
                  <a:pt x="99517" y="141427"/>
                </a:lnTo>
                <a:lnTo>
                  <a:pt x="99644" y="141211"/>
                </a:lnTo>
                <a:lnTo>
                  <a:pt x="99758" y="139903"/>
                </a:lnTo>
                <a:lnTo>
                  <a:pt x="99872" y="139598"/>
                </a:lnTo>
                <a:lnTo>
                  <a:pt x="99949" y="139382"/>
                </a:lnTo>
                <a:lnTo>
                  <a:pt x="100025" y="139192"/>
                </a:lnTo>
                <a:lnTo>
                  <a:pt x="100139" y="138849"/>
                </a:lnTo>
                <a:lnTo>
                  <a:pt x="100901" y="138455"/>
                </a:lnTo>
                <a:lnTo>
                  <a:pt x="107937" y="138455"/>
                </a:lnTo>
                <a:lnTo>
                  <a:pt x="114477" y="140550"/>
                </a:lnTo>
                <a:lnTo>
                  <a:pt x="114655" y="140550"/>
                </a:lnTo>
                <a:lnTo>
                  <a:pt x="119138" y="141566"/>
                </a:lnTo>
                <a:lnTo>
                  <a:pt x="120954" y="141071"/>
                </a:lnTo>
                <a:lnTo>
                  <a:pt x="121335" y="141071"/>
                </a:lnTo>
                <a:lnTo>
                  <a:pt x="116192" y="138849"/>
                </a:lnTo>
                <a:lnTo>
                  <a:pt x="118833" y="138455"/>
                </a:lnTo>
                <a:lnTo>
                  <a:pt x="121678" y="138455"/>
                </a:lnTo>
                <a:lnTo>
                  <a:pt x="125806" y="138849"/>
                </a:lnTo>
                <a:lnTo>
                  <a:pt x="125310" y="138849"/>
                </a:lnTo>
                <a:lnTo>
                  <a:pt x="129667" y="140550"/>
                </a:lnTo>
                <a:lnTo>
                  <a:pt x="134594" y="143179"/>
                </a:lnTo>
                <a:lnTo>
                  <a:pt x="134645" y="153771"/>
                </a:lnTo>
                <a:lnTo>
                  <a:pt x="134772" y="158089"/>
                </a:lnTo>
                <a:lnTo>
                  <a:pt x="134912" y="154089"/>
                </a:lnTo>
                <a:lnTo>
                  <a:pt x="135001" y="152133"/>
                </a:lnTo>
                <a:lnTo>
                  <a:pt x="135089" y="150545"/>
                </a:lnTo>
                <a:lnTo>
                  <a:pt x="135204" y="148209"/>
                </a:lnTo>
                <a:lnTo>
                  <a:pt x="135293" y="146469"/>
                </a:lnTo>
                <a:lnTo>
                  <a:pt x="135737" y="144094"/>
                </a:lnTo>
                <a:lnTo>
                  <a:pt x="135813" y="143725"/>
                </a:lnTo>
                <a:lnTo>
                  <a:pt x="135915" y="143179"/>
                </a:lnTo>
                <a:lnTo>
                  <a:pt x="136017" y="142671"/>
                </a:lnTo>
                <a:lnTo>
                  <a:pt x="136118" y="142125"/>
                </a:lnTo>
                <a:lnTo>
                  <a:pt x="136220" y="141592"/>
                </a:lnTo>
                <a:lnTo>
                  <a:pt x="138366" y="139192"/>
                </a:lnTo>
                <a:lnTo>
                  <a:pt x="138976" y="139192"/>
                </a:lnTo>
                <a:lnTo>
                  <a:pt x="139039" y="139903"/>
                </a:lnTo>
                <a:lnTo>
                  <a:pt x="139153" y="141071"/>
                </a:lnTo>
                <a:lnTo>
                  <a:pt x="139230" y="141897"/>
                </a:lnTo>
                <a:lnTo>
                  <a:pt x="139357" y="143179"/>
                </a:lnTo>
                <a:lnTo>
                  <a:pt x="139446" y="144094"/>
                </a:lnTo>
                <a:lnTo>
                  <a:pt x="139534" y="145034"/>
                </a:lnTo>
                <a:lnTo>
                  <a:pt x="139585" y="145503"/>
                </a:lnTo>
                <a:lnTo>
                  <a:pt x="142532" y="144094"/>
                </a:lnTo>
                <a:lnTo>
                  <a:pt x="142735" y="144094"/>
                </a:lnTo>
                <a:lnTo>
                  <a:pt x="143167" y="146469"/>
                </a:lnTo>
                <a:lnTo>
                  <a:pt x="143230" y="146786"/>
                </a:lnTo>
                <a:lnTo>
                  <a:pt x="143306" y="147231"/>
                </a:lnTo>
                <a:lnTo>
                  <a:pt x="141312" y="153009"/>
                </a:lnTo>
                <a:lnTo>
                  <a:pt x="144348" y="153771"/>
                </a:lnTo>
                <a:lnTo>
                  <a:pt x="144475" y="150545"/>
                </a:lnTo>
                <a:close/>
              </a:path>
              <a:path w="144780" h="182880">
                <a:moveTo>
                  <a:pt x="144487" y="129349"/>
                </a:moveTo>
                <a:lnTo>
                  <a:pt x="143497" y="129197"/>
                </a:lnTo>
                <a:lnTo>
                  <a:pt x="143129" y="128460"/>
                </a:lnTo>
                <a:lnTo>
                  <a:pt x="141922" y="128536"/>
                </a:lnTo>
                <a:lnTo>
                  <a:pt x="140919" y="129959"/>
                </a:lnTo>
                <a:lnTo>
                  <a:pt x="141236" y="135280"/>
                </a:lnTo>
                <a:lnTo>
                  <a:pt x="144360" y="135064"/>
                </a:lnTo>
                <a:lnTo>
                  <a:pt x="144119" y="133756"/>
                </a:lnTo>
                <a:lnTo>
                  <a:pt x="144246" y="132829"/>
                </a:lnTo>
                <a:lnTo>
                  <a:pt x="144487" y="131978"/>
                </a:lnTo>
                <a:lnTo>
                  <a:pt x="144487" y="129349"/>
                </a:lnTo>
                <a:close/>
              </a:path>
              <a:path w="144780" h="182880">
                <a:moveTo>
                  <a:pt x="144487" y="118783"/>
                </a:moveTo>
                <a:lnTo>
                  <a:pt x="142151" y="118783"/>
                </a:lnTo>
                <a:lnTo>
                  <a:pt x="141655" y="118783"/>
                </a:lnTo>
                <a:lnTo>
                  <a:pt x="141770" y="119151"/>
                </a:lnTo>
                <a:lnTo>
                  <a:pt x="141897" y="119595"/>
                </a:lnTo>
                <a:lnTo>
                  <a:pt x="139484" y="125107"/>
                </a:lnTo>
                <a:lnTo>
                  <a:pt x="133172" y="124726"/>
                </a:lnTo>
                <a:lnTo>
                  <a:pt x="126123" y="122402"/>
                </a:lnTo>
                <a:lnTo>
                  <a:pt x="122897" y="122135"/>
                </a:lnTo>
                <a:lnTo>
                  <a:pt x="122580" y="122402"/>
                </a:lnTo>
                <a:lnTo>
                  <a:pt x="121615" y="123469"/>
                </a:lnTo>
                <a:lnTo>
                  <a:pt x="121373" y="123469"/>
                </a:lnTo>
                <a:lnTo>
                  <a:pt x="120751" y="123647"/>
                </a:lnTo>
                <a:lnTo>
                  <a:pt x="119595" y="123786"/>
                </a:lnTo>
                <a:lnTo>
                  <a:pt x="119011" y="123469"/>
                </a:lnTo>
                <a:lnTo>
                  <a:pt x="117970" y="123469"/>
                </a:lnTo>
                <a:lnTo>
                  <a:pt x="115074" y="124307"/>
                </a:lnTo>
                <a:lnTo>
                  <a:pt x="119430" y="123799"/>
                </a:lnTo>
                <a:lnTo>
                  <a:pt x="119634" y="123799"/>
                </a:lnTo>
                <a:lnTo>
                  <a:pt x="125628" y="126911"/>
                </a:lnTo>
                <a:lnTo>
                  <a:pt x="124472" y="126593"/>
                </a:lnTo>
                <a:lnTo>
                  <a:pt x="124320" y="126593"/>
                </a:lnTo>
                <a:lnTo>
                  <a:pt x="123228" y="129197"/>
                </a:lnTo>
                <a:lnTo>
                  <a:pt x="123113" y="129489"/>
                </a:lnTo>
                <a:lnTo>
                  <a:pt x="123024" y="129692"/>
                </a:lnTo>
                <a:lnTo>
                  <a:pt x="122923" y="129933"/>
                </a:lnTo>
                <a:lnTo>
                  <a:pt x="124828" y="130175"/>
                </a:lnTo>
                <a:lnTo>
                  <a:pt x="127127" y="127419"/>
                </a:lnTo>
                <a:lnTo>
                  <a:pt x="127419" y="127419"/>
                </a:lnTo>
                <a:lnTo>
                  <a:pt x="129870" y="131038"/>
                </a:lnTo>
                <a:lnTo>
                  <a:pt x="131330" y="131787"/>
                </a:lnTo>
                <a:lnTo>
                  <a:pt x="130937" y="130416"/>
                </a:lnTo>
                <a:lnTo>
                  <a:pt x="130886" y="130238"/>
                </a:lnTo>
                <a:lnTo>
                  <a:pt x="130797" y="129933"/>
                </a:lnTo>
                <a:lnTo>
                  <a:pt x="130721" y="129692"/>
                </a:lnTo>
                <a:lnTo>
                  <a:pt x="130670" y="129489"/>
                </a:lnTo>
                <a:lnTo>
                  <a:pt x="132486" y="129692"/>
                </a:lnTo>
                <a:lnTo>
                  <a:pt x="132448" y="129489"/>
                </a:lnTo>
                <a:lnTo>
                  <a:pt x="132257" y="128333"/>
                </a:lnTo>
                <a:lnTo>
                  <a:pt x="132181" y="127914"/>
                </a:lnTo>
                <a:lnTo>
                  <a:pt x="133464" y="127914"/>
                </a:lnTo>
                <a:lnTo>
                  <a:pt x="130035" y="127419"/>
                </a:lnTo>
                <a:lnTo>
                  <a:pt x="127825" y="127419"/>
                </a:lnTo>
                <a:lnTo>
                  <a:pt x="127304" y="126911"/>
                </a:lnTo>
                <a:lnTo>
                  <a:pt x="126530" y="126149"/>
                </a:lnTo>
                <a:lnTo>
                  <a:pt x="133096" y="126149"/>
                </a:lnTo>
                <a:lnTo>
                  <a:pt x="133235" y="126149"/>
                </a:lnTo>
                <a:lnTo>
                  <a:pt x="135978" y="126339"/>
                </a:lnTo>
                <a:lnTo>
                  <a:pt x="139954" y="127914"/>
                </a:lnTo>
                <a:lnTo>
                  <a:pt x="138899" y="127914"/>
                </a:lnTo>
                <a:lnTo>
                  <a:pt x="137629" y="128333"/>
                </a:lnTo>
                <a:lnTo>
                  <a:pt x="137071" y="128066"/>
                </a:lnTo>
                <a:lnTo>
                  <a:pt x="133096" y="126149"/>
                </a:lnTo>
                <a:lnTo>
                  <a:pt x="133464" y="127914"/>
                </a:lnTo>
                <a:lnTo>
                  <a:pt x="133743" y="129197"/>
                </a:lnTo>
                <a:lnTo>
                  <a:pt x="133781" y="129349"/>
                </a:lnTo>
                <a:lnTo>
                  <a:pt x="135928" y="128066"/>
                </a:lnTo>
                <a:lnTo>
                  <a:pt x="136867" y="130238"/>
                </a:lnTo>
                <a:lnTo>
                  <a:pt x="136944" y="130416"/>
                </a:lnTo>
                <a:lnTo>
                  <a:pt x="138645" y="133426"/>
                </a:lnTo>
                <a:lnTo>
                  <a:pt x="138391" y="131787"/>
                </a:lnTo>
                <a:lnTo>
                  <a:pt x="138277" y="131038"/>
                </a:lnTo>
                <a:lnTo>
                  <a:pt x="138150" y="130238"/>
                </a:lnTo>
                <a:lnTo>
                  <a:pt x="139865" y="129197"/>
                </a:lnTo>
                <a:lnTo>
                  <a:pt x="140601" y="128333"/>
                </a:lnTo>
                <a:lnTo>
                  <a:pt x="140957" y="127914"/>
                </a:lnTo>
                <a:lnTo>
                  <a:pt x="144487" y="127914"/>
                </a:lnTo>
                <a:lnTo>
                  <a:pt x="144487" y="126593"/>
                </a:lnTo>
                <a:lnTo>
                  <a:pt x="141909" y="122135"/>
                </a:lnTo>
                <a:lnTo>
                  <a:pt x="141782" y="121653"/>
                </a:lnTo>
                <a:lnTo>
                  <a:pt x="143459" y="120650"/>
                </a:lnTo>
                <a:lnTo>
                  <a:pt x="144386" y="119151"/>
                </a:lnTo>
                <a:lnTo>
                  <a:pt x="144487" y="118783"/>
                </a:lnTo>
                <a:close/>
              </a:path>
              <a:path w="144780" h="182880">
                <a:moveTo>
                  <a:pt x="144487" y="116916"/>
                </a:moveTo>
                <a:lnTo>
                  <a:pt x="142671" y="118364"/>
                </a:lnTo>
                <a:lnTo>
                  <a:pt x="144487" y="118364"/>
                </a:lnTo>
                <a:lnTo>
                  <a:pt x="144487" y="116916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bg object 194"/>
          <p:cNvSpPr/>
          <p:nvPr/>
        </p:nvSpPr>
        <p:spPr>
          <a:xfrm>
            <a:off x="1837170" y="953513"/>
            <a:ext cx="3175" cy="2540"/>
          </a:xfrm>
          <a:custGeom>
            <a:avLst/>
            <a:gdLst/>
            <a:ahLst/>
            <a:cxnLst/>
            <a:rect l="l" t="t" r="r" b="b"/>
            <a:pathLst>
              <a:path w="3175" h="2540">
                <a:moveTo>
                  <a:pt x="2857" y="1803"/>
                </a:moveTo>
                <a:lnTo>
                  <a:pt x="272" y="1803"/>
                </a:lnTo>
                <a:lnTo>
                  <a:pt x="406" y="2146"/>
                </a:lnTo>
                <a:lnTo>
                  <a:pt x="2651" y="2146"/>
                </a:lnTo>
                <a:lnTo>
                  <a:pt x="2857" y="1803"/>
                </a:lnTo>
                <a:close/>
              </a:path>
              <a:path w="3175" h="2540">
                <a:moveTo>
                  <a:pt x="2415" y="520"/>
                </a:moveTo>
                <a:lnTo>
                  <a:pt x="101" y="520"/>
                </a:lnTo>
                <a:lnTo>
                  <a:pt x="0" y="1104"/>
                </a:lnTo>
                <a:lnTo>
                  <a:pt x="2977" y="1104"/>
                </a:lnTo>
                <a:lnTo>
                  <a:pt x="2415" y="520"/>
                </a:lnTo>
                <a:close/>
              </a:path>
              <a:path w="3175" h="2540">
                <a:moveTo>
                  <a:pt x="2048" y="139"/>
                </a:moveTo>
                <a:lnTo>
                  <a:pt x="1913" y="0"/>
                </a:lnTo>
                <a:lnTo>
                  <a:pt x="2977" y="1104"/>
                </a:lnTo>
                <a:lnTo>
                  <a:pt x="2048" y="1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bg object 195"/>
          <p:cNvSpPr/>
          <p:nvPr/>
        </p:nvSpPr>
        <p:spPr>
          <a:xfrm>
            <a:off x="1835924" y="956979"/>
            <a:ext cx="5080" cy="2540"/>
          </a:xfrm>
          <a:custGeom>
            <a:avLst/>
            <a:gdLst/>
            <a:ahLst/>
            <a:cxnLst/>
            <a:rect l="l" t="t" r="r" b="b"/>
            <a:pathLst>
              <a:path w="5080" h="2540">
                <a:moveTo>
                  <a:pt x="4635" y="0"/>
                </a:moveTo>
                <a:lnTo>
                  <a:pt x="152" y="406"/>
                </a:lnTo>
                <a:lnTo>
                  <a:pt x="0" y="1562"/>
                </a:lnTo>
                <a:lnTo>
                  <a:pt x="850" y="2514"/>
                </a:lnTo>
                <a:lnTo>
                  <a:pt x="3987" y="1955"/>
                </a:lnTo>
                <a:lnTo>
                  <a:pt x="4889" y="1397"/>
                </a:lnTo>
                <a:lnTo>
                  <a:pt x="463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bg object 196"/>
          <p:cNvSpPr/>
          <p:nvPr/>
        </p:nvSpPr>
        <p:spPr>
          <a:xfrm>
            <a:off x="1835399" y="957080"/>
            <a:ext cx="6350" cy="2540"/>
          </a:xfrm>
          <a:custGeom>
            <a:avLst/>
            <a:gdLst/>
            <a:ahLst/>
            <a:cxnLst/>
            <a:rect l="l" t="t" r="r" b="b"/>
            <a:pathLst>
              <a:path w="6350" h="2540">
                <a:moveTo>
                  <a:pt x="5516" y="1739"/>
                </a:moveTo>
                <a:lnTo>
                  <a:pt x="209" y="1739"/>
                </a:lnTo>
                <a:lnTo>
                  <a:pt x="602" y="2184"/>
                </a:lnTo>
                <a:lnTo>
                  <a:pt x="4771" y="2184"/>
                </a:lnTo>
                <a:lnTo>
                  <a:pt x="5516" y="1739"/>
                </a:lnTo>
                <a:close/>
              </a:path>
              <a:path w="6350" h="2540">
                <a:moveTo>
                  <a:pt x="4755" y="0"/>
                </a:moveTo>
                <a:lnTo>
                  <a:pt x="2101" y="0"/>
                </a:lnTo>
                <a:lnTo>
                  <a:pt x="0" y="431"/>
                </a:lnTo>
                <a:lnTo>
                  <a:pt x="240" y="431"/>
                </a:lnTo>
                <a:lnTo>
                  <a:pt x="169" y="952"/>
                </a:lnTo>
                <a:lnTo>
                  <a:pt x="95" y="1498"/>
                </a:lnTo>
                <a:lnTo>
                  <a:pt x="3815" y="1498"/>
                </a:lnTo>
                <a:lnTo>
                  <a:pt x="5235" y="952"/>
                </a:lnTo>
                <a:lnTo>
                  <a:pt x="5783" y="952"/>
                </a:lnTo>
                <a:lnTo>
                  <a:pt x="5682" y="431"/>
                </a:lnTo>
                <a:lnTo>
                  <a:pt x="4755" y="0"/>
                </a:lnTo>
                <a:close/>
              </a:path>
              <a:path w="6350" h="2540">
                <a:moveTo>
                  <a:pt x="5798" y="952"/>
                </a:moveTo>
                <a:lnTo>
                  <a:pt x="5235" y="952"/>
                </a:lnTo>
                <a:lnTo>
                  <a:pt x="3815" y="1498"/>
                </a:lnTo>
                <a:lnTo>
                  <a:pt x="5873" y="1498"/>
                </a:lnTo>
                <a:lnTo>
                  <a:pt x="5798" y="9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bg object 197"/>
          <p:cNvSpPr/>
          <p:nvPr/>
        </p:nvSpPr>
        <p:spPr>
          <a:xfrm>
            <a:off x="1833211" y="959725"/>
            <a:ext cx="11430" cy="1905"/>
          </a:xfrm>
          <a:custGeom>
            <a:avLst/>
            <a:gdLst/>
            <a:ahLst/>
            <a:cxnLst/>
            <a:rect l="l" t="t" r="r" b="b"/>
            <a:pathLst>
              <a:path w="11430" h="1905">
                <a:moveTo>
                  <a:pt x="2628" y="0"/>
                </a:moveTo>
                <a:lnTo>
                  <a:pt x="0" y="1460"/>
                </a:lnTo>
                <a:lnTo>
                  <a:pt x="3327" y="1841"/>
                </a:lnTo>
                <a:lnTo>
                  <a:pt x="7632" y="1524"/>
                </a:lnTo>
                <a:lnTo>
                  <a:pt x="11341" y="1638"/>
                </a:lnTo>
                <a:lnTo>
                  <a:pt x="9105" y="317"/>
                </a:lnTo>
                <a:lnTo>
                  <a:pt x="262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bg object 198"/>
          <p:cNvSpPr/>
          <p:nvPr/>
        </p:nvSpPr>
        <p:spPr>
          <a:xfrm>
            <a:off x="1831888" y="959807"/>
            <a:ext cx="14604" cy="2540"/>
          </a:xfrm>
          <a:custGeom>
            <a:avLst/>
            <a:gdLst/>
            <a:ahLst/>
            <a:cxnLst/>
            <a:rect l="l" t="t" r="r" b="b"/>
            <a:pathLst>
              <a:path w="14605" h="2540">
                <a:moveTo>
                  <a:pt x="9207" y="0"/>
                </a:moveTo>
                <a:lnTo>
                  <a:pt x="4317" y="0"/>
                </a:lnTo>
                <a:lnTo>
                  <a:pt x="1858" y="469"/>
                </a:lnTo>
                <a:lnTo>
                  <a:pt x="2163" y="469"/>
                </a:lnTo>
                <a:lnTo>
                  <a:pt x="0" y="1663"/>
                </a:lnTo>
                <a:lnTo>
                  <a:pt x="3301" y="2019"/>
                </a:lnTo>
                <a:lnTo>
                  <a:pt x="14287" y="2019"/>
                </a:lnTo>
                <a:lnTo>
                  <a:pt x="12764" y="1117"/>
                </a:lnTo>
                <a:lnTo>
                  <a:pt x="3351" y="1117"/>
                </a:lnTo>
                <a:lnTo>
                  <a:pt x="5232" y="749"/>
                </a:lnTo>
                <a:lnTo>
                  <a:pt x="12143" y="749"/>
                </a:lnTo>
                <a:lnTo>
                  <a:pt x="11671" y="469"/>
                </a:lnTo>
                <a:lnTo>
                  <a:pt x="9207" y="0"/>
                </a:lnTo>
                <a:close/>
              </a:path>
              <a:path w="14605" h="2540">
                <a:moveTo>
                  <a:pt x="12143" y="749"/>
                </a:moveTo>
                <a:lnTo>
                  <a:pt x="7912" y="749"/>
                </a:lnTo>
                <a:lnTo>
                  <a:pt x="10003" y="1117"/>
                </a:lnTo>
                <a:lnTo>
                  <a:pt x="12764" y="1117"/>
                </a:lnTo>
                <a:lnTo>
                  <a:pt x="12143" y="7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bg object 199"/>
          <p:cNvSpPr/>
          <p:nvPr/>
        </p:nvSpPr>
        <p:spPr>
          <a:xfrm>
            <a:off x="1837649" y="963993"/>
            <a:ext cx="3810" cy="1905"/>
          </a:xfrm>
          <a:custGeom>
            <a:avLst/>
            <a:gdLst/>
            <a:ahLst/>
            <a:cxnLst/>
            <a:rect l="l" t="t" r="r" b="b"/>
            <a:pathLst>
              <a:path w="3810" h="1905">
                <a:moveTo>
                  <a:pt x="2743" y="0"/>
                </a:moveTo>
                <a:lnTo>
                  <a:pt x="685" y="101"/>
                </a:lnTo>
                <a:lnTo>
                  <a:pt x="12" y="342"/>
                </a:lnTo>
                <a:lnTo>
                  <a:pt x="0" y="558"/>
                </a:lnTo>
                <a:lnTo>
                  <a:pt x="114" y="698"/>
                </a:lnTo>
                <a:lnTo>
                  <a:pt x="241" y="838"/>
                </a:lnTo>
                <a:lnTo>
                  <a:pt x="800" y="1016"/>
                </a:lnTo>
                <a:lnTo>
                  <a:pt x="3225" y="1358"/>
                </a:lnTo>
                <a:lnTo>
                  <a:pt x="3124" y="508"/>
                </a:lnTo>
                <a:lnTo>
                  <a:pt x="2743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bg object 200"/>
          <p:cNvSpPr/>
          <p:nvPr/>
        </p:nvSpPr>
        <p:spPr>
          <a:xfrm>
            <a:off x="1837236" y="964237"/>
            <a:ext cx="4445" cy="1270"/>
          </a:xfrm>
          <a:custGeom>
            <a:avLst/>
            <a:gdLst/>
            <a:ahLst/>
            <a:cxnLst/>
            <a:rect l="l" t="t" r="r" b="b"/>
            <a:pathLst>
              <a:path w="4444" h="1269">
                <a:moveTo>
                  <a:pt x="3910" y="469"/>
                </a:moveTo>
                <a:lnTo>
                  <a:pt x="3733" y="850"/>
                </a:lnTo>
                <a:lnTo>
                  <a:pt x="3517" y="1079"/>
                </a:lnTo>
                <a:lnTo>
                  <a:pt x="3924" y="647"/>
                </a:lnTo>
                <a:lnTo>
                  <a:pt x="3910" y="469"/>
                </a:lnTo>
                <a:close/>
              </a:path>
              <a:path w="4444" h="1269">
                <a:moveTo>
                  <a:pt x="3873" y="0"/>
                </a:moveTo>
                <a:lnTo>
                  <a:pt x="17" y="0"/>
                </a:lnTo>
                <a:lnTo>
                  <a:pt x="0" y="469"/>
                </a:lnTo>
                <a:lnTo>
                  <a:pt x="3910" y="469"/>
                </a:lnTo>
                <a:lnTo>
                  <a:pt x="387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bg object 201"/>
          <p:cNvSpPr/>
          <p:nvPr/>
        </p:nvSpPr>
        <p:spPr>
          <a:xfrm>
            <a:off x="1830562" y="965882"/>
            <a:ext cx="16510" cy="3175"/>
          </a:xfrm>
          <a:custGeom>
            <a:avLst/>
            <a:gdLst/>
            <a:ahLst/>
            <a:cxnLst/>
            <a:rect l="l" t="t" r="r" b="b"/>
            <a:pathLst>
              <a:path w="16510" h="3175">
                <a:moveTo>
                  <a:pt x="850" y="0"/>
                </a:moveTo>
                <a:lnTo>
                  <a:pt x="0" y="1727"/>
                </a:lnTo>
                <a:lnTo>
                  <a:pt x="3162" y="1816"/>
                </a:lnTo>
                <a:lnTo>
                  <a:pt x="6972" y="1396"/>
                </a:lnTo>
                <a:lnTo>
                  <a:pt x="8889" y="2387"/>
                </a:lnTo>
                <a:lnTo>
                  <a:pt x="10909" y="1015"/>
                </a:lnTo>
                <a:lnTo>
                  <a:pt x="13842" y="2857"/>
                </a:lnTo>
                <a:lnTo>
                  <a:pt x="16446" y="2235"/>
                </a:lnTo>
                <a:lnTo>
                  <a:pt x="14757" y="457"/>
                </a:lnTo>
                <a:lnTo>
                  <a:pt x="9982" y="812"/>
                </a:lnTo>
                <a:lnTo>
                  <a:pt x="4241" y="965"/>
                </a:lnTo>
                <a:lnTo>
                  <a:pt x="85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bg object 202"/>
          <p:cNvSpPr/>
          <p:nvPr/>
        </p:nvSpPr>
        <p:spPr>
          <a:xfrm>
            <a:off x="1823882" y="966269"/>
            <a:ext cx="24130" cy="2540"/>
          </a:xfrm>
          <a:custGeom>
            <a:avLst/>
            <a:gdLst/>
            <a:ahLst/>
            <a:cxnLst/>
            <a:rect l="l" t="t" r="r" b="b"/>
            <a:pathLst>
              <a:path w="24130" h="2540">
                <a:moveTo>
                  <a:pt x="16516" y="1879"/>
                </a:moveTo>
                <a:lnTo>
                  <a:pt x="14423" y="1879"/>
                </a:lnTo>
                <a:lnTo>
                  <a:pt x="15632" y="2501"/>
                </a:lnTo>
                <a:lnTo>
                  <a:pt x="15849" y="2324"/>
                </a:lnTo>
                <a:lnTo>
                  <a:pt x="16516" y="1879"/>
                </a:lnTo>
                <a:close/>
              </a:path>
              <a:path w="24130" h="2540">
                <a:moveTo>
                  <a:pt x="19304" y="0"/>
                </a:moveTo>
                <a:lnTo>
                  <a:pt x="6870" y="0"/>
                </a:lnTo>
                <a:lnTo>
                  <a:pt x="5965" y="1879"/>
                </a:lnTo>
                <a:lnTo>
                  <a:pt x="18021" y="1879"/>
                </a:lnTo>
                <a:lnTo>
                  <a:pt x="20777" y="2324"/>
                </a:lnTo>
                <a:lnTo>
                  <a:pt x="22148" y="2501"/>
                </a:lnTo>
                <a:lnTo>
                  <a:pt x="23939" y="2070"/>
                </a:lnTo>
                <a:lnTo>
                  <a:pt x="23473" y="1574"/>
                </a:lnTo>
                <a:lnTo>
                  <a:pt x="15645" y="1574"/>
                </a:lnTo>
                <a:lnTo>
                  <a:pt x="14472" y="1066"/>
                </a:lnTo>
                <a:lnTo>
                  <a:pt x="7429" y="1066"/>
                </a:lnTo>
                <a:lnTo>
                  <a:pt x="8318" y="711"/>
                </a:lnTo>
                <a:lnTo>
                  <a:pt x="22662" y="711"/>
                </a:lnTo>
                <a:lnTo>
                  <a:pt x="22148" y="165"/>
                </a:lnTo>
                <a:lnTo>
                  <a:pt x="19304" y="0"/>
                </a:lnTo>
                <a:close/>
              </a:path>
              <a:path w="24130" h="2540">
                <a:moveTo>
                  <a:pt x="18199" y="1066"/>
                </a:moveTo>
                <a:lnTo>
                  <a:pt x="16738" y="1066"/>
                </a:lnTo>
                <a:lnTo>
                  <a:pt x="16103" y="1231"/>
                </a:lnTo>
                <a:lnTo>
                  <a:pt x="15489" y="1574"/>
                </a:lnTo>
                <a:lnTo>
                  <a:pt x="21234" y="1574"/>
                </a:lnTo>
                <a:lnTo>
                  <a:pt x="18199" y="1066"/>
                </a:lnTo>
                <a:close/>
              </a:path>
              <a:path w="24130" h="2540">
                <a:moveTo>
                  <a:pt x="22996" y="1066"/>
                </a:moveTo>
                <a:lnTo>
                  <a:pt x="20924" y="1066"/>
                </a:lnTo>
                <a:lnTo>
                  <a:pt x="22023" y="1574"/>
                </a:lnTo>
                <a:lnTo>
                  <a:pt x="23473" y="1574"/>
                </a:lnTo>
                <a:lnTo>
                  <a:pt x="22996" y="1066"/>
                </a:lnTo>
                <a:close/>
              </a:path>
              <a:path w="24130" h="2540">
                <a:moveTo>
                  <a:pt x="21691" y="711"/>
                </a:moveTo>
                <a:lnTo>
                  <a:pt x="13651" y="711"/>
                </a:lnTo>
                <a:lnTo>
                  <a:pt x="14472" y="1066"/>
                </a:lnTo>
                <a:lnTo>
                  <a:pt x="0" y="1066"/>
                </a:lnTo>
                <a:lnTo>
                  <a:pt x="21691" y="7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bg object 203"/>
          <p:cNvSpPr/>
          <p:nvPr/>
        </p:nvSpPr>
        <p:spPr>
          <a:xfrm>
            <a:off x="1726151" y="944792"/>
            <a:ext cx="186690" cy="215265"/>
          </a:xfrm>
          <a:custGeom>
            <a:avLst/>
            <a:gdLst/>
            <a:ahLst/>
            <a:cxnLst/>
            <a:rect l="l" t="t" r="r" b="b"/>
            <a:pathLst>
              <a:path w="186689" h="215265">
                <a:moveTo>
                  <a:pt x="184378" y="208856"/>
                </a:moveTo>
                <a:lnTo>
                  <a:pt x="184445" y="211898"/>
                </a:lnTo>
                <a:lnTo>
                  <a:pt x="184581" y="212204"/>
                </a:lnTo>
                <a:lnTo>
                  <a:pt x="186537" y="215087"/>
                </a:lnTo>
                <a:lnTo>
                  <a:pt x="186537" y="211747"/>
                </a:lnTo>
                <a:lnTo>
                  <a:pt x="185261" y="211747"/>
                </a:lnTo>
                <a:lnTo>
                  <a:pt x="186309" y="211048"/>
                </a:lnTo>
                <a:lnTo>
                  <a:pt x="184378" y="208856"/>
                </a:lnTo>
                <a:close/>
              </a:path>
              <a:path w="186689" h="215265">
                <a:moveTo>
                  <a:pt x="59598" y="131038"/>
                </a:moveTo>
                <a:lnTo>
                  <a:pt x="58204" y="131038"/>
                </a:lnTo>
                <a:lnTo>
                  <a:pt x="58673" y="131978"/>
                </a:lnTo>
                <a:lnTo>
                  <a:pt x="57920" y="132354"/>
                </a:lnTo>
                <a:lnTo>
                  <a:pt x="85545" y="158763"/>
                </a:lnTo>
                <a:lnTo>
                  <a:pt x="136942" y="183164"/>
                </a:lnTo>
                <a:lnTo>
                  <a:pt x="151658" y="189537"/>
                </a:lnTo>
                <a:lnTo>
                  <a:pt x="183665" y="211048"/>
                </a:lnTo>
                <a:lnTo>
                  <a:pt x="184251" y="211747"/>
                </a:lnTo>
                <a:lnTo>
                  <a:pt x="184378" y="208856"/>
                </a:lnTo>
                <a:lnTo>
                  <a:pt x="183363" y="207704"/>
                </a:lnTo>
                <a:lnTo>
                  <a:pt x="172994" y="199269"/>
                </a:lnTo>
                <a:lnTo>
                  <a:pt x="152531" y="187624"/>
                </a:lnTo>
                <a:lnTo>
                  <a:pt x="121840" y="175640"/>
                </a:lnTo>
                <a:lnTo>
                  <a:pt x="118973" y="175640"/>
                </a:lnTo>
                <a:lnTo>
                  <a:pt x="119299" y="174663"/>
                </a:lnTo>
                <a:lnTo>
                  <a:pt x="110216" y="170635"/>
                </a:lnTo>
                <a:lnTo>
                  <a:pt x="94130" y="161858"/>
                </a:lnTo>
                <a:lnTo>
                  <a:pt x="75461" y="148380"/>
                </a:lnTo>
                <a:lnTo>
                  <a:pt x="59598" y="131038"/>
                </a:lnTo>
                <a:close/>
              </a:path>
              <a:path w="186689" h="215265">
                <a:moveTo>
                  <a:pt x="186499" y="1015"/>
                </a:moveTo>
                <a:lnTo>
                  <a:pt x="48679" y="1015"/>
                </a:lnTo>
                <a:lnTo>
                  <a:pt x="49707" y="1231"/>
                </a:lnTo>
                <a:lnTo>
                  <a:pt x="49536" y="2082"/>
                </a:lnTo>
                <a:lnTo>
                  <a:pt x="184378" y="2082"/>
                </a:lnTo>
                <a:lnTo>
                  <a:pt x="184378" y="208856"/>
                </a:lnTo>
                <a:lnTo>
                  <a:pt x="186321" y="211048"/>
                </a:lnTo>
                <a:lnTo>
                  <a:pt x="185273" y="211747"/>
                </a:lnTo>
                <a:lnTo>
                  <a:pt x="186499" y="211747"/>
                </a:lnTo>
                <a:lnTo>
                  <a:pt x="186499" y="1015"/>
                </a:lnTo>
                <a:close/>
              </a:path>
              <a:path w="186689" h="215265">
                <a:moveTo>
                  <a:pt x="119336" y="174663"/>
                </a:moveTo>
                <a:lnTo>
                  <a:pt x="118973" y="175640"/>
                </a:lnTo>
                <a:lnTo>
                  <a:pt x="121840" y="175640"/>
                </a:lnTo>
                <a:lnTo>
                  <a:pt x="119336" y="174663"/>
                </a:lnTo>
                <a:close/>
              </a:path>
              <a:path w="186689" h="215265">
                <a:moveTo>
                  <a:pt x="186499" y="0"/>
                </a:moveTo>
                <a:lnTo>
                  <a:pt x="47840" y="0"/>
                </a:lnTo>
                <a:lnTo>
                  <a:pt x="46761" y="5473"/>
                </a:lnTo>
                <a:lnTo>
                  <a:pt x="43319" y="13512"/>
                </a:lnTo>
                <a:lnTo>
                  <a:pt x="20494" y="56166"/>
                </a:lnTo>
                <a:lnTo>
                  <a:pt x="0" y="90411"/>
                </a:lnTo>
                <a:lnTo>
                  <a:pt x="42303" y="140157"/>
                </a:lnTo>
                <a:lnTo>
                  <a:pt x="47616" y="137502"/>
                </a:lnTo>
                <a:lnTo>
                  <a:pt x="42798" y="137502"/>
                </a:lnTo>
                <a:lnTo>
                  <a:pt x="3093" y="90843"/>
                </a:lnTo>
                <a:lnTo>
                  <a:pt x="2158" y="90843"/>
                </a:lnTo>
                <a:lnTo>
                  <a:pt x="1462" y="90411"/>
                </a:lnTo>
                <a:lnTo>
                  <a:pt x="1108" y="90411"/>
                </a:lnTo>
                <a:lnTo>
                  <a:pt x="2044" y="89611"/>
                </a:lnTo>
                <a:lnTo>
                  <a:pt x="2924" y="89611"/>
                </a:lnTo>
                <a:lnTo>
                  <a:pt x="8621" y="80444"/>
                </a:lnTo>
                <a:lnTo>
                  <a:pt x="28681" y="45957"/>
                </a:lnTo>
                <a:lnTo>
                  <a:pt x="48679" y="6337"/>
                </a:lnTo>
                <a:lnTo>
                  <a:pt x="49536" y="2082"/>
                </a:lnTo>
                <a:lnTo>
                  <a:pt x="48679" y="2082"/>
                </a:lnTo>
                <a:lnTo>
                  <a:pt x="48679" y="1015"/>
                </a:lnTo>
                <a:lnTo>
                  <a:pt x="186499" y="1015"/>
                </a:lnTo>
                <a:lnTo>
                  <a:pt x="186499" y="0"/>
                </a:lnTo>
                <a:close/>
              </a:path>
              <a:path w="186689" h="215265">
                <a:moveTo>
                  <a:pt x="58508" y="129666"/>
                </a:moveTo>
                <a:lnTo>
                  <a:pt x="42798" y="137502"/>
                </a:lnTo>
                <a:lnTo>
                  <a:pt x="47616" y="137502"/>
                </a:lnTo>
                <a:lnTo>
                  <a:pt x="57920" y="132354"/>
                </a:lnTo>
                <a:lnTo>
                  <a:pt x="57327" y="131622"/>
                </a:lnTo>
                <a:lnTo>
                  <a:pt x="58204" y="131038"/>
                </a:lnTo>
                <a:lnTo>
                  <a:pt x="59598" y="131038"/>
                </a:lnTo>
                <a:lnTo>
                  <a:pt x="59029" y="130416"/>
                </a:lnTo>
                <a:lnTo>
                  <a:pt x="58508" y="129666"/>
                </a:lnTo>
                <a:close/>
              </a:path>
              <a:path w="186689" h="215265">
                <a:moveTo>
                  <a:pt x="58204" y="131038"/>
                </a:moveTo>
                <a:lnTo>
                  <a:pt x="57327" y="131622"/>
                </a:lnTo>
                <a:lnTo>
                  <a:pt x="57920" y="132354"/>
                </a:lnTo>
                <a:lnTo>
                  <a:pt x="58673" y="131978"/>
                </a:lnTo>
                <a:lnTo>
                  <a:pt x="58204" y="131038"/>
                </a:lnTo>
                <a:close/>
              </a:path>
              <a:path w="186689" h="215265">
                <a:moveTo>
                  <a:pt x="2924" y="89611"/>
                </a:moveTo>
                <a:lnTo>
                  <a:pt x="2044" y="89611"/>
                </a:lnTo>
                <a:lnTo>
                  <a:pt x="2725" y="90411"/>
                </a:lnTo>
                <a:lnTo>
                  <a:pt x="1462" y="90411"/>
                </a:lnTo>
                <a:lnTo>
                  <a:pt x="2158" y="90843"/>
                </a:lnTo>
                <a:lnTo>
                  <a:pt x="2924" y="89611"/>
                </a:lnTo>
                <a:close/>
              </a:path>
              <a:path w="186689" h="215265">
                <a:moveTo>
                  <a:pt x="2044" y="89611"/>
                </a:moveTo>
                <a:lnTo>
                  <a:pt x="1108" y="90411"/>
                </a:lnTo>
                <a:lnTo>
                  <a:pt x="2427" y="90411"/>
                </a:lnTo>
                <a:lnTo>
                  <a:pt x="2158" y="90843"/>
                </a:lnTo>
                <a:lnTo>
                  <a:pt x="3093" y="90843"/>
                </a:lnTo>
                <a:lnTo>
                  <a:pt x="2044" y="89611"/>
                </a:lnTo>
                <a:close/>
              </a:path>
              <a:path w="186689" h="215265">
                <a:moveTo>
                  <a:pt x="48679" y="1015"/>
                </a:moveTo>
                <a:lnTo>
                  <a:pt x="48679" y="2082"/>
                </a:lnTo>
                <a:lnTo>
                  <a:pt x="49536" y="2082"/>
                </a:lnTo>
                <a:lnTo>
                  <a:pt x="49707" y="1231"/>
                </a:lnTo>
                <a:lnTo>
                  <a:pt x="48679" y="1015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bg object 204"/>
          <p:cNvSpPr/>
          <p:nvPr/>
        </p:nvSpPr>
        <p:spPr>
          <a:xfrm>
            <a:off x="1745170" y="788784"/>
            <a:ext cx="340995" cy="13335"/>
          </a:xfrm>
          <a:custGeom>
            <a:avLst/>
            <a:gdLst/>
            <a:ahLst/>
            <a:cxnLst/>
            <a:rect l="l" t="t" r="r" b="b"/>
            <a:pathLst>
              <a:path w="340994" h="13334">
                <a:moveTo>
                  <a:pt x="927" y="5626"/>
                </a:moveTo>
                <a:lnTo>
                  <a:pt x="762" y="5626"/>
                </a:lnTo>
                <a:lnTo>
                  <a:pt x="0" y="6870"/>
                </a:lnTo>
                <a:lnTo>
                  <a:pt x="927" y="5626"/>
                </a:lnTo>
                <a:close/>
              </a:path>
              <a:path w="340994" h="13334">
                <a:moveTo>
                  <a:pt x="12725" y="6870"/>
                </a:moveTo>
                <a:lnTo>
                  <a:pt x="10452" y="1041"/>
                </a:lnTo>
                <a:lnTo>
                  <a:pt x="4533" y="1917"/>
                </a:lnTo>
                <a:lnTo>
                  <a:pt x="1282" y="5067"/>
                </a:lnTo>
                <a:lnTo>
                  <a:pt x="927" y="5626"/>
                </a:lnTo>
                <a:lnTo>
                  <a:pt x="12725" y="6870"/>
                </a:lnTo>
                <a:close/>
              </a:path>
              <a:path w="340994" h="13334">
                <a:moveTo>
                  <a:pt x="340842" y="7734"/>
                </a:moveTo>
                <a:lnTo>
                  <a:pt x="339128" y="4940"/>
                </a:lnTo>
                <a:lnTo>
                  <a:pt x="329806" y="0"/>
                </a:lnTo>
                <a:lnTo>
                  <a:pt x="326504" y="3441"/>
                </a:lnTo>
                <a:lnTo>
                  <a:pt x="337769" y="4445"/>
                </a:lnTo>
                <a:lnTo>
                  <a:pt x="340715" y="12903"/>
                </a:lnTo>
                <a:lnTo>
                  <a:pt x="340842" y="77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bg object 205"/>
          <p:cNvSpPr/>
          <p:nvPr/>
        </p:nvSpPr>
        <p:spPr>
          <a:xfrm>
            <a:off x="1770532" y="1113357"/>
            <a:ext cx="300355" cy="78105"/>
          </a:xfrm>
          <a:custGeom>
            <a:avLst/>
            <a:gdLst/>
            <a:ahLst/>
            <a:cxnLst/>
            <a:rect l="l" t="t" r="r" b="b"/>
            <a:pathLst>
              <a:path w="300355" h="78105">
                <a:moveTo>
                  <a:pt x="58712" y="36537"/>
                </a:moveTo>
                <a:lnTo>
                  <a:pt x="54038" y="33832"/>
                </a:lnTo>
                <a:lnTo>
                  <a:pt x="54038" y="36169"/>
                </a:lnTo>
                <a:lnTo>
                  <a:pt x="51142" y="41008"/>
                </a:lnTo>
                <a:lnTo>
                  <a:pt x="50520" y="41338"/>
                </a:lnTo>
                <a:lnTo>
                  <a:pt x="47002" y="41338"/>
                </a:lnTo>
                <a:lnTo>
                  <a:pt x="45681" y="40576"/>
                </a:lnTo>
                <a:lnTo>
                  <a:pt x="45262" y="40144"/>
                </a:lnTo>
                <a:lnTo>
                  <a:pt x="44894" y="39522"/>
                </a:lnTo>
                <a:lnTo>
                  <a:pt x="44437" y="38862"/>
                </a:lnTo>
                <a:lnTo>
                  <a:pt x="44348" y="38315"/>
                </a:lnTo>
                <a:lnTo>
                  <a:pt x="44665" y="37706"/>
                </a:lnTo>
                <a:lnTo>
                  <a:pt x="45250" y="37706"/>
                </a:lnTo>
                <a:lnTo>
                  <a:pt x="46939" y="38315"/>
                </a:lnTo>
                <a:lnTo>
                  <a:pt x="48831" y="37706"/>
                </a:lnTo>
                <a:lnTo>
                  <a:pt x="48171" y="37706"/>
                </a:lnTo>
                <a:lnTo>
                  <a:pt x="48361" y="37388"/>
                </a:lnTo>
                <a:lnTo>
                  <a:pt x="48729" y="36537"/>
                </a:lnTo>
                <a:lnTo>
                  <a:pt x="48844" y="36169"/>
                </a:lnTo>
                <a:lnTo>
                  <a:pt x="49022" y="35712"/>
                </a:lnTo>
                <a:lnTo>
                  <a:pt x="49377" y="34582"/>
                </a:lnTo>
                <a:lnTo>
                  <a:pt x="49441" y="34391"/>
                </a:lnTo>
                <a:lnTo>
                  <a:pt x="49809" y="33642"/>
                </a:lnTo>
                <a:lnTo>
                  <a:pt x="53365" y="35712"/>
                </a:lnTo>
                <a:lnTo>
                  <a:pt x="54038" y="36169"/>
                </a:lnTo>
                <a:lnTo>
                  <a:pt x="54038" y="33832"/>
                </a:lnTo>
                <a:lnTo>
                  <a:pt x="53721" y="33642"/>
                </a:lnTo>
                <a:lnTo>
                  <a:pt x="46532" y="29476"/>
                </a:lnTo>
                <a:lnTo>
                  <a:pt x="36550" y="23037"/>
                </a:lnTo>
                <a:lnTo>
                  <a:pt x="25781" y="15494"/>
                </a:lnTo>
                <a:lnTo>
                  <a:pt x="20853" y="11633"/>
                </a:lnTo>
                <a:lnTo>
                  <a:pt x="8445" y="1422"/>
                </a:lnTo>
                <a:lnTo>
                  <a:pt x="7188" y="2933"/>
                </a:lnTo>
                <a:lnTo>
                  <a:pt x="16611" y="10807"/>
                </a:lnTo>
                <a:lnTo>
                  <a:pt x="15303" y="12382"/>
                </a:lnTo>
                <a:lnTo>
                  <a:pt x="14376" y="12166"/>
                </a:lnTo>
                <a:lnTo>
                  <a:pt x="13500" y="11696"/>
                </a:lnTo>
                <a:lnTo>
                  <a:pt x="9499" y="7988"/>
                </a:lnTo>
                <a:lnTo>
                  <a:pt x="7759" y="6819"/>
                </a:lnTo>
                <a:lnTo>
                  <a:pt x="6934" y="6400"/>
                </a:lnTo>
                <a:lnTo>
                  <a:pt x="5689" y="6159"/>
                </a:lnTo>
                <a:lnTo>
                  <a:pt x="5105" y="6337"/>
                </a:lnTo>
                <a:lnTo>
                  <a:pt x="4292" y="7327"/>
                </a:lnTo>
                <a:lnTo>
                  <a:pt x="4051" y="7797"/>
                </a:lnTo>
                <a:lnTo>
                  <a:pt x="3987" y="8255"/>
                </a:lnTo>
                <a:lnTo>
                  <a:pt x="3949" y="9715"/>
                </a:lnTo>
                <a:lnTo>
                  <a:pt x="4127" y="11290"/>
                </a:lnTo>
                <a:lnTo>
                  <a:pt x="4584" y="12382"/>
                </a:lnTo>
                <a:lnTo>
                  <a:pt x="5511" y="13144"/>
                </a:lnTo>
                <a:lnTo>
                  <a:pt x="5791" y="13271"/>
                </a:lnTo>
                <a:lnTo>
                  <a:pt x="6756" y="13563"/>
                </a:lnTo>
                <a:lnTo>
                  <a:pt x="7175" y="13754"/>
                </a:lnTo>
                <a:lnTo>
                  <a:pt x="7823" y="14325"/>
                </a:lnTo>
                <a:lnTo>
                  <a:pt x="7823" y="14782"/>
                </a:lnTo>
                <a:lnTo>
                  <a:pt x="6972" y="15735"/>
                </a:lnTo>
                <a:lnTo>
                  <a:pt x="6451" y="15951"/>
                </a:lnTo>
                <a:lnTo>
                  <a:pt x="5130" y="15887"/>
                </a:lnTo>
                <a:lnTo>
                  <a:pt x="4533" y="15659"/>
                </a:lnTo>
                <a:lnTo>
                  <a:pt x="4000" y="15214"/>
                </a:lnTo>
                <a:lnTo>
                  <a:pt x="3733" y="13754"/>
                </a:lnTo>
                <a:lnTo>
                  <a:pt x="3556" y="13144"/>
                </a:lnTo>
                <a:lnTo>
                  <a:pt x="3276" y="12725"/>
                </a:lnTo>
                <a:lnTo>
                  <a:pt x="2654" y="12255"/>
                </a:lnTo>
                <a:lnTo>
                  <a:pt x="2260" y="12115"/>
                </a:lnTo>
                <a:lnTo>
                  <a:pt x="1752" y="12090"/>
                </a:lnTo>
                <a:lnTo>
                  <a:pt x="1231" y="12217"/>
                </a:lnTo>
                <a:lnTo>
                  <a:pt x="850" y="12433"/>
                </a:lnTo>
                <a:lnTo>
                  <a:pt x="139" y="13271"/>
                </a:lnTo>
                <a:lnTo>
                  <a:pt x="0" y="13906"/>
                </a:lnTo>
                <a:lnTo>
                  <a:pt x="292" y="15354"/>
                </a:lnTo>
                <a:lnTo>
                  <a:pt x="736" y="16027"/>
                </a:lnTo>
                <a:lnTo>
                  <a:pt x="1905" y="17018"/>
                </a:lnTo>
                <a:lnTo>
                  <a:pt x="2311" y="17259"/>
                </a:lnTo>
                <a:lnTo>
                  <a:pt x="2336" y="18275"/>
                </a:lnTo>
                <a:lnTo>
                  <a:pt x="2298" y="19342"/>
                </a:lnTo>
                <a:lnTo>
                  <a:pt x="2070" y="21361"/>
                </a:lnTo>
                <a:lnTo>
                  <a:pt x="2095" y="21577"/>
                </a:lnTo>
                <a:lnTo>
                  <a:pt x="2336" y="22263"/>
                </a:lnTo>
                <a:lnTo>
                  <a:pt x="2603" y="22733"/>
                </a:lnTo>
                <a:lnTo>
                  <a:pt x="3365" y="23304"/>
                </a:lnTo>
                <a:lnTo>
                  <a:pt x="3746" y="23317"/>
                </a:lnTo>
                <a:lnTo>
                  <a:pt x="4229" y="22758"/>
                </a:lnTo>
                <a:lnTo>
                  <a:pt x="4216" y="22352"/>
                </a:lnTo>
                <a:lnTo>
                  <a:pt x="4000" y="21755"/>
                </a:lnTo>
                <a:lnTo>
                  <a:pt x="3683" y="19786"/>
                </a:lnTo>
                <a:lnTo>
                  <a:pt x="3695" y="18199"/>
                </a:lnTo>
                <a:lnTo>
                  <a:pt x="3771" y="17830"/>
                </a:lnTo>
                <a:lnTo>
                  <a:pt x="5664" y="18465"/>
                </a:lnTo>
                <a:lnTo>
                  <a:pt x="7086" y="18224"/>
                </a:lnTo>
                <a:lnTo>
                  <a:pt x="8597" y="16344"/>
                </a:lnTo>
                <a:lnTo>
                  <a:pt x="8826" y="15367"/>
                </a:lnTo>
                <a:lnTo>
                  <a:pt x="8343" y="13081"/>
                </a:lnTo>
                <a:lnTo>
                  <a:pt x="7924" y="12268"/>
                </a:lnTo>
                <a:lnTo>
                  <a:pt x="7124" y="11595"/>
                </a:lnTo>
                <a:lnTo>
                  <a:pt x="5892" y="10934"/>
                </a:lnTo>
                <a:lnTo>
                  <a:pt x="5473" y="10680"/>
                </a:lnTo>
                <a:lnTo>
                  <a:pt x="5207" y="10452"/>
                </a:lnTo>
                <a:lnTo>
                  <a:pt x="4838" y="10007"/>
                </a:lnTo>
                <a:lnTo>
                  <a:pt x="4826" y="9575"/>
                </a:lnTo>
                <a:lnTo>
                  <a:pt x="5359" y="8953"/>
                </a:lnTo>
                <a:lnTo>
                  <a:pt x="5638" y="8788"/>
                </a:lnTo>
                <a:lnTo>
                  <a:pt x="6400" y="8559"/>
                </a:lnTo>
                <a:lnTo>
                  <a:pt x="6832" y="8661"/>
                </a:lnTo>
                <a:lnTo>
                  <a:pt x="7962" y="9563"/>
                </a:lnTo>
                <a:lnTo>
                  <a:pt x="9931" y="11226"/>
                </a:lnTo>
                <a:lnTo>
                  <a:pt x="12738" y="13423"/>
                </a:lnTo>
                <a:lnTo>
                  <a:pt x="13335" y="13766"/>
                </a:lnTo>
                <a:lnTo>
                  <a:pt x="13944" y="13931"/>
                </a:lnTo>
                <a:lnTo>
                  <a:pt x="8534" y="20510"/>
                </a:lnTo>
                <a:lnTo>
                  <a:pt x="8267" y="20993"/>
                </a:lnTo>
                <a:lnTo>
                  <a:pt x="8166" y="21475"/>
                </a:lnTo>
                <a:lnTo>
                  <a:pt x="8547" y="23202"/>
                </a:lnTo>
                <a:lnTo>
                  <a:pt x="8699" y="23291"/>
                </a:lnTo>
                <a:lnTo>
                  <a:pt x="8915" y="23088"/>
                </a:lnTo>
                <a:lnTo>
                  <a:pt x="18135" y="12065"/>
                </a:lnTo>
                <a:lnTo>
                  <a:pt x="19685" y="13373"/>
                </a:lnTo>
                <a:lnTo>
                  <a:pt x="21272" y="14414"/>
                </a:lnTo>
                <a:lnTo>
                  <a:pt x="13627" y="24409"/>
                </a:lnTo>
                <a:lnTo>
                  <a:pt x="13500" y="24688"/>
                </a:lnTo>
                <a:lnTo>
                  <a:pt x="13449" y="24904"/>
                </a:lnTo>
                <a:lnTo>
                  <a:pt x="14020" y="27393"/>
                </a:lnTo>
                <a:lnTo>
                  <a:pt x="14287" y="27279"/>
                </a:lnTo>
                <a:lnTo>
                  <a:pt x="22987" y="15722"/>
                </a:lnTo>
                <a:lnTo>
                  <a:pt x="24498" y="16903"/>
                </a:lnTo>
                <a:lnTo>
                  <a:pt x="32461" y="22593"/>
                </a:lnTo>
                <a:lnTo>
                  <a:pt x="29883" y="26238"/>
                </a:lnTo>
                <a:lnTo>
                  <a:pt x="22987" y="21323"/>
                </a:lnTo>
                <a:lnTo>
                  <a:pt x="21666" y="21297"/>
                </a:lnTo>
                <a:lnTo>
                  <a:pt x="20218" y="23317"/>
                </a:lnTo>
                <a:lnTo>
                  <a:pt x="20040" y="24257"/>
                </a:lnTo>
                <a:lnTo>
                  <a:pt x="20637" y="27038"/>
                </a:lnTo>
                <a:lnTo>
                  <a:pt x="20942" y="27495"/>
                </a:lnTo>
                <a:lnTo>
                  <a:pt x="21374" y="27813"/>
                </a:lnTo>
                <a:lnTo>
                  <a:pt x="22072" y="28143"/>
                </a:lnTo>
                <a:lnTo>
                  <a:pt x="22326" y="28206"/>
                </a:lnTo>
                <a:lnTo>
                  <a:pt x="22606" y="28028"/>
                </a:lnTo>
                <a:lnTo>
                  <a:pt x="23126" y="27317"/>
                </a:lnTo>
                <a:lnTo>
                  <a:pt x="23710" y="25882"/>
                </a:lnTo>
                <a:lnTo>
                  <a:pt x="23761" y="25628"/>
                </a:lnTo>
                <a:lnTo>
                  <a:pt x="24028" y="25438"/>
                </a:lnTo>
                <a:lnTo>
                  <a:pt x="24218" y="25349"/>
                </a:lnTo>
                <a:lnTo>
                  <a:pt x="24701" y="25323"/>
                </a:lnTo>
                <a:lnTo>
                  <a:pt x="24993" y="25374"/>
                </a:lnTo>
                <a:lnTo>
                  <a:pt x="28448" y="27825"/>
                </a:lnTo>
                <a:lnTo>
                  <a:pt x="25146" y="32423"/>
                </a:lnTo>
                <a:lnTo>
                  <a:pt x="25031" y="32715"/>
                </a:lnTo>
                <a:lnTo>
                  <a:pt x="24993" y="32981"/>
                </a:lnTo>
                <a:lnTo>
                  <a:pt x="25285" y="35115"/>
                </a:lnTo>
                <a:lnTo>
                  <a:pt x="25400" y="35610"/>
                </a:lnTo>
                <a:lnTo>
                  <a:pt x="25742" y="35826"/>
                </a:lnTo>
                <a:lnTo>
                  <a:pt x="26035" y="35636"/>
                </a:lnTo>
                <a:lnTo>
                  <a:pt x="34226" y="23850"/>
                </a:lnTo>
                <a:lnTo>
                  <a:pt x="35648" y="24866"/>
                </a:lnTo>
                <a:lnTo>
                  <a:pt x="38519" y="26619"/>
                </a:lnTo>
                <a:lnTo>
                  <a:pt x="36855" y="29235"/>
                </a:lnTo>
                <a:lnTo>
                  <a:pt x="36715" y="29413"/>
                </a:lnTo>
                <a:lnTo>
                  <a:pt x="36525" y="29565"/>
                </a:lnTo>
                <a:lnTo>
                  <a:pt x="35852" y="29933"/>
                </a:lnTo>
                <a:lnTo>
                  <a:pt x="35547" y="29984"/>
                </a:lnTo>
                <a:lnTo>
                  <a:pt x="35293" y="29832"/>
                </a:lnTo>
                <a:lnTo>
                  <a:pt x="34518" y="28714"/>
                </a:lnTo>
                <a:lnTo>
                  <a:pt x="34251" y="28397"/>
                </a:lnTo>
                <a:lnTo>
                  <a:pt x="33718" y="28079"/>
                </a:lnTo>
                <a:lnTo>
                  <a:pt x="33223" y="28295"/>
                </a:lnTo>
                <a:lnTo>
                  <a:pt x="32131" y="30073"/>
                </a:lnTo>
                <a:lnTo>
                  <a:pt x="31953" y="31673"/>
                </a:lnTo>
                <a:lnTo>
                  <a:pt x="32639" y="37846"/>
                </a:lnTo>
                <a:lnTo>
                  <a:pt x="32867" y="38925"/>
                </a:lnTo>
                <a:lnTo>
                  <a:pt x="33388" y="40678"/>
                </a:lnTo>
                <a:lnTo>
                  <a:pt x="33604" y="41008"/>
                </a:lnTo>
                <a:lnTo>
                  <a:pt x="34112" y="41325"/>
                </a:lnTo>
                <a:lnTo>
                  <a:pt x="34277" y="41313"/>
                </a:lnTo>
                <a:lnTo>
                  <a:pt x="34391" y="41122"/>
                </a:lnTo>
                <a:lnTo>
                  <a:pt x="34671" y="40474"/>
                </a:lnTo>
                <a:lnTo>
                  <a:pt x="34645" y="39674"/>
                </a:lnTo>
                <a:lnTo>
                  <a:pt x="33604" y="36931"/>
                </a:lnTo>
                <a:lnTo>
                  <a:pt x="33337" y="35750"/>
                </a:lnTo>
                <a:lnTo>
                  <a:pt x="33324" y="34975"/>
                </a:lnTo>
                <a:lnTo>
                  <a:pt x="33553" y="34620"/>
                </a:lnTo>
                <a:lnTo>
                  <a:pt x="33820" y="34340"/>
                </a:lnTo>
                <a:lnTo>
                  <a:pt x="36512" y="32829"/>
                </a:lnTo>
                <a:lnTo>
                  <a:pt x="36690" y="32689"/>
                </a:lnTo>
                <a:lnTo>
                  <a:pt x="37160" y="33070"/>
                </a:lnTo>
                <a:lnTo>
                  <a:pt x="37287" y="33223"/>
                </a:lnTo>
                <a:lnTo>
                  <a:pt x="37388" y="33426"/>
                </a:lnTo>
                <a:lnTo>
                  <a:pt x="37439" y="33705"/>
                </a:lnTo>
                <a:lnTo>
                  <a:pt x="37757" y="34848"/>
                </a:lnTo>
                <a:lnTo>
                  <a:pt x="38595" y="35699"/>
                </a:lnTo>
                <a:lnTo>
                  <a:pt x="39827" y="36626"/>
                </a:lnTo>
                <a:lnTo>
                  <a:pt x="40563" y="37020"/>
                </a:lnTo>
                <a:lnTo>
                  <a:pt x="41490" y="37338"/>
                </a:lnTo>
                <a:lnTo>
                  <a:pt x="42875" y="35191"/>
                </a:lnTo>
                <a:lnTo>
                  <a:pt x="41986" y="35179"/>
                </a:lnTo>
                <a:lnTo>
                  <a:pt x="40944" y="34798"/>
                </a:lnTo>
                <a:lnTo>
                  <a:pt x="37807" y="32740"/>
                </a:lnTo>
                <a:lnTo>
                  <a:pt x="37553" y="32435"/>
                </a:lnTo>
                <a:lnTo>
                  <a:pt x="37465" y="32143"/>
                </a:lnTo>
                <a:lnTo>
                  <a:pt x="40271" y="27774"/>
                </a:lnTo>
                <a:lnTo>
                  <a:pt x="45377" y="31038"/>
                </a:lnTo>
                <a:lnTo>
                  <a:pt x="48768" y="33045"/>
                </a:lnTo>
                <a:lnTo>
                  <a:pt x="48729" y="33972"/>
                </a:lnTo>
                <a:lnTo>
                  <a:pt x="47955" y="35166"/>
                </a:lnTo>
                <a:lnTo>
                  <a:pt x="47155" y="35712"/>
                </a:lnTo>
                <a:lnTo>
                  <a:pt x="46101" y="35712"/>
                </a:lnTo>
                <a:lnTo>
                  <a:pt x="44030" y="34582"/>
                </a:lnTo>
                <a:lnTo>
                  <a:pt x="43637" y="34582"/>
                </a:lnTo>
                <a:lnTo>
                  <a:pt x="43713" y="39522"/>
                </a:lnTo>
                <a:lnTo>
                  <a:pt x="43840" y="40144"/>
                </a:lnTo>
                <a:lnTo>
                  <a:pt x="43891" y="40398"/>
                </a:lnTo>
                <a:lnTo>
                  <a:pt x="44691" y="42075"/>
                </a:lnTo>
                <a:lnTo>
                  <a:pt x="45339" y="42811"/>
                </a:lnTo>
                <a:lnTo>
                  <a:pt x="47523" y="44069"/>
                </a:lnTo>
                <a:lnTo>
                  <a:pt x="49072" y="44069"/>
                </a:lnTo>
                <a:lnTo>
                  <a:pt x="49072" y="44437"/>
                </a:lnTo>
                <a:lnTo>
                  <a:pt x="48044" y="46088"/>
                </a:lnTo>
                <a:lnTo>
                  <a:pt x="47726" y="46786"/>
                </a:lnTo>
                <a:lnTo>
                  <a:pt x="47764" y="47510"/>
                </a:lnTo>
                <a:lnTo>
                  <a:pt x="48260" y="49364"/>
                </a:lnTo>
                <a:lnTo>
                  <a:pt x="48412" y="49758"/>
                </a:lnTo>
                <a:lnTo>
                  <a:pt x="48602" y="49974"/>
                </a:lnTo>
                <a:lnTo>
                  <a:pt x="48818" y="49758"/>
                </a:lnTo>
                <a:lnTo>
                  <a:pt x="53530" y="41592"/>
                </a:lnTo>
                <a:lnTo>
                  <a:pt x="55968" y="37388"/>
                </a:lnTo>
                <a:lnTo>
                  <a:pt x="56261" y="37388"/>
                </a:lnTo>
                <a:lnTo>
                  <a:pt x="57619" y="38188"/>
                </a:lnTo>
                <a:lnTo>
                  <a:pt x="58077" y="37388"/>
                </a:lnTo>
                <a:lnTo>
                  <a:pt x="58572" y="36537"/>
                </a:lnTo>
                <a:lnTo>
                  <a:pt x="58712" y="36537"/>
                </a:lnTo>
                <a:close/>
              </a:path>
              <a:path w="300355" h="78105">
                <a:moveTo>
                  <a:pt x="95123" y="51714"/>
                </a:moveTo>
                <a:lnTo>
                  <a:pt x="94894" y="50939"/>
                </a:lnTo>
                <a:lnTo>
                  <a:pt x="93472" y="47104"/>
                </a:lnTo>
                <a:lnTo>
                  <a:pt x="92646" y="45415"/>
                </a:lnTo>
                <a:lnTo>
                  <a:pt x="92544" y="45199"/>
                </a:lnTo>
                <a:lnTo>
                  <a:pt x="92392" y="45021"/>
                </a:lnTo>
                <a:lnTo>
                  <a:pt x="91427" y="43942"/>
                </a:lnTo>
                <a:lnTo>
                  <a:pt x="88442" y="42506"/>
                </a:lnTo>
                <a:lnTo>
                  <a:pt x="87261" y="42506"/>
                </a:lnTo>
                <a:lnTo>
                  <a:pt x="85191" y="43281"/>
                </a:lnTo>
                <a:lnTo>
                  <a:pt x="84518" y="43942"/>
                </a:lnTo>
                <a:lnTo>
                  <a:pt x="84086" y="45021"/>
                </a:lnTo>
                <a:lnTo>
                  <a:pt x="84150" y="47599"/>
                </a:lnTo>
                <a:lnTo>
                  <a:pt x="84378" y="48272"/>
                </a:lnTo>
                <a:lnTo>
                  <a:pt x="84620" y="48272"/>
                </a:lnTo>
                <a:lnTo>
                  <a:pt x="84899" y="48399"/>
                </a:lnTo>
                <a:lnTo>
                  <a:pt x="85013" y="48272"/>
                </a:lnTo>
                <a:lnTo>
                  <a:pt x="85407" y="47599"/>
                </a:lnTo>
                <a:lnTo>
                  <a:pt x="85928" y="46405"/>
                </a:lnTo>
                <a:lnTo>
                  <a:pt x="86499" y="45770"/>
                </a:lnTo>
                <a:lnTo>
                  <a:pt x="88049" y="45021"/>
                </a:lnTo>
                <a:lnTo>
                  <a:pt x="88912" y="45021"/>
                </a:lnTo>
                <a:lnTo>
                  <a:pt x="93687" y="50584"/>
                </a:lnTo>
                <a:lnTo>
                  <a:pt x="94399" y="52400"/>
                </a:lnTo>
                <a:lnTo>
                  <a:pt x="94500" y="52628"/>
                </a:lnTo>
                <a:lnTo>
                  <a:pt x="94970" y="52628"/>
                </a:lnTo>
                <a:lnTo>
                  <a:pt x="95084" y="52400"/>
                </a:lnTo>
                <a:lnTo>
                  <a:pt x="95123" y="51714"/>
                </a:lnTo>
                <a:close/>
              </a:path>
              <a:path w="300355" h="78105">
                <a:moveTo>
                  <a:pt x="110375" y="58648"/>
                </a:moveTo>
                <a:lnTo>
                  <a:pt x="97472" y="54178"/>
                </a:lnTo>
                <a:lnTo>
                  <a:pt x="86728" y="49923"/>
                </a:lnTo>
                <a:lnTo>
                  <a:pt x="86563" y="49847"/>
                </a:lnTo>
                <a:lnTo>
                  <a:pt x="81445" y="47663"/>
                </a:lnTo>
                <a:lnTo>
                  <a:pt x="75780" y="45046"/>
                </a:lnTo>
                <a:lnTo>
                  <a:pt x="65570" y="40132"/>
                </a:lnTo>
                <a:lnTo>
                  <a:pt x="64706" y="41884"/>
                </a:lnTo>
                <a:lnTo>
                  <a:pt x="68376" y="43675"/>
                </a:lnTo>
                <a:lnTo>
                  <a:pt x="67602" y="45262"/>
                </a:lnTo>
                <a:lnTo>
                  <a:pt x="65849" y="44792"/>
                </a:lnTo>
                <a:lnTo>
                  <a:pt x="64490" y="44500"/>
                </a:lnTo>
                <a:lnTo>
                  <a:pt x="64109" y="44488"/>
                </a:lnTo>
                <a:lnTo>
                  <a:pt x="63728" y="44526"/>
                </a:lnTo>
                <a:lnTo>
                  <a:pt x="63385" y="44716"/>
                </a:lnTo>
                <a:lnTo>
                  <a:pt x="63347" y="45059"/>
                </a:lnTo>
                <a:lnTo>
                  <a:pt x="63385" y="45402"/>
                </a:lnTo>
                <a:lnTo>
                  <a:pt x="63855" y="47002"/>
                </a:lnTo>
                <a:lnTo>
                  <a:pt x="63995" y="47244"/>
                </a:lnTo>
                <a:lnTo>
                  <a:pt x="64147" y="47320"/>
                </a:lnTo>
                <a:lnTo>
                  <a:pt x="67919" y="47663"/>
                </a:lnTo>
                <a:lnTo>
                  <a:pt x="68656" y="47904"/>
                </a:lnTo>
                <a:lnTo>
                  <a:pt x="69634" y="48399"/>
                </a:lnTo>
                <a:lnTo>
                  <a:pt x="69951" y="48907"/>
                </a:lnTo>
                <a:lnTo>
                  <a:pt x="69964" y="49441"/>
                </a:lnTo>
                <a:lnTo>
                  <a:pt x="69469" y="50431"/>
                </a:lnTo>
                <a:lnTo>
                  <a:pt x="66357" y="52095"/>
                </a:lnTo>
                <a:lnTo>
                  <a:pt x="66167" y="51854"/>
                </a:lnTo>
                <a:lnTo>
                  <a:pt x="65938" y="51473"/>
                </a:lnTo>
                <a:lnTo>
                  <a:pt x="65417" y="50444"/>
                </a:lnTo>
                <a:lnTo>
                  <a:pt x="65062" y="50076"/>
                </a:lnTo>
                <a:lnTo>
                  <a:pt x="64109" y="49618"/>
                </a:lnTo>
                <a:lnTo>
                  <a:pt x="63639" y="49555"/>
                </a:lnTo>
                <a:lnTo>
                  <a:pt x="62712" y="49834"/>
                </a:lnTo>
                <a:lnTo>
                  <a:pt x="62369" y="50177"/>
                </a:lnTo>
                <a:lnTo>
                  <a:pt x="62128" y="50660"/>
                </a:lnTo>
                <a:lnTo>
                  <a:pt x="61899" y="51371"/>
                </a:lnTo>
                <a:lnTo>
                  <a:pt x="61912" y="52743"/>
                </a:lnTo>
                <a:lnTo>
                  <a:pt x="62445" y="53517"/>
                </a:lnTo>
                <a:lnTo>
                  <a:pt x="64160" y="54317"/>
                </a:lnTo>
                <a:lnTo>
                  <a:pt x="64922" y="54508"/>
                </a:lnTo>
                <a:lnTo>
                  <a:pt x="65112" y="54610"/>
                </a:lnTo>
                <a:lnTo>
                  <a:pt x="65227" y="54787"/>
                </a:lnTo>
                <a:lnTo>
                  <a:pt x="65303" y="55003"/>
                </a:lnTo>
                <a:lnTo>
                  <a:pt x="65798" y="57302"/>
                </a:lnTo>
                <a:lnTo>
                  <a:pt x="66065" y="58204"/>
                </a:lnTo>
                <a:lnTo>
                  <a:pt x="66344" y="58928"/>
                </a:lnTo>
                <a:lnTo>
                  <a:pt x="66687" y="59309"/>
                </a:lnTo>
                <a:lnTo>
                  <a:pt x="67665" y="59791"/>
                </a:lnTo>
                <a:lnTo>
                  <a:pt x="68072" y="59563"/>
                </a:lnTo>
                <a:lnTo>
                  <a:pt x="68427" y="58826"/>
                </a:lnTo>
                <a:lnTo>
                  <a:pt x="68465" y="58635"/>
                </a:lnTo>
                <a:lnTo>
                  <a:pt x="68300" y="58216"/>
                </a:lnTo>
                <a:lnTo>
                  <a:pt x="67043" y="56210"/>
                </a:lnTo>
                <a:lnTo>
                  <a:pt x="66535" y="55206"/>
                </a:lnTo>
                <a:lnTo>
                  <a:pt x="66433" y="54546"/>
                </a:lnTo>
                <a:lnTo>
                  <a:pt x="68795" y="54317"/>
                </a:lnTo>
                <a:lnTo>
                  <a:pt x="70319" y="53505"/>
                </a:lnTo>
                <a:lnTo>
                  <a:pt x="71386" y="51308"/>
                </a:lnTo>
                <a:lnTo>
                  <a:pt x="71424" y="50304"/>
                </a:lnTo>
                <a:lnTo>
                  <a:pt x="70802" y="47929"/>
                </a:lnTo>
                <a:lnTo>
                  <a:pt x="70319" y="47015"/>
                </a:lnTo>
                <a:lnTo>
                  <a:pt x="69634" y="46329"/>
                </a:lnTo>
                <a:lnTo>
                  <a:pt x="70459" y="44691"/>
                </a:lnTo>
                <a:lnTo>
                  <a:pt x="75082" y="46951"/>
                </a:lnTo>
                <a:lnTo>
                  <a:pt x="76809" y="47650"/>
                </a:lnTo>
                <a:lnTo>
                  <a:pt x="71640" y="59131"/>
                </a:lnTo>
                <a:lnTo>
                  <a:pt x="71564" y="59436"/>
                </a:lnTo>
                <a:lnTo>
                  <a:pt x="71564" y="59639"/>
                </a:lnTo>
                <a:lnTo>
                  <a:pt x="72453" y="61493"/>
                </a:lnTo>
                <a:lnTo>
                  <a:pt x="72694" y="61912"/>
                </a:lnTo>
                <a:lnTo>
                  <a:pt x="72910" y="61785"/>
                </a:lnTo>
                <a:lnTo>
                  <a:pt x="78790" y="48552"/>
                </a:lnTo>
                <a:lnTo>
                  <a:pt x="80556" y="49364"/>
                </a:lnTo>
                <a:lnTo>
                  <a:pt x="82308" y="50152"/>
                </a:lnTo>
                <a:lnTo>
                  <a:pt x="77177" y="62153"/>
                </a:lnTo>
                <a:lnTo>
                  <a:pt x="77152" y="62814"/>
                </a:lnTo>
                <a:lnTo>
                  <a:pt x="77724" y="63931"/>
                </a:lnTo>
                <a:lnTo>
                  <a:pt x="78028" y="64350"/>
                </a:lnTo>
                <a:lnTo>
                  <a:pt x="78562" y="64350"/>
                </a:lnTo>
                <a:lnTo>
                  <a:pt x="84213" y="50939"/>
                </a:lnTo>
                <a:lnTo>
                  <a:pt x="85852" y="51638"/>
                </a:lnTo>
                <a:lnTo>
                  <a:pt x="92964" y="54470"/>
                </a:lnTo>
                <a:lnTo>
                  <a:pt x="91617" y="57886"/>
                </a:lnTo>
                <a:lnTo>
                  <a:pt x="91541" y="58064"/>
                </a:lnTo>
                <a:lnTo>
                  <a:pt x="91440" y="58318"/>
                </a:lnTo>
                <a:lnTo>
                  <a:pt x="91186" y="58318"/>
                </a:lnTo>
                <a:lnTo>
                  <a:pt x="91186" y="58966"/>
                </a:lnTo>
                <a:lnTo>
                  <a:pt x="90944" y="59613"/>
                </a:lnTo>
                <a:lnTo>
                  <a:pt x="90843" y="59880"/>
                </a:lnTo>
                <a:lnTo>
                  <a:pt x="90779" y="60058"/>
                </a:lnTo>
                <a:lnTo>
                  <a:pt x="90690" y="60274"/>
                </a:lnTo>
                <a:lnTo>
                  <a:pt x="89674" y="60540"/>
                </a:lnTo>
                <a:lnTo>
                  <a:pt x="89839" y="60477"/>
                </a:lnTo>
                <a:lnTo>
                  <a:pt x="88988" y="60680"/>
                </a:lnTo>
                <a:lnTo>
                  <a:pt x="88201" y="60833"/>
                </a:lnTo>
                <a:lnTo>
                  <a:pt x="87261" y="60680"/>
                </a:lnTo>
                <a:lnTo>
                  <a:pt x="85661" y="60058"/>
                </a:lnTo>
                <a:lnTo>
                  <a:pt x="85585" y="59880"/>
                </a:lnTo>
                <a:lnTo>
                  <a:pt x="85483" y="59613"/>
                </a:lnTo>
                <a:lnTo>
                  <a:pt x="85763" y="58966"/>
                </a:lnTo>
                <a:lnTo>
                  <a:pt x="85991" y="58318"/>
                </a:lnTo>
                <a:lnTo>
                  <a:pt x="86448" y="57886"/>
                </a:lnTo>
                <a:lnTo>
                  <a:pt x="87541" y="57505"/>
                </a:lnTo>
                <a:lnTo>
                  <a:pt x="88531" y="57505"/>
                </a:lnTo>
                <a:lnTo>
                  <a:pt x="89344" y="57886"/>
                </a:lnTo>
                <a:lnTo>
                  <a:pt x="91186" y="58966"/>
                </a:lnTo>
                <a:lnTo>
                  <a:pt x="91186" y="58318"/>
                </a:lnTo>
                <a:lnTo>
                  <a:pt x="90843" y="58064"/>
                </a:lnTo>
                <a:lnTo>
                  <a:pt x="90551" y="57505"/>
                </a:lnTo>
                <a:lnTo>
                  <a:pt x="90004" y="56489"/>
                </a:lnTo>
                <a:lnTo>
                  <a:pt x="89458" y="55956"/>
                </a:lnTo>
                <a:lnTo>
                  <a:pt x="88734" y="55689"/>
                </a:lnTo>
                <a:lnTo>
                  <a:pt x="87566" y="55346"/>
                </a:lnTo>
                <a:lnTo>
                  <a:pt x="87795" y="55346"/>
                </a:lnTo>
                <a:lnTo>
                  <a:pt x="85953" y="55118"/>
                </a:lnTo>
                <a:lnTo>
                  <a:pt x="85051" y="55689"/>
                </a:lnTo>
                <a:lnTo>
                  <a:pt x="84315" y="57505"/>
                </a:lnTo>
                <a:lnTo>
                  <a:pt x="84416" y="58966"/>
                </a:lnTo>
                <a:lnTo>
                  <a:pt x="85217" y="61391"/>
                </a:lnTo>
                <a:lnTo>
                  <a:pt x="85953" y="62331"/>
                </a:lnTo>
                <a:lnTo>
                  <a:pt x="87198" y="62814"/>
                </a:lnTo>
                <a:lnTo>
                  <a:pt x="89535" y="62814"/>
                </a:lnTo>
                <a:lnTo>
                  <a:pt x="88303" y="65913"/>
                </a:lnTo>
                <a:lnTo>
                  <a:pt x="88366" y="67284"/>
                </a:lnTo>
                <a:lnTo>
                  <a:pt x="88531" y="67576"/>
                </a:lnTo>
                <a:lnTo>
                  <a:pt x="89103" y="68427"/>
                </a:lnTo>
                <a:lnTo>
                  <a:pt x="89496" y="68910"/>
                </a:lnTo>
                <a:lnTo>
                  <a:pt x="89801" y="68910"/>
                </a:lnTo>
                <a:lnTo>
                  <a:pt x="92506" y="61823"/>
                </a:lnTo>
                <a:lnTo>
                  <a:pt x="93052" y="61645"/>
                </a:lnTo>
                <a:lnTo>
                  <a:pt x="94602" y="61645"/>
                </a:lnTo>
                <a:lnTo>
                  <a:pt x="94894" y="60833"/>
                </a:lnTo>
                <a:lnTo>
                  <a:pt x="95097" y="60274"/>
                </a:lnTo>
                <a:lnTo>
                  <a:pt x="95173" y="60058"/>
                </a:lnTo>
                <a:lnTo>
                  <a:pt x="95237" y="59880"/>
                </a:lnTo>
                <a:lnTo>
                  <a:pt x="95326" y="59613"/>
                </a:lnTo>
                <a:lnTo>
                  <a:pt x="93294" y="59613"/>
                </a:lnTo>
                <a:lnTo>
                  <a:pt x="93802" y="58318"/>
                </a:lnTo>
                <a:lnTo>
                  <a:pt x="94970" y="55346"/>
                </a:lnTo>
                <a:lnTo>
                  <a:pt x="95199" y="55346"/>
                </a:lnTo>
                <a:lnTo>
                  <a:pt x="96583" y="55892"/>
                </a:lnTo>
                <a:lnTo>
                  <a:pt x="105791" y="59143"/>
                </a:lnTo>
                <a:lnTo>
                  <a:pt x="104609" y="62623"/>
                </a:lnTo>
                <a:lnTo>
                  <a:pt x="101003" y="61302"/>
                </a:lnTo>
                <a:lnTo>
                  <a:pt x="98920" y="60642"/>
                </a:lnTo>
                <a:lnTo>
                  <a:pt x="98056" y="60642"/>
                </a:lnTo>
                <a:lnTo>
                  <a:pt x="97116" y="60858"/>
                </a:lnTo>
                <a:lnTo>
                  <a:pt x="96088" y="61252"/>
                </a:lnTo>
                <a:lnTo>
                  <a:pt x="95402" y="61912"/>
                </a:lnTo>
                <a:lnTo>
                  <a:pt x="94703" y="64096"/>
                </a:lnTo>
                <a:lnTo>
                  <a:pt x="94703" y="65290"/>
                </a:lnTo>
                <a:lnTo>
                  <a:pt x="97904" y="72021"/>
                </a:lnTo>
                <a:lnTo>
                  <a:pt x="98272" y="71818"/>
                </a:lnTo>
                <a:lnTo>
                  <a:pt x="98323" y="71158"/>
                </a:lnTo>
                <a:lnTo>
                  <a:pt x="97777" y="70015"/>
                </a:lnTo>
                <a:lnTo>
                  <a:pt x="97497" y="69608"/>
                </a:lnTo>
                <a:lnTo>
                  <a:pt x="96215" y="67373"/>
                </a:lnTo>
                <a:lnTo>
                  <a:pt x="96126" y="66344"/>
                </a:lnTo>
                <a:lnTo>
                  <a:pt x="97142" y="63525"/>
                </a:lnTo>
                <a:lnTo>
                  <a:pt x="98450" y="62890"/>
                </a:lnTo>
                <a:lnTo>
                  <a:pt x="100482" y="63284"/>
                </a:lnTo>
                <a:lnTo>
                  <a:pt x="104051" y="64528"/>
                </a:lnTo>
                <a:lnTo>
                  <a:pt x="101790" y="70815"/>
                </a:lnTo>
                <a:lnTo>
                  <a:pt x="101714" y="71183"/>
                </a:lnTo>
                <a:lnTo>
                  <a:pt x="101727" y="71475"/>
                </a:lnTo>
                <a:lnTo>
                  <a:pt x="101828" y="71691"/>
                </a:lnTo>
                <a:lnTo>
                  <a:pt x="103187" y="73774"/>
                </a:lnTo>
                <a:lnTo>
                  <a:pt x="103441" y="73533"/>
                </a:lnTo>
                <a:lnTo>
                  <a:pt x="107988" y="59893"/>
                </a:lnTo>
                <a:lnTo>
                  <a:pt x="109740" y="60502"/>
                </a:lnTo>
                <a:lnTo>
                  <a:pt x="110375" y="58648"/>
                </a:lnTo>
                <a:close/>
              </a:path>
              <a:path w="300355" h="78105">
                <a:moveTo>
                  <a:pt x="113538" y="71526"/>
                </a:moveTo>
                <a:lnTo>
                  <a:pt x="110464" y="71526"/>
                </a:lnTo>
                <a:lnTo>
                  <a:pt x="110782" y="72313"/>
                </a:lnTo>
                <a:lnTo>
                  <a:pt x="112369" y="72313"/>
                </a:lnTo>
                <a:lnTo>
                  <a:pt x="113538" y="71526"/>
                </a:lnTo>
                <a:close/>
              </a:path>
              <a:path w="300355" h="78105">
                <a:moveTo>
                  <a:pt x="113690" y="71094"/>
                </a:moveTo>
                <a:lnTo>
                  <a:pt x="112991" y="69507"/>
                </a:lnTo>
                <a:lnTo>
                  <a:pt x="112572" y="68795"/>
                </a:lnTo>
                <a:lnTo>
                  <a:pt x="111785" y="68795"/>
                </a:lnTo>
                <a:lnTo>
                  <a:pt x="110134" y="70002"/>
                </a:lnTo>
                <a:lnTo>
                  <a:pt x="110007" y="70434"/>
                </a:lnTo>
                <a:lnTo>
                  <a:pt x="110286" y="71094"/>
                </a:lnTo>
                <a:lnTo>
                  <a:pt x="113690" y="71094"/>
                </a:lnTo>
                <a:close/>
              </a:path>
              <a:path w="300355" h="78105">
                <a:moveTo>
                  <a:pt x="115430" y="65379"/>
                </a:moveTo>
                <a:lnTo>
                  <a:pt x="112369" y="65379"/>
                </a:lnTo>
                <a:lnTo>
                  <a:pt x="112674" y="66154"/>
                </a:lnTo>
                <a:lnTo>
                  <a:pt x="114236" y="66154"/>
                </a:lnTo>
                <a:lnTo>
                  <a:pt x="115430" y="65379"/>
                </a:lnTo>
                <a:close/>
              </a:path>
              <a:path w="300355" h="78105">
                <a:moveTo>
                  <a:pt x="115582" y="64909"/>
                </a:moveTo>
                <a:lnTo>
                  <a:pt x="114947" y="63373"/>
                </a:lnTo>
                <a:lnTo>
                  <a:pt x="114465" y="62534"/>
                </a:lnTo>
                <a:lnTo>
                  <a:pt x="113639" y="62534"/>
                </a:lnTo>
                <a:lnTo>
                  <a:pt x="113157" y="62852"/>
                </a:lnTo>
                <a:lnTo>
                  <a:pt x="112039" y="63817"/>
                </a:lnTo>
                <a:lnTo>
                  <a:pt x="111912" y="64249"/>
                </a:lnTo>
                <a:lnTo>
                  <a:pt x="112179" y="64909"/>
                </a:lnTo>
                <a:lnTo>
                  <a:pt x="115582" y="64909"/>
                </a:lnTo>
                <a:close/>
              </a:path>
              <a:path w="300355" h="78105">
                <a:moveTo>
                  <a:pt x="201117" y="58572"/>
                </a:moveTo>
                <a:lnTo>
                  <a:pt x="200164" y="58140"/>
                </a:lnTo>
                <a:lnTo>
                  <a:pt x="199453" y="58140"/>
                </a:lnTo>
                <a:lnTo>
                  <a:pt x="198361" y="58572"/>
                </a:lnTo>
                <a:lnTo>
                  <a:pt x="201117" y="58572"/>
                </a:lnTo>
                <a:close/>
              </a:path>
              <a:path w="300355" h="78105">
                <a:moveTo>
                  <a:pt x="206248" y="62014"/>
                </a:moveTo>
                <a:lnTo>
                  <a:pt x="206032" y="62014"/>
                </a:lnTo>
                <a:lnTo>
                  <a:pt x="205282" y="60109"/>
                </a:lnTo>
                <a:lnTo>
                  <a:pt x="205181" y="59855"/>
                </a:lnTo>
                <a:lnTo>
                  <a:pt x="205117" y="59677"/>
                </a:lnTo>
                <a:lnTo>
                  <a:pt x="204990" y="59385"/>
                </a:lnTo>
                <a:lnTo>
                  <a:pt x="204901" y="59677"/>
                </a:lnTo>
                <a:lnTo>
                  <a:pt x="204825" y="60109"/>
                </a:lnTo>
                <a:lnTo>
                  <a:pt x="204457" y="60896"/>
                </a:lnTo>
                <a:lnTo>
                  <a:pt x="203187" y="62484"/>
                </a:lnTo>
                <a:lnTo>
                  <a:pt x="202361" y="63144"/>
                </a:lnTo>
                <a:lnTo>
                  <a:pt x="200926" y="63868"/>
                </a:lnTo>
                <a:lnTo>
                  <a:pt x="199910" y="64262"/>
                </a:lnTo>
                <a:lnTo>
                  <a:pt x="199250" y="64008"/>
                </a:lnTo>
                <a:lnTo>
                  <a:pt x="198666" y="62484"/>
                </a:lnTo>
                <a:lnTo>
                  <a:pt x="198729" y="61620"/>
                </a:lnTo>
                <a:lnTo>
                  <a:pt x="199567" y="60477"/>
                </a:lnTo>
                <a:lnTo>
                  <a:pt x="200113" y="60109"/>
                </a:lnTo>
                <a:lnTo>
                  <a:pt x="201091" y="59677"/>
                </a:lnTo>
                <a:lnTo>
                  <a:pt x="201320" y="59677"/>
                </a:lnTo>
                <a:lnTo>
                  <a:pt x="201612" y="59385"/>
                </a:lnTo>
                <a:lnTo>
                  <a:pt x="201663" y="58940"/>
                </a:lnTo>
                <a:lnTo>
                  <a:pt x="197954" y="58940"/>
                </a:lnTo>
                <a:lnTo>
                  <a:pt x="197497" y="59359"/>
                </a:lnTo>
                <a:lnTo>
                  <a:pt x="196850" y="59156"/>
                </a:lnTo>
                <a:lnTo>
                  <a:pt x="196659" y="59156"/>
                </a:lnTo>
                <a:lnTo>
                  <a:pt x="195922" y="58572"/>
                </a:lnTo>
                <a:lnTo>
                  <a:pt x="195757" y="58140"/>
                </a:lnTo>
                <a:lnTo>
                  <a:pt x="195630" y="57835"/>
                </a:lnTo>
                <a:lnTo>
                  <a:pt x="195541" y="57480"/>
                </a:lnTo>
                <a:lnTo>
                  <a:pt x="195478" y="57200"/>
                </a:lnTo>
                <a:lnTo>
                  <a:pt x="195414" y="56972"/>
                </a:lnTo>
                <a:lnTo>
                  <a:pt x="195326" y="55765"/>
                </a:lnTo>
                <a:lnTo>
                  <a:pt x="195859" y="55562"/>
                </a:lnTo>
                <a:lnTo>
                  <a:pt x="193992" y="54178"/>
                </a:lnTo>
                <a:lnTo>
                  <a:pt x="192074" y="54940"/>
                </a:lnTo>
                <a:lnTo>
                  <a:pt x="179755" y="59156"/>
                </a:lnTo>
                <a:lnTo>
                  <a:pt x="180378" y="61010"/>
                </a:lnTo>
                <a:lnTo>
                  <a:pt x="188620" y="58191"/>
                </a:lnTo>
                <a:lnTo>
                  <a:pt x="189839" y="61760"/>
                </a:lnTo>
                <a:lnTo>
                  <a:pt x="189915" y="61976"/>
                </a:lnTo>
                <a:lnTo>
                  <a:pt x="190042" y="62344"/>
                </a:lnTo>
                <a:lnTo>
                  <a:pt x="189674" y="62344"/>
                </a:lnTo>
                <a:lnTo>
                  <a:pt x="188112" y="61976"/>
                </a:lnTo>
                <a:lnTo>
                  <a:pt x="187032" y="61760"/>
                </a:lnTo>
                <a:lnTo>
                  <a:pt x="186131" y="61760"/>
                </a:lnTo>
                <a:lnTo>
                  <a:pt x="184416" y="62344"/>
                </a:lnTo>
                <a:lnTo>
                  <a:pt x="183629" y="62839"/>
                </a:lnTo>
                <a:lnTo>
                  <a:pt x="190195" y="62839"/>
                </a:lnTo>
                <a:lnTo>
                  <a:pt x="190309" y="63271"/>
                </a:lnTo>
                <a:lnTo>
                  <a:pt x="190423" y="63665"/>
                </a:lnTo>
                <a:lnTo>
                  <a:pt x="190512" y="63969"/>
                </a:lnTo>
                <a:lnTo>
                  <a:pt x="190614" y="64897"/>
                </a:lnTo>
                <a:lnTo>
                  <a:pt x="190436" y="65227"/>
                </a:lnTo>
                <a:lnTo>
                  <a:pt x="190309" y="65405"/>
                </a:lnTo>
                <a:lnTo>
                  <a:pt x="189890" y="65887"/>
                </a:lnTo>
                <a:lnTo>
                  <a:pt x="189331" y="66433"/>
                </a:lnTo>
                <a:lnTo>
                  <a:pt x="188709" y="65951"/>
                </a:lnTo>
                <a:lnTo>
                  <a:pt x="188709" y="67017"/>
                </a:lnTo>
                <a:lnTo>
                  <a:pt x="188099" y="67513"/>
                </a:lnTo>
                <a:lnTo>
                  <a:pt x="187566" y="67830"/>
                </a:lnTo>
                <a:lnTo>
                  <a:pt x="185940" y="68376"/>
                </a:lnTo>
                <a:lnTo>
                  <a:pt x="185216" y="68173"/>
                </a:lnTo>
                <a:lnTo>
                  <a:pt x="184861" y="67513"/>
                </a:lnTo>
                <a:lnTo>
                  <a:pt x="184492" y="66509"/>
                </a:lnTo>
                <a:lnTo>
                  <a:pt x="184581" y="65887"/>
                </a:lnTo>
                <a:lnTo>
                  <a:pt x="184734" y="65405"/>
                </a:lnTo>
                <a:lnTo>
                  <a:pt x="184886" y="65227"/>
                </a:lnTo>
                <a:lnTo>
                  <a:pt x="185699" y="64414"/>
                </a:lnTo>
                <a:lnTo>
                  <a:pt x="187706" y="66052"/>
                </a:lnTo>
                <a:lnTo>
                  <a:pt x="188214" y="66509"/>
                </a:lnTo>
                <a:lnTo>
                  <a:pt x="188709" y="67017"/>
                </a:lnTo>
                <a:lnTo>
                  <a:pt x="188709" y="65951"/>
                </a:lnTo>
                <a:lnTo>
                  <a:pt x="187375" y="64897"/>
                </a:lnTo>
                <a:lnTo>
                  <a:pt x="186817" y="64414"/>
                </a:lnTo>
                <a:lnTo>
                  <a:pt x="186296" y="63969"/>
                </a:lnTo>
                <a:lnTo>
                  <a:pt x="186690" y="63665"/>
                </a:lnTo>
                <a:lnTo>
                  <a:pt x="187121" y="63449"/>
                </a:lnTo>
                <a:lnTo>
                  <a:pt x="187604" y="63271"/>
                </a:lnTo>
                <a:lnTo>
                  <a:pt x="183235" y="63271"/>
                </a:lnTo>
                <a:lnTo>
                  <a:pt x="182308" y="64274"/>
                </a:lnTo>
                <a:lnTo>
                  <a:pt x="182206" y="65405"/>
                </a:lnTo>
                <a:lnTo>
                  <a:pt x="182956" y="67513"/>
                </a:lnTo>
                <a:lnTo>
                  <a:pt x="183083" y="67830"/>
                </a:lnTo>
                <a:lnTo>
                  <a:pt x="184531" y="68973"/>
                </a:lnTo>
                <a:lnTo>
                  <a:pt x="187540" y="69735"/>
                </a:lnTo>
                <a:lnTo>
                  <a:pt x="188150" y="69735"/>
                </a:lnTo>
                <a:lnTo>
                  <a:pt x="191414" y="67513"/>
                </a:lnTo>
                <a:lnTo>
                  <a:pt x="192151" y="67830"/>
                </a:lnTo>
                <a:lnTo>
                  <a:pt x="191846" y="67830"/>
                </a:lnTo>
                <a:lnTo>
                  <a:pt x="191947" y="68173"/>
                </a:lnTo>
                <a:lnTo>
                  <a:pt x="192024" y="68376"/>
                </a:lnTo>
                <a:lnTo>
                  <a:pt x="192138" y="68757"/>
                </a:lnTo>
                <a:lnTo>
                  <a:pt x="192252" y="69253"/>
                </a:lnTo>
                <a:lnTo>
                  <a:pt x="192354" y="69735"/>
                </a:lnTo>
                <a:lnTo>
                  <a:pt x="192455" y="70065"/>
                </a:lnTo>
                <a:lnTo>
                  <a:pt x="192620" y="70281"/>
                </a:lnTo>
                <a:lnTo>
                  <a:pt x="192887" y="70523"/>
                </a:lnTo>
                <a:lnTo>
                  <a:pt x="193040" y="70599"/>
                </a:lnTo>
                <a:lnTo>
                  <a:pt x="192112" y="70929"/>
                </a:lnTo>
                <a:lnTo>
                  <a:pt x="191452" y="71424"/>
                </a:lnTo>
                <a:lnTo>
                  <a:pt x="190627" y="72402"/>
                </a:lnTo>
                <a:lnTo>
                  <a:pt x="190538" y="72682"/>
                </a:lnTo>
                <a:lnTo>
                  <a:pt x="190665" y="73075"/>
                </a:lnTo>
                <a:lnTo>
                  <a:pt x="191427" y="73317"/>
                </a:lnTo>
                <a:lnTo>
                  <a:pt x="192849" y="73647"/>
                </a:lnTo>
                <a:lnTo>
                  <a:pt x="193090" y="73533"/>
                </a:lnTo>
                <a:lnTo>
                  <a:pt x="193344" y="73279"/>
                </a:lnTo>
                <a:lnTo>
                  <a:pt x="194183" y="72085"/>
                </a:lnTo>
                <a:lnTo>
                  <a:pt x="194691" y="71602"/>
                </a:lnTo>
                <a:lnTo>
                  <a:pt x="195249" y="71386"/>
                </a:lnTo>
                <a:lnTo>
                  <a:pt x="195389" y="71386"/>
                </a:lnTo>
                <a:lnTo>
                  <a:pt x="195948" y="71120"/>
                </a:lnTo>
                <a:lnTo>
                  <a:pt x="196507" y="71272"/>
                </a:lnTo>
                <a:lnTo>
                  <a:pt x="196850" y="71869"/>
                </a:lnTo>
                <a:lnTo>
                  <a:pt x="197129" y="72682"/>
                </a:lnTo>
                <a:lnTo>
                  <a:pt x="196951" y="73482"/>
                </a:lnTo>
                <a:lnTo>
                  <a:pt x="195732" y="74891"/>
                </a:lnTo>
                <a:lnTo>
                  <a:pt x="195046" y="75361"/>
                </a:lnTo>
                <a:lnTo>
                  <a:pt x="192468" y="76327"/>
                </a:lnTo>
                <a:lnTo>
                  <a:pt x="190627" y="76238"/>
                </a:lnTo>
                <a:lnTo>
                  <a:pt x="188696" y="75387"/>
                </a:lnTo>
                <a:lnTo>
                  <a:pt x="187960" y="75018"/>
                </a:lnTo>
                <a:lnTo>
                  <a:pt x="186334" y="73990"/>
                </a:lnTo>
                <a:lnTo>
                  <a:pt x="186016" y="73837"/>
                </a:lnTo>
                <a:lnTo>
                  <a:pt x="185750" y="73799"/>
                </a:lnTo>
                <a:lnTo>
                  <a:pt x="185216" y="74015"/>
                </a:lnTo>
                <a:lnTo>
                  <a:pt x="185115" y="74193"/>
                </a:lnTo>
                <a:lnTo>
                  <a:pt x="185204" y="74409"/>
                </a:lnTo>
                <a:lnTo>
                  <a:pt x="185623" y="75145"/>
                </a:lnTo>
                <a:lnTo>
                  <a:pt x="186994" y="75869"/>
                </a:lnTo>
                <a:lnTo>
                  <a:pt x="192163" y="77457"/>
                </a:lnTo>
                <a:lnTo>
                  <a:pt x="194360" y="77571"/>
                </a:lnTo>
                <a:lnTo>
                  <a:pt x="197116" y="76568"/>
                </a:lnTo>
                <a:lnTo>
                  <a:pt x="197942" y="75996"/>
                </a:lnTo>
                <a:lnTo>
                  <a:pt x="198450" y="75311"/>
                </a:lnTo>
                <a:lnTo>
                  <a:pt x="199224" y="74447"/>
                </a:lnTo>
                <a:lnTo>
                  <a:pt x="195262" y="70129"/>
                </a:lnTo>
                <a:lnTo>
                  <a:pt x="195097" y="70142"/>
                </a:lnTo>
                <a:lnTo>
                  <a:pt x="194487" y="68376"/>
                </a:lnTo>
                <a:lnTo>
                  <a:pt x="194411" y="68173"/>
                </a:lnTo>
                <a:lnTo>
                  <a:pt x="194297" y="67830"/>
                </a:lnTo>
                <a:lnTo>
                  <a:pt x="194183" y="67513"/>
                </a:lnTo>
                <a:lnTo>
                  <a:pt x="193840" y="66509"/>
                </a:lnTo>
                <a:lnTo>
                  <a:pt x="192392" y="62344"/>
                </a:lnTo>
                <a:lnTo>
                  <a:pt x="190944" y="58191"/>
                </a:lnTo>
                <a:lnTo>
                  <a:pt x="190703" y="57492"/>
                </a:lnTo>
                <a:lnTo>
                  <a:pt x="192493" y="56883"/>
                </a:lnTo>
                <a:lnTo>
                  <a:pt x="193090" y="56972"/>
                </a:lnTo>
                <a:lnTo>
                  <a:pt x="195516" y="59677"/>
                </a:lnTo>
                <a:lnTo>
                  <a:pt x="196062" y="59677"/>
                </a:lnTo>
                <a:lnTo>
                  <a:pt x="196481" y="59855"/>
                </a:lnTo>
                <a:lnTo>
                  <a:pt x="196913" y="60109"/>
                </a:lnTo>
                <a:lnTo>
                  <a:pt x="196608" y="60896"/>
                </a:lnTo>
                <a:lnTo>
                  <a:pt x="196494" y="61201"/>
                </a:lnTo>
                <a:lnTo>
                  <a:pt x="200609" y="65252"/>
                </a:lnTo>
                <a:lnTo>
                  <a:pt x="202285" y="65252"/>
                </a:lnTo>
                <a:lnTo>
                  <a:pt x="205930" y="62484"/>
                </a:lnTo>
                <a:lnTo>
                  <a:pt x="206248" y="62014"/>
                </a:lnTo>
                <a:close/>
              </a:path>
              <a:path w="300355" h="78105">
                <a:moveTo>
                  <a:pt x="209854" y="46393"/>
                </a:moveTo>
                <a:lnTo>
                  <a:pt x="209702" y="46050"/>
                </a:lnTo>
                <a:lnTo>
                  <a:pt x="209257" y="45720"/>
                </a:lnTo>
                <a:lnTo>
                  <a:pt x="208534" y="45389"/>
                </a:lnTo>
                <a:lnTo>
                  <a:pt x="201930" y="42379"/>
                </a:lnTo>
                <a:lnTo>
                  <a:pt x="199364" y="42278"/>
                </a:lnTo>
                <a:lnTo>
                  <a:pt x="196380" y="43700"/>
                </a:lnTo>
                <a:lnTo>
                  <a:pt x="196100" y="44005"/>
                </a:lnTo>
                <a:lnTo>
                  <a:pt x="196240" y="44297"/>
                </a:lnTo>
                <a:lnTo>
                  <a:pt x="199593" y="46088"/>
                </a:lnTo>
                <a:lnTo>
                  <a:pt x="200037" y="46088"/>
                </a:lnTo>
                <a:lnTo>
                  <a:pt x="200672" y="45720"/>
                </a:lnTo>
                <a:lnTo>
                  <a:pt x="201053" y="45415"/>
                </a:lnTo>
                <a:lnTo>
                  <a:pt x="201688" y="45059"/>
                </a:lnTo>
                <a:lnTo>
                  <a:pt x="202247" y="44653"/>
                </a:lnTo>
                <a:lnTo>
                  <a:pt x="202476" y="44577"/>
                </a:lnTo>
                <a:lnTo>
                  <a:pt x="202793" y="44513"/>
                </a:lnTo>
                <a:lnTo>
                  <a:pt x="203238" y="44462"/>
                </a:lnTo>
                <a:lnTo>
                  <a:pt x="203949" y="44513"/>
                </a:lnTo>
                <a:lnTo>
                  <a:pt x="204533" y="44640"/>
                </a:lnTo>
                <a:lnTo>
                  <a:pt x="208978" y="46850"/>
                </a:lnTo>
                <a:lnTo>
                  <a:pt x="209461" y="46964"/>
                </a:lnTo>
                <a:lnTo>
                  <a:pt x="209753" y="46824"/>
                </a:lnTo>
                <a:lnTo>
                  <a:pt x="209854" y="46393"/>
                </a:lnTo>
                <a:close/>
              </a:path>
              <a:path w="300355" h="78105">
                <a:moveTo>
                  <a:pt x="220510" y="64223"/>
                </a:moveTo>
                <a:lnTo>
                  <a:pt x="220484" y="63881"/>
                </a:lnTo>
                <a:lnTo>
                  <a:pt x="220091" y="63042"/>
                </a:lnTo>
                <a:lnTo>
                  <a:pt x="219329" y="62433"/>
                </a:lnTo>
                <a:lnTo>
                  <a:pt x="216204" y="60858"/>
                </a:lnTo>
                <a:lnTo>
                  <a:pt x="215785" y="60502"/>
                </a:lnTo>
                <a:lnTo>
                  <a:pt x="215722" y="60350"/>
                </a:lnTo>
                <a:lnTo>
                  <a:pt x="215785" y="60109"/>
                </a:lnTo>
                <a:lnTo>
                  <a:pt x="216141" y="59397"/>
                </a:lnTo>
                <a:lnTo>
                  <a:pt x="216204" y="59105"/>
                </a:lnTo>
                <a:lnTo>
                  <a:pt x="216179" y="58915"/>
                </a:lnTo>
                <a:lnTo>
                  <a:pt x="216255" y="58635"/>
                </a:lnTo>
                <a:lnTo>
                  <a:pt x="216230" y="58343"/>
                </a:lnTo>
                <a:lnTo>
                  <a:pt x="215823" y="57531"/>
                </a:lnTo>
                <a:lnTo>
                  <a:pt x="215341" y="57150"/>
                </a:lnTo>
                <a:lnTo>
                  <a:pt x="214007" y="56667"/>
                </a:lnTo>
                <a:lnTo>
                  <a:pt x="213423" y="56667"/>
                </a:lnTo>
                <a:lnTo>
                  <a:pt x="212877" y="56896"/>
                </a:lnTo>
                <a:lnTo>
                  <a:pt x="211848" y="57569"/>
                </a:lnTo>
                <a:lnTo>
                  <a:pt x="211543" y="58356"/>
                </a:lnTo>
                <a:lnTo>
                  <a:pt x="212407" y="60109"/>
                </a:lnTo>
                <a:lnTo>
                  <a:pt x="212432" y="60248"/>
                </a:lnTo>
                <a:lnTo>
                  <a:pt x="212229" y="60591"/>
                </a:lnTo>
                <a:lnTo>
                  <a:pt x="212064" y="60769"/>
                </a:lnTo>
                <a:lnTo>
                  <a:pt x="210642" y="61518"/>
                </a:lnTo>
                <a:lnTo>
                  <a:pt x="209943" y="61544"/>
                </a:lnTo>
                <a:lnTo>
                  <a:pt x="209130" y="61264"/>
                </a:lnTo>
                <a:lnTo>
                  <a:pt x="207314" y="58343"/>
                </a:lnTo>
                <a:lnTo>
                  <a:pt x="207416" y="57810"/>
                </a:lnTo>
                <a:lnTo>
                  <a:pt x="212509" y="53987"/>
                </a:lnTo>
                <a:lnTo>
                  <a:pt x="213029" y="53746"/>
                </a:lnTo>
                <a:lnTo>
                  <a:pt x="213118" y="53594"/>
                </a:lnTo>
                <a:lnTo>
                  <a:pt x="213029" y="52552"/>
                </a:lnTo>
                <a:lnTo>
                  <a:pt x="212445" y="51346"/>
                </a:lnTo>
                <a:lnTo>
                  <a:pt x="211785" y="50444"/>
                </a:lnTo>
                <a:lnTo>
                  <a:pt x="211493" y="49974"/>
                </a:lnTo>
                <a:lnTo>
                  <a:pt x="211289" y="49504"/>
                </a:lnTo>
                <a:lnTo>
                  <a:pt x="211251" y="49276"/>
                </a:lnTo>
                <a:lnTo>
                  <a:pt x="211264" y="49022"/>
                </a:lnTo>
                <a:lnTo>
                  <a:pt x="213868" y="47879"/>
                </a:lnTo>
                <a:lnTo>
                  <a:pt x="213067" y="46062"/>
                </a:lnTo>
                <a:lnTo>
                  <a:pt x="201701" y="51130"/>
                </a:lnTo>
                <a:lnTo>
                  <a:pt x="196443" y="53187"/>
                </a:lnTo>
                <a:lnTo>
                  <a:pt x="198361" y="54546"/>
                </a:lnTo>
                <a:lnTo>
                  <a:pt x="202247" y="52997"/>
                </a:lnTo>
                <a:lnTo>
                  <a:pt x="209346" y="49860"/>
                </a:lnTo>
                <a:lnTo>
                  <a:pt x="210223" y="51841"/>
                </a:lnTo>
                <a:lnTo>
                  <a:pt x="210362" y="52400"/>
                </a:lnTo>
                <a:lnTo>
                  <a:pt x="210337" y="52730"/>
                </a:lnTo>
                <a:lnTo>
                  <a:pt x="210146" y="52895"/>
                </a:lnTo>
                <a:lnTo>
                  <a:pt x="209397" y="53327"/>
                </a:lnTo>
                <a:lnTo>
                  <a:pt x="206679" y="54381"/>
                </a:lnTo>
                <a:lnTo>
                  <a:pt x="205841" y="55105"/>
                </a:lnTo>
                <a:lnTo>
                  <a:pt x="204800" y="57048"/>
                </a:lnTo>
                <a:lnTo>
                  <a:pt x="204762" y="58153"/>
                </a:lnTo>
                <a:lnTo>
                  <a:pt x="205295" y="59321"/>
                </a:lnTo>
                <a:lnTo>
                  <a:pt x="206108" y="60655"/>
                </a:lnTo>
                <a:lnTo>
                  <a:pt x="207327" y="61595"/>
                </a:lnTo>
                <a:lnTo>
                  <a:pt x="210743" y="62699"/>
                </a:lnTo>
                <a:lnTo>
                  <a:pt x="212318" y="62636"/>
                </a:lnTo>
                <a:lnTo>
                  <a:pt x="214337" y="61607"/>
                </a:lnTo>
                <a:lnTo>
                  <a:pt x="214604" y="61417"/>
                </a:lnTo>
                <a:lnTo>
                  <a:pt x="214896" y="61341"/>
                </a:lnTo>
                <a:lnTo>
                  <a:pt x="217538" y="63246"/>
                </a:lnTo>
                <a:lnTo>
                  <a:pt x="217487" y="63474"/>
                </a:lnTo>
                <a:lnTo>
                  <a:pt x="217309" y="63715"/>
                </a:lnTo>
                <a:lnTo>
                  <a:pt x="217182" y="63982"/>
                </a:lnTo>
                <a:lnTo>
                  <a:pt x="217182" y="64262"/>
                </a:lnTo>
                <a:lnTo>
                  <a:pt x="217284" y="64528"/>
                </a:lnTo>
                <a:lnTo>
                  <a:pt x="217487" y="64833"/>
                </a:lnTo>
                <a:lnTo>
                  <a:pt x="217906" y="65011"/>
                </a:lnTo>
                <a:lnTo>
                  <a:pt x="218541" y="65062"/>
                </a:lnTo>
                <a:lnTo>
                  <a:pt x="219163" y="65163"/>
                </a:lnTo>
                <a:lnTo>
                  <a:pt x="219659" y="65151"/>
                </a:lnTo>
                <a:lnTo>
                  <a:pt x="220179" y="64897"/>
                </a:lnTo>
                <a:lnTo>
                  <a:pt x="220332" y="64757"/>
                </a:lnTo>
                <a:lnTo>
                  <a:pt x="220421" y="64554"/>
                </a:lnTo>
                <a:lnTo>
                  <a:pt x="220510" y="64223"/>
                </a:lnTo>
                <a:close/>
              </a:path>
              <a:path w="300355" h="78105">
                <a:moveTo>
                  <a:pt x="220903" y="49136"/>
                </a:moveTo>
                <a:lnTo>
                  <a:pt x="217970" y="49136"/>
                </a:lnTo>
                <a:lnTo>
                  <a:pt x="219214" y="49707"/>
                </a:lnTo>
                <a:lnTo>
                  <a:pt x="220764" y="49707"/>
                </a:lnTo>
                <a:lnTo>
                  <a:pt x="220903" y="49136"/>
                </a:lnTo>
                <a:close/>
              </a:path>
              <a:path w="300355" h="78105">
                <a:moveTo>
                  <a:pt x="221094" y="47117"/>
                </a:moveTo>
                <a:lnTo>
                  <a:pt x="219646" y="46456"/>
                </a:lnTo>
                <a:lnTo>
                  <a:pt x="218109" y="46456"/>
                </a:lnTo>
                <a:lnTo>
                  <a:pt x="217944" y="47117"/>
                </a:lnTo>
                <a:lnTo>
                  <a:pt x="221094" y="47117"/>
                </a:lnTo>
                <a:close/>
              </a:path>
              <a:path w="300355" h="78105">
                <a:moveTo>
                  <a:pt x="221310" y="47548"/>
                </a:moveTo>
                <a:lnTo>
                  <a:pt x="217881" y="47548"/>
                </a:lnTo>
                <a:lnTo>
                  <a:pt x="217766" y="48729"/>
                </a:lnTo>
                <a:lnTo>
                  <a:pt x="221005" y="48729"/>
                </a:lnTo>
                <a:lnTo>
                  <a:pt x="221310" y="47548"/>
                </a:lnTo>
                <a:close/>
              </a:path>
              <a:path w="300355" h="78105">
                <a:moveTo>
                  <a:pt x="223786" y="54940"/>
                </a:moveTo>
                <a:lnTo>
                  <a:pt x="220789" y="54940"/>
                </a:lnTo>
                <a:lnTo>
                  <a:pt x="222148" y="55562"/>
                </a:lnTo>
                <a:lnTo>
                  <a:pt x="223634" y="55562"/>
                </a:lnTo>
                <a:lnTo>
                  <a:pt x="223786" y="54940"/>
                </a:lnTo>
                <a:close/>
              </a:path>
              <a:path w="300355" h="78105">
                <a:moveTo>
                  <a:pt x="224091" y="52997"/>
                </a:moveTo>
                <a:lnTo>
                  <a:pt x="223062" y="52539"/>
                </a:lnTo>
                <a:lnTo>
                  <a:pt x="220992" y="52539"/>
                </a:lnTo>
                <a:lnTo>
                  <a:pt x="220903" y="52997"/>
                </a:lnTo>
                <a:lnTo>
                  <a:pt x="224091" y="52997"/>
                </a:lnTo>
                <a:close/>
              </a:path>
              <a:path w="300355" h="78105">
                <a:moveTo>
                  <a:pt x="224129" y="53314"/>
                </a:moveTo>
                <a:lnTo>
                  <a:pt x="220840" y="53314"/>
                </a:lnTo>
                <a:lnTo>
                  <a:pt x="220611" y="54559"/>
                </a:lnTo>
                <a:lnTo>
                  <a:pt x="223875" y="54559"/>
                </a:lnTo>
                <a:lnTo>
                  <a:pt x="224129" y="53314"/>
                </a:lnTo>
                <a:close/>
              </a:path>
              <a:path w="300355" h="78105">
                <a:moveTo>
                  <a:pt x="299961" y="13995"/>
                </a:moveTo>
                <a:lnTo>
                  <a:pt x="292544" y="12496"/>
                </a:lnTo>
                <a:lnTo>
                  <a:pt x="290677" y="13068"/>
                </a:lnTo>
                <a:lnTo>
                  <a:pt x="290131" y="12382"/>
                </a:lnTo>
                <a:lnTo>
                  <a:pt x="288493" y="10477"/>
                </a:lnTo>
                <a:lnTo>
                  <a:pt x="283921" y="5156"/>
                </a:lnTo>
                <a:lnTo>
                  <a:pt x="283921" y="8801"/>
                </a:lnTo>
                <a:lnTo>
                  <a:pt x="279654" y="12382"/>
                </a:lnTo>
                <a:lnTo>
                  <a:pt x="277228" y="9499"/>
                </a:lnTo>
                <a:lnTo>
                  <a:pt x="275932" y="7975"/>
                </a:lnTo>
                <a:lnTo>
                  <a:pt x="280200" y="4381"/>
                </a:lnTo>
                <a:lnTo>
                  <a:pt x="283921" y="8801"/>
                </a:lnTo>
                <a:lnTo>
                  <a:pt x="283921" y="5156"/>
                </a:lnTo>
                <a:lnTo>
                  <a:pt x="283260" y="4381"/>
                </a:lnTo>
                <a:lnTo>
                  <a:pt x="281978" y="2882"/>
                </a:lnTo>
                <a:lnTo>
                  <a:pt x="283616" y="1498"/>
                </a:lnTo>
                <a:lnTo>
                  <a:pt x="282333" y="0"/>
                </a:lnTo>
                <a:lnTo>
                  <a:pt x="270954" y="9601"/>
                </a:lnTo>
                <a:lnTo>
                  <a:pt x="266039" y="13423"/>
                </a:lnTo>
                <a:lnTo>
                  <a:pt x="257136" y="20040"/>
                </a:lnTo>
                <a:lnTo>
                  <a:pt x="252006" y="23596"/>
                </a:lnTo>
                <a:lnTo>
                  <a:pt x="238201" y="32575"/>
                </a:lnTo>
                <a:lnTo>
                  <a:pt x="231673" y="36322"/>
                </a:lnTo>
                <a:lnTo>
                  <a:pt x="226999" y="39065"/>
                </a:lnTo>
                <a:lnTo>
                  <a:pt x="227952" y="40716"/>
                </a:lnTo>
                <a:lnTo>
                  <a:pt x="228904" y="40157"/>
                </a:lnTo>
                <a:lnTo>
                  <a:pt x="231457" y="44602"/>
                </a:lnTo>
                <a:lnTo>
                  <a:pt x="231813" y="45110"/>
                </a:lnTo>
                <a:lnTo>
                  <a:pt x="233997" y="46012"/>
                </a:lnTo>
                <a:lnTo>
                  <a:pt x="237109" y="46012"/>
                </a:lnTo>
                <a:lnTo>
                  <a:pt x="238760" y="45110"/>
                </a:lnTo>
                <a:lnTo>
                  <a:pt x="238899" y="45008"/>
                </a:lnTo>
                <a:lnTo>
                  <a:pt x="237782" y="46621"/>
                </a:lnTo>
                <a:lnTo>
                  <a:pt x="236461" y="48577"/>
                </a:lnTo>
                <a:lnTo>
                  <a:pt x="236054" y="50457"/>
                </a:lnTo>
                <a:lnTo>
                  <a:pt x="236728" y="52882"/>
                </a:lnTo>
                <a:lnTo>
                  <a:pt x="236918" y="53124"/>
                </a:lnTo>
                <a:lnTo>
                  <a:pt x="237159" y="53060"/>
                </a:lnTo>
                <a:lnTo>
                  <a:pt x="237553" y="52793"/>
                </a:lnTo>
                <a:lnTo>
                  <a:pt x="237705" y="52565"/>
                </a:lnTo>
                <a:lnTo>
                  <a:pt x="238582" y="51435"/>
                </a:lnTo>
                <a:lnTo>
                  <a:pt x="238760" y="51231"/>
                </a:lnTo>
                <a:lnTo>
                  <a:pt x="238937" y="50800"/>
                </a:lnTo>
                <a:lnTo>
                  <a:pt x="238975" y="50469"/>
                </a:lnTo>
                <a:lnTo>
                  <a:pt x="238785" y="49936"/>
                </a:lnTo>
                <a:lnTo>
                  <a:pt x="238607" y="49593"/>
                </a:lnTo>
                <a:lnTo>
                  <a:pt x="238429" y="49110"/>
                </a:lnTo>
                <a:lnTo>
                  <a:pt x="238188" y="48628"/>
                </a:lnTo>
                <a:lnTo>
                  <a:pt x="238150" y="48463"/>
                </a:lnTo>
                <a:lnTo>
                  <a:pt x="238150" y="48209"/>
                </a:lnTo>
                <a:lnTo>
                  <a:pt x="238188" y="47866"/>
                </a:lnTo>
                <a:lnTo>
                  <a:pt x="238315" y="47345"/>
                </a:lnTo>
                <a:lnTo>
                  <a:pt x="238493" y="46939"/>
                </a:lnTo>
                <a:lnTo>
                  <a:pt x="240144" y="44678"/>
                </a:lnTo>
                <a:lnTo>
                  <a:pt x="240423" y="45110"/>
                </a:lnTo>
                <a:lnTo>
                  <a:pt x="240855" y="46012"/>
                </a:lnTo>
                <a:lnTo>
                  <a:pt x="241668" y="47409"/>
                </a:lnTo>
                <a:lnTo>
                  <a:pt x="242227" y="47866"/>
                </a:lnTo>
                <a:lnTo>
                  <a:pt x="243840" y="48196"/>
                </a:lnTo>
                <a:lnTo>
                  <a:pt x="244843" y="48196"/>
                </a:lnTo>
                <a:lnTo>
                  <a:pt x="244741" y="47866"/>
                </a:lnTo>
                <a:lnTo>
                  <a:pt x="244703" y="47726"/>
                </a:lnTo>
                <a:lnTo>
                  <a:pt x="242773" y="44361"/>
                </a:lnTo>
                <a:lnTo>
                  <a:pt x="238417" y="36766"/>
                </a:lnTo>
                <a:lnTo>
                  <a:pt x="238417" y="41249"/>
                </a:lnTo>
                <a:lnTo>
                  <a:pt x="235305" y="44831"/>
                </a:lnTo>
                <a:lnTo>
                  <a:pt x="234340" y="44831"/>
                </a:lnTo>
                <a:lnTo>
                  <a:pt x="234022" y="44602"/>
                </a:lnTo>
                <a:lnTo>
                  <a:pt x="233845" y="44361"/>
                </a:lnTo>
                <a:lnTo>
                  <a:pt x="231419" y="40157"/>
                </a:lnTo>
                <a:lnTo>
                  <a:pt x="230784" y="39065"/>
                </a:lnTo>
                <a:lnTo>
                  <a:pt x="235572" y="36322"/>
                </a:lnTo>
                <a:lnTo>
                  <a:pt x="238417" y="41249"/>
                </a:lnTo>
                <a:lnTo>
                  <a:pt x="238417" y="36766"/>
                </a:lnTo>
                <a:lnTo>
                  <a:pt x="238163" y="36322"/>
                </a:lnTo>
                <a:lnTo>
                  <a:pt x="237540" y="35229"/>
                </a:lnTo>
                <a:lnTo>
                  <a:pt x="239014" y="34404"/>
                </a:lnTo>
                <a:lnTo>
                  <a:pt x="239141" y="34328"/>
                </a:lnTo>
                <a:lnTo>
                  <a:pt x="239433" y="34124"/>
                </a:lnTo>
                <a:lnTo>
                  <a:pt x="245452" y="30251"/>
                </a:lnTo>
                <a:lnTo>
                  <a:pt x="247700" y="33718"/>
                </a:lnTo>
                <a:lnTo>
                  <a:pt x="247408" y="33972"/>
                </a:lnTo>
                <a:lnTo>
                  <a:pt x="244614" y="33972"/>
                </a:lnTo>
                <a:lnTo>
                  <a:pt x="243916" y="34404"/>
                </a:lnTo>
                <a:lnTo>
                  <a:pt x="242785" y="35331"/>
                </a:lnTo>
                <a:lnTo>
                  <a:pt x="241884" y="36283"/>
                </a:lnTo>
                <a:lnTo>
                  <a:pt x="241769" y="37338"/>
                </a:lnTo>
                <a:lnTo>
                  <a:pt x="242836" y="39014"/>
                </a:lnTo>
                <a:lnTo>
                  <a:pt x="243382" y="39484"/>
                </a:lnTo>
                <a:lnTo>
                  <a:pt x="244068" y="39789"/>
                </a:lnTo>
                <a:lnTo>
                  <a:pt x="244475" y="39941"/>
                </a:lnTo>
                <a:lnTo>
                  <a:pt x="246532" y="40576"/>
                </a:lnTo>
                <a:lnTo>
                  <a:pt x="247662" y="40576"/>
                </a:lnTo>
                <a:lnTo>
                  <a:pt x="248856" y="39789"/>
                </a:lnTo>
                <a:lnTo>
                  <a:pt x="249148" y="39484"/>
                </a:lnTo>
                <a:lnTo>
                  <a:pt x="249732" y="38493"/>
                </a:lnTo>
                <a:lnTo>
                  <a:pt x="249999" y="38100"/>
                </a:lnTo>
                <a:lnTo>
                  <a:pt x="250342" y="38100"/>
                </a:lnTo>
                <a:lnTo>
                  <a:pt x="252158" y="40957"/>
                </a:lnTo>
                <a:lnTo>
                  <a:pt x="252450" y="41236"/>
                </a:lnTo>
                <a:lnTo>
                  <a:pt x="252603" y="41236"/>
                </a:lnTo>
                <a:lnTo>
                  <a:pt x="252882" y="41376"/>
                </a:lnTo>
                <a:lnTo>
                  <a:pt x="255270" y="41376"/>
                </a:lnTo>
                <a:lnTo>
                  <a:pt x="255257" y="41236"/>
                </a:lnTo>
                <a:lnTo>
                  <a:pt x="255104" y="40957"/>
                </a:lnTo>
                <a:lnTo>
                  <a:pt x="251167" y="34963"/>
                </a:lnTo>
                <a:lnTo>
                  <a:pt x="251294" y="34404"/>
                </a:lnTo>
                <a:lnTo>
                  <a:pt x="251421" y="34124"/>
                </a:lnTo>
                <a:lnTo>
                  <a:pt x="251485" y="33972"/>
                </a:lnTo>
                <a:lnTo>
                  <a:pt x="251802" y="33502"/>
                </a:lnTo>
                <a:lnTo>
                  <a:pt x="252158" y="33070"/>
                </a:lnTo>
                <a:lnTo>
                  <a:pt x="252260" y="32943"/>
                </a:lnTo>
                <a:lnTo>
                  <a:pt x="252691" y="32512"/>
                </a:lnTo>
                <a:lnTo>
                  <a:pt x="253796" y="31813"/>
                </a:lnTo>
                <a:lnTo>
                  <a:pt x="254000" y="31813"/>
                </a:lnTo>
                <a:lnTo>
                  <a:pt x="254571" y="31991"/>
                </a:lnTo>
                <a:lnTo>
                  <a:pt x="255511" y="33502"/>
                </a:lnTo>
                <a:lnTo>
                  <a:pt x="255587" y="35636"/>
                </a:lnTo>
                <a:lnTo>
                  <a:pt x="255460" y="36144"/>
                </a:lnTo>
                <a:lnTo>
                  <a:pt x="255435" y="36283"/>
                </a:lnTo>
                <a:lnTo>
                  <a:pt x="255308" y="37338"/>
                </a:lnTo>
                <a:lnTo>
                  <a:pt x="254266" y="37338"/>
                </a:lnTo>
                <a:lnTo>
                  <a:pt x="258368" y="38061"/>
                </a:lnTo>
                <a:lnTo>
                  <a:pt x="258775" y="37338"/>
                </a:lnTo>
                <a:lnTo>
                  <a:pt x="258673" y="36283"/>
                </a:lnTo>
                <a:lnTo>
                  <a:pt x="258495" y="35636"/>
                </a:lnTo>
                <a:lnTo>
                  <a:pt x="258406" y="35331"/>
                </a:lnTo>
                <a:lnTo>
                  <a:pt x="258305" y="34963"/>
                </a:lnTo>
                <a:lnTo>
                  <a:pt x="258064" y="34404"/>
                </a:lnTo>
                <a:lnTo>
                  <a:pt x="257937" y="34124"/>
                </a:lnTo>
                <a:lnTo>
                  <a:pt x="257797" y="33972"/>
                </a:lnTo>
                <a:lnTo>
                  <a:pt x="257149" y="33070"/>
                </a:lnTo>
                <a:lnTo>
                  <a:pt x="256019" y="31813"/>
                </a:lnTo>
                <a:lnTo>
                  <a:pt x="255143" y="31381"/>
                </a:lnTo>
                <a:lnTo>
                  <a:pt x="255282" y="31381"/>
                </a:lnTo>
                <a:lnTo>
                  <a:pt x="253060" y="30988"/>
                </a:lnTo>
                <a:lnTo>
                  <a:pt x="251650" y="30988"/>
                </a:lnTo>
                <a:lnTo>
                  <a:pt x="251015" y="31381"/>
                </a:lnTo>
                <a:lnTo>
                  <a:pt x="250342" y="31991"/>
                </a:lnTo>
                <a:lnTo>
                  <a:pt x="249923" y="32512"/>
                </a:lnTo>
                <a:lnTo>
                  <a:pt x="249847" y="32727"/>
                </a:lnTo>
                <a:lnTo>
                  <a:pt x="249770" y="32943"/>
                </a:lnTo>
                <a:lnTo>
                  <a:pt x="248907" y="31597"/>
                </a:lnTo>
                <a:lnTo>
                  <a:pt x="248907" y="35636"/>
                </a:lnTo>
                <a:lnTo>
                  <a:pt x="248754" y="35636"/>
                </a:lnTo>
                <a:lnTo>
                  <a:pt x="248551" y="36144"/>
                </a:lnTo>
                <a:lnTo>
                  <a:pt x="248500" y="36283"/>
                </a:lnTo>
                <a:lnTo>
                  <a:pt x="248424" y="36474"/>
                </a:lnTo>
                <a:lnTo>
                  <a:pt x="248348" y="36677"/>
                </a:lnTo>
                <a:lnTo>
                  <a:pt x="247662" y="38100"/>
                </a:lnTo>
                <a:lnTo>
                  <a:pt x="247523" y="38100"/>
                </a:lnTo>
                <a:lnTo>
                  <a:pt x="247154" y="38493"/>
                </a:lnTo>
                <a:lnTo>
                  <a:pt x="245592" y="39484"/>
                </a:lnTo>
                <a:lnTo>
                  <a:pt x="245364" y="39484"/>
                </a:lnTo>
                <a:lnTo>
                  <a:pt x="244462" y="38100"/>
                </a:lnTo>
                <a:lnTo>
                  <a:pt x="244373" y="37338"/>
                </a:lnTo>
                <a:lnTo>
                  <a:pt x="244500" y="37109"/>
                </a:lnTo>
                <a:lnTo>
                  <a:pt x="244563" y="36931"/>
                </a:lnTo>
                <a:lnTo>
                  <a:pt x="247738" y="34404"/>
                </a:lnTo>
                <a:lnTo>
                  <a:pt x="248094" y="34404"/>
                </a:lnTo>
                <a:lnTo>
                  <a:pt x="248907" y="35636"/>
                </a:lnTo>
                <a:lnTo>
                  <a:pt x="248907" y="31597"/>
                </a:lnTo>
                <a:lnTo>
                  <a:pt x="248043" y="30251"/>
                </a:lnTo>
                <a:lnTo>
                  <a:pt x="247281" y="29070"/>
                </a:lnTo>
                <a:lnTo>
                  <a:pt x="253263" y="25234"/>
                </a:lnTo>
                <a:lnTo>
                  <a:pt x="254774" y="24053"/>
                </a:lnTo>
                <a:lnTo>
                  <a:pt x="261975" y="34378"/>
                </a:lnTo>
                <a:lnTo>
                  <a:pt x="262204" y="34569"/>
                </a:lnTo>
                <a:lnTo>
                  <a:pt x="262407" y="34696"/>
                </a:lnTo>
                <a:lnTo>
                  <a:pt x="264439" y="34886"/>
                </a:lnTo>
                <a:lnTo>
                  <a:pt x="264960" y="34886"/>
                </a:lnTo>
                <a:lnTo>
                  <a:pt x="264922" y="34632"/>
                </a:lnTo>
                <a:lnTo>
                  <a:pt x="256552" y="22821"/>
                </a:lnTo>
                <a:lnTo>
                  <a:pt x="258102" y="21755"/>
                </a:lnTo>
                <a:lnTo>
                  <a:pt x="258241" y="21653"/>
                </a:lnTo>
                <a:lnTo>
                  <a:pt x="261378" y="19329"/>
                </a:lnTo>
                <a:lnTo>
                  <a:pt x="262432" y="20764"/>
                </a:lnTo>
                <a:lnTo>
                  <a:pt x="261213" y="22098"/>
                </a:lnTo>
                <a:lnTo>
                  <a:pt x="260337" y="23164"/>
                </a:lnTo>
                <a:lnTo>
                  <a:pt x="260146" y="23495"/>
                </a:lnTo>
                <a:lnTo>
                  <a:pt x="260019" y="23850"/>
                </a:lnTo>
                <a:lnTo>
                  <a:pt x="260019" y="24244"/>
                </a:lnTo>
                <a:lnTo>
                  <a:pt x="260591" y="24574"/>
                </a:lnTo>
                <a:lnTo>
                  <a:pt x="262255" y="24904"/>
                </a:lnTo>
                <a:lnTo>
                  <a:pt x="262521" y="24892"/>
                </a:lnTo>
                <a:lnTo>
                  <a:pt x="262661" y="24803"/>
                </a:lnTo>
                <a:lnTo>
                  <a:pt x="264693" y="21590"/>
                </a:lnTo>
                <a:lnTo>
                  <a:pt x="265252" y="21082"/>
                </a:lnTo>
                <a:lnTo>
                  <a:pt x="266128" y="20421"/>
                </a:lnTo>
                <a:lnTo>
                  <a:pt x="266738" y="20396"/>
                </a:lnTo>
                <a:lnTo>
                  <a:pt x="267195" y="20599"/>
                </a:lnTo>
                <a:lnTo>
                  <a:pt x="267893" y="21501"/>
                </a:lnTo>
                <a:lnTo>
                  <a:pt x="268109" y="22148"/>
                </a:lnTo>
                <a:lnTo>
                  <a:pt x="268236" y="22999"/>
                </a:lnTo>
                <a:lnTo>
                  <a:pt x="268262" y="23736"/>
                </a:lnTo>
                <a:lnTo>
                  <a:pt x="268160" y="24422"/>
                </a:lnTo>
                <a:lnTo>
                  <a:pt x="267919" y="25031"/>
                </a:lnTo>
                <a:lnTo>
                  <a:pt x="267614" y="25095"/>
                </a:lnTo>
                <a:lnTo>
                  <a:pt x="266026" y="25082"/>
                </a:lnTo>
                <a:lnTo>
                  <a:pt x="265531" y="25234"/>
                </a:lnTo>
                <a:lnTo>
                  <a:pt x="264668" y="25882"/>
                </a:lnTo>
                <a:lnTo>
                  <a:pt x="264414" y="26276"/>
                </a:lnTo>
                <a:lnTo>
                  <a:pt x="264223" y="27228"/>
                </a:lnTo>
                <a:lnTo>
                  <a:pt x="264363" y="27686"/>
                </a:lnTo>
                <a:lnTo>
                  <a:pt x="264947" y="28435"/>
                </a:lnTo>
                <a:lnTo>
                  <a:pt x="265214" y="28651"/>
                </a:lnTo>
                <a:lnTo>
                  <a:pt x="266433" y="29248"/>
                </a:lnTo>
                <a:lnTo>
                  <a:pt x="267373" y="29133"/>
                </a:lnTo>
                <a:lnTo>
                  <a:pt x="268287" y="28460"/>
                </a:lnTo>
                <a:lnTo>
                  <a:pt x="268871" y="27990"/>
                </a:lnTo>
                <a:lnTo>
                  <a:pt x="269392" y="27419"/>
                </a:lnTo>
                <a:lnTo>
                  <a:pt x="269570" y="27317"/>
                </a:lnTo>
                <a:lnTo>
                  <a:pt x="269760" y="27254"/>
                </a:lnTo>
                <a:lnTo>
                  <a:pt x="272821" y="28054"/>
                </a:lnTo>
                <a:lnTo>
                  <a:pt x="273951" y="28194"/>
                </a:lnTo>
                <a:lnTo>
                  <a:pt x="274459" y="28092"/>
                </a:lnTo>
                <a:lnTo>
                  <a:pt x="275323" y="27444"/>
                </a:lnTo>
                <a:lnTo>
                  <a:pt x="275297" y="26974"/>
                </a:lnTo>
                <a:lnTo>
                  <a:pt x="274828" y="26314"/>
                </a:lnTo>
                <a:lnTo>
                  <a:pt x="274662" y="26187"/>
                </a:lnTo>
                <a:lnTo>
                  <a:pt x="274218" y="26136"/>
                </a:lnTo>
                <a:lnTo>
                  <a:pt x="271881" y="26339"/>
                </a:lnTo>
                <a:lnTo>
                  <a:pt x="270738" y="26314"/>
                </a:lnTo>
                <a:lnTo>
                  <a:pt x="270116" y="26098"/>
                </a:lnTo>
                <a:lnTo>
                  <a:pt x="270992" y="23901"/>
                </a:lnTo>
                <a:lnTo>
                  <a:pt x="270967" y="22174"/>
                </a:lnTo>
                <a:lnTo>
                  <a:pt x="269519" y="20218"/>
                </a:lnTo>
                <a:lnTo>
                  <a:pt x="268655" y="19723"/>
                </a:lnTo>
                <a:lnTo>
                  <a:pt x="266268" y="19164"/>
                </a:lnTo>
                <a:lnTo>
                  <a:pt x="265226" y="19177"/>
                </a:lnTo>
                <a:lnTo>
                  <a:pt x="264299" y="19481"/>
                </a:lnTo>
                <a:lnTo>
                  <a:pt x="263220" y="17983"/>
                </a:lnTo>
                <a:lnTo>
                  <a:pt x="267373" y="14909"/>
                </a:lnTo>
                <a:lnTo>
                  <a:pt x="268833" y="13716"/>
                </a:lnTo>
                <a:lnTo>
                  <a:pt x="276618" y="23596"/>
                </a:lnTo>
                <a:lnTo>
                  <a:pt x="277063" y="23888"/>
                </a:lnTo>
                <a:lnTo>
                  <a:pt x="279577" y="23952"/>
                </a:lnTo>
                <a:lnTo>
                  <a:pt x="279565" y="23685"/>
                </a:lnTo>
                <a:lnTo>
                  <a:pt x="270535" y="12369"/>
                </a:lnTo>
                <a:lnTo>
                  <a:pt x="272034" y="11201"/>
                </a:lnTo>
                <a:lnTo>
                  <a:pt x="274129" y="9499"/>
                </a:lnTo>
                <a:lnTo>
                  <a:pt x="276593" y="12382"/>
                </a:lnTo>
                <a:lnTo>
                  <a:pt x="277799" y="13817"/>
                </a:lnTo>
                <a:lnTo>
                  <a:pt x="276885" y="14566"/>
                </a:lnTo>
                <a:lnTo>
                  <a:pt x="276390" y="15113"/>
                </a:lnTo>
                <a:lnTo>
                  <a:pt x="276339" y="15608"/>
                </a:lnTo>
                <a:lnTo>
                  <a:pt x="277139" y="16535"/>
                </a:lnTo>
                <a:lnTo>
                  <a:pt x="277787" y="16751"/>
                </a:lnTo>
                <a:lnTo>
                  <a:pt x="278777" y="16751"/>
                </a:lnTo>
                <a:lnTo>
                  <a:pt x="280733" y="17030"/>
                </a:lnTo>
                <a:lnTo>
                  <a:pt x="281736" y="17030"/>
                </a:lnTo>
                <a:lnTo>
                  <a:pt x="282054" y="16751"/>
                </a:lnTo>
                <a:lnTo>
                  <a:pt x="282371" y="16294"/>
                </a:lnTo>
                <a:lnTo>
                  <a:pt x="282397" y="15608"/>
                </a:lnTo>
                <a:lnTo>
                  <a:pt x="282155" y="15113"/>
                </a:lnTo>
                <a:lnTo>
                  <a:pt x="281952" y="14859"/>
                </a:lnTo>
                <a:lnTo>
                  <a:pt x="281635" y="14566"/>
                </a:lnTo>
                <a:lnTo>
                  <a:pt x="281355" y="14249"/>
                </a:lnTo>
                <a:lnTo>
                  <a:pt x="281444" y="13817"/>
                </a:lnTo>
                <a:lnTo>
                  <a:pt x="283057" y="12382"/>
                </a:lnTo>
                <a:lnTo>
                  <a:pt x="285318" y="10477"/>
                </a:lnTo>
                <a:lnTo>
                  <a:pt x="288137" y="13817"/>
                </a:lnTo>
                <a:lnTo>
                  <a:pt x="288696" y="14249"/>
                </a:lnTo>
                <a:lnTo>
                  <a:pt x="289280" y="14249"/>
                </a:lnTo>
                <a:lnTo>
                  <a:pt x="288455" y="15036"/>
                </a:lnTo>
                <a:lnTo>
                  <a:pt x="288302" y="15379"/>
                </a:lnTo>
                <a:lnTo>
                  <a:pt x="288505" y="15557"/>
                </a:lnTo>
                <a:lnTo>
                  <a:pt x="288721" y="15709"/>
                </a:lnTo>
                <a:lnTo>
                  <a:pt x="289267" y="15849"/>
                </a:lnTo>
                <a:lnTo>
                  <a:pt x="290029" y="15963"/>
                </a:lnTo>
                <a:lnTo>
                  <a:pt x="291147" y="16179"/>
                </a:lnTo>
                <a:lnTo>
                  <a:pt x="291668" y="16116"/>
                </a:lnTo>
                <a:lnTo>
                  <a:pt x="292011" y="15989"/>
                </a:lnTo>
                <a:lnTo>
                  <a:pt x="292430" y="15544"/>
                </a:lnTo>
                <a:lnTo>
                  <a:pt x="292658" y="15176"/>
                </a:lnTo>
                <a:lnTo>
                  <a:pt x="293052" y="14744"/>
                </a:lnTo>
                <a:lnTo>
                  <a:pt x="295198" y="13652"/>
                </a:lnTo>
                <a:lnTo>
                  <a:pt x="299364" y="14236"/>
                </a:lnTo>
                <a:lnTo>
                  <a:pt x="299770" y="14185"/>
                </a:lnTo>
                <a:lnTo>
                  <a:pt x="299961" y="13995"/>
                </a:lnTo>
                <a:close/>
              </a:path>
            </a:pathLst>
          </a:custGeom>
          <a:solidFill>
            <a:srgbClr val="101D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bg object 206"/>
          <p:cNvSpPr/>
          <p:nvPr/>
        </p:nvSpPr>
        <p:spPr>
          <a:xfrm>
            <a:off x="1861854" y="885296"/>
            <a:ext cx="107950" cy="114300"/>
          </a:xfrm>
          <a:custGeom>
            <a:avLst/>
            <a:gdLst/>
            <a:ahLst/>
            <a:cxnLst/>
            <a:rect l="l" t="t" r="r" b="b"/>
            <a:pathLst>
              <a:path w="107950" h="114300">
                <a:moveTo>
                  <a:pt x="89446" y="90957"/>
                </a:moveTo>
                <a:lnTo>
                  <a:pt x="18199" y="90957"/>
                </a:lnTo>
                <a:lnTo>
                  <a:pt x="26758" y="99682"/>
                </a:lnTo>
                <a:lnTo>
                  <a:pt x="37985" y="103492"/>
                </a:lnTo>
                <a:lnTo>
                  <a:pt x="51269" y="107683"/>
                </a:lnTo>
                <a:lnTo>
                  <a:pt x="52146" y="113868"/>
                </a:lnTo>
                <a:lnTo>
                  <a:pt x="55498" y="113868"/>
                </a:lnTo>
                <a:lnTo>
                  <a:pt x="56387" y="107683"/>
                </a:lnTo>
                <a:lnTo>
                  <a:pt x="69672" y="103492"/>
                </a:lnTo>
                <a:lnTo>
                  <a:pt x="80898" y="99682"/>
                </a:lnTo>
                <a:lnTo>
                  <a:pt x="89446" y="90957"/>
                </a:lnTo>
                <a:close/>
              </a:path>
              <a:path w="107950" h="114300">
                <a:moveTo>
                  <a:pt x="23596" y="0"/>
                </a:moveTo>
                <a:lnTo>
                  <a:pt x="11328" y="11341"/>
                </a:lnTo>
                <a:lnTo>
                  <a:pt x="18352" y="17891"/>
                </a:lnTo>
                <a:lnTo>
                  <a:pt x="19851" y="27968"/>
                </a:lnTo>
                <a:lnTo>
                  <a:pt x="6105" y="68624"/>
                </a:lnTo>
                <a:lnTo>
                  <a:pt x="0" y="76746"/>
                </a:lnTo>
                <a:lnTo>
                  <a:pt x="1473" y="77304"/>
                </a:lnTo>
                <a:lnTo>
                  <a:pt x="13728" y="93472"/>
                </a:lnTo>
                <a:lnTo>
                  <a:pt x="18199" y="90957"/>
                </a:lnTo>
                <a:lnTo>
                  <a:pt x="95821" y="90957"/>
                </a:lnTo>
                <a:lnTo>
                  <a:pt x="106162" y="77304"/>
                </a:lnTo>
                <a:lnTo>
                  <a:pt x="107670" y="76746"/>
                </a:lnTo>
                <a:lnTo>
                  <a:pt x="101529" y="70655"/>
                </a:lnTo>
                <a:lnTo>
                  <a:pt x="97642" y="64928"/>
                </a:lnTo>
                <a:lnTo>
                  <a:pt x="94352" y="56239"/>
                </a:lnTo>
                <a:lnTo>
                  <a:pt x="90004" y="41262"/>
                </a:lnTo>
                <a:lnTo>
                  <a:pt x="85617" y="26464"/>
                </a:lnTo>
                <a:lnTo>
                  <a:pt x="84813" y="18415"/>
                </a:lnTo>
                <a:lnTo>
                  <a:pt x="88186" y="14308"/>
                </a:lnTo>
                <a:lnTo>
                  <a:pt x="53875" y="14308"/>
                </a:lnTo>
                <a:lnTo>
                  <a:pt x="48019" y="9333"/>
                </a:lnTo>
                <a:lnTo>
                  <a:pt x="37082" y="9333"/>
                </a:lnTo>
                <a:lnTo>
                  <a:pt x="29544" y="6019"/>
                </a:lnTo>
                <a:lnTo>
                  <a:pt x="25072" y="1972"/>
                </a:lnTo>
                <a:lnTo>
                  <a:pt x="23596" y="0"/>
                </a:lnTo>
                <a:close/>
              </a:path>
              <a:path w="107950" h="114300">
                <a:moveTo>
                  <a:pt x="95821" y="90957"/>
                </a:moveTo>
                <a:lnTo>
                  <a:pt x="89446" y="90957"/>
                </a:lnTo>
                <a:lnTo>
                  <a:pt x="93916" y="93472"/>
                </a:lnTo>
                <a:lnTo>
                  <a:pt x="95821" y="90957"/>
                </a:lnTo>
                <a:close/>
              </a:path>
              <a:path w="107950" h="114300">
                <a:moveTo>
                  <a:pt x="59918" y="9105"/>
                </a:moveTo>
                <a:lnTo>
                  <a:pt x="53795" y="14308"/>
                </a:lnTo>
                <a:lnTo>
                  <a:pt x="88186" y="14308"/>
                </a:lnTo>
                <a:lnTo>
                  <a:pt x="96329" y="11341"/>
                </a:lnTo>
                <a:lnTo>
                  <a:pt x="96138" y="11163"/>
                </a:lnTo>
                <a:lnTo>
                  <a:pt x="69482" y="11163"/>
                </a:lnTo>
                <a:lnTo>
                  <a:pt x="59918" y="9105"/>
                </a:lnTo>
                <a:close/>
              </a:path>
              <a:path w="107950" h="114300">
                <a:moveTo>
                  <a:pt x="84073" y="0"/>
                </a:moveTo>
                <a:lnTo>
                  <a:pt x="79296" y="7464"/>
                </a:lnTo>
                <a:lnTo>
                  <a:pt x="75187" y="10901"/>
                </a:lnTo>
                <a:lnTo>
                  <a:pt x="69482" y="11163"/>
                </a:lnTo>
                <a:lnTo>
                  <a:pt x="96138" y="11163"/>
                </a:lnTo>
                <a:lnTo>
                  <a:pt x="84073" y="0"/>
                </a:lnTo>
                <a:close/>
              </a:path>
              <a:path w="107950" h="114300">
                <a:moveTo>
                  <a:pt x="47751" y="9105"/>
                </a:moveTo>
                <a:lnTo>
                  <a:pt x="37082" y="9333"/>
                </a:lnTo>
                <a:lnTo>
                  <a:pt x="48019" y="9333"/>
                </a:lnTo>
                <a:lnTo>
                  <a:pt x="47751" y="91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bg object 207"/>
          <p:cNvSpPr/>
          <p:nvPr/>
        </p:nvSpPr>
        <p:spPr>
          <a:xfrm>
            <a:off x="1859369" y="883183"/>
            <a:ext cx="113030" cy="117475"/>
          </a:xfrm>
          <a:custGeom>
            <a:avLst/>
            <a:gdLst/>
            <a:ahLst/>
            <a:cxnLst/>
            <a:rect l="l" t="t" r="r" b="b"/>
            <a:pathLst>
              <a:path w="113030" h="117475">
                <a:moveTo>
                  <a:pt x="53632" y="21945"/>
                </a:moveTo>
                <a:lnTo>
                  <a:pt x="49237" y="22313"/>
                </a:lnTo>
                <a:lnTo>
                  <a:pt x="49237" y="26733"/>
                </a:lnTo>
                <a:lnTo>
                  <a:pt x="49237" y="45389"/>
                </a:lnTo>
                <a:lnTo>
                  <a:pt x="48577" y="45008"/>
                </a:lnTo>
                <a:lnTo>
                  <a:pt x="44716" y="44005"/>
                </a:lnTo>
                <a:lnTo>
                  <a:pt x="41998" y="44005"/>
                </a:lnTo>
                <a:lnTo>
                  <a:pt x="40563" y="43167"/>
                </a:lnTo>
                <a:lnTo>
                  <a:pt x="38874" y="44005"/>
                </a:lnTo>
                <a:lnTo>
                  <a:pt x="33426" y="44005"/>
                </a:lnTo>
                <a:lnTo>
                  <a:pt x="30111" y="45669"/>
                </a:lnTo>
                <a:lnTo>
                  <a:pt x="31610" y="28168"/>
                </a:lnTo>
                <a:lnTo>
                  <a:pt x="49237" y="26733"/>
                </a:lnTo>
                <a:lnTo>
                  <a:pt x="49237" y="22313"/>
                </a:lnTo>
                <a:lnTo>
                  <a:pt x="26784" y="24130"/>
                </a:lnTo>
                <a:lnTo>
                  <a:pt x="27012" y="26377"/>
                </a:lnTo>
                <a:lnTo>
                  <a:pt x="25984" y="44589"/>
                </a:lnTo>
                <a:lnTo>
                  <a:pt x="21132" y="60502"/>
                </a:lnTo>
                <a:lnTo>
                  <a:pt x="15748" y="71818"/>
                </a:lnTo>
                <a:lnTo>
                  <a:pt x="12077" y="77863"/>
                </a:lnTo>
                <a:lnTo>
                  <a:pt x="15722" y="80302"/>
                </a:lnTo>
                <a:lnTo>
                  <a:pt x="16814" y="78689"/>
                </a:lnTo>
                <a:lnTo>
                  <a:pt x="19431" y="74295"/>
                </a:lnTo>
                <a:lnTo>
                  <a:pt x="24904" y="62953"/>
                </a:lnTo>
                <a:lnTo>
                  <a:pt x="28587" y="51358"/>
                </a:lnTo>
                <a:lnTo>
                  <a:pt x="34518" y="48412"/>
                </a:lnTo>
                <a:lnTo>
                  <a:pt x="43929" y="48412"/>
                </a:lnTo>
                <a:lnTo>
                  <a:pt x="47053" y="49225"/>
                </a:lnTo>
                <a:lnTo>
                  <a:pt x="49237" y="50482"/>
                </a:lnTo>
                <a:lnTo>
                  <a:pt x="49237" y="101803"/>
                </a:lnTo>
                <a:lnTo>
                  <a:pt x="53632" y="101803"/>
                </a:lnTo>
                <a:lnTo>
                  <a:pt x="53632" y="21945"/>
                </a:lnTo>
                <a:close/>
              </a:path>
              <a:path w="113030" h="117475">
                <a:moveTo>
                  <a:pt x="102933" y="77965"/>
                </a:moveTo>
                <a:lnTo>
                  <a:pt x="85356" y="25996"/>
                </a:lnTo>
                <a:lnTo>
                  <a:pt x="85382" y="24041"/>
                </a:lnTo>
                <a:lnTo>
                  <a:pt x="80962" y="23977"/>
                </a:lnTo>
                <a:lnTo>
                  <a:pt x="91922" y="70307"/>
                </a:lnTo>
                <a:lnTo>
                  <a:pt x="96189" y="76847"/>
                </a:lnTo>
                <a:lnTo>
                  <a:pt x="63766" y="95961"/>
                </a:lnTo>
                <a:lnTo>
                  <a:pt x="63766" y="22212"/>
                </a:lnTo>
                <a:lnTo>
                  <a:pt x="59347" y="22212"/>
                </a:lnTo>
                <a:lnTo>
                  <a:pt x="59359" y="103695"/>
                </a:lnTo>
                <a:lnTo>
                  <a:pt x="102933" y="77965"/>
                </a:lnTo>
                <a:close/>
              </a:path>
              <a:path w="113030" h="117475">
                <a:moveTo>
                  <a:pt x="112522" y="79324"/>
                </a:moveTo>
                <a:lnTo>
                  <a:pt x="112026" y="78765"/>
                </a:lnTo>
                <a:lnTo>
                  <a:pt x="111086" y="77876"/>
                </a:lnTo>
                <a:lnTo>
                  <a:pt x="109321" y="75882"/>
                </a:lnTo>
                <a:lnTo>
                  <a:pt x="108242" y="74333"/>
                </a:lnTo>
                <a:lnTo>
                  <a:pt x="108242" y="78765"/>
                </a:lnTo>
                <a:lnTo>
                  <a:pt x="105359" y="81711"/>
                </a:lnTo>
                <a:lnTo>
                  <a:pt x="96024" y="93865"/>
                </a:lnTo>
                <a:lnTo>
                  <a:pt x="91706" y="91414"/>
                </a:lnTo>
                <a:lnTo>
                  <a:pt x="82804" y="100495"/>
                </a:lnTo>
                <a:lnTo>
                  <a:pt x="71742" y="104343"/>
                </a:lnTo>
                <a:lnTo>
                  <a:pt x="60998" y="107734"/>
                </a:lnTo>
                <a:lnTo>
                  <a:pt x="60071" y="109131"/>
                </a:lnTo>
                <a:lnTo>
                  <a:pt x="59550" y="109918"/>
                </a:lnTo>
                <a:lnTo>
                  <a:pt x="59347" y="109969"/>
                </a:lnTo>
                <a:lnTo>
                  <a:pt x="59283" y="110312"/>
                </a:lnTo>
                <a:lnTo>
                  <a:pt x="57873" y="112433"/>
                </a:lnTo>
                <a:lnTo>
                  <a:pt x="56997" y="114668"/>
                </a:lnTo>
                <a:lnTo>
                  <a:pt x="55613" y="114668"/>
                </a:lnTo>
                <a:lnTo>
                  <a:pt x="54724" y="112433"/>
                </a:lnTo>
                <a:lnTo>
                  <a:pt x="53365" y="110401"/>
                </a:lnTo>
                <a:lnTo>
                  <a:pt x="53314" y="109969"/>
                </a:lnTo>
                <a:lnTo>
                  <a:pt x="53035" y="109893"/>
                </a:lnTo>
                <a:lnTo>
                  <a:pt x="52539" y="109131"/>
                </a:lnTo>
                <a:lnTo>
                  <a:pt x="51625" y="107734"/>
                </a:lnTo>
                <a:lnTo>
                  <a:pt x="40919" y="104343"/>
                </a:lnTo>
                <a:lnTo>
                  <a:pt x="29870" y="100495"/>
                </a:lnTo>
                <a:lnTo>
                  <a:pt x="26670" y="97294"/>
                </a:lnTo>
                <a:lnTo>
                  <a:pt x="24130" y="94703"/>
                </a:lnTo>
                <a:lnTo>
                  <a:pt x="23304" y="93865"/>
                </a:lnTo>
                <a:lnTo>
                  <a:pt x="20904" y="91414"/>
                </a:lnTo>
                <a:lnTo>
                  <a:pt x="16535" y="93865"/>
                </a:lnTo>
                <a:lnTo>
                  <a:pt x="13754" y="90182"/>
                </a:lnTo>
                <a:lnTo>
                  <a:pt x="7213" y="81711"/>
                </a:lnTo>
                <a:lnTo>
                  <a:pt x="4368" y="78765"/>
                </a:lnTo>
                <a:lnTo>
                  <a:pt x="5041" y="77876"/>
                </a:lnTo>
                <a:lnTo>
                  <a:pt x="22148" y="40830"/>
                </a:lnTo>
                <a:lnTo>
                  <a:pt x="23482" y="27889"/>
                </a:lnTo>
                <a:lnTo>
                  <a:pt x="22352" y="31559"/>
                </a:lnTo>
                <a:lnTo>
                  <a:pt x="22517" y="26492"/>
                </a:lnTo>
                <a:lnTo>
                  <a:pt x="22529" y="26339"/>
                </a:lnTo>
                <a:lnTo>
                  <a:pt x="22339" y="25666"/>
                </a:lnTo>
                <a:lnTo>
                  <a:pt x="23520" y="27889"/>
                </a:lnTo>
                <a:lnTo>
                  <a:pt x="16344" y="13068"/>
                </a:lnTo>
                <a:lnTo>
                  <a:pt x="16154" y="13068"/>
                </a:lnTo>
                <a:lnTo>
                  <a:pt x="25831" y="4127"/>
                </a:lnTo>
                <a:lnTo>
                  <a:pt x="28016" y="6908"/>
                </a:lnTo>
                <a:lnTo>
                  <a:pt x="31813" y="10896"/>
                </a:lnTo>
                <a:lnTo>
                  <a:pt x="32296" y="11671"/>
                </a:lnTo>
                <a:lnTo>
                  <a:pt x="32550" y="11671"/>
                </a:lnTo>
                <a:lnTo>
                  <a:pt x="34112" y="13296"/>
                </a:lnTo>
                <a:lnTo>
                  <a:pt x="46050" y="13296"/>
                </a:lnTo>
                <a:lnTo>
                  <a:pt x="47929" y="13068"/>
                </a:lnTo>
                <a:lnTo>
                  <a:pt x="49847" y="12661"/>
                </a:lnTo>
                <a:lnTo>
                  <a:pt x="56286" y="18135"/>
                </a:lnTo>
                <a:lnTo>
                  <a:pt x="60439" y="14605"/>
                </a:lnTo>
                <a:lnTo>
                  <a:pt x="62725" y="12661"/>
                </a:lnTo>
                <a:lnTo>
                  <a:pt x="64630" y="13068"/>
                </a:lnTo>
                <a:lnTo>
                  <a:pt x="66509" y="13296"/>
                </a:lnTo>
                <a:lnTo>
                  <a:pt x="78447" y="13296"/>
                </a:lnTo>
                <a:lnTo>
                  <a:pt x="79057" y="12661"/>
                </a:lnTo>
                <a:lnTo>
                  <a:pt x="79438" y="12255"/>
                </a:lnTo>
                <a:lnTo>
                  <a:pt x="79590" y="12103"/>
                </a:lnTo>
                <a:lnTo>
                  <a:pt x="79997" y="11671"/>
                </a:lnTo>
                <a:lnTo>
                  <a:pt x="80391" y="11671"/>
                </a:lnTo>
                <a:lnTo>
                  <a:pt x="81089" y="10541"/>
                </a:lnTo>
                <a:lnTo>
                  <a:pt x="84543" y="6908"/>
                </a:lnTo>
                <a:lnTo>
                  <a:pt x="86741" y="4127"/>
                </a:lnTo>
                <a:lnTo>
                  <a:pt x="96418" y="13068"/>
                </a:lnTo>
                <a:lnTo>
                  <a:pt x="96266" y="13068"/>
                </a:lnTo>
                <a:lnTo>
                  <a:pt x="94119" y="14160"/>
                </a:lnTo>
                <a:lnTo>
                  <a:pt x="92341" y="15938"/>
                </a:lnTo>
                <a:lnTo>
                  <a:pt x="91198" y="18135"/>
                </a:lnTo>
                <a:lnTo>
                  <a:pt x="91097" y="18313"/>
                </a:lnTo>
                <a:lnTo>
                  <a:pt x="89027" y="26174"/>
                </a:lnTo>
                <a:lnTo>
                  <a:pt x="89077" y="27889"/>
                </a:lnTo>
                <a:lnTo>
                  <a:pt x="90271" y="25603"/>
                </a:lnTo>
                <a:lnTo>
                  <a:pt x="90081" y="26339"/>
                </a:lnTo>
                <a:lnTo>
                  <a:pt x="90233" y="31559"/>
                </a:lnTo>
                <a:lnTo>
                  <a:pt x="89115" y="27889"/>
                </a:lnTo>
                <a:lnTo>
                  <a:pt x="89255" y="34315"/>
                </a:lnTo>
                <a:lnTo>
                  <a:pt x="105219" y="74917"/>
                </a:lnTo>
                <a:lnTo>
                  <a:pt x="108242" y="78765"/>
                </a:lnTo>
                <a:lnTo>
                  <a:pt x="108242" y="74333"/>
                </a:lnTo>
                <a:lnTo>
                  <a:pt x="105029" y="69710"/>
                </a:lnTo>
                <a:lnTo>
                  <a:pt x="99428" y="58902"/>
                </a:lnTo>
                <a:lnTo>
                  <a:pt x="93764" y="42976"/>
                </a:lnTo>
                <a:lnTo>
                  <a:pt x="90932" y="33807"/>
                </a:lnTo>
                <a:lnTo>
                  <a:pt x="90678" y="26492"/>
                </a:lnTo>
                <a:lnTo>
                  <a:pt x="91503" y="23253"/>
                </a:lnTo>
                <a:lnTo>
                  <a:pt x="94716" y="17094"/>
                </a:lnTo>
                <a:lnTo>
                  <a:pt x="96621" y="15494"/>
                </a:lnTo>
                <a:lnTo>
                  <a:pt x="101333" y="13995"/>
                </a:lnTo>
                <a:lnTo>
                  <a:pt x="100634" y="13296"/>
                </a:lnTo>
                <a:lnTo>
                  <a:pt x="90716" y="4127"/>
                </a:lnTo>
                <a:lnTo>
                  <a:pt x="86245" y="0"/>
                </a:lnTo>
                <a:lnTo>
                  <a:pt x="85382" y="1397"/>
                </a:lnTo>
                <a:lnTo>
                  <a:pt x="79514" y="10591"/>
                </a:lnTo>
                <a:lnTo>
                  <a:pt x="66598" y="10591"/>
                </a:lnTo>
                <a:lnTo>
                  <a:pt x="64706" y="10363"/>
                </a:lnTo>
                <a:lnTo>
                  <a:pt x="62128" y="9753"/>
                </a:lnTo>
                <a:lnTo>
                  <a:pt x="61988" y="9753"/>
                </a:lnTo>
                <a:lnTo>
                  <a:pt x="56299" y="14605"/>
                </a:lnTo>
                <a:lnTo>
                  <a:pt x="54013" y="12661"/>
                </a:lnTo>
                <a:lnTo>
                  <a:pt x="51587" y="10591"/>
                </a:lnTo>
                <a:lnTo>
                  <a:pt x="50965" y="10071"/>
                </a:lnTo>
                <a:lnTo>
                  <a:pt x="50419" y="9753"/>
                </a:lnTo>
                <a:lnTo>
                  <a:pt x="47967" y="10363"/>
                </a:lnTo>
                <a:lnTo>
                  <a:pt x="46075" y="10591"/>
                </a:lnTo>
                <a:lnTo>
                  <a:pt x="32956" y="10591"/>
                </a:lnTo>
                <a:lnTo>
                  <a:pt x="28905" y="4127"/>
                </a:lnTo>
                <a:lnTo>
                  <a:pt x="27190" y="1397"/>
                </a:lnTo>
                <a:lnTo>
                  <a:pt x="26352" y="0"/>
                </a:lnTo>
                <a:lnTo>
                  <a:pt x="11201" y="13995"/>
                </a:lnTo>
                <a:lnTo>
                  <a:pt x="15951" y="15494"/>
                </a:lnTo>
                <a:lnTo>
                  <a:pt x="17881" y="17094"/>
                </a:lnTo>
                <a:lnTo>
                  <a:pt x="19126" y="19507"/>
                </a:lnTo>
                <a:lnTo>
                  <a:pt x="21259" y="23596"/>
                </a:lnTo>
                <a:lnTo>
                  <a:pt x="21971" y="26339"/>
                </a:lnTo>
                <a:lnTo>
                  <a:pt x="7581" y="69710"/>
                </a:lnTo>
                <a:lnTo>
                  <a:pt x="0" y="79324"/>
                </a:lnTo>
                <a:lnTo>
                  <a:pt x="1905" y="80048"/>
                </a:lnTo>
                <a:lnTo>
                  <a:pt x="2832" y="80645"/>
                </a:lnTo>
                <a:lnTo>
                  <a:pt x="8775" y="87985"/>
                </a:lnTo>
                <a:lnTo>
                  <a:pt x="15811" y="97294"/>
                </a:lnTo>
                <a:lnTo>
                  <a:pt x="20421" y="94703"/>
                </a:lnTo>
                <a:lnTo>
                  <a:pt x="29032" y="103098"/>
                </a:lnTo>
                <a:lnTo>
                  <a:pt x="40043" y="106857"/>
                </a:lnTo>
                <a:lnTo>
                  <a:pt x="52108" y="110667"/>
                </a:lnTo>
                <a:lnTo>
                  <a:pt x="53289" y="116166"/>
                </a:lnTo>
                <a:lnTo>
                  <a:pt x="53467" y="117309"/>
                </a:lnTo>
                <a:lnTo>
                  <a:pt x="59080" y="117309"/>
                </a:lnTo>
                <a:lnTo>
                  <a:pt x="59270" y="116166"/>
                </a:lnTo>
                <a:lnTo>
                  <a:pt x="59588" y="114668"/>
                </a:lnTo>
                <a:lnTo>
                  <a:pt x="60477" y="110667"/>
                </a:lnTo>
                <a:lnTo>
                  <a:pt x="72402" y="106857"/>
                </a:lnTo>
                <a:lnTo>
                  <a:pt x="73736" y="106400"/>
                </a:lnTo>
                <a:lnTo>
                  <a:pt x="83934" y="102666"/>
                </a:lnTo>
                <a:lnTo>
                  <a:pt x="92113" y="94703"/>
                </a:lnTo>
                <a:lnTo>
                  <a:pt x="96786" y="97294"/>
                </a:lnTo>
                <a:lnTo>
                  <a:pt x="97459" y="96354"/>
                </a:lnTo>
                <a:lnTo>
                  <a:pt x="98717" y="94703"/>
                </a:lnTo>
                <a:lnTo>
                  <a:pt x="99339" y="93865"/>
                </a:lnTo>
                <a:lnTo>
                  <a:pt x="103784" y="87985"/>
                </a:lnTo>
                <a:lnTo>
                  <a:pt x="109728" y="80645"/>
                </a:lnTo>
                <a:lnTo>
                  <a:pt x="110591" y="80048"/>
                </a:lnTo>
                <a:lnTo>
                  <a:pt x="112522" y="79324"/>
                </a:lnTo>
                <a:close/>
              </a:path>
            </a:pathLst>
          </a:custGeom>
          <a:solidFill>
            <a:srgbClr val="06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bg object 208"/>
          <p:cNvSpPr/>
          <p:nvPr/>
        </p:nvSpPr>
        <p:spPr>
          <a:xfrm>
            <a:off x="1607134" y="653592"/>
            <a:ext cx="617220" cy="606425"/>
          </a:xfrm>
          <a:custGeom>
            <a:avLst/>
            <a:gdLst/>
            <a:ahLst/>
            <a:cxnLst/>
            <a:rect l="l" t="t" r="r" b="b"/>
            <a:pathLst>
              <a:path w="617219" h="606425">
                <a:moveTo>
                  <a:pt x="53365" y="327050"/>
                </a:moveTo>
                <a:lnTo>
                  <a:pt x="53251" y="326237"/>
                </a:lnTo>
                <a:lnTo>
                  <a:pt x="53187" y="325793"/>
                </a:lnTo>
                <a:lnTo>
                  <a:pt x="53073" y="324954"/>
                </a:lnTo>
                <a:lnTo>
                  <a:pt x="52971" y="324218"/>
                </a:lnTo>
                <a:lnTo>
                  <a:pt x="52844" y="323367"/>
                </a:lnTo>
                <a:lnTo>
                  <a:pt x="52781" y="322910"/>
                </a:lnTo>
                <a:lnTo>
                  <a:pt x="52717" y="322402"/>
                </a:lnTo>
                <a:lnTo>
                  <a:pt x="52603" y="321589"/>
                </a:lnTo>
                <a:lnTo>
                  <a:pt x="52501" y="320865"/>
                </a:lnTo>
                <a:lnTo>
                  <a:pt x="52387" y="320065"/>
                </a:lnTo>
                <a:lnTo>
                  <a:pt x="52349" y="319709"/>
                </a:lnTo>
                <a:lnTo>
                  <a:pt x="52235" y="318947"/>
                </a:lnTo>
                <a:lnTo>
                  <a:pt x="52120" y="318096"/>
                </a:lnTo>
                <a:lnTo>
                  <a:pt x="52070" y="317754"/>
                </a:lnTo>
                <a:lnTo>
                  <a:pt x="51981" y="317093"/>
                </a:lnTo>
                <a:lnTo>
                  <a:pt x="50723" y="315899"/>
                </a:lnTo>
                <a:lnTo>
                  <a:pt x="50723" y="321589"/>
                </a:lnTo>
                <a:lnTo>
                  <a:pt x="50634" y="322402"/>
                </a:lnTo>
                <a:lnTo>
                  <a:pt x="49212" y="328231"/>
                </a:lnTo>
                <a:lnTo>
                  <a:pt x="49161" y="328434"/>
                </a:lnTo>
                <a:lnTo>
                  <a:pt x="44119" y="331724"/>
                </a:lnTo>
                <a:lnTo>
                  <a:pt x="41529" y="331330"/>
                </a:lnTo>
                <a:lnTo>
                  <a:pt x="38811" y="330923"/>
                </a:lnTo>
                <a:lnTo>
                  <a:pt x="38608" y="330923"/>
                </a:lnTo>
                <a:lnTo>
                  <a:pt x="37769" y="329438"/>
                </a:lnTo>
                <a:lnTo>
                  <a:pt x="35420" y="325285"/>
                </a:lnTo>
                <a:lnTo>
                  <a:pt x="35306" y="324485"/>
                </a:lnTo>
                <a:lnTo>
                  <a:pt x="35191" y="323545"/>
                </a:lnTo>
                <a:lnTo>
                  <a:pt x="35115" y="322910"/>
                </a:lnTo>
                <a:lnTo>
                  <a:pt x="35001" y="321983"/>
                </a:lnTo>
                <a:lnTo>
                  <a:pt x="34963" y="321589"/>
                </a:lnTo>
                <a:lnTo>
                  <a:pt x="35547" y="320065"/>
                </a:lnTo>
                <a:lnTo>
                  <a:pt x="40170" y="330923"/>
                </a:lnTo>
                <a:lnTo>
                  <a:pt x="47815" y="328434"/>
                </a:lnTo>
                <a:lnTo>
                  <a:pt x="47967" y="328434"/>
                </a:lnTo>
                <a:lnTo>
                  <a:pt x="48006" y="327444"/>
                </a:lnTo>
                <a:lnTo>
                  <a:pt x="48133" y="323367"/>
                </a:lnTo>
                <a:lnTo>
                  <a:pt x="44919" y="316585"/>
                </a:lnTo>
                <a:lnTo>
                  <a:pt x="44818" y="316369"/>
                </a:lnTo>
                <a:lnTo>
                  <a:pt x="37833" y="315252"/>
                </a:lnTo>
                <a:lnTo>
                  <a:pt x="37198" y="315861"/>
                </a:lnTo>
                <a:lnTo>
                  <a:pt x="46672" y="320662"/>
                </a:lnTo>
                <a:lnTo>
                  <a:pt x="43611" y="327444"/>
                </a:lnTo>
                <a:lnTo>
                  <a:pt x="41694" y="325285"/>
                </a:lnTo>
                <a:lnTo>
                  <a:pt x="41884" y="324954"/>
                </a:lnTo>
                <a:lnTo>
                  <a:pt x="45872" y="320421"/>
                </a:lnTo>
                <a:lnTo>
                  <a:pt x="36309" y="318096"/>
                </a:lnTo>
                <a:lnTo>
                  <a:pt x="37198" y="315861"/>
                </a:lnTo>
                <a:lnTo>
                  <a:pt x="36512" y="316369"/>
                </a:lnTo>
                <a:lnTo>
                  <a:pt x="34874" y="317754"/>
                </a:lnTo>
                <a:lnTo>
                  <a:pt x="34569" y="317754"/>
                </a:lnTo>
                <a:lnTo>
                  <a:pt x="34658" y="317944"/>
                </a:lnTo>
                <a:lnTo>
                  <a:pt x="34404" y="318160"/>
                </a:lnTo>
                <a:lnTo>
                  <a:pt x="34404" y="329438"/>
                </a:lnTo>
                <a:lnTo>
                  <a:pt x="29641" y="328434"/>
                </a:lnTo>
                <a:lnTo>
                  <a:pt x="29121" y="328625"/>
                </a:lnTo>
                <a:lnTo>
                  <a:pt x="29210" y="328434"/>
                </a:lnTo>
                <a:lnTo>
                  <a:pt x="29286" y="328231"/>
                </a:lnTo>
                <a:lnTo>
                  <a:pt x="30124" y="326237"/>
                </a:lnTo>
                <a:lnTo>
                  <a:pt x="30657" y="324954"/>
                </a:lnTo>
                <a:lnTo>
                  <a:pt x="30772" y="324688"/>
                </a:lnTo>
                <a:lnTo>
                  <a:pt x="30861" y="324485"/>
                </a:lnTo>
                <a:lnTo>
                  <a:pt x="31038" y="324218"/>
                </a:lnTo>
                <a:lnTo>
                  <a:pt x="32702" y="321767"/>
                </a:lnTo>
                <a:lnTo>
                  <a:pt x="32626" y="320065"/>
                </a:lnTo>
                <a:lnTo>
                  <a:pt x="32918" y="321589"/>
                </a:lnTo>
                <a:lnTo>
                  <a:pt x="34175" y="328231"/>
                </a:lnTo>
                <a:lnTo>
                  <a:pt x="34277" y="328777"/>
                </a:lnTo>
                <a:lnTo>
                  <a:pt x="34404" y="329438"/>
                </a:lnTo>
                <a:lnTo>
                  <a:pt x="34404" y="318160"/>
                </a:lnTo>
                <a:lnTo>
                  <a:pt x="33566" y="318858"/>
                </a:lnTo>
                <a:lnTo>
                  <a:pt x="27419" y="318325"/>
                </a:lnTo>
                <a:lnTo>
                  <a:pt x="27419" y="329298"/>
                </a:lnTo>
                <a:lnTo>
                  <a:pt x="24460" y="330454"/>
                </a:lnTo>
                <a:lnTo>
                  <a:pt x="18745" y="332854"/>
                </a:lnTo>
                <a:lnTo>
                  <a:pt x="15468" y="335419"/>
                </a:lnTo>
                <a:lnTo>
                  <a:pt x="14084" y="334365"/>
                </a:lnTo>
                <a:lnTo>
                  <a:pt x="16776" y="332854"/>
                </a:lnTo>
                <a:lnTo>
                  <a:pt x="17526" y="332435"/>
                </a:lnTo>
                <a:lnTo>
                  <a:pt x="27419" y="329298"/>
                </a:lnTo>
                <a:lnTo>
                  <a:pt x="27419" y="318325"/>
                </a:lnTo>
                <a:lnTo>
                  <a:pt x="27025" y="318287"/>
                </a:lnTo>
                <a:lnTo>
                  <a:pt x="27025" y="324218"/>
                </a:lnTo>
                <a:lnTo>
                  <a:pt x="26555" y="323545"/>
                </a:lnTo>
                <a:lnTo>
                  <a:pt x="26568" y="323380"/>
                </a:lnTo>
                <a:lnTo>
                  <a:pt x="26822" y="323850"/>
                </a:lnTo>
                <a:lnTo>
                  <a:pt x="26898" y="323989"/>
                </a:lnTo>
                <a:lnTo>
                  <a:pt x="27025" y="324218"/>
                </a:lnTo>
                <a:lnTo>
                  <a:pt x="27025" y="318287"/>
                </a:lnTo>
                <a:lnTo>
                  <a:pt x="23177" y="317944"/>
                </a:lnTo>
                <a:lnTo>
                  <a:pt x="22720" y="317944"/>
                </a:lnTo>
                <a:lnTo>
                  <a:pt x="25488" y="321983"/>
                </a:lnTo>
                <a:lnTo>
                  <a:pt x="26441" y="323367"/>
                </a:lnTo>
                <a:lnTo>
                  <a:pt x="25488" y="321983"/>
                </a:lnTo>
                <a:lnTo>
                  <a:pt x="23596" y="323367"/>
                </a:lnTo>
                <a:lnTo>
                  <a:pt x="22656" y="324853"/>
                </a:lnTo>
                <a:lnTo>
                  <a:pt x="22580" y="324485"/>
                </a:lnTo>
                <a:lnTo>
                  <a:pt x="22466" y="323989"/>
                </a:lnTo>
                <a:lnTo>
                  <a:pt x="22377" y="323545"/>
                </a:lnTo>
                <a:lnTo>
                  <a:pt x="22339" y="323367"/>
                </a:lnTo>
                <a:lnTo>
                  <a:pt x="22237" y="322910"/>
                </a:lnTo>
                <a:lnTo>
                  <a:pt x="22123" y="322402"/>
                </a:lnTo>
                <a:lnTo>
                  <a:pt x="22034" y="321983"/>
                </a:lnTo>
                <a:lnTo>
                  <a:pt x="19469" y="323545"/>
                </a:lnTo>
                <a:lnTo>
                  <a:pt x="19596" y="322402"/>
                </a:lnTo>
                <a:lnTo>
                  <a:pt x="19278" y="322491"/>
                </a:lnTo>
                <a:lnTo>
                  <a:pt x="19278" y="325285"/>
                </a:lnTo>
                <a:lnTo>
                  <a:pt x="19189" y="326237"/>
                </a:lnTo>
                <a:lnTo>
                  <a:pt x="19138" y="325793"/>
                </a:lnTo>
                <a:lnTo>
                  <a:pt x="19278" y="325285"/>
                </a:lnTo>
                <a:lnTo>
                  <a:pt x="19278" y="322491"/>
                </a:lnTo>
                <a:lnTo>
                  <a:pt x="15849" y="323367"/>
                </a:lnTo>
                <a:lnTo>
                  <a:pt x="15290" y="323545"/>
                </a:lnTo>
                <a:lnTo>
                  <a:pt x="15049" y="323608"/>
                </a:lnTo>
                <a:lnTo>
                  <a:pt x="15049" y="324954"/>
                </a:lnTo>
                <a:lnTo>
                  <a:pt x="14935" y="324688"/>
                </a:lnTo>
                <a:lnTo>
                  <a:pt x="14859" y="324485"/>
                </a:lnTo>
                <a:lnTo>
                  <a:pt x="14744" y="324218"/>
                </a:lnTo>
                <a:lnTo>
                  <a:pt x="14122" y="324954"/>
                </a:lnTo>
                <a:lnTo>
                  <a:pt x="14732" y="324218"/>
                </a:lnTo>
                <a:lnTo>
                  <a:pt x="14579" y="323850"/>
                </a:lnTo>
                <a:lnTo>
                  <a:pt x="14655" y="323989"/>
                </a:lnTo>
                <a:lnTo>
                  <a:pt x="14732" y="324218"/>
                </a:lnTo>
                <a:lnTo>
                  <a:pt x="14922" y="323989"/>
                </a:lnTo>
                <a:lnTo>
                  <a:pt x="15036" y="323850"/>
                </a:lnTo>
                <a:lnTo>
                  <a:pt x="15049" y="324954"/>
                </a:lnTo>
                <a:lnTo>
                  <a:pt x="15049" y="323608"/>
                </a:lnTo>
                <a:lnTo>
                  <a:pt x="14528" y="323723"/>
                </a:lnTo>
                <a:lnTo>
                  <a:pt x="14058" y="323837"/>
                </a:lnTo>
                <a:lnTo>
                  <a:pt x="13843" y="323913"/>
                </a:lnTo>
                <a:lnTo>
                  <a:pt x="13843" y="325285"/>
                </a:lnTo>
                <a:lnTo>
                  <a:pt x="13042" y="330454"/>
                </a:lnTo>
                <a:lnTo>
                  <a:pt x="12966" y="330923"/>
                </a:lnTo>
                <a:lnTo>
                  <a:pt x="12903" y="331330"/>
                </a:lnTo>
                <a:lnTo>
                  <a:pt x="12827" y="331825"/>
                </a:lnTo>
                <a:lnTo>
                  <a:pt x="12776" y="332219"/>
                </a:lnTo>
                <a:lnTo>
                  <a:pt x="11696" y="332790"/>
                </a:lnTo>
                <a:lnTo>
                  <a:pt x="9867" y="331825"/>
                </a:lnTo>
                <a:lnTo>
                  <a:pt x="13106" y="326237"/>
                </a:lnTo>
                <a:lnTo>
                  <a:pt x="13220" y="326021"/>
                </a:lnTo>
                <a:lnTo>
                  <a:pt x="13843" y="325285"/>
                </a:lnTo>
                <a:lnTo>
                  <a:pt x="13843" y="323913"/>
                </a:lnTo>
                <a:lnTo>
                  <a:pt x="13449" y="323989"/>
                </a:lnTo>
                <a:lnTo>
                  <a:pt x="13982" y="323850"/>
                </a:lnTo>
                <a:lnTo>
                  <a:pt x="14097" y="323570"/>
                </a:lnTo>
                <a:lnTo>
                  <a:pt x="14058" y="323837"/>
                </a:lnTo>
                <a:lnTo>
                  <a:pt x="14528" y="323710"/>
                </a:lnTo>
                <a:lnTo>
                  <a:pt x="14439" y="323507"/>
                </a:lnTo>
                <a:lnTo>
                  <a:pt x="14528" y="323710"/>
                </a:lnTo>
                <a:lnTo>
                  <a:pt x="15163" y="323545"/>
                </a:lnTo>
                <a:lnTo>
                  <a:pt x="15443" y="323367"/>
                </a:lnTo>
                <a:lnTo>
                  <a:pt x="15824" y="322910"/>
                </a:lnTo>
                <a:lnTo>
                  <a:pt x="17526" y="320865"/>
                </a:lnTo>
                <a:lnTo>
                  <a:pt x="22567" y="316585"/>
                </a:lnTo>
                <a:lnTo>
                  <a:pt x="28181" y="313461"/>
                </a:lnTo>
                <a:lnTo>
                  <a:pt x="34569" y="311823"/>
                </a:lnTo>
                <a:lnTo>
                  <a:pt x="41656" y="312089"/>
                </a:lnTo>
                <a:lnTo>
                  <a:pt x="47663" y="315125"/>
                </a:lnTo>
                <a:lnTo>
                  <a:pt x="50723" y="321589"/>
                </a:lnTo>
                <a:lnTo>
                  <a:pt x="50723" y="315899"/>
                </a:lnTo>
                <a:lnTo>
                  <a:pt x="46443" y="311823"/>
                </a:lnTo>
                <a:lnTo>
                  <a:pt x="44335" y="309816"/>
                </a:lnTo>
                <a:lnTo>
                  <a:pt x="33756" y="308673"/>
                </a:lnTo>
                <a:lnTo>
                  <a:pt x="44348" y="305727"/>
                </a:lnTo>
                <a:lnTo>
                  <a:pt x="44627" y="305320"/>
                </a:lnTo>
                <a:lnTo>
                  <a:pt x="50152" y="297357"/>
                </a:lnTo>
                <a:lnTo>
                  <a:pt x="50038" y="296087"/>
                </a:lnTo>
                <a:lnTo>
                  <a:pt x="49911" y="294792"/>
                </a:lnTo>
                <a:lnTo>
                  <a:pt x="49784" y="293484"/>
                </a:lnTo>
                <a:lnTo>
                  <a:pt x="49745" y="292989"/>
                </a:lnTo>
                <a:lnTo>
                  <a:pt x="49618" y="291782"/>
                </a:lnTo>
                <a:lnTo>
                  <a:pt x="49555" y="291033"/>
                </a:lnTo>
                <a:lnTo>
                  <a:pt x="49428" y="289788"/>
                </a:lnTo>
                <a:lnTo>
                  <a:pt x="49314" y="288632"/>
                </a:lnTo>
                <a:lnTo>
                  <a:pt x="49199" y="287362"/>
                </a:lnTo>
                <a:lnTo>
                  <a:pt x="47866" y="285788"/>
                </a:lnTo>
                <a:lnTo>
                  <a:pt x="47866" y="292989"/>
                </a:lnTo>
                <a:lnTo>
                  <a:pt x="46977" y="297091"/>
                </a:lnTo>
                <a:lnTo>
                  <a:pt x="46913" y="297357"/>
                </a:lnTo>
                <a:lnTo>
                  <a:pt x="46837" y="297688"/>
                </a:lnTo>
                <a:lnTo>
                  <a:pt x="46774" y="297980"/>
                </a:lnTo>
                <a:lnTo>
                  <a:pt x="46710" y="298310"/>
                </a:lnTo>
                <a:lnTo>
                  <a:pt x="46583" y="298881"/>
                </a:lnTo>
                <a:lnTo>
                  <a:pt x="46469" y="299415"/>
                </a:lnTo>
                <a:lnTo>
                  <a:pt x="46342" y="299974"/>
                </a:lnTo>
                <a:lnTo>
                  <a:pt x="41148" y="303911"/>
                </a:lnTo>
                <a:lnTo>
                  <a:pt x="34251" y="305320"/>
                </a:lnTo>
                <a:lnTo>
                  <a:pt x="27609" y="304723"/>
                </a:lnTo>
                <a:lnTo>
                  <a:pt x="21374" y="302552"/>
                </a:lnTo>
                <a:lnTo>
                  <a:pt x="15595" y="299262"/>
                </a:lnTo>
                <a:lnTo>
                  <a:pt x="15074" y="298881"/>
                </a:lnTo>
                <a:lnTo>
                  <a:pt x="13601" y="297688"/>
                </a:lnTo>
                <a:lnTo>
                  <a:pt x="12852" y="297091"/>
                </a:lnTo>
                <a:lnTo>
                  <a:pt x="14363" y="297091"/>
                </a:lnTo>
                <a:lnTo>
                  <a:pt x="17170" y="297332"/>
                </a:lnTo>
                <a:lnTo>
                  <a:pt x="16852" y="296392"/>
                </a:lnTo>
                <a:lnTo>
                  <a:pt x="16802" y="296240"/>
                </a:lnTo>
                <a:lnTo>
                  <a:pt x="16611" y="295706"/>
                </a:lnTo>
                <a:lnTo>
                  <a:pt x="16751" y="296087"/>
                </a:lnTo>
                <a:lnTo>
                  <a:pt x="16802" y="296240"/>
                </a:lnTo>
                <a:lnTo>
                  <a:pt x="19672" y="297357"/>
                </a:lnTo>
                <a:lnTo>
                  <a:pt x="19621" y="294449"/>
                </a:lnTo>
                <a:lnTo>
                  <a:pt x="20904" y="295757"/>
                </a:lnTo>
                <a:lnTo>
                  <a:pt x="23037" y="296811"/>
                </a:lnTo>
                <a:lnTo>
                  <a:pt x="23355" y="296976"/>
                </a:lnTo>
                <a:lnTo>
                  <a:pt x="23609" y="297091"/>
                </a:lnTo>
                <a:lnTo>
                  <a:pt x="23329" y="297091"/>
                </a:lnTo>
                <a:lnTo>
                  <a:pt x="22936" y="297091"/>
                </a:lnTo>
                <a:lnTo>
                  <a:pt x="23037" y="296824"/>
                </a:lnTo>
                <a:lnTo>
                  <a:pt x="21374" y="300951"/>
                </a:lnTo>
                <a:lnTo>
                  <a:pt x="21259" y="301256"/>
                </a:lnTo>
                <a:lnTo>
                  <a:pt x="31724" y="298564"/>
                </a:lnTo>
                <a:lnTo>
                  <a:pt x="32956" y="299262"/>
                </a:lnTo>
                <a:lnTo>
                  <a:pt x="32905" y="299554"/>
                </a:lnTo>
                <a:lnTo>
                  <a:pt x="33223" y="299415"/>
                </a:lnTo>
                <a:lnTo>
                  <a:pt x="35941" y="300951"/>
                </a:lnTo>
                <a:lnTo>
                  <a:pt x="34544" y="298881"/>
                </a:lnTo>
                <a:lnTo>
                  <a:pt x="43103" y="295173"/>
                </a:lnTo>
                <a:lnTo>
                  <a:pt x="43459" y="295173"/>
                </a:lnTo>
                <a:lnTo>
                  <a:pt x="36944" y="300126"/>
                </a:lnTo>
                <a:lnTo>
                  <a:pt x="35941" y="300951"/>
                </a:lnTo>
                <a:lnTo>
                  <a:pt x="36715" y="301396"/>
                </a:lnTo>
                <a:lnTo>
                  <a:pt x="43053" y="299262"/>
                </a:lnTo>
                <a:lnTo>
                  <a:pt x="43294" y="299262"/>
                </a:lnTo>
                <a:lnTo>
                  <a:pt x="43916" y="296392"/>
                </a:lnTo>
                <a:lnTo>
                  <a:pt x="43980" y="296087"/>
                </a:lnTo>
                <a:lnTo>
                  <a:pt x="44107" y="295516"/>
                </a:lnTo>
                <a:lnTo>
                  <a:pt x="44183" y="295173"/>
                </a:lnTo>
                <a:lnTo>
                  <a:pt x="44259" y="294792"/>
                </a:lnTo>
                <a:lnTo>
                  <a:pt x="43967" y="294792"/>
                </a:lnTo>
                <a:lnTo>
                  <a:pt x="43332" y="295071"/>
                </a:lnTo>
                <a:lnTo>
                  <a:pt x="38138" y="291033"/>
                </a:lnTo>
                <a:lnTo>
                  <a:pt x="38798" y="289788"/>
                </a:lnTo>
                <a:lnTo>
                  <a:pt x="39370" y="288772"/>
                </a:lnTo>
                <a:lnTo>
                  <a:pt x="39446" y="288632"/>
                </a:lnTo>
                <a:lnTo>
                  <a:pt x="39585" y="288632"/>
                </a:lnTo>
                <a:lnTo>
                  <a:pt x="44183" y="294792"/>
                </a:lnTo>
                <a:lnTo>
                  <a:pt x="44335" y="294449"/>
                </a:lnTo>
                <a:lnTo>
                  <a:pt x="44843" y="292125"/>
                </a:lnTo>
                <a:lnTo>
                  <a:pt x="44919" y="291782"/>
                </a:lnTo>
                <a:lnTo>
                  <a:pt x="44094" y="288772"/>
                </a:lnTo>
                <a:lnTo>
                  <a:pt x="44056" y="288632"/>
                </a:lnTo>
                <a:lnTo>
                  <a:pt x="43891" y="288036"/>
                </a:lnTo>
                <a:lnTo>
                  <a:pt x="43827" y="287807"/>
                </a:lnTo>
                <a:lnTo>
                  <a:pt x="43700" y="287362"/>
                </a:lnTo>
                <a:lnTo>
                  <a:pt x="43586" y="286918"/>
                </a:lnTo>
                <a:lnTo>
                  <a:pt x="35331" y="285661"/>
                </a:lnTo>
                <a:lnTo>
                  <a:pt x="33794" y="294449"/>
                </a:lnTo>
                <a:lnTo>
                  <a:pt x="33667" y="295173"/>
                </a:lnTo>
                <a:lnTo>
                  <a:pt x="33566" y="295757"/>
                </a:lnTo>
                <a:lnTo>
                  <a:pt x="33451" y="296392"/>
                </a:lnTo>
                <a:lnTo>
                  <a:pt x="33337" y="297091"/>
                </a:lnTo>
                <a:lnTo>
                  <a:pt x="32435" y="295757"/>
                </a:lnTo>
                <a:lnTo>
                  <a:pt x="32308" y="295173"/>
                </a:lnTo>
                <a:lnTo>
                  <a:pt x="32232" y="294449"/>
                </a:lnTo>
                <a:lnTo>
                  <a:pt x="32118" y="293484"/>
                </a:lnTo>
                <a:lnTo>
                  <a:pt x="32016" y="291782"/>
                </a:lnTo>
                <a:lnTo>
                  <a:pt x="33134" y="288036"/>
                </a:lnTo>
                <a:lnTo>
                  <a:pt x="33337" y="287362"/>
                </a:lnTo>
                <a:lnTo>
                  <a:pt x="33375" y="287210"/>
                </a:lnTo>
                <a:lnTo>
                  <a:pt x="33464" y="286918"/>
                </a:lnTo>
                <a:lnTo>
                  <a:pt x="33540" y="286664"/>
                </a:lnTo>
                <a:lnTo>
                  <a:pt x="33604" y="286473"/>
                </a:lnTo>
                <a:lnTo>
                  <a:pt x="33756" y="285953"/>
                </a:lnTo>
                <a:lnTo>
                  <a:pt x="39001" y="284238"/>
                </a:lnTo>
                <a:lnTo>
                  <a:pt x="44704" y="286664"/>
                </a:lnTo>
                <a:lnTo>
                  <a:pt x="47866" y="292989"/>
                </a:lnTo>
                <a:lnTo>
                  <a:pt x="47866" y="285788"/>
                </a:lnTo>
                <a:lnTo>
                  <a:pt x="46558" y="284238"/>
                </a:lnTo>
                <a:lnTo>
                  <a:pt x="44107" y="281343"/>
                </a:lnTo>
                <a:lnTo>
                  <a:pt x="43357" y="280454"/>
                </a:lnTo>
                <a:lnTo>
                  <a:pt x="34569" y="281343"/>
                </a:lnTo>
                <a:lnTo>
                  <a:pt x="35382" y="275323"/>
                </a:lnTo>
                <a:lnTo>
                  <a:pt x="30403" y="274586"/>
                </a:lnTo>
                <a:lnTo>
                  <a:pt x="30403" y="296087"/>
                </a:lnTo>
                <a:lnTo>
                  <a:pt x="28714" y="294449"/>
                </a:lnTo>
                <a:lnTo>
                  <a:pt x="27863" y="293624"/>
                </a:lnTo>
                <a:lnTo>
                  <a:pt x="27724" y="293484"/>
                </a:lnTo>
                <a:lnTo>
                  <a:pt x="26758" y="292125"/>
                </a:lnTo>
                <a:lnTo>
                  <a:pt x="25120" y="289788"/>
                </a:lnTo>
                <a:lnTo>
                  <a:pt x="25603" y="289788"/>
                </a:lnTo>
                <a:lnTo>
                  <a:pt x="26809" y="289318"/>
                </a:lnTo>
                <a:lnTo>
                  <a:pt x="30035" y="288036"/>
                </a:lnTo>
                <a:lnTo>
                  <a:pt x="30060" y="288632"/>
                </a:lnTo>
                <a:lnTo>
                  <a:pt x="30175" y="291033"/>
                </a:lnTo>
                <a:lnTo>
                  <a:pt x="30289" y="293484"/>
                </a:lnTo>
                <a:lnTo>
                  <a:pt x="30403" y="296087"/>
                </a:lnTo>
                <a:lnTo>
                  <a:pt x="30403" y="274586"/>
                </a:lnTo>
                <a:lnTo>
                  <a:pt x="25374" y="273837"/>
                </a:lnTo>
                <a:lnTo>
                  <a:pt x="28384" y="286423"/>
                </a:lnTo>
                <a:lnTo>
                  <a:pt x="24003" y="285737"/>
                </a:lnTo>
                <a:lnTo>
                  <a:pt x="24003" y="294449"/>
                </a:lnTo>
                <a:lnTo>
                  <a:pt x="23812" y="295198"/>
                </a:lnTo>
                <a:lnTo>
                  <a:pt x="23558" y="295503"/>
                </a:lnTo>
                <a:lnTo>
                  <a:pt x="23990" y="294449"/>
                </a:lnTo>
                <a:lnTo>
                  <a:pt x="24003" y="285737"/>
                </a:lnTo>
                <a:lnTo>
                  <a:pt x="23304" y="285635"/>
                </a:lnTo>
                <a:lnTo>
                  <a:pt x="23304" y="289318"/>
                </a:lnTo>
                <a:lnTo>
                  <a:pt x="18554" y="288632"/>
                </a:lnTo>
                <a:lnTo>
                  <a:pt x="12788" y="287807"/>
                </a:lnTo>
                <a:lnTo>
                  <a:pt x="11264" y="287286"/>
                </a:lnTo>
                <a:lnTo>
                  <a:pt x="11264" y="296392"/>
                </a:lnTo>
                <a:lnTo>
                  <a:pt x="11137" y="296087"/>
                </a:lnTo>
                <a:lnTo>
                  <a:pt x="10998" y="296240"/>
                </a:lnTo>
                <a:lnTo>
                  <a:pt x="10934" y="296392"/>
                </a:lnTo>
                <a:lnTo>
                  <a:pt x="10909" y="295516"/>
                </a:lnTo>
                <a:lnTo>
                  <a:pt x="10020" y="294792"/>
                </a:lnTo>
                <a:lnTo>
                  <a:pt x="5511" y="289788"/>
                </a:lnTo>
                <a:lnTo>
                  <a:pt x="5181" y="289788"/>
                </a:lnTo>
                <a:lnTo>
                  <a:pt x="6642" y="288632"/>
                </a:lnTo>
                <a:lnTo>
                  <a:pt x="7747" y="288632"/>
                </a:lnTo>
                <a:lnTo>
                  <a:pt x="8204" y="288772"/>
                </a:lnTo>
                <a:lnTo>
                  <a:pt x="10909" y="295516"/>
                </a:lnTo>
                <a:lnTo>
                  <a:pt x="11137" y="296087"/>
                </a:lnTo>
                <a:lnTo>
                  <a:pt x="11201" y="295757"/>
                </a:lnTo>
                <a:lnTo>
                  <a:pt x="11264" y="296392"/>
                </a:lnTo>
                <a:lnTo>
                  <a:pt x="11264" y="287286"/>
                </a:lnTo>
                <a:lnTo>
                  <a:pt x="8953" y="286473"/>
                </a:lnTo>
                <a:lnTo>
                  <a:pt x="10071" y="285203"/>
                </a:lnTo>
                <a:lnTo>
                  <a:pt x="13881" y="287210"/>
                </a:lnTo>
                <a:lnTo>
                  <a:pt x="20040" y="288632"/>
                </a:lnTo>
                <a:lnTo>
                  <a:pt x="23304" y="289318"/>
                </a:lnTo>
                <a:lnTo>
                  <a:pt x="23304" y="285635"/>
                </a:lnTo>
                <a:lnTo>
                  <a:pt x="20599" y="285203"/>
                </a:lnTo>
                <a:lnTo>
                  <a:pt x="14363" y="284238"/>
                </a:lnTo>
                <a:lnTo>
                  <a:pt x="10414" y="282905"/>
                </a:lnTo>
                <a:lnTo>
                  <a:pt x="11315" y="279793"/>
                </a:lnTo>
                <a:lnTo>
                  <a:pt x="12026" y="275323"/>
                </a:lnTo>
                <a:lnTo>
                  <a:pt x="11518" y="274612"/>
                </a:lnTo>
                <a:lnTo>
                  <a:pt x="8013" y="270332"/>
                </a:lnTo>
                <a:lnTo>
                  <a:pt x="2641" y="268439"/>
                </a:lnTo>
                <a:lnTo>
                  <a:pt x="431" y="274612"/>
                </a:lnTo>
                <a:lnTo>
                  <a:pt x="0" y="277914"/>
                </a:lnTo>
                <a:lnTo>
                  <a:pt x="1524" y="280746"/>
                </a:lnTo>
                <a:lnTo>
                  <a:pt x="4076" y="285661"/>
                </a:lnTo>
                <a:lnTo>
                  <a:pt x="6959" y="285661"/>
                </a:lnTo>
                <a:lnTo>
                  <a:pt x="3403" y="291033"/>
                </a:lnTo>
                <a:lnTo>
                  <a:pt x="11506" y="300126"/>
                </a:lnTo>
                <a:lnTo>
                  <a:pt x="22059" y="306451"/>
                </a:lnTo>
                <a:lnTo>
                  <a:pt x="32918" y="308622"/>
                </a:lnTo>
                <a:lnTo>
                  <a:pt x="22301" y="312661"/>
                </a:lnTo>
                <a:lnTo>
                  <a:pt x="13589" y="320421"/>
                </a:lnTo>
                <a:lnTo>
                  <a:pt x="13360" y="320662"/>
                </a:lnTo>
                <a:lnTo>
                  <a:pt x="7505" y="330923"/>
                </a:lnTo>
                <a:lnTo>
                  <a:pt x="7747" y="330923"/>
                </a:lnTo>
                <a:lnTo>
                  <a:pt x="12420" y="335559"/>
                </a:lnTo>
                <a:lnTo>
                  <a:pt x="9461" y="336029"/>
                </a:lnTo>
                <a:lnTo>
                  <a:pt x="7327" y="344220"/>
                </a:lnTo>
                <a:lnTo>
                  <a:pt x="8509" y="347357"/>
                </a:lnTo>
                <a:lnTo>
                  <a:pt x="12128" y="353060"/>
                </a:lnTo>
                <a:lnTo>
                  <a:pt x="16941" y="350354"/>
                </a:lnTo>
                <a:lnTo>
                  <a:pt x="19735" y="344881"/>
                </a:lnTo>
                <a:lnTo>
                  <a:pt x="17983" y="340563"/>
                </a:lnTo>
                <a:lnTo>
                  <a:pt x="16370" y="337629"/>
                </a:lnTo>
                <a:lnTo>
                  <a:pt x="19850" y="335724"/>
                </a:lnTo>
                <a:lnTo>
                  <a:pt x="20764" y="335419"/>
                </a:lnTo>
                <a:lnTo>
                  <a:pt x="33185" y="331330"/>
                </a:lnTo>
                <a:lnTo>
                  <a:pt x="33159" y="344144"/>
                </a:lnTo>
                <a:lnTo>
                  <a:pt x="42646" y="341083"/>
                </a:lnTo>
                <a:lnTo>
                  <a:pt x="40703" y="336029"/>
                </a:lnTo>
                <a:lnTo>
                  <a:pt x="40589" y="335724"/>
                </a:lnTo>
                <a:lnTo>
                  <a:pt x="40474" y="335419"/>
                </a:lnTo>
                <a:lnTo>
                  <a:pt x="38544" y="335419"/>
                </a:lnTo>
                <a:lnTo>
                  <a:pt x="49250" y="334772"/>
                </a:lnTo>
                <a:lnTo>
                  <a:pt x="50825" y="331825"/>
                </a:lnTo>
                <a:lnTo>
                  <a:pt x="53365" y="327050"/>
                </a:lnTo>
                <a:close/>
              </a:path>
              <a:path w="617219" h="606425">
                <a:moveTo>
                  <a:pt x="111975" y="130327"/>
                </a:moveTo>
                <a:lnTo>
                  <a:pt x="105422" y="128803"/>
                </a:lnTo>
                <a:lnTo>
                  <a:pt x="88734" y="124917"/>
                </a:lnTo>
                <a:lnTo>
                  <a:pt x="87376" y="124612"/>
                </a:lnTo>
                <a:lnTo>
                  <a:pt x="87376" y="128054"/>
                </a:lnTo>
                <a:lnTo>
                  <a:pt x="79641" y="137706"/>
                </a:lnTo>
                <a:lnTo>
                  <a:pt x="73939" y="124917"/>
                </a:lnTo>
                <a:lnTo>
                  <a:pt x="87376" y="128054"/>
                </a:lnTo>
                <a:lnTo>
                  <a:pt x="87376" y="124612"/>
                </a:lnTo>
                <a:lnTo>
                  <a:pt x="84531" y="123939"/>
                </a:lnTo>
                <a:lnTo>
                  <a:pt x="65328" y="119468"/>
                </a:lnTo>
                <a:lnTo>
                  <a:pt x="64884" y="120027"/>
                </a:lnTo>
                <a:lnTo>
                  <a:pt x="62268" y="122910"/>
                </a:lnTo>
                <a:lnTo>
                  <a:pt x="60731" y="124561"/>
                </a:lnTo>
                <a:lnTo>
                  <a:pt x="59575" y="125882"/>
                </a:lnTo>
                <a:lnTo>
                  <a:pt x="57823" y="128054"/>
                </a:lnTo>
                <a:lnTo>
                  <a:pt x="57950" y="128054"/>
                </a:lnTo>
                <a:lnTo>
                  <a:pt x="58445" y="128460"/>
                </a:lnTo>
                <a:lnTo>
                  <a:pt x="60032" y="126631"/>
                </a:lnTo>
                <a:lnTo>
                  <a:pt x="61861" y="125361"/>
                </a:lnTo>
                <a:lnTo>
                  <a:pt x="65913" y="123939"/>
                </a:lnTo>
                <a:lnTo>
                  <a:pt x="68478" y="123939"/>
                </a:lnTo>
                <a:lnTo>
                  <a:pt x="70383" y="124371"/>
                </a:lnTo>
                <a:lnTo>
                  <a:pt x="84747" y="156425"/>
                </a:lnTo>
                <a:lnTo>
                  <a:pt x="85344" y="159702"/>
                </a:lnTo>
                <a:lnTo>
                  <a:pt x="85420" y="160883"/>
                </a:lnTo>
                <a:lnTo>
                  <a:pt x="84810" y="163830"/>
                </a:lnTo>
                <a:lnTo>
                  <a:pt x="85369" y="164299"/>
                </a:lnTo>
                <a:lnTo>
                  <a:pt x="85623" y="163995"/>
                </a:lnTo>
                <a:lnTo>
                  <a:pt x="87617" y="160883"/>
                </a:lnTo>
                <a:lnTo>
                  <a:pt x="88442" y="159702"/>
                </a:lnTo>
                <a:lnTo>
                  <a:pt x="89966" y="157772"/>
                </a:lnTo>
                <a:lnTo>
                  <a:pt x="90970" y="156705"/>
                </a:lnTo>
                <a:lnTo>
                  <a:pt x="93129" y="154571"/>
                </a:lnTo>
                <a:lnTo>
                  <a:pt x="93510" y="154165"/>
                </a:lnTo>
                <a:lnTo>
                  <a:pt x="93789" y="153809"/>
                </a:lnTo>
                <a:lnTo>
                  <a:pt x="93205" y="153339"/>
                </a:lnTo>
                <a:lnTo>
                  <a:pt x="91109" y="154571"/>
                </a:lnTo>
                <a:lnTo>
                  <a:pt x="89230" y="154571"/>
                </a:lnTo>
                <a:lnTo>
                  <a:pt x="86664" y="152501"/>
                </a:lnTo>
                <a:lnTo>
                  <a:pt x="85915" y="151549"/>
                </a:lnTo>
                <a:lnTo>
                  <a:pt x="84861" y="149199"/>
                </a:lnTo>
                <a:lnTo>
                  <a:pt x="84569" y="148666"/>
                </a:lnTo>
                <a:lnTo>
                  <a:pt x="81051" y="140855"/>
                </a:lnTo>
                <a:lnTo>
                  <a:pt x="83566" y="137706"/>
                </a:lnTo>
                <a:lnTo>
                  <a:pt x="90703" y="128803"/>
                </a:lnTo>
                <a:lnTo>
                  <a:pt x="102006" y="131419"/>
                </a:lnTo>
                <a:lnTo>
                  <a:pt x="104063" y="132194"/>
                </a:lnTo>
                <a:lnTo>
                  <a:pt x="105130" y="133083"/>
                </a:lnTo>
                <a:lnTo>
                  <a:pt x="106603" y="134264"/>
                </a:lnTo>
                <a:lnTo>
                  <a:pt x="106705" y="135001"/>
                </a:lnTo>
                <a:lnTo>
                  <a:pt x="106832" y="135775"/>
                </a:lnTo>
                <a:lnTo>
                  <a:pt x="105765" y="137706"/>
                </a:lnTo>
                <a:lnTo>
                  <a:pt x="105905" y="137706"/>
                </a:lnTo>
                <a:lnTo>
                  <a:pt x="106400" y="138074"/>
                </a:lnTo>
                <a:lnTo>
                  <a:pt x="108508" y="135001"/>
                </a:lnTo>
                <a:lnTo>
                  <a:pt x="110375" y="132422"/>
                </a:lnTo>
                <a:lnTo>
                  <a:pt x="111975" y="130327"/>
                </a:lnTo>
                <a:close/>
              </a:path>
              <a:path w="617219" h="606425">
                <a:moveTo>
                  <a:pt x="119507" y="121678"/>
                </a:moveTo>
                <a:lnTo>
                  <a:pt x="118948" y="121208"/>
                </a:lnTo>
                <a:lnTo>
                  <a:pt x="115417" y="123266"/>
                </a:lnTo>
                <a:lnTo>
                  <a:pt x="109893" y="123418"/>
                </a:lnTo>
                <a:lnTo>
                  <a:pt x="80772" y="116751"/>
                </a:lnTo>
                <a:lnTo>
                  <a:pt x="80467" y="116624"/>
                </a:lnTo>
                <a:lnTo>
                  <a:pt x="80137" y="116624"/>
                </a:lnTo>
                <a:lnTo>
                  <a:pt x="79451" y="116332"/>
                </a:lnTo>
                <a:lnTo>
                  <a:pt x="77978" y="115951"/>
                </a:lnTo>
                <a:lnTo>
                  <a:pt x="75501" y="115354"/>
                </a:lnTo>
                <a:lnTo>
                  <a:pt x="73190" y="114757"/>
                </a:lnTo>
                <a:lnTo>
                  <a:pt x="71323" y="114249"/>
                </a:lnTo>
                <a:lnTo>
                  <a:pt x="69862" y="113792"/>
                </a:lnTo>
                <a:lnTo>
                  <a:pt x="67348" y="116916"/>
                </a:lnTo>
                <a:lnTo>
                  <a:pt x="113995" y="127762"/>
                </a:lnTo>
                <a:lnTo>
                  <a:pt x="115100" y="126403"/>
                </a:lnTo>
                <a:lnTo>
                  <a:pt x="116928" y="124371"/>
                </a:lnTo>
                <a:lnTo>
                  <a:pt x="117830" y="123418"/>
                </a:lnTo>
                <a:lnTo>
                  <a:pt x="119507" y="121678"/>
                </a:lnTo>
                <a:close/>
              </a:path>
              <a:path w="617219" h="606425">
                <a:moveTo>
                  <a:pt x="119519" y="492264"/>
                </a:moveTo>
                <a:lnTo>
                  <a:pt x="115214" y="487527"/>
                </a:lnTo>
                <a:lnTo>
                  <a:pt x="114846" y="487908"/>
                </a:lnTo>
                <a:lnTo>
                  <a:pt x="115633" y="489089"/>
                </a:lnTo>
                <a:lnTo>
                  <a:pt x="115862" y="490296"/>
                </a:lnTo>
                <a:lnTo>
                  <a:pt x="115189" y="492760"/>
                </a:lnTo>
                <a:lnTo>
                  <a:pt x="114211" y="494207"/>
                </a:lnTo>
                <a:lnTo>
                  <a:pt x="101384" y="507136"/>
                </a:lnTo>
                <a:lnTo>
                  <a:pt x="100380" y="508355"/>
                </a:lnTo>
                <a:lnTo>
                  <a:pt x="99504" y="510159"/>
                </a:lnTo>
                <a:lnTo>
                  <a:pt x="99593" y="512597"/>
                </a:lnTo>
                <a:lnTo>
                  <a:pt x="99707" y="513295"/>
                </a:lnTo>
                <a:lnTo>
                  <a:pt x="99745" y="513524"/>
                </a:lnTo>
                <a:lnTo>
                  <a:pt x="100076" y="514324"/>
                </a:lnTo>
                <a:lnTo>
                  <a:pt x="100279" y="514731"/>
                </a:lnTo>
                <a:lnTo>
                  <a:pt x="100901" y="515594"/>
                </a:lnTo>
                <a:lnTo>
                  <a:pt x="101028" y="512267"/>
                </a:lnTo>
                <a:lnTo>
                  <a:pt x="101714" y="510882"/>
                </a:lnTo>
                <a:lnTo>
                  <a:pt x="101828" y="510641"/>
                </a:lnTo>
                <a:lnTo>
                  <a:pt x="101955" y="510387"/>
                </a:lnTo>
                <a:lnTo>
                  <a:pt x="102069" y="510159"/>
                </a:lnTo>
                <a:lnTo>
                  <a:pt x="103403" y="508520"/>
                </a:lnTo>
                <a:lnTo>
                  <a:pt x="119519" y="492264"/>
                </a:lnTo>
                <a:close/>
              </a:path>
              <a:path w="617219" h="606425">
                <a:moveTo>
                  <a:pt x="136258" y="509003"/>
                </a:moveTo>
                <a:lnTo>
                  <a:pt x="135902" y="508520"/>
                </a:lnTo>
                <a:lnTo>
                  <a:pt x="135534" y="508139"/>
                </a:lnTo>
                <a:lnTo>
                  <a:pt x="133464" y="505853"/>
                </a:lnTo>
                <a:lnTo>
                  <a:pt x="133210" y="505523"/>
                </a:lnTo>
                <a:lnTo>
                  <a:pt x="132118" y="504329"/>
                </a:lnTo>
                <a:lnTo>
                  <a:pt x="131686" y="504609"/>
                </a:lnTo>
                <a:lnTo>
                  <a:pt x="132245" y="505523"/>
                </a:lnTo>
                <a:lnTo>
                  <a:pt x="132346" y="505853"/>
                </a:lnTo>
                <a:lnTo>
                  <a:pt x="116814" y="525284"/>
                </a:lnTo>
                <a:lnTo>
                  <a:pt x="112953" y="524510"/>
                </a:lnTo>
                <a:lnTo>
                  <a:pt x="109982" y="523062"/>
                </a:lnTo>
                <a:lnTo>
                  <a:pt x="106578" y="519696"/>
                </a:lnTo>
                <a:lnTo>
                  <a:pt x="105752" y="518363"/>
                </a:lnTo>
                <a:lnTo>
                  <a:pt x="105117" y="515785"/>
                </a:lnTo>
                <a:lnTo>
                  <a:pt x="105143" y="514324"/>
                </a:lnTo>
                <a:lnTo>
                  <a:pt x="106057" y="512597"/>
                </a:lnTo>
                <a:lnTo>
                  <a:pt x="106159" y="512406"/>
                </a:lnTo>
                <a:lnTo>
                  <a:pt x="106222" y="512267"/>
                </a:lnTo>
                <a:lnTo>
                  <a:pt x="107327" y="510882"/>
                </a:lnTo>
                <a:lnTo>
                  <a:pt x="118491" y="499643"/>
                </a:lnTo>
                <a:lnTo>
                  <a:pt x="119545" y="498754"/>
                </a:lnTo>
                <a:lnTo>
                  <a:pt x="120319" y="498297"/>
                </a:lnTo>
                <a:lnTo>
                  <a:pt x="120929" y="497903"/>
                </a:lnTo>
                <a:lnTo>
                  <a:pt x="120764" y="497903"/>
                </a:lnTo>
                <a:lnTo>
                  <a:pt x="121894" y="497598"/>
                </a:lnTo>
                <a:lnTo>
                  <a:pt x="123837" y="497598"/>
                </a:lnTo>
                <a:lnTo>
                  <a:pt x="124688" y="497903"/>
                </a:lnTo>
                <a:lnTo>
                  <a:pt x="125552" y="498513"/>
                </a:lnTo>
                <a:lnTo>
                  <a:pt x="125895" y="498144"/>
                </a:lnTo>
                <a:lnTo>
                  <a:pt x="125234" y="497598"/>
                </a:lnTo>
                <a:lnTo>
                  <a:pt x="124015" y="496595"/>
                </a:lnTo>
                <a:lnTo>
                  <a:pt x="122364" y="495134"/>
                </a:lnTo>
                <a:lnTo>
                  <a:pt x="120942" y="493712"/>
                </a:lnTo>
                <a:lnTo>
                  <a:pt x="105244" y="509549"/>
                </a:lnTo>
                <a:lnTo>
                  <a:pt x="104013" y="511200"/>
                </a:lnTo>
                <a:lnTo>
                  <a:pt x="102781" y="513981"/>
                </a:lnTo>
                <a:lnTo>
                  <a:pt x="102781" y="515785"/>
                </a:lnTo>
                <a:lnTo>
                  <a:pt x="115303" y="526770"/>
                </a:lnTo>
                <a:lnTo>
                  <a:pt x="114427" y="527634"/>
                </a:lnTo>
                <a:lnTo>
                  <a:pt x="113703" y="528218"/>
                </a:lnTo>
                <a:lnTo>
                  <a:pt x="113118" y="528548"/>
                </a:lnTo>
                <a:lnTo>
                  <a:pt x="115023" y="530428"/>
                </a:lnTo>
                <a:lnTo>
                  <a:pt x="120129" y="525284"/>
                </a:lnTo>
                <a:lnTo>
                  <a:pt x="136258" y="509003"/>
                </a:lnTo>
                <a:close/>
              </a:path>
              <a:path w="617219" h="606425">
                <a:moveTo>
                  <a:pt x="142671" y="514731"/>
                </a:moveTo>
                <a:lnTo>
                  <a:pt x="142214" y="514324"/>
                </a:lnTo>
                <a:lnTo>
                  <a:pt x="139649" y="512102"/>
                </a:lnTo>
                <a:lnTo>
                  <a:pt x="137795" y="510387"/>
                </a:lnTo>
                <a:lnTo>
                  <a:pt x="116497" y="531876"/>
                </a:lnTo>
                <a:lnTo>
                  <a:pt x="118173" y="533539"/>
                </a:lnTo>
                <a:lnTo>
                  <a:pt x="119240" y="534746"/>
                </a:lnTo>
                <a:lnTo>
                  <a:pt x="120878" y="536702"/>
                </a:lnTo>
                <a:lnTo>
                  <a:pt x="121246" y="536321"/>
                </a:lnTo>
                <a:lnTo>
                  <a:pt x="119570" y="534111"/>
                </a:lnTo>
                <a:lnTo>
                  <a:pt x="120383" y="531329"/>
                </a:lnTo>
                <a:lnTo>
                  <a:pt x="134543" y="517042"/>
                </a:lnTo>
                <a:lnTo>
                  <a:pt x="135940" y="515785"/>
                </a:lnTo>
                <a:lnTo>
                  <a:pt x="137515" y="514731"/>
                </a:lnTo>
                <a:lnTo>
                  <a:pt x="137363" y="514731"/>
                </a:lnTo>
                <a:lnTo>
                  <a:pt x="138544" y="514324"/>
                </a:lnTo>
                <a:lnTo>
                  <a:pt x="140766" y="514324"/>
                </a:lnTo>
                <a:lnTo>
                  <a:pt x="141198" y="514324"/>
                </a:lnTo>
                <a:lnTo>
                  <a:pt x="141478" y="514527"/>
                </a:lnTo>
                <a:lnTo>
                  <a:pt x="142303" y="515086"/>
                </a:lnTo>
                <a:lnTo>
                  <a:pt x="142671" y="514731"/>
                </a:lnTo>
                <a:close/>
              </a:path>
              <a:path w="617219" h="606425">
                <a:moveTo>
                  <a:pt x="145707" y="99301"/>
                </a:moveTo>
                <a:lnTo>
                  <a:pt x="120497" y="64211"/>
                </a:lnTo>
                <a:lnTo>
                  <a:pt x="113030" y="68973"/>
                </a:lnTo>
                <a:lnTo>
                  <a:pt x="113271" y="68973"/>
                </a:lnTo>
                <a:lnTo>
                  <a:pt x="113639" y="69481"/>
                </a:lnTo>
                <a:lnTo>
                  <a:pt x="114858" y="68973"/>
                </a:lnTo>
                <a:lnTo>
                  <a:pt x="116420" y="68973"/>
                </a:lnTo>
                <a:lnTo>
                  <a:pt x="140093" y="100507"/>
                </a:lnTo>
                <a:lnTo>
                  <a:pt x="139712" y="102336"/>
                </a:lnTo>
                <a:lnTo>
                  <a:pt x="138531" y="104152"/>
                </a:lnTo>
                <a:lnTo>
                  <a:pt x="138963" y="104749"/>
                </a:lnTo>
                <a:lnTo>
                  <a:pt x="140804" y="103035"/>
                </a:lnTo>
                <a:lnTo>
                  <a:pt x="142354" y="101701"/>
                </a:lnTo>
                <a:lnTo>
                  <a:pt x="145707" y="99301"/>
                </a:lnTo>
                <a:close/>
              </a:path>
              <a:path w="617219" h="606425">
                <a:moveTo>
                  <a:pt x="169265" y="567804"/>
                </a:moveTo>
                <a:lnTo>
                  <a:pt x="159994" y="536803"/>
                </a:lnTo>
                <a:lnTo>
                  <a:pt x="156819" y="526186"/>
                </a:lnTo>
                <a:lnTo>
                  <a:pt x="152679" y="523100"/>
                </a:lnTo>
                <a:lnTo>
                  <a:pt x="152400" y="523532"/>
                </a:lnTo>
                <a:lnTo>
                  <a:pt x="153695" y="525145"/>
                </a:lnTo>
                <a:lnTo>
                  <a:pt x="154889" y="527748"/>
                </a:lnTo>
                <a:lnTo>
                  <a:pt x="143344" y="551992"/>
                </a:lnTo>
                <a:lnTo>
                  <a:pt x="142062" y="551992"/>
                </a:lnTo>
                <a:lnTo>
                  <a:pt x="140487" y="551408"/>
                </a:lnTo>
                <a:lnTo>
                  <a:pt x="140106" y="551992"/>
                </a:lnTo>
                <a:lnTo>
                  <a:pt x="140525" y="551992"/>
                </a:lnTo>
                <a:lnTo>
                  <a:pt x="142316" y="552919"/>
                </a:lnTo>
                <a:lnTo>
                  <a:pt x="143852" y="553783"/>
                </a:lnTo>
                <a:lnTo>
                  <a:pt x="144818" y="554431"/>
                </a:lnTo>
                <a:lnTo>
                  <a:pt x="145821" y="555053"/>
                </a:lnTo>
                <a:lnTo>
                  <a:pt x="147281" y="556133"/>
                </a:lnTo>
                <a:lnTo>
                  <a:pt x="149580" y="557885"/>
                </a:lnTo>
                <a:lnTo>
                  <a:pt x="149860" y="557479"/>
                </a:lnTo>
                <a:lnTo>
                  <a:pt x="148691" y="556298"/>
                </a:lnTo>
                <a:lnTo>
                  <a:pt x="148094" y="555053"/>
                </a:lnTo>
                <a:lnTo>
                  <a:pt x="148069" y="552348"/>
                </a:lnTo>
                <a:lnTo>
                  <a:pt x="148755" y="550760"/>
                </a:lnTo>
                <a:lnTo>
                  <a:pt x="148869" y="550468"/>
                </a:lnTo>
                <a:lnTo>
                  <a:pt x="157657" y="536803"/>
                </a:lnTo>
                <a:lnTo>
                  <a:pt x="167500" y="569480"/>
                </a:lnTo>
                <a:lnTo>
                  <a:pt x="167995" y="569785"/>
                </a:lnTo>
                <a:lnTo>
                  <a:pt x="169265" y="567804"/>
                </a:lnTo>
                <a:close/>
              </a:path>
              <a:path w="617219" h="606425">
                <a:moveTo>
                  <a:pt x="169570" y="82791"/>
                </a:moveTo>
                <a:lnTo>
                  <a:pt x="169430" y="82461"/>
                </a:lnTo>
                <a:lnTo>
                  <a:pt x="169113" y="81800"/>
                </a:lnTo>
                <a:lnTo>
                  <a:pt x="168617" y="80365"/>
                </a:lnTo>
                <a:lnTo>
                  <a:pt x="165989" y="72377"/>
                </a:lnTo>
                <a:lnTo>
                  <a:pt x="165315" y="72859"/>
                </a:lnTo>
                <a:lnTo>
                  <a:pt x="165684" y="75590"/>
                </a:lnTo>
                <a:lnTo>
                  <a:pt x="165747" y="76034"/>
                </a:lnTo>
                <a:lnTo>
                  <a:pt x="165430" y="78549"/>
                </a:lnTo>
                <a:lnTo>
                  <a:pt x="163309" y="82461"/>
                </a:lnTo>
                <a:lnTo>
                  <a:pt x="161531" y="84302"/>
                </a:lnTo>
                <a:lnTo>
                  <a:pt x="151041" y="91833"/>
                </a:lnTo>
                <a:lnTo>
                  <a:pt x="150304" y="92151"/>
                </a:lnTo>
                <a:lnTo>
                  <a:pt x="149555" y="92151"/>
                </a:lnTo>
                <a:lnTo>
                  <a:pt x="148424" y="91135"/>
                </a:lnTo>
                <a:lnTo>
                  <a:pt x="146939" y="89471"/>
                </a:lnTo>
                <a:lnTo>
                  <a:pt x="145491" y="87909"/>
                </a:lnTo>
                <a:lnTo>
                  <a:pt x="143979" y="86055"/>
                </a:lnTo>
                <a:lnTo>
                  <a:pt x="142443" y="83870"/>
                </a:lnTo>
                <a:lnTo>
                  <a:pt x="130136" y="66725"/>
                </a:lnTo>
                <a:lnTo>
                  <a:pt x="129057" y="64465"/>
                </a:lnTo>
                <a:lnTo>
                  <a:pt x="128778" y="62611"/>
                </a:lnTo>
                <a:lnTo>
                  <a:pt x="128638" y="61391"/>
                </a:lnTo>
                <a:lnTo>
                  <a:pt x="128562" y="60769"/>
                </a:lnTo>
                <a:lnTo>
                  <a:pt x="129133" y="59029"/>
                </a:lnTo>
                <a:lnTo>
                  <a:pt x="130530" y="57365"/>
                </a:lnTo>
                <a:lnTo>
                  <a:pt x="130098" y="56756"/>
                </a:lnTo>
                <a:lnTo>
                  <a:pt x="127800" y="58610"/>
                </a:lnTo>
                <a:lnTo>
                  <a:pt x="124409" y="61391"/>
                </a:lnTo>
                <a:lnTo>
                  <a:pt x="122796" y="62611"/>
                </a:lnTo>
                <a:lnTo>
                  <a:pt x="123012" y="62611"/>
                </a:lnTo>
                <a:lnTo>
                  <a:pt x="148107" y="97599"/>
                </a:lnTo>
                <a:lnTo>
                  <a:pt x="155702" y="92151"/>
                </a:lnTo>
                <a:lnTo>
                  <a:pt x="165582" y="85064"/>
                </a:lnTo>
                <a:lnTo>
                  <a:pt x="167500" y="83870"/>
                </a:lnTo>
                <a:lnTo>
                  <a:pt x="169570" y="82791"/>
                </a:lnTo>
                <a:close/>
              </a:path>
              <a:path w="617219" h="606425">
                <a:moveTo>
                  <a:pt x="188493" y="546290"/>
                </a:moveTo>
                <a:lnTo>
                  <a:pt x="188264" y="546100"/>
                </a:lnTo>
                <a:lnTo>
                  <a:pt x="185788" y="544753"/>
                </a:lnTo>
                <a:lnTo>
                  <a:pt x="184086" y="543788"/>
                </a:lnTo>
                <a:lnTo>
                  <a:pt x="182816" y="542975"/>
                </a:lnTo>
                <a:lnTo>
                  <a:pt x="178447" y="539750"/>
                </a:lnTo>
                <a:lnTo>
                  <a:pt x="178155" y="540169"/>
                </a:lnTo>
                <a:lnTo>
                  <a:pt x="179120" y="541032"/>
                </a:lnTo>
                <a:lnTo>
                  <a:pt x="179768" y="541972"/>
                </a:lnTo>
                <a:lnTo>
                  <a:pt x="180073" y="542975"/>
                </a:lnTo>
                <a:lnTo>
                  <a:pt x="180352" y="543788"/>
                </a:lnTo>
                <a:lnTo>
                  <a:pt x="180403" y="545007"/>
                </a:lnTo>
                <a:lnTo>
                  <a:pt x="180047" y="546100"/>
                </a:lnTo>
                <a:lnTo>
                  <a:pt x="179984" y="546290"/>
                </a:lnTo>
                <a:lnTo>
                  <a:pt x="179857" y="546671"/>
                </a:lnTo>
                <a:lnTo>
                  <a:pt x="179730" y="547052"/>
                </a:lnTo>
                <a:lnTo>
                  <a:pt x="179133" y="548195"/>
                </a:lnTo>
                <a:lnTo>
                  <a:pt x="179019" y="548411"/>
                </a:lnTo>
                <a:lnTo>
                  <a:pt x="171488" y="560082"/>
                </a:lnTo>
                <a:lnTo>
                  <a:pt x="162344" y="529742"/>
                </a:lnTo>
                <a:lnTo>
                  <a:pt x="159499" y="527913"/>
                </a:lnTo>
                <a:lnTo>
                  <a:pt x="170764" y="565416"/>
                </a:lnTo>
                <a:lnTo>
                  <a:pt x="174218" y="560082"/>
                </a:lnTo>
                <a:lnTo>
                  <a:pt x="180225" y="550760"/>
                </a:lnTo>
                <a:lnTo>
                  <a:pt x="180454" y="550468"/>
                </a:lnTo>
                <a:lnTo>
                  <a:pt x="185381" y="546290"/>
                </a:lnTo>
                <a:lnTo>
                  <a:pt x="186385" y="546100"/>
                </a:lnTo>
                <a:lnTo>
                  <a:pt x="187693" y="546290"/>
                </a:lnTo>
                <a:lnTo>
                  <a:pt x="187452" y="546290"/>
                </a:lnTo>
                <a:lnTo>
                  <a:pt x="188239" y="546671"/>
                </a:lnTo>
                <a:lnTo>
                  <a:pt x="188391" y="546442"/>
                </a:lnTo>
                <a:lnTo>
                  <a:pt x="188493" y="546290"/>
                </a:lnTo>
                <a:close/>
              </a:path>
              <a:path w="617219" h="606425">
                <a:moveTo>
                  <a:pt x="196748" y="580212"/>
                </a:moveTo>
                <a:lnTo>
                  <a:pt x="191516" y="580212"/>
                </a:lnTo>
                <a:lnTo>
                  <a:pt x="189903" y="580212"/>
                </a:lnTo>
                <a:lnTo>
                  <a:pt x="189801" y="580453"/>
                </a:lnTo>
                <a:lnTo>
                  <a:pt x="192481" y="581329"/>
                </a:lnTo>
                <a:lnTo>
                  <a:pt x="194449" y="582053"/>
                </a:lnTo>
                <a:lnTo>
                  <a:pt x="195732" y="582599"/>
                </a:lnTo>
                <a:lnTo>
                  <a:pt x="196646" y="580453"/>
                </a:lnTo>
                <a:lnTo>
                  <a:pt x="196748" y="580212"/>
                </a:lnTo>
                <a:close/>
              </a:path>
              <a:path w="617219" h="606425">
                <a:moveTo>
                  <a:pt x="202793" y="65328"/>
                </a:moveTo>
                <a:lnTo>
                  <a:pt x="188556" y="28575"/>
                </a:lnTo>
                <a:lnTo>
                  <a:pt x="188506" y="28422"/>
                </a:lnTo>
                <a:lnTo>
                  <a:pt x="188429" y="28244"/>
                </a:lnTo>
                <a:lnTo>
                  <a:pt x="187198" y="25057"/>
                </a:lnTo>
                <a:lnTo>
                  <a:pt x="178968" y="27711"/>
                </a:lnTo>
                <a:lnTo>
                  <a:pt x="179158" y="28244"/>
                </a:lnTo>
                <a:lnTo>
                  <a:pt x="179222" y="28422"/>
                </a:lnTo>
                <a:lnTo>
                  <a:pt x="180530" y="28244"/>
                </a:lnTo>
                <a:lnTo>
                  <a:pt x="181952" y="28575"/>
                </a:lnTo>
                <a:lnTo>
                  <a:pt x="183489" y="29451"/>
                </a:lnTo>
                <a:lnTo>
                  <a:pt x="185013" y="30289"/>
                </a:lnTo>
                <a:lnTo>
                  <a:pt x="186512" y="32677"/>
                </a:lnTo>
                <a:lnTo>
                  <a:pt x="196494" y="58483"/>
                </a:lnTo>
                <a:lnTo>
                  <a:pt x="197180" y="61264"/>
                </a:lnTo>
                <a:lnTo>
                  <a:pt x="197078" y="65087"/>
                </a:lnTo>
                <a:lnTo>
                  <a:pt x="196176" y="66827"/>
                </a:lnTo>
                <a:lnTo>
                  <a:pt x="194652" y="68237"/>
                </a:lnTo>
                <a:lnTo>
                  <a:pt x="194932" y="68935"/>
                </a:lnTo>
                <a:lnTo>
                  <a:pt x="197142" y="67716"/>
                </a:lnTo>
                <a:lnTo>
                  <a:pt x="198983" y="66827"/>
                </a:lnTo>
                <a:lnTo>
                  <a:pt x="202793" y="65328"/>
                </a:lnTo>
                <a:close/>
              </a:path>
              <a:path w="617219" h="606425">
                <a:moveTo>
                  <a:pt x="207530" y="554748"/>
                </a:moveTo>
                <a:lnTo>
                  <a:pt x="205841" y="553999"/>
                </a:lnTo>
                <a:lnTo>
                  <a:pt x="203949" y="553072"/>
                </a:lnTo>
                <a:lnTo>
                  <a:pt x="201904" y="551992"/>
                </a:lnTo>
                <a:lnTo>
                  <a:pt x="201663" y="552475"/>
                </a:lnTo>
                <a:lnTo>
                  <a:pt x="202844" y="553326"/>
                </a:lnTo>
                <a:lnTo>
                  <a:pt x="203479" y="554418"/>
                </a:lnTo>
                <a:lnTo>
                  <a:pt x="203390" y="558215"/>
                </a:lnTo>
                <a:lnTo>
                  <a:pt x="193802" y="578878"/>
                </a:lnTo>
                <a:lnTo>
                  <a:pt x="192671" y="579970"/>
                </a:lnTo>
                <a:lnTo>
                  <a:pt x="196850" y="579970"/>
                </a:lnTo>
                <a:lnTo>
                  <a:pt x="207530" y="554748"/>
                </a:lnTo>
                <a:close/>
              </a:path>
              <a:path w="617219" h="606425">
                <a:moveTo>
                  <a:pt x="215442" y="557733"/>
                </a:moveTo>
                <a:lnTo>
                  <a:pt x="213664" y="557237"/>
                </a:lnTo>
                <a:lnTo>
                  <a:pt x="211683" y="556488"/>
                </a:lnTo>
                <a:lnTo>
                  <a:pt x="209499" y="555586"/>
                </a:lnTo>
                <a:lnTo>
                  <a:pt x="197688" y="583438"/>
                </a:lnTo>
                <a:lnTo>
                  <a:pt x="199910" y="584365"/>
                </a:lnTo>
                <a:lnTo>
                  <a:pt x="201815" y="585292"/>
                </a:lnTo>
                <a:lnTo>
                  <a:pt x="203365" y="586206"/>
                </a:lnTo>
                <a:lnTo>
                  <a:pt x="203593" y="585724"/>
                </a:lnTo>
                <a:lnTo>
                  <a:pt x="202755" y="585063"/>
                </a:lnTo>
                <a:lnTo>
                  <a:pt x="202158" y="584136"/>
                </a:lnTo>
                <a:lnTo>
                  <a:pt x="201587" y="582053"/>
                </a:lnTo>
                <a:lnTo>
                  <a:pt x="201523" y="581329"/>
                </a:lnTo>
                <a:lnTo>
                  <a:pt x="201714" y="580453"/>
                </a:lnTo>
                <a:lnTo>
                  <a:pt x="201803" y="579970"/>
                </a:lnTo>
                <a:lnTo>
                  <a:pt x="201866" y="579666"/>
                </a:lnTo>
                <a:lnTo>
                  <a:pt x="209626" y="561340"/>
                </a:lnTo>
                <a:lnTo>
                  <a:pt x="210820" y="559473"/>
                </a:lnTo>
                <a:lnTo>
                  <a:pt x="212953" y="558215"/>
                </a:lnTo>
                <a:lnTo>
                  <a:pt x="212737" y="558215"/>
                </a:lnTo>
                <a:lnTo>
                  <a:pt x="214134" y="557974"/>
                </a:lnTo>
                <a:lnTo>
                  <a:pt x="215252" y="558215"/>
                </a:lnTo>
                <a:lnTo>
                  <a:pt x="215353" y="557974"/>
                </a:lnTo>
                <a:lnTo>
                  <a:pt x="215442" y="557733"/>
                </a:lnTo>
                <a:close/>
              </a:path>
              <a:path w="617219" h="606425">
                <a:moveTo>
                  <a:pt x="230009" y="55321"/>
                </a:moveTo>
                <a:lnTo>
                  <a:pt x="229946" y="54749"/>
                </a:lnTo>
                <a:lnTo>
                  <a:pt x="229844" y="54254"/>
                </a:lnTo>
                <a:lnTo>
                  <a:pt x="229717" y="50800"/>
                </a:lnTo>
                <a:lnTo>
                  <a:pt x="229666" y="47790"/>
                </a:lnTo>
                <a:lnTo>
                  <a:pt x="229476" y="45631"/>
                </a:lnTo>
                <a:lnTo>
                  <a:pt x="229247" y="44615"/>
                </a:lnTo>
                <a:lnTo>
                  <a:pt x="229184" y="44335"/>
                </a:lnTo>
                <a:lnTo>
                  <a:pt x="228434" y="44615"/>
                </a:lnTo>
                <a:lnTo>
                  <a:pt x="228041" y="47790"/>
                </a:lnTo>
                <a:lnTo>
                  <a:pt x="227101" y="50190"/>
                </a:lnTo>
                <a:lnTo>
                  <a:pt x="224066" y="53403"/>
                </a:lnTo>
                <a:lnTo>
                  <a:pt x="221894" y="54749"/>
                </a:lnTo>
                <a:lnTo>
                  <a:pt x="209842" y="59410"/>
                </a:lnTo>
                <a:lnTo>
                  <a:pt x="209042" y="59563"/>
                </a:lnTo>
                <a:lnTo>
                  <a:pt x="208762" y="59410"/>
                </a:lnTo>
                <a:lnTo>
                  <a:pt x="208229" y="59169"/>
                </a:lnTo>
                <a:lnTo>
                  <a:pt x="207505" y="58089"/>
                </a:lnTo>
                <a:lnTo>
                  <a:pt x="206463" y="56108"/>
                </a:lnTo>
                <a:lnTo>
                  <a:pt x="205460" y="54254"/>
                </a:lnTo>
                <a:lnTo>
                  <a:pt x="195465" y="27711"/>
                </a:lnTo>
                <a:lnTo>
                  <a:pt x="195402" y="27419"/>
                </a:lnTo>
                <a:lnTo>
                  <a:pt x="198615" y="20916"/>
                </a:lnTo>
                <a:lnTo>
                  <a:pt x="198335" y="20231"/>
                </a:lnTo>
                <a:lnTo>
                  <a:pt x="195630" y="21437"/>
                </a:lnTo>
                <a:lnTo>
                  <a:pt x="193560" y="22428"/>
                </a:lnTo>
                <a:lnTo>
                  <a:pt x="189941" y="24003"/>
                </a:lnTo>
                <a:lnTo>
                  <a:pt x="205524" y="64274"/>
                </a:lnTo>
                <a:lnTo>
                  <a:pt x="217716" y="59563"/>
                </a:lnTo>
                <a:lnTo>
                  <a:pt x="225602" y="56515"/>
                </a:lnTo>
                <a:lnTo>
                  <a:pt x="227876" y="55803"/>
                </a:lnTo>
                <a:lnTo>
                  <a:pt x="230009" y="55321"/>
                </a:lnTo>
                <a:close/>
              </a:path>
              <a:path w="617219" h="606425">
                <a:moveTo>
                  <a:pt x="241147" y="596138"/>
                </a:moveTo>
                <a:lnTo>
                  <a:pt x="233451" y="564565"/>
                </a:lnTo>
                <a:lnTo>
                  <a:pt x="228307" y="562914"/>
                </a:lnTo>
                <a:lnTo>
                  <a:pt x="228168" y="563422"/>
                </a:lnTo>
                <a:lnTo>
                  <a:pt x="230174" y="564438"/>
                </a:lnTo>
                <a:lnTo>
                  <a:pt x="231571" y="566801"/>
                </a:lnTo>
                <a:lnTo>
                  <a:pt x="231673" y="566978"/>
                </a:lnTo>
                <a:lnTo>
                  <a:pt x="239217" y="597801"/>
                </a:lnTo>
                <a:lnTo>
                  <a:pt x="239674" y="597928"/>
                </a:lnTo>
                <a:lnTo>
                  <a:pt x="241147" y="596138"/>
                </a:lnTo>
                <a:close/>
              </a:path>
              <a:path w="617219" h="606425">
                <a:moveTo>
                  <a:pt x="263956" y="571792"/>
                </a:moveTo>
                <a:lnTo>
                  <a:pt x="254825" y="569518"/>
                </a:lnTo>
                <a:lnTo>
                  <a:pt x="254749" y="570052"/>
                </a:lnTo>
                <a:lnTo>
                  <a:pt x="255587" y="570547"/>
                </a:lnTo>
                <a:lnTo>
                  <a:pt x="256108" y="570890"/>
                </a:lnTo>
                <a:lnTo>
                  <a:pt x="256400" y="571588"/>
                </a:lnTo>
                <a:lnTo>
                  <a:pt x="256336" y="572947"/>
                </a:lnTo>
                <a:lnTo>
                  <a:pt x="255968" y="574421"/>
                </a:lnTo>
                <a:lnTo>
                  <a:pt x="255066" y="575843"/>
                </a:lnTo>
                <a:lnTo>
                  <a:pt x="243903" y="589394"/>
                </a:lnTo>
                <a:lnTo>
                  <a:pt x="239852" y="572947"/>
                </a:lnTo>
                <a:lnTo>
                  <a:pt x="239737" y="572490"/>
                </a:lnTo>
                <a:lnTo>
                  <a:pt x="239610" y="571995"/>
                </a:lnTo>
                <a:lnTo>
                  <a:pt x="239509" y="571588"/>
                </a:lnTo>
                <a:lnTo>
                  <a:pt x="239407" y="570547"/>
                </a:lnTo>
                <a:lnTo>
                  <a:pt x="239306" y="569518"/>
                </a:lnTo>
                <a:lnTo>
                  <a:pt x="239839" y="567334"/>
                </a:lnTo>
                <a:lnTo>
                  <a:pt x="240538" y="566801"/>
                </a:lnTo>
                <a:lnTo>
                  <a:pt x="241693" y="566801"/>
                </a:lnTo>
                <a:lnTo>
                  <a:pt x="241820" y="566267"/>
                </a:lnTo>
                <a:lnTo>
                  <a:pt x="239407" y="565924"/>
                </a:lnTo>
                <a:lnTo>
                  <a:pt x="237375" y="565518"/>
                </a:lnTo>
                <a:lnTo>
                  <a:pt x="235686" y="565111"/>
                </a:lnTo>
                <a:lnTo>
                  <a:pt x="242697" y="594194"/>
                </a:lnTo>
                <a:lnTo>
                  <a:pt x="246684" y="589394"/>
                </a:lnTo>
                <a:lnTo>
                  <a:pt x="255981" y="578167"/>
                </a:lnTo>
                <a:lnTo>
                  <a:pt x="257873" y="575843"/>
                </a:lnTo>
                <a:lnTo>
                  <a:pt x="259257" y="574421"/>
                </a:lnTo>
                <a:lnTo>
                  <a:pt x="261315" y="572947"/>
                </a:lnTo>
                <a:lnTo>
                  <a:pt x="262470" y="572490"/>
                </a:lnTo>
                <a:lnTo>
                  <a:pt x="263829" y="572300"/>
                </a:lnTo>
                <a:lnTo>
                  <a:pt x="263956" y="571792"/>
                </a:lnTo>
                <a:close/>
              </a:path>
              <a:path w="617219" h="606425">
                <a:moveTo>
                  <a:pt x="268249" y="46736"/>
                </a:moveTo>
                <a:lnTo>
                  <a:pt x="262509" y="7327"/>
                </a:lnTo>
                <a:lnTo>
                  <a:pt x="262407" y="6578"/>
                </a:lnTo>
                <a:lnTo>
                  <a:pt x="262280" y="5727"/>
                </a:lnTo>
                <a:lnTo>
                  <a:pt x="262255" y="5537"/>
                </a:lnTo>
                <a:lnTo>
                  <a:pt x="262140" y="4813"/>
                </a:lnTo>
                <a:lnTo>
                  <a:pt x="262039" y="4089"/>
                </a:lnTo>
                <a:lnTo>
                  <a:pt x="261391" y="4089"/>
                </a:lnTo>
                <a:lnTo>
                  <a:pt x="259384" y="4330"/>
                </a:lnTo>
                <a:lnTo>
                  <a:pt x="256413" y="4597"/>
                </a:lnTo>
                <a:lnTo>
                  <a:pt x="253072" y="4813"/>
                </a:lnTo>
                <a:lnTo>
                  <a:pt x="253187" y="5537"/>
                </a:lnTo>
                <a:lnTo>
                  <a:pt x="255282" y="5727"/>
                </a:lnTo>
                <a:lnTo>
                  <a:pt x="256870" y="6578"/>
                </a:lnTo>
                <a:lnTo>
                  <a:pt x="259016" y="9626"/>
                </a:lnTo>
                <a:lnTo>
                  <a:pt x="259803" y="12141"/>
                </a:lnTo>
                <a:lnTo>
                  <a:pt x="263626" y="38455"/>
                </a:lnTo>
                <a:lnTo>
                  <a:pt x="263702" y="41744"/>
                </a:lnTo>
                <a:lnTo>
                  <a:pt x="262610" y="45567"/>
                </a:lnTo>
                <a:lnTo>
                  <a:pt x="261531" y="46736"/>
                </a:lnTo>
                <a:lnTo>
                  <a:pt x="261124" y="47040"/>
                </a:lnTo>
                <a:lnTo>
                  <a:pt x="259334" y="47802"/>
                </a:lnTo>
                <a:lnTo>
                  <a:pt x="259435" y="48526"/>
                </a:lnTo>
                <a:lnTo>
                  <a:pt x="263359" y="47625"/>
                </a:lnTo>
                <a:lnTo>
                  <a:pt x="266319" y="47040"/>
                </a:lnTo>
                <a:lnTo>
                  <a:pt x="268249" y="46736"/>
                </a:lnTo>
                <a:close/>
              </a:path>
              <a:path w="617219" h="606425">
                <a:moveTo>
                  <a:pt x="280263" y="45567"/>
                </a:moveTo>
                <a:lnTo>
                  <a:pt x="280174" y="44780"/>
                </a:lnTo>
                <a:lnTo>
                  <a:pt x="278650" y="44615"/>
                </a:lnTo>
                <a:lnTo>
                  <a:pt x="277215" y="43903"/>
                </a:lnTo>
                <a:lnTo>
                  <a:pt x="274535" y="41351"/>
                </a:lnTo>
                <a:lnTo>
                  <a:pt x="273558" y="38633"/>
                </a:lnTo>
                <a:lnTo>
                  <a:pt x="269443" y="10477"/>
                </a:lnTo>
                <a:lnTo>
                  <a:pt x="269557" y="7327"/>
                </a:lnTo>
                <a:lnTo>
                  <a:pt x="271132" y="4330"/>
                </a:lnTo>
                <a:lnTo>
                  <a:pt x="271259" y="4089"/>
                </a:lnTo>
                <a:lnTo>
                  <a:pt x="272402" y="3098"/>
                </a:lnTo>
                <a:lnTo>
                  <a:pt x="274015" y="2501"/>
                </a:lnTo>
                <a:lnTo>
                  <a:pt x="273926" y="1790"/>
                </a:lnTo>
                <a:lnTo>
                  <a:pt x="271246" y="2501"/>
                </a:lnTo>
                <a:lnTo>
                  <a:pt x="268401" y="3098"/>
                </a:lnTo>
                <a:lnTo>
                  <a:pt x="265061" y="3556"/>
                </a:lnTo>
                <a:lnTo>
                  <a:pt x="270903" y="43637"/>
                </a:lnTo>
                <a:lnTo>
                  <a:pt x="270941" y="43903"/>
                </a:lnTo>
                <a:lnTo>
                  <a:pt x="271043" y="44615"/>
                </a:lnTo>
                <a:lnTo>
                  <a:pt x="271068" y="44780"/>
                </a:lnTo>
                <a:lnTo>
                  <a:pt x="271183" y="45567"/>
                </a:lnTo>
                <a:lnTo>
                  <a:pt x="271284" y="46304"/>
                </a:lnTo>
                <a:lnTo>
                  <a:pt x="274701" y="45808"/>
                </a:lnTo>
                <a:lnTo>
                  <a:pt x="277418" y="45567"/>
                </a:lnTo>
                <a:lnTo>
                  <a:pt x="280263" y="45567"/>
                </a:lnTo>
                <a:close/>
              </a:path>
              <a:path w="617219" h="606425">
                <a:moveTo>
                  <a:pt x="283095" y="574217"/>
                </a:moveTo>
                <a:lnTo>
                  <a:pt x="282575" y="574217"/>
                </a:lnTo>
                <a:lnTo>
                  <a:pt x="276999" y="573392"/>
                </a:lnTo>
                <a:lnTo>
                  <a:pt x="276974" y="573913"/>
                </a:lnTo>
                <a:lnTo>
                  <a:pt x="277990" y="574217"/>
                </a:lnTo>
                <a:lnTo>
                  <a:pt x="278815" y="574916"/>
                </a:lnTo>
                <a:lnTo>
                  <a:pt x="280136" y="577100"/>
                </a:lnTo>
                <a:lnTo>
                  <a:pt x="280047" y="583272"/>
                </a:lnTo>
                <a:lnTo>
                  <a:pt x="279882" y="585482"/>
                </a:lnTo>
                <a:lnTo>
                  <a:pt x="279781" y="586905"/>
                </a:lnTo>
                <a:lnTo>
                  <a:pt x="279755" y="587159"/>
                </a:lnTo>
                <a:lnTo>
                  <a:pt x="279641" y="588657"/>
                </a:lnTo>
                <a:lnTo>
                  <a:pt x="279539" y="589915"/>
                </a:lnTo>
                <a:lnTo>
                  <a:pt x="279463" y="591007"/>
                </a:lnTo>
                <a:lnTo>
                  <a:pt x="279349" y="592404"/>
                </a:lnTo>
                <a:lnTo>
                  <a:pt x="279260" y="593610"/>
                </a:lnTo>
                <a:lnTo>
                  <a:pt x="279133" y="595350"/>
                </a:lnTo>
                <a:lnTo>
                  <a:pt x="279019" y="596976"/>
                </a:lnTo>
                <a:lnTo>
                  <a:pt x="278828" y="598551"/>
                </a:lnTo>
                <a:lnTo>
                  <a:pt x="278752" y="599071"/>
                </a:lnTo>
                <a:lnTo>
                  <a:pt x="278447" y="600049"/>
                </a:lnTo>
                <a:lnTo>
                  <a:pt x="278193" y="600976"/>
                </a:lnTo>
                <a:lnTo>
                  <a:pt x="274688" y="603732"/>
                </a:lnTo>
                <a:lnTo>
                  <a:pt x="274650" y="604227"/>
                </a:lnTo>
                <a:lnTo>
                  <a:pt x="278904" y="604227"/>
                </a:lnTo>
                <a:lnTo>
                  <a:pt x="280797" y="604367"/>
                </a:lnTo>
                <a:lnTo>
                  <a:pt x="282409" y="583272"/>
                </a:lnTo>
                <a:lnTo>
                  <a:pt x="282524" y="581787"/>
                </a:lnTo>
                <a:lnTo>
                  <a:pt x="282562" y="581342"/>
                </a:lnTo>
                <a:lnTo>
                  <a:pt x="282676" y="579818"/>
                </a:lnTo>
                <a:lnTo>
                  <a:pt x="282803" y="578154"/>
                </a:lnTo>
                <a:lnTo>
                  <a:pt x="282905" y="576770"/>
                </a:lnTo>
                <a:lnTo>
                  <a:pt x="283032" y="575132"/>
                </a:lnTo>
                <a:lnTo>
                  <a:pt x="283095" y="574217"/>
                </a:lnTo>
                <a:close/>
              </a:path>
              <a:path w="617219" h="606425">
                <a:moveTo>
                  <a:pt x="302691" y="599440"/>
                </a:moveTo>
                <a:lnTo>
                  <a:pt x="302082" y="599440"/>
                </a:lnTo>
                <a:lnTo>
                  <a:pt x="300926" y="600976"/>
                </a:lnTo>
                <a:lnTo>
                  <a:pt x="300647" y="601294"/>
                </a:lnTo>
                <a:lnTo>
                  <a:pt x="299339" y="602386"/>
                </a:lnTo>
                <a:lnTo>
                  <a:pt x="296862" y="603237"/>
                </a:lnTo>
                <a:lnTo>
                  <a:pt x="295071" y="603389"/>
                </a:lnTo>
                <a:lnTo>
                  <a:pt x="288366" y="602869"/>
                </a:lnTo>
                <a:lnTo>
                  <a:pt x="287870" y="602869"/>
                </a:lnTo>
                <a:lnTo>
                  <a:pt x="286588" y="602678"/>
                </a:lnTo>
                <a:lnTo>
                  <a:pt x="285800" y="602526"/>
                </a:lnTo>
                <a:lnTo>
                  <a:pt x="285826" y="596976"/>
                </a:lnTo>
                <a:lnTo>
                  <a:pt x="285953" y="595350"/>
                </a:lnTo>
                <a:lnTo>
                  <a:pt x="286067" y="593763"/>
                </a:lnTo>
                <a:lnTo>
                  <a:pt x="286169" y="592404"/>
                </a:lnTo>
                <a:lnTo>
                  <a:pt x="286270" y="591007"/>
                </a:lnTo>
                <a:lnTo>
                  <a:pt x="286346" y="589915"/>
                </a:lnTo>
                <a:lnTo>
                  <a:pt x="295363" y="590613"/>
                </a:lnTo>
                <a:lnTo>
                  <a:pt x="296684" y="591007"/>
                </a:lnTo>
                <a:lnTo>
                  <a:pt x="298284" y="592404"/>
                </a:lnTo>
                <a:lnTo>
                  <a:pt x="298691" y="593610"/>
                </a:lnTo>
                <a:lnTo>
                  <a:pt x="298754" y="595350"/>
                </a:lnTo>
                <a:lnTo>
                  <a:pt x="299377" y="595350"/>
                </a:lnTo>
                <a:lnTo>
                  <a:pt x="299478" y="589915"/>
                </a:lnTo>
                <a:lnTo>
                  <a:pt x="299567" y="588657"/>
                </a:lnTo>
                <a:lnTo>
                  <a:pt x="299694" y="587794"/>
                </a:lnTo>
                <a:lnTo>
                  <a:pt x="299770" y="587159"/>
                </a:lnTo>
                <a:lnTo>
                  <a:pt x="300050" y="585482"/>
                </a:lnTo>
                <a:lnTo>
                  <a:pt x="299402" y="585482"/>
                </a:lnTo>
                <a:lnTo>
                  <a:pt x="298831" y="586905"/>
                </a:lnTo>
                <a:lnTo>
                  <a:pt x="298145" y="587794"/>
                </a:lnTo>
                <a:lnTo>
                  <a:pt x="296202" y="588657"/>
                </a:lnTo>
                <a:lnTo>
                  <a:pt x="296037" y="588657"/>
                </a:lnTo>
                <a:lnTo>
                  <a:pt x="286512" y="587946"/>
                </a:lnTo>
                <a:lnTo>
                  <a:pt x="286854" y="583272"/>
                </a:lnTo>
                <a:lnTo>
                  <a:pt x="287020" y="581787"/>
                </a:lnTo>
                <a:lnTo>
                  <a:pt x="287210" y="579818"/>
                </a:lnTo>
                <a:lnTo>
                  <a:pt x="287274" y="579031"/>
                </a:lnTo>
                <a:lnTo>
                  <a:pt x="287337" y="578700"/>
                </a:lnTo>
                <a:lnTo>
                  <a:pt x="287464" y="578154"/>
                </a:lnTo>
                <a:lnTo>
                  <a:pt x="287566" y="577646"/>
                </a:lnTo>
                <a:lnTo>
                  <a:pt x="287629" y="577367"/>
                </a:lnTo>
                <a:lnTo>
                  <a:pt x="288023" y="576770"/>
                </a:lnTo>
                <a:lnTo>
                  <a:pt x="290029" y="576770"/>
                </a:lnTo>
                <a:lnTo>
                  <a:pt x="294589" y="577100"/>
                </a:lnTo>
                <a:lnTo>
                  <a:pt x="297764" y="577367"/>
                </a:lnTo>
                <a:lnTo>
                  <a:pt x="297307" y="577367"/>
                </a:lnTo>
                <a:lnTo>
                  <a:pt x="298640" y="577646"/>
                </a:lnTo>
                <a:lnTo>
                  <a:pt x="301599" y="581558"/>
                </a:lnTo>
                <a:lnTo>
                  <a:pt x="302082" y="581558"/>
                </a:lnTo>
                <a:lnTo>
                  <a:pt x="302196" y="577100"/>
                </a:lnTo>
                <a:lnTo>
                  <a:pt x="302221" y="576770"/>
                </a:lnTo>
                <a:lnTo>
                  <a:pt x="302310" y="575919"/>
                </a:lnTo>
                <a:lnTo>
                  <a:pt x="302374" y="575360"/>
                </a:lnTo>
                <a:lnTo>
                  <a:pt x="299923" y="575360"/>
                </a:lnTo>
                <a:lnTo>
                  <a:pt x="295033" y="575132"/>
                </a:lnTo>
                <a:lnTo>
                  <a:pt x="285165" y="574382"/>
                </a:lnTo>
                <a:lnTo>
                  <a:pt x="284314" y="585482"/>
                </a:lnTo>
                <a:lnTo>
                  <a:pt x="284213" y="586905"/>
                </a:lnTo>
                <a:lnTo>
                  <a:pt x="284187" y="587159"/>
                </a:lnTo>
                <a:lnTo>
                  <a:pt x="284073" y="588657"/>
                </a:lnTo>
                <a:lnTo>
                  <a:pt x="283984" y="589915"/>
                </a:lnTo>
                <a:lnTo>
                  <a:pt x="283895" y="591007"/>
                </a:lnTo>
                <a:lnTo>
                  <a:pt x="283794" y="592404"/>
                </a:lnTo>
                <a:lnTo>
                  <a:pt x="283679" y="593763"/>
                </a:lnTo>
                <a:lnTo>
                  <a:pt x="283565" y="595350"/>
                </a:lnTo>
                <a:lnTo>
                  <a:pt x="283438" y="596976"/>
                </a:lnTo>
                <a:lnTo>
                  <a:pt x="283311" y="598551"/>
                </a:lnTo>
                <a:lnTo>
                  <a:pt x="283273" y="599071"/>
                </a:lnTo>
                <a:lnTo>
                  <a:pt x="283184" y="600303"/>
                </a:lnTo>
                <a:lnTo>
                  <a:pt x="283070" y="601764"/>
                </a:lnTo>
                <a:lnTo>
                  <a:pt x="282956" y="603237"/>
                </a:lnTo>
                <a:lnTo>
                  <a:pt x="282854" y="604532"/>
                </a:lnTo>
                <a:lnTo>
                  <a:pt x="296024" y="605548"/>
                </a:lnTo>
                <a:lnTo>
                  <a:pt x="297942" y="605790"/>
                </a:lnTo>
                <a:lnTo>
                  <a:pt x="300113" y="606196"/>
                </a:lnTo>
                <a:lnTo>
                  <a:pt x="300418" y="605104"/>
                </a:lnTo>
                <a:lnTo>
                  <a:pt x="300875" y="603859"/>
                </a:lnTo>
                <a:lnTo>
                  <a:pt x="300939" y="603732"/>
                </a:lnTo>
                <a:lnTo>
                  <a:pt x="301015" y="603554"/>
                </a:lnTo>
                <a:lnTo>
                  <a:pt x="301078" y="603389"/>
                </a:lnTo>
                <a:lnTo>
                  <a:pt x="302006" y="601294"/>
                </a:lnTo>
                <a:lnTo>
                  <a:pt x="302412" y="600303"/>
                </a:lnTo>
                <a:lnTo>
                  <a:pt x="302691" y="599440"/>
                </a:lnTo>
                <a:close/>
              </a:path>
              <a:path w="617219" h="606425">
                <a:moveTo>
                  <a:pt x="328320" y="605053"/>
                </a:moveTo>
                <a:lnTo>
                  <a:pt x="324878" y="579742"/>
                </a:lnTo>
                <a:lnTo>
                  <a:pt x="324840" y="579424"/>
                </a:lnTo>
                <a:lnTo>
                  <a:pt x="324713" y="578523"/>
                </a:lnTo>
                <a:lnTo>
                  <a:pt x="324637" y="577900"/>
                </a:lnTo>
                <a:lnTo>
                  <a:pt x="324586" y="577583"/>
                </a:lnTo>
                <a:lnTo>
                  <a:pt x="324485" y="576795"/>
                </a:lnTo>
                <a:lnTo>
                  <a:pt x="324396" y="576148"/>
                </a:lnTo>
                <a:lnTo>
                  <a:pt x="324358" y="575830"/>
                </a:lnTo>
                <a:lnTo>
                  <a:pt x="324256" y="575144"/>
                </a:lnTo>
                <a:lnTo>
                  <a:pt x="316280" y="575830"/>
                </a:lnTo>
                <a:lnTo>
                  <a:pt x="317703" y="575830"/>
                </a:lnTo>
                <a:lnTo>
                  <a:pt x="317754" y="576148"/>
                </a:lnTo>
                <a:lnTo>
                  <a:pt x="320636" y="576351"/>
                </a:lnTo>
                <a:lnTo>
                  <a:pt x="322351" y="578523"/>
                </a:lnTo>
                <a:lnTo>
                  <a:pt x="324789" y="596544"/>
                </a:lnTo>
                <a:lnTo>
                  <a:pt x="324840" y="596900"/>
                </a:lnTo>
                <a:lnTo>
                  <a:pt x="324942" y="597674"/>
                </a:lnTo>
                <a:lnTo>
                  <a:pt x="325056" y="598462"/>
                </a:lnTo>
                <a:lnTo>
                  <a:pt x="325183" y="602399"/>
                </a:lnTo>
                <a:lnTo>
                  <a:pt x="324104" y="604316"/>
                </a:lnTo>
                <a:lnTo>
                  <a:pt x="323811" y="604786"/>
                </a:lnTo>
                <a:lnTo>
                  <a:pt x="322961" y="605485"/>
                </a:lnTo>
                <a:lnTo>
                  <a:pt x="321767" y="605764"/>
                </a:lnTo>
                <a:lnTo>
                  <a:pt x="321830" y="606272"/>
                </a:lnTo>
                <a:lnTo>
                  <a:pt x="323024" y="606120"/>
                </a:lnTo>
                <a:lnTo>
                  <a:pt x="324027" y="605929"/>
                </a:lnTo>
                <a:lnTo>
                  <a:pt x="325729" y="605485"/>
                </a:lnTo>
                <a:lnTo>
                  <a:pt x="326631" y="605294"/>
                </a:lnTo>
                <a:lnTo>
                  <a:pt x="328320" y="605053"/>
                </a:lnTo>
                <a:close/>
              </a:path>
              <a:path w="617219" h="606425">
                <a:moveTo>
                  <a:pt x="347611" y="582752"/>
                </a:moveTo>
                <a:lnTo>
                  <a:pt x="347205" y="579742"/>
                </a:lnTo>
                <a:lnTo>
                  <a:pt x="347167" y="579424"/>
                </a:lnTo>
                <a:lnTo>
                  <a:pt x="347040" y="578523"/>
                </a:lnTo>
                <a:lnTo>
                  <a:pt x="346964" y="577900"/>
                </a:lnTo>
                <a:lnTo>
                  <a:pt x="346913" y="577583"/>
                </a:lnTo>
                <a:lnTo>
                  <a:pt x="346811" y="576795"/>
                </a:lnTo>
                <a:lnTo>
                  <a:pt x="346557" y="576503"/>
                </a:lnTo>
                <a:lnTo>
                  <a:pt x="344893" y="574814"/>
                </a:lnTo>
                <a:lnTo>
                  <a:pt x="341439" y="573874"/>
                </a:lnTo>
                <a:lnTo>
                  <a:pt x="343154" y="575830"/>
                </a:lnTo>
                <a:lnTo>
                  <a:pt x="344157" y="577900"/>
                </a:lnTo>
                <a:lnTo>
                  <a:pt x="344754" y="582371"/>
                </a:lnTo>
                <a:lnTo>
                  <a:pt x="344436" y="584619"/>
                </a:lnTo>
                <a:lnTo>
                  <a:pt x="343471" y="586727"/>
                </a:lnTo>
                <a:lnTo>
                  <a:pt x="346367" y="585076"/>
                </a:lnTo>
                <a:lnTo>
                  <a:pt x="347611" y="582752"/>
                </a:lnTo>
                <a:close/>
              </a:path>
              <a:path w="617219" h="606425">
                <a:moveTo>
                  <a:pt x="350494" y="46634"/>
                </a:moveTo>
                <a:lnTo>
                  <a:pt x="343154" y="26428"/>
                </a:lnTo>
                <a:lnTo>
                  <a:pt x="342557" y="24765"/>
                </a:lnTo>
                <a:lnTo>
                  <a:pt x="338975" y="14909"/>
                </a:lnTo>
                <a:lnTo>
                  <a:pt x="338975" y="24765"/>
                </a:lnTo>
                <a:lnTo>
                  <a:pt x="326656" y="23545"/>
                </a:lnTo>
                <a:lnTo>
                  <a:pt x="334302" y="11785"/>
                </a:lnTo>
                <a:lnTo>
                  <a:pt x="338975" y="24765"/>
                </a:lnTo>
                <a:lnTo>
                  <a:pt x="338975" y="14909"/>
                </a:lnTo>
                <a:lnTo>
                  <a:pt x="337845" y="11785"/>
                </a:lnTo>
                <a:lnTo>
                  <a:pt x="334264" y="1917"/>
                </a:lnTo>
                <a:lnTo>
                  <a:pt x="334162" y="1612"/>
                </a:lnTo>
                <a:lnTo>
                  <a:pt x="333819" y="1612"/>
                </a:lnTo>
                <a:lnTo>
                  <a:pt x="327406" y="533"/>
                </a:lnTo>
                <a:lnTo>
                  <a:pt x="325678" y="279"/>
                </a:lnTo>
                <a:lnTo>
                  <a:pt x="322961" y="0"/>
                </a:lnTo>
                <a:lnTo>
                  <a:pt x="322897" y="736"/>
                </a:lnTo>
                <a:lnTo>
                  <a:pt x="325297" y="1092"/>
                </a:lnTo>
                <a:lnTo>
                  <a:pt x="327355" y="1917"/>
                </a:lnTo>
                <a:lnTo>
                  <a:pt x="330720" y="4559"/>
                </a:lnTo>
                <a:lnTo>
                  <a:pt x="331990" y="6324"/>
                </a:lnTo>
                <a:lnTo>
                  <a:pt x="332816" y="8509"/>
                </a:lnTo>
                <a:lnTo>
                  <a:pt x="313753" y="38023"/>
                </a:lnTo>
                <a:lnTo>
                  <a:pt x="310857" y="40741"/>
                </a:lnTo>
                <a:lnTo>
                  <a:pt x="311099" y="40741"/>
                </a:lnTo>
                <a:lnTo>
                  <a:pt x="307568" y="42100"/>
                </a:lnTo>
                <a:lnTo>
                  <a:pt x="307479" y="43129"/>
                </a:lnTo>
                <a:lnTo>
                  <a:pt x="315468" y="43129"/>
                </a:lnTo>
                <a:lnTo>
                  <a:pt x="317182" y="43434"/>
                </a:lnTo>
                <a:lnTo>
                  <a:pt x="319620" y="43980"/>
                </a:lnTo>
                <a:lnTo>
                  <a:pt x="319405" y="43980"/>
                </a:lnTo>
                <a:lnTo>
                  <a:pt x="320865" y="44196"/>
                </a:lnTo>
                <a:lnTo>
                  <a:pt x="320941" y="43434"/>
                </a:lnTo>
                <a:lnTo>
                  <a:pt x="318897" y="42405"/>
                </a:lnTo>
                <a:lnTo>
                  <a:pt x="318592" y="42100"/>
                </a:lnTo>
                <a:lnTo>
                  <a:pt x="317754" y="40741"/>
                </a:lnTo>
                <a:lnTo>
                  <a:pt x="317931" y="38836"/>
                </a:lnTo>
                <a:lnTo>
                  <a:pt x="318020" y="38023"/>
                </a:lnTo>
                <a:lnTo>
                  <a:pt x="318071" y="37490"/>
                </a:lnTo>
                <a:lnTo>
                  <a:pt x="318477" y="36360"/>
                </a:lnTo>
                <a:lnTo>
                  <a:pt x="319608" y="34544"/>
                </a:lnTo>
                <a:lnTo>
                  <a:pt x="319862" y="34175"/>
                </a:lnTo>
                <a:lnTo>
                  <a:pt x="320154" y="33642"/>
                </a:lnTo>
                <a:lnTo>
                  <a:pt x="324777" y="26428"/>
                </a:lnTo>
                <a:lnTo>
                  <a:pt x="340144" y="27952"/>
                </a:lnTo>
                <a:lnTo>
                  <a:pt x="343014" y="35902"/>
                </a:lnTo>
                <a:lnTo>
                  <a:pt x="344030" y="38684"/>
                </a:lnTo>
                <a:lnTo>
                  <a:pt x="344093" y="38836"/>
                </a:lnTo>
                <a:lnTo>
                  <a:pt x="344512" y="40741"/>
                </a:lnTo>
                <a:lnTo>
                  <a:pt x="344462" y="42100"/>
                </a:lnTo>
                <a:lnTo>
                  <a:pt x="344360" y="43129"/>
                </a:lnTo>
                <a:lnTo>
                  <a:pt x="344246" y="44272"/>
                </a:lnTo>
                <a:lnTo>
                  <a:pt x="342976" y="45427"/>
                </a:lnTo>
                <a:lnTo>
                  <a:pt x="341007" y="45427"/>
                </a:lnTo>
                <a:lnTo>
                  <a:pt x="340918" y="46291"/>
                </a:lnTo>
                <a:lnTo>
                  <a:pt x="344652" y="46291"/>
                </a:lnTo>
                <a:lnTo>
                  <a:pt x="347853" y="46431"/>
                </a:lnTo>
                <a:lnTo>
                  <a:pt x="350494" y="46634"/>
                </a:lnTo>
                <a:close/>
              </a:path>
              <a:path w="617219" h="606425">
                <a:moveTo>
                  <a:pt x="360311" y="598462"/>
                </a:moveTo>
                <a:lnTo>
                  <a:pt x="360019" y="597674"/>
                </a:lnTo>
                <a:lnTo>
                  <a:pt x="359181" y="598462"/>
                </a:lnTo>
                <a:lnTo>
                  <a:pt x="357822" y="598462"/>
                </a:lnTo>
                <a:lnTo>
                  <a:pt x="356298" y="598678"/>
                </a:lnTo>
                <a:lnTo>
                  <a:pt x="353225" y="597293"/>
                </a:lnTo>
                <a:lnTo>
                  <a:pt x="352628" y="596900"/>
                </a:lnTo>
                <a:lnTo>
                  <a:pt x="346062" y="591807"/>
                </a:lnTo>
                <a:lnTo>
                  <a:pt x="344055" y="590448"/>
                </a:lnTo>
                <a:lnTo>
                  <a:pt x="342011" y="589419"/>
                </a:lnTo>
                <a:lnTo>
                  <a:pt x="341515" y="589165"/>
                </a:lnTo>
                <a:lnTo>
                  <a:pt x="340067" y="588886"/>
                </a:lnTo>
                <a:lnTo>
                  <a:pt x="338353" y="588886"/>
                </a:lnTo>
                <a:lnTo>
                  <a:pt x="338886" y="588632"/>
                </a:lnTo>
                <a:lnTo>
                  <a:pt x="341553" y="587336"/>
                </a:lnTo>
                <a:lnTo>
                  <a:pt x="342874" y="584619"/>
                </a:lnTo>
                <a:lnTo>
                  <a:pt x="342214" y="579742"/>
                </a:lnTo>
                <a:lnTo>
                  <a:pt x="342176" y="579424"/>
                </a:lnTo>
                <a:lnTo>
                  <a:pt x="342049" y="578523"/>
                </a:lnTo>
                <a:lnTo>
                  <a:pt x="342036" y="578358"/>
                </a:lnTo>
                <a:lnTo>
                  <a:pt x="341147" y="576503"/>
                </a:lnTo>
                <a:lnTo>
                  <a:pt x="340385" y="575792"/>
                </a:lnTo>
                <a:lnTo>
                  <a:pt x="340385" y="585355"/>
                </a:lnTo>
                <a:lnTo>
                  <a:pt x="338543" y="587857"/>
                </a:lnTo>
                <a:lnTo>
                  <a:pt x="332803" y="588632"/>
                </a:lnTo>
                <a:lnTo>
                  <a:pt x="331749" y="588632"/>
                </a:lnTo>
                <a:lnTo>
                  <a:pt x="330809" y="588518"/>
                </a:lnTo>
                <a:lnTo>
                  <a:pt x="330809" y="590169"/>
                </a:lnTo>
                <a:lnTo>
                  <a:pt x="329298" y="589889"/>
                </a:lnTo>
                <a:lnTo>
                  <a:pt x="330784" y="589889"/>
                </a:lnTo>
                <a:lnTo>
                  <a:pt x="330809" y="590169"/>
                </a:lnTo>
                <a:lnTo>
                  <a:pt x="330809" y="588518"/>
                </a:lnTo>
                <a:lnTo>
                  <a:pt x="330593" y="588479"/>
                </a:lnTo>
                <a:lnTo>
                  <a:pt x="329399" y="579742"/>
                </a:lnTo>
                <a:lnTo>
                  <a:pt x="329285" y="577583"/>
                </a:lnTo>
                <a:lnTo>
                  <a:pt x="329526" y="576795"/>
                </a:lnTo>
                <a:lnTo>
                  <a:pt x="330174" y="576148"/>
                </a:lnTo>
                <a:lnTo>
                  <a:pt x="330962" y="575830"/>
                </a:lnTo>
                <a:lnTo>
                  <a:pt x="330288" y="575830"/>
                </a:lnTo>
                <a:lnTo>
                  <a:pt x="335953" y="575081"/>
                </a:lnTo>
                <a:lnTo>
                  <a:pt x="336969" y="575081"/>
                </a:lnTo>
                <a:lnTo>
                  <a:pt x="338912" y="576503"/>
                </a:lnTo>
                <a:lnTo>
                  <a:pt x="339229" y="576795"/>
                </a:lnTo>
                <a:lnTo>
                  <a:pt x="340283" y="584619"/>
                </a:lnTo>
                <a:lnTo>
                  <a:pt x="340385" y="585355"/>
                </a:lnTo>
                <a:lnTo>
                  <a:pt x="340385" y="575792"/>
                </a:lnTo>
                <a:lnTo>
                  <a:pt x="339636" y="575081"/>
                </a:lnTo>
                <a:lnTo>
                  <a:pt x="338175" y="573697"/>
                </a:lnTo>
                <a:lnTo>
                  <a:pt x="336130" y="573151"/>
                </a:lnTo>
                <a:lnTo>
                  <a:pt x="332003" y="573697"/>
                </a:lnTo>
                <a:lnTo>
                  <a:pt x="332257" y="573697"/>
                </a:lnTo>
                <a:lnTo>
                  <a:pt x="328676" y="574459"/>
                </a:lnTo>
                <a:lnTo>
                  <a:pt x="327469" y="574662"/>
                </a:lnTo>
                <a:lnTo>
                  <a:pt x="326339" y="574814"/>
                </a:lnTo>
                <a:lnTo>
                  <a:pt x="330250" y="603719"/>
                </a:lnTo>
                <a:lnTo>
                  <a:pt x="330327" y="604316"/>
                </a:lnTo>
                <a:lnTo>
                  <a:pt x="330403" y="604786"/>
                </a:lnTo>
                <a:lnTo>
                  <a:pt x="332701" y="604456"/>
                </a:lnTo>
                <a:lnTo>
                  <a:pt x="334606" y="604316"/>
                </a:lnTo>
                <a:lnTo>
                  <a:pt x="336880" y="604316"/>
                </a:lnTo>
                <a:lnTo>
                  <a:pt x="336816" y="603719"/>
                </a:lnTo>
                <a:lnTo>
                  <a:pt x="334060" y="603719"/>
                </a:lnTo>
                <a:lnTo>
                  <a:pt x="332359" y="601497"/>
                </a:lnTo>
                <a:lnTo>
                  <a:pt x="332270" y="601040"/>
                </a:lnTo>
                <a:lnTo>
                  <a:pt x="331101" y="592289"/>
                </a:lnTo>
                <a:lnTo>
                  <a:pt x="331012" y="591566"/>
                </a:lnTo>
                <a:lnTo>
                  <a:pt x="330911" y="590842"/>
                </a:lnTo>
                <a:lnTo>
                  <a:pt x="330860" y="590448"/>
                </a:lnTo>
                <a:lnTo>
                  <a:pt x="332206" y="590448"/>
                </a:lnTo>
                <a:lnTo>
                  <a:pt x="342023" y="597293"/>
                </a:lnTo>
                <a:lnTo>
                  <a:pt x="343560" y="598462"/>
                </a:lnTo>
                <a:lnTo>
                  <a:pt x="346125" y="600316"/>
                </a:lnTo>
                <a:lnTo>
                  <a:pt x="347281" y="601040"/>
                </a:lnTo>
                <a:lnTo>
                  <a:pt x="349338" y="602081"/>
                </a:lnTo>
                <a:lnTo>
                  <a:pt x="350977" y="602348"/>
                </a:lnTo>
                <a:lnTo>
                  <a:pt x="352818" y="602081"/>
                </a:lnTo>
                <a:lnTo>
                  <a:pt x="353225" y="602081"/>
                </a:lnTo>
                <a:lnTo>
                  <a:pt x="354076" y="601814"/>
                </a:lnTo>
                <a:lnTo>
                  <a:pt x="354672" y="601497"/>
                </a:lnTo>
                <a:lnTo>
                  <a:pt x="354634" y="601243"/>
                </a:lnTo>
                <a:lnTo>
                  <a:pt x="353237" y="601433"/>
                </a:lnTo>
                <a:lnTo>
                  <a:pt x="351726" y="601040"/>
                </a:lnTo>
                <a:lnTo>
                  <a:pt x="348399" y="599109"/>
                </a:lnTo>
                <a:lnTo>
                  <a:pt x="346138" y="597484"/>
                </a:lnTo>
                <a:lnTo>
                  <a:pt x="339280" y="592048"/>
                </a:lnTo>
                <a:lnTo>
                  <a:pt x="336537" y="590448"/>
                </a:lnTo>
                <a:lnTo>
                  <a:pt x="337413" y="590448"/>
                </a:lnTo>
                <a:lnTo>
                  <a:pt x="334048" y="589889"/>
                </a:lnTo>
                <a:lnTo>
                  <a:pt x="337388" y="589419"/>
                </a:lnTo>
                <a:lnTo>
                  <a:pt x="340169" y="590448"/>
                </a:lnTo>
                <a:lnTo>
                  <a:pt x="341147" y="590842"/>
                </a:lnTo>
                <a:lnTo>
                  <a:pt x="348424" y="596544"/>
                </a:lnTo>
                <a:lnTo>
                  <a:pt x="350050" y="597674"/>
                </a:lnTo>
                <a:lnTo>
                  <a:pt x="351294" y="598462"/>
                </a:lnTo>
                <a:lnTo>
                  <a:pt x="354228" y="599948"/>
                </a:lnTo>
                <a:lnTo>
                  <a:pt x="355803" y="600290"/>
                </a:lnTo>
                <a:lnTo>
                  <a:pt x="358305" y="599948"/>
                </a:lnTo>
                <a:lnTo>
                  <a:pt x="358533" y="599948"/>
                </a:lnTo>
                <a:lnTo>
                  <a:pt x="359587" y="599274"/>
                </a:lnTo>
                <a:lnTo>
                  <a:pt x="359918" y="598678"/>
                </a:lnTo>
                <a:lnTo>
                  <a:pt x="360045" y="598462"/>
                </a:lnTo>
                <a:lnTo>
                  <a:pt x="360311" y="598462"/>
                </a:lnTo>
                <a:close/>
              </a:path>
              <a:path w="617219" h="606425">
                <a:moveTo>
                  <a:pt x="361911" y="47548"/>
                </a:moveTo>
                <a:lnTo>
                  <a:pt x="361137" y="47117"/>
                </a:lnTo>
                <a:lnTo>
                  <a:pt x="358279" y="45669"/>
                </a:lnTo>
                <a:lnTo>
                  <a:pt x="355155" y="41122"/>
                </a:lnTo>
                <a:lnTo>
                  <a:pt x="352590" y="34175"/>
                </a:lnTo>
                <a:lnTo>
                  <a:pt x="344881" y="13081"/>
                </a:lnTo>
                <a:lnTo>
                  <a:pt x="344817" y="12725"/>
                </a:lnTo>
                <a:lnTo>
                  <a:pt x="344703" y="12446"/>
                </a:lnTo>
                <a:lnTo>
                  <a:pt x="344601" y="12179"/>
                </a:lnTo>
                <a:lnTo>
                  <a:pt x="344500" y="11785"/>
                </a:lnTo>
                <a:lnTo>
                  <a:pt x="344043" y="10287"/>
                </a:lnTo>
                <a:lnTo>
                  <a:pt x="343166" y="7874"/>
                </a:lnTo>
                <a:lnTo>
                  <a:pt x="342417" y="5651"/>
                </a:lnTo>
                <a:lnTo>
                  <a:pt x="341820" y="3784"/>
                </a:lnTo>
                <a:lnTo>
                  <a:pt x="341426" y="2311"/>
                </a:lnTo>
                <a:lnTo>
                  <a:pt x="337413" y="1917"/>
                </a:lnTo>
                <a:lnTo>
                  <a:pt x="353504" y="46291"/>
                </a:lnTo>
                <a:lnTo>
                  <a:pt x="353631" y="46634"/>
                </a:lnTo>
                <a:lnTo>
                  <a:pt x="353745" y="46951"/>
                </a:lnTo>
                <a:lnTo>
                  <a:pt x="355473" y="47117"/>
                </a:lnTo>
                <a:lnTo>
                  <a:pt x="358178" y="47548"/>
                </a:lnTo>
                <a:lnTo>
                  <a:pt x="361848" y="48260"/>
                </a:lnTo>
                <a:lnTo>
                  <a:pt x="361911" y="47548"/>
                </a:lnTo>
                <a:close/>
              </a:path>
              <a:path w="617219" h="606425">
                <a:moveTo>
                  <a:pt x="393738" y="586066"/>
                </a:moveTo>
                <a:lnTo>
                  <a:pt x="385495" y="579120"/>
                </a:lnTo>
                <a:lnTo>
                  <a:pt x="379984" y="579120"/>
                </a:lnTo>
                <a:lnTo>
                  <a:pt x="377532" y="578942"/>
                </a:lnTo>
                <a:lnTo>
                  <a:pt x="370878" y="573570"/>
                </a:lnTo>
                <a:lnTo>
                  <a:pt x="370751" y="573176"/>
                </a:lnTo>
                <a:lnTo>
                  <a:pt x="370674" y="572795"/>
                </a:lnTo>
                <a:lnTo>
                  <a:pt x="370624" y="571500"/>
                </a:lnTo>
                <a:lnTo>
                  <a:pt x="370192" y="572795"/>
                </a:lnTo>
                <a:lnTo>
                  <a:pt x="372706" y="579488"/>
                </a:lnTo>
                <a:lnTo>
                  <a:pt x="373557" y="580186"/>
                </a:lnTo>
                <a:lnTo>
                  <a:pt x="374713" y="580732"/>
                </a:lnTo>
                <a:lnTo>
                  <a:pt x="377228" y="581202"/>
                </a:lnTo>
                <a:lnTo>
                  <a:pt x="374789" y="581202"/>
                </a:lnTo>
                <a:lnTo>
                  <a:pt x="383895" y="581469"/>
                </a:lnTo>
                <a:lnTo>
                  <a:pt x="385000" y="581469"/>
                </a:lnTo>
                <a:lnTo>
                  <a:pt x="387273" y="581748"/>
                </a:lnTo>
                <a:lnTo>
                  <a:pt x="389775" y="582663"/>
                </a:lnTo>
                <a:lnTo>
                  <a:pt x="390613" y="583628"/>
                </a:lnTo>
                <a:lnTo>
                  <a:pt x="391350" y="586066"/>
                </a:lnTo>
                <a:lnTo>
                  <a:pt x="391350" y="587133"/>
                </a:lnTo>
                <a:lnTo>
                  <a:pt x="386727" y="591731"/>
                </a:lnTo>
                <a:lnTo>
                  <a:pt x="384479" y="592416"/>
                </a:lnTo>
                <a:lnTo>
                  <a:pt x="375551" y="586409"/>
                </a:lnTo>
                <a:lnTo>
                  <a:pt x="375373" y="586409"/>
                </a:lnTo>
                <a:lnTo>
                  <a:pt x="374916" y="586549"/>
                </a:lnTo>
                <a:lnTo>
                  <a:pt x="375005" y="587133"/>
                </a:lnTo>
                <a:lnTo>
                  <a:pt x="375399" y="588657"/>
                </a:lnTo>
                <a:lnTo>
                  <a:pt x="375577" y="589254"/>
                </a:lnTo>
                <a:lnTo>
                  <a:pt x="375894" y="590143"/>
                </a:lnTo>
                <a:lnTo>
                  <a:pt x="377037" y="593115"/>
                </a:lnTo>
                <a:lnTo>
                  <a:pt x="377431" y="594309"/>
                </a:lnTo>
                <a:lnTo>
                  <a:pt x="377520" y="594601"/>
                </a:lnTo>
                <a:lnTo>
                  <a:pt x="377571" y="594766"/>
                </a:lnTo>
                <a:lnTo>
                  <a:pt x="377685" y="595223"/>
                </a:lnTo>
                <a:lnTo>
                  <a:pt x="377939" y="595388"/>
                </a:lnTo>
                <a:lnTo>
                  <a:pt x="378536" y="595223"/>
                </a:lnTo>
                <a:lnTo>
                  <a:pt x="378294" y="595223"/>
                </a:lnTo>
                <a:lnTo>
                  <a:pt x="380199" y="594944"/>
                </a:lnTo>
                <a:lnTo>
                  <a:pt x="382079" y="594766"/>
                </a:lnTo>
                <a:lnTo>
                  <a:pt x="384213" y="594601"/>
                </a:lnTo>
                <a:lnTo>
                  <a:pt x="385864" y="594309"/>
                </a:lnTo>
                <a:lnTo>
                  <a:pt x="389801" y="593115"/>
                </a:lnTo>
                <a:lnTo>
                  <a:pt x="390550" y="592543"/>
                </a:lnTo>
                <a:lnTo>
                  <a:pt x="391629" y="591731"/>
                </a:lnTo>
                <a:lnTo>
                  <a:pt x="392620" y="589788"/>
                </a:lnTo>
                <a:lnTo>
                  <a:pt x="393547" y="587857"/>
                </a:lnTo>
                <a:lnTo>
                  <a:pt x="393623" y="587133"/>
                </a:lnTo>
                <a:lnTo>
                  <a:pt x="393738" y="586066"/>
                </a:lnTo>
                <a:close/>
              </a:path>
              <a:path w="617219" h="606425">
                <a:moveTo>
                  <a:pt x="396836" y="583272"/>
                </a:moveTo>
                <a:lnTo>
                  <a:pt x="395719" y="579615"/>
                </a:lnTo>
                <a:lnTo>
                  <a:pt x="395681" y="579488"/>
                </a:lnTo>
                <a:lnTo>
                  <a:pt x="394995" y="578396"/>
                </a:lnTo>
                <a:lnTo>
                  <a:pt x="386664" y="574929"/>
                </a:lnTo>
                <a:lnTo>
                  <a:pt x="382092" y="574929"/>
                </a:lnTo>
                <a:lnTo>
                  <a:pt x="378409" y="574421"/>
                </a:lnTo>
                <a:lnTo>
                  <a:pt x="375869" y="573570"/>
                </a:lnTo>
                <a:lnTo>
                  <a:pt x="375132" y="572795"/>
                </a:lnTo>
                <a:lnTo>
                  <a:pt x="374434" y="570522"/>
                </a:lnTo>
                <a:lnTo>
                  <a:pt x="374751" y="569404"/>
                </a:lnTo>
                <a:lnTo>
                  <a:pt x="376529" y="567245"/>
                </a:lnTo>
                <a:lnTo>
                  <a:pt x="376656" y="567105"/>
                </a:lnTo>
                <a:lnTo>
                  <a:pt x="378066" y="566267"/>
                </a:lnTo>
                <a:lnTo>
                  <a:pt x="382244" y="564997"/>
                </a:lnTo>
                <a:lnTo>
                  <a:pt x="384746" y="564997"/>
                </a:lnTo>
                <a:lnTo>
                  <a:pt x="388277" y="565924"/>
                </a:lnTo>
                <a:lnTo>
                  <a:pt x="389597" y="567245"/>
                </a:lnTo>
                <a:lnTo>
                  <a:pt x="390207" y="569201"/>
                </a:lnTo>
                <a:lnTo>
                  <a:pt x="390271" y="569404"/>
                </a:lnTo>
                <a:lnTo>
                  <a:pt x="390842" y="569201"/>
                </a:lnTo>
                <a:lnTo>
                  <a:pt x="390512" y="567880"/>
                </a:lnTo>
                <a:lnTo>
                  <a:pt x="390359" y="567436"/>
                </a:lnTo>
                <a:lnTo>
                  <a:pt x="390245" y="567105"/>
                </a:lnTo>
                <a:lnTo>
                  <a:pt x="390144" y="566712"/>
                </a:lnTo>
                <a:lnTo>
                  <a:pt x="389623" y="565264"/>
                </a:lnTo>
                <a:lnTo>
                  <a:pt x="389534" y="564997"/>
                </a:lnTo>
                <a:lnTo>
                  <a:pt x="389039" y="563587"/>
                </a:lnTo>
                <a:lnTo>
                  <a:pt x="388886" y="563016"/>
                </a:lnTo>
                <a:lnTo>
                  <a:pt x="388518" y="562000"/>
                </a:lnTo>
                <a:lnTo>
                  <a:pt x="388454" y="561797"/>
                </a:lnTo>
                <a:lnTo>
                  <a:pt x="372084" y="570522"/>
                </a:lnTo>
                <a:lnTo>
                  <a:pt x="373253" y="574421"/>
                </a:lnTo>
                <a:lnTo>
                  <a:pt x="374269" y="575652"/>
                </a:lnTo>
                <a:lnTo>
                  <a:pt x="374396" y="575652"/>
                </a:lnTo>
                <a:lnTo>
                  <a:pt x="376923" y="576618"/>
                </a:lnTo>
                <a:lnTo>
                  <a:pt x="381127" y="577100"/>
                </a:lnTo>
                <a:lnTo>
                  <a:pt x="386181" y="577100"/>
                </a:lnTo>
                <a:lnTo>
                  <a:pt x="388124" y="577316"/>
                </a:lnTo>
                <a:lnTo>
                  <a:pt x="395541" y="584771"/>
                </a:lnTo>
                <a:lnTo>
                  <a:pt x="395439" y="586549"/>
                </a:lnTo>
                <a:lnTo>
                  <a:pt x="395249" y="587133"/>
                </a:lnTo>
                <a:lnTo>
                  <a:pt x="396544" y="585330"/>
                </a:lnTo>
                <a:lnTo>
                  <a:pt x="396786" y="583628"/>
                </a:lnTo>
                <a:lnTo>
                  <a:pt x="396836" y="583272"/>
                </a:lnTo>
                <a:close/>
              </a:path>
              <a:path w="617219" h="606425">
                <a:moveTo>
                  <a:pt x="422084" y="580390"/>
                </a:moveTo>
                <a:lnTo>
                  <a:pt x="411060" y="555713"/>
                </a:lnTo>
                <a:lnTo>
                  <a:pt x="410972" y="555523"/>
                </a:lnTo>
                <a:lnTo>
                  <a:pt x="410857" y="555244"/>
                </a:lnTo>
                <a:lnTo>
                  <a:pt x="409752" y="552792"/>
                </a:lnTo>
                <a:lnTo>
                  <a:pt x="407873" y="553580"/>
                </a:lnTo>
                <a:lnTo>
                  <a:pt x="406069" y="554253"/>
                </a:lnTo>
                <a:lnTo>
                  <a:pt x="403872" y="555040"/>
                </a:lnTo>
                <a:lnTo>
                  <a:pt x="403961" y="555244"/>
                </a:lnTo>
                <a:lnTo>
                  <a:pt x="404088" y="555523"/>
                </a:lnTo>
                <a:lnTo>
                  <a:pt x="405536" y="555244"/>
                </a:lnTo>
                <a:lnTo>
                  <a:pt x="406768" y="555523"/>
                </a:lnTo>
                <a:lnTo>
                  <a:pt x="418084" y="577875"/>
                </a:lnTo>
                <a:lnTo>
                  <a:pt x="418071" y="580669"/>
                </a:lnTo>
                <a:lnTo>
                  <a:pt x="417398" y="581901"/>
                </a:lnTo>
                <a:lnTo>
                  <a:pt x="416306" y="582803"/>
                </a:lnTo>
                <a:lnTo>
                  <a:pt x="416509" y="583272"/>
                </a:lnTo>
                <a:lnTo>
                  <a:pt x="418973" y="581901"/>
                </a:lnTo>
                <a:lnTo>
                  <a:pt x="420827" y="580936"/>
                </a:lnTo>
                <a:lnTo>
                  <a:pt x="422084" y="580390"/>
                </a:lnTo>
                <a:close/>
              </a:path>
              <a:path w="617219" h="606425">
                <a:moveTo>
                  <a:pt x="429399" y="68783"/>
                </a:moveTo>
                <a:lnTo>
                  <a:pt x="408317" y="28562"/>
                </a:lnTo>
                <a:lnTo>
                  <a:pt x="400570" y="13792"/>
                </a:lnTo>
                <a:lnTo>
                  <a:pt x="393941" y="10617"/>
                </a:lnTo>
                <a:lnTo>
                  <a:pt x="393661" y="11303"/>
                </a:lnTo>
                <a:lnTo>
                  <a:pt x="395935" y="13208"/>
                </a:lnTo>
                <a:lnTo>
                  <a:pt x="398322" y="16535"/>
                </a:lnTo>
                <a:lnTo>
                  <a:pt x="400812" y="21310"/>
                </a:lnTo>
                <a:lnTo>
                  <a:pt x="402628" y="24726"/>
                </a:lnTo>
                <a:lnTo>
                  <a:pt x="393166" y="48526"/>
                </a:lnTo>
                <a:lnTo>
                  <a:pt x="391668" y="51130"/>
                </a:lnTo>
                <a:lnTo>
                  <a:pt x="388785" y="53657"/>
                </a:lnTo>
                <a:lnTo>
                  <a:pt x="388569" y="53657"/>
                </a:lnTo>
                <a:lnTo>
                  <a:pt x="386956" y="54025"/>
                </a:lnTo>
                <a:lnTo>
                  <a:pt x="384581" y="53657"/>
                </a:lnTo>
                <a:lnTo>
                  <a:pt x="384302" y="54356"/>
                </a:lnTo>
                <a:lnTo>
                  <a:pt x="387553" y="55295"/>
                </a:lnTo>
                <a:lnTo>
                  <a:pt x="389940" y="56083"/>
                </a:lnTo>
                <a:lnTo>
                  <a:pt x="393141" y="57365"/>
                </a:lnTo>
                <a:lnTo>
                  <a:pt x="395401" y="58432"/>
                </a:lnTo>
                <a:lnTo>
                  <a:pt x="399097" y="60274"/>
                </a:lnTo>
                <a:lnTo>
                  <a:pt x="399364" y="59601"/>
                </a:lnTo>
                <a:lnTo>
                  <a:pt x="397433" y="58293"/>
                </a:lnTo>
                <a:lnTo>
                  <a:pt x="396265" y="56680"/>
                </a:lnTo>
                <a:lnTo>
                  <a:pt x="395782" y="54356"/>
                </a:lnTo>
                <a:lnTo>
                  <a:pt x="395706" y="54025"/>
                </a:lnTo>
                <a:lnTo>
                  <a:pt x="395465" y="52882"/>
                </a:lnTo>
                <a:lnTo>
                  <a:pt x="396036" y="50025"/>
                </a:lnTo>
                <a:lnTo>
                  <a:pt x="404622" y="28562"/>
                </a:lnTo>
                <a:lnTo>
                  <a:pt x="427405" y="71602"/>
                </a:lnTo>
                <a:lnTo>
                  <a:pt x="428155" y="71907"/>
                </a:lnTo>
                <a:lnTo>
                  <a:pt x="429399" y="68783"/>
                </a:lnTo>
                <a:close/>
              </a:path>
              <a:path w="617219" h="606425">
                <a:moveTo>
                  <a:pt x="429958" y="577240"/>
                </a:moveTo>
                <a:lnTo>
                  <a:pt x="429844" y="576935"/>
                </a:lnTo>
                <a:lnTo>
                  <a:pt x="429755" y="576757"/>
                </a:lnTo>
                <a:lnTo>
                  <a:pt x="428701" y="576935"/>
                </a:lnTo>
                <a:lnTo>
                  <a:pt x="427736" y="576757"/>
                </a:lnTo>
                <a:lnTo>
                  <a:pt x="425551" y="575665"/>
                </a:lnTo>
                <a:lnTo>
                  <a:pt x="425411" y="575665"/>
                </a:lnTo>
                <a:lnTo>
                  <a:pt x="424129" y="573900"/>
                </a:lnTo>
                <a:lnTo>
                  <a:pt x="416001" y="555713"/>
                </a:lnTo>
                <a:lnTo>
                  <a:pt x="415467" y="553580"/>
                </a:lnTo>
                <a:lnTo>
                  <a:pt x="416001" y="551065"/>
                </a:lnTo>
                <a:lnTo>
                  <a:pt x="416610" y="550138"/>
                </a:lnTo>
                <a:lnTo>
                  <a:pt x="417537" y="549490"/>
                </a:lnTo>
                <a:lnTo>
                  <a:pt x="417334" y="549008"/>
                </a:lnTo>
                <a:lnTo>
                  <a:pt x="415759" y="549973"/>
                </a:lnTo>
                <a:lnTo>
                  <a:pt x="413893" y="550926"/>
                </a:lnTo>
                <a:lnTo>
                  <a:pt x="411721" y="551903"/>
                </a:lnTo>
                <a:lnTo>
                  <a:pt x="424065" y="579501"/>
                </a:lnTo>
                <a:lnTo>
                  <a:pt x="426262" y="578535"/>
                </a:lnTo>
                <a:lnTo>
                  <a:pt x="427939" y="577875"/>
                </a:lnTo>
                <a:lnTo>
                  <a:pt x="429958" y="577240"/>
                </a:lnTo>
                <a:close/>
              </a:path>
              <a:path w="617219" h="606425">
                <a:moveTo>
                  <a:pt x="450557" y="33261"/>
                </a:moveTo>
                <a:lnTo>
                  <a:pt x="434695" y="26924"/>
                </a:lnTo>
                <a:lnTo>
                  <a:pt x="434390" y="27584"/>
                </a:lnTo>
                <a:lnTo>
                  <a:pt x="438670" y="35483"/>
                </a:lnTo>
                <a:lnTo>
                  <a:pt x="438480" y="36842"/>
                </a:lnTo>
                <a:lnTo>
                  <a:pt x="437845" y="38938"/>
                </a:lnTo>
                <a:lnTo>
                  <a:pt x="430466" y="57365"/>
                </a:lnTo>
                <a:lnTo>
                  <a:pt x="409371" y="17297"/>
                </a:lnTo>
                <a:lnTo>
                  <a:pt x="404888" y="15519"/>
                </a:lnTo>
                <a:lnTo>
                  <a:pt x="430923" y="65036"/>
                </a:lnTo>
                <a:lnTo>
                  <a:pt x="433997" y="57365"/>
                </a:lnTo>
                <a:lnTo>
                  <a:pt x="441134" y="39497"/>
                </a:lnTo>
                <a:lnTo>
                  <a:pt x="442048" y="37757"/>
                </a:lnTo>
                <a:lnTo>
                  <a:pt x="443776" y="35483"/>
                </a:lnTo>
                <a:lnTo>
                  <a:pt x="444868" y="34683"/>
                </a:lnTo>
                <a:lnTo>
                  <a:pt x="447319" y="33782"/>
                </a:lnTo>
                <a:lnTo>
                  <a:pt x="449618" y="33782"/>
                </a:lnTo>
                <a:lnTo>
                  <a:pt x="450291" y="33947"/>
                </a:lnTo>
                <a:lnTo>
                  <a:pt x="450354" y="33782"/>
                </a:lnTo>
                <a:lnTo>
                  <a:pt x="450557" y="33261"/>
                </a:lnTo>
                <a:close/>
              </a:path>
              <a:path w="617219" h="606425">
                <a:moveTo>
                  <a:pt x="460286" y="559841"/>
                </a:moveTo>
                <a:lnTo>
                  <a:pt x="445744" y="537387"/>
                </a:lnTo>
                <a:lnTo>
                  <a:pt x="443852" y="534466"/>
                </a:lnTo>
                <a:lnTo>
                  <a:pt x="435902" y="539610"/>
                </a:lnTo>
                <a:lnTo>
                  <a:pt x="432549" y="541629"/>
                </a:lnTo>
                <a:lnTo>
                  <a:pt x="431177" y="542378"/>
                </a:lnTo>
                <a:lnTo>
                  <a:pt x="430504" y="542696"/>
                </a:lnTo>
                <a:lnTo>
                  <a:pt x="431419" y="544093"/>
                </a:lnTo>
                <a:lnTo>
                  <a:pt x="432206" y="545503"/>
                </a:lnTo>
                <a:lnTo>
                  <a:pt x="433247" y="547535"/>
                </a:lnTo>
                <a:lnTo>
                  <a:pt x="433489" y="548081"/>
                </a:lnTo>
                <a:lnTo>
                  <a:pt x="433717" y="548538"/>
                </a:lnTo>
                <a:lnTo>
                  <a:pt x="433946" y="548843"/>
                </a:lnTo>
                <a:lnTo>
                  <a:pt x="434124" y="549122"/>
                </a:lnTo>
                <a:lnTo>
                  <a:pt x="434238" y="549313"/>
                </a:lnTo>
                <a:lnTo>
                  <a:pt x="434403" y="549503"/>
                </a:lnTo>
                <a:lnTo>
                  <a:pt x="434949" y="549122"/>
                </a:lnTo>
                <a:lnTo>
                  <a:pt x="434225" y="547077"/>
                </a:lnTo>
                <a:lnTo>
                  <a:pt x="434022" y="545719"/>
                </a:lnTo>
                <a:lnTo>
                  <a:pt x="433984" y="545503"/>
                </a:lnTo>
                <a:lnTo>
                  <a:pt x="434441" y="543407"/>
                </a:lnTo>
                <a:lnTo>
                  <a:pt x="435317" y="542378"/>
                </a:lnTo>
                <a:lnTo>
                  <a:pt x="436892" y="541375"/>
                </a:lnTo>
                <a:lnTo>
                  <a:pt x="443026" y="537387"/>
                </a:lnTo>
                <a:lnTo>
                  <a:pt x="455193" y="556221"/>
                </a:lnTo>
                <a:lnTo>
                  <a:pt x="456057" y="558050"/>
                </a:lnTo>
                <a:lnTo>
                  <a:pt x="456285" y="559841"/>
                </a:lnTo>
                <a:lnTo>
                  <a:pt x="456298" y="560971"/>
                </a:lnTo>
                <a:lnTo>
                  <a:pt x="455815" y="562089"/>
                </a:lnTo>
                <a:lnTo>
                  <a:pt x="454799" y="563206"/>
                </a:lnTo>
                <a:lnTo>
                  <a:pt x="455079" y="563626"/>
                </a:lnTo>
                <a:lnTo>
                  <a:pt x="457022" y="562089"/>
                </a:lnTo>
                <a:lnTo>
                  <a:pt x="458508" y="560971"/>
                </a:lnTo>
                <a:lnTo>
                  <a:pt x="460286" y="559841"/>
                </a:lnTo>
                <a:close/>
              </a:path>
              <a:path w="617219" h="606425">
                <a:moveTo>
                  <a:pt x="467804" y="555510"/>
                </a:moveTo>
                <a:lnTo>
                  <a:pt x="467436" y="554990"/>
                </a:lnTo>
                <a:lnTo>
                  <a:pt x="466115" y="555510"/>
                </a:lnTo>
                <a:lnTo>
                  <a:pt x="464947" y="555510"/>
                </a:lnTo>
                <a:lnTo>
                  <a:pt x="462432" y="554202"/>
                </a:lnTo>
                <a:lnTo>
                  <a:pt x="461200" y="552894"/>
                </a:lnTo>
                <a:lnTo>
                  <a:pt x="448741" y="533666"/>
                </a:lnTo>
                <a:lnTo>
                  <a:pt x="456272" y="528828"/>
                </a:lnTo>
                <a:lnTo>
                  <a:pt x="457923" y="528370"/>
                </a:lnTo>
                <a:lnTo>
                  <a:pt x="460311" y="529310"/>
                </a:lnTo>
                <a:lnTo>
                  <a:pt x="461352" y="530186"/>
                </a:lnTo>
                <a:lnTo>
                  <a:pt x="462229" y="531482"/>
                </a:lnTo>
                <a:lnTo>
                  <a:pt x="462813" y="531101"/>
                </a:lnTo>
                <a:lnTo>
                  <a:pt x="462419" y="530326"/>
                </a:lnTo>
                <a:lnTo>
                  <a:pt x="462000" y="529577"/>
                </a:lnTo>
                <a:lnTo>
                  <a:pt x="461213" y="528370"/>
                </a:lnTo>
                <a:lnTo>
                  <a:pt x="460819" y="527773"/>
                </a:lnTo>
                <a:lnTo>
                  <a:pt x="460248" y="526834"/>
                </a:lnTo>
                <a:lnTo>
                  <a:pt x="458825" y="524357"/>
                </a:lnTo>
                <a:lnTo>
                  <a:pt x="457390" y="525551"/>
                </a:lnTo>
                <a:lnTo>
                  <a:pt x="455904" y="526669"/>
                </a:lnTo>
                <a:lnTo>
                  <a:pt x="454164" y="527773"/>
                </a:lnTo>
                <a:lnTo>
                  <a:pt x="445643" y="533298"/>
                </a:lnTo>
                <a:lnTo>
                  <a:pt x="462076" y="558673"/>
                </a:lnTo>
                <a:lnTo>
                  <a:pt x="463067" y="558050"/>
                </a:lnTo>
                <a:lnTo>
                  <a:pt x="467550" y="555510"/>
                </a:lnTo>
                <a:lnTo>
                  <a:pt x="467804" y="555510"/>
                </a:lnTo>
                <a:close/>
              </a:path>
              <a:path w="617219" h="606425">
                <a:moveTo>
                  <a:pt x="486422" y="64376"/>
                </a:moveTo>
                <a:lnTo>
                  <a:pt x="484619" y="64046"/>
                </a:lnTo>
                <a:lnTo>
                  <a:pt x="482752" y="64046"/>
                </a:lnTo>
                <a:lnTo>
                  <a:pt x="479552" y="64554"/>
                </a:lnTo>
                <a:lnTo>
                  <a:pt x="477647" y="65316"/>
                </a:lnTo>
                <a:lnTo>
                  <a:pt x="475551" y="66598"/>
                </a:lnTo>
                <a:lnTo>
                  <a:pt x="473392" y="67843"/>
                </a:lnTo>
                <a:lnTo>
                  <a:pt x="464388" y="85852"/>
                </a:lnTo>
                <a:lnTo>
                  <a:pt x="464718" y="88328"/>
                </a:lnTo>
                <a:lnTo>
                  <a:pt x="464743" y="88519"/>
                </a:lnTo>
                <a:lnTo>
                  <a:pt x="466242" y="91313"/>
                </a:lnTo>
                <a:lnTo>
                  <a:pt x="466178" y="90652"/>
                </a:lnTo>
                <a:lnTo>
                  <a:pt x="466064" y="89547"/>
                </a:lnTo>
                <a:lnTo>
                  <a:pt x="465937" y="88328"/>
                </a:lnTo>
                <a:lnTo>
                  <a:pt x="465823" y="87147"/>
                </a:lnTo>
                <a:lnTo>
                  <a:pt x="465810" y="86944"/>
                </a:lnTo>
                <a:lnTo>
                  <a:pt x="465696" y="85852"/>
                </a:lnTo>
                <a:lnTo>
                  <a:pt x="467868" y="80060"/>
                </a:lnTo>
                <a:lnTo>
                  <a:pt x="476935" y="68757"/>
                </a:lnTo>
                <a:lnTo>
                  <a:pt x="481482" y="65557"/>
                </a:lnTo>
                <a:lnTo>
                  <a:pt x="486422" y="64376"/>
                </a:lnTo>
                <a:close/>
              </a:path>
              <a:path w="617219" h="606425">
                <a:moveTo>
                  <a:pt x="496239" y="516585"/>
                </a:moveTo>
                <a:lnTo>
                  <a:pt x="495617" y="515848"/>
                </a:lnTo>
                <a:lnTo>
                  <a:pt x="494131" y="514337"/>
                </a:lnTo>
                <a:lnTo>
                  <a:pt x="472465" y="513537"/>
                </a:lnTo>
                <a:lnTo>
                  <a:pt x="470496" y="515467"/>
                </a:lnTo>
                <a:lnTo>
                  <a:pt x="469188" y="516585"/>
                </a:lnTo>
                <a:lnTo>
                  <a:pt x="467906" y="517537"/>
                </a:lnTo>
                <a:lnTo>
                  <a:pt x="468261" y="517906"/>
                </a:lnTo>
                <a:lnTo>
                  <a:pt x="470573" y="516585"/>
                </a:lnTo>
                <a:lnTo>
                  <a:pt x="470001" y="516585"/>
                </a:lnTo>
                <a:lnTo>
                  <a:pt x="474599" y="515848"/>
                </a:lnTo>
                <a:lnTo>
                  <a:pt x="496239" y="516585"/>
                </a:lnTo>
                <a:close/>
              </a:path>
              <a:path w="617219" h="606425">
                <a:moveTo>
                  <a:pt x="504278" y="524624"/>
                </a:moveTo>
                <a:lnTo>
                  <a:pt x="496341" y="516585"/>
                </a:lnTo>
                <a:lnTo>
                  <a:pt x="492988" y="516585"/>
                </a:lnTo>
                <a:lnTo>
                  <a:pt x="497395" y="521042"/>
                </a:lnTo>
                <a:lnTo>
                  <a:pt x="499211" y="522859"/>
                </a:lnTo>
                <a:lnTo>
                  <a:pt x="500214" y="524395"/>
                </a:lnTo>
                <a:lnTo>
                  <a:pt x="500468" y="526275"/>
                </a:lnTo>
                <a:lnTo>
                  <a:pt x="500545" y="526783"/>
                </a:lnTo>
                <a:lnTo>
                  <a:pt x="500341" y="527697"/>
                </a:lnTo>
                <a:lnTo>
                  <a:pt x="500291" y="527951"/>
                </a:lnTo>
                <a:lnTo>
                  <a:pt x="499567" y="529031"/>
                </a:lnTo>
                <a:lnTo>
                  <a:pt x="499935" y="529399"/>
                </a:lnTo>
                <a:lnTo>
                  <a:pt x="501319" y="527697"/>
                </a:lnTo>
                <a:lnTo>
                  <a:pt x="502615" y="526275"/>
                </a:lnTo>
                <a:lnTo>
                  <a:pt x="504278" y="524624"/>
                </a:lnTo>
                <a:close/>
              </a:path>
              <a:path w="617219" h="606425">
                <a:moveTo>
                  <a:pt x="510705" y="518769"/>
                </a:moveTo>
                <a:lnTo>
                  <a:pt x="510336" y="518401"/>
                </a:lnTo>
                <a:lnTo>
                  <a:pt x="508000" y="519938"/>
                </a:lnTo>
                <a:lnTo>
                  <a:pt x="505269" y="519137"/>
                </a:lnTo>
                <a:lnTo>
                  <a:pt x="497065" y="510781"/>
                </a:lnTo>
                <a:lnTo>
                  <a:pt x="497001" y="509993"/>
                </a:lnTo>
                <a:lnTo>
                  <a:pt x="496252" y="499351"/>
                </a:lnTo>
                <a:lnTo>
                  <a:pt x="496163" y="497992"/>
                </a:lnTo>
                <a:lnTo>
                  <a:pt x="496049" y="496798"/>
                </a:lnTo>
                <a:lnTo>
                  <a:pt x="495998" y="496201"/>
                </a:lnTo>
                <a:lnTo>
                  <a:pt x="496125" y="491883"/>
                </a:lnTo>
                <a:lnTo>
                  <a:pt x="496544" y="490664"/>
                </a:lnTo>
                <a:lnTo>
                  <a:pt x="497255" y="489356"/>
                </a:lnTo>
                <a:lnTo>
                  <a:pt x="496900" y="488988"/>
                </a:lnTo>
                <a:lnTo>
                  <a:pt x="493776" y="492544"/>
                </a:lnTo>
                <a:lnTo>
                  <a:pt x="493128" y="493179"/>
                </a:lnTo>
                <a:lnTo>
                  <a:pt x="492607" y="493636"/>
                </a:lnTo>
                <a:lnTo>
                  <a:pt x="490220" y="495617"/>
                </a:lnTo>
                <a:lnTo>
                  <a:pt x="489559" y="496201"/>
                </a:lnTo>
                <a:lnTo>
                  <a:pt x="489343" y="496430"/>
                </a:lnTo>
                <a:lnTo>
                  <a:pt x="489699" y="496798"/>
                </a:lnTo>
                <a:lnTo>
                  <a:pt x="490664" y="496201"/>
                </a:lnTo>
                <a:lnTo>
                  <a:pt x="491896" y="496201"/>
                </a:lnTo>
                <a:lnTo>
                  <a:pt x="493649" y="497992"/>
                </a:lnTo>
                <a:lnTo>
                  <a:pt x="494118" y="499351"/>
                </a:lnTo>
                <a:lnTo>
                  <a:pt x="494550" y="505802"/>
                </a:lnTo>
                <a:lnTo>
                  <a:pt x="494677" y="507669"/>
                </a:lnTo>
                <a:lnTo>
                  <a:pt x="494792" y="509231"/>
                </a:lnTo>
                <a:lnTo>
                  <a:pt x="494842" y="509993"/>
                </a:lnTo>
                <a:lnTo>
                  <a:pt x="486092" y="509714"/>
                </a:lnTo>
                <a:lnTo>
                  <a:pt x="483222" y="509714"/>
                </a:lnTo>
                <a:lnTo>
                  <a:pt x="480771" y="509231"/>
                </a:lnTo>
                <a:lnTo>
                  <a:pt x="479564" y="507987"/>
                </a:lnTo>
                <a:lnTo>
                  <a:pt x="479577" y="507199"/>
                </a:lnTo>
                <a:lnTo>
                  <a:pt x="480148" y="506183"/>
                </a:lnTo>
                <a:lnTo>
                  <a:pt x="479793" y="505802"/>
                </a:lnTo>
                <a:lnTo>
                  <a:pt x="478218" y="507669"/>
                </a:lnTo>
                <a:lnTo>
                  <a:pt x="476631" y="509422"/>
                </a:lnTo>
                <a:lnTo>
                  <a:pt x="474433" y="511581"/>
                </a:lnTo>
                <a:lnTo>
                  <a:pt x="495147" y="512165"/>
                </a:lnTo>
                <a:lnTo>
                  <a:pt x="505879" y="523036"/>
                </a:lnTo>
                <a:lnTo>
                  <a:pt x="506603" y="522312"/>
                </a:lnTo>
                <a:lnTo>
                  <a:pt x="509333" y="519938"/>
                </a:lnTo>
                <a:lnTo>
                  <a:pt x="510705" y="518769"/>
                </a:lnTo>
                <a:close/>
              </a:path>
              <a:path w="617219" h="606425">
                <a:moveTo>
                  <a:pt x="515899" y="82867"/>
                </a:moveTo>
                <a:lnTo>
                  <a:pt x="513181" y="78498"/>
                </a:lnTo>
                <a:lnTo>
                  <a:pt x="509981" y="74828"/>
                </a:lnTo>
                <a:lnTo>
                  <a:pt x="502793" y="69062"/>
                </a:lnTo>
                <a:lnTo>
                  <a:pt x="501269" y="67843"/>
                </a:lnTo>
                <a:lnTo>
                  <a:pt x="501434" y="67843"/>
                </a:lnTo>
                <a:lnTo>
                  <a:pt x="495820" y="65925"/>
                </a:lnTo>
                <a:lnTo>
                  <a:pt x="484771" y="66941"/>
                </a:lnTo>
                <a:lnTo>
                  <a:pt x="479729" y="70002"/>
                </a:lnTo>
                <a:lnTo>
                  <a:pt x="475208" y="75679"/>
                </a:lnTo>
                <a:lnTo>
                  <a:pt x="470623" y="81368"/>
                </a:lnTo>
                <a:lnTo>
                  <a:pt x="468985" y="85852"/>
                </a:lnTo>
                <a:lnTo>
                  <a:pt x="468617" y="86944"/>
                </a:lnTo>
                <a:lnTo>
                  <a:pt x="469658" y="97548"/>
                </a:lnTo>
                <a:lnTo>
                  <a:pt x="483400" y="110134"/>
                </a:lnTo>
                <a:lnTo>
                  <a:pt x="485521" y="111252"/>
                </a:lnTo>
                <a:lnTo>
                  <a:pt x="487895" y="112217"/>
                </a:lnTo>
                <a:lnTo>
                  <a:pt x="490486" y="113030"/>
                </a:lnTo>
                <a:lnTo>
                  <a:pt x="495769" y="108483"/>
                </a:lnTo>
                <a:lnTo>
                  <a:pt x="495896" y="108483"/>
                </a:lnTo>
                <a:lnTo>
                  <a:pt x="495211" y="107924"/>
                </a:lnTo>
                <a:lnTo>
                  <a:pt x="492760" y="108483"/>
                </a:lnTo>
                <a:lnTo>
                  <a:pt x="490347" y="108483"/>
                </a:lnTo>
                <a:lnTo>
                  <a:pt x="488086" y="107924"/>
                </a:lnTo>
                <a:lnTo>
                  <a:pt x="484530" y="107099"/>
                </a:lnTo>
                <a:lnTo>
                  <a:pt x="481863" y="105778"/>
                </a:lnTo>
                <a:lnTo>
                  <a:pt x="474916" y="100203"/>
                </a:lnTo>
                <a:lnTo>
                  <a:pt x="472655" y="96164"/>
                </a:lnTo>
                <a:lnTo>
                  <a:pt x="472668" y="86944"/>
                </a:lnTo>
                <a:lnTo>
                  <a:pt x="495198" y="69062"/>
                </a:lnTo>
                <a:lnTo>
                  <a:pt x="499516" y="70345"/>
                </a:lnTo>
                <a:lnTo>
                  <a:pt x="509651" y="78498"/>
                </a:lnTo>
                <a:lnTo>
                  <a:pt x="510768" y="84658"/>
                </a:lnTo>
                <a:lnTo>
                  <a:pt x="506945" y="92151"/>
                </a:lnTo>
                <a:lnTo>
                  <a:pt x="507504" y="92570"/>
                </a:lnTo>
                <a:lnTo>
                  <a:pt x="508406" y="91655"/>
                </a:lnTo>
                <a:lnTo>
                  <a:pt x="509320" y="90652"/>
                </a:lnTo>
                <a:lnTo>
                  <a:pt x="510184" y="89547"/>
                </a:lnTo>
                <a:lnTo>
                  <a:pt x="510819" y="88773"/>
                </a:lnTo>
                <a:lnTo>
                  <a:pt x="511124" y="88328"/>
                </a:lnTo>
                <a:lnTo>
                  <a:pt x="512216" y="86944"/>
                </a:lnTo>
                <a:lnTo>
                  <a:pt x="513575" y="85420"/>
                </a:lnTo>
                <a:lnTo>
                  <a:pt x="515899" y="82867"/>
                </a:lnTo>
                <a:close/>
              </a:path>
              <a:path w="617219" h="606425">
                <a:moveTo>
                  <a:pt x="548741" y="116459"/>
                </a:moveTo>
                <a:lnTo>
                  <a:pt x="547941" y="115379"/>
                </a:lnTo>
                <a:lnTo>
                  <a:pt x="543915" y="109143"/>
                </a:lnTo>
                <a:lnTo>
                  <a:pt x="543344" y="109588"/>
                </a:lnTo>
                <a:lnTo>
                  <a:pt x="543953" y="110959"/>
                </a:lnTo>
                <a:lnTo>
                  <a:pt x="543991" y="112522"/>
                </a:lnTo>
                <a:lnTo>
                  <a:pt x="542874" y="116001"/>
                </a:lnTo>
                <a:lnTo>
                  <a:pt x="514032" y="136499"/>
                </a:lnTo>
                <a:lnTo>
                  <a:pt x="511517" y="136499"/>
                </a:lnTo>
                <a:lnTo>
                  <a:pt x="510235" y="135978"/>
                </a:lnTo>
                <a:lnTo>
                  <a:pt x="509054" y="135026"/>
                </a:lnTo>
                <a:lnTo>
                  <a:pt x="508444" y="135445"/>
                </a:lnTo>
                <a:lnTo>
                  <a:pt x="510641" y="137845"/>
                </a:lnTo>
                <a:lnTo>
                  <a:pt x="511898" y="139268"/>
                </a:lnTo>
                <a:lnTo>
                  <a:pt x="514057" y="142189"/>
                </a:lnTo>
                <a:lnTo>
                  <a:pt x="521728" y="136499"/>
                </a:lnTo>
                <a:lnTo>
                  <a:pt x="548741" y="116459"/>
                </a:lnTo>
                <a:close/>
              </a:path>
              <a:path w="617219" h="606425">
                <a:moveTo>
                  <a:pt x="565556" y="138328"/>
                </a:moveTo>
                <a:lnTo>
                  <a:pt x="561568" y="133515"/>
                </a:lnTo>
                <a:lnTo>
                  <a:pt x="558927" y="130225"/>
                </a:lnTo>
                <a:lnTo>
                  <a:pt x="554545" y="124320"/>
                </a:lnTo>
                <a:lnTo>
                  <a:pt x="554431" y="124155"/>
                </a:lnTo>
                <a:lnTo>
                  <a:pt x="550494" y="118846"/>
                </a:lnTo>
                <a:lnTo>
                  <a:pt x="515785" y="144576"/>
                </a:lnTo>
                <a:lnTo>
                  <a:pt x="527011" y="159727"/>
                </a:lnTo>
                <a:lnTo>
                  <a:pt x="528548" y="162052"/>
                </a:lnTo>
                <a:lnTo>
                  <a:pt x="530136" y="164757"/>
                </a:lnTo>
                <a:lnTo>
                  <a:pt x="531596" y="164084"/>
                </a:lnTo>
                <a:lnTo>
                  <a:pt x="533400" y="163410"/>
                </a:lnTo>
                <a:lnTo>
                  <a:pt x="535533" y="162737"/>
                </a:lnTo>
                <a:lnTo>
                  <a:pt x="537210" y="162242"/>
                </a:lnTo>
                <a:lnTo>
                  <a:pt x="538645" y="161747"/>
                </a:lnTo>
                <a:lnTo>
                  <a:pt x="539851" y="161239"/>
                </a:lnTo>
                <a:lnTo>
                  <a:pt x="539521" y="160820"/>
                </a:lnTo>
                <a:lnTo>
                  <a:pt x="539343" y="160578"/>
                </a:lnTo>
                <a:lnTo>
                  <a:pt x="536105" y="160820"/>
                </a:lnTo>
                <a:lnTo>
                  <a:pt x="533641" y="160439"/>
                </a:lnTo>
                <a:lnTo>
                  <a:pt x="531926" y="159435"/>
                </a:lnTo>
                <a:lnTo>
                  <a:pt x="530288" y="158521"/>
                </a:lnTo>
                <a:lnTo>
                  <a:pt x="528459" y="156692"/>
                </a:lnTo>
                <a:lnTo>
                  <a:pt x="521944" y="147916"/>
                </a:lnTo>
                <a:lnTo>
                  <a:pt x="521284" y="146900"/>
                </a:lnTo>
                <a:lnTo>
                  <a:pt x="520738" y="145872"/>
                </a:lnTo>
                <a:lnTo>
                  <a:pt x="522592" y="144018"/>
                </a:lnTo>
                <a:lnTo>
                  <a:pt x="524751" y="142189"/>
                </a:lnTo>
                <a:lnTo>
                  <a:pt x="534847" y="134683"/>
                </a:lnTo>
                <a:lnTo>
                  <a:pt x="540969" y="142951"/>
                </a:lnTo>
                <a:lnTo>
                  <a:pt x="542518" y="145072"/>
                </a:lnTo>
                <a:lnTo>
                  <a:pt x="543191" y="146596"/>
                </a:lnTo>
                <a:lnTo>
                  <a:pt x="543318" y="146900"/>
                </a:lnTo>
                <a:lnTo>
                  <a:pt x="543331" y="149910"/>
                </a:lnTo>
                <a:lnTo>
                  <a:pt x="542429" y="151472"/>
                </a:lnTo>
                <a:lnTo>
                  <a:pt x="540639" y="153098"/>
                </a:lnTo>
                <a:lnTo>
                  <a:pt x="541172" y="153835"/>
                </a:lnTo>
                <a:lnTo>
                  <a:pt x="543242" y="152107"/>
                </a:lnTo>
                <a:lnTo>
                  <a:pt x="543636" y="151726"/>
                </a:lnTo>
                <a:lnTo>
                  <a:pt x="545045" y="150482"/>
                </a:lnTo>
                <a:lnTo>
                  <a:pt x="546188" y="149529"/>
                </a:lnTo>
                <a:lnTo>
                  <a:pt x="548576" y="147789"/>
                </a:lnTo>
                <a:lnTo>
                  <a:pt x="550341" y="146596"/>
                </a:lnTo>
                <a:lnTo>
                  <a:pt x="552221" y="145453"/>
                </a:lnTo>
                <a:lnTo>
                  <a:pt x="552551" y="145453"/>
                </a:lnTo>
                <a:lnTo>
                  <a:pt x="551929" y="144576"/>
                </a:lnTo>
                <a:lnTo>
                  <a:pt x="549490" y="145453"/>
                </a:lnTo>
                <a:lnTo>
                  <a:pt x="548170" y="145453"/>
                </a:lnTo>
                <a:lnTo>
                  <a:pt x="545947" y="144373"/>
                </a:lnTo>
                <a:lnTo>
                  <a:pt x="544398" y="142760"/>
                </a:lnTo>
                <a:lnTo>
                  <a:pt x="538403" y="134683"/>
                </a:lnTo>
                <a:lnTo>
                  <a:pt x="537146" y="132994"/>
                </a:lnTo>
                <a:lnTo>
                  <a:pt x="542505" y="129006"/>
                </a:lnTo>
                <a:lnTo>
                  <a:pt x="544804" y="127419"/>
                </a:lnTo>
                <a:lnTo>
                  <a:pt x="547522" y="125488"/>
                </a:lnTo>
                <a:lnTo>
                  <a:pt x="549605" y="124320"/>
                </a:lnTo>
                <a:lnTo>
                  <a:pt x="550646" y="124155"/>
                </a:lnTo>
                <a:lnTo>
                  <a:pt x="551268" y="124764"/>
                </a:lnTo>
                <a:lnTo>
                  <a:pt x="551916" y="125488"/>
                </a:lnTo>
                <a:lnTo>
                  <a:pt x="552513" y="126339"/>
                </a:lnTo>
                <a:lnTo>
                  <a:pt x="558469" y="134340"/>
                </a:lnTo>
                <a:lnTo>
                  <a:pt x="559473" y="136220"/>
                </a:lnTo>
                <a:lnTo>
                  <a:pt x="559600" y="136499"/>
                </a:lnTo>
                <a:lnTo>
                  <a:pt x="559841" y="137845"/>
                </a:lnTo>
                <a:lnTo>
                  <a:pt x="559904" y="139687"/>
                </a:lnTo>
                <a:lnTo>
                  <a:pt x="559485" y="141058"/>
                </a:lnTo>
                <a:lnTo>
                  <a:pt x="558190" y="143243"/>
                </a:lnTo>
                <a:lnTo>
                  <a:pt x="558596" y="143802"/>
                </a:lnTo>
                <a:lnTo>
                  <a:pt x="559333" y="143243"/>
                </a:lnTo>
                <a:lnTo>
                  <a:pt x="563575" y="139687"/>
                </a:lnTo>
                <a:lnTo>
                  <a:pt x="564349" y="139115"/>
                </a:lnTo>
                <a:lnTo>
                  <a:pt x="565556" y="138328"/>
                </a:lnTo>
                <a:close/>
              </a:path>
              <a:path w="617219" h="606425">
                <a:moveTo>
                  <a:pt x="572262" y="292138"/>
                </a:moveTo>
                <a:lnTo>
                  <a:pt x="572223" y="292011"/>
                </a:lnTo>
                <a:lnTo>
                  <a:pt x="569722" y="292011"/>
                </a:lnTo>
                <a:lnTo>
                  <a:pt x="569658" y="292138"/>
                </a:lnTo>
                <a:lnTo>
                  <a:pt x="572262" y="292138"/>
                </a:lnTo>
                <a:close/>
              </a:path>
              <a:path w="617219" h="606425">
                <a:moveTo>
                  <a:pt x="574903" y="292138"/>
                </a:moveTo>
                <a:lnTo>
                  <a:pt x="572262" y="292138"/>
                </a:lnTo>
                <a:lnTo>
                  <a:pt x="572770" y="294462"/>
                </a:lnTo>
                <a:lnTo>
                  <a:pt x="572833" y="294805"/>
                </a:lnTo>
                <a:lnTo>
                  <a:pt x="573176" y="294462"/>
                </a:lnTo>
                <a:lnTo>
                  <a:pt x="574903" y="292138"/>
                </a:lnTo>
                <a:close/>
              </a:path>
              <a:path w="617219" h="606425">
                <a:moveTo>
                  <a:pt x="577710" y="292011"/>
                </a:moveTo>
                <a:lnTo>
                  <a:pt x="574992" y="292011"/>
                </a:lnTo>
                <a:lnTo>
                  <a:pt x="574903" y="292138"/>
                </a:lnTo>
                <a:lnTo>
                  <a:pt x="577545" y="292138"/>
                </a:lnTo>
                <a:lnTo>
                  <a:pt x="577710" y="292011"/>
                </a:lnTo>
                <a:close/>
              </a:path>
              <a:path w="617219" h="606425">
                <a:moveTo>
                  <a:pt x="582879" y="292011"/>
                </a:moveTo>
                <a:lnTo>
                  <a:pt x="582498" y="289788"/>
                </a:lnTo>
                <a:lnTo>
                  <a:pt x="582422" y="289344"/>
                </a:lnTo>
                <a:lnTo>
                  <a:pt x="582295" y="288645"/>
                </a:lnTo>
                <a:lnTo>
                  <a:pt x="582193" y="288048"/>
                </a:lnTo>
                <a:lnTo>
                  <a:pt x="582079" y="287388"/>
                </a:lnTo>
                <a:lnTo>
                  <a:pt x="581952" y="286677"/>
                </a:lnTo>
                <a:lnTo>
                  <a:pt x="581837" y="285965"/>
                </a:lnTo>
                <a:lnTo>
                  <a:pt x="581787" y="285673"/>
                </a:lnTo>
                <a:lnTo>
                  <a:pt x="573519" y="286905"/>
                </a:lnTo>
                <a:lnTo>
                  <a:pt x="572185" y="291795"/>
                </a:lnTo>
                <a:lnTo>
                  <a:pt x="572223" y="292011"/>
                </a:lnTo>
                <a:lnTo>
                  <a:pt x="574992" y="292011"/>
                </a:lnTo>
                <a:lnTo>
                  <a:pt x="577380" y="288798"/>
                </a:lnTo>
                <a:lnTo>
                  <a:pt x="577494" y="288645"/>
                </a:lnTo>
                <a:lnTo>
                  <a:pt x="577646" y="288645"/>
                </a:lnTo>
                <a:lnTo>
                  <a:pt x="578294" y="289788"/>
                </a:lnTo>
                <a:lnTo>
                  <a:pt x="578942" y="291058"/>
                </a:lnTo>
                <a:lnTo>
                  <a:pt x="577710" y="292011"/>
                </a:lnTo>
                <a:lnTo>
                  <a:pt x="582879" y="292011"/>
                </a:lnTo>
                <a:close/>
              </a:path>
              <a:path w="617219" h="606425">
                <a:moveTo>
                  <a:pt x="585139" y="292011"/>
                </a:moveTo>
                <a:lnTo>
                  <a:pt x="582879" y="292011"/>
                </a:lnTo>
                <a:lnTo>
                  <a:pt x="585127" y="292138"/>
                </a:lnTo>
                <a:lnTo>
                  <a:pt x="585139" y="292011"/>
                </a:lnTo>
                <a:close/>
              </a:path>
              <a:path w="617219" h="606425">
                <a:moveTo>
                  <a:pt x="617093" y="277914"/>
                </a:moveTo>
                <a:lnTo>
                  <a:pt x="616762" y="275348"/>
                </a:lnTo>
                <a:lnTo>
                  <a:pt x="616673" y="274637"/>
                </a:lnTo>
                <a:lnTo>
                  <a:pt x="614464" y="268465"/>
                </a:lnTo>
                <a:lnTo>
                  <a:pt x="609104" y="270357"/>
                </a:lnTo>
                <a:lnTo>
                  <a:pt x="608164" y="271513"/>
                </a:lnTo>
                <a:lnTo>
                  <a:pt x="608164" y="286486"/>
                </a:lnTo>
                <a:lnTo>
                  <a:pt x="604977" y="287604"/>
                </a:lnTo>
                <a:lnTo>
                  <a:pt x="604977" y="295363"/>
                </a:lnTo>
                <a:lnTo>
                  <a:pt x="604926" y="295046"/>
                </a:lnTo>
                <a:lnTo>
                  <a:pt x="604951" y="295186"/>
                </a:lnTo>
                <a:lnTo>
                  <a:pt x="604977" y="295363"/>
                </a:lnTo>
                <a:lnTo>
                  <a:pt x="604977" y="287604"/>
                </a:lnTo>
                <a:lnTo>
                  <a:pt x="604329" y="287820"/>
                </a:lnTo>
                <a:lnTo>
                  <a:pt x="593712" y="289344"/>
                </a:lnTo>
                <a:lnTo>
                  <a:pt x="597077" y="288645"/>
                </a:lnTo>
                <a:lnTo>
                  <a:pt x="599655" y="288048"/>
                </a:lnTo>
                <a:lnTo>
                  <a:pt x="603237" y="287223"/>
                </a:lnTo>
                <a:lnTo>
                  <a:pt x="604621" y="286486"/>
                </a:lnTo>
                <a:lnTo>
                  <a:pt x="607047" y="285203"/>
                </a:lnTo>
                <a:lnTo>
                  <a:pt x="608164" y="286486"/>
                </a:lnTo>
                <a:lnTo>
                  <a:pt x="608164" y="271513"/>
                </a:lnTo>
                <a:lnTo>
                  <a:pt x="605599" y="274637"/>
                </a:lnTo>
                <a:lnTo>
                  <a:pt x="605078" y="275348"/>
                </a:lnTo>
                <a:lnTo>
                  <a:pt x="605790" y="279819"/>
                </a:lnTo>
                <a:lnTo>
                  <a:pt x="606704" y="282930"/>
                </a:lnTo>
                <a:lnTo>
                  <a:pt x="602830" y="284264"/>
                </a:lnTo>
                <a:lnTo>
                  <a:pt x="593521" y="285711"/>
                </a:lnTo>
                <a:lnTo>
                  <a:pt x="593521" y="296113"/>
                </a:lnTo>
                <a:lnTo>
                  <a:pt x="593445" y="295770"/>
                </a:lnTo>
                <a:lnTo>
                  <a:pt x="593356" y="295465"/>
                </a:lnTo>
                <a:lnTo>
                  <a:pt x="593293" y="295186"/>
                </a:lnTo>
                <a:lnTo>
                  <a:pt x="593191" y="294805"/>
                </a:lnTo>
                <a:lnTo>
                  <a:pt x="593102" y="294462"/>
                </a:lnTo>
                <a:lnTo>
                  <a:pt x="593407" y="295186"/>
                </a:lnTo>
                <a:lnTo>
                  <a:pt x="593521" y="296113"/>
                </a:lnTo>
                <a:lnTo>
                  <a:pt x="593521" y="285711"/>
                </a:lnTo>
                <a:lnTo>
                  <a:pt x="588695" y="286448"/>
                </a:lnTo>
                <a:lnTo>
                  <a:pt x="589229" y="284264"/>
                </a:lnTo>
                <a:lnTo>
                  <a:pt x="589927" y="281368"/>
                </a:lnTo>
                <a:lnTo>
                  <a:pt x="591731" y="273862"/>
                </a:lnTo>
                <a:lnTo>
                  <a:pt x="581698" y="275348"/>
                </a:lnTo>
                <a:lnTo>
                  <a:pt x="582307" y="279819"/>
                </a:lnTo>
                <a:lnTo>
                  <a:pt x="582396" y="280479"/>
                </a:lnTo>
                <a:lnTo>
                  <a:pt x="582523" y="281368"/>
                </a:lnTo>
                <a:lnTo>
                  <a:pt x="573735" y="280479"/>
                </a:lnTo>
                <a:lnTo>
                  <a:pt x="567905" y="287388"/>
                </a:lnTo>
                <a:lnTo>
                  <a:pt x="567778" y="288645"/>
                </a:lnTo>
                <a:lnTo>
                  <a:pt x="567677" y="289788"/>
                </a:lnTo>
                <a:lnTo>
                  <a:pt x="567550" y="291058"/>
                </a:lnTo>
                <a:lnTo>
                  <a:pt x="567461" y="292011"/>
                </a:lnTo>
                <a:lnTo>
                  <a:pt x="569722" y="292011"/>
                </a:lnTo>
                <a:lnTo>
                  <a:pt x="572274" y="286905"/>
                </a:lnTo>
                <a:lnTo>
                  <a:pt x="572389" y="286677"/>
                </a:lnTo>
                <a:lnTo>
                  <a:pt x="578091" y="284264"/>
                </a:lnTo>
                <a:lnTo>
                  <a:pt x="583336" y="285965"/>
                </a:lnTo>
                <a:lnTo>
                  <a:pt x="585076" y="291795"/>
                </a:lnTo>
                <a:lnTo>
                  <a:pt x="585139" y="292011"/>
                </a:lnTo>
                <a:lnTo>
                  <a:pt x="586879" y="292011"/>
                </a:lnTo>
                <a:lnTo>
                  <a:pt x="587006" y="289344"/>
                </a:lnTo>
                <a:lnTo>
                  <a:pt x="587070" y="288048"/>
                </a:lnTo>
                <a:lnTo>
                  <a:pt x="591515" y="289788"/>
                </a:lnTo>
                <a:lnTo>
                  <a:pt x="591985" y="289788"/>
                </a:lnTo>
                <a:lnTo>
                  <a:pt x="589394" y="293497"/>
                </a:lnTo>
                <a:lnTo>
                  <a:pt x="586701" y="296113"/>
                </a:lnTo>
                <a:lnTo>
                  <a:pt x="586689" y="296240"/>
                </a:lnTo>
                <a:lnTo>
                  <a:pt x="586435" y="296367"/>
                </a:lnTo>
                <a:lnTo>
                  <a:pt x="586701" y="296113"/>
                </a:lnTo>
                <a:lnTo>
                  <a:pt x="586816" y="293497"/>
                </a:lnTo>
                <a:lnTo>
                  <a:pt x="586879" y="292138"/>
                </a:lnTo>
                <a:lnTo>
                  <a:pt x="585127" y="292138"/>
                </a:lnTo>
                <a:lnTo>
                  <a:pt x="585025" y="293001"/>
                </a:lnTo>
                <a:lnTo>
                  <a:pt x="584974" y="293497"/>
                </a:lnTo>
                <a:lnTo>
                  <a:pt x="584860" y="294462"/>
                </a:lnTo>
                <a:lnTo>
                  <a:pt x="584784" y="295186"/>
                </a:lnTo>
                <a:lnTo>
                  <a:pt x="584657" y="295770"/>
                </a:lnTo>
                <a:lnTo>
                  <a:pt x="583768" y="297103"/>
                </a:lnTo>
                <a:lnTo>
                  <a:pt x="582904" y="292138"/>
                </a:lnTo>
                <a:lnTo>
                  <a:pt x="577545" y="292138"/>
                </a:lnTo>
                <a:lnTo>
                  <a:pt x="573620" y="295186"/>
                </a:lnTo>
                <a:lnTo>
                  <a:pt x="573125" y="294805"/>
                </a:lnTo>
                <a:lnTo>
                  <a:pt x="572833" y="294805"/>
                </a:lnTo>
                <a:lnTo>
                  <a:pt x="573341" y="297103"/>
                </a:lnTo>
                <a:lnTo>
                  <a:pt x="573405" y="297370"/>
                </a:lnTo>
                <a:lnTo>
                  <a:pt x="573506" y="297891"/>
                </a:lnTo>
                <a:lnTo>
                  <a:pt x="573608" y="298323"/>
                </a:lnTo>
                <a:lnTo>
                  <a:pt x="573735" y="298907"/>
                </a:lnTo>
                <a:lnTo>
                  <a:pt x="573824" y="299288"/>
                </a:lnTo>
                <a:lnTo>
                  <a:pt x="574078" y="299288"/>
                </a:lnTo>
                <a:lnTo>
                  <a:pt x="580402" y="301409"/>
                </a:lnTo>
                <a:lnTo>
                  <a:pt x="581215" y="300951"/>
                </a:lnTo>
                <a:lnTo>
                  <a:pt x="573633" y="295198"/>
                </a:lnTo>
                <a:lnTo>
                  <a:pt x="582549" y="298907"/>
                </a:lnTo>
                <a:lnTo>
                  <a:pt x="581190" y="300939"/>
                </a:lnTo>
                <a:lnTo>
                  <a:pt x="583857" y="299440"/>
                </a:lnTo>
                <a:lnTo>
                  <a:pt x="584200" y="299580"/>
                </a:lnTo>
                <a:lnTo>
                  <a:pt x="584149" y="299288"/>
                </a:lnTo>
                <a:lnTo>
                  <a:pt x="585393" y="298577"/>
                </a:lnTo>
                <a:lnTo>
                  <a:pt x="595858" y="301269"/>
                </a:lnTo>
                <a:lnTo>
                  <a:pt x="594283" y="297370"/>
                </a:lnTo>
                <a:lnTo>
                  <a:pt x="594182" y="297103"/>
                </a:lnTo>
                <a:lnTo>
                  <a:pt x="593775" y="297103"/>
                </a:lnTo>
                <a:lnTo>
                  <a:pt x="593496" y="297103"/>
                </a:lnTo>
                <a:lnTo>
                  <a:pt x="593737" y="296989"/>
                </a:lnTo>
                <a:lnTo>
                  <a:pt x="594067" y="296824"/>
                </a:lnTo>
                <a:lnTo>
                  <a:pt x="596226" y="295770"/>
                </a:lnTo>
                <a:lnTo>
                  <a:pt x="597509" y="294462"/>
                </a:lnTo>
                <a:lnTo>
                  <a:pt x="597471" y="297370"/>
                </a:lnTo>
                <a:lnTo>
                  <a:pt x="600341" y="296240"/>
                </a:lnTo>
                <a:lnTo>
                  <a:pt x="600036" y="297103"/>
                </a:lnTo>
                <a:lnTo>
                  <a:pt x="599948" y="297357"/>
                </a:lnTo>
                <a:lnTo>
                  <a:pt x="602780" y="297103"/>
                </a:lnTo>
                <a:lnTo>
                  <a:pt x="604227" y="297103"/>
                </a:lnTo>
                <a:lnTo>
                  <a:pt x="582828" y="305320"/>
                </a:lnTo>
                <a:lnTo>
                  <a:pt x="575932" y="303923"/>
                </a:lnTo>
                <a:lnTo>
                  <a:pt x="570738" y="299986"/>
                </a:lnTo>
                <a:lnTo>
                  <a:pt x="569366" y="293636"/>
                </a:lnTo>
                <a:lnTo>
                  <a:pt x="569328" y="293497"/>
                </a:lnTo>
                <a:lnTo>
                  <a:pt x="569226" y="293001"/>
                </a:lnTo>
                <a:lnTo>
                  <a:pt x="569658" y="292138"/>
                </a:lnTo>
                <a:lnTo>
                  <a:pt x="567448" y="292138"/>
                </a:lnTo>
                <a:lnTo>
                  <a:pt x="566940" y="297370"/>
                </a:lnTo>
                <a:lnTo>
                  <a:pt x="572744" y="305752"/>
                </a:lnTo>
                <a:lnTo>
                  <a:pt x="583209" y="308673"/>
                </a:lnTo>
                <a:lnTo>
                  <a:pt x="572757" y="309803"/>
                </a:lnTo>
                <a:lnTo>
                  <a:pt x="565099" y="317080"/>
                </a:lnTo>
                <a:lnTo>
                  <a:pt x="565010" y="317741"/>
                </a:lnTo>
                <a:lnTo>
                  <a:pt x="564959" y="318096"/>
                </a:lnTo>
                <a:lnTo>
                  <a:pt x="564845" y="318947"/>
                </a:lnTo>
                <a:lnTo>
                  <a:pt x="564730" y="319709"/>
                </a:lnTo>
                <a:lnTo>
                  <a:pt x="564692" y="320052"/>
                </a:lnTo>
                <a:lnTo>
                  <a:pt x="564578" y="320865"/>
                </a:lnTo>
                <a:lnTo>
                  <a:pt x="564476" y="321602"/>
                </a:lnTo>
                <a:lnTo>
                  <a:pt x="564362" y="322402"/>
                </a:lnTo>
                <a:lnTo>
                  <a:pt x="564299" y="322910"/>
                </a:lnTo>
                <a:lnTo>
                  <a:pt x="564197" y="323557"/>
                </a:lnTo>
                <a:lnTo>
                  <a:pt x="564146" y="323977"/>
                </a:lnTo>
                <a:lnTo>
                  <a:pt x="564070" y="324485"/>
                </a:lnTo>
                <a:lnTo>
                  <a:pt x="563968" y="325259"/>
                </a:lnTo>
                <a:lnTo>
                  <a:pt x="563854" y="326021"/>
                </a:lnTo>
                <a:lnTo>
                  <a:pt x="563829" y="326237"/>
                </a:lnTo>
                <a:lnTo>
                  <a:pt x="563714" y="327037"/>
                </a:lnTo>
                <a:lnTo>
                  <a:pt x="567829" y="334759"/>
                </a:lnTo>
                <a:lnTo>
                  <a:pt x="576656" y="335292"/>
                </a:lnTo>
                <a:lnTo>
                  <a:pt x="574446" y="341071"/>
                </a:lnTo>
                <a:lnTo>
                  <a:pt x="583933" y="344119"/>
                </a:lnTo>
                <a:lnTo>
                  <a:pt x="583920" y="331825"/>
                </a:lnTo>
                <a:lnTo>
                  <a:pt x="583920" y="331317"/>
                </a:lnTo>
                <a:lnTo>
                  <a:pt x="597255" y="335711"/>
                </a:lnTo>
                <a:lnTo>
                  <a:pt x="600735" y="337616"/>
                </a:lnTo>
                <a:lnTo>
                  <a:pt x="599135" y="340550"/>
                </a:lnTo>
                <a:lnTo>
                  <a:pt x="597357" y="344868"/>
                </a:lnTo>
                <a:lnTo>
                  <a:pt x="600163" y="350342"/>
                </a:lnTo>
                <a:lnTo>
                  <a:pt x="604977" y="353060"/>
                </a:lnTo>
                <a:lnTo>
                  <a:pt x="608596" y="347357"/>
                </a:lnTo>
                <a:lnTo>
                  <a:pt x="609765" y="344208"/>
                </a:lnTo>
                <a:lnTo>
                  <a:pt x="607644" y="336016"/>
                </a:lnTo>
                <a:lnTo>
                  <a:pt x="604685" y="335546"/>
                </a:lnTo>
                <a:lnTo>
                  <a:pt x="607402" y="332854"/>
                </a:lnTo>
                <a:lnTo>
                  <a:pt x="609358" y="330911"/>
                </a:lnTo>
                <a:lnTo>
                  <a:pt x="609574" y="330911"/>
                </a:lnTo>
                <a:lnTo>
                  <a:pt x="607263" y="326859"/>
                </a:lnTo>
                <a:lnTo>
                  <a:pt x="607263" y="331825"/>
                </a:lnTo>
                <a:lnTo>
                  <a:pt x="605409" y="332803"/>
                </a:lnTo>
                <a:lnTo>
                  <a:pt x="604329" y="332219"/>
                </a:lnTo>
                <a:lnTo>
                  <a:pt x="603897" y="329438"/>
                </a:lnTo>
                <a:lnTo>
                  <a:pt x="603770" y="328625"/>
                </a:lnTo>
                <a:lnTo>
                  <a:pt x="603707" y="328231"/>
                </a:lnTo>
                <a:lnTo>
                  <a:pt x="603592" y="327444"/>
                </a:lnTo>
                <a:lnTo>
                  <a:pt x="603529" y="327037"/>
                </a:lnTo>
                <a:lnTo>
                  <a:pt x="603402" y="326237"/>
                </a:lnTo>
                <a:lnTo>
                  <a:pt x="603377" y="326021"/>
                </a:lnTo>
                <a:lnTo>
                  <a:pt x="603250" y="325259"/>
                </a:lnTo>
                <a:lnTo>
                  <a:pt x="603173" y="324688"/>
                </a:lnTo>
                <a:lnTo>
                  <a:pt x="603034" y="324891"/>
                </a:lnTo>
                <a:lnTo>
                  <a:pt x="603034" y="334365"/>
                </a:lnTo>
                <a:lnTo>
                  <a:pt x="601624" y="335445"/>
                </a:lnTo>
                <a:lnTo>
                  <a:pt x="598360" y="332854"/>
                </a:lnTo>
                <a:lnTo>
                  <a:pt x="594715" y="331317"/>
                </a:lnTo>
                <a:lnTo>
                  <a:pt x="592670" y="330454"/>
                </a:lnTo>
                <a:lnTo>
                  <a:pt x="590054" y="329438"/>
                </a:lnTo>
                <a:lnTo>
                  <a:pt x="599605" y="332447"/>
                </a:lnTo>
                <a:lnTo>
                  <a:pt x="603034" y="334365"/>
                </a:lnTo>
                <a:lnTo>
                  <a:pt x="603034" y="324891"/>
                </a:lnTo>
                <a:lnTo>
                  <a:pt x="602945" y="323977"/>
                </a:lnTo>
                <a:lnTo>
                  <a:pt x="603173" y="324688"/>
                </a:lnTo>
                <a:lnTo>
                  <a:pt x="603300" y="324497"/>
                </a:lnTo>
                <a:lnTo>
                  <a:pt x="603250" y="325259"/>
                </a:lnTo>
                <a:lnTo>
                  <a:pt x="603897" y="326021"/>
                </a:lnTo>
                <a:lnTo>
                  <a:pt x="607263" y="331825"/>
                </a:lnTo>
                <a:lnTo>
                  <a:pt x="607263" y="326859"/>
                </a:lnTo>
                <a:lnTo>
                  <a:pt x="605624" y="323977"/>
                </a:lnTo>
                <a:lnTo>
                  <a:pt x="605015" y="322910"/>
                </a:lnTo>
                <a:lnTo>
                  <a:pt x="603846" y="320865"/>
                </a:lnTo>
                <a:lnTo>
                  <a:pt x="603732" y="320662"/>
                </a:lnTo>
                <a:lnTo>
                  <a:pt x="603110" y="320052"/>
                </a:lnTo>
                <a:lnTo>
                  <a:pt x="603034" y="323824"/>
                </a:lnTo>
                <a:lnTo>
                  <a:pt x="602894" y="322910"/>
                </a:lnTo>
                <a:lnTo>
                  <a:pt x="602996" y="323557"/>
                </a:lnTo>
                <a:lnTo>
                  <a:pt x="603034" y="323824"/>
                </a:lnTo>
                <a:lnTo>
                  <a:pt x="603034" y="319989"/>
                </a:lnTo>
                <a:lnTo>
                  <a:pt x="602627" y="319633"/>
                </a:lnTo>
                <a:lnTo>
                  <a:pt x="602627" y="323557"/>
                </a:lnTo>
                <a:lnTo>
                  <a:pt x="602564" y="323697"/>
                </a:lnTo>
                <a:lnTo>
                  <a:pt x="602386" y="323659"/>
                </a:lnTo>
                <a:lnTo>
                  <a:pt x="602386" y="324218"/>
                </a:lnTo>
                <a:lnTo>
                  <a:pt x="602246" y="324485"/>
                </a:lnTo>
                <a:lnTo>
                  <a:pt x="602348" y="324218"/>
                </a:lnTo>
                <a:lnTo>
                  <a:pt x="602183" y="323977"/>
                </a:lnTo>
                <a:lnTo>
                  <a:pt x="602386" y="324218"/>
                </a:lnTo>
                <a:lnTo>
                  <a:pt x="602386" y="323659"/>
                </a:lnTo>
                <a:lnTo>
                  <a:pt x="602030" y="323557"/>
                </a:lnTo>
                <a:lnTo>
                  <a:pt x="602615" y="323557"/>
                </a:lnTo>
                <a:lnTo>
                  <a:pt x="602627" y="319633"/>
                </a:lnTo>
                <a:lnTo>
                  <a:pt x="601776" y="318871"/>
                </a:lnTo>
                <a:lnTo>
                  <a:pt x="601776" y="323507"/>
                </a:lnTo>
                <a:lnTo>
                  <a:pt x="598119" y="322567"/>
                </a:lnTo>
                <a:lnTo>
                  <a:pt x="598119" y="323977"/>
                </a:lnTo>
                <a:lnTo>
                  <a:pt x="598030" y="324942"/>
                </a:lnTo>
                <a:lnTo>
                  <a:pt x="597992" y="325259"/>
                </a:lnTo>
                <a:lnTo>
                  <a:pt x="597903" y="326237"/>
                </a:lnTo>
                <a:lnTo>
                  <a:pt x="597877" y="326021"/>
                </a:lnTo>
                <a:lnTo>
                  <a:pt x="597992" y="325259"/>
                </a:lnTo>
                <a:lnTo>
                  <a:pt x="598119" y="323977"/>
                </a:lnTo>
                <a:lnTo>
                  <a:pt x="598119" y="322567"/>
                </a:lnTo>
                <a:lnTo>
                  <a:pt x="597522" y="322402"/>
                </a:lnTo>
                <a:lnTo>
                  <a:pt x="597636" y="323557"/>
                </a:lnTo>
                <a:lnTo>
                  <a:pt x="595071" y="321983"/>
                </a:lnTo>
                <a:lnTo>
                  <a:pt x="594715" y="323557"/>
                </a:lnTo>
                <a:lnTo>
                  <a:pt x="594614" y="323977"/>
                </a:lnTo>
                <a:lnTo>
                  <a:pt x="594499" y="324485"/>
                </a:lnTo>
                <a:lnTo>
                  <a:pt x="594410" y="324853"/>
                </a:lnTo>
                <a:lnTo>
                  <a:pt x="594029" y="324218"/>
                </a:lnTo>
                <a:lnTo>
                  <a:pt x="593623" y="323557"/>
                </a:lnTo>
                <a:lnTo>
                  <a:pt x="593775" y="323557"/>
                </a:lnTo>
                <a:lnTo>
                  <a:pt x="591642" y="321983"/>
                </a:lnTo>
                <a:lnTo>
                  <a:pt x="591375" y="322338"/>
                </a:lnTo>
                <a:lnTo>
                  <a:pt x="591616" y="321983"/>
                </a:lnTo>
                <a:lnTo>
                  <a:pt x="591769" y="321767"/>
                </a:lnTo>
                <a:lnTo>
                  <a:pt x="593699" y="318947"/>
                </a:lnTo>
                <a:lnTo>
                  <a:pt x="594283" y="318096"/>
                </a:lnTo>
                <a:lnTo>
                  <a:pt x="594398" y="317931"/>
                </a:lnTo>
                <a:lnTo>
                  <a:pt x="594156" y="317931"/>
                </a:lnTo>
                <a:lnTo>
                  <a:pt x="590943" y="318223"/>
                </a:lnTo>
                <a:lnTo>
                  <a:pt x="590943" y="322948"/>
                </a:lnTo>
                <a:lnTo>
                  <a:pt x="590080" y="324218"/>
                </a:lnTo>
                <a:lnTo>
                  <a:pt x="590423" y="323557"/>
                </a:lnTo>
                <a:lnTo>
                  <a:pt x="590943" y="322948"/>
                </a:lnTo>
                <a:lnTo>
                  <a:pt x="590943" y="318223"/>
                </a:lnTo>
                <a:lnTo>
                  <a:pt x="587984" y="318477"/>
                </a:lnTo>
                <a:lnTo>
                  <a:pt x="587984" y="328625"/>
                </a:lnTo>
                <a:lnTo>
                  <a:pt x="587476" y="328434"/>
                </a:lnTo>
                <a:lnTo>
                  <a:pt x="582714" y="329438"/>
                </a:lnTo>
                <a:lnTo>
                  <a:pt x="583501" y="325259"/>
                </a:lnTo>
                <a:lnTo>
                  <a:pt x="583615" y="324688"/>
                </a:lnTo>
                <a:lnTo>
                  <a:pt x="583704" y="324218"/>
                </a:lnTo>
                <a:lnTo>
                  <a:pt x="583831" y="323557"/>
                </a:lnTo>
                <a:lnTo>
                  <a:pt x="583946" y="322910"/>
                </a:lnTo>
                <a:lnTo>
                  <a:pt x="584047" y="322402"/>
                </a:lnTo>
                <a:lnTo>
                  <a:pt x="584161" y="321767"/>
                </a:lnTo>
                <a:lnTo>
                  <a:pt x="584200" y="321602"/>
                </a:lnTo>
                <a:lnTo>
                  <a:pt x="583780" y="320865"/>
                </a:lnTo>
                <a:lnTo>
                  <a:pt x="584288" y="321602"/>
                </a:lnTo>
                <a:lnTo>
                  <a:pt x="584377" y="320662"/>
                </a:lnTo>
                <a:lnTo>
                  <a:pt x="584492" y="320052"/>
                </a:lnTo>
                <a:lnTo>
                  <a:pt x="584403" y="321767"/>
                </a:lnTo>
                <a:lnTo>
                  <a:pt x="586244" y="324485"/>
                </a:lnTo>
                <a:lnTo>
                  <a:pt x="587819" y="328231"/>
                </a:lnTo>
                <a:lnTo>
                  <a:pt x="587908" y="328434"/>
                </a:lnTo>
                <a:lnTo>
                  <a:pt x="587984" y="328625"/>
                </a:lnTo>
                <a:lnTo>
                  <a:pt x="587984" y="318477"/>
                </a:lnTo>
                <a:lnTo>
                  <a:pt x="583539" y="318858"/>
                </a:lnTo>
                <a:lnTo>
                  <a:pt x="582460" y="317931"/>
                </a:lnTo>
                <a:lnTo>
                  <a:pt x="582536" y="317741"/>
                </a:lnTo>
                <a:lnTo>
                  <a:pt x="582231" y="317741"/>
                </a:lnTo>
                <a:lnTo>
                  <a:pt x="580009" y="315874"/>
                </a:lnTo>
                <a:lnTo>
                  <a:pt x="580123" y="316369"/>
                </a:lnTo>
                <a:lnTo>
                  <a:pt x="580656" y="317741"/>
                </a:lnTo>
                <a:lnTo>
                  <a:pt x="580732" y="317931"/>
                </a:lnTo>
                <a:lnTo>
                  <a:pt x="580796" y="318096"/>
                </a:lnTo>
                <a:lnTo>
                  <a:pt x="575449" y="319405"/>
                </a:lnTo>
                <a:lnTo>
                  <a:pt x="575449" y="325259"/>
                </a:lnTo>
                <a:lnTo>
                  <a:pt x="573519" y="327444"/>
                </a:lnTo>
                <a:lnTo>
                  <a:pt x="570534" y="320865"/>
                </a:lnTo>
                <a:lnTo>
                  <a:pt x="570445" y="320662"/>
                </a:lnTo>
                <a:lnTo>
                  <a:pt x="571474" y="320662"/>
                </a:lnTo>
                <a:lnTo>
                  <a:pt x="575221" y="324942"/>
                </a:lnTo>
                <a:lnTo>
                  <a:pt x="575449" y="325259"/>
                </a:lnTo>
                <a:lnTo>
                  <a:pt x="575449" y="319405"/>
                </a:lnTo>
                <a:lnTo>
                  <a:pt x="570611" y="320586"/>
                </a:lnTo>
                <a:lnTo>
                  <a:pt x="579932" y="315874"/>
                </a:lnTo>
                <a:lnTo>
                  <a:pt x="579285" y="315252"/>
                </a:lnTo>
                <a:lnTo>
                  <a:pt x="572287" y="316369"/>
                </a:lnTo>
                <a:lnTo>
                  <a:pt x="569188" y="322910"/>
                </a:lnTo>
                <a:lnTo>
                  <a:pt x="568972" y="323557"/>
                </a:lnTo>
                <a:lnTo>
                  <a:pt x="569010" y="324485"/>
                </a:lnTo>
                <a:lnTo>
                  <a:pt x="569125" y="328434"/>
                </a:lnTo>
                <a:lnTo>
                  <a:pt x="569277" y="328434"/>
                </a:lnTo>
                <a:lnTo>
                  <a:pt x="576961" y="330911"/>
                </a:lnTo>
                <a:lnTo>
                  <a:pt x="578434" y="327444"/>
                </a:lnTo>
                <a:lnTo>
                  <a:pt x="581215" y="320865"/>
                </a:lnTo>
                <a:lnTo>
                  <a:pt x="581304" y="320662"/>
                </a:lnTo>
                <a:lnTo>
                  <a:pt x="581558" y="320052"/>
                </a:lnTo>
                <a:lnTo>
                  <a:pt x="582168" y="321602"/>
                </a:lnTo>
                <a:lnTo>
                  <a:pt x="582117" y="321983"/>
                </a:lnTo>
                <a:lnTo>
                  <a:pt x="582002" y="322910"/>
                </a:lnTo>
                <a:lnTo>
                  <a:pt x="581926" y="323557"/>
                </a:lnTo>
                <a:lnTo>
                  <a:pt x="581799" y="324485"/>
                </a:lnTo>
                <a:lnTo>
                  <a:pt x="581698" y="325259"/>
                </a:lnTo>
                <a:lnTo>
                  <a:pt x="578777" y="330454"/>
                </a:lnTo>
                <a:lnTo>
                  <a:pt x="578396" y="330911"/>
                </a:lnTo>
                <a:lnTo>
                  <a:pt x="572998" y="331724"/>
                </a:lnTo>
                <a:lnTo>
                  <a:pt x="567969" y="328434"/>
                </a:lnTo>
                <a:lnTo>
                  <a:pt x="566610" y="322910"/>
                </a:lnTo>
                <a:lnTo>
                  <a:pt x="566496" y="322402"/>
                </a:lnTo>
                <a:lnTo>
                  <a:pt x="566394" y="321602"/>
                </a:lnTo>
                <a:lnTo>
                  <a:pt x="569404" y="315252"/>
                </a:lnTo>
                <a:lnTo>
                  <a:pt x="569455" y="315125"/>
                </a:lnTo>
                <a:lnTo>
                  <a:pt x="575462" y="312089"/>
                </a:lnTo>
                <a:lnTo>
                  <a:pt x="582561" y="311823"/>
                </a:lnTo>
                <a:lnTo>
                  <a:pt x="588949" y="313461"/>
                </a:lnTo>
                <a:lnTo>
                  <a:pt x="594550" y="316585"/>
                </a:lnTo>
                <a:lnTo>
                  <a:pt x="599592" y="320865"/>
                </a:lnTo>
                <a:lnTo>
                  <a:pt x="601776" y="323507"/>
                </a:lnTo>
                <a:lnTo>
                  <a:pt x="601776" y="318871"/>
                </a:lnTo>
                <a:lnTo>
                  <a:pt x="594779" y="312648"/>
                </a:lnTo>
                <a:lnTo>
                  <a:pt x="592607" y="311823"/>
                </a:lnTo>
                <a:lnTo>
                  <a:pt x="584225" y="308635"/>
                </a:lnTo>
                <a:lnTo>
                  <a:pt x="595033" y="306476"/>
                </a:lnTo>
                <a:lnTo>
                  <a:pt x="596950" y="305320"/>
                </a:lnTo>
                <a:lnTo>
                  <a:pt x="605574" y="300151"/>
                </a:lnTo>
                <a:lnTo>
                  <a:pt x="607758" y="297700"/>
                </a:lnTo>
                <a:lnTo>
                  <a:pt x="608304" y="297103"/>
                </a:lnTo>
                <a:lnTo>
                  <a:pt x="613689" y="291058"/>
                </a:lnTo>
                <a:lnTo>
                  <a:pt x="612190" y="288798"/>
                </a:lnTo>
                <a:lnTo>
                  <a:pt x="612089" y="288645"/>
                </a:lnTo>
                <a:lnTo>
                  <a:pt x="611886" y="288340"/>
                </a:lnTo>
                <a:lnTo>
                  <a:pt x="611886" y="289788"/>
                </a:lnTo>
                <a:lnTo>
                  <a:pt x="611593" y="289788"/>
                </a:lnTo>
                <a:lnTo>
                  <a:pt x="607072" y="294805"/>
                </a:lnTo>
                <a:lnTo>
                  <a:pt x="606259" y="295465"/>
                </a:lnTo>
                <a:lnTo>
                  <a:pt x="606183" y="296367"/>
                </a:lnTo>
                <a:lnTo>
                  <a:pt x="606082" y="296113"/>
                </a:lnTo>
                <a:lnTo>
                  <a:pt x="605942" y="296240"/>
                </a:lnTo>
                <a:lnTo>
                  <a:pt x="605891" y="296367"/>
                </a:lnTo>
                <a:lnTo>
                  <a:pt x="605942" y="295770"/>
                </a:lnTo>
                <a:lnTo>
                  <a:pt x="605358" y="296202"/>
                </a:lnTo>
                <a:lnTo>
                  <a:pt x="605358" y="297700"/>
                </a:lnTo>
                <a:lnTo>
                  <a:pt x="605256" y="297103"/>
                </a:lnTo>
                <a:lnTo>
                  <a:pt x="605142" y="296367"/>
                </a:lnTo>
                <a:lnTo>
                  <a:pt x="605294" y="296252"/>
                </a:lnTo>
                <a:lnTo>
                  <a:pt x="605358" y="297700"/>
                </a:lnTo>
                <a:lnTo>
                  <a:pt x="605358" y="296202"/>
                </a:lnTo>
                <a:lnTo>
                  <a:pt x="605878" y="295770"/>
                </a:lnTo>
                <a:lnTo>
                  <a:pt x="605815" y="295465"/>
                </a:lnTo>
                <a:lnTo>
                  <a:pt x="605942" y="295770"/>
                </a:lnTo>
                <a:lnTo>
                  <a:pt x="606082" y="296113"/>
                </a:lnTo>
                <a:lnTo>
                  <a:pt x="606132" y="295770"/>
                </a:lnTo>
                <a:lnTo>
                  <a:pt x="606259" y="295465"/>
                </a:lnTo>
                <a:lnTo>
                  <a:pt x="607593" y="292138"/>
                </a:lnTo>
                <a:lnTo>
                  <a:pt x="608533" y="289788"/>
                </a:lnTo>
                <a:lnTo>
                  <a:pt x="608939" y="288798"/>
                </a:lnTo>
                <a:lnTo>
                  <a:pt x="609422" y="288645"/>
                </a:lnTo>
                <a:lnTo>
                  <a:pt x="610489" y="288645"/>
                </a:lnTo>
                <a:lnTo>
                  <a:pt x="611886" y="289788"/>
                </a:lnTo>
                <a:lnTo>
                  <a:pt x="611886" y="288340"/>
                </a:lnTo>
                <a:lnTo>
                  <a:pt x="610133" y="285673"/>
                </a:lnTo>
                <a:lnTo>
                  <a:pt x="613029" y="285673"/>
                </a:lnTo>
                <a:lnTo>
                  <a:pt x="613270" y="285203"/>
                </a:lnTo>
                <a:lnTo>
                  <a:pt x="617093" y="277914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bg object 209"/>
          <p:cNvSpPr/>
          <p:nvPr/>
        </p:nvSpPr>
        <p:spPr>
          <a:xfrm>
            <a:off x="2310764" y="1002639"/>
            <a:ext cx="2321560" cy="2540"/>
          </a:xfrm>
          <a:custGeom>
            <a:avLst/>
            <a:gdLst/>
            <a:ahLst/>
            <a:cxnLst/>
            <a:rect l="l" t="t" r="r" b="b"/>
            <a:pathLst>
              <a:path w="2321560" h="2540">
                <a:moveTo>
                  <a:pt x="2321102" y="0"/>
                </a:moveTo>
                <a:lnTo>
                  <a:pt x="0" y="0"/>
                </a:lnTo>
                <a:lnTo>
                  <a:pt x="0" y="2095"/>
                </a:lnTo>
                <a:lnTo>
                  <a:pt x="2321102" y="2095"/>
                </a:lnTo>
                <a:lnTo>
                  <a:pt x="2321102" y="0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bg object 210"/>
          <p:cNvSpPr/>
          <p:nvPr/>
        </p:nvSpPr>
        <p:spPr>
          <a:xfrm>
            <a:off x="2314867" y="677976"/>
            <a:ext cx="2307590" cy="274955"/>
          </a:xfrm>
          <a:custGeom>
            <a:avLst/>
            <a:gdLst/>
            <a:ahLst/>
            <a:cxnLst/>
            <a:rect l="l" t="t" r="r" b="b"/>
            <a:pathLst>
              <a:path w="2307590" h="274955">
                <a:moveTo>
                  <a:pt x="264083" y="269201"/>
                </a:moveTo>
                <a:lnTo>
                  <a:pt x="212559" y="161721"/>
                </a:lnTo>
                <a:lnTo>
                  <a:pt x="203542" y="142900"/>
                </a:lnTo>
                <a:lnTo>
                  <a:pt x="180733" y="95326"/>
                </a:lnTo>
                <a:lnTo>
                  <a:pt x="180733" y="142900"/>
                </a:lnTo>
                <a:lnTo>
                  <a:pt x="104990" y="142900"/>
                </a:lnTo>
                <a:lnTo>
                  <a:pt x="144373" y="66751"/>
                </a:lnTo>
                <a:lnTo>
                  <a:pt x="180733" y="142900"/>
                </a:lnTo>
                <a:lnTo>
                  <a:pt x="180733" y="95326"/>
                </a:lnTo>
                <a:lnTo>
                  <a:pt x="167043" y="66751"/>
                </a:lnTo>
                <a:lnTo>
                  <a:pt x="137337" y="4800"/>
                </a:lnTo>
                <a:lnTo>
                  <a:pt x="135229" y="4800"/>
                </a:lnTo>
                <a:lnTo>
                  <a:pt x="127101" y="4419"/>
                </a:lnTo>
                <a:lnTo>
                  <a:pt x="90932" y="2184"/>
                </a:lnTo>
                <a:lnTo>
                  <a:pt x="83375" y="1892"/>
                </a:lnTo>
                <a:lnTo>
                  <a:pt x="68199" y="1892"/>
                </a:lnTo>
                <a:lnTo>
                  <a:pt x="68199" y="6337"/>
                </a:lnTo>
                <a:lnTo>
                  <a:pt x="79006" y="7442"/>
                </a:lnTo>
                <a:lnTo>
                  <a:pt x="89077" y="9740"/>
                </a:lnTo>
                <a:lnTo>
                  <a:pt x="122021" y="30607"/>
                </a:lnTo>
                <a:lnTo>
                  <a:pt x="133311" y="47675"/>
                </a:lnTo>
                <a:lnTo>
                  <a:pt x="50330" y="209194"/>
                </a:lnTo>
                <a:lnTo>
                  <a:pt x="26327" y="245986"/>
                </a:lnTo>
                <a:lnTo>
                  <a:pt x="0" y="267487"/>
                </a:lnTo>
                <a:lnTo>
                  <a:pt x="0" y="272021"/>
                </a:lnTo>
                <a:lnTo>
                  <a:pt x="2324" y="272021"/>
                </a:lnTo>
                <a:lnTo>
                  <a:pt x="7112" y="271589"/>
                </a:lnTo>
                <a:lnTo>
                  <a:pt x="21894" y="270040"/>
                </a:lnTo>
                <a:lnTo>
                  <a:pt x="28867" y="269481"/>
                </a:lnTo>
                <a:lnTo>
                  <a:pt x="34036" y="269201"/>
                </a:lnTo>
                <a:lnTo>
                  <a:pt x="48247" y="269201"/>
                </a:lnTo>
                <a:lnTo>
                  <a:pt x="53594" y="269481"/>
                </a:lnTo>
                <a:lnTo>
                  <a:pt x="60604" y="270040"/>
                </a:lnTo>
                <a:lnTo>
                  <a:pt x="67437" y="270751"/>
                </a:lnTo>
                <a:lnTo>
                  <a:pt x="74447" y="271589"/>
                </a:lnTo>
                <a:lnTo>
                  <a:pt x="79413" y="272021"/>
                </a:lnTo>
                <a:lnTo>
                  <a:pt x="82232" y="272021"/>
                </a:lnTo>
                <a:lnTo>
                  <a:pt x="82232" y="269201"/>
                </a:lnTo>
                <a:lnTo>
                  <a:pt x="82232" y="267487"/>
                </a:lnTo>
                <a:lnTo>
                  <a:pt x="73025" y="262788"/>
                </a:lnTo>
                <a:lnTo>
                  <a:pt x="66459" y="256717"/>
                </a:lnTo>
                <a:lnTo>
                  <a:pt x="62509" y="249262"/>
                </a:lnTo>
                <a:lnTo>
                  <a:pt x="61188" y="240449"/>
                </a:lnTo>
                <a:lnTo>
                  <a:pt x="61188" y="233083"/>
                </a:lnTo>
                <a:lnTo>
                  <a:pt x="62915" y="225907"/>
                </a:lnTo>
                <a:lnTo>
                  <a:pt x="66370" y="218998"/>
                </a:lnTo>
                <a:lnTo>
                  <a:pt x="70015" y="211785"/>
                </a:lnTo>
                <a:lnTo>
                  <a:pt x="70180" y="211620"/>
                </a:lnTo>
                <a:lnTo>
                  <a:pt x="70954" y="209562"/>
                </a:lnTo>
                <a:lnTo>
                  <a:pt x="71462" y="208356"/>
                </a:lnTo>
                <a:lnTo>
                  <a:pt x="95250" y="161721"/>
                </a:lnTo>
                <a:lnTo>
                  <a:pt x="189788" y="161721"/>
                </a:lnTo>
                <a:lnTo>
                  <a:pt x="212445" y="209194"/>
                </a:lnTo>
                <a:lnTo>
                  <a:pt x="224523" y="245986"/>
                </a:lnTo>
                <a:lnTo>
                  <a:pt x="224624" y="246938"/>
                </a:lnTo>
                <a:lnTo>
                  <a:pt x="223443" y="254711"/>
                </a:lnTo>
                <a:lnTo>
                  <a:pt x="219875" y="260731"/>
                </a:lnTo>
                <a:lnTo>
                  <a:pt x="213918" y="264985"/>
                </a:lnTo>
                <a:lnTo>
                  <a:pt x="205549" y="267487"/>
                </a:lnTo>
                <a:lnTo>
                  <a:pt x="205549" y="272021"/>
                </a:lnTo>
                <a:lnTo>
                  <a:pt x="237134" y="270040"/>
                </a:lnTo>
                <a:lnTo>
                  <a:pt x="249478" y="269481"/>
                </a:lnTo>
                <a:lnTo>
                  <a:pt x="248653" y="269481"/>
                </a:lnTo>
                <a:lnTo>
                  <a:pt x="257759" y="269201"/>
                </a:lnTo>
                <a:lnTo>
                  <a:pt x="264083" y="269201"/>
                </a:lnTo>
                <a:close/>
              </a:path>
              <a:path w="2307590" h="274955">
                <a:moveTo>
                  <a:pt x="334137" y="267487"/>
                </a:moveTo>
                <a:lnTo>
                  <a:pt x="300316" y="241427"/>
                </a:lnTo>
                <a:lnTo>
                  <a:pt x="268414" y="190296"/>
                </a:lnTo>
                <a:lnTo>
                  <a:pt x="209537" y="68199"/>
                </a:lnTo>
                <a:lnTo>
                  <a:pt x="208864" y="66230"/>
                </a:lnTo>
                <a:lnTo>
                  <a:pt x="208102" y="64439"/>
                </a:lnTo>
                <a:lnTo>
                  <a:pt x="207327" y="62979"/>
                </a:lnTo>
                <a:lnTo>
                  <a:pt x="206146" y="59905"/>
                </a:lnTo>
                <a:lnTo>
                  <a:pt x="203873" y="54660"/>
                </a:lnTo>
                <a:lnTo>
                  <a:pt x="200494" y="47244"/>
                </a:lnTo>
                <a:lnTo>
                  <a:pt x="196037" y="37668"/>
                </a:lnTo>
                <a:lnTo>
                  <a:pt x="191795" y="28194"/>
                </a:lnTo>
                <a:lnTo>
                  <a:pt x="188036" y="19558"/>
                </a:lnTo>
                <a:lnTo>
                  <a:pt x="184772" y="11760"/>
                </a:lnTo>
                <a:lnTo>
                  <a:pt x="182003" y="4800"/>
                </a:lnTo>
                <a:lnTo>
                  <a:pt x="157454" y="4800"/>
                </a:lnTo>
                <a:lnTo>
                  <a:pt x="284111" y="269201"/>
                </a:lnTo>
                <a:lnTo>
                  <a:pt x="293141" y="269201"/>
                </a:lnTo>
                <a:lnTo>
                  <a:pt x="304546" y="269773"/>
                </a:lnTo>
                <a:lnTo>
                  <a:pt x="318719" y="270751"/>
                </a:lnTo>
                <a:lnTo>
                  <a:pt x="334137" y="272008"/>
                </a:lnTo>
                <a:lnTo>
                  <a:pt x="334137" y="267487"/>
                </a:lnTo>
                <a:close/>
              </a:path>
              <a:path w="2307590" h="274955">
                <a:moveTo>
                  <a:pt x="410806" y="4762"/>
                </a:moveTo>
                <a:lnTo>
                  <a:pt x="357924" y="1778"/>
                </a:lnTo>
                <a:lnTo>
                  <a:pt x="357924" y="6299"/>
                </a:lnTo>
                <a:lnTo>
                  <a:pt x="363728" y="8280"/>
                </a:lnTo>
                <a:lnTo>
                  <a:pt x="369341" y="11493"/>
                </a:lnTo>
                <a:lnTo>
                  <a:pt x="389382" y="54698"/>
                </a:lnTo>
                <a:lnTo>
                  <a:pt x="390017" y="72212"/>
                </a:lnTo>
                <a:lnTo>
                  <a:pt x="390017" y="192074"/>
                </a:lnTo>
                <a:lnTo>
                  <a:pt x="386219" y="234810"/>
                </a:lnTo>
                <a:lnTo>
                  <a:pt x="357924" y="267462"/>
                </a:lnTo>
                <a:lnTo>
                  <a:pt x="357924" y="271983"/>
                </a:lnTo>
                <a:lnTo>
                  <a:pt x="368909" y="270687"/>
                </a:lnTo>
                <a:lnTo>
                  <a:pt x="378777" y="269748"/>
                </a:lnTo>
                <a:lnTo>
                  <a:pt x="387553" y="269176"/>
                </a:lnTo>
                <a:lnTo>
                  <a:pt x="395224" y="268986"/>
                </a:lnTo>
                <a:lnTo>
                  <a:pt x="410806" y="268986"/>
                </a:lnTo>
                <a:lnTo>
                  <a:pt x="410806" y="4762"/>
                </a:lnTo>
                <a:close/>
              </a:path>
              <a:path w="2307590" h="274955">
                <a:moveTo>
                  <a:pt x="607860" y="207314"/>
                </a:moveTo>
                <a:lnTo>
                  <a:pt x="602805" y="207314"/>
                </a:lnTo>
                <a:lnTo>
                  <a:pt x="595642" y="219163"/>
                </a:lnTo>
                <a:lnTo>
                  <a:pt x="587908" y="228866"/>
                </a:lnTo>
                <a:lnTo>
                  <a:pt x="550037" y="248500"/>
                </a:lnTo>
                <a:lnTo>
                  <a:pt x="524611" y="250698"/>
                </a:lnTo>
                <a:lnTo>
                  <a:pt x="464096" y="250698"/>
                </a:lnTo>
                <a:lnTo>
                  <a:pt x="459232" y="249682"/>
                </a:lnTo>
                <a:lnTo>
                  <a:pt x="457428" y="247700"/>
                </a:lnTo>
                <a:lnTo>
                  <a:pt x="455472" y="245757"/>
                </a:lnTo>
                <a:lnTo>
                  <a:pt x="450278" y="203758"/>
                </a:lnTo>
                <a:lnTo>
                  <a:pt x="449643" y="180543"/>
                </a:lnTo>
                <a:lnTo>
                  <a:pt x="449643" y="71539"/>
                </a:lnTo>
                <a:lnTo>
                  <a:pt x="457682" y="26123"/>
                </a:lnTo>
                <a:lnTo>
                  <a:pt x="484987" y="6337"/>
                </a:lnTo>
                <a:lnTo>
                  <a:pt x="484987" y="1866"/>
                </a:lnTo>
                <a:lnTo>
                  <a:pt x="466940" y="2844"/>
                </a:lnTo>
                <a:lnTo>
                  <a:pt x="456666" y="3492"/>
                </a:lnTo>
                <a:lnTo>
                  <a:pt x="437642" y="4470"/>
                </a:lnTo>
                <a:lnTo>
                  <a:pt x="428866" y="4787"/>
                </a:lnTo>
                <a:lnTo>
                  <a:pt x="428866" y="269011"/>
                </a:lnTo>
                <a:lnTo>
                  <a:pt x="546392" y="269011"/>
                </a:lnTo>
                <a:lnTo>
                  <a:pt x="556361" y="269176"/>
                </a:lnTo>
                <a:lnTo>
                  <a:pt x="567461" y="269748"/>
                </a:lnTo>
                <a:lnTo>
                  <a:pt x="578180" y="270687"/>
                </a:lnTo>
                <a:lnTo>
                  <a:pt x="588518" y="271983"/>
                </a:lnTo>
                <a:lnTo>
                  <a:pt x="589686" y="266573"/>
                </a:lnTo>
                <a:lnTo>
                  <a:pt x="591413" y="260324"/>
                </a:lnTo>
                <a:lnTo>
                  <a:pt x="593699" y="253263"/>
                </a:lnTo>
                <a:lnTo>
                  <a:pt x="594626" y="250698"/>
                </a:lnTo>
                <a:lnTo>
                  <a:pt x="596557" y="245376"/>
                </a:lnTo>
                <a:lnTo>
                  <a:pt x="600824" y="233235"/>
                </a:lnTo>
                <a:lnTo>
                  <a:pt x="604139" y="222859"/>
                </a:lnTo>
                <a:lnTo>
                  <a:pt x="606425" y="214388"/>
                </a:lnTo>
                <a:lnTo>
                  <a:pt x="607860" y="207314"/>
                </a:lnTo>
                <a:close/>
              </a:path>
              <a:path w="2307590" h="274955">
                <a:moveTo>
                  <a:pt x="683564" y="4762"/>
                </a:moveTo>
                <a:lnTo>
                  <a:pt x="630682" y="1778"/>
                </a:lnTo>
                <a:lnTo>
                  <a:pt x="630682" y="6299"/>
                </a:lnTo>
                <a:lnTo>
                  <a:pt x="636485" y="8280"/>
                </a:lnTo>
                <a:lnTo>
                  <a:pt x="642099" y="11493"/>
                </a:lnTo>
                <a:lnTo>
                  <a:pt x="662139" y="54698"/>
                </a:lnTo>
                <a:lnTo>
                  <a:pt x="662762" y="72212"/>
                </a:lnTo>
                <a:lnTo>
                  <a:pt x="662762" y="192074"/>
                </a:lnTo>
                <a:lnTo>
                  <a:pt x="658977" y="234810"/>
                </a:lnTo>
                <a:lnTo>
                  <a:pt x="630682" y="267462"/>
                </a:lnTo>
                <a:lnTo>
                  <a:pt x="630682" y="271983"/>
                </a:lnTo>
                <a:lnTo>
                  <a:pt x="641667" y="270687"/>
                </a:lnTo>
                <a:lnTo>
                  <a:pt x="651535" y="269748"/>
                </a:lnTo>
                <a:lnTo>
                  <a:pt x="660311" y="269176"/>
                </a:lnTo>
                <a:lnTo>
                  <a:pt x="667981" y="268986"/>
                </a:lnTo>
                <a:lnTo>
                  <a:pt x="683564" y="268986"/>
                </a:lnTo>
                <a:lnTo>
                  <a:pt x="683564" y="4762"/>
                </a:lnTo>
                <a:close/>
              </a:path>
              <a:path w="2307590" h="274955">
                <a:moveTo>
                  <a:pt x="880605" y="207314"/>
                </a:moveTo>
                <a:lnTo>
                  <a:pt x="875563" y="207314"/>
                </a:lnTo>
                <a:lnTo>
                  <a:pt x="868413" y="219163"/>
                </a:lnTo>
                <a:lnTo>
                  <a:pt x="860679" y="228866"/>
                </a:lnTo>
                <a:lnTo>
                  <a:pt x="822807" y="248500"/>
                </a:lnTo>
                <a:lnTo>
                  <a:pt x="797369" y="250698"/>
                </a:lnTo>
                <a:lnTo>
                  <a:pt x="736866" y="250698"/>
                </a:lnTo>
                <a:lnTo>
                  <a:pt x="732002" y="249682"/>
                </a:lnTo>
                <a:lnTo>
                  <a:pt x="730199" y="247700"/>
                </a:lnTo>
                <a:lnTo>
                  <a:pt x="728256" y="245757"/>
                </a:lnTo>
                <a:lnTo>
                  <a:pt x="723049" y="203758"/>
                </a:lnTo>
                <a:lnTo>
                  <a:pt x="722426" y="180543"/>
                </a:lnTo>
                <a:lnTo>
                  <a:pt x="722426" y="71539"/>
                </a:lnTo>
                <a:lnTo>
                  <a:pt x="730465" y="26123"/>
                </a:lnTo>
                <a:lnTo>
                  <a:pt x="757758" y="6337"/>
                </a:lnTo>
                <a:lnTo>
                  <a:pt x="757758" y="1866"/>
                </a:lnTo>
                <a:lnTo>
                  <a:pt x="739698" y="2844"/>
                </a:lnTo>
                <a:lnTo>
                  <a:pt x="729437" y="3492"/>
                </a:lnTo>
                <a:lnTo>
                  <a:pt x="710412" y="4470"/>
                </a:lnTo>
                <a:lnTo>
                  <a:pt x="701624" y="4787"/>
                </a:lnTo>
                <a:lnTo>
                  <a:pt x="701624" y="269011"/>
                </a:lnTo>
                <a:lnTo>
                  <a:pt x="819150" y="269011"/>
                </a:lnTo>
                <a:lnTo>
                  <a:pt x="829119" y="269176"/>
                </a:lnTo>
                <a:lnTo>
                  <a:pt x="840232" y="269748"/>
                </a:lnTo>
                <a:lnTo>
                  <a:pt x="850950" y="270687"/>
                </a:lnTo>
                <a:lnTo>
                  <a:pt x="861288" y="271983"/>
                </a:lnTo>
                <a:lnTo>
                  <a:pt x="862444" y="266573"/>
                </a:lnTo>
                <a:lnTo>
                  <a:pt x="864171" y="260324"/>
                </a:lnTo>
                <a:lnTo>
                  <a:pt x="866457" y="253263"/>
                </a:lnTo>
                <a:lnTo>
                  <a:pt x="867384" y="250698"/>
                </a:lnTo>
                <a:lnTo>
                  <a:pt x="869315" y="245376"/>
                </a:lnTo>
                <a:lnTo>
                  <a:pt x="873582" y="233235"/>
                </a:lnTo>
                <a:lnTo>
                  <a:pt x="876884" y="222859"/>
                </a:lnTo>
                <a:lnTo>
                  <a:pt x="879170" y="214388"/>
                </a:lnTo>
                <a:lnTo>
                  <a:pt x="880605" y="207314"/>
                </a:lnTo>
                <a:close/>
              </a:path>
              <a:path w="2307590" h="274955">
                <a:moveTo>
                  <a:pt x="964133" y="4800"/>
                </a:moveTo>
                <a:lnTo>
                  <a:pt x="951611" y="4406"/>
                </a:lnTo>
                <a:lnTo>
                  <a:pt x="938288" y="3784"/>
                </a:lnTo>
                <a:lnTo>
                  <a:pt x="924191" y="2908"/>
                </a:lnTo>
                <a:lnTo>
                  <a:pt x="909320" y="1803"/>
                </a:lnTo>
                <a:lnTo>
                  <a:pt x="909320" y="6324"/>
                </a:lnTo>
                <a:lnTo>
                  <a:pt x="939241" y="34620"/>
                </a:lnTo>
                <a:lnTo>
                  <a:pt x="943597" y="73748"/>
                </a:lnTo>
                <a:lnTo>
                  <a:pt x="943597" y="185750"/>
                </a:lnTo>
                <a:lnTo>
                  <a:pt x="939368" y="235699"/>
                </a:lnTo>
                <a:lnTo>
                  <a:pt x="909294" y="267474"/>
                </a:lnTo>
                <a:lnTo>
                  <a:pt x="909294" y="272008"/>
                </a:lnTo>
                <a:lnTo>
                  <a:pt x="926541" y="270725"/>
                </a:lnTo>
                <a:lnTo>
                  <a:pt x="941425" y="269786"/>
                </a:lnTo>
                <a:lnTo>
                  <a:pt x="953960" y="269227"/>
                </a:lnTo>
                <a:lnTo>
                  <a:pt x="964133" y="269024"/>
                </a:lnTo>
                <a:lnTo>
                  <a:pt x="964133" y="4800"/>
                </a:lnTo>
                <a:close/>
              </a:path>
              <a:path w="2307590" h="274955">
                <a:moveTo>
                  <a:pt x="1038085" y="1803"/>
                </a:moveTo>
                <a:lnTo>
                  <a:pt x="1025626" y="3098"/>
                </a:lnTo>
                <a:lnTo>
                  <a:pt x="1012278" y="4038"/>
                </a:lnTo>
                <a:lnTo>
                  <a:pt x="998054" y="4597"/>
                </a:lnTo>
                <a:lnTo>
                  <a:pt x="982967" y="4787"/>
                </a:lnTo>
                <a:lnTo>
                  <a:pt x="982967" y="269024"/>
                </a:lnTo>
                <a:lnTo>
                  <a:pt x="998258" y="269214"/>
                </a:lnTo>
                <a:lnTo>
                  <a:pt x="1012545" y="269786"/>
                </a:lnTo>
                <a:lnTo>
                  <a:pt x="1025817" y="270713"/>
                </a:lnTo>
                <a:lnTo>
                  <a:pt x="1038085" y="272008"/>
                </a:lnTo>
                <a:lnTo>
                  <a:pt x="1038085" y="267474"/>
                </a:lnTo>
                <a:lnTo>
                  <a:pt x="1006132" y="231063"/>
                </a:lnTo>
                <a:lnTo>
                  <a:pt x="1003503" y="198767"/>
                </a:lnTo>
                <a:lnTo>
                  <a:pt x="1003503" y="79235"/>
                </a:lnTo>
                <a:lnTo>
                  <a:pt x="1009142" y="31089"/>
                </a:lnTo>
                <a:lnTo>
                  <a:pt x="1038085" y="6324"/>
                </a:lnTo>
                <a:lnTo>
                  <a:pt x="1038085" y="1803"/>
                </a:lnTo>
                <a:close/>
              </a:path>
              <a:path w="2307590" h="274955">
                <a:moveTo>
                  <a:pt x="1333792" y="269201"/>
                </a:moveTo>
                <a:lnTo>
                  <a:pt x="1282280" y="161721"/>
                </a:lnTo>
                <a:lnTo>
                  <a:pt x="1273251" y="142900"/>
                </a:lnTo>
                <a:lnTo>
                  <a:pt x="1250442" y="95326"/>
                </a:lnTo>
                <a:lnTo>
                  <a:pt x="1250442" y="142900"/>
                </a:lnTo>
                <a:lnTo>
                  <a:pt x="1174699" y="142900"/>
                </a:lnTo>
                <a:lnTo>
                  <a:pt x="1214056" y="66751"/>
                </a:lnTo>
                <a:lnTo>
                  <a:pt x="1250442" y="142900"/>
                </a:lnTo>
                <a:lnTo>
                  <a:pt x="1250442" y="95326"/>
                </a:lnTo>
                <a:lnTo>
                  <a:pt x="1236751" y="66751"/>
                </a:lnTo>
                <a:lnTo>
                  <a:pt x="1207058" y="4800"/>
                </a:lnTo>
                <a:lnTo>
                  <a:pt x="1204950" y="4800"/>
                </a:lnTo>
                <a:lnTo>
                  <a:pt x="1196835" y="4419"/>
                </a:lnTo>
                <a:lnTo>
                  <a:pt x="1160640" y="2184"/>
                </a:lnTo>
                <a:lnTo>
                  <a:pt x="1153096" y="1892"/>
                </a:lnTo>
                <a:lnTo>
                  <a:pt x="1137932" y="1892"/>
                </a:lnTo>
                <a:lnTo>
                  <a:pt x="1137932" y="6337"/>
                </a:lnTo>
                <a:lnTo>
                  <a:pt x="1148727" y="7442"/>
                </a:lnTo>
                <a:lnTo>
                  <a:pt x="1158811" y="9740"/>
                </a:lnTo>
                <a:lnTo>
                  <a:pt x="1191755" y="30607"/>
                </a:lnTo>
                <a:lnTo>
                  <a:pt x="1203045" y="47675"/>
                </a:lnTo>
                <a:lnTo>
                  <a:pt x="1120051" y="209207"/>
                </a:lnTo>
                <a:lnTo>
                  <a:pt x="1096060" y="245986"/>
                </a:lnTo>
                <a:lnTo>
                  <a:pt x="1069733" y="267487"/>
                </a:lnTo>
                <a:lnTo>
                  <a:pt x="1069733" y="272021"/>
                </a:lnTo>
                <a:lnTo>
                  <a:pt x="1072032" y="272021"/>
                </a:lnTo>
                <a:lnTo>
                  <a:pt x="1076833" y="271589"/>
                </a:lnTo>
                <a:lnTo>
                  <a:pt x="1091603" y="270040"/>
                </a:lnTo>
                <a:lnTo>
                  <a:pt x="1098575" y="269481"/>
                </a:lnTo>
                <a:lnTo>
                  <a:pt x="1103744" y="269201"/>
                </a:lnTo>
                <a:lnTo>
                  <a:pt x="1117955" y="269201"/>
                </a:lnTo>
                <a:lnTo>
                  <a:pt x="1123302" y="269481"/>
                </a:lnTo>
                <a:lnTo>
                  <a:pt x="1130325" y="270040"/>
                </a:lnTo>
                <a:lnTo>
                  <a:pt x="1137158" y="270751"/>
                </a:lnTo>
                <a:lnTo>
                  <a:pt x="1144181" y="271589"/>
                </a:lnTo>
                <a:lnTo>
                  <a:pt x="1149134" y="272021"/>
                </a:lnTo>
                <a:lnTo>
                  <a:pt x="1151940" y="272021"/>
                </a:lnTo>
                <a:lnTo>
                  <a:pt x="1151940" y="269201"/>
                </a:lnTo>
                <a:lnTo>
                  <a:pt x="1151940" y="267487"/>
                </a:lnTo>
                <a:lnTo>
                  <a:pt x="1142746" y="262788"/>
                </a:lnTo>
                <a:lnTo>
                  <a:pt x="1136167" y="256717"/>
                </a:lnTo>
                <a:lnTo>
                  <a:pt x="1132230" y="249262"/>
                </a:lnTo>
                <a:lnTo>
                  <a:pt x="1130909" y="240449"/>
                </a:lnTo>
                <a:lnTo>
                  <a:pt x="1130909" y="233083"/>
                </a:lnTo>
                <a:lnTo>
                  <a:pt x="1132611" y="225907"/>
                </a:lnTo>
                <a:lnTo>
                  <a:pt x="1136078" y="218998"/>
                </a:lnTo>
                <a:lnTo>
                  <a:pt x="1139736" y="211785"/>
                </a:lnTo>
                <a:lnTo>
                  <a:pt x="1139901" y="211620"/>
                </a:lnTo>
                <a:lnTo>
                  <a:pt x="1140688" y="209562"/>
                </a:lnTo>
                <a:lnTo>
                  <a:pt x="1141196" y="208356"/>
                </a:lnTo>
                <a:lnTo>
                  <a:pt x="1164945" y="161721"/>
                </a:lnTo>
                <a:lnTo>
                  <a:pt x="1259497" y="161721"/>
                </a:lnTo>
                <a:lnTo>
                  <a:pt x="1282153" y="209207"/>
                </a:lnTo>
                <a:lnTo>
                  <a:pt x="1294231" y="245986"/>
                </a:lnTo>
                <a:lnTo>
                  <a:pt x="1294333" y="246938"/>
                </a:lnTo>
                <a:lnTo>
                  <a:pt x="1293139" y="254711"/>
                </a:lnTo>
                <a:lnTo>
                  <a:pt x="1289570" y="260731"/>
                </a:lnTo>
                <a:lnTo>
                  <a:pt x="1283614" y="264985"/>
                </a:lnTo>
                <a:lnTo>
                  <a:pt x="1275270" y="267487"/>
                </a:lnTo>
                <a:lnTo>
                  <a:pt x="1275270" y="272021"/>
                </a:lnTo>
                <a:lnTo>
                  <a:pt x="1306855" y="270040"/>
                </a:lnTo>
                <a:lnTo>
                  <a:pt x="1319199" y="269481"/>
                </a:lnTo>
                <a:lnTo>
                  <a:pt x="1318374" y="269481"/>
                </a:lnTo>
                <a:lnTo>
                  <a:pt x="1327480" y="269201"/>
                </a:lnTo>
                <a:lnTo>
                  <a:pt x="1333792" y="269201"/>
                </a:lnTo>
                <a:close/>
              </a:path>
              <a:path w="2307590" h="274955">
                <a:moveTo>
                  <a:pt x="1403858" y="267487"/>
                </a:moveTo>
                <a:lnTo>
                  <a:pt x="1370037" y="241427"/>
                </a:lnTo>
                <a:lnTo>
                  <a:pt x="1338135" y="190296"/>
                </a:lnTo>
                <a:lnTo>
                  <a:pt x="1279283" y="68199"/>
                </a:lnTo>
                <a:lnTo>
                  <a:pt x="1278585" y="66230"/>
                </a:lnTo>
                <a:lnTo>
                  <a:pt x="1277810" y="64439"/>
                </a:lnTo>
                <a:lnTo>
                  <a:pt x="1277035" y="62979"/>
                </a:lnTo>
                <a:lnTo>
                  <a:pt x="1275854" y="59905"/>
                </a:lnTo>
                <a:lnTo>
                  <a:pt x="1273568" y="54660"/>
                </a:lnTo>
                <a:lnTo>
                  <a:pt x="1270203" y="47244"/>
                </a:lnTo>
                <a:lnTo>
                  <a:pt x="1265745" y="37668"/>
                </a:lnTo>
                <a:lnTo>
                  <a:pt x="1261491" y="28194"/>
                </a:lnTo>
                <a:lnTo>
                  <a:pt x="1257731" y="19558"/>
                </a:lnTo>
                <a:lnTo>
                  <a:pt x="1254480" y="11760"/>
                </a:lnTo>
                <a:lnTo>
                  <a:pt x="1251737" y="4800"/>
                </a:lnTo>
                <a:lnTo>
                  <a:pt x="1227162" y="4800"/>
                </a:lnTo>
                <a:lnTo>
                  <a:pt x="1353807" y="269201"/>
                </a:lnTo>
                <a:lnTo>
                  <a:pt x="1362862" y="269201"/>
                </a:lnTo>
                <a:lnTo>
                  <a:pt x="1374254" y="269773"/>
                </a:lnTo>
                <a:lnTo>
                  <a:pt x="1388440" y="270751"/>
                </a:lnTo>
                <a:lnTo>
                  <a:pt x="1403858" y="272021"/>
                </a:lnTo>
                <a:lnTo>
                  <a:pt x="1403858" y="267487"/>
                </a:lnTo>
                <a:close/>
              </a:path>
              <a:path w="2307590" h="274955">
                <a:moveTo>
                  <a:pt x="1702371" y="251472"/>
                </a:moveTo>
                <a:lnTo>
                  <a:pt x="1500149" y="78727"/>
                </a:lnTo>
                <a:lnTo>
                  <a:pt x="1413611" y="4800"/>
                </a:lnTo>
                <a:lnTo>
                  <a:pt x="1368767" y="1816"/>
                </a:lnTo>
                <a:lnTo>
                  <a:pt x="1368767" y="6337"/>
                </a:lnTo>
                <a:lnTo>
                  <a:pt x="1382407" y="12065"/>
                </a:lnTo>
                <a:lnTo>
                  <a:pt x="1397520" y="20751"/>
                </a:lnTo>
                <a:lnTo>
                  <a:pt x="1414106" y="32372"/>
                </a:lnTo>
                <a:lnTo>
                  <a:pt x="1432166" y="46901"/>
                </a:lnTo>
                <a:lnTo>
                  <a:pt x="1450213" y="62217"/>
                </a:lnTo>
                <a:lnTo>
                  <a:pt x="1450479" y="184289"/>
                </a:lnTo>
                <a:lnTo>
                  <a:pt x="1450428" y="195262"/>
                </a:lnTo>
                <a:lnTo>
                  <a:pt x="1446098" y="238099"/>
                </a:lnTo>
                <a:lnTo>
                  <a:pt x="1413344" y="267474"/>
                </a:lnTo>
                <a:lnTo>
                  <a:pt x="1413344" y="272008"/>
                </a:lnTo>
                <a:lnTo>
                  <a:pt x="1427822" y="270725"/>
                </a:lnTo>
                <a:lnTo>
                  <a:pt x="1440319" y="269786"/>
                </a:lnTo>
                <a:lnTo>
                  <a:pt x="1450860" y="269214"/>
                </a:lnTo>
                <a:lnTo>
                  <a:pt x="1459471" y="269024"/>
                </a:lnTo>
                <a:lnTo>
                  <a:pt x="1467815" y="269214"/>
                </a:lnTo>
                <a:lnTo>
                  <a:pt x="1479181" y="269786"/>
                </a:lnTo>
                <a:lnTo>
                  <a:pt x="1510880" y="272008"/>
                </a:lnTo>
                <a:lnTo>
                  <a:pt x="1510880" y="269024"/>
                </a:lnTo>
                <a:lnTo>
                  <a:pt x="1510880" y="267474"/>
                </a:lnTo>
                <a:lnTo>
                  <a:pt x="1501051" y="264591"/>
                </a:lnTo>
                <a:lnTo>
                  <a:pt x="1492618" y="260426"/>
                </a:lnTo>
                <a:lnTo>
                  <a:pt x="1472679" y="227545"/>
                </a:lnTo>
                <a:lnTo>
                  <a:pt x="1470240" y="195262"/>
                </a:lnTo>
                <a:lnTo>
                  <a:pt x="1470240" y="78727"/>
                </a:lnTo>
                <a:lnTo>
                  <a:pt x="1697405" y="272008"/>
                </a:lnTo>
                <a:lnTo>
                  <a:pt x="1702371" y="272008"/>
                </a:lnTo>
                <a:lnTo>
                  <a:pt x="1702371" y="251472"/>
                </a:lnTo>
                <a:close/>
              </a:path>
              <a:path w="2307590" h="274955">
                <a:moveTo>
                  <a:pt x="1741741" y="1816"/>
                </a:moveTo>
                <a:lnTo>
                  <a:pt x="1708619" y="4038"/>
                </a:lnTo>
                <a:lnTo>
                  <a:pt x="1696732" y="4648"/>
                </a:lnTo>
                <a:lnTo>
                  <a:pt x="1695843" y="4648"/>
                </a:lnTo>
                <a:lnTo>
                  <a:pt x="1690395" y="4800"/>
                </a:lnTo>
                <a:lnTo>
                  <a:pt x="1683181" y="4648"/>
                </a:lnTo>
                <a:lnTo>
                  <a:pt x="1673339" y="4229"/>
                </a:lnTo>
                <a:lnTo>
                  <a:pt x="1645742" y="2565"/>
                </a:lnTo>
                <a:lnTo>
                  <a:pt x="1637169" y="1816"/>
                </a:lnTo>
                <a:lnTo>
                  <a:pt x="1637080" y="6337"/>
                </a:lnTo>
                <a:lnTo>
                  <a:pt x="1673529" y="27952"/>
                </a:lnTo>
                <a:lnTo>
                  <a:pt x="1682127" y="67995"/>
                </a:lnTo>
                <a:lnTo>
                  <a:pt x="1682356" y="184289"/>
                </a:lnTo>
                <a:lnTo>
                  <a:pt x="1471523" y="4800"/>
                </a:lnTo>
                <a:lnTo>
                  <a:pt x="1441932" y="4800"/>
                </a:lnTo>
                <a:lnTo>
                  <a:pt x="1702371" y="226834"/>
                </a:lnTo>
                <a:lnTo>
                  <a:pt x="1702396" y="184289"/>
                </a:lnTo>
                <a:lnTo>
                  <a:pt x="1702523" y="67995"/>
                </a:lnTo>
                <a:lnTo>
                  <a:pt x="1708200" y="29781"/>
                </a:lnTo>
                <a:lnTo>
                  <a:pt x="1718881" y="17106"/>
                </a:lnTo>
                <a:lnTo>
                  <a:pt x="1725472" y="11137"/>
                </a:lnTo>
                <a:lnTo>
                  <a:pt x="1732991" y="7531"/>
                </a:lnTo>
                <a:lnTo>
                  <a:pt x="1741652" y="6337"/>
                </a:lnTo>
                <a:lnTo>
                  <a:pt x="1741741" y="4800"/>
                </a:lnTo>
                <a:lnTo>
                  <a:pt x="1741741" y="1816"/>
                </a:lnTo>
                <a:close/>
              </a:path>
              <a:path w="2307590" h="274955">
                <a:moveTo>
                  <a:pt x="1828228" y="245910"/>
                </a:moveTo>
                <a:lnTo>
                  <a:pt x="1801710" y="200901"/>
                </a:lnTo>
                <a:lnTo>
                  <a:pt x="1792998" y="139649"/>
                </a:lnTo>
                <a:lnTo>
                  <a:pt x="1792960" y="137071"/>
                </a:lnTo>
                <a:lnTo>
                  <a:pt x="1794687" y="109067"/>
                </a:lnTo>
                <a:lnTo>
                  <a:pt x="1800034" y="83058"/>
                </a:lnTo>
                <a:lnTo>
                  <a:pt x="1808924" y="60083"/>
                </a:lnTo>
                <a:lnTo>
                  <a:pt x="1821383" y="40144"/>
                </a:lnTo>
                <a:lnTo>
                  <a:pt x="1814309" y="44335"/>
                </a:lnTo>
                <a:lnTo>
                  <a:pt x="1786559" y="73507"/>
                </a:lnTo>
                <a:lnTo>
                  <a:pt x="1771865" y="114566"/>
                </a:lnTo>
                <a:lnTo>
                  <a:pt x="1769846" y="139649"/>
                </a:lnTo>
                <a:lnTo>
                  <a:pt x="1770786" y="156832"/>
                </a:lnTo>
                <a:lnTo>
                  <a:pt x="1785607" y="205003"/>
                </a:lnTo>
                <a:lnTo>
                  <a:pt x="1815579" y="239153"/>
                </a:lnTo>
                <a:lnTo>
                  <a:pt x="1828228" y="245910"/>
                </a:lnTo>
                <a:close/>
              </a:path>
              <a:path w="2307590" h="274955">
                <a:moveTo>
                  <a:pt x="2035035" y="214528"/>
                </a:moveTo>
                <a:lnTo>
                  <a:pt x="2029993" y="214528"/>
                </a:lnTo>
                <a:lnTo>
                  <a:pt x="2022271" y="223139"/>
                </a:lnTo>
                <a:lnTo>
                  <a:pt x="2013331" y="230847"/>
                </a:lnTo>
                <a:lnTo>
                  <a:pt x="1979549" y="248678"/>
                </a:lnTo>
                <a:lnTo>
                  <a:pt x="1938769" y="255168"/>
                </a:lnTo>
                <a:lnTo>
                  <a:pt x="1914093" y="253161"/>
                </a:lnTo>
                <a:lnTo>
                  <a:pt x="1874748" y="237121"/>
                </a:lnTo>
                <a:lnTo>
                  <a:pt x="1848548" y="205841"/>
                </a:lnTo>
                <a:lnTo>
                  <a:pt x="1835365" y="164122"/>
                </a:lnTo>
                <a:lnTo>
                  <a:pt x="1833714" y="139649"/>
                </a:lnTo>
                <a:lnTo>
                  <a:pt x="1835505" y="112052"/>
                </a:lnTo>
                <a:lnTo>
                  <a:pt x="1849780" y="67157"/>
                </a:lnTo>
                <a:lnTo>
                  <a:pt x="1877809" y="36195"/>
                </a:lnTo>
                <a:lnTo>
                  <a:pt x="1916112" y="20535"/>
                </a:lnTo>
                <a:lnTo>
                  <a:pt x="1938934" y="18580"/>
                </a:lnTo>
                <a:lnTo>
                  <a:pt x="1971078" y="23317"/>
                </a:lnTo>
                <a:lnTo>
                  <a:pt x="1996249" y="37515"/>
                </a:lnTo>
                <a:lnTo>
                  <a:pt x="2014461" y="61175"/>
                </a:lnTo>
                <a:lnTo>
                  <a:pt x="2025713" y="94284"/>
                </a:lnTo>
                <a:lnTo>
                  <a:pt x="2029993" y="94284"/>
                </a:lnTo>
                <a:lnTo>
                  <a:pt x="2030844" y="86436"/>
                </a:lnTo>
                <a:lnTo>
                  <a:pt x="2031263" y="78155"/>
                </a:lnTo>
                <a:lnTo>
                  <a:pt x="2031136" y="48641"/>
                </a:lnTo>
                <a:lnTo>
                  <a:pt x="2031492" y="40932"/>
                </a:lnTo>
                <a:lnTo>
                  <a:pt x="2032101" y="29997"/>
                </a:lnTo>
                <a:lnTo>
                  <a:pt x="2032685" y="20535"/>
                </a:lnTo>
                <a:lnTo>
                  <a:pt x="2032812" y="18580"/>
                </a:lnTo>
                <a:lnTo>
                  <a:pt x="2032977" y="15824"/>
                </a:lnTo>
                <a:lnTo>
                  <a:pt x="2010727" y="8915"/>
                </a:lnTo>
                <a:lnTo>
                  <a:pt x="1988616" y="3962"/>
                </a:lnTo>
                <a:lnTo>
                  <a:pt x="1966645" y="990"/>
                </a:lnTo>
                <a:lnTo>
                  <a:pt x="1944776" y="0"/>
                </a:lnTo>
                <a:lnTo>
                  <a:pt x="1916150" y="2197"/>
                </a:lnTo>
                <a:lnTo>
                  <a:pt x="1890001" y="8915"/>
                </a:lnTo>
                <a:lnTo>
                  <a:pt x="1890229" y="8915"/>
                </a:lnTo>
                <a:lnTo>
                  <a:pt x="1867763" y="19748"/>
                </a:lnTo>
                <a:lnTo>
                  <a:pt x="1831886" y="54660"/>
                </a:lnTo>
                <a:lnTo>
                  <a:pt x="1813433" y="105600"/>
                </a:lnTo>
                <a:lnTo>
                  <a:pt x="1811121" y="137071"/>
                </a:lnTo>
                <a:lnTo>
                  <a:pt x="1813280" y="168579"/>
                </a:lnTo>
                <a:lnTo>
                  <a:pt x="1830476" y="219595"/>
                </a:lnTo>
                <a:lnTo>
                  <a:pt x="1864309" y="254596"/>
                </a:lnTo>
                <a:lnTo>
                  <a:pt x="1911807" y="272288"/>
                </a:lnTo>
                <a:lnTo>
                  <a:pt x="1940509" y="274497"/>
                </a:lnTo>
                <a:lnTo>
                  <a:pt x="1950618" y="274231"/>
                </a:lnTo>
                <a:lnTo>
                  <a:pt x="1992972" y="267792"/>
                </a:lnTo>
                <a:lnTo>
                  <a:pt x="2027339" y="255168"/>
                </a:lnTo>
                <a:lnTo>
                  <a:pt x="2035035" y="214528"/>
                </a:lnTo>
                <a:close/>
              </a:path>
              <a:path w="2307590" h="274955">
                <a:moveTo>
                  <a:pt x="2119566" y="4787"/>
                </a:moveTo>
                <a:lnTo>
                  <a:pt x="2111451" y="4787"/>
                </a:lnTo>
                <a:lnTo>
                  <a:pt x="2065909" y="1790"/>
                </a:lnTo>
                <a:lnTo>
                  <a:pt x="2065909" y="6324"/>
                </a:lnTo>
                <a:lnTo>
                  <a:pt x="2096579" y="42062"/>
                </a:lnTo>
                <a:lnTo>
                  <a:pt x="2099017" y="72720"/>
                </a:lnTo>
                <a:lnTo>
                  <a:pt x="2099017" y="177787"/>
                </a:lnTo>
                <a:lnTo>
                  <a:pt x="2097455" y="224586"/>
                </a:lnTo>
                <a:lnTo>
                  <a:pt x="2081822" y="260870"/>
                </a:lnTo>
                <a:lnTo>
                  <a:pt x="2065909" y="267474"/>
                </a:lnTo>
                <a:lnTo>
                  <a:pt x="2065909" y="271995"/>
                </a:lnTo>
                <a:lnTo>
                  <a:pt x="2078850" y="270713"/>
                </a:lnTo>
                <a:lnTo>
                  <a:pt x="2089340" y="269773"/>
                </a:lnTo>
                <a:lnTo>
                  <a:pt x="2097405" y="269201"/>
                </a:lnTo>
                <a:lnTo>
                  <a:pt x="2103056" y="269011"/>
                </a:lnTo>
                <a:lnTo>
                  <a:pt x="2119566" y="269011"/>
                </a:lnTo>
                <a:lnTo>
                  <a:pt x="2119566" y="4787"/>
                </a:lnTo>
                <a:close/>
              </a:path>
              <a:path w="2307590" h="274955">
                <a:moveTo>
                  <a:pt x="2307018" y="211632"/>
                </a:moveTo>
                <a:lnTo>
                  <a:pt x="2302052" y="211632"/>
                </a:lnTo>
                <a:lnTo>
                  <a:pt x="2294001" y="223037"/>
                </a:lnTo>
                <a:lnTo>
                  <a:pt x="2285885" y="232219"/>
                </a:lnTo>
                <a:lnTo>
                  <a:pt x="2249843" y="249250"/>
                </a:lnTo>
                <a:lnTo>
                  <a:pt x="2222601" y="250990"/>
                </a:lnTo>
                <a:lnTo>
                  <a:pt x="2176462" y="250990"/>
                </a:lnTo>
                <a:lnTo>
                  <a:pt x="2170163" y="250558"/>
                </a:lnTo>
                <a:lnTo>
                  <a:pt x="2169515" y="250558"/>
                </a:lnTo>
                <a:lnTo>
                  <a:pt x="2158720" y="211632"/>
                </a:lnTo>
                <a:lnTo>
                  <a:pt x="2158403" y="194081"/>
                </a:lnTo>
                <a:lnTo>
                  <a:pt x="2158403" y="139407"/>
                </a:lnTo>
                <a:lnTo>
                  <a:pt x="2221293" y="139407"/>
                </a:lnTo>
                <a:lnTo>
                  <a:pt x="2232558" y="139915"/>
                </a:lnTo>
                <a:lnTo>
                  <a:pt x="2265489" y="159372"/>
                </a:lnTo>
                <a:lnTo>
                  <a:pt x="2269998" y="177977"/>
                </a:lnTo>
                <a:lnTo>
                  <a:pt x="2275459" y="177977"/>
                </a:lnTo>
                <a:lnTo>
                  <a:pt x="2274951" y="168160"/>
                </a:lnTo>
                <a:lnTo>
                  <a:pt x="2274341" y="159372"/>
                </a:lnTo>
                <a:lnTo>
                  <a:pt x="2274265" y="158229"/>
                </a:lnTo>
                <a:lnTo>
                  <a:pt x="2273579" y="150101"/>
                </a:lnTo>
                <a:lnTo>
                  <a:pt x="2273185" y="144068"/>
                </a:lnTo>
                <a:lnTo>
                  <a:pt x="2273096" y="142798"/>
                </a:lnTo>
                <a:lnTo>
                  <a:pt x="2272969" y="139915"/>
                </a:lnTo>
                <a:lnTo>
                  <a:pt x="2272957" y="139407"/>
                </a:lnTo>
                <a:lnTo>
                  <a:pt x="2272842" y="121970"/>
                </a:lnTo>
                <a:lnTo>
                  <a:pt x="2273198" y="113017"/>
                </a:lnTo>
                <a:lnTo>
                  <a:pt x="2273820" y="102400"/>
                </a:lnTo>
                <a:lnTo>
                  <a:pt x="2274671" y="91478"/>
                </a:lnTo>
                <a:lnTo>
                  <a:pt x="2269198" y="91478"/>
                </a:lnTo>
                <a:lnTo>
                  <a:pt x="2237956" y="120510"/>
                </a:lnTo>
                <a:lnTo>
                  <a:pt x="2207857" y="121970"/>
                </a:lnTo>
                <a:lnTo>
                  <a:pt x="2158390" y="121970"/>
                </a:lnTo>
                <a:lnTo>
                  <a:pt x="2158390" y="80949"/>
                </a:lnTo>
                <a:lnTo>
                  <a:pt x="2158898" y="63919"/>
                </a:lnTo>
                <a:lnTo>
                  <a:pt x="2159508" y="49352"/>
                </a:lnTo>
                <a:lnTo>
                  <a:pt x="2160536" y="38201"/>
                </a:lnTo>
                <a:lnTo>
                  <a:pt x="2160574" y="37744"/>
                </a:lnTo>
                <a:lnTo>
                  <a:pt x="2175332" y="22098"/>
                </a:lnTo>
                <a:lnTo>
                  <a:pt x="2221547" y="22098"/>
                </a:lnTo>
                <a:lnTo>
                  <a:pt x="2238286" y="22517"/>
                </a:lnTo>
                <a:lnTo>
                  <a:pt x="2236762" y="22517"/>
                </a:lnTo>
                <a:lnTo>
                  <a:pt x="2248306" y="23571"/>
                </a:lnTo>
                <a:lnTo>
                  <a:pt x="2280805" y="46139"/>
                </a:lnTo>
                <a:lnTo>
                  <a:pt x="2285479" y="55968"/>
                </a:lnTo>
                <a:lnTo>
                  <a:pt x="2289746" y="55968"/>
                </a:lnTo>
                <a:lnTo>
                  <a:pt x="2289746" y="48958"/>
                </a:lnTo>
                <a:lnTo>
                  <a:pt x="2288286" y="25438"/>
                </a:lnTo>
                <a:lnTo>
                  <a:pt x="2288171" y="23380"/>
                </a:lnTo>
                <a:lnTo>
                  <a:pt x="2288095" y="22098"/>
                </a:lnTo>
                <a:lnTo>
                  <a:pt x="2287790" y="16446"/>
                </a:lnTo>
                <a:lnTo>
                  <a:pt x="2287790" y="10541"/>
                </a:lnTo>
                <a:lnTo>
                  <a:pt x="2287955" y="6769"/>
                </a:lnTo>
                <a:lnTo>
                  <a:pt x="2288082" y="4787"/>
                </a:lnTo>
                <a:lnTo>
                  <a:pt x="2288197" y="3111"/>
                </a:lnTo>
                <a:lnTo>
                  <a:pt x="2288298" y="1803"/>
                </a:lnTo>
                <a:lnTo>
                  <a:pt x="2240267" y="4038"/>
                </a:lnTo>
                <a:lnTo>
                  <a:pt x="2223135" y="4597"/>
                </a:lnTo>
                <a:lnTo>
                  <a:pt x="2210536" y="4787"/>
                </a:lnTo>
                <a:lnTo>
                  <a:pt x="2137626" y="4787"/>
                </a:lnTo>
                <a:lnTo>
                  <a:pt x="2137626" y="269024"/>
                </a:lnTo>
                <a:lnTo>
                  <a:pt x="2237905" y="269024"/>
                </a:lnTo>
                <a:lnTo>
                  <a:pt x="2249563" y="269214"/>
                </a:lnTo>
                <a:lnTo>
                  <a:pt x="2261959" y="269786"/>
                </a:lnTo>
                <a:lnTo>
                  <a:pt x="2275103" y="270725"/>
                </a:lnTo>
                <a:lnTo>
                  <a:pt x="2288971" y="272008"/>
                </a:lnTo>
                <a:lnTo>
                  <a:pt x="2290737" y="264566"/>
                </a:lnTo>
                <a:lnTo>
                  <a:pt x="2292959" y="256438"/>
                </a:lnTo>
                <a:lnTo>
                  <a:pt x="2294623" y="250990"/>
                </a:lnTo>
                <a:lnTo>
                  <a:pt x="2295639" y="247662"/>
                </a:lnTo>
                <a:lnTo>
                  <a:pt x="2298801" y="238226"/>
                </a:lnTo>
                <a:lnTo>
                  <a:pt x="2301392" y="230898"/>
                </a:lnTo>
                <a:lnTo>
                  <a:pt x="2303627" y="224028"/>
                </a:lnTo>
                <a:lnTo>
                  <a:pt x="2305494" y="217614"/>
                </a:lnTo>
                <a:lnTo>
                  <a:pt x="2307018" y="211632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1" name="bg object 21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310767" y="1075856"/>
            <a:ext cx="194475" cy="161162"/>
          </a:xfrm>
          <a:prstGeom prst="rect">
            <a:avLst/>
          </a:prstGeom>
        </p:spPr>
      </p:pic>
      <p:pic>
        <p:nvPicPr>
          <p:cNvPr id="212" name="bg object 21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587026" y="1075895"/>
            <a:ext cx="214820" cy="161124"/>
          </a:xfrm>
          <a:prstGeom prst="rect">
            <a:avLst/>
          </a:prstGeom>
        </p:spPr>
      </p:pic>
      <p:pic>
        <p:nvPicPr>
          <p:cNvPr id="213" name="bg object 21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889807" y="1075883"/>
            <a:ext cx="74168" cy="161150"/>
          </a:xfrm>
          <a:prstGeom prst="rect">
            <a:avLst/>
          </a:prstGeom>
        </p:spPr>
      </p:pic>
      <p:pic>
        <p:nvPicPr>
          <p:cNvPr id="214" name="bg object 21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314082" y="1075883"/>
            <a:ext cx="138849" cy="161150"/>
          </a:xfrm>
          <a:prstGeom prst="rect">
            <a:avLst/>
          </a:prstGeom>
        </p:spPr>
      </p:pic>
      <p:pic>
        <p:nvPicPr>
          <p:cNvPr id="215" name="bg object 21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048137" y="1075899"/>
            <a:ext cx="184937" cy="162592"/>
          </a:xfrm>
          <a:prstGeom prst="rect">
            <a:avLst/>
          </a:prstGeom>
        </p:spPr>
      </p:pic>
      <p:pic>
        <p:nvPicPr>
          <p:cNvPr id="216" name="bg object 21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536398" y="1075883"/>
            <a:ext cx="196913" cy="161175"/>
          </a:xfrm>
          <a:prstGeom prst="rect">
            <a:avLst/>
          </a:prstGeom>
        </p:spPr>
      </p:pic>
      <p:pic>
        <p:nvPicPr>
          <p:cNvPr id="217" name="bg object 21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806616" y="1074389"/>
            <a:ext cx="116624" cy="164109"/>
          </a:xfrm>
          <a:prstGeom prst="rect">
            <a:avLst/>
          </a:prstGeom>
        </p:spPr>
      </p:pic>
      <p:pic>
        <p:nvPicPr>
          <p:cNvPr id="218" name="bg object 21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4012231" y="1075883"/>
            <a:ext cx="74167" cy="161150"/>
          </a:xfrm>
          <a:prstGeom prst="rect">
            <a:avLst/>
          </a:prstGeom>
        </p:spPr>
      </p:pic>
      <p:pic>
        <p:nvPicPr>
          <p:cNvPr id="219" name="bg object 21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4172339" y="1075881"/>
            <a:ext cx="172084" cy="161137"/>
          </a:xfrm>
          <a:prstGeom prst="rect">
            <a:avLst/>
          </a:prstGeom>
        </p:spPr>
      </p:pic>
      <p:pic>
        <p:nvPicPr>
          <p:cNvPr id="220" name="bg object 22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4417432" y="1075895"/>
            <a:ext cx="204863" cy="161137"/>
          </a:xfrm>
          <a:prstGeom prst="rect">
            <a:avLst/>
          </a:prstGeom>
        </p:spPr>
      </p:pic>
      <p:sp>
        <p:nvSpPr>
          <p:cNvPr id="221" name="bg object 221"/>
          <p:cNvSpPr/>
          <p:nvPr/>
        </p:nvSpPr>
        <p:spPr>
          <a:xfrm>
            <a:off x="4827892" y="673823"/>
            <a:ext cx="4445" cy="552450"/>
          </a:xfrm>
          <a:custGeom>
            <a:avLst/>
            <a:gdLst/>
            <a:ahLst/>
            <a:cxnLst/>
            <a:rect l="l" t="t" r="r" b="b"/>
            <a:pathLst>
              <a:path w="4445" h="552450">
                <a:moveTo>
                  <a:pt x="4089" y="0"/>
                </a:moveTo>
                <a:lnTo>
                  <a:pt x="0" y="0"/>
                </a:lnTo>
                <a:lnTo>
                  <a:pt x="0" y="552005"/>
                </a:lnTo>
                <a:lnTo>
                  <a:pt x="4089" y="552005"/>
                </a:lnTo>
                <a:lnTo>
                  <a:pt x="4089" y="0"/>
                </a:lnTo>
                <a:close/>
              </a:path>
            </a:pathLst>
          </a:custGeom>
          <a:solidFill>
            <a:srgbClr val="7013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3723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1819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4519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6884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78179" y="2647012"/>
            <a:ext cx="2058670" cy="1016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6613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ist.gov/publications/common-vulnerability-scoring-system?utm_source=chatgpt.com" TargetMode="External"/><Relationship Id="rId3" Type="http://schemas.openxmlformats.org/officeDocument/2006/relationships/hyperlink" Target="https://doi.org/10.1109/ACCESS.2021.3088229?utm_source=chatgpt.com" TargetMode="External"/><Relationship Id="rId7" Type="http://schemas.openxmlformats.org/officeDocument/2006/relationships/hyperlink" Target="https://doi.org/10.1016/j.infsof.2017.04.001?utm_source=chatgpt.com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iencedirect.com/science/article/abs/pii/S0950584917302987?utm_source=chatgpt.com" TargetMode="External"/><Relationship Id="rId5" Type="http://schemas.openxmlformats.org/officeDocument/2006/relationships/hyperlink" Target="https://doi.org/10.1109/ACCESS.2024.3390612?utm_source=chatgpt.com" TargetMode="External"/><Relationship Id="rId4" Type="http://schemas.openxmlformats.org/officeDocument/2006/relationships/hyperlink" Target="https://orbilu.uni.lu/handle/10993/62528?utm_source=chatgpt.com" TargetMode="External"/><Relationship Id="rId9" Type="http://schemas.openxmlformats.org/officeDocument/2006/relationships/hyperlink" Target="https://ieeexplore.ieee.org/document/7797152/?utm_source=chatgpt.com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7.png"/><Relationship Id="rId18" Type="http://schemas.openxmlformats.org/officeDocument/2006/relationships/image" Target="../media/image25.png"/><Relationship Id="rId26" Type="http://schemas.openxmlformats.org/officeDocument/2006/relationships/image" Target="../media/image49.png"/><Relationship Id="rId3" Type="http://schemas.openxmlformats.org/officeDocument/2006/relationships/image" Target="../media/image37.png"/><Relationship Id="rId21" Type="http://schemas.openxmlformats.org/officeDocument/2006/relationships/image" Target="../media/image45.png"/><Relationship Id="rId7" Type="http://schemas.openxmlformats.org/officeDocument/2006/relationships/image" Target="../media/image4.png"/><Relationship Id="rId12" Type="http://schemas.openxmlformats.org/officeDocument/2006/relationships/image" Target="../media/image21.png"/><Relationship Id="rId17" Type="http://schemas.openxmlformats.org/officeDocument/2006/relationships/image" Target="../media/image9.png"/><Relationship Id="rId25" Type="http://schemas.openxmlformats.org/officeDocument/2006/relationships/image" Target="../media/image48.png"/><Relationship Id="rId2" Type="http://schemas.openxmlformats.org/officeDocument/2006/relationships/image" Target="../media/image36.png"/><Relationship Id="rId16" Type="http://schemas.openxmlformats.org/officeDocument/2006/relationships/image" Target="../media/image44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41.png"/><Relationship Id="rId24" Type="http://schemas.openxmlformats.org/officeDocument/2006/relationships/image" Target="../media/image47.png"/><Relationship Id="rId5" Type="http://schemas.openxmlformats.org/officeDocument/2006/relationships/image" Target="../media/image3.png"/><Relationship Id="rId15" Type="http://schemas.openxmlformats.org/officeDocument/2006/relationships/image" Target="../media/image43.png"/><Relationship Id="rId23" Type="http://schemas.openxmlformats.org/officeDocument/2006/relationships/image" Target="../media/image12.png"/><Relationship Id="rId10" Type="http://schemas.openxmlformats.org/officeDocument/2006/relationships/image" Target="../media/image22.png"/><Relationship Id="rId19" Type="http://schemas.openxmlformats.org/officeDocument/2006/relationships/image" Target="../media/image10.png"/><Relationship Id="rId4" Type="http://schemas.openxmlformats.org/officeDocument/2006/relationships/image" Target="../media/image38.png"/><Relationship Id="rId9" Type="http://schemas.openxmlformats.org/officeDocument/2006/relationships/image" Target="../media/image40.png"/><Relationship Id="rId14" Type="http://schemas.openxmlformats.org/officeDocument/2006/relationships/image" Target="../media/image42.png"/><Relationship Id="rId22" Type="http://schemas.openxmlformats.org/officeDocument/2006/relationships/image" Target="../media/image46.png"/><Relationship Id="rId27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61452" y="1383217"/>
            <a:ext cx="520001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Alliance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School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of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Advanced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Computing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 Medium"/>
              <a:cs typeface="Poppins Medium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00299"/>
            <a:ext cx="222554" cy="1857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255BEA-7EB7-D008-D7B6-BFFA02FD2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619" y="3762867"/>
            <a:ext cx="2063856" cy="20956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ECFC1ED-D975-E7E0-4B93-48B2AD7ADBF8}"/>
              </a:ext>
            </a:extLst>
          </p:cNvPr>
          <p:cNvSpPr txBox="1"/>
          <p:nvPr/>
        </p:nvSpPr>
        <p:spPr>
          <a:xfrm>
            <a:off x="565467" y="3789094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Team Members:</a:t>
            </a: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Bachireddy</a:t>
            </a:r>
            <a:r>
              <a:rPr lang="en-US" sz="2400" dirty="0"/>
              <a:t> Alekhya — 2023BCSE07AED083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Tejashwini R — 2023BCSE07AED208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Srinivas R — 2023LCSE07AED659</a:t>
            </a:r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r>
              <a:rPr lang="en-US" sz="2400" b="1" dirty="0"/>
              <a:t>Faculty:</a:t>
            </a:r>
            <a:r>
              <a:rPr lang="en-US" sz="2400" dirty="0"/>
              <a:t> Dr. Durgadevi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BD336B-E24A-9C73-D753-09410902CEB6}"/>
              </a:ext>
            </a:extLst>
          </p:cNvPr>
          <p:cNvSpPr txBox="1"/>
          <p:nvPr/>
        </p:nvSpPr>
        <p:spPr>
          <a:xfrm>
            <a:off x="555634" y="1930848"/>
            <a:ext cx="100995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Mini Project Title: Mobile Penetration Test Report Generator with CVSS 3.1 Calculator</a:t>
            </a:r>
          </a:p>
          <a:p>
            <a:pPr>
              <a:buNone/>
            </a:pPr>
            <a:r>
              <a:rPr lang="en-US" sz="2400" b="1" dirty="0"/>
              <a:t>Course:</a:t>
            </a:r>
            <a:r>
              <a:rPr lang="en-US" sz="2400" dirty="0"/>
              <a:t> Mobile Penetration Testing &amp; Ethical Hacking  </a:t>
            </a:r>
          </a:p>
          <a:p>
            <a:pPr>
              <a:buNone/>
            </a:pPr>
            <a:r>
              <a:rPr lang="en-US" sz="2400" b="1" dirty="0"/>
              <a:t>Course code: </a:t>
            </a:r>
            <a:r>
              <a:rPr lang="en-US" sz="2400" dirty="0"/>
              <a:t>7CS1292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5048" y="3635694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AAC2B9C0-6E20-8A82-DA2C-0C95E66DD966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86956" y="0"/>
            <a:ext cx="11905361" cy="6480365"/>
            <a:chOff x="286956" y="0"/>
            <a:chExt cx="11905361" cy="6480365"/>
          </a:xfrm>
        </p:grpSpPr>
        <p:sp>
          <p:nvSpPr>
            <p:cNvPr id="5" name="object 5"/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E871BC7-F4CE-97B6-4175-5CB5153EA0D7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9421FC33-CF90-4FEB-27F4-4F3D25544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530538"/>
            <a:ext cx="5771535" cy="369332"/>
          </a:xfrm>
        </p:spPr>
        <p:txBody>
          <a:bodyPr/>
          <a:lstStyle/>
          <a:p>
            <a:r>
              <a:rPr lang="en-US" sz="2400" dirty="0"/>
              <a:t>02- Problem Statement &amp; Objectives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D2F478A-FBBC-4072-89E9-8BCB0FF89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152" y="1129904"/>
            <a:ext cx="10972800" cy="5170646"/>
          </a:xfrm>
        </p:spPr>
        <p:txBody>
          <a:bodyPr/>
          <a:lstStyle/>
          <a:p>
            <a:r>
              <a:rPr lang="en-US" sz="2400" b="1" dirty="0"/>
              <a:t>Problem Statement</a:t>
            </a:r>
          </a:p>
          <a:p>
            <a:pPr lvl="0" algn="just"/>
            <a:r>
              <a:rPr lang="en-US" sz="2400" dirty="0"/>
              <a:t>Penetration-testing reports require vulnerability details, CVSS scores, evidence and remediation information. Managing these manually can be time-consuming and inconsistent.</a:t>
            </a:r>
          </a:p>
          <a:p>
            <a:pPr lvl="0" algn="just"/>
            <a:endParaRPr lang="en-US" sz="2400" dirty="0"/>
          </a:p>
          <a:p>
            <a:r>
              <a:rPr lang="en-US" sz="2400" b="1" dirty="0"/>
              <a:t>Why is it important?</a:t>
            </a:r>
          </a:p>
          <a:p>
            <a:r>
              <a:rPr lang="en-US" sz="2400" dirty="0"/>
              <a:t>A single platform can reduce repetitive documentation work and maintain consistent vulnerability scoring and report formatting. </a:t>
            </a:r>
          </a:p>
          <a:p>
            <a:endParaRPr lang="en-US" sz="2400" dirty="0"/>
          </a:p>
          <a:p>
            <a:pPr lvl="0" algn="just"/>
            <a:r>
              <a:rPr lang="en-US" sz="2400" b="1" dirty="0"/>
              <a:t>Objectives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Develop a simple web-based reporting platform.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Integrate CVSS 3.1 scoring with severity feedback.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Support evidence attachment for findings.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Generate structured PDF security reports.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2C5AE91-5E20-CE6F-051D-9E8CA9631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906089A-006C-6660-0EE1-6FC24FB4BF03}"/>
              </a:ext>
            </a:extLst>
          </p:cNvPr>
          <p:cNvSpPr/>
          <p:nvPr/>
        </p:nvSpPr>
        <p:spPr>
          <a:xfrm>
            <a:off x="765048" y="3635694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5B4B7CE2-A2B2-18CC-91DC-08A0705B6F44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02B3B41-048C-CF01-A4FC-A6A19CB7B7E3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157541BC-9FA0-9439-D07B-F5A8BA4EA9D8}"/>
              </a:ext>
            </a:extLst>
          </p:cNvPr>
          <p:cNvGrpSpPr/>
          <p:nvPr/>
        </p:nvGrpSpPr>
        <p:grpSpPr>
          <a:xfrm>
            <a:off x="286956" y="0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E3DDF0E-F866-7ADD-1ABC-7FE9495A79C0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76FE7C7-C016-6947-77EE-A049A1F5B14C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C188F098-9E7B-1577-7894-3864F525162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E1E6F28-AEE9-06F1-C9C3-FA43FE6E8EB3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E1EAF14-173B-496F-ACE4-3F7138EB8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530538"/>
            <a:ext cx="5771535" cy="369332"/>
          </a:xfrm>
        </p:spPr>
        <p:txBody>
          <a:bodyPr/>
          <a:lstStyle/>
          <a:p>
            <a:r>
              <a:rPr lang="en-US" sz="2400" dirty="0"/>
              <a:t>Dashboard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AAD450-1AD3-DFD9-7404-56D896BF8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566" y="1308286"/>
            <a:ext cx="8246867" cy="4321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885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6175A-978D-F953-51C8-F762985C1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98C2DD0-99E7-B497-98CD-4772B3133EA9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C311098-E3EC-DEBA-1356-4CB89EEDAC0C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F390BA2C-9DD0-CE7B-1485-F68C77ADBDBA}"/>
              </a:ext>
            </a:extLst>
          </p:cNvPr>
          <p:cNvGrpSpPr/>
          <p:nvPr/>
        </p:nvGrpSpPr>
        <p:grpSpPr>
          <a:xfrm>
            <a:off x="286639" y="-7918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B8F3094-DDB3-05D6-76A4-536B0CF22ECB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3B915622-436A-6D56-4234-6B1404A4009D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F40ED84F-3243-0E7B-3238-5584ED71D25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689A11A-0D6A-C967-DD96-9980E6BD9E38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89093FC4-0DAD-0A7E-3800-99A3DA1F3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0538"/>
            <a:ext cx="5879690" cy="369332"/>
          </a:xfrm>
        </p:spPr>
        <p:txBody>
          <a:bodyPr/>
          <a:lstStyle/>
          <a:p>
            <a:r>
              <a:rPr lang="en-US" sz="2400" dirty="0"/>
              <a:t>03- REQUIREMENTS</a:t>
            </a:r>
            <a:endParaRPr lang="en-GB" sz="240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E7CC2EE-D201-43F2-8A48-4FA901490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960625"/>
            <a:ext cx="10972800" cy="5232202"/>
          </a:xfrm>
        </p:spPr>
        <p:txBody>
          <a:bodyPr/>
          <a:lstStyle/>
          <a:p>
            <a:r>
              <a:rPr lang="en-US" sz="2000" b="1" dirty="0"/>
              <a:t>Functional Requirements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system allows the tester to create projects, manage findings, calculate CVSS scores, upload evidence and generate reports.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Project &amp; finding management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CVSS 3.1 calculation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Evidence upload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PDF report generation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dirty="0"/>
              <a:t>Non-Functional Requirements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application should be simple, consistent and suitable for local use.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User-friendly interface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Consistent scoring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Local operation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Readable report output</a:t>
            </a:r>
          </a:p>
          <a:p>
            <a:endParaRPr lang="en-US" sz="2000" dirty="0"/>
          </a:p>
          <a:p>
            <a:r>
              <a:rPr lang="en-US" sz="2000" b="1" dirty="0"/>
              <a:t>Hardware:</a:t>
            </a:r>
            <a:r>
              <a:rPr lang="en-US" sz="2000" dirty="0"/>
              <a:t> Dual-core CPU, 2 GB+ RAM, ~100 MB storage</a:t>
            </a:r>
          </a:p>
          <a:p>
            <a:r>
              <a:rPr lang="en-US" sz="2000" b="1" dirty="0"/>
              <a:t>Software:</a:t>
            </a:r>
            <a:r>
              <a:rPr lang="en-US" sz="2000" dirty="0"/>
              <a:t> Python 3.10+, </a:t>
            </a:r>
            <a:r>
              <a:rPr lang="en-US" sz="2000" dirty="0" err="1"/>
              <a:t>FastAPI</a:t>
            </a:r>
            <a:r>
              <a:rPr lang="en-US" sz="2000" dirty="0"/>
              <a:t>, SQLite, Chrome/Firefox/Edge</a:t>
            </a:r>
          </a:p>
        </p:txBody>
      </p:sp>
    </p:spTree>
    <p:extLst>
      <p:ext uri="{BB962C8B-B14F-4D97-AF65-F5344CB8AC3E}">
        <p14:creationId xmlns:p14="http://schemas.microsoft.com/office/powerpoint/2010/main" val="198986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4225C-6C21-036B-5681-E87A77B2E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DD45C77-3BFA-7C7F-5B5D-903E966797C3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0AB8F59-7FAF-6A48-4FF3-B597BF62B49D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132CAADE-D1A6-6A05-0F4F-143B355FD801}"/>
              </a:ext>
            </a:extLst>
          </p:cNvPr>
          <p:cNvGrpSpPr/>
          <p:nvPr/>
        </p:nvGrpSpPr>
        <p:grpSpPr>
          <a:xfrm>
            <a:off x="286639" y="-7918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39F5A1F-CCA5-8A5B-ADC5-A4734CBECCF4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52189809-724A-CD4E-D4C4-3801ADE7B444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B14B3E03-065B-A060-4731-9AAF72B15B4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D6E4E70-92BE-96D5-2F3C-2B2BFAEE2A62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5F478903-C83F-CA92-E185-69DCA8071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0538"/>
            <a:ext cx="5879690" cy="369332"/>
          </a:xfrm>
        </p:spPr>
        <p:txBody>
          <a:bodyPr/>
          <a:lstStyle/>
          <a:p>
            <a:r>
              <a:rPr lang="en-US" sz="2400" dirty="0"/>
              <a:t>04- PROPOSED SOLUTION</a:t>
            </a:r>
            <a:endParaRPr lang="en-GB" sz="240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8347B92-B37F-FA24-E7EB-D58446534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960625"/>
            <a:ext cx="10972800" cy="5201424"/>
          </a:xfrm>
        </p:spPr>
        <p:txBody>
          <a:bodyPr/>
          <a:lstStyle/>
          <a:p>
            <a:r>
              <a:rPr lang="en-US" sz="2000" b="1" dirty="0" err="1"/>
              <a:t>PenReport</a:t>
            </a:r>
            <a:endParaRPr lang="en-US" sz="2000" b="1" dirty="0"/>
          </a:p>
          <a:p>
            <a:r>
              <a:rPr lang="en-US" sz="2000" dirty="0" err="1"/>
              <a:t>PenReport</a:t>
            </a:r>
            <a:r>
              <a:rPr lang="en-US" sz="2000" dirty="0"/>
              <a:t> is a web-based penetration-testing report management system that combines vulnerability documentation, CVSS scoring, evidence management and automated PDF generation in one platform. </a:t>
            </a:r>
          </a:p>
          <a:p>
            <a:endParaRPr lang="en-US" sz="2000" b="1" dirty="0"/>
          </a:p>
          <a:p>
            <a:r>
              <a:rPr lang="en-US" sz="2000" b="1" dirty="0"/>
              <a:t>Key Features</a:t>
            </a:r>
          </a:p>
          <a:p>
            <a:r>
              <a:rPr lang="en-US" sz="2000" dirty="0"/>
              <a:t>Project Management → Create and manage testing projects</a:t>
            </a:r>
            <a:br>
              <a:rPr lang="en-US" sz="2000" dirty="0"/>
            </a:br>
            <a:r>
              <a:rPr lang="en-US" sz="2000" dirty="0"/>
              <a:t>Finding Management → Record vulnerability and remediation details</a:t>
            </a:r>
            <a:br>
              <a:rPr lang="en-US" sz="2000" dirty="0"/>
            </a:br>
            <a:r>
              <a:rPr lang="en-US" sz="2000" dirty="0"/>
              <a:t>CVSS Calculator → Calculate score and severity</a:t>
            </a:r>
            <a:br>
              <a:rPr lang="en-US" sz="2000" dirty="0"/>
            </a:br>
            <a:r>
              <a:rPr lang="en-US" sz="2000" dirty="0"/>
              <a:t>Evidence Management → Attach supporting screenshots</a:t>
            </a:r>
            <a:br>
              <a:rPr lang="en-US" sz="2000" dirty="0"/>
            </a:br>
            <a:r>
              <a:rPr lang="en-US" sz="2000" dirty="0"/>
              <a:t>PDF Generation → Create structured security reports</a:t>
            </a:r>
          </a:p>
          <a:p>
            <a:endParaRPr lang="en-US" sz="2000" dirty="0"/>
          </a:p>
          <a:p>
            <a:r>
              <a:rPr lang="en-US" sz="2000" b="1" dirty="0"/>
              <a:t>Advantage</a:t>
            </a:r>
          </a:p>
          <a:p>
            <a:r>
              <a:rPr lang="en-US" sz="2000" b="1" dirty="0"/>
              <a:t>Instead of managing findings, scoring, evidence and reporting separately, </a:t>
            </a:r>
            <a:r>
              <a:rPr lang="en-US" sz="2000" b="1" dirty="0" err="1"/>
              <a:t>PenReport</a:t>
            </a:r>
            <a:r>
              <a:rPr lang="en-US" sz="2000" b="1" dirty="0"/>
              <a:t> provides them through one integrated workflow.</a:t>
            </a:r>
          </a:p>
          <a:p>
            <a:endParaRPr lang="en-US" sz="2000" b="1" dirty="0"/>
          </a:p>
          <a:p>
            <a:r>
              <a:rPr lang="en-US" sz="2000" b="1" dirty="0"/>
              <a:t>Project → Finding → CVSS → Evidence → PDF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0819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F08A8-6217-5D40-0E6E-A001697A0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26F2868-78AD-9873-5F34-221DDEB35A16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6BAFE89-6726-F0AD-15AE-BE33603B2C8E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C766C0BE-3BC7-F45F-4344-D0A90662F223}"/>
              </a:ext>
            </a:extLst>
          </p:cNvPr>
          <p:cNvGrpSpPr/>
          <p:nvPr/>
        </p:nvGrpSpPr>
        <p:grpSpPr>
          <a:xfrm>
            <a:off x="286639" y="-825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8957CD5-1AA1-11B7-C89F-4E3DCEC64674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A2FC0C8E-BD1B-D641-7B66-FE3013339BB6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4F8A19E2-6BB4-FDE6-4CF4-3545FF41F34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5" name="Title 14">
            <a:extLst>
              <a:ext uri="{FF2B5EF4-FFF2-40B4-BE49-F238E27FC236}">
                <a16:creationId xmlns:a16="http://schemas.microsoft.com/office/drawing/2014/main" id="{AECD2843-A5CF-7F46-79BF-E7940E6D6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0538"/>
            <a:ext cx="5879690" cy="369332"/>
          </a:xfrm>
        </p:spPr>
        <p:txBody>
          <a:bodyPr/>
          <a:lstStyle/>
          <a:p>
            <a:r>
              <a:rPr lang="en-US" sz="2400" dirty="0"/>
              <a:t>05- ARCHITECTURE / WORKFLOW</a:t>
            </a:r>
            <a:endParaRPr lang="en-GB" sz="2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CC757EE-57F2-36A6-CB5C-2BF027DFCB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0" t="4158" r="5154" b="9534"/>
          <a:stretch>
            <a:fillRect/>
          </a:stretch>
        </p:blipFill>
        <p:spPr>
          <a:xfrm>
            <a:off x="3343529" y="899870"/>
            <a:ext cx="5791200" cy="551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138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457EE-2F04-4E51-7673-7A4E9323E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994E878-ECA3-B599-5CB4-ACF88B74AF52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E03E74D-BB36-7E39-A38F-501B3897F90F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4578C970-B200-76EC-37CC-0D7510F2F7F4}"/>
              </a:ext>
            </a:extLst>
          </p:cNvPr>
          <p:cNvGrpSpPr/>
          <p:nvPr/>
        </p:nvGrpSpPr>
        <p:grpSpPr>
          <a:xfrm>
            <a:off x="286639" y="-825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95A220B-CEB1-6B70-BC71-5A66231F2EDC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5476F48F-CD53-8669-99B3-72CF9CDFDC3A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429F0B6E-FA89-CDC8-61F3-3C728D2F304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5" name="Title 14">
            <a:extLst>
              <a:ext uri="{FF2B5EF4-FFF2-40B4-BE49-F238E27FC236}">
                <a16:creationId xmlns:a16="http://schemas.microsoft.com/office/drawing/2014/main" id="{47C80E37-D432-334B-E9B1-C7673402C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0538"/>
            <a:ext cx="5879690" cy="369332"/>
          </a:xfrm>
        </p:spPr>
        <p:txBody>
          <a:bodyPr/>
          <a:lstStyle/>
          <a:p>
            <a:r>
              <a:rPr lang="en-US" sz="2400" dirty="0"/>
              <a:t>05- ARCHITECTURE / WORKFLOW</a:t>
            </a:r>
            <a:endParaRPr lang="en-GB" sz="2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ECAA99C-A34B-4B3C-6F98-634BE2D6CF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2" t="5308" r="6107" b="6497"/>
          <a:stretch>
            <a:fillRect/>
          </a:stretch>
        </p:blipFill>
        <p:spPr>
          <a:xfrm>
            <a:off x="5218586" y="896776"/>
            <a:ext cx="6124696" cy="50437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A0F4DDA-52CA-453C-98A4-F6DB8E850294}"/>
              </a:ext>
            </a:extLst>
          </p:cNvPr>
          <p:cNvSpPr txBox="1"/>
          <p:nvPr/>
        </p:nvSpPr>
        <p:spPr>
          <a:xfrm>
            <a:off x="500643" y="3632186"/>
            <a:ext cx="60976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Major Components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Frontend:</a:t>
            </a:r>
            <a:r>
              <a:rPr lang="en-US" sz="2400" dirty="0"/>
              <a:t> User interaction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 err="1"/>
              <a:t>FastAPI</a:t>
            </a:r>
            <a:r>
              <a:rPr lang="en-US" sz="2400" b="1" dirty="0"/>
              <a:t>:</a:t>
            </a:r>
            <a:r>
              <a:rPr lang="en-US" sz="2400" dirty="0"/>
              <a:t> Application logic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CVSS Engine:</a:t>
            </a:r>
            <a:r>
              <a:rPr lang="en-US" sz="2400" dirty="0"/>
              <a:t> Score &amp; severity calculation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SQLite:</a:t>
            </a:r>
            <a:r>
              <a:rPr lang="en-US" sz="2400" dirty="0"/>
              <a:t> Stores project and finding data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 err="1"/>
              <a:t>WeasyPrint</a:t>
            </a:r>
            <a:r>
              <a:rPr lang="en-US" sz="2400" b="1" dirty="0"/>
              <a:t>:</a:t>
            </a:r>
            <a:r>
              <a:rPr lang="en-US" sz="2400" dirty="0"/>
              <a:t> Converts report to PDF</a:t>
            </a:r>
          </a:p>
        </p:txBody>
      </p:sp>
    </p:spTree>
    <p:extLst>
      <p:ext uri="{BB962C8B-B14F-4D97-AF65-F5344CB8AC3E}">
        <p14:creationId xmlns:p14="http://schemas.microsoft.com/office/powerpoint/2010/main" val="3010554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A1741-48E8-D467-1575-FE3374D59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89931BA-167E-4024-6C26-C913574C6A6C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DDDCF5A-FA07-0C44-09D8-11C7A7B49B13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C369D3D2-BE6C-33AC-D80F-DA7DC747EEB4}"/>
              </a:ext>
            </a:extLst>
          </p:cNvPr>
          <p:cNvGrpSpPr/>
          <p:nvPr/>
        </p:nvGrpSpPr>
        <p:grpSpPr>
          <a:xfrm>
            <a:off x="286639" y="-7918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765D1FA-388E-5122-12E1-A7EC07F57174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1AF4D167-CE4B-A6DF-3DEC-016494738AE1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5D753F7D-D237-4279-7E01-DCF2AEE7D79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5" name="Title 14">
            <a:extLst>
              <a:ext uri="{FF2B5EF4-FFF2-40B4-BE49-F238E27FC236}">
                <a16:creationId xmlns:a16="http://schemas.microsoft.com/office/drawing/2014/main" id="{7709DDBB-B2D9-DA2C-BF86-C77A38F32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530538"/>
            <a:ext cx="6662673" cy="369332"/>
          </a:xfrm>
        </p:spPr>
        <p:txBody>
          <a:bodyPr/>
          <a:lstStyle/>
          <a:p>
            <a:r>
              <a:rPr lang="en-US" sz="2400" dirty="0"/>
              <a:t>06- TECHNOLOGIES &amp; IMPLEMENTATION</a:t>
            </a:r>
            <a:endParaRPr lang="en-GB" sz="24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C434D2D-8C1E-2362-C947-1A3C1BBED1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314239"/>
              </p:ext>
            </p:extLst>
          </p:nvPr>
        </p:nvGraphicFramePr>
        <p:xfrm>
          <a:off x="896994" y="1168622"/>
          <a:ext cx="6375400" cy="2896968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3187700">
                  <a:extLst>
                    <a:ext uri="{9D8B030D-6E8A-4147-A177-3AD203B41FA5}">
                      <a16:colId xmlns:a16="http://schemas.microsoft.com/office/drawing/2014/main" val="1620426081"/>
                    </a:ext>
                  </a:extLst>
                </a:gridCol>
                <a:gridCol w="3187700">
                  <a:extLst>
                    <a:ext uri="{9D8B030D-6E8A-4147-A177-3AD203B41FA5}">
                      <a16:colId xmlns:a16="http://schemas.microsoft.com/office/drawing/2014/main" val="3610561097"/>
                    </a:ext>
                  </a:extLst>
                </a:gridCol>
              </a:tblGrid>
              <a:tr h="376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Technologies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3928080"/>
                  </a:ext>
                </a:extLst>
              </a:tr>
              <a:tr h="376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3596083"/>
                  </a:ext>
                </a:extLst>
              </a:tr>
              <a:tr h="376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FastAPI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Uvicorn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59742"/>
                  </a:ext>
                </a:extLst>
              </a:tr>
              <a:tr h="376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SQLite, SQLAlchemy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2196447"/>
                  </a:ext>
                </a:extLst>
              </a:tr>
              <a:tr h="376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HTML, CSS, Bootstrap 5, JavaScript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7495086"/>
                  </a:ext>
                </a:extLst>
              </a:tr>
              <a:tr h="376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Reporting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Jinja2, WeasyPrint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5294766"/>
                  </a:ext>
                </a:extLst>
              </a:tr>
              <a:tr h="376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CVSS 3.1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310690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2702FB8-408D-1670-E63F-D756B5770B44}"/>
              </a:ext>
            </a:extLst>
          </p:cNvPr>
          <p:cNvSpPr txBox="1"/>
          <p:nvPr/>
        </p:nvSpPr>
        <p:spPr>
          <a:xfrm>
            <a:off x="992448" y="4489049"/>
            <a:ext cx="808272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Implementation</a:t>
            </a:r>
          </a:p>
          <a:p>
            <a:pPr>
              <a:buNone/>
            </a:pPr>
            <a:r>
              <a:rPr lang="en-US" sz="2000" dirty="0"/>
              <a:t>The system follows a simple pipeline:</a:t>
            </a:r>
          </a:p>
          <a:p>
            <a:pPr>
              <a:buNone/>
            </a:pPr>
            <a:r>
              <a:rPr lang="en-US" sz="2000" dirty="0"/>
              <a:t>Project Creation → Finding Management → CVSS Calculation → Database Storage → Evidence → PDF Generation → Testing</a:t>
            </a:r>
          </a:p>
        </p:txBody>
      </p:sp>
    </p:spTree>
    <p:extLst>
      <p:ext uri="{BB962C8B-B14F-4D97-AF65-F5344CB8AC3E}">
        <p14:creationId xmlns:p14="http://schemas.microsoft.com/office/powerpoint/2010/main" val="2060432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625B8-6BC2-DBAB-B883-A0B038201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4E7D8A1-1BC6-F32C-D4DA-005BDBE871EA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35FD4E1-B09B-2A99-6935-9278EB1B87EA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B0A7DD9E-9F0B-A681-AAAA-4E2635EEA04D}"/>
              </a:ext>
            </a:extLst>
          </p:cNvPr>
          <p:cNvGrpSpPr/>
          <p:nvPr/>
        </p:nvGrpSpPr>
        <p:grpSpPr>
          <a:xfrm>
            <a:off x="286956" y="0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DFBF8FC-C508-B4E4-60D2-5AE432FCABA1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7AF3C3B8-597D-1D94-51DA-B7BAF3859BFB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7927AB17-9462-5532-A8C1-F61B10A6787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5" name="Title 14">
            <a:extLst>
              <a:ext uri="{FF2B5EF4-FFF2-40B4-BE49-F238E27FC236}">
                <a16:creationId xmlns:a16="http://schemas.microsoft.com/office/drawing/2014/main" id="{48E24C0D-09EE-1067-F9C7-71AF2AEF7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0538"/>
            <a:ext cx="6541008" cy="369332"/>
          </a:xfrm>
        </p:spPr>
        <p:txBody>
          <a:bodyPr/>
          <a:lstStyle/>
          <a:p>
            <a:r>
              <a:rPr lang="en-US" sz="2400" dirty="0"/>
              <a:t>07- RESULTS &amp; APPLICATIONS</a:t>
            </a:r>
            <a:endParaRPr lang="en-GB" sz="20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0031443-1675-4451-31EB-D0FD86AEF1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206518"/>
              </p:ext>
            </p:extLst>
          </p:nvPr>
        </p:nvGraphicFramePr>
        <p:xfrm>
          <a:off x="422787" y="4513819"/>
          <a:ext cx="10972800" cy="1584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56377527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190741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Challenge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2452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CVSS calculation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Integrated CVSS 3.1 calculator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6159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Evidence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Finding-based screenshot upload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8135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Report formatting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Automated PDF generation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980529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4AEBC1A-1FDD-289A-3B0F-FE2A608DDA55}"/>
              </a:ext>
            </a:extLst>
          </p:cNvPr>
          <p:cNvSpPr txBox="1"/>
          <p:nvPr/>
        </p:nvSpPr>
        <p:spPr>
          <a:xfrm>
            <a:off x="576521" y="1068846"/>
            <a:ext cx="1151326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Results</a:t>
            </a:r>
          </a:p>
          <a:p>
            <a:pPr>
              <a:buNone/>
            </a:pPr>
            <a:r>
              <a:rPr lang="en-US" sz="2000" dirty="0"/>
              <a:t>The prototype was tested for its major functions and the recorded tests passed successfully.</a:t>
            </a:r>
          </a:p>
          <a:p>
            <a:pPr>
              <a:buNone/>
            </a:pPr>
            <a:r>
              <a:rPr lang="en-US" sz="2000" dirty="0"/>
              <a:t>Project Creation | Finding Management  | CVSS Scoring  | Evidence Upload  | PDF Generation 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/>
              <a:t>Applications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Penetration-testing reporting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Mobile application security testing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Vulnerability assessment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Security audit documentation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4B1D48-C127-D789-D8B5-014CFD6254E1}"/>
              </a:ext>
            </a:extLst>
          </p:cNvPr>
          <p:cNvSpPr txBox="1"/>
          <p:nvPr/>
        </p:nvSpPr>
        <p:spPr>
          <a:xfrm>
            <a:off x="491613" y="3997685"/>
            <a:ext cx="6184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Challenges &amp; Solutions</a:t>
            </a:r>
          </a:p>
        </p:txBody>
      </p:sp>
    </p:spTree>
    <p:extLst>
      <p:ext uri="{BB962C8B-B14F-4D97-AF65-F5344CB8AC3E}">
        <p14:creationId xmlns:p14="http://schemas.microsoft.com/office/powerpoint/2010/main" val="2744081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F5774-9DB6-2C15-646D-E0610A341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5F7B4DD-CD30-CCB1-D339-1220403DD6E5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191B3E4-0F58-68CE-AEE9-61A659E5731A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1794E4B2-4E6A-1846-CB40-7E5ADF07D92A}"/>
              </a:ext>
            </a:extLst>
          </p:cNvPr>
          <p:cNvGrpSpPr/>
          <p:nvPr/>
        </p:nvGrpSpPr>
        <p:grpSpPr>
          <a:xfrm>
            <a:off x="286956" y="0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2DBE5D7-D1D5-794C-22A1-1B73D9A5FBAA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6A33B7A-F8D9-3065-7293-ABF5D1436D90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4982CA88-B0DB-88E8-ACE8-BC40AEE8739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5" name="Title 14">
            <a:extLst>
              <a:ext uri="{FF2B5EF4-FFF2-40B4-BE49-F238E27FC236}">
                <a16:creationId xmlns:a16="http://schemas.microsoft.com/office/drawing/2014/main" id="{CF41AB3A-B229-C866-062C-97C216144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530538"/>
            <a:ext cx="7118555" cy="369332"/>
          </a:xfrm>
        </p:spPr>
        <p:txBody>
          <a:bodyPr/>
          <a:lstStyle/>
          <a:p>
            <a:r>
              <a:rPr lang="en-US" sz="2400" dirty="0"/>
              <a:t>07- RESULTS &amp; APPLICATIONS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FE0425-9344-CEB7-5CD8-9F4914405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236" y="899870"/>
            <a:ext cx="6972658" cy="34926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37E084-9EF1-8139-2F96-B8BF9C8F5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6684" y="3325460"/>
            <a:ext cx="6546875" cy="326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520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69472-997A-6909-64A6-96E6A9967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31EDAD2-D842-6A71-7B4E-5A9A2D879B29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A1FBBE2-7FF2-D806-8924-4D08E2607351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4F34A593-036A-5699-4901-845014708DBE}"/>
              </a:ext>
            </a:extLst>
          </p:cNvPr>
          <p:cNvGrpSpPr/>
          <p:nvPr/>
        </p:nvGrpSpPr>
        <p:grpSpPr>
          <a:xfrm>
            <a:off x="286956" y="0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720BCC5-F46B-EDE7-B99F-77AAA9ADA832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9110AD8-5282-F057-C8B5-B44D902A2B2E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B0A27041-779A-95C4-675B-E0920424EA1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6D6B769-C1E5-F0AD-CDDB-426E8252E52C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6CC0151-BEBD-B7C0-C4A4-5F6E6D8B4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063" y="561798"/>
            <a:ext cx="12005188" cy="338554"/>
          </a:xfrm>
        </p:spPr>
        <p:txBody>
          <a:bodyPr/>
          <a:lstStyle/>
          <a:p>
            <a:r>
              <a:rPr lang="en-US" sz="2000" dirty="0"/>
              <a:t>08- </a:t>
            </a:r>
            <a:r>
              <a:rPr lang="en-US" dirty="0"/>
              <a:t>CONCLUSION &amp; FUTURE SCOPE</a:t>
            </a:r>
            <a:endParaRPr lang="en-GB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1C2E80-E9E1-2068-F150-827CA8D8FC5D}"/>
              </a:ext>
            </a:extLst>
          </p:cNvPr>
          <p:cNvSpPr txBox="1"/>
          <p:nvPr/>
        </p:nvSpPr>
        <p:spPr>
          <a:xfrm>
            <a:off x="553063" y="1019446"/>
            <a:ext cx="971181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Conclusion</a:t>
            </a:r>
          </a:p>
          <a:p>
            <a:pPr>
              <a:buNone/>
            </a:pPr>
            <a:r>
              <a:rPr lang="en-US" sz="2000" dirty="0" err="1"/>
              <a:t>PenReport</a:t>
            </a:r>
            <a:r>
              <a:rPr lang="en-US" sz="2000" dirty="0"/>
              <a:t> provides a simple and organized way to document vulnerabilities, calculate CVSS 3.1 scores, manage evidence and generate structured PDF reports.</a:t>
            </a:r>
          </a:p>
          <a:p>
            <a:pPr>
              <a:buNone/>
            </a:pPr>
            <a:endParaRPr lang="en-US" sz="2000" dirty="0"/>
          </a:p>
          <a:p>
            <a:r>
              <a:rPr lang="en-US" sz="2000" b="1" dirty="0"/>
              <a:t>Key Outcomes</a:t>
            </a:r>
          </a:p>
          <a:p>
            <a:pPr lvl="0"/>
            <a:r>
              <a:rPr lang="en-US" sz="2000" dirty="0"/>
              <a:t>Reduced manual reporting effort</a:t>
            </a:r>
          </a:p>
          <a:p>
            <a:pPr lvl="0"/>
            <a:r>
              <a:rPr lang="en-US" sz="2000" dirty="0"/>
              <a:t>Consistent vulnerability scoring</a:t>
            </a:r>
          </a:p>
          <a:p>
            <a:pPr lvl="0"/>
            <a:r>
              <a:rPr lang="en-US" sz="2000" dirty="0"/>
              <a:t>Organized evidence and findings</a:t>
            </a:r>
          </a:p>
          <a:p>
            <a:pPr lvl="0"/>
            <a:r>
              <a:rPr lang="en-US" sz="2000" dirty="0"/>
              <a:t>Automated report generation</a:t>
            </a:r>
          </a:p>
          <a:p>
            <a:pPr lvl="0"/>
            <a:endParaRPr lang="en-US" sz="2000" dirty="0"/>
          </a:p>
          <a:p>
            <a:r>
              <a:rPr lang="en-US" sz="2000" b="1" dirty="0"/>
              <a:t>Future Scope</a:t>
            </a:r>
          </a:p>
          <a:p>
            <a:pPr lvl="0"/>
            <a:r>
              <a:rPr lang="en-US" sz="2000" dirty="0"/>
              <a:t>User authentication</a:t>
            </a:r>
          </a:p>
          <a:p>
            <a:pPr lvl="0"/>
            <a:r>
              <a:rPr lang="en-US" sz="2000" dirty="0"/>
              <a:t>JSON/CSV report formats</a:t>
            </a:r>
          </a:p>
          <a:p>
            <a:pPr lvl="0"/>
            <a:r>
              <a:rPr lang="en-US" sz="2000" dirty="0"/>
              <a:t>Vulnerability dashboards</a:t>
            </a:r>
          </a:p>
          <a:p>
            <a:pPr lvl="0"/>
            <a:r>
              <a:rPr lang="en-US" sz="2000" dirty="0"/>
              <a:t>CVSS 4.0 support</a:t>
            </a:r>
          </a:p>
          <a:p>
            <a:pPr lvl="0"/>
            <a:r>
              <a:rPr lang="en-US" sz="2000" dirty="0"/>
              <a:t>Cloud &amp; multi-user deployment</a:t>
            </a:r>
          </a:p>
          <a:p>
            <a:pPr lvl="0"/>
            <a:r>
              <a:rPr lang="en-US" sz="2000" dirty="0"/>
              <a:t>Docker deployment</a:t>
            </a:r>
          </a:p>
          <a:p>
            <a:pPr lvl="0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71417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A76EA-5BF6-2F1F-5DAC-CF3A7C536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C4A010B-9777-B27C-302C-9D47354908AD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B3BBD44-C545-AA33-BAA3-E22182954985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DBADCA56-5CC4-CC5B-9BBC-747E716B238E}"/>
              </a:ext>
            </a:extLst>
          </p:cNvPr>
          <p:cNvGrpSpPr/>
          <p:nvPr/>
        </p:nvGrpSpPr>
        <p:grpSpPr>
          <a:xfrm>
            <a:off x="286956" y="0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94338F6-5BEE-11F9-902D-3D372E9CD4FC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7FA401F8-D3B5-2E7B-70EE-40F8DA07072B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76E0AA9A-CFF2-095B-1972-3E200668529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E70F804-D0E0-021F-A272-8DDB5211B862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482578C9-80F0-6E38-B781-7BDD6CFDE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063" y="561798"/>
            <a:ext cx="12005188" cy="338554"/>
          </a:xfrm>
        </p:spPr>
        <p:txBody>
          <a:bodyPr/>
          <a:lstStyle/>
          <a:p>
            <a:r>
              <a:rPr lang="en-US" sz="2000" dirty="0"/>
              <a:t>09- </a:t>
            </a:r>
            <a:r>
              <a:rPr lang="en-US" dirty="0"/>
              <a:t>References</a:t>
            </a:r>
            <a:r>
              <a:rPr lang="en-US" b="0" dirty="0"/>
              <a:t> </a:t>
            </a:r>
            <a:endParaRPr lang="en-GB" b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927875-1771-5B3B-37E2-7A08E7082A05}"/>
              </a:ext>
            </a:extLst>
          </p:cNvPr>
          <p:cNvSpPr txBox="1"/>
          <p:nvPr/>
        </p:nvSpPr>
        <p:spPr>
          <a:xfrm>
            <a:off x="399856" y="812715"/>
            <a:ext cx="1269050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Penetration Frameworks and Development Issues in Secure Mobile Application Development: A Systematic Literature Review</a:t>
            </a:r>
          </a:p>
          <a:p>
            <a:pPr>
              <a:buNone/>
            </a:pPr>
            <a:r>
              <a:rPr lang="en-US" b="1" dirty="0"/>
              <a:t>IEEE Access, 2021</a:t>
            </a:r>
            <a:br>
              <a:rPr lang="en-US" dirty="0"/>
            </a:br>
            <a:r>
              <a:rPr lang="en-US" b="1" dirty="0"/>
              <a:t>Note:</a:t>
            </a:r>
            <a:r>
              <a:rPr lang="en-US" dirty="0"/>
              <a:t> Explains common frameworks and techniques used for mobile application penetration testing.</a:t>
            </a:r>
            <a:br>
              <a:rPr lang="en-US" dirty="0"/>
            </a:br>
            <a:r>
              <a:rPr lang="en-US" b="1" dirty="0"/>
              <a:t>Link: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IEEE / DOI</a:t>
            </a:r>
            <a:endParaRPr lang="en-US" dirty="0"/>
          </a:p>
          <a:p>
            <a:pPr>
              <a:buNone/>
            </a:pPr>
            <a:r>
              <a:rPr lang="en-US" b="1" dirty="0"/>
              <a:t>2. Dynamic Security Analysis on Android: A Systematic Literature Review</a:t>
            </a:r>
          </a:p>
          <a:p>
            <a:pPr>
              <a:buNone/>
            </a:pPr>
            <a:r>
              <a:rPr lang="en-US" b="1" dirty="0"/>
              <a:t>IEEE Access, 2024</a:t>
            </a:r>
            <a:br>
              <a:rPr lang="en-US" dirty="0"/>
            </a:br>
            <a:r>
              <a:rPr lang="en-US" b="1" dirty="0"/>
              <a:t>Note:</a:t>
            </a:r>
            <a:r>
              <a:rPr lang="en-US" dirty="0"/>
              <a:t> Reviews techniques used to identify security vulnerabilities in Android applications. </a:t>
            </a:r>
            <a:r>
              <a:rPr lang="en-US" dirty="0" err="1">
                <a:hlinkClick r:id="rId4"/>
              </a:rPr>
              <a:t>Orbilu</a:t>
            </a:r>
            <a:br>
              <a:rPr lang="en-US" dirty="0"/>
            </a:br>
            <a:r>
              <a:rPr lang="en-US" b="1" dirty="0"/>
              <a:t>Link:</a:t>
            </a:r>
            <a:r>
              <a:rPr lang="en-US" dirty="0"/>
              <a:t> </a:t>
            </a:r>
            <a:r>
              <a:rPr lang="en-US" dirty="0">
                <a:hlinkClick r:id="rId5"/>
              </a:rPr>
              <a:t>IEEE / DOI</a:t>
            </a:r>
            <a:endParaRPr lang="en-US" dirty="0"/>
          </a:p>
          <a:p>
            <a:pPr>
              <a:buNone/>
            </a:pPr>
            <a:r>
              <a:rPr lang="en-US" b="1" dirty="0"/>
              <a:t>3. Static Analysis of Android Apps: A Systematic Literature Review</a:t>
            </a:r>
          </a:p>
          <a:p>
            <a:pPr>
              <a:buNone/>
            </a:pPr>
            <a:r>
              <a:rPr lang="en-US" b="1" dirty="0"/>
              <a:t>Information and Software Technology, Elsevier, 2017</a:t>
            </a:r>
            <a:br>
              <a:rPr lang="en-US" dirty="0"/>
            </a:br>
            <a:r>
              <a:rPr lang="en-US" b="1" dirty="0"/>
              <a:t>Note:</a:t>
            </a:r>
            <a:r>
              <a:rPr lang="en-US" dirty="0"/>
              <a:t> Explains how static analysis can be used to detect security and privacy issues in Android apps. </a:t>
            </a:r>
            <a:r>
              <a:rPr lang="en-US" dirty="0">
                <a:hlinkClick r:id="rId6"/>
              </a:rPr>
              <a:t>ScienceDirect</a:t>
            </a:r>
            <a:br>
              <a:rPr lang="en-US" dirty="0"/>
            </a:br>
            <a:r>
              <a:rPr lang="en-US" b="1" dirty="0"/>
              <a:t>Link:</a:t>
            </a:r>
            <a:r>
              <a:rPr lang="en-US" dirty="0"/>
              <a:t> </a:t>
            </a:r>
            <a:r>
              <a:rPr lang="en-US" dirty="0">
                <a:hlinkClick r:id="rId7"/>
              </a:rPr>
              <a:t>ScienceDirect / DOI</a:t>
            </a:r>
            <a:endParaRPr lang="en-US" dirty="0"/>
          </a:p>
          <a:p>
            <a:pPr>
              <a:buNone/>
            </a:pPr>
            <a:r>
              <a:rPr lang="en-US" b="1" dirty="0"/>
              <a:t>4. Common Vulnerability Scoring System</a:t>
            </a:r>
          </a:p>
          <a:p>
            <a:pPr>
              <a:buNone/>
            </a:pPr>
            <a:r>
              <a:rPr lang="en-US" b="1" dirty="0"/>
              <a:t>IEEE Security &amp; Privacy, 2006</a:t>
            </a:r>
            <a:br>
              <a:rPr lang="en-US" dirty="0"/>
            </a:br>
            <a:r>
              <a:rPr lang="en-US" b="1" dirty="0"/>
              <a:t>Note:</a:t>
            </a:r>
            <a:r>
              <a:rPr lang="en-US" dirty="0"/>
              <a:t> Introduces CVSS as a standard method for measuring vulnerability severity. </a:t>
            </a:r>
            <a:r>
              <a:rPr lang="en-US" dirty="0">
                <a:hlinkClick r:id="rId8"/>
              </a:rPr>
              <a:t>NIST</a:t>
            </a:r>
            <a:br>
              <a:rPr lang="en-US" dirty="0"/>
            </a:br>
            <a:r>
              <a:rPr lang="en-US" b="1" dirty="0"/>
              <a:t>Link:</a:t>
            </a:r>
            <a:r>
              <a:rPr lang="en-US" dirty="0"/>
              <a:t> </a:t>
            </a:r>
            <a:r>
              <a:rPr lang="en-US" dirty="0">
                <a:hlinkClick r:id="rId8"/>
              </a:rPr>
              <a:t>NIST / Paper</a:t>
            </a:r>
            <a:endParaRPr lang="en-US" dirty="0"/>
          </a:p>
          <a:p>
            <a:pPr>
              <a:buNone/>
            </a:pPr>
            <a:r>
              <a:rPr lang="en-US" b="1" dirty="0"/>
              <a:t>5. Can the Common Vulnerability Scoring System be Trusted? A Bayesian Analysis</a:t>
            </a:r>
          </a:p>
          <a:p>
            <a:pPr>
              <a:buNone/>
            </a:pPr>
            <a:r>
              <a:rPr lang="en-US" b="1" dirty="0"/>
              <a:t>IEEE Transactions on Dependable and Secure Computing, 2018</a:t>
            </a:r>
            <a:br>
              <a:rPr lang="en-US" dirty="0"/>
            </a:br>
            <a:r>
              <a:rPr lang="en-US" b="1" dirty="0"/>
              <a:t>Note:</a:t>
            </a:r>
            <a:r>
              <a:rPr lang="en-US" dirty="0"/>
              <a:t> Studies the reliability and consistency of CVSS vulnerability scores. </a:t>
            </a:r>
            <a:r>
              <a:rPr lang="en-US" dirty="0">
                <a:hlinkClick r:id="rId9"/>
              </a:rPr>
              <a:t>IEEE Xplore</a:t>
            </a:r>
            <a:br>
              <a:rPr lang="en-US" dirty="0"/>
            </a:br>
            <a:r>
              <a:rPr lang="en-US" b="1" dirty="0"/>
              <a:t>Link:</a:t>
            </a:r>
            <a:r>
              <a:rPr lang="en-US" dirty="0"/>
              <a:t> </a:t>
            </a:r>
            <a:r>
              <a:rPr lang="en-US" dirty="0">
                <a:hlinkClick r:id="rId9"/>
              </a:rPr>
              <a:t>IEEE Xplore / Paper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146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32980" y="1803463"/>
            <a:ext cx="4876800" cy="685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4510" marR="5080" lvl="0" indent="-512445" defTabSz="914400" eaLnBrk="1" fontAlgn="auto" latinLnBrk="0" hangingPunct="1">
              <a:lnSpc>
                <a:spcPct val="1444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Department</a:t>
            </a:r>
            <a:r>
              <a:rPr kumimoji="0" sz="15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of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Computer</a:t>
            </a:r>
            <a:r>
              <a:rPr kumimoji="0" sz="15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Science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and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Engineering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Alliance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School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of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Advanced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Computing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 Medium"/>
              <a:cs typeface="Poppins Medium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33216"/>
            <a:ext cx="2280285" cy="131445"/>
          </a:xfrm>
          <a:custGeom>
            <a:avLst/>
            <a:gdLst/>
            <a:ahLst/>
            <a:cxnLst/>
            <a:rect l="l" t="t" r="r" b="b"/>
            <a:pathLst>
              <a:path w="2280285" h="131445">
                <a:moveTo>
                  <a:pt x="2279904" y="0"/>
                </a:moveTo>
                <a:lnTo>
                  <a:pt x="0" y="0"/>
                </a:lnTo>
                <a:lnTo>
                  <a:pt x="0" y="131254"/>
                </a:lnTo>
                <a:lnTo>
                  <a:pt x="2279904" y="131254"/>
                </a:lnTo>
                <a:lnTo>
                  <a:pt x="2279904" y="0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37944" y="2603202"/>
            <a:ext cx="8476488" cy="155555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0" b="1" i="0" u="none" strike="noStrike" kern="0" cap="none" spc="0" normalizeH="0" baseline="0" noProof="0" dirty="0">
                <a:ln>
                  <a:noFill/>
                </a:ln>
                <a:solidFill>
                  <a:srgbClr val="012258"/>
                </a:solidFill>
                <a:effectLst/>
                <a:uLnTx/>
                <a:uFillTx/>
                <a:latin typeface="Poppins"/>
                <a:cs typeface="Poppins"/>
              </a:rPr>
              <a:t>THANK</a:t>
            </a:r>
            <a:r>
              <a:rPr kumimoji="0" sz="10000" b="1" i="0" u="none" strike="noStrike" kern="0" cap="none" spc="5" normalizeH="0" baseline="0" noProof="0" dirty="0">
                <a:ln>
                  <a:noFill/>
                </a:ln>
                <a:solidFill>
                  <a:srgbClr val="012258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0000" b="1" i="0" u="none" strike="noStrike" kern="0" cap="none" spc="-25" normalizeH="0" baseline="0" noProof="0" dirty="0">
                <a:ln>
                  <a:noFill/>
                </a:ln>
                <a:solidFill>
                  <a:srgbClr val="D12221"/>
                </a:solidFill>
                <a:effectLst/>
                <a:uLnTx/>
                <a:uFillTx/>
                <a:latin typeface="Poppins"/>
                <a:cs typeface="Poppins"/>
              </a:rPr>
              <a:t>YOU</a:t>
            </a:r>
            <a:endParaRPr kumimoji="0" lang="en-US" sz="10000" b="1" i="0" u="none" strike="noStrike" kern="0" cap="none" spc="-25" normalizeH="0" baseline="0" noProof="0" dirty="0">
              <a:ln>
                <a:noFill/>
              </a:ln>
              <a:solidFill>
                <a:srgbClr val="D12221"/>
              </a:solidFill>
              <a:effectLst/>
              <a:uLnTx/>
              <a:uFillTx/>
              <a:latin typeface="Poppins"/>
              <a:cs typeface="Poppin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911791" y="3433216"/>
            <a:ext cx="2280285" cy="131445"/>
          </a:xfrm>
          <a:custGeom>
            <a:avLst/>
            <a:gdLst/>
            <a:ahLst/>
            <a:cxnLst/>
            <a:rect l="l" t="t" r="r" b="b"/>
            <a:pathLst>
              <a:path w="2280284" h="131445">
                <a:moveTo>
                  <a:pt x="2279904" y="0"/>
                </a:moveTo>
                <a:lnTo>
                  <a:pt x="0" y="0"/>
                </a:lnTo>
                <a:lnTo>
                  <a:pt x="0" y="131254"/>
                </a:lnTo>
                <a:lnTo>
                  <a:pt x="2279904" y="131254"/>
                </a:lnTo>
                <a:lnTo>
                  <a:pt x="2279904" y="0"/>
                </a:lnTo>
                <a:close/>
              </a:path>
            </a:pathLst>
          </a:custGeom>
          <a:solidFill>
            <a:srgbClr val="D1222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342015" y="812712"/>
            <a:ext cx="2430145" cy="358140"/>
            <a:chOff x="4342015" y="812712"/>
            <a:chExt cx="2430145" cy="358140"/>
          </a:xfrm>
        </p:grpSpPr>
        <p:sp>
          <p:nvSpPr>
            <p:cNvPr id="7" name="object 7"/>
            <p:cNvSpPr/>
            <p:nvPr/>
          </p:nvSpPr>
          <p:spPr>
            <a:xfrm>
              <a:off x="4342015" y="1154417"/>
              <a:ext cx="2327275" cy="16510"/>
            </a:xfrm>
            <a:custGeom>
              <a:avLst/>
              <a:gdLst/>
              <a:ahLst/>
              <a:cxnLst/>
              <a:rect l="l" t="t" r="r" b="b"/>
              <a:pathLst>
                <a:path w="2327275" h="16509">
                  <a:moveTo>
                    <a:pt x="2327148" y="0"/>
                  </a:moveTo>
                  <a:lnTo>
                    <a:pt x="0" y="0"/>
                  </a:lnTo>
                  <a:lnTo>
                    <a:pt x="0" y="16294"/>
                  </a:lnTo>
                  <a:lnTo>
                    <a:pt x="2327148" y="16294"/>
                  </a:lnTo>
                  <a:lnTo>
                    <a:pt x="2327148" y="0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346155" y="836028"/>
              <a:ext cx="2313305" cy="275590"/>
            </a:xfrm>
            <a:custGeom>
              <a:avLst/>
              <a:gdLst/>
              <a:ahLst/>
              <a:cxnLst/>
              <a:rect l="l" t="t" r="r" b="b"/>
              <a:pathLst>
                <a:path w="2313304" h="275590">
                  <a:moveTo>
                    <a:pt x="264782" y="269862"/>
                  </a:moveTo>
                  <a:lnTo>
                    <a:pt x="213131" y="162102"/>
                  </a:lnTo>
                  <a:lnTo>
                    <a:pt x="204076" y="143217"/>
                  </a:lnTo>
                  <a:lnTo>
                    <a:pt x="181203" y="95491"/>
                  </a:lnTo>
                  <a:lnTo>
                    <a:pt x="181203" y="143217"/>
                  </a:lnTo>
                  <a:lnTo>
                    <a:pt x="105283" y="143217"/>
                  </a:lnTo>
                  <a:lnTo>
                    <a:pt x="144767" y="66890"/>
                  </a:lnTo>
                  <a:lnTo>
                    <a:pt x="181203" y="143217"/>
                  </a:lnTo>
                  <a:lnTo>
                    <a:pt x="181203" y="95491"/>
                  </a:lnTo>
                  <a:lnTo>
                    <a:pt x="167500" y="66890"/>
                  </a:lnTo>
                  <a:lnTo>
                    <a:pt x="137718" y="4762"/>
                  </a:lnTo>
                  <a:lnTo>
                    <a:pt x="135585" y="4762"/>
                  </a:lnTo>
                  <a:lnTo>
                    <a:pt x="127444" y="4394"/>
                  </a:lnTo>
                  <a:lnTo>
                    <a:pt x="91173" y="2159"/>
                  </a:lnTo>
                  <a:lnTo>
                    <a:pt x="83616" y="1866"/>
                  </a:lnTo>
                  <a:lnTo>
                    <a:pt x="68389" y="1866"/>
                  </a:lnTo>
                  <a:lnTo>
                    <a:pt x="68389" y="6311"/>
                  </a:lnTo>
                  <a:lnTo>
                    <a:pt x="79209" y="7429"/>
                  </a:lnTo>
                  <a:lnTo>
                    <a:pt x="89319" y="9728"/>
                  </a:lnTo>
                  <a:lnTo>
                    <a:pt x="122339" y="30645"/>
                  </a:lnTo>
                  <a:lnTo>
                    <a:pt x="133667" y="47764"/>
                  </a:lnTo>
                  <a:lnTo>
                    <a:pt x="50355" y="209905"/>
                  </a:lnTo>
                  <a:lnTo>
                    <a:pt x="38646" y="230200"/>
                  </a:lnTo>
                  <a:lnTo>
                    <a:pt x="26390" y="246595"/>
                  </a:lnTo>
                  <a:lnTo>
                    <a:pt x="13512" y="259245"/>
                  </a:lnTo>
                  <a:lnTo>
                    <a:pt x="0" y="268147"/>
                  </a:lnTo>
                  <a:lnTo>
                    <a:pt x="0" y="272681"/>
                  </a:lnTo>
                  <a:lnTo>
                    <a:pt x="2324" y="272681"/>
                  </a:lnTo>
                  <a:lnTo>
                    <a:pt x="7124" y="272249"/>
                  </a:lnTo>
                  <a:lnTo>
                    <a:pt x="21920" y="270700"/>
                  </a:lnTo>
                  <a:lnTo>
                    <a:pt x="28917" y="270141"/>
                  </a:lnTo>
                  <a:lnTo>
                    <a:pt x="34036" y="269862"/>
                  </a:lnTo>
                  <a:lnTo>
                    <a:pt x="48374" y="269862"/>
                  </a:lnTo>
                  <a:lnTo>
                    <a:pt x="53632" y="270141"/>
                  </a:lnTo>
                  <a:lnTo>
                    <a:pt x="60642" y="270700"/>
                  </a:lnTo>
                  <a:lnTo>
                    <a:pt x="67602" y="271424"/>
                  </a:lnTo>
                  <a:lnTo>
                    <a:pt x="74625" y="272249"/>
                  </a:lnTo>
                  <a:lnTo>
                    <a:pt x="79590" y="272681"/>
                  </a:lnTo>
                  <a:lnTo>
                    <a:pt x="82423" y="272681"/>
                  </a:lnTo>
                  <a:lnTo>
                    <a:pt x="82423" y="269862"/>
                  </a:lnTo>
                  <a:lnTo>
                    <a:pt x="82423" y="268147"/>
                  </a:lnTo>
                  <a:lnTo>
                    <a:pt x="73190" y="263448"/>
                  </a:lnTo>
                  <a:lnTo>
                    <a:pt x="66598" y="257352"/>
                  </a:lnTo>
                  <a:lnTo>
                    <a:pt x="62636" y="249872"/>
                  </a:lnTo>
                  <a:lnTo>
                    <a:pt x="61315" y="241033"/>
                  </a:lnTo>
                  <a:lnTo>
                    <a:pt x="61315" y="233654"/>
                  </a:lnTo>
                  <a:lnTo>
                    <a:pt x="63055" y="226466"/>
                  </a:lnTo>
                  <a:lnTo>
                    <a:pt x="66522" y="219519"/>
                  </a:lnTo>
                  <a:lnTo>
                    <a:pt x="70180" y="212305"/>
                  </a:lnTo>
                  <a:lnTo>
                    <a:pt x="70332" y="212140"/>
                  </a:lnTo>
                  <a:lnTo>
                    <a:pt x="71132" y="210058"/>
                  </a:lnTo>
                  <a:lnTo>
                    <a:pt x="71640" y="208876"/>
                  </a:lnTo>
                  <a:lnTo>
                    <a:pt x="95478" y="162102"/>
                  </a:lnTo>
                  <a:lnTo>
                    <a:pt x="190258" y="162102"/>
                  </a:lnTo>
                  <a:lnTo>
                    <a:pt x="203923" y="190741"/>
                  </a:lnTo>
                  <a:lnTo>
                    <a:pt x="212610" y="208876"/>
                  </a:lnTo>
                  <a:lnTo>
                    <a:pt x="213093" y="209905"/>
                  </a:lnTo>
                  <a:lnTo>
                    <a:pt x="213144" y="210058"/>
                  </a:lnTo>
                  <a:lnTo>
                    <a:pt x="214109" y="212140"/>
                  </a:lnTo>
                  <a:lnTo>
                    <a:pt x="225221" y="247548"/>
                  </a:lnTo>
                  <a:lnTo>
                    <a:pt x="224028" y="255346"/>
                  </a:lnTo>
                  <a:lnTo>
                    <a:pt x="220459" y="261378"/>
                  </a:lnTo>
                  <a:lnTo>
                    <a:pt x="214477" y="265645"/>
                  </a:lnTo>
                  <a:lnTo>
                    <a:pt x="206108" y="268147"/>
                  </a:lnTo>
                  <a:lnTo>
                    <a:pt x="206108" y="272681"/>
                  </a:lnTo>
                  <a:lnTo>
                    <a:pt x="237832" y="270700"/>
                  </a:lnTo>
                  <a:lnTo>
                    <a:pt x="250253" y="270141"/>
                  </a:lnTo>
                  <a:lnTo>
                    <a:pt x="249466" y="270141"/>
                  </a:lnTo>
                  <a:lnTo>
                    <a:pt x="258394" y="269862"/>
                  </a:lnTo>
                  <a:lnTo>
                    <a:pt x="264782" y="269862"/>
                  </a:lnTo>
                  <a:close/>
                </a:path>
                <a:path w="2313304" h="275590">
                  <a:moveTo>
                    <a:pt x="335026" y="268147"/>
                  </a:moveTo>
                  <a:lnTo>
                    <a:pt x="301117" y="242023"/>
                  </a:lnTo>
                  <a:lnTo>
                    <a:pt x="269138" y="190741"/>
                  </a:lnTo>
                  <a:lnTo>
                    <a:pt x="210121" y="68338"/>
                  </a:lnTo>
                  <a:lnTo>
                    <a:pt x="209435" y="66357"/>
                  </a:lnTo>
                  <a:lnTo>
                    <a:pt x="208673" y="64554"/>
                  </a:lnTo>
                  <a:lnTo>
                    <a:pt x="207886" y="63093"/>
                  </a:lnTo>
                  <a:lnTo>
                    <a:pt x="206692" y="60007"/>
                  </a:lnTo>
                  <a:lnTo>
                    <a:pt x="204406" y="54749"/>
                  </a:lnTo>
                  <a:lnTo>
                    <a:pt x="201041" y="47307"/>
                  </a:lnTo>
                  <a:lnTo>
                    <a:pt x="196570" y="37706"/>
                  </a:lnTo>
                  <a:lnTo>
                    <a:pt x="192316" y="28219"/>
                  </a:lnTo>
                  <a:lnTo>
                    <a:pt x="188531" y="19570"/>
                  </a:lnTo>
                  <a:lnTo>
                    <a:pt x="185267" y="11747"/>
                  </a:lnTo>
                  <a:lnTo>
                    <a:pt x="182499" y="4762"/>
                  </a:lnTo>
                  <a:lnTo>
                    <a:pt x="157873" y="4762"/>
                  </a:lnTo>
                  <a:lnTo>
                    <a:pt x="284848" y="269862"/>
                  </a:lnTo>
                  <a:lnTo>
                    <a:pt x="293916" y="269862"/>
                  </a:lnTo>
                  <a:lnTo>
                    <a:pt x="305346" y="270433"/>
                  </a:lnTo>
                  <a:lnTo>
                    <a:pt x="319646" y="271424"/>
                  </a:lnTo>
                  <a:lnTo>
                    <a:pt x="335026" y="272681"/>
                  </a:lnTo>
                  <a:lnTo>
                    <a:pt x="335026" y="268147"/>
                  </a:lnTo>
                  <a:close/>
                </a:path>
                <a:path w="2313304" h="275590">
                  <a:moveTo>
                    <a:pt x="411861" y="4775"/>
                  </a:moveTo>
                  <a:lnTo>
                    <a:pt x="359054" y="1778"/>
                  </a:lnTo>
                  <a:lnTo>
                    <a:pt x="358851" y="1778"/>
                  </a:lnTo>
                  <a:lnTo>
                    <a:pt x="358851" y="6324"/>
                  </a:lnTo>
                  <a:lnTo>
                    <a:pt x="364667" y="8305"/>
                  </a:lnTo>
                  <a:lnTo>
                    <a:pt x="370306" y="11544"/>
                  </a:lnTo>
                  <a:lnTo>
                    <a:pt x="390398" y="54825"/>
                  </a:lnTo>
                  <a:lnTo>
                    <a:pt x="391033" y="72390"/>
                  </a:lnTo>
                  <a:lnTo>
                    <a:pt x="391033" y="192570"/>
                  </a:lnTo>
                  <a:lnTo>
                    <a:pt x="387223" y="235419"/>
                  </a:lnTo>
                  <a:lnTo>
                    <a:pt x="358838" y="268147"/>
                  </a:lnTo>
                  <a:lnTo>
                    <a:pt x="358838" y="272681"/>
                  </a:lnTo>
                  <a:lnTo>
                    <a:pt x="369849" y="271386"/>
                  </a:lnTo>
                  <a:lnTo>
                    <a:pt x="379755" y="270446"/>
                  </a:lnTo>
                  <a:lnTo>
                    <a:pt x="388543" y="269875"/>
                  </a:lnTo>
                  <a:lnTo>
                    <a:pt x="396240" y="269684"/>
                  </a:lnTo>
                  <a:lnTo>
                    <a:pt x="411861" y="269684"/>
                  </a:lnTo>
                  <a:lnTo>
                    <a:pt x="411861" y="4775"/>
                  </a:lnTo>
                  <a:close/>
                </a:path>
                <a:path w="2313304" h="275590">
                  <a:moveTo>
                    <a:pt x="609434" y="207848"/>
                  </a:moveTo>
                  <a:lnTo>
                    <a:pt x="604367" y="207848"/>
                  </a:lnTo>
                  <a:lnTo>
                    <a:pt x="597179" y="219722"/>
                  </a:lnTo>
                  <a:lnTo>
                    <a:pt x="589432" y="229450"/>
                  </a:lnTo>
                  <a:lnTo>
                    <a:pt x="551459" y="249148"/>
                  </a:lnTo>
                  <a:lnTo>
                    <a:pt x="525970" y="251345"/>
                  </a:lnTo>
                  <a:lnTo>
                    <a:pt x="465302" y="251345"/>
                  </a:lnTo>
                  <a:lnTo>
                    <a:pt x="460438" y="250317"/>
                  </a:lnTo>
                  <a:lnTo>
                    <a:pt x="458622" y="248335"/>
                  </a:lnTo>
                  <a:lnTo>
                    <a:pt x="456552" y="246253"/>
                  </a:lnTo>
                  <a:lnTo>
                    <a:pt x="451434" y="204266"/>
                  </a:lnTo>
                  <a:lnTo>
                    <a:pt x="450799" y="180987"/>
                  </a:lnTo>
                  <a:lnTo>
                    <a:pt x="450799" y="71691"/>
                  </a:lnTo>
                  <a:lnTo>
                    <a:pt x="458863" y="26149"/>
                  </a:lnTo>
                  <a:lnTo>
                    <a:pt x="486232" y="6324"/>
                  </a:lnTo>
                  <a:lnTo>
                    <a:pt x="486232" y="1841"/>
                  </a:lnTo>
                  <a:lnTo>
                    <a:pt x="468122" y="2819"/>
                  </a:lnTo>
                  <a:lnTo>
                    <a:pt x="457835" y="3467"/>
                  </a:lnTo>
                  <a:lnTo>
                    <a:pt x="438759" y="4457"/>
                  </a:lnTo>
                  <a:lnTo>
                    <a:pt x="429958" y="4775"/>
                  </a:lnTo>
                  <a:lnTo>
                    <a:pt x="429958" y="269697"/>
                  </a:lnTo>
                  <a:lnTo>
                    <a:pt x="546277" y="269697"/>
                  </a:lnTo>
                  <a:lnTo>
                    <a:pt x="557796" y="269887"/>
                  </a:lnTo>
                  <a:lnTo>
                    <a:pt x="568921" y="270459"/>
                  </a:lnTo>
                  <a:lnTo>
                    <a:pt x="579666" y="271399"/>
                  </a:lnTo>
                  <a:lnTo>
                    <a:pt x="590029" y="272694"/>
                  </a:lnTo>
                  <a:lnTo>
                    <a:pt x="591210" y="267271"/>
                  </a:lnTo>
                  <a:lnTo>
                    <a:pt x="592950" y="261010"/>
                  </a:lnTo>
                  <a:lnTo>
                    <a:pt x="595236" y="253923"/>
                  </a:lnTo>
                  <a:lnTo>
                    <a:pt x="596176" y="251345"/>
                  </a:lnTo>
                  <a:lnTo>
                    <a:pt x="597979" y="246392"/>
                  </a:lnTo>
                  <a:lnTo>
                    <a:pt x="602386" y="233845"/>
                  </a:lnTo>
                  <a:lnTo>
                    <a:pt x="605701" y="223431"/>
                  </a:lnTo>
                  <a:lnTo>
                    <a:pt x="608012" y="214922"/>
                  </a:lnTo>
                  <a:lnTo>
                    <a:pt x="609434" y="207848"/>
                  </a:lnTo>
                  <a:close/>
                </a:path>
                <a:path w="2313304" h="275590">
                  <a:moveTo>
                    <a:pt x="685342" y="4775"/>
                  </a:moveTo>
                  <a:lnTo>
                    <a:pt x="632548" y="1778"/>
                  </a:lnTo>
                  <a:lnTo>
                    <a:pt x="632320" y="1778"/>
                  </a:lnTo>
                  <a:lnTo>
                    <a:pt x="632320" y="6324"/>
                  </a:lnTo>
                  <a:lnTo>
                    <a:pt x="638149" y="8305"/>
                  </a:lnTo>
                  <a:lnTo>
                    <a:pt x="643775" y="11544"/>
                  </a:lnTo>
                  <a:lnTo>
                    <a:pt x="663854" y="54825"/>
                  </a:lnTo>
                  <a:lnTo>
                    <a:pt x="664476" y="72390"/>
                  </a:lnTo>
                  <a:lnTo>
                    <a:pt x="664476" y="192570"/>
                  </a:lnTo>
                  <a:lnTo>
                    <a:pt x="660692" y="235419"/>
                  </a:lnTo>
                  <a:lnTo>
                    <a:pt x="632320" y="268147"/>
                  </a:lnTo>
                  <a:lnTo>
                    <a:pt x="632320" y="272681"/>
                  </a:lnTo>
                  <a:lnTo>
                    <a:pt x="643331" y="271386"/>
                  </a:lnTo>
                  <a:lnTo>
                    <a:pt x="653237" y="270446"/>
                  </a:lnTo>
                  <a:lnTo>
                    <a:pt x="662025" y="269875"/>
                  </a:lnTo>
                  <a:lnTo>
                    <a:pt x="669721" y="269684"/>
                  </a:lnTo>
                  <a:lnTo>
                    <a:pt x="685342" y="269684"/>
                  </a:lnTo>
                  <a:lnTo>
                    <a:pt x="685342" y="4775"/>
                  </a:lnTo>
                  <a:close/>
                </a:path>
                <a:path w="2313304" h="275590">
                  <a:moveTo>
                    <a:pt x="882865" y="207848"/>
                  </a:moveTo>
                  <a:lnTo>
                    <a:pt x="877811" y="207848"/>
                  </a:lnTo>
                  <a:lnTo>
                    <a:pt x="870648" y="219722"/>
                  </a:lnTo>
                  <a:lnTo>
                    <a:pt x="862888" y="229450"/>
                  </a:lnTo>
                  <a:lnTo>
                    <a:pt x="824915" y="249148"/>
                  </a:lnTo>
                  <a:lnTo>
                    <a:pt x="799414" y="251345"/>
                  </a:lnTo>
                  <a:lnTo>
                    <a:pt x="738746" y="251345"/>
                  </a:lnTo>
                  <a:lnTo>
                    <a:pt x="733869" y="250317"/>
                  </a:lnTo>
                  <a:lnTo>
                    <a:pt x="732053" y="248335"/>
                  </a:lnTo>
                  <a:lnTo>
                    <a:pt x="730008" y="246253"/>
                  </a:lnTo>
                  <a:lnTo>
                    <a:pt x="724890" y="204266"/>
                  </a:lnTo>
                  <a:lnTo>
                    <a:pt x="724268" y="180987"/>
                  </a:lnTo>
                  <a:lnTo>
                    <a:pt x="724268" y="71691"/>
                  </a:lnTo>
                  <a:lnTo>
                    <a:pt x="732345" y="26149"/>
                  </a:lnTo>
                  <a:lnTo>
                    <a:pt x="759714" y="6324"/>
                  </a:lnTo>
                  <a:lnTo>
                    <a:pt x="759714" y="1841"/>
                  </a:lnTo>
                  <a:lnTo>
                    <a:pt x="741591" y="2819"/>
                  </a:lnTo>
                  <a:lnTo>
                    <a:pt x="731304" y="3467"/>
                  </a:lnTo>
                  <a:lnTo>
                    <a:pt x="712241" y="4457"/>
                  </a:lnTo>
                  <a:lnTo>
                    <a:pt x="703440" y="4775"/>
                  </a:lnTo>
                  <a:lnTo>
                    <a:pt x="703440" y="269697"/>
                  </a:lnTo>
                  <a:lnTo>
                    <a:pt x="819759" y="269697"/>
                  </a:lnTo>
                  <a:lnTo>
                    <a:pt x="831253" y="269887"/>
                  </a:lnTo>
                  <a:lnTo>
                    <a:pt x="842378" y="270459"/>
                  </a:lnTo>
                  <a:lnTo>
                    <a:pt x="853122" y="271399"/>
                  </a:lnTo>
                  <a:lnTo>
                    <a:pt x="863485" y="272694"/>
                  </a:lnTo>
                  <a:lnTo>
                    <a:pt x="864654" y="267271"/>
                  </a:lnTo>
                  <a:lnTo>
                    <a:pt x="866394" y="261010"/>
                  </a:lnTo>
                  <a:lnTo>
                    <a:pt x="868680" y="253923"/>
                  </a:lnTo>
                  <a:lnTo>
                    <a:pt x="869619" y="251345"/>
                  </a:lnTo>
                  <a:lnTo>
                    <a:pt x="871423" y="246392"/>
                  </a:lnTo>
                  <a:lnTo>
                    <a:pt x="875830" y="233845"/>
                  </a:lnTo>
                  <a:lnTo>
                    <a:pt x="879132" y="223431"/>
                  </a:lnTo>
                  <a:lnTo>
                    <a:pt x="881443" y="214922"/>
                  </a:lnTo>
                  <a:lnTo>
                    <a:pt x="882865" y="207848"/>
                  </a:lnTo>
                  <a:close/>
                </a:path>
                <a:path w="2313304" h="275590">
                  <a:moveTo>
                    <a:pt x="966597" y="4787"/>
                  </a:moveTo>
                  <a:lnTo>
                    <a:pt x="954049" y="4406"/>
                  </a:lnTo>
                  <a:lnTo>
                    <a:pt x="940701" y="3771"/>
                  </a:lnTo>
                  <a:lnTo>
                    <a:pt x="926553" y="2895"/>
                  </a:lnTo>
                  <a:lnTo>
                    <a:pt x="911631" y="1778"/>
                  </a:lnTo>
                  <a:lnTo>
                    <a:pt x="911631" y="6324"/>
                  </a:lnTo>
                  <a:lnTo>
                    <a:pt x="941641" y="34683"/>
                  </a:lnTo>
                  <a:lnTo>
                    <a:pt x="946010" y="73926"/>
                  </a:lnTo>
                  <a:lnTo>
                    <a:pt x="946010" y="186207"/>
                  </a:lnTo>
                  <a:lnTo>
                    <a:pt x="941781" y="236296"/>
                  </a:lnTo>
                  <a:lnTo>
                    <a:pt x="911631" y="268160"/>
                  </a:lnTo>
                  <a:lnTo>
                    <a:pt x="911631" y="272681"/>
                  </a:lnTo>
                  <a:lnTo>
                    <a:pt x="928916" y="271386"/>
                  </a:lnTo>
                  <a:lnTo>
                    <a:pt x="943851" y="270459"/>
                  </a:lnTo>
                  <a:lnTo>
                    <a:pt x="956411" y="269887"/>
                  </a:lnTo>
                  <a:lnTo>
                    <a:pt x="966597" y="269684"/>
                  </a:lnTo>
                  <a:lnTo>
                    <a:pt x="966597" y="4787"/>
                  </a:lnTo>
                  <a:close/>
                </a:path>
                <a:path w="2313304" h="275590">
                  <a:moveTo>
                    <a:pt x="1040726" y="1765"/>
                  </a:moveTo>
                  <a:lnTo>
                    <a:pt x="1028242" y="3073"/>
                  </a:lnTo>
                  <a:lnTo>
                    <a:pt x="1014869" y="4013"/>
                  </a:lnTo>
                  <a:lnTo>
                    <a:pt x="1000607" y="4572"/>
                  </a:lnTo>
                  <a:lnTo>
                    <a:pt x="985469" y="4762"/>
                  </a:lnTo>
                  <a:lnTo>
                    <a:pt x="985469" y="269697"/>
                  </a:lnTo>
                  <a:lnTo>
                    <a:pt x="988504" y="269697"/>
                  </a:lnTo>
                  <a:lnTo>
                    <a:pt x="1000785" y="269849"/>
                  </a:lnTo>
                  <a:lnTo>
                    <a:pt x="1015111" y="270421"/>
                  </a:lnTo>
                  <a:lnTo>
                    <a:pt x="1028420" y="271360"/>
                  </a:lnTo>
                  <a:lnTo>
                    <a:pt x="1040714" y="272656"/>
                  </a:lnTo>
                  <a:lnTo>
                    <a:pt x="1040714" y="268122"/>
                  </a:lnTo>
                  <a:lnTo>
                    <a:pt x="1011999" y="243039"/>
                  </a:lnTo>
                  <a:lnTo>
                    <a:pt x="1006055" y="199237"/>
                  </a:lnTo>
                  <a:lnTo>
                    <a:pt x="1006055" y="79400"/>
                  </a:lnTo>
                  <a:lnTo>
                    <a:pt x="1011707" y="31127"/>
                  </a:lnTo>
                  <a:lnTo>
                    <a:pt x="1040726" y="6311"/>
                  </a:lnTo>
                  <a:lnTo>
                    <a:pt x="1040726" y="1765"/>
                  </a:lnTo>
                  <a:close/>
                </a:path>
                <a:path w="2313304" h="275590">
                  <a:moveTo>
                    <a:pt x="1337233" y="269862"/>
                  </a:moveTo>
                  <a:lnTo>
                    <a:pt x="1285582" y="162102"/>
                  </a:lnTo>
                  <a:lnTo>
                    <a:pt x="1276527" y="143217"/>
                  </a:lnTo>
                  <a:lnTo>
                    <a:pt x="1253680" y="95567"/>
                  </a:lnTo>
                  <a:lnTo>
                    <a:pt x="1253680" y="143217"/>
                  </a:lnTo>
                  <a:lnTo>
                    <a:pt x="1177759" y="143217"/>
                  </a:lnTo>
                  <a:lnTo>
                    <a:pt x="1217218" y="66890"/>
                  </a:lnTo>
                  <a:lnTo>
                    <a:pt x="1253680" y="143217"/>
                  </a:lnTo>
                  <a:lnTo>
                    <a:pt x="1253680" y="95567"/>
                  </a:lnTo>
                  <a:lnTo>
                    <a:pt x="1239939" y="66890"/>
                  </a:lnTo>
                  <a:lnTo>
                    <a:pt x="1210170" y="4762"/>
                  </a:lnTo>
                  <a:lnTo>
                    <a:pt x="1208049" y="4762"/>
                  </a:lnTo>
                  <a:lnTo>
                    <a:pt x="1199908" y="4394"/>
                  </a:lnTo>
                  <a:lnTo>
                    <a:pt x="1163624" y="2159"/>
                  </a:lnTo>
                  <a:lnTo>
                    <a:pt x="1156068" y="1866"/>
                  </a:lnTo>
                  <a:lnTo>
                    <a:pt x="1140866" y="1866"/>
                  </a:lnTo>
                  <a:lnTo>
                    <a:pt x="1140866" y="6311"/>
                  </a:lnTo>
                  <a:lnTo>
                    <a:pt x="1151686" y="7429"/>
                  </a:lnTo>
                  <a:lnTo>
                    <a:pt x="1161796" y="9728"/>
                  </a:lnTo>
                  <a:lnTo>
                    <a:pt x="1194816" y="30645"/>
                  </a:lnTo>
                  <a:lnTo>
                    <a:pt x="1206144" y="47764"/>
                  </a:lnTo>
                  <a:lnTo>
                    <a:pt x="1122908" y="209727"/>
                  </a:lnTo>
                  <a:lnTo>
                    <a:pt x="1098854" y="246595"/>
                  </a:lnTo>
                  <a:lnTo>
                    <a:pt x="1072464" y="268147"/>
                  </a:lnTo>
                  <a:lnTo>
                    <a:pt x="1072464" y="272681"/>
                  </a:lnTo>
                  <a:lnTo>
                    <a:pt x="1074788" y="272681"/>
                  </a:lnTo>
                  <a:lnTo>
                    <a:pt x="1079588" y="272249"/>
                  </a:lnTo>
                  <a:lnTo>
                    <a:pt x="1094397" y="270700"/>
                  </a:lnTo>
                  <a:lnTo>
                    <a:pt x="1101394" y="270141"/>
                  </a:lnTo>
                  <a:lnTo>
                    <a:pt x="1106512" y="269862"/>
                  </a:lnTo>
                  <a:lnTo>
                    <a:pt x="1120851" y="269862"/>
                  </a:lnTo>
                  <a:lnTo>
                    <a:pt x="1126096" y="270141"/>
                  </a:lnTo>
                  <a:lnTo>
                    <a:pt x="1133119" y="270700"/>
                  </a:lnTo>
                  <a:lnTo>
                    <a:pt x="1140079" y="271424"/>
                  </a:lnTo>
                  <a:lnTo>
                    <a:pt x="1147114" y="272249"/>
                  </a:lnTo>
                  <a:lnTo>
                    <a:pt x="1152093" y="272681"/>
                  </a:lnTo>
                  <a:lnTo>
                    <a:pt x="1154899" y="272681"/>
                  </a:lnTo>
                  <a:lnTo>
                    <a:pt x="1154899" y="269862"/>
                  </a:lnTo>
                  <a:lnTo>
                    <a:pt x="1154899" y="268147"/>
                  </a:lnTo>
                  <a:lnTo>
                    <a:pt x="1145667" y="263448"/>
                  </a:lnTo>
                  <a:lnTo>
                    <a:pt x="1139075" y="257352"/>
                  </a:lnTo>
                  <a:lnTo>
                    <a:pt x="1135126" y="249872"/>
                  </a:lnTo>
                  <a:lnTo>
                    <a:pt x="1133805" y="241033"/>
                  </a:lnTo>
                  <a:lnTo>
                    <a:pt x="1133805" y="233654"/>
                  </a:lnTo>
                  <a:lnTo>
                    <a:pt x="1135519" y="226466"/>
                  </a:lnTo>
                  <a:lnTo>
                    <a:pt x="1138986" y="219519"/>
                  </a:lnTo>
                  <a:lnTo>
                    <a:pt x="1142669" y="212305"/>
                  </a:lnTo>
                  <a:lnTo>
                    <a:pt x="1142822" y="212140"/>
                  </a:lnTo>
                  <a:lnTo>
                    <a:pt x="1143622" y="210058"/>
                  </a:lnTo>
                  <a:lnTo>
                    <a:pt x="1144130" y="208864"/>
                  </a:lnTo>
                  <a:lnTo>
                    <a:pt x="1167942" y="162102"/>
                  </a:lnTo>
                  <a:lnTo>
                    <a:pt x="1262761" y="162102"/>
                  </a:lnTo>
                  <a:lnTo>
                    <a:pt x="1285468" y="209727"/>
                  </a:lnTo>
                  <a:lnTo>
                    <a:pt x="1297559" y="246595"/>
                  </a:lnTo>
                  <a:lnTo>
                    <a:pt x="1297673" y="247548"/>
                  </a:lnTo>
                  <a:lnTo>
                    <a:pt x="1296479" y="255346"/>
                  </a:lnTo>
                  <a:lnTo>
                    <a:pt x="1292898" y="261378"/>
                  </a:lnTo>
                  <a:lnTo>
                    <a:pt x="1286929" y="265645"/>
                  </a:lnTo>
                  <a:lnTo>
                    <a:pt x="1278559" y="268147"/>
                  </a:lnTo>
                  <a:lnTo>
                    <a:pt x="1278559" y="272681"/>
                  </a:lnTo>
                  <a:lnTo>
                    <a:pt x="1310284" y="270700"/>
                  </a:lnTo>
                  <a:lnTo>
                    <a:pt x="1322705" y="270141"/>
                  </a:lnTo>
                  <a:lnTo>
                    <a:pt x="1321930" y="270141"/>
                  </a:lnTo>
                  <a:lnTo>
                    <a:pt x="1330845" y="269862"/>
                  </a:lnTo>
                  <a:lnTo>
                    <a:pt x="1337233" y="269862"/>
                  </a:lnTo>
                  <a:close/>
                </a:path>
                <a:path w="2313304" h="275590">
                  <a:moveTo>
                    <a:pt x="1407515" y="268147"/>
                  </a:moveTo>
                  <a:lnTo>
                    <a:pt x="1373593" y="242023"/>
                  </a:lnTo>
                  <a:lnTo>
                    <a:pt x="1341615" y="190741"/>
                  </a:lnTo>
                  <a:lnTo>
                    <a:pt x="1282611" y="68338"/>
                  </a:lnTo>
                  <a:lnTo>
                    <a:pt x="1281925" y="66357"/>
                  </a:lnTo>
                  <a:lnTo>
                    <a:pt x="1281150" y="64554"/>
                  </a:lnTo>
                  <a:lnTo>
                    <a:pt x="1280363" y="63093"/>
                  </a:lnTo>
                  <a:lnTo>
                    <a:pt x="1279169" y="60007"/>
                  </a:lnTo>
                  <a:lnTo>
                    <a:pt x="1276883" y="54749"/>
                  </a:lnTo>
                  <a:lnTo>
                    <a:pt x="1273505" y="47307"/>
                  </a:lnTo>
                  <a:lnTo>
                    <a:pt x="1269047" y="37706"/>
                  </a:lnTo>
                  <a:lnTo>
                    <a:pt x="1264780" y="28219"/>
                  </a:lnTo>
                  <a:lnTo>
                    <a:pt x="1261008" y="19570"/>
                  </a:lnTo>
                  <a:lnTo>
                    <a:pt x="1257731" y="11747"/>
                  </a:lnTo>
                  <a:lnTo>
                    <a:pt x="1254988" y="4762"/>
                  </a:lnTo>
                  <a:lnTo>
                    <a:pt x="1230350" y="4762"/>
                  </a:lnTo>
                  <a:lnTo>
                    <a:pt x="1357325" y="269862"/>
                  </a:lnTo>
                  <a:lnTo>
                    <a:pt x="1366393" y="269862"/>
                  </a:lnTo>
                  <a:lnTo>
                    <a:pt x="1377823" y="270433"/>
                  </a:lnTo>
                  <a:lnTo>
                    <a:pt x="1392135" y="271424"/>
                  </a:lnTo>
                  <a:lnTo>
                    <a:pt x="1407515" y="272681"/>
                  </a:lnTo>
                  <a:lnTo>
                    <a:pt x="1407515" y="268147"/>
                  </a:lnTo>
                  <a:close/>
                </a:path>
                <a:path w="2313304" h="275590">
                  <a:moveTo>
                    <a:pt x="1706791" y="252107"/>
                  </a:moveTo>
                  <a:lnTo>
                    <a:pt x="1504022" y="78892"/>
                  </a:lnTo>
                  <a:lnTo>
                    <a:pt x="1417269" y="4775"/>
                  </a:lnTo>
                  <a:lnTo>
                    <a:pt x="1372311" y="1765"/>
                  </a:lnTo>
                  <a:lnTo>
                    <a:pt x="1372311" y="6311"/>
                  </a:lnTo>
                  <a:lnTo>
                    <a:pt x="1385989" y="12052"/>
                  </a:lnTo>
                  <a:lnTo>
                    <a:pt x="1401140" y="20764"/>
                  </a:lnTo>
                  <a:lnTo>
                    <a:pt x="1417764" y="32423"/>
                  </a:lnTo>
                  <a:lnTo>
                    <a:pt x="1435874" y="46990"/>
                  </a:lnTo>
                  <a:lnTo>
                    <a:pt x="1453972" y="62331"/>
                  </a:lnTo>
                  <a:lnTo>
                    <a:pt x="1454226" y="184746"/>
                  </a:lnTo>
                  <a:lnTo>
                    <a:pt x="1454188" y="195745"/>
                  </a:lnTo>
                  <a:lnTo>
                    <a:pt x="1449857" y="238683"/>
                  </a:lnTo>
                  <a:lnTo>
                    <a:pt x="1417015" y="268147"/>
                  </a:lnTo>
                  <a:lnTo>
                    <a:pt x="1417015" y="272681"/>
                  </a:lnTo>
                  <a:lnTo>
                    <a:pt x="1431518" y="271386"/>
                  </a:lnTo>
                  <a:lnTo>
                    <a:pt x="1444053" y="270433"/>
                  </a:lnTo>
                  <a:lnTo>
                    <a:pt x="1454619" y="269862"/>
                  </a:lnTo>
                  <a:lnTo>
                    <a:pt x="1463255" y="269671"/>
                  </a:lnTo>
                  <a:lnTo>
                    <a:pt x="1471587" y="269862"/>
                  </a:lnTo>
                  <a:lnTo>
                    <a:pt x="1482953" y="270433"/>
                  </a:lnTo>
                  <a:lnTo>
                    <a:pt x="1514805" y="272681"/>
                  </a:lnTo>
                  <a:lnTo>
                    <a:pt x="1514805" y="269671"/>
                  </a:lnTo>
                  <a:lnTo>
                    <a:pt x="1514805" y="268147"/>
                  </a:lnTo>
                  <a:lnTo>
                    <a:pt x="1504950" y="265252"/>
                  </a:lnTo>
                  <a:lnTo>
                    <a:pt x="1496491" y="261061"/>
                  </a:lnTo>
                  <a:lnTo>
                    <a:pt x="1476502" y="228104"/>
                  </a:lnTo>
                  <a:lnTo>
                    <a:pt x="1474063" y="195745"/>
                  </a:lnTo>
                  <a:lnTo>
                    <a:pt x="1474063" y="78892"/>
                  </a:lnTo>
                  <a:lnTo>
                    <a:pt x="1701812" y="272681"/>
                  </a:lnTo>
                  <a:lnTo>
                    <a:pt x="1706791" y="272681"/>
                  </a:lnTo>
                  <a:lnTo>
                    <a:pt x="1706791" y="252107"/>
                  </a:lnTo>
                  <a:close/>
                </a:path>
                <a:path w="2313304" h="275590">
                  <a:moveTo>
                    <a:pt x="1746262" y="1765"/>
                  </a:moveTo>
                  <a:lnTo>
                    <a:pt x="1713064" y="4000"/>
                  </a:lnTo>
                  <a:lnTo>
                    <a:pt x="1701101" y="4622"/>
                  </a:lnTo>
                  <a:lnTo>
                    <a:pt x="1700174" y="4622"/>
                  </a:lnTo>
                  <a:lnTo>
                    <a:pt x="1694789" y="4775"/>
                  </a:lnTo>
                  <a:lnTo>
                    <a:pt x="1687550" y="4622"/>
                  </a:lnTo>
                  <a:lnTo>
                    <a:pt x="1677670" y="4203"/>
                  </a:lnTo>
                  <a:lnTo>
                    <a:pt x="1650009" y="2540"/>
                  </a:lnTo>
                  <a:lnTo>
                    <a:pt x="1641411" y="1765"/>
                  </a:lnTo>
                  <a:lnTo>
                    <a:pt x="1641246" y="1765"/>
                  </a:lnTo>
                  <a:lnTo>
                    <a:pt x="1641246" y="6311"/>
                  </a:lnTo>
                  <a:lnTo>
                    <a:pt x="1649285" y="8051"/>
                  </a:lnTo>
                  <a:lnTo>
                    <a:pt x="1656575" y="10566"/>
                  </a:lnTo>
                  <a:lnTo>
                    <a:pt x="1683207" y="40208"/>
                  </a:lnTo>
                  <a:lnTo>
                    <a:pt x="1686725" y="184746"/>
                  </a:lnTo>
                  <a:lnTo>
                    <a:pt x="1475333" y="4775"/>
                  </a:lnTo>
                  <a:lnTo>
                    <a:pt x="1445653" y="4775"/>
                  </a:lnTo>
                  <a:lnTo>
                    <a:pt x="1706791" y="227393"/>
                  </a:lnTo>
                  <a:lnTo>
                    <a:pt x="1706791" y="184746"/>
                  </a:lnTo>
                  <a:lnTo>
                    <a:pt x="1706918" y="68135"/>
                  </a:lnTo>
                  <a:lnTo>
                    <a:pt x="1712633" y="29819"/>
                  </a:lnTo>
                  <a:lnTo>
                    <a:pt x="1723339" y="17106"/>
                  </a:lnTo>
                  <a:lnTo>
                    <a:pt x="1729943" y="11112"/>
                  </a:lnTo>
                  <a:lnTo>
                    <a:pt x="1737487" y="7505"/>
                  </a:lnTo>
                  <a:lnTo>
                    <a:pt x="1746173" y="6311"/>
                  </a:lnTo>
                  <a:lnTo>
                    <a:pt x="1746262" y="4775"/>
                  </a:lnTo>
                  <a:lnTo>
                    <a:pt x="1746262" y="1765"/>
                  </a:lnTo>
                  <a:close/>
                </a:path>
                <a:path w="2313304" h="275590">
                  <a:moveTo>
                    <a:pt x="1832978" y="246557"/>
                  </a:moveTo>
                  <a:lnTo>
                    <a:pt x="1806384" y="201422"/>
                  </a:lnTo>
                  <a:lnTo>
                    <a:pt x="1797659" y="139992"/>
                  </a:lnTo>
                  <a:lnTo>
                    <a:pt x="1797621" y="137414"/>
                  </a:lnTo>
                  <a:lnTo>
                    <a:pt x="1799336" y="109347"/>
                  </a:lnTo>
                  <a:lnTo>
                    <a:pt x="1804695" y="83261"/>
                  </a:lnTo>
                  <a:lnTo>
                    <a:pt x="1813623" y="60223"/>
                  </a:lnTo>
                  <a:lnTo>
                    <a:pt x="1826107" y="40259"/>
                  </a:lnTo>
                  <a:lnTo>
                    <a:pt x="1819033" y="44462"/>
                  </a:lnTo>
                  <a:lnTo>
                    <a:pt x="1791208" y="73710"/>
                  </a:lnTo>
                  <a:lnTo>
                    <a:pt x="1776463" y="114884"/>
                  </a:lnTo>
                  <a:lnTo>
                    <a:pt x="1774431" y="139992"/>
                  </a:lnTo>
                  <a:lnTo>
                    <a:pt x="1775383" y="157251"/>
                  </a:lnTo>
                  <a:lnTo>
                    <a:pt x="1790255" y="205549"/>
                  </a:lnTo>
                  <a:lnTo>
                    <a:pt x="1820240" y="239763"/>
                  </a:lnTo>
                  <a:lnTo>
                    <a:pt x="1832978" y="246557"/>
                  </a:lnTo>
                  <a:close/>
                </a:path>
                <a:path w="2313304" h="275590">
                  <a:moveTo>
                    <a:pt x="2040305" y="215061"/>
                  </a:moveTo>
                  <a:lnTo>
                    <a:pt x="2035276" y="215061"/>
                  </a:lnTo>
                  <a:lnTo>
                    <a:pt x="2027516" y="223685"/>
                  </a:lnTo>
                  <a:lnTo>
                    <a:pt x="2018563" y="231419"/>
                  </a:lnTo>
                  <a:lnTo>
                    <a:pt x="1984679" y="249301"/>
                  </a:lnTo>
                  <a:lnTo>
                    <a:pt x="1943811" y="255816"/>
                  </a:lnTo>
                  <a:lnTo>
                    <a:pt x="1919046" y="253796"/>
                  </a:lnTo>
                  <a:lnTo>
                    <a:pt x="1879612" y="237718"/>
                  </a:lnTo>
                  <a:lnTo>
                    <a:pt x="1853336" y="206349"/>
                  </a:lnTo>
                  <a:lnTo>
                    <a:pt x="1840115" y="164528"/>
                  </a:lnTo>
                  <a:lnTo>
                    <a:pt x="1838464" y="139992"/>
                  </a:lnTo>
                  <a:lnTo>
                    <a:pt x="1840242" y="112318"/>
                  </a:lnTo>
                  <a:lnTo>
                    <a:pt x="1854568" y="67310"/>
                  </a:lnTo>
                  <a:lnTo>
                    <a:pt x="1882673" y="36258"/>
                  </a:lnTo>
                  <a:lnTo>
                    <a:pt x="1921090" y="20561"/>
                  </a:lnTo>
                  <a:lnTo>
                    <a:pt x="1943976" y="18605"/>
                  </a:lnTo>
                  <a:lnTo>
                    <a:pt x="1976196" y="23355"/>
                  </a:lnTo>
                  <a:lnTo>
                    <a:pt x="2001431" y="37592"/>
                  </a:lnTo>
                  <a:lnTo>
                    <a:pt x="2019681" y="61315"/>
                  </a:lnTo>
                  <a:lnTo>
                    <a:pt x="2030971" y="94526"/>
                  </a:lnTo>
                  <a:lnTo>
                    <a:pt x="2035263" y="94526"/>
                  </a:lnTo>
                  <a:lnTo>
                    <a:pt x="2036114" y="86639"/>
                  </a:lnTo>
                  <a:lnTo>
                    <a:pt x="2036546" y="78333"/>
                  </a:lnTo>
                  <a:lnTo>
                    <a:pt x="2036432" y="61315"/>
                  </a:lnTo>
                  <a:lnTo>
                    <a:pt x="2036406" y="48755"/>
                  </a:lnTo>
                  <a:lnTo>
                    <a:pt x="2036762" y="41021"/>
                  </a:lnTo>
                  <a:lnTo>
                    <a:pt x="2037372" y="30060"/>
                  </a:lnTo>
                  <a:lnTo>
                    <a:pt x="2037969" y="20561"/>
                  </a:lnTo>
                  <a:lnTo>
                    <a:pt x="2038083" y="18605"/>
                  </a:lnTo>
                  <a:lnTo>
                    <a:pt x="1993773" y="3975"/>
                  </a:lnTo>
                  <a:lnTo>
                    <a:pt x="1949831" y="0"/>
                  </a:lnTo>
                  <a:lnTo>
                    <a:pt x="1921116" y="2197"/>
                  </a:lnTo>
                  <a:lnTo>
                    <a:pt x="1894878" y="8928"/>
                  </a:lnTo>
                  <a:lnTo>
                    <a:pt x="1895119" y="8928"/>
                  </a:lnTo>
                  <a:lnTo>
                    <a:pt x="1872602" y="19786"/>
                  </a:lnTo>
                  <a:lnTo>
                    <a:pt x="1836623" y="54787"/>
                  </a:lnTo>
                  <a:lnTo>
                    <a:pt x="1818132" y="105854"/>
                  </a:lnTo>
                  <a:lnTo>
                    <a:pt x="1815820" y="137414"/>
                  </a:lnTo>
                  <a:lnTo>
                    <a:pt x="1817979" y="168998"/>
                  </a:lnTo>
                  <a:lnTo>
                    <a:pt x="1835226" y="220154"/>
                  </a:lnTo>
                  <a:lnTo>
                    <a:pt x="1869135" y="255257"/>
                  </a:lnTo>
                  <a:lnTo>
                    <a:pt x="1916747" y="272973"/>
                  </a:lnTo>
                  <a:lnTo>
                    <a:pt x="1945538" y="275196"/>
                  </a:lnTo>
                  <a:lnTo>
                    <a:pt x="1955660" y="274916"/>
                  </a:lnTo>
                  <a:lnTo>
                    <a:pt x="1998141" y="268478"/>
                  </a:lnTo>
                  <a:lnTo>
                    <a:pt x="2032571" y="255816"/>
                  </a:lnTo>
                  <a:lnTo>
                    <a:pt x="2040305" y="215061"/>
                  </a:lnTo>
                  <a:close/>
                </a:path>
                <a:path w="2313304" h="275590">
                  <a:moveTo>
                    <a:pt x="2125040" y="4787"/>
                  </a:moveTo>
                  <a:lnTo>
                    <a:pt x="2116734" y="4787"/>
                  </a:lnTo>
                  <a:lnTo>
                    <a:pt x="2071268" y="1790"/>
                  </a:lnTo>
                  <a:lnTo>
                    <a:pt x="2071268" y="6324"/>
                  </a:lnTo>
                  <a:lnTo>
                    <a:pt x="2102015" y="42176"/>
                  </a:lnTo>
                  <a:lnTo>
                    <a:pt x="2104453" y="72910"/>
                  </a:lnTo>
                  <a:lnTo>
                    <a:pt x="2104453" y="178257"/>
                  </a:lnTo>
                  <a:lnTo>
                    <a:pt x="2102904" y="225171"/>
                  </a:lnTo>
                  <a:lnTo>
                    <a:pt x="2087219" y="261543"/>
                  </a:lnTo>
                  <a:lnTo>
                    <a:pt x="2071268" y="268160"/>
                  </a:lnTo>
                  <a:lnTo>
                    <a:pt x="2071268" y="272694"/>
                  </a:lnTo>
                  <a:lnTo>
                    <a:pt x="2084247" y="271386"/>
                  </a:lnTo>
                  <a:lnTo>
                    <a:pt x="2094776" y="270446"/>
                  </a:lnTo>
                  <a:lnTo>
                    <a:pt x="2102853" y="269875"/>
                  </a:lnTo>
                  <a:lnTo>
                    <a:pt x="2108492" y="269684"/>
                  </a:lnTo>
                  <a:lnTo>
                    <a:pt x="2125040" y="269684"/>
                  </a:lnTo>
                  <a:lnTo>
                    <a:pt x="2125040" y="4787"/>
                  </a:lnTo>
                  <a:close/>
                </a:path>
                <a:path w="2313304" h="275590">
                  <a:moveTo>
                    <a:pt x="2313000" y="212140"/>
                  </a:moveTo>
                  <a:lnTo>
                    <a:pt x="2308021" y="212140"/>
                  </a:lnTo>
                  <a:lnTo>
                    <a:pt x="2299944" y="223570"/>
                  </a:lnTo>
                  <a:lnTo>
                    <a:pt x="2291816" y="232791"/>
                  </a:lnTo>
                  <a:lnTo>
                    <a:pt x="2255672" y="249847"/>
                  </a:lnTo>
                  <a:lnTo>
                    <a:pt x="2228354" y="251599"/>
                  </a:lnTo>
                  <a:lnTo>
                    <a:pt x="2182101" y="251599"/>
                  </a:lnTo>
                  <a:lnTo>
                    <a:pt x="2175776" y="251155"/>
                  </a:lnTo>
                  <a:lnTo>
                    <a:pt x="2175141" y="251155"/>
                  </a:lnTo>
                  <a:lnTo>
                    <a:pt x="2164308" y="212140"/>
                  </a:lnTo>
                  <a:lnTo>
                    <a:pt x="2163978" y="194538"/>
                  </a:lnTo>
                  <a:lnTo>
                    <a:pt x="2163978" y="139725"/>
                  </a:lnTo>
                  <a:lnTo>
                    <a:pt x="2227046" y="139725"/>
                  </a:lnTo>
                  <a:lnTo>
                    <a:pt x="2238337" y="140233"/>
                  </a:lnTo>
                  <a:lnTo>
                    <a:pt x="2271369" y="159740"/>
                  </a:lnTo>
                  <a:lnTo>
                    <a:pt x="2275878" y="178396"/>
                  </a:lnTo>
                  <a:lnTo>
                    <a:pt x="2281351" y="178396"/>
                  </a:lnTo>
                  <a:lnTo>
                    <a:pt x="2280843" y="168554"/>
                  </a:lnTo>
                  <a:lnTo>
                    <a:pt x="2280234" y="159740"/>
                  </a:lnTo>
                  <a:lnTo>
                    <a:pt x="2280158" y="158597"/>
                  </a:lnTo>
                  <a:lnTo>
                    <a:pt x="2278735" y="122250"/>
                  </a:lnTo>
                  <a:lnTo>
                    <a:pt x="2279091" y="113258"/>
                  </a:lnTo>
                  <a:lnTo>
                    <a:pt x="2279713" y="102628"/>
                  </a:lnTo>
                  <a:lnTo>
                    <a:pt x="2280564" y="91681"/>
                  </a:lnTo>
                  <a:lnTo>
                    <a:pt x="2275078" y="91681"/>
                  </a:lnTo>
                  <a:lnTo>
                    <a:pt x="2243772" y="120789"/>
                  </a:lnTo>
                  <a:lnTo>
                    <a:pt x="2213673" y="122250"/>
                  </a:lnTo>
                  <a:lnTo>
                    <a:pt x="2163978" y="122250"/>
                  </a:lnTo>
                  <a:lnTo>
                    <a:pt x="2163978" y="81140"/>
                  </a:lnTo>
                  <a:lnTo>
                    <a:pt x="2164499" y="64058"/>
                  </a:lnTo>
                  <a:lnTo>
                    <a:pt x="2165121" y="49453"/>
                  </a:lnTo>
                  <a:lnTo>
                    <a:pt x="2166150" y="38265"/>
                  </a:lnTo>
                  <a:lnTo>
                    <a:pt x="2166188" y="37807"/>
                  </a:lnTo>
                  <a:lnTo>
                    <a:pt x="2167725" y="29121"/>
                  </a:lnTo>
                  <a:lnTo>
                    <a:pt x="2169693" y="23583"/>
                  </a:lnTo>
                  <a:lnTo>
                    <a:pt x="2169757" y="23393"/>
                  </a:lnTo>
                  <a:lnTo>
                    <a:pt x="2175167" y="22529"/>
                  </a:lnTo>
                  <a:lnTo>
                    <a:pt x="2180983" y="22098"/>
                  </a:lnTo>
                  <a:lnTo>
                    <a:pt x="2227313" y="22098"/>
                  </a:lnTo>
                  <a:lnTo>
                    <a:pt x="2244344" y="22529"/>
                  </a:lnTo>
                  <a:lnTo>
                    <a:pt x="2242642" y="22529"/>
                  </a:lnTo>
                  <a:lnTo>
                    <a:pt x="2254148" y="23583"/>
                  </a:lnTo>
                  <a:lnTo>
                    <a:pt x="2286724" y="46215"/>
                  </a:lnTo>
                  <a:lnTo>
                    <a:pt x="2291397" y="56083"/>
                  </a:lnTo>
                  <a:lnTo>
                    <a:pt x="2295677" y="56083"/>
                  </a:lnTo>
                  <a:lnTo>
                    <a:pt x="2295677" y="49047"/>
                  </a:lnTo>
                  <a:lnTo>
                    <a:pt x="2294217" y="25463"/>
                  </a:lnTo>
                  <a:lnTo>
                    <a:pt x="2294090" y="23393"/>
                  </a:lnTo>
                  <a:lnTo>
                    <a:pt x="2294026" y="22098"/>
                  </a:lnTo>
                  <a:lnTo>
                    <a:pt x="2293709" y="16446"/>
                  </a:lnTo>
                  <a:lnTo>
                    <a:pt x="2293709" y="10528"/>
                  </a:lnTo>
                  <a:lnTo>
                    <a:pt x="2293886" y="6756"/>
                  </a:lnTo>
                  <a:lnTo>
                    <a:pt x="2294013" y="4775"/>
                  </a:lnTo>
                  <a:lnTo>
                    <a:pt x="2294128" y="3073"/>
                  </a:lnTo>
                  <a:lnTo>
                    <a:pt x="2294217" y="1778"/>
                  </a:lnTo>
                  <a:lnTo>
                    <a:pt x="2267839" y="3073"/>
                  </a:lnTo>
                  <a:lnTo>
                    <a:pt x="2228875" y="4584"/>
                  </a:lnTo>
                  <a:lnTo>
                    <a:pt x="2216251" y="4775"/>
                  </a:lnTo>
                  <a:lnTo>
                    <a:pt x="2143163" y="4775"/>
                  </a:lnTo>
                  <a:lnTo>
                    <a:pt x="2143163" y="269684"/>
                  </a:lnTo>
                  <a:lnTo>
                    <a:pt x="2243709" y="269684"/>
                  </a:lnTo>
                  <a:lnTo>
                    <a:pt x="2255380" y="269875"/>
                  </a:lnTo>
                  <a:lnTo>
                    <a:pt x="2267813" y="270459"/>
                  </a:lnTo>
                  <a:lnTo>
                    <a:pt x="2280983" y="271399"/>
                  </a:lnTo>
                  <a:lnTo>
                    <a:pt x="2294890" y="272694"/>
                  </a:lnTo>
                  <a:lnTo>
                    <a:pt x="2296668" y="265214"/>
                  </a:lnTo>
                  <a:lnTo>
                    <a:pt x="2298890" y="257073"/>
                  </a:lnTo>
                  <a:lnTo>
                    <a:pt x="2300567" y="251599"/>
                  </a:lnTo>
                  <a:lnTo>
                    <a:pt x="2301583" y="248259"/>
                  </a:lnTo>
                  <a:lnTo>
                    <a:pt x="2304758" y="238810"/>
                  </a:lnTo>
                  <a:lnTo>
                    <a:pt x="2307361" y="231457"/>
                  </a:lnTo>
                  <a:lnTo>
                    <a:pt x="2309596" y="224574"/>
                  </a:lnTo>
                  <a:lnTo>
                    <a:pt x="2311476" y="218135"/>
                  </a:lnTo>
                  <a:lnTo>
                    <a:pt x="2313000" y="21214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85841" y="812712"/>
              <a:ext cx="85813" cy="8578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344301" y="1160779"/>
              <a:ext cx="2321560" cy="2540"/>
            </a:xfrm>
            <a:custGeom>
              <a:avLst/>
              <a:gdLst/>
              <a:ahLst/>
              <a:cxnLst/>
              <a:rect l="l" t="t" r="r" b="b"/>
              <a:pathLst>
                <a:path w="2321559" h="2540">
                  <a:moveTo>
                    <a:pt x="2321102" y="0"/>
                  </a:moveTo>
                  <a:lnTo>
                    <a:pt x="0" y="0"/>
                  </a:lnTo>
                  <a:lnTo>
                    <a:pt x="0" y="2095"/>
                  </a:lnTo>
                  <a:lnTo>
                    <a:pt x="2321102" y="2095"/>
                  </a:lnTo>
                  <a:lnTo>
                    <a:pt x="2321102" y="0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4348403" y="836116"/>
              <a:ext cx="2307590" cy="274955"/>
            </a:xfrm>
            <a:custGeom>
              <a:avLst/>
              <a:gdLst/>
              <a:ahLst/>
              <a:cxnLst/>
              <a:rect l="l" t="t" r="r" b="b"/>
              <a:pathLst>
                <a:path w="2307590" h="274955">
                  <a:moveTo>
                    <a:pt x="264071" y="269201"/>
                  </a:moveTo>
                  <a:lnTo>
                    <a:pt x="212559" y="161721"/>
                  </a:lnTo>
                  <a:lnTo>
                    <a:pt x="203530" y="142900"/>
                  </a:lnTo>
                  <a:lnTo>
                    <a:pt x="180721" y="95326"/>
                  </a:lnTo>
                  <a:lnTo>
                    <a:pt x="180721" y="142900"/>
                  </a:lnTo>
                  <a:lnTo>
                    <a:pt x="104990" y="142900"/>
                  </a:lnTo>
                  <a:lnTo>
                    <a:pt x="144373" y="66751"/>
                  </a:lnTo>
                  <a:lnTo>
                    <a:pt x="180721" y="142900"/>
                  </a:lnTo>
                  <a:lnTo>
                    <a:pt x="180721" y="95326"/>
                  </a:lnTo>
                  <a:lnTo>
                    <a:pt x="167030" y="66751"/>
                  </a:lnTo>
                  <a:lnTo>
                    <a:pt x="137337" y="4800"/>
                  </a:lnTo>
                  <a:lnTo>
                    <a:pt x="135229" y="4800"/>
                  </a:lnTo>
                  <a:lnTo>
                    <a:pt x="127088" y="4419"/>
                  </a:lnTo>
                  <a:lnTo>
                    <a:pt x="90919" y="2184"/>
                  </a:lnTo>
                  <a:lnTo>
                    <a:pt x="83375" y="1892"/>
                  </a:lnTo>
                  <a:lnTo>
                    <a:pt x="68199" y="1892"/>
                  </a:lnTo>
                  <a:lnTo>
                    <a:pt x="68199" y="6337"/>
                  </a:lnTo>
                  <a:lnTo>
                    <a:pt x="78994" y="7442"/>
                  </a:lnTo>
                  <a:lnTo>
                    <a:pt x="89077" y="9740"/>
                  </a:lnTo>
                  <a:lnTo>
                    <a:pt x="122021" y="30607"/>
                  </a:lnTo>
                  <a:lnTo>
                    <a:pt x="133311" y="47675"/>
                  </a:lnTo>
                  <a:lnTo>
                    <a:pt x="50330" y="209194"/>
                  </a:lnTo>
                  <a:lnTo>
                    <a:pt x="26327" y="245986"/>
                  </a:lnTo>
                  <a:lnTo>
                    <a:pt x="0" y="267487"/>
                  </a:lnTo>
                  <a:lnTo>
                    <a:pt x="0" y="272021"/>
                  </a:lnTo>
                  <a:lnTo>
                    <a:pt x="2324" y="272021"/>
                  </a:lnTo>
                  <a:lnTo>
                    <a:pt x="7112" y="271589"/>
                  </a:lnTo>
                  <a:lnTo>
                    <a:pt x="21894" y="270040"/>
                  </a:lnTo>
                  <a:lnTo>
                    <a:pt x="28854" y="269481"/>
                  </a:lnTo>
                  <a:lnTo>
                    <a:pt x="34036" y="269201"/>
                  </a:lnTo>
                  <a:lnTo>
                    <a:pt x="48247" y="269201"/>
                  </a:lnTo>
                  <a:lnTo>
                    <a:pt x="53581" y="269481"/>
                  </a:lnTo>
                  <a:lnTo>
                    <a:pt x="60604" y="270040"/>
                  </a:lnTo>
                  <a:lnTo>
                    <a:pt x="67437" y="270751"/>
                  </a:lnTo>
                  <a:lnTo>
                    <a:pt x="74447" y="271589"/>
                  </a:lnTo>
                  <a:lnTo>
                    <a:pt x="79413" y="272021"/>
                  </a:lnTo>
                  <a:lnTo>
                    <a:pt x="82232" y="272021"/>
                  </a:lnTo>
                  <a:lnTo>
                    <a:pt x="82232" y="269201"/>
                  </a:lnTo>
                  <a:lnTo>
                    <a:pt x="82232" y="267487"/>
                  </a:lnTo>
                  <a:lnTo>
                    <a:pt x="73025" y="262788"/>
                  </a:lnTo>
                  <a:lnTo>
                    <a:pt x="66446" y="256717"/>
                  </a:lnTo>
                  <a:lnTo>
                    <a:pt x="62509" y="249262"/>
                  </a:lnTo>
                  <a:lnTo>
                    <a:pt x="61188" y="240449"/>
                  </a:lnTo>
                  <a:lnTo>
                    <a:pt x="61188" y="233083"/>
                  </a:lnTo>
                  <a:lnTo>
                    <a:pt x="62915" y="225907"/>
                  </a:lnTo>
                  <a:lnTo>
                    <a:pt x="66370" y="218998"/>
                  </a:lnTo>
                  <a:lnTo>
                    <a:pt x="70015" y="211785"/>
                  </a:lnTo>
                  <a:lnTo>
                    <a:pt x="70180" y="211620"/>
                  </a:lnTo>
                  <a:lnTo>
                    <a:pt x="70954" y="209562"/>
                  </a:lnTo>
                  <a:lnTo>
                    <a:pt x="71462" y="208356"/>
                  </a:lnTo>
                  <a:lnTo>
                    <a:pt x="95250" y="161721"/>
                  </a:lnTo>
                  <a:lnTo>
                    <a:pt x="189788" y="161721"/>
                  </a:lnTo>
                  <a:lnTo>
                    <a:pt x="212445" y="209194"/>
                  </a:lnTo>
                  <a:lnTo>
                    <a:pt x="224523" y="245986"/>
                  </a:lnTo>
                  <a:lnTo>
                    <a:pt x="224624" y="246938"/>
                  </a:lnTo>
                  <a:lnTo>
                    <a:pt x="223443" y="254711"/>
                  </a:lnTo>
                  <a:lnTo>
                    <a:pt x="219875" y="260731"/>
                  </a:lnTo>
                  <a:lnTo>
                    <a:pt x="213906" y="264985"/>
                  </a:lnTo>
                  <a:lnTo>
                    <a:pt x="205549" y="267487"/>
                  </a:lnTo>
                  <a:lnTo>
                    <a:pt x="205549" y="272021"/>
                  </a:lnTo>
                  <a:lnTo>
                    <a:pt x="237134" y="270040"/>
                  </a:lnTo>
                  <a:lnTo>
                    <a:pt x="249478" y="269481"/>
                  </a:lnTo>
                  <a:lnTo>
                    <a:pt x="248653" y="269481"/>
                  </a:lnTo>
                  <a:lnTo>
                    <a:pt x="257759" y="269201"/>
                  </a:lnTo>
                  <a:lnTo>
                    <a:pt x="264071" y="269201"/>
                  </a:lnTo>
                  <a:close/>
                </a:path>
                <a:path w="2307590" h="274955">
                  <a:moveTo>
                    <a:pt x="334137" y="267487"/>
                  </a:moveTo>
                  <a:lnTo>
                    <a:pt x="300316" y="241427"/>
                  </a:lnTo>
                  <a:lnTo>
                    <a:pt x="268414" y="190296"/>
                  </a:lnTo>
                  <a:lnTo>
                    <a:pt x="209537" y="68199"/>
                  </a:lnTo>
                  <a:lnTo>
                    <a:pt x="208864" y="66230"/>
                  </a:lnTo>
                  <a:lnTo>
                    <a:pt x="208102" y="64439"/>
                  </a:lnTo>
                  <a:lnTo>
                    <a:pt x="207327" y="62979"/>
                  </a:lnTo>
                  <a:lnTo>
                    <a:pt x="206146" y="59905"/>
                  </a:lnTo>
                  <a:lnTo>
                    <a:pt x="203860" y="54660"/>
                  </a:lnTo>
                  <a:lnTo>
                    <a:pt x="200494" y="47244"/>
                  </a:lnTo>
                  <a:lnTo>
                    <a:pt x="196037" y="37668"/>
                  </a:lnTo>
                  <a:lnTo>
                    <a:pt x="191795" y="28194"/>
                  </a:lnTo>
                  <a:lnTo>
                    <a:pt x="188036" y="19558"/>
                  </a:lnTo>
                  <a:lnTo>
                    <a:pt x="184772" y="11760"/>
                  </a:lnTo>
                  <a:lnTo>
                    <a:pt x="182003" y="4800"/>
                  </a:lnTo>
                  <a:lnTo>
                    <a:pt x="157454" y="4800"/>
                  </a:lnTo>
                  <a:lnTo>
                    <a:pt x="284099" y="269201"/>
                  </a:lnTo>
                  <a:lnTo>
                    <a:pt x="293141" y="269201"/>
                  </a:lnTo>
                  <a:lnTo>
                    <a:pt x="304533" y="269773"/>
                  </a:lnTo>
                  <a:lnTo>
                    <a:pt x="318719" y="270751"/>
                  </a:lnTo>
                  <a:lnTo>
                    <a:pt x="334137" y="272021"/>
                  </a:lnTo>
                  <a:lnTo>
                    <a:pt x="334137" y="267487"/>
                  </a:lnTo>
                  <a:close/>
                </a:path>
                <a:path w="2307590" h="274955">
                  <a:moveTo>
                    <a:pt x="410794" y="4762"/>
                  </a:moveTo>
                  <a:lnTo>
                    <a:pt x="357911" y="1778"/>
                  </a:lnTo>
                  <a:lnTo>
                    <a:pt x="357911" y="6299"/>
                  </a:lnTo>
                  <a:lnTo>
                    <a:pt x="363728" y="8280"/>
                  </a:lnTo>
                  <a:lnTo>
                    <a:pt x="369341" y="11493"/>
                  </a:lnTo>
                  <a:lnTo>
                    <a:pt x="389382" y="54698"/>
                  </a:lnTo>
                  <a:lnTo>
                    <a:pt x="390004" y="72212"/>
                  </a:lnTo>
                  <a:lnTo>
                    <a:pt x="390004" y="192074"/>
                  </a:lnTo>
                  <a:lnTo>
                    <a:pt x="386219" y="234810"/>
                  </a:lnTo>
                  <a:lnTo>
                    <a:pt x="357911" y="267462"/>
                  </a:lnTo>
                  <a:lnTo>
                    <a:pt x="357911" y="271983"/>
                  </a:lnTo>
                  <a:lnTo>
                    <a:pt x="368896" y="270687"/>
                  </a:lnTo>
                  <a:lnTo>
                    <a:pt x="378777" y="269748"/>
                  </a:lnTo>
                  <a:lnTo>
                    <a:pt x="387540" y="269176"/>
                  </a:lnTo>
                  <a:lnTo>
                    <a:pt x="395211" y="268986"/>
                  </a:lnTo>
                  <a:lnTo>
                    <a:pt x="410794" y="268986"/>
                  </a:lnTo>
                  <a:lnTo>
                    <a:pt x="410794" y="4762"/>
                  </a:lnTo>
                  <a:close/>
                </a:path>
                <a:path w="2307590" h="274955">
                  <a:moveTo>
                    <a:pt x="607847" y="207314"/>
                  </a:moveTo>
                  <a:lnTo>
                    <a:pt x="602792" y="207314"/>
                  </a:lnTo>
                  <a:lnTo>
                    <a:pt x="595642" y="219163"/>
                  </a:lnTo>
                  <a:lnTo>
                    <a:pt x="587908" y="228866"/>
                  </a:lnTo>
                  <a:lnTo>
                    <a:pt x="550024" y="248500"/>
                  </a:lnTo>
                  <a:lnTo>
                    <a:pt x="524598" y="250698"/>
                  </a:lnTo>
                  <a:lnTo>
                    <a:pt x="464083" y="250698"/>
                  </a:lnTo>
                  <a:lnTo>
                    <a:pt x="459219" y="249682"/>
                  </a:lnTo>
                  <a:lnTo>
                    <a:pt x="457415" y="247700"/>
                  </a:lnTo>
                  <a:lnTo>
                    <a:pt x="455472" y="245757"/>
                  </a:lnTo>
                  <a:lnTo>
                    <a:pt x="450265" y="203758"/>
                  </a:lnTo>
                  <a:lnTo>
                    <a:pt x="449630" y="180543"/>
                  </a:lnTo>
                  <a:lnTo>
                    <a:pt x="449630" y="71539"/>
                  </a:lnTo>
                  <a:lnTo>
                    <a:pt x="457669" y="26123"/>
                  </a:lnTo>
                  <a:lnTo>
                    <a:pt x="484974" y="6337"/>
                  </a:lnTo>
                  <a:lnTo>
                    <a:pt x="484974" y="1866"/>
                  </a:lnTo>
                  <a:lnTo>
                    <a:pt x="466928" y="2844"/>
                  </a:lnTo>
                  <a:lnTo>
                    <a:pt x="456666" y="3492"/>
                  </a:lnTo>
                  <a:lnTo>
                    <a:pt x="437629" y="4470"/>
                  </a:lnTo>
                  <a:lnTo>
                    <a:pt x="428853" y="4787"/>
                  </a:lnTo>
                  <a:lnTo>
                    <a:pt x="428853" y="269011"/>
                  </a:lnTo>
                  <a:lnTo>
                    <a:pt x="546379" y="269011"/>
                  </a:lnTo>
                  <a:lnTo>
                    <a:pt x="556361" y="269176"/>
                  </a:lnTo>
                  <a:lnTo>
                    <a:pt x="567461" y="269748"/>
                  </a:lnTo>
                  <a:lnTo>
                    <a:pt x="578180" y="270687"/>
                  </a:lnTo>
                  <a:lnTo>
                    <a:pt x="588505" y="271983"/>
                  </a:lnTo>
                  <a:lnTo>
                    <a:pt x="589686" y="266573"/>
                  </a:lnTo>
                  <a:lnTo>
                    <a:pt x="591413" y="260324"/>
                  </a:lnTo>
                  <a:lnTo>
                    <a:pt x="593699" y="253263"/>
                  </a:lnTo>
                  <a:lnTo>
                    <a:pt x="594626" y="250698"/>
                  </a:lnTo>
                  <a:lnTo>
                    <a:pt x="596544" y="245376"/>
                  </a:lnTo>
                  <a:lnTo>
                    <a:pt x="600824" y="233235"/>
                  </a:lnTo>
                  <a:lnTo>
                    <a:pt x="604126" y="222859"/>
                  </a:lnTo>
                  <a:lnTo>
                    <a:pt x="606425" y="214388"/>
                  </a:lnTo>
                  <a:lnTo>
                    <a:pt x="607847" y="207314"/>
                  </a:lnTo>
                  <a:close/>
                </a:path>
                <a:path w="2307590" h="274955">
                  <a:moveTo>
                    <a:pt x="683564" y="4762"/>
                  </a:moveTo>
                  <a:lnTo>
                    <a:pt x="630682" y="1778"/>
                  </a:lnTo>
                  <a:lnTo>
                    <a:pt x="630682" y="6299"/>
                  </a:lnTo>
                  <a:lnTo>
                    <a:pt x="636485" y="8280"/>
                  </a:lnTo>
                  <a:lnTo>
                    <a:pt x="642099" y="11493"/>
                  </a:lnTo>
                  <a:lnTo>
                    <a:pt x="662127" y="54698"/>
                  </a:lnTo>
                  <a:lnTo>
                    <a:pt x="662762" y="72212"/>
                  </a:lnTo>
                  <a:lnTo>
                    <a:pt x="662762" y="192074"/>
                  </a:lnTo>
                  <a:lnTo>
                    <a:pt x="658964" y="234810"/>
                  </a:lnTo>
                  <a:lnTo>
                    <a:pt x="630682" y="267462"/>
                  </a:lnTo>
                  <a:lnTo>
                    <a:pt x="630682" y="271983"/>
                  </a:lnTo>
                  <a:lnTo>
                    <a:pt x="641667" y="270687"/>
                  </a:lnTo>
                  <a:lnTo>
                    <a:pt x="651535" y="269748"/>
                  </a:lnTo>
                  <a:lnTo>
                    <a:pt x="660311" y="269176"/>
                  </a:lnTo>
                  <a:lnTo>
                    <a:pt x="667981" y="268986"/>
                  </a:lnTo>
                  <a:lnTo>
                    <a:pt x="683564" y="268986"/>
                  </a:lnTo>
                  <a:lnTo>
                    <a:pt x="683564" y="4762"/>
                  </a:lnTo>
                  <a:close/>
                </a:path>
                <a:path w="2307590" h="274955">
                  <a:moveTo>
                    <a:pt x="880605" y="207314"/>
                  </a:moveTo>
                  <a:lnTo>
                    <a:pt x="875563" y="207314"/>
                  </a:lnTo>
                  <a:lnTo>
                    <a:pt x="868413" y="219163"/>
                  </a:lnTo>
                  <a:lnTo>
                    <a:pt x="860679" y="228866"/>
                  </a:lnTo>
                  <a:lnTo>
                    <a:pt x="822794" y="248500"/>
                  </a:lnTo>
                  <a:lnTo>
                    <a:pt x="797369" y="250698"/>
                  </a:lnTo>
                  <a:lnTo>
                    <a:pt x="736866" y="250698"/>
                  </a:lnTo>
                  <a:lnTo>
                    <a:pt x="732002" y="249682"/>
                  </a:lnTo>
                  <a:lnTo>
                    <a:pt x="730199" y="247700"/>
                  </a:lnTo>
                  <a:lnTo>
                    <a:pt x="728243" y="245757"/>
                  </a:lnTo>
                  <a:lnTo>
                    <a:pt x="723049" y="203758"/>
                  </a:lnTo>
                  <a:lnTo>
                    <a:pt x="722426" y="180543"/>
                  </a:lnTo>
                  <a:lnTo>
                    <a:pt x="722426" y="71539"/>
                  </a:lnTo>
                  <a:lnTo>
                    <a:pt x="730465" y="26123"/>
                  </a:lnTo>
                  <a:lnTo>
                    <a:pt x="757758" y="6337"/>
                  </a:lnTo>
                  <a:lnTo>
                    <a:pt x="757758" y="1866"/>
                  </a:lnTo>
                  <a:lnTo>
                    <a:pt x="739698" y="2844"/>
                  </a:lnTo>
                  <a:lnTo>
                    <a:pt x="729437" y="3492"/>
                  </a:lnTo>
                  <a:lnTo>
                    <a:pt x="710399" y="4470"/>
                  </a:lnTo>
                  <a:lnTo>
                    <a:pt x="701624" y="4787"/>
                  </a:lnTo>
                  <a:lnTo>
                    <a:pt x="701624" y="269011"/>
                  </a:lnTo>
                  <a:lnTo>
                    <a:pt x="819137" y="269011"/>
                  </a:lnTo>
                  <a:lnTo>
                    <a:pt x="829119" y="269176"/>
                  </a:lnTo>
                  <a:lnTo>
                    <a:pt x="840219" y="269748"/>
                  </a:lnTo>
                  <a:lnTo>
                    <a:pt x="850950" y="270687"/>
                  </a:lnTo>
                  <a:lnTo>
                    <a:pt x="861288" y="271983"/>
                  </a:lnTo>
                  <a:lnTo>
                    <a:pt x="862444" y="266573"/>
                  </a:lnTo>
                  <a:lnTo>
                    <a:pt x="864171" y="260324"/>
                  </a:lnTo>
                  <a:lnTo>
                    <a:pt x="866457" y="253263"/>
                  </a:lnTo>
                  <a:lnTo>
                    <a:pt x="867384" y="250698"/>
                  </a:lnTo>
                  <a:lnTo>
                    <a:pt x="869315" y="245376"/>
                  </a:lnTo>
                  <a:lnTo>
                    <a:pt x="873582" y="233235"/>
                  </a:lnTo>
                  <a:lnTo>
                    <a:pt x="876884" y="222859"/>
                  </a:lnTo>
                  <a:lnTo>
                    <a:pt x="879170" y="214388"/>
                  </a:lnTo>
                  <a:lnTo>
                    <a:pt x="880605" y="207314"/>
                  </a:lnTo>
                  <a:close/>
                </a:path>
                <a:path w="2307590" h="274955">
                  <a:moveTo>
                    <a:pt x="964552" y="4800"/>
                  </a:moveTo>
                  <a:lnTo>
                    <a:pt x="951611" y="4406"/>
                  </a:lnTo>
                  <a:lnTo>
                    <a:pt x="938288" y="3784"/>
                  </a:lnTo>
                  <a:lnTo>
                    <a:pt x="924191" y="2908"/>
                  </a:lnTo>
                  <a:lnTo>
                    <a:pt x="909307" y="1803"/>
                  </a:lnTo>
                  <a:lnTo>
                    <a:pt x="909307" y="6324"/>
                  </a:lnTo>
                  <a:lnTo>
                    <a:pt x="939228" y="34620"/>
                  </a:lnTo>
                  <a:lnTo>
                    <a:pt x="943584" y="73748"/>
                  </a:lnTo>
                  <a:lnTo>
                    <a:pt x="943584" y="185750"/>
                  </a:lnTo>
                  <a:lnTo>
                    <a:pt x="939368" y="235699"/>
                  </a:lnTo>
                  <a:lnTo>
                    <a:pt x="909281" y="267474"/>
                  </a:lnTo>
                  <a:lnTo>
                    <a:pt x="909281" y="272008"/>
                  </a:lnTo>
                  <a:lnTo>
                    <a:pt x="926528" y="270725"/>
                  </a:lnTo>
                  <a:lnTo>
                    <a:pt x="941425" y="269786"/>
                  </a:lnTo>
                  <a:lnTo>
                    <a:pt x="953960" y="269227"/>
                  </a:lnTo>
                  <a:lnTo>
                    <a:pt x="964120" y="269024"/>
                  </a:lnTo>
                  <a:lnTo>
                    <a:pt x="964120" y="4800"/>
                  </a:lnTo>
                  <a:lnTo>
                    <a:pt x="964552" y="4800"/>
                  </a:lnTo>
                  <a:close/>
                </a:path>
                <a:path w="2307590" h="274955">
                  <a:moveTo>
                    <a:pt x="1038072" y="1803"/>
                  </a:moveTo>
                  <a:lnTo>
                    <a:pt x="1025626" y="3098"/>
                  </a:lnTo>
                  <a:lnTo>
                    <a:pt x="1012278" y="4038"/>
                  </a:lnTo>
                  <a:lnTo>
                    <a:pt x="998054" y="4597"/>
                  </a:lnTo>
                  <a:lnTo>
                    <a:pt x="982954" y="4787"/>
                  </a:lnTo>
                  <a:lnTo>
                    <a:pt x="982954" y="269024"/>
                  </a:lnTo>
                  <a:lnTo>
                    <a:pt x="998245" y="269214"/>
                  </a:lnTo>
                  <a:lnTo>
                    <a:pt x="1012532" y="269786"/>
                  </a:lnTo>
                  <a:lnTo>
                    <a:pt x="1025817" y="270713"/>
                  </a:lnTo>
                  <a:lnTo>
                    <a:pt x="1038072" y="272008"/>
                  </a:lnTo>
                  <a:lnTo>
                    <a:pt x="1038072" y="267474"/>
                  </a:lnTo>
                  <a:lnTo>
                    <a:pt x="1006132" y="231063"/>
                  </a:lnTo>
                  <a:lnTo>
                    <a:pt x="1003490" y="198767"/>
                  </a:lnTo>
                  <a:lnTo>
                    <a:pt x="1003490" y="79235"/>
                  </a:lnTo>
                  <a:lnTo>
                    <a:pt x="1009142" y="31089"/>
                  </a:lnTo>
                  <a:lnTo>
                    <a:pt x="1038072" y="6324"/>
                  </a:lnTo>
                  <a:lnTo>
                    <a:pt x="1038072" y="1803"/>
                  </a:lnTo>
                  <a:close/>
                </a:path>
                <a:path w="2307590" h="274955">
                  <a:moveTo>
                    <a:pt x="1333792" y="269201"/>
                  </a:moveTo>
                  <a:lnTo>
                    <a:pt x="1282268" y="161721"/>
                  </a:lnTo>
                  <a:lnTo>
                    <a:pt x="1273251" y="142900"/>
                  </a:lnTo>
                  <a:lnTo>
                    <a:pt x="1250442" y="95326"/>
                  </a:lnTo>
                  <a:lnTo>
                    <a:pt x="1250442" y="142900"/>
                  </a:lnTo>
                  <a:lnTo>
                    <a:pt x="1174699" y="142900"/>
                  </a:lnTo>
                  <a:lnTo>
                    <a:pt x="1214056" y="66751"/>
                  </a:lnTo>
                  <a:lnTo>
                    <a:pt x="1250442" y="142900"/>
                  </a:lnTo>
                  <a:lnTo>
                    <a:pt x="1250442" y="95326"/>
                  </a:lnTo>
                  <a:lnTo>
                    <a:pt x="1236751" y="66751"/>
                  </a:lnTo>
                  <a:lnTo>
                    <a:pt x="1207058" y="4800"/>
                  </a:lnTo>
                  <a:lnTo>
                    <a:pt x="1204950" y="4800"/>
                  </a:lnTo>
                  <a:lnTo>
                    <a:pt x="1196822" y="4419"/>
                  </a:lnTo>
                  <a:lnTo>
                    <a:pt x="1160640" y="2184"/>
                  </a:lnTo>
                  <a:lnTo>
                    <a:pt x="1153096" y="1892"/>
                  </a:lnTo>
                  <a:lnTo>
                    <a:pt x="1137932" y="1892"/>
                  </a:lnTo>
                  <a:lnTo>
                    <a:pt x="1137932" y="6337"/>
                  </a:lnTo>
                  <a:lnTo>
                    <a:pt x="1148727" y="7442"/>
                  </a:lnTo>
                  <a:lnTo>
                    <a:pt x="1158798" y="9740"/>
                  </a:lnTo>
                  <a:lnTo>
                    <a:pt x="1191755" y="30607"/>
                  </a:lnTo>
                  <a:lnTo>
                    <a:pt x="1203045" y="47675"/>
                  </a:lnTo>
                  <a:lnTo>
                    <a:pt x="1120051" y="209207"/>
                  </a:lnTo>
                  <a:lnTo>
                    <a:pt x="1096060" y="245986"/>
                  </a:lnTo>
                  <a:lnTo>
                    <a:pt x="1069733" y="267487"/>
                  </a:lnTo>
                  <a:lnTo>
                    <a:pt x="1069733" y="272021"/>
                  </a:lnTo>
                  <a:lnTo>
                    <a:pt x="1072032" y="272021"/>
                  </a:lnTo>
                  <a:lnTo>
                    <a:pt x="1076833" y="271589"/>
                  </a:lnTo>
                  <a:lnTo>
                    <a:pt x="1091590" y="270040"/>
                  </a:lnTo>
                  <a:lnTo>
                    <a:pt x="1098562" y="269481"/>
                  </a:lnTo>
                  <a:lnTo>
                    <a:pt x="1103744" y="269201"/>
                  </a:lnTo>
                  <a:lnTo>
                    <a:pt x="1117955" y="269201"/>
                  </a:lnTo>
                  <a:lnTo>
                    <a:pt x="1123302" y="269481"/>
                  </a:lnTo>
                  <a:lnTo>
                    <a:pt x="1130312" y="270040"/>
                  </a:lnTo>
                  <a:lnTo>
                    <a:pt x="1137158" y="270751"/>
                  </a:lnTo>
                  <a:lnTo>
                    <a:pt x="1144181" y="271589"/>
                  </a:lnTo>
                  <a:lnTo>
                    <a:pt x="1149134" y="272021"/>
                  </a:lnTo>
                  <a:lnTo>
                    <a:pt x="1151940" y="272021"/>
                  </a:lnTo>
                  <a:lnTo>
                    <a:pt x="1151940" y="269201"/>
                  </a:lnTo>
                  <a:lnTo>
                    <a:pt x="1151940" y="267487"/>
                  </a:lnTo>
                  <a:lnTo>
                    <a:pt x="1142733" y="262788"/>
                  </a:lnTo>
                  <a:lnTo>
                    <a:pt x="1136167" y="256717"/>
                  </a:lnTo>
                  <a:lnTo>
                    <a:pt x="1132217" y="249262"/>
                  </a:lnTo>
                  <a:lnTo>
                    <a:pt x="1130909" y="240449"/>
                  </a:lnTo>
                  <a:lnTo>
                    <a:pt x="1130909" y="233083"/>
                  </a:lnTo>
                  <a:lnTo>
                    <a:pt x="1132611" y="225907"/>
                  </a:lnTo>
                  <a:lnTo>
                    <a:pt x="1136065" y="218998"/>
                  </a:lnTo>
                  <a:lnTo>
                    <a:pt x="1139736" y="211785"/>
                  </a:lnTo>
                  <a:lnTo>
                    <a:pt x="1139901" y="211620"/>
                  </a:lnTo>
                  <a:lnTo>
                    <a:pt x="1140688" y="209562"/>
                  </a:lnTo>
                  <a:lnTo>
                    <a:pt x="1141196" y="208356"/>
                  </a:lnTo>
                  <a:lnTo>
                    <a:pt x="1164945" y="161721"/>
                  </a:lnTo>
                  <a:lnTo>
                    <a:pt x="1259497" y="161721"/>
                  </a:lnTo>
                  <a:lnTo>
                    <a:pt x="1282153" y="209207"/>
                  </a:lnTo>
                  <a:lnTo>
                    <a:pt x="1294231" y="245986"/>
                  </a:lnTo>
                  <a:lnTo>
                    <a:pt x="1294333" y="246938"/>
                  </a:lnTo>
                  <a:lnTo>
                    <a:pt x="1293139" y="254711"/>
                  </a:lnTo>
                  <a:lnTo>
                    <a:pt x="1289570" y="260731"/>
                  </a:lnTo>
                  <a:lnTo>
                    <a:pt x="1283614" y="264985"/>
                  </a:lnTo>
                  <a:lnTo>
                    <a:pt x="1275270" y="267487"/>
                  </a:lnTo>
                  <a:lnTo>
                    <a:pt x="1275270" y="272021"/>
                  </a:lnTo>
                  <a:lnTo>
                    <a:pt x="1306855" y="270040"/>
                  </a:lnTo>
                  <a:lnTo>
                    <a:pt x="1319199" y="269481"/>
                  </a:lnTo>
                  <a:lnTo>
                    <a:pt x="1318374" y="269481"/>
                  </a:lnTo>
                  <a:lnTo>
                    <a:pt x="1327480" y="269201"/>
                  </a:lnTo>
                  <a:lnTo>
                    <a:pt x="1333792" y="269201"/>
                  </a:lnTo>
                  <a:close/>
                </a:path>
                <a:path w="2307590" h="274955">
                  <a:moveTo>
                    <a:pt x="1403858" y="267487"/>
                  </a:moveTo>
                  <a:lnTo>
                    <a:pt x="1370037" y="241427"/>
                  </a:lnTo>
                  <a:lnTo>
                    <a:pt x="1338135" y="190296"/>
                  </a:lnTo>
                  <a:lnTo>
                    <a:pt x="1279283" y="68199"/>
                  </a:lnTo>
                  <a:lnTo>
                    <a:pt x="1278585" y="66230"/>
                  </a:lnTo>
                  <a:lnTo>
                    <a:pt x="1277810" y="64439"/>
                  </a:lnTo>
                  <a:lnTo>
                    <a:pt x="1277035" y="62979"/>
                  </a:lnTo>
                  <a:lnTo>
                    <a:pt x="1275842" y="59905"/>
                  </a:lnTo>
                  <a:lnTo>
                    <a:pt x="1273568" y="54660"/>
                  </a:lnTo>
                  <a:lnTo>
                    <a:pt x="1270203" y="47244"/>
                  </a:lnTo>
                  <a:lnTo>
                    <a:pt x="1265745" y="37668"/>
                  </a:lnTo>
                  <a:lnTo>
                    <a:pt x="1261491" y="28194"/>
                  </a:lnTo>
                  <a:lnTo>
                    <a:pt x="1257731" y="19558"/>
                  </a:lnTo>
                  <a:lnTo>
                    <a:pt x="1254480" y="11760"/>
                  </a:lnTo>
                  <a:lnTo>
                    <a:pt x="1251737" y="4800"/>
                  </a:lnTo>
                  <a:lnTo>
                    <a:pt x="1227162" y="4800"/>
                  </a:lnTo>
                  <a:lnTo>
                    <a:pt x="1353807" y="269201"/>
                  </a:lnTo>
                  <a:lnTo>
                    <a:pt x="1362849" y="269201"/>
                  </a:lnTo>
                  <a:lnTo>
                    <a:pt x="1374254" y="269773"/>
                  </a:lnTo>
                  <a:lnTo>
                    <a:pt x="1388427" y="270751"/>
                  </a:lnTo>
                  <a:lnTo>
                    <a:pt x="1403858" y="272021"/>
                  </a:lnTo>
                  <a:lnTo>
                    <a:pt x="1403858" y="267487"/>
                  </a:lnTo>
                  <a:close/>
                </a:path>
                <a:path w="2307590" h="274955">
                  <a:moveTo>
                    <a:pt x="1702371" y="251472"/>
                  </a:moveTo>
                  <a:lnTo>
                    <a:pt x="1500149" y="78727"/>
                  </a:lnTo>
                  <a:lnTo>
                    <a:pt x="1413611" y="4800"/>
                  </a:lnTo>
                  <a:lnTo>
                    <a:pt x="1368767" y="1816"/>
                  </a:lnTo>
                  <a:lnTo>
                    <a:pt x="1368767" y="6337"/>
                  </a:lnTo>
                  <a:lnTo>
                    <a:pt x="1382407" y="12065"/>
                  </a:lnTo>
                  <a:lnTo>
                    <a:pt x="1397520" y="20751"/>
                  </a:lnTo>
                  <a:lnTo>
                    <a:pt x="1414106" y="32372"/>
                  </a:lnTo>
                  <a:lnTo>
                    <a:pt x="1432166" y="46901"/>
                  </a:lnTo>
                  <a:lnTo>
                    <a:pt x="1450213" y="62217"/>
                  </a:lnTo>
                  <a:lnTo>
                    <a:pt x="1450467" y="184289"/>
                  </a:lnTo>
                  <a:lnTo>
                    <a:pt x="1450428" y="195262"/>
                  </a:lnTo>
                  <a:lnTo>
                    <a:pt x="1446098" y="238099"/>
                  </a:lnTo>
                  <a:lnTo>
                    <a:pt x="1413344" y="267474"/>
                  </a:lnTo>
                  <a:lnTo>
                    <a:pt x="1413344" y="272008"/>
                  </a:lnTo>
                  <a:lnTo>
                    <a:pt x="1427810" y="270725"/>
                  </a:lnTo>
                  <a:lnTo>
                    <a:pt x="1440319" y="269786"/>
                  </a:lnTo>
                  <a:lnTo>
                    <a:pt x="1450860" y="269214"/>
                  </a:lnTo>
                  <a:lnTo>
                    <a:pt x="1459471" y="269024"/>
                  </a:lnTo>
                  <a:lnTo>
                    <a:pt x="1467815" y="269214"/>
                  </a:lnTo>
                  <a:lnTo>
                    <a:pt x="1479181" y="269786"/>
                  </a:lnTo>
                  <a:lnTo>
                    <a:pt x="1510880" y="272008"/>
                  </a:lnTo>
                  <a:lnTo>
                    <a:pt x="1510880" y="269024"/>
                  </a:lnTo>
                  <a:lnTo>
                    <a:pt x="1510880" y="267474"/>
                  </a:lnTo>
                  <a:lnTo>
                    <a:pt x="1501051" y="264591"/>
                  </a:lnTo>
                  <a:lnTo>
                    <a:pt x="1492618" y="260426"/>
                  </a:lnTo>
                  <a:lnTo>
                    <a:pt x="1472679" y="227533"/>
                  </a:lnTo>
                  <a:lnTo>
                    <a:pt x="1470240" y="195262"/>
                  </a:lnTo>
                  <a:lnTo>
                    <a:pt x="1470240" y="78727"/>
                  </a:lnTo>
                  <a:lnTo>
                    <a:pt x="1697405" y="272008"/>
                  </a:lnTo>
                  <a:lnTo>
                    <a:pt x="1702371" y="272008"/>
                  </a:lnTo>
                  <a:lnTo>
                    <a:pt x="1702371" y="251472"/>
                  </a:lnTo>
                  <a:close/>
                </a:path>
                <a:path w="2307590" h="274955">
                  <a:moveTo>
                    <a:pt x="1741741" y="1816"/>
                  </a:moveTo>
                  <a:lnTo>
                    <a:pt x="1708607" y="4038"/>
                  </a:lnTo>
                  <a:lnTo>
                    <a:pt x="1696720" y="4648"/>
                  </a:lnTo>
                  <a:lnTo>
                    <a:pt x="1695843" y="4648"/>
                  </a:lnTo>
                  <a:lnTo>
                    <a:pt x="1690395" y="4800"/>
                  </a:lnTo>
                  <a:lnTo>
                    <a:pt x="1683181" y="4648"/>
                  </a:lnTo>
                  <a:lnTo>
                    <a:pt x="1673326" y="4229"/>
                  </a:lnTo>
                  <a:lnTo>
                    <a:pt x="1645742" y="2565"/>
                  </a:lnTo>
                  <a:lnTo>
                    <a:pt x="1637169" y="1816"/>
                  </a:lnTo>
                  <a:lnTo>
                    <a:pt x="1637068" y="6337"/>
                  </a:lnTo>
                  <a:lnTo>
                    <a:pt x="1673529" y="27952"/>
                  </a:lnTo>
                  <a:lnTo>
                    <a:pt x="1682127" y="67995"/>
                  </a:lnTo>
                  <a:lnTo>
                    <a:pt x="1682356" y="184289"/>
                  </a:lnTo>
                  <a:lnTo>
                    <a:pt x="1471523" y="4800"/>
                  </a:lnTo>
                  <a:lnTo>
                    <a:pt x="1441932" y="4800"/>
                  </a:lnTo>
                  <a:lnTo>
                    <a:pt x="1702371" y="226834"/>
                  </a:lnTo>
                  <a:lnTo>
                    <a:pt x="1702396" y="184289"/>
                  </a:lnTo>
                  <a:lnTo>
                    <a:pt x="1702511" y="67995"/>
                  </a:lnTo>
                  <a:lnTo>
                    <a:pt x="1708200" y="29781"/>
                  </a:lnTo>
                  <a:lnTo>
                    <a:pt x="1718881" y="17106"/>
                  </a:lnTo>
                  <a:lnTo>
                    <a:pt x="1725472" y="11137"/>
                  </a:lnTo>
                  <a:lnTo>
                    <a:pt x="1732991" y="7531"/>
                  </a:lnTo>
                  <a:lnTo>
                    <a:pt x="1741639" y="6337"/>
                  </a:lnTo>
                  <a:lnTo>
                    <a:pt x="1741741" y="4800"/>
                  </a:lnTo>
                  <a:lnTo>
                    <a:pt x="1741741" y="1816"/>
                  </a:lnTo>
                  <a:close/>
                </a:path>
                <a:path w="2307590" h="274955">
                  <a:moveTo>
                    <a:pt x="1828228" y="245910"/>
                  </a:moveTo>
                  <a:lnTo>
                    <a:pt x="1801710" y="200901"/>
                  </a:lnTo>
                  <a:lnTo>
                    <a:pt x="1792998" y="139649"/>
                  </a:lnTo>
                  <a:lnTo>
                    <a:pt x="1792960" y="137071"/>
                  </a:lnTo>
                  <a:lnTo>
                    <a:pt x="1794675" y="109067"/>
                  </a:lnTo>
                  <a:lnTo>
                    <a:pt x="1800021" y="83058"/>
                  </a:lnTo>
                  <a:lnTo>
                    <a:pt x="1808924" y="60083"/>
                  </a:lnTo>
                  <a:lnTo>
                    <a:pt x="1821383" y="40144"/>
                  </a:lnTo>
                  <a:lnTo>
                    <a:pt x="1814309" y="44335"/>
                  </a:lnTo>
                  <a:lnTo>
                    <a:pt x="1786559" y="73507"/>
                  </a:lnTo>
                  <a:lnTo>
                    <a:pt x="1771865" y="114566"/>
                  </a:lnTo>
                  <a:lnTo>
                    <a:pt x="1769833" y="139649"/>
                  </a:lnTo>
                  <a:lnTo>
                    <a:pt x="1770786" y="156832"/>
                  </a:lnTo>
                  <a:lnTo>
                    <a:pt x="1785607" y="205003"/>
                  </a:lnTo>
                  <a:lnTo>
                    <a:pt x="1815579" y="239153"/>
                  </a:lnTo>
                  <a:lnTo>
                    <a:pt x="1828228" y="245910"/>
                  </a:lnTo>
                  <a:close/>
                </a:path>
                <a:path w="2307590" h="274955">
                  <a:moveTo>
                    <a:pt x="2035035" y="214528"/>
                  </a:moveTo>
                  <a:lnTo>
                    <a:pt x="2029993" y="214528"/>
                  </a:lnTo>
                  <a:lnTo>
                    <a:pt x="2022259" y="223139"/>
                  </a:lnTo>
                  <a:lnTo>
                    <a:pt x="2013331" y="230847"/>
                  </a:lnTo>
                  <a:lnTo>
                    <a:pt x="1979536" y="248678"/>
                  </a:lnTo>
                  <a:lnTo>
                    <a:pt x="1938769" y="255168"/>
                  </a:lnTo>
                  <a:lnTo>
                    <a:pt x="1914080" y="253161"/>
                  </a:lnTo>
                  <a:lnTo>
                    <a:pt x="1874748" y="237121"/>
                  </a:lnTo>
                  <a:lnTo>
                    <a:pt x="1848548" y="205841"/>
                  </a:lnTo>
                  <a:lnTo>
                    <a:pt x="1835365" y="164122"/>
                  </a:lnTo>
                  <a:lnTo>
                    <a:pt x="1833714" y="139649"/>
                  </a:lnTo>
                  <a:lnTo>
                    <a:pt x="1835492" y="112052"/>
                  </a:lnTo>
                  <a:lnTo>
                    <a:pt x="1849780" y="67157"/>
                  </a:lnTo>
                  <a:lnTo>
                    <a:pt x="1877809" y="36195"/>
                  </a:lnTo>
                  <a:lnTo>
                    <a:pt x="1916112" y="20535"/>
                  </a:lnTo>
                  <a:lnTo>
                    <a:pt x="1938934" y="18580"/>
                  </a:lnTo>
                  <a:lnTo>
                    <a:pt x="1971078" y="23317"/>
                  </a:lnTo>
                  <a:lnTo>
                    <a:pt x="1996249" y="37515"/>
                  </a:lnTo>
                  <a:lnTo>
                    <a:pt x="2014461" y="61175"/>
                  </a:lnTo>
                  <a:lnTo>
                    <a:pt x="2025713" y="94284"/>
                  </a:lnTo>
                  <a:lnTo>
                    <a:pt x="2029993" y="94284"/>
                  </a:lnTo>
                  <a:lnTo>
                    <a:pt x="2030844" y="86436"/>
                  </a:lnTo>
                  <a:lnTo>
                    <a:pt x="2031263" y="78155"/>
                  </a:lnTo>
                  <a:lnTo>
                    <a:pt x="2031136" y="48641"/>
                  </a:lnTo>
                  <a:lnTo>
                    <a:pt x="2031492" y="40932"/>
                  </a:lnTo>
                  <a:lnTo>
                    <a:pt x="2032088" y="29997"/>
                  </a:lnTo>
                  <a:lnTo>
                    <a:pt x="2032685" y="20535"/>
                  </a:lnTo>
                  <a:lnTo>
                    <a:pt x="2032800" y="18580"/>
                  </a:lnTo>
                  <a:lnTo>
                    <a:pt x="1988616" y="3962"/>
                  </a:lnTo>
                  <a:lnTo>
                    <a:pt x="1944776" y="0"/>
                  </a:lnTo>
                  <a:lnTo>
                    <a:pt x="1916150" y="2197"/>
                  </a:lnTo>
                  <a:lnTo>
                    <a:pt x="1889988" y="8915"/>
                  </a:lnTo>
                  <a:lnTo>
                    <a:pt x="1890217" y="8915"/>
                  </a:lnTo>
                  <a:lnTo>
                    <a:pt x="1867763" y="19748"/>
                  </a:lnTo>
                  <a:lnTo>
                    <a:pt x="1831873" y="54660"/>
                  </a:lnTo>
                  <a:lnTo>
                    <a:pt x="1813433" y="105600"/>
                  </a:lnTo>
                  <a:lnTo>
                    <a:pt x="1811121" y="137071"/>
                  </a:lnTo>
                  <a:lnTo>
                    <a:pt x="1813267" y="168579"/>
                  </a:lnTo>
                  <a:lnTo>
                    <a:pt x="1830463" y="219595"/>
                  </a:lnTo>
                  <a:lnTo>
                    <a:pt x="1864296" y="254596"/>
                  </a:lnTo>
                  <a:lnTo>
                    <a:pt x="1911794" y="272288"/>
                  </a:lnTo>
                  <a:lnTo>
                    <a:pt x="1940509" y="274497"/>
                  </a:lnTo>
                  <a:lnTo>
                    <a:pt x="1950605" y="274231"/>
                  </a:lnTo>
                  <a:lnTo>
                    <a:pt x="1992972" y="267792"/>
                  </a:lnTo>
                  <a:lnTo>
                    <a:pt x="2027339" y="255168"/>
                  </a:lnTo>
                  <a:lnTo>
                    <a:pt x="2035035" y="214528"/>
                  </a:lnTo>
                  <a:close/>
                </a:path>
                <a:path w="2307590" h="274955">
                  <a:moveTo>
                    <a:pt x="2119553" y="4787"/>
                  </a:moveTo>
                  <a:lnTo>
                    <a:pt x="2111438" y="4787"/>
                  </a:lnTo>
                  <a:lnTo>
                    <a:pt x="2065896" y="1790"/>
                  </a:lnTo>
                  <a:lnTo>
                    <a:pt x="2065896" y="6324"/>
                  </a:lnTo>
                  <a:lnTo>
                    <a:pt x="2096566" y="42062"/>
                  </a:lnTo>
                  <a:lnTo>
                    <a:pt x="2099005" y="72720"/>
                  </a:lnTo>
                  <a:lnTo>
                    <a:pt x="2099005" y="177787"/>
                  </a:lnTo>
                  <a:lnTo>
                    <a:pt x="2097455" y="224586"/>
                  </a:lnTo>
                  <a:lnTo>
                    <a:pt x="2081809" y="260870"/>
                  </a:lnTo>
                  <a:lnTo>
                    <a:pt x="2065896" y="267474"/>
                  </a:lnTo>
                  <a:lnTo>
                    <a:pt x="2065896" y="271995"/>
                  </a:lnTo>
                  <a:lnTo>
                    <a:pt x="2078837" y="270713"/>
                  </a:lnTo>
                  <a:lnTo>
                    <a:pt x="2089340" y="269773"/>
                  </a:lnTo>
                  <a:lnTo>
                    <a:pt x="2097405" y="269201"/>
                  </a:lnTo>
                  <a:lnTo>
                    <a:pt x="2103043" y="269011"/>
                  </a:lnTo>
                  <a:lnTo>
                    <a:pt x="2119553" y="269011"/>
                  </a:lnTo>
                  <a:lnTo>
                    <a:pt x="2119553" y="4787"/>
                  </a:lnTo>
                  <a:close/>
                </a:path>
                <a:path w="2307590" h="274955">
                  <a:moveTo>
                    <a:pt x="2307005" y="211632"/>
                  </a:moveTo>
                  <a:lnTo>
                    <a:pt x="2302040" y="211632"/>
                  </a:lnTo>
                  <a:lnTo>
                    <a:pt x="2294001" y="223037"/>
                  </a:lnTo>
                  <a:lnTo>
                    <a:pt x="2285885" y="232219"/>
                  </a:lnTo>
                  <a:lnTo>
                    <a:pt x="2249830" y="249250"/>
                  </a:lnTo>
                  <a:lnTo>
                    <a:pt x="2222589" y="250990"/>
                  </a:lnTo>
                  <a:lnTo>
                    <a:pt x="2176449" y="250990"/>
                  </a:lnTo>
                  <a:lnTo>
                    <a:pt x="2170163" y="250558"/>
                  </a:lnTo>
                  <a:lnTo>
                    <a:pt x="2169515" y="250558"/>
                  </a:lnTo>
                  <a:lnTo>
                    <a:pt x="2158720" y="211632"/>
                  </a:lnTo>
                  <a:lnTo>
                    <a:pt x="2158390" y="194081"/>
                  </a:lnTo>
                  <a:lnTo>
                    <a:pt x="2158390" y="139407"/>
                  </a:lnTo>
                  <a:lnTo>
                    <a:pt x="2221280" y="139407"/>
                  </a:lnTo>
                  <a:lnTo>
                    <a:pt x="2232545" y="139915"/>
                  </a:lnTo>
                  <a:lnTo>
                    <a:pt x="2265489" y="159372"/>
                  </a:lnTo>
                  <a:lnTo>
                    <a:pt x="2269985" y="177977"/>
                  </a:lnTo>
                  <a:lnTo>
                    <a:pt x="2275446" y="177977"/>
                  </a:lnTo>
                  <a:lnTo>
                    <a:pt x="2274938" y="168160"/>
                  </a:lnTo>
                  <a:lnTo>
                    <a:pt x="2274328" y="159372"/>
                  </a:lnTo>
                  <a:lnTo>
                    <a:pt x="2274252" y="158229"/>
                  </a:lnTo>
                  <a:lnTo>
                    <a:pt x="2273579" y="150101"/>
                  </a:lnTo>
                  <a:lnTo>
                    <a:pt x="2273173" y="144068"/>
                  </a:lnTo>
                  <a:lnTo>
                    <a:pt x="2273084" y="142798"/>
                  </a:lnTo>
                  <a:lnTo>
                    <a:pt x="2273033" y="141465"/>
                  </a:lnTo>
                  <a:lnTo>
                    <a:pt x="2272944" y="139407"/>
                  </a:lnTo>
                  <a:lnTo>
                    <a:pt x="2272830" y="121970"/>
                  </a:lnTo>
                  <a:lnTo>
                    <a:pt x="2273185" y="113017"/>
                  </a:lnTo>
                  <a:lnTo>
                    <a:pt x="2273820" y="102400"/>
                  </a:lnTo>
                  <a:lnTo>
                    <a:pt x="2274659" y="91478"/>
                  </a:lnTo>
                  <a:lnTo>
                    <a:pt x="2269185" y="91478"/>
                  </a:lnTo>
                  <a:lnTo>
                    <a:pt x="2237956" y="120510"/>
                  </a:lnTo>
                  <a:lnTo>
                    <a:pt x="2207857" y="121970"/>
                  </a:lnTo>
                  <a:lnTo>
                    <a:pt x="2158377" y="121970"/>
                  </a:lnTo>
                  <a:lnTo>
                    <a:pt x="2158377" y="80949"/>
                  </a:lnTo>
                  <a:lnTo>
                    <a:pt x="2158885" y="63919"/>
                  </a:lnTo>
                  <a:lnTo>
                    <a:pt x="2164054" y="23571"/>
                  </a:lnTo>
                  <a:lnTo>
                    <a:pt x="2164118" y="23380"/>
                  </a:lnTo>
                  <a:lnTo>
                    <a:pt x="2169528" y="22517"/>
                  </a:lnTo>
                  <a:lnTo>
                    <a:pt x="2175319" y="22098"/>
                  </a:lnTo>
                  <a:lnTo>
                    <a:pt x="2221534" y="22098"/>
                  </a:lnTo>
                  <a:lnTo>
                    <a:pt x="2238286" y="22517"/>
                  </a:lnTo>
                  <a:lnTo>
                    <a:pt x="2236762" y="22517"/>
                  </a:lnTo>
                  <a:lnTo>
                    <a:pt x="2248293" y="23571"/>
                  </a:lnTo>
                  <a:lnTo>
                    <a:pt x="2280805" y="46139"/>
                  </a:lnTo>
                  <a:lnTo>
                    <a:pt x="2285466" y="55968"/>
                  </a:lnTo>
                  <a:lnTo>
                    <a:pt x="2289733" y="55968"/>
                  </a:lnTo>
                  <a:lnTo>
                    <a:pt x="2289733" y="48958"/>
                  </a:lnTo>
                  <a:lnTo>
                    <a:pt x="2288286" y="25438"/>
                  </a:lnTo>
                  <a:lnTo>
                    <a:pt x="2288171" y="23380"/>
                  </a:lnTo>
                  <a:lnTo>
                    <a:pt x="2288095" y="22098"/>
                  </a:lnTo>
                  <a:lnTo>
                    <a:pt x="2287778" y="16446"/>
                  </a:lnTo>
                  <a:lnTo>
                    <a:pt x="2287778" y="10541"/>
                  </a:lnTo>
                  <a:lnTo>
                    <a:pt x="2287943" y="6769"/>
                  </a:lnTo>
                  <a:lnTo>
                    <a:pt x="2288082" y="4787"/>
                  </a:lnTo>
                  <a:lnTo>
                    <a:pt x="2288197" y="3111"/>
                  </a:lnTo>
                  <a:lnTo>
                    <a:pt x="2288286" y="1803"/>
                  </a:lnTo>
                  <a:lnTo>
                    <a:pt x="2240267" y="4038"/>
                  </a:lnTo>
                  <a:lnTo>
                    <a:pt x="2223122" y="4597"/>
                  </a:lnTo>
                  <a:lnTo>
                    <a:pt x="2210524" y="4787"/>
                  </a:lnTo>
                  <a:lnTo>
                    <a:pt x="2137613" y="4787"/>
                  </a:lnTo>
                  <a:lnTo>
                    <a:pt x="2137613" y="269024"/>
                  </a:lnTo>
                  <a:lnTo>
                    <a:pt x="2237905" y="269024"/>
                  </a:lnTo>
                  <a:lnTo>
                    <a:pt x="2249563" y="269214"/>
                  </a:lnTo>
                  <a:lnTo>
                    <a:pt x="2261959" y="269786"/>
                  </a:lnTo>
                  <a:lnTo>
                    <a:pt x="2275090" y="270725"/>
                  </a:lnTo>
                  <a:lnTo>
                    <a:pt x="2288959" y="272008"/>
                  </a:lnTo>
                  <a:lnTo>
                    <a:pt x="2290724" y="264566"/>
                  </a:lnTo>
                  <a:lnTo>
                    <a:pt x="2292947" y="256438"/>
                  </a:lnTo>
                  <a:lnTo>
                    <a:pt x="2294623" y="250990"/>
                  </a:lnTo>
                  <a:lnTo>
                    <a:pt x="2295639" y="247662"/>
                  </a:lnTo>
                  <a:lnTo>
                    <a:pt x="2298789" y="238226"/>
                  </a:lnTo>
                  <a:lnTo>
                    <a:pt x="2301392" y="230898"/>
                  </a:lnTo>
                  <a:lnTo>
                    <a:pt x="2303615" y="224028"/>
                  </a:lnTo>
                  <a:lnTo>
                    <a:pt x="2305494" y="217614"/>
                  </a:lnTo>
                  <a:lnTo>
                    <a:pt x="2307005" y="211632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342017" y="1233995"/>
            <a:ext cx="196850" cy="162560"/>
            <a:chOff x="4342017" y="1233995"/>
            <a:chExt cx="196850" cy="16256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2017" y="1234949"/>
              <a:ext cx="194970" cy="1615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44300" y="1233995"/>
              <a:ext cx="194475" cy="161162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4619009" y="1234034"/>
            <a:ext cx="216535" cy="162560"/>
            <a:chOff x="4619009" y="1234034"/>
            <a:chExt cx="216535" cy="162560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19009" y="1235088"/>
              <a:ext cx="215392" cy="16142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20559" y="1234034"/>
              <a:ext cx="214820" cy="161124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4922556" y="1234022"/>
            <a:ext cx="75565" cy="162560"/>
            <a:chOff x="4922556" y="1234022"/>
            <a:chExt cx="75565" cy="162560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22556" y="1234954"/>
              <a:ext cx="74345" cy="16155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23340" y="1234022"/>
              <a:ext cx="74168" cy="161150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5081287" y="1234039"/>
            <a:ext cx="185420" cy="164465"/>
            <a:chOff x="5081287" y="1234039"/>
            <a:chExt cx="185420" cy="164465"/>
          </a:xfrm>
        </p:grpSpPr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81287" y="1234958"/>
              <a:ext cx="185420" cy="16302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81670" y="1234039"/>
              <a:ext cx="184937" cy="162592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5347615" y="1234023"/>
            <a:ext cx="139700" cy="162560"/>
            <a:chOff x="5347615" y="1234023"/>
            <a:chExt cx="139700" cy="162560"/>
          </a:xfrm>
        </p:grpSpPr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47920" y="1234951"/>
              <a:ext cx="139230" cy="16158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47615" y="1234023"/>
              <a:ext cx="138849" cy="161150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5569931" y="1234023"/>
            <a:ext cx="198755" cy="162560"/>
            <a:chOff x="5569931" y="1234023"/>
            <a:chExt cx="198755" cy="162560"/>
          </a:xfrm>
        </p:grpSpPr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570837" y="1234945"/>
              <a:ext cx="197459" cy="16155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69931" y="1234023"/>
              <a:ext cx="196913" cy="161175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5840149" y="1232528"/>
            <a:ext cx="118745" cy="165735"/>
            <a:chOff x="5840149" y="1232528"/>
            <a:chExt cx="118745" cy="165735"/>
          </a:xfrm>
        </p:grpSpPr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841800" y="1233436"/>
              <a:ext cx="116916" cy="16452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840149" y="1232528"/>
              <a:ext cx="116624" cy="164109"/>
            </a:xfrm>
            <a:prstGeom prst="rect">
              <a:avLst/>
            </a:prstGeom>
          </p:spPr>
        </p:pic>
      </p:grpSp>
      <p:grpSp>
        <p:nvGrpSpPr>
          <p:cNvPr id="33" name="object 33"/>
          <p:cNvGrpSpPr/>
          <p:nvPr/>
        </p:nvGrpSpPr>
        <p:grpSpPr>
          <a:xfrm>
            <a:off x="6045763" y="1234022"/>
            <a:ext cx="76835" cy="162560"/>
            <a:chOff x="6045763" y="1234022"/>
            <a:chExt cx="76835" cy="162560"/>
          </a:xfrm>
        </p:grpSpPr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047914" y="1234954"/>
              <a:ext cx="74358" cy="16155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045763" y="1234022"/>
              <a:ext cx="74167" cy="161150"/>
            </a:xfrm>
            <a:prstGeom prst="rect">
              <a:avLst/>
            </a:prstGeom>
          </p:spPr>
        </p:pic>
      </p:grpSp>
      <p:grpSp>
        <p:nvGrpSpPr>
          <p:cNvPr id="36" name="object 36"/>
          <p:cNvGrpSpPr/>
          <p:nvPr/>
        </p:nvGrpSpPr>
        <p:grpSpPr>
          <a:xfrm>
            <a:off x="6205872" y="1234022"/>
            <a:ext cx="175260" cy="162560"/>
            <a:chOff x="6205872" y="1234022"/>
            <a:chExt cx="175260" cy="162560"/>
          </a:xfrm>
        </p:grpSpPr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208452" y="1234941"/>
              <a:ext cx="172516" cy="16156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205872" y="1234022"/>
              <a:ext cx="172084" cy="161137"/>
            </a:xfrm>
            <a:prstGeom prst="rect">
              <a:avLst/>
            </a:prstGeom>
          </p:spPr>
        </p:pic>
      </p:grpSp>
      <p:grpSp>
        <p:nvGrpSpPr>
          <p:cNvPr id="39" name="object 39"/>
          <p:cNvGrpSpPr/>
          <p:nvPr/>
        </p:nvGrpSpPr>
        <p:grpSpPr>
          <a:xfrm>
            <a:off x="6450965" y="1234036"/>
            <a:ext cx="208915" cy="162560"/>
            <a:chOff x="6450965" y="1234036"/>
            <a:chExt cx="208915" cy="162560"/>
          </a:xfrm>
        </p:grpSpPr>
        <p:pic>
          <p:nvPicPr>
            <p:cNvPr id="40" name="object 4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454193" y="1234963"/>
              <a:ext cx="205371" cy="16154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450965" y="1234036"/>
              <a:ext cx="204863" cy="161137"/>
            </a:xfrm>
            <a:prstGeom prst="rect">
              <a:avLst/>
            </a:prstGeom>
          </p:spPr>
        </p:pic>
      </p:grpSp>
      <p:grpSp>
        <p:nvGrpSpPr>
          <p:cNvPr id="42" name="object 42"/>
          <p:cNvGrpSpPr/>
          <p:nvPr/>
        </p:nvGrpSpPr>
        <p:grpSpPr>
          <a:xfrm>
            <a:off x="3624417" y="793494"/>
            <a:ext cx="645795" cy="645795"/>
            <a:chOff x="3624417" y="793494"/>
            <a:chExt cx="645795" cy="645795"/>
          </a:xfrm>
        </p:grpSpPr>
        <p:sp>
          <p:nvSpPr>
            <p:cNvPr id="43" name="object 43"/>
            <p:cNvSpPr/>
            <p:nvPr/>
          </p:nvSpPr>
          <p:spPr>
            <a:xfrm>
              <a:off x="3647973" y="806361"/>
              <a:ext cx="620395" cy="620395"/>
            </a:xfrm>
            <a:custGeom>
              <a:avLst/>
              <a:gdLst/>
              <a:ahLst/>
              <a:cxnLst/>
              <a:rect l="l" t="t" r="r" b="b"/>
              <a:pathLst>
                <a:path w="620395" h="620394">
                  <a:moveTo>
                    <a:pt x="309981" y="0"/>
                  </a:moveTo>
                  <a:lnTo>
                    <a:pt x="264172" y="3361"/>
                  </a:lnTo>
                  <a:lnTo>
                    <a:pt x="220450" y="13125"/>
                  </a:lnTo>
                  <a:lnTo>
                    <a:pt x="179296" y="28812"/>
                  </a:lnTo>
                  <a:lnTo>
                    <a:pt x="141188" y="49943"/>
                  </a:lnTo>
                  <a:lnTo>
                    <a:pt x="106606" y="76038"/>
                  </a:lnTo>
                  <a:lnTo>
                    <a:pt x="76029" y="106616"/>
                  </a:lnTo>
                  <a:lnTo>
                    <a:pt x="49937" y="141199"/>
                  </a:lnTo>
                  <a:lnTo>
                    <a:pt x="28808" y="179307"/>
                  </a:lnTo>
                  <a:lnTo>
                    <a:pt x="13123" y="220460"/>
                  </a:lnTo>
                  <a:lnTo>
                    <a:pt x="3360" y="264178"/>
                  </a:lnTo>
                  <a:lnTo>
                    <a:pt x="0" y="309981"/>
                  </a:lnTo>
                  <a:lnTo>
                    <a:pt x="3361" y="355787"/>
                  </a:lnTo>
                  <a:lnTo>
                    <a:pt x="13125" y="399505"/>
                  </a:lnTo>
                  <a:lnTo>
                    <a:pt x="28811" y="440656"/>
                  </a:lnTo>
                  <a:lnTo>
                    <a:pt x="49941" y="478761"/>
                  </a:lnTo>
                  <a:lnTo>
                    <a:pt x="76034" y="513340"/>
                  </a:lnTo>
                  <a:lnTo>
                    <a:pt x="106612" y="543914"/>
                  </a:lnTo>
                  <a:lnTo>
                    <a:pt x="141194" y="570004"/>
                  </a:lnTo>
                  <a:lnTo>
                    <a:pt x="179302" y="591131"/>
                  </a:lnTo>
                  <a:lnTo>
                    <a:pt x="220455" y="606815"/>
                  </a:lnTo>
                  <a:lnTo>
                    <a:pt x="264176" y="616577"/>
                  </a:lnTo>
                  <a:lnTo>
                    <a:pt x="309981" y="619937"/>
                  </a:lnTo>
                  <a:lnTo>
                    <a:pt x="355790" y="616577"/>
                  </a:lnTo>
                  <a:lnTo>
                    <a:pt x="399511" y="606815"/>
                  </a:lnTo>
                  <a:lnTo>
                    <a:pt x="440664" y="591131"/>
                  </a:lnTo>
                  <a:lnTo>
                    <a:pt x="478770" y="570004"/>
                  </a:lnTo>
                  <a:lnTo>
                    <a:pt x="498133" y="555396"/>
                  </a:lnTo>
                  <a:lnTo>
                    <a:pt x="309981" y="555396"/>
                  </a:lnTo>
                  <a:lnTo>
                    <a:pt x="260519" y="550410"/>
                  </a:lnTo>
                  <a:lnTo>
                    <a:pt x="214451" y="536109"/>
                  </a:lnTo>
                  <a:lnTo>
                    <a:pt x="172764" y="513482"/>
                  </a:lnTo>
                  <a:lnTo>
                    <a:pt x="136444" y="483514"/>
                  </a:lnTo>
                  <a:lnTo>
                    <a:pt x="106477" y="447193"/>
                  </a:lnTo>
                  <a:lnTo>
                    <a:pt x="83851" y="405506"/>
                  </a:lnTo>
                  <a:lnTo>
                    <a:pt x="69552" y="359439"/>
                  </a:lnTo>
                  <a:lnTo>
                    <a:pt x="64566" y="309981"/>
                  </a:lnTo>
                  <a:lnTo>
                    <a:pt x="69552" y="260522"/>
                  </a:lnTo>
                  <a:lnTo>
                    <a:pt x="83851" y="214454"/>
                  </a:lnTo>
                  <a:lnTo>
                    <a:pt x="106477" y="172765"/>
                  </a:lnTo>
                  <a:lnTo>
                    <a:pt x="136444" y="136442"/>
                  </a:lnTo>
                  <a:lnTo>
                    <a:pt x="172764" y="106472"/>
                  </a:lnTo>
                  <a:lnTo>
                    <a:pt x="214451" y="83842"/>
                  </a:lnTo>
                  <a:lnTo>
                    <a:pt x="260519" y="69540"/>
                  </a:lnTo>
                  <a:lnTo>
                    <a:pt x="309981" y="64554"/>
                  </a:lnTo>
                  <a:lnTo>
                    <a:pt x="498131" y="64554"/>
                  </a:lnTo>
                  <a:lnTo>
                    <a:pt x="478767" y="49943"/>
                  </a:lnTo>
                  <a:lnTo>
                    <a:pt x="440660" y="28812"/>
                  </a:lnTo>
                  <a:lnTo>
                    <a:pt x="399507" y="13125"/>
                  </a:lnTo>
                  <a:lnTo>
                    <a:pt x="355787" y="3361"/>
                  </a:lnTo>
                  <a:lnTo>
                    <a:pt x="309981" y="0"/>
                  </a:lnTo>
                  <a:close/>
                </a:path>
                <a:path w="620395" h="620394">
                  <a:moveTo>
                    <a:pt x="498131" y="64554"/>
                  </a:moveTo>
                  <a:lnTo>
                    <a:pt x="309981" y="64554"/>
                  </a:lnTo>
                  <a:lnTo>
                    <a:pt x="359443" y="69540"/>
                  </a:lnTo>
                  <a:lnTo>
                    <a:pt x="405509" y="83842"/>
                  </a:lnTo>
                  <a:lnTo>
                    <a:pt x="447194" y="106472"/>
                  </a:lnTo>
                  <a:lnTo>
                    <a:pt x="483512" y="136442"/>
                  </a:lnTo>
                  <a:lnTo>
                    <a:pt x="513476" y="172765"/>
                  </a:lnTo>
                  <a:lnTo>
                    <a:pt x="536100" y="214454"/>
                  </a:lnTo>
                  <a:lnTo>
                    <a:pt x="550398" y="260522"/>
                  </a:lnTo>
                  <a:lnTo>
                    <a:pt x="555383" y="309981"/>
                  </a:lnTo>
                  <a:lnTo>
                    <a:pt x="550398" y="359439"/>
                  </a:lnTo>
                  <a:lnTo>
                    <a:pt x="536099" y="405506"/>
                  </a:lnTo>
                  <a:lnTo>
                    <a:pt x="513473" y="447193"/>
                  </a:lnTo>
                  <a:lnTo>
                    <a:pt x="483508" y="483514"/>
                  </a:lnTo>
                  <a:lnTo>
                    <a:pt x="447189" y="513482"/>
                  </a:lnTo>
                  <a:lnTo>
                    <a:pt x="405504" y="536109"/>
                  </a:lnTo>
                  <a:lnTo>
                    <a:pt x="359439" y="550410"/>
                  </a:lnTo>
                  <a:lnTo>
                    <a:pt x="309981" y="555396"/>
                  </a:lnTo>
                  <a:lnTo>
                    <a:pt x="498133" y="555396"/>
                  </a:lnTo>
                  <a:lnTo>
                    <a:pt x="543926" y="513340"/>
                  </a:lnTo>
                  <a:lnTo>
                    <a:pt x="570017" y="478761"/>
                  </a:lnTo>
                  <a:lnTo>
                    <a:pt x="591144" y="440656"/>
                  </a:lnTo>
                  <a:lnTo>
                    <a:pt x="606828" y="399505"/>
                  </a:lnTo>
                  <a:lnTo>
                    <a:pt x="616590" y="355787"/>
                  </a:lnTo>
                  <a:lnTo>
                    <a:pt x="619950" y="309981"/>
                  </a:lnTo>
                  <a:lnTo>
                    <a:pt x="616589" y="264178"/>
                  </a:lnTo>
                  <a:lnTo>
                    <a:pt x="606828" y="220460"/>
                  </a:lnTo>
                  <a:lnTo>
                    <a:pt x="591144" y="179307"/>
                  </a:lnTo>
                  <a:lnTo>
                    <a:pt x="570016" y="141199"/>
                  </a:lnTo>
                  <a:lnTo>
                    <a:pt x="543925" y="106616"/>
                  </a:lnTo>
                  <a:lnTo>
                    <a:pt x="513349" y="76038"/>
                  </a:lnTo>
                  <a:lnTo>
                    <a:pt x="498131" y="64554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4" name="object 4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776049" y="944090"/>
              <a:ext cx="73698" cy="90643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069247" y="941759"/>
              <a:ext cx="72896" cy="9171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760148" y="909876"/>
              <a:ext cx="400685" cy="419734"/>
            </a:xfrm>
            <a:custGeom>
              <a:avLst/>
              <a:gdLst/>
              <a:ahLst/>
              <a:cxnLst/>
              <a:rect l="l" t="t" r="r" b="b"/>
              <a:pathLst>
                <a:path w="400685" h="419734">
                  <a:moveTo>
                    <a:pt x="332447" y="334429"/>
                  </a:moveTo>
                  <a:lnTo>
                    <a:pt x="67589" y="334429"/>
                  </a:lnTo>
                  <a:lnTo>
                    <a:pt x="90313" y="354742"/>
                  </a:lnTo>
                  <a:lnTo>
                    <a:pt x="113782" y="369155"/>
                  </a:lnTo>
                  <a:lnTo>
                    <a:pt x="132151" y="377747"/>
                  </a:lnTo>
                  <a:lnTo>
                    <a:pt x="139573" y="380593"/>
                  </a:lnTo>
                  <a:lnTo>
                    <a:pt x="169902" y="393870"/>
                  </a:lnTo>
                  <a:lnTo>
                    <a:pt x="185981" y="406474"/>
                  </a:lnTo>
                  <a:lnTo>
                    <a:pt x="192322" y="415885"/>
                  </a:lnTo>
                  <a:lnTo>
                    <a:pt x="193433" y="419582"/>
                  </a:lnTo>
                  <a:lnTo>
                    <a:pt x="206603" y="419582"/>
                  </a:lnTo>
                  <a:lnTo>
                    <a:pt x="208531" y="406621"/>
                  </a:lnTo>
                  <a:lnTo>
                    <a:pt x="214783" y="398240"/>
                  </a:lnTo>
                  <a:lnTo>
                    <a:pt x="230411" y="390782"/>
                  </a:lnTo>
                  <a:lnTo>
                    <a:pt x="260464" y="380593"/>
                  </a:lnTo>
                  <a:lnTo>
                    <a:pt x="286785" y="371371"/>
                  </a:lnTo>
                  <a:lnTo>
                    <a:pt x="303056" y="363488"/>
                  </a:lnTo>
                  <a:lnTo>
                    <a:pt x="316028" y="352616"/>
                  </a:lnTo>
                  <a:lnTo>
                    <a:pt x="332447" y="334429"/>
                  </a:lnTo>
                  <a:close/>
                </a:path>
                <a:path w="400685" h="419734">
                  <a:moveTo>
                    <a:pt x="89192" y="0"/>
                  </a:moveTo>
                  <a:lnTo>
                    <a:pt x="79692" y="10172"/>
                  </a:lnTo>
                  <a:lnTo>
                    <a:pt x="41770" y="39852"/>
                  </a:lnTo>
                  <a:lnTo>
                    <a:pt x="34823" y="40258"/>
                  </a:lnTo>
                  <a:lnTo>
                    <a:pt x="31216" y="48069"/>
                  </a:lnTo>
                  <a:lnTo>
                    <a:pt x="62476" y="54599"/>
                  </a:lnTo>
                  <a:lnTo>
                    <a:pt x="73829" y="80381"/>
                  </a:lnTo>
                  <a:lnTo>
                    <a:pt x="74141" y="108359"/>
                  </a:lnTo>
                  <a:lnTo>
                    <a:pt x="72308" y="121246"/>
                  </a:lnTo>
                  <a:lnTo>
                    <a:pt x="51938" y="192588"/>
                  </a:lnTo>
                  <a:lnTo>
                    <a:pt x="28098" y="242930"/>
                  </a:lnTo>
                  <a:lnTo>
                    <a:pt x="0" y="282765"/>
                  </a:lnTo>
                  <a:lnTo>
                    <a:pt x="11509" y="294984"/>
                  </a:lnTo>
                  <a:lnTo>
                    <a:pt x="28648" y="315810"/>
                  </a:lnTo>
                  <a:lnTo>
                    <a:pt x="44280" y="335554"/>
                  </a:lnTo>
                  <a:lnTo>
                    <a:pt x="51104" y="344322"/>
                  </a:lnTo>
                  <a:lnTo>
                    <a:pt x="67589" y="334429"/>
                  </a:lnTo>
                  <a:lnTo>
                    <a:pt x="356589" y="334429"/>
                  </a:lnTo>
                  <a:lnTo>
                    <a:pt x="373848" y="312128"/>
                  </a:lnTo>
                  <a:lnTo>
                    <a:pt x="387480" y="294984"/>
                  </a:lnTo>
                  <a:lnTo>
                    <a:pt x="394620" y="287120"/>
                  </a:lnTo>
                  <a:lnTo>
                    <a:pt x="400062" y="282765"/>
                  </a:lnTo>
                  <a:lnTo>
                    <a:pt x="370336" y="250727"/>
                  </a:lnTo>
                  <a:lnTo>
                    <a:pt x="352899" y="223246"/>
                  </a:lnTo>
                  <a:lnTo>
                    <a:pt x="340974" y="185203"/>
                  </a:lnTo>
                  <a:lnTo>
                    <a:pt x="327787" y="121475"/>
                  </a:lnTo>
                  <a:lnTo>
                    <a:pt x="316966" y="74969"/>
                  </a:lnTo>
                  <a:lnTo>
                    <a:pt x="317322" y="54599"/>
                  </a:lnTo>
                  <a:lnTo>
                    <a:pt x="317373" y="51741"/>
                  </a:lnTo>
                  <a:lnTo>
                    <a:pt x="319413" y="50812"/>
                  </a:lnTo>
                  <a:lnTo>
                    <a:pt x="200012" y="50812"/>
                  </a:lnTo>
                  <a:lnTo>
                    <a:pt x="183553" y="31445"/>
                  </a:lnTo>
                  <a:lnTo>
                    <a:pt x="170921" y="30191"/>
                  </a:lnTo>
                  <a:lnTo>
                    <a:pt x="155452" y="25822"/>
                  </a:lnTo>
                  <a:lnTo>
                    <a:pt x="142353" y="21143"/>
                  </a:lnTo>
                  <a:lnTo>
                    <a:pt x="136829" y="18961"/>
                  </a:lnTo>
                  <a:lnTo>
                    <a:pt x="127645" y="14753"/>
                  </a:lnTo>
                  <a:lnTo>
                    <a:pt x="115476" y="9782"/>
                  </a:lnTo>
                  <a:lnTo>
                    <a:pt x="100304" y="3898"/>
                  </a:lnTo>
                  <a:lnTo>
                    <a:pt x="89192" y="0"/>
                  </a:lnTo>
                  <a:close/>
                </a:path>
                <a:path w="400685" h="419734">
                  <a:moveTo>
                    <a:pt x="356589" y="334429"/>
                  </a:moveTo>
                  <a:lnTo>
                    <a:pt x="332447" y="334429"/>
                  </a:lnTo>
                  <a:lnTo>
                    <a:pt x="348932" y="344322"/>
                  </a:lnTo>
                  <a:lnTo>
                    <a:pt x="356589" y="334429"/>
                  </a:lnTo>
                  <a:close/>
                </a:path>
                <a:path w="400685" h="419734">
                  <a:moveTo>
                    <a:pt x="216509" y="31445"/>
                  </a:moveTo>
                  <a:lnTo>
                    <a:pt x="200012" y="50812"/>
                  </a:lnTo>
                  <a:lnTo>
                    <a:pt x="319413" y="50812"/>
                  </a:lnTo>
                  <a:lnTo>
                    <a:pt x="332619" y="44803"/>
                  </a:lnTo>
                  <a:lnTo>
                    <a:pt x="366024" y="44803"/>
                  </a:lnTo>
                  <a:lnTo>
                    <a:pt x="358312" y="39852"/>
                  </a:lnTo>
                  <a:lnTo>
                    <a:pt x="348497" y="32171"/>
                  </a:lnTo>
                  <a:lnTo>
                    <a:pt x="224354" y="32171"/>
                  </a:lnTo>
                  <a:lnTo>
                    <a:pt x="216509" y="31445"/>
                  </a:lnTo>
                  <a:close/>
                </a:path>
                <a:path w="400685" h="419734">
                  <a:moveTo>
                    <a:pt x="366024" y="44803"/>
                  </a:moveTo>
                  <a:lnTo>
                    <a:pt x="332619" y="44803"/>
                  </a:lnTo>
                  <a:lnTo>
                    <a:pt x="366318" y="47193"/>
                  </a:lnTo>
                  <a:lnTo>
                    <a:pt x="367017" y="45440"/>
                  </a:lnTo>
                  <a:lnTo>
                    <a:pt x="366024" y="44803"/>
                  </a:lnTo>
                  <a:close/>
                </a:path>
                <a:path w="400685" h="419734">
                  <a:moveTo>
                    <a:pt x="313804" y="4102"/>
                  </a:moveTo>
                  <a:lnTo>
                    <a:pt x="273661" y="14289"/>
                  </a:lnTo>
                  <a:lnTo>
                    <a:pt x="263207" y="18961"/>
                  </a:lnTo>
                  <a:lnTo>
                    <a:pt x="243325" y="27100"/>
                  </a:lnTo>
                  <a:lnTo>
                    <a:pt x="231833" y="31113"/>
                  </a:lnTo>
                  <a:lnTo>
                    <a:pt x="224354" y="32171"/>
                  </a:lnTo>
                  <a:lnTo>
                    <a:pt x="348497" y="32171"/>
                  </a:lnTo>
                  <a:lnTo>
                    <a:pt x="320399" y="10172"/>
                  </a:lnTo>
                  <a:lnTo>
                    <a:pt x="313804" y="41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3759020" y="912416"/>
              <a:ext cx="402590" cy="417830"/>
            </a:xfrm>
            <a:custGeom>
              <a:avLst/>
              <a:gdLst/>
              <a:ahLst/>
              <a:cxnLst/>
              <a:rect l="l" t="t" r="r" b="b"/>
              <a:pathLst>
                <a:path w="402589" h="417830">
                  <a:moveTo>
                    <a:pt x="194561" y="416559"/>
                  </a:moveTo>
                  <a:lnTo>
                    <a:pt x="193647" y="416559"/>
                  </a:lnTo>
                  <a:lnTo>
                    <a:pt x="193888" y="417830"/>
                  </a:lnTo>
                  <a:lnTo>
                    <a:pt x="194561" y="417830"/>
                  </a:lnTo>
                  <a:lnTo>
                    <a:pt x="194561" y="416559"/>
                  </a:lnTo>
                  <a:close/>
                </a:path>
                <a:path w="402589" h="417830">
                  <a:moveTo>
                    <a:pt x="70621" y="332740"/>
                  </a:moveTo>
                  <a:lnTo>
                    <a:pt x="69149" y="332740"/>
                  </a:lnTo>
                  <a:lnTo>
                    <a:pt x="68565" y="333102"/>
                  </a:lnTo>
                  <a:lnTo>
                    <a:pt x="91014" y="353059"/>
                  </a:lnTo>
                  <a:lnTo>
                    <a:pt x="114580" y="368300"/>
                  </a:lnTo>
                  <a:lnTo>
                    <a:pt x="157640" y="386080"/>
                  </a:lnTo>
                  <a:lnTo>
                    <a:pt x="170661" y="392430"/>
                  </a:lnTo>
                  <a:lnTo>
                    <a:pt x="193507" y="416559"/>
                  </a:lnTo>
                  <a:lnTo>
                    <a:pt x="194561" y="416559"/>
                  </a:lnTo>
                  <a:lnTo>
                    <a:pt x="194561" y="417830"/>
                  </a:lnTo>
                  <a:lnTo>
                    <a:pt x="195349" y="417830"/>
                  </a:lnTo>
                  <a:lnTo>
                    <a:pt x="158265" y="384809"/>
                  </a:lnTo>
                  <a:lnTo>
                    <a:pt x="140980" y="378459"/>
                  </a:lnTo>
                  <a:lnTo>
                    <a:pt x="140281" y="377190"/>
                  </a:lnTo>
                  <a:lnTo>
                    <a:pt x="139024" y="377190"/>
                  </a:lnTo>
                  <a:lnTo>
                    <a:pt x="127705" y="372109"/>
                  </a:lnTo>
                  <a:lnTo>
                    <a:pt x="109698" y="363220"/>
                  </a:lnTo>
                  <a:lnTo>
                    <a:pt x="88927" y="350520"/>
                  </a:lnTo>
                  <a:lnTo>
                    <a:pt x="70621" y="332740"/>
                  </a:lnTo>
                  <a:close/>
                </a:path>
                <a:path w="402589" h="417830">
                  <a:moveTo>
                    <a:pt x="207081" y="416559"/>
                  </a:moveTo>
                  <a:lnTo>
                    <a:pt x="195237" y="416559"/>
                  </a:lnTo>
                  <a:lnTo>
                    <a:pt x="195349" y="417830"/>
                  </a:lnTo>
                  <a:lnTo>
                    <a:pt x="206969" y="417830"/>
                  </a:lnTo>
                  <a:lnTo>
                    <a:pt x="207081" y="416559"/>
                  </a:lnTo>
                  <a:close/>
                </a:path>
                <a:path w="402589" h="417830">
                  <a:moveTo>
                    <a:pt x="333448" y="331470"/>
                  </a:moveTo>
                  <a:lnTo>
                    <a:pt x="333004" y="331470"/>
                  </a:lnTo>
                  <a:lnTo>
                    <a:pt x="323374" y="341630"/>
                  </a:lnTo>
                  <a:lnTo>
                    <a:pt x="322046" y="342993"/>
                  </a:lnTo>
                  <a:lnTo>
                    <a:pt x="287043" y="367030"/>
                  </a:lnTo>
                  <a:lnTo>
                    <a:pt x="268729" y="374650"/>
                  </a:lnTo>
                  <a:lnTo>
                    <a:pt x="264576" y="377190"/>
                  </a:lnTo>
                  <a:lnTo>
                    <a:pt x="262036" y="377190"/>
                  </a:lnTo>
                  <a:lnTo>
                    <a:pt x="261350" y="378459"/>
                  </a:lnTo>
                  <a:lnTo>
                    <a:pt x="244056" y="384809"/>
                  </a:lnTo>
                  <a:lnTo>
                    <a:pt x="207528" y="411480"/>
                  </a:lnTo>
                  <a:lnTo>
                    <a:pt x="207081" y="416559"/>
                  </a:lnTo>
                  <a:lnTo>
                    <a:pt x="206969" y="417830"/>
                  </a:lnTo>
                  <a:lnTo>
                    <a:pt x="207744" y="417830"/>
                  </a:lnTo>
                  <a:lnTo>
                    <a:pt x="207744" y="416559"/>
                  </a:lnTo>
                  <a:lnTo>
                    <a:pt x="208767" y="416559"/>
                  </a:lnTo>
                  <a:lnTo>
                    <a:pt x="245177" y="386080"/>
                  </a:lnTo>
                  <a:lnTo>
                    <a:pt x="261858" y="379730"/>
                  </a:lnTo>
                  <a:lnTo>
                    <a:pt x="269329" y="375920"/>
                  </a:lnTo>
                  <a:lnTo>
                    <a:pt x="287770" y="368300"/>
                  </a:lnTo>
                  <a:lnTo>
                    <a:pt x="311340" y="353059"/>
                  </a:lnTo>
                  <a:lnTo>
                    <a:pt x="333790" y="333102"/>
                  </a:lnTo>
                  <a:lnTo>
                    <a:pt x="333182" y="332740"/>
                  </a:lnTo>
                  <a:lnTo>
                    <a:pt x="335576" y="332740"/>
                  </a:lnTo>
                  <a:lnTo>
                    <a:pt x="333448" y="331470"/>
                  </a:lnTo>
                  <a:close/>
                </a:path>
                <a:path w="402589" h="417830">
                  <a:moveTo>
                    <a:pt x="208767" y="416559"/>
                  </a:moveTo>
                  <a:lnTo>
                    <a:pt x="207744" y="416559"/>
                  </a:lnTo>
                  <a:lnTo>
                    <a:pt x="207744" y="417830"/>
                  </a:lnTo>
                  <a:lnTo>
                    <a:pt x="208607" y="417830"/>
                  </a:lnTo>
                  <a:lnTo>
                    <a:pt x="208767" y="416559"/>
                  </a:lnTo>
                  <a:close/>
                </a:path>
                <a:path w="402589" h="417830">
                  <a:moveTo>
                    <a:pt x="62229" y="161088"/>
                  </a:moveTo>
                  <a:lnTo>
                    <a:pt x="40454" y="218440"/>
                  </a:lnTo>
                  <a:lnTo>
                    <a:pt x="17739" y="257809"/>
                  </a:lnTo>
                  <a:lnTo>
                    <a:pt x="12981" y="265430"/>
                  </a:lnTo>
                  <a:lnTo>
                    <a:pt x="8824" y="270509"/>
                  </a:lnTo>
                  <a:lnTo>
                    <a:pt x="6284" y="274320"/>
                  </a:lnTo>
                  <a:lnTo>
                    <a:pt x="4226" y="275590"/>
                  </a:lnTo>
                  <a:lnTo>
                    <a:pt x="789" y="280681"/>
                  </a:lnTo>
                  <a:lnTo>
                    <a:pt x="1145" y="280681"/>
                  </a:lnTo>
                  <a:lnTo>
                    <a:pt x="1784" y="282049"/>
                  </a:lnTo>
                  <a:lnTo>
                    <a:pt x="3223" y="283209"/>
                  </a:lnTo>
                  <a:lnTo>
                    <a:pt x="5153" y="285750"/>
                  </a:lnTo>
                  <a:lnTo>
                    <a:pt x="11078" y="292100"/>
                  </a:lnTo>
                  <a:lnTo>
                    <a:pt x="18195" y="300990"/>
                  </a:lnTo>
                  <a:lnTo>
                    <a:pt x="25890" y="309880"/>
                  </a:lnTo>
                  <a:lnTo>
                    <a:pt x="33551" y="320040"/>
                  </a:lnTo>
                  <a:lnTo>
                    <a:pt x="38491" y="326390"/>
                  </a:lnTo>
                  <a:lnTo>
                    <a:pt x="52379" y="343279"/>
                  </a:lnTo>
                  <a:lnTo>
                    <a:pt x="51851" y="341630"/>
                  </a:lnTo>
                  <a:lnTo>
                    <a:pt x="52520" y="341231"/>
                  </a:lnTo>
                  <a:lnTo>
                    <a:pt x="46474" y="334009"/>
                  </a:lnTo>
                  <a:lnTo>
                    <a:pt x="42006" y="327659"/>
                  </a:lnTo>
                  <a:lnTo>
                    <a:pt x="37342" y="322580"/>
                  </a:lnTo>
                  <a:lnTo>
                    <a:pt x="25955" y="307340"/>
                  </a:lnTo>
                  <a:lnTo>
                    <a:pt x="21536" y="302259"/>
                  </a:lnTo>
                  <a:lnTo>
                    <a:pt x="17242" y="297180"/>
                  </a:lnTo>
                  <a:lnTo>
                    <a:pt x="10589" y="289559"/>
                  </a:lnTo>
                  <a:lnTo>
                    <a:pt x="8252" y="287020"/>
                  </a:lnTo>
                  <a:lnTo>
                    <a:pt x="4290" y="283209"/>
                  </a:lnTo>
                  <a:lnTo>
                    <a:pt x="3570" y="282049"/>
                  </a:lnTo>
                  <a:lnTo>
                    <a:pt x="1609" y="282049"/>
                  </a:lnTo>
                  <a:lnTo>
                    <a:pt x="10036" y="271780"/>
                  </a:lnTo>
                  <a:lnTo>
                    <a:pt x="29914" y="241300"/>
                  </a:lnTo>
                  <a:lnTo>
                    <a:pt x="53804" y="190500"/>
                  </a:lnTo>
                  <a:lnTo>
                    <a:pt x="62229" y="161088"/>
                  </a:lnTo>
                  <a:close/>
                </a:path>
                <a:path w="402589" h="417830">
                  <a:moveTo>
                    <a:pt x="52521" y="341231"/>
                  </a:moveTo>
                  <a:lnTo>
                    <a:pt x="51851" y="341630"/>
                  </a:lnTo>
                  <a:lnTo>
                    <a:pt x="52288" y="342993"/>
                  </a:lnTo>
                  <a:lnTo>
                    <a:pt x="52144" y="342993"/>
                  </a:lnTo>
                  <a:lnTo>
                    <a:pt x="52855" y="341630"/>
                  </a:lnTo>
                  <a:lnTo>
                    <a:pt x="52521" y="341231"/>
                  </a:lnTo>
                  <a:close/>
                </a:path>
                <a:path w="402589" h="417830">
                  <a:moveTo>
                    <a:pt x="69314" y="331470"/>
                  </a:moveTo>
                  <a:lnTo>
                    <a:pt x="68882" y="331470"/>
                  </a:lnTo>
                  <a:lnTo>
                    <a:pt x="52521" y="341231"/>
                  </a:lnTo>
                  <a:lnTo>
                    <a:pt x="52855" y="341630"/>
                  </a:lnTo>
                  <a:lnTo>
                    <a:pt x="52144" y="342993"/>
                  </a:lnTo>
                  <a:lnTo>
                    <a:pt x="51910" y="342993"/>
                  </a:lnTo>
                  <a:lnTo>
                    <a:pt x="68540" y="333102"/>
                  </a:lnTo>
                  <a:lnTo>
                    <a:pt x="68158" y="332740"/>
                  </a:lnTo>
                  <a:lnTo>
                    <a:pt x="70621" y="332740"/>
                  </a:lnTo>
                  <a:lnTo>
                    <a:pt x="69314" y="331470"/>
                  </a:lnTo>
                  <a:close/>
                </a:path>
                <a:path w="402589" h="417830">
                  <a:moveTo>
                    <a:pt x="335576" y="332740"/>
                  </a:moveTo>
                  <a:lnTo>
                    <a:pt x="334198" y="332740"/>
                  </a:lnTo>
                  <a:lnTo>
                    <a:pt x="333790" y="333102"/>
                  </a:lnTo>
                  <a:lnTo>
                    <a:pt x="350420" y="342993"/>
                  </a:lnTo>
                  <a:lnTo>
                    <a:pt x="350117" y="342993"/>
                  </a:lnTo>
                  <a:lnTo>
                    <a:pt x="349463" y="341630"/>
                  </a:lnTo>
                  <a:lnTo>
                    <a:pt x="349798" y="341231"/>
                  </a:lnTo>
                  <a:lnTo>
                    <a:pt x="335576" y="332740"/>
                  </a:lnTo>
                  <a:close/>
                </a:path>
                <a:path w="402589" h="417830">
                  <a:moveTo>
                    <a:pt x="349798" y="341231"/>
                  </a:moveTo>
                  <a:lnTo>
                    <a:pt x="349463" y="341630"/>
                  </a:lnTo>
                  <a:lnTo>
                    <a:pt x="350117" y="342993"/>
                  </a:lnTo>
                  <a:lnTo>
                    <a:pt x="350466" y="341630"/>
                  </a:lnTo>
                  <a:lnTo>
                    <a:pt x="349798" y="341231"/>
                  </a:lnTo>
                  <a:close/>
                </a:path>
                <a:path w="402589" h="417830">
                  <a:moveTo>
                    <a:pt x="399588" y="280681"/>
                  </a:moveTo>
                  <a:lnTo>
                    <a:pt x="397943" y="282049"/>
                  </a:lnTo>
                  <a:lnTo>
                    <a:pt x="396059" y="284480"/>
                  </a:lnTo>
                  <a:lnTo>
                    <a:pt x="382955" y="299720"/>
                  </a:lnTo>
                  <a:lnTo>
                    <a:pt x="367584" y="318770"/>
                  </a:lnTo>
                  <a:lnTo>
                    <a:pt x="354802" y="335280"/>
                  </a:lnTo>
                  <a:lnTo>
                    <a:pt x="349798" y="341231"/>
                  </a:lnTo>
                  <a:lnTo>
                    <a:pt x="350466" y="341630"/>
                  </a:lnTo>
                  <a:lnTo>
                    <a:pt x="350044" y="342993"/>
                  </a:lnTo>
                  <a:lnTo>
                    <a:pt x="350660" y="342993"/>
                  </a:lnTo>
                  <a:lnTo>
                    <a:pt x="351355" y="341630"/>
                  </a:lnTo>
                  <a:lnTo>
                    <a:pt x="352562" y="340359"/>
                  </a:lnTo>
                  <a:lnTo>
                    <a:pt x="356761" y="335280"/>
                  </a:lnTo>
                  <a:lnTo>
                    <a:pt x="362739" y="327659"/>
                  </a:lnTo>
                  <a:lnTo>
                    <a:pt x="369887" y="318770"/>
                  </a:lnTo>
                  <a:lnTo>
                    <a:pt x="382762" y="302259"/>
                  </a:lnTo>
                  <a:lnTo>
                    <a:pt x="387919" y="295909"/>
                  </a:lnTo>
                  <a:lnTo>
                    <a:pt x="394345" y="288290"/>
                  </a:lnTo>
                  <a:lnTo>
                    <a:pt x="396288" y="287020"/>
                  </a:lnTo>
                  <a:lnTo>
                    <a:pt x="399514" y="283209"/>
                  </a:lnTo>
                  <a:lnTo>
                    <a:pt x="400678" y="282049"/>
                  </a:lnTo>
                  <a:lnTo>
                    <a:pt x="399588" y="280681"/>
                  </a:lnTo>
                  <a:close/>
                </a:path>
                <a:path w="402589" h="417830">
                  <a:moveTo>
                    <a:pt x="69149" y="332740"/>
                  </a:moveTo>
                  <a:lnTo>
                    <a:pt x="68158" y="332740"/>
                  </a:lnTo>
                  <a:lnTo>
                    <a:pt x="68565" y="333102"/>
                  </a:lnTo>
                  <a:lnTo>
                    <a:pt x="69149" y="332740"/>
                  </a:lnTo>
                  <a:close/>
                </a:path>
                <a:path w="402589" h="417830">
                  <a:moveTo>
                    <a:pt x="334198" y="332740"/>
                  </a:moveTo>
                  <a:lnTo>
                    <a:pt x="333182" y="332740"/>
                  </a:lnTo>
                  <a:lnTo>
                    <a:pt x="333790" y="333102"/>
                  </a:lnTo>
                  <a:lnTo>
                    <a:pt x="334198" y="332740"/>
                  </a:lnTo>
                  <a:close/>
                </a:path>
                <a:path w="402589" h="417830">
                  <a:moveTo>
                    <a:pt x="1145" y="280681"/>
                  </a:moveTo>
                  <a:lnTo>
                    <a:pt x="0" y="280681"/>
                  </a:lnTo>
                  <a:lnTo>
                    <a:pt x="1792" y="282049"/>
                  </a:lnTo>
                  <a:lnTo>
                    <a:pt x="1145" y="280681"/>
                  </a:lnTo>
                  <a:close/>
                </a:path>
                <a:path w="402589" h="417830">
                  <a:moveTo>
                    <a:pt x="2722" y="280681"/>
                  </a:moveTo>
                  <a:lnTo>
                    <a:pt x="1609" y="282049"/>
                  </a:lnTo>
                  <a:lnTo>
                    <a:pt x="3570" y="282049"/>
                  </a:lnTo>
                  <a:lnTo>
                    <a:pt x="2722" y="280681"/>
                  </a:lnTo>
                  <a:close/>
                </a:path>
                <a:path w="402589" h="417830">
                  <a:moveTo>
                    <a:pt x="366748" y="44450"/>
                  </a:moveTo>
                  <a:lnTo>
                    <a:pt x="361172" y="44450"/>
                  </a:lnTo>
                  <a:lnTo>
                    <a:pt x="351023" y="45719"/>
                  </a:lnTo>
                  <a:lnTo>
                    <a:pt x="326241" y="74929"/>
                  </a:lnTo>
                  <a:lnTo>
                    <a:pt x="324917" y="92709"/>
                  </a:lnTo>
                  <a:lnTo>
                    <a:pt x="325271" y="100329"/>
                  </a:lnTo>
                  <a:lnTo>
                    <a:pt x="325330" y="101600"/>
                  </a:lnTo>
                  <a:lnTo>
                    <a:pt x="326497" y="110489"/>
                  </a:lnTo>
                  <a:lnTo>
                    <a:pt x="327666" y="116839"/>
                  </a:lnTo>
                  <a:lnTo>
                    <a:pt x="328138" y="119071"/>
                  </a:lnTo>
                  <a:lnTo>
                    <a:pt x="328156" y="119393"/>
                  </a:lnTo>
                  <a:lnTo>
                    <a:pt x="348519" y="190500"/>
                  </a:lnTo>
                  <a:lnTo>
                    <a:pt x="372404" y="241300"/>
                  </a:lnTo>
                  <a:lnTo>
                    <a:pt x="392276" y="271780"/>
                  </a:lnTo>
                  <a:lnTo>
                    <a:pt x="400696" y="282049"/>
                  </a:lnTo>
                  <a:lnTo>
                    <a:pt x="401186" y="280681"/>
                  </a:lnTo>
                  <a:lnTo>
                    <a:pt x="401542" y="280681"/>
                  </a:lnTo>
                  <a:lnTo>
                    <a:pt x="370848" y="234950"/>
                  </a:lnTo>
                  <a:lnTo>
                    <a:pt x="348521" y="186690"/>
                  </a:lnTo>
                  <a:lnTo>
                    <a:pt x="329680" y="119393"/>
                  </a:lnTo>
                  <a:lnTo>
                    <a:pt x="326414" y="92709"/>
                  </a:lnTo>
                  <a:lnTo>
                    <a:pt x="326311" y="90169"/>
                  </a:lnTo>
                  <a:lnTo>
                    <a:pt x="326527" y="85089"/>
                  </a:lnTo>
                  <a:lnTo>
                    <a:pt x="326635" y="82550"/>
                  </a:lnTo>
                  <a:lnTo>
                    <a:pt x="327730" y="74929"/>
                  </a:lnTo>
                  <a:lnTo>
                    <a:pt x="361134" y="45719"/>
                  </a:lnTo>
                  <a:lnTo>
                    <a:pt x="366710" y="45719"/>
                  </a:lnTo>
                  <a:lnTo>
                    <a:pt x="366748" y="44450"/>
                  </a:lnTo>
                  <a:close/>
                </a:path>
                <a:path w="402589" h="417830">
                  <a:moveTo>
                    <a:pt x="402344" y="280681"/>
                  </a:moveTo>
                  <a:lnTo>
                    <a:pt x="401186" y="280681"/>
                  </a:lnTo>
                  <a:lnTo>
                    <a:pt x="400696" y="282049"/>
                  </a:lnTo>
                  <a:lnTo>
                    <a:pt x="402344" y="280681"/>
                  </a:lnTo>
                  <a:close/>
                </a:path>
                <a:path w="402589" h="417830">
                  <a:moveTo>
                    <a:pt x="64401" y="153506"/>
                  </a:moveTo>
                  <a:lnTo>
                    <a:pt x="62229" y="161088"/>
                  </a:lnTo>
                  <a:lnTo>
                    <a:pt x="63438" y="157479"/>
                  </a:lnTo>
                  <a:lnTo>
                    <a:pt x="64401" y="153506"/>
                  </a:lnTo>
                  <a:close/>
                </a:path>
                <a:path w="402589" h="417830">
                  <a:moveTo>
                    <a:pt x="55509" y="45719"/>
                  </a:moveTo>
                  <a:lnTo>
                    <a:pt x="49616" y="45719"/>
                  </a:lnTo>
                  <a:lnTo>
                    <a:pt x="54950" y="46989"/>
                  </a:lnTo>
                  <a:lnTo>
                    <a:pt x="65631" y="54609"/>
                  </a:lnTo>
                  <a:lnTo>
                    <a:pt x="69619" y="60959"/>
                  </a:lnTo>
                  <a:lnTo>
                    <a:pt x="74419" y="76200"/>
                  </a:lnTo>
                  <a:lnTo>
                    <a:pt x="75207" y="85089"/>
                  </a:lnTo>
                  <a:lnTo>
                    <a:pt x="75207" y="100329"/>
                  </a:lnTo>
                  <a:lnTo>
                    <a:pt x="74572" y="106679"/>
                  </a:lnTo>
                  <a:lnTo>
                    <a:pt x="73606" y="114300"/>
                  </a:lnTo>
                  <a:lnTo>
                    <a:pt x="73302" y="115569"/>
                  </a:lnTo>
                  <a:lnTo>
                    <a:pt x="72844" y="118109"/>
                  </a:lnTo>
                  <a:lnTo>
                    <a:pt x="72719" y="119071"/>
                  </a:lnTo>
                  <a:lnTo>
                    <a:pt x="72676" y="119393"/>
                  </a:lnTo>
                  <a:lnTo>
                    <a:pt x="64401" y="153506"/>
                  </a:lnTo>
                  <a:lnTo>
                    <a:pt x="74174" y="119393"/>
                  </a:lnTo>
                  <a:lnTo>
                    <a:pt x="75654" y="113029"/>
                  </a:lnTo>
                  <a:lnTo>
                    <a:pt x="76411" y="106679"/>
                  </a:lnTo>
                  <a:lnTo>
                    <a:pt x="76691" y="101600"/>
                  </a:lnTo>
                  <a:lnTo>
                    <a:pt x="76632" y="90169"/>
                  </a:lnTo>
                  <a:lnTo>
                    <a:pt x="64589" y="52069"/>
                  </a:lnTo>
                  <a:lnTo>
                    <a:pt x="55509" y="45719"/>
                  </a:lnTo>
                  <a:close/>
                </a:path>
                <a:path w="402589" h="417830">
                  <a:moveTo>
                    <a:pt x="185116" y="29289"/>
                  </a:moveTo>
                  <a:lnTo>
                    <a:pt x="184711" y="29289"/>
                  </a:lnTo>
                  <a:lnTo>
                    <a:pt x="184795" y="30479"/>
                  </a:lnTo>
                  <a:lnTo>
                    <a:pt x="184122" y="30479"/>
                  </a:lnTo>
                  <a:lnTo>
                    <a:pt x="201165" y="49529"/>
                  </a:lnTo>
                  <a:lnTo>
                    <a:pt x="202303" y="48259"/>
                  </a:lnTo>
                  <a:lnTo>
                    <a:pt x="201191" y="48259"/>
                  </a:lnTo>
                  <a:lnTo>
                    <a:pt x="186125" y="30479"/>
                  </a:lnTo>
                  <a:lnTo>
                    <a:pt x="184795" y="30479"/>
                  </a:lnTo>
                  <a:lnTo>
                    <a:pt x="184711" y="29289"/>
                  </a:lnTo>
                  <a:lnTo>
                    <a:pt x="185116" y="29289"/>
                  </a:lnTo>
                  <a:close/>
                </a:path>
                <a:path w="402589" h="417830">
                  <a:moveTo>
                    <a:pt x="217643" y="29289"/>
                  </a:moveTo>
                  <a:lnTo>
                    <a:pt x="217265" y="29289"/>
                  </a:lnTo>
                  <a:lnTo>
                    <a:pt x="201191" y="48259"/>
                  </a:lnTo>
                  <a:lnTo>
                    <a:pt x="202303" y="48259"/>
                  </a:lnTo>
                  <a:lnTo>
                    <a:pt x="218234" y="30479"/>
                  </a:lnTo>
                  <a:lnTo>
                    <a:pt x="217548" y="30479"/>
                  </a:lnTo>
                  <a:lnTo>
                    <a:pt x="217643" y="29289"/>
                  </a:lnTo>
                  <a:close/>
                </a:path>
                <a:path w="402589" h="417830">
                  <a:moveTo>
                    <a:pt x="42466" y="36865"/>
                  </a:moveTo>
                  <a:lnTo>
                    <a:pt x="39074" y="36865"/>
                  </a:lnTo>
                  <a:lnTo>
                    <a:pt x="36306" y="39369"/>
                  </a:lnTo>
                  <a:lnTo>
                    <a:pt x="32623" y="43179"/>
                  </a:lnTo>
                  <a:lnTo>
                    <a:pt x="31099" y="46838"/>
                  </a:lnTo>
                  <a:lnTo>
                    <a:pt x="31036" y="46989"/>
                  </a:lnTo>
                  <a:lnTo>
                    <a:pt x="32535" y="46989"/>
                  </a:lnTo>
                  <a:lnTo>
                    <a:pt x="32984" y="46838"/>
                  </a:lnTo>
                  <a:lnTo>
                    <a:pt x="32369" y="45719"/>
                  </a:lnTo>
                  <a:lnTo>
                    <a:pt x="32204" y="45719"/>
                  </a:lnTo>
                  <a:lnTo>
                    <a:pt x="33653" y="45240"/>
                  </a:lnTo>
                  <a:lnTo>
                    <a:pt x="34262" y="44450"/>
                  </a:lnTo>
                  <a:lnTo>
                    <a:pt x="37627" y="40639"/>
                  </a:lnTo>
                  <a:lnTo>
                    <a:pt x="40002" y="39369"/>
                  </a:lnTo>
                  <a:lnTo>
                    <a:pt x="42961" y="38100"/>
                  </a:lnTo>
                  <a:lnTo>
                    <a:pt x="42590" y="37199"/>
                  </a:lnTo>
                  <a:lnTo>
                    <a:pt x="42466" y="36865"/>
                  </a:lnTo>
                  <a:close/>
                </a:path>
                <a:path w="402589" h="417830">
                  <a:moveTo>
                    <a:pt x="33653" y="45240"/>
                  </a:moveTo>
                  <a:lnTo>
                    <a:pt x="32204" y="45719"/>
                  </a:lnTo>
                  <a:lnTo>
                    <a:pt x="32369" y="45719"/>
                  </a:lnTo>
                  <a:lnTo>
                    <a:pt x="32984" y="46838"/>
                  </a:lnTo>
                  <a:lnTo>
                    <a:pt x="33284" y="45719"/>
                  </a:lnTo>
                  <a:lnTo>
                    <a:pt x="33653" y="45240"/>
                  </a:lnTo>
                  <a:close/>
                </a:path>
                <a:path w="402589" h="417830">
                  <a:moveTo>
                    <a:pt x="49819" y="44450"/>
                  </a:moveTo>
                  <a:lnTo>
                    <a:pt x="36040" y="44450"/>
                  </a:lnTo>
                  <a:lnTo>
                    <a:pt x="33653" y="45240"/>
                  </a:lnTo>
                  <a:lnTo>
                    <a:pt x="33284" y="45719"/>
                  </a:lnTo>
                  <a:lnTo>
                    <a:pt x="33094" y="46838"/>
                  </a:lnTo>
                  <a:lnTo>
                    <a:pt x="36294" y="45719"/>
                  </a:lnTo>
                  <a:lnTo>
                    <a:pt x="55509" y="45719"/>
                  </a:lnTo>
                  <a:lnTo>
                    <a:pt x="49819" y="44450"/>
                  </a:lnTo>
                  <a:close/>
                </a:path>
                <a:path w="402589" h="417830">
                  <a:moveTo>
                    <a:pt x="366697" y="44450"/>
                  </a:moveTo>
                  <a:lnTo>
                    <a:pt x="366710" y="45719"/>
                  </a:lnTo>
                  <a:lnTo>
                    <a:pt x="367192" y="45719"/>
                  </a:lnTo>
                  <a:lnTo>
                    <a:pt x="366697" y="44450"/>
                  </a:lnTo>
                  <a:close/>
                </a:path>
                <a:path w="402589" h="417830">
                  <a:moveTo>
                    <a:pt x="366748" y="44450"/>
                  </a:moveTo>
                  <a:lnTo>
                    <a:pt x="367192" y="45719"/>
                  </a:lnTo>
                  <a:lnTo>
                    <a:pt x="367472" y="45719"/>
                  </a:lnTo>
                  <a:lnTo>
                    <a:pt x="366748" y="44450"/>
                  </a:lnTo>
                  <a:close/>
                </a:path>
                <a:path w="402589" h="417830">
                  <a:moveTo>
                    <a:pt x="367548" y="44450"/>
                  </a:moveTo>
                  <a:lnTo>
                    <a:pt x="366748" y="44450"/>
                  </a:lnTo>
                  <a:lnTo>
                    <a:pt x="367472" y="45719"/>
                  </a:lnTo>
                  <a:lnTo>
                    <a:pt x="367548" y="44450"/>
                  </a:lnTo>
                  <a:close/>
                </a:path>
                <a:path w="402589" h="417830">
                  <a:moveTo>
                    <a:pt x="368246" y="44450"/>
                  </a:moveTo>
                  <a:lnTo>
                    <a:pt x="367548" y="44450"/>
                  </a:lnTo>
                  <a:lnTo>
                    <a:pt x="367472" y="45719"/>
                  </a:lnTo>
                  <a:lnTo>
                    <a:pt x="368170" y="45719"/>
                  </a:lnTo>
                  <a:lnTo>
                    <a:pt x="368246" y="44450"/>
                  </a:lnTo>
                  <a:close/>
                </a:path>
                <a:path w="402589" h="417830">
                  <a:moveTo>
                    <a:pt x="319309" y="5079"/>
                  </a:moveTo>
                  <a:lnTo>
                    <a:pt x="313116" y="5079"/>
                  </a:lnTo>
                  <a:lnTo>
                    <a:pt x="316202" y="6350"/>
                  </a:lnTo>
                  <a:lnTo>
                    <a:pt x="319215" y="7650"/>
                  </a:lnTo>
                  <a:lnTo>
                    <a:pt x="320367" y="8889"/>
                  </a:lnTo>
                  <a:lnTo>
                    <a:pt x="320990" y="8889"/>
                  </a:lnTo>
                  <a:lnTo>
                    <a:pt x="359013" y="38100"/>
                  </a:lnTo>
                  <a:lnTo>
                    <a:pt x="362773" y="40639"/>
                  </a:lnTo>
                  <a:lnTo>
                    <a:pt x="364716" y="43179"/>
                  </a:lnTo>
                  <a:lnTo>
                    <a:pt x="366227" y="44450"/>
                  </a:lnTo>
                  <a:lnTo>
                    <a:pt x="367967" y="44450"/>
                  </a:lnTo>
                  <a:lnTo>
                    <a:pt x="365694" y="41909"/>
                  </a:lnTo>
                  <a:lnTo>
                    <a:pt x="363662" y="39369"/>
                  </a:lnTo>
                  <a:lnTo>
                    <a:pt x="361750" y="38100"/>
                  </a:lnTo>
                  <a:lnTo>
                    <a:pt x="359433" y="38100"/>
                  </a:lnTo>
                  <a:lnTo>
                    <a:pt x="359732" y="37199"/>
                  </a:lnTo>
                  <a:lnTo>
                    <a:pt x="359843" y="36865"/>
                  </a:lnTo>
                  <a:lnTo>
                    <a:pt x="351668" y="30479"/>
                  </a:lnTo>
                  <a:lnTo>
                    <a:pt x="322355" y="7909"/>
                  </a:lnTo>
                  <a:lnTo>
                    <a:pt x="319309" y="5079"/>
                  </a:lnTo>
                  <a:close/>
                </a:path>
                <a:path w="402589" h="417830">
                  <a:moveTo>
                    <a:pt x="99857" y="0"/>
                  </a:moveTo>
                  <a:lnTo>
                    <a:pt x="87106" y="0"/>
                  </a:lnTo>
                  <a:lnTo>
                    <a:pt x="80336" y="7650"/>
                  </a:lnTo>
                  <a:lnTo>
                    <a:pt x="42466" y="36865"/>
                  </a:lnTo>
                  <a:lnTo>
                    <a:pt x="42923" y="38100"/>
                  </a:lnTo>
                  <a:lnTo>
                    <a:pt x="42886" y="36865"/>
                  </a:lnTo>
                  <a:lnTo>
                    <a:pt x="44816" y="36865"/>
                  </a:lnTo>
                  <a:lnTo>
                    <a:pt x="81366" y="8889"/>
                  </a:lnTo>
                  <a:lnTo>
                    <a:pt x="82134" y="7650"/>
                  </a:lnTo>
                  <a:lnTo>
                    <a:pt x="88478" y="1270"/>
                  </a:lnTo>
                  <a:lnTo>
                    <a:pt x="101750" y="1270"/>
                  </a:lnTo>
                  <a:lnTo>
                    <a:pt x="99857" y="0"/>
                  </a:lnTo>
                  <a:close/>
                </a:path>
                <a:path w="402589" h="417830">
                  <a:moveTo>
                    <a:pt x="44816" y="36865"/>
                  </a:moveTo>
                  <a:lnTo>
                    <a:pt x="42886" y="36865"/>
                  </a:lnTo>
                  <a:lnTo>
                    <a:pt x="42923" y="38100"/>
                  </a:lnTo>
                  <a:lnTo>
                    <a:pt x="43203" y="38100"/>
                  </a:lnTo>
                  <a:lnTo>
                    <a:pt x="44816" y="36865"/>
                  </a:lnTo>
                  <a:close/>
                </a:path>
                <a:path w="402589" h="417830">
                  <a:moveTo>
                    <a:pt x="359892" y="36865"/>
                  </a:moveTo>
                  <a:lnTo>
                    <a:pt x="359433" y="38100"/>
                  </a:lnTo>
                  <a:lnTo>
                    <a:pt x="361750" y="38100"/>
                  </a:lnTo>
                  <a:lnTo>
                    <a:pt x="359892" y="36865"/>
                  </a:lnTo>
                  <a:close/>
                </a:path>
                <a:path w="402589" h="417830">
                  <a:moveTo>
                    <a:pt x="101750" y="1270"/>
                  </a:moveTo>
                  <a:lnTo>
                    <a:pt x="97838" y="1270"/>
                  </a:lnTo>
                  <a:lnTo>
                    <a:pt x="99489" y="2539"/>
                  </a:lnTo>
                  <a:lnTo>
                    <a:pt x="101178" y="2539"/>
                  </a:lnTo>
                  <a:lnTo>
                    <a:pt x="102956" y="3809"/>
                  </a:lnTo>
                  <a:lnTo>
                    <a:pt x="116329" y="8889"/>
                  </a:lnTo>
                  <a:lnTo>
                    <a:pt x="128686" y="13969"/>
                  </a:lnTo>
                  <a:lnTo>
                    <a:pt x="137614" y="17779"/>
                  </a:lnTo>
                  <a:lnTo>
                    <a:pt x="145311" y="20319"/>
                  </a:lnTo>
                  <a:lnTo>
                    <a:pt x="154709" y="24129"/>
                  </a:lnTo>
                  <a:lnTo>
                    <a:pt x="161991" y="26669"/>
                  </a:lnTo>
                  <a:lnTo>
                    <a:pt x="169388" y="27939"/>
                  </a:lnTo>
                  <a:lnTo>
                    <a:pt x="176754" y="29289"/>
                  </a:lnTo>
                  <a:lnTo>
                    <a:pt x="182420" y="30479"/>
                  </a:lnTo>
                  <a:lnTo>
                    <a:pt x="184122" y="30479"/>
                  </a:lnTo>
                  <a:lnTo>
                    <a:pt x="184669" y="29289"/>
                  </a:lnTo>
                  <a:lnTo>
                    <a:pt x="182811" y="29289"/>
                  </a:lnTo>
                  <a:lnTo>
                    <a:pt x="176630" y="27939"/>
                  </a:lnTo>
                  <a:lnTo>
                    <a:pt x="169774" y="26669"/>
                  </a:lnTo>
                  <a:lnTo>
                    <a:pt x="162446" y="25400"/>
                  </a:lnTo>
                  <a:lnTo>
                    <a:pt x="155217" y="22859"/>
                  </a:lnTo>
                  <a:lnTo>
                    <a:pt x="150556" y="21589"/>
                  </a:lnTo>
                  <a:lnTo>
                    <a:pt x="143266" y="17779"/>
                  </a:lnTo>
                  <a:lnTo>
                    <a:pt x="138313" y="16509"/>
                  </a:lnTo>
                  <a:lnTo>
                    <a:pt x="136268" y="15239"/>
                  </a:lnTo>
                  <a:lnTo>
                    <a:pt x="134173" y="13969"/>
                  </a:lnTo>
                  <a:lnTo>
                    <a:pt x="125041" y="10159"/>
                  </a:lnTo>
                  <a:lnTo>
                    <a:pt x="108823" y="3809"/>
                  </a:lnTo>
                  <a:lnTo>
                    <a:pt x="101750" y="1270"/>
                  </a:lnTo>
                  <a:close/>
                </a:path>
                <a:path w="402589" h="417830">
                  <a:moveTo>
                    <a:pt x="217686" y="29289"/>
                  </a:moveTo>
                  <a:lnTo>
                    <a:pt x="217548" y="30479"/>
                  </a:lnTo>
                  <a:lnTo>
                    <a:pt x="218234" y="30479"/>
                  </a:lnTo>
                  <a:lnTo>
                    <a:pt x="217686" y="29289"/>
                  </a:lnTo>
                  <a:close/>
                </a:path>
                <a:path w="402589" h="417830">
                  <a:moveTo>
                    <a:pt x="225588" y="29289"/>
                  </a:moveTo>
                  <a:lnTo>
                    <a:pt x="217686" y="29289"/>
                  </a:lnTo>
                  <a:lnTo>
                    <a:pt x="218234" y="30479"/>
                  </a:lnTo>
                  <a:lnTo>
                    <a:pt x="219910" y="30479"/>
                  </a:lnTo>
                  <a:lnTo>
                    <a:pt x="225588" y="29289"/>
                  </a:lnTo>
                  <a:close/>
                </a:path>
                <a:path w="402589" h="417830">
                  <a:moveTo>
                    <a:pt x="317942" y="3809"/>
                  </a:moveTo>
                  <a:lnTo>
                    <a:pt x="302308" y="3809"/>
                  </a:lnTo>
                  <a:lnTo>
                    <a:pt x="298282" y="5079"/>
                  </a:lnTo>
                  <a:lnTo>
                    <a:pt x="291792" y="6350"/>
                  </a:lnTo>
                  <a:lnTo>
                    <a:pt x="276781" y="11429"/>
                  </a:lnTo>
                  <a:lnTo>
                    <a:pt x="268272" y="13969"/>
                  </a:lnTo>
                  <a:lnTo>
                    <a:pt x="266145" y="15239"/>
                  </a:lnTo>
                  <a:lnTo>
                    <a:pt x="264081" y="16509"/>
                  </a:lnTo>
                  <a:lnTo>
                    <a:pt x="259788" y="17779"/>
                  </a:lnTo>
                  <a:lnTo>
                    <a:pt x="252041" y="21589"/>
                  </a:lnTo>
                  <a:lnTo>
                    <a:pt x="235138" y="26669"/>
                  </a:lnTo>
                  <a:lnTo>
                    <a:pt x="225588" y="29289"/>
                  </a:lnTo>
                  <a:lnTo>
                    <a:pt x="225386" y="29289"/>
                  </a:lnTo>
                  <a:lnTo>
                    <a:pt x="240354" y="26669"/>
                  </a:lnTo>
                  <a:lnTo>
                    <a:pt x="247634" y="24129"/>
                  </a:lnTo>
                  <a:lnTo>
                    <a:pt x="257032" y="20319"/>
                  </a:lnTo>
                  <a:lnTo>
                    <a:pt x="264640" y="17779"/>
                  </a:lnTo>
                  <a:lnTo>
                    <a:pt x="268716" y="15239"/>
                  </a:lnTo>
                  <a:lnTo>
                    <a:pt x="277264" y="12700"/>
                  </a:lnTo>
                  <a:lnTo>
                    <a:pt x="288465" y="8889"/>
                  </a:lnTo>
                  <a:lnTo>
                    <a:pt x="294327" y="7650"/>
                  </a:lnTo>
                  <a:lnTo>
                    <a:pt x="298638" y="6350"/>
                  </a:lnTo>
                  <a:lnTo>
                    <a:pt x="302549" y="6350"/>
                  </a:lnTo>
                  <a:lnTo>
                    <a:pt x="305889" y="5079"/>
                  </a:lnTo>
                  <a:lnTo>
                    <a:pt x="319309" y="5079"/>
                  </a:lnTo>
                  <a:lnTo>
                    <a:pt x="317942" y="3809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3963971" y="1104389"/>
              <a:ext cx="182245" cy="210185"/>
            </a:xfrm>
            <a:custGeom>
              <a:avLst/>
              <a:gdLst/>
              <a:ahLst/>
              <a:cxnLst/>
              <a:rect l="l" t="t" r="r" b="b"/>
              <a:pathLst>
                <a:path w="182245" h="210184">
                  <a:moveTo>
                    <a:pt x="135229" y="0"/>
                  </a:moveTo>
                  <a:lnTo>
                    <a:pt x="0" y="0"/>
                  </a:lnTo>
                  <a:lnTo>
                    <a:pt x="0" y="209778"/>
                  </a:lnTo>
                  <a:lnTo>
                    <a:pt x="8324" y="198372"/>
                  </a:lnTo>
                  <a:lnTo>
                    <a:pt x="17973" y="190774"/>
                  </a:lnTo>
                  <a:lnTo>
                    <a:pt x="35132" y="183569"/>
                  </a:lnTo>
                  <a:lnTo>
                    <a:pt x="65989" y="173342"/>
                  </a:lnTo>
                  <a:lnTo>
                    <a:pt x="89649" y="163927"/>
                  </a:lnTo>
                  <a:lnTo>
                    <a:pt x="103778" y="156173"/>
                  </a:lnTo>
                  <a:lnTo>
                    <a:pt x="113991" y="145926"/>
                  </a:lnTo>
                  <a:lnTo>
                    <a:pt x="125907" y="129032"/>
                  </a:lnTo>
                  <a:lnTo>
                    <a:pt x="141274" y="136791"/>
                  </a:lnTo>
                  <a:lnTo>
                    <a:pt x="181952" y="88607"/>
                  </a:lnTo>
                  <a:lnTo>
                    <a:pt x="157105" y="48282"/>
                  </a:lnTo>
                  <a:lnTo>
                    <a:pt x="143956" y="25611"/>
                  </a:lnTo>
                  <a:lnTo>
                    <a:pt x="138124" y="12285"/>
                  </a:lnTo>
                  <a:lnTo>
                    <a:pt x="135229" y="0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3973855" y="1158976"/>
              <a:ext cx="57150" cy="18415"/>
            </a:xfrm>
            <a:custGeom>
              <a:avLst/>
              <a:gdLst/>
              <a:ahLst/>
              <a:cxnLst/>
              <a:rect l="l" t="t" r="r" b="b"/>
              <a:pathLst>
                <a:path w="57150" h="18415">
                  <a:moveTo>
                    <a:pt x="266" y="12052"/>
                  </a:moveTo>
                  <a:lnTo>
                    <a:pt x="12" y="12077"/>
                  </a:lnTo>
                  <a:lnTo>
                    <a:pt x="266" y="12052"/>
                  </a:lnTo>
                  <a:close/>
                </a:path>
                <a:path w="57150" h="18415">
                  <a:moveTo>
                    <a:pt x="6375" y="18161"/>
                  </a:moveTo>
                  <a:lnTo>
                    <a:pt x="6007" y="18262"/>
                  </a:lnTo>
                  <a:lnTo>
                    <a:pt x="6172" y="18262"/>
                  </a:lnTo>
                  <a:lnTo>
                    <a:pt x="6375" y="18161"/>
                  </a:lnTo>
                  <a:close/>
                </a:path>
                <a:path w="57150" h="18415">
                  <a:moveTo>
                    <a:pt x="14566" y="13296"/>
                  </a:moveTo>
                  <a:lnTo>
                    <a:pt x="14490" y="13144"/>
                  </a:lnTo>
                  <a:lnTo>
                    <a:pt x="14300" y="13220"/>
                  </a:lnTo>
                  <a:lnTo>
                    <a:pt x="14452" y="13309"/>
                  </a:lnTo>
                  <a:close/>
                </a:path>
                <a:path w="57150" h="18415">
                  <a:moveTo>
                    <a:pt x="24612" y="14770"/>
                  </a:moveTo>
                  <a:lnTo>
                    <a:pt x="24536" y="14528"/>
                  </a:lnTo>
                  <a:lnTo>
                    <a:pt x="24422" y="14795"/>
                  </a:lnTo>
                  <a:lnTo>
                    <a:pt x="24434" y="15201"/>
                  </a:lnTo>
                  <a:lnTo>
                    <a:pt x="24599" y="15430"/>
                  </a:lnTo>
                  <a:lnTo>
                    <a:pt x="24549" y="15151"/>
                  </a:lnTo>
                  <a:lnTo>
                    <a:pt x="24612" y="14770"/>
                  </a:lnTo>
                  <a:close/>
                </a:path>
                <a:path w="57150" h="18415">
                  <a:moveTo>
                    <a:pt x="25412" y="685"/>
                  </a:moveTo>
                  <a:lnTo>
                    <a:pt x="25387" y="508"/>
                  </a:lnTo>
                  <a:lnTo>
                    <a:pt x="25412" y="685"/>
                  </a:lnTo>
                  <a:close/>
                </a:path>
                <a:path w="57150" h="18415">
                  <a:moveTo>
                    <a:pt x="25527" y="15303"/>
                  </a:moveTo>
                  <a:lnTo>
                    <a:pt x="25298" y="15113"/>
                  </a:lnTo>
                  <a:lnTo>
                    <a:pt x="25336" y="15379"/>
                  </a:lnTo>
                  <a:lnTo>
                    <a:pt x="25527" y="15303"/>
                  </a:lnTo>
                  <a:close/>
                </a:path>
                <a:path w="57150" h="18415">
                  <a:moveTo>
                    <a:pt x="26352" y="14363"/>
                  </a:moveTo>
                  <a:lnTo>
                    <a:pt x="26174" y="14414"/>
                  </a:lnTo>
                  <a:lnTo>
                    <a:pt x="26174" y="14541"/>
                  </a:lnTo>
                  <a:lnTo>
                    <a:pt x="26352" y="14439"/>
                  </a:lnTo>
                  <a:close/>
                </a:path>
                <a:path w="57150" h="18415">
                  <a:moveTo>
                    <a:pt x="28384" y="76"/>
                  </a:moveTo>
                  <a:lnTo>
                    <a:pt x="28244" y="0"/>
                  </a:lnTo>
                  <a:lnTo>
                    <a:pt x="28384" y="76"/>
                  </a:lnTo>
                  <a:close/>
                </a:path>
                <a:path w="57150" h="18415">
                  <a:moveTo>
                    <a:pt x="29108" y="11226"/>
                  </a:moveTo>
                  <a:lnTo>
                    <a:pt x="28917" y="11442"/>
                  </a:lnTo>
                  <a:lnTo>
                    <a:pt x="28867" y="11252"/>
                  </a:lnTo>
                  <a:lnTo>
                    <a:pt x="28752" y="11684"/>
                  </a:lnTo>
                  <a:lnTo>
                    <a:pt x="28854" y="12344"/>
                  </a:lnTo>
                  <a:lnTo>
                    <a:pt x="28232" y="12268"/>
                  </a:lnTo>
                  <a:lnTo>
                    <a:pt x="28130" y="12598"/>
                  </a:lnTo>
                  <a:lnTo>
                    <a:pt x="28130" y="12788"/>
                  </a:lnTo>
                  <a:lnTo>
                    <a:pt x="28282" y="13322"/>
                  </a:lnTo>
                  <a:lnTo>
                    <a:pt x="28702" y="13055"/>
                  </a:lnTo>
                  <a:lnTo>
                    <a:pt x="28867" y="12598"/>
                  </a:lnTo>
                  <a:lnTo>
                    <a:pt x="29044" y="11849"/>
                  </a:lnTo>
                  <a:lnTo>
                    <a:pt x="29006" y="11404"/>
                  </a:lnTo>
                  <a:lnTo>
                    <a:pt x="29108" y="11226"/>
                  </a:lnTo>
                  <a:close/>
                </a:path>
                <a:path w="57150" h="18415">
                  <a:moveTo>
                    <a:pt x="29527" y="0"/>
                  </a:moveTo>
                  <a:lnTo>
                    <a:pt x="29375" y="76"/>
                  </a:lnTo>
                  <a:lnTo>
                    <a:pt x="29527" y="177"/>
                  </a:lnTo>
                  <a:lnTo>
                    <a:pt x="29527" y="0"/>
                  </a:lnTo>
                  <a:close/>
                </a:path>
                <a:path w="57150" h="18415">
                  <a:moveTo>
                    <a:pt x="31648" y="13398"/>
                  </a:moveTo>
                  <a:lnTo>
                    <a:pt x="31534" y="13157"/>
                  </a:lnTo>
                  <a:lnTo>
                    <a:pt x="31432" y="12954"/>
                  </a:lnTo>
                  <a:lnTo>
                    <a:pt x="31140" y="12928"/>
                  </a:lnTo>
                  <a:lnTo>
                    <a:pt x="31140" y="13677"/>
                  </a:lnTo>
                  <a:lnTo>
                    <a:pt x="31254" y="13525"/>
                  </a:lnTo>
                  <a:lnTo>
                    <a:pt x="31356" y="13246"/>
                  </a:lnTo>
                  <a:lnTo>
                    <a:pt x="31648" y="13398"/>
                  </a:lnTo>
                  <a:close/>
                </a:path>
                <a:path w="57150" h="18415">
                  <a:moveTo>
                    <a:pt x="31800" y="10706"/>
                  </a:moveTo>
                  <a:lnTo>
                    <a:pt x="31775" y="10528"/>
                  </a:lnTo>
                  <a:lnTo>
                    <a:pt x="31724" y="10769"/>
                  </a:lnTo>
                  <a:close/>
                </a:path>
                <a:path w="57150" h="18415">
                  <a:moveTo>
                    <a:pt x="32486" y="13106"/>
                  </a:moveTo>
                  <a:lnTo>
                    <a:pt x="32448" y="13284"/>
                  </a:lnTo>
                  <a:lnTo>
                    <a:pt x="32486" y="13106"/>
                  </a:lnTo>
                  <a:close/>
                </a:path>
                <a:path w="57150" h="18415">
                  <a:moveTo>
                    <a:pt x="33045" y="17983"/>
                  </a:moveTo>
                  <a:lnTo>
                    <a:pt x="32905" y="18046"/>
                  </a:lnTo>
                  <a:lnTo>
                    <a:pt x="33045" y="17983"/>
                  </a:lnTo>
                  <a:close/>
                </a:path>
                <a:path w="57150" h="18415">
                  <a:moveTo>
                    <a:pt x="35179" y="14046"/>
                  </a:moveTo>
                  <a:lnTo>
                    <a:pt x="35052" y="13677"/>
                  </a:lnTo>
                  <a:lnTo>
                    <a:pt x="35013" y="13919"/>
                  </a:lnTo>
                  <a:lnTo>
                    <a:pt x="35179" y="14046"/>
                  </a:lnTo>
                  <a:close/>
                </a:path>
                <a:path w="57150" h="18415">
                  <a:moveTo>
                    <a:pt x="35814" y="5422"/>
                  </a:moveTo>
                  <a:lnTo>
                    <a:pt x="35648" y="5435"/>
                  </a:lnTo>
                  <a:lnTo>
                    <a:pt x="35763" y="5600"/>
                  </a:lnTo>
                  <a:lnTo>
                    <a:pt x="35814" y="5422"/>
                  </a:lnTo>
                  <a:close/>
                </a:path>
                <a:path w="57150" h="18415">
                  <a:moveTo>
                    <a:pt x="36156" y="7150"/>
                  </a:moveTo>
                  <a:lnTo>
                    <a:pt x="36156" y="7467"/>
                  </a:lnTo>
                  <a:lnTo>
                    <a:pt x="36156" y="7150"/>
                  </a:lnTo>
                  <a:close/>
                </a:path>
                <a:path w="57150" h="18415">
                  <a:moveTo>
                    <a:pt x="37947" y="12661"/>
                  </a:moveTo>
                  <a:lnTo>
                    <a:pt x="37807" y="13093"/>
                  </a:lnTo>
                  <a:lnTo>
                    <a:pt x="37947" y="12661"/>
                  </a:lnTo>
                  <a:close/>
                </a:path>
                <a:path w="57150" h="18415">
                  <a:moveTo>
                    <a:pt x="38544" y="13208"/>
                  </a:moveTo>
                  <a:lnTo>
                    <a:pt x="38404" y="13208"/>
                  </a:lnTo>
                  <a:lnTo>
                    <a:pt x="38544" y="13309"/>
                  </a:lnTo>
                  <a:close/>
                </a:path>
                <a:path w="57150" h="18415">
                  <a:moveTo>
                    <a:pt x="38849" y="12915"/>
                  </a:moveTo>
                  <a:lnTo>
                    <a:pt x="38798" y="12700"/>
                  </a:lnTo>
                  <a:lnTo>
                    <a:pt x="38671" y="12814"/>
                  </a:lnTo>
                  <a:lnTo>
                    <a:pt x="38849" y="12915"/>
                  </a:lnTo>
                  <a:close/>
                </a:path>
                <a:path w="57150" h="18415">
                  <a:moveTo>
                    <a:pt x="39649" y="8470"/>
                  </a:moveTo>
                  <a:lnTo>
                    <a:pt x="39611" y="8343"/>
                  </a:lnTo>
                  <a:lnTo>
                    <a:pt x="39433" y="8369"/>
                  </a:lnTo>
                  <a:lnTo>
                    <a:pt x="39649" y="8470"/>
                  </a:lnTo>
                  <a:close/>
                </a:path>
                <a:path w="57150" h="18415">
                  <a:moveTo>
                    <a:pt x="39763" y="13779"/>
                  </a:moveTo>
                  <a:lnTo>
                    <a:pt x="39560" y="13703"/>
                  </a:lnTo>
                  <a:lnTo>
                    <a:pt x="39331" y="13665"/>
                  </a:lnTo>
                  <a:lnTo>
                    <a:pt x="39154" y="13563"/>
                  </a:lnTo>
                  <a:lnTo>
                    <a:pt x="39192" y="13766"/>
                  </a:lnTo>
                  <a:lnTo>
                    <a:pt x="39687" y="13830"/>
                  </a:lnTo>
                  <a:close/>
                </a:path>
                <a:path w="57150" h="18415">
                  <a:moveTo>
                    <a:pt x="40830" y="13309"/>
                  </a:moveTo>
                  <a:lnTo>
                    <a:pt x="40690" y="13360"/>
                  </a:lnTo>
                  <a:lnTo>
                    <a:pt x="40830" y="13309"/>
                  </a:lnTo>
                  <a:close/>
                </a:path>
                <a:path w="57150" h="18415">
                  <a:moveTo>
                    <a:pt x="41224" y="4279"/>
                  </a:moveTo>
                  <a:lnTo>
                    <a:pt x="41084" y="4165"/>
                  </a:lnTo>
                  <a:lnTo>
                    <a:pt x="40932" y="4394"/>
                  </a:lnTo>
                  <a:lnTo>
                    <a:pt x="41224" y="4279"/>
                  </a:lnTo>
                  <a:close/>
                </a:path>
                <a:path w="57150" h="18415">
                  <a:moveTo>
                    <a:pt x="41833" y="16713"/>
                  </a:moveTo>
                  <a:lnTo>
                    <a:pt x="41643" y="15582"/>
                  </a:lnTo>
                  <a:lnTo>
                    <a:pt x="41224" y="14643"/>
                  </a:lnTo>
                  <a:lnTo>
                    <a:pt x="41300" y="13779"/>
                  </a:lnTo>
                  <a:lnTo>
                    <a:pt x="41109" y="13779"/>
                  </a:lnTo>
                  <a:lnTo>
                    <a:pt x="41249" y="14871"/>
                  </a:lnTo>
                  <a:lnTo>
                    <a:pt x="41490" y="15836"/>
                  </a:lnTo>
                  <a:lnTo>
                    <a:pt x="41833" y="16713"/>
                  </a:lnTo>
                  <a:close/>
                </a:path>
                <a:path w="57150" h="18415">
                  <a:moveTo>
                    <a:pt x="44145" y="9258"/>
                  </a:moveTo>
                  <a:lnTo>
                    <a:pt x="43865" y="9182"/>
                  </a:lnTo>
                  <a:lnTo>
                    <a:pt x="43726" y="9067"/>
                  </a:lnTo>
                  <a:lnTo>
                    <a:pt x="43903" y="9296"/>
                  </a:lnTo>
                  <a:lnTo>
                    <a:pt x="44145" y="9258"/>
                  </a:lnTo>
                  <a:close/>
                </a:path>
                <a:path w="57150" h="18415">
                  <a:moveTo>
                    <a:pt x="45199" y="16865"/>
                  </a:moveTo>
                  <a:lnTo>
                    <a:pt x="44996" y="16979"/>
                  </a:lnTo>
                  <a:lnTo>
                    <a:pt x="45034" y="17297"/>
                  </a:lnTo>
                  <a:lnTo>
                    <a:pt x="45148" y="16916"/>
                  </a:lnTo>
                  <a:close/>
                </a:path>
                <a:path w="57150" h="18415">
                  <a:moveTo>
                    <a:pt x="45605" y="5308"/>
                  </a:moveTo>
                  <a:lnTo>
                    <a:pt x="45415" y="5168"/>
                  </a:lnTo>
                  <a:lnTo>
                    <a:pt x="45199" y="5194"/>
                  </a:lnTo>
                  <a:lnTo>
                    <a:pt x="45605" y="5308"/>
                  </a:lnTo>
                  <a:close/>
                </a:path>
                <a:path w="57150" h="18415">
                  <a:moveTo>
                    <a:pt x="45885" y="16916"/>
                  </a:moveTo>
                  <a:lnTo>
                    <a:pt x="45681" y="16306"/>
                  </a:lnTo>
                  <a:lnTo>
                    <a:pt x="45440" y="16510"/>
                  </a:lnTo>
                  <a:lnTo>
                    <a:pt x="45199" y="16865"/>
                  </a:lnTo>
                  <a:lnTo>
                    <a:pt x="45580" y="16497"/>
                  </a:lnTo>
                  <a:lnTo>
                    <a:pt x="45885" y="16916"/>
                  </a:lnTo>
                  <a:close/>
                </a:path>
                <a:path w="57150" h="18415">
                  <a:moveTo>
                    <a:pt x="45923" y="5067"/>
                  </a:moveTo>
                  <a:lnTo>
                    <a:pt x="45745" y="4927"/>
                  </a:lnTo>
                  <a:lnTo>
                    <a:pt x="45745" y="5067"/>
                  </a:lnTo>
                  <a:lnTo>
                    <a:pt x="45923" y="5067"/>
                  </a:lnTo>
                  <a:close/>
                </a:path>
                <a:path w="57150" h="18415">
                  <a:moveTo>
                    <a:pt x="46342" y="5422"/>
                  </a:moveTo>
                  <a:lnTo>
                    <a:pt x="46316" y="5270"/>
                  </a:lnTo>
                  <a:lnTo>
                    <a:pt x="45999" y="5397"/>
                  </a:lnTo>
                  <a:lnTo>
                    <a:pt x="46342" y="5422"/>
                  </a:lnTo>
                  <a:close/>
                </a:path>
                <a:path w="57150" h="18415">
                  <a:moveTo>
                    <a:pt x="46888" y="6019"/>
                  </a:moveTo>
                  <a:lnTo>
                    <a:pt x="46558" y="6057"/>
                  </a:lnTo>
                  <a:lnTo>
                    <a:pt x="46888" y="6019"/>
                  </a:lnTo>
                  <a:close/>
                </a:path>
                <a:path w="57150" h="18415">
                  <a:moveTo>
                    <a:pt x="51231" y="11480"/>
                  </a:moveTo>
                  <a:lnTo>
                    <a:pt x="50965" y="11226"/>
                  </a:lnTo>
                  <a:lnTo>
                    <a:pt x="51168" y="11620"/>
                  </a:lnTo>
                  <a:lnTo>
                    <a:pt x="51231" y="11480"/>
                  </a:lnTo>
                  <a:close/>
                </a:path>
                <a:path w="57150" h="18415">
                  <a:moveTo>
                    <a:pt x="51269" y="13208"/>
                  </a:moveTo>
                  <a:lnTo>
                    <a:pt x="51193" y="13385"/>
                  </a:lnTo>
                  <a:lnTo>
                    <a:pt x="51269" y="13208"/>
                  </a:lnTo>
                  <a:close/>
                </a:path>
                <a:path w="57150" h="18415">
                  <a:moveTo>
                    <a:pt x="52044" y="5308"/>
                  </a:moveTo>
                  <a:lnTo>
                    <a:pt x="51943" y="5067"/>
                  </a:lnTo>
                  <a:lnTo>
                    <a:pt x="51777" y="5105"/>
                  </a:lnTo>
                  <a:lnTo>
                    <a:pt x="51727" y="5359"/>
                  </a:lnTo>
                  <a:lnTo>
                    <a:pt x="52044" y="5308"/>
                  </a:lnTo>
                  <a:close/>
                </a:path>
                <a:path w="57150" h="18415">
                  <a:moveTo>
                    <a:pt x="52336" y="16649"/>
                  </a:moveTo>
                  <a:lnTo>
                    <a:pt x="52095" y="16649"/>
                  </a:lnTo>
                  <a:lnTo>
                    <a:pt x="52336" y="16878"/>
                  </a:lnTo>
                  <a:lnTo>
                    <a:pt x="52336" y="16649"/>
                  </a:lnTo>
                  <a:close/>
                </a:path>
                <a:path w="57150" h="18415">
                  <a:moveTo>
                    <a:pt x="54521" y="14249"/>
                  </a:moveTo>
                  <a:lnTo>
                    <a:pt x="54381" y="14287"/>
                  </a:lnTo>
                  <a:lnTo>
                    <a:pt x="54406" y="14414"/>
                  </a:lnTo>
                  <a:lnTo>
                    <a:pt x="54521" y="14249"/>
                  </a:lnTo>
                  <a:close/>
                </a:path>
                <a:path w="57150" h="18415">
                  <a:moveTo>
                    <a:pt x="54698" y="9791"/>
                  </a:moveTo>
                  <a:lnTo>
                    <a:pt x="54444" y="9728"/>
                  </a:lnTo>
                  <a:lnTo>
                    <a:pt x="54571" y="9969"/>
                  </a:lnTo>
                  <a:lnTo>
                    <a:pt x="54457" y="9779"/>
                  </a:lnTo>
                  <a:lnTo>
                    <a:pt x="54660" y="9931"/>
                  </a:lnTo>
                  <a:lnTo>
                    <a:pt x="54698" y="9791"/>
                  </a:lnTo>
                  <a:close/>
                </a:path>
                <a:path w="57150" h="18415">
                  <a:moveTo>
                    <a:pt x="55562" y="8356"/>
                  </a:moveTo>
                  <a:lnTo>
                    <a:pt x="55422" y="8115"/>
                  </a:lnTo>
                  <a:lnTo>
                    <a:pt x="55384" y="8331"/>
                  </a:lnTo>
                  <a:lnTo>
                    <a:pt x="55562" y="8356"/>
                  </a:lnTo>
                  <a:close/>
                </a:path>
                <a:path w="57150" h="18415">
                  <a:moveTo>
                    <a:pt x="55829" y="8242"/>
                  </a:moveTo>
                  <a:lnTo>
                    <a:pt x="55689" y="8077"/>
                  </a:lnTo>
                  <a:lnTo>
                    <a:pt x="55740" y="8293"/>
                  </a:lnTo>
                  <a:close/>
                </a:path>
                <a:path w="57150" h="18415">
                  <a:moveTo>
                    <a:pt x="56337" y="18008"/>
                  </a:moveTo>
                  <a:lnTo>
                    <a:pt x="55803" y="18135"/>
                  </a:lnTo>
                  <a:lnTo>
                    <a:pt x="55994" y="18122"/>
                  </a:lnTo>
                  <a:lnTo>
                    <a:pt x="56210" y="18122"/>
                  </a:lnTo>
                  <a:lnTo>
                    <a:pt x="56337" y="18008"/>
                  </a:lnTo>
                  <a:close/>
                </a:path>
                <a:path w="57150" h="18415">
                  <a:moveTo>
                    <a:pt x="56578" y="5245"/>
                  </a:moveTo>
                  <a:lnTo>
                    <a:pt x="56095" y="5270"/>
                  </a:lnTo>
                  <a:lnTo>
                    <a:pt x="56489" y="5397"/>
                  </a:lnTo>
                  <a:lnTo>
                    <a:pt x="56578" y="52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3979862" y="1177137"/>
              <a:ext cx="48895" cy="28575"/>
            </a:xfrm>
            <a:custGeom>
              <a:avLst/>
              <a:gdLst/>
              <a:ahLst/>
              <a:cxnLst/>
              <a:rect l="l" t="t" r="r" b="b"/>
              <a:pathLst>
                <a:path w="48895" h="28575">
                  <a:moveTo>
                    <a:pt x="368" y="0"/>
                  </a:moveTo>
                  <a:lnTo>
                    <a:pt x="0" y="101"/>
                  </a:lnTo>
                  <a:lnTo>
                    <a:pt x="165" y="101"/>
                  </a:lnTo>
                  <a:lnTo>
                    <a:pt x="368" y="0"/>
                  </a:lnTo>
                  <a:close/>
                </a:path>
                <a:path w="48895" h="28575">
                  <a:moveTo>
                    <a:pt x="5600" y="5664"/>
                  </a:moveTo>
                  <a:lnTo>
                    <a:pt x="5448" y="5816"/>
                  </a:lnTo>
                  <a:lnTo>
                    <a:pt x="5600" y="5778"/>
                  </a:lnTo>
                  <a:close/>
                </a:path>
                <a:path w="48895" h="28575">
                  <a:moveTo>
                    <a:pt x="11417" y="11290"/>
                  </a:moveTo>
                  <a:lnTo>
                    <a:pt x="11163" y="11391"/>
                  </a:lnTo>
                  <a:lnTo>
                    <a:pt x="11353" y="11341"/>
                  </a:lnTo>
                  <a:close/>
                </a:path>
                <a:path w="48895" h="28575">
                  <a:moveTo>
                    <a:pt x="15354" y="24155"/>
                  </a:moveTo>
                  <a:lnTo>
                    <a:pt x="15290" y="24015"/>
                  </a:lnTo>
                  <a:lnTo>
                    <a:pt x="15163" y="24066"/>
                  </a:lnTo>
                  <a:lnTo>
                    <a:pt x="15036" y="24218"/>
                  </a:lnTo>
                  <a:lnTo>
                    <a:pt x="15125" y="24345"/>
                  </a:lnTo>
                  <a:lnTo>
                    <a:pt x="15354" y="24155"/>
                  </a:lnTo>
                  <a:close/>
                </a:path>
                <a:path w="48895" h="28575">
                  <a:moveTo>
                    <a:pt x="16764" y="19786"/>
                  </a:moveTo>
                  <a:lnTo>
                    <a:pt x="16471" y="19723"/>
                  </a:lnTo>
                  <a:lnTo>
                    <a:pt x="16471" y="19850"/>
                  </a:lnTo>
                  <a:lnTo>
                    <a:pt x="16598" y="19875"/>
                  </a:lnTo>
                  <a:lnTo>
                    <a:pt x="16764" y="19786"/>
                  </a:lnTo>
                  <a:close/>
                </a:path>
                <a:path w="48895" h="28575">
                  <a:moveTo>
                    <a:pt x="16802" y="24104"/>
                  </a:moveTo>
                  <a:lnTo>
                    <a:pt x="16751" y="23901"/>
                  </a:lnTo>
                  <a:lnTo>
                    <a:pt x="16713" y="24041"/>
                  </a:lnTo>
                  <a:close/>
                </a:path>
                <a:path w="48895" h="28575">
                  <a:moveTo>
                    <a:pt x="16852" y="24726"/>
                  </a:moveTo>
                  <a:lnTo>
                    <a:pt x="16713" y="24726"/>
                  </a:lnTo>
                  <a:lnTo>
                    <a:pt x="16751" y="24866"/>
                  </a:lnTo>
                  <a:lnTo>
                    <a:pt x="16852" y="24726"/>
                  </a:lnTo>
                  <a:close/>
                </a:path>
                <a:path w="48895" h="28575">
                  <a:moveTo>
                    <a:pt x="17310" y="23152"/>
                  </a:moveTo>
                  <a:lnTo>
                    <a:pt x="17233" y="23368"/>
                  </a:lnTo>
                  <a:lnTo>
                    <a:pt x="17310" y="23152"/>
                  </a:lnTo>
                  <a:close/>
                </a:path>
                <a:path w="48895" h="28575">
                  <a:moveTo>
                    <a:pt x="17386" y="23431"/>
                  </a:moveTo>
                  <a:lnTo>
                    <a:pt x="17348" y="23761"/>
                  </a:lnTo>
                  <a:lnTo>
                    <a:pt x="17386" y="23431"/>
                  </a:lnTo>
                  <a:close/>
                </a:path>
                <a:path w="48895" h="28575">
                  <a:moveTo>
                    <a:pt x="18148" y="24587"/>
                  </a:moveTo>
                  <a:lnTo>
                    <a:pt x="18046" y="24345"/>
                  </a:lnTo>
                  <a:lnTo>
                    <a:pt x="17995" y="24523"/>
                  </a:lnTo>
                  <a:lnTo>
                    <a:pt x="18148" y="24587"/>
                  </a:lnTo>
                  <a:close/>
                </a:path>
                <a:path w="48895" h="28575">
                  <a:moveTo>
                    <a:pt x="18211" y="24155"/>
                  </a:moveTo>
                  <a:lnTo>
                    <a:pt x="17995" y="24041"/>
                  </a:lnTo>
                  <a:lnTo>
                    <a:pt x="18046" y="24180"/>
                  </a:lnTo>
                  <a:lnTo>
                    <a:pt x="18211" y="24155"/>
                  </a:lnTo>
                  <a:close/>
                </a:path>
                <a:path w="48895" h="28575">
                  <a:moveTo>
                    <a:pt x="18656" y="20599"/>
                  </a:moveTo>
                  <a:lnTo>
                    <a:pt x="18453" y="20599"/>
                  </a:lnTo>
                  <a:lnTo>
                    <a:pt x="18173" y="20548"/>
                  </a:lnTo>
                  <a:lnTo>
                    <a:pt x="18021" y="20624"/>
                  </a:lnTo>
                  <a:lnTo>
                    <a:pt x="18656" y="20599"/>
                  </a:lnTo>
                  <a:close/>
                </a:path>
                <a:path w="48895" h="28575">
                  <a:moveTo>
                    <a:pt x="18681" y="22263"/>
                  </a:moveTo>
                  <a:lnTo>
                    <a:pt x="18567" y="22136"/>
                  </a:lnTo>
                  <a:lnTo>
                    <a:pt x="18630" y="22466"/>
                  </a:lnTo>
                  <a:lnTo>
                    <a:pt x="18681" y="22263"/>
                  </a:lnTo>
                  <a:close/>
                </a:path>
                <a:path w="48895" h="28575">
                  <a:moveTo>
                    <a:pt x="18681" y="10439"/>
                  </a:moveTo>
                  <a:lnTo>
                    <a:pt x="18491" y="10515"/>
                  </a:lnTo>
                  <a:lnTo>
                    <a:pt x="18643" y="10591"/>
                  </a:lnTo>
                  <a:lnTo>
                    <a:pt x="18681" y="10439"/>
                  </a:lnTo>
                  <a:close/>
                </a:path>
                <a:path w="48895" h="28575">
                  <a:moveTo>
                    <a:pt x="19456" y="8572"/>
                  </a:moveTo>
                  <a:lnTo>
                    <a:pt x="19392" y="7975"/>
                  </a:lnTo>
                  <a:lnTo>
                    <a:pt x="19392" y="7315"/>
                  </a:lnTo>
                  <a:lnTo>
                    <a:pt x="19278" y="6642"/>
                  </a:lnTo>
                  <a:lnTo>
                    <a:pt x="19304" y="7277"/>
                  </a:lnTo>
                  <a:lnTo>
                    <a:pt x="19291" y="7899"/>
                  </a:lnTo>
                  <a:lnTo>
                    <a:pt x="19456" y="8572"/>
                  </a:lnTo>
                  <a:close/>
                </a:path>
                <a:path w="48895" h="28575">
                  <a:moveTo>
                    <a:pt x="19494" y="24942"/>
                  </a:moveTo>
                  <a:lnTo>
                    <a:pt x="19418" y="24638"/>
                  </a:lnTo>
                  <a:lnTo>
                    <a:pt x="19227" y="25019"/>
                  </a:lnTo>
                  <a:lnTo>
                    <a:pt x="19418" y="24942"/>
                  </a:lnTo>
                  <a:close/>
                </a:path>
                <a:path w="48895" h="28575">
                  <a:moveTo>
                    <a:pt x="20091" y="24371"/>
                  </a:moveTo>
                  <a:lnTo>
                    <a:pt x="19913" y="24523"/>
                  </a:lnTo>
                  <a:lnTo>
                    <a:pt x="20091" y="24371"/>
                  </a:lnTo>
                  <a:close/>
                </a:path>
                <a:path w="48895" h="28575">
                  <a:moveTo>
                    <a:pt x="20091" y="2730"/>
                  </a:moveTo>
                  <a:lnTo>
                    <a:pt x="19913" y="2794"/>
                  </a:lnTo>
                  <a:lnTo>
                    <a:pt x="20053" y="2908"/>
                  </a:lnTo>
                  <a:lnTo>
                    <a:pt x="20091" y="2730"/>
                  </a:lnTo>
                  <a:close/>
                </a:path>
                <a:path w="48895" h="28575">
                  <a:moveTo>
                    <a:pt x="20269" y="20599"/>
                  </a:moveTo>
                  <a:lnTo>
                    <a:pt x="19900" y="20650"/>
                  </a:lnTo>
                  <a:lnTo>
                    <a:pt x="19227" y="20535"/>
                  </a:lnTo>
                  <a:lnTo>
                    <a:pt x="18923" y="20675"/>
                  </a:lnTo>
                  <a:lnTo>
                    <a:pt x="19265" y="20650"/>
                  </a:lnTo>
                  <a:lnTo>
                    <a:pt x="19837" y="20751"/>
                  </a:lnTo>
                  <a:lnTo>
                    <a:pt x="20269" y="20599"/>
                  </a:lnTo>
                  <a:close/>
                </a:path>
                <a:path w="48895" h="28575">
                  <a:moveTo>
                    <a:pt x="22479" y="5791"/>
                  </a:moveTo>
                  <a:lnTo>
                    <a:pt x="22339" y="5854"/>
                  </a:lnTo>
                  <a:lnTo>
                    <a:pt x="22225" y="6896"/>
                  </a:lnTo>
                  <a:lnTo>
                    <a:pt x="22212" y="8026"/>
                  </a:lnTo>
                  <a:lnTo>
                    <a:pt x="22301" y="8839"/>
                  </a:lnTo>
                  <a:lnTo>
                    <a:pt x="22313" y="7632"/>
                  </a:lnTo>
                  <a:lnTo>
                    <a:pt x="22364" y="6985"/>
                  </a:lnTo>
                  <a:lnTo>
                    <a:pt x="22479" y="5816"/>
                  </a:lnTo>
                  <a:close/>
                </a:path>
                <a:path w="48895" h="28575">
                  <a:moveTo>
                    <a:pt x="23063" y="2654"/>
                  </a:moveTo>
                  <a:lnTo>
                    <a:pt x="22771" y="2578"/>
                  </a:lnTo>
                  <a:lnTo>
                    <a:pt x="22745" y="2743"/>
                  </a:lnTo>
                  <a:lnTo>
                    <a:pt x="22923" y="2870"/>
                  </a:lnTo>
                  <a:lnTo>
                    <a:pt x="22948" y="2679"/>
                  </a:lnTo>
                  <a:close/>
                </a:path>
                <a:path w="48895" h="28575">
                  <a:moveTo>
                    <a:pt x="26187" y="14859"/>
                  </a:moveTo>
                  <a:lnTo>
                    <a:pt x="26047" y="15214"/>
                  </a:lnTo>
                  <a:lnTo>
                    <a:pt x="26187" y="15201"/>
                  </a:lnTo>
                  <a:lnTo>
                    <a:pt x="26187" y="14859"/>
                  </a:lnTo>
                  <a:close/>
                </a:path>
                <a:path w="48895" h="28575">
                  <a:moveTo>
                    <a:pt x="27114" y="6248"/>
                  </a:moveTo>
                  <a:lnTo>
                    <a:pt x="26962" y="6248"/>
                  </a:lnTo>
                  <a:lnTo>
                    <a:pt x="27076" y="6388"/>
                  </a:lnTo>
                  <a:lnTo>
                    <a:pt x="27114" y="6248"/>
                  </a:lnTo>
                  <a:close/>
                </a:path>
                <a:path w="48895" h="28575">
                  <a:moveTo>
                    <a:pt x="27546" y="10845"/>
                  </a:moveTo>
                  <a:lnTo>
                    <a:pt x="27305" y="10985"/>
                  </a:lnTo>
                  <a:lnTo>
                    <a:pt x="27432" y="11087"/>
                  </a:lnTo>
                  <a:lnTo>
                    <a:pt x="27546" y="10845"/>
                  </a:lnTo>
                  <a:close/>
                </a:path>
                <a:path w="48895" h="28575">
                  <a:moveTo>
                    <a:pt x="28511" y="18592"/>
                  </a:moveTo>
                  <a:lnTo>
                    <a:pt x="28295" y="17068"/>
                  </a:lnTo>
                  <a:lnTo>
                    <a:pt x="28079" y="15062"/>
                  </a:lnTo>
                  <a:lnTo>
                    <a:pt x="28079" y="13385"/>
                  </a:lnTo>
                  <a:lnTo>
                    <a:pt x="28041" y="15201"/>
                  </a:lnTo>
                  <a:lnTo>
                    <a:pt x="28181" y="17056"/>
                  </a:lnTo>
                  <a:lnTo>
                    <a:pt x="28511" y="18592"/>
                  </a:lnTo>
                  <a:close/>
                </a:path>
                <a:path w="48895" h="28575">
                  <a:moveTo>
                    <a:pt x="31140" y="13093"/>
                  </a:moveTo>
                  <a:lnTo>
                    <a:pt x="30924" y="13131"/>
                  </a:lnTo>
                  <a:lnTo>
                    <a:pt x="30962" y="13271"/>
                  </a:lnTo>
                  <a:lnTo>
                    <a:pt x="31140" y="13093"/>
                  </a:lnTo>
                  <a:close/>
                </a:path>
                <a:path w="48895" h="28575">
                  <a:moveTo>
                    <a:pt x="31292" y="12242"/>
                  </a:moveTo>
                  <a:lnTo>
                    <a:pt x="30911" y="11887"/>
                  </a:lnTo>
                  <a:lnTo>
                    <a:pt x="30302" y="12293"/>
                  </a:lnTo>
                  <a:lnTo>
                    <a:pt x="30251" y="12725"/>
                  </a:lnTo>
                  <a:lnTo>
                    <a:pt x="30505" y="12458"/>
                  </a:lnTo>
                  <a:lnTo>
                    <a:pt x="30708" y="12065"/>
                  </a:lnTo>
                  <a:lnTo>
                    <a:pt x="31292" y="12242"/>
                  </a:lnTo>
                  <a:close/>
                </a:path>
                <a:path w="48895" h="28575">
                  <a:moveTo>
                    <a:pt x="32854" y="7988"/>
                  </a:moveTo>
                  <a:lnTo>
                    <a:pt x="32715" y="8674"/>
                  </a:lnTo>
                  <a:lnTo>
                    <a:pt x="32550" y="9563"/>
                  </a:lnTo>
                  <a:lnTo>
                    <a:pt x="32613" y="10350"/>
                  </a:lnTo>
                  <a:lnTo>
                    <a:pt x="32600" y="9588"/>
                  </a:lnTo>
                  <a:lnTo>
                    <a:pt x="32829" y="8674"/>
                  </a:lnTo>
                  <a:lnTo>
                    <a:pt x="32854" y="7988"/>
                  </a:lnTo>
                  <a:close/>
                </a:path>
                <a:path w="48895" h="28575">
                  <a:moveTo>
                    <a:pt x="33680" y="19723"/>
                  </a:moveTo>
                  <a:lnTo>
                    <a:pt x="33147" y="19558"/>
                  </a:lnTo>
                  <a:lnTo>
                    <a:pt x="33083" y="19405"/>
                  </a:lnTo>
                  <a:lnTo>
                    <a:pt x="33121" y="19659"/>
                  </a:lnTo>
                  <a:lnTo>
                    <a:pt x="33324" y="19723"/>
                  </a:lnTo>
                  <a:lnTo>
                    <a:pt x="33528" y="19773"/>
                  </a:lnTo>
                  <a:lnTo>
                    <a:pt x="33680" y="19723"/>
                  </a:lnTo>
                  <a:close/>
                </a:path>
                <a:path w="48895" h="28575">
                  <a:moveTo>
                    <a:pt x="34429" y="19786"/>
                  </a:moveTo>
                  <a:lnTo>
                    <a:pt x="34226" y="19685"/>
                  </a:lnTo>
                  <a:lnTo>
                    <a:pt x="34074" y="19761"/>
                  </a:lnTo>
                  <a:lnTo>
                    <a:pt x="34429" y="19786"/>
                  </a:lnTo>
                  <a:close/>
                </a:path>
                <a:path w="48895" h="28575">
                  <a:moveTo>
                    <a:pt x="34925" y="19164"/>
                  </a:moveTo>
                  <a:lnTo>
                    <a:pt x="34861" y="18986"/>
                  </a:lnTo>
                  <a:lnTo>
                    <a:pt x="34709" y="19011"/>
                  </a:lnTo>
                  <a:lnTo>
                    <a:pt x="34709" y="19138"/>
                  </a:lnTo>
                  <a:lnTo>
                    <a:pt x="34925" y="19164"/>
                  </a:lnTo>
                  <a:close/>
                </a:path>
                <a:path w="48895" h="28575">
                  <a:moveTo>
                    <a:pt x="35534" y="17106"/>
                  </a:moveTo>
                  <a:lnTo>
                    <a:pt x="35356" y="17843"/>
                  </a:lnTo>
                  <a:lnTo>
                    <a:pt x="35394" y="17970"/>
                  </a:lnTo>
                  <a:lnTo>
                    <a:pt x="35509" y="17551"/>
                  </a:lnTo>
                  <a:lnTo>
                    <a:pt x="35534" y="17106"/>
                  </a:lnTo>
                  <a:close/>
                </a:path>
                <a:path w="48895" h="28575">
                  <a:moveTo>
                    <a:pt x="35598" y="16370"/>
                  </a:moveTo>
                  <a:lnTo>
                    <a:pt x="35433" y="16192"/>
                  </a:lnTo>
                  <a:lnTo>
                    <a:pt x="35496" y="16332"/>
                  </a:lnTo>
                  <a:lnTo>
                    <a:pt x="35471" y="16751"/>
                  </a:lnTo>
                  <a:lnTo>
                    <a:pt x="35547" y="17005"/>
                  </a:lnTo>
                  <a:lnTo>
                    <a:pt x="35572" y="16738"/>
                  </a:lnTo>
                  <a:lnTo>
                    <a:pt x="35598" y="16370"/>
                  </a:lnTo>
                  <a:close/>
                </a:path>
                <a:path w="48895" h="28575">
                  <a:moveTo>
                    <a:pt x="36017" y="19621"/>
                  </a:moveTo>
                  <a:lnTo>
                    <a:pt x="35674" y="19545"/>
                  </a:lnTo>
                  <a:lnTo>
                    <a:pt x="35267" y="19519"/>
                  </a:lnTo>
                  <a:lnTo>
                    <a:pt x="35166" y="19202"/>
                  </a:lnTo>
                  <a:lnTo>
                    <a:pt x="35026" y="19202"/>
                  </a:lnTo>
                  <a:lnTo>
                    <a:pt x="35026" y="19405"/>
                  </a:lnTo>
                  <a:lnTo>
                    <a:pt x="35039" y="19583"/>
                  </a:lnTo>
                  <a:lnTo>
                    <a:pt x="35217" y="19621"/>
                  </a:lnTo>
                  <a:lnTo>
                    <a:pt x="35750" y="19824"/>
                  </a:lnTo>
                  <a:lnTo>
                    <a:pt x="35864" y="19621"/>
                  </a:lnTo>
                  <a:lnTo>
                    <a:pt x="36017" y="19621"/>
                  </a:lnTo>
                  <a:close/>
                </a:path>
                <a:path w="48895" h="28575">
                  <a:moveTo>
                    <a:pt x="37071" y="26784"/>
                  </a:moveTo>
                  <a:lnTo>
                    <a:pt x="36995" y="26225"/>
                  </a:lnTo>
                  <a:lnTo>
                    <a:pt x="37020" y="26974"/>
                  </a:lnTo>
                  <a:lnTo>
                    <a:pt x="36931" y="27990"/>
                  </a:lnTo>
                  <a:lnTo>
                    <a:pt x="37020" y="28562"/>
                  </a:lnTo>
                  <a:lnTo>
                    <a:pt x="36995" y="27825"/>
                  </a:lnTo>
                  <a:lnTo>
                    <a:pt x="37071" y="26784"/>
                  </a:lnTo>
                  <a:close/>
                </a:path>
                <a:path w="48895" h="28575">
                  <a:moveTo>
                    <a:pt x="37426" y="20002"/>
                  </a:moveTo>
                  <a:lnTo>
                    <a:pt x="37249" y="20091"/>
                  </a:lnTo>
                  <a:lnTo>
                    <a:pt x="37426" y="20205"/>
                  </a:lnTo>
                  <a:lnTo>
                    <a:pt x="37426" y="20002"/>
                  </a:lnTo>
                  <a:close/>
                </a:path>
                <a:path w="48895" h="28575">
                  <a:moveTo>
                    <a:pt x="39281" y="13246"/>
                  </a:moveTo>
                  <a:lnTo>
                    <a:pt x="39065" y="12877"/>
                  </a:lnTo>
                  <a:lnTo>
                    <a:pt x="39065" y="13131"/>
                  </a:lnTo>
                  <a:lnTo>
                    <a:pt x="39281" y="13246"/>
                  </a:lnTo>
                  <a:close/>
                </a:path>
                <a:path w="48895" h="28575">
                  <a:moveTo>
                    <a:pt x="39712" y="14198"/>
                  </a:moveTo>
                  <a:lnTo>
                    <a:pt x="39585" y="14135"/>
                  </a:lnTo>
                  <a:lnTo>
                    <a:pt x="39509" y="14363"/>
                  </a:lnTo>
                  <a:lnTo>
                    <a:pt x="39611" y="14211"/>
                  </a:lnTo>
                  <a:close/>
                </a:path>
                <a:path w="48895" h="28575">
                  <a:moveTo>
                    <a:pt x="39814" y="14744"/>
                  </a:moveTo>
                  <a:lnTo>
                    <a:pt x="39712" y="14274"/>
                  </a:lnTo>
                  <a:lnTo>
                    <a:pt x="39585" y="14300"/>
                  </a:lnTo>
                  <a:lnTo>
                    <a:pt x="39535" y="14566"/>
                  </a:lnTo>
                  <a:lnTo>
                    <a:pt x="39814" y="14744"/>
                  </a:lnTo>
                  <a:close/>
                </a:path>
                <a:path w="48895" h="28575">
                  <a:moveTo>
                    <a:pt x="40627" y="12801"/>
                  </a:moveTo>
                  <a:lnTo>
                    <a:pt x="40487" y="13144"/>
                  </a:lnTo>
                  <a:lnTo>
                    <a:pt x="40297" y="13398"/>
                  </a:lnTo>
                  <a:lnTo>
                    <a:pt x="40093" y="13665"/>
                  </a:lnTo>
                  <a:lnTo>
                    <a:pt x="40373" y="13703"/>
                  </a:lnTo>
                  <a:lnTo>
                    <a:pt x="40487" y="13423"/>
                  </a:lnTo>
                  <a:lnTo>
                    <a:pt x="40449" y="13284"/>
                  </a:lnTo>
                  <a:lnTo>
                    <a:pt x="40589" y="13284"/>
                  </a:lnTo>
                  <a:lnTo>
                    <a:pt x="40627" y="12814"/>
                  </a:lnTo>
                  <a:close/>
                </a:path>
                <a:path w="48895" h="28575">
                  <a:moveTo>
                    <a:pt x="44119" y="469"/>
                  </a:moveTo>
                  <a:lnTo>
                    <a:pt x="43916" y="495"/>
                  </a:lnTo>
                  <a:lnTo>
                    <a:pt x="44056" y="571"/>
                  </a:lnTo>
                  <a:close/>
                </a:path>
                <a:path w="48895" h="28575">
                  <a:moveTo>
                    <a:pt x="48475" y="685"/>
                  </a:moveTo>
                  <a:lnTo>
                    <a:pt x="48336" y="622"/>
                  </a:lnTo>
                  <a:lnTo>
                    <a:pt x="48475" y="685"/>
                  </a:lnTo>
                  <a:close/>
                </a:path>
                <a:path w="48895" h="28575">
                  <a:moveTo>
                    <a:pt x="48869" y="254"/>
                  </a:moveTo>
                  <a:lnTo>
                    <a:pt x="48196" y="177"/>
                  </a:lnTo>
                  <a:lnTo>
                    <a:pt x="48399" y="241"/>
                  </a:lnTo>
                  <a:lnTo>
                    <a:pt x="48602" y="254"/>
                  </a:lnTo>
                  <a:lnTo>
                    <a:pt x="48869" y="2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3971620" y="1158938"/>
              <a:ext cx="62865" cy="50165"/>
            </a:xfrm>
            <a:custGeom>
              <a:avLst/>
              <a:gdLst/>
              <a:ahLst/>
              <a:cxnLst/>
              <a:rect l="l" t="t" r="r" b="b"/>
              <a:pathLst>
                <a:path w="62864" h="50165">
                  <a:moveTo>
                    <a:pt x="1320" y="5854"/>
                  </a:moveTo>
                  <a:close/>
                </a:path>
                <a:path w="62864" h="50165">
                  <a:moveTo>
                    <a:pt x="1397" y="8775"/>
                  </a:moveTo>
                  <a:lnTo>
                    <a:pt x="762" y="8140"/>
                  </a:lnTo>
                  <a:lnTo>
                    <a:pt x="990" y="8521"/>
                  </a:lnTo>
                  <a:lnTo>
                    <a:pt x="1079" y="8775"/>
                  </a:lnTo>
                  <a:lnTo>
                    <a:pt x="1397" y="8775"/>
                  </a:lnTo>
                  <a:close/>
                </a:path>
                <a:path w="62864" h="50165">
                  <a:moveTo>
                    <a:pt x="1549" y="6616"/>
                  </a:moveTo>
                  <a:lnTo>
                    <a:pt x="1511" y="6362"/>
                  </a:lnTo>
                  <a:lnTo>
                    <a:pt x="1371" y="6362"/>
                  </a:lnTo>
                  <a:lnTo>
                    <a:pt x="1498" y="6273"/>
                  </a:lnTo>
                  <a:lnTo>
                    <a:pt x="1485" y="6108"/>
                  </a:lnTo>
                  <a:lnTo>
                    <a:pt x="1358" y="5930"/>
                  </a:lnTo>
                  <a:lnTo>
                    <a:pt x="1231" y="5854"/>
                  </a:lnTo>
                  <a:lnTo>
                    <a:pt x="0" y="5854"/>
                  </a:lnTo>
                  <a:lnTo>
                    <a:pt x="76" y="6108"/>
                  </a:lnTo>
                  <a:lnTo>
                    <a:pt x="152" y="6362"/>
                  </a:lnTo>
                  <a:lnTo>
                    <a:pt x="228" y="6616"/>
                  </a:lnTo>
                  <a:lnTo>
                    <a:pt x="279" y="6870"/>
                  </a:lnTo>
                  <a:lnTo>
                    <a:pt x="381" y="7378"/>
                  </a:lnTo>
                  <a:lnTo>
                    <a:pt x="495" y="7886"/>
                  </a:lnTo>
                  <a:lnTo>
                    <a:pt x="762" y="8140"/>
                  </a:lnTo>
                  <a:lnTo>
                    <a:pt x="673" y="7632"/>
                  </a:lnTo>
                  <a:lnTo>
                    <a:pt x="571" y="7378"/>
                  </a:lnTo>
                  <a:lnTo>
                    <a:pt x="482" y="7124"/>
                  </a:lnTo>
                  <a:lnTo>
                    <a:pt x="876" y="7378"/>
                  </a:lnTo>
                  <a:lnTo>
                    <a:pt x="1028" y="7124"/>
                  </a:lnTo>
                  <a:lnTo>
                    <a:pt x="1104" y="6870"/>
                  </a:lnTo>
                  <a:lnTo>
                    <a:pt x="850" y="6870"/>
                  </a:lnTo>
                  <a:lnTo>
                    <a:pt x="812" y="6616"/>
                  </a:lnTo>
                  <a:lnTo>
                    <a:pt x="1193" y="6616"/>
                  </a:lnTo>
                  <a:lnTo>
                    <a:pt x="1435" y="6616"/>
                  </a:lnTo>
                  <a:close/>
                </a:path>
                <a:path w="62864" h="50165">
                  <a:moveTo>
                    <a:pt x="1562" y="6870"/>
                  </a:moveTo>
                  <a:lnTo>
                    <a:pt x="1371" y="6807"/>
                  </a:lnTo>
                  <a:lnTo>
                    <a:pt x="1206" y="6743"/>
                  </a:lnTo>
                  <a:lnTo>
                    <a:pt x="1104" y="6870"/>
                  </a:lnTo>
                  <a:lnTo>
                    <a:pt x="1257" y="6870"/>
                  </a:lnTo>
                  <a:lnTo>
                    <a:pt x="1422" y="6870"/>
                  </a:lnTo>
                  <a:lnTo>
                    <a:pt x="1562" y="6870"/>
                  </a:lnTo>
                  <a:close/>
                </a:path>
                <a:path w="62864" h="50165">
                  <a:moveTo>
                    <a:pt x="1612" y="14490"/>
                  </a:moveTo>
                  <a:lnTo>
                    <a:pt x="1384" y="14871"/>
                  </a:lnTo>
                  <a:lnTo>
                    <a:pt x="1511" y="14871"/>
                  </a:lnTo>
                  <a:lnTo>
                    <a:pt x="1612" y="14490"/>
                  </a:lnTo>
                  <a:close/>
                </a:path>
                <a:path w="62864" h="50165">
                  <a:moveTo>
                    <a:pt x="1701" y="15379"/>
                  </a:moveTo>
                  <a:lnTo>
                    <a:pt x="1473" y="15125"/>
                  </a:lnTo>
                  <a:lnTo>
                    <a:pt x="1409" y="15379"/>
                  </a:lnTo>
                  <a:lnTo>
                    <a:pt x="1574" y="15519"/>
                  </a:lnTo>
                  <a:lnTo>
                    <a:pt x="1701" y="15379"/>
                  </a:lnTo>
                  <a:close/>
                </a:path>
                <a:path w="62864" h="50165">
                  <a:moveTo>
                    <a:pt x="1727" y="6108"/>
                  </a:moveTo>
                  <a:lnTo>
                    <a:pt x="1460" y="5981"/>
                  </a:lnTo>
                  <a:lnTo>
                    <a:pt x="1485" y="6108"/>
                  </a:lnTo>
                  <a:lnTo>
                    <a:pt x="1727" y="6108"/>
                  </a:lnTo>
                  <a:close/>
                </a:path>
                <a:path w="62864" h="50165">
                  <a:moveTo>
                    <a:pt x="3543" y="18681"/>
                  </a:moveTo>
                  <a:lnTo>
                    <a:pt x="3505" y="18554"/>
                  </a:lnTo>
                  <a:lnTo>
                    <a:pt x="3302" y="18554"/>
                  </a:lnTo>
                  <a:lnTo>
                    <a:pt x="3543" y="18681"/>
                  </a:lnTo>
                  <a:close/>
                </a:path>
                <a:path w="62864" h="50165">
                  <a:moveTo>
                    <a:pt x="5943" y="17665"/>
                  </a:moveTo>
                  <a:lnTo>
                    <a:pt x="5537" y="18046"/>
                  </a:lnTo>
                  <a:lnTo>
                    <a:pt x="5880" y="18046"/>
                  </a:lnTo>
                  <a:lnTo>
                    <a:pt x="5943" y="17665"/>
                  </a:lnTo>
                  <a:close/>
                </a:path>
                <a:path w="62864" h="50165">
                  <a:moveTo>
                    <a:pt x="6527" y="20586"/>
                  </a:moveTo>
                  <a:lnTo>
                    <a:pt x="6184" y="20840"/>
                  </a:lnTo>
                  <a:lnTo>
                    <a:pt x="6413" y="20840"/>
                  </a:lnTo>
                  <a:lnTo>
                    <a:pt x="6527" y="20586"/>
                  </a:lnTo>
                  <a:close/>
                </a:path>
                <a:path w="62864" h="50165">
                  <a:moveTo>
                    <a:pt x="7099" y="18808"/>
                  </a:moveTo>
                  <a:lnTo>
                    <a:pt x="6946" y="18808"/>
                  </a:lnTo>
                  <a:lnTo>
                    <a:pt x="6832" y="18948"/>
                  </a:lnTo>
                  <a:lnTo>
                    <a:pt x="7099" y="18808"/>
                  </a:lnTo>
                  <a:close/>
                </a:path>
                <a:path w="62864" h="50165">
                  <a:moveTo>
                    <a:pt x="9690" y="27063"/>
                  </a:moveTo>
                  <a:lnTo>
                    <a:pt x="9372" y="26936"/>
                  </a:lnTo>
                  <a:lnTo>
                    <a:pt x="9271" y="26809"/>
                  </a:lnTo>
                  <a:lnTo>
                    <a:pt x="9182" y="26682"/>
                  </a:lnTo>
                  <a:lnTo>
                    <a:pt x="9004" y="26555"/>
                  </a:lnTo>
                  <a:lnTo>
                    <a:pt x="9080" y="26809"/>
                  </a:lnTo>
                  <a:lnTo>
                    <a:pt x="9169" y="26936"/>
                  </a:lnTo>
                  <a:lnTo>
                    <a:pt x="9690" y="27063"/>
                  </a:lnTo>
                  <a:close/>
                </a:path>
                <a:path w="62864" h="50165">
                  <a:moveTo>
                    <a:pt x="10020" y="26428"/>
                  </a:moveTo>
                  <a:lnTo>
                    <a:pt x="9042" y="26428"/>
                  </a:lnTo>
                  <a:lnTo>
                    <a:pt x="8839" y="26428"/>
                  </a:lnTo>
                  <a:lnTo>
                    <a:pt x="9004" y="26555"/>
                  </a:lnTo>
                  <a:lnTo>
                    <a:pt x="9829" y="26682"/>
                  </a:lnTo>
                  <a:lnTo>
                    <a:pt x="9880" y="26809"/>
                  </a:lnTo>
                  <a:lnTo>
                    <a:pt x="9994" y="26555"/>
                  </a:lnTo>
                  <a:lnTo>
                    <a:pt x="10020" y="26428"/>
                  </a:lnTo>
                  <a:close/>
                </a:path>
                <a:path w="62864" h="50165">
                  <a:moveTo>
                    <a:pt x="12484" y="31762"/>
                  </a:moveTo>
                  <a:lnTo>
                    <a:pt x="11912" y="31635"/>
                  </a:lnTo>
                  <a:lnTo>
                    <a:pt x="11988" y="31889"/>
                  </a:lnTo>
                  <a:lnTo>
                    <a:pt x="12484" y="31762"/>
                  </a:lnTo>
                  <a:close/>
                </a:path>
                <a:path w="62864" h="50165">
                  <a:moveTo>
                    <a:pt x="12636" y="31381"/>
                  </a:moveTo>
                  <a:lnTo>
                    <a:pt x="12458" y="31254"/>
                  </a:lnTo>
                  <a:lnTo>
                    <a:pt x="12484" y="31381"/>
                  </a:lnTo>
                  <a:lnTo>
                    <a:pt x="12636" y="31381"/>
                  </a:lnTo>
                  <a:close/>
                </a:path>
                <a:path w="62864" h="50165">
                  <a:moveTo>
                    <a:pt x="12738" y="30238"/>
                  </a:moveTo>
                  <a:lnTo>
                    <a:pt x="11747" y="30238"/>
                  </a:lnTo>
                  <a:lnTo>
                    <a:pt x="11798" y="31508"/>
                  </a:lnTo>
                  <a:lnTo>
                    <a:pt x="11887" y="31381"/>
                  </a:lnTo>
                  <a:lnTo>
                    <a:pt x="11976" y="31254"/>
                  </a:lnTo>
                  <a:lnTo>
                    <a:pt x="12065" y="31127"/>
                  </a:lnTo>
                  <a:lnTo>
                    <a:pt x="12141" y="31381"/>
                  </a:lnTo>
                  <a:lnTo>
                    <a:pt x="12446" y="31254"/>
                  </a:lnTo>
                  <a:lnTo>
                    <a:pt x="12420" y="31127"/>
                  </a:lnTo>
                  <a:lnTo>
                    <a:pt x="12306" y="30746"/>
                  </a:lnTo>
                  <a:lnTo>
                    <a:pt x="12611" y="30619"/>
                  </a:lnTo>
                  <a:lnTo>
                    <a:pt x="12687" y="30365"/>
                  </a:lnTo>
                  <a:lnTo>
                    <a:pt x="12738" y="30238"/>
                  </a:lnTo>
                  <a:close/>
                </a:path>
                <a:path w="62864" h="50165">
                  <a:moveTo>
                    <a:pt x="12966" y="31000"/>
                  </a:moveTo>
                  <a:lnTo>
                    <a:pt x="12814" y="30873"/>
                  </a:lnTo>
                  <a:lnTo>
                    <a:pt x="12738" y="31000"/>
                  </a:lnTo>
                  <a:lnTo>
                    <a:pt x="12966" y="31000"/>
                  </a:lnTo>
                  <a:close/>
                </a:path>
                <a:path w="62864" h="50165">
                  <a:moveTo>
                    <a:pt x="13017" y="20332"/>
                  </a:moveTo>
                  <a:lnTo>
                    <a:pt x="12331" y="20078"/>
                  </a:lnTo>
                  <a:lnTo>
                    <a:pt x="12204" y="20078"/>
                  </a:lnTo>
                  <a:lnTo>
                    <a:pt x="12026" y="20078"/>
                  </a:lnTo>
                  <a:lnTo>
                    <a:pt x="12014" y="20205"/>
                  </a:lnTo>
                  <a:lnTo>
                    <a:pt x="12141" y="20104"/>
                  </a:lnTo>
                  <a:lnTo>
                    <a:pt x="12433" y="20332"/>
                  </a:lnTo>
                  <a:lnTo>
                    <a:pt x="12903" y="20510"/>
                  </a:lnTo>
                  <a:lnTo>
                    <a:pt x="12776" y="20332"/>
                  </a:lnTo>
                  <a:lnTo>
                    <a:pt x="13017" y="20332"/>
                  </a:lnTo>
                  <a:close/>
                </a:path>
                <a:path w="62864" h="50165">
                  <a:moveTo>
                    <a:pt x="13754" y="24269"/>
                  </a:moveTo>
                  <a:lnTo>
                    <a:pt x="13576" y="24142"/>
                  </a:lnTo>
                  <a:lnTo>
                    <a:pt x="13512" y="24269"/>
                  </a:lnTo>
                  <a:lnTo>
                    <a:pt x="13754" y="24269"/>
                  </a:lnTo>
                  <a:close/>
                </a:path>
                <a:path w="62864" h="50165">
                  <a:moveTo>
                    <a:pt x="14528" y="23507"/>
                  </a:moveTo>
                  <a:lnTo>
                    <a:pt x="14262" y="23253"/>
                  </a:lnTo>
                  <a:lnTo>
                    <a:pt x="14262" y="23507"/>
                  </a:lnTo>
                  <a:lnTo>
                    <a:pt x="14528" y="23507"/>
                  </a:lnTo>
                  <a:close/>
                </a:path>
                <a:path w="62864" h="50165">
                  <a:moveTo>
                    <a:pt x="14973" y="30238"/>
                  </a:moveTo>
                  <a:lnTo>
                    <a:pt x="14897" y="30111"/>
                  </a:lnTo>
                  <a:lnTo>
                    <a:pt x="13017" y="30111"/>
                  </a:lnTo>
                  <a:lnTo>
                    <a:pt x="12738" y="30238"/>
                  </a:lnTo>
                  <a:lnTo>
                    <a:pt x="14973" y="30238"/>
                  </a:lnTo>
                  <a:close/>
                </a:path>
                <a:path w="62864" h="50165">
                  <a:moveTo>
                    <a:pt x="16116" y="21729"/>
                  </a:moveTo>
                  <a:lnTo>
                    <a:pt x="15532" y="21475"/>
                  </a:lnTo>
                  <a:lnTo>
                    <a:pt x="15430" y="21729"/>
                  </a:lnTo>
                  <a:lnTo>
                    <a:pt x="16116" y="21729"/>
                  </a:lnTo>
                  <a:close/>
                </a:path>
                <a:path w="62864" h="50165">
                  <a:moveTo>
                    <a:pt x="16891" y="21475"/>
                  </a:moveTo>
                  <a:lnTo>
                    <a:pt x="16459" y="21221"/>
                  </a:lnTo>
                  <a:lnTo>
                    <a:pt x="16243" y="21475"/>
                  </a:lnTo>
                  <a:lnTo>
                    <a:pt x="16256" y="21729"/>
                  </a:lnTo>
                  <a:lnTo>
                    <a:pt x="16700" y="21729"/>
                  </a:lnTo>
                  <a:lnTo>
                    <a:pt x="16675" y="21475"/>
                  </a:lnTo>
                  <a:lnTo>
                    <a:pt x="16891" y="21475"/>
                  </a:lnTo>
                  <a:close/>
                </a:path>
                <a:path w="62864" h="50165">
                  <a:moveTo>
                    <a:pt x="18503" y="12712"/>
                  </a:moveTo>
                  <a:lnTo>
                    <a:pt x="18453" y="12458"/>
                  </a:lnTo>
                  <a:lnTo>
                    <a:pt x="18135" y="12458"/>
                  </a:lnTo>
                  <a:lnTo>
                    <a:pt x="18249" y="12712"/>
                  </a:lnTo>
                  <a:lnTo>
                    <a:pt x="18478" y="12712"/>
                  </a:lnTo>
                  <a:close/>
                </a:path>
                <a:path w="62864" h="50165">
                  <a:moveTo>
                    <a:pt x="18554" y="20078"/>
                  </a:moveTo>
                  <a:lnTo>
                    <a:pt x="17868" y="20078"/>
                  </a:lnTo>
                  <a:lnTo>
                    <a:pt x="18465" y="20256"/>
                  </a:lnTo>
                  <a:lnTo>
                    <a:pt x="18554" y="20078"/>
                  </a:lnTo>
                  <a:close/>
                </a:path>
                <a:path w="62864" h="50165">
                  <a:moveTo>
                    <a:pt x="19024" y="12204"/>
                  </a:moveTo>
                  <a:lnTo>
                    <a:pt x="18605" y="12204"/>
                  </a:lnTo>
                  <a:lnTo>
                    <a:pt x="18808" y="12458"/>
                  </a:lnTo>
                  <a:lnTo>
                    <a:pt x="18910" y="12712"/>
                  </a:lnTo>
                  <a:lnTo>
                    <a:pt x="19024" y="12204"/>
                  </a:lnTo>
                  <a:close/>
                </a:path>
                <a:path w="62864" h="50165">
                  <a:moveTo>
                    <a:pt x="19596" y="12712"/>
                  </a:moveTo>
                  <a:lnTo>
                    <a:pt x="19075" y="12712"/>
                  </a:lnTo>
                  <a:lnTo>
                    <a:pt x="19545" y="12865"/>
                  </a:lnTo>
                  <a:lnTo>
                    <a:pt x="19596" y="12712"/>
                  </a:lnTo>
                  <a:close/>
                </a:path>
                <a:path w="62864" h="50165">
                  <a:moveTo>
                    <a:pt x="19608" y="21475"/>
                  </a:moveTo>
                  <a:lnTo>
                    <a:pt x="19380" y="21729"/>
                  </a:lnTo>
                  <a:lnTo>
                    <a:pt x="19329" y="21869"/>
                  </a:lnTo>
                  <a:lnTo>
                    <a:pt x="19570" y="21729"/>
                  </a:lnTo>
                  <a:lnTo>
                    <a:pt x="19608" y="21475"/>
                  </a:lnTo>
                  <a:close/>
                </a:path>
                <a:path w="62864" h="50165">
                  <a:moveTo>
                    <a:pt x="19621" y="8521"/>
                  </a:moveTo>
                  <a:lnTo>
                    <a:pt x="19469" y="8521"/>
                  </a:lnTo>
                  <a:lnTo>
                    <a:pt x="19469" y="8775"/>
                  </a:lnTo>
                  <a:lnTo>
                    <a:pt x="19621" y="8521"/>
                  </a:lnTo>
                  <a:close/>
                </a:path>
                <a:path w="62864" h="50165">
                  <a:moveTo>
                    <a:pt x="19659" y="20840"/>
                  </a:moveTo>
                  <a:lnTo>
                    <a:pt x="19481" y="21221"/>
                  </a:lnTo>
                  <a:lnTo>
                    <a:pt x="19634" y="21221"/>
                  </a:lnTo>
                  <a:lnTo>
                    <a:pt x="19659" y="20840"/>
                  </a:lnTo>
                  <a:close/>
                </a:path>
                <a:path w="62864" h="50165">
                  <a:moveTo>
                    <a:pt x="19748" y="34302"/>
                  </a:moveTo>
                  <a:lnTo>
                    <a:pt x="19723" y="34175"/>
                  </a:lnTo>
                  <a:lnTo>
                    <a:pt x="19570" y="34302"/>
                  </a:lnTo>
                  <a:lnTo>
                    <a:pt x="19748" y="34302"/>
                  </a:lnTo>
                  <a:close/>
                </a:path>
                <a:path w="62864" h="50165">
                  <a:moveTo>
                    <a:pt x="19761" y="29095"/>
                  </a:moveTo>
                  <a:lnTo>
                    <a:pt x="19596" y="29095"/>
                  </a:lnTo>
                  <a:lnTo>
                    <a:pt x="19621" y="29222"/>
                  </a:lnTo>
                  <a:lnTo>
                    <a:pt x="19761" y="29095"/>
                  </a:lnTo>
                  <a:close/>
                </a:path>
                <a:path w="62864" h="50165">
                  <a:moveTo>
                    <a:pt x="20751" y="35572"/>
                  </a:moveTo>
                  <a:lnTo>
                    <a:pt x="20726" y="35445"/>
                  </a:lnTo>
                  <a:lnTo>
                    <a:pt x="20586" y="35572"/>
                  </a:lnTo>
                  <a:lnTo>
                    <a:pt x="20751" y="35572"/>
                  </a:lnTo>
                  <a:close/>
                </a:path>
                <a:path w="62864" h="50165">
                  <a:moveTo>
                    <a:pt x="21209" y="34937"/>
                  </a:moveTo>
                  <a:lnTo>
                    <a:pt x="20662" y="34937"/>
                  </a:lnTo>
                  <a:lnTo>
                    <a:pt x="20662" y="35064"/>
                  </a:lnTo>
                  <a:lnTo>
                    <a:pt x="21145" y="35064"/>
                  </a:lnTo>
                  <a:lnTo>
                    <a:pt x="21209" y="34937"/>
                  </a:lnTo>
                  <a:close/>
                </a:path>
                <a:path w="62864" h="50165">
                  <a:moveTo>
                    <a:pt x="21259" y="33667"/>
                  </a:moveTo>
                  <a:lnTo>
                    <a:pt x="21247" y="33540"/>
                  </a:lnTo>
                  <a:lnTo>
                    <a:pt x="21221" y="33286"/>
                  </a:lnTo>
                  <a:lnTo>
                    <a:pt x="20866" y="33286"/>
                  </a:lnTo>
                  <a:lnTo>
                    <a:pt x="20828" y="33667"/>
                  </a:lnTo>
                  <a:lnTo>
                    <a:pt x="21018" y="33540"/>
                  </a:lnTo>
                  <a:lnTo>
                    <a:pt x="21043" y="33667"/>
                  </a:lnTo>
                  <a:lnTo>
                    <a:pt x="21259" y="33667"/>
                  </a:lnTo>
                  <a:close/>
                </a:path>
                <a:path w="62864" h="50165">
                  <a:moveTo>
                    <a:pt x="21285" y="35191"/>
                  </a:moveTo>
                  <a:lnTo>
                    <a:pt x="21094" y="35318"/>
                  </a:lnTo>
                  <a:lnTo>
                    <a:pt x="21120" y="35191"/>
                  </a:lnTo>
                  <a:lnTo>
                    <a:pt x="20675" y="35191"/>
                  </a:lnTo>
                  <a:lnTo>
                    <a:pt x="20726" y="35445"/>
                  </a:lnTo>
                  <a:lnTo>
                    <a:pt x="20904" y="35445"/>
                  </a:lnTo>
                  <a:lnTo>
                    <a:pt x="21069" y="35445"/>
                  </a:lnTo>
                  <a:lnTo>
                    <a:pt x="21285" y="35191"/>
                  </a:lnTo>
                  <a:close/>
                </a:path>
                <a:path w="62864" h="50165">
                  <a:moveTo>
                    <a:pt x="21374" y="35445"/>
                  </a:moveTo>
                  <a:lnTo>
                    <a:pt x="21145" y="35572"/>
                  </a:lnTo>
                  <a:lnTo>
                    <a:pt x="21336" y="35572"/>
                  </a:lnTo>
                  <a:lnTo>
                    <a:pt x="21374" y="35445"/>
                  </a:lnTo>
                  <a:close/>
                </a:path>
                <a:path w="62864" h="50165">
                  <a:moveTo>
                    <a:pt x="21488" y="35064"/>
                  </a:moveTo>
                  <a:lnTo>
                    <a:pt x="21145" y="35064"/>
                  </a:lnTo>
                  <a:lnTo>
                    <a:pt x="21120" y="35191"/>
                  </a:lnTo>
                  <a:lnTo>
                    <a:pt x="21285" y="35191"/>
                  </a:lnTo>
                  <a:lnTo>
                    <a:pt x="21450" y="35191"/>
                  </a:lnTo>
                  <a:lnTo>
                    <a:pt x="21488" y="35064"/>
                  </a:lnTo>
                  <a:close/>
                </a:path>
                <a:path w="62864" h="50165">
                  <a:moveTo>
                    <a:pt x="21539" y="34937"/>
                  </a:moveTo>
                  <a:lnTo>
                    <a:pt x="21513" y="34810"/>
                  </a:lnTo>
                  <a:lnTo>
                    <a:pt x="21285" y="34810"/>
                  </a:lnTo>
                  <a:lnTo>
                    <a:pt x="21209" y="34937"/>
                  </a:lnTo>
                  <a:lnTo>
                    <a:pt x="21539" y="34937"/>
                  </a:lnTo>
                  <a:close/>
                </a:path>
                <a:path w="62864" h="50165">
                  <a:moveTo>
                    <a:pt x="21691" y="34937"/>
                  </a:moveTo>
                  <a:lnTo>
                    <a:pt x="21539" y="34937"/>
                  </a:lnTo>
                  <a:lnTo>
                    <a:pt x="21488" y="35064"/>
                  </a:lnTo>
                  <a:lnTo>
                    <a:pt x="21678" y="35064"/>
                  </a:lnTo>
                  <a:lnTo>
                    <a:pt x="21691" y="34937"/>
                  </a:lnTo>
                  <a:close/>
                </a:path>
                <a:path w="62864" h="50165">
                  <a:moveTo>
                    <a:pt x="21894" y="33667"/>
                  </a:moveTo>
                  <a:lnTo>
                    <a:pt x="21259" y="33667"/>
                  </a:lnTo>
                  <a:lnTo>
                    <a:pt x="21310" y="33921"/>
                  </a:lnTo>
                  <a:lnTo>
                    <a:pt x="21399" y="34175"/>
                  </a:lnTo>
                  <a:lnTo>
                    <a:pt x="21488" y="34683"/>
                  </a:lnTo>
                  <a:lnTo>
                    <a:pt x="21805" y="34556"/>
                  </a:lnTo>
                  <a:lnTo>
                    <a:pt x="21894" y="33667"/>
                  </a:lnTo>
                  <a:close/>
                </a:path>
                <a:path w="62864" h="50165">
                  <a:moveTo>
                    <a:pt x="21907" y="37985"/>
                  </a:moveTo>
                  <a:lnTo>
                    <a:pt x="21526" y="37858"/>
                  </a:lnTo>
                  <a:lnTo>
                    <a:pt x="21437" y="37985"/>
                  </a:lnTo>
                  <a:lnTo>
                    <a:pt x="21729" y="37985"/>
                  </a:lnTo>
                  <a:lnTo>
                    <a:pt x="21907" y="37985"/>
                  </a:lnTo>
                  <a:close/>
                </a:path>
                <a:path w="62864" h="50165">
                  <a:moveTo>
                    <a:pt x="22047" y="38112"/>
                  </a:moveTo>
                  <a:lnTo>
                    <a:pt x="21678" y="38112"/>
                  </a:lnTo>
                  <a:lnTo>
                    <a:pt x="21361" y="38112"/>
                  </a:lnTo>
                  <a:lnTo>
                    <a:pt x="21082" y="38239"/>
                  </a:lnTo>
                  <a:lnTo>
                    <a:pt x="20904" y="38366"/>
                  </a:lnTo>
                  <a:lnTo>
                    <a:pt x="21132" y="38366"/>
                  </a:lnTo>
                  <a:lnTo>
                    <a:pt x="21920" y="38239"/>
                  </a:lnTo>
                  <a:lnTo>
                    <a:pt x="22047" y="38112"/>
                  </a:lnTo>
                  <a:close/>
                </a:path>
                <a:path w="62864" h="50165">
                  <a:moveTo>
                    <a:pt x="22136" y="33667"/>
                  </a:moveTo>
                  <a:lnTo>
                    <a:pt x="22123" y="33286"/>
                  </a:lnTo>
                  <a:lnTo>
                    <a:pt x="21932" y="33286"/>
                  </a:lnTo>
                  <a:lnTo>
                    <a:pt x="21894" y="33667"/>
                  </a:lnTo>
                  <a:lnTo>
                    <a:pt x="22136" y="33667"/>
                  </a:lnTo>
                  <a:close/>
                </a:path>
                <a:path w="62864" h="50165">
                  <a:moveTo>
                    <a:pt x="22174" y="31127"/>
                  </a:moveTo>
                  <a:lnTo>
                    <a:pt x="22021" y="31000"/>
                  </a:lnTo>
                  <a:lnTo>
                    <a:pt x="22047" y="31254"/>
                  </a:lnTo>
                  <a:lnTo>
                    <a:pt x="22174" y="31254"/>
                  </a:lnTo>
                  <a:lnTo>
                    <a:pt x="22174" y="31127"/>
                  </a:lnTo>
                  <a:close/>
                </a:path>
                <a:path w="62864" h="50165">
                  <a:moveTo>
                    <a:pt x="22199" y="32651"/>
                  </a:moveTo>
                  <a:lnTo>
                    <a:pt x="21983" y="32778"/>
                  </a:lnTo>
                  <a:lnTo>
                    <a:pt x="22110" y="32778"/>
                  </a:lnTo>
                  <a:lnTo>
                    <a:pt x="22123" y="33286"/>
                  </a:lnTo>
                  <a:lnTo>
                    <a:pt x="22199" y="32651"/>
                  </a:lnTo>
                  <a:close/>
                </a:path>
                <a:path w="62864" h="50165">
                  <a:moveTo>
                    <a:pt x="22237" y="35445"/>
                  </a:moveTo>
                  <a:lnTo>
                    <a:pt x="21653" y="35445"/>
                  </a:lnTo>
                  <a:lnTo>
                    <a:pt x="21666" y="35191"/>
                  </a:lnTo>
                  <a:lnTo>
                    <a:pt x="21450" y="35191"/>
                  </a:lnTo>
                  <a:lnTo>
                    <a:pt x="21374" y="35445"/>
                  </a:lnTo>
                  <a:lnTo>
                    <a:pt x="21564" y="35445"/>
                  </a:lnTo>
                  <a:lnTo>
                    <a:pt x="21590" y="35572"/>
                  </a:lnTo>
                  <a:lnTo>
                    <a:pt x="22225" y="35572"/>
                  </a:lnTo>
                  <a:lnTo>
                    <a:pt x="22237" y="35445"/>
                  </a:lnTo>
                  <a:close/>
                </a:path>
                <a:path w="62864" h="50165">
                  <a:moveTo>
                    <a:pt x="22275" y="35064"/>
                  </a:moveTo>
                  <a:lnTo>
                    <a:pt x="21678" y="35064"/>
                  </a:lnTo>
                  <a:lnTo>
                    <a:pt x="21666" y="35191"/>
                  </a:lnTo>
                  <a:lnTo>
                    <a:pt x="22263" y="35191"/>
                  </a:lnTo>
                  <a:lnTo>
                    <a:pt x="22275" y="35064"/>
                  </a:lnTo>
                  <a:close/>
                </a:path>
                <a:path w="62864" h="50165">
                  <a:moveTo>
                    <a:pt x="22326" y="31508"/>
                  </a:moveTo>
                  <a:lnTo>
                    <a:pt x="22199" y="31508"/>
                  </a:lnTo>
                  <a:lnTo>
                    <a:pt x="21971" y="31381"/>
                  </a:lnTo>
                  <a:lnTo>
                    <a:pt x="21971" y="31254"/>
                  </a:lnTo>
                  <a:lnTo>
                    <a:pt x="21983" y="31000"/>
                  </a:lnTo>
                  <a:lnTo>
                    <a:pt x="22186" y="31000"/>
                  </a:lnTo>
                  <a:lnTo>
                    <a:pt x="22186" y="30873"/>
                  </a:lnTo>
                  <a:lnTo>
                    <a:pt x="22199" y="30746"/>
                  </a:lnTo>
                  <a:lnTo>
                    <a:pt x="22072" y="30619"/>
                  </a:lnTo>
                  <a:lnTo>
                    <a:pt x="22047" y="30492"/>
                  </a:lnTo>
                  <a:lnTo>
                    <a:pt x="21920" y="30492"/>
                  </a:lnTo>
                  <a:lnTo>
                    <a:pt x="21920" y="32016"/>
                  </a:lnTo>
                  <a:lnTo>
                    <a:pt x="21717" y="31889"/>
                  </a:lnTo>
                  <a:lnTo>
                    <a:pt x="21628" y="31508"/>
                  </a:lnTo>
                  <a:lnTo>
                    <a:pt x="21691" y="31762"/>
                  </a:lnTo>
                  <a:lnTo>
                    <a:pt x="21831" y="31635"/>
                  </a:lnTo>
                  <a:lnTo>
                    <a:pt x="21920" y="32016"/>
                  </a:lnTo>
                  <a:lnTo>
                    <a:pt x="21920" y="30492"/>
                  </a:lnTo>
                  <a:lnTo>
                    <a:pt x="21678" y="30492"/>
                  </a:lnTo>
                  <a:lnTo>
                    <a:pt x="21678" y="31140"/>
                  </a:lnTo>
                  <a:lnTo>
                    <a:pt x="21488" y="31254"/>
                  </a:lnTo>
                  <a:lnTo>
                    <a:pt x="21488" y="30543"/>
                  </a:lnTo>
                  <a:lnTo>
                    <a:pt x="21666" y="30746"/>
                  </a:lnTo>
                  <a:lnTo>
                    <a:pt x="21678" y="31140"/>
                  </a:lnTo>
                  <a:lnTo>
                    <a:pt x="21678" y="30492"/>
                  </a:lnTo>
                  <a:lnTo>
                    <a:pt x="21488" y="30492"/>
                  </a:lnTo>
                  <a:lnTo>
                    <a:pt x="21805" y="30365"/>
                  </a:lnTo>
                  <a:lnTo>
                    <a:pt x="21272" y="30365"/>
                  </a:lnTo>
                  <a:lnTo>
                    <a:pt x="21285" y="30492"/>
                  </a:lnTo>
                  <a:lnTo>
                    <a:pt x="20180" y="30492"/>
                  </a:lnTo>
                  <a:lnTo>
                    <a:pt x="20256" y="30746"/>
                  </a:lnTo>
                  <a:lnTo>
                    <a:pt x="20370" y="30873"/>
                  </a:lnTo>
                  <a:lnTo>
                    <a:pt x="20497" y="31000"/>
                  </a:lnTo>
                  <a:lnTo>
                    <a:pt x="20358" y="31000"/>
                  </a:lnTo>
                  <a:lnTo>
                    <a:pt x="20650" y="31127"/>
                  </a:lnTo>
                  <a:lnTo>
                    <a:pt x="20485" y="31127"/>
                  </a:lnTo>
                  <a:lnTo>
                    <a:pt x="20612" y="31254"/>
                  </a:lnTo>
                  <a:lnTo>
                    <a:pt x="20688" y="32016"/>
                  </a:lnTo>
                  <a:lnTo>
                    <a:pt x="20866" y="32016"/>
                  </a:lnTo>
                  <a:lnTo>
                    <a:pt x="20955" y="32651"/>
                  </a:lnTo>
                  <a:lnTo>
                    <a:pt x="21120" y="32651"/>
                  </a:lnTo>
                  <a:lnTo>
                    <a:pt x="21145" y="32778"/>
                  </a:lnTo>
                  <a:lnTo>
                    <a:pt x="20980" y="32778"/>
                  </a:lnTo>
                  <a:lnTo>
                    <a:pt x="21132" y="32905"/>
                  </a:lnTo>
                  <a:lnTo>
                    <a:pt x="21221" y="33286"/>
                  </a:lnTo>
                  <a:lnTo>
                    <a:pt x="21932" y="33286"/>
                  </a:lnTo>
                  <a:lnTo>
                    <a:pt x="21971" y="32905"/>
                  </a:lnTo>
                  <a:lnTo>
                    <a:pt x="21983" y="32778"/>
                  </a:lnTo>
                  <a:lnTo>
                    <a:pt x="21729" y="32905"/>
                  </a:lnTo>
                  <a:lnTo>
                    <a:pt x="21818" y="32270"/>
                  </a:lnTo>
                  <a:lnTo>
                    <a:pt x="22110" y="32270"/>
                  </a:lnTo>
                  <a:lnTo>
                    <a:pt x="22110" y="31635"/>
                  </a:lnTo>
                  <a:lnTo>
                    <a:pt x="22326" y="31635"/>
                  </a:lnTo>
                  <a:lnTo>
                    <a:pt x="22326" y="31508"/>
                  </a:lnTo>
                  <a:close/>
                </a:path>
                <a:path w="62864" h="50165">
                  <a:moveTo>
                    <a:pt x="22364" y="34810"/>
                  </a:moveTo>
                  <a:lnTo>
                    <a:pt x="21691" y="34810"/>
                  </a:lnTo>
                  <a:lnTo>
                    <a:pt x="21805" y="34937"/>
                  </a:lnTo>
                  <a:lnTo>
                    <a:pt x="22313" y="34937"/>
                  </a:lnTo>
                  <a:lnTo>
                    <a:pt x="22364" y="34810"/>
                  </a:lnTo>
                  <a:close/>
                </a:path>
                <a:path w="62864" h="50165">
                  <a:moveTo>
                    <a:pt x="22466" y="31635"/>
                  </a:moveTo>
                  <a:lnTo>
                    <a:pt x="22326" y="31635"/>
                  </a:lnTo>
                  <a:lnTo>
                    <a:pt x="22326" y="31762"/>
                  </a:lnTo>
                  <a:lnTo>
                    <a:pt x="22466" y="31635"/>
                  </a:lnTo>
                  <a:close/>
                </a:path>
                <a:path w="62864" h="50165">
                  <a:moveTo>
                    <a:pt x="22567" y="33286"/>
                  </a:moveTo>
                  <a:lnTo>
                    <a:pt x="22275" y="33286"/>
                  </a:lnTo>
                  <a:lnTo>
                    <a:pt x="22174" y="33667"/>
                  </a:lnTo>
                  <a:lnTo>
                    <a:pt x="22567" y="33667"/>
                  </a:lnTo>
                  <a:lnTo>
                    <a:pt x="22567" y="33286"/>
                  </a:lnTo>
                  <a:close/>
                </a:path>
                <a:path w="62864" h="50165">
                  <a:moveTo>
                    <a:pt x="22720" y="30111"/>
                  </a:moveTo>
                  <a:lnTo>
                    <a:pt x="21247" y="30111"/>
                  </a:lnTo>
                  <a:lnTo>
                    <a:pt x="21259" y="30238"/>
                  </a:lnTo>
                  <a:lnTo>
                    <a:pt x="22567" y="30238"/>
                  </a:lnTo>
                  <a:lnTo>
                    <a:pt x="22720" y="30111"/>
                  </a:lnTo>
                  <a:close/>
                </a:path>
                <a:path w="62864" h="50165">
                  <a:moveTo>
                    <a:pt x="22834" y="42811"/>
                  </a:moveTo>
                  <a:lnTo>
                    <a:pt x="22326" y="42938"/>
                  </a:lnTo>
                  <a:lnTo>
                    <a:pt x="22809" y="42938"/>
                  </a:lnTo>
                  <a:lnTo>
                    <a:pt x="22834" y="42811"/>
                  </a:lnTo>
                  <a:close/>
                </a:path>
                <a:path w="62864" h="50165">
                  <a:moveTo>
                    <a:pt x="22860" y="37858"/>
                  </a:moveTo>
                  <a:lnTo>
                    <a:pt x="22047" y="37858"/>
                  </a:lnTo>
                  <a:lnTo>
                    <a:pt x="21907" y="37985"/>
                  </a:lnTo>
                  <a:lnTo>
                    <a:pt x="22174" y="37985"/>
                  </a:lnTo>
                  <a:lnTo>
                    <a:pt x="22110" y="38366"/>
                  </a:lnTo>
                  <a:lnTo>
                    <a:pt x="22301" y="38239"/>
                  </a:lnTo>
                  <a:lnTo>
                    <a:pt x="22707" y="38239"/>
                  </a:lnTo>
                  <a:lnTo>
                    <a:pt x="22783" y="37985"/>
                  </a:lnTo>
                  <a:lnTo>
                    <a:pt x="22860" y="37858"/>
                  </a:lnTo>
                  <a:close/>
                </a:path>
                <a:path w="62864" h="50165">
                  <a:moveTo>
                    <a:pt x="22923" y="35191"/>
                  </a:moveTo>
                  <a:lnTo>
                    <a:pt x="22263" y="35191"/>
                  </a:lnTo>
                  <a:lnTo>
                    <a:pt x="22237" y="35445"/>
                  </a:lnTo>
                  <a:lnTo>
                    <a:pt x="22923" y="35445"/>
                  </a:lnTo>
                  <a:lnTo>
                    <a:pt x="22923" y="35191"/>
                  </a:lnTo>
                  <a:close/>
                </a:path>
                <a:path w="62864" h="50165">
                  <a:moveTo>
                    <a:pt x="22923" y="34937"/>
                  </a:moveTo>
                  <a:lnTo>
                    <a:pt x="22313" y="34937"/>
                  </a:lnTo>
                  <a:lnTo>
                    <a:pt x="22275" y="35064"/>
                  </a:lnTo>
                  <a:lnTo>
                    <a:pt x="22923" y="35064"/>
                  </a:lnTo>
                  <a:lnTo>
                    <a:pt x="22923" y="34937"/>
                  </a:lnTo>
                  <a:close/>
                </a:path>
                <a:path w="62864" h="50165">
                  <a:moveTo>
                    <a:pt x="23431" y="42811"/>
                  </a:moveTo>
                  <a:lnTo>
                    <a:pt x="23266" y="42811"/>
                  </a:lnTo>
                  <a:lnTo>
                    <a:pt x="23291" y="42938"/>
                  </a:lnTo>
                  <a:lnTo>
                    <a:pt x="23431" y="42811"/>
                  </a:lnTo>
                  <a:close/>
                </a:path>
                <a:path w="62864" h="50165">
                  <a:moveTo>
                    <a:pt x="23444" y="21221"/>
                  </a:moveTo>
                  <a:lnTo>
                    <a:pt x="23291" y="20840"/>
                  </a:lnTo>
                  <a:lnTo>
                    <a:pt x="23190" y="20586"/>
                  </a:lnTo>
                  <a:lnTo>
                    <a:pt x="23431" y="20586"/>
                  </a:lnTo>
                  <a:lnTo>
                    <a:pt x="23406" y="20078"/>
                  </a:lnTo>
                  <a:lnTo>
                    <a:pt x="19558" y="20078"/>
                  </a:lnTo>
                  <a:lnTo>
                    <a:pt x="19812" y="20332"/>
                  </a:lnTo>
                  <a:lnTo>
                    <a:pt x="19634" y="20586"/>
                  </a:lnTo>
                  <a:lnTo>
                    <a:pt x="19875" y="20586"/>
                  </a:lnTo>
                  <a:lnTo>
                    <a:pt x="19773" y="21729"/>
                  </a:lnTo>
                  <a:lnTo>
                    <a:pt x="22161" y="21729"/>
                  </a:lnTo>
                  <a:lnTo>
                    <a:pt x="22174" y="21475"/>
                  </a:lnTo>
                  <a:lnTo>
                    <a:pt x="22034" y="21475"/>
                  </a:lnTo>
                  <a:lnTo>
                    <a:pt x="22339" y="21221"/>
                  </a:lnTo>
                  <a:lnTo>
                    <a:pt x="23444" y="21221"/>
                  </a:lnTo>
                  <a:close/>
                </a:path>
                <a:path w="62864" h="50165">
                  <a:moveTo>
                    <a:pt x="23571" y="42684"/>
                  </a:moveTo>
                  <a:lnTo>
                    <a:pt x="23431" y="42811"/>
                  </a:lnTo>
                  <a:lnTo>
                    <a:pt x="23571" y="42811"/>
                  </a:lnTo>
                  <a:lnTo>
                    <a:pt x="23571" y="42684"/>
                  </a:lnTo>
                  <a:close/>
                </a:path>
                <a:path w="62864" h="50165">
                  <a:moveTo>
                    <a:pt x="23622" y="29603"/>
                  </a:moveTo>
                  <a:lnTo>
                    <a:pt x="23368" y="29476"/>
                  </a:lnTo>
                  <a:lnTo>
                    <a:pt x="23469" y="29857"/>
                  </a:lnTo>
                  <a:lnTo>
                    <a:pt x="23596" y="29730"/>
                  </a:lnTo>
                  <a:lnTo>
                    <a:pt x="23622" y="29603"/>
                  </a:lnTo>
                  <a:close/>
                </a:path>
                <a:path w="62864" h="50165">
                  <a:moveTo>
                    <a:pt x="23685" y="41922"/>
                  </a:moveTo>
                  <a:lnTo>
                    <a:pt x="23634" y="41795"/>
                  </a:lnTo>
                  <a:lnTo>
                    <a:pt x="23393" y="41795"/>
                  </a:lnTo>
                  <a:lnTo>
                    <a:pt x="23406" y="41922"/>
                  </a:lnTo>
                  <a:lnTo>
                    <a:pt x="23685" y="41922"/>
                  </a:lnTo>
                  <a:close/>
                </a:path>
                <a:path w="62864" h="50165">
                  <a:moveTo>
                    <a:pt x="23812" y="30111"/>
                  </a:moveTo>
                  <a:lnTo>
                    <a:pt x="23761" y="29984"/>
                  </a:lnTo>
                  <a:lnTo>
                    <a:pt x="23533" y="30111"/>
                  </a:lnTo>
                  <a:lnTo>
                    <a:pt x="22898" y="30111"/>
                  </a:lnTo>
                  <a:lnTo>
                    <a:pt x="22961" y="30238"/>
                  </a:lnTo>
                  <a:lnTo>
                    <a:pt x="23698" y="30238"/>
                  </a:lnTo>
                  <a:lnTo>
                    <a:pt x="23622" y="30111"/>
                  </a:lnTo>
                  <a:lnTo>
                    <a:pt x="23812" y="30111"/>
                  </a:lnTo>
                  <a:close/>
                </a:path>
                <a:path w="62864" h="50165">
                  <a:moveTo>
                    <a:pt x="23837" y="42811"/>
                  </a:moveTo>
                  <a:lnTo>
                    <a:pt x="23660" y="42811"/>
                  </a:lnTo>
                  <a:lnTo>
                    <a:pt x="23672" y="42938"/>
                  </a:lnTo>
                  <a:lnTo>
                    <a:pt x="23837" y="42811"/>
                  </a:lnTo>
                  <a:close/>
                </a:path>
                <a:path w="62864" h="50165">
                  <a:moveTo>
                    <a:pt x="23964" y="33159"/>
                  </a:moveTo>
                  <a:lnTo>
                    <a:pt x="23939" y="32905"/>
                  </a:lnTo>
                  <a:lnTo>
                    <a:pt x="22936" y="32905"/>
                  </a:lnTo>
                  <a:lnTo>
                    <a:pt x="22948" y="31889"/>
                  </a:lnTo>
                  <a:lnTo>
                    <a:pt x="23774" y="31889"/>
                  </a:lnTo>
                  <a:lnTo>
                    <a:pt x="23774" y="31762"/>
                  </a:lnTo>
                  <a:lnTo>
                    <a:pt x="22948" y="31762"/>
                  </a:lnTo>
                  <a:lnTo>
                    <a:pt x="22948" y="31508"/>
                  </a:lnTo>
                  <a:lnTo>
                    <a:pt x="23774" y="31508"/>
                  </a:lnTo>
                  <a:lnTo>
                    <a:pt x="23774" y="31381"/>
                  </a:lnTo>
                  <a:lnTo>
                    <a:pt x="22948" y="31381"/>
                  </a:lnTo>
                  <a:lnTo>
                    <a:pt x="22961" y="30238"/>
                  </a:lnTo>
                  <a:lnTo>
                    <a:pt x="22567" y="30238"/>
                  </a:lnTo>
                  <a:lnTo>
                    <a:pt x="22021" y="30365"/>
                  </a:lnTo>
                  <a:lnTo>
                    <a:pt x="21805" y="30365"/>
                  </a:lnTo>
                  <a:lnTo>
                    <a:pt x="21869" y="30492"/>
                  </a:lnTo>
                  <a:lnTo>
                    <a:pt x="22059" y="30391"/>
                  </a:lnTo>
                  <a:lnTo>
                    <a:pt x="22225" y="30492"/>
                  </a:lnTo>
                  <a:lnTo>
                    <a:pt x="22466" y="30492"/>
                  </a:lnTo>
                  <a:lnTo>
                    <a:pt x="22555" y="31635"/>
                  </a:lnTo>
                  <a:lnTo>
                    <a:pt x="22326" y="31762"/>
                  </a:lnTo>
                  <a:lnTo>
                    <a:pt x="22593" y="31762"/>
                  </a:lnTo>
                  <a:lnTo>
                    <a:pt x="22567" y="33286"/>
                  </a:lnTo>
                  <a:lnTo>
                    <a:pt x="22936" y="33286"/>
                  </a:lnTo>
                  <a:lnTo>
                    <a:pt x="22936" y="33159"/>
                  </a:lnTo>
                  <a:lnTo>
                    <a:pt x="23964" y="33159"/>
                  </a:lnTo>
                  <a:close/>
                </a:path>
                <a:path w="62864" h="50165">
                  <a:moveTo>
                    <a:pt x="24015" y="34302"/>
                  </a:moveTo>
                  <a:lnTo>
                    <a:pt x="22923" y="34175"/>
                  </a:lnTo>
                  <a:lnTo>
                    <a:pt x="22936" y="33794"/>
                  </a:lnTo>
                  <a:lnTo>
                    <a:pt x="23990" y="33794"/>
                  </a:lnTo>
                  <a:lnTo>
                    <a:pt x="23964" y="33286"/>
                  </a:lnTo>
                  <a:lnTo>
                    <a:pt x="22936" y="33286"/>
                  </a:lnTo>
                  <a:lnTo>
                    <a:pt x="22936" y="33667"/>
                  </a:lnTo>
                  <a:lnTo>
                    <a:pt x="22567" y="33667"/>
                  </a:lnTo>
                  <a:lnTo>
                    <a:pt x="22453" y="34556"/>
                  </a:lnTo>
                  <a:lnTo>
                    <a:pt x="22364" y="34810"/>
                  </a:lnTo>
                  <a:lnTo>
                    <a:pt x="22923" y="34810"/>
                  </a:lnTo>
                  <a:lnTo>
                    <a:pt x="22923" y="34302"/>
                  </a:lnTo>
                  <a:lnTo>
                    <a:pt x="24015" y="34302"/>
                  </a:lnTo>
                  <a:close/>
                </a:path>
                <a:path w="62864" h="50165">
                  <a:moveTo>
                    <a:pt x="24041" y="34937"/>
                  </a:moveTo>
                  <a:lnTo>
                    <a:pt x="24028" y="34810"/>
                  </a:lnTo>
                  <a:lnTo>
                    <a:pt x="22923" y="34810"/>
                  </a:lnTo>
                  <a:lnTo>
                    <a:pt x="22923" y="34937"/>
                  </a:lnTo>
                  <a:lnTo>
                    <a:pt x="24041" y="34937"/>
                  </a:lnTo>
                  <a:close/>
                </a:path>
                <a:path w="62864" h="50165">
                  <a:moveTo>
                    <a:pt x="24206" y="42557"/>
                  </a:moveTo>
                  <a:lnTo>
                    <a:pt x="23876" y="42684"/>
                  </a:lnTo>
                  <a:lnTo>
                    <a:pt x="23901" y="42811"/>
                  </a:lnTo>
                  <a:lnTo>
                    <a:pt x="24079" y="42811"/>
                  </a:lnTo>
                  <a:lnTo>
                    <a:pt x="24206" y="42557"/>
                  </a:lnTo>
                  <a:close/>
                </a:path>
                <a:path w="62864" h="50165">
                  <a:moveTo>
                    <a:pt x="24269" y="31381"/>
                  </a:moveTo>
                  <a:lnTo>
                    <a:pt x="24193" y="30619"/>
                  </a:lnTo>
                  <a:lnTo>
                    <a:pt x="23952" y="30492"/>
                  </a:lnTo>
                  <a:lnTo>
                    <a:pt x="23863" y="30238"/>
                  </a:lnTo>
                  <a:lnTo>
                    <a:pt x="23774" y="31381"/>
                  </a:lnTo>
                  <a:lnTo>
                    <a:pt x="24269" y="31381"/>
                  </a:lnTo>
                  <a:close/>
                </a:path>
                <a:path w="62864" h="50165">
                  <a:moveTo>
                    <a:pt x="24269" y="24269"/>
                  </a:moveTo>
                  <a:lnTo>
                    <a:pt x="24168" y="24142"/>
                  </a:lnTo>
                  <a:lnTo>
                    <a:pt x="23990" y="24269"/>
                  </a:lnTo>
                  <a:lnTo>
                    <a:pt x="24269" y="24269"/>
                  </a:lnTo>
                  <a:close/>
                </a:path>
                <a:path w="62864" h="50165">
                  <a:moveTo>
                    <a:pt x="24282" y="39763"/>
                  </a:moveTo>
                  <a:lnTo>
                    <a:pt x="23583" y="39763"/>
                  </a:lnTo>
                  <a:lnTo>
                    <a:pt x="23431" y="39763"/>
                  </a:lnTo>
                  <a:lnTo>
                    <a:pt x="23495" y="39890"/>
                  </a:lnTo>
                  <a:lnTo>
                    <a:pt x="23926" y="39890"/>
                  </a:lnTo>
                  <a:lnTo>
                    <a:pt x="24282" y="39763"/>
                  </a:lnTo>
                  <a:close/>
                </a:path>
                <a:path w="62864" h="50165">
                  <a:moveTo>
                    <a:pt x="24422" y="31762"/>
                  </a:moveTo>
                  <a:lnTo>
                    <a:pt x="24409" y="31508"/>
                  </a:lnTo>
                  <a:lnTo>
                    <a:pt x="23774" y="31508"/>
                  </a:lnTo>
                  <a:lnTo>
                    <a:pt x="23774" y="31762"/>
                  </a:lnTo>
                  <a:lnTo>
                    <a:pt x="24422" y="31762"/>
                  </a:lnTo>
                  <a:close/>
                </a:path>
                <a:path w="62864" h="50165">
                  <a:moveTo>
                    <a:pt x="24460" y="43446"/>
                  </a:moveTo>
                  <a:lnTo>
                    <a:pt x="24193" y="43446"/>
                  </a:lnTo>
                  <a:lnTo>
                    <a:pt x="24130" y="43573"/>
                  </a:lnTo>
                  <a:lnTo>
                    <a:pt x="24422" y="43573"/>
                  </a:lnTo>
                  <a:lnTo>
                    <a:pt x="24460" y="43446"/>
                  </a:lnTo>
                  <a:close/>
                </a:path>
                <a:path w="62864" h="50165">
                  <a:moveTo>
                    <a:pt x="24460" y="32905"/>
                  </a:moveTo>
                  <a:lnTo>
                    <a:pt x="24447" y="32524"/>
                  </a:lnTo>
                  <a:lnTo>
                    <a:pt x="23863" y="32524"/>
                  </a:lnTo>
                  <a:lnTo>
                    <a:pt x="23939" y="32905"/>
                  </a:lnTo>
                  <a:lnTo>
                    <a:pt x="24460" y="32905"/>
                  </a:lnTo>
                  <a:close/>
                </a:path>
                <a:path w="62864" h="50165">
                  <a:moveTo>
                    <a:pt x="24498" y="33159"/>
                  </a:moveTo>
                  <a:lnTo>
                    <a:pt x="23964" y="33159"/>
                  </a:lnTo>
                  <a:lnTo>
                    <a:pt x="23964" y="33286"/>
                  </a:lnTo>
                  <a:lnTo>
                    <a:pt x="24498" y="33286"/>
                  </a:lnTo>
                  <a:lnTo>
                    <a:pt x="24498" y="33159"/>
                  </a:lnTo>
                  <a:close/>
                </a:path>
                <a:path w="62864" h="50165">
                  <a:moveTo>
                    <a:pt x="24498" y="31889"/>
                  </a:moveTo>
                  <a:lnTo>
                    <a:pt x="23774" y="31889"/>
                  </a:lnTo>
                  <a:lnTo>
                    <a:pt x="23837" y="32397"/>
                  </a:lnTo>
                  <a:lnTo>
                    <a:pt x="24498" y="32397"/>
                  </a:lnTo>
                  <a:lnTo>
                    <a:pt x="24422" y="32016"/>
                  </a:lnTo>
                  <a:lnTo>
                    <a:pt x="24498" y="31889"/>
                  </a:lnTo>
                  <a:close/>
                </a:path>
                <a:path w="62864" h="50165">
                  <a:moveTo>
                    <a:pt x="24511" y="30111"/>
                  </a:moveTo>
                  <a:lnTo>
                    <a:pt x="23812" y="30111"/>
                  </a:lnTo>
                  <a:lnTo>
                    <a:pt x="23863" y="30238"/>
                  </a:lnTo>
                  <a:lnTo>
                    <a:pt x="24511" y="30238"/>
                  </a:lnTo>
                  <a:lnTo>
                    <a:pt x="24511" y="30111"/>
                  </a:lnTo>
                  <a:close/>
                </a:path>
                <a:path w="62864" h="50165">
                  <a:moveTo>
                    <a:pt x="24561" y="42811"/>
                  </a:moveTo>
                  <a:lnTo>
                    <a:pt x="24358" y="42684"/>
                  </a:lnTo>
                  <a:lnTo>
                    <a:pt x="24358" y="42557"/>
                  </a:lnTo>
                  <a:lnTo>
                    <a:pt x="24218" y="42684"/>
                  </a:lnTo>
                  <a:lnTo>
                    <a:pt x="24155" y="42811"/>
                  </a:lnTo>
                  <a:lnTo>
                    <a:pt x="24561" y="42811"/>
                  </a:lnTo>
                  <a:close/>
                </a:path>
                <a:path w="62864" h="50165">
                  <a:moveTo>
                    <a:pt x="24612" y="20078"/>
                  </a:moveTo>
                  <a:lnTo>
                    <a:pt x="24244" y="19824"/>
                  </a:lnTo>
                  <a:lnTo>
                    <a:pt x="23406" y="20078"/>
                  </a:lnTo>
                  <a:lnTo>
                    <a:pt x="24612" y="20078"/>
                  </a:lnTo>
                  <a:close/>
                </a:path>
                <a:path w="62864" h="50165">
                  <a:moveTo>
                    <a:pt x="24638" y="35445"/>
                  </a:moveTo>
                  <a:lnTo>
                    <a:pt x="24625" y="34937"/>
                  </a:lnTo>
                  <a:lnTo>
                    <a:pt x="24041" y="34937"/>
                  </a:lnTo>
                  <a:lnTo>
                    <a:pt x="24053" y="35445"/>
                  </a:lnTo>
                  <a:lnTo>
                    <a:pt x="24638" y="35445"/>
                  </a:lnTo>
                  <a:close/>
                </a:path>
                <a:path w="62864" h="50165">
                  <a:moveTo>
                    <a:pt x="24650" y="41033"/>
                  </a:moveTo>
                  <a:lnTo>
                    <a:pt x="24523" y="40906"/>
                  </a:lnTo>
                  <a:lnTo>
                    <a:pt x="24396" y="41033"/>
                  </a:lnTo>
                  <a:lnTo>
                    <a:pt x="24650" y="41033"/>
                  </a:lnTo>
                  <a:close/>
                </a:path>
                <a:path w="62864" h="50165">
                  <a:moveTo>
                    <a:pt x="24663" y="32016"/>
                  </a:moveTo>
                  <a:lnTo>
                    <a:pt x="24498" y="32016"/>
                  </a:lnTo>
                  <a:lnTo>
                    <a:pt x="24498" y="32270"/>
                  </a:lnTo>
                  <a:lnTo>
                    <a:pt x="24663" y="32270"/>
                  </a:lnTo>
                  <a:lnTo>
                    <a:pt x="24663" y="32016"/>
                  </a:lnTo>
                  <a:close/>
                </a:path>
                <a:path w="62864" h="50165">
                  <a:moveTo>
                    <a:pt x="24676" y="31508"/>
                  </a:moveTo>
                  <a:lnTo>
                    <a:pt x="24498" y="31508"/>
                  </a:lnTo>
                  <a:lnTo>
                    <a:pt x="24498" y="31762"/>
                  </a:lnTo>
                  <a:lnTo>
                    <a:pt x="24676" y="31762"/>
                  </a:lnTo>
                  <a:lnTo>
                    <a:pt x="24676" y="31508"/>
                  </a:lnTo>
                  <a:close/>
                </a:path>
                <a:path w="62864" h="50165">
                  <a:moveTo>
                    <a:pt x="24688" y="31127"/>
                  </a:moveTo>
                  <a:lnTo>
                    <a:pt x="24511" y="31127"/>
                  </a:lnTo>
                  <a:lnTo>
                    <a:pt x="24511" y="31381"/>
                  </a:lnTo>
                  <a:lnTo>
                    <a:pt x="24688" y="31381"/>
                  </a:lnTo>
                  <a:lnTo>
                    <a:pt x="24688" y="31127"/>
                  </a:lnTo>
                  <a:close/>
                </a:path>
                <a:path w="62864" h="50165">
                  <a:moveTo>
                    <a:pt x="24701" y="30619"/>
                  </a:moveTo>
                  <a:lnTo>
                    <a:pt x="24511" y="30619"/>
                  </a:lnTo>
                  <a:lnTo>
                    <a:pt x="24511" y="31000"/>
                  </a:lnTo>
                  <a:lnTo>
                    <a:pt x="24688" y="31000"/>
                  </a:lnTo>
                  <a:lnTo>
                    <a:pt x="24701" y="30619"/>
                  </a:lnTo>
                  <a:close/>
                </a:path>
                <a:path w="62864" h="50165">
                  <a:moveTo>
                    <a:pt x="24714" y="30365"/>
                  </a:moveTo>
                  <a:lnTo>
                    <a:pt x="24511" y="30365"/>
                  </a:lnTo>
                  <a:lnTo>
                    <a:pt x="24511" y="30492"/>
                  </a:lnTo>
                  <a:lnTo>
                    <a:pt x="24701" y="30492"/>
                  </a:lnTo>
                  <a:lnTo>
                    <a:pt x="24714" y="30365"/>
                  </a:lnTo>
                  <a:close/>
                </a:path>
                <a:path w="62864" h="50165">
                  <a:moveTo>
                    <a:pt x="24752" y="43446"/>
                  </a:moveTo>
                  <a:lnTo>
                    <a:pt x="24587" y="43319"/>
                  </a:lnTo>
                  <a:lnTo>
                    <a:pt x="24460" y="43446"/>
                  </a:lnTo>
                  <a:lnTo>
                    <a:pt x="24752" y="43446"/>
                  </a:lnTo>
                  <a:close/>
                </a:path>
                <a:path w="62864" h="50165">
                  <a:moveTo>
                    <a:pt x="24752" y="37858"/>
                  </a:moveTo>
                  <a:lnTo>
                    <a:pt x="23215" y="37858"/>
                  </a:lnTo>
                  <a:lnTo>
                    <a:pt x="23228" y="37985"/>
                  </a:lnTo>
                  <a:lnTo>
                    <a:pt x="24726" y="37985"/>
                  </a:lnTo>
                  <a:lnTo>
                    <a:pt x="24752" y="37858"/>
                  </a:lnTo>
                  <a:close/>
                </a:path>
                <a:path w="62864" h="50165">
                  <a:moveTo>
                    <a:pt x="24777" y="39763"/>
                  </a:moveTo>
                  <a:lnTo>
                    <a:pt x="24650" y="39636"/>
                  </a:lnTo>
                  <a:lnTo>
                    <a:pt x="24282" y="39763"/>
                  </a:lnTo>
                  <a:lnTo>
                    <a:pt x="24777" y="39763"/>
                  </a:lnTo>
                  <a:close/>
                </a:path>
                <a:path w="62864" h="50165">
                  <a:moveTo>
                    <a:pt x="24790" y="29857"/>
                  </a:moveTo>
                  <a:lnTo>
                    <a:pt x="24511" y="29857"/>
                  </a:lnTo>
                  <a:lnTo>
                    <a:pt x="24511" y="29984"/>
                  </a:lnTo>
                  <a:lnTo>
                    <a:pt x="24777" y="29984"/>
                  </a:lnTo>
                  <a:lnTo>
                    <a:pt x="24790" y="29857"/>
                  </a:lnTo>
                  <a:close/>
                </a:path>
                <a:path w="62864" h="50165">
                  <a:moveTo>
                    <a:pt x="24866" y="43446"/>
                  </a:moveTo>
                  <a:lnTo>
                    <a:pt x="24765" y="43319"/>
                  </a:lnTo>
                  <a:lnTo>
                    <a:pt x="24625" y="43192"/>
                  </a:lnTo>
                  <a:lnTo>
                    <a:pt x="24587" y="43319"/>
                  </a:lnTo>
                  <a:lnTo>
                    <a:pt x="24866" y="43446"/>
                  </a:lnTo>
                  <a:close/>
                </a:path>
                <a:path w="62864" h="50165">
                  <a:moveTo>
                    <a:pt x="24879" y="29222"/>
                  </a:moveTo>
                  <a:lnTo>
                    <a:pt x="24511" y="29222"/>
                  </a:lnTo>
                  <a:lnTo>
                    <a:pt x="24511" y="29730"/>
                  </a:lnTo>
                  <a:lnTo>
                    <a:pt x="24815" y="29730"/>
                  </a:lnTo>
                  <a:lnTo>
                    <a:pt x="24879" y="29222"/>
                  </a:lnTo>
                  <a:close/>
                </a:path>
                <a:path w="62864" h="50165">
                  <a:moveTo>
                    <a:pt x="24917" y="28714"/>
                  </a:moveTo>
                  <a:lnTo>
                    <a:pt x="24523" y="28714"/>
                  </a:lnTo>
                  <a:lnTo>
                    <a:pt x="24511" y="29095"/>
                  </a:lnTo>
                  <a:lnTo>
                    <a:pt x="24892" y="29095"/>
                  </a:lnTo>
                  <a:lnTo>
                    <a:pt x="24917" y="28714"/>
                  </a:lnTo>
                  <a:close/>
                </a:path>
                <a:path w="62864" h="50165">
                  <a:moveTo>
                    <a:pt x="24968" y="41033"/>
                  </a:moveTo>
                  <a:lnTo>
                    <a:pt x="24650" y="41033"/>
                  </a:lnTo>
                  <a:lnTo>
                    <a:pt x="24765" y="41160"/>
                  </a:lnTo>
                  <a:lnTo>
                    <a:pt x="24968" y="41033"/>
                  </a:lnTo>
                  <a:close/>
                </a:path>
                <a:path w="62864" h="50165">
                  <a:moveTo>
                    <a:pt x="24993" y="40398"/>
                  </a:moveTo>
                  <a:lnTo>
                    <a:pt x="24231" y="40398"/>
                  </a:lnTo>
                  <a:lnTo>
                    <a:pt x="16586" y="40398"/>
                  </a:lnTo>
                  <a:lnTo>
                    <a:pt x="16065" y="40398"/>
                  </a:lnTo>
                  <a:lnTo>
                    <a:pt x="16052" y="40525"/>
                  </a:lnTo>
                  <a:lnTo>
                    <a:pt x="15722" y="40525"/>
                  </a:lnTo>
                  <a:lnTo>
                    <a:pt x="15836" y="40779"/>
                  </a:lnTo>
                  <a:lnTo>
                    <a:pt x="24422" y="40779"/>
                  </a:lnTo>
                  <a:lnTo>
                    <a:pt x="24663" y="40779"/>
                  </a:lnTo>
                  <a:lnTo>
                    <a:pt x="24930" y="40779"/>
                  </a:lnTo>
                  <a:lnTo>
                    <a:pt x="24993" y="40398"/>
                  </a:lnTo>
                  <a:close/>
                </a:path>
                <a:path w="62864" h="50165">
                  <a:moveTo>
                    <a:pt x="25006" y="34937"/>
                  </a:moveTo>
                  <a:lnTo>
                    <a:pt x="24968" y="34810"/>
                  </a:lnTo>
                  <a:lnTo>
                    <a:pt x="24587" y="34810"/>
                  </a:lnTo>
                  <a:lnTo>
                    <a:pt x="24625" y="34937"/>
                  </a:lnTo>
                  <a:lnTo>
                    <a:pt x="25006" y="34937"/>
                  </a:lnTo>
                  <a:close/>
                </a:path>
                <a:path w="62864" h="50165">
                  <a:moveTo>
                    <a:pt x="25057" y="34048"/>
                  </a:moveTo>
                  <a:lnTo>
                    <a:pt x="24612" y="34048"/>
                  </a:lnTo>
                  <a:lnTo>
                    <a:pt x="24625" y="33921"/>
                  </a:lnTo>
                  <a:lnTo>
                    <a:pt x="23990" y="33921"/>
                  </a:lnTo>
                  <a:lnTo>
                    <a:pt x="24003" y="34175"/>
                  </a:lnTo>
                  <a:lnTo>
                    <a:pt x="24612" y="34175"/>
                  </a:lnTo>
                  <a:lnTo>
                    <a:pt x="24612" y="34302"/>
                  </a:lnTo>
                  <a:lnTo>
                    <a:pt x="24015" y="34302"/>
                  </a:lnTo>
                  <a:lnTo>
                    <a:pt x="24028" y="34810"/>
                  </a:lnTo>
                  <a:lnTo>
                    <a:pt x="24587" y="34810"/>
                  </a:lnTo>
                  <a:lnTo>
                    <a:pt x="24612" y="34429"/>
                  </a:lnTo>
                  <a:lnTo>
                    <a:pt x="24980" y="34429"/>
                  </a:lnTo>
                  <a:lnTo>
                    <a:pt x="25057" y="34048"/>
                  </a:lnTo>
                  <a:close/>
                </a:path>
                <a:path w="62864" h="50165">
                  <a:moveTo>
                    <a:pt x="25069" y="43319"/>
                  </a:moveTo>
                  <a:lnTo>
                    <a:pt x="24980" y="43192"/>
                  </a:lnTo>
                  <a:lnTo>
                    <a:pt x="24790" y="43192"/>
                  </a:lnTo>
                  <a:lnTo>
                    <a:pt x="24765" y="43319"/>
                  </a:lnTo>
                  <a:lnTo>
                    <a:pt x="25069" y="43319"/>
                  </a:lnTo>
                  <a:close/>
                </a:path>
                <a:path w="62864" h="50165">
                  <a:moveTo>
                    <a:pt x="25069" y="35445"/>
                  </a:moveTo>
                  <a:lnTo>
                    <a:pt x="24638" y="35445"/>
                  </a:lnTo>
                  <a:lnTo>
                    <a:pt x="24714" y="35699"/>
                  </a:lnTo>
                  <a:lnTo>
                    <a:pt x="24879" y="35699"/>
                  </a:lnTo>
                  <a:lnTo>
                    <a:pt x="25019" y="35572"/>
                  </a:lnTo>
                  <a:lnTo>
                    <a:pt x="25069" y="35445"/>
                  </a:lnTo>
                  <a:close/>
                </a:path>
                <a:path w="62864" h="50165">
                  <a:moveTo>
                    <a:pt x="25082" y="39763"/>
                  </a:moveTo>
                  <a:lnTo>
                    <a:pt x="24777" y="39763"/>
                  </a:lnTo>
                  <a:lnTo>
                    <a:pt x="24904" y="39890"/>
                  </a:lnTo>
                  <a:lnTo>
                    <a:pt x="25082" y="39763"/>
                  </a:lnTo>
                  <a:close/>
                </a:path>
                <a:path w="62864" h="50165">
                  <a:moveTo>
                    <a:pt x="25133" y="33667"/>
                  </a:moveTo>
                  <a:lnTo>
                    <a:pt x="24625" y="33667"/>
                  </a:lnTo>
                  <a:lnTo>
                    <a:pt x="24625" y="33921"/>
                  </a:lnTo>
                  <a:lnTo>
                    <a:pt x="25082" y="33921"/>
                  </a:lnTo>
                  <a:lnTo>
                    <a:pt x="25133" y="33667"/>
                  </a:lnTo>
                  <a:close/>
                </a:path>
                <a:path w="62864" h="50165">
                  <a:moveTo>
                    <a:pt x="25158" y="33540"/>
                  </a:moveTo>
                  <a:lnTo>
                    <a:pt x="25146" y="32778"/>
                  </a:lnTo>
                  <a:lnTo>
                    <a:pt x="24650" y="32778"/>
                  </a:lnTo>
                  <a:lnTo>
                    <a:pt x="24650" y="32651"/>
                  </a:lnTo>
                  <a:lnTo>
                    <a:pt x="24498" y="32651"/>
                  </a:lnTo>
                  <a:lnTo>
                    <a:pt x="24498" y="32905"/>
                  </a:lnTo>
                  <a:lnTo>
                    <a:pt x="24650" y="32905"/>
                  </a:lnTo>
                  <a:lnTo>
                    <a:pt x="24625" y="33540"/>
                  </a:lnTo>
                  <a:lnTo>
                    <a:pt x="25158" y="33540"/>
                  </a:lnTo>
                  <a:close/>
                </a:path>
                <a:path w="62864" h="50165">
                  <a:moveTo>
                    <a:pt x="25196" y="43319"/>
                  </a:moveTo>
                  <a:lnTo>
                    <a:pt x="25069" y="43319"/>
                  </a:lnTo>
                  <a:lnTo>
                    <a:pt x="24993" y="43446"/>
                  </a:lnTo>
                  <a:lnTo>
                    <a:pt x="25146" y="43446"/>
                  </a:lnTo>
                  <a:lnTo>
                    <a:pt x="25196" y="43319"/>
                  </a:lnTo>
                  <a:close/>
                </a:path>
                <a:path w="62864" h="50165">
                  <a:moveTo>
                    <a:pt x="25260" y="24650"/>
                  </a:moveTo>
                  <a:lnTo>
                    <a:pt x="25158" y="24523"/>
                  </a:lnTo>
                  <a:lnTo>
                    <a:pt x="25057" y="24650"/>
                  </a:lnTo>
                  <a:lnTo>
                    <a:pt x="25019" y="24777"/>
                  </a:lnTo>
                  <a:lnTo>
                    <a:pt x="25260" y="24650"/>
                  </a:lnTo>
                  <a:close/>
                </a:path>
                <a:path w="62864" h="50165">
                  <a:moveTo>
                    <a:pt x="25323" y="31381"/>
                  </a:moveTo>
                  <a:lnTo>
                    <a:pt x="24688" y="31381"/>
                  </a:lnTo>
                  <a:lnTo>
                    <a:pt x="24676" y="31508"/>
                  </a:lnTo>
                  <a:lnTo>
                    <a:pt x="25222" y="31508"/>
                  </a:lnTo>
                  <a:lnTo>
                    <a:pt x="25323" y="31381"/>
                  </a:lnTo>
                  <a:close/>
                </a:path>
                <a:path w="62864" h="50165">
                  <a:moveTo>
                    <a:pt x="25387" y="34429"/>
                  </a:moveTo>
                  <a:lnTo>
                    <a:pt x="24980" y="34429"/>
                  </a:lnTo>
                  <a:lnTo>
                    <a:pt x="24968" y="34810"/>
                  </a:lnTo>
                  <a:lnTo>
                    <a:pt x="25374" y="34810"/>
                  </a:lnTo>
                  <a:lnTo>
                    <a:pt x="25387" y="34429"/>
                  </a:lnTo>
                  <a:close/>
                </a:path>
                <a:path w="62864" h="50165">
                  <a:moveTo>
                    <a:pt x="25400" y="33921"/>
                  </a:moveTo>
                  <a:lnTo>
                    <a:pt x="25082" y="33921"/>
                  </a:lnTo>
                  <a:lnTo>
                    <a:pt x="25057" y="34048"/>
                  </a:lnTo>
                  <a:lnTo>
                    <a:pt x="25400" y="34048"/>
                  </a:lnTo>
                  <a:lnTo>
                    <a:pt x="25400" y="33921"/>
                  </a:lnTo>
                  <a:close/>
                </a:path>
                <a:path w="62864" h="50165">
                  <a:moveTo>
                    <a:pt x="25400" y="31000"/>
                  </a:moveTo>
                  <a:lnTo>
                    <a:pt x="24688" y="31000"/>
                  </a:lnTo>
                  <a:lnTo>
                    <a:pt x="24688" y="31127"/>
                  </a:lnTo>
                  <a:lnTo>
                    <a:pt x="25374" y="31127"/>
                  </a:lnTo>
                  <a:lnTo>
                    <a:pt x="25400" y="31000"/>
                  </a:lnTo>
                  <a:close/>
                </a:path>
                <a:path w="62864" h="50165">
                  <a:moveTo>
                    <a:pt x="25412" y="33540"/>
                  </a:moveTo>
                  <a:lnTo>
                    <a:pt x="25158" y="33540"/>
                  </a:lnTo>
                  <a:lnTo>
                    <a:pt x="25133" y="33667"/>
                  </a:lnTo>
                  <a:lnTo>
                    <a:pt x="25412" y="33667"/>
                  </a:lnTo>
                  <a:lnTo>
                    <a:pt x="25412" y="33540"/>
                  </a:lnTo>
                  <a:close/>
                </a:path>
                <a:path w="62864" h="50165">
                  <a:moveTo>
                    <a:pt x="25463" y="43319"/>
                  </a:moveTo>
                  <a:lnTo>
                    <a:pt x="25196" y="43319"/>
                  </a:lnTo>
                  <a:lnTo>
                    <a:pt x="25196" y="43446"/>
                  </a:lnTo>
                  <a:lnTo>
                    <a:pt x="25400" y="43446"/>
                  </a:lnTo>
                  <a:lnTo>
                    <a:pt x="25463" y="43319"/>
                  </a:lnTo>
                  <a:close/>
                </a:path>
                <a:path w="62864" h="50165">
                  <a:moveTo>
                    <a:pt x="25501" y="46748"/>
                  </a:moveTo>
                  <a:lnTo>
                    <a:pt x="25476" y="46621"/>
                  </a:lnTo>
                  <a:lnTo>
                    <a:pt x="25349" y="46748"/>
                  </a:lnTo>
                  <a:lnTo>
                    <a:pt x="25501" y="46748"/>
                  </a:lnTo>
                  <a:close/>
                </a:path>
                <a:path w="62864" h="50165">
                  <a:moveTo>
                    <a:pt x="25514" y="30492"/>
                  </a:moveTo>
                  <a:lnTo>
                    <a:pt x="24701" y="30492"/>
                  </a:lnTo>
                  <a:lnTo>
                    <a:pt x="24701" y="30619"/>
                  </a:lnTo>
                  <a:lnTo>
                    <a:pt x="25488" y="30619"/>
                  </a:lnTo>
                  <a:lnTo>
                    <a:pt x="25514" y="30492"/>
                  </a:lnTo>
                  <a:close/>
                </a:path>
                <a:path w="62864" h="50165">
                  <a:moveTo>
                    <a:pt x="25514" y="20078"/>
                  </a:moveTo>
                  <a:lnTo>
                    <a:pt x="24612" y="20078"/>
                  </a:lnTo>
                  <a:lnTo>
                    <a:pt x="24663" y="20332"/>
                  </a:lnTo>
                  <a:lnTo>
                    <a:pt x="24803" y="20586"/>
                  </a:lnTo>
                  <a:lnTo>
                    <a:pt x="25031" y="20840"/>
                  </a:lnTo>
                  <a:lnTo>
                    <a:pt x="25095" y="20586"/>
                  </a:lnTo>
                  <a:lnTo>
                    <a:pt x="24917" y="20332"/>
                  </a:lnTo>
                  <a:lnTo>
                    <a:pt x="25120" y="20586"/>
                  </a:lnTo>
                  <a:lnTo>
                    <a:pt x="25234" y="20332"/>
                  </a:lnTo>
                  <a:lnTo>
                    <a:pt x="25425" y="20332"/>
                  </a:lnTo>
                  <a:lnTo>
                    <a:pt x="25514" y="20078"/>
                  </a:lnTo>
                  <a:close/>
                </a:path>
                <a:path w="62864" h="50165">
                  <a:moveTo>
                    <a:pt x="25590" y="21729"/>
                  </a:moveTo>
                  <a:lnTo>
                    <a:pt x="25539" y="21475"/>
                  </a:lnTo>
                  <a:lnTo>
                    <a:pt x="25209" y="20840"/>
                  </a:lnTo>
                  <a:lnTo>
                    <a:pt x="25222" y="21221"/>
                  </a:lnTo>
                  <a:lnTo>
                    <a:pt x="24930" y="21221"/>
                  </a:lnTo>
                  <a:lnTo>
                    <a:pt x="25260" y="21475"/>
                  </a:lnTo>
                  <a:lnTo>
                    <a:pt x="24676" y="21475"/>
                  </a:lnTo>
                  <a:lnTo>
                    <a:pt x="24815" y="21729"/>
                  </a:lnTo>
                  <a:lnTo>
                    <a:pt x="25590" y="21729"/>
                  </a:lnTo>
                  <a:close/>
                </a:path>
                <a:path w="62864" h="50165">
                  <a:moveTo>
                    <a:pt x="25666" y="32524"/>
                  </a:moveTo>
                  <a:lnTo>
                    <a:pt x="25146" y="32524"/>
                  </a:lnTo>
                  <a:lnTo>
                    <a:pt x="25146" y="32778"/>
                  </a:lnTo>
                  <a:lnTo>
                    <a:pt x="25438" y="32778"/>
                  </a:lnTo>
                  <a:lnTo>
                    <a:pt x="25666" y="32651"/>
                  </a:lnTo>
                  <a:lnTo>
                    <a:pt x="25666" y="32524"/>
                  </a:lnTo>
                  <a:close/>
                </a:path>
                <a:path w="62864" h="50165">
                  <a:moveTo>
                    <a:pt x="25717" y="32016"/>
                  </a:moveTo>
                  <a:lnTo>
                    <a:pt x="25133" y="32016"/>
                  </a:lnTo>
                  <a:lnTo>
                    <a:pt x="25133" y="32270"/>
                  </a:lnTo>
                  <a:lnTo>
                    <a:pt x="24663" y="32270"/>
                  </a:lnTo>
                  <a:lnTo>
                    <a:pt x="24650" y="32524"/>
                  </a:lnTo>
                  <a:lnTo>
                    <a:pt x="25146" y="32524"/>
                  </a:lnTo>
                  <a:lnTo>
                    <a:pt x="25133" y="32397"/>
                  </a:lnTo>
                  <a:lnTo>
                    <a:pt x="25679" y="32397"/>
                  </a:lnTo>
                  <a:lnTo>
                    <a:pt x="25717" y="32016"/>
                  </a:lnTo>
                  <a:close/>
                </a:path>
                <a:path w="62864" h="50165">
                  <a:moveTo>
                    <a:pt x="25755" y="43065"/>
                  </a:moveTo>
                  <a:lnTo>
                    <a:pt x="25501" y="43065"/>
                  </a:lnTo>
                  <a:lnTo>
                    <a:pt x="25463" y="43319"/>
                  </a:lnTo>
                  <a:lnTo>
                    <a:pt x="25692" y="43319"/>
                  </a:lnTo>
                  <a:lnTo>
                    <a:pt x="25755" y="43065"/>
                  </a:lnTo>
                  <a:close/>
                </a:path>
                <a:path w="62864" h="50165">
                  <a:moveTo>
                    <a:pt x="25882" y="29984"/>
                  </a:moveTo>
                  <a:lnTo>
                    <a:pt x="24777" y="29984"/>
                  </a:lnTo>
                  <a:lnTo>
                    <a:pt x="24714" y="30365"/>
                  </a:lnTo>
                  <a:lnTo>
                    <a:pt x="25539" y="30365"/>
                  </a:lnTo>
                  <a:lnTo>
                    <a:pt x="25577" y="30238"/>
                  </a:lnTo>
                  <a:lnTo>
                    <a:pt x="25831" y="30111"/>
                  </a:lnTo>
                  <a:lnTo>
                    <a:pt x="25882" y="29984"/>
                  </a:lnTo>
                  <a:close/>
                </a:path>
                <a:path w="62864" h="50165">
                  <a:moveTo>
                    <a:pt x="25971" y="48907"/>
                  </a:moveTo>
                  <a:lnTo>
                    <a:pt x="25768" y="48780"/>
                  </a:lnTo>
                  <a:lnTo>
                    <a:pt x="25527" y="48780"/>
                  </a:lnTo>
                  <a:lnTo>
                    <a:pt x="25781" y="48907"/>
                  </a:lnTo>
                  <a:lnTo>
                    <a:pt x="25679" y="49288"/>
                  </a:lnTo>
                  <a:lnTo>
                    <a:pt x="25488" y="49415"/>
                  </a:lnTo>
                  <a:lnTo>
                    <a:pt x="25463" y="49161"/>
                  </a:lnTo>
                  <a:lnTo>
                    <a:pt x="25488" y="49034"/>
                  </a:lnTo>
                  <a:lnTo>
                    <a:pt x="25412" y="48399"/>
                  </a:lnTo>
                  <a:lnTo>
                    <a:pt x="25349" y="47891"/>
                  </a:lnTo>
                  <a:lnTo>
                    <a:pt x="25590" y="47637"/>
                  </a:lnTo>
                  <a:lnTo>
                    <a:pt x="25615" y="47510"/>
                  </a:lnTo>
                  <a:lnTo>
                    <a:pt x="25654" y="47383"/>
                  </a:lnTo>
                  <a:lnTo>
                    <a:pt x="25450" y="47256"/>
                  </a:lnTo>
                  <a:lnTo>
                    <a:pt x="25361" y="47383"/>
                  </a:lnTo>
                  <a:lnTo>
                    <a:pt x="25311" y="47510"/>
                  </a:lnTo>
                  <a:lnTo>
                    <a:pt x="25234" y="47002"/>
                  </a:lnTo>
                  <a:lnTo>
                    <a:pt x="25425" y="47256"/>
                  </a:lnTo>
                  <a:lnTo>
                    <a:pt x="25654" y="47002"/>
                  </a:lnTo>
                  <a:lnTo>
                    <a:pt x="25336" y="47002"/>
                  </a:lnTo>
                  <a:lnTo>
                    <a:pt x="25349" y="46748"/>
                  </a:lnTo>
                  <a:lnTo>
                    <a:pt x="25387" y="46621"/>
                  </a:lnTo>
                  <a:lnTo>
                    <a:pt x="25412" y="46113"/>
                  </a:lnTo>
                  <a:lnTo>
                    <a:pt x="25387" y="45859"/>
                  </a:lnTo>
                  <a:lnTo>
                    <a:pt x="25234" y="45859"/>
                  </a:lnTo>
                  <a:lnTo>
                    <a:pt x="25438" y="45732"/>
                  </a:lnTo>
                  <a:lnTo>
                    <a:pt x="25196" y="45732"/>
                  </a:lnTo>
                  <a:lnTo>
                    <a:pt x="25298" y="45351"/>
                  </a:lnTo>
                  <a:lnTo>
                    <a:pt x="25628" y="45351"/>
                  </a:lnTo>
                  <a:lnTo>
                    <a:pt x="25501" y="44970"/>
                  </a:lnTo>
                  <a:lnTo>
                    <a:pt x="25717" y="44843"/>
                  </a:lnTo>
                  <a:lnTo>
                    <a:pt x="25679" y="44462"/>
                  </a:lnTo>
                  <a:lnTo>
                    <a:pt x="25692" y="44335"/>
                  </a:lnTo>
                  <a:lnTo>
                    <a:pt x="25730" y="44081"/>
                  </a:lnTo>
                  <a:lnTo>
                    <a:pt x="25666" y="43700"/>
                  </a:lnTo>
                  <a:lnTo>
                    <a:pt x="25666" y="43573"/>
                  </a:lnTo>
                  <a:lnTo>
                    <a:pt x="25488" y="43446"/>
                  </a:lnTo>
                  <a:lnTo>
                    <a:pt x="25476" y="43700"/>
                  </a:lnTo>
                  <a:lnTo>
                    <a:pt x="25412" y="44081"/>
                  </a:lnTo>
                  <a:lnTo>
                    <a:pt x="25412" y="43700"/>
                  </a:lnTo>
                  <a:lnTo>
                    <a:pt x="25476" y="43459"/>
                  </a:lnTo>
                  <a:lnTo>
                    <a:pt x="25336" y="43573"/>
                  </a:lnTo>
                  <a:lnTo>
                    <a:pt x="25044" y="43573"/>
                  </a:lnTo>
                  <a:lnTo>
                    <a:pt x="25044" y="44208"/>
                  </a:lnTo>
                  <a:lnTo>
                    <a:pt x="24904" y="44335"/>
                  </a:lnTo>
                  <a:lnTo>
                    <a:pt x="24904" y="44208"/>
                  </a:lnTo>
                  <a:lnTo>
                    <a:pt x="24904" y="44081"/>
                  </a:lnTo>
                  <a:lnTo>
                    <a:pt x="24904" y="43954"/>
                  </a:lnTo>
                  <a:lnTo>
                    <a:pt x="24968" y="44081"/>
                  </a:lnTo>
                  <a:lnTo>
                    <a:pt x="25044" y="44208"/>
                  </a:lnTo>
                  <a:lnTo>
                    <a:pt x="25044" y="43573"/>
                  </a:lnTo>
                  <a:lnTo>
                    <a:pt x="24917" y="43573"/>
                  </a:lnTo>
                  <a:lnTo>
                    <a:pt x="24993" y="43446"/>
                  </a:lnTo>
                  <a:lnTo>
                    <a:pt x="24866" y="43446"/>
                  </a:lnTo>
                  <a:lnTo>
                    <a:pt x="24765" y="43573"/>
                  </a:lnTo>
                  <a:lnTo>
                    <a:pt x="24599" y="43700"/>
                  </a:lnTo>
                  <a:lnTo>
                    <a:pt x="24345" y="43827"/>
                  </a:lnTo>
                  <a:lnTo>
                    <a:pt x="24282" y="43954"/>
                  </a:lnTo>
                  <a:lnTo>
                    <a:pt x="24333" y="43827"/>
                  </a:lnTo>
                  <a:lnTo>
                    <a:pt x="24206" y="43700"/>
                  </a:lnTo>
                  <a:lnTo>
                    <a:pt x="23926" y="43700"/>
                  </a:lnTo>
                  <a:lnTo>
                    <a:pt x="23990" y="43573"/>
                  </a:lnTo>
                  <a:lnTo>
                    <a:pt x="24053" y="43446"/>
                  </a:lnTo>
                  <a:lnTo>
                    <a:pt x="24244" y="43319"/>
                  </a:lnTo>
                  <a:lnTo>
                    <a:pt x="24498" y="43319"/>
                  </a:lnTo>
                  <a:lnTo>
                    <a:pt x="24587" y="42938"/>
                  </a:lnTo>
                  <a:lnTo>
                    <a:pt x="23926" y="42938"/>
                  </a:lnTo>
                  <a:lnTo>
                    <a:pt x="24028" y="43319"/>
                  </a:lnTo>
                  <a:lnTo>
                    <a:pt x="23977" y="43192"/>
                  </a:lnTo>
                  <a:lnTo>
                    <a:pt x="23926" y="43065"/>
                  </a:lnTo>
                  <a:lnTo>
                    <a:pt x="23876" y="42938"/>
                  </a:lnTo>
                  <a:lnTo>
                    <a:pt x="23876" y="43954"/>
                  </a:lnTo>
                  <a:lnTo>
                    <a:pt x="23787" y="46113"/>
                  </a:lnTo>
                  <a:lnTo>
                    <a:pt x="23774" y="46621"/>
                  </a:lnTo>
                  <a:lnTo>
                    <a:pt x="23660" y="47002"/>
                  </a:lnTo>
                  <a:lnTo>
                    <a:pt x="23533" y="46748"/>
                  </a:lnTo>
                  <a:lnTo>
                    <a:pt x="23660" y="47002"/>
                  </a:lnTo>
                  <a:lnTo>
                    <a:pt x="23660" y="46621"/>
                  </a:lnTo>
                  <a:lnTo>
                    <a:pt x="23787" y="46113"/>
                  </a:lnTo>
                  <a:lnTo>
                    <a:pt x="23787" y="44043"/>
                  </a:lnTo>
                  <a:lnTo>
                    <a:pt x="23876" y="42938"/>
                  </a:lnTo>
                  <a:lnTo>
                    <a:pt x="23774" y="43827"/>
                  </a:lnTo>
                  <a:lnTo>
                    <a:pt x="23685" y="44208"/>
                  </a:lnTo>
                  <a:lnTo>
                    <a:pt x="23647" y="44462"/>
                  </a:lnTo>
                  <a:lnTo>
                    <a:pt x="23482" y="44462"/>
                  </a:lnTo>
                  <a:lnTo>
                    <a:pt x="23482" y="44335"/>
                  </a:lnTo>
                  <a:lnTo>
                    <a:pt x="23685" y="44208"/>
                  </a:lnTo>
                  <a:lnTo>
                    <a:pt x="23685" y="43764"/>
                  </a:lnTo>
                  <a:lnTo>
                    <a:pt x="23444" y="43827"/>
                  </a:lnTo>
                  <a:lnTo>
                    <a:pt x="23444" y="43573"/>
                  </a:lnTo>
                  <a:lnTo>
                    <a:pt x="23736" y="43700"/>
                  </a:lnTo>
                  <a:lnTo>
                    <a:pt x="23774" y="43827"/>
                  </a:lnTo>
                  <a:lnTo>
                    <a:pt x="23774" y="43014"/>
                  </a:lnTo>
                  <a:lnTo>
                    <a:pt x="23596" y="43065"/>
                  </a:lnTo>
                  <a:lnTo>
                    <a:pt x="23583" y="42938"/>
                  </a:lnTo>
                  <a:lnTo>
                    <a:pt x="23583" y="43319"/>
                  </a:lnTo>
                  <a:lnTo>
                    <a:pt x="23507" y="43446"/>
                  </a:lnTo>
                  <a:lnTo>
                    <a:pt x="23342" y="43446"/>
                  </a:lnTo>
                  <a:lnTo>
                    <a:pt x="23342" y="43192"/>
                  </a:lnTo>
                  <a:lnTo>
                    <a:pt x="23583" y="43319"/>
                  </a:lnTo>
                  <a:lnTo>
                    <a:pt x="23583" y="42938"/>
                  </a:lnTo>
                  <a:lnTo>
                    <a:pt x="23291" y="42938"/>
                  </a:lnTo>
                  <a:lnTo>
                    <a:pt x="23215" y="43954"/>
                  </a:lnTo>
                  <a:lnTo>
                    <a:pt x="23025" y="44081"/>
                  </a:lnTo>
                  <a:lnTo>
                    <a:pt x="22821" y="44081"/>
                  </a:lnTo>
                  <a:lnTo>
                    <a:pt x="23050" y="43853"/>
                  </a:lnTo>
                  <a:lnTo>
                    <a:pt x="23215" y="43954"/>
                  </a:lnTo>
                  <a:lnTo>
                    <a:pt x="23215" y="42938"/>
                  </a:lnTo>
                  <a:lnTo>
                    <a:pt x="23063" y="42938"/>
                  </a:lnTo>
                  <a:lnTo>
                    <a:pt x="23063" y="43573"/>
                  </a:lnTo>
                  <a:lnTo>
                    <a:pt x="23025" y="43827"/>
                  </a:lnTo>
                  <a:lnTo>
                    <a:pt x="22745" y="43827"/>
                  </a:lnTo>
                  <a:lnTo>
                    <a:pt x="22860" y="43573"/>
                  </a:lnTo>
                  <a:lnTo>
                    <a:pt x="23063" y="43573"/>
                  </a:lnTo>
                  <a:lnTo>
                    <a:pt x="23063" y="42938"/>
                  </a:lnTo>
                  <a:lnTo>
                    <a:pt x="22809" y="42938"/>
                  </a:lnTo>
                  <a:lnTo>
                    <a:pt x="22745" y="43446"/>
                  </a:lnTo>
                  <a:lnTo>
                    <a:pt x="22644" y="43319"/>
                  </a:lnTo>
                  <a:lnTo>
                    <a:pt x="22517" y="43446"/>
                  </a:lnTo>
                  <a:lnTo>
                    <a:pt x="22466" y="43065"/>
                  </a:lnTo>
                  <a:lnTo>
                    <a:pt x="22263" y="43065"/>
                  </a:lnTo>
                  <a:lnTo>
                    <a:pt x="22326" y="42811"/>
                  </a:lnTo>
                  <a:lnTo>
                    <a:pt x="22834" y="42811"/>
                  </a:lnTo>
                  <a:lnTo>
                    <a:pt x="23266" y="42811"/>
                  </a:lnTo>
                  <a:lnTo>
                    <a:pt x="23393" y="41795"/>
                  </a:lnTo>
                  <a:lnTo>
                    <a:pt x="23495" y="41668"/>
                  </a:lnTo>
                  <a:lnTo>
                    <a:pt x="23837" y="41668"/>
                  </a:lnTo>
                  <a:lnTo>
                    <a:pt x="23850" y="41414"/>
                  </a:lnTo>
                  <a:lnTo>
                    <a:pt x="24015" y="41414"/>
                  </a:lnTo>
                  <a:lnTo>
                    <a:pt x="24269" y="41160"/>
                  </a:lnTo>
                  <a:lnTo>
                    <a:pt x="24396" y="41033"/>
                  </a:lnTo>
                  <a:lnTo>
                    <a:pt x="15811" y="41033"/>
                  </a:lnTo>
                  <a:lnTo>
                    <a:pt x="15836" y="40779"/>
                  </a:lnTo>
                  <a:lnTo>
                    <a:pt x="15201" y="40779"/>
                  </a:lnTo>
                  <a:lnTo>
                    <a:pt x="15214" y="40906"/>
                  </a:lnTo>
                  <a:lnTo>
                    <a:pt x="15227" y="41033"/>
                  </a:lnTo>
                  <a:lnTo>
                    <a:pt x="15836" y="41160"/>
                  </a:lnTo>
                  <a:lnTo>
                    <a:pt x="15773" y="43827"/>
                  </a:lnTo>
                  <a:lnTo>
                    <a:pt x="15659" y="47891"/>
                  </a:lnTo>
                  <a:lnTo>
                    <a:pt x="15532" y="49542"/>
                  </a:lnTo>
                  <a:lnTo>
                    <a:pt x="25654" y="49542"/>
                  </a:lnTo>
                  <a:lnTo>
                    <a:pt x="25793" y="49415"/>
                  </a:lnTo>
                  <a:lnTo>
                    <a:pt x="25793" y="49542"/>
                  </a:lnTo>
                  <a:lnTo>
                    <a:pt x="25971" y="49542"/>
                  </a:lnTo>
                  <a:lnTo>
                    <a:pt x="25971" y="48907"/>
                  </a:lnTo>
                  <a:close/>
                </a:path>
                <a:path w="62864" h="50165">
                  <a:moveTo>
                    <a:pt x="26009" y="29730"/>
                  </a:moveTo>
                  <a:lnTo>
                    <a:pt x="25806" y="29730"/>
                  </a:lnTo>
                  <a:lnTo>
                    <a:pt x="24815" y="29730"/>
                  </a:lnTo>
                  <a:lnTo>
                    <a:pt x="24790" y="29857"/>
                  </a:lnTo>
                  <a:lnTo>
                    <a:pt x="25679" y="29857"/>
                  </a:lnTo>
                  <a:lnTo>
                    <a:pt x="25946" y="29857"/>
                  </a:lnTo>
                  <a:lnTo>
                    <a:pt x="26009" y="29730"/>
                  </a:lnTo>
                  <a:close/>
                </a:path>
                <a:path w="62864" h="50165">
                  <a:moveTo>
                    <a:pt x="26073" y="14490"/>
                  </a:moveTo>
                  <a:lnTo>
                    <a:pt x="25844" y="14871"/>
                  </a:lnTo>
                  <a:lnTo>
                    <a:pt x="25971" y="14871"/>
                  </a:lnTo>
                  <a:lnTo>
                    <a:pt x="26073" y="14490"/>
                  </a:lnTo>
                  <a:close/>
                </a:path>
                <a:path w="62864" h="50165">
                  <a:moveTo>
                    <a:pt x="26085" y="31508"/>
                  </a:moveTo>
                  <a:lnTo>
                    <a:pt x="25222" y="31508"/>
                  </a:lnTo>
                  <a:lnTo>
                    <a:pt x="25133" y="31762"/>
                  </a:lnTo>
                  <a:lnTo>
                    <a:pt x="24676" y="31762"/>
                  </a:lnTo>
                  <a:lnTo>
                    <a:pt x="24663" y="32016"/>
                  </a:lnTo>
                  <a:lnTo>
                    <a:pt x="25133" y="32016"/>
                  </a:lnTo>
                  <a:lnTo>
                    <a:pt x="25133" y="31889"/>
                  </a:lnTo>
                  <a:lnTo>
                    <a:pt x="25933" y="31889"/>
                  </a:lnTo>
                  <a:lnTo>
                    <a:pt x="25996" y="31762"/>
                  </a:lnTo>
                  <a:lnTo>
                    <a:pt x="26085" y="31508"/>
                  </a:lnTo>
                  <a:close/>
                </a:path>
                <a:path w="62864" h="50165">
                  <a:moveTo>
                    <a:pt x="26085" y="29095"/>
                  </a:moveTo>
                  <a:lnTo>
                    <a:pt x="24892" y="29095"/>
                  </a:lnTo>
                  <a:lnTo>
                    <a:pt x="24879" y="29222"/>
                  </a:lnTo>
                  <a:lnTo>
                    <a:pt x="26047" y="29222"/>
                  </a:lnTo>
                  <a:lnTo>
                    <a:pt x="26085" y="29095"/>
                  </a:lnTo>
                  <a:close/>
                </a:path>
                <a:path w="62864" h="50165">
                  <a:moveTo>
                    <a:pt x="26136" y="28714"/>
                  </a:moveTo>
                  <a:lnTo>
                    <a:pt x="26085" y="28587"/>
                  </a:lnTo>
                  <a:lnTo>
                    <a:pt x="25946" y="28587"/>
                  </a:lnTo>
                  <a:lnTo>
                    <a:pt x="24930" y="28587"/>
                  </a:lnTo>
                  <a:lnTo>
                    <a:pt x="24917" y="28714"/>
                  </a:lnTo>
                  <a:lnTo>
                    <a:pt x="26136" y="28714"/>
                  </a:lnTo>
                  <a:close/>
                </a:path>
                <a:path w="62864" h="50165">
                  <a:moveTo>
                    <a:pt x="26162" y="26682"/>
                  </a:moveTo>
                  <a:lnTo>
                    <a:pt x="25895" y="26682"/>
                  </a:lnTo>
                  <a:lnTo>
                    <a:pt x="26009" y="26809"/>
                  </a:lnTo>
                  <a:lnTo>
                    <a:pt x="26111" y="27063"/>
                  </a:lnTo>
                  <a:lnTo>
                    <a:pt x="26162" y="26682"/>
                  </a:lnTo>
                  <a:close/>
                </a:path>
                <a:path w="62864" h="50165">
                  <a:moveTo>
                    <a:pt x="26187" y="31127"/>
                  </a:moveTo>
                  <a:lnTo>
                    <a:pt x="25374" y="31127"/>
                  </a:lnTo>
                  <a:lnTo>
                    <a:pt x="25323" y="31381"/>
                  </a:lnTo>
                  <a:lnTo>
                    <a:pt x="26098" y="31381"/>
                  </a:lnTo>
                  <a:lnTo>
                    <a:pt x="26187" y="31127"/>
                  </a:lnTo>
                  <a:close/>
                </a:path>
                <a:path w="62864" h="50165">
                  <a:moveTo>
                    <a:pt x="26187" y="12966"/>
                  </a:moveTo>
                  <a:lnTo>
                    <a:pt x="19913" y="12966"/>
                  </a:lnTo>
                  <a:lnTo>
                    <a:pt x="19519" y="12966"/>
                  </a:lnTo>
                  <a:lnTo>
                    <a:pt x="19875" y="13220"/>
                  </a:lnTo>
                  <a:lnTo>
                    <a:pt x="19672" y="13220"/>
                  </a:lnTo>
                  <a:lnTo>
                    <a:pt x="19621" y="13474"/>
                  </a:lnTo>
                  <a:lnTo>
                    <a:pt x="19443" y="13474"/>
                  </a:lnTo>
                  <a:lnTo>
                    <a:pt x="19519" y="12966"/>
                  </a:lnTo>
                  <a:lnTo>
                    <a:pt x="19177" y="12966"/>
                  </a:lnTo>
                  <a:lnTo>
                    <a:pt x="19100" y="13093"/>
                  </a:lnTo>
                  <a:lnTo>
                    <a:pt x="18859" y="12966"/>
                  </a:lnTo>
                  <a:lnTo>
                    <a:pt x="18745" y="13220"/>
                  </a:lnTo>
                  <a:lnTo>
                    <a:pt x="18745" y="13474"/>
                  </a:lnTo>
                  <a:lnTo>
                    <a:pt x="18592" y="13614"/>
                  </a:lnTo>
                  <a:lnTo>
                    <a:pt x="18554" y="13474"/>
                  </a:lnTo>
                  <a:lnTo>
                    <a:pt x="18338" y="13614"/>
                  </a:lnTo>
                  <a:lnTo>
                    <a:pt x="18389" y="13474"/>
                  </a:lnTo>
                  <a:lnTo>
                    <a:pt x="18072" y="13474"/>
                  </a:lnTo>
                  <a:lnTo>
                    <a:pt x="18199" y="13220"/>
                  </a:lnTo>
                  <a:lnTo>
                    <a:pt x="18389" y="13055"/>
                  </a:lnTo>
                  <a:lnTo>
                    <a:pt x="18351" y="13220"/>
                  </a:lnTo>
                  <a:lnTo>
                    <a:pt x="18554" y="13220"/>
                  </a:lnTo>
                  <a:lnTo>
                    <a:pt x="18745" y="13220"/>
                  </a:lnTo>
                  <a:lnTo>
                    <a:pt x="18745" y="13068"/>
                  </a:lnTo>
                  <a:lnTo>
                    <a:pt x="18605" y="12966"/>
                  </a:lnTo>
                  <a:lnTo>
                    <a:pt x="18859" y="12966"/>
                  </a:lnTo>
                  <a:lnTo>
                    <a:pt x="19050" y="12966"/>
                  </a:lnTo>
                  <a:lnTo>
                    <a:pt x="19100" y="13093"/>
                  </a:lnTo>
                  <a:lnTo>
                    <a:pt x="19100" y="12915"/>
                  </a:lnTo>
                  <a:lnTo>
                    <a:pt x="18821" y="12712"/>
                  </a:lnTo>
                  <a:lnTo>
                    <a:pt x="18554" y="12712"/>
                  </a:lnTo>
                  <a:lnTo>
                    <a:pt x="18440" y="12915"/>
                  </a:lnTo>
                  <a:lnTo>
                    <a:pt x="18008" y="13220"/>
                  </a:lnTo>
                  <a:lnTo>
                    <a:pt x="17868" y="13220"/>
                  </a:lnTo>
                  <a:lnTo>
                    <a:pt x="17957" y="12966"/>
                  </a:lnTo>
                  <a:lnTo>
                    <a:pt x="17741" y="12966"/>
                  </a:lnTo>
                  <a:lnTo>
                    <a:pt x="17691" y="13474"/>
                  </a:lnTo>
                  <a:lnTo>
                    <a:pt x="17322" y="13474"/>
                  </a:lnTo>
                  <a:lnTo>
                    <a:pt x="17233" y="13220"/>
                  </a:lnTo>
                  <a:lnTo>
                    <a:pt x="17157" y="12966"/>
                  </a:lnTo>
                  <a:lnTo>
                    <a:pt x="16814" y="12966"/>
                  </a:lnTo>
                  <a:lnTo>
                    <a:pt x="16878" y="13474"/>
                  </a:lnTo>
                  <a:lnTo>
                    <a:pt x="17145" y="13474"/>
                  </a:lnTo>
                  <a:lnTo>
                    <a:pt x="17221" y="13982"/>
                  </a:lnTo>
                  <a:lnTo>
                    <a:pt x="18923" y="13982"/>
                  </a:lnTo>
                  <a:lnTo>
                    <a:pt x="18796" y="13855"/>
                  </a:lnTo>
                  <a:lnTo>
                    <a:pt x="19011" y="13982"/>
                  </a:lnTo>
                  <a:lnTo>
                    <a:pt x="26098" y="13982"/>
                  </a:lnTo>
                  <a:lnTo>
                    <a:pt x="26149" y="13474"/>
                  </a:lnTo>
                  <a:lnTo>
                    <a:pt x="26187" y="12966"/>
                  </a:lnTo>
                  <a:close/>
                </a:path>
                <a:path w="62864" h="50165">
                  <a:moveTo>
                    <a:pt x="26212" y="23507"/>
                  </a:moveTo>
                  <a:lnTo>
                    <a:pt x="26174" y="23253"/>
                  </a:lnTo>
                  <a:lnTo>
                    <a:pt x="26022" y="23507"/>
                  </a:lnTo>
                  <a:lnTo>
                    <a:pt x="26212" y="23507"/>
                  </a:lnTo>
                  <a:close/>
                </a:path>
                <a:path w="62864" h="50165">
                  <a:moveTo>
                    <a:pt x="26250" y="29222"/>
                  </a:moveTo>
                  <a:lnTo>
                    <a:pt x="26047" y="29222"/>
                  </a:lnTo>
                  <a:lnTo>
                    <a:pt x="25996" y="29476"/>
                  </a:lnTo>
                  <a:lnTo>
                    <a:pt x="26162" y="29349"/>
                  </a:lnTo>
                  <a:lnTo>
                    <a:pt x="26250" y="29222"/>
                  </a:lnTo>
                  <a:close/>
                </a:path>
                <a:path w="62864" h="50165">
                  <a:moveTo>
                    <a:pt x="26289" y="11950"/>
                  </a:moveTo>
                  <a:lnTo>
                    <a:pt x="20307" y="11950"/>
                  </a:lnTo>
                  <a:lnTo>
                    <a:pt x="20307" y="12458"/>
                  </a:lnTo>
                  <a:lnTo>
                    <a:pt x="20193" y="12331"/>
                  </a:lnTo>
                  <a:lnTo>
                    <a:pt x="20307" y="12458"/>
                  </a:lnTo>
                  <a:lnTo>
                    <a:pt x="20307" y="11950"/>
                  </a:lnTo>
                  <a:lnTo>
                    <a:pt x="20116" y="11950"/>
                  </a:lnTo>
                  <a:lnTo>
                    <a:pt x="20078" y="12204"/>
                  </a:lnTo>
                  <a:lnTo>
                    <a:pt x="19812" y="12204"/>
                  </a:lnTo>
                  <a:lnTo>
                    <a:pt x="20116" y="11950"/>
                  </a:lnTo>
                  <a:lnTo>
                    <a:pt x="19481" y="11950"/>
                  </a:lnTo>
                  <a:lnTo>
                    <a:pt x="19608" y="12204"/>
                  </a:lnTo>
                  <a:lnTo>
                    <a:pt x="19862" y="12458"/>
                  </a:lnTo>
                  <a:lnTo>
                    <a:pt x="19570" y="12458"/>
                  </a:lnTo>
                  <a:lnTo>
                    <a:pt x="19596" y="12712"/>
                  </a:lnTo>
                  <a:lnTo>
                    <a:pt x="26212" y="12712"/>
                  </a:lnTo>
                  <a:lnTo>
                    <a:pt x="26289" y="11950"/>
                  </a:lnTo>
                  <a:close/>
                </a:path>
                <a:path w="62864" h="50165">
                  <a:moveTo>
                    <a:pt x="26543" y="30619"/>
                  </a:moveTo>
                  <a:lnTo>
                    <a:pt x="25488" y="30619"/>
                  </a:lnTo>
                  <a:lnTo>
                    <a:pt x="25400" y="31000"/>
                  </a:lnTo>
                  <a:lnTo>
                    <a:pt x="26250" y="31000"/>
                  </a:lnTo>
                  <a:lnTo>
                    <a:pt x="26377" y="30746"/>
                  </a:lnTo>
                  <a:lnTo>
                    <a:pt x="26543" y="30619"/>
                  </a:lnTo>
                  <a:close/>
                </a:path>
                <a:path w="62864" h="50165">
                  <a:moveTo>
                    <a:pt x="26644" y="30365"/>
                  </a:moveTo>
                  <a:lnTo>
                    <a:pt x="25539" y="30365"/>
                  </a:lnTo>
                  <a:lnTo>
                    <a:pt x="25514" y="30492"/>
                  </a:lnTo>
                  <a:lnTo>
                    <a:pt x="26593" y="30492"/>
                  </a:lnTo>
                  <a:lnTo>
                    <a:pt x="26644" y="30365"/>
                  </a:lnTo>
                  <a:close/>
                </a:path>
                <a:path w="62864" h="50165">
                  <a:moveTo>
                    <a:pt x="26695" y="29476"/>
                  </a:moveTo>
                  <a:lnTo>
                    <a:pt x="26517" y="29603"/>
                  </a:lnTo>
                  <a:lnTo>
                    <a:pt x="26441" y="29349"/>
                  </a:lnTo>
                  <a:lnTo>
                    <a:pt x="26009" y="29730"/>
                  </a:lnTo>
                  <a:lnTo>
                    <a:pt x="26695" y="29730"/>
                  </a:lnTo>
                  <a:lnTo>
                    <a:pt x="26695" y="29603"/>
                  </a:lnTo>
                  <a:lnTo>
                    <a:pt x="26695" y="29476"/>
                  </a:lnTo>
                  <a:close/>
                </a:path>
                <a:path w="62864" h="50165">
                  <a:moveTo>
                    <a:pt x="26708" y="29984"/>
                  </a:moveTo>
                  <a:lnTo>
                    <a:pt x="26695" y="29857"/>
                  </a:lnTo>
                  <a:lnTo>
                    <a:pt x="25946" y="29857"/>
                  </a:lnTo>
                  <a:lnTo>
                    <a:pt x="25882" y="29984"/>
                  </a:lnTo>
                  <a:lnTo>
                    <a:pt x="26530" y="29984"/>
                  </a:lnTo>
                  <a:lnTo>
                    <a:pt x="26708" y="29984"/>
                  </a:lnTo>
                  <a:close/>
                </a:path>
                <a:path w="62864" h="50165">
                  <a:moveTo>
                    <a:pt x="26873" y="46228"/>
                  </a:moveTo>
                  <a:lnTo>
                    <a:pt x="26682" y="45935"/>
                  </a:lnTo>
                  <a:lnTo>
                    <a:pt x="26758" y="46507"/>
                  </a:lnTo>
                  <a:lnTo>
                    <a:pt x="26847" y="46291"/>
                  </a:lnTo>
                  <a:close/>
                </a:path>
                <a:path w="62864" h="50165">
                  <a:moveTo>
                    <a:pt x="27051" y="29730"/>
                  </a:moveTo>
                  <a:lnTo>
                    <a:pt x="26695" y="29730"/>
                  </a:lnTo>
                  <a:lnTo>
                    <a:pt x="26695" y="29857"/>
                  </a:lnTo>
                  <a:lnTo>
                    <a:pt x="27012" y="29857"/>
                  </a:lnTo>
                  <a:lnTo>
                    <a:pt x="27051" y="29730"/>
                  </a:lnTo>
                  <a:close/>
                </a:path>
                <a:path w="62864" h="50165">
                  <a:moveTo>
                    <a:pt x="27152" y="46507"/>
                  </a:moveTo>
                  <a:lnTo>
                    <a:pt x="26911" y="46316"/>
                  </a:lnTo>
                  <a:lnTo>
                    <a:pt x="26924" y="46659"/>
                  </a:lnTo>
                  <a:lnTo>
                    <a:pt x="26924" y="46520"/>
                  </a:lnTo>
                  <a:lnTo>
                    <a:pt x="27152" y="46507"/>
                  </a:lnTo>
                  <a:close/>
                </a:path>
                <a:path w="62864" h="50165">
                  <a:moveTo>
                    <a:pt x="27190" y="27698"/>
                  </a:moveTo>
                  <a:lnTo>
                    <a:pt x="27101" y="25539"/>
                  </a:lnTo>
                  <a:lnTo>
                    <a:pt x="26987" y="25158"/>
                  </a:lnTo>
                  <a:lnTo>
                    <a:pt x="26911" y="24396"/>
                  </a:lnTo>
                  <a:lnTo>
                    <a:pt x="26644" y="24269"/>
                  </a:lnTo>
                  <a:lnTo>
                    <a:pt x="26543" y="24015"/>
                  </a:lnTo>
                  <a:lnTo>
                    <a:pt x="26581" y="24777"/>
                  </a:lnTo>
                  <a:lnTo>
                    <a:pt x="26695" y="25158"/>
                  </a:lnTo>
                  <a:lnTo>
                    <a:pt x="26784" y="25412"/>
                  </a:lnTo>
                  <a:lnTo>
                    <a:pt x="26873" y="25666"/>
                  </a:lnTo>
                  <a:lnTo>
                    <a:pt x="26974" y="25920"/>
                  </a:lnTo>
                  <a:lnTo>
                    <a:pt x="27063" y="26174"/>
                  </a:lnTo>
                  <a:lnTo>
                    <a:pt x="27190" y="27698"/>
                  </a:lnTo>
                  <a:close/>
                </a:path>
                <a:path w="62864" h="50165">
                  <a:moveTo>
                    <a:pt x="27279" y="29730"/>
                  </a:moveTo>
                  <a:lnTo>
                    <a:pt x="27127" y="29730"/>
                  </a:lnTo>
                  <a:lnTo>
                    <a:pt x="27127" y="29857"/>
                  </a:lnTo>
                  <a:lnTo>
                    <a:pt x="27279" y="29730"/>
                  </a:lnTo>
                  <a:close/>
                </a:path>
                <a:path w="62864" h="50165">
                  <a:moveTo>
                    <a:pt x="27305" y="29984"/>
                  </a:moveTo>
                  <a:lnTo>
                    <a:pt x="27292" y="29857"/>
                  </a:lnTo>
                  <a:lnTo>
                    <a:pt x="27152" y="29857"/>
                  </a:lnTo>
                  <a:lnTo>
                    <a:pt x="26708" y="29984"/>
                  </a:lnTo>
                  <a:lnTo>
                    <a:pt x="27305" y="29984"/>
                  </a:lnTo>
                  <a:close/>
                </a:path>
                <a:path w="62864" h="50165">
                  <a:moveTo>
                    <a:pt x="27317" y="12712"/>
                  </a:moveTo>
                  <a:lnTo>
                    <a:pt x="26212" y="12712"/>
                  </a:lnTo>
                  <a:lnTo>
                    <a:pt x="26187" y="12966"/>
                  </a:lnTo>
                  <a:lnTo>
                    <a:pt x="27305" y="12966"/>
                  </a:lnTo>
                  <a:lnTo>
                    <a:pt x="27317" y="12712"/>
                  </a:lnTo>
                  <a:close/>
                </a:path>
                <a:path w="62864" h="50165">
                  <a:moveTo>
                    <a:pt x="27330" y="11696"/>
                  </a:moveTo>
                  <a:lnTo>
                    <a:pt x="26314" y="11696"/>
                  </a:lnTo>
                  <a:lnTo>
                    <a:pt x="26289" y="11950"/>
                  </a:lnTo>
                  <a:lnTo>
                    <a:pt x="27330" y="11950"/>
                  </a:lnTo>
                  <a:lnTo>
                    <a:pt x="27330" y="11696"/>
                  </a:lnTo>
                  <a:close/>
                </a:path>
                <a:path w="62864" h="50165">
                  <a:moveTo>
                    <a:pt x="27343" y="11061"/>
                  </a:moveTo>
                  <a:lnTo>
                    <a:pt x="26339" y="11061"/>
                  </a:lnTo>
                  <a:lnTo>
                    <a:pt x="26327" y="11315"/>
                  </a:lnTo>
                  <a:lnTo>
                    <a:pt x="27343" y="11315"/>
                  </a:lnTo>
                  <a:lnTo>
                    <a:pt x="27343" y="11061"/>
                  </a:lnTo>
                  <a:close/>
                </a:path>
                <a:path w="62864" h="50165">
                  <a:moveTo>
                    <a:pt x="27444" y="12966"/>
                  </a:moveTo>
                  <a:lnTo>
                    <a:pt x="27305" y="12966"/>
                  </a:lnTo>
                  <a:lnTo>
                    <a:pt x="27305" y="13474"/>
                  </a:lnTo>
                  <a:lnTo>
                    <a:pt x="27432" y="13220"/>
                  </a:lnTo>
                  <a:lnTo>
                    <a:pt x="27444" y="12966"/>
                  </a:lnTo>
                  <a:close/>
                </a:path>
                <a:path w="62864" h="50165">
                  <a:moveTo>
                    <a:pt x="27482" y="11950"/>
                  </a:moveTo>
                  <a:lnTo>
                    <a:pt x="27330" y="11950"/>
                  </a:lnTo>
                  <a:lnTo>
                    <a:pt x="27317" y="12712"/>
                  </a:lnTo>
                  <a:lnTo>
                    <a:pt x="27457" y="12712"/>
                  </a:lnTo>
                  <a:lnTo>
                    <a:pt x="27482" y="11950"/>
                  </a:lnTo>
                  <a:close/>
                </a:path>
                <a:path w="62864" h="50165">
                  <a:moveTo>
                    <a:pt x="27508" y="11315"/>
                  </a:moveTo>
                  <a:lnTo>
                    <a:pt x="27343" y="11315"/>
                  </a:lnTo>
                  <a:lnTo>
                    <a:pt x="27330" y="11696"/>
                  </a:lnTo>
                  <a:lnTo>
                    <a:pt x="27495" y="11696"/>
                  </a:lnTo>
                  <a:lnTo>
                    <a:pt x="27508" y="11315"/>
                  </a:lnTo>
                  <a:close/>
                </a:path>
                <a:path w="62864" h="50165">
                  <a:moveTo>
                    <a:pt x="27559" y="45224"/>
                  </a:moveTo>
                  <a:lnTo>
                    <a:pt x="27520" y="45008"/>
                  </a:lnTo>
                  <a:lnTo>
                    <a:pt x="27406" y="45224"/>
                  </a:lnTo>
                  <a:lnTo>
                    <a:pt x="27559" y="45224"/>
                  </a:lnTo>
                  <a:close/>
                </a:path>
                <a:path w="62864" h="50165">
                  <a:moveTo>
                    <a:pt x="27584" y="49682"/>
                  </a:moveTo>
                  <a:lnTo>
                    <a:pt x="27520" y="49250"/>
                  </a:lnTo>
                  <a:lnTo>
                    <a:pt x="27520" y="49682"/>
                  </a:lnTo>
                  <a:close/>
                </a:path>
                <a:path w="62864" h="50165">
                  <a:moveTo>
                    <a:pt x="27635" y="48539"/>
                  </a:moveTo>
                  <a:lnTo>
                    <a:pt x="27495" y="48425"/>
                  </a:lnTo>
                  <a:lnTo>
                    <a:pt x="27559" y="48780"/>
                  </a:lnTo>
                  <a:lnTo>
                    <a:pt x="27571" y="48564"/>
                  </a:lnTo>
                  <a:close/>
                </a:path>
                <a:path w="62864" h="50165">
                  <a:moveTo>
                    <a:pt x="27660" y="28460"/>
                  </a:moveTo>
                  <a:lnTo>
                    <a:pt x="27647" y="28333"/>
                  </a:lnTo>
                  <a:lnTo>
                    <a:pt x="27647" y="28206"/>
                  </a:lnTo>
                  <a:lnTo>
                    <a:pt x="27355" y="28079"/>
                  </a:lnTo>
                  <a:lnTo>
                    <a:pt x="27343" y="27952"/>
                  </a:lnTo>
                  <a:lnTo>
                    <a:pt x="27343" y="27698"/>
                  </a:lnTo>
                  <a:lnTo>
                    <a:pt x="27190" y="27698"/>
                  </a:lnTo>
                  <a:lnTo>
                    <a:pt x="27114" y="27571"/>
                  </a:lnTo>
                  <a:lnTo>
                    <a:pt x="27051" y="27444"/>
                  </a:lnTo>
                  <a:lnTo>
                    <a:pt x="26758" y="27317"/>
                  </a:lnTo>
                  <a:lnTo>
                    <a:pt x="26631" y="26682"/>
                  </a:lnTo>
                  <a:lnTo>
                    <a:pt x="26492" y="26809"/>
                  </a:lnTo>
                  <a:lnTo>
                    <a:pt x="26454" y="27317"/>
                  </a:lnTo>
                  <a:lnTo>
                    <a:pt x="26289" y="27190"/>
                  </a:lnTo>
                  <a:lnTo>
                    <a:pt x="26212" y="27063"/>
                  </a:lnTo>
                  <a:lnTo>
                    <a:pt x="26162" y="27444"/>
                  </a:lnTo>
                  <a:lnTo>
                    <a:pt x="26314" y="27444"/>
                  </a:lnTo>
                  <a:lnTo>
                    <a:pt x="25958" y="27571"/>
                  </a:lnTo>
                  <a:lnTo>
                    <a:pt x="25692" y="27444"/>
                  </a:lnTo>
                  <a:lnTo>
                    <a:pt x="25603" y="27317"/>
                  </a:lnTo>
                  <a:lnTo>
                    <a:pt x="25476" y="27317"/>
                  </a:lnTo>
                  <a:lnTo>
                    <a:pt x="25209" y="27190"/>
                  </a:lnTo>
                  <a:lnTo>
                    <a:pt x="25146" y="26936"/>
                  </a:lnTo>
                  <a:lnTo>
                    <a:pt x="24765" y="26809"/>
                  </a:lnTo>
                  <a:lnTo>
                    <a:pt x="24739" y="26682"/>
                  </a:lnTo>
                  <a:lnTo>
                    <a:pt x="24498" y="26555"/>
                  </a:lnTo>
                  <a:lnTo>
                    <a:pt x="24523" y="26174"/>
                  </a:lnTo>
                  <a:lnTo>
                    <a:pt x="24358" y="26174"/>
                  </a:lnTo>
                  <a:lnTo>
                    <a:pt x="24358" y="25920"/>
                  </a:lnTo>
                  <a:lnTo>
                    <a:pt x="23990" y="25920"/>
                  </a:lnTo>
                  <a:lnTo>
                    <a:pt x="24752" y="25666"/>
                  </a:lnTo>
                  <a:lnTo>
                    <a:pt x="25260" y="25920"/>
                  </a:lnTo>
                  <a:lnTo>
                    <a:pt x="25450" y="26047"/>
                  </a:lnTo>
                  <a:lnTo>
                    <a:pt x="25527" y="26174"/>
                  </a:lnTo>
                  <a:lnTo>
                    <a:pt x="25603" y="26301"/>
                  </a:lnTo>
                  <a:lnTo>
                    <a:pt x="25692" y="26428"/>
                  </a:lnTo>
                  <a:lnTo>
                    <a:pt x="25793" y="26555"/>
                  </a:lnTo>
                  <a:lnTo>
                    <a:pt x="25895" y="26682"/>
                  </a:lnTo>
                  <a:lnTo>
                    <a:pt x="25819" y="25920"/>
                  </a:lnTo>
                  <a:lnTo>
                    <a:pt x="25730" y="25666"/>
                  </a:lnTo>
                  <a:lnTo>
                    <a:pt x="24790" y="25539"/>
                  </a:lnTo>
                  <a:lnTo>
                    <a:pt x="24244" y="25158"/>
                  </a:lnTo>
                  <a:lnTo>
                    <a:pt x="23964" y="25031"/>
                  </a:lnTo>
                  <a:lnTo>
                    <a:pt x="23863" y="24904"/>
                  </a:lnTo>
                  <a:lnTo>
                    <a:pt x="23774" y="24777"/>
                  </a:lnTo>
                  <a:lnTo>
                    <a:pt x="23685" y="24269"/>
                  </a:lnTo>
                  <a:lnTo>
                    <a:pt x="23825" y="24269"/>
                  </a:lnTo>
                  <a:lnTo>
                    <a:pt x="23901" y="24015"/>
                  </a:lnTo>
                  <a:lnTo>
                    <a:pt x="24066" y="24015"/>
                  </a:lnTo>
                  <a:lnTo>
                    <a:pt x="24345" y="24015"/>
                  </a:lnTo>
                  <a:lnTo>
                    <a:pt x="24269" y="24269"/>
                  </a:lnTo>
                  <a:lnTo>
                    <a:pt x="24688" y="24269"/>
                  </a:lnTo>
                  <a:lnTo>
                    <a:pt x="24777" y="24396"/>
                  </a:lnTo>
                  <a:lnTo>
                    <a:pt x="24853" y="24523"/>
                  </a:lnTo>
                  <a:lnTo>
                    <a:pt x="24942" y="24396"/>
                  </a:lnTo>
                  <a:lnTo>
                    <a:pt x="25222" y="24269"/>
                  </a:lnTo>
                  <a:lnTo>
                    <a:pt x="25260" y="24396"/>
                  </a:lnTo>
                  <a:lnTo>
                    <a:pt x="25349" y="24650"/>
                  </a:lnTo>
                  <a:lnTo>
                    <a:pt x="25577" y="24777"/>
                  </a:lnTo>
                  <a:lnTo>
                    <a:pt x="25615" y="24904"/>
                  </a:lnTo>
                  <a:lnTo>
                    <a:pt x="25730" y="25158"/>
                  </a:lnTo>
                  <a:lnTo>
                    <a:pt x="25806" y="25285"/>
                  </a:lnTo>
                  <a:lnTo>
                    <a:pt x="25895" y="25412"/>
                  </a:lnTo>
                  <a:lnTo>
                    <a:pt x="25984" y="25539"/>
                  </a:lnTo>
                  <a:lnTo>
                    <a:pt x="26060" y="26047"/>
                  </a:lnTo>
                  <a:lnTo>
                    <a:pt x="26174" y="26174"/>
                  </a:lnTo>
                  <a:lnTo>
                    <a:pt x="26289" y="26301"/>
                  </a:lnTo>
                  <a:lnTo>
                    <a:pt x="26403" y="26428"/>
                  </a:lnTo>
                  <a:lnTo>
                    <a:pt x="26517" y="26555"/>
                  </a:lnTo>
                  <a:lnTo>
                    <a:pt x="26428" y="26047"/>
                  </a:lnTo>
                  <a:lnTo>
                    <a:pt x="26390" y="25920"/>
                  </a:lnTo>
                  <a:lnTo>
                    <a:pt x="26238" y="25666"/>
                  </a:lnTo>
                  <a:lnTo>
                    <a:pt x="26162" y="25539"/>
                  </a:lnTo>
                  <a:lnTo>
                    <a:pt x="26085" y="25412"/>
                  </a:lnTo>
                  <a:lnTo>
                    <a:pt x="26009" y="25285"/>
                  </a:lnTo>
                  <a:lnTo>
                    <a:pt x="25895" y="25031"/>
                  </a:lnTo>
                  <a:lnTo>
                    <a:pt x="25806" y="24777"/>
                  </a:lnTo>
                  <a:lnTo>
                    <a:pt x="25768" y="24650"/>
                  </a:lnTo>
                  <a:lnTo>
                    <a:pt x="25666" y="24523"/>
                  </a:lnTo>
                  <a:lnTo>
                    <a:pt x="25565" y="24396"/>
                  </a:lnTo>
                  <a:lnTo>
                    <a:pt x="25476" y="24269"/>
                  </a:lnTo>
                  <a:lnTo>
                    <a:pt x="25209" y="24015"/>
                  </a:lnTo>
                  <a:lnTo>
                    <a:pt x="24892" y="23761"/>
                  </a:lnTo>
                  <a:lnTo>
                    <a:pt x="24155" y="23253"/>
                  </a:lnTo>
                  <a:lnTo>
                    <a:pt x="26073" y="23253"/>
                  </a:lnTo>
                  <a:lnTo>
                    <a:pt x="25768" y="22999"/>
                  </a:lnTo>
                  <a:lnTo>
                    <a:pt x="25590" y="22745"/>
                  </a:lnTo>
                  <a:lnTo>
                    <a:pt x="23952" y="22745"/>
                  </a:lnTo>
                  <a:lnTo>
                    <a:pt x="23977" y="23253"/>
                  </a:lnTo>
                  <a:lnTo>
                    <a:pt x="23850" y="23253"/>
                  </a:lnTo>
                  <a:lnTo>
                    <a:pt x="23876" y="22745"/>
                  </a:lnTo>
                  <a:lnTo>
                    <a:pt x="22453" y="22745"/>
                  </a:lnTo>
                  <a:lnTo>
                    <a:pt x="22504" y="23253"/>
                  </a:lnTo>
                  <a:lnTo>
                    <a:pt x="23749" y="23253"/>
                  </a:lnTo>
                  <a:lnTo>
                    <a:pt x="23520" y="23507"/>
                  </a:lnTo>
                  <a:lnTo>
                    <a:pt x="23393" y="23507"/>
                  </a:lnTo>
                  <a:lnTo>
                    <a:pt x="23393" y="23761"/>
                  </a:lnTo>
                  <a:lnTo>
                    <a:pt x="23063" y="23761"/>
                  </a:lnTo>
                  <a:lnTo>
                    <a:pt x="22974" y="24015"/>
                  </a:lnTo>
                  <a:lnTo>
                    <a:pt x="22821" y="24015"/>
                  </a:lnTo>
                  <a:lnTo>
                    <a:pt x="22644" y="23761"/>
                  </a:lnTo>
                  <a:lnTo>
                    <a:pt x="22542" y="23507"/>
                  </a:lnTo>
                  <a:lnTo>
                    <a:pt x="22504" y="23253"/>
                  </a:lnTo>
                  <a:lnTo>
                    <a:pt x="20802" y="23253"/>
                  </a:lnTo>
                  <a:lnTo>
                    <a:pt x="19761" y="23253"/>
                  </a:lnTo>
                  <a:lnTo>
                    <a:pt x="19761" y="29095"/>
                  </a:lnTo>
                  <a:lnTo>
                    <a:pt x="19761" y="29603"/>
                  </a:lnTo>
                  <a:lnTo>
                    <a:pt x="19761" y="29730"/>
                  </a:lnTo>
                  <a:lnTo>
                    <a:pt x="19735" y="29603"/>
                  </a:lnTo>
                  <a:lnTo>
                    <a:pt x="19304" y="29476"/>
                  </a:lnTo>
                  <a:lnTo>
                    <a:pt x="19240" y="29349"/>
                  </a:lnTo>
                  <a:lnTo>
                    <a:pt x="19177" y="29222"/>
                  </a:lnTo>
                  <a:lnTo>
                    <a:pt x="19367" y="29095"/>
                  </a:lnTo>
                  <a:lnTo>
                    <a:pt x="19545" y="28841"/>
                  </a:lnTo>
                  <a:lnTo>
                    <a:pt x="19761" y="29095"/>
                  </a:lnTo>
                  <a:lnTo>
                    <a:pt x="19761" y="23253"/>
                  </a:lnTo>
                  <a:lnTo>
                    <a:pt x="15189" y="23253"/>
                  </a:lnTo>
                  <a:lnTo>
                    <a:pt x="15138" y="24015"/>
                  </a:lnTo>
                  <a:lnTo>
                    <a:pt x="15011" y="24396"/>
                  </a:lnTo>
                  <a:lnTo>
                    <a:pt x="14909" y="24523"/>
                  </a:lnTo>
                  <a:lnTo>
                    <a:pt x="14808" y="24650"/>
                  </a:lnTo>
                  <a:lnTo>
                    <a:pt x="14643" y="24650"/>
                  </a:lnTo>
                  <a:lnTo>
                    <a:pt x="14668" y="25158"/>
                  </a:lnTo>
                  <a:lnTo>
                    <a:pt x="14287" y="25412"/>
                  </a:lnTo>
                  <a:lnTo>
                    <a:pt x="13347" y="25539"/>
                  </a:lnTo>
                  <a:lnTo>
                    <a:pt x="13462" y="25920"/>
                  </a:lnTo>
                  <a:lnTo>
                    <a:pt x="14046" y="27825"/>
                  </a:lnTo>
                  <a:lnTo>
                    <a:pt x="14160" y="29222"/>
                  </a:lnTo>
                  <a:lnTo>
                    <a:pt x="13817" y="29349"/>
                  </a:lnTo>
                  <a:lnTo>
                    <a:pt x="12979" y="29603"/>
                  </a:lnTo>
                  <a:lnTo>
                    <a:pt x="11747" y="29857"/>
                  </a:lnTo>
                  <a:lnTo>
                    <a:pt x="11747" y="30111"/>
                  </a:lnTo>
                  <a:lnTo>
                    <a:pt x="13017" y="30111"/>
                  </a:lnTo>
                  <a:lnTo>
                    <a:pt x="13296" y="29984"/>
                  </a:lnTo>
                  <a:lnTo>
                    <a:pt x="13296" y="29857"/>
                  </a:lnTo>
                  <a:lnTo>
                    <a:pt x="13550" y="29984"/>
                  </a:lnTo>
                  <a:lnTo>
                    <a:pt x="13677" y="29857"/>
                  </a:lnTo>
                  <a:lnTo>
                    <a:pt x="13931" y="29603"/>
                  </a:lnTo>
                  <a:lnTo>
                    <a:pt x="14681" y="29730"/>
                  </a:lnTo>
                  <a:lnTo>
                    <a:pt x="14744" y="29857"/>
                  </a:lnTo>
                  <a:lnTo>
                    <a:pt x="14820" y="29984"/>
                  </a:lnTo>
                  <a:lnTo>
                    <a:pt x="14897" y="30111"/>
                  </a:lnTo>
                  <a:lnTo>
                    <a:pt x="20662" y="30111"/>
                  </a:lnTo>
                  <a:lnTo>
                    <a:pt x="20764" y="29857"/>
                  </a:lnTo>
                  <a:lnTo>
                    <a:pt x="20815" y="29730"/>
                  </a:lnTo>
                  <a:lnTo>
                    <a:pt x="20916" y="29476"/>
                  </a:lnTo>
                  <a:lnTo>
                    <a:pt x="20980" y="29603"/>
                  </a:lnTo>
                  <a:lnTo>
                    <a:pt x="21043" y="30111"/>
                  </a:lnTo>
                  <a:lnTo>
                    <a:pt x="21247" y="30111"/>
                  </a:lnTo>
                  <a:lnTo>
                    <a:pt x="21221" y="29730"/>
                  </a:lnTo>
                  <a:lnTo>
                    <a:pt x="21424" y="29603"/>
                  </a:lnTo>
                  <a:lnTo>
                    <a:pt x="21450" y="29984"/>
                  </a:lnTo>
                  <a:lnTo>
                    <a:pt x="21805" y="29857"/>
                  </a:lnTo>
                  <a:lnTo>
                    <a:pt x="21831" y="29730"/>
                  </a:lnTo>
                  <a:lnTo>
                    <a:pt x="22174" y="29857"/>
                  </a:lnTo>
                  <a:lnTo>
                    <a:pt x="22136" y="29730"/>
                  </a:lnTo>
                  <a:lnTo>
                    <a:pt x="22148" y="29603"/>
                  </a:lnTo>
                  <a:lnTo>
                    <a:pt x="22161" y="29476"/>
                  </a:lnTo>
                  <a:lnTo>
                    <a:pt x="22212" y="29095"/>
                  </a:lnTo>
                  <a:lnTo>
                    <a:pt x="22301" y="29476"/>
                  </a:lnTo>
                  <a:lnTo>
                    <a:pt x="22720" y="29730"/>
                  </a:lnTo>
                  <a:lnTo>
                    <a:pt x="22682" y="29095"/>
                  </a:lnTo>
                  <a:lnTo>
                    <a:pt x="22936" y="29095"/>
                  </a:lnTo>
                  <a:lnTo>
                    <a:pt x="23317" y="28841"/>
                  </a:lnTo>
                  <a:lnTo>
                    <a:pt x="23342" y="28714"/>
                  </a:lnTo>
                  <a:lnTo>
                    <a:pt x="23749" y="28587"/>
                  </a:lnTo>
                  <a:lnTo>
                    <a:pt x="23698" y="28460"/>
                  </a:lnTo>
                  <a:lnTo>
                    <a:pt x="24333" y="27952"/>
                  </a:lnTo>
                  <a:lnTo>
                    <a:pt x="24422" y="28206"/>
                  </a:lnTo>
                  <a:lnTo>
                    <a:pt x="24523" y="28587"/>
                  </a:lnTo>
                  <a:lnTo>
                    <a:pt x="24930" y="28587"/>
                  </a:lnTo>
                  <a:lnTo>
                    <a:pt x="24968" y="28206"/>
                  </a:lnTo>
                  <a:lnTo>
                    <a:pt x="25717" y="28206"/>
                  </a:lnTo>
                  <a:lnTo>
                    <a:pt x="25793" y="28333"/>
                  </a:lnTo>
                  <a:lnTo>
                    <a:pt x="25869" y="28460"/>
                  </a:lnTo>
                  <a:lnTo>
                    <a:pt x="25946" y="28587"/>
                  </a:lnTo>
                  <a:lnTo>
                    <a:pt x="26047" y="28460"/>
                  </a:lnTo>
                  <a:lnTo>
                    <a:pt x="26085" y="28587"/>
                  </a:lnTo>
                  <a:lnTo>
                    <a:pt x="26263" y="28587"/>
                  </a:lnTo>
                  <a:lnTo>
                    <a:pt x="26327" y="28460"/>
                  </a:lnTo>
                  <a:lnTo>
                    <a:pt x="26390" y="28333"/>
                  </a:lnTo>
                  <a:lnTo>
                    <a:pt x="26733" y="28206"/>
                  </a:lnTo>
                  <a:lnTo>
                    <a:pt x="26949" y="28333"/>
                  </a:lnTo>
                  <a:lnTo>
                    <a:pt x="26924" y="28460"/>
                  </a:lnTo>
                  <a:lnTo>
                    <a:pt x="27089" y="28333"/>
                  </a:lnTo>
                  <a:lnTo>
                    <a:pt x="27406" y="28333"/>
                  </a:lnTo>
                  <a:lnTo>
                    <a:pt x="27470" y="28587"/>
                  </a:lnTo>
                  <a:lnTo>
                    <a:pt x="27660" y="28460"/>
                  </a:lnTo>
                  <a:close/>
                </a:path>
                <a:path w="62864" h="50165">
                  <a:moveTo>
                    <a:pt x="27736" y="16141"/>
                  </a:moveTo>
                  <a:lnTo>
                    <a:pt x="27114" y="16141"/>
                  </a:lnTo>
                  <a:lnTo>
                    <a:pt x="27406" y="16395"/>
                  </a:lnTo>
                  <a:lnTo>
                    <a:pt x="27736" y="16141"/>
                  </a:lnTo>
                  <a:close/>
                </a:path>
                <a:path w="62864" h="50165">
                  <a:moveTo>
                    <a:pt x="27876" y="22237"/>
                  </a:moveTo>
                  <a:lnTo>
                    <a:pt x="27749" y="22237"/>
                  </a:lnTo>
                  <a:lnTo>
                    <a:pt x="27698" y="22745"/>
                  </a:lnTo>
                  <a:lnTo>
                    <a:pt x="27851" y="22491"/>
                  </a:lnTo>
                  <a:lnTo>
                    <a:pt x="27876" y="22237"/>
                  </a:lnTo>
                  <a:close/>
                </a:path>
                <a:path w="62864" h="50165">
                  <a:moveTo>
                    <a:pt x="27901" y="8902"/>
                  </a:moveTo>
                  <a:lnTo>
                    <a:pt x="27635" y="9029"/>
                  </a:lnTo>
                  <a:lnTo>
                    <a:pt x="27851" y="9029"/>
                  </a:lnTo>
                  <a:lnTo>
                    <a:pt x="27901" y="8902"/>
                  </a:lnTo>
                  <a:close/>
                </a:path>
                <a:path w="62864" h="50165">
                  <a:moveTo>
                    <a:pt x="27940" y="35826"/>
                  </a:moveTo>
                  <a:lnTo>
                    <a:pt x="25349" y="35826"/>
                  </a:lnTo>
                  <a:lnTo>
                    <a:pt x="25349" y="35699"/>
                  </a:lnTo>
                  <a:lnTo>
                    <a:pt x="24879" y="35699"/>
                  </a:lnTo>
                  <a:lnTo>
                    <a:pt x="24752" y="35826"/>
                  </a:lnTo>
                  <a:lnTo>
                    <a:pt x="24714" y="35699"/>
                  </a:lnTo>
                  <a:lnTo>
                    <a:pt x="24104" y="35699"/>
                  </a:lnTo>
                  <a:lnTo>
                    <a:pt x="24231" y="36080"/>
                  </a:lnTo>
                  <a:lnTo>
                    <a:pt x="24295" y="36715"/>
                  </a:lnTo>
                  <a:lnTo>
                    <a:pt x="24841" y="36715"/>
                  </a:lnTo>
                  <a:lnTo>
                    <a:pt x="25095" y="36588"/>
                  </a:lnTo>
                  <a:lnTo>
                    <a:pt x="24790" y="36461"/>
                  </a:lnTo>
                  <a:lnTo>
                    <a:pt x="24866" y="36334"/>
                  </a:lnTo>
                  <a:lnTo>
                    <a:pt x="24968" y="36080"/>
                  </a:lnTo>
                  <a:lnTo>
                    <a:pt x="25349" y="36080"/>
                  </a:lnTo>
                  <a:lnTo>
                    <a:pt x="25349" y="35953"/>
                  </a:lnTo>
                  <a:lnTo>
                    <a:pt x="27901" y="35953"/>
                  </a:lnTo>
                  <a:lnTo>
                    <a:pt x="27940" y="35826"/>
                  </a:lnTo>
                  <a:close/>
                </a:path>
                <a:path w="62864" h="50165">
                  <a:moveTo>
                    <a:pt x="27990" y="44500"/>
                  </a:moveTo>
                  <a:lnTo>
                    <a:pt x="27851" y="44462"/>
                  </a:lnTo>
                  <a:lnTo>
                    <a:pt x="27965" y="44678"/>
                  </a:lnTo>
                  <a:lnTo>
                    <a:pt x="27990" y="44500"/>
                  </a:lnTo>
                  <a:close/>
                </a:path>
                <a:path w="62864" h="50165">
                  <a:moveTo>
                    <a:pt x="28028" y="35572"/>
                  </a:moveTo>
                  <a:lnTo>
                    <a:pt x="25361" y="35572"/>
                  </a:lnTo>
                  <a:lnTo>
                    <a:pt x="25349" y="35699"/>
                  </a:lnTo>
                  <a:lnTo>
                    <a:pt x="27990" y="35699"/>
                  </a:lnTo>
                  <a:lnTo>
                    <a:pt x="28028" y="35572"/>
                  </a:lnTo>
                  <a:close/>
                </a:path>
                <a:path w="62864" h="50165">
                  <a:moveTo>
                    <a:pt x="28219" y="30492"/>
                  </a:moveTo>
                  <a:lnTo>
                    <a:pt x="26593" y="30492"/>
                  </a:lnTo>
                  <a:lnTo>
                    <a:pt x="26543" y="30619"/>
                  </a:lnTo>
                  <a:lnTo>
                    <a:pt x="28219" y="30619"/>
                  </a:lnTo>
                  <a:lnTo>
                    <a:pt x="28219" y="30492"/>
                  </a:lnTo>
                  <a:close/>
                </a:path>
                <a:path w="62864" h="50165">
                  <a:moveTo>
                    <a:pt x="28219" y="29984"/>
                  </a:moveTo>
                  <a:lnTo>
                    <a:pt x="27305" y="29984"/>
                  </a:lnTo>
                  <a:lnTo>
                    <a:pt x="27012" y="30111"/>
                  </a:lnTo>
                  <a:lnTo>
                    <a:pt x="26530" y="29984"/>
                  </a:lnTo>
                  <a:lnTo>
                    <a:pt x="26644" y="30365"/>
                  </a:lnTo>
                  <a:lnTo>
                    <a:pt x="28219" y="30365"/>
                  </a:lnTo>
                  <a:lnTo>
                    <a:pt x="28219" y="30238"/>
                  </a:lnTo>
                  <a:lnTo>
                    <a:pt x="28219" y="29984"/>
                  </a:lnTo>
                  <a:close/>
                </a:path>
                <a:path w="62864" h="50165">
                  <a:moveTo>
                    <a:pt x="28219" y="29095"/>
                  </a:moveTo>
                  <a:lnTo>
                    <a:pt x="26238" y="29095"/>
                  </a:lnTo>
                  <a:lnTo>
                    <a:pt x="26250" y="29222"/>
                  </a:lnTo>
                  <a:lnTo>
                    <a:pt x="28219" y="29222"/>
                  </a:lnTo>
                  <a:lnTo>
                    <a:pt x="28219" y="29095"/>
                  </a:lnTo>
                  <a:close/>
                </a:path>
                <a:path w="62864" h="50165">
                  <a:moveTo>
                    <a:pt x="28219" y="28587"/>
                  </a:moveTo>
                  <a:lnTo>
                    <a:pt x="27470" y="28587"/>
                  </a:lnTo>
                  <a:lnTo>
                    <a:pt x="26263" y="28587"/>
                  </a:lnTo>
                  <a:lnTo>
                    <a:pt x="26212" y="28714"/>
                  </a:lnTo>
                  <a:lnTo>
                    <a:pt x="28219" y="28714"/>
                  </a:lnTo>
                  <a:lnTo>
                    <a:pt x="28219" y="28587"/>
                  </a:lnTo>
                  <a:close/>
                </a:path>
                <a:path w="62864" h="50165">
                  <a:moveTo>
                    <a:pt x="28232" y="48298"/>
                  </a:moveTo>
                  <a:lnTo>
                    <a:pt x="28054" y="48272"/>
                  </a:lnTo>
                  <a:lnTo>
                    <a:pt x="28232" y="48488"/>
                  </a:lnTo>
                  <a:lnTo>
                    <a:pt x="28232" y="48298"/>
                  </a:lnTo>
                  <a:close/>
                </a:path>
                <a:path w="62864" h="50165">
                  <a:moveTo>
                    <a:pt x="28232" y="31381"/>
                  </a:moveTo>
                  <a:lnTo>
                    <a:pt x="26098" y="31381"/>
                  </a:lnTo>
                  <a:lnTo>
                    <a:pt x="26085" y="31508"/>
                  </a:lnTo>
                  <a:lnTo>
                    <a:pt x="28232" y="31508"/>
                  </a:lnTo>
                  <a:lnTo>
                    <a:pt x="28232" y="31381"/>
                  </a:lnTo>
                  <a:close/>
                </a:path>
                <a:path w="62864" h="50165">
                  <a:moveTo>
                    <a:pt x="28321" y="33921"/>
                  </a:moveTo>
                  <a:lnTo>
                    <a:pt x="28308" y="33667"/>
                  </a:lnTo>
                  <a:lnTo>
                    <a:pt x="25412" y="33667"/>
                  </a:lnTo>
                  <a:lnTo>
                    <a:pt x="25400" y="33921"/>
                  </a:lnTo>
                  <a:lnTo>
                    <a:pt x="28321" y="33921"/>
                  </a:lnTo>
                  <a:close/>
                </a:path>
                <a:path w="62864" h="50165">
                  <a:moveTo>
                    <a:pt x="28346" y="34429"/>
                  </a:moveTo>
                  <a:lnTo>
                    <a:pt x="28321" y="34048"/>
                  </a:lnTo>
                  <a:lnTo>
                    <a:pt x="25400" y="34048"/>
                  </a:lnTo>
                  <a:lnTo>
                    <a:pt x="25387" y="34429"/>
                  </a:lnTo>
                  <a:lnTo>
                    <a:pt x="28346" y="34429"/>
                  </a:lnTo>
                  <a:close/>
                </a:path>
                <a:path w="62864" h="50165">
                  <a:moveTo>
                    <a:pt x="28359" y="34810"/>
                  </a:moveTo>
                  <a:lnTo>
                    <a:pt x="25374" y="34810"/>
                  </a:lnTo>
                  <a:lnTo>
                    <a:pt x="25374" y="34937"/>
                  </a:lnTo>
                  <a:lnTo>
                    <a:pt x="25006" y="34937"/>
                  </a:lnTo>
                  <a:lnTo>
                    <a:pt x="25044" y="35064"/>
                  </a:lnTo>
                  <a:lnTo>
                    <a:pt x="25146" y="35445"/>
                  </a:lnTo>
                  <a:lnTo>
                    <a:pt x="25361" y="35445"/>
                  </a:lnTo>
                  <a:lnTo>
                    <a:pt x="25374" y="35064"/>
                  </a:lnTo>
                  <a:lnTo>
                    <a:pt x="28219" y="35064"/>
                  </a:lnTo>
                  <a:lnTo>
                    <a:pt x="28194" y="34937"/>
                  </a:lnTo>
                  <a:lnTo>
                    <a:pt x="28359" y="34810"/>
                  </a:lnTo>
                  <a:close/>
                </a:path>
                <a:path w="62864" h="50165">
                  <a:moveTo>
                    <a:pt x="28435" y="28841"/>
                  </a:moveTo>
                  <a:lnTo>
                    <a:pt x="28359" y="28714"/>
                  </a:lnTo>
                  <a:lnTo>
                    <a:pt x="28219" y="28714"/>
                  </a:lnTo>
                  <a:lnTo>
                    <a:pt x="28219" y="29095"/>
                  </a:lnTo>
                  <a:lnTo>
                    <a:pt x="28435" y="28841"/>
                  </a:lnTo>
                  <a:close/>
                </a:path>
                <a:path w="62864" h="50165">
                  <a:moveTo>
                    <a:pt x="28460" y="32651"/>
                  </a:moveTo>
                  <a:lnTo>
                    <a:pt x="28257" y="32778"/>
                  </a:lnTo>
                  <a:lnTo>
                    <a:pt x="25438" y="32778"/>
                  </a:lnTo>
                  <a:lnTo>
                    <a:pt x="25412" y="33540"/>
                  </a:lnTo>
                  <a:lnTo>
                    <a:pt x="28308" y="33540"/>
                  </a:lnTo>
                  <a:lnTo>
                    <a:pt x="28282" y="32778"/>
                  </a:lnTo>
                  <a:lnTo>
                    <a:pt x="28460" y="32778"/>
                  </a:lnTo>
                  <a:lnTo>
                    <a:pt x="28460" y="32651"/>
                  </a:lnTo>
                  <a:close/>
                </a:path>
                <a:path w="62864" h="50165">
                  <a:moveTo>
                    <a:pt x="28473" y="45681"/>
                  </a:moveTo>
                  <a:lnTo>
                    <a:pt x="28232" y="45504"/>
                  </a:lnTo>
                  <a:lnTo>
                    <a:pt x="28270" y="45694"/>
                  </a:lnTo>
                  <a:lnTo>
                    <a:pt x="28181" y="45834"/>
                  </a:lnTo>
                  <a:lnTo>
                    <a:pt x="28473" y="45681"/>
                  </a:lnTo>
                  <a:close/>
                </a:path>
                <a:path w="62864" h="50165">
                  <a:moveTo>
                    <a:pt x="28511" y="28460"/>
                  </a:moveTo>
                  <a:lnTo>
                    <a:pt x="28333" y="28587"/>
                  </a:lnTo>
                  <a:lnTo>
                    <a:pt x="28498" y="28587"/>
                  </a:lnTo>
                  <a:lnTo>
                    <a:pt x="28511" y="28460"/>
                  </a:lnTo>
                  <a:close/>
                </a:path>
                <a:path w="62864" h="50165">
                  <a:moveTo>
                    <a:pt x="28524" y="33921"/>
                  </a:moveTo>
                  <a:lnTo>
                    <a:pt x="28321" y="33921"/>
                  </a:lnTo>
                  <a:lnTo>
                    <a:pt x="28321" y="34048"/>
                  </a:lnTo>
                  <a:lnTo>
                    <a:pt x="28511" y="34048"/>
                  </a:lnTo>
                  <a:lnTo>
                    <a:pt x="28524" y="33921"/>
                  </a:lnTo>
                  <a:close/>
                </a:path>
                <a:path w="62864" h="50165">
                  <a:moveTo>
                    <a:pt x="28549" y="29476"/>
                  </a:moveTo>
                  <a:lnTo>
                    <a:pt x="28219" y="29476"/>
                  </a:lnTo>
                  <a:lnTo>
                    <a:pt x="28219" y="29730"/>
                  </a:lnTo>
                  <a:lnTo>
                    <a:pt x="27279" y="29730"/>
                  </a:lnTo>
                  <a:lnTo>
                    <a:pt x="27292" y="29857"/>
                  </a:lnTo>
                  <a:lnTo>
                    <a:pt x="28219" y="29857"/>
                  </a:lnTo>
                  <a:lnTo>
                    <a:pt x="28219" y="29984"/>
                  </a:lnTo>
                  <a:lnTo>
                    <a:pt x="28448" y="29984"/>
                  </a:lnTo>
                  <a:lnTo>
                    <a:pt x="28549" y="29476"/>
                  </a:lnTo>
                  <a:close/>
                </a:path>
                <a:path w="62864" h="50165">
                  <a:moveTo>
                    <a:pt x="28587" y="35826"/>
                  </a:moveTo>
                  <a:lnTo>
                    <a:pt x="28448" y="35699"/>
                  </a:lnTo>
                  <a:lnTo>
                    <a:pt x="27990" y="35699"/>
                  </a:lnTo>
                  <a:lnTo>
                    <a:pt x="27940" y="35826"/>
                  </a:lnTo>
                  <a:lnTo>
                    <a:pt x="28587" y="35826"/>
                  </a:lnTo>
                  <a:close/>
                </a:path>
                <a:path w="62864" h="50165">
                  <a:moveTo>
                    <a:pt x="28600" y="34683"/>
                  </a:moveTo>
                  <a:lnTo>
                    <a:pt x="28346" y="34683"/>
                  </a:lnTo>
                  <a:lnTo>
                    <a:pt x="28359" y="34810"/>
                  </a:lnTo>
                  <a:lnTo>
                    <a:pt x="28524" y="34810"/>
                  </a:lnTo>
                  <a:lnTo>
                    <a:pt x="28600" y="34683"/>
                  </a:lnTo>
                  <a:close/>
                </a:path>
                <a:path w="62864" h="50165">
                  <a:moveTo>
                    <a:pt x="28625" y="30365"/>
                  </a:moveTo>
                  <a:lnTo>
                    <a:pt x="28219" y="30365"/>
                  </a:lnTo>
                  <a:lnTo>
                    <a:pt x="28219" y="30492"/>
                  </a:lnTo>
                  <a:lnTo>
                    <a:pt x="28613" y="30492"/>
                  </a:lnTo>
                  <a:lnTo>
                    <a:pt x="28625" y="30365"/>
                  </a:lnTo>
                  <a:close/>
                </a:path>
                <a:path w="62864" h="50165">
                  <a:moveTo>
                    <a:pt x="28676" y="29857"/>
                  </a:moveTo>
                  <a:lnTo>
                    <a:pt x="28448" y="29984"/>
                  </a:lnTo>
                  <a:lnTo>
                    <a:pt x="28663" y="29984"/>
                  </a:lnTo>
                  <a:lnTo>
                    <a:pt x="28676" y="29857"/>
                  </a:lnTo>
                  <a:close/>
                </a:path>
                <a:path w="62864" h="50165">
                  <a:moveTo>
                    <a:pt x="28714" y="25285"/>
                  </a:moveTo>
                  <a:lnTo>
                    <a:pt x="28219" y="25285"/>
                  </a:lnTo>
                  <a:lnTo>
                    <a:pt x="28219" y="25539"/>
                  </a:lnTo>
                  <a:lnTo>
                    <a:pt x="28689" y="25539"/>
                  </a:lnTo>
                  <a:lnTo>
                    <a:pt x="28714" y="25285"/>
                  </a:lnTo>
                  <a:close/>
                </a:path>
                <a:path w="62864" h="50165">
                  <a:moveTo>
                    <a:pt x="28727" y="27190"/>
                  </a:moveTo>
                  <a:lnTo>
                    <a:pt x="28676" y="25666"/>
                  </a:lnTo>
                  <a:lnTo>
                    <a:pt x="28219" y="25666"/>
                  </a:lnTo>
                  <a:lnTo>
                    <a:pt x="28219" y="28333"/>
                  </a:lnTo>
                  <a:lnTo>
                    <a:pt x="28536" y="28333"/>
                  </a:lnTo>
                  <a:lnTo>
                    <a:pt x="28460" y="27444"/>
                  </a:lnTo>
                  <a:lnTo>
                    <a:pt x="28727" y="27190"/>
                  </a:lnTo>
                  <a:close/>
                </a:path>
                <a:path w="62864" h="50165">
                  <a:moveTo>
                    <a:pt x="28727" y="15125"/>
                  </a:moveTo>
                  <a:lnTo>
                    <a:pt x="28092" y="14871"/>
                  </a:lnTo>
                  <a:lnTo>
                    <a:pt x="28067" y="15125"/>
                  </a:lnTo>
                  <a:lnTo>
                    <a:pt x="28460" y="15252"/>
                  </a:lnTo>
                  <a:lnTo>
                    <a:pt x="28435" y="15125"/>
                  </a:lnTo>
                  <a:lnTo>
                    <a:pt x="28727" y="15125"/>
                  </a:lnTo>
                  <a:close/>
                </a:path>
                <a:path w="62864" h="50165">
                  <a:moveTo>
                    <a:pt x="28841" y="14541"/>
                  </a:moveTo>
                  <a:lnTo>
                    <a:pt x="28613" y="14439"/>
                  </a:lnTo>
                  <a:lnTo>
                    <a:pt x="28613" y="14744"/>
                  </a:lnTo>
                  <a:lnTo>
                    <a:pt x="28841" y="14541"/>
                  </a:lnTo>
                  <a:close/>
                </a:path>
                <a:path w="62864" h="50165">
                  <a:moveTo>
                    <a:pt x="28943" y="9537"/>
                  </a:moveTo>
                  <a:lnTo>
                    <a:pt x="28854" y="9283"/>
                  </a:lnTo>
                  <a:lnTo>
                    <a:pt x="28689" y="9537"/>
                  </a:lnTo>
                  <a:lnTo>
                    <a:pt x="28790" y="9677"/>
                  </a:lnTo>
                  <a:lnTo>
                    <a:pt x="28943" y="9537"/>
                  </a:lnTo>
                  <a:close/>
                </a:path>
                <a:path w="62864" h="50165">
                  <a:moveTo>
                    <a:pt x="29019" y="46443"/>
                  </a:moveTo>
                  <a:lnTo>
                    <a:pt x="28981" y="46228"/>
                  </a:lnTo>
                  <a:lnTo>
                    <a:pt x="29019" y="46443"/>
                  </a:lnTo>
                  <a:close/>
                </a:path>
                <a:path w="62864" h="50165">
                  <a:moveTo>
                    <a:pt x="29133" y="546"/>
                  </a:moveTo>
                  <a:lnTo>
                    <a:pt x="29083" y="355"/>
                  </a:lnTo>
                  <a:lnTo>
                    <a:pt x="29019" y="546"/>
                  </a:lnTo>
                  <a:close/>
                </a:path>
                <a:path w="62864" h="50165">
                  <a:moveTo>
                    <a:pt x="29159" y="10604"/>
                  </a:moveTo>
                  <a:lnTo>
                    <a:pt x="29083" y="10896"/>
                  </a:lnTo>
                  <a:lnTo>
                    <a:pt x="29159" y="10604"/>
                  </a:lnTo>
                  <a:close/>
                </a:path>
                <a:path w="62864" h="50165">
                  <a:moveTo>
                    <a:pt x="29159" y="10477"/>
                  </a:moveTo>
                  <a:close/>
                </a:path>
                <a:path w="62864" h="50165">
                  <a:moveTo>
                    <a:pt x="29197" y="45427"/>
                  </a:moveTo>
                  <a:lnTo>
                    <a:pt x="29044" y="45618"/>
                  </a:lnTo>
                  <a:lnTo>
                    <a:pt x="29197" y="45427"/>
                  </a:lnTo>
                  <a:close/>
                </a:path>
                <a:path w="62864" h="50165">
                  <a:moveTo>
                    <a:pt x="29222" y="47434"/>
                  </a:moveTo>
                  <a:lnTo>
                    <a:pt x="29095" y="47155"/>
                  </a:lnTo>
                  <a:lnTo>
                    <a:pt x="28981" y="47320"/>
                  </a:lnTo>
                  <a:lnTo>
                    <a:pt x="29184" y="47561"/>
                  </a:lnTo>
                  <a:lnTo>
                    <a:pt x="29222" y="47434"/>
                  </a:lnTo>
                  <a:close/>
                </a:path>
                <a:path w="62864" h="50165">
                  <a:moveTo>
                    <a:pt x="29425" y="48907"/>
                  </a:moveTo>
                  <a:lnTo>
                    <a:pt x="29260" y="49085"/>
                  </a:lnTo>
                  <a:lnTo>
                    <a:pt x="29337" y="48933"/>
                  </a:lnTo>
                  <a:close/>
                </a:path>
                <a:path w="62864" h="50165">
                  <a:moveTo>
                    <a:pt x="29819" y="45097"/>
                  </a:moveTo>
                  <a:lnTo>
                    <a:pt x="29692" y="44907"/>
                  </a:lnTo>
                  <a:lnTo>
                    <a:pt x="29692" y="45110"/>
                  </a:lnTo>
                  <a:lnTo>
                    <a:pt x="29514" y="45313"/>
                  </a:lnTo>
                  <a:lnTo>
                    <a:pt x="29629" y="45504"/>
                  </a:lnTo>
                  <a:lnTo>
                    <a:pt x="29667" y="45326"/>
                  </a:lnTo>
                  <a:lnTo>
                    <a:pt x="29819" y="45097"/>
                  </a:lnTo>
                  <a:close/>
                </a:path>
                <a:path w="62864" h="50165">
                  <a:moveTo>
                    <a:pt x="29832" y="8775"/>
                  </a:moveTo>
                  <a:lnTo>
                    <a:pt x="29603" y="8648"/>
                  </a:lnTo>
                  <a:lnTo>
                    <a:pt x="29565" y="8775"/>
                  </a:lnTo>
                  <a:lnTo>
                    <a:pt x="29832" y="8775"/>
                  </a:lnTo>
                  <a:close/>
                </a:path>
                <a:path w="62864" h="50165">
                  <a:moveTo>
                    <a:pt x="29845" y="25158"/>
                  </a:moveTo>
                  <a:lnTo>
                    <a:pt x="28638" y="25158"/>
                  </a:lnTo>
                  <a:lnTo>
                    <a:pt x="28676" y="25031"/>
                  </a:lnTo>
                  <a:lnTo>
                    <a:pt x="28219" y="25031"/>
                  </a:lnTo>
                  <a:lnTo>
                    <a:pt x="28219" y="25158"/>
                  </a:lnTo>
                  <a:lnTo>
                    <a:pt x="28460" y="25158"/>
                  </a:lnTo>
                  <a:lnTo>
                    <a:pt x="28714" y="25285"/>
                  </a:lnTo>
                  <a:lnTo>
                    <a:pt x="29845" y="25285"/>
                  </a:lnTo>
                  <a:lnTo>
                    <a:pt x="29845" y="25158"/>
                  </a:lnTo>
                  <a:close/>
                </a:path>
                <a:path w="62864" h="50165">
                  <a:moveTo>
                    <a:pt x="29845" y="24904"/>
                  </a:moveTo>
                  <a:lnTo>
                    <a:pt x="28714" y="24904"/>
                  </a:lnTo>
                  <a:lnTo>
                    <a:pt x="28676" y="25031"/>
                  </a:lnTo>
                  <a:lnTo>
                    <a:pt x="29845" y="25031"/>
                  </a:lnTo>
                  <a:lnTo>
                    <a:pt x="29845" y="24904"/>
                  </a:lnTo>
                  <a:close/>
                </a:path>
                <a:path w="62864" h="50165">
                  <a:moveTo>
                    <a:pt x="29857" y="25539"/>
                  </a:moveTo>
                  <a:lnTo>
                    <a:pt x="28689" y="25539"/>
                  </a:lnTo>
                  <a:lnTo>
                    <a:pt x="28676" y="25666"/>
                  </a:lnTo>
                  <a:lnTo>
                    <a:pt x="29857" y="25666"/>
                  </a:lnTo>
                  <a:lnTo>
                    <a:pt x="29857" y="25539"/>
                  </a:lnTo>
                  <a:close/>
                </a:path>
                <a:path w="62864" h="50165">
                  <a:moveTo>
                    <a:pt x="29895" y="14490"/>
                  </a:moveTo>
                  <a:lnTo>
                    <a:pt x="29083" y="14490"/>
                  </a:lnTo>
                  <a:lnTo>
                    <a:pt x="28803" y="14871"/>
                  </a:lnTo>
                  <a:lnTo>
                    <a:pt x="28956" y="15125"/>
                  </a:lnTo>
                  <a:lnTo>
                    <a:pt x="28714" y="15341"/>
                  </a:lnTo>
                  <a:lnTo>
                    <a:pt x="28879" y="15379"/>
                  </a:lnTo>
                  <a:lnTo>
                    <a:pt x="28663" y="15379"/>
                  </a:lnTo>
                  <a:lnTo>
                    <a:pt x="28892" y="15633"/>
                  </a:lnTo>
                  <a:lnTo>
                    <a:pt x="28689" y="15633"/>
                  </a:lnTo>
                  <a:lnTo>
                    <a:pt x="28460" y="15849"/>
                  </a:lnTo>
                  <a:lnTo>
                    <a:pt x="28435" y="15633"/>
                  </a:lnTo>
                  <a:lnTo>
                    <a:pt x="28244" y="15633"/>
                  </a:lnTo>
                  <a:lnTo>
                    <a:pt x="28054" y="15633"/>
                  </a:lnTo>
                  <a:lnTo>
                    <a:pt x="27774" y="15887"/>
                  </a:lnTo>
                  <a:lnTo>
                    <a:pt x="28117" y="15887"/>
                  </a:lnTo>
                  <a:lnTo>
                    <a:pt x="28130" y="15684"/>
                  </a:lnTo>
                  <a:lnTo>
                    <a:pt x="28308" y="15786"/>
                  </a:lnTo>
                  <a:lnTo>
                    <a:pt x="28448" y="15862"/>
                  </a:lnTo>
                  <a:lnTo>
                    <a:pt x="28397" y="16141"/>
                  </a:lnTo>
                  <a:lnTo>
                    <a:pt x="28917" y="16141"/>
                  </a:lnTo>
                  <a:lnTo>
                    <a:pt x="28994" y="15887"/>
                  </a:lnTo>
                  <a:lnTo>
                    <a:pt x="29070" y="15633"/>
                  </a:lnTo>
                  <a:lnTo>
                    <a:pt x="29197" y="15379"/>
                  </a:lnTo>
                  <a:lnTo>
                    <a:pt x="29502" y="14871"/>
                  </a:lnTo>
                  <a:lnTo>
                    <a:pt x="29895" y="14490"/>
                  </a:lnTo>
                  <a:close/>
                </a:path>
                <a:path w="62864" h="50165">
                  <a:moveTo>
                    <a:pt x="30048" y="25031"/>
                  </a:moveTo>
                  <a:lnTo>
                    <a:pt x="29845" y="25031"/>
                  </a:lnTo>
                  <a:lnTo>
                    <a:pt x="29845" y="25158"/>
                  </a:lnTo>
                  <a:lnTo>
                    <a:pt x="30048" y="25158"/>
                  </a:lnTo>
                  <a:lnTo>
                    <a:pt x="30048" y="25031"/>
                  </a:lnTo>
                  <a:close/>
                </a:path>
                <a:path w="62864" h="50165">
                  <a:moveTo>
                    <a:pt x="30048" y="24650"/>
                  </a:moveTo>
                  <a:lnTo>
                    <a:pt x="29845" y="24777"/>
                  </a:lnTo>
                  <a:lnTo>
                    <a:pt x="29845" y="24904"/>
                  </a:lnTo>
                  <a:lnTo>
                    <a:pt x="30048" y="24904"/>
                  </a:lnTo>
                  <a:lnTo>
                    <a:pt x="30048" y="24650"/>
                  </a:lnTo>
                  <a:close/>
                </a:path>
                <a:path w="62864" h="50165">
                  <a:moveTo>
                    <a:pt x="30060" y="25666"/>
                  </a:moveTo>
                  <a:lnTo>
                    <a:pt x="29857" y="25666"/>
                  </a:lnTo>
                  <a:lnTo>
                    <a:pt x="29857" y="25920"/>
                  </a:lnTo>
                  <a:lnTo>
                    <a:pt x="29984" y="27952"/>
                  </a:lnTo>
                  <a:lnTo>
                    <a:pt x="30060" y="25666"/>
                  </a:lnTo>
                  <a:close/>
                </a:path>
                <a:path w="62864" h="50165">
                  <a:moveTo>
                    <a:pt x="30060" y="25285"/>
                  </a:moveTo>
                  <a:lnTo>
                    <a:pt x="29845" y="25285"/>
                  </a:lnTo>
                  <a:lnTo>
                    <a:pt x="29857" y="25539"/>
                  </a:lnTo>
                  <a:lnTo>
                    <a:pt x="30060" y="25539"/>
                  </a:lnTo>
                  <a:lnTo>
                    <a:pt x="30060" y="25285"/>
                  </a:lnTo>
                  <a:close/>
                </a:path>
                <a:path w="62864" h="50165">
                  <a:moveTo>
                    <a:pt x="30073" y="28714"/>
                  </a:moveTo>
                  <a:lnTo>
                    <a:pt x="30060" y="28587"/>
                  </a:lnTo>
                  <a:lnTo>
                    <a:pt x="28498" y="28587"/>
                  </a:lnTo>
                  <a:lnTo>
                    <a:pt x="28486" y="28714"/>
                  </a:lnTo>
                  <a:lnTo>
                    <a:pt x="30073" y="28714"/>
                  </a:lnTo>
                  <a:close/>
                </a:path>
                <a:path w="62864" h="50165">
                  <a:moveTo>
                    <a:pt x="30111" y="29349"/>
                  </a:moveTo>
                  <a:lnTo>
                    <a:pt x="28435" y="29349"/>
                  </a:lnTo>
                  <a:lnTo>
                    <a:pt x="28549" y="29476"/>
                  </a:lnTo>
                  <a:lnTo>
                    <a:pt x="30111" y="29476"/>
                  </a:lnTo>
                  <a:lnTo>
                    <a:pt x="30111" y="29349"/>
                  </a:lnTo>
                  <a:close/>
                </a:path>
                <a:path w="62864" h="50165">
                  <a:moveTo>
                    <a:pt x="30137" y="29222"/>
                  </a:moveTo>
                  <a:lnTo>
                    <a:pt x="30124" y="29095"/>
                  </a:lnTo>
                  <a:lnTo>
                    <a:pt x="28232" y="29095"/>
                  </a:lnTo>
                  <a:lnTo>
                    <a:pt x="28333" y="29222"/>
                  </a:lnTo>
                  <a:lnTo>
                    <a:pt x="30137" y="29222"/>
                  </a:lnTo>
                  <a:close/>
                </a:path>
                <a:path w="62864" h="50165">
                  <a:moveTo>
                    <a:pt x="30238" y="30365"/>
                  </a:moveTo>
                  <a:lnTo>
                    <a:pt x="30213" y="29984"/>
                  </a:lnTo>
                  <a:lnTo>
                    <a:pt x="28663" y="29984"/>
                  </a:lnTo>
                  <a:lnTo>
                    <a:pt x="28625" y="30365"/>
                  </a:lnTo>
                  <a:lnTo>
                    <a:pt x="30238" y="30365"/>
                  </a:lnTo>
                  <a:close/>
                </a:path>
                <a:path w="62864" h="50165">
                  <a:moveTo>
                    <a:pt x="30264" y="30619"/>
                  </a:moveTo>
                  <a:lnTo>
                    <a:pt x="30251" y="30492"/>
                  </a:lnTo>
                  <a:lnTo>
                    <a:pt x="28613" y="30492"/>
                  </a:lnTo>
                  <a:lnTo>
                    <a:pt x="28473" y="30619"/>
                  </a:lnTo>
                  <a:lnTo>
                    <a:pt x="30264" y="30619"/>
                  </a:lnTo>
                  <a:close/>
                </a:path>
                <a:path w="62864" h="50165">
                  <a:moveTo>
                    <a:pt x="30289" y="34048"/>
                  </a:moveTo>
                  <a:lnTo>
                    <a:pt x="28511" y="34048"/>
                  </a:lnTo>
                  <a:lnTo>
                    <a:pt x="28473" y="34429"/>
                  </a:lnTo>
                  <a:lnTo>
                    <a:pt x="30276" y="34429"/>
                  </a:lnTo>
                  <a:lnTo>
                    <a:pt x="30289" y="34048"/>
                  </a:lnTo>
                  <a:close/>
                </a:path>
                <a:path w="62864" h="50165">
                  <a:moveTo>
                    <a:pt x="30327" y="35953"/>
                  </a:moveTo>
                  <a:lnTo>
                    <a:pt x="30314" y="35826"/>
                  </a:lnTo>
                  <a:lnTo>
                    <a:pt x="28587" y="35826"/>
                  </a:lnTo>
                  <a:lnTo>
                    <a:pt x="28740" y="35953"/>
                  </a:lnTo>
                  <a:lnTo>
                    <a:pt x="30327" y="35953"/>
                  </a:lnTo>
                  <a:close/>
                </a:path>
                <a:path w="62864" h="50165">
                  <a:moveTo>
                    <a:pt x="30327" y="31635"/>
                  </a:moveTo>
                  <a:lnTo>
                    <a:pt x="30314" y="31381"/>
                  </a:lnTo>
                  <a:lnTo>
                    <a:pt x="30276" y="31254"/>
                  </a:lnTo>
                  <a:lnTo>
                    <a:pt x="28524" y="31254"/>
                  </a:lnTo>
                  <a:lnTo>
                    <a:pt x="28397" y="30746"/>
                  </a:lnTo>
                  <a:lnTo>
                    <a:pt x="28384" y="30619"/>
                  </a:lnTo>
                  <a:lnTo>
                    <a:pt x="28219" y="30619"/>
                  </a:lnTo>
                  <a:lnTo>
                    <a:pt x="28219" y="31000"/>
                  </a:lnTo>
                  <a:lnTo>
                    <a:pt x="26250" y="31000"/>
                  </a:lnTo>
                  <a:lnTo>
                    <a:pt x="26187" y="31127"/>
                  </a:lnTo>
                  <a:lnTo>
                    <a:pt x="28219" y="31127"/>
                  </a:lnTo>
                  <a:lnTo>
                    <a:pt x="28219" y="31254"/>
                  </a:lnTo>
                  <a:lnTo>
                    <a:pt x="28409" y="31254"/>
                  </a:lnTo>
                  <a:lnTo>
                    <a:pt x="28448" y="31508"/>
                  </a:lnTo>
                  <a:lnTo>
                    <a:pt x="28765" y="31508"/>
                  </a:lnTo>
                  <a:lnTo>
                    <a:pt x="28676" y="31635"/>
                  </a:lnTo>
                  <a:lnTo>
                    <a:pt x="30327" y="31635"/>
                  </a:lnTo>
                  <a:close/>
                </a:path>
                <a:path w="62864" h="50165">
                  <a:moveTo>
                    <a:pt x="30403" y="33540"/>
                  </a:moveTo>
                  <a:lnTo>
                    <a:pt x="30378" y="32778"/>
                  </a:lnTo>
                  <a:lnTo>
                    <a:pt x="28460" y="32778"/>
                  </a:lnTo>
                  <a:lnTo>
                    <a:pt x="28524" y="33286"/>
                  </a:lnTo>
                  <a:lnTo>
                    <a:pt x="28422" y="33540"/>
                  </a:lnTo>
                  <a:lnTo>
                    <a:pt x="28663" y="33540"/>
                  </a:lnTo>
                  <a:lnTo>
                    <a:pt x="30403" y="33540"/>
                  </a:lnTo>
                  <a:close/>
                </a:path>
                <a:path w="62864" h="50165">
                  <a:moveTo>
                    <a:pt x="30416" y="33667"/>
                  </a:moveTo>
                  <a:lnTo>
                    <a:pt x="28549" y="33667"/>
                  </a:lnTo>
                  <a:lnTo>
                    <a:pt x="28524" y="33921"/>
                  </a:lnTo>
                  <a:lnTo>
                    <a:pt x="30327" y="33921"/>
                  </a:lnTo>
                  <a:lnTo>
                    <a:pt x="30416" y="33667"/>
                  </a:lnTo>
                  <a:close/>
                </a:path>
                <a:path w="62864" h="50165">
                  <a:moveTo>
                    <a:pt x="30480" y="35572"/>
                  </a:moveTo>
                  <a:lnTo>
                    <a:pt x="28473" y="35572"/>
                  </a:lnTo>
                  <a:lnTo>
                    <a:pt x="28448" y="35699"/>
                  </a:lnTo>
                  <a:lnTo>
                    <a:pt x="30391" y="35699"/>
                  </a:lnTo>
                  <a:lnTo>
                    <a:pt x="30480" y="35572"/>
                  </a:lnTo>
                  <a:close/>
                </a:path>
                <a:path w="62864" h="50165">
                  <a:moveTo>
                    <a:pt x="30505" y="30746"/>
                  </a:moveTo>
                  <a:lnTo>
                    <a:pt x="30327" y="30746"/>
                  </a:lnTo>
                  <a:lnTo>
                    <a:pt x="30302" y="31254"/>
                  </a:lnTo>
                  <a:lnTo>
                    <a:pt x="30441" y="31254"/>
                  </a:lnTo>
                  <a:lnTo>
                    <a:pt x="30505" y="30746"/>
                  </a:lnTo>
                  <a:close/>
                </a:path>
                <a:path w="62864" h="50165">
                  <a:moveTo>
                    <a:pt x="30556" y="34048"/>
                  </a:moveTo>
                  <a:lnTo>
                    <a:pt x="30530" y="33921"/>
                  </a:lnTo>
                  <a:lnTo>
                    <a:pt x="30327" y="33921"/>
                  </a:lnTo>
                  <a:lnTo>
                    <a:pt x="30289" y="34048"/>
                  </a:lnTo>
                  <a:lnTo>
                    <a:pt x="30556" y="34048"/>
                  </a:lnTo>
                  <a:close/>
                </a:path>
                <a:path w="62864" h="50165">
                  <a:moveTo>
                    <a:pt x="30607" y="35064"/>
                  </a:moveTo>
                  <a:lnTo>
                    <a:pt x="30530" y="34937"/>
                  </a:lnTo>
                  <a:lnTo>
                    <a:pt x="30467" y="34810"/>
                  </a:lnTo>
                  <a:lnTo>
                    <a:pt x="28524" y="34810"/>
                  </a:lnTo>
                  <a:lnTo>
                    <a:pt x="28448" y="34937"/>
                  </a:lnTo>
                  <a:lnTo>
                    <a:pt x="28384" y="35064"/>
                  </a:lnTo>
                  <a:lnTo>
                    <a:pt x="28219" y="35064"/>
                  </a:lnTo>
                  <a:lnTo>
                    <a:pt x="28270" y="35572"/>
                  </a:lnTo>
                  <a:lnTo>
                    <a:pt x="28473" y="35572"/>
                  </a:lnTo>
                  <a:lnTo>
                    <a:pt x="28587" y="35064"/>
                  </a:lnTo>
                  <a:lnTo>
                    <a:pt x="30607" y="35064"/>
                  </a:lnTo>
                  <a:close/>
                </a:path>
                <a:path w="62864" h="50165">
                  <a:moveTo>
                    <a:pt x="30619" y="37350"/>
                  </a:moveTo>
                  <a:lnTo>
                    <a:pt x="29959" y="37350"/>
                  </a:lnTo>
                  <a:lnTo>
                    <a:pt x="28333" y="37223"/>
                  </a:lnTo>
                  <a:lnTo>
                    <a:pt x="27851" y="37096"/>
                  </a:lnTo>
                  <a:lnTo>
                    <a:pt x="27368" y="36969"/>
                  </a:lnTo>
                  <a:lnTo>
                    <a:pt x="26466" y="37096"/>
                  </a:lnTo>
                  <a:lnTo>
                    <a:pt x="26492" y="36969"/>
                  </a:lnTo>
                  <a:lnTo>
                    <a:pt x="26250" y="37096"/>
                  </a:lnTo>
                  <a:lnTo>
                    <a:pt x="26225" y="36969"/>
                  </a:lnTo>
                  <a:lnTo>
                    <a:pt x="24955" y="36842"/>
                  </a:lnTo>
                  <a:lnTo>
                    <a:pt x="24320" y="36842"/>
                  </a:lnTo>
                  <a:lnTo>
                    <a:pt x="23964" y="36842"/>
                  </a:lnTo>
                  <a:lnTo>
                    <a:pt x="23583" y="36842"/>
                  </a:lnTo>
                  <a:lnTo>
                    <a:pt x="23710" y="36969"/>
                  </a:lnTo>
                  <a:lnTo>
                    <a:pt x="23291" y="36969"/>
                  </a:lnTo>
                  <a:lnTo>
                    <a:pt x="23342" y="36842"/>
                  </a:lnTo>
                  <a:lnTo>
                    <a:pt x="23152" y="36969"/>
                  </a:lnTo>
                  <a:lnTo>
                    <a:pt x="23177" y="36715"/>
                  </a:lnTo>
                  <a:lnTo>
                    <a:pt x="23215" y="36461"/>
                  </a:lnTo>
                  <a:lnTo>
                    <a:pt x="22948" y="36334"/>
                  </a:lnTo>
                  <a:lnTo>
                    <a:pt x="22923" y="35699"/>
                  </a:lnTo>
                  <a:lnTo>
                    <a:pt x="24104" y="35699"/>
                  </a:lnTo>
                  <a:lnTo>
                    <a:pt x="24053" y="35445"/>
                  </a:lnTo>
                  <a:lnTo>
                    <a:pt x="22923" y="35445"/>
                  </a:lnTo>
                  <a:lnTo>
                    <a:pt x="22923" y="35572"/>
                  </a:lnTo>
                  <a:lnTo>
                    <a:pt x="22225" y="35572"/>
                  </a:lnTo>
                  <a:lnTo>
                    <a:pt x="22199" y="35826"/>
                  </a:lnTo>
                  <a:lnTo>
                    <a:pt x="22085" y="36461"/>
                  </a:lnTo>
                  <a:lnTo>
                    <a:pt x="21907" y="36461"/>
                  </a:lnTo>
                  <a:lnTo>
                    <a:pt x="21818" y="36715"/>
                  </a:lnTo>
                  <a:lnTo>
                    <a:pt x="21653" y="36715"/>
                  </a:lnTo>
                  <a:lnTo>
                    <a:pt x="21755" y="36588"/>
                  </a:lnTo>
                  <a:lnTo>
                    <a:pt x="21856" y="36461"/>
                  </a:lnTo>
                  <a:lnTo>
                    <a:pt x="21577" y="36334"/>
                  </a:lnTo>
                  <a:lnTo>
                    <a:pt x="21437" y="36334"/>
                  </a:lnTo>
                  <a:lnTo>
                    <a:pt x="21437" y="36207"/>
                  </a:lnTo>
                  <a:lnTo>
                    <a:pt x="21818" y="36080"/>
                  </a:lnTo>
                  <a:lnTo>
                    <a:pt x="21704" y="35826"/>
                  </a:lnTo>
                  <a:lnTo>
                    <a:pt x="21590" y="35572"/>
                  </a:lnTo>
                  <a:lnTo>
                    <a:pt x="21336" y="35572"/>
                  </a:lnTo>
                  <a:lnTo>
                    <a:pt x="21259" y="36461"/>
                  </a:lnTo>
                  <a:lnTo>
                    <a:pt x="21145" y="35572"/>
                  </a:lnTo>
                  <a:lnTo>
                    <a:pt x="21056" y="37477"/>
                  </a:lnTo>
                  <a:lnTo>
                    <a:pt x="21018" y="37604"/>
                  </a:lnTo>
                  <a:lnTo>
                    <a:pt x="20929" y="37731"/>
                  </a:lnTo>
                  <a:lnTo>
                    <a:pt x="20777" y="37846"/>
                  </a:lnTo>
                  <a:lnTo>
                    <a:pt x="20586" y="37604"/>
                  </a:lnTo>
                  <a:lnTo>
                    <a:pt x="20891" y="37604"/>
                  </a:lnTo>
                  <a:lnTo>
                    <a:pt x="21018" y="37604"/>
                  </a:lnTo>
                  <a:lnTo>
                    <a:pt x="20866" y="37477"/>
                  </a:lnTo>
                  <a:lnTo>
                    <a:pt x="21056" y="37477"/>
                  </a:lnTo>
                  <a:lnTo>
                    <a:pt x="21056" y="35572"/>
                  </a:lnTo>
                  <a:lnTo>
                    <a:pt x="20751" y="35572"/>
                  </a:lnTo>
                  <a:lnTo>
                    <a:pt x="20802" y="35826"/>
                  </a:lnTo>
                  <a:lnTo>
                    <a:pt x="20523" y="35953"/>
                  </a:lnTo>
                  <a:lnTo>
                    <a:pt x="20701" y="36080"/>
                  </a:lnTo>
                  <a:lnTo>
                    <a:pt x="20561" y="36207"/>
                  </a:lnTo>
                  <a:lnTo>
                    <a:pt x="20523" y="36461"/>
                  </a:lnTo>
                  <a:lnTo>
                    <a:pt x="20510" y="37731"/>
                  </a:lnTo>
                  <a:lnTo>
                    <a:pt x="20193" y="37604"/>
                  </a:lnTo>
                  <a:lnTo>
                    <a:pt x="20434" y="37604"/>
                  </a:lnTo>
                  <a:lnTo>
                    <a:pt x="20510" y="37731"/>
                  </a:lnTo>
                  <a:lnTo>
                    <a:pt x="20510" y="36461"/>
                  </a:lnTo>
                  <a:lnTo>
                    <a:pt x="20523" y="36334"/>
                  </a:lnTo>
                  <a:lnTo>
                    <a:pt x="20294" y="36207"/>
                  </a:lnTo>
                  <a:lnTo>
                    <a:pt x="20269" y="35953"/>
                  </a:lnTo>
                  <a:lnTo>
                    <a:pt x="20434" y="35826"/>
                  </a:lnTo>
                  <a:lnTo>
                    <a:pt x="20561" y="35699"/>
                  </a:lnTo>
                  <a:lnTo>
                    <a:pt x="20281" y="35826"/>
                  </a:lnTo>
                  <a:lnTo>
                    <a:pt x="20243" y="35699"/>
                  </a:lnTo>
                  <a:lnTo>
                    <a:pt x="20561" y="35699"/>
                  </a:lnTo>
                  <a:lnTo>
                    <a:pt x="20586" y="35572"/>
                  </a:lnTo>
                  <a:lnTo>
                    <a:pt x="20320" y="35572"/>
                  </a:lnTo>
                  <a:lnTo>
                    <a:pt x="20167" y="35445"/>
                  </a:lnTo>
                  <a:lnTo>
                    <a:pt x="20523" y="35445"/>
                  </a:lnTo>
                  <a:lnTo>
                    <a:pt x="20510" y="35318"/>
                  </a:lnTo>
                  <a:lnTo>
                    <a:pt x="20612" y="35445"/>
                  </a:lnTo>
                  <a:lnTo>
                    <a:pt x="20675" y="35191"/>
                  </a:lnTo>
                  <a:lnTo>
                    <a:pt x="20497" y="35191"/>
                  </a:lnTo>
                  <a:lnTo>
                    <a:pt x="20485" y="35064"/>
                  </a:lnTo>
                  <a:lnTo>
                    <a:pt x="20662" y="35064"/>
                  </a:lnTo>
                  <a:lnTo>
                    <a:pt x="20510" y="34937"/>
                  </a:lnTo>
                  <a:lnTo>
                    <a:pt x="20662" y="34937"/>
                  </a:lnTo>
                  <a:lnTo>
                    <a:pt x="20408" y="34810"/>
                  </a:lnTo>
                  <a:lnTo>
                    <a:pt x="21145" y="34810"/>
                  </a:lnTo>
                  <a:lnTo>
                    <a:pt x="21094" y="34683"/>
                  </a:lnTo>
                  <a:lnTo>
                    <a:pt x="20980" y="34429"/>
                  </a:lnTo>
                  <a:lnTo>
                    <a:pt x="20866" y="33794"/>
                  </a:lnTo>
                  <a:lnTo>
                    <a:pt x="21069" y="33794"/>
                  </a:lnTo>
                  <a:lnTo>
                    <a:pt x="21043" y="33667"/>
                  </a:lnTo>
                  <a:lnTo>
                    <a:pt x="20828" y="33667"/>
                  </a:lnTo>
                  <a:lnTo>
                    <a:pt x="20688" y="33667"/>
                  </a:lnTo>
                  <a:lnTo>
                    <a:pt x="20688" y="34683"/>
                  </a:lnTo>
                  <a:lnTo>
                    <a:pt x="20459" y="34556"/>
                  </a:lnTo>
                  <a:lnTo>
                    <a:pt x="20497" y="34683"/>
                  </a:lnTo>
                  <a:lnTo>
                    <a:pt x="20396" y="34429"/>
                  </a:lnTo>
                  <a:lnTo>
                    <a:pt x="20574" y="34429"/>
                  </a:lnTo>
                  <a:lnTo>
                    <a:pt x="20688" y="34683"/>
                  </a:lnTo>
                  <a:lnTo>
                    <a:pt x="20688" y="33667"/>
                  </a:lnTo>
                  <a:lnTo>
                    <a:pt x="20332" y="33667"/>
                  </a:lnTo>
                  <a:lnTo>
                    <a:pt x="20332" y="34175"/>
                  </a:lnTo>
                  <a:lnTo>
                    <a:pt x="20154" y="34302"/>
                  </a:lnTo>
                  <a:lnTo>
                    <a:pt x="19748" y="34302"/>
                  </a:lnTo>
                  <a:lnTo>
                    <a:pt x="19824" y="34683"/>
                  </a:lnTo>
                  <a:lnTo>
                    <a:pt x="19951" y="34810"/>
                  </a:lnTo>
                  <a:lnTo>
                    <a:pt x="19989" y="34937"/>
                  </a:lnTo>
                  <a:lnTo>
                    <a:pt x="19786" y="34810"/>
                  </a:lnTo>
                  <a:lnTo>
                    <a:pt x="19812" y="34937"/>
                  </a:lnTo>
                  <a:lnTo>
                    <a:pt x="19824" y="35064"/>
                  </a:lnTo>
                  <a:lnTo>
                    <a:pt x="19913" y="35445"/>
                  </a:lnTo>
                  <a:lnTo>
                    <a:pt x="19786" y="35445"/>
                  </a:lnTo>
                  <a:lnTo>
                    <a:pt x="19824" y="35064"/>
                  </a:lnTo>
                  <a:lnTo>
                    <a:pt x="19608" y="34937"/>
                  </a:lnTo>
                  <a:lnTo>
                    <a:pt x="19392" y="34937"/>
                  </a:lnTo>
                  <a:lnTo>
                    <a:pt x="19316" y="34810"/>
                  </a:lnTo>
                  <a:lnTo>
                    <a:pt x="19253" y="34683"/>
                  </a:lnTo>
                  <a:lnTo>
                    <a:pt x="19189" y="34556"/>
                  </a:lnTo>
                  <a:lnTo>
                    <a:pt x="19367" y="34556"/>
                  </a:lnTo>
                  <a:lnTo>
                    <a:pt x="19367" y="34302"/>
                  </a:lnTo>
                  <a:lnTo>
                    <a:pt x="19545" y="34175"/>
                  </a:lnTo>
                  <a:lnTo>
                    <a:pt x="19723" y="34175"/>
                  </a:lnTo>
                  <a:lnTo>
                    <a:pt x="20332" y="34175"/>
                  </a:lnTo>
                  <a:lnTo>
                    <a:pt x="20332" y="33667"/>
                  </a:lnTo>
                  <a:lnTo>
                    <a:pt x="20243" y="33794"/>
                  </a:lnTo>
                  <a:lnTo>
                    <a:pt x="20243" y="34048"/>
                  </a:lnTo>
                  <a:lnTo>
                    <a:pt x="20015" y="34048"/>
                  </a:lnTo>
                  <a:lnTo>
                    <a:pt x="19913" y="33794"/>
                  </a:lnTo>
                  <a:lnTo>
                    <a:pt x="19837" y="33667"/>
                  </a:lnTo>
                  <a:lnTo>
                    <a:pt x="19761" y="33540"/>
                  </a:lnTo>
                  <a:lnTo>
                    <a:pt x="19989" y="33540"/>
                  </a:lnTo>
                  <a:lnTo>
                    <a:pt x="20027" y="33794"/>
                  </a:lnTo>
                  <a:lnTo>
                    <a:pt x="20243" y="33794"/>
                  </a:lnTo>
                  <a:lnTo>
                    <a:pt x="20243" y="33667"/>
                  </a:lnTo>
                  <a:lnTo>
                    <a:pt x="20167" y="33540"/>
                  </a:lnTo>
                  <a:lnTo>
                    <a:pt x="19939" y="33388"/>
                  </a:lnTo>
                  <a:lnTo>
                    <a:pt x="19748" y="33489"/>
                  </a:lnTo>
                  <a:lnTo>
                    <a:pt x="19837" y="33324"/>
                  </a:lnTo>
                  <a:lnTo>
                    <a:pt x="20129" y="33286"/>
                  </a:lnTo>
                  <a:lnTo>
                    <a:pt x="20866" y="33286"/>
                  </a:lnTo>
                  <a:lnTo>
                    <a:pt x="20739" y="33032"/>
                  </a:lnTo>
                  <a:lnTo>
                    <a:pt x="20688" y="32905"/>
                  </a:lnTo>
                  <a:lnTo>
                    <a:pt x="20688" y="32651"/>
                  </a:lnTo>
                  <a:lnTo>
                    <a:pt x="20485" y="32651"/>
                  </a:lnTo>
                  <a:lnTo>
                    <a:pt x="20472" y="32524"/>
                  </a:lnTo>
                  <a:lnTo>
                    <a:pt x="20447" y="32270"/>
                  </a:lnTo>
                  <a:lnTo>
                    <a:pt x="20332" y="32016"/>
                  </a:lnTo>
                  <a:lnTo>
                    <a:pt x="20218" y="31635"/>
                  </a:lnTo>
                  <a:lnTo>
                    <a:pt x="20027" y="31635"/>
                  </a:lnTo>
                  <a:lnTo>
                    <a:pt x="19964" y="31508"/>
                  </a:lnTo>
                  <a:lnTo>
                    <a:pt x="19850" y="31254"/>
                  </a:lnTo>
                  <a:lnTo>
                    <a:pt x="19799" y="31127"/>
                  </a:lnTo>
                  <a:lnTo>
                    <a:pt x="19761" y="31000"/>
                  </a:lnTo>
                  <a:lnTo>
                    <a:pt x="20027" y="31000"/>
                  </a:lnTo>
                  <a:lnTo>
                    <a:pt x="20104" y="30619"/>
                  </a:lnTo>
                  <a:lnTo>
                    <a:pt x="20116" y="30365"/>
                  </a:lnTo>
                  <a:lnTo>
                    <a:pt x="21272" y="30365"/>
                  </a:lnTo>
                  <a:lnTo>
                    <a:pt x="21259" y="30238"/>
                  </a:lnTo>
                  <a:lnTo>
                    <a:pt x="14973" y="30238"/>
                  </a:lnTo>
                  <a:lnTo>
                    <a:pt x="14757" y="30365"/>
                  </a:lnTo>
                  <a:lnTo>
                    <a:pt x="14947" y="30365"/>
                  </a:lnTo>
                  <a:lnTo>
                    <a:pt x="14884" y="30492"/>
                  </a:lnTo>
                  <a:lnTo>
                    <a:pt x="14820" y="30619"/>
                  </a:lnTo>
                  <a:lnTo>
                    <a:pt x="14706" y="30492"/>
                  </a:lnTo>
                  <a:lnTo>
                    <a:pt x="14605" y="30365"/>
                  </a:lnTo>
                  <a:lnTo>
                    <a:pt x="14325" y="30492"/>
                  </a:lnTo>
                  <a:lnTo>
                    <a:pt x="14287" y="30746"/>
                  </a:lnTo>
                  <a:lnTo>
                    <a:pt x="14198" y="30873"/>
                  </a:lnTo>
                  <a:lnTo>
                    <a:pt x="14376" y="31000"/>
                  </a:lnTo>
                  <a:lnTo>
                    <a:pt x="14376" y="31127"/>
                  </a:lnTo>
                  <a:lnTo>
                    <a:pt x="14147" y="31000"/>
                  </a:lnTo>
                  <a:lnTo>
                    <a:pt x="14084" y="30619"/>
                  </a:lnTo>
                  <a:lnTo>
                    <a:pt x="14033" y="32016"/>
                  </a:lnTo>
                  <a:lnTo>
                    <a:pt x="13716" y="31889"/>
                  </a:lnTo>
                  <a:lnTo>
                    <a:pt x="13754" y="31635"/>
                  </a:lnTo>
                  <a:lnTo>
                    <a:pt x="13919" y="31635"/>
                  </a:lnTo>
                  <a:lnTo>
                    <a:pt x="14033" y="32016"/>
                  </a:lnTo>
                  <a:lnTo>
                    <a:pt x="14033" y="30619"/>
                  </a:lnTo>
                  <a:lnTo>
                    <a:pt x="13728" y="30619"/>
                  </a:lnTo>
                  <a:lnTo>
                    <a:pt x="13639" y="31254"/>
                  </a:lnTo>
                  <a:lnTo>
                    <a:pt x="13512" y="31508"/>
                  </a:lnTo>
                  <a:lnTo>
                    <a:pt x="13385" y="31762"/>
                  </a:lnTo>
                  <a:lnTo>
                    <a:pt x="13258" y="32016"/>
                  </a:lnTo>
                  <a:lnTo>
                    <a:pt x="13144" y="32270"/>
                  </a:lnTo>
                  <a:lnTo>
                    <a:pt x="13906" y="32270"/>
                  </a:lnTo>
                  <a:lnTo>
                    <a:pt x="13906" y="32651"/>
                  </a:lnTo>
                  <a:lnTo>
                    <a:pt x="14224" y="32524"/>
                  </a:lnTo>
                  <a:lnTo>
                    <a:pt x="14312" y="36588"/>
                  </a:lnTo>
                  <a:lnTo>
                    <a:pt x="14389" y="36715"/>
                  </a:lnTo>
                  <a:lnTo>
                    <a:pt x="14465" y="36842"/>
                  </a:lnTo>
                  <a:lnTo>
                    <a:pt x="14528" y="36969"/>
                  </a:lnTo>
                  <a:lnTo>
                    <a:pt x="14605" y="37096"/>
                  </a:lnTo>
                  <a:lnTo>
                    <a:pt x="14732" y="38239"/>
                  </a:lnTo>
                  <a:lnTo>
                    <a:pt x="13893" y="38620"/>
                  </a:lnTo>
                  <a:lnTo>
                    <a:pt x="13982" y="38874"/>
                  </a:lnTo>
                  <a:lnTo>
                    <a:pt x="14071" y="39128"/>
                  </a:lnTo>
                  <a:lnTo>
                    <a:pt x="14160" y="39382"/>
                  </a:lnTo>
                  <a:lnTo>
                    <a:pt x="14249" y="39636"/>
                  </a:lnTo>
                  <a:lnTo>
                    <a:pt x="14338" y="39890"/>
                  </a:lnTo>
                  <a:lnTo>
                    <a:pt x="15125" y="40017"/>
                  </a:lnTo>
                  <a:lnTo>
                    <a:pt x="15100" y="40779"/>
                  </a:lnTo>
                  <a:lnTo>
                    <a:pt x="15176" y="40525"/>
                  </a:lnTo>
                  <a:lnTo>
                    <a:pt x="15519" y="40398"/>
                  </a:lnTo>
                  <a:lnTo>
                    <a:pt x="16268" y="40271"/>
                  </a:lnTo>
                  <a:lnTo>
                    <a:pt x="16611" y="40144"/>
                  </a:lnTo>
                  <a:lnTo>
                    <a:pt x="16598" y="40271"/>
                  </a:lnTo>
                  <a:lnTo>
                    <a:pt x="24079" y="40271"/>
                  </a:lnTo>
                  <a:lnTo>
                    <a:pt x="24269" y="40144"/>
                  </a:lnTo>
                  <a:lnTo>
                    <a:pt x="24434" y="40271"/>
                  </a:lnTo>
                  <a:lnTo>
                    <a:pt x="25019" y="40271"/>
                  </a:lnTo>
                  <a:lnTo>
                    <a:pt x="25057" y="40144"/>
                  </a:lnTo>
                  <a:lnTo>
                    <a:pt x="25196" y="40144"/>
                  </a:lnTo>
                  <a:lnTo>
                    <a:pt x="25196" y="40017"/>
                  </a:lnTo>
                  <a:lnTo>
                    <a:pt x="25209" y="39890"/>
                  </a:lnTo>
                  <a:lnTo>
                    <a:pt x="25006" y="40017"/>
                  </a:lnTo>
                  <a:lnTo>
                    <a:pt x="25158" y="39890"/>
                  </a:lnTo>
                  <a:lnTo>
                    <a:pt x="24904" y="39890"/>
                  </a:lnTo>
                  <a:lnTo>
                    <a:pt x="23926" y="39890"/>
                  </a:lnTo>
                  <a:lnTo>
                    <a:pt x="23571" y="40017"/>
                  </a:lnTo>
                  <a:lnTo>
                    <a:pt x="23495" y="39890"/>
                  </a:lnTo>
                  <a:lnTo>
                    <a:pt x="22555" y="39890"/>
                  </a:lnTo>
                  <a:lnTo>
                    <a:pt x="22161" y="39763"/>
                  </a:lnTo>
                  <a:lnTo>
                    <a:pt x="22021" y="39890"/>
                  </a:lnTo>
                  <a:lnTo>
                    <a:pt x="21742" y="39763"/>
                  </a:lnTo>
                  <a:lnTo>
                    <a:pt x="22161" y="39763"/>
                  </a:lnTo>
                  <a:lnTo>
                    <a:pt x="23431" y="39763"/>
                  </a:lnTo>
                  <a:lnTo>
                    <a:pt x="23368" y="39636"/>
                  </a:lnTo>
                  <a:lnTo>
                    <a:pt x="23583" y="39763"/>
                  </a:lnTo>
                  <a:lnTo>
                    <a:pt x="23710" y="39636"/>
                  </a:lnTo>
                  <a:lnTo>
                    <a:pt x="23850" y="39509"/>
                  </a:lnTo>
                  <a:lnTo>
                    <a:pt x="23939" y="39636"/>
                  </a:lnTo>
                  <a:lnTo>
                    <a:pt x="24117" y="39636"/>
                  </a:lnTo>
                  <a:lnTo>
                    <a:pt x="24130" y="39509"/>
                  </a:lnTo>
                  <a:lnTo>
                    <a:pt x="25044" y="39509"/>
                  </a:lnTo>
                  <a:lnTo>
                    <a:pt x="24955" y="39382"/>
                  </a:lnTo>
                  <a:lnTo>
                    <a:pt x="25438" y="39382"/>
                  </a:lnTo>
                  <a:lnTo>
                    <a:pt x="25463" y="39509"/>
                  </a:lnTo>
                  <a:lnTo>
                    <a:pt x="25946" y="39509"/>
                  </a:lnTo>
                  <a:lnTo>
                    <a:pt x="25958" y="39382"/>
                  </a:lnTo>
                  <a:lnTo>
                    <a:pt x="25552" y="39382"/>
                  </a:lnTo>
                  <a:lnTo>
                    <a:pt x="26250" y="39293"/>
                  </a:lnTo>
                  <a:lnTo>
                    <a:pt x="26314" y="39128"/>
                  </a:lnTo>
                  <a:lnTo>
                    <a:pt x="26365" y="39001"/>
                  </a:lnTo>
                  <a:lnTo>
                    <a:pt x="26441" y="39255"/>
                  </a:lnTo>
                  <a:lnTo>
                    <a:pt x="27330" y="39128"/>
                  </a:lnTo>
                  <a:lnTo>
                    <a:pt x="27724" y="39128"/>
                  </a:lnTo>
                  <a:lnTo>
                    <a:pt x="27813" y="39001"/>
                  </a:lnTo>
                  <a:lnTo>
                    <a:pt x="27901" y="38874"/>
                  </a:lnTo>
                  <a:lnTo>
                    <a:pt x="26123" y="38874"/>
                  </a:lnTo>
                  <a:lnTo>
                    <a:pt x="25349" y="38747"/>
                  </a:lnTo>
                  <a:lnTo>
                    <a:pt x="23063" y="38671"/>
                  </a:lnTo>
                  <a:lnTo>
                    <a:pt x="23063" y="39382"/>
                  </a:lnTo>
                  <a:lnTo>
                    <a:pt x="23025" y="39509"/>
                  </a:lnTo>
                  <a:lnTo>
                    <a:pt x="22948" y="39382"/>
                  </a:lnTo>
                  <a:lnTo>
                    <a:pt x="23063" y="38671"/>
                  </a:lnTo>
                  <a:lnTo>
                    <a:pt x="22072" y="38620"/>
                  </a:lnTo>
                  <a:lnTo>
                    <a:pt x="18630" y="38620"/>
                  </a:lnTo>
                  <a:lnTo>
                    <a:pt x="14706" y="39382"/>
                  </a:lnTo>
                  <a:lnTo>
                    <a:pt x="15240" y="39382"/>
                  </a:lnTo>
                  <a:lnTo>
                    <a:pt x="15227" y="39763"/>
                  </a:lnTo>
                  <a:lnTo>
                    <a:pt x="14909" y="39636"/>
                  </a:lnTo>
                  <a:lnTo>
                    <a:pt x="14439" y="39509"/>
                  </a:lnTo>
                  <a:lnTo>
                    <a:pt x="14490" y="39382"/>
                  </a:lnTo>
                  <a:lnTo>
                    <a:pt x="14579" y="39001"/>
                  </a:lnTo>
                  <a:lnTo>
                    <a:pt x="14808" y="39001"/>
                  </a:lnTo>
                  <a:lnTo>
                    <a:pt x="14897" y="38874"/>
                  </a:lnTo>
                  <a:lnTo>
                    <a:pt x="14986" y="38747"/>
                  </a:lnTo>
                  <a:lnTo>
                    <a:pt x="15189" y="38620"/>
                  </a:lnTo>
                  <a:lnTo>
                    <a:pt x="15265" y="38747"/>
                  </a:lnTo>
                  <a:lnTo>
                    <a:pt x="15354" y="38874"/>
                  </a:lnTo>
                  <a:lnTo>
                    <a:pt x="15443" y="39001"/>
                  </a:lnTo>
                  <a:lnTo>
                    <a:pt x="15570" y="38874"/>
                  </a:lnTo>
                  <a:lnTo>
                    <a:pt x="15849" y="38874"/>
                  </a:lnTo>
                  <a:lnTo>
                    <a:pt x="16205" y="39001"/>
                  </a:lnTo>
                  <a:lnTo>
                    <a:pt x="16217" y="38874"/>
                  </a:lnTo>
                  <a:lnTo>
                    <a:pt x="16268" y="38620"/>
                  </a:lnTo>
                  <a:lnTo>
                    <a:pt x="17729" y="38620"/>
                  </a:lnTo>
                  <a:lnTo>
                    <a:pt x="17894" y="38493"/>
                  </a:lnTo>
                  <a:lnTo>
                    <a:pt x="18135" y="38493"/>
                  </a:lnTo>
                  <a:lnTo>
                    <a:pt x="18135" y="38620"/>
                  </a:lnTo>
                  <a:lnTo>
                    <a:pt x="18262" y="38493"/>
                  </a:lnTo>
                  <a:lnTo>
                    <a:pt x="18402" y="38366"/>
                  </a:lnTo>
                  <a:lnTo>
                    <a:pt x="18478" y="38620"/>
                  </a:lnTo>
                  <a:lnTo>
                    <a:pt x="18592" y="38493"/>
                  </a:lnTo>
                  <a:lnTo>
                    <a:pt x="18719" y="38366"/>
                  </a:lnTo>
                  <a:lnTo>
                    <a:pt x="19342" y="38239"/>
                  </a:lnTo>
                  <a:lnTo>
                    <a:pt x="20154" y="38239"/>
                  </a:lnTo>
                  <a:lnTo>
                    <a:pt x="20180" y="38112"/>
                  </a:lnTo>
                  <a:lnTo>
                    <a:pt x="20472" y="38112"/>
                  </a:lnTo>
                  <a:lnTo>
                    <a:pt x="20586" y="37858"/>
                  </a:lnTo>
                  <a:lnTo>
                    <a:pt x="20751" y="37858"/>
                  </a:lnTo>
                  <a:lnTo>
                    <a:pt x="22047" y="37858"/>
                  </a:lnTo>
                  <a:lnTo>
                    <a:pt x="22339" y="37604"/>
                  </a:lnTo>
                  <a:lnTo>
                    <a:pt x="23114" y="37604"/>
                  </a:lnTo>
                  <a:lnTo>
                    <a:pt x="23075" y="37744"/>
                  </a:lnTo>
                  <a:lnTo>
                    <a:pt x="23317" y="37604"/>
                  </a:lnTo>
                  <a:lnTo>
                    <a:pt x="24803" y="37604"/>
                  </a:lnTo>
                  <a:lnTo>
                    <a:pt x="24841" y="37477"/>
                  </a:lnTo>
                  <a:lnTo>
                    <a:pt x="25209" y="37477"/>
                  </a:lnTo>
                  <a:lnTo>
                    <a:pt x="25234" y="37604"/>
                  </a:lnTo>
                  <a:lnTo>
                    <a:pt x="25438" y="37477"/>
                  </a:lnTo>
                  <a:lnTo>
                    <a:pt x="25539" y="37350"/>
                  </a:lnTo>
                  <a:lnTo>
                    <a:pt x="25692" y="37477"/>
                  </a:lnTo>
                  <a:lnTo>
                    <a:pt x="25869" y="37350"/>
                  </a:lnTo>
                  <a:lnTo>
                    <a:pt x="28384" y="37477"/>
                  </a:lnTo>
                  <a:lnTo>
                    <a:pt x="28638" y="37350"/>
                  </a:lnTo>
                  <a:lnTo>
                    <a:pt x="28702" y="37604"/>
                  </a:lnTo>
                  <a:lnTo>
                    <a:pt x="28917" y="37477"/>
                  </a:lnTo>
                  <a:lnTo>
                    <a:pt x="29895" y="37477"/>
                  </a:lnTo>
                  <a:lnTo>
                    <a:pt x="29819" y="37604"/>
                  </a:lnTo>
                  <a:lnTo>
                    <a:pt x="29972" y="37604"/>
                  </a:lnTo>
                  <a:lnTo>
                    <a:pt x="30200" y="37477"/>
                  </a:lnTo>
                  <a:lnTo>
                    <a:pt x="30619" y="37477"/>
                  </a:lnTo>
                  <a:lnTo>
                    <a:pt x="30619" y="37350"/>
                  </a:lnTo>
                  <a:close/>
                </a:path>
                <a:path w="62864" h="50165">
                  <a:moveTo>
                    <a:pt x="30645" y="32778"/>
                  </a:moveTo>
                  <a:lnTo>
                    <a:pt x="30594" y="32016"/>
                  </a:lnTo>
                  <a:lnTo>
                    <a:pt x="30365" y="32270"/>
                  </a:lnTo>
                  <a:lnTo>
                    <a:pt x="30365" y="32397"/>
                  </a:lnTo>
                  <a:lnTo>
                    <a:pt x="28473" y="32397"/>
                  </a:lnTo>
                  <a:lnTo>
                    <a:pt x="28384" y="31635"/>
                  </a:lnTo>
                  <a:lnTo>
                    <a:pt x="28232" y="31635"/>
                  </a:lnTo>
                  <a:lnTo>
                    <a:pt x="28244" y="31889"/>
                  </a:lnTo>
                  <a:lnTo>
                    <a:pt x="25933" y="31889"/>
                  </a:lnTo>
                  <a:lnTo>
                    <a:pt x="25869" y="32016"/>
                  </a:lnTo>
                  <a:lnTo>
                    <a:pt x="28257" y="32016"/>
                  </a:lnTo>
                  <a:lnTo>
                    <a:pt x="28270" y="32397"/>
                  </a:lnTo>
                  <a:lnTo>
                    <a:pt x="25679" y="32397"/>
                  </a:lnTo>
                  <a:lnTo>
                    <a:pt x="25666" y="32524"/>
                  </a:lnTo>
                  <a:lnTo>
                    <a:pt x="28270" y="32524"/>
                  </a:lnTo>
                  <a:lnTo>
                    <a:pt x="28270" y="32651"/>
                  </a:lnTo>
                  <a:lnTo>
                    <a:pt x="28498" y="32524"/>
                  </a:lnTo>
                  <a:lnTo>
                    <a:pt x="30365" y="32524"/>
                  </a:lnTo>
                  <a:lnTo>
                    <a:pt x="30378" y="32778"/>
                  </a:lnTo>
                  <a:lnTo>
                    <a:pt x="30645" y="32778"/>
                  </a:lnTo>
                  <a:close/>
                </a:path>
                <a:path w="62864" h="50165">
                  <a:moveTo>
                    <a:pt x="30670" y="35953"/>
                  </a:moveTo>
                  <a:lnTo>
                    <a:pt x="30327" y="35953"/>
                  </a:lnTo>
                  <a:lnTo>
                    <a:pt x="30340" y="36207"/>
                  </a:lnTo>
                  <a:lnTo>
                    <a:pt x="28790" y="36080"/>
                  </a:lnTo>
                  <a:lnTo>
                    <a:pt x="28740" y="35953"/>
                  </a:lnTo>
                  <a:lnTo>
                    <a:pt x="27901" y="35953"/>
                  </a:lnTo>
                  <a:lnTo>
                    <a:pt x="28448" y="36207"/>
                  </a:lnTo>
                  <a:lnTo>
                    <a:pt x="28714" y="36461"/>
                  </a:lnTo>
                  <a:lnTo>
                    <a:pt x="30124" y="36461"/>
                  </a:lnTo>
                  <a:lnTo>
                    <a:pt x="30238" y="36334"/>
                  </a:lnTo>
                  <a:lnTo>
                    <a:pt x="30365" y="36207"/>
                  </a:lnTo>
                  <a:lnTo>
                    <a:pt x="30492" y="36080"/>
                  </a:lnTo>
                  <a:lnTo>
                    <a:pt x="30632" y="36207"/>
                  </a:lnTo>
                  <a:lnTo>
                    <a:pt x="30670" y="36080"/>
                  </a:lnTo>
                  <a:lnTo>
                    <a:pt x="30670" y="35953"/>
                  </a:lnTo>
                  <a:close/>
                </a:path>
                <a:path w="62864" h="50165">
                  <a:moveTo>
                    <a:pt x="30683" y="35699"/>
                  </a:moveTo>
                  <a:lnTo>
                    <a:pt x="30391" y="35699"/>
                  </a:lnTo>
                  <a:lnTo>
                    <a:pt x="30314" y="35826"/>
                  </a:lnTo>
                  <a:lnTo>
                    <a:pt x="30670" y="35826"/>
                  </a:lnTo>
                  <a:lnTo>
                    <a:pt x="30683" y="35699"/>
                  </a:lnTo>
                  <a:close/>
                </a:path>
                <a:path w="62864" h="50165">
                  <a:moveTo>
                    <a:pt x="30708" y="35064"/>
                  </a:moveTo>
                  <a:lnTo>
                    <a:pt x="30568" y="35191"/>
                  </a:lnTo>
                  <a:lnTo>
                    <a:pt x="30480" y="35572"/>
                  </a:lnTo>
                  <a:lnTo>
                    <a:pt x="30683" y="35572"/>
                  </a:lnTo>
                  <a:lnTo>
                    <a:pt x="30708" y="35064"/>
                  </a:lnTo>
                  <a:close/>
                </a:path>
                <a:path w="62864" h="50165">
                  <a:moveTo>
                    <a:pt x="30708" y="34810"/>
                  </a:moveTo>
                  <a:lnTo>
                    <a:pt x="30657" y="34429"/>
                  </a:lnTo>
                  <a:lnTo>
                    <a:pt x="30276" y="34429"/>
                  </a:lnTo>
                  <a:lnTo>
                    <a:pt x="30340" y="34556"/>
                  </a:lnTo>
                  <a:lnTo>
                    <a:pt x="30403" y="34683"/>
                  </a:lnTo>
                  <a:lnTo>
                    <a:pt x="30467" y="34810"/>
                  </a:lnTo>
                  <a:lnTo>
                    <a:pt x="30708" y="34810"/>
                  </a:lnTo>
                  <a:close/>
                </a:path>
                <a:path w="62864" h="50165">
                  <a:moveTo>
                    <a:pt x="30784" y="31889"/>
                  </a:moveTo>
                  <a:lnTo>
                    <a:pt x="30353" y="31889"/>
                  </a:lnTo>
                  <a:lnTo>
                    <a:pt x="30353" y="32016"/>
                  </a:lnTo>
                  <a:lnTo>
                    <a:pt x="30594" y="32016"/>
                  </a:lnTo>
                  <a:lnTo>
                    <a:pt x="30784" y="32016"/>
                  </a:lnTo>
                  <a:lnTo>
                    <a:pt x="30784" y="31889"/>
                  </a:lnTo>
                  <a:close/>
                </a:path>
                <a:path w="62864" h="50165">
                  <a:moveTo>
                    <a:pt x="30797" y="28587"/>
                  </a:moveTo>
                  <a:lnTo>
                    <a:pt x="30149" y="28587"/>
                  </a:lnTo>
                  <a:lnTo>
                    <a:pt x="30149" y="28714"/>
                  </a:lnTo>
                  <a:lnTo>
                    <a:pt x="30670" y="28714"/>
                  </a:lnTo>
                  <a:lnTo>
                    <a:pt x="30797" y="28587"/>
                  </a:lnTo>
                  <a:close/>
                </a:path>
                <a:path w="62864" h="50165">
                  <a:moveTo>
                    <a:pt x="30911" y="9563"/>
                  </a:moveTo>
                  <a:lnTo>
                    <a:pt x="30632" y="9652"/>
                  </a:lnTo>
                  <a:lnTo>
                    <a:pt x="30505" y="9575"/>
                  </a:lnTo>
                  <a:lnTo>
                    <a:pt x="30505" y="9906"/>
                  </a:lnTo>
                  <a:lnTo>
                    <a:pt x="30480" y="10414"/>
                  </a:lnTo>
                  <a:lnTo>
                    <a:pt x="30619" y="9944"/>
                  </a:lnTo>
                  <a:lnTo>
                    <a:pt x="30619" y="10160"/>
                  </a:lnTo>
                  <a:lnTo>
                    <a:pt x="30734" y="9969"/>
                  </a:lnTo>
                  <a:lnTo>
                    <a:pt x="30911" y="9766"/>
                  </a:lnTo>
                  <a:lnTo>
                    <a:pt x="30911" y="9563"/>
                  </a:lnTo>
                  <a:close/>
                </a:path>
                <a:path w="62864" h="50165">
                  <a:moveTo>
                    <a:pt x="30924" y="21729"/>
                  </a:moveTo>
                  <a:lnTo>
                    <a:pt x="30784" y="21475"/>
                  </a:lnTo>
                  <a:lnTo>
                    <a:pt x="30708" y="21729"/>
                  </a:lnTo>
                  <a:lnTo>
                    <a:pt x="30924" y="21729"/>
                  </a:lnTo>
                  <a:close/>
                </a:path>
                <a:path w="62864" h="50165">
                  <a:moveTo>
                    <a:pt x="30988" y="29476"/>
                  </a:moveTo>
                  <a:lnTo>
                    <a:pt x="30962" y="29349"/>
                  </a:lnTo>
                  <a:lnTo>
                    <a:pt x="30226" y="29349"/>
                  </a:lnTo>
                  <a:lnTo>
                    <a:pt x="30238" y="29476"/>
                  </a:lnTo>
                  <a:lnTo>
                    <a:pt x="30988" y="29476"/>
                  </a:lnTo>
                  <a:close/>
                </a:path>
                <a:path w="62864" h="50165">
                  <a:moveTo>
                    <a:pt x="30988" y="28841"/>
                  </a:moveTo>
                  <a:lnTo>
                    <a:pt x="30911" y="28714"/>
                  </a:lnTo>
                  <a:lnTo>
                    <a:pt x="30670" y="28714"/>
                  </a:lnTo>
                  <a:lnTo>
                    <a:pt x="30988" y="28841"/>
                  </a:lnTo>
                  <a:close/>
                </a:path>
                <a:path w="62864" h="50165">
                  <a:moveTo>
                    <a:pt x="31026" y="28460"/>
                  </a:moveTo>
                  <a:lnTo>
                    <a:pt x="30797" y="28587"/>
                  </a:lnTo>
                  <a:lnTo>
                    <a:pt x="30962" y="28587"/>
                  </a:lnTo>
                  <a:lnTo>
                    <a:pt x="31026" y="28460"/>
                  </a:lnTo>
                  <a:close/>
                </a:path>
                <a:path w="62864" h="50165">
                  <a:moveTo>
                    <a:pt x="31051" y="32016"/>
                  </a:moveTo>
                  <a:lnTo>
                    <a:pt x="30784" y="32016"/>
                  </a:lnTo>
                  <a:lnTo>
                    <a:pt x="30873" y="32397"/>
                  </a:lnTo>
                  <a:lnTo>
                    <a:pt x="31000" y="32270"/>
                  </a:lnTo>
                  <a:lnTo>
                    <a:pt x="31051" y="32016"/>
                  </a:lnTo>
                  <a:close/>
                </a:path>
                <a:path w="62864" h="50165">
                  <a:moveTo>
                    <a:pt x="31064" y="17538"/>
                  </a:moveTo>
                  <a:lnTo>
                    <a:pt x="31026" y="17411"/>
                  </a:lnTo>
                  <a:lnTo>
                    <a:pt x="30543" y="17411"/>
                  </a:lnTo>
                  <a:lnTo>
                    <a:pt x="31064" y="17538"/>
                  </a:lnTo>
                  <a:close/>
                </a:path>
                <a:path w="62864" h="50165">
                  <a:moveTo>
                    <a:pt x="31089" y="31635"/>
                  </a:moveTo>
                  <a:lnTo>
                    <a:pt x="30772" y="31635"/>
                  </a:lnTo>
                  <a:lnTo>
                    <a:pt x="30784" y="31889"/>
                  </a:lnTo>
                  <a:lnTo>
                    <a:pt x="31076" y="31889"/>
                  </a:lnTo>
                  <a:lnTo>
                    <a:pt x="31089" y="31635"/>
                  </a:lnTo>
                  <a:close/>
                </a:path>
                <a:path w="62864" h="50165">
                  <a:moveTo>
                    <a:pt x="31089" y="27952"/>
                  </a:moveTo>
                  <a:lnTo>
                    <a:pt x="30111" y="27952"/>
                  </a:lnTo>
                  <a:lnTo>
                    <a:pt x="30111" y="28079"/>
                  </a:lnTo>
                  <a:lnTo>
                    <a:pt x="30937" y="28079"/>
                  </a:lnTo>
                  <a:lnTo>
                    <a:pt x="31089" y="27952"/>
                  </a:lnTo>
                  <a:close/>
                </a:path>
                <a:path w="62864" h="50165">
                  <a:moveTo>
                    <a:pt x="31127" y="20840"/>
                  </a:moveTo>
                  <a:lnTo>
                    <a:pt x="30822" y="20586"/>
                  </a:lnTo>
                  <a:lnTo>
                    <a:pt x="30746" y="20840"/>
                  </a:lnTo>
                  <a:lnTo>
                    <a:pt x="31127" y="20840"/>
                  </a:lnTo>
                  <a:close/>
                </a:path>
                <a:path w="62864" h="50165">
                  <a:moveTo>
                    <a:pt x="31153" y="30365"/>
                  </a:moveTo>
                  <a:lnTo>
                    <a:pt x="31127" y="29984"/>
                  </a:lnTo>
                  <a:lnTo>
                    <a:pt x="30251" y="29984"/>
                  </a:lnTo>
                  <a:lnTo>
                    <a:pt x="30353" y="30365"/>
                  </a:lnTo>
                  <a:lnTo>
                    <a:pt x="31153" y="30365"/>
                  </a:lnTo>
                  <a:close/>
                </a:path>
                <a:path w="62864" h="50165">
                  <a:moveTo>
                    <a:pt x="31254" y="88"/>
                  </a:moveTo>
                  <a:lnTo>
                    <a:pt x="31127" y="88"/>
                  </a:lnTo>
                  <a:lnTo>
                    <a:pt x="31203" y="215"/>
                  </a:lnTo>
                  <a:lnTo>
                    <a:pt x="31254" y="88"/>
                  </a:lnTo>
                  <a:close/>
                </a:path>
                <a:path w="62864" h="50165">
                  <a:moveTo>
                    <a:pt x="31292" y="25539"/>
                  </a:moveTo>
                  <a:lnTo>
                    <a:pt x="30060" y="25539"/>
                  </a:lnTo>
                  <a:lnTo>
                    <a:pt x="30060" y="25666"/>
                  </a:lnTo>
                  <a:lnTo>
                    <a:pt x="31280" y="25666"/>
                  </a:lnTo>
                  <a:lnTo>
                    <a:pt x="31292" y="25539"/>
                  </a:lnTo>
                  <a:close/>
                </a:path>
                <a:path w="62864" h="50165">
                  <a:moveTo>
                    <a:pt x="31330" y="25158"/>
                  </a:moveTo>
                  <a:lnTo>
                    <a:pt x="30048" y="25158"/>
                  </a:lnTo>
                  <a:lnTo>
                    <a:pt x="30060" y="25285"/>
                  </a:lnTo>
                  <a:lnTo>
                    <a:pt x="31318" y="25285"/>
                  </a:lnTo>
                  <a:lnTo>
                    <a:pt x="31330" y="25158"/>
                  </a:lnTo>
                  <a:close/>
                </a:path>
                <a:path w="62864" h="50165">
                  <a:moveTo>
                    <a:pt x="31330" y="20078"/>
                  </a:moveTo>
                  <a:lnTo>
                    <a:pt x="25920" y="20078"/>
                  </a:lnTo>
                  <a:lnTo>
                    <a:pt x="26149" y="20332"/>
                  </a:lnTo>
                  <a:lnTo>
                    <a:pt x="26136" y="22237"/>
                  </a:lnTo>
                  <a:lnTo>
                    <a:pt x="26123" y="22491"/>
                  </a:lnTo>
                  <a:lnTo>
                    <a:pt x="25946" y="22237"/>
                  </a:lnTo>
                  <a:lnTo>
                    <a:pt x="26136" y="22237"/>
                  </a:lnTo>
                  <a:lnTo>
                    <a:pt x="26136" y="20332"/>
                  </a:lnTo>
                  <a:lnTo>
                    <a:pt x="25882" y="20332"/>
                  </a:lnTo>
                  <a:lnTo>
                    <a:pt x="25768" y="21729"/>
                  </a:lnTo>
                  <a:lnTo>
                    <a:pt x="25895" y="22237"/>
                  </a:lnTo>
                  <a:lnTo>
                    <a:pt x="25171" y="22237"/>
                  </a:lnTo>
                  <a:lnTo>
                    <a:pt x="25425" y="22491"/>
                  </a:lnTo>
                  <a:lnTo>
                    <a:pt x="25590" y="22745"/>
                  </a:lnTo>
                  <a:lnTo>
                    <a:pt x="26225" y="22745"/>
                  </a:lnTo>
                  <a:lnTo>
                    <a:pt x="26174" y="23253"/>
                  </a:lnTo>
                  <a:lnTo>
                    <a:pt x="27635" y="23253"/>
                  </a:lnTo>
                  <a:lnTo>
                    <a:pt x="27698" y="22745"/>
                  </a:lnTo>
                  <a:lnTo>
                    <a:pt x="26327" y="22745"/>
                  </a:lnTo>
                  <a:lnTo>
                    <a:pt x="26339" y="22491"/>
                  </a:lnTo>
                  <a:lnTo>
                    <a:pt x="26339" y="22237"/>
                  </a:lnTo>
                  <a:lnTo>
                    <a:pt x="26352" y="21729"/>
                  </a:lnTo>
                  <a:lnTo>
                    <a:pt x="26492" y="21729"/>
                  </a:lnTo>
                  <a:lnTo>
                    <a:pt x="26492" y="22123"/>
                  </a:lnTo>
                  <a:lnTo>
                    <a:pt x="26339" y="22237"/>
                  </a:lnTo>
                  <a:lnTo>
                    <a:pt x="26492" y="22237"/>
                  </a:lnTo>
                  <a:lnTo>
                    <a:pt x="26619" y="22237"/>
                  </a:lnTo>
                  <a:lnTo>
                    <a:pt x="27724" y="22237"/>
                  </a:lnTo>
                  <a:lnTo>
                    <a:pt x="27482" y="21729"/>
                  </a:lnTo>
                  <a:lnTo>
                    <a:pt x="27000" y="21729"/>
                  </a:lnTo>
                  <a:lnTo>
                    <a:pt x="26695" y="21958"/>
                  </a:lnTo>
                  <a:lnTo>
                    <a:pt x="26771" y="21729"/>
                  </a:lnTo>
                  <a:lnTo>
                    <a:pt x="26822" y="21475"/>
                  </a:lnTo>
                  <a:lnTo>
                    <a:pt x="27025" y="21475"/>
                  </a:lnTo>
                  <a:lnTo>
                    <a:pt x="27101" y="21221"/>
                  </a:lnTo>
                  <a:lnTo>
                    <a:pt x="27584" y="21475"/>
                  </a:lnTo>
                  <a:lnTo>
                    <a:pt x="27622" y="21221"/>
                  </a:lnTo>
                  <a:lnTo>
                    <a:pt x="27800" y="21221"/>
                  </a:lnTo>
                  <a:lnTo>
                    <a:pt x="27952" y="21475"/>
                  </a:lnTo>
                  <a:lnTo>
                    <a:pt x="27787" y="21475"/>
                  </a:lnTo>
                  <a:lnTo>
                    <a:pt x="27622" y="21729"/>
                  </a:lnTo>
                  <a:lnTo>
                    <a:pt x="27940" y="21729"/>
                  </a:lnTo>
                  <a:lnTo>
                    <a:pt x="27901" y="21996"/>
                  </a:lnTo>
                  <a:lnTo>
                    <a:pt x="28079" y="21729"/>
                  </a:lnTo>
                  <a:lnTo>
                    <a:pt x="28155" y="21221"/>
                  </a:lnTo>
                  <a:lnTo>
                    <a:pt x="28206" y="20840"/>
                  </a:lnTo>
                  <a:lnTo>
                    <a:pt x="28448" y="20840"/>
                  </a:lnTo>
                  <a:lnTo>
                    <a:pt x="28575" y="21221"/>
                  </a:lnTo>
                  <a:lnTo>
                    <a:pt x="28638" y="21475"/>
                  </a:lnTo>
                  <a:lnTo>
                    <a:pt x="28905" y="21475"/>
                  </a:lnTo>
                  <a:lnTo>
                    <a:pt x="29006" y="21221"/>
                  </a:lnTo>
                  <a:lnTo>
                    <a:pt x="29248" y="21221"/>
                  </a:lnTo>
                  <a:lnTo>
                    <a:pt x="29349" y="21475"/>
                  </a:lnTo>
                  <a:lnTo>
                    <a:pt x="29387" y="21729"/>
                  </a:lnTo>
                  <a:lnTo>
                    <a:pt x="29540" y="22237"/>
                  </a:lnTo>
                  <a:lnTo>
                    <a:pt x="29845" y="22491"/>
                  </a:lnTo>
                  <a:lnTo>
                    <a:pt x="29768" y="22237"/>
                  </a:lnTo>
                  <a:lnTo>
                    <a:pt x="29667" y="21475"/>
                  </a:lnTo>
                  <a:lnTo>
                    <a:pt x="29616" y="21221"/>
                  </a:lnTo>
                  <a:lnTo>
                    <a:pt x="29565" y="20840"/>
                  </a:lnTo>
                  <a:lnTo>
                    <a:pt x="29768" y="20840"/>
                  </a:lnTo>
                  <a:lnTo>
                    <a:pt x="29933" y="20840"/>
                  </a:lnTo>
                  <a:lnTo>
                    <a:pt x="29959" y="20713"/>
                  </a:lnTo>
                  <a:lnTo>
                    <a:pt x="29921" y="20586"/>
                  </a:lnTo>
                  <a:lnTo>
                    <a:pt x="30137" y="20586"/>
                  </a:lnTo>
                  <a:lnTo>
                    <a:pt x="30073" y="20840"/>
                  </a:lnTo>
                  <a:lnTo>
                    <a:pt x="30391" y="20840"/>
                  </a:lnTo>
                  <a:lnTo>
                    <a:pt x="30581" y="21221"/>
                  </a:lnTo>
                  <a:lnTo>
                    <a:pt x="30645" y="21475"/>
                  </a:lnTo>
                  <a:lnTo>
                    <a:pt x="30810" y="21221"/>
                  </a:lnTo>
                  <a:lnTo>
                    <a:pt x="30975" y="21221"/>
                  </a:lnTo>
                  <a:lnTo>
                    <a:pt x="30734" y="20840"/>
                  </a:lnTo>
                  <a:lnTo>
                    <a:pt x="30822" y="20586"/>
                  </a:lnTo>
                  <a:lnTo>
                    <a:pt x="31267" y="20586"/>
                  </a:lnTo>
                  <a:lnTo>
                    <a:pt x="31330" y="20078"/>
                  </a:lnTo>
                  <a:close/>
                </a:path>
                <a:path w="62864" h="50165">
                  <a:moveTo>
                    <a:pt x="31343" y="30492"/>
                  </a:moveTo>
                  <a:lnTo>
                    <a:pt x="30403" y="30492"/>
                  </a:lnTo>
                  <a:lnTo>
                    <a:pt x="30505" y="30746"/>
                  </a:lnTo>
                  <a:lnTo>
                    <a:pt x="31242" y="30746"/>
                  </a:lnTo>
                  <a:lnTo>
                    <a:pt x="31343" y="30492"/>
                  </a:lnTo>
                  <a:close/>
                </a:path>
                <a:path w="62864" h="50165">
                  <a:moveTo>
                    <a:pt x="31356" y="24904"/>
                  </a:moveTo>
                  <a:lnTo>
                    <a:pt x="30048" y="24904"/>
                  </a:lnTo>
                  <a:lnTo>
                    <a:pt x="30048" y="25031"/>
                  </a:lnTo>
                  <a:lnTo>
                    <a:pt x="31343" y="25031"/>
                  </a:lnTo>
                  <a:lnTo>
                    <a:pt x="31356" y="24904"/>
                  </a:lnTo>
                  <a:close/>
                </a:path>
                <a:path w="62864" h="50165">
                  <a:moveTo>
                    <a:pt x="31407" y="28079"/>
                  </a:moveTo>
                  <a:lnTo>
                    <a:pt x="30937" y="28079"/>
                  </a:lnTo>
                  <a:lnTo>
                    <a:pt x="30924" y="28460"/>
                  </a:lnTo>
                  <a:lnTo>
                    <a:pt x="31153" y="28333"/>
                  </a:lnTo>
                  <a:lnTo>
                    <a:pt x="31407" y="28079"/>
                  </a:lnTo>
                  <a:close/>
                </a:path>
                <a:path w="62864" h="50165">
                  <a:moveTo>
                    <a:pt x="31534" y="30365"/>
                  </a:moveTo>
                  <a:lnTo>
                    <a:pt x="31330" y="30365"/>
                  </a:lnTo>
                  <a:lnTo>
                    <a:pt x="31343" y="30492"/>
                  </a:lnTo>
                  <a:lnTo>
                    <a:pt x="31496" y="30492"/>
                  </a:lnTo>
                  <a:lnTo>
                    <a:pt x="31534" y="30365"/>
                  </a:lnTo>
                  <a:close/>
                </a:path>
                <a:path w="62864" h="50165">
                  <a:moveTo>
                    <a:pt x="31635" y="17564"/>
                  </a:moveTo>
                  <a:lnTo>
                    <a:pt x="31407" y="17411"/>
                  </a:lnTo>
                  <a:lnTo>
                    <a:pt x="31102" y="17411"/>
                  </a:lnTo>
                  <a:lnTo>
                    <a:pt x="31635" y="17564"/>
                  </a:lnTo>
                  <a:close/>
                </a:path>
                <a:path w="62864" h="50165">
                  <a:moveTo>
                    <a:pt x="31686" y="25285"/>
                  </a:moveTo>
                  <a:lnTo>
                    <a:pt x="31318" y="25285"/>
                  </a:lnTo>
                  <a:lnTo>
                    <a:pt x="31292" y="25539"/>
                  </a:lnTo>
                  <a:lnTo>
                    <a:pt x="31635" y="25539"/>
                  </a:lnTo>
                  <a:lnTo>
                    <a:pt x="31686" y="25285"/>
                  </a:lnTo>
                  <a:close/>
                </a:path>
                <a:path w="62864" h="50165">
                  <a:moveTo>
                    <a:pt x="31699" y="25031"/>
                  </a:moveTo>
                  <a:lnTo>
                    <a:pt x="31343" y="25031"/>
                  </a:lnTo>
                  <a:lnTo>
                    <a:pt x="31330" y="25158"/>
                  </a:lnTo>
                  <a:lnTo>
                    <a:pt x="31686" y="25158"/>
                  </a:lnTo>
                  <a:lnTo>
                    <a:pt x="31699" y="25031"/>
                  </a:lnTo>
                  <a:close/>
                </a:path>
                <a:path w="62864" h="50165">
                  <a:moveTo>
                    <a:pt x="31788" y="22745"/>
                  </a:moveTo>
                  <a:lnTo>
                    <a:pt x="29908" y="22745"/>
                  </a:lnTo>
                  <a:lnTo>
                    <a:pt x="29908" y="22999"/>
                  </a:lnTo>
                  <a:lnTo>
                    <a:pt x="29845" y="22847"/>
                  </a:lnTo>
                  <a:lnTo>
                    <a:pt x="29908" y="22999"/>
                  </a:lnTo>
                  <a:lnTo>
                    <a:pt x="29908" y="22745"/>
                  </a:lnTo>
                  <a:lnTo>
                    <a:pt x="27825" y="22745"/>
                  </a:lnTo>
                  <a:lnTo>
                    <a:pt x="27736" y="22999"/>
                  </a:lnTo>
                  <a:lnTo>
                    <a:pt x="27686" y="23253"/>
                  </a:lnTo>
                  <a:lnTo>
                    <a:pt x="31521" y="23253"/>
                  </a:lnTo>
                  <a:lnTo>
                    <a:pt x="31559" y="22999"/>
                  </a:lnTo>
                  <a:lnTo>
                    <a:pt x="31788" y="22745"/>
                  </a:lnTo>
                  <a:close/>
                </a:path>
                <a:path w="62864" h="50165">
                  <a:moveTo>
                    <a:pt x="31826" y="31508"/>
                  </a:moveTo>
                  <a:lnTo>
                    <a:pt x="31572" y="31381"/>
                  </a:lnTo>
                  <a:lnTo>
                    <a:pt x="31534" y="31508"/>
                  </a:lnTo>
                  <a:lnTo>
                    <a:pt x="31394" y="31381"/>
                  </a:lnTo>
                  <a:lnTo>
                    <a:pt x="31343" y="31635"/>
                  </a:lnTo>
                  <a:lnTo>
                    <a:pt x="31826" y="31635"/>
                  </a:lnTo>
                  <a:lnTo>
                    <a:pt x="31826" y="31508"/>
                  </a:lnTo>
                  <a:close/>
                </a:path>
                <a:path w="62864" h="50165">
                  <a:moveTo>
                    <a:pt x="32143" y="31381"/>
                  </a:moveTo>
                  <a:lnTo>
                    <a:pt x="32042" y="31254"/>
                  </a:lnTo>
                  <a:lnTo>
                    <a:pt x="31381" y="30873"/>
                  </a:lnTo>
                  <a:lnTo>
                    <a:pt x="31419" y="30746"/>
                  </a:lnTo>
                  <a:lnTo>
                    <a:pt x="31242" y="30746"/>
                  </a:lnTo>
                  <a:lnTo>
                    <a:pt x="31127" y="30873"/>
                  </a:lnTo>
                  <a:lnTo>
                    <a:pt x="31000" y="31000"/>
                  </a:lnTo>
                  <a:lnTo>
                    <a:pt x="30886" y="31127"/>
                  </a:lnTo>
                  <a:lnTo>
                    <a:pt x="30772" y="31254"/>
                  </a:lnTo>
                  <a:lnTo>
                    <a:pt x="30441" y="31254"/>
                  </a:lnTo>
                  <a:lnTo>
                    <a:pt x="30391" y="31635"/>
                  </a:lnTo>
                  <a:lnTo>
                    <a:pt x="30772" y="31635"/>
                  </a:lnTo>
                  <a:lnTo>
                    <a:pt x="30772" y="31381"/>
                  </a:lnTo>
                  <a:lnTo>
                    <a:pt x="31292" y="31381"/>
                  </a:lnTo>
                  <a:lnTo>
                    <a:pt x="31267" y="31254"/>
                  </a:lnTo>
                  <a:lnTo>
                    <a:pt x="31394" y="31381"/>
                  </a:lnTo>
                  <a:lnTo>
                    <a:pt x="31572" y="31381"/>
                  </a:lnTo>
                  <a:lnTo>
                    <a:pt x="32143" y="31381"/>
                  </a:lnTo>
                  <a:close/>
                </a:path>
                <a:path w="62864" h="50165">
                  <a:moveTo>
                    <a:pt x="32143" y="23507"/>
                  </a:moveTo>
                  <a:lnTo>
                    <a:pt x="32131" y="23253"/>
                  </a:lnTo>
                  <a:lnTo>
                    <a:pt x="31521" y="23253"/>
                  </a:lnTo>
                  <a:lnTo>
                    <a:pt x="31470" y="23761"/>
                  </a:lnTo>
                  <a:lnTo>
                    <a:pt x="31356" y="24904"/>
                  </a:lnTo>
                  <a:lnTo>
                    <a:pt x="31699" y="24904"/>
                  </a:lnTo>
                  <a:lnTo>
                    <a:pt x="31711" y="24015"/>
                  </a:lnTo>
                  <a:lnTo>
                    <a:pt x="32143" y="23507"/>
                  </a:lnTo>
                  <a:close/>
                </a:path>
                <a:path w="62864" h="50165">
                  <a:moveTo>
                    <a:pt x="32194" y="18046"/>
                  </a:moveTo>
                  <a:lnTo>
                    <a:pt x="31864" y="17665"/>
                  </a:lnTo>
                  <a:lnTo>
                    <a:pt x="31711" y="17665"/>
                  </a:lnTo>
                  <a:lnTo>
                    <a:pt x="32194" y="18046"/>
                  </a:lnTo>
                  <a:close/>
                </a:path>
                <a:path w="62864" h="50165">
                  <a:moveTo>
                    <a:pt x="32258" y="33921"/>
                  </a:moveTo>
                  <a:lnTo>
                    <a:pt x="31750" y="33667"/>
                  </a:lnTo>
                  <a:lnTo>
                    <a:pt x="30467" y="33667"/>
                  </a:lnTo>
                  <a:lnTo>
                    <a:pt x="30530" y="33921"/>
                  </a:lnTo>
                  <a:lnTo>
                    <a:pt x="32258" y="33921"/>
                  </a:lnTo>
                  <a:close/>
                </a:path>
                <a:path w="62864" h="50165">
                  <a:moveTo>
                    <a:pt x="32308" y="31635"/>
                  </a:moveTo>
                  <a:lnTo>
                    <a:pt x="31826" y="31635"/>
                  </a:lnTo>
                  <a:lnTo>
                    <a:pt x="32219" y="31762"/>
                  </a:lnTo>
                  <a:lnTo>
                    <a:pt x="32296" y="31889"/>
                  </a:lnTo>
                  <a:lnTo>
                    <a:pt x="32308" y="31635"/>
                  </a:lnTo>
                  <a:close/>
                </a:path>
                <a:path w="62864" h="50165">
                  <a:moveTo>
                    <a:pt x="32308" y="29349"/>
                  </a:moveTo>
                  <a:lnTo>
                    <a:pt x="31064" y="29349"/>
                  </a:lnTo>
                  <a:lnTo>
                    <a:pt x="31076" y="29476"/>
                  </a:lnTo>
                  <a:lnTo>
                    <a:pt x="32054" y="29476"/>
                  </a:lnTo>
                  <a:lnTo>
                    <a:pt x="32308" y="29349"/>
                  </a:lnTo>
                  <a:close/>
                </a:path>
                <a:path w="62864" h="50165">
                  <a:moveTo>
                    <a:pt x="32321" y="33667"/>
                  </a:moveTo>
                  <a:lnTo>
                    <a:pt x="32283" y="33540"/>
                  </a:lnTo>
                  <a:lnTo>
                    <a:pt x="30441" y="33540"/>
                  </a:lnTo>
                  <a:lnTo>
                    <a:pt x="31750" y="33667"/>
                  </a:lnTo>
                  <a:lnTo>
                    <a:pt x="32321" y="33667"/>
                  </a:lnTo>
                  <a:close/>
                </a:path>
                <a:path w="62864" h="50165">
                  <a:moveTo>
                    <a:pt x="32385" y="32016"/>
                  </a:moveTo>
                  <a:lnTo>
                    <a:pt x="32296" y="31889"/>
                  </a:lnTo>
                  <a:lnTo>
                    <a:pt x="31076" y="31889"/>
                  </a:lnTo>
                  <a:lnTo>
                    <a:pt x="31051" y="32016"/>
                  </a:lnTo>
                  <a:lnTo>
                    <a:pt x="32385" y="32016"/>
                  </a:lnTo>
                  <a:close/>
                </a:path>
                <a:path w="62864" h="50165">
                  <a:moveTo>
                    <a:pt x="32410" y="37477"/>
                  </a:moveTo>
                  <a:lnTo>
                    <a:pt x="32334" y="37350"/>
                  </a:lnTo>
                  <a:lnTo>
                    <a:pt x="32131" y="37350"/>
                  </a:lnTo>
                  <a:lnTo>
                    <a:pt x="31915" y="37350"/>
                  </a:lnTo>
                  <a:lnTo>
                    <a:pt x="30619" y="37477"/>
                  </a:lnTo>
                  <a:lnTo>
                    <a:pt x="32410" y="37477"/>
                  </a:lnTo>
                  <a:close/>
                </a:path>
                <a:path w="62864" h="50165">
                  <a:moveTo>
                    <a:pt x="32448" y="25539"/>
                  </a:moveTo>
                  <a:lnTo>
                    <a:pt x="31635" y="25539"/>
                  </a:lnTo>
                  <a:lnTo>
                    <a:pt x="31610" y="25666"/>
                  </a:lnTo>
                  <a:lnTo>
                    <a:pt x="32410" y="25666"/>
                  </a:lnTo>
                  <a:lnTo>
                    <a:pt x="32448" y="25539"/>
                  </a:lnTo>
                  <a:close/>
                </a:path>
                <a:path w="62864" h="50165">
                  <a:moveTo>
                    <a:pt x="32473" y="34810"/>
                  </a:moveTo>
                  <a:lnTo>
                    <a:pt x="30708" y="34810"/>
                  </a:lnTo>
                  <a:lnTo>
                    <a:pt x="30708" y="35064"/>
                  </a:lnTo>
                  <a:lnTo>
                    <a:pt x="32473" y="35064"/>
                  </a:lnTo>
                  <a:lnTo>
                    <a:pt x="32473" y="34810"/>
                  </a:lnTo>
                  <a:close/>
                </a:path>
                <a:path w="62864" h="50165">
                  <a:moveTo>
                    <a:pt x="32473" y="34429"/>
                  </a:moveTo>
                  <a:lnTo>
                    <a:pt x="32385" y="34175"/>
                  </a:lnTo>
                  <a:lnTo>
                    <a:pt x="32321" y="34048"/>
                  </a:lnTo>
                  <a:lnTo>
                    <a:pt x="30556" y="34048"/>
                  </a:lnTo>
                  <a:lnTo>
                    <a:pt x="30657" y="34429"/>
                  </a:lnTo>
                  <a:lnTo>
                    <a:pt x="32473" y="34429"/>
                  </a:lnTo>
                  <a:close/>
                </a:path>
                <a:path w="62864" h="50165">
                  <a:moveTo>
                    <a:pt x="32562" y="26682"/>
                  </a:moveTo>
                  <a:lnTo>
                    <a:pt x="32245" y="26555"/>
                  </a:lnTo>
                  <a:lnTo>
                    <a:pt x="32143" y="26936"/>
                  </a:lnTo>
                  <a:lnTo>
                    <a:pt x="32308" y="26809"/>
                  </a:lnTo>
                  <a:lnTo>
                    <a:pt x="32423" y="26682"/>
                  </a:lnTo>
                  <a:lnTo>
                    <a:pt x="32562" y="26682"/>
                  </a:lnTo>
                  <a:close/>
                </a:path>
                <a:path w="62864" h="50165">
                  <a:moveTo>
                    <a:pt x="32639" y="27825"/>
                  </a:moveTo>
                  <a:lnTo>
                    <a:pt x="32562" y="27698"/>
                  </a:lnTo>
                  <a:lnTo>
                    <a:pt x="32296" y="27444"/>
                  </a:lnTo>
                  <a:lnTo>
                    <a:pt x="32397" y="27190"/>
                  </a:lnTo>
                  <a:lnTo>
                    <a:pt x="32461" y="27063"/>
                  </a:lnTo>
                  <a:lnTo>
                    <a:pt x="32207" y="26936"/>
                  </a:lnTo>
                  <a:lnTo>
                    <a:pt x="32118" y="27063"/>
                  </a:lnTo>
                  <a:lnTo>
                    <a:pt x="32042" y="27444"/>
                  </a:lnTo>
                  <a:lnTo>
                    <a:pt x="31724" y="27444"/>
                  </a:lnTo>
                  <a:lnTo>
                    <a:pt x="31737" y="27317"/>
                  </a:lnTo>
                  <a:lnTo>
                    <a:pt x="31750" y="27190"/>
                  </a:lnTo>
                  <a:lnTo>
                    <a:pt x="31470" y="27317"/>
                  </a:lnTo>
                  <a:lnTo>
                    <a:pt x="31432" y="26809"/>
                  </a:lnTo>
                  <a:lnTo>
                    <a:pt x="31508" y="26428"/>
                  </a:lnTo>
                  <a:lnTo>
                    <a:pt x="31394" y="25920"/>
                  </a:lnTo>
                  <a:lnTo>
                    <a:pt x="31407" y="26047"/>
                  </a:lnTo>
                  <a:lnTo>
                    <a:pt x="31559" y="25920"/>
                  </a:lnTo>
                  <a:lnTo>
                    <a:pt x="31610" y="25666"/>
                  </a:lnTo>
                  <a:lnTo>
                    <a:pt x="31280" y="25666"/>
                  </a:lnTo>
                  <a:lnTo>
                    <a:pt x="31203" y="26555"/>
                  </a:lnTo>
                  <a:lnTo>
                    <a:pt x="31089" y="27952"/>
                  </a:lnTo>
                  <a:lnTo>
                    <a:pt x="31534" y="27952"/>
                  </a:lnTo>
                  <a:lnTo>
                    <a:pt x="31673" y="27825"/>
                  </a:lnTo>
                  <a:lnTo>
                    <a:pt x="31775" y="27698"/>
                  </a:lnTo>
                  <a:lnTo>
                    <a:pt x="32423" y="27698"/>
                  </a:lnTo>
                  <a:lnTo>
                    <a:pt x="32639" y="27825"/>
                  </a:lnTo>
                  <a:close/>
                </a:path>
                <a:path w="62864" h="50165">
                  <a:moveTo>
                    <a:pt x="32727" y="32524"/>
                  </a:moveTo>
                  <a:lnTo>
                    <a:pt x="32715" y="32270"/>
                  </a:lnTo>
                  <a:lnTo>
                    <a:pt x="32499" y="32016"/>
                  </a:lnTo>
                  <a:lnTo>
                    <a:pt x="32550" y="32270"/>
                  </a:lnTo>
                  <a:lnTo>
                    <a:pt x="32639" y="32397"/>
                  </a:lnTo>
                  <a:lnTo>
                    <a:pt x="32727" y="32524"/>
                  </a:lnTo>
                  <a:close/>
                </a:path>
                <a:path w="62864" h="50165">
                  <a:moveTo>
                    <a:pt x="32753" y="25158"/>
                  </a:moveTo>
                  <a:lnTo>
                    <a:pt x="31686" y="25158"/>
                  </a:lnTo>
                  <a:lnTo>
                    <a:pt x="31686" y="25285"/>
                  </a:lnTo>
                  <a:lnTo>
                    <a:pt x="32651" y="25285"/>
                  </a:lnTo>
                  <a:lnTo>
                    <a:pt x="32753" y="25158"/>
                  </a:lnTo>
                  <a:close/>
                </a:path>
                <a:path w="62864" h="50165">
                  <a:moveTo>
                    <a:pt x="32753" y="20078"/>
                  </a:moveTo>
                  <a:lnTo>
                    <a:pt x="32677" y="19824"/>
                  </a:lnTo>
                  <a:lnTo>
                    <a:pt x="31508" y="19824"/>
                  </a:lnTo>
                  <a:lnTo>
                    <a:pt x="31330" y="20078"/>
                  </a:lnTo>
                  <a:lnTo>
                    <a:pt x="32753" y="20078"/>
                  </a:lnTo>
                  <a:close/>
                </a:path>
                <a:path w="62864" h="50165">
                  <a:moveTo>
                    <a:pt x="32766" y="29349"/>
                  </a:moveTo>
                  <a:lnTo>
                    <a:pt x="32308" y="29349"/>
                  </a:lnTo>
                  <a:lnTo>
                    <a:pt x="32486" y="29476"/>
                  </a:lnTo>
                  <a:lnTo>
                    <a:pt x="32740" y="29476"/>
                  </a:lnTo>
                  <a:lnTo>
                    <a:pt x="32766" y="29349"/>
                  </a:lnTo>
                  <a:close/>
                </a:path>
                <a:path w="62864" h="50165">
                  <a:moveTo>
                    <a:pt x="32842" y="25285"/>
                  </a:moveTo>
                  <a:lnTo>
                    <a:pt x="32651" y="25285"/>
                  </a:lnTo>
                  <a:lnTo>
                    <a:pt x="32550" y="25412"/>
                  </a:lnTo>
                  <a:lnTo>
                    <a:pt x="32448" y="25539"/>
                  </a:lnTo>
                  <a:lnTo>
                    <a:pt x="32715" y="25539"/>
                  </a:lnTo>
                  <a:lnTo>
                    <a:pt x="32829" y="25412"/>
                  </a:lnTo>
                  <a:lnTo>
                    <a:pt x="32842" y="25285"/>
                  </a:lnTo>
                  <a:close/>
                </a:path>
                <a:path w="62864" h="50165">
                  <a:moveTo>
                    <a:pt x="32854" y="20840"/>
                  </a:moveTo>
                  <a:lnTo>
                    <a:pt x="32524" y="21221"/>
                  </a:lnTo>
                  <a:lnTo>
                    <a:pt x="32346" y="21475"/>
                  </a:lnTo>
                  <a:lnTo>
                    <a:pt x="32245" y="21729"/>
                  </a:lnTo>
                  <a:lnTo>
                    <a:pt x="32410" y="21729"/>
                  </a:lnTo>
                  <a:lnTo>
                    <a:pt x="32854" y="20840"/>
                  </a:lnTo>
                  <a:close/>
                </a:path>
                <a:path w="62864" h="50165">
                  <a:moveTo>
                    <a:pt x="32956" y="28587"/>
                  </a:moveTo>
                  <a:lnTo>
                    <a:pt x="30962" y="28587"/>
                  </a:lnTo>
                  <a:lnTo>
                    <a:pt x="30911" y="28714"/>
                  </a:lnTo>
                  <a:lnTo>
                    <a:pt x="32931" y="28714"/>
                  </a:lnTo>
                  <a:lnTo>
                    <a:pt x="32956" y="28587"/>
                  </a:lnTo>
                  <a:close/>
                </a:path>
                <a:path w="62864" h="50165">
                  <a:moveTo>
                    <a:pt x="32969" y="33540"/>
                  </a:moveTo>
                  <a:lnTo>
                    <a:pt x="32854" y="32905"/>
                  </a:lnTo>
                  <a:lnTo>
                    <a:pt x="32829" y="32778"/>
                  </a:lnTo>
                  <a:lnTo>
                    <a:pt x="30899" y="32778"/>
                  </a:lnTo>
                  <a:lnTo>
                    <a:pt x="30645" y="32778"/>
                  </a:lnTo>
                  <a:lnTo>
                    <a:pt x="30683" y="33286"/>
                  </a:lnTo>
                  <a:lnTo>
                    <a:pt x="30822" y="33286"/>
                  </a:lnTo>
                  <a:lnTo>
                    <a:pt x="32232" y="33286"/>
                  </a:lnTo>
                  <a:lnTo>
                    <a:pt x="32283" y="33540"/>
                  </a:lnTo>
                  <a:lnTo>
                    <a:pt x="32969" y="33540"/>
                  </a:lnTo>
                  <a:close/>
                </a:path>
                <a:path w="62864" h="50165">
                  <a:moveTo>
                    <a:pt x="32969" y="29857"/>
                  </a:moveTo>
                  <a:lnTo>
                    <a:pt x="32842" y="29730"/>
                  </a:lnTo>
                  <a:lnTo>
                    <a:pt x="32664" y="29603"/>
                  </a:lnTo>
                  <a:lnTo>
                    <a:pt x="32486" y="29476"/>
                  </a:lnTo>
                  <a:lnTo>
                    <a:pt x="32054" y="29476"/>
                  </a:lnTo>
                  <a:lnTo>
                    <a:pt x="31572" y="29730"/>
                  </a:lnTo>
                  <a:lnTo>
                    <a:pt x="31026" y="29603"/>
                  </a:lnTo>
                  <a:lnTo>
                    <a:pt x="31127" y="29984"/>
                  </a:lnTo>
                  <a:lnTo>
                    <a:pt x="31280" y="29857"/>
                  </a:lnTo>
                  <a:lnTo>
                    <a:pt x="31292" y="29984"/>
                  </a:lnTo>
                  <a:lnTo>
                    <a:pt x="31838" y="29984"/>
                  </a:lnTo>
                  <a:lnTo>
                    <a:pt x="31902" y="29857"/>
                  </a:lnTo>
                  <a:lnTo>
                    <a:pt x="31953" y="29730"/>
                  </a:lnTo>
                  <a:lnTo>
                    <a:pt x="32016" y="29603"/>
                  </a:lnTo>
                  <a:lnTo>
                    <a:pt x="32969" y="29857"/>
                  </a:lnTo>
                  <a:close/>
                </a:path>
                <a:path w="62864" h="50165">
                  <a:moveTo>
                    <a:pt x="33007" y="34810"/>
                  </a:moveTo>
                  <a:lnTo>
                    <a:pt x="32499" y="34810"/>
                  </a:lnTo>
                  <a:lnTo>
                    <a:pt x="32486" y="35064"/>
                  </a:lnTo>
                  <a:lnTo>
                    <a:pt x="32981" y="35064"/>
                  </a:lnTo>
                  <a:lnTo>
                    <a:pt x="33007" y="34810"/>
                  </a:lnTo>
                  <a:close/>
                </a:path>
                <a:path w="62864" h="50165">
                  <a:moveTo>
                    <a:pt x="33020" y="30365"/>
                  </a:moveTo>
                  <a:lnTo>
                    <a:pt x="32981" y="29984"/>
                  </a:lnTo>
                  <a:lnTo>
                    <a:pt x="31838" y="29984"/>
                  </a:lnTo>
                  <a:lnTo>
                    <a:pt x="31788" y="30111"/>
                  </a:lnTo>
                  <a:lnTo>
                    <a:pt x="31572" y="30238"/>
                  </a:lnTo>
                  <a:lnTo>
                    <a:pt x="31534" y="30365"/>
                  </a:lnTo>
                  <a:lnTo>
                    <a:pt x="33020" y="30365"/>
                  </a:lnTo>
                  <a:close/>
                </a:path>
                <a:path w="62864" h="50165">
                  <a:moveTo>
                    <a:pt x="33032" y="26174"/>
                  </a:moveTo>
                  <a:lnTo>
                    <a:pt x="32829" y="26301"/>
                  </a:lnTo>
                  <a:lnTo>
                    <a:pt x="32740" y="26682"/>
                  </a:lnTo>
                  <a:lnTo>
                    <a:pt x="32893" y="26555"/>
                  </a:lnTo>
                  <a:lnTo>
                    <a:pt x="32981" y="26301"/>
                  </a:lnTo>
                  <a:lnTo>
                    <a:pt x="33032" y="26174"/>
                  </a:lnTo>
                  <a:close/>
                </a:path>
                <a:path w="62864" h="50165">
                  <a:moveTo>
                    <a:pt x="33045" y="33921"/>
                  </a:moveTo>
                  <a:lnTo>
                    <a:pt x="32994" y="33667"/>
                  </a:lnTo>
                  <a:lnTo>
                    <a:pt x="32321" y="33667"/>
                  </a:lnTo>
                  <a:lnTo>
                    <a:pt x="32372" y="33921"/>
                  </a:lnTo>
                  <a:lnTo>
                    <a:pt x="33045" y="33921"/>
                  </a:lnTo>
                  <a:close/>
                </a:path>
                <a:path w="62864" h="50165">
                  <a:moveTo>
                    <a:pt x="33058" y="29349"/>
                  </a:moveTo>
                  <a:lnTo>
                    <a:pt x="32981" y="29095"/>
                  </a:lnTo>
                  <a:lnTo>
                    <a:pt x="32905" y="28841"/>
                  </a:lnTo>
                  <a:lnTo>
                    <a:pt x="32829" y="29095"/>
                  </a:lnTo>
                  <a:lnTo>
                    <a:pt x="32766" y="29349"/>
                  </a:lnTo>
                  <a:lnTo>
                    <a:pt x="33058" y="29349"/>
                  </a:lnTo>
                  <a:close/>
                </a:path>
                <a:path w="62864" h="50165">
                  <a:moveTo>
                    <a:pt x="33070" y="34048"/>
                  </a:moveTo>
                  <a:lnTo>
                    <a:pt x="32410" y="34048"/>
                  </a:lnTo>
                  <a:lnTo>
                    <a:pt x="32524" y="34429"/>
                  </a:lnTo>
                  <a:lnTo>
                    <a:pt x="33032" y="34429"/>
                  </a:lnTo>
                  <a:lnTo>
                    <a:pt x="33070" y="34048"/>
                  </a:lnTo>
                  <a:close/>
                </a:path>
                <a:path w="62864" h="50165">
                  <a:moveTo>
                    <a:pt x="33096" y="28079"/>
                  </a:moveTo>
                  <a:lnTo>
                    <a:pt x="32867" y="27952"/>
                  </a:lnTo>
                  <a:lnTo>
                    <a:pt x="31534" y="27952"/>
                  </a:lnTo>
                  <a:lnTo>
                    <a:pt x="31407" y="28079"/>
                  </a:lnTo>
                  <a:lnTo>
                    <a:pt x="33096" y="28079"/>
                  </a:lnTo>
                  <a:close/>
                </a:path>
                <a:path w="62864" h="50165">
                  <a:moveTo>
                    <a:pt x="33147" y="29730"/>
                  </a:moveTo>
                  <a:lnTo>
                    <a:pt x="33108" y="29476"/>
                  </a:lnTo>
                  <a:lnTo>
                    <a:pt x="32740" y="29476"/>
                  </a:lnTo>
                  <a:lnTo>
                    <a:pt x="33147" y="29730"/>
                  </a:lnTo>
                  <a:close/>
                </a:path>
                <a:path w="62864" h="50165">
                  <a:moveTo>
                    <a:pt x="33388" y="25768"/>
                  </a:moveTo>
                  <a:lnTo>
                    <a:pt x="32359" y="25908"/>
                  </a:lnTo>
                  <a:lnTo>
                    <a:pt x="32334" y="26047"/>
                  </a:lnTo>
                  <a:lnTo>
                    <a:pt x="32232" y="26555"/>
                  </a:lnTo>
                  <a:lnTo>
                    <a:pt x="32461" y="26555"/>
                  </a:lnTo>
                  <a:lnTo>
                    <a:pt x="32562" y="25920"/>
                  </a:lnTo>
                  <a:lnTo>
                    <a:pt x="33235" y="25920"/>
                  </a:lnTo>
                  <a:lnTo>
                    <a:pt x="33388" y="25768"/>
                  </a:lnTo>
                  <a:close/>
                </a:path>
                <a:path w="62864" h="50165">
                  <a:moveTo>
                    <a:pt x="33388" y="774"/>
                  </a:moveTo>
                  <a:lnTo>
                    <a:pt x="32918" y="393"/>
                  </a:lnTo>
                  <a:lnTo>
                    <a:pt x="32727" y="393"/>
                  </a:lnTo>
                  <a:lnTo>
                    <a:pt x="33223" y="774"/>
                  </a:lnTo>
                  <a:lnTo>
                    <a:pt x="33388" y="774"/>
                  </a:lnTo>
                  <a:close/>
                </a:path>
                <a:path w="62864" h="50165">
                  <a:moveTo>
                    <a:pt x="33413" y="28079"/>
                  </a:moveTo>
                  <a:lnTo>
                    <a:pt x="33096" y="28079"/>
                  </a:lnTo>
                  <a:lnTo>
                    <a:pt x="33032" y="28333"/>
                  </a:lnTo>
                  <a:lnTo>
                    <a:pt x="33413" y="28079"/>
                  </a:lnTo>
                  <a:close/>
                </a:path>
                <a:path w="62864" h="50165">
                  <a:moveTo>
                    <a:pt x="33464" y="37350"/>
                  </a:moveTo>
                  <a:lnTo>
                    <a:pt x="32791" y="37096"/>
                  </a:lnTo>
                  <a:lnTo>
                    <a:pt x="32816" y="37350"/>
                  </a:lnTo>
                  <a:lnTo>
                    <a:pt x="32410" y="37477"/>
                  </a:lnTo>
                  <a:lnTo>
                    <a:pt x="33197" y="37477"/>
                  </a:lnTo>
                  <a:lnTo>
                    <a:pt x="33464" y="37350"/>
                  </a:lnTo>
                  <a:close/>
                </a:path>
                <a:path w="62864" h="50165">
                  <a:moveTo>
                    <a:pt x="33578" y="18884"/>
                  </a:moveTo>
                  <a:lnTo>
                    <a:pt x="32524" y="18300"/>
                  </a:lnTo>
                  <a:lnTo>
                    <a:pt x="33045" y="18808"/>
                  </a:lnTo>
                  <a:lnTo>
                    <a:pt x="33337" y="18808"/>
                  </a:lnTo>
                  <a:lnTo>
                    <a:pt x="33578" y="18884"/>
                  </a:lnTo>
                  <a:close/>
                </a:path>
                <a:path w="62864" h="50165">
                  <a:moveTo>
                    <a:pt x="33642" y="25539"/>
                  </a:moveTo>
                  <a:lnTo>
                    <a:pt x="32715" y="25539"/>
                  </a:lnTo>
                  <a:lnTo>
                    <a:pt x="32600" y="25666"/>
                  </a:lnTo>
                  <a:lnTo>
                    <a:pt x="32410" y="25666"/>
                  </a:lnTo>
                  <a:lnTo>
                    <a:pt x="32372" y="25819"/>
                  </a:lnTo>
                  <a:lnTo>
                    <a:pt x="32791" y="25666"/>
                  </a:lnTo>
                  <a:lnTo>
                    <a:pt x="33502" y="25666"/>
                  </a:lnTo>
                  <a:lnTo>
                    <a:pt x="33642" y="25539"/>
                  </a:lnTo>
                  <a:close/>
                </a:path>
                <a:path w="62864" h="50165">
                  <a:moveTo>
                    <a:pt x="33959" y="14770"/>
                  </a:moveTo>
                  <a:lnTo>
                    <a:pt x="33820" y="14744"/>
                  </a:lnTo>
                  <a:lnTo>
                    <a:pt x="33896" y="14592"/>
                  </a:lnTo>
                  <a:lnTo>
                    <a:pt x="33667" y="14643"/>
                  </a:lnTo>
                  <a:lnTo>
                    <a:pt x="33413" y="14922"/>
                  </a:lnTo>
                  <a:lnTo>
                    <a:pt x="33515" y="15252"/>
                  </a:lnTo>
                  <a:lnTo>
                    <a:pt x="33553" y="15113"/>
                  </a:lnTo>
                  <a:lnTo>
                    <a:pt x="33959" y="14770"/>
                  </a:lnTo>
                  <a:close/>
                </a:path>
                <a:path w="62864" h="50165">
                  <a:moveTo>
                    <a:pt x="34048" y="25158"/>
                  </a:moveTo>
                  <a:lnTo>
                    <a:pt x="32854" y="25158"/>
                  </a:lnTo>
                  <a:lnTo>
                    <a:pt x="32842" y="25285"/>
                  </a:lnTo>
                  <a:lnTo>
                    <a:pt x="33909" y="25285"/>
                  </a:lnTo>
                  <a:lnTo>
                    <a:pt x="34048" y="25158"/>
                  </a:lnTo>
                  <a:close/>
                </a:path>
                <a:path w="62864" h="50165">
                  <a:moveTo>
                    <a:pt x="34353" y="35826"/>
                  </a:moveTo>
                  <a:lnTo>
                    <a:pt x="30670" y="35826"/>
                  </a:lnTo>
                  <a:lnTo>
                    <a:pt x="30670" y="35953"/>
                  </a:lnTo>
                  <a:lnTo>
                    <a:pt x="34328" y="35953"/>
                  </a:lnTo>
                  <a:lnTo>
                    <a:pt x="34353" y="35826"/>
                  </a:lnTo>
                  <a:close/>
                </a:path>
                <a:path w="62864" h="50165">
                  <a:moveTo>
                    <a:pt x="34366" y="28714"/>
                  </a:moveTo>
                  <a:lnTo>
                    <a:pt x="34353" y="28587"/>
                  </a:lnTo>
                  <a:lnTo>
                    <a:pt x="32981" y="28587"/>
                  </a:lnTo>
                  <a:lnTo>
                    <a:pt x="32943" y="28714"/>
                  </a:lnTo>
                  <a:lnTo>
                    <a:pt x="34366" y="28714"/>
                  </a:lnTo>
                  <a:close/>
                </a:path>
                <a:path w="62864" h="50165">
                  <a:moveTo>
                    <a:pt x="34366" y="25539"/>
                  </a:moveTo>
                  <a:lnTo>
                    <a:pt x="34251" y="25412"/>
                  </a:lnTo>
                  <a:lnTo>
                    <a:pt x="34150" y="25285"/>
                  </a:lnTo>
                  <a:lnTo>
                    <a:pt x="33909" y="25285"/>
                  </a:lnTo>
                  <a:lnTo>
                    <a:pt x="33642" y="25539"/>
                  </a:lnTo>
                  <a:lnTo>
                    <a:pt x="34366" y="25539"/>
                  </a:lnTo>
                  <a:close/>
                </a:path>
                <a:path w="62864" h="50165">
                  <a:moveTo>
                    <a:pt x="34417" y="35572"/>
                  </a:moveTo>
                  <a:lnTo>
                    <a:pt x="30683" y="35572"/>
                  </a:lnTo>
                  <a:lnTo>
                    <a:pt x="30683" y="35699"/>
                  </a:lnTo>
                  <a:lnTo>
                    <a:pt x="34391" y="35699"/>
                  </a:lnTo>
                  <a:lnTo>
                    <a:pt x="34417" y="35572"/>
                  </a:lnTo>
                  <a:close/>
                </a:path>
                <a:path w="62864" h="50165">
                  <a:moveTo>
                    <a:pt x="34455" y="31381"/>
                  </a:moveTo>
                  <a:lnTo>
                    <a:pt x="32143" y="31381"/>
                  </a:lnTo>
                  <a:lnTo>
                    <a:pt x="32245" y="31508"/>
                  </a:lnTo>
                  <a:lnTo>
                    <a:pt x="34455" y="31635"/>
                  </a:lnTo>
                  <a:lnTo>
                    <a:pt x="34455" y="31381"/>
                  </a:lnTo>
                  <a:close/>
                </a:path>
                <a:path w="62864" h="50165">
                  <a:moveTo>
                    <a:pt x="34480" y="29476"/>
                  </a:moveTo>
                  <a:lnTo>
                    <a:pt x="34467" y="29349"/>
                  </a:lnTo>
                  <a:lnTo>
                    <a:pt x="33058" y="29349"/>
                  </a:lnTo>
                  <a:lnTo>
                    <a:pt x="33108" y="29476"/>
                  </a:lnTo>
                  <a:lnTo>
                    <a:pt x="34480" y="29476"/>
                  </a:lnTo>
                  <a:close/>
                </a:path>
                <a:path w="62864" h="50165">
                  <a:moveTo>
                    <a:pt x="34493" y="29984"/>
                  </a:moveTo>
                  <a:lnTo>
                    <a:pt x="33020" y="29984"/>
                  </a:lnTo>
                  <a:lnTo>
                    <a:pt x="33020" y="30365"/>
                  </a:lnTo>
                  <a:lnTo>
                    <a:pt x="34480" y="30365"/>
                  </a:lnTo>
                  <a:lnTo>
                    <a:pt x="34493" y="29984"/>
                  </a:lnTo>
                  <a:close/>
                </a:path>
                <a:path w="62864" h="50165">
                  <a:moveTo>
                    <a:pt x="34556" y="35826"/>
                  </a:moveTo>
                  <a:lnTo>
                    <a:pt x="34544" y="35699"/>
                  </a:lnTo>
                  <a:lnTo>
                    <a:pt x="34391" y="35699"/>
                  </a:lnTo>
                  <a:lnTo>
                    <a:pt x="34353" y="35826"/>
                  </a:lnTo>
                  <a:lnTo>
                    <a:pt x="34556" y="35826"/>
                  </a:lnTo>
                  <a:close/>
                </a:path>
                <a:path w="62864" h="50165">
                  <a:moveTo>
                    <a:pt x="34594" y="34810"/>
                  </a:moveTo>
                  <a:lnTo>
                    <a:pt x="33070" y="34810"/>
                  </a:lnTo>
                  <a:lnTo>
                    <a:pt x="33020" y="35064"/>
                  </a:lnTo>
                  <a:lnTo>
                    <a:pt x="34544" y="35064"/>
                  </a:lnTo>
                  <a:lnTo>
                    <a:pt x="34594" y="34810"/>
                  </a:lnTo>
                  <a:close/>
                </a:path>
                <a:path w="62864" h="50165">
                  <a:moveTo>
                    <a:pt x="34632" y="31635"/>
                  </a:moveTo>
                  <a:lnTo>
                    <a:pt x="34455" y="31635"/>
                  </a:lnTo>
                  <a:lnTo>
                    <a:pt x="34442" y="31889"/>
                  </a:lnTo>
                  <a:lnTo>
                    <a:pt x="32435" y="31889"/>
                  </a:lnTo>
                  <a:lnTo>
                    <a:pt x="32499" y="32016"/>
                  </a:lnTo>
                  <a:lnTo>
                    <a:pt x="34569" y="32016"/>
                  </a:lnTo>
                  <a:lnTo>
                    <a:pt x="34632" y="31635"/>
                  </a:lnTo>
                  <a:close/>
                </a:path>
                <a:path w="62864" h="50165">
                  <a:moveTo>
                    <a:pt x="34632" y="31381"/>
                  </a:moveTo>
                  <a:lnTo>
                    <a:pt x="34607" y="31254"/>
                  </a:lnTo>
                  <a:lnTo>
                    <a:pt x="34467" y="31254"/>
                  </a:lnTo>
                  <a:lnTo>
                    <a:pt x="34455" y="31381"/>
                  </a:lnTo>
                  <a:lnTo>
                    <a:pt x="34632" y="31381"/>
                  </a:lnTo>
                  <a:close/>
                </a:path>
                <a:path w="62864" h="50165">
                  <a:moveTo>
                    <a:pt x="34683" y="25920"/>
                  </a:moveTo>
                  <a:lnTo>
                    <a:pt x="34467" y="25666"/>
                  </a:lnTo>
                  <a:lnTo>
                    <a:pt x="34417" y="25920"/>
                  </a:lnTo>
                  <a:lnTo>
                    <a:pt x="34683" y="25920"/>
                  </a:lnTo>
                  <a:close/>
                </a:path>
                <a:path w="62864" h="50165">
                  <a:moveTo>
                    <a:pt x="34709" y="35064"/>
                  </a:moveTo>
                  <a:lnTo>
                    <a:pt x="34544" y="35064"/>
                  </a:lnTo>
                  <a:lnTo>
                    <a:pt x="34518" y="35191"/>
                  </a:lnTo>
                  <a:lnTo>
                    <a:pt x="34709" y="35064"/>
                  </a:lnTo>
                  <a:close/>
                </a:path>
                <a:path w="62864" h="50165">
                  <a:moveTo>
                    <a:pt x="34747" y="16903"/>
                  </a:moveTo>
                  <a:lnTo>
                    <a:pt x="34417" y="16649"/>
                  </a:lnTo>
                  <a:lnTo>
                    <a:pt x="34251" y="16395"/>
                  </a:lnTo>
                  <a:lnTo>
                    <a:pt x="34163" y="16649"/>
                  </a:lnTo>
                  <a:lnTo>
                    <a:pt x="34074" y="16903"/>
                  </a:lnTo>
                  <a:lnTo>
                    <a:pt x="34251" y="16903"/>
                  </a:lnTo>
                  <a:lnTo>
                    <a:pt x="34505" y="17208"/>
                  </a:lnTo>
                  <a:lnTo>
                    <a:pt x="34569" y="16903"/>
                  </a:lnTo>
                  <a:lnTo>
                    <a:pt x="34747" y="16903"/>
                  </a:lnTo>
                  <a:close/>
                </a:path>
                <a:path w="62864" h="50165">
                  <a:moveTo>
                    <a:pt x="34772" y="34048"/>
                  </a:moveTo>
                  <a:lnTo>
                    <a:pt x="33159" y="34048"/>
                  </a:lnTo>
                  <a:lnTo>
                    <a:pt x="33134" y="34429"/>
                  </a:lnTo>
                  <a:lnTo>
                    <a:pt x="34683" y="34429"/>
                  </a:lnTo>
                  <a:lnTo>
                    <a:pt x="34772" y="34048"/>
                  </a:lnTo>
                  <a:close/>
                </a:path>
                <a:path w="62864" h="50165">
                  <a:moveTo>
                    <a:pt x="34785" y="13423"/>
                  </a:moveTo>
                  <a:lnTo>
                    <a:pt x="34759" y="13271"/>
                  </a:lnTo>
                  <a:lnTo>
                    <a:pt x="34671" y="13423"/>
                  </a:lnTo>
                  <a:close/>
                </a:path>
                <a:path w="62864" h="50165">
                  <a:moveTo>
                    <a:pt x="34810" y="28841"/>
                  </a:moveTo>
                  <a:lnTo>
                    <a:pt x="34759" y="28714"/>
                  </a:lnTo>
                  <a:lnTo>
                    <a:pt x="34366" y="28714"/>
                  </a:lnTo>
                  <a:lnTo>
                    <a:pt x="34467" y="29349"/>
                  </a:lnTo>
                  <a:lnTo>
                    <a:pt x="34607" y="29222"/>
                  </a:lnTo>
                  <a:lnTo>
                    <a:pt x="34632" y="29095"/>
                  </a:lnTo>
                  <a:lnTo>
                    <a:pt x="34810" y="28841"/>
                  </a:lnTo>
                  <a:close/>
                </a:path>
                <a:path w="62864" h="50165">
                  <a:moveTo>
                    <a:pt x="34836" y="34429"/>
                  </a:moveTo>
                  <a:lnTo>
                    <a:pt x="34683" y="34429"/>
                  </a:lnTo>
                  <a:lnTo>
                    <a:pt x="34594" y="34810"/>
                  </a:lnTo>
                  <a:lnTo>
                    <a:pt x="34759" y="34810"/>
                  </a:lnTo>
                  <a:lnTo>
                    <a:pt x="34836" y="34429"/>
                  </a:lnTo>
                  <a:close/>
                </a:path>
                <a:path w="62864" h="50165">
                  <a:moveTo>
                    <a:pt x="34861" y="33667"/>
                  </a:moveTo>
                  <a:lnTo>
                    <a:pt x="33108" y="33667"/>
                  </a:lnTo>
                  <a:lnTo>
                    <a:pt x="33147" y="33921"/>
                  </a:lnTo>
                  <a:lnTo>
                    <a:pt x="34785" y="33921"/>
                  </a:lnTo>
                  <a:lnTo>
                    <a:pt x="34861" y="33667"/>
                  </a:lnTo>
                  <a:close/>
                </a:path>
                <a:path w="62864" h="50165">
                  <a:moveTo>
                    <a:pt x="34874" y="37477"/>
                  </a:moveTo>
                  <a:lnTo>
                    <a:pt x="34785" y="37350"/>
                  </a:lnTo>
                  <a:lnTo>
                    <a:pt x="34696" y="37223"/>
                  </a:lnTo>
                  <a:lnTo>
                    <a:pt x="34251" y="37096"/>
                  </a:lnTo>
                  <a:lnTo>
                    <a:pt x="34175" y="36842"/>
                  </a:lnTo>
                  <a:lnTo>
                    <a:pt x="34226" y="36334"/>
                  </a:lnTo>
                  <a:lnTo>
                    <a:pt x="34036" y="36461"/>
                  </a:lnTo>
                  <a:lnTo>
                    <a:pt x="33921" y="36969"/>
                  </a:lnTo>
                  <a:lnTo>
                    <a:pt x="33870" y="37096"/>
                  </a:lnTo>
                  <a:lnTo>
                    <a:pt x="33705" y="37096"/>
                  </a:lnTo>
                  <a:lnTo>
                    <a:pt x="33845" y="37223"/>
                  </a:lnTo>
                  <a:lnTo>
                    <a:pt x="33197" y="37477"/>
                  </a:lnTo>
                  <a:lnTo>
                    <a:pt x="34874" y="37477"/>
                  </a:lnTo>
                  <a:close/>
                </a:path>
                <a:path w="62864" h="50165">
                  <a:moveTo>
                    <a:pt x="34886" y="21221"/>
                  </a:moveTo>
                  <a:lnTo>
                    <a:pt x="34810" y="20840"/>
                  </a:lnTo>
                  <a:lnTo>
                    <a:pt x="34620" y="20840"/>
                  </a:lnTo>
                  <a:lnTo>
                    <a:pt x="34531" y="21221"/>
                  </a:lnTo>
                  <a:lnTo>
                    <a:pt x="34886" y="21221"/>
                  </a:lnTo>
                  <a:close/>
                </a:path>
                <a:path w="62864" h="50165">
                  <a:moveTo>
                    <a:pt x="34925" y="32778"/>
                  </a:moveTo>
                  <a:lnTo>
                    <a:pt x="34442" y="32778"/>
                  </a:lnTo>
                  <a:lnTo>
                    <a:pt x="32931" y="32778"/>
                  </a:lnTo>
                  <a:lnTo>
                    <a:pt x="32994" y="32905"/>
                  </a:lnTo>
                  <a:lnTo>
                    <a:pt x="33083" y="33540"/>
                  </a:lnTo>
                  <a:lnTo>
                    <a:pt x="34886" y="33540"/>
                  </a:lnTo>
                  <a:lnTo>
                    <a:pt x="34925" y="32905"/>
                  </a:lnTo>
                  <a:lnTo>
                    <a:pt x="34925" y="32778"/>
                  </a:lnTo>
                  <a:close/>
                </a:path>
                <a:path w="62864" h="50165">
                  <a:moveTo>
                    <a:pt x="34950" y="32397"/>
                  </a:moveTo>
                  <a:lnTo>
                    <a:pt x="34442" y="32397"/>
                  </a:lnTo>
                  <a:lnTo>
                    <a:pt x="34429" y="32524"/>
                  </a:lnTo>
                  <a:lnTo>
                    <a:pt x="34937" y="32524"/>
                  </a:lnTo>
                  <a:lnTo>
                    <a:pt x="34950" y="32397"/>
                  </a:lnTo>
                  <a:close/>
                </a:path>
                <a:path w="62864" h="50165">
                  <a:moveTo>
                    <a:pt x="34963" y="25539"/>
                  </a:moveTo>
                  <a:lnTo>
                    <a:pt x="34480" y="25539"/>
                  </a:lnTo>
                  <a:lnTo>
                    <a:pt x="34150" y="25666"/>
                  </a:lnTo>
                  <a:lnTo>
                    <a:pt x="34455" y="25666"/>
                  </a:lnTo>
                  <a:lnTo>
                    <a:pt x="34950" y="25666"/>
                  </a:lnTo>
                  <a:lnTo>
                    <a:pt x="34963" y="25539"/>
                  </a:lnTo>
                  <a:close/>
                </a:path>
                <a:path w="62864" h="50165">
                  <a:moveTo>
                    <a:pt x="34988" y="25158"/>
                  </a:moveTo>
                  <a:lnTo>
                    <a:pt x="34048" y="25158"/>
                  </a:lnTo>
                  <a:lnTo>
                    <a:pt x="34150" y="25285"/>
                  </a:lnTo>
                  <a:lnTo>
                    <a:pt x="34988" y="25285"/>
                  </a:lnTo>
                  <a:lnTo>
                    <a:pt x="34988" y="25158"/>
                  </a:lnTo>
                  <a:close/>
                </a:path>
                <a:path w="62864" h="50165">
                  <a:moveTo>
                    <a:pt x="34988" y="20078"/>
                  </a:moveTo>
                  <a:lnTo>
                    <a:pt x="34975" y="19824"/>
                  </a:lnTo>
                  <a:lnTo>
                    <a:pt x="34721" y="19824"/>
                  </a:lnTo>
                  <a:lnTo>
                    <a:pt x="34988" y="20078"/>
                  </a:lnTo>
                  <a:close/>
                </a:path>
                <a:path w="62864" h="50165">
                  <a:moveTo>
                    <a:pt x="35013" y="31381"/>
                  </a:moveTo>
                  <a:lnTo>
                    <a:pt x="34632" y="31381"/>
                  </a:lnTo>
                  <a:lnTo>
                    <a:pt x="34632" y="31635"/>
                  </a:lnTo>
                  <a:lnTo>
                    <a:pt x="35001" y="31635"/>
                  </a:lnTo>
                  <a:lnTo>
                    <a:pt x="35013" y="31381"/>
                  </a:lnTo>
                  <a:close/>
                </a:path>
                <a:path w="62864" h="50165">
                  <a:moveTo>
                    <a:pt x="35013" y="24904"/>
                  </a:moveTo>
                  <a:lnTo>
                    <a:pt x="31699" y="24904"/>
                  </a:lnTo>
                  <a:lnTo>
                    <a:pt x="31699" y="25031"/>
                  </a:lnTo>
                  <a:lnTo>
                    <a:pt x="35001" y="25031"/>
                  </a:lnTo>
                  <a:lnTo>
                    <a:pt x="35013" y="24904"/>
                  </a:lnTo>
                  <a:close/>
                </a:path>
                <a:path w="62864" h="50165">
                  <a:moveTo>
                    <a:pt x="35090" y="31000"/>
                  </a:moveTo>
                  <a:lnTo>
                    <a:pt x="34556" y="31000"/>
                  </a:lnTo>
                  <a:lnTo>
                    <a:pt x="34607" y="31254"/>
                  </a:lnTo>
                  <a:lnTo>
                    <a:pt x="35026" y="31254"/>
                  </a:lnTo>
                  <a:lnTo>
                    <a:pt x="35090" y="31000"/>
                  </a:lnTo>
                  <a:close/>
                </a:path>
                <a:path w="62864" h="50165">
                  <a:moveTo>
                    <a:pt x="35204" y="29095"/>
                  </a:moveTo>
                  <a:lnTo>
                    <a:pt x="35140" y="28714"/>
                  </a:lnTo>
                  <a:lnTo>
                    <a:pt x="34899" y="28714"/>
                  </a:lnTo>
                  <a:lnTo>
                    <a:pt x="34925" y="28841"/>
                  </a:lnTo>
                  <a:lnTo>
                    <a:pt x="35204" y="29095"/>
                  </a:lnTo>
                  <a:close/>
                </a:path>
                <a:path w="62864" h="50165">
                  <a:moveTo>
                    <a:pt x="35229" y="30492"/>
                  </a:moveTo>
                  <a:lnTo>
                    <a:pt x="34480" y="30492"/>
                  </a:lnTo>
                  <a:lnTo>
                    <a:pt x="31496" y="30492"/>
                  </a:lnTo>
                  <a:lnTo>
                    <a:pt x="31419" y="30746"/>
                  </a:lnTo>
                  <a:lnTo>
                    <a:pt x="34505" y="30746"/>
                  </a:lnTo>
                  <a:lnTo>
                    <a:pt x="34493" y="30619"/>
                  </a:lnTo>
                  <a:lnTo>
                    <a:pt x="35191" y="30619"/>
                  </a:lnTo>
                  <a:lnTo>
                    <a:pt x="35229" y="30492"/>
                  </a:lnTo>
                  <a:close/>
                </a:path>
                <a:path w="62864" h="50165">
                  <a:moveTo>
                    <a:pt x="35344" y="29476"/>
                  </a:moveTo>
                  <a:lnTo>
                    <a:pt x="35064" y="29349"/>
                  </a:lnTo>
                  <a:lnTo>
                    <a:pt x="34594" y="29349"/>
                  </a:lnTo>
                  <a:lnTo>
                    <a:pt x="34569" y="29476"/>
                  </a:lnTo>
                  <a:lnTo>
                    <a:pt x="35344" y="29476"/>
                  </a:lnTo>
                  <a:close/>
                </a:path>
                <a:path w="62864" h="50165">
                  <a:moveTo>
                    <a:pt x="35369" y="30619"/>
                  </a:moveTo>
                  <a:lnTo>
                    <a:pt x="35191" y="30619"/>
                  </a:lnTo>
                  <a:lnTo>
                    <a:pt x="35090" y="31000"/>
                  </a:lnTo>
                  <a:lnTo>
                    <a:pt x="35229" y="31000"/>
                  </a:lnTo>
                  <a:lnTo>
                    <a:pt x="35318" y="30746"/>
                  </a:lnTo>
                  <a:lnTo>
                    <a:pt x="35369" y="30619"/>
                  </a:lnTo>
                  <a:close/>
                </a:path>
                <a:path w="62864" h="50165">
                  <a:moveTo>
                    <a:pt x="35394" y="30365"/>
                  </a:moveTo>
                  <a:lnTo>
                    <a:pt x="35229" y="30492"/>
                  </a:lnTo>
                  <a:lnTo>
                    <a:pt x="35382" y="30492"/>
                  </a:lnTo>
                  <a:lnTo>
                    <a:pt x="35394" y="30365"/>
                  </a:lnTo>
                  <a:close/>
                </a:path>
                <a:path w="62864" h="50165">
                  <a:moveTo>
                    <a:pt x="35471" y="24904"/>
                  </a:moveTo>
                  <a:lnTo>
                    <a:pt x="35458" y="24777"/>
                  </a:lnTo>
                  <a:lnTo>
                    <a:pt x="35179" y="24523"/>
                  </a:lnTo>
                  <a:lnTo>
                    <a:pt x="35229" y="24269"/>
                  </a:lnTo>
                  <a:lnTo>
                    <a:pt x="35013" y="24269"/>
                  </a:lnTo>
                  <a:lnTo>
                    <a:pt x="35102" y="24015"/>
                  </a:lnTo>
                  <a:lnTo>
                    <a:pt x="34988" y="23507"/>
                  </a:lnTo>
                  <a:lnTo>
                    <a:pt x="35242" y="23507"/>
                  </a:lnTo>
                  <a:lnTo>
                    <a:pt x="34709" y="23253"/>
                  </a:lnTo>
                  <a:lnTo>
                    <a:pt x="34480" y="23253"/>
                  </a:lnTo>
                  <a:lnTo>
                    <a:pt x="34531" y="23507"/>
                  </a:lnTo>
                  <a:lnTo>
                    <a:pt x="34798" y="24015"/>
                  </a:lnTo>
                  <a:lnTo>
                    <a:pt x="34836" y="24269"/>
                  </a:lnTo>
                  <a:lnTo>
                    <a:pt x="34937" y="24396"/>
                  </a:lnTo>
                  <a:lnTo>
                    <a:pt x="35013" y="24904"/>
                  </a:lnTo>
                  <a:lnTo>
                    <a:pt x="35471" y="24904"/>
                  </a:lnTo>
                  <a:close/>
                </a:path>
                <a:path w="62864" h="50165">
                  <a:moveTo>
                    <a:pt x="35509" y="25158"/>
                  </a:moveTo>
                  <a:lnTo>
                    <a:pt x="35496" y="25031"/>
                  </a:lnTo>
                  <a:lnTo>
                    <a:pt x="35001" y="25031"/>
                  </a:lnTo>
                  <a:lnTo>
                    <a:pt x="34988" y="25158"/>
                  </a:lnTo>
                  <a:lnTo>
                    <a:pt x="35509" y="25158"/>
                  </a:lnTo>
                  <a:close/>
                </a:path>
                <a:path w="62864" h="50165">
                  <a:moveTo>
                    <a:pt x="35572" y="25539"/>
                  </a:moveTo>
                  <a:lnTo>
                    <a:pt x="35534" y="25285"/>
                  </a:lnTo>
                  <a:lnTo>
                    <a:pt x="34988" y="25285"/>
                  </a:lnTo>
                  <a:lnTo>
                    <a:pt x="34963" y="25539"/>
                  </a:lnTo>
                  <a:lnTo>
                    <a:pt x="35572" y="25539"/>
                  </a:lnTo>
                  <a:close/>
                </a:path>
                <a:path w="62864" h="50165">
                  <a:moveTo>
                    <a:pt x="35623" y="1524"/>
                  </a:moveTo>
                  <a:lnTo>
                    <a:pt x="34315" y="1028"/>
                  </a:lnTo>
                  <a:lnTo>
                    <a:pt x="35039" y="1524"/>
                  </a:lnTo>
                  <a:lnTo>
                    <a:pt x="35623" y="1524"/>
                  </a:lnTo>
                  <a:close/>
                </a:path>
                <a:path w="62864" h="50165">
                  <a:moveTo>
                    <a:pt x="35915" y="29603"/>
                  </a:moveTo>
                  <a:lnTo>
                    <a:pt x="35483" y="29603"/>
                  </a:lnTo>
                  <a:lnTo>
                    <a:pt x="34556" y="29603"/>
                  </a:lnTo>
                  <a:lnTo>
                    <a:pt x="34493" y="30111"/>
                  </a:lnTo>
                  <a:lnTo>
                    <a:pt x="35420" y="30111"/>
                  </a:lnTo>
                  <a:lnTo>
                    <a:pt x="35433" y="29984"/>
                  </a:lnTo>
                  <a:lnTo>
                    <a:pt x="35852" y="29984"/>
                  </a:lnTo>
                  <a:lnTo>
                    <a:pt x="35864" y="29857"/>
                  </a:lnTo>
                  <a:lnTo>
                    <a:pt x="35725" y="29730"/>
                  </a:lnTo>
                  <a:lnTo>
                    <a:pt x="35890" y="29730"/>
                  </a:lnTo>
                  <a:lnTo>
                    <a:pt x="35915" y="29603"/>
                  </a:lnTo>
                  <a:close/>
                </a:path>
                <a:path w="62864" h="50165">
                  <a:moveTo>
                    <a:pt x="35915" y="29349"/>
                  </a:moveTo>
                  <a:lnTo>
                    <a:pt x="35356" y="29349"/>
                  </a:lnTo>
                  <a:lnTo>
                    <a:pt x="35344" y="29476"/>
                  </a:lnTo>
                  <a:lnTo>
                    <a:pt x="35915" y="29476"/>
                  </a:lnTo>
                  <a:lnTo>
                    <a:pt x="35915" y="29349"/>
                  </a:lnTo>
                  <a:close/>
                </a:path>
                <a:path w="62864" h="50165">
                  <a:moveTo>
                    <a:pt x="35941" y="28714"/>
                  </a:moveTo>
                  <a:lnTo>
                    <a:pt x="35140" y="28714"/>
                  </a:lnTo>
                  <a:lnTo>
                    <a:pt x="35394" y="28841"/>
                  </a:lnTo>
                  <a:lnTo>
                    <a:pt x="35255" y="28841"/>
                  </a:lnTo>
                  <a:lnTo>
                    <a:pt x="35255" y="29095"/>
                  </a:lnTo>
                  <a:lnTo>
                    <a:pt x="35064" y="29095"/>
                  </a:lnTo>
                  <a:lnTo>
                    <a:pt x="35064" y="29349"/>
                  </a:lnTo>
                  <a:lnTo>
                    <a:pt x="35356" y="29349"/>
                  </a:lnTo>
                  <a:lnTo>
                    <a:pt x="35382" y="29222"/>
                  </a:lnTo>
                  <a:lnTo>
                    <a:pt x="35407" y="29095"/>
                  </a:lnTo>
                  <a:lnTo>
                    <a:pt x="35941" y="28714"/>
                  </a:lnTo>
                  <a:close/>
                </a:path>
                <a:path w="62864" h="50165">
                  <a:moveTo>
                    <a:pt x="36195" y="29730"/>
                  </a:moveTo>
                  <a:lnTo>
                    <a:pt x="35915" y="29603"/>
                  </a:lnTo>
                  <a:lnTo>
                    <a:pt x="35915" y="29730"/>
                  </a:lnTo>
                  <a:lnTo>
                    <a:pt x="36195" y="29730"/>
                  </a:lnTo>
                  <a:close/>
                </a:path>
                <a:path w="62864" h="50165">
                  <a:moveTo>
                    <a:pt x="36220" y="37604"/>
                  </a:moveTo>
                  <a:lnTo>
                    <a:pt x="36156" y="37477"/>
                  </a:lnTo>
                  <a:lnTo>
                    <a:pt x="36029" y="37350"/>
                  </a:lnTo>
                  <a:lnTo>
                    <a:pt x="34874" y="37477"/>
                  </a:lnTo>
                  <a:lnTo>
                    <a:pt x="35267" y="37477"/>
                  </a:lnTo>
                  <a:lnTo>
                    <a:pt x="36220" y="37604"/>
                  </a:lnTo>
                  <a:close/>
                </a:path>
                <a:path w="62864" h="50165">
                  <a:moveTo>
                    <a:pt x="36220" y="29476"/>
                  </a:moveTo>
                  <a:lnTo>
                    <a:pt x="35915" y="29476"/>
                  </a:lnTo>
                  <a:lnTo>
                    <a:pt x="35915" y="29603"/>
                  </a:lnTo>
                  <a:lnTo>
                    <a:pt x="36207" y="29603"/>
                  </a:lnTo>
                  <a:lnTo>
                    <a:pt x="36220" y="29476"/>
                  </a:lnTo>
                  <a:close/>
                </a:path>
                <a:path w="62864" h="50165">
                  <a:moveTo>
                    <a:pt x="36385" y="15633"/>
                  </a:moveTo>
                  <a:lnTo>
                    <a:pt x="36245" y="15379"/>
                  </a:lnTo>
                  <a:lnTo>
                    <a:pt x="35966" y="15633"/>
                  </a:lnTo>
                  <a:lnTo>
                    <a:pt x="36106" y="15633"/>
                  </a:lnTo>
                  <a:lnTo>
                    <a:pt x="36106" y="15887"/>
                  </a:lnTo>
                  <a:lnTo>
                    <a:pt x="36258" y="16141"/>
                  </a:lnTo>
                  <a:lnTo>
                    <a:pt x="36385" y="16141"/>
                  </a:lnTo>
                  <a:lnTo>
                    <a:pt x="36385" y="15633"/>
                  </a:lnTo>
                  <a:close/>
                </a:path>
                <a:path w="62864" h="50165">
                  <a:moveTo>
                    <a:pt x="36398" y="18554"/>
                  </a:moveTo>
                  <a:lnTo>
                    <a:pt x="36220" y="18554"/>
                  </a:lnTo>
                  <a:lnTo>
                    <a:pt x="36195" y="18808"/>
                  </a:lnTo>
                  <a:lnTo>
                    <a:pt x="36398" y="18554"/>
                  </a:lnTo>
                  <a:close/>
                </a:path>
                <a:path w="62864" h="50165">
                  <a:moveTo>
                    <a:pt x="36461" y="28714"/>
                  </a:moveTo>
                  <a:lnTo>
                    <a:pt x="35941" y="28714"/>
                  </a:lnTo>
                  <a:lnTo>
                    <a:pt x="35915" y="29349"/>
                  </a:lnTo>
                  <a:lnTo>
                    <a:pt x="36233" y="29349"/>
                  </a:lnTo>
                  <a:lnTo>
                    <a:pt x="36258" y="29095"/>
                  </a:lnTo>
                  <a:lnTo>
                    <a:pt x="36360" y="28841"/>
                  </a:lnTo>
                  <a:lnTo>
                    <a:pt x="36461" y="28714"/>
                  </a:lnTo>
                  <a:close/>
                </a:path>
                <a:path w="62864" h="50165">
                  <a:moveTo>
                    <a:pt x="36639" y="28841"/>
                  </a:moveTo>
                  <a:lnTo>
                    <a:pt x="36626" y="28714"/>
                  </a:lnTo>
                  <a:lnTo>
                    <a:pt x="36461" y="28714"/>
                  </a:lnTo>
                  <a:lnTo>
                    <a:pt x="36639" y="28841"/>
                  </a:lnTo>
                  <a:close/>
                </a:path>
                <a:path w="62864" h="50165">
                  <a:moveTo>
                    <a:pt x="36766" y="15125"/>
                  </a:moveTo>
                  <a:lnTo>
                    <a:pt x="36499" y="15125"/>
                  </a:lnTo>
                  <a:lnTo>
                    <a:pt x="36614" y="15379"/>
                  </a:lnTo>
                  <a:lnTo>
                    <a:pt x="36766" y="15125"/>
                  </a:lnTo>
                  <a:close/>
                </a:path>
                <a:path w="62864" h="50165">
                  <a:moveTo>
                    <a:pt x="36779" y="12141"/>
                  </a:moveTo>
                  <a:lnTo>
                    <a:pt x="36614" y="12141"/>
                  </a:lnTo>
                  <a:lnTo>
                    <a:pt x="36436" y="12700"/>
                  </a:lnTo>
                  <a:lnTo>
                    <a:pt x="36601" y="12700"/>
                  </a:lnTo>
                  <a:lnTo>
                    <a:pt x="36779" y="12141"/>
                  </a:lnTo>
                  <a:close/>
                </a:path>
                <a:path w="62864" h="50165">
                  <a:moveTo>
                    <a:pt x="37045" y="25031"/>
                  </a:moveTo>
                  <a:lnTo>
                    <a:pt x="37033" y="24904"/>
                  </a:lnTo>
                  <a:lnTo>
                    <a:pt x="35471" y="24904"/>
                  </a:lnTo>
                  <a:lnTo>
                    <a:pt x="35496" y="25031"/>
                  </a:lnTo>
                  <a:lnTo>
                    <a:pt x="37045" y="25031"/>
                  </a:lnTo>
                  <a:close/>
                </a:path>
                <a:path w="62864" h="50165">
                  <a:moveTo>
                    <a:pt x="37084" y="28714"/>
                  </a:moveTo>
                  <a:lnTo>
                    <a:pt x="37058" y="28587"/>
                  </a:lnTo>
                  <a:lnTo>
                    <a:pt x="36703" y="28587"/>
                  </a:lnTo>
                  <a:lnTo>
                    <a:pt x="36791" y="28714"/>
                  </a:lnTo>
                  <a:lnTo>
                    <a:pt x="37084" y="28714"/>
                  </a:lnTo>
                  <a:close/>
                </a:path>
                <a:path w="62864" h="50165">
                  <a:moveTo>
                    <a:pt x="37172" y="25285"/>
                  </a:moveTo>
                  <a:lnTo>
                    <a:pt x="37058" y="25158"/>
                  </a:lnTo>
                  <a:lnTo>
                    <a:pt x="35509" y="25158"/>
                  </a:lnTo>
                  <a:lnTo>
                    <a:pt x="35534" y="25285"/>
                  </a:lnTo>
                  <a:lnTo>
                    <a:pt x="37172" y="25285"/>
                  </a:lnTo>
                  <a:close/>
                </a:path>
                <a:path w="62864" h="50165">
                  <a:moveTo>
                    <a:pt x="37376" y="25666"/>
                  </a:moveTo>
                  <a:lnTo>
                    <a:pt x="37071" y="25666"/>
                  </a:lnTo>
                  <a:lnTo>
                    <a:pt x="37350" y="25920"/>
                  </a:lnTo>
                  <a:lnTo>
                    <a:pt x="37376" y="25666"/>
                  </a:lnTo>
                  <a:close/>
                </a:path>
                <a:path w="62864" h="50165">
                  <a:moveTo>
                    <a:pt x="37401" y="25158"/>
                  </a:moveTo>
                  <a:lnTo>
                    <a:pt x="37363" y="25031"/>
                  </a:lnTo>
                  <a:lnTo>
                    <a:pt x="37045" y="25031"/>
                  </a:lnTo>
                  <a:lnTo>
                    <a:pt x="37058" y="25158"/>
                  </a:lnTo>
                  <a:lnTo>
                    <a:pt x="37401" y="25158"/>
                  </a:lnTo>
                  <a:close/>
                </a:path>
                <a:path w="62864" h="50165">
                  <a:moveTo>
                    <a:pt x="37426" y="25539"/>
                  </a:moveTo>
                  <a:lnTo>
                    <a:pt x="35572" y="25539"/>
                  </a:lnTo>
                  <a:lnTo>
                    <a:pt x="35585" y="25666"/>
                  </a:lnTo>
                  <a:lnTo>
                    <a:pt x="37071" y="25666"/>
                  </a:lnTo>
                  <a:lnTo>
                    <a:pt x="37426" y="25539"/>
                  </a:lnTo>
                  <a:close/>
                </a:path>
                <a:path w="62864" h="50165">
                  <a:moveTo>
                    <a:pt x="37439" y="25285"/>
                  </a:moveTo>
                  <a:lnTo>
                    <a:pt x="37172" y="25285"/>
                  </a:lnTo>
                  <a:lnTo>
                    <a:pt x="37299" y="25412"/>
                  </a:lnTo>
                  <a:lnTo>
                    <a:pt x="37426" y="25539"/>
                  </a:lnTo>
                  <a:lnTo>
                    <a:pt x="37439" y="25285"/>
                  </a:lnTo>
                  <a:close/>
                </a:path>
                <a:path w="62864" h="50165">
                  <a:moveTo>
                    <a:pt x="37655" y="2235"/>
                  </a:moveTo>
                  <a:lnTo>
                    <a:pt x="35623" y="1524"/>
                  </a:lnTo>
                  <a:lnTo>
                    <a:pt x="36042" y="1727"/>
                  </a:lnTo>
                  <a:lnTo>
                    <a:pt x="37655" y="2235"/>
                  </a:lnTo>
                  <a:close/>
                </a:path>
                <a:path w="62864" h="50165">
                  <a:moveTo>
                    <a:pt x="37668" y="18554"/>
                  </a:moveTo>
                  <a:lnTo>
                    <a:pt x="37439" y="18554"/>
                  </a:lnTo>
                  <a:lnTo>
                    <a:pt x="37388" y="18808"/>
                  </a:lnTo>
                  <a:lnTo>
                    <a:pt x="37668" y="18554"/>
                  </a:lnTo>
                  <a:close/>
                </a:path>
                <a:path w="62864" h="50165">
                  <a:moveTo>
                    <a:pt x="37731" y="28714"/>
                  </a:moveTo>
                  <a:lnTo>
                    <a:pt x="37096" y="28714"/>
                  </a:lnTo>
                  <a:lnTo>
                    <a:pt x="37287" y="28841"/>
                  </a:lnTo>
                  <a:lnTo>
                    <a:pt x="37261" y="29222"/>
                  </a:lnTo>
                  <a:lnTo>
                    <a:pt x="37515" y="29222"/>
                  </a:lnTo>
                  <a:lnTo>
                    <a:pt x="37668" y="29095"/>
                  </a:lnTo>
                  <a:lnTo>
                    <a:pt x="37731" y="28714"/>
                  </a:lnTo>
                  <a:close/>
                </a:path>
                <a:path w="62864" h="50165">
                  <a:moveTo>
                    <a:pt x="37807" y="27952"/>
                  </a:moveTo>
                  <a:lnTo>
                    <a:pt x="37731" y="27698"/>
                  </a:lnTo>
                  <a:lnTo>
                    <a:pt x="37668" y="27444"/>
                  </a:lnTo>
                  <a:lnTo>
                    <a:pt x="37274" y="27063"/>
                  </a:lnTo>
                  <a:lnTo>
                    <a:pt x="37274" y="26936"/>
                  </a:lnTo>
                  <a:lnTo>
                    <a:pt x="37287" y="26809"/>
                  </a:lnTo>
                  <a:lnTo>
                    <a:pt x="36753" y="26809"/>
                  </a:lnTo>
                  <a:lnTo>
                    <a:pt x="36728" y="26682"/>
                  </a:lnTo>
                  <a:lnTo>
                    <a:pt x="37299" y="26682"/>
                  </a:lnTo>
                  <a:lnTo>
                    <a:pt x="37312" y="26428"/>
                  </a:lnTo>
                  <a:lnTo>
                    <a:pt x="36741" y="26428"/>
                  </a:lnTo>
                  <a:lnTo>
                    <a:pt x="36728" y="26301"/>
                  </a:lnTo>
                  <a:lnTo>
                    <a:pt x="37325" y="26301"/>
                  </a:lnTo>
                  <a:lnTo>
                    <a:pt x="37350" y="25920"/>
                  </a:lnTo>
                  <a:lnTo>
                    <a:pt x="36855" y="25920"/>
                  </a:lnTo>
                  <a:lnTo>
                    <a:pt x="36906" y="26174"/>
                  </a:lnTo>
                  <a:lnTo>
                    <a:pt x="36715" y="26289"/>
                  </a:lnTo>
                  <a:lnTo>
                    <a:pt x="36703" y="26047"/>
                  </a:lnTo>
                  <a:lnTo>
                    <a:pt x="36334" y="26301"/>
                  </a:lnTo>
                  <a:lnTo>
                    <a:pt x="36245" y="27317"/>
                  </a:lnTo>
                  <a:lnTo>
                    <a:pt x="36144" y="27698"/>
                  </a:lnTo>
                  <a:lnTo>
                    <a:pt x="36106" y="27571"/>
                  </a:lnTo>
                  <a:lnTo>
                    <a:pt x="36068" y="27444"/>
                  </a:lnTo>
                  <a:lnTo>
                    <a:pt x="35890" y="27444"/>
                  </a:lnTo>
                  <a:lnTo>
                    <a:pt x="36004" y="27063"/>
                  </a:lnTo>
                  <a:lnTo>
                    <a:pt x="36042" y="26936"/>
                  </a:lnTo>
                  <a:lnTo>
                    <a:pt x="35699" y="26682"/>
                  </a:lnTo>
                  <a:lnTo>
                    <a:pt x="35585" y="25666"/>
                  </a:lnTo>
                  <a:lnTo>
                    <a:pt x="34950" y="25666"/>
                  </a:lnTo>
                  <a:lnTo>
                    <a:pt x="35013" y="26301"/>
                  </a:lnTo>
                  <a:lnTo>
                    <a:pt x="34874" y="26301"/>
                  </a:lnTo>
                  <a:lnTo>
                    <a:pt x="34823" y="26809"/>
                  </a:lnTo>
                  <a:lnTo>
                    <a:pt x="34683" y="26936"/>
                  </a:lnTo>
                  <a:lnTo>
                    <a:pt x="34518" y="26936"/>
                  </a:lnTo>
                  <a:lnTo>
                    <a:pt x="34493" y="26809"/>
                  </a:lnTo>
                  <a:lnTo>
                    <a:pt x="34277" y="26936"/>
                  </a:lnTo>
                  <a:lnTo>
                    <a:pt x="34493" y="26936"/>
                  </a:lnTo>
                  <a:lnTo>
                    <a:pt x="34429" y="27063"/>
                  </a:lnTo>
                  <a:lnTo>
                    <a:pt x="34366" y="27190"/>
                  </a:lnTo>
                  <a:lnTo>
                    <a:pt x="34239" y="27444"/>
                  </a:lnTo>
                  <a:lnTo>
                    <a:pt x="33870" y="27444"/>
                  </a:lnTo>
                  <a:lnTo>
                    <a:pt x="33845" y="27317"/>
                  </a:lnTo>
                  <a:lnTo>
                    <a:pt x="33693" y="27317"/>
                  </a:lnTo>
                  <a:lnTo>
                    <a:pt x="33693" y="27444"/>
                  </a:lnTo>
                  <a:lnTo>
                    <a:pt x="33515" y="27571"/>
                  </a:lnTo>
                  <a:lnTo>
                    <a:pt x="33439" y="27343"/>
                  </a:lnTo>
                  <a:lnTo>
                    <a:pt x="33693" y="27444"/>
                  </a:lnTo>
                  <a:lnTo>
                    <a:pt x="33693" y="27317"/>
                  </a:lnTo>
                  <a:lnTo>
                    <a:pt x="33439" y="27317"/>
                  </a:lnTo>
                  <a:lnTo>
                    <a:pt x="33312" y="27444"/>
                  </a:lnTo>
                  <a:lnTo>
                    <a:pt x="32918" y="27571"/>
                  </a:lnTo>
                  <a:lnTo>
                    <a:pt x="32842" y="27190"/>
                  </a:lnTo>
                  <a:lnTo>
                    <a:pt x="32727" y="27317"/>
                  </a:lnTo>
                  <a:lnTo>
                    <a:pt x="32639" y="27825"/>
                  </a:lnTo>
                  <a:lnTo>
                    <a:pt x="32867" y="27952"/>
                  </a:lnTo>
                  <a:lnTo>
                    <a:pt x="33528" y="27952"/>
                  </a:lnTo>
                  <a:lnTo>
                    <a:pt x="33413" y="28079"/>
                  </a:lnTo>
                  <a:lnTo>
                    <a:pt x="34048" y="28079"/>
                  </a:lnTo>
                  <a:lnTo>
                    <a:pt x="33947" y="27952"/>
                  </a:lnTo>
                  <a:lnTo>
                    <a:pt x="37807" y="27952"/>
                  </a:lnTo>
                  <a:close/>
                </a:path>
                <a:path w="62864" h="50165">
                  <a:moveTo>
                    <a:pt x="38011" y="28714"/>
                  </a:moveTo>
                  <a:lnTo>
                    <a:pt x="37807" y="28587"/>
                  </a:lnTo>
                  <a:lnTo>
                    <a:pt x="37731" y="28714"/>
                  </a:lnTo>
                  <a:lnTo>
                    <a:pt x="38011" y="28714"/>
                  </a:lnTo>
                  <a:close/>
                </a:path>
                <a:path w="62864" h="50165">
                  <a:moveTo>
                    <a:pt x="38011" y="16141"/>
                  </a:moveTo>
                  <a:lnTo>
                    <a:pt x="37477" y="15887"/>
                  </a:lnTo>
                  <a:lnTo>
                    <a:pt x="37401" y="15633"/>
                  </a:lnTo>
                  <a:lnTo>
                    <a:pt x="37325" y="15379"/>
                  </a:lnTo>
                  <a:lnTo>
                    <a:pt x="36817" y="15125"/>
                  </a:lnTo>
                  <a:lnTo>
                    <a:pt x="36880" y="15379"/>
                  </a:lnTo>
                  <a:lnTo>
                    <a:pt x="37058" y="15633"/>
                  </a:lnTo>
                  <a:lnTo>
                    <a:pt x="37223" y="15633"/>
                  </a:lnTo>
                  <a:lnTo>
                    <a:pt x="37287" y="16141"/>
                  </a:lnTo>
                  <a:lnTo>
                    <a:pt x="37490" y="16141"/>
                  </a:lnTo>
                  <a:lnTo>
                    <a:pt x="37465" y="16395"/>
                  </a:lnTo>
                  <a:lnTo>
                    <a:pt x="37985" y="16395"/>
                  </a:lnTo>
                  <a:lnTo>
                    <a:pt x="38011" y="16141"/>
                  </a:lnTo>
                  <a:close/>
                </a:path>
                <a:path w="62864" h="50165">
                  <a:moveTo>
                    <a:pt x="38036" y="11950"/>
                  </a:moveTo>
                  <a:lnTo>
                    <a:pt x="37884" y="11950"/>
                  </a:lnTo>
                  <a:lnTo>
                    <a:pt x="37884" y="12712"/>
                  </a:lnTo>
                  <a:lnTo>
                    <a:pt x="38036" y="12712"/>
                  </a:lnTo>
                  <a:lnTo>
                    <a:pt x="38036" y="11950"/>
                  </a:lnTo>
                  <a:close/>
                </a:path>
                <a:path w="62864" h="50165">
                  <a:moveTo>
                    <a:pt x="38074" y="14490"/>
                  </a:moveTo>
                  <a:lnTo>
                    <a:pt x="37947" y="14236"/>
                  </a:lnTo>
                  <a:lnTo>
                    <a:pt x="37642" y="14236"/>
                  </a:lnTo>
                  <a:lnTo>
                    <a:pt x="37630" y="13982"/>
                  </a:lnTo>
                  <a:lnTo>
                    <a:pt x="36169" y="13982"/>
                  </a:lnTo>
                  <a:lnTo>
                    <a:pt x="36512" y="12966"/>
                  </a:lnTo>
                  <a:lnTo>
                    <a:pt x="37426" y="12966"/>
                  </a:lnTo>
                  <a:lnTo>
                    <a:pt x="37706" y="12712"/>
                  </a:lnTo>
                  <a:lnTo>
                    <a:pt x="27457" y="12712"/>
                  </a:lnTo>
                  <a:lnTo>
                    <a:pt x="27444" y="12966"/>
                  </a:lnTo>
                  <a:lnTo>
                    <a:pt x="34531" y="12966"/>
                  </a:lnTo>
                  <a:lnTo>
                    <a:pt x="34658" y="13055"/>
                  </a:lnTo>
                  <a:lnTo>
                    <a:pt x="36233" y="12966"/>
                  </a:lnTo>
                  <a:lnTo>
                    <a:pt x="36080" y="13627"/>
                  </a:lnTo>
                  <a:lnTo>
                    <a:pt x="35941" y="13982"/>
                  </a:lnTo>
                  <a:lnTo>
                    <a:pt x="27305" y="13982"/>
                  </a:lnTo>
                  <a:lnTo>
                    <a:pt x="26098" y="13982"/>
                  </a:lnTo>
                  <a:lnTo>
                    <a:pt x="26073" y="14236"/>
                  </a:lnTo>
                  <a:lnTo>
                    <a:pt x="27266" y="14236"/>
                  </a:lnTo>
                  <a:lnTo>
                    <a:pt x="27279" y="14109"/>
                  </a:lnTo>
                  <a:lnTo>
                    <a:pt x="27279" y="14236"/>
                  </a:lnTo>
                  <a:lnTo>
                    <a:pt x="35902" y="14236"/>
                  </a:lnTo>
                  <a:lnTo>
                    <a:pt x="35636" y="15074"/>
                  </a:lnTo>
                  <a:lnTo>
                    <a:pt x="35585" y="15227"/>
                  </a:lnTo>
                  <a:lnTo>
                    <a:pt x="35191" y="15227"/>
                  </a:lnTo>
                  <a:lnTo>
                    <a:pt x="35191" y="15824"/>
                  </a:lnTo>
                  <a:lnTo>
                    <a:pt x="35699" y="15824"/>
                  </a:lnTo>
                  <a:lnTo>
                    <a:pt x="35814" y="15074"/>
                  </a:lnTo>
                  <a:lnTo>
                    <a:pt x="36093" y="14236"/>
                  </a:lnTo>
                  <a:lnTo>
                    <a:pt x="37058" y="14236"/>
                  </a:lnTo>
                  <a:lnTo>
                    <a:pt x="36893" y="14490"/>
                  </a:lnTo>
                  <a:lnTo>
                    <a:pt x="36855" y="14871"/>
                  </a:lnTo>
                  <a:lnTo>
                    <a:pt x="37211" y="14490"/>
                  </a:lnTo>
                  <a:lnTo>
                    <a:pt x="37490" y="14490"/>
                  </a:lnTo>
                  <a:lnTo>
                    <a:pt x="37807" y="14871"/>
                  </a:lnTo>
                  <a:lnTo>
                    <a:pt x="37922" y="15125"/>
                  </a:lnTo>
                  <a:lnTo>
                    <a:pt x="38023" y="15633"/>
                  </a:lnTo>
                  <a:lnTo>
                    <a:pt x="38074" y="14490"/>
                  </a:lnTo>
                  <a:close/>
                </a:path>
                <a:path w="62864" h="50165">
                  <a:moveTo>
                    <a:pt x="38087" y="23253"/>
                  </a:moveTo>
                  <a:lnTo>
                    <a:pt x="37858" y="23253"/>
                  </a:lnTo>
                  <a:lnTo>
                    <a:pt x="37934" y="23507"/>
                  </a:lnTo>
                  <a:lnTo>
                    <a:pt x="37388" y="23507"/>
                  </a:lnTo>
                  <a:lnTo>
                    <a:pt x="36957" y="23761"/>
                  </a:lnTo>
                  <a:lnTo>
                    <a:pt x="37033" y="24904"/>
                  </a:lnTo>
                  <a:lnTo>
                    <a:pt x="37350" y="24904"/>
                  </a:lnTo>
                  <a:lnTo>
                    <a:pt x="37388" y="24269"/>
                  </a:lnTo>
                  <a:lnTo>
                    <a:pt x="37528" y="24015"/>
                  </a:lnTo>
                  <a:lnTo>
                    <a:pt x="37947" y="24015"/>
                  </a:lnTo>
                  <a:lnTo>
                    <a:pt x="37909" y="23761"/>
                  </a:lnTo>
                  <a:lnTo>
                    <a:pt x="38061" y="23507"/>
                  </a:lnTo>
                  <a:lnTo>
                    <a:pt x="38087" y="23253"/>
                  </a:lnTo>
                  <a:close/>
                </a:path>
                <a:path w="62864" h="50165">
                  <a:moveTo>
                    <a:pt x="38125" y="37858"/>
                  </a:moveTo>
                  <a:lnTo>
                    <a:pt x="37820" y="37820"/>
                  </a:lnTo>
                  <a:lnTo>
                    <a:pt x="37553" y="37604"/>
                  </a:lnTo>
                  <a:lnTo>
                    <a:pt x="37287" y="37604"/>
                  </a:lnTo>
                  <a:lnTo>
                    <a:pt x="37172" y="37731"/>
                  </a:lnTo>
                  <a:lnTo>
                    <a:pt x="36550" y="37655"/>
                  </a:lnTo>
                  <a:lnTo>
                    <a:pt x="36423" y="37744"/>
                  </a:lnTo>
                  <a:lnTo>
                    <a:pt x="36296" y="37617"/>
                  </a:lnTo>
                  <a:lnTo>
                    <a:pt x="29972" y="37604"/>
                  </a:lnTo>
                  <a:lnTo>
                    <a:pt x="29743" y="37731"/>
                  </a:lnTo>
                  <a:lnTo>
                    <a:pt x="29819" y="37604"/>
                  </a:lnTo>
                  <a:lnTo>
                    <a:pt x="28702" y="37604"/>
                  </a:lnTo>
                  <a:lnTo>
                    <a:pt x="25349" y="37604"/>
                  </a:lnTo>
                  <a:lnTo>
                    <a:pt x="24803" y="37604"/>
                  </a:lnTo>
                  <a:lnTo>
                    <a:pt x="24752" y="37858"/>
                  </a:lnTo>
                  <a:lnTo>
                    <a:pt x="25158" y="37858"/>
                  </a:lnTo>
                  <a:lnTo>
                    <a:pt x="25247" y="37731"/>
                  </a:lnTo>
                  <a:lnTo>
                    <a:pt x="25285" y="37858"/>
                  </a:lnTo>
                  <a:lnTo>
                    <a:pt x="37871" y="37858"/>
                  </a:lnTo>
                  <a:lnTo>
                    <a:pt x="38125" y="37858"/>
                  </a:lnTo>
                  <a:close/>
                </a:path>
                <a:path w="62864" h="50165">
                  <a:moveTo>
                    <a:pt x="38214" y="20586"/>
                  </a:moveTo>
                  <a:lnTo>
                    <a:pt x="37363" y="20586"/>
                  </a:lnTo>
                  <a:lnTo>
                    <a:pt x="37807" y="21221"/>
                  </a:lnTo>
                  <a:lnTo>
                    <a:pt x="37973" y="20840"/>
                  </a:lnTo>
                  <a:lnTo>
                    <a:pt x="38188" y="20840"/>
                  </a:lnTo>
                  <a:lnTo>
                    <a:pt x="38214" y="20586"/>
                  </a:lnTo>
                  <a:close/>
                </a:path>
                <a:path w="62864" h="50165">
                  <a:moveTo>
                    <a:pt x="38277" y="28714"/>
                  </a:moveTo>
                  <a:lnTo>
                    <a:pt x="38087" y="28714"/>
                  </a:lnTo>
                  <a:lnTo>
                    <a:pt x="38074" y="28841"/>
                  </a:lnTo>
                  <a:lnTo>
                    <a:pt x="38265" y="28841"/>
                  </a:lnTo>
                  <a:lnTo>
                    <a:pt x="38277" y="28714"/>
                  </a:lnTo>
                  <a:close/>
                </a:path>
                <a:path w="62864" h="50165">
                  <a:moveTo>
                    <a:pt x="38442" y="28333"/>
                  </a:moveTo>
                  <a:lnTo>
                    <a:pt x="38265" y="28333"/>
                  </a:lnTo>
                  <a:lnTo>
                    <a:pt x="38290" y="28206"/>
                  </a:lnTo>
                  <a:lnTo>
                    <a:pt x="38315" y="28079"/>
                  </a:lnTo>
                  <a:lnTo>
                    <a:pt x="34048" y="28079"/>
                  </a:lnTo>
                  <a:lnTo>
                    <a:pt x="34302" y="28206"/>
                  </a:lnTo>
                  <a:lnTo>
                    <a:pt x="34353" y="28587"/>
                  </a:lnTo>
                  <a:lnTo>
                    <a:pt x="34709" y="28587"/>
                  </a:lnTo>
                  <a:lnTo>
                    <a:pt x="34671" y="28460"/>
                  </a:lnTo>
                  <a:lnTo>
                    <a:pt x="34963" y="28206"/>
                  </a:lnTo>
                  <a:lnTo>
                    <a:pt x="35204" y="28206"/>
                  </a:lnTo>
                  <a:lnTo>
                    <a:pt x="35090" y="28333"/>
                  </a:lnTo>
                  <a:lnTo>
                    <a:pt x="34836" y="28333"/>
                  </a:lnTo>
                  <a:lnTo>
                    <a:pt x="34874" y="28587"/>
                  </a:lnTo>
                  <a:lnTo>
                    <a:pt x="36626" y="28587"/>
                  </a:lnTo>
                  <a:lnTo>
                    <a:pt x="36626" y="28460"/>
                  </a:lnTo>
                  <a:lnTo>
                    <a:pt x="36398" y="28460"/>
                  </a:lnTo>
                  <a:lnTo>
                    <a:pt x="36461" y="28333"/>
                  </a:lnTo>
                  <a:lnTo>
                    <a:pt x="36995" y="28333"/>
                  </a:lnTo>
                  <a:lnTo>
                    <a:pt x="37058" y="28587"/>
                  </a:lnTo>
                  <a:lnTo>
                    <a:pt x="37807" y="28587"/>
                  </a:lnTo>
                  <a:lnTo>
                    <a:pt x="38303" y="28587"/>
                  </a:lnTo>
                  <a:lnTo>
                    <a:pt x="38366" y="28460"/>
                  </a:lnTo>
                  <a:lnTo>
                    <a:pt x="38442" y="28333"/>
                  </a:lnTo>
                  <a:close/>
                </a:path>
                <a:path w="62864" h="50165">
                  <a:moveTo>
                    <a:pt x="38747" y="25920"/>
                  </a:moveTo>
                  <a:lnTo>
                    <a:pt x="38709" y="25666"/>
                  </a:lnTo>
                  <a:lnTo>
                    <a:pt x="37795" y="25666"/>
                  </a:lnTo>
                  <a:lnTo>
                    <a:pt x="38341" y="25920"/>
                  </a:lnTo>
                  <a:lnTo>
                    <a:pt x="38747" y="25920"/>
                  </a:lnTo>
                  <a:close/>
                </a:path>
                <a:path w="62864" h="50165">
                  <a:moveTo>
                    <a:pt x="38823" y="26428"/>
                  </a:moveTo>
                  <a:lnTo>
                    <a:pt x="38798" y="26301"/>
                  </a:lnTo>
                  <a:lnTo>
                    <a:pt x="37325" y="26301"/>
                  </a:lnTo>
                  <a:lnTo>
                    <a:pt x="37312" y="26428"/>
                  </a:lnTo>
                  <a:lnTo>
                    <a:pt x="38823" y="26428"/>
                  </a:lnTo>
                  <a:close/>
                </a:path>
                <a:path w="62864" h="50165">
                  <a:moveTo>
                    <a:pt x="38836" y="16141"/>
                  </a:moveTo>
                  <a:lnTo>
                    <a:pt x="38112" y="16141"/>
                  </a:lnTo>
                  <a:lnTo>
                    <a:pt x="38100" y="16395"/>
                  </a:lnTo>
                  <a:lnTo>
                    <a:pt x="38747" y="16395"/>
                  </a:lnTo>
                  <a:lnTo>
                    <a:pt x="38836" y="16141"/>
                  </a:lnTo>
                  <a:close/>
                </a:path>
                <a:path w="62864" h="50165">
                  <a:moveTo>
                    <a:pt x="38887" y="13982"/>
                  </a:moveTo>
                  <a:lnTo>
                    <a:pt x="37757" y="13982"/>
                  </a:lnTo>
                  <a:lnTo>
                    <a:pt x="37947" y="14236"/>
                  </a:lnTo>
                  <a:lnTo>
                    <a:pt x="38874" y="14236"/>
                  </a:lnTo>
                  <a:lnTo>
                    <a:pt x="38887" y="13982"/>
                  </a:lnTo>
                  <a:close/>
                </a:path>
                <a:path w="62864" h="50165">
                  <a:moveTo>
                    <a:pt x="38887" y="8928"/>
                  </a:moveTo>
                  <a:lnTo>
                    <a:pt x="37947" y="8928"/>
                  </a:lnTo>
                  <a:lnTo>
                    <a:pt x="37058" y="11061"/>
                  </a:lnTo>
                  <a:lnTo>
                    <a:pt x="34658" y="11061"/>
                  </a:lnTo>
                  <a:lnTo>
                    <a:pt x="32131" y="11061"/>
                  </a:lnTo>
                  <a:lnTo>
                    <a:pt x="32181" y="10871"/>
                  </a:lnTo>
                  <a:lnTo>
                    <a:pt x="32397" y="10807"/>
                  </a:lnTo>
                  <a:lnTo>
                    <a:pt x="31927" y="10909"/>
                  </a:lnTo>
                  <a:lnTo>
                    <a:pt x="31889" y="10668"/>
                  </a:lnTo>
                  <a:lnTo>
                    <a:pt x="31686" y="10629"/>
                  </a:lnTo>
                  <a:lnTo>
                    <a:pt x="31597" y="11061"/>
                  </a:lnTo>
                  <a:lnTo>
                    <a:pt x="27520" y="11061"/>
                  </a:lnTo>
                  <a:lnTo>
                    <a:pt x="27508" y="11315"/>
                  </a:lnTo>
                  <a:lnTo>
                    <a:pt x="31610" y="11315"/>
                  </a:lnTo>
                  <a:lnTo>
                    <a:pt x="31661" y="11696"/>
                  </a:lnTo>
                  <a:lnTo>
                    <a:pt x="27495" y="11696"/>
                  </a:lnTo>
                  <a:lnTo>
                    <a:pt x="27482" y="11950"/>
                  </a:lnTo>
                  <a:lnTo>
                    <a:pt x="31673" y="11950"/>
                  </a:lnTo>
                  <a:lnTo>
                    <a:pt x="31508" y="12547"/>
                  </a:lnTo>
                  <a:lnTo>
                    <a:pt x="31775" y="12331"/>
                  </a:lnTo>
                  <a:lnTo>
                    <a:pt x="32016" y="12077"/>
                  </a:lnTo>
                  <a:lnTo>
                    <a:pt x="32118" y="11950"/>
                  </a:lnTo>
                  <a:lnTo>
                    <a:pt x="37744" y="11950"/>
                  </a:lnTo>
                  <a:lnTo>
                    <a:pt x="38036" y="11696"/>
                  </a:lnTo>
                  <a:lnTo>
                    <a:pt x="36957" y="11696"/>
                  </a:lnTo>
                  <a:lnTo>
                    <a:pt x="37096" y="11366"/>
                  </a:lnTo>
                  <a:lnTo>
                    <a:pt x="36779" y="11696"/>
                  </a:lnTo>
                  <a:lnTo>
                    <a:pt x="32042" y="11696"/>
                  </a:lnTo>
                  <a:lnTo>
                    <a:pt x="32054" y="11315"/>
                  </a:lnTo>
                  <a:lnTo>
                    <a:pt x="38277" y="11315"/>
                  </a:lnTo>
                  <a:lnTo>
                    <a:pt x="38404" y="11379"/>
                  </a:lnTo>
                  <a:lnTo>
                    <a:pt x="38773" y="11061"/>
                  </a:lnTo>
                  <a:lnTo>
                    <a:pt x="37211" y="11061"/>
                  </a:lnTo>
                  <a:lnTo>
                    <a:pt x="37642" y="10033"/>
                  </a:lnTo>
                  <a:lnTo>
                    <a:pt x="38887" y="8928"/>
                  </a:lnTo>
                  <a:close/>
                </a:path>
                <a:path w="62864" h="50165">
                  <a:moveTo>
                    <a:pt x="39052" y="16141"/>
                  </a:moveTo>
                  <a:lnTo>
                    <a:pt x="39027" y="15887"/>
                  </a:lnTo>
                  <a:lnTo>
                    <a:pt x="38836" y="15887"/>
                  </a:lnTo>
                  <a:lnTo>
                    <a:pt x="38836" y="16141"/>
                  </a:lnTo>
                  <a:lnTo>
                    <a:pt x="39052" y="16141"/>
                  </a:lnTo>
                  <a:close/>
                </a:path>
                <a:path w="62864" h="50165">
                  <a:moveTo>
                    <a:pt x="39230" y="22491"/>
                  </a:moveTo>
                  <a:lnTo>
                    <a:pt x="38823" y="22491"/>
                  </a:lnTo>
                  <a:lnTo>
                    <a:pt x="39001" y="22745"/>
                  </a:lnTo>
                  <a:lnTo>
                    <a:pt x="39204" y="22745"/>
                  </a:lnTo>
                  <a:lnTo>
                    <a:pt x="39230" y="22491"/>
                  </a:lnTo>
                  <a:close/>
                </a:path>
                <a:path w="62864" h="50165">
                  <a:moveTo>
                    <a:pt x="39243" y="15887"/>
                  </a:moveTo>
                  <a:lnTo>
                    <a:pt x="39090" y="15887"/>
                  </a:lnTo>
                  <a:lnTo>
                    <a:pt x="39052" y="16141"/>
                  </a:lnTo>
                  <a:lnTo>
                    <a:pt x="39217" y="16141"/>
                  </a:lnTo>
                  <a:lnTo>
                    <a:pt x="39243" y="15887"/>
                  </a:lnTo>
                  <a:close/>
                </a:path>
                <a:path w="62864" h="50165">
                  <a:moveTo>
                    <a:pt x="39255" y="14236"/>
                  </a:moveTo>
                  <a:lnTo>
                    <a:pt x="38874" y="14236"/>
                  </a:lnTo>
                  <a:lnTo>
                    <a:pt x="38836" y="15887"/>
                  </a:lnTo>
                  <a:lnTo>
                    <a:pt x="39217" y="15633"/>
                  </a:lnTo>
                  <a:lnTo>
                    <a:pt x="39065" y="15379"/>
                  </a:lnTo>
                  <a:lnTo>
                    <a:pt x="39230" y="15379"/>
                  </a:lnTo>
                  <a:lnTo>
                    <a:pt x="39255" y="14236"/>
                  </a:lnTo>
                  <a:close/>
                </a:path>
                <a:path w="62864" h="50165">
                  <a:moveTo>
                    <a:pt x="39420" y="17411"/>
                  </a:moveTo>
                  <a:lnTo>
                    <a:pt x="39027" y="17665"/>
                  </a:lnTo>
                  <a:lnTo>
                    <a:pt x="39255" y="17665"/>
                  </a:lnTo>
                  <a:lnTo>
                    <a:pt x="39420" y="17411"/>
                  </a:lnTo>
                  <a:close/>
                </a:path>
                <a:path w="62864" h="50165">
                  <a:moveTo>
                    <a:pt x="39471" y="16649"/>
                  </a:moveTo>
                  <a:lnTo>
                    <a:pt x="39230" y="16548"/>
                  </a:lnTo>
                  <a:lnTo>
                    <a:pt x="39344" y="16395"/>
                  </a:lnTo>
                  <a:lnTo>
                    <a:pt x="39331" y="16141"/>
                  </a:lnTo>
                  <a:lnTo>
                    <a:pt x="39192" y="16395"/>
                  </a:lnTo>
                  <a:lnTo>
                    <a:pt x="39027" y="16395"/>
                  </a:lnTo>
                  <a:lnTo>
                    <a:pt x="38887" y="16395"/>
                  </a:lnTo>
                  <a:lnTo>
                    <a:pt x="38747" y="16395"/>
                  </a:lnTo>
                  <a:lnTo>
                    <a:pt x="38658" y="16649"/>
                  </a:lnTo>
                  <a:lnTo>
                    <a:pt x="38569" y="16903"/>
                  </a:lnTo>
                  <a:lnTo>
                    <a:pt x="38823" y="16903"/>
                  </a:lnTo>
                  <a:lnTo>
                    <a:pt x="38989" y="16903"/>
                  </a:lnTo>
                  <a:lnTo>
                    <a:pt x="39027" y="16649"/>
                  </a:lnTo>
                  <a:lnTo>
                    <a:pt x="39027" y="16903"/>
                  </a:lnTo>
                  <a:lnTo>
                    <a:pt x="39357" y="16903"/>
                  </a:lnTo>
                  <a:lnTo>
                    <a:pt x="39281" y="16649"/>
                  </a:lnTo>
                  <a:lnTo>
                    <a:pt x="39471" y="16649"/>
                  </a:lnTo>
                  <a:close/>
                </a:path>
                <a:path w="62864" h="50165">
                  <a:moveTo>
                    <a:pt x="39611" y="11950"/>
                  </a:moveTo>
                  <a:lnTo>
                    <a:pt x="39331" y="11950"/>
                  </a:lnTo>
                  <a:lnTo>
                    <a:pt x="39014" y="11696"/>
                  </a:lnTo>
                  <a:lnTo>
                    <a:pt x="38709" y="11696"/>
                  </a:lnTo>
                  <a:lnTo>
                    <a:pt x="38303" y="11696"/>
                  </a:lnTo>
                  <a:lnTo>
                    <a:pt x="38138" y="11950"/>
                  </a:lnTo>
                  <a:lnTo>
                    <a:pt x="39166" y="11950"/>
                  </a:lnTo>
                  <a:lnTo>
                    <a:pt x="39141" y="12103"/>
                  </a:lnTo>
                  <a:lnTo>
                    <a:pt x="39611" y="11950"/>
                  </a:lnTo>
                  <a:close/>
                </a:path>
                <a:path w="62864" h="50165">
                  <a:moveTo>
                    <a:pt x="39751" y="20332"/>
                  </a:moveTo>
                  <a:lnTo>
                    <a:pt x="39712" y="20078"/>
                  </a:lnTo>
                  <a:lnTo>
                    <a:pt x="37668" y="20078"/>
                  </a:lnTo>
                  <a:lnTo>
                    <a:pt x="37668" y="20332"/>
                  </a:lnTo>
                  <a:lnTo>
                    <a:pt x="36156" y="20332"/>
                  </a:lnTo>
                  <a:lnTo>
                    <a:pt x="35699" y="20078"/>
                  </a:lnTo>
                  <a:lnTo>
                    <a:pt x="37490" y="20078"/>
                  </a:lnTo>
                  <a:lnTo>
                    <a:pt x="37668" y="20332"/>
                  </a:lnTo>
                  <a:lnTo>
                    <a:pt x="37668" y="20078"/>
                  </a:lnTo>
                  <a:lnTo>
                    <a:pt x="37630" y="19824"/>
                  </a:lnTo>
                  <a:lnTo>
                    <a:pt x="35153" y="19824"/>
                  </a:lnTo>
                  <a:lnTo>
                    <a:pt x="35191" y="20078"/>
                  </a:lnTo>
                  <a:lnTo>
                    <a:pt x="34988" y="20078"/>
                  </a:lnTo>
                  <a:lnTo>
                    <a:pt x="32753" y="20078"/>
                  </a:lnTo>
                  <a:lnTo>
                    <a:pt x="32791" y="20586"/>
                  </a:lnTo>
                  <a:lnTo>
                    <a:pt x="33007" y="20332"/>
                  </a:lnTo>
                  <a:lnTo>
                    <a:pt x="34099" y="20332"/>
                  </a:lnTo>
                  <a:lnTo>
                    <a:pt x="34810" y="20840"/>
                  </a:lnTo>
                  <a:lnTo>
                    <a:pt x="35306" y="20840"/>
                  </a:lnTo>
                  <a:lnTo>
                    <a:pt x="35636" y="21221"/>
                  </a:lnTo>
                  <a:lnTo>
                    <a:pt x="35496" y="20840"/>
                  </a:lnTo>
                  <a:lnTo>
                    <a:pt x="37071" y="20840"/>
                  </a:lnTo>
                  <a:lnTo>
                    <a:pt x="37363" y="20586"/>
                  </a:lnTo>
                  <a:lnTo>
                    <a:pt x="39065" y="20332"/>
                  </a:lnTo>
                  <a:lnTo>
                    <a:pt x="39065" y="20586"/>
                  </a:lnTo>
                  <a:lnTo>
                    <a:pt x="39497" y="20840"/>
                  </a:lnTo>
                  <a:lnTo>
                    <a:pt x="39433" y="20332"/>
                  </a:lnTo>
                  <a:lnTo>
                    <a:pt x="39751" y="20332"/>
                  </a:lnTo>
                  <a:close/>
                </a:path>
                <a:path w="62864" h="50165">
                  <a:moveTo>
                    <a:pt x="39789" y="11950"/>
                  </a:moveTo>
                  <a:lnTo>
                    <a:pt x="39560" y="12204"/>
                  </a:lnTo>
                  <a:lnTo>
                    <a:pt x="39738" y="12204"/>
                  </a:lnTo>
                  <a:lnTo>
                    <a:pt x="39789" y="11950"/>
                  </a:lnTo>
                  <a:close/>
                </a:path>
                <a:path w="62864" h="50165">
                  <a:moveTo>
                    <a:pt x="39890" y="15633"/>
                  </a:moveTo>
                  <a:lnTo>
                    <a:pt x="39585" y="15633"/>
                  </a:lnTo>
                  <a:lnTo>
                    <a:pt x="39306" y="16141"/>
                  </a:lnTo>
                  <a:lnTo>
                    <a:pt x="39763" y="15887"/>
                  </a:lnTo>
                  <a:lnTo>
                    <a:pt x="39890" y="15633"/>
                  </a:lnTo>
                  <a:close/>
                </a:path>
                <a:path w="62864" h="50165">
                  <a:moveTo>
                    <a:pt x="39916" y="37604"/>
                  </a:moveTo>
                  <a:lnTo>
                    <a:pt x="38112" y="37477"/>
                  </a:lnTo>
                  <a:lnTo>
                    <a:pt x="37706" y="37477"/>
                  </a:lnTo>
                  <a:lnTo>
                    <a:pt x="37515" y="37350"/>
                  </a:lnTo>
                  <a:lnTo>
                    <a:pt x="37249" y="37096"/>
                  </a:lnTo>
                  <a:lnTo>
                    <a:pt x="37071" y="37096"/>
                  </a:lnTo>
                  <a:lnTo>
                    <a:pt x="36957" y="36969"/>
                  </a:lnTo>
                  <a:lnTo>
                    <a:pt x="36855" y="36842"/>
                  </a:lnTo>
                  <a:lnTo>
                    <a:pt x="36817" y="37477"/>
                  </a:lnTo>
                  <a:lnTo>
                    <a:pt x="36626" y="37604"/>
                  </a:lnTo>
                  <a:lnTo>
                    <a:pt x="37287" y="37604"/>
                  </a:lnTo>
                  <a:lnTo>
                    <a:pt x="37401" y="37477"/>
                  </a:lnTo>
                  <a:lnTo>
                    <a:pt x="37553" y="37604"/>
                  </a:lnTo>
                  <a:lnTo>
                    <a:pt x="39916" y="37604"/>
                  </a:lnTo>
                  <a:close/>
                </a:path>
                <a:path w="62864" h="50165">
                  <a:moveTo>
                    <a:pt x="40030" y="17830"/>
                  </a:moveTo>
                  <a:lnTo>
                    <a:pt x="40005" y="17665"/>
                  </a:lnTo>
                  <a:lnTo>
                    <a:pt x="40030" y="17830"/>
                  </a:lnTo>
                  <a:close/>
                </a:path>
                <a:path w="62864" h="50165">
                  <a:moveTo>
                    <a:pt x="40068" y="16141"/>
                  </a:moveTo>
                  <a:lnTo>
                    <a:pt x="39509" y="16141"/>
                  </a:lnTo>
                  <a:lnTo>
                    <a:pt x="39395" y="16395"/>
                  </a:lnTo>
                  <a:lnTo>
                    <a:pt x="39954" y="16395"/>
                  </a:lnTo>
                  <a:lnTo>
                    <a:pt x="40068" y="16141"/>
                  </a:lnTo>
                  <a:close/>
                </a:path>
                <a:path w="62864" h="50165">
                  <a:moveTo>
                    <a:pt x="40157" y="16395"/>
                  </a:moveTo>
                  <a:lnTo>
                    <a:pt x="39954" y="16395"/>
                  </a:lnTo>
                  <a:lnTo>
                    <a:pt x="39852" y="16649"/>
                  </a:lnTo>
                  <a:lnTo>
                    <a:pt x="40157" y="16395"/>
                  </a:lnTo>
                  <a:close/>
                </a:path>
                <a:path w="62864" h="50165">
                  <a:moveTo>
                    <a:pt x="40195" y="13982"/>
                  </a:moveTo>
                  <a:lnTo>
                    <a:pt x="39268" y="13982"/>
                  </a:lnTo>
                  <a:lnTo>
                    <a:pt x="39255" y="14236"/>
                  </a:lnTo>
                  <a:lnTo>
                    <a:pt x="40157" y="14236"/>
                  </a:lnTo>
                  <a:lnTo>
                    <a:pt x="40195" y="13982"/>
                  </a:lnTo>
                  <a:close/>
                </a:path>
                <a:path w="62864" h="50165">
                  <a:moveTo>
                    <a:pt x="40284" y="6616"/>
                  </a:moveTo>
                  <a:lnTo>
                    <a:pt x="29794" y="6616"/>
                  </a:lnTo>
                  <a:lnTo>
                    <a:pt x="29806" y="6870"/>
                  </a:lnTo>
                  <a:lnTo>
                    <a:pt x="40144" y="6870"/>
                  </a:lnTo>
                  <a:lnTo>
                    <a:pt x="40284" y="6616"/>
                  </a:lnTo>
                  <a:close/>
                </a:path>
                <a:path w="62864" h="50165">
                  <a:moveTo>
                    <a:pt x="40322" y="13220"/>
                  </a:moveTo>
                  <a:lnTo>
                    <a:pt x="39522" y="13220"/>
                  </a:lnTo>
                  <a:lnTo>
                    <a:pt x="39204" y="13144"/>
                  </a:lnTo>
                  <a:lnTo>
                    <a:pt x="39052" y="12966"/>
                  </a:lnTo>
                  <a:lnTo>
                    <a:pt x="38874" y="13068"/>
                  </a:lnTo>
                  <a:lnTo>
                    <a:pt x="38531" y="12966"/>
                  </a:lnTo>
                  <a:lnTo>
                    <a:pt x="39052" y="12966"/>
                  </a:lnTo>
                  <a:lnTo>
                    <a:pt x="39090" y="12712"/>
                  </a:lnTo>
                  <a:lnTo>
                    <a:pt x="38036" y="12712"/>
                  </a:lnTo>
                  <a:lnTo>
                    <a:pt x="38036" y="12966"/>
                  </a:lnTo>
                  <a:lnTo>
                    <a:pt x="37566" y="12966"/>
                  </a:lnTo>
                  <a:lnTo>
                    <a:pt x="37617" y="13728"/>
                  </a:lnTo>
                  <a:lnTo>
                    <a:pt x="37782" y="13474"/>
                  </a:lnTo>
                  <a:lnTo>
                    <a:pt x="37909" y="13220"/>
                  </a:lnTo>
                  <a:lnTo>
                    <a:pt x="38138" y="13220"/>
                  </a:lnTo>
                  <a:lnTo>
                    <a:pt x="38214" y="12966"/>
                  </a:lnTo>
                  <a:lnTo>
                    <a:pt x="38519" y="13220"/>
                  </a:lnTo>
                  <a:lnTo>
                    <a:pt x="39014" y="13220"/>
                  </a:lnTo>
                  <a:lnTo>
                    <a:pt x="38912" y="13728"/>
                  </a:lnTo>
                  <a:lnTo>
                    <a:pt x="38887" y="13982"/>
                  </a:lnTo>
                  <a:lnTo>
                    <a:pt x="39268" y="13982"/>
                  </a:lnTo>
                  <a:lnTo>
                    <a:pt x="39268" y="13474"/>
                  </a:lnTo>
                  <a:lnTo>
                    <a:pt x="40284" y="13474"/>
                  </a:lnTo>
                  <a:lnTo>
                    <a:pt x="40322" y="13220"/>
                  </a:lnTo>
                  <a:close/>
                </a:path>
                <a:path w="62864" h="50165">
                  <a:moveTo>
                    <a:pt x="40360" y="2768"/>
                  </a:moveTo>
                  <a:lnTo>
                    <a:pt x="37680" y="2235"/>
                  </a:lnTo>
                  <a:lnTo>
                    <a:pt x="38176" y="2768"/>
                  </a:lnTo>
                  <a:lnTo>
                    <a:pt x="38176" y="3048"/>
                  </a:lnTo>
                  <a:lnTo>
                    <a:pt x="38849" y="2971"/>
                  </a:lnTo>
                  <a:lnTo>
                    <a:pt x="39103" y="3048"/>
                  </a:lnTo>
                  <a:lnTo>
                    <a:pt x="40360" y="2768"/>
                  </a:lnTo>
                  <a:close/>
                </a:path>
                <a:path w="62864" h="50165">
                  <a:moveTo>
                    <a:pt x="40386" y="12712"/>
                  </a:moveTo>
                  <a:lnTo>
                    <a:pt x="39801" y="12712"/>
                  </a:lnTo>
                  <a:lnTo>
                    <a:pt x="39751" y="12407"/>
                  </a:lnTo>
                  <a:lnTo>
                    <a:pt x="39662" y="12585"/>
                  </a:lnTo>
                  <a:lnTo>
                    <a:pt x="39662" y="12712"/>
                  </a:lnTo>
                  <a:lnTo>
                    <a:pt x="39103" y="12712"/>
                  </a:lnTo>
                  <a:lnTo>
                    <a:pt x="39090" y="12966"/>
                  </a:lnTo>
                  <a:lnTo>
                    <a:pt x="40360" y="12966"/>
                  </a:lnTo>
                  <a:lnTo>
                    <a:pt x="40386" y="12712"/>
                  </a:lnTo>
                  <a:close/>
                </a:path>
                <a:path w="62864" h="50165">
                  <a:moveTo>
                    <a:pt x="40728" y="25158"/>
                  </a:moveTo>
                  <a:lnTo>
                    <a:pt x="37401" y="25158"/>
                  </a:lnTo>
                  <a:lnTo>
                    <a:pt x="37439" y="25285"/>
                  </a:lnTo>
                  <a:lnTo>
                    <a:pt x="40728" y="25285"/>
                  </a:lnTo>
                  <a:lnTo>
                    <a:pt x="40728" y="25158"/>
                  </a:lnTo>
                  <a:close/>
                </a:path>
                <a:path w="62864" h="50165">
                  <a:moveTo>
                    <a:pt x="40741" y="24904"/>
                  </a:moveTo>
                  <a:lnTo>
                    <a:pt x="37350" y="24904"/>
                  </a:lnTo>
                  <a:lnTo>
                    <a:pt x="37363" y="25031"/>
                  </a:lnTo>
                  <a:lnTo>
                    <a:pt x="40728" y="25031"/>
                  </a:lnTo>
                  <a:lnTo>
                    <a:pt x="40741" y="24904"/>
                  </a:lnTo>
                  <a:close/>
                </a:path>
                <a:path w="62864" h="50165">
                  <a:moveTo>
                    <a:pt x="40792" y="22745"/>
                  </a:moveTo>
                  <a:lnTo>
                    <a:pt x="39204" y="22745"/>
                  </a:lnTo>
                  <a:lnTo>
                    <a:pt x="39179" y="22999"/>
                  </a:lnTo>
                  <a:lnTo>
                    <a:pt x="39001" y="22745"/>
                  </a:lnTo>
                  <a:lnTo>
                    <a:pt x="38163" y="22745"/>
                  </a:lnTo>
                  <a:lnTo>
                    <a:pt x="38823" y="22491"/>
                  </a:lnTo>
                  <a:lnTo>
                    <a:pt x="38684" y="22491"/>
                  </a:lnTo>
                  <a:lnTo>
                    <a:pt x="38112" y="22618"/>
                  </a:lnTo>
                  <a:lnTo>
                    <a:pt x="38074" y="22491"/>
                  </a:lnTo>
                  <a:lnTo>
                    <a:pt x="37998" y="22237"/>
                  </a:lnTo>
                  <a:lnTo>
                    <a:pt x="39535" y="22237"/>
                  </a:lnTo>
                  <a:lnTo>
                    <a:pt x="39662" y="22237"/>
                  </a:lnTo>
                  <a:lnTo>
                    <a:pt x="39560" y="22098"/>
                  </a:lnTo>
                  <a:lnTo>
                    <a:pt x="39649" y="21729"/>
                  </a:lnTo>
                  <a:lnTo>
                    <a:pt x="39471" y="21475"/>
                  </a:lnTo>
                  <a:lnTo>
                    <a:pt x="39509" y="22009"/>
                  </a:lnTo>
                  <a:lnTo>
                    <a:pt x="39344" y="21729"/>
                  </a:lnTo>
                  <a:lnTo>
                    <a:pt x="37592" y="21729"/>
                  </a:lnTo>
                  <a:lnTo>
                    <a:pt x="37592" y="22237"/>
                  </a:lnTo>
                  <a:lnTo>
                    <a:pt x="37541" y="22491"/>
                  </a:lnTo>
                  <a:lnTo>
                    <a:pt x="36944" y="22390"/>
                  </a:lnTo>
                  <a:lnTo>
                    <a:pt x="36944" y="22745"/>
                  </a:lnTo>
                  <a:lnTo>
                    <a:pt x="36804" y="22745"/>
                  </a:lnTo>
                  <a:lnTo>
                    <a:pt x="36512" y="22491"/>
                  </a:lnTo>
                  <a:lnTo>
                    <a:pt x="36791" y="22491"/>
                  </a:lnTo>
                  <a:lnTo>
                    <a:pt x="36944" y="22745"/>
                  </a:lnTo>
                  <a:lnTo>
                    <a:pt x="36944" y="22390"/>
                  </a:lnTo>
                  <a:lnTo>
                    <a:pt x="36271" y="22237"/>
                  </a:lnTo>
                  <a:lnTo>
                    <a:pt x="37592" y="22237"/>
                  </a:lnTo>
                  <a:lnTo>
                    <a:pt x="37592" y="21729"/>
                  </a:lnTo>
                  <a:lnTo>
                    <a:pt x="35026" y="21729"/>
                  </a:lnTo>
                  <a:lnTo>
                    <a:pt x="35280" y="21971"/>
                  </a:lnTo>
                  <a:lnTo>
                    <a:pt x="34518" y="21755"/>
                  </a:lnTo>
                  <a:lnTo>
                    <a:pt x="34277" y="21729"/>
                  </a:lnTo>
                  <a:lnTo>
                    <a:pt x="34277" y="22047"/>
                  </a:lnTo>
                  <a:lnTo>
                    <a:pt x="34175" y="22237"/>
                  </a:lnTo>
                  <a:lnTo>
                    <a:pt x="34277" y="22047"/>
                  </a:lnTo>
                  <a:lnTo>
                    <a:pt x="34277" y="21729"/>
                  </a:lnTo>
                  <a:lnTo>
                    <a:pt x="33324" y="21729"/>
                  </a:lnTo>
                  <a:lnTo>
                    <a:pt x="32753" y="21729"/>
                  </a:lnTo>
                  <a:lnTo>
                    <a:pt x="31788" y="22745"/>
                  </a:lnTo>
                  <a:lnTo>
                    <a:pt x="32207" y="22745"/>
                  </a:lnTo>
                  <a:lnTo>
                    <a:pt x="32308" y="22491"/>
                  </a:lnTo>
                  <a:lnTo>
                    <a:pt x="32410" y="22237"/>
                  </a:lnTo>
                  <a:lnTo>
                    <a:pt x="32613" y="22237"/>
                  </a:lnTo>
                  <a:lnTo>
                    <a:pt x="32893" y="22034"/>
                  </a:lnTo>
                  <a:lnTo>
                    <a:pt x="32689" y="22237"/>
                  </a:lnTo>
                  <a:lnTo>
                    <a:pt x="32486" y="22491"/>
                  </a:lnTo>
                  <a:lnTo>
                    <a:pt x="32385" y="22745"/>
                  </a:lnTo>
                  <a:lnTo>
                    <a:pt x="32258" y="23253"/>
                  </a:lnTo>
                  <a:lnTo>
                    <a:pt x="34480" y="23253"/>
                  </a:lnTo>
                  <a:lnTo>
                    <a:pt x="34442" y="22999"/>
                  </a:lnTo>
                  <a:lnTo>
                    <a:pt x="34175" y="22745"/>
                  </a:lnTo>
                  <a:lnTo>
                    <a:pt x="34150" y="22999"/>
                  </a:lnTo>
                  <a:lnTo>
                    <a:pt x="34175" y="22745"/>
                  </a:lnTo>
                  <a:lnTo>
                    <a:pt x="32842" y="22745"/>
                  </a:lnTo>
                  <a:lnTo>
                    <a:pt x="33121" y="22237"/>
                  </a:lnTo>
                  <a:lnTo>
                    <a:pt x="33477" y="22237"/>
                  </a:lnTo>
                  <a:lnTo>
                    <a:pt x="34048" y="22491"/>
                  </a:lnTo>
                  <a:lnTo>
                    <a:pt x="34099" y="22745"/>
                  </a:lnTo>
                  <a:lnTo>
                    <a:pt x="35052" y="22491"/>
                  </a:lnTo>
                  <a:lnTo>
                    <a:pt x="35369" y="22745"/>
                  </a:lnTo>
                  <a:lnTo>
                    <a:pt x="35801" y="22745"/>
                  </a:lnTo>
                  <a:lnTo>
                    <a:pt x="35521" y="22872"/>
                  </a:lnTo>
                  <a:lnTo>
                    <a:pt x="35369" y="22745"/>
                  </a:lnTo>
                  <a:lnTo>
                    <a:pt x="34531" y="22745"/>
                  </a:lnTo>
                  <a:lnTo>
                    <a:pt x="34442" y="22999"/>
                  </a:lnTo>
                  <a:lnTo>
                    <a:pt x="34658" y="22999"/>
                  </a:lnTo>
                  <a:lnTo>
                    <a:pt x="34709" y="23253"/>
                  </a:lnTo>
                  <a:lnTo>
                    <a:pt x="37858" y="23253"/>
                  </a:lnTo>
                  <a:lnTo>
                    <a:pt x="37782" y="22999"/>
                  </a:lnTo>
                  <a:lnTo>
                    <a:pt x="37617" y="22999"/>
                  </a:lnTo>
                  <a:lnTo>
                    <a:pt x="37592" y="22872"/>
                  </a:lnTo>
                  <a:lnTo>
                    <a:pt x="37706" y="22999"/>
                  </a:lnTo>
                  <a:lnTo>
                    <a:pt x="37642" y="22745"/>
                  </a:lnTo>
                  <a:lnTo>
                    <a:pt x="38150" y="22745"/>
                  </a:lnTo>
                  <a:lnTo>
                    <a:pt x="38087" y="23253"/>
                  </a:lnTo>
                  <a:lnTo>
                    <a:pt x="40779" y="23253"/>
                  </a:lnTo>
                  <a:lnTo>
                    <a:pt x="40792" y="22999"/>
                  </a:lnTo>
                  <a:lnTo>
                    <a:pt x="40792" y="22745"/>
                  </a:lnTo>
                  <a:close/>
                </a:path>
                <a:path w="62864" h="50165">
                  <a:moveTo>
                    <a:pt x="40855" y="9029"/>
                  </a:moveTo>
                  <a:lnTo>
                    <a:pt x="40690" y="8890"/>
                  </a:lnTo>
                  <a:lnTo>
                    <a:pt x="40678" y="9029"/>
                  </a:lnTo>
                  <a:lnTo>
                    <a:pt x="40855" y="9029"/>
                  </a:lnTo>
                  <a:close/>
                </a:path>
                <a:path w="62864" h="50165">
                  <a:moveTo>
                    <a:pt x="40982" y="15379"/>
                  </a:moveTo>
                  <a:lnTo>
                    <a:pt x="40182" y="15887"/>
                  </a:lnTo>
                  <a:lnTo>
                    <a:pt x="40068" y="16141"/>
                  </a:lnTo>
                  <a:lnTo>
                    <a:pt x="40373" y="16141"/>
                  </a:lnTo>
                  <a:lnTo>
                    <a:pt x="40589" y="15887"/>
                  </a:lnTo>
                  <a:lnTo>
                    <a:pt x="40843" y="15633"/>
                  </a:lnTo>
                  <a:lnTo>
                    <a:pt x="40982" y="15379"/>
                  </a:lnTo>
                  <a:close/>
                </a:path>
                <a:path w="62864" h="50165">
                  <a:moveTo>
                    <a:pt x="41008" y="23253"/>
                  </a:moveTo>
                  <a:lnTo>
                    <a:pt x="40779" y="23253"/>
                  </a:lnTo>
                  <a:lnTo>
                    <a:pt x="40741" y="24904"/>
                  </a:lnTo>
                  <a:lnTo>
                    <a:pt x="40881" y="24777"/>
                  </a:lnTo>
                  <a:lnTo>
                    <a:pt x="40982" y="24269"/>
                  </a:lnTo>
                  <a:lnTo>
                    <a:pt x="41008" y="23253"/>
                  </a:lnTo>
                  <a:close/>
                </a:path>
                <a:path w="62864" h="50165">
                  <a:moveTo>
                    <a:pt x="41071" y="15633"/>
                  </a:moveTo>
                  <a:lnTo>
                    <a:pt x="40881" y="15633"/>
                  </a:lnTo>
                  <a:lnTo>
                    <a:pt x="40792" y="15887"/>
                  </a:lnTo>
                  <a:lnTo>
                    <a:pt x="40932" y="15887"/>
                  </a:lnTo>
                  <a:lnTo>
                    <a:pt x="41071" y="15633"/>
                  </a:lnTo>
                  <a:close/>
                </a:path>
                <a:path w="62864" h="50165">
                  <a:moveTo>
                    <a:pt x="41097" y="18554"/>
                  </a:moveTo>
                  <a:lnTo>
                    <a:pt x="40855" y="18554"/>
                  </a:lnTo>
                  <a:lnTo>
                    <a:pt x="40881" y="18745"/>
                  </a:lnTo>
                  <a:lnTo>
                    <a:pt x="41046" y="18770"/>
                  </a:lnTo>
                  <a:lnTo>
                    <a:pt x="41097" y="18554"/>
                  </a:lnTo>
                  <a:close/>
                </a:path>
                <a:path w="62864" h="50165">
                  <a:moveTo>
                    <a:pt x="41097" y="13868"/>
                  </a:moveTo>
                  <a:lnTo>
                    <a:pt x="41071" y="13538"/>
                  </a:lnTo>
                  <a:lnTo>
                    <a:pt x="41046" y="13868"/>
                  </a:lnTo>
                  <a:close/>
                </a:path>
                <a:path w="62864" h="50165">
                  <a:moveTo>
                    <a:pt x="41122" y="13411"/>
                  </a:moveTo>
                  <a:lnTo>
                    <a:pt x="40932" y="13220"/>
                  </a:lnTo>
                  <a:lnTo>
                    <a:pt x="40500" y="13220"/>
                  </a:lnTo>
                  <a:lnTo>
                    <a:pt x="40500" y="12966"/>
                  </a:lnTo>
                  <a:lnTo>
                    <a:pt x="40360" y="12966"/>
                  </a:lnTo>
                  <a:lnTo>
                    <a:pt x="40335" y="13474"/>
                  </a:lnTo>
                  <a:lnTo>
                    <a:pt x="41109" y="13474"/>
                  </a:lnTo>
                  <a:close/>
                </a:path>
                <a:path w="62864" h="50165">
                  <a:moveTo>
                    <a:pt x="41160" y="22237"/>
                  </a:moveTo>
                  <a:lnTo>
                    <a:pt x="40805" y="22237"/>
                  </a:lnTo>
                  <a:lnTo>
                    <a:pt x="40792" y="22745"/>
                  </a:lnTo>
                  <a:lnTo>
                    <a:pt x="40957" y="22745"/>
                  </a:lnTo>
                  <a:lnTo>
                    <a:pt x="41059" y="22491"/>
                  </a:lnTo>
                  <a:lnTo>
                    <a:pt x="41160" y="22237"/>
                  </a:lnTo>
                  <a:close/>
                </a:path>
                <a:path w="62864" h="50165">
                  <a:moveTo>
                    <a:pt x="41160" y="13220"/>
                  </a:moveTo>
                  <a:lnTo>
                    <a:pt x="41021" y="13220"/>
                  </a:lnTo>
                  <a:lnTo>
                    <a:pt x="41122" y="13385"/>
                  </a:lnTo>
                  <a:lnTo>
                    <a:pt x="41160" y="13220"/>
                  </a:lnTo>
                  <a:close/>
                </a:path>
                <a:path w="62864" h="50165">
                  <a:moveTo>
                    <a:pt x="41338" y="15125"/>
                  </a:moveTo>
                  <a:lnTo>
                    <a:pt x="40944" y="15379"/>
                  </a:lnTo>
                  <a:lnTo>
                    <a:pt x="41224" y="15379"/>
                  </a:lnTo>
                  <a:lnTo>
                    <a:pt x="41338" y="15125"/>
                  </a:lnTo>
                  <a:close/>
                </a:path>
                <a:path w="62864" h="50165">
                  <a:moveTo>
                    <a:pt x="41427" y="14262"/>
                  </a:moveTo>
                  <a:lnTo>
                    <a:pt x="41059" y="14744"/>
                  </a:lnTo>
                  <a:lnTo>
                    <a:pt x="40500" y="15189"/>
                  </a:lnTo>
                  <a:lnTo>
                    <a:pt x="40284" y="15722"/>
                  </a:lnTo>
                  <a:lnTo>
                    <a:pt x="40614" y="15201"/>
                  </a:lnTo>
                  <a:lnTo>
                    <a:pt x="41173" y="14732"/>
                  </a:lnTo>
                  <a:lnTo>
                    <a:pt x="41427" y="14262"/>
                  </a:lnTo>
                  <a:close/>
                </a:path>
                <a:path w="62864" h="50165">
                  <a:moveTo>
                    <a:pt x="41452" y="13728"/>
                  </a:moveTo>
                  <a:lnTo>
                    <a:pt x="41351" y="13474"/>
                  </a:lnTo>
                  <a:lnTo>
                    <a:pt x="41186" y="13474"/>
                  </a:lnTo>
                  <a:lnTo>
                    <a:pt x="41452" y="13728"/>
                  </a:lnTo>
                  <a:close/>
                </a:path>
                <a:path w="62864" h="50165">
                  <a:moveTo>
                    <a:pt x="41605" y="15633"/>
                  </a:moveTo>
                  <a:lnTo>
                    <a:pt x="41224" y="15379"/>
                  </a:lnTo>
                  <a:lnTo>
                    <a:pt x="41186" y="15633"/>
                  </a:lnTo>
                  <a:lnTo>
                    <a:pt x="41605" y="15633"/>
                  </a:lnTo>
                  <a:close/>
                </a:path>
                <a:path w="62864" h="50165">
                  <a:moveTo>
                    <a:pt x="41770" y="16141"/>
                  </a:moveTo>
                  <a:lnTo>
                    <a:pt x="40373" y="16141"/>
                  </a:lnTo>
                  <a:lnTo>
                    <a:pt x="40157" y="16395"/>
                  </a:lnTo>
                  <a:lnTo>
                    <a:pt x="41465" y="16395"/>
                  </a:lnTo>
                  <a:lnTo>
                    <a:pt x="41770" y="16141"/>
                  </a:lnTo>
                  <a:close/>
                </a:path>
                <a:path w="62864" h="50165">
                  <a:moveTo>
                    <a:pt x="41770" y="13474"/>
                  </a:moveTo>
                  <a:lnTo>
                    <a:pt x="41414" y="13220"/>
                  </a:lnTo>
                  <a:lnTo>
                    <a:pt x="41351" y="13474"/>
                  </a:lnTo>
                  <a:lnTo>
                    <a:pt x="41770" y="13474"/>
                  </a:lnTo>
                  <a:close/>
                </a:path>
                <a:path w="62864" h="50165">
                  <a:moveTo>
                    <a:pt x="41795" y="37858"/>
                  </a:moveTo>
                  <a:lnTo>
                    <a:pt x="40855" y="37731"/>
                  </a:lnTo>
                  <a:lnTo>
                    <a:pt x="40754" y="37858"/>
                  </a:lnTo>
                  <a:lnTo>
                    <a:pt x="41795" y="37858"/>
                  </a:lnTo>
                  <a:close/>
                </a:path>
                <a:path w="62864" h="50165">
                  <a:moveTo>
                    <a:pt x="41922" y="6616"/>
                  </a:moveTo>
                  <a:lnTo>
                    <a:pt x="41694" y="6362"/>
                  </a:lnTo>
                  <a:lnTo>
                    <a:pt x="41643" y="6616"/>
                  </a:lnTo>
                  <a:lnTo>
                    <a:pt x="41922" y="6616"/>
                  </a:lnTo>
                  <a:close/>
                </a:path>
                <a:path w="62864" h="50165">
                  <a:moveTo>
                    <a:pt x="42062" y="8775"/>
                  </a:moveTo>
                  <a:lnTo>
                    <a:pt x="41668" y="8775"/>
                  </a:lnTo>
                  <a:lnTo>
                    <a:pt x="41846" y="8928"/>
                  </a:lnTo>
                  <a:lnTo>
                    <a:pt x="42062" y="8775"/>
                  </a:lnTo>
                  <a:close/>
                </a:path>
                <a:path w="62864" h="50165">
                  <a:moveTo>
                    <a:pt x="42176" y="13220"/>
                  </a:moveTo>
                  <a:lnTo>
                    <a:pt x="41821" y="12966"/>
                  </a:lnTo>
                  <a:lnTo>
                    <a:pt x="41376" y="12966"/>
                  </a:lnTo>
                  <a:lnTo>
                    <a:pt x="41135" y="12712"/>
                  </a:lnTo>
                  <a:lnTo>
                    <a:pt x="40652" y="12712"/>
                  </a:lnTo>
                  <a:lnTo>
                    <a:pt x="40678" y="12966"/>
                  </a:lnTo>
                  <a:lnTo>
                    <a:pt x="40932" y="13220"/>
                  </a:lnTo>
                  <a:lnTo>
                    <a:pt x="40919" y="12966"/>
                  </a:lnTo>
                  <a:lnTo>
                    <a:pt x="41211" y="12966"/>
                  </a:lnTo>
                  <a:lnTo>
                    <a:pt x="41160" y="13220"/>
                  </a:lnTo>
                  <a:lnTo>
                    <a:pt x="41414" y="13220"/>
                  </a:lnTo>
                  <a:lnTo>
                    <a:pt x="42176" y="13220"/>
                  </a:lnTo>
                  <a:close/>
                </a:path>
                <a:path w="62864" h="50165">
                  <a:moveTo>
                    <a:pt x="43027" y="15887"/>
                  </a:moveTo>
                  <a:lnTo>
                    <a:pt x="42900" y="15633"/>
                  </a:lnTo>
                  <a:lnTo>
                    <a:pt x="42532" y="15633"/>
                  </a:lnTo>
                  <a:lnTo>
                    <a:pt x="42227" y="15773"/>
                  </a:lnTo>
                  <a:lnTo>
                    <a:pt x="42278" y="15379"/>
                  </a:lnTo>
                  <a:lnTo>
                    <a:pt x="42113" y="15633"/>
                  </a:lnTo>
                  <a:lnTo>
                    <a:pt x="42011" y="15862"/>
                  </a:lnTo>
                  <a:lnTo>
                    <a:pt x="41605" y="15633"/>
                  </a:lnTo>
                  <a:lnTo>
                    <a:pt x="41744" y="15887"/>
                  </a:lnTo>
                  <a:lnTo>
                    <a:pt x="41770" y="16141"/>
                  </a:lnTo>
                  <a:lnTo>
                    <a:pt x="42303" y="16141"/>
                  </a:lnTo>
                  <a:lnTo>
                    <a:pt x="42545" y="15887"/>
                  </a:lnTo>
                  <a:lnTo>
                    <a:pt x="43027" y="15887"/>
                  </a:lnTo>
                  <a:close/>
                </a:path>
                <a:path w="62864" h="50165">
                  <a:moveTo>
                    <a:pt x="43040" y="17259"/>
                  </a:moveTo>
                  <a:lnTo>
                    <a:pt x="42913" y="16903"/>
                  </a:lnTo>
                  <a:lnTo>
                    <a:pt x="42494" y="16649"/>
                  </a:lnTo>
                  <a:lnTo>
                    <a:pt x="42468" y="16395"/>
                  </a:lnTo>
                  <a:lnTo>
                    <a:pt x="41465" y="16395"/>
                  </a:lnTo>
                  <a:lnTo>
                    <a:pt x="41452" y="16903"/>
                  </a:lnTo>
                  <a:lnTo>
                    <a:pt x="41897" y="16903"/>
                  </a:lnTo>
                  <a:lnTo>
                    <a:pt x="41998" y="17170"/>
                  </a:lnTo>
                  <a:lnTo>
                    <a:pt x="42468" y="16903"/>
                  </a:lnTo>
                  <a:lnTo>
                    <a:pt x="43040" y="17259"/>
                  </a:lnTo>
                  <a:close/>
                </a:path>
                <a:path w="62864" h="50165">
                  <a:moveTo>
                    <a:pt x="43268" y="18948"/>
                  </a:moveTo>
                  <a:lnTo>
                    <a:pt x="43154" y="18808"/>
                  </a:lnTo>
                  <a:lnTo>
                    <a:pt x="42799" y="18808"/>
                  </a:lnTo>
                  <a:lnTo>
                    <a:pt x="43268" y="18948"/>
                  </a:lnTo>
                  <a:close/>
                </a:path>
                <a:path w="62864" h="50165">
                  <a:moveTo>
                    <a:pt x="43332" y="18554"/>
                  </a:moveTo>
                  <a:lnTo>
                    <a:pt x="42951" y="18554"/>
                  </a:lnTo>
                  <a:lnTo>
                    <a:pt x="43154" y="18808"/>
                  </a:lnTo>
                  <a:lnTo>
                    <a:pt x="43332" y="18808"/>
                  </a:lnTo>
                  <a:lnTo>
                    <a:pt x="43332" y="18554"/>
                  </a:lnTo>
                  <a:close/>
                </a:path>
                <a:path w="62864" h="50165">
                  <a:moveTo>
                    <a:pt x="43535" y="12966"/>
                  </a:moveTo>
                  <a:lnTo>
                    <a:pt x="43192" y="12966"/>
                  </a:lnTo>
                  <a:lnTo>
                    <a:pt x="43230" y="13220"/>
                  </a:lnTo>
                  <a:lnTo>
                    <a:pt x="43434" y="13220"/>
                  </a:lnTo>
                  <a:lnTo>
                    <a:pt x="43535" y="12966"/>
                  </a:lnTo>
                  <a:close/>
                </a:path>
                <a:path w="62864" h="50165">
                  <a:moveTo>
                    <a:pt x="43599" y="18554"/>
                  </a:moveTo>
                  <a:lnTo>
                    <a:pt x="43497" y="18300"/>
                  </a:lnTo>
                  <a:lnTo>
                    <a:pt x="43383" y="18046"/>
                  </a:lnTo>
                  <a:lnTo>
                    <a:pt x="43332" y="18554"/>
                  </a:lnTo>
                  <a:lnTo>
                    <a:pt x="43599" y="18554"/>
                  </a:lnTo>
                  <a:close/>
                </a:path>
                <a:path w="62864" h="50165">
                  <a:moveTo>
                    <a:pt x="43662" y="10553"/>
                  </a:moveTo>
                  <a:lnTo>
                    <a:pt x="43497" y="10553"/>
                  </a:lnTo>
                  <a:lnTo>
                    <a:pt x="43472" y="10807"/>
                  </a:lnTo>
                  <a:lnTo>
                    <a:pt x="43662" y="10553"/>
                  </a:lnTo>
                  <a:close/>
                </a:path>
                <a:path w="62864" h="50165">
                  <a:moveTo>
                    <a:pt x="43802" y="11950"/>
                  </a:moveTo>
                  <a:lnTo>
                    <a:pt x="43611" y="11950"/>
                  </a:lnTo>
                  <a:lnTo>
                    <a:pt x="43624" y="11696"/>
                  </a:lnTo>
                  <a:lnTo>
                    <a:pt x="43218" y="11696"/>
                  </a:lnTo>
                  <a:lnTo>
                    <a:pt x="43243" y="11315"/>
                  </a:lnTo>
                  <a:lnTo>
                    <a:pt x="39166" y="11315"/>
                  </a:lnTo>
                  <a:lnTo>
                    <a:pt x="39027" y="11188"/>
                  </a:lnTo>
                  <a:lnTo>
                    <a:pt x="39027" y="11315"/>
                  </a:lnTo>
                  <a:lnTo>
                    <a:pt x="38493" y="11315"/>
                  </a:lnTo>
                  <a:lnTo>
                    <a:pt x="38557" y="11442"/>
                  </a:lnTo>
                  <a:lnTo>
                    <a:pt x="39154" y="11696"/>
                  </a:lnTo>
                  <a:lnTo>
                    <a:pt x="43065" y="11696"/>
                  </a:lnTo>
                  <a:lnTo>
                    <a:pt x="42989" y="11950"/>
                  </a:lnTo>
                  <a:lnTo>
                    <a:pt x="43370" y="11950"/>
                  </a:lnTo>
                  <a:lnTo>
                    <a:pt x="43281" y="12458"/>
                  </a:lnTo>
                  <a:lnTo>
                    <a:pt x="43129" y="12458"/>
                  </a:lnTo>
                  <a:lnTo>
                    <a:pt x="42913" y="12204"/>
                  </a:lnTo>
                  <a:lnTo>
                    <a:pt x="42989" y="11950"/>
                  </a:lnTo>
                  <a:lnTo>
                    <a:pt x="39979" y="11950"/>
                  </a:lnTo>
                  <a:lnTo>
                    <a:pt x="39903" y="12344"/>
                  </a:lnTo>
                  <a:lnTo>
                    <a:pt x="40284" y="12204"/>
                  </a:lnTo>
                  <a:lnTo>
                    <a:pt x="40436" y="12204"/>
                  </a:lnTo>
                  <a:lnTo>
                    <a:pt x="40386" y="12712"/>
                  </a:lnTo>
                  <a:lnTo>
                    <a:pt x="40652" y="12712"/>
                  </a:lnTo>
                  <a:lnTo>
                    <a:pt x="40652" y="12458"/>
                  </a:lnTo>
                  <a:lnTo>
                    <a:pt x="40868" y="12458"/>
                  </a:lnTo>
                  <a:lnTo>
                    <a:pt x="41173" y="12712"/>
                  </a:lnTo>
                  <a:lnTo>
                    <a:pt x="41414" y="12712"/>
                  </a:lnTo>
                  <a:lnTo>
                    <a:pt x="41668" y="12585"/>
                  </a:lnTo>
                  <a:lnTo>
                    <a:pt x="41490" y="12712"/>
                  </a:lnTo>
                  <a:lnTo>
                    <a:pt x="42100" y="12712"/>
                  </a:lnTo>
                  <a:lnTo>
                    <a:pt x="42202" y="12458"/>
                  </a:lnTo>
                  <a:lnTo>
                    <a:pt x="42786" y="12458"/>
                  </a:lnTo>
                  <a:lnTo>
                    <a:pt x="43103" y="12458"/>
                  </a:lnTo>
                  <a:lnTo>
                    <a:pt x="43129" y="12700"/>
                  </a:lnTo>
                  <a:lnTo>
                    <a:pt x="42976" y="12585"/>
                  </a:lnTo>
                  <a:lnTo>
                    <a:pt x="42849" y="12712"/>
                  </a:lnTo>
                  <a:lnTo>
                    <a:pt x="42100" y="12712"/>
                  </a:lnTo>
                  <a:lnTo>
                    <a:pt x="41998" y="12966"/>
                  </a:lnTo>
                  <a:lnTo>
                    <a:pt x="43192" y="12966"/>
                  </a:lnTo>
                  <a:lnTo>
                    <a:pt x="43141" y="12712"/>
                  </a:lnTo>
                  <a:lnTo>
                    <a:pt x="43459" y="12712"/>
                  </a:lnTo>
                  <a:lnTo>
                    <a:pt x="43535" y="12458"/>
                  </a:lnTo>
                  <a:lnTo>
                    <a:pt x="43624" y="12204"/>
                  </a:lnTo>
                  <a:lnTo>
                    <a:pt x="43802" y="11950"/>
                  </a:lnTo>
                  <a:close/>
                </a:path>
                <a:path w="62864" h="50165">
                  <a:moveTo>
                    <a:pt x="43878" y="11696"/>
                  </a:moveTo>
                  <a:lnTo>
                    <a:pt x="43688" y="11315"/>
                  </a:lnTo>
                  <a:lnTo>
                    <a:pt x="43624" y="11696"/>
                  </a:lnTo>
                  <a:lnTo>
                    <a:pt x="43878" y="11696"/>
                  </a:lnTo>
                  <a:close/>
                </a:path>
                <a:path w="62864" h="50165">
                  <a:moveTo>
                    <a:pt x="43878" y="11061"/>
                  </a:moveTo>
                  <a:lnTo>
                    <a:pt x="43599" y="11061"/>
                  </a:lnTo>
                  <a:lnTo>
                    <a:pt x="43357" y="11061"/>
                  </a:lnTo>
                  <a:lnTo>
                    <a:pt x="43395" y="11315"/>
                  </a:lnTo>
                  <a:lnTo>
                    <a:pt x="43688" y="11315"/>
                  </a:lnTo>
                  <a:lnTo>
                    <a:pt x="43853" y="11315"/>
                  </a:lnTo>
                  <a:lnTo>
                    <a:pt x="43878" y="11061"/>
                  </a:lnTo>
                  <a:close/>
                </a:path>
                <a:path w="62864" h="50165">
                  <a:moveTo>
                    <a:pt x="43954" y="19570"/>
                  </a:moveTo>
                  <a:lnTo>
                    <a:pt x="43916" y="19316"/>
                  </a:lnTo>
                  <a:lnTo>
                    <a:pt x="43815" y="19062"/>
                  </a:lnTo>
                  <a:lnTo>
                    <a:pt x="43700" y="18808"/>
                  </a:lnTo>
                  <a:lnTo>
                    <a:pt x="43332" y="18808"/>
                  </a:lnTo>
                  <a:lnTo>
                    <a:pt x="43421" y="18999"/>
                  </a:lnTo>
                  <a:lnTo>
                    <a:pt x="43662" y="19062"/>
                  </a:lnTo>
                  <a:lnTo>
                    <a:pt x="43459" y="19062"/>
                  </a:lnTo>
                  <a:lnTo>
                    <a:pt x="43954" y="19570"/>
                  </a:lnTo>
                  <a:close/>
                </a:path>
                <a:path w="62864" h="50165">
                  <a:moveTo>
                    <a:pt x="44030" y="25031"/>
                  </a:moveTo>
                  <a:lnTo>
                    <a:pt x="44018" y="24904"/>
                  </a:lnTo>
                  <a:lnTo>
                    <a:pt x="40817" y="24904"/>
                  </a:lnTo>
                  <a:lnTo>
                    <a:pt x="40767" y="25031"/>
                  </a:lnTo>
                  <a:lnTo>
                    <a:pt x="44030" y="25031"/>
                  </a:lnTo>
                  <a:close/>
                </a:path>
                <a:path w="62864" h="50165">
                  <a:moveTo>
                    <a:pt x="44094" y="25158"/>
                  </a:moveTo>
                  <a:lnTo>
                    <a:pt x="40754" y="25158"/>
                  </a:lnTo>
                  <a:lnTo>
                    <a:pt x="40741" y="25285"/>
                  </a:lnTo>
                  <a:lnTo>
                    <a:pt x="44081" y="25285"/>
                  </a:lnTo>
                  <a:lnTo>
                    <a:pt x="44094" y="25158"/>
                  </a:lnTo>
                  <a:close/>
                </a:path>
                <a:path w="62864" h="50165">
                  <a:moveTo>
                    <a:pt x="44170" y="24777"/>
                  </a:moveTo>
                  <a:lnTo>
                    <a:pt x="43980" y="24650"/>
                  </a:lnTo>
                  <a:lnTo>
                    <a:pt x="44018" y="24904"/>
                  </a:lnTo>
                  <a:lnTo>
                    <a:pt x="44145" y="24904"/>
                  </a:lnTo>
                  <a:lnTo>
                    <a:pt x="44170" y="24777"/>
                  </a:lnTo>
                  <a:close/>
                </a:path>
                <a:path w="62864" h="50165">
                  <a:moveTo>
                    <a:pt x="44754" y="23761"/>
                  </a:moveTo>
                  <a:lnTo>
                    <a:pt x="44551" y="24015"/>
                  </a:lnTo>
                  <a:lnTo>
                    <a:pt x="44411" y="24269"/>
                  </a:lnTo>
                  <a:lnTo>
                    <a:pt x="44335" y="24396"/>
                  </a:lnTo>
                  <a:lnTo>
                    <a:pt x="44272" y="24523"/>
                  </a:lnTo>
                  <a:lnTo>
                    <a:pt x="44196" y="24650"/>
                  </a:lnTo>
                  <a:lnTo>
                    <a:pt x="44411" y="24523"/>
                  </a:lnTo>
                  <a:lnTo>
                    <a:pt x="44538" y="24396"/>
                  </a:lnTo>
                  <a:lnTo>
                    <a:pt x="44665" y="24269"/>
                  </a:lnTo>
                  <a:lnTo>
                    <a:pt x="44754" y="23761"/>
                  </a:lnTo>
                  <a:close/>
                </a:path>
                <a:path w="62864" h="50165">
                  <a:moveTo>
                    <a:pt x="44754" y="23253"/>
                  </a:moveTo>
                  <a:lnTo>
                    <a:pt x="44361" y="23507"/>
                  </a:lnTo>
                  <a:lnTo>
                    <a:pt x="44729" y="23507"/>
                  </a:lnTo>
                  <a:lnTo>
                    <a:pt x="44754" y="23253"/>
                  </a:lnTo>
                  <a:close/>
                </a:path>
                <a:path w="62864" h="50165">
                  <a:moveTo>
                    <a:pt x="44945" y="15113"/>
                  </a:moveTo>
                  <a:lnTo>
                    <a:pt x="44869" y="14770"/>
                  </a:lnTo>
                  <a:lnTo>
                    <a:pt x="44729" y="15074"/>
                  </a:lnTo>
                  <a:lnTo>
                    <a:pt x="44945" y="15113"/>
                  </a:lnTo>
                  <a:close/>
                </a:path>
                <a:path w="62864" h="50165">
                  <a:moveTo>
                    <a:pt x="45034" y="20840"/>
                  </a:moveTo>
                  <a:lnTo>
                    <a:pt x="44805" y="20713"/>
                  </a:lnTo>
                  <a:lnTo>
                    <a:pt x="44805" y="20840"/>
                  </a:lnTo>
                  <a:lnTo>
                    <a:pt x="45034" y="20840"/>
                  </a:lnTo>
                  <a:close/>
                </a:path>
                <a:path w="62864" h="50165">
                  <a:moveTo>
                    <a:pt x="45161" y="16992"/>
                  </a:moveTo>
                  <a:lnTo>
                    <a:pt x="45085" y="16840"/>
                  </a:lnTo>
                  <a:lnTo>
                    <a:pt x="44958" y="17043"/>
                  </a:lnTo>
                  <a:lnTo>
                    <a:pt x="45085" y="16929"/>
                  </a:lnTo>
                  <a:lnTo>
                    <a:pt x="45059" y="16776"/>
                  </a:lnTo>
                  <a:lnTo>
                    <a:pt x="44919" y="16967"/>
                  </a:lnTo>
                  <a:lnTo>
                    <a:pt x="44843" y="17094"/>
                  </a:lnTo>
                  <a:lnTo>
                    <a:pt x="44983" y="17056"/>
                  </a:lnTo>
                  <a:lnTo>
                    <a:pt x="45123" y="16992"/>
                  </a:lnTo>
                  <a:close/>
                </a:path>
                <a:path w="62864" h="50165">
                  <a:moveTo>
                    <a:pt x="45313" y="44983"/>
                  </a:moveTo>
                  <a:lnTo>
                    <a:pt x="45237" y="44424"/>
                  </a:lnTo>
                  <a:lnTo>
                    <a:pt x="45262" y="45173"/>
                  </a:lnTo>
                  <a:lnTo>
                    <a:pt x="45173" y="46189"/>
                  </a:lnTo>
                  <a:lnTo>
                    <a:pt x="45262" y="46761"/>
                  </a:lnTo>
                  <a:lnTo>
                    <a:pt x="45237" y="46024"/>
                  </a:lnTo>
                  <a:lnTo>
                    <a:pt x="45313" y="44983"/>
                  </a:lnTo>
                  <a:close/>
                </a:path>
                <a:path w="62864" h="50165">
                  <a:moveTo>
                    <a:pt x="45415" y="15773"/>
                  </a:moveTo>
                  <a:lnTo>
                    <a:pt x="45300" y="15405"/>
                  </a:lnTo>
                  <a:lnTo>
                    <a:pt x="45046" y="15151"/>
                  </a:lnTo>
                  <a:lnTo>
                    <a:pt x="44907" y="15151"/>
                  </a:lnTo>
                  <a:lnTo>
                    <a:pt x="45085" y="15303"/>
                  </a:lnTo>
                  <a:lnTo>
                    <a:pt x="45110" y="15659"/>
                  </a:lnTo>
                  <a:lnTo>
                    <a:pt x="45085" y="15875"/>
                  </a:lnTo>
                  <a:lnTo>
                    <a:pt x="45415" y="15773"/>
                  </a:lnTo>
                  <a:close/>
                </a:path>
                <a:path w="62864" h="50165">
                  <a:moveTo>
                    <a:pt x="45681" y="12585"/>
                  </a:moveTo>
                  <a:lnTo>
                    <a:pt x="45389" y="12585"/>
                  </a:lnTo>
                  <a:lnTo>
                    <a:pt x="43688" y="12585"/>
                  </a:lnTo>
                  <a:lnTo>
                    <a:pt x="43738" y="13830"/>
                  </a:lnTo>
                  <a:lnTo>
                    <a:pt x="45377" y="13830"/>
                  </a:lnTo>
                  <a:lnTo>
                    <a:pt x="45631" y="13830"/>
                  </a:lnTo>
                  <a:lnTo>
                    <a:pt x="45681" y="12585"/>
                  </a:lnTo>
                  <a:close/>
                </a:path>
                <a:path w="62864" h="50165">
                  <a:moveTo>
                    <a:pt x="45808" y="18554"/>
                  </a:moveTo>
                  <a:lnTo>
                    <a:pt x="45593" y="18554"/>
                  </a:lnTo>
                  <a:lnTo>
                    <a:pt x="45554" y="18808"/>
                  </a:lnTo>
                  <a:lnTo>
                    <a:pt x="45808" y="18554"/>
                  </a:lnTo>
                  <a:close/>
                </a:path>
                <a:path w="62864" h="50165">
                  <a:moveTo>
                    <a:pt x="46037" y="18808"/>
                  </a:moveTo>
                  <a:lnTo>
                    <a:pt x="45910" y="18681"/>
                  </a:lnTo>
                  <a:lnTo>
                    <a:pt x="45796" y="18808"/>
                  </a:lnTo>
                  <a:lnTo>
                    <a:pt x="45554" y="18808"/>
                  </a:lnTo>
                  <a:lnTo>
                    <a:pt x="45377" y="18808"/>
                  </a:lnTo>
                  <a:lnTo>
                    <a:pt x="45212" y="18808"/>
                  </a:lnTo>
                  <a:lnTo>
                    <a:pt x="45593" y="18554"/>
                  </a:lnTo>
                  <a:lnTo>
                    <a:pt x="43967" y="18554"/>
                  </a:lnTo>
                  <a:lnTo>
                    <a:pt x="44018" y="18415"/>
                  </a:lnTo>
                  <a:lnTo>
                    <a:pt x="43878" y="18249"/>
                  </a:lnTo>
                  <a:lnTo>
                    <a:pt x="43776" y="17716"/>
                  </a:lnTo>
                  <a:lnTo>
                    <a:pt x="43840" y="17437"/>
                  </a:lnTo>
                  <a:lnTo>
                    <a:pt x="43624" y="17297"/>
                  </a:lnTo>
                  <a:lnTo>
                    <a:pt x="43751" y="16776"/>
                  </a:lnTo>
                  <a:lnTo>
                    <a:pt x="43535" y="16878"/>
                  </a:lnTo>
                  <a:lnTo>
                    <a:pt x="43497" y="16611"/>
                  </a:lnTo>
                  <a:lnTo>
                    <a:pt x="43459" y="16294"/>
                  </a:lnTo>
                  <a:lnTo>
                    <a:pt x="43205" y="16332"/>
                  </a:lnTo>
                  <a:lnTo>
                    <a:pt x="43141" y="16040"/>
                  </a:lnTo>
                  <a:lnTo>
                    <a:pt x="43014" y="16002"/>
                  </a:lnTo>
                  <a:lnTo>
                    <a:pt x="43510" y="17043"/>
                  </a:lnTo>
                  <a:lnTo>
                    <a:pt x="43662" y="18554"/>
                  </a:lnTo>
                  <a:lnTo>
                    <a:pt x="43700" y="18808"/>
                  </a:lnTo>
                  <a:lnTo>
                    <a:pt x="43853" y="18808"/>
                  </a:lnTo>
                  <a:lnTo>
                    <a:pt x="44335" y="19342"/>
                  </a:lnTo>
                  <a:lnTo>
                    <a:pt x="44234" y="18973"/>
                  </a:lnTo>
                  <a:lnTo>
                    <a:pt x="44005" y="18808"/>
                  </a:lnTo>
                  <a:lnTo>
                    <a:pt x="45135" y="18808"/>
                  </a:lnTo>
                  <a:lnTo>
                    <a:pt x="45199" y="19316"/>
                  </a:lnTo>
                  <a:lnTo>
                    <a:pt x="45313" y="19570"/>
                  </a:lnTo>
                  <a:lnTo>
                    <a:pt x="45516" y="19824"/>
                  </a:lnTo>
                  <a:lnTo>
                    <a:pt x="45440" y="18910"/>
                  </a:lnTo>
                  <a:lnTo>
                    <a:pt x="45554" y="19062"/>
                  </a:lnTo>
                  <a:lnTo>
                    <a:pt x="45999" y="19062"/>
                  </a:lnTo>
                  <a:lnTo>
                    <a:pt x="46037" y="18808"/>
                  </a:lnTo>
                  <a:close/>
                </a:path>
                <a:path w="62864" h="50165">
                  <a:moveTo>
                    <a:pt x="46037" y="10045"/>
                  </a:moveTo>
                  <a:lnTo>
                    <a:pt x="45923" y="9791"/>
                  </a:lnTo>
                  <a:lnTo>
                    <a:pt x="45808" y="9537"/>
                  </a:lnTo>
                  <a:lnTo>
                    <a:pt x="45694" y="9283"/>
                  </a:lnTo>
                  <a:lnTo>
                    <a:pt x="45948" y="9283"/>
                  </a:lnTo>
                  <a:lnTo>
                    <a:pt x="45631" y="8775"/>
                  </a:lnTo>
                  <a:lnTo>
                    <a:pt x="45173" y="8775"/>
                  </a:lnTo>
                  <a:lnTo>
                    <a:pt x="45300" y="8521"/>
                  </a:lnTo>
                  <a:lnTo>
                    <a:pt x="45072" y="8648"/>
                  </a:lnTo>
                  <a:lnTo>
                    <a:pt x="45034" y="8521"/>
                  </a:lnTo>
                  <a:lnTo>
                    <a:pt x="44805" y="8140"/>
                  </a:lnTo>
                  <a:lnTo>
                    <a:pt x="44665" y="8140"/>
                  </a:lnTo>
                  <a:lnTo>
                    <a:pt x="44754" y="7886"/>
                  </a:lnTo>
                  <a:lnTo>
                    <a:pt x="44450" y="7886"/>
                  </a:lnTo>
                  <a:lnTo>
                    <a:pt x="44602" y="7632"/>
                  </a:lnTo>
                  <a:lnTo>
                    <a:pt x="44119" y="7886"/>
                  </a:lnTo>
                  <a:lnTo>
                    <a:pt x="44602" y="7632"/>
                  </a:lnTo>
                  <a:lnTo>
                    <a:pt x="44450" y="7632"/>
                  </a:lnTo>
                  <a:lnTo>
                    <a:pt x="44361" y="7124"/>
                  </a:lnTo>
                  <a:lnTo>
                    <a:pt x="45059" y="7124"/>
                  </a:lnTo>
                  <a:lnTo>
                    <a:pt x="43802" y="6908"/>
                  </a:lnTo>
                  <a:lnTo>
                    <a:pt x="43802" y="9753"/>
                  </a:lnTo>
                  <a:lnTo>
                    <a:pt x="43370" y="9537"/>
                  </a:lnTo>
                  <a:lnTo>
                    <a:pt x="43218" y="9537"/>
                  </a:lnTo>
                  <a:lnTo>
                    <a:pt x="43002" y="9664"/>
                  </a:lnTo>
                  <a:lnTo>
                    <a:pt x="42976" y="9372"/>
                  </a:lnTo>
                  <a:lnTo>
                    <a:pt x="43218" y="9537"/>
                  </a:lnTo>
                  <a:lnTo>
                    <a:pt x="43294" y="9283"/>
                  </a:lnTo>
                  <a:lnTo>
                    <a:pt x="43103" y="9283"/>
                  </a:lnTo>
                  <a:lnTo>
                    <a:pt x="43281" y="9029"/>
                  </a:lnTo>
                  <a:lnTo>
                    <a:pt x="43027" y="9029"/>
                  </a:lnTo>
                  <a:lnTo>
                    <a:pt x="42913" y="8775"/>
                  </a:lnTo>
                  <a:lnTo>
                    <a:pt x="43053" y="8775"/>
                  </a:lnTo>
                  <a:lnTo>
                    <a:pt x="43281" y="9029"/>
                  </a:lnTo>
                  <a:lnTo>
                    <a:pt x="43561" y="9283"/>
                  </a:lnTo>
                  <a:lnTo>
                    <a:pt x="43738" y="9537"/>
                  </a:lnTo>
                  <a:lnTo>
                    <a:pt x="43802" y="9753"/>
                  </a:lnTo>
                  <a:lnTo>
                    <a:pt x="43802" y="6908"/>
                  </a:lnTo>
                  <a:lnTo>
                    <a:pt x="43637" y="6870"/>
                  </a:lnTo>
                  <a:lnTo>
                    <a:pt x="41275" y="6870"/>
                  </a:lnTo>
                  <a:lnTo>
                    <a:pt x="41275" y="8140"/>
                  </a:lnTo>
                  <a:lnTo>
                    <a:pt x="41198" y="8280"/>
                  </a:lnTo>
                  <a:lnTo>
                    <a:pt x="41046" y="8140"/>
                  </a:lnTo>
                  <a:lnTo>
                    <a:pt x="41275" y="8140"/>
                  </a:lnTo>
                  <a:lnTo>
                    <a:pt x="41275" y="6870"/>
                  </a:lnTo>
                  <a:lnTo>
                    <a:pt x="40513" y="6870"/>
                  </a:lnTo>
                  <a:lnTo>
                    <a:pt x="40436" y="7632"/>
                  </a:lnTo>
                  <a:lnTo>
                    <a:pt x="40271" y="7632"/>
                  </a:lnTo>
                  <a:lnTo>
                    <a:pt x="40474" y="7886"/>
                  </a:lnTo>
                  <a:lnTo>
                    <a:pt x="40170" y="7886"/>
                  </a:lnTo>
                  <a:lnTo>
                    <a:pt x="40170" y="8140"/>
                  </a:lnTo>
                  <a:lnTo>
                    <a:pt x="40538" y="8140"/>
                  </a:lnTo>
                  <a:lnTo>
                    <a:pt x="40436" y="8521"/>
                  </a:lnTo>
                  <a:lnTo>
                    <a:pt x="40373" y="8775"/>
                  </a:lnTo>
                  <a:lnTo>
                    <a:pt x="40576" y="8775"/>
                  </a:lnTo>
                  <a:lnTo>
                    <a:pt x="40716" y="8775"/>
                  </a:lnTo>
                  <a:lnTo>
                    <a:pt x="41033" y="8775"/>
                  </a:lnTo>
                  <a:lnTo>
                    <a:pt x="41516" y="8521"/>
                  </a:lnTo>
                  <a:lnTo>
                    <a:pt x="41744" y="8140"/>
                  </a:lnTo>
                  <a:lnTo>
                    <a:pt x="42164" y="8140"/>
                  </a:lnTo>
                  <a:lnTo>
                    <a:pt x="42062" y="8775"/>
                  </a:lnTo>
                  <a:lnTo>
                    <a:pt x="41884" y="8953"/>
                  </a:lnTo>
                  <a:lnTo>
                    <a:pt x="42151" y="9029"/>
                  </a:lnTo>
                  <a:lnTo>
                    <a:pt x="42151" y="9156"/>
                  </a:lnTo>
                  <a:lnTo>
                    <a:pt x="41795" y="9029"/>
                  </a:lnTo>
                  <a:lnTo>
                    <a:pt x="41668" y="8775"/>
                  </a:lnTo>
                  <a:lnTo>
                    <a:pt x="41465" y="8775"/>
                  </a:lnTo>
                  <a:lnTo>
                    <a:pt x="41465" y="9029"/>
                  </a:lnTo>
                  <a:lnTo>
                    <a:pt x="41300" y="9156"/>
                  </a:lnTo>
                  <a:lnTo>
                    <a:pt x="41148" y="9029"/>
                  </a:lnTo>
                  <a:lnTo>
                    <a:pt x="41122" y="9283"/>
                  </a:lnTo>
                  <a:lnTo>
                    <a:pt x="41275" y="9283"/>
                  </a:lnTo>
                  <a:lnTo>
                    <a:pt x="39649" y="9537"/>
                  </a:lnTo>
                  <a:lnTo>
                    <a:pt x="40182" y="9537"/>
                  </a:lnTo>
                  <a:lnTo>
                    <a:pt x="39649" y="9791"/>
                  </a:lnTo>
                  <a:lnTo>
                    <a:pt x="39420" y="10045"/>
                  </a:lnTo>
                  <a:lnTo>
                    <a:pt x="39077" y="10299"/>
                  </a:lnTo>
                  <a:lnTo>
                    <a:pt x="39077" y="10553"/>
                  </a:lnTo>
                  <a:lnTo>
                    <a:pt x="38938" y="10553"/>
                  </a:lnTo>
                  <a:lnTo>
                    <a:pt x="38849" y="10807"/>
                  </a:lnTo>
                  <a:lnTo>
                    <a:pt x="38773" y="11061"/>
                  </a:lnTo>
                  <a:lnTo>
                    <a:pt x="39027" y="10807"/>
                  </a:lnTo>
                  <a:lnTo>
                    <a:pt x="39027" y="11061"/>
                  </a:lnTo>
                  <a:lnTo>
                    <a:pt x="39484" y="11061"/>
                  </a:lnTo>
                  <a:lnTo>
                    <a:pt x="39598" y="10896"/>
                  </a:lnTo>
                  <a:lnTo>
                    <a:pt x="39674" y="11061"/>
                  </a:lnTo>
                  <a:lnTo>
                    <a:pt x="43357" y="11061"/>
                  </a:lnTo>
                  <a:lnTo>
                    <a:pt x="43319" y="10807"/>
                  </a:lnTo>
                  <a:lnTo>
                    <a:pt x="43599" y="11061"/>
                  </a:lnTo>
                  <a:lnTo>
                    <a:pt x="43472" y="10807"/>
                  </a:lnTo>
                  <a:lnTo>
                    <a:pt x="43497" y="10553"/>
                  </a:lnTo>
                  <a:lnTo>
                    <a:pt x="43357" y="10553"/>
                  </a:lnTo>
                  <a:lnTo>
                    <a:pt x="43472" y="10045"/>
                  </a:lnTo>
                  <a:lnTo>
                    <a:pt x="43434" y="9791"/>
                  </a:lnTo>
                  <a:lnTo>
                    <a:pt x="43268" y="10045"/>
                  </a:lnTo>
                  <a:lnTo>
                    <a:pt x="43268" y="9918"/>
                  </a:lnTo>
                  <a:lnTo>
                    <a:pt x="43268" y="9791"/>
                  </a:lnTo>
                  <a:lnTo>
                    <a:pt x="43408" y="9791"/>
                  </a:lnTo>
                  <a:lnTo>
                    <a:pt x="43827" y="9791"/>
                  </a:lnTo>
                  <a:lnTo>
                    <a:pt x="43878" y="11061"/>
                  </a:lnTo>
                  <a:lnTo>
                    <a:pt x="44056" y="11061"/>
                  </a:lnTo>
                  <a:lnTo>
                    <a:pt x="44030" y="11315"/>
                  </a:lnTo>
                  <a:lnTo>
                    <a:pt x="43878" y="11696"/>
                  </a:lnTo>
                  <a:lnTo>
                    <a:pt x="44018" y="11696"/>
                  </a:lnTo>
                  <a:lnTo>
                    <a:pt x="44323" y="11315"/>
                  </a:lnTo>
                  <a:lnTo>
                    <a:pt x="44196" y="10553"/>
                  </a:lnTo>
                  <a:lnTo>
                    <a:pt x="44183" y="10045"/>
                  </a:lnTo>
                  <a:lnTo>
                    <a:pt x="44373" y="10045"/>
                  </a:lnTo>
                  <a:lnTo>
                    <a:pt x="44450" y="10287"/>
                  </a:lnTo>
                  <a:lnTo>
                    <a:pt x="44831" y="10299"/>
                  </a:lnTo>
                  <a:lnTo>
                    <a:pt x="44780" y="10172"/>
                  </a:lnTo>
                  <a:lnTo>
                    <a:pt x="44475" y="10287"/>
                  </a:lnTo>
                  <a:lnTo>
                    <a:pt x="44640" y="10045"/>
                  </a:lnTo>
                  <a:lnTo>
                    <a:pt x="45148" y="10045"/>
                  </a:lnTo>
                  <a:lnTo>
                    <a:pt x="45085" y="10299"/>
                  </a:lnTo>
                  <a:lnTo>
                    <a:pt x="45351" y="10439"/>
                  </a:lnTo>
                  <a:lnTo>
                    <a:pt x="45351" y="10045"/>
                  </a:lnTo>
                  <a:lnTo>
                    <a:pt x="45745" y="10045"/>
                  </a:lnTo>
                  <a:lnTo>
                    <a:pt x="45707" y="10299"/>
                  </a:lnTo>
                  <a:lnTo>
                    <a:pt x="45910" y="10299"/>
                  </a:lnTo>
                  <a:lnTo>
                    <a:pt x="46037" y="10045"/>
                  </a:lnTo>
                  <a:close/>
                </a:path>
                <a:path w="62864" h="50165">
                  <a:moveTo>
                    <a:pt x="46215" y="19824"/>
                  </a:moveTo>
                  <a:lnTo>
                    <a:pt x="45669" y="19824"/>
                  </a:lnTo>
                  <a:lnTo>
                    <a:pt x="45681" y="20078"/>
                  </a:lnTo>
                  <a:lnTo>
                    <a:pt x="46177" y="20078"/>
                  </a:lnTo>
                  <a:lnTo>
                    <a:pt x="46215" y="19824"/>
                  </a:lnTo>
                  <a:close/>
                </a:path>
                <a:path w="62864" h="50165">
                  <a:moveTo>
                    <a:pt x="46380" y="20078"/>
                  </a:moveTo>
                  <a:lnTo>
                    <a:pt x="46177" y="20078"/>
                  </a:lnTo>
                  <a:lnTo>
                    <a:pt x="46139" y="20332"/>
                  </a:lnTo>
                  <a:lnTo>
                    <a:pt x="45694" y="20332"/>
                  </a:lnTo>
                  <a:lnTo>
                    <a:pt x="45681" y="20078"/>
                  </a:lnTo>
                  <a:lnTo>
                    <a:pt x="45097" y="20078"/>
                  </a:lnTo>
                  <a:lnTo>
                    <a:pt x="44945" y="20218"/>
                  </a:lnTo>
                  <a:lnTo>
                    <a:pt x="44551" y="20167"/>
                  </a:lnTo>
                  <a:lnTo>
                    <a:pt x="44399" y="20332"/>
                  </a:lnTo>
                  <a:lnTo>
                    <a:pt x="44399" y="20078"/>
                  </a:lnTo>
                  <a:lnTo>
                    <a:pt x="44627" y="20078"/>
                  </a:lnTo>
                  <a:lnTo>
                    <a:pt x="44907" y="20269"/>
                  </a:lnTo>
                  <a:lnTo>
                    <a:pt x="44780" y="20078"/>
                  </a:lnTo>
                  <a:lnTo>
                    <a:pt x="45008" y="20078"/>
                  </a:lnTo>
                  <a:lnTo>
                    <a:pt x="45516" y="19824"/>
                  </a:lnTo>
                  <a:lnTo>
                    <a:pt x="44094" y="19824"/>
                  </a:lnTo>
                  <a:lnTo>
                    <a:pt x="44094" y="20078"/>
                  </a:lnTo>
                  <a:lnTo>
                    <a:pt x="43688" y="20078"/>
                  </a:lnTo>
                  <a:lnTo>
                    <a:pt x="43688" y="20840"/>
                  </a:lnTo>
                  <a:lnTo>
                    <a:pt x="43637" y="20967"/>
                  </a:lnTo>
                  <a:lnTo>
                    <a:pt x="43535" y="20840"/>
                  </a:lnTo>
                  <a:lnTo>
                    <a:pt x="43688" y="20840"/>
                  </a:lnTo>
                  <a:lnTo>
                    <a:pt x="43688" y="20078"/>
                  </a:lnTo>
                  <a:lnTo>
                    <a:pt x="43395" y="20078"/>
                  </a:lnTo>
                  <a:lnTo>
                    <a:pt x="43395" y="20840"/>
                  </a:lnTo>
                  <a:lnTo>
                    <a:pt x="43141" y="21043"/>
                  </a:lnTo>
                  <a:lnTo>
                    <a:pt x="43116" y="20840"/>
                  </a:lnTo>
                  <a:lnTo>
                    <a:pt x="43103" y="20586"/>
                  </a:lnTo>
                  <a:lnTo>
                    <a:pt x="43116" y="20840"/>
                  </a:lnTo>
                  <a:lnTo>
                    <a:pt x="43395" y="20840"/>
                  </a:lnTo>
                  <a:lnTo>
                    <a:pt x="43395" y="20078"/>
                  </a:lnTo>
                  <a:lnTo>
                    <a:pt x="42862" y="20078"/>
                  </a:lnTo>
                  <a:lnTo>
                    <a:pt x="42862" y="22161"/>
                  </a:lnTo>
                  <a:lnTo>
                    <a:pt x="42862" y="20078"/>
                  </a:lnTo>
                  <a:lnTo>
                    <a:pt x="41084" y="20078"/>
                  </a:lnTo>
                  <a:lnTo>
                    <a:pt x="40449" y="19824"/>
                  </a:lnTo>
                  <a:lnTo>
                    <a:pt x="43192" y="19824"/>
                  </a:lnTo>
                  <a:lnTo>
                    <a:pt x="43510" y="19596"/>
                  </a:lnTo>
                  <a:lnTo>
                    <a:pt x="43764" y="19824"/>
                  </a:lnTo>
                  <a:lnTo>
                    <a:pt x="43992" y="19824"/>
                  </a:lnTo>
                  <a:lnTo>
                    <a:pt x="44069" y="20015"/>
                  </a:lnTo>
                  <a:lnTo>
                    <a:pt x="43764" y="19824"/>
                  </a:lnTo>
                  <a:lnTo>
                    <a:pt x="43637" y="19824"/>
                  </a:lnTo>
                  <a:lnTo>
                    <a:pt x="44069" y="20040"/>
                  </a:lnTo>
                  <a:lnTo>
                    <a:pt x="44094" y="19824"/>
                  </a:lnTo>
                  <a:lnTo>
                    <a:pt x="43853" y="19570"/>
                  </a:lnTo>
                  <a:lnTo>
                    <a:pt x="43586" y="19316"/>
                  </a:lnTo>
                  <a:lnTo>
                    <a:pt x="43370" y="19062"/>
                  </a:lnTo>
                  <a:lnTo>
                    <a:pt x="43472" y="19545"/>
                  </a:lnTo>
                  <a:lnTo>
                    <a:pt x="43027" y="19316"/>
                  </a:lnTo>
                  <a:lnTo>
                    <a:pt x="42799" y="19062"/>
                  </a:lnTo>
                  <a:lnTo>
                    <a:pt x="42659" y="19062"/>
                  </a:lnTo>
                  <a:lnTo>
                    <a:pt x="42608" y="18808"/>
                  </a:lnTo>
                  <a:lnTo>
                    <a:pt x="42252" y="18948"/>
                  </a:lnTo>
                  <a:lnTo>
                    <a:pt x="42659" y="18554"/>
                  </a:lnTo>
                  <a:lnTo>
                    <a:pt x="42849" y="18554"/>
                  </a:lnTo>
                  <a:lnTo>
                    <a:pt x="42849" y="18300"/>
                  </a:lnTo>
                  <a:lnTo>
                    <a:pt x="43053" y="18300"/>
                  </a:lnTo>
                  <a:lnTo>
                    <a:pt x="42659" y="18072"/>
                  </a:lnTo>
                  <a:lnTo>
                    <a:pt x="42659" y="18300"/>
                  </a:lnTo>
                  <a:lnTo>
                    <a:pt x="42481" y="18173"/>
                  </a:lnTo>
                  <a:lnTo>
                    <a:pt x="42659" y="18300"/>
                  </a:lnTo>
                  <a:lnTo>
                    <a:pt x="42659" y="18072"/>
                  </a:lnTo>
                  <a:lnTo>
                    <a:pt x="42367" y="18046"/>
                  </a:lnTo>
                  <a:lnTo>
                    <a:pt x="42291" y="18554"/>
                  </a:lnTo>
                  <a:lnTo>
                    <a:pt x="42164" y="18300"/>
                  </a:lnTo>
                  <a:lnTo>
                    <a:pt x="41770" y="17665"/>
                  </a:lnTo>
                  <a:lnTo>
                    <a:pt x="42075" y="17665"/>
                  </a:lnTo>
                  <a:lnTo>
                    <a:pt x="42722" y="18046"/>
                  </a:lnTo>
                  <a:lnTo>
                    <a:pt x="42710" y="17665"/>
                  </a:lnTo>
                  <a:lnTo>
                    <a:pt x="42227" y="17665"/>
                  </a:lnTo>
                  <a:lnTo>
                    <a:pt x="42113" y="17411"/>
                  </a:lnTo>
                  <a:lnTo>
                    <a:pt x="41554" y="17411"/>
                  </a:lnTo>
                  <a:lnTo>
                    <a:pt x="41452" y="16903"/>
                  </a:lnTo>
                  <a:lnTo>
                    <a:pt x="39941" y="16903"/>
                  </a:lnTo>
                  <a:lnTo>
                    <a:pt x="39331" y="17411"/>
                  </a:lnTo>
                  <a:lnTo>
                    <a:pt x="41376" y="17411"/>
                  </a:lnTo>
                  <a:lnTo>
                    <a:pt x="41198" y="17665"/>
                  </a:lnTo>
                  <a:lnTo>
                    <a:pt x="41846" y="18046"/>
                  </a:lnTo>
                  <a:lnTo>
                    <a:pt x="41592" y="18046"/>
                  </a:lnTo>
                  <a:lnTo>
                    <a:pt x="41529" y="18300"/>
                  </a:lnTo>
                  <a:lnTo>
                    <a:pt x="41414" y="18808"/>
                  </a:lnTo>
                  <a:lnTo>
                    <a:pt x="41046" y="18808"/>
                  </a:lnTo>
                  <a:lnTo>
                    <a:pt x="40894" y="18808"/>
                  </a:lnTo>
                  <a:lnTo>
                    <a:pt x="40551" y="18808"/>
                  </a:lnTo>
                  <a:lnTo>
                    <a:pt x="40551" y="19011"/>
                  </a:lnTo>
                  <a:lnTo>
                    <a:pt x="40462" y="18808"/>
                  </a:lnTo>
                  <a:lnTo>
                    <a:pt x="40335" y="18961"/>
                  </a:lnTo>
                  <a:lnTo>
                    <a:pt x="40335" y="19316"/>
                  </a:lnTo>
                  <a:lnTo>
                    <a:pt x="40284" y="19189"/>
                  </a:lnTo>
                  <a:lnTo>
                    <a:pt x="40335" y="19316"/>
                  </a:lnTo>
                  <a:lnTo>
                    <a:pt x="40335" y="18961"/>
                  </a:lnTo>
                  <a:lnTo>
                    <a:pt x="39598" y="18808"/>
                  </a:lnTo>
                  <a:lnTo>
                    <a:pt x="39408" y="18808"/>
                  </a:lnTo>
                  <a:lnTo>
                    <a:pt x="39408" y="18554"/>
                  </a:lnTo>
                  <a:lnTo>
                    <a:pt x="39624" y="18554"/>
                  </a:lnTo>
                  <a:lnTo>
                    <a:pt x="39954" y="18808"/>
                  </a:lnTo>
                  <a:lnTo>
                    <a:pt x="39827" y="18554"/>
                  </a:lnTo>
                  <a:lnTo>
                    <a:pt x="40563" y="18694"/>
                  </a:lnTo>
                  <a:lnTo>
                    <a:pt x="40678" y="18554"/>
                  </a:lnTo>
                  <a:lnTo>
                    <a:pt x="40474" y="18554"/>
                  </a:lnTo>
                  <a:lnTo>
                    <a:pt x="40347" y="18300"/>
                  </a:lnTo>
                  <a:lnTo>
                    <a:pt x="40690" y="18427"/>
                  </a:lnTo>
                  <a:lnTo>
                    <a:pt x="40716" y="18300"/>
                  </a:lnTo>
                  <a:lnTo>
                    <a:pt x="40767" y="18046"/>
                  </a:lnTo>
                  <a:lnTo>
                    <a:pt x="40563" y="18046"/>
                  </a:lnTo>
                  <a:lnTo>
                    <a:pt x="41198" y="17665"/>
                  </a:lnTo>
                  <a:lnTo>
                    <a:pt x="40678" y="17665"/>
                  </a:lnTo>
                  <a:lnTo>
                    <a:pt x="40297" y="18046"/>
                  </a:lnTo>
                  <a:lnTo>
                    <a:pt x="39814" y="18046"/>
                  </a:lnTo>
                  <a:lnTo>
                    <a:pt x="38989" y="18300"/>
                  </a:lnTo>
                  <a:lnTo>
                    <a:pt x="37998" y="18808"/>
                  </a:lnTo>
                  <a:lnTo>
                    <a:pt x="37998" y="19062"/>
                  </a:lnTo>
                  <a:lnTo>
                    <a:pt x="37769" y="19202"/>
                  </a:lnTo>
                  <a:lnTo>
                    <a:pt x="37744" y="19062"/>
                  </a:lnTo>
                  <a:lnTo>
                    <a:pt x="37998" y="19062"/>
                  </a:lnTo>
                  <a:lnTo>
                    <a:pt x="37998" y="18808"/>
                  </a:lnTo>
                  <a:lnTo>
                    <a:pt x="37871" y="18808"/>
                  </a:lnTo>
                  <a:lnTo>
                    <a:pt x="37592" y="18910"/>
                  </a:lnTo>
                  <a:lnTo>
                    <a:pt x="37592" y="19062"/>
                  </a:lnTo>
                  <a:lnTo>
                    <a:pt x="37439" y="19189"/>
                  </a:lnTo>
                  <a:lnTo>
                    <a:pt x="37211" y="19062"/>
                  </a:lnTo>
                  <a:lnTo>
                    <a:pt x="37592" y="19062"/>
                  </a:lnTo>
                  <a:lnTo>
                    <a:pt x="37592" y="18910"/>
                  </a:lnTo>
                  <a:lnTo>
                    <a:pt x="37211" y="19037"/>
                  </a:lnTo>
                  <a:lnTo>
                    <a:pt x="37274" y="18808"/>
                  </a:lnTo>
                  <a:lnTo>
                    <a:pt x="37439" y="18554"/>
                  </a:lnTo>
                  <a:lnTo>
                    <a:pt x="37985" y="18300"/>
                  </a:lnTo>
                  <a:lnTo>
                    <a:pt x="38214" y="18300"/>
                  </a:lnTo>
                  <a:lnTo>
                    <a:pt x="38188" y="18046"/>
                  </a:lnTo>
                  <a:lnTo>
                    <a:pt x="37884" y="18046"/>
                  </a:lnTo>
                  <a:lnTo>
                    <a:pt x="38747" y="17665"/>
                  </a:lnTo>
                  <a:lnTo>
                    <a:pt x="38823" y="16903"/>
                  </a:lnTo>
                  <a:lnTo>
                    <a:pt x="38455" y="17233"/>
                  </a:lnTo>
                  <a:lnTo>
                    <a:pt x="38569" y="16903"/>
                  </a:lnTo>
                  <a:lnTo>
                    <a:pt x="38265" y="16903"/>
                  </a:lnTo>
                  <a:lnTo>
                    <a:pt x="38265" y="17411"/>
                  </a:lnTo>
                  <a:lnTo>
                    <a:pt x="37693" y="18046"/>
                  </a:lnTo>
                  <a:lnTo>
                    <a:pt x="37820" y="17665"/>
                  </a:lnTo>
                  <a:lnTo>
                    <a:pt x="38061" y="17411"/>
                  </a:lnTo>
                  <a:lnTo>
                    <a:pt x="37452" y="17665"/>
                  </a:lnTo>
                  <a:lnTo>
                    <a:pt x="37592" y="17665"/>
                  </a:lnTo>
                  <a:lnTo>
                    <a:pt x="37109" y="18300"/>
                  </a:lnTo>
                  <a:lnTo>
                    <a:pt x="36868" y="18300"/>
                  </a:lnTo>
                  <a:lnTo>
                    <a:pt x="37274" y="18046"/>
                  </a:lnTo>
                  <a:lnTo>
                    <a:pt x="37350" y="17411"/>
                  </a:lnTo>
                  <a:lnTo>
                    <a:pt x="37884" y="17411"/>
                  </a:lnTo>
                  <a:lnTo>
                    <a:pt x="38061" y="17411"/>
                  </a:lnTo>
                  <a:lnTo>
                    <a:pt x="38265" y="17411"/>
                  </a:lnTo>
                  <a:lnTo>
                    <a:pt x="38265" y="16903"/>
                  </a:lnTo>
                  <a:lnTo>
                    <a:pt x="38087" y="16903"/>
                  </a:lnTo>
                  <a:lnTo>
                    <a:pt x="37884" y="17399"/>
                  </a:lnTo>
                  <a:lnTo>
                    <a:pt x="37934" y="16903"/>
                  </a:lnTo>
                  <a:lnTo>
                    <a:pt x="37782" y="16903"/>
                  </a:lnTo>
                  <a:lnTo>
                    <a:pt x="37541" y="17157"/>
                  </a:lnTo>
                  <a:lnTo>
                    <a:pt x="37160" y="16903"/>
                  </a:lnTo>
                  <a:lnTo>
                    <a:pt x="37731" y="16903"/>
                  </a:lnTo>
                  <a:lnTo>
                    <a:pt x="36995" y="16649"/>
                  </a:lnTo>
                  <a:lnTo>
                    <a:pt x="36982" y="16903"/>
                  </a:lnTo>
                  <a:lnTo>
                    <a:pt x="37045" y="17665"/>
                  </a:lnTo>
                  <a:lnTo>
                    <a:pt x="36817" y="18034"/>
                  </a:lnTo>
                  <a:lnTo>
                    <a:pt x="36817" y="18300"/>
                  </a:lnTo>
                  <a:lnTo>
                    <a:pt x="36703" y="18808"/>
                  </a:lnTo>
                  <a:lnTo>
                    <a:pt x="36195" y="18808"/>
                  </a:lnTo>
                  <a:lnTo>
                    <a:pt x="35814" y="18808"/>
                  </a:lnTo>
                  <a:lnTo>
                    <a:pt x="35877" y="18300"/>
                  </a:lnTo>
                  <a:lnTo>
                    <a:pt x="36068" y="18300"/>
                  </a:lnTo>
                  <a:lnTo>
                    <a:pt x="36398" y="18554"/>
                  </a:lnTo>
                  <a:lnTo>
                    <a:pt x="36639" y="18300"/>
                  </a:lnTo>
                  <a:lnTo>
                    <a:pt x="36588" y="18440"/>
                  </a:lnTo>
                  <a:lnTo>
                    <a:pt x="36817" y="18300"/>
                  </a:lnTo>
                  <a:lnTo>
                    <a:pt x="36817" y="18034"/>
                  </a:lnTo>
                  <a:lnTo>
                    <a:pt x="36715" y="18186"/>
                  </a:lnTo>
                  <a:lnTo>
                    <a:pt x="36614" y="18046"/>
                  </a:lnTo>
                  <a:lnTo>
                    <a:pt x="36296" y="17665"/>
                  </a:lnTo>
                  <a:lnTo>
                    <a:pt x="36144" y="17411"/>
                  </a:lnTo>
                  <a:lnTo>
                    <a:pt x="36055" y="18046"/>
                  </a:lnTo>
                  <a:lnTo>
                    <a:pt x="35902" y="17665"/>
                  </a:lnTo>
                  <a:lnTo>
                    <a:pt x="36055" y="18046"/>
                  </a:lnTo>
                  <a:lnTo>
                    <a:pt x="36055" y="17297"/>
                  </a:lnTo>
                  <a:lnTo>
                    <a:pt x="35966" y="17170"/>
                  </a:lnTo>
                  <a:lnTo>
                    <a:pt x="36283" y="16903"/>
                  </a:lnTo>
                  <a:lnTo>
                    <a:pt x="36423" y="16649"/>
                  </a:lnTo>
                  <a:lnTo>
                    <a:pt x="36677" y="16903"/>
                  </a:lnTo>
                  <a:lnTo>
                    <a:pt x="36601" y="16649"/>
                  </a:lnTo>
                  <a:lnTo>
                    <a:pt x="36779" y="16776"/>
                  </a:lnTo>
                  <a:lnTo>
                    <a:pt x="36741" y="16649"/>
                  </a:lnTo>
                  <a:lnTo>
                    <a:pt x="36537" y="16395"/>
                  </a:lnTo>
                  <a:lnTo>
                    <a:pt x="37325" y="16395"/>
                  </a:lnTo>
                  <a:lnTo>
                    <a:pt x="37287" y="16141"/>
                  </a:lnTo>
                  <a:lnTo>
                    <a:pt x="36385" y="16141"/>
                  </a:lnTo>
                  <a:lnTo>
                    <a:pt x="36436" y="16319"/>
                  </a:lnTo>
                  <a:lnTo>
                    <a:pt x="36258" y="16141"/>
                  </a:lnTo>
                  <a:lnTo>
                    <a:pt x="35928" y="16141"/>
                  </a:lnTo>
                  <a:lnTo>
                    <a:pt x="35953" y="16395"/>
                  </a:lnTo>
                  <a:lnTo>
                    <a:pt x="36258" y="16395"/>
                  </a:lnTo>
                  <a:lnTo>
                    <a:pt x="36169" y="16522"/>
                  </a:lnTo>
                  <a:lnTo>
                    <a:pt x="35953" y="16395"/>
                  </a:lnTo>
                  <a:lnTo>
                    <a:pt x="35991" y="16903"/>
                  </a:lnTo>
                  <a:lnTo>
                    <a:pt x="35890" y="17056"/>
                  </a:lnTo>
                  <a:lnTo>
                    <a:pt x="35788" y="16903"/>
                  </a:lnTo>
                  <a:lnTo>
                    <a:pt x="35585" y="16903"/>
                  </a:lnTo>
                  <a:lnTo>
                    <a:pt x="35521" y="19062"/>
                  </a:lnTo>
                  <a:lnTo>
                    <a:pt x="35102" y="19062"/>
                  </a:lnTo>
                  <a:lnTo>
                    <a:pt x="35026" y="18046"/>
                  </a:lnTo>
                  <a:lnTo>
                    <a:pt x="35217" y="18046"/>
                  </a:lnTo>
                  <a:lnTo>
                    <a:pt x="35483" y="18046"/>
                  </a:lnTo>
                  <a:lnTo>
                    <a:pt x="35521" y="19062"/>
                  </a:lnTo>
                  <a:lnTo>
                    <a:pt x="35521" y="16954"/>
                  </a:lnTo>
                  <a:lnTo>
                    <a:pt x="35179" y="17157"/>
                  </a:lnTo>
                  <a:lnTo>
                    <a:pt x="35179" y="16903"/>
                  </a:lnTo>
                  <a:lnTo>
                    <a:pt x="34747" y="16903"/>
                  </a:lnTo>
                  <a:lnTo>
                    <a:pt x="34975" y="17284"/>
                  </a:lnTo>
                  <a:lnTo>
                    <a:pt x="34772" y="17411"/>
                  </a:lnTo>
                  <a:lnTo>
                    <a:pt x="34645" y="17665"/>
                  </a:lnTo>
                  <a:lnTo>
                    <a:pt x="35280" y="17665"/>
                  </a:lnTo>
                  <a:lnTo>
                    <a:pt x="35420" y="17665"/>
                  </a:lnTo>
                  <a:lnTo>
                    <a:pt x="35344" y="17805"/>
                  </a:lnTo>
                  <a:lnTo>
                    <a:pt x="35280" y="17665"/>
                  </a:lnTo>
                  <a:lnTo>
                    <a:pt x="35255" y="17919"/>
                  </a:lnTo>
                  <a:lnTo>
                    <a:pt x="34721" y="17665"/>
                  </a:lnTo>
                  <a:lnTo>
                    <a:pt x="34607" y="18554"/>
                  </a:lnTo>
                  <a:lnTo>
                    <a:pt x="34759" y="18808"/>
                  </a:lnTo>
                  <a:lnTo>
                    <a:pt x="34836" y="19062"/>
                  </a:lnTo>
                  <a:lnTo>
                    <a:pt x="34201" y="19062"/>
                  </a:lnTo>
                  <a:lnTo>
                    <a:pt x="34124" y="19316"/>
                  </a:lnTo>
                  <a:lnTo>
                    <a:pt x="33769" y="19062"/>
                  </a:lnTo>
                  <a:lnTo>
                    <a:pt x="33591" y="19316"/>
                  </a:lnTo>
                  <a:lnTo>
                    <a:pt x="33769" y="19062"/>
                  </a:lnTo>
                  <a:lnTo>
                    <a:pt x="33616" y="19062"/>
                  </a:lnTo>
                  <a:lnTo>
                    <a:pt x="32905" y="18808"/>
                  </a:lnTo>
                  <a:lnTo>
                    <a:pt x="32092" y="18554"/>
                  </a:lnTo>
                  <a:lnTo>
                    <a:pt x="31851" y="18554"/>
                  </a:lnTo>
                  <a:lnTo>
                    <a:pt x="31699" y="18300"/>
                  </a:lnTo>
                  <a:lnTo>
                    <a:pt x="31381" y="18046"/>
                  </a:lnTo>
                  <a:lnTo>
                    <a:pt x="30708" y="18046"/>
                  </a:lnTo>
                  <a:lnTo>
                    <a:pt x="30657" y="17665"/>
                  </a:lnTo>
                  <a:lnTo>
                    <a:pt x="30467" y="17665"/>
                  </a:lnTo>
                  <a:lnTo>
                    <a:pt x="30543" y="17411"/>
                  </a:lnTo>
                  <a:lnTo>
                    <a:pt x="29794" y="17411"/>
                  </a:lnTo>
                  <a:lnTo>
                    <a:pt x="29933" y="16903"/>
                  </a:lnTo>
                  <a:lnTo>
                    <a:pt x="29629" y="16649"/>
                  </a:lnTo>
                  <a:lnTo>
                    <a:pt x="29959" y="16395"/>
                  </a:lnTo>
                  <a:lnTo>
                    <a:pt x="30594" y="16649"/>
                  </a:lnTo>
                  <a:lnTo>
                    <a:pt x="30810" y="16649"/>
                  </a:lnTo>
                  <a:lnTo>
                    <a:pt x="30607" y="16395"/>
                  </a:lnTo>
                  <a:lnTo>
                    <a:pt x="34251" y="16395"/>
                  </a:lnTo>
                  <a:lnTo>
                    <a:pt x="35623" y="16395"/>
                  </a:lnTo>
                  <a:lnTo>
                    <a:pt x="35814" y="16141"/>
                  </a:lnTo>
                  <a:lnTo>
                    <a:pt x="28917" y="16141"/>
                  </a:lnTo>
                  <a:lnTo>
                    <a:pt x="28854" y="16395"/>
                  </a:lnTo>
                  <a:lnTo>
                    <a:pt x="28384" y="16268"/>
                  </a:lnTo>
                  <a:lnTo>
                    <a:pt x="28384" y="16395"/>
                  </a:lnTo>
                  <a:lnTo>
                    <a:pt x="27406" y="16395"/>
                  </a:lnTo>
                  <a:lnTo>
                    <a:pt x="27038" y="16395"/>
                  </a:lnTo>
                  <a:lnTo>
                    <a:pt x="26974" y="16649"/>
                  </a:lnTo>
                  <a:lnTo>
                    <a:pt x="26936" y="16776"/>
                  </a:lnTo>
                  <a:lnTo>
                    <a:pt x="26339" y="16395"/>
                  </a:lnTo>
                  <a:lnTo>
                    <a:pt x="27038" y="16395"/>
                  </a:lnTo>
                  <a:lnTo>
                    <a:pt x="27114" y="16141"/>
                  </a:lnTo>
                  <a:lnTo>
                    <a:pt x="25438" y="16141"/>
                  </a:lnTo>
                  <a:lnTo>
                    <a:pt x="25692" y="16395"/>
                  </a:lnTo>
                  <a:lnTo>
                    <a:pt x="13322" y="16395"/>
                  </a:lnTo>
                  <a:lnTo>
                    <a:pt x="13322" y="21729"/>
                  </a:lnTo>
                  <a:lnTo>
                    <a:pt x="13284" y="21983"/>
                  </a:lnTo>
                  <a:lnTo>
                    <a:pt x="13182" y="21729"/>
                  </a:lnTo>
                  <a:lnTo>
                    <a:pt x="13322" y="21729"/>
                  </a:lnTo>
                  <a:lnTo>
                    <a:pt x="13322" y="16395"/>
                  </a:lnTo>
                  <a:lnTo>
                    <a:pt x="8077" y="16395"/>
                  </a:lnTo>
                  <a:lnTo>
                    <a:pt x="8077" y="17665"/>
                  </a:lnTo>
                  <a:lnTo>
                    <a:pt x="8051" y="17792"/>
                  </a:lnTo>
                  <a:lnTo>
                    <a:pt x="7861" y="17665"/>
                  </a:lnTo>
                  <a:lnTo>
                    <a:pt x="7962" y="17957"/>
                  </a:lnTo>
                  <a:lnTo>
                    <a:pt x="7823" y="17983"/>
                  </a:lnTo>
                  <a:lnTo>
                    <a:pt x="7797" y="17665"/>
                  </a:lnTo>
                  <a:lnTo>
                    <a:pt x="8077" y="17665"/>
                  </a:lnTo>
                  <a:lnTo>
                    <a:pt x="8077" y="16395"/>
                  </a:lnTo>
                  <a:lnTo>
                    <a:pt x="7975" y="16903"/>
                  </a:lnTo>
                  <a:lnTo>
                    <a:pt x="7886" y="17411"/>
                  </a:lnTo>
                  <a:lnTo>
                    <a:pt x="7721" y="17411"/>
                  </a:lnTo>
                  <a:lnTo>
                    <a:pt x="7823" y="16916"/>
                  </a:lnTo>
                  <a:lnTo>
                    <a:pt x="7594" y="17119"/>
                  </a:lnTo>
                  <a:lnTo>
                    <a:pt x="7327" y="17157"/>
                  </a:lnTo>
                  <a:lnTo>
                    <a:pt x="7327" y="16903"/>
                  </a:lnTo>
                  <a:lnTo>
                    <a:pt x="7518" y="16903"/>
                  </a:lnTo>
                  <a:lnTo>
                    <a:pt x="7835" y="16903"/>
                  </a:lnTo>
                  <a:lnTo>
                    <a:pt x="7975" y="16903"/>
                  </a:lnTo>
                  <a:lnTo>
                    <a:pt x="7975" y="16395"/>
                  </a:lnTo>
                  <a:lnTo>
                    <a:pt x="7112" y="16395"/>
                  </a:lnTo>
                  <a:lnTo>
                    <a:pt x="7112" y="16903"/>
                  </a:lnTo>
                  <a:lnTo>
                    <a:pt x="7061" y="17056"/>
                  </a:lnTo>
                  <a:lnTo>
                    <a:pt x="6705" y="16903"/>
                  </a:lnTo>
                  <a:lnTo>
                    <a:pt x="6299" y="17411"/>
                  </a:lnTo>
                  <a:lnTo>
                    <a:pt x="6604" y="16903"/>
                  </a:lnTo>
                  <a:lnTo>
                    <a:pt x="6807" y="16903"/>
                  </a:lnTo>
                  <a:lnTo>
                    <a:pt x="7061" y="17056"/>
                  </a:lnTo>
                  <a:lnTo>
                    <a:pt x="6959" y="16903"/>
                  </a:lnTo>
                  <a:lnTo>
                    <a:pt x="7112" y="16903"/>
                  </a:lnTo>
                  <a:lnTo>
                    <a:pt x="7112" y="16395"/>
                  </a:lnTo>
                  <a:lnTo>
                    <a:pt x="5511" y="16395"/>
                  </a:lnTo>
                  <a:lnTo>
                    <a:pt x="5511" y="19672"/>
                  </a:lnTo>
                  <a:lnTo>
                    <a:pt x="4965" y="19316"/>
                  </a:lnTo>
                  <a:lnTo>
                    <a:pt x="5194" y="19062"/>
                  </a:lnTo>
                  <a:lnTo>
                    <a:pt x="5448" y="19316"/>
                  </a:lnTo>
                  <a:lnTo>
                    <a:pt x="5511" y="19672"/>
                  </a:lnTo>
                  <a:lnTo>
                    <a:pt x="5511" y="16395"/>
                  </a:lnTo>
                  <a:lnTo>
                    <a:pt x="4356" y="16395"/>
                  </a:lnTo>
                  <a:lnTo>
                    <a:pt x="4356" y="18300"/>
                  </a:lnTo>
                  <a:lnTo>
                    <a:pt x="3746" y="18300"/>
                  </a:lnTo>
                  <a:lnTo>
                    <a:pt x="3568" y="18300"/>
                  </a:lnTo>
                  <a:lnTo>
                    <a:pt x="3213" y="18046"/>
                  </a:lnTo>
                  <a:lnTo>
                    <a:pt x="3479" y="18046"/>
                  </a:lnTo>
                  <a:lnTo>
                    <a:pt x="3746" y="18300"/>
                  </a:lnTo>
                  <a:lnTo>
                    <a:pt x="4025" y="18046"/>
                  </a:lnTo>
                  <a:lnTo>
                    <a:pt x="4356" y="18300"/>
                  </a:lnTo>
                  <a:lnTo>
                    <a:pt x="4356" y="16395"/>
                  </a:lnTo>
                  <a:lnTo>
                    <a:pt x="3416" y="16395"/>
                  </a:lnTo>
                  <a:lnTo>
                    <a:pt x="3416" y="17665"/>
                  </a:lnTo>
                  <a:lnTo>
                    <a:pt x="3213" y="17805"/>
                  </a:lnTo>
                  <a:lnTo>
                    <a:pt x="3086" y="17665"/>
                  </a:lnTo>
                  <a:lnTo>
                    <a:pt x="3416" y="17665"/>
                  </a:lnTo>
                  <a:lnTo>
                    <a:pt x="3416" y="16395"/>
                  </a:lnTo>
                  <a:lnTo>
                    <a:pt x="2667" y="16395"/>
                  </a:lnTo>
                  <a:lnTo>
                    <a:pt x="2667" y="16903"/>
                  </a:lnTo>
                  <a:lnTo>
                    <a:pt x="2311" y="17183"/>
                  </a:lnTo>
                  <a:lnTo>
                    <a:pt x="1968" y="16903"/>
                  </a:lnTo>
                  <a:lnTo>
                    <a:pt x="2667" y="16903"/>
                  </a:lnTo>
                  <a:lnTo>
                    <a:pt x="2667" y="16395"/>
                  </a:lnTo>
                  <a:lnTo>
                    <a:pt x="2082" y="16395"/>
                  </a:lnTo>
                  <a:lnTo>
                    <a:pt x="2184" y="16141"/>
                  </a:lnTo>
                  <a:lnTo>
                    <a:pt x="25438" y="16141"/>
                  </a:lnTo>
                  <a:lnTo>
                    <a:pt x="25704" y="15633"/>
                  </a:lnTo>
                  <a:lnTo>
                    <a:pt x="25539" y="15633"/>
                  </a:lnTo>
                  <a:lnTo>
                    <a:pt x="25273" y="15773"/>
                  </a:lnTo>
                  <a:lnTo>
                    <a:pt x="25158" y="15633"/>
                  </a:lnTo>
                  <a:lnTo>
                    <a:pt x="25095" y="14871"/>
                  </a:lnTo>
                  <a:lnTo>
                    <a:pt x="24879" y="14871"/>
                  </a:lnTo>
                  <a:lnTo>
                    <a:pt x="25565" y="14490"/>
                  </a:lnTo>
                  <a:lnTo>
                    <a:pt x="26047" y="14490"/>
                  </a:lnTo>
                  <a:lnTo>
                    <a:pt x="26073" y="14236"/>
                  </a:lnTo>
                  <a:lnTo>
                    <a:pt x="4457" y="14236"/>
                  </a:lnTo>
                  <a:lnTo>
                    <a:pt x="4457" y="15887"/>
                  </a:lnTo>
                  <a:lnTo>
                    <a:pt x="4419" y="15748"/>
                  </a:lnTo>
                  <a:lnTo>
                    <a:pt x="4457" y="15887"/>
                  </a:lnTo>
                  <a:lnTo>
                    <a:pt x="4457" y="14236"/>
                  </a:lnTo>
                  <a:lnTo>
                    <a:pt x="4356" y="15379"/>
                  </a:lnTo>
                  <a:lnTo>
                    <a:pt x="4203" y="15443"/>
                  </a:lnTo>
                  <a:lnTo>
                    <a:pt x="4076" y="15468"/>
                  </a:lnTo>
                  <a:lnTo>
                    <a:pt x="3797" y="15379"/>
                  </a:lnTo>
                  <a:lnTo>
                    <a:pt x="4076" y="15379"/>
                  </a:lnTo>
                  <a:lnTo>
                    <a:pt x="3949" y="15125"/>
                  </a:lnTo>
                  <a:lnTo>
                    <a:pt x="4330" y="15125"/>
                  </a:lnTo>
                  <a:lnTo>
                    <a:pt x="4356" y="15379"/>
                  </a:lnTo>
                  <a:lnTo>
                    <a:pt x="4356" y="14236"/>
                  </a:lnTo>
                  <a:lnTo>
                    <a:pt x="3962" y="14236"/>
                  </a:lnTo>
                  <a:lnTo>
                    <a:pt x="3962" y="14871"/>
                  </a:lnTo>
                  <a:lnTo>
                    <a:pt x="3937" y="15125"/>
                  </a:lnTo>
                  <a:lnTo>
                    <a:pt x="3416" y="15125"/>
                  </a:lnTo>
                  <a:lnTo>
                    <a:pt x="3924" y="14871"/>
                  </a:lnTo>
                  <a:lnTo>
                    <a:pt x="3962" y="14236"/>
                  </a:lnTo>
                  <a:lnTo>
                    <a:pt x="3784" y="14236"/>
                  </a:lnTo>
                  <a:lnTo>
                    <a:pt x="3784" y="14871"/>
                  </a:lnTo>
                  <a:lnTo>
                    <a:pt x="3733" y="14490"/>
                  </a:lnTo>
                  <a:lnTo>
                    <a:pt x="3784" y="14871"/>
                  </a:lnTo>
                  <a:lnTo>
                    <a:pt x="3784" y="14236"/>
                  </a:lnTo>
                  <a:lnTo>
                    <a:pt x="3492" y="14236"/>
                  </a:lnTo>
                  <a:lnTo>
                    <a:pt x="3543" y="13982"/>
                  </a:lnTo>
                  <a:lnTo>
                    <a:pt x="3365" y="14236"/>
                  </a:lnTo>
                  <a:lnTo>
                    <a:pt x="3225" y="14236"/>
                  </a:lnTo>
                  <a:lnTo>
                    <a:pt x="3200" y="13982"/>
                  </a:lnTo>
                  <a:lnTo>
                    <a:pt x="3543" y="13982"/>
                  </a:lnTo>
                  <a:lnTo>
                    <a:pt x="3670" y="13982"/>
                  </a:lnTo>
                  <a:lnTo>
                    <a:pt x="3632" y="13855"/>
                  </a:lnTo>
                  <a:lnTo>
                    <a:pt x="3797" y="13982"/>
                  </a:lnTo>
                  <a:lnTo>
                    <a:pt x="3924" y="13982"/>
                  </a:lnTo>
                  <a:lnTo>
                    <a:pt x="4089" y="13982"/>
                  </a:lnTo>
                  <a:lnTo>
                    <a:pt x="16675" y="13982"/>
                  </a:lnTo>
                  <a:lnTo>
                    <a:pt x="16281" y="13728"/>
                  </a:lnTo>
                  <a:lnTo>
                    <a:pt x="16281" y="13474"/>
                  </a:lnTo>
                  <a:lnTo>
                    <a:pt x="16586" y="13728"/>
                  </a:lnTo>
                  <a:lnTo>
                    <a:pt x="16510" y="13423"/>
                  </a:lnTo>
                  <a:lnTo>
                    <a:pt x="16878" y="13474"/>
                  </a:lnTo>
                  <a:lnTo>
                    <a:pt x="16471" y="13246"/>
                  </a:lnTo>
                  <a:lnTo>
                    <a:pt x="16484" y="12966"/>
                  </a:lnTo>
                  <a:lnTo>
                    <a:pt x="4241" y="12966"/>
                  </a:lnTo>
                  <a:lnTo>
                    <a:pt x="4241" y="13474"/>
                  </a:lnTo>
                  <a:lnTo>
                    <a:pt x="3937" y="13728"/>
                  </a:lnTo>
                  <a:lnTo>
                    <a:pt x="3924" y="13855"/>
                  </a:lnTo>
                  <a:lnTo>
                    <a:pt x="3784" y="13728"/>
                  </a:lnTo>
                  <a:lnTo>
                    <a:pt x="3962" y="13474"/>
                  </a:lnTo>
                  <a:lnTo>
                    <a:pt x="3937" y="13728"/>
                  </a:lnTo>
                  <a:lnTo>
                    <a:pt x="4102" y="13474"/>
                  </a:lnTo>
                  <a:lnTo>
                    <a:pt x="4241" y="13474"/>
                  </a:lnTo>
                  <a:lnTo>
                    <a:pt x="4241" y="12966"/>
                  </a:lnTo>
                  <a:lnTo>
                    <a:pt x="3975" y="12966"/>
                  </a:lnTo>
                  <a:lnTo>
                    <a:pt x="3987" y="12712"/>
                  </a:lnTo>
                  <a:lnTo>
                    <a:pt x="18135" y="12712"/>
                  </a:lnTo>
                  <a:lnTo>
                    <a:pt x="18135" y="12458"/>
                  </a:lnTo>
                  <a:lnTo>
                    <a:pt x="18605" y="12204"/>
                  </a:lnTo>
                  <a:lnTo>
                    <a:pt x="19481" y="11950"/>
                  </a:lnTo>
                  <a:lnTo>
                    <a:pt x="3911" y="11950"/>
                  </a:lnTo>
                  <a:lnTo>
                    <a:pt x="3911" y="12966"/>
                  </a:lnTo>
                  <a:lnTo>
                    <a:pt x="3835" y="13093"/>
                  </a:lnTo>
                  <a:lnTo>
                    <a:pt x="3759" y="12966"/>
                  </a:lnTo>
                  <a:lnTo>
                    <a:pt x="3606" y="13220"/>
                  </a:lnTo>
                  <a:lnTo>
                    <a:pt x="3759" y="13220"/>
                  </a:lnTo>
                  <a:lnTo>
                    <a:pt x="3632" y="13474"/>
                  </a:lnTo>
                  <a:lnTo>
                    <a:pt x="3492" y="13728"/>
                  </a:lnTo>
                  <a:lnTo>
                    <a:pt x="3505" y="13220"/>
                  </a:lnTo>
                  <a:lnTo>
                    <a:pt x="3327" y="13220"/>
                  </a:lnTo>
                  <a:lnTo>
                    <a:pt x="3683" y="12966"/>
                  </a:lnTo>
                  <a:lnTo>
                    <a:pt x="3911" y="12966"/>
                  </a:lnTo>
                  <a:lnTo>
                    <a:pt x="3911" y="11950"/>
                  </a:lnTo>
                  <a:lnTo>
                    <a:pt x="2959" y="11950"/>
                  </a:lnTo>
                  <a:lnTo>
                    <a:pt x="3060" y="11696"/>
                  </a:lnTo>
                  <a:lnTo>
                    <a:pt x="26314" y="11696"/>
                  </a:lnTo>
                  <a:lnTo>
                    <a:pt x="26327" y="11315"/>
                  </a:lnTo>
                  <a:lnTo>
                    <a:pt x="18300" y="11315"/>
                  </a:lnTo>
                  <a:lnTo>
                    <a:pt x="18313" y="11061"/>
                  </a:lnTo>
                  <a:lnTo>
                    <a:pt x="18122" y="11239"/>
                  </a:lnTo>
                  <a:lnTo>
                    <a:pt x="17741" y="11061"/>
                  </a:lnTo>
                  <a:lnTo>
                    <a:pt x="17551" y="11061"/>
                  </a:lnTo>
                  <a:lnTo>
                    <a:pt x="17208" y="10934"/>
                  </a:lnTo>
                  <a:lnTo>
                    <a:pt x="17246" y="11061"/>
                  </a:lnTo>
                  <a:lnTo>
                    <a:pt x="16903" y="11061"/>
                  </a:lnTo>
                  <a:lnTo>
                    <a:pt x="16433" y="11061"/>
                  </a:lnTo>
                  <a:lnTo>
                    <a:pt x="16471" y="11315"/>
                  </a:lnTo>
                  <a:lnTo>
                    <a:pt x="16306" y="10045"/>
                  </a:lnTo>
                  <a:lnTo>
                    <a:pt x="16243" y="9537"/>
                  </a:lnTo>
                  <a:lnTo>
                    <a:pt x="16535" y="9283"/>
                  </a:lnTo>
                  <a:lnTo>
                    <a:pt x="16827" y="9029"/>
                  </a:lnTo>
                  <a:lnTo>
                    <a:pt x="17183" y="8775"/>
                  </a:lnTo>
                  <a:lnTo>
                    <a:pt x="17589" y="8521"/>
                  </a:lnTo>
                  <a:lnTo>
                    <a:pt x="17919" y="8140"/>
                  </a:lnTo>
                  <a:lnTo>
                    <a:pt x="18986" y="8140"/>
                  </a:lnTo>
                  <a:lnTo>
                    <a:pt x="19227" y="8255"/>
                  </a:lnTo>
                  <a:lnTo>
                    <a:pt x="19799" y="8521"/>
                  </a:lnTo>
                  <a:lnTo>
                    <a:pt x="19761" y="8966"/>
                  </a:lnTo>
                  <a:lnTo>
                    <a:pt x="19735" y="9283"/>
                  </a:lnTo>
                  <a:lnTo>
                    <a:pt x="19304" y="9283"/>
                  </a:lnTo>
                  <a:lnTo>
                    <a:pt x="19037" y="9283"/>
                  </a:lnTo>
                  <a:lnTo>
                    <a:pt x="19202" y="9232"/>
                  </a:lnTo>
                  <a:lnTo>
                    <a:pt x="19748" y="9055"/>
                  </a:lnTo>
                  <a:lnTo>
                    <a:pt x="19583" y="8775"/>
                  </a:lnTo>
                  <a:lnTo>
                    <a:pt x="19304" y="8775"/>
                  </a:lnTo>
                  <a:lnTo>
                    <a:pt x="19151" y="9029"/>
                  </a:lnTo>
                  <a:lnTo>
                    <a:pt x="18923" y="9283"/>
                  </a:lnTo>
                  <a:lnTo>
                    <a:pt x="18376" y="9283"/>
                  </a:lnTo>
                  <a:lnTo>
                    <a:pt x="18237" y="9537"/>
                  </a:lnTo>
                  <a:lnTo>
                    <a:pt x="17945" y="9537"/>
                  </a:lnTo>
                  <a:lnTo>
                    <a:pt x="17678" y="9791"/>
                  </a:lnTo>
                  <a:lnTo>
                    <a:pt x="17335" y="10045"/>
                  </a:lnTo>
                  <a:lnTo>
                    <a:pt x="17195" y="10299"/>
                  </a:lnTo>
                  <a:lnTo>
                    <a:pt x="16992" y="10553"/>
                  </a:lnTo>
                  <a:lnTo>
                    <a:pt x="16941" y="10807"/>
                  </a:lnTo>
                  <a:lnTo>
                    <a:pt x="17170" y="10807"/>
                  </a:lnTo>
                  <a:lnTo>
                    <a:pt x="17856" y="10807"/>
                  </a:lnTo>
                  <a:lnTo>
                    <a:pt x="18097" y="10807"/>
                  </a:lnTo>
                  <a:lnTo>
                    <a:pt x="17957" y="11061"/>
                  </a:lnTo>
                  <a:lnTo>
                    <a:pt x="18313" y="11061"/>
                  </a:lnTo>
                  <a:lnTo>
                    <a:pt x="26339" y="11061"/>
                  </a:lnTo>
                  <a:lnTo>
                    <a:pt x="26390" y="9029"/>
                  </a:lnTo>
                  <a:lnTo>
                    <a:pt x="26479" y="8775"/>
                  </a:lnTo>
                  <a:lnTo>
                    <a:pt x="26581" y="8521"/>
                  </a:lnTo>
                  <a:lnTo>
                    <a:pt x="26619" y="8140"/>
                  </a:lnTo>
                  <a:lnTo>
                    <a:pt x="26670" y="7632"/>
                  </a:lnTo>
                  <a:lnTo>
                    <a:pt x="26911" y="7632"/>
                  </a:lnTo>
                  <a:lnTo>
                    <a:pt x="26911" y="8013"/>
                  </a:lnTo>
                  <a:lnTo>
                    <a:pt x="27051" y="7886"/>
                  </a:lnTo>
                  <a:lnTo>
                    <a:pt x="27266" y="8140"/>
                  </a:lnTo>
                  <a:lnTo>
                    <a:pt x="27139" y="8394"/>
                  </a:lnTo>
                  <a:lnTo>
                    <a:pt x="26873" y="8521"/>
                  </a:lnTo>
                  <a:lnTo>
                    <a:pt x="27076" y="8521"/>
                  </a:lnTo>
                  <a:lnTo>
                    <a:pt x="27393" y="8521"/>
                  </a:lnTo>
                  <a:lnTo>
                    <a:pt x="27343" y="11061"/>
                  </a:lnTo>
                  <a:lnTo>
                    <a:pt x="27520" y="11061"/>
                  </a:lnTo>
                  <a:lnTo>
                    <a:pt x="27635" y="9029"/>
                  </a:lnTo>
                  <a:lnTo>
                    <a:pt x="27660" y="8775"/>
                  </a:lnTo>
                  <a:lnTo>
                    <a:pt x="27952" y="8775"/>
                  </a:lnTo>
                  <a:lnTo>
                    <a:pt x="28168" y="8775"/>
                  </a:lnTo>
                  <a:lnTo>
                    <a:pt x="28371" y="8775"/>
                  </a:lnTo>
                  <a:lnTo>
                    <a:pt x="28295" y="9029"/>
                  </a:lnTo>
                  <a:lnTo>
                    <a:pt x="28600" y="9029"/>
                  </a:lnTo>
                  <a:lnTo>
                    <a:pt x="28575" y="9537"/>
                  </a:lnTo>
                  <a:lnTo>
                    <a:pt x="28854" y="9283"/>
                  </a:lnTo>
                  <a:lnTo>
                    <a:pt x="28841" y="8775"/>
                  </a:lnTo>
                  <a:lnTo>
                    <a:pt x="28956" y="8521"/>
                  </a:lnTo>
                  <a:lnTo>
                    <a:pt x="29019" y="8267"/>
                  </a:lnTo>
                  <a:lnTo>
                    <a:pt x="29222" y="8648"/>
                  </a:lnTo>
                  <a:lnTo>
                    <a:pt x="29400" y="8521"/>
                  </a:lnTo>
                  <a:lnTo>
                    <a:pt x="29654" y="8521"/>
                  </a:lnTo>
                  <a:lnTo>
                    <a:pt x="29781" y="8140"/>
                  </a:lnTo>
                  <a:lnTo>
                    <a:pt x="29870" y="7886"/>
                  </a:lnTo>
                  <a:lnTo>
                    <a:pt x="29806" y="6870"/>
                  </a:lnTo>
                  <a:lnTo>
                    <a:pt x="27673" y="6870"/>
                  </a:lnTo>
                  <a:lnTo>
                    <a:pt x="27673" y="8140"/>
                  </a:lnTo>
                  <a:lnTo>
                    <a:pt x="27393" y="8280"/>
                  </a:lnTo>
                  <a:lnTo>
                    <a:pt x="27406" y="8140"/>
                  </a:lnTo>
                  <a:lnTo>
                    <a:pt x="27673" y="8140"/>
                  </a:lnTo>
                  <a:lnTo>
                    <a:pt x="27673" y="6870"/>
                  </a:lnTo>
                  <a:lnTo>
                    <a:pt x="20180" y="6870"/>
                  </a:lnTo>
                  <a:lnTo>
                    <a:pt x="20180" y="8775"/>
                  </a:lnTo>
                  <a:lnTo>
                    <a:pt x="19964" y="8521"/>
                  </a:lnTo>
                  <a:lnTo>
                    <a:pt x="20142" y="8521"/>
                  </a:lnTo>
                  <a:lnTo>
                    <a:pt x="20180" y="8775"/>
                  </a:lnTo>
                  <a:lnTo>
                    <a:pt x="20180" y="6870"/>
                  </a:lnTo>
                  <a:lnTo>
                    <a:pt x="3022" y="6870"/>
                  </a:lnTo>
                  <a:lnTo>
                    <a:pt x="2870" y="7035"/>
                  </a:lnTo>
                  <a:lnTo>
                    <a:pt x="2870" y="6870"/>
                  </a:lnTo>
                  <a:lnTo>
                    <a:pt x="2641" y="6870"/>
                  </a:lnTo>
                  <a:lnTo>
                    <a:pt x="2540" y="7124"/>
                  </a:lnTo>
                  <a:lnTo>
                    <a:pt x="2667" y="7124"/>
                  </a:lnTo>
                  <a:lnTo>
                    <a:pt x="3124" y="7378"/>
                  </a:lnTo>
                  <a:lnTo>
                    <a:pt x="2997" y="7632"/>
                  </a:lnTo>
                  <a:lnTo>
                    <a:pt x="2933" y="7378"/>
                  </a:lnTo>
                  <a:lnTo>
                    <a:pt x="2844" y="9410"/>
                  </a:lnTo>
                  <a:lnTo>
                    <a:pt x="2413" y="9283"/>
                  </a:lnTo>
                  <a:lnTo>
                    <a:pt x="2806" y="9283"/>
                  </a:lnTo>
                  <a:lnTo>
                    <a:pt x="2844" y="9410"/>
                  </a:lnTo>
                  <a:lnTo>
                    <a:pt x="2844" y="7378"/>
                  </a:lnTo>
                  <a:lnTo>
                    <a:pt x="2692" y="7378"/>
                  </a:lnTo>
                  <a:lnTo>
                    <a:pt x="2667" y="7124"/>
                  </a:lnTo>
                  <a:lnTo>
                    <a:pt x="2298" y="7315"/>
                  </a:lnTo>
                  <a:lnTo>
                    <a:pt x="2286" y="7124"/>
                  </a:lnTo>
                  <a:lnTo>
                    <a:pt x="2451" y="6870"/>
                  </a:lnTo>
                  <a:lnTo>
                    <a:pt x="2628" y="6870"/>
                  </a:lnTo>
                  <a:lnTo>
                    <a:pt x="2260" y="6692"/>
                  </a:lnTo>
                  <a:lnTo>
                    <a:pt x="3086" y="6616"/>
                  </a:lnTo>
                  <a:lnTo>
                    <a:pt x="3136" y="6362"/>
                  </a:lnTo>
                  <a:lnTo>
                    <a:pt x="3390" y="6616"/>
                  </a:lnTo>
                  <a:lnTo>
                    <a:pt x="29794" y="6616"/>
                  </a:lnTo>
                  <a:lnTo>
                    <a:pt x="29743" y="5600"/>
                  </a:lnTo>
                  <a:lnTo>
                    <a:pt x="30276" y="5600"/>
                  </a:lnTo>
                  <a:lnTo>
                    <a:pt x="30822" y="5740"/>
                  </a:lnTo>
                  <a:lnTo>
                    <a:pt x="30619" y="5600"/>
                  </a:lnTo>
                  <a:lnTo>
                    <a:pt x="33337" y="5600"/>
                  </a:lnTo>
                  <a:lnTo>
                    <a:pt x="20993" y="5092"/>
                  </a:lnTo>
                  <a:lnTo>
                    <a:pt x="27178" y="5092"/>
                  </a:lnTo>
                  <a:lnTo>
                    <a:pt x="27305" y="3822"/>
                  </a:lnTo>
                  <a:lnTo>
                    <a:pt x="27889" y="3822"/>
                  </a:lnTo>
                  <a:lnTo>
                    <a:pt x="27889" y="3695"/>
                  </a:lnTo>
                  <a:lnTo>
                    <a:pt x="27533" y="3695"/>
                  </a:lnTo>
                  <a:lnTo>
                    <a:pt x="27178" y="3187"/>
                  </a:lnTo>
                  <a:lnTo>
                    <a:pt x="26454" y="3695"/>
                  </a:lnTo>
                  <a:lnTo>
                    <a:pt x="26517" y="3187"/>
                  </a:lnTo>
                  <a:lnTo>
                    <a:pt x="26581" y="2806"/>
                  </a:lnTo>
                  <a:lnTo>
                    <a:pt x="26771" y="2679"/>
                  </a:lnTo>
                  <a:lnTo>
                    <a:pt x="25412" y="2679"/>
                  </a:lnTo>
                  <a:lnTo>
                    <a:pt x="25539" y="1663"/>
                  </a:lnTo>
                  <a:lnTo>
                    <a:pt x="24815" y="1155"/>
                  </a:lnTo>
                  <a:lnTo>
                    <a:pt x="24930" y="393"/>
                  </a:lnTo>
                  <a:lnTo>
                    <a:pt x="24142" y="393"/>
                  </a:lnTo>
                  <a:lnTo>
                    <a:pt x="19519" y="3695"/>
                  </a:lnTo>
                  <a:lnTo>
                    <a:pt x="18796" y="3695"/>
                  </a:lnTo>
                  <a:lnTo>
                    <a:pt x="12877" y="5092"/>
                  </a:lnTo>
                  <a:lnTo>
                    <a:pt x="4927" y="5600"/>
                  </a:lnTo>
                  <a:lnTo>
                    <a:pt x="2349" y="5854"/>
                  </a:lnTo>
                  <a:lnTo>
                    <a:pt x="2565" y="5854"/>
                  </a:lnTo>
                  <a:lnTo>
                    <a:pt x="2489" y="5981"/>
                  </a:lnTo>
                  <a:lnTo>
                    <a:pt x="2349" y="5854"/>
                  </a:lnTo>
                  <a:lnTo>
                    <a:pt x="1460" y="5854"/>
                  </a:lnTo>
                  <a:lnTo>
                    <a:pt x="2425" y="6083"/>
                  </a:lnTo>
                  <a:lnTo>
                    <a:pt x="2108" y="6108"/>
                  </a:lnTo>
                  <a:lnTo>
                    <a:pt x="1930" y="6362"/>
                  </a:lnTo>
                  <a:lnTo>
                    <a:pt x="1689" y="6362"/>
                  </a:lnTo>
                  <a:lnTo>
                    <a:pt x="1790" y="6870"/>
                  </a:lnTo>
                  <a:lnTo>
                    <a:pt x="2108" y="7124"/>
                  </a:lnTo>
                  <a:lnTo>
                    <a:pt x="2273" y="7340"/>
                  </a:lnTo>
                  <a:lnTo>
                    <a:pt x="2628" y="7378"/>
                  </a:lnTo>
                  <a:lnTo>
                    <a:pt x="2667" y="7632"/>
                  </a:lnTo>
                  <a:lnTo>
                    <a:pt x="2387" y="7378"/>
                  </a:lnTo>
                  <a:lnTo>
                    <a:pt x="2527" y="7632"/>
                  </a:lnTo>
                  <a:lnTo>
                    <a:pt x="2146" y="7759"/>
                  </a:lnTo>
                  <a:lnTo>
                    <a:pt x="1968" y="7632"/>
                  </a:lnTo>
                  <a:lnTo>
                    <a:pt x="1968" y="7810"/>
                  </a:lnTo>
                  <a:lnTo>
                    <a:pt x="1714" y="7886"/>
                  </a:lnTo>
                  <a:lnTo>
                    <a:pt x="1993" y="8521"/>
                  </a:lnTo>
                  <a:lnTo>
                    <a:pt x="2032" y="8775"/>
                  </a:lnTo>
                  <a:lnTo>
                    <a:pt x="1625" y="8775"/>
                  </a:lnTo>
                  <a:lnTo>
                    <a:pt x="2311" y="9029"/>
                  </a:lnTo>
                  <a:lnTo>
                    <a:pt x="2082" y="9029"/>
                  </a:lnTo>
                  <a:lnTo>
                    <a:pt x="2209" y="9283"/>
                  </a:lnTo>
                  <a:lnTo>
                    <a:pt x="2273" y="9791"/>
                  </a:lnTo>
                  <a:lnTo>
                    <a:pt x="2730" y="9791"/>
                  </a:lnTo>
                  <a:lnTo>
                    <a:pt x="2628" y="10553"/>
                  </a:lnTo>
                  <a:lnTo>
                    <a:pt x="2895" y="10807"/>
                  </a:lnTo>
                  <a:lnTo>
                    <a:pt x="2832" y="11696"/>
                  </a:lnTo>
                  <a:lnTo>
                    <a:pt x="2794" y="11823"/>
                  </a:lnTo>
                  <a:lnTo>
                    <a:pt x="2819" y="11696"/>
                  </a:lnTo>
                  <a:lnTo>
                    <a:pt x="2832" y="10871"/>
                  </a:lnTo>
                  <a:lnTo>
                    <a:pt x="2755" y="11950"/>
                  </a:lnTo>
                  <a:lnTo>
                    <a:pt x="2578" y="11950"/>
                  </a:lnTo>
                  <a:lnTo>
                    <a:pt x="2654" y="12204"/>
                  </a:lnTo>
                  <a:lnTo>
                    <a:pt x="2692" y="12331"/>
                  </a:lnTo>
                  <a:lnTo>
                    <a:pt x="2273" y="12204"/>
                  </a:lnTo>
                  <a:lnTo>
                    <a:pt x="2273" y="11950"/>
                  </a:lnTo>
                  <a:lnTo>
                    <a:pt x="2540" y="11709"/>
                  </a:lnTo>
                  <a:lnTo>
                    <a:pt x="2755" y="11950"/>
                  </a:lnTo>
                  <a:lnTo>
                    <a:pt x="2755" y="10922"/>
                  </a:lnTo>
                  <a:lnTo>
                    <a:pt x="2120" y="11442"/>
                  </a:lnTo>
                  <a:lnTo>
                    <a:pt x="2120" y="13982"/>
                  </a:lnTo>
                  <a:lnTo>
                    <a:pt x="1727" y="13982"/>
                  </a:lnTo>
                  <a:lnTo>
                    <a:pt x="1663" y="14224"/>
                  </a:lnTo>
                  <a:lnTo>
                    <a:pt x="1587" y="13982"/>
                  </a:lnTo>
                  <a:lnTo>
                    <a:pt x="1511" y="13728"/>
                  </a:lnTo>
                  <a:lnTo>
                    <a:pt x="2120" y="13982"/>
                  </a:lnTo>
                  <a:lnTo>
                    <a:pt x="2120" y="11442"/>
                  </a:lnTo>
                  <a:lnTo>
                    <a:pt x="1790" y="11696"/>
                  </a:lnTo>
                  <a:lnTo>
                    <a:pt x="254" y="13474"/>
                  </a:lnTo>
                  <a:lnTo>
                    <a:pt x="393" y="13474"/>
                  </a:lnTo>
                  <a:lnTo>
                    <a:pt x="457" y="13728"/>
                  </a:lnTo>
                  <a:lnTo>
                    <a:pt x="520" y="13982"/>
                  </a:lnTo>
                  <a:lnTo>
                    <a:pt x="596" y="14236"/>
                  </a:lnTo>
                  <a:lnTo>
                    <a:pt x="660" y="14490"/>
                  </a:lnTo>
                  <a:lnTo>
                    <a:pt x="749" y="14871"/>
                  </a:lnTo>
                  <a:lnTo>
                    <a:pt x="825" y="15125"/>
                  </a:lnTo>
                  <a:lnTo>
                    <a:pt x="889" y="15379"/>
                  </a:lnTo>
                  <a:lnTo>
                    <a:pt x="1143" y="15125"/>
                  </a:lnTo>
                  <a:lnTo>
                    <a:pt x="1041" y="14236"/>
                  </a:lnTo>
                  <a:lnTo>
                    <a:pt x="1231" y="14376"/>
                  </a:lnTo>
                  <a:lnTo>
                    <a:pt x="1308" y="14236"/>
                  </a:lnTo>
                  <a:lnTo>
                    <a:pt x="1663" y="14236"/>
                  </a:lnTo>
                  <a:lnTo>
                    <a:pt x="1866" y="14490"/>
                  </a:lnTo>
                  <a:lnTo>
                    <a:pt x="1612" y="14871"/>
                  </a:lnTo>
                  <a:lnTo>
                    <a:pt x="1943" y="15125"/>
                  </a:lnTo>
                  <a:lnTo>
                    <a:pt x="1752" y="15125"/>
                  </a:lnTo>
                  <a:lnTo>
                    <a:pt x="1435" y="14871"/>
                  </a:lnTo>
                  <a:lnTo>
                    <a:pt x="1308" y="15125"/>
                  </a:lnTo>
                  <a:lnTo>
                    <a:pt x="1473" y="15125"/>
                  </a:lnTo>
                  <a:lnTo>
                    <a:pt x="1625" y="15125"/>
                  </a:lnTo>
                  <a:lnTo>
                    <a:pt x="1981" y="15379"/>
                  </a:lnTo>
                  <a:lnTo>
                    <a:pt x="1765" y="15379"/>
                  </a:lnTo>
                  <a:lnTo>
                    <a:pt x="1892" y="15633"/>
                  </a:lnTo>
                  <a:lnTo>
                    <a:pt x="1473" y="15836"/>
                  </a:lnTo>
                  <a:lnTo>
                    <a:pt x="1397" y="16192"/>
                  </a:lnTo>
                  <a:lnTo>
                    <a:pt x="1689" y="16052"/>
                  </a:lnTo>
                  <a:lnTo>
                    <a:pt x="1524" y="16065"/>
                  </a:lnTo>
                  <a:lnTo>
                    <a:pt x="1485" y="15887"/>
                  </a:lnTo>
                  <a:lnTo>
                    <a:pt x="1917" y="15887"/>
                  </a:lnTo>
                  <a:lnTo>
                    <a:pt x="1917" y="16141"/>
                  </a:lnTo>
                  <a:lnTo>
                    <a:pt x="1905" y="17030"/>
                  </a:lnTo>
                  <a:lnTo>
                    <a:pt x="1663" y="16903"/>
                  </a:lnTo>
                  <a:lnTo>
                    <a:pt x="1790" y="16903"/>
                  </a:lnTo>
                  <a:lnTo>
                    <a:pt x="1905" y="17030"/>
                  </a:lnTo>
                  <a:lnTo>
                    <a:pt x="1905" y="16141"/>
                  </a:lnTo>
                  <a:lnTo>
                    <a:pt x="1574" y="16141"/>
                  </a:lnTo>
                  <a:lnTo>
                    <a:pt x="1651" y="16395"/>
                  </a:lnTo>
                  <a:lnTo>
                    <a:pt x="1409" y="16395"/>
                  </a:lnTo>
                  <a:lnTo>
                    <a:pt x="1371" y="15887"/>
                  </a:lnTo>
                  <a:lnTo>
                    <a:pt x="1333" y="15125"/>
                  </a:lnTo>
                  <a:lnTo>
                    <a:pt x="1231" y="15379"/>
                  </a:lnTo>
                  <a:lnTo>
                    <a:pt x="889" y="15379"/>
                  </a:lnTo>
                  <a:lnTo>
                    <a:pt x="952" y="15633"/>
                  </a:lnTo>
                  <a:lnTo>
                    <a:pt x="1016" y="15887"/>
                  </a:lnTo>
                  <a:lnTo>
                    <a:pt x="1092" y="16141"/>
                  </a:lnTo>
                  <a:lnTo>
                    <a:pt x="1168" y="16395"/>
                  </a:lnTo>
                  <a:lnTo>
                    <a:pt x="1244" y="16649"/>
                  </a:lnTo>
                  <a:lnTo>
                    <a:pt x="1397" y="16903"/>
                  </a:lnTo>
                  <a:lnTo>
                    <a:pt x="2082" y="17665"/>
                  </a:lnTo>
                  <a:lnTo>
                    <a:pt x="2743" y="18300"/>
                  </a:lnTo>
                  <a:lnTo>
                    <a:pt x="3175" y="18300"/>
                  </a:lnTo>
                  <a:lnTo>
                    <a:pt x="3505" y="18554"/>
                  </a:lnTo>
                  <a:lnTo>
                    <a:pt x="4762" y="18554"/>
                  </a:lnTo>
                  <a:lnTo>
                    <a:pt x="4711" y="18808"/>
                  </a:lnTo>
                  <a:lnTo>
                    <a:pt x="4610" y="19316"/>
                  </a:lnTo>
                  <a:lnTo>
                    <a:pt x="5219" y="20078"/>
                  </a:lnTo>
                  <a:lnTo>
                    <a:pt x="5930" y="19824"/>
                  </a:lnTo>
                  <a:lnTo>
                    <a:pt x="6057" y="20078"/>
                  </a:lnTo>
                  <a:lnTo>
                    <a:pt x="6413" y="20078"/>
                  </a:lnTo>
                  <a:lnTo>
                    <a:pt x="6426" y="20281"/>
                  </a:lnTo>
                  <a:lnTo>
                    <a:pt x="6718" y="20078"/>
                  </a:lnTo>
                  <a:lnTo>
                    <a:pt x="6591" y="20332"/>
                  </a:lnTo>
                  <a:lnTo>
                    <a:pt x="6438" y="20332"/>
                  </a:lnTo>
                  <a:lnTo>
                    <a:pt x="6477" y="20586"/>
                  </a:lnTo>
                  <a:lnTo>
                    <a:pt x="6870" y="20332"/>
                  </a:lnTo>
                  <a:lnTo>
                    <a:pt x="6985" y="20586"/>
                  </a:lnTo>
                  <a:lnTo>
                    <a:pt x="7213" y="20332"/>
                  </a:lnTo>
                  <a:lnTo>
                    <a:pt x="7086" y="20078"/>
                  </a:lnTo>
                  <a:lnTo>
                    <a:pt x="6908" y="20078"/>
                  </a:lnTo>
                  <a:lnTo>
                    <a:pt x="7035" y="19824"/>
                  </a:lnTo>
                  <a:lnTo>
                    <a:pt x="6769" y="19570"/>
                  </a:lnTo>
                  <a:lnTo>
                    <a:pt x="6629" y="19824"/>
                  </a:lnTo>
                  <a:lnTo>
                    <a:pt x="6629" y="19570"/>
                  </a:lnTo>
                  <a:lnTo>
                    <a:pt x="6731" y="19062"/>
                  </a:lnTo>
                  <a:lnTo>
                    <a:pt x="6604" y="19062"/>
                  </a:lnTo>
                  <a:lnTo>
                    <a:pt x="6654" y="18808"/>
                  </a:lnTo>
                  <a:lnTo>
                    <a:pt x="6794" y="18808"/>
                  </a:lnTo>
                  <a:lnTo>
                    <a:pt x="6946" y="18554"/>
                  </a:lnTo>
                  <a:lnTo>
                    <a:pt x="5994" y="18948"/>
                  </a:lnTo>
                  <a:lnTo>
                    <a:pt x="5943" y="19570"/>
                  </a:lnTo>
                  <a:lnTo>
                    <a:pt x="5892" y="19062"/>
                  </a:lnTo>
                  <a:lnTo>
                    <a:pt x="5702" y="19062"/>
                  </a:lnTo>
                  <a:lnTo>
                    <a:pt x="5765" y="18300"/>
                  </a:lnTo>
                  <a:lnTo>
                    <a:pt x="5537" y="18453"/>
                  </a:lnTo>
                  <a:lnTo>
                    <a:pt x="5537" y="18046"/>
                  </a:lnTo>
                  <a:lnTo>
                    <a:pt x="5537" y="17665"/>
                  </a:lnTo>
                  <a:lnTo>
                    <a:pt x="5943" y="17665"/>
                  </a:lnTo>
                  <a:lnTo>
                    <a:pt x="6096" y="18046"/>
                  </a:lnTo>
                  <a:lnTo>
                    <a:pt x="6667" y="17665"/>
                  </a:lnTo>
                  <a:lnTo>
                    <a:pt x="7366" y="17665"/>
                  </a:lnTo>
                  <a:lnTo>
                    <a:pt x="7239" y="17919"/>
                  </a:lnTo>
                  <a:lnTo>
                    <a:pt x="7645" y="17665"/>
                  </a:lnTo>
                  <a:lnTo>
                    <a:pt x="7797" y="17983"/>
                  </a:lnTo>
                  <a:lnTo>
                    <a:pt x="7442" y="18021"/>
                  </a:lnTo>
                  <a:lnTo>
                    <a:pt x="7150" y="18300"/>
                  </a:lnTo>
                  <a:lnTo>
                    <a:pt x="7048" y="18453"/>
                  </a:lnTo>
                  <a:lnTo>
                    <a:pt x="7467" y="18211"/>
                  </a:lnTo>
                  <a:lnTo>
                    <a:pt x="7975" y="18008"/>
                  </a:lnTo>
                  <a:lnTo>
                    <a:pt x="8432" y="18046"/>
                  </a:lnTo>
                  <a:lnTo>
                    <a:pt x="8788" y="18122"/>
                  </a:lnTo>
                  <a:lnTo>
                    <a:pt x="8636" y="18046"/>
                  </a:lnTo>
                  <a:lnTo>
                    <a:pt x="9067" y="18046"/>
                  </a:lnTo>
                  <a:lnTo>
                    <a:pt x="9448" y="18427"/>
                  </a:lnTo>
                  <a:lnTo>
                    <a:pt x="9169" y="18300"/>
                  </a:lnTo>
                  <a:lnTo>
                    <a:pt x="9169" y="18554"/>
                  </a:lnTo>
                  <a:lnTo>
                    <a:pt x="9347" y="18554"/>
                  </a:lnTo>
                  <a:lnTo>
                    <a:pt x="9525" y="18808"/>
                  </a:lnTo>
                  <a:lnTo>
                    <a:pt x="10033" y="18808"/>
                  </a:lnTo>
                  <a:lnTo>
                    <a:pt x="10198" y="19062"/>
                  </a:lnTo>
                  <a:lnTo>
                    <a:pt x="10388" y="19062"/>
                  </a:lnTo>
                  <a:lnTo>
                    <a:pt x="10490" y="19316"/>
                  </a:lnTo>
                  <a:lnTo>
                    <a:pt x="10858" y="19316"/>
                  </a:lnTo>
                  <a:lnTo>
                    <a:pt x="11455" y="19570"/>
                  </a:lnTo>
                  <a:lnTo>
                    <a:pt x="11150" y="19570"/>
                  </a:lnTo>
                  <a:lnTo>
                    <a:pt x="11557" y="19824"/>
                  </a:lnTo>
                  <a:lnTo>
                    <a:pt x="11772" y="19824"/>
                  </a:lnTo>
                  <a:lnTo>
                    <a:pt x="12014" y="19939"/>
                  </a:lnTo>
                  <a:lnTo>
                    <a:pt x="12230" y="19824"/>
                  </a:lnTo>
                  <a:lnTo>
                    <a:pt x="12204" y="20015"/>
                  </a:lnTo>
                  <a:lnTo>
                    <a:pt x="12382" y="20078"/>
                  </a:lnTo>
                  <a:lnTo>
                    <a:pt x="12560" y="20078"/>
                  </a:lnTo>
                  <a:lnTo>
                    <a:pt x="13017" y="20332"/>
                  </a:lnTo>
                  <a:lnTo>
                    <a:pt x="13195" y="20586"/>
                  </a:lnTo>
                  <a:lnTo>
                    <a:pt x="12979" y="20586"/>
                  </a:lnTo>
                  <a:lnTo>
                    <a:pt x="13258" y="20840"/>
                  </a:lnTo>
                  <a:lnTo>
                    <a:pt x="12954" y="20840"/>
                  </a:lnTo>
                  <a:lnTo>
                    <a:pt x="13030" y="21221"/>
                  </a:lnTo>
                  <a:lnTo>
                    <a:pt x="12458" y="21221"/>
                  </a:lnTo>
                  <a:lnTo>
                    <a:pt x="12458" y="21729"/>
                  </a:lnTo>
                  <a:lnTo>
                    <a:pt x="11684" y="21996"/>
                  </a:lnTo>
                  <a:lnTo>
                    <a:pt x="11442" y="21729"/>
                  </a:lnTo>
                  <a:lnTo>
                    <a:pt x="12458" y="21729"/>
                  </a:lnTo>
                  <a:lnTo>
                    <a:pt x="12458" y="21221"/>
                  </a:lnTo>
                  <a:lnTo>
                    <a:pt x="10960" y="21221"/>
                  </a:lnTo>
                  <a:lnTo>
                    <a:pt x="10960" y="21729"/>
                  </a:lnTo>
                  <a:lnTo>
                    <a:pt x="10883" y="21983"/>
                  </a:lnTo>
                  <a:lnTo>
                    <a:pt x="10020" y="21729"/>
                  </a:lnTo>
                  <a:lnTo>
                    <a:pt x="10960" y="21729"/>
                  </a:lnTo>
                  <a:lnTo>
                    <a:pt x="10960" y="21221"/>
                  </a:lnTo>
                  <a:lnTo>
                    <a:pt x="10109" y="21221"/>
                  </a:lnTo>
                  <a:lnTo>
                    <a:pt x="6845" y="23507"/>
                  </a:lnTo>
                  <a:lnTo>
                    <a:pt x="7099" y="23507"/>
                  </a:lnTo>
                  <a:lnTo>
                    <a:pt x="7556" y="24269"/>
                  </a:lnTo>
                  <a:lnTo>
                    <a:pt x="7620" y="24396"/>
                  </a:lnTo>
                  <a:lnTo>
                    <a:pt x="7696" y="24523"/>
                  </a:lnTo>
                  <a:lnTo>
                    <a:pt x="7772" y="24650"/>
                  </a:lnTo>
                  <a:lnTo>
                    <a:pt x="7848" y="24777"/>
                  </a:lnTo>
                  <a:lnTo>
                    <a:pt x="7924" y="24904"/>
                  </a:lnTo>
                  <a:lnTo>
                    <a:pt x="8001" y="25031"/>
                  </a:lnTo>
                  <a:lnTo>
                    <a:pt x="8077" y="25158"/>
                  </a:lnTo>
                  <a:lnTo>
                    <a:pt x="8140" y="25285"/>
                  </a:lnTo>
                  <a:lnTo>
                    <a:pt x="8216" y="25412"/>
                  </a:lnTo>
                  <a:lnTo>
                    <a:pt x="8293" y="25539"/>
                  </a:lnTo>
                  <a:lnTo>
                    <a:pt x="8369" y="25666"/>
                  </a:lnTo>
                  <a:lnTo>
                    <a:pt x="8648" y="25920"/>
                  </a:lnTo>
                  <a:lnTo>
                    <a:pt x="8724" y="26047"/>
                  </a:lnTo>
                  <a:lnTo>
                    <a:pt x="8940" y="26047"/>
                  </a:lnTo>
                  <a:lnTo>
                    <a:pt x="9004" y="26301"/>
                  </a:lnTo>
                  <a:lnTo>
                    <a:pt x="9855" y="26301"/>
                  </a:lnTo>
                  <a:lnTo>
                    <a:pt x="9753" y="25158"/>
                  </a:lnTo>
                  <a:lnTo>
                    <a:pt x="9766" y="25031"/>
                  </a:lnTo>
                  <a:lnTo>
                    <a:pt x="9499" y="25158"/>
                  </a:lnTo>
                  <a:lnTo>
                    <a:pt x="9461" y="25031"/>
                  </a:lnTo>
                  <a:lnTo>
                    <a:pt x="9245" y="24904"/>
                  </a:lnTo>
                  <a:lnTo>
                    <a:pt x="9271" y="23761"/>
                  </a:lnTo>
                  <a:lnTo>
                    <a:pt x="8890" y="23761"/>
                  </a:lnTo>
                  <a:lnTo>
                    <a:pt x="9042" y="23507"/>
                  </a:lnTo>
                  <a:lnTo>
                    <a:pt x="9042" y="23253"/>
                  </a:lnTo>
                  <a:lnTo>
                    <a:pt x="9207" y="23253"/>
                  </a:lnTo>
                  <a:lnTo>
                    <a:pt x="9385" y="22999"/>
                  </a:lnTo>
                  <a:lnTo>
                    <a:pt x="9893" y="22491"/>
                  </a:lnTo>
                  <a:lnTo>
                    <a:pt x="10439" y="22491"/>
                  </a:lnTo>
                  <a:lnTo>
                    <a:pt x="10706" y="22237"/>
                  </a:lnTo>
                  <a:lnTo>
                    <a:pt x="10934" y="22237"/>
                  </a:lnTo>
                  <a:lnTo>
                    <a:pt x="11747" y="22237"/>
                  </a:lnTo>
                  <a:lnTo>
                    <a:pt x="11938" y="22237"/>
                  </a:lnTo>
                  <a:lnTo>
                    <a:pt x="12179" y="22491"/>
                  </a:lnTo>
                  <a:lnTo>
                    <a:pt x="12026" y="22491"/>
                  </a:lnTo>
                  <a:lnTo>
                    <a:pt x="11976" y="22745"/>
                  </a:lnTo>
                  <a:lnTo>
                    <a:pt x="11544" y="22999"/>
                  </a:lnTo>
                  <a:lnTo>
                    <a:pt x="11760" y="22999"/>
                  </a:lnTo>
                  <a:lnTo>
                    <a:pt x="11836" y="24269"/>
                  </a:lnTo>
                  <a:lnTo>
                    <a:pt x="11925" y="25031"/>
                  </a:lnTo>
                  <a:lnTo>
                    <a:pt x="12877" y="25285"/>
                  </a:lnTo>
                  <a:lnTo>
                    <a:pt x="12788" y="25031"/>
                  </a:lnTo>
                  <a:lnTo>
                    <a:pt x="12306" y="25031"/>
                  </a:lnTo>
                  <a:lnTo>
                    <a:pt x="12357" y="24650"/>
                  </a:lnTo>
                  <a:lnTo>
                    <a:pt x="12065" y="24650"/>
                  </a:lnTo>
                  <a:lnTo>
                    <a:pt x="12179" y="24396"/>
                  </a:lnTo>
                  <a:lnTo>
                    <a:pt x="12242" y="24523"/>
                  </a:lnTo>
                  <a:lnTo>
                    <a:pt x="12369" y="24523"/>
                  </a:lnTo>
                  <a:lnTo>
                    <a:pt x="12369" y="24396"/>
                  </a:lnTo>
                  <a:lnTo>
                    <a:pt x="12369" y="24015"/>
                  </a:lnTo>
                  <a:lnTo>
                    <a:pt x="12471" y="24523"/>
                  </a:lnTo>
                  <a:lnTo>
                    <a:pt x="12585" y="24777"/>
                  </a:lnTo>
                  <a:lnTo>
                    <a:pt x="12674" y="24396"/>
                  </a:lnTo>
                  <a:lnTo>
                    <a:pt x="12738" y="24015"/>
                  </a:lnTo>
                  <a:lnTo>
                    <a:pt x="12865" y="24015"/>
                  </a:lnTo>
                  <a:lnTo>
                    <a:pt x="13030" y="24269"/>
                  </a:lnTo>
                  <a:lnTo>
                    <a:pt x="13373" y="24523"/>
                  </a:lnTo>
                  <a:lnTo>
                    <a:pt x="13398" y="24015"/>
                  </a:lnTo>
                  <a:lnTo>
                    <a:pt x="13639" y="24015"/>
                  </a:lnTo>
                  <a:lnTo>
                    <a:pt x="13766" y="23761"/>
                  </a:lnTo>
                  <a:lnTo>
                    <a:pt x="13906" y="24015"/>
                  </a:lnTo>
                  <a:lnTo>
                    <a:pt x="14160" y="24269"/>
                  </a:lnTo>
                  <a:lnTo>
                    <a:pt x="14224" y="24396"/>
                  </a:lnTo>
                  <a:lnTo>
                    <a:pt x="14300" y="24523"/>
                  </a:lnTo>
                  <a:lnTo>
                    <a:pt x="14376" y="24650"/>
                  </a:lnTo>
                  <a:lnTo>
                    <a:pt x="14439" y="24523"/>
                  </a:lnTo>
                  <a:lnTo>
                    <a:pt x="14503" y="24396"/>
                  </a:lnTo>
                  <a:lnTo>
                    <a:pt x="14579" y="24269"/>
                  </a:lnTo>
                  <a:lnTo>
                    <a:pt x="14109" y="24015"/>
                  </a:lnTo>
                  <a:lnTo>
                    <a:pt x="14071" y="23507"/>
                  </a:lnTo>
                  <a:lnTo>
                    <a:pt x="14058" y="23253"/>
                  </a:lnTo>
                  <a:lnTo>
                    <a:pt x="13652" y="23253"/>
                  </a:lnTo>
                  <a:lnTo>
                    <a:pt x="13652" y="23507"/>
                  </a:lnTo>
                  <a:lnTo>
                    <a:pt x="13601" y="23761"/>
                  </a:lnTo>
                  <a:lnTo>
                    <a:pt x="13652" y="23507"/>
                  </a:lnTo>
                  <a:lnTo>
                    <a:pt x="13652" y="23253"/>
                  </a:lnTo>
                  <a:lnTo>
                    <a:pt x="13576" y="22999"/>
                  </a:lnTo>
                  <a:lnTo>
                    <a:pt x="14084" y="22999"/>
                  </a:lnTo>
                  <a:lnTo>
                    <a:pt x="14173" y="23253"/>
                  </a:lnTo>
                  <a:lnTo>
                    <a:pt x="15138" y="23253"/>
                  </a:lnTo>
                  <a:lnTo>
                    <a:pt x="15214" y="22999"/>
                  </a:lnTo>
                  <a:lnTo>
                    <a:pt x="17411" y="22999"/>
                  </a:lnTo>
                  <a:lnTo>
                    <a:pt x="17335" y="22237"/>
                  </a:lnTo>
                  <a:lnTo>
                    <a:pt x="17056" y="21983"/>
                  </a:lnTo>
                  <a:lnTo>
                    <a:pt x="17056" y="22237"/>
                  </a:lnTo>
                  <a:lnTo>
                    <a:pt x="15405" y="22237"/>
                  </a:lnTo>
                  <a:lnTo>
                    <a:pt x="15328" y="21983"/>
                  </a:lnTo>
                  <a:lnTo>
                    <a:pt x="15227" y="22237"/>
                  </a:lnTo>
                  <a:lnTo>
                    <a:pt x="14732" y="22237"/>
                  </a:lnTo>
                  <a:lnTo>
                    <a:pt x="14859" y="22491"/>
                  </a:lnTo>
                  <a:lnTo>
                    <a:pt x="15011" y="22491"/>
                  </a:lnTo>
                  <a:lnTo>
                    <a:pt x="15138" y="22745"/>
                  </a:lnTo>
                  <a:lnTo>
                    <a:pt x="15163" y="22999"/>
                  </a:lnTo>
                  <a:lnTo>
                    <a:pt x="14808" y="22999"/>
                  </a:lnTo>
                  <a:lnTo>
                    <a:pt x="14249" y="22745"/>
                  </a:lnTo>
                  <a:lnTo>
                    <a:pt x="14401" y="22999"/>
                  </a:lnTo>
                  <a:lnTo>
                    <a:pt x="14173" y="22999"/>
                  </a:lnTo>
                  <a:lnTo>
                    <a:pt x="14249" y="22745"/>
                  </a:lnTo>
                  <a:lnTo>
                    <a:pt x="14541" y="22745"/>
                  </a:lnTo>
                  <a:lnTo>
                    <a:pt x="14643" y="22237"/>
                  </a:lnTo>
                  <a:lnTo>
                    <a:pt x="14414" y="22034"/>
                  </a:lnTo>
                  <a:lnTo>
                    <a:pt x="14097" y="21729"/>
                  </a:lnTo>
                  <a:lnTo>
                    <a:pt x="14478" y="21729"/>
                  </a:lnTo>
                  <a:lnTo>
                    <a:pt x="14782" y="21729"/>
                  </a:lnTo>
                  <a:lnTo>
                    <a:pt x="15252" y="21729"/>
                  </a:lnTo>
                  <a:lnTo>
                    <a:pt x="15176" y="21475"/>
                  </a:lnTo>
                  <a:lnTo>
                    <a:pt x="15570" y="21221"/>
                  </a:lnTo>
                  <a:lnTo>
                    <a:pt x="16027" y="20332"/>
                  </a:lnTo>
                  <a:lnTo>
                    <a:pt x="17018" y="20332"/>
                  </a:lnTo>
                  <a:lnTo>
                    <a:pt x="16738" y="20078"/>
                  </a:lnTo>
                  <a:lnTo>
                    <a:pt x="16814" y="19824"/>
                  </a:lnTo>
                  <a:lnTo>
                    <a:pt x="17068" y="19824"/>
                  </a:lnTo>
                  <a:lnTo>
                    <a:pt x="17106" y="20078"/>
                  </a:lnTo>
                  <a:lnTo>
                    <a:pt x="17640" y="20078"/>
                  </a:lnTo>
                  <a:lnTo>
                    <a:pt x="17411" y="19824"/>
                  </a:lnTo>
                  <a:lnTo>
                    <a:pt x="19011" y="19824"/>
                  </a:lnTo>
                  <a:lnTo>
                    <a:pt x="19037" y="19570"/>
                  </a:lnTo>
                  <a:lnTo>
                    <a:pt x="19240" y="19570"/>
                  </a:lnTo>
                  <a:lnTo>
                    <a:pt x="19011" y="19824"/>
                  </a:lnTo>
                  <a:lnTo>
                    <a:pt x="18656" y="20078"/>
                  </a:lnTo>
                  <a:lnTo>
                    <a:pt x="18669" y="20320"/>
                  </a:lnTo>
                  <a:lnTo>
                    <a:pt x="18707" y="20586"/>
                  </a:lnTo>
                  <a:lnTo>
                    <a:pt x="18757" y="20383"/>
                  </a:lnTo>
                  <a:lnTo>
                    <a:pt x="18834" y="20713"/>
                  </a:lnTo>
                  <a:lnTo>
                    <a:pt x="18630" y="20586"/>
                  </a:lnTo>
                  <a:lnTo>
                    <a:pt x="18605" y="20332"/>
                  </a:lnTo>
                  <a:lnTo>
                    <a:pt x="18440" y="20332"/>
                  </a:lnTo>
                  <a:lnTo>
                    <a:pt x="18313" y="20332"/>
                  </a:lnTo>
                  <a:lnTo>
                    <a:pt x="18288" y="20726"/>
                  </a:lnTo>
                  <a:lnTo>
                    <a:pt x="18440" y="20586"/>
                  </a:lnTo>
                  <a:lnTo>
                    <a:pt x="18376" y="21729"/>
                  </a:lnTo>
                  <a:lnTo>
                    <a:pt x="18580" y="22237"/>
                  </a:lnTo>
                  <a:lnTo>
                    <a:pt x="18122" y="22237"/>
                  </a:lnTo>
                  <a:lnTo>
                    <a:pt x="18135" y="21869"/>
                  </a:lnTo>
                  <a:lnTo>
                    <a:pt x="17970" y="21983"/>
                  </a:lnTo>
                  <a:lnTo>
                    <a:pt x="18008" y="21729"/>
                  </a:lnTo>
                  <a:lnTo>
                    <a:pt x="17830" y="21729"/>
                  </a:lnTo>
                  <a:lnTo>
                    <a:pt x="17767" y="21475"/>
                  </a:lnTo>
                  <a:lnTo>
                    <a:pt x="17640" y="21475"/>
                  </a:lnTo>
                  <a:lnTo>
                    <a:pt x="17386" y="21221"/>
                  </a:lnTo>
                  <a:lnTo>
                    <a:pt x="17386" y="21475"/>
                  </a:lnTo>
                  <a:lnTo>
                    <a:pt x="17678" y="21729"/>
                  </a:lnTo>
                  <a:lnTo>
                    <a:pt x="17653" y="22212"/>
                  </a:lnTo>
                  <a:lnTo>
                    <a:pt x="17640" y="22745"/>
                  </a:lnTo>
                  <a:lnTo>
                    <a:pt x="17627" y="22999"/>
                  </a:lnTo>
                  <a:lnTo>
                    <a:pt x="20637" y="22999"/>
                  </a:lnTo>
                  <a:lnTo>
                    <a:pt x="20802" y="23253"/>
                  </a:lnTo>
                  <a:lnTo>
                    <a:pt x="20764" y="22745"/>
                  </a:lnTo>
                  <a:lnTo>
                    <a:pt x="22212" y="22745"/>
                  </a:lnTo>
                  <a:lnTo>
                    <a:pt x="22682" y="22491"/>
                  </a:lnTo>
                  <a:lnTo>
                    <a:pt x="23952" y="22491"/>
                  </a:lnTo>
                  <a:lnTo>
                    <a:pt x="24295" y="22237"/>
                  </a:lnTo>
                  <a:lnTo>
                    <a:pt x="23266" y="22237"/>
                  </a:lnTo>
                  <a:lnTo>
                    <a:pt x="23774" y="21729"/>
                  </a:lnTo>
                  <a:lnTo>
                    <a:pt x="22720" y="21729"/>
                  </a:lnTo>
                  <a:lnTo>
                    <a:pt x="22948" y="22237"/>
                  </a:lnTo>
                  <a:lnTo>
                    <a:pt x="20764" y="22237"/>
                  </a:lnTo>
                  <a:lnTo>
                    <a:pt x="20764" y="22491"/>
                  </a:lnTo>
                  <a:lnTo>
                    <a:pt x="20764" y="22237"/>
                  </a:lnTo>
                  <a:lnTo>
                    <a:pt x="19494" y="22237"/>
                  </a:lnTo>
                  <a:lnTo>
                    <a:pt x="19265" y="22098"/>
                  </a:lnTo>
                  <a:lnTo>
                    <a:pt x="19227" y="22237"/>
                  </a:lnTo>
                  <a:lnTo>
                    <a:pt x="18707" y="22237"/>
                  </a:lnTo>
                  <a:lnTo>
                    <a:pt x="19113" y="21996"/>
                  </a:lnTo>
                  <a:lnTo>
                    <a:pt x="18732" y="21729"/>
                  </a:lnTo>
                  <a:lnTo>
                    <a:pt x="19151" y="21729"/>
                  </a:lnTo>
                  <a:lnTo>
                    <a:pt x="19253" y="21475"/>
                  </a:lnTo>
                  <a:lnTo>
                    <a:pt x="19291" y="20840"/>
                  </a:lnTo>
                  <a:lnTo>
                    <a:pt x="19456" y="20840"/>
                  </a:lnTo>
                  <a:lnTo>
                    <a:pt x="19659" y="20840"/>
                  </a:lnTo>
                  <a:lnTo>
                    <a:pt x="19545" y="20713"/>
                  </a:lnTo>
                  <a:lnTo>
                    <a:pt x="19634" y="20586"/>
                  </a:lnTo>
                  <a:lnTo>
                    <a:pt x="19494" y="20675"/>
                  </a:lnTo>
                  <a:lnTo>
                    <a:pt x="19240" y="20586"/>
                  </a:lnTo>
                  <a:lnTo>
                    <a:pt x="19177" y="20332"/>
                  </a:lnTo>
                  <a:lnTo>
                    <a:pt x="18783" y="20332"/>
                  </a:lnTo>
                  <a:lnTo>
                    <a:pt x="18897" y="20078"/>
                  </a:lnTo>
                  <a:lnTo>
                    <a:pt x="19558" y="20078"/>
                  </a:lnTo>
                  <a:lnTo>
                    <a:pt x="19405" y="19824"/>
                  </a:lnTo>
                  <a:lnTo>
                    <a:pt x="24244" y="19824"/>
                  </a:lnTo>
                  <a:lnTo>
                    <a:pt x="31508" y="19824"/>
                  </a:lnTo>
                  <a:lnTo>
                    <a:pt x="31699" y="19570"/>
                  </a:lnTo>
                  <a:lnTo>
                    <a:pt x="32613" y="19570"/>
                  </a:lnTo>
                  <a:lnTo>
                    <a:pt x="32677" y="19824"/>
                  </a:lnTo>
                  <a:lnTo>
                    <a:pt x="34721" y="19824"/>
                  </a:lnTo>
                  <a:lnTo>
                    <a:pt x="34988" y="19570"/>
                  </a:lnTo>
                  <a:lnTo>
                    <a:pt x="36182" y="19570"/>
                  </a:lnTo>
                  <a:lnTo>
                    <a:pt x="36245" y="19316"/>
                  </a:lnTo>
                  <a:lnTo>
                    <a:pt x="37287" y="19316"/>
                  </a:lnTo>
                  <a:lnTo>
                    <a:pt x="37350" y="19570"/>
                  </a:lnTo>
                  <a:lnTo>
                    <a:pt x="37884" y="19824"/>
                  </a:lnTo>
                  <a:lnTo>
                    <a:pt x="40119" y="19824"/>
                  </a:lnTo>
                  <a:lnTo>
                    <a:pt x="39890" y="20078"/>
                  </a:lnTo>
                  <a:lnTo>
                    <a:pt x="40843" y="20078"/>
                  </a:lnTo>
                  <a:lnTo>
                    <a:pt x="40830" y="21729"/>
                  </a:lnTo>
                  <a:lnTo>
                    <a:pt x="41135" y="21729"/>
                  </a:lnTo>
                  <a:lnTo>
                    <a:pt x="41376" y="21526"/>
                  </a:lnTo>
                  <a:lnTo>
                    <a:pt x="41440" y="21374"/>
                  </a:lnTo>
                  <a:lnTo>
                    <a:pt x="41478" y="20840"/>
                  </a:lnTo>
                  <a:lnTo>
                    <a:pt x="41668" y="20840"/>
                  </a:lnTo>
                  <a:lnTo>
                    <a:pt x="41694" y="21221"/>
                  </a:lnTo>
                  <a:lnTo>
                    <a:pt x="42329" y="21475"/>
                  </a:lnTo>
                  <a:lnTo>
                    <a:pt x="41998" y="21475"/>
                  </a:lnTo>
                  <a:lnTo>
                    <a:pt x="41948" y="21983"/>
                  </a:lnTo>
                  <a:lnTo>
                    <a:pt x="41605" y="21729"/>
                  </a:lnTo>
                  <a:lnTo>
                    <a:pt x="41427" y="21729"/>
                  </a:lnTo>
                  <a:lnTo>
                    <a:pt x="41135" y="21729"/>
                  </a:lnTo>
                  <a:lnTo>
                    <a:pt x="41186" y="22161"/>
                  </a:lnTo>
                  <a:lnTo>
                    <a:pt x="41922" y="22237"/>
                  </a:lnTo>
                  <a:lnTo>
                    <a:pt x="42291" y="22237"/>
                  </a:lnTo>
                  <a:lnTo>
                    <a:pt x="42468" y="22491"/>
                  </a:lnTo>
                  <a:lnTo>
                    <a:pt x="42672" y="22491"/>
                  </a:lnTo>
                  <a:lnTo>
                    <a:pt x="42519" y="22745"/>
                  </a:lnTo>
                  <a:lnTo>
                    <a:pt x="40957" y="22745"/>
                  </a:lnTo>
                  <a:lnTo>
                    <a:pt x="41008" y="23253"/>
                  </a:lnTo>
                  <a:lnTo>
                    <a:pt x="42672" y="23253"/>
                  </a:lnTo>
                  <a:lnTo>
                    <a:pt x="42837" y="22999"/>
                  </a:lnTo>
                  <a:lnTo>
                    <a:pt x="42862" y="23253"/>
                  </a:lnTo>
                  <a:lnTo>
                    <a:pt x="44754" y="23253"/>
                  </a:lnTo>
                  <a:lnTo>
                    <a:pt x="44805" y="22745"/>
                  </a:lnTo>
                  <a:lnTo>
                    <a:pt x="42964" y="22745"/>
                  </a:lnTo>
                  <a:lnTo>
                    <a:pt x="42926" y="22885"/>
                  </a:lnTo>
                  <a:lnTo>
                    <a:pt x="42760" y="22745"/>
                  </a:lnTo>
                  <a:lnTo>
                    <a:pt x="43129" y="22491"/>
                  </a:lnTo>
                  <a:lnTo>
                    <a:pt x="43408" y="22237"/>
                  </a:lnTo>
                  <a:lnTo>
                    <a:pt x="42964" y="22237"/>
                  </a:lnTo>
                  <a:lnTo>
                    <a:pt x="43002" y="21996"/>
                  </a:lnTo>
                  <a:lnTo>
                    <a:pt x="43243" y="21729"/>
                  </a:lnTo>
                  <a:lnTo>
                    <a:pt x="43484" y="21729"/>
                  </a:lnTo>
                  <a:lnTo>
                    <a:pt x="43408" y="22237"/>
                  </a:lnTo>
                  <a:lnTo>
                    <a:pt x="45021" y="22237"/>
                  </a:lnTo>
                  <a:lnTo>
                    <a:pt x="44729" y="21729"/>
                  </a:lnTo>
                  <a:lnTo>
                    <a:pt x="43573" y="21729"/>
                  </a:lnTo>
                  <a:lnTo>
                    <a:pt x="43561" y="21221"/>
                  </a:lnTo>
                  <a:lnTo>
                    <a:pt x="43878" y="21221"/>
                  </a:lnTo>
                  <a:lnTo>
                    <a:pt x="43929" y="20840"/>
                  </a:lnTo>
                  <a:lnTo>
                    <a:pt x="44234" y="20840"/>
                  </a:lnTo>
                  <a:lnTo>
                    <a:pt x="44729" y="21729"/>
                  </a:lnTo>
                  <a:lnTo>
                    <a:pt x="44665" y="20840"/>
                  </a:lnTo>
                  <a:lnTo>
                    <a:pt x="44373" y="20586"/>
                  </a:lnTo>
                  <a:lnTo>
                    <a:pt x="44577" y="20586"/>
                  </a:lnTo>
                  <a:lnTo>
                    <a:pt x="44805" y="20586"/>
                  </a:lnTo>
                  <a:lnTo>
                    <a:pt x="44577" y="20332"/>
                  </a:lnTo>
                  <a:lnTo>
                    <a:pt x="45021" y="20586"/>
                  </a:lnTo>
                  <a:lnTo>
                    <a:pt x="45313" y="20840"/>
                  </a:lnTo>
                  <a:lnTo>
                    <a:pt x="45631" y="21221"/>
                  </a:lnTo>
                  <a:lnTo>
                    <a:pt x="45745" y="21475"/>
                  </a:lnTo>
                  <a:lnTo>
                    <a:pt x="45872" y="21729"/>
                  </a:lnTo>
                  <a:lnTo>
                    <a:pt x="45961" y="21475"/>
                  </a:lnTo>
                  <a:lnTo>
                    <a:pt x="45605" y="20840"/>
                  </a:lnTo>
                  <a:lnTo>
                    <a:pt x="45351" y="20586"/>
                  </a:lnTo>
                  <a:lnTo>
                    <a:pt x="44869" y="20332"/>
                  </a:lnTo>
                  <a:lnTo>
                    <a:pt x="45085" y="20332"/>
                  </a:lnTo>
                  <a:lnTo>
                    <a:pt x="45415" y="20586"/>
                  </a:lnTo>
                  <a:lnTo>
                    <a:pt x="45923" y="20586"/>
                  </a:lnTo>
                  <a:lnTo>
                    <a:pt x="45504" y="20332"/>
                  </a:lnTo>
                  <a:lnTo>
                    <a:pt x="46075" y="20485"/>
                  </a:lnTo>
                  <a:lnTo>
                    <a:pt x="46291" y="20332"/>
                  </a:lnTo>
                  <a:lnTo>
                    <a:pt x="46380" y="20078"/>
                  </a:lnTo>
                  <a:close/>
                </a:path>
                <a:path w="62864" h="50165">
                  <a:moveTo>
                    <a:pt x="46418" y="19824"/>
                  </a:moveTo>
                  <a:lnTo>
                    <a:pt x="46202" y="19570"/>
                  </a:lnTo>
                  <a:lnTo>
                    <a:pt x="46215" y="19824"/>
                  </a:lnTo>
                  <a:lnTo>
                    <a:pt x="46418" y="19824"/>
                  </a:lnTo>
                  <a:close/>
                </a:path>
                <a:path w="62864" h="50165">
                  <a:moveTo>
                    <a:pt x="46507" y="18554"/>
                  </a:moveTo>
                  <a:lnTo>
                    <a:pt x="46050" y="18554"/>
                  </a:lnTo>
                  <a:lnTo>
                    <a:pt x="46024" y="18389"/>
                  </a:lnTo>
                  <a:lnTo>
                    <a:pt x="46329" y="18313"/>
                  </a:lnTo>
                  <a:lnTo>
                    <a:pt x="46291" y="18173"/>
                  </a:lnTo>
                  <a:lnTo>
                    <a:pt x="45935" y="18173"/>
                  </a:lnTo>
                  <a:lnTo>
                    <a:pt x="46062" y="18135"/>
                  </a:lnTo>
                  <a:lnTo>
                    <a:pt x="45681" y="18072"/>
                  </a:lnTo>
                  <a:lnTo>
                    <a:pt x="45948" y="17653"/>
                  </a:lnTo>
                  <a:lnTo>
                    <a:pt x="45745" y="17526"/>
                  </a:lnTo>
                  <a:lnTo>
                    <a:pt x="45872" y="17462"/>
                  </a:lnTo>
                  <a:lnTo>
                    <a:pt x="45694" y="17170"/>
                  </a:lnTo>
                  <a:lnTo>
                    <a:pt x="45681" y="16954"/>
                  </a:lnTo>
                  <a:lnTo>
                    <a:pt x="45275" y="17094"/>
                  </a:lnTo>
                  <a:lnTo>
                    <a:pt x="45504" y="17284"/>
                  </a:lnTo>
                  <a:lnTo>
                    <a:pt x="45643" y="17284"/>
                  </a:lnTo>
                  <a:lnTo>
                    <a:pt x="45529" y="17437"/>
                  </a:lnTo>
                  <a:lnTo>
                    <a:pt x="45758" y="17716"/>
                  </a:lnTo>
                  <a:lnTo>
                    <a:pt x="45326" y="18135"/>
                  </a:lnTo>
                  <a:lnTo>
                    <a:pt x="45453" y="18275"/>
                  </a:lnTo>
                  <a:lnTo>
                    <a:pt x="45491" y="18135"/>
                  </a:lnTo>
                  <a:lnTo>
                    <a:pt x="45808" y="18389"/>
                  </a:lnTo>
                  <a:lnTo>
                    <a:pt x="45669" y="18351"/>
                  </a:lnTo>
                  <a:lnTo>
                    <a:pt x="45897" y="18465"/>
                  </a:lnTo>
                  <a:lnTo>
                    <a:pt x="46024" y="18554"/>
                  </a:lnTo>
                  <a:lnTo>
                    <a:pt x="46037" y="18808"/>
                  </a:lnTo>
                  <a:lnTo>
                    <a:pt x="46240" y="18808"/>
                  </a:lnTo>
                  <a:lnTo>
                    <a:pt x="46507" y="18554"/>
                  </a:lnTo>
                  <a:close/>
                </a:path>
                <a:path w="62864" h="50165">
                  <a:moveTo>
                    <a:pt x="46774" y="19316"/>
                  </a:moveTo>
                  <a:lnTo>
                    <a:pt x="46583" y="19316"/>
                  </a:lnTo>
                  <a:lnTo>
                    <a:pt x="46774" y="19570"/>
                  </a:lnTo>
                  <a:lnTo>
                    <a:pt x="46774" y="19316"/>
                  </a:lnTo>
                  <a:close/>
                </a:path>
                <a:path w="62864" h="50165">
                  <a:moveTo>
                    <a:pt x="46812" y="18808"/>
                  </a:moveTo>
                  <a:lnTo>
                    <a:pt x="46291" y="18808"/>
                  </a:lnTo>
                  <a:lnTo>
                    <a:pt x="46139" y="19062"/>
                  </a:lnTo>
                  <a:lnTo>
                    <a:pt x="46405" y="19062"/>
                  </a:lnTo>
                  <a:lnTo>
                    <a:pt x="46583" y="19316"/>
                  </a:lnTo>
                  <a:lnTo>
                    <a:pt x="46647" y="19062"/>
                  </a:lnTo>
                  <a:lnTo>
                    <a:pt x="46494" y="19062"/>
                  </a:lnTo>
                  <a:lnTo>
                    <a:pt x="46812" y="18808"/>
                  </a:lnTo>
                  <a:close/>
                </a:path>
                <a:path w="62864" h="50165">
                  <a:moveTo>
                    <a:pt x="46964" y="20078"/>
                  </a:moveTo>
                  <a:lnTo>
                    <a:pt x="46824" y="20078"/>
                  </a:lnTo>
                  <a:lnTo>
                    <a:pt x="46685" y="20332"/>
                  </a:lnTo>
                  <a:lnTo>
                    <a:pt x="46291" y="20332"/>
                  </a:lnTo>
                  <a:lnTo>
                    <a:pt x="46507" y="20586"/>
                  </a:lnTo>
                  <a:lnTo>
                    <a:pt x="46609" y="20726"/>
                  </a:lnTo>
                  <a:lnTo>
                    <a:pt x="46926" y="20586"/>
                  </a:lnTo>
                  <a:lnTo>
                    <a:pt x="46964" y="20078"/>
                  </a:lnTo>
                  <a:close/>
                </a:path>
                <a:path w="62864" h="50165">
                  <a:moveTo>
                    <a:pt x="46964" y="19824"/>
                  </a:moveTo>
                  <a:lnTo>
                    <a:pt x="46418" y="19824"/>
                  </a:lnTo>
                  <a:lnTo>
                    <a:pt x="46380" y="20078"/>
                  </a:lnTo>
                  <a:lnTo>
                    <a:pt x="46824" y="20078"/>
                  </a:lnTo>
                  <a:lnTo>
                    <a:pt x="46964" y="19824"/>
                  </a:lnTo>
                  <a:close/>
                </a:path>
                <a:path w="62864" h="50165">
                  <a:moveTo>
                    <a:pt x="47256" y="15392"/>
                  </a:moveTo>
                  <a:lnTo>
                    <a:pt x="46710" y="15392"/>
                  </a:lnTo>
                  <a:lnTo>
                    <a:pt x="46799" y="15760"/>
                  </a:lnTo>
                  <a:lnTo>
                    <a:pt x="46443" y="15938"/>
                  </a:lnTo>
                  <a:lnTo>
                    <a:pt x="46355" y="16230"/>
                  </a:lnTo>
                  <a:lnTo>
                    <a:pt x="46113" y="16230"/>
                  </a:lnTo>
                  <a:lnTo>
                    <a:pt x="46101" y="17145"/>
                  </a:lnTo>
                  <a:lnTo>
                    <a:pt x="46316" y="17145"/>
                  </a:lnTo>
                  <a:lnTo>
                    <a:pt x="46710" y="16230"/>
                  </a:lnTo>
                  <a:lnTo>
                    <a:pt x="46888" y="15938"/>
                  </a:lnTo>
                  <a:lnTo>
                    <a:pt x="47256" y="15392"/>
                  </a:lnTo>
                  <a:close/>
                </a:path>
                <a:path w="62864" h="50165">
                  <a:moveTo>
                    <a:pt x="47409" y="17665"/>
                  </a:moveTo>
                  <a:lnTo>
                    <a:pt x="46685" y="18046"/>
                  </a:lnTo>
                  <a:lnTo>
                    <a:pt x="46774" y="18300"/>
                  </a:lnTo>
                  <a:lnTo>
                    <a:pt x="46507" y="18554"/>
                  </a:lnTo>
                  <a:lnTo>
                    <a:pt x="47040" y="18554"/>
                  </a:lnTo>
                  <a:lnTo>
                    <a:pt x="47193" y="18300"/>
                  </a:lnTo>
                  <a:lnTo>
                    <a:pt x="47409" y="17665"/>
                  </a:lnTo>
                  <a:close/>
                </a:path>
                <a:path w="62864" h="50165">
                  <a:moveTo>
                    <a:pt x="48475" y="15532"/>
                  </a:moveTo>
                  <a:lnTo>
                    <a:pt x="48094" y="15760"/>
                  </a:lnTo>
                  <a:lnTo>
                    <a:pt x="47650" y="16167"/>
                  </a:lnTo>
                  <a:lnTo>
                    <a:pt x="47866" y="16167"/>
                  </a:lnTo>
                  <a:lnTo>
                    <a:pt x="48031" y="16421"/>
                  </a:lnTo>
                  <a:lnTo>
                    <a:pt x="48145" y="15900"/>
                  </a:lnTo>
                  <a:lnTo>
                    <a:pt x="48475" y="15532"/>
                  </a:lnTo>
                  <a:close/>
                </a:path>
                <a:path w="62864" h="50165">
                  <a:moveTo>
                    <a:pt x="48602" y="13970"/>
                  </a:moveTo>
                  <a:lnTo>
                    <a:pt x="47955" y="13970"/>
                  </a:lnTo>
                  <a:lnTo>
                    <a:pt x="47701" y="14211"/>
                  </a:lnTo>
                  <a:lnTo>
                    <a:pt x="47523" y="14478"/>
                  </a:lnTo>
                  <a:lnTo>
                    <a:pt x="47523" y="14655"/>
                  </a:lnTo>
                  <a:lnTo>
                    <a:pt x="47282" y="14655"/>
                  </a:lnTo>
                  <a:lnTo>
                    <a:pt x="47180" y="15392"/>
                  </a:lnTo>
                  <a:lnTo>
                    <a:pt x="47993" y="14478"/>
                  </a:lnTo>
                  <a:lnTo>
                    <a:pt x="48602" y="13970"/>
                  </a:lnTo>
                  <a:close/>
                </a:path>
                <a:path w="62864" h="50165">
                  <a:moveTo>
                    <a:pt x="49288" y="17767"/>
                  </a:moveTo>
                  <a:lnTo>
                    <a:pt x="48425" y="18465"/>
                  </a:lnTo>
                  <a:lnTo>
                    <a:pt x="48171" y="18745"/>
                  </a:lnTo>
                  <a:lnTo>
                    <a:pt x="48793" y="18465"/>
                  </a:lnTo>
                  <a:lnTo>
                    <a:pt x="49288" y="17767"/>
                  </a:lnTo>
                  <a:close/>
                </a:path>
                <a:path w="62864" h="50165">
                  <a:moveTo>
                    <a:pt x="49415" y="15532"/>
                  </a:moveTo>
                  <a:lnTo>
                    <a:pt x="48958" y="15532"/>
                  </a:lnTo>
                  <a:lnTo>
                    <a:pt x="49415" y="16167"/>
                  </a:lnTo>
                  <a:lnTo>
                    <a:pt x="49415" y="15532"/>
                  </a:lnTo>
                  <a:close/>
                </a:path>
                <a:path w="62864" h="50165">
                  <a:moveTo>
                    <a:pt x="50139" y="17221"/>
                  </a:moveTo>
                  <a:lnTo>
                    <a:pt x="49923" y="17221"/>
                  </a:lnTo>
                  <a:lnTo>
                    <a:pt x="50050" y="16992"/>
                  </a:lnTo>
                  <a:lnTo>
                    <a:pt x="49377" y="16992"/>
                  </a:lnTo>
                  <a:lnTo>
                    <a:pt x="49390" y="16687"/>
                  </a:lnTo>
                  <a:lnTo>
                    <a:pt x="49187" y="16992"/>
                  </a:lnTo>
                  <a:lnTo>
                    <a:pt x="49072" y="17221"/>
                  </a:lnTo>
                  <a:lnTo>
                    <a:pt x="49911" y="17221"/>
                  </a:lnTo>
                  <a:lnTo>
                    <a:pt x="49288" y="17767"/>
                  </a:lnTo>
                  <a:lnTo>
                    <a:pt x="50139" y="17221"/>
                  </a:lnTo>
                  <a:close/>
                </a:path>
                <a:path w="62864" h="50165">
                  <a:moveTo>
                    <a:pt x="50317" y="17691"/>
                  </a:moveTo>
                  <a:lnTo>
                    <a:pt x="49707" y="18059"/>
                  </a:lnTo>
                  <a:lnTo>
                    <a:pt x="48933" y="18707"/>
                  </a:lnTo>
                  <a:lnTo>
                    <a:pt x="49911" y="18059"/>
                  </a:lnTo>
                  <a:lnTo>
                    <a:pt x="50317" y="17691"/>
                  </a:lnTo>
                  <a:close/>
                </a:path>
                <a:path w="62864" h="50165">
                  <a:moveTo>
                    <a:pt x="50444" y="15532"/>
                  </a:moveTo>
                  <a:lnTo>
                    <a:pt x="50190" y="15532"/>
                  </a:lnTo>
                  <a:lnTo>
                    <a:pt x="50152" y="16687"/>
                  </a:lnTo>
                  <a:lnTo>
                    <a:pt x="50368" y="16421"/>
                  </a:lnTo>
                  <a:lnTo>
                    <a:pt x="50444" y="15532"/>
                  </a:lnTo>
                  <a:close/>
                </a:path>
                <a:path w="62864" h="50165">
                  <a:moveTo>
                    <a:pt x="50838" y="17348"/>
                  </a:moveTo>
                  <a:lnTo>
                    <a:pt x="50241" y="17691"/>
                  </a:lnTo>
                  <a:lnTo>
                    <a:pt x="50495" y="17691"/>
                  </a:lnTo>
                  <a:lnTo>
                    <a:pt x="50838" y="17348"/>
                  </a:lnTo>
                  <a:close/>
                </a:path>
                <a:path w="62864" h="50165">
                  <a:moveTo>
                    <a:pt x="50888" y="17170"/>
                  </a:moveTo>
                  <a:lnTo>
                    <a:pt x="50736" y="17348"/>
                  </a:lnTo>
                  <a:lnTo>
                    <a:pt x="50888" y="17348"/>
                  </a:lnTo>
                  <a:lnTo>
                    <a:pt x="50888" y="17170"/>
                  </a:lnTo>
                  <a:close/>
                </a:path>
                <a:path w="62864" h="50165">
                  <a:moveTo>
                    <a:pt x="51066" y="16979"/>
                  </a:moveTo>
                  <a:lnTo>
                    <a:pt x="50774" y="17170"/>
                  </a:lnTo>
                  <a:lnTo>
                    <a:pt x="50990" y="17170"/>
                  </a:lnTo>
                  <a:lnTo>
                    <a:pt x="51066" y="16979"/>
                  </a:lnTo>
                  <a:close/>
                </a:path>
                <a:path w="62864" h="50165">
                  <a:moveTo>
                    <a:pt x="51358" y="14325"/>
                  </a:moveTo>
                  <a:lnTo>
                    <a:pt x="50571" y="14325"/>
                  </a:lnTo>
                  <a:lnTo>
                    <a:pt x="50126" y="14859"/>
                  </a:lnTo>
                  <a:lnTo>
                    <a:pt x="51308" y="14859"/>
                  </a:lnTo>
                  <a:lnTo>
                    <a:pt x="51358" y="14325"/>
                  </a:lnTo>
                  <a:close/>
                </a:path>
                <a:path w="62864" h="50165">
                  <a:moveTo>
                    <a:pt x="51587" y="12700"/>
                  </a:moveTo>
                  <a:lnTo>
                    <a:pt x="51409" y="12585"/>
                  </a:lnTo>
                  <a:lnTo>
                    <a:pt x="51536" y="12458"/>
                  </a:lnTo>
                  <a:lnTo>
                    <a:pt x="51523" y="12217"/>
                  </a:lnTo>
                  <a:lnTo>
                    <a:pt x="51206" y="11976"/>
                  </a:lnTo>
                  <a:lnTo>
                    <a:pt x="51054" y="12128"/>
                  </a:lnTo>
                  <a:lnTo>
                    <a:pt x="50825" y="12077"/>
                  </a:lnTo>
                  <a:lnTo>
                    <a:pt x="50774" y="12522"/>
                  </a:lnTo>
                  <a:lnTo>
                    <a:pt x="50977" y="12598"/>
                  </a:lnTo>
                  <a:lnTo>
                    <a:pt x="50774" y="12649"/>
                  </a:lnTo>
                  <a:lnTo>
                    <a:pt x="51066" y="12915"/>
                  </a:lnTo>
                  <a:lnTo>
                    <a:pt x="51269" y="12725"/>
                  </a:lnTo>
                  <a:lnTo>
                    <a:pt x="51269" y="12877"/>
                  </a:lnTo>
                  <a:lnTo>
                    <a:pt x="51447" y="12839"/>
                  </a:lnTo>
                  <a:lnTo>
                    <a:pt x="51346" y="12661"/>
                  </a:lnTo>
                  <a:lnTo>
                    <a:pt x="51587" y="12700"/>
                  </a:lnTo>
                  <a:close/>
                </a:path>
                <a:path w="62864" h="50165">
                  <a:moveTo>
                    <a:pt x="51828" y="11061"/>
                  </a:moveTo>
                  <a:lnTo>
                    <a:pt x="50888" y="11442"/>
                  </a:lnTo>
                  <a:lnTo>
                    <a:pt x="50469" y="12077"/>
                  </a:lnTo>
                  <a:lnTo>
                    <a:pt x="50101" y="12077"/>
                  </a:lnTo>
                  <a:lnTo>
                    <a:pt x="49796" y="12242"/>
                  </a:lnTo>
                  <a:lnTo>
                    <a:pt x="49276" y="12458"/>
                  </a:lnTo>
                  <a:lnTo>
                    <a:pt x="49072" y="12458"/>
                  </a:lnTo>
                  <a:lnTo>
                    <a:pt x="48602" y="13970"/>
                  </a:lnTo>
                  <a:lnTo>
                    <a:pt x="49542" y="13970"/>
                  </a:lnTo>
                  <a:lnTo>
                    <a:pt x="49542" y="12458"/>
                  </a:lnTo>
                  <a:lnTo>
                    <a:pt x="50088" y="12458"/>
                  </a:lnTo>
                  <a:lnTo>
                    <a:pt x="50546" y="12077"/>
                  </a:lnTo>
                  <a:lnTo>
                    <a:pt x="50774" y="12077"/>
                  </a:lnTo>
                  <a:lnTo>
                    <a:pt x="51828" y="11061"/>
                  </a:lnTo>
                  <a:close/>
                </a:path>
                <a:path w="62864" h="50165">
                  <a:moveTo>
                    <a:pt x="51930" y="16256"/>
                  </a:moveTo>
                  <a:lnTo>
                    <a:pt x="51460" y="16802"/>
                  </a:lnTo>
                  <a:lnTo>
                    <a:pt x="51600" y="16802"/>
                  </a:lnTo>
                  <a:lnTo>
                    <a:pt x="51930" y="16256"/>
                  </a:lnTo>
                  <a:close/>
                </a:path>
                <a:path w="62864" h="50165">
                  <a:moveTo>
                    <a:pt x="52362" y="17195"/>
                  </a:moveTo>
                  <a:lnTo>
                    <a:pt x="51168" y="17995"/>
                  </a:lnTo>
                  <a:lnTo>
                    <a:pt x="49911" y="18707"/>
                  </a:lnTo>
                  <a:lnTo>
                    <a:pt x="51295" y="18059"/>
                  </a:lnTo>
                  <a:lnTo>
                    <a:pt x="52362" y="17195"/>
                  </a:lnTo>
                  <a:close/>
                </a:path>
                <a:path w="62864" h="50165">
                  <a:moveTo>
                    <a:pt x="52514" y="13855"/>
                  </a:moveTo>
                  <a:lnTo>
                    <a:pt x="52336" y="13817"/>
                  </a:lnTo>
                  <a:lnTo>
                    <a:pt x="52463" y="13893"/>
                  </a:lnTo>
                  <a:close/>
                </a:path>
                <a:path w="62864" h="50165">
                  <a:moveTo>
                    <a:pt x="52679" y="14833"/>
                  </a:moveTo>
                  <a:lnTo>
                    <a:pt x="52349" y="14833"/>
                  </a:lnTo>
                  <a:lnTo>
                    <a:pt x="52044" y="15773"/>
                  </a:lnTo>
                  <a:lnTo>
                    <a:pt x="51739" y="15227"/>
                  </a:lnTo>
                  <a:lnTo>
                    <a:pt x="51435" y="16256"/>
                  </a:lnTo>
                  <a:lnTo>
                    <a:pt x="51904" y="16256"/>
                  </a:lnTo>
                  <a:lnTo>
                    <a:pt x="52324" y="16256"/>
                  </a:lnTo>
                  <a:lnTo>
                    <a:pt x="52527" y="16256"/>
                  </a:lnTo>
                  <a:lnTo>
                    <a:pt x="52679" y="14833"/>
                  </a:lnTo>
                  <a:close/>
                </a:path>
                <a:path w="62864" h="50165">
                  <a:moveTo>
                    <a:pt x="53682" y="13525"/>
                  </a:moveTo>
                  <a:lnTo>
                    <a:pt x="52755" y="13525"/>
                  </a:lnTo>
                  <a:lnTo>
                    <a:pt x="53365" y="14668"/>
                  </a:lnTo>
                  <a:lnTo>
                    <a:pt x="53682" y="13525"/>
                  </a:lnTo>
                  <a:close/>
                </a:path>
                <a:path w="62864" h="50165">
                  <a:moveTo>
                    <a:pt x="53708" y="10414"/>
                  </a:moveTo>
                  <a:lnTo>
                    <a:pt x="52895" y="10414"/>
                  </a:lnTo>
                  <a:lnTo>
                    <a:pt x="52666" y="10668"/>
                  </a:lnTo>
                  <a:lnTo>
                    <a:pt x="52362" y="10668"/>
                  </a:lnTo>
                  <a:lnTo>
                    <a:pt x="52082" y="10896"/>
                  </a:lnTo>
                  <a:lnTo>
                    <a:pt x="51714" y="11061"/>
                  </a:lnTo>
                  <a:lnTo>
                    <a:pt x="52311" y="10896"/>
                  </a:lnTo>
                  <a:lnTo>
                    <a:pt x="53708" y="10414"/>
                  </a:lnTo>
                  <a:close/>
                </a:path>
                <a:path w="62864" h="50165">
                  <a:moveTo>
                    <a:pt x="54292" y="16637"/>
                  </a:moveTo>
                  <a:lnTo>
                    <a:pt x="54013" y="16649"/>
                  </a:lnTo>
                  <a:lnTo>
                    <a:pt x="53759" y="16637"/>
                  </a:lnTo>
                  <a:lnTo>
                    <a:pt x="53581" y="16510"/>
                  </a:lnTo>
                  <a:lnTo>
                    <a:pt x="52362" y="17195"/>
                  </a:lnTo>
                  <a:lnTo>
                    <a:pt x="53873" y="16840"/>
                  </a:lnTo>
                  <a:lnTo>
                    <a:pt x="54292" y="16637"/>
                  </a:lnTo>
                  <a:close/>
                </a:path>
                <a:path w="62864" h="50165">
                  <a:moveTo>
                    <a:pt x="55511" y="13182"/>
                  </a:moveTo>
                  <a:lnTo>
                    <a:pt x="55384" y="12966"/>
                  </a:lnTo>
                  <a:lnTo>
                    <a:pt x="55333" y="12827"/>
                  </a:lnTo>
                  <a:lnTo>
                    <a:pt x="55486" y="12661"/>
                  </a:lnTo>
                  <a:lnTo>
                    <a:pt x="55257" y="12674"/>
                  </a:lnTo>
                  <a:lnTo>
                    <a:pt x="55283" y="12890"/>
                  </a:lnTo>
                  <a:lnTo>
                    <a:pt x="55321" y="13119"/>
                  </a:lnTo>
                  <a:lnTo>
                    <a:pt x="55511" y="13182"/>
                  </a:lnTo>
                  <a:close/>
                </a:path>
                <a:path w="62864" h="50165">
                  <a:moveTo>
                    <a:pt x="55778" y="20180"/>
                  </a:moveTo>
                  <a:lnTo>
                    <a:pt x="55600" y="20294"/>
                  </a:lnTo>
                  <a:lnTo>
                    <a:pt x="55473" y="20180"/>
                  </a:lnTo>
                  <a:lnTo>
                    <a:pt x="55422" y="20472"/>
                  </a:lnTo>
                  <a:lnTo>
                    <a:pt x="55575" y="20358"/>
                  </a:lnTo>
                  <a:lnTo>
                    <a:pt x="55537" y="20535"/>
                  </a:lnTo>
                  <a:lnTo>
                    <a:pt x="55714" y="20535"/>
                  </a:lnTo>
                  <a:lnTo>
                    <a:pt x="55778" y="20180"/>
                  </a:lnTo>
                  <a:close/>
                </a:path>
                <a:path w="62864" h="50165">
                  <a:moveTo>
                    <a:pt x="56908" y="13525"/>
                  </a:moveTo>
                  <a:lnTo>
                    <a:pt x="56680" y="13525"/>
                  </a:lnTo>
                  <a:lnTo>
                    <a:pt x="56426" y="13919"/>
                  </a:lnTo>
                  <a:lnTo>
                    <a:pt x="56121" y="14389"/>
                  </a:lnTo>
                  <a:lnTo>
                    <a:pt x="56121" y="13525"/>
                  </a:lnTo>
                  <a:lnTo>
                    <a:pt x="55079" y="13525"/>
                  </a:lnTo>
                  <a:lnTo>
                    <a:pt x="55118" y="14833"/>
                  </a:lnTo>
                  <a:lnTo>
                    <a:pt x="55829" y="14833"/>
                  </a:lnTo>
                  <a:lnTo>
                    <a:pt x="56121" y="14833"/>
                  </a:lnTo>
                  <a:lnTo>
                    <a:pt x="56426" y="14833"/>
                  </a:lnTo>
                  <a:lnTo>
                    <a:pt x="56908" y="13525"/>
                  </a:lnTo>
                  <a:close/>
                </a:path>
                <a:path w="62864" h="50165">
                  <a:moveTo>
                    <a:pt x="56997" y="6451"/>
                  </a:moveTo>
                  <a:lnTo>
                    <a:pt x="56756" y="6426"/>
                  </a:lnTo>
                  <a:lnTo>
                    <a:pt x="56997" y="6451"/>
                  </a:lnTo>
                  <a:close/>
                </a:path>
                <a:path w="62864" h="50165">
                  <a:moveTo>
                    <a:pt x="57924" y="10490"/>
                  </a:moveTo>
                  <a:lnTo>
                    <a:pt x="57861" y="11023"/>
                  </a:lnTo>
                  <a:lnTo>
                    <a:pt x="57924" y="10833"/>
                  </a:lnTo>
                  <a:lnTo>
                    <a:pt x="57924" y="10490"/>
                  </a:lnTo>
                  <a:close/>
                </a:path>
                <a:path w="62864" h="50165">
                  <a:moveTo>
                    <a:pt x="58089" y="6858"/>
                  </a:moveTo>
                  <a:lnTo>
                    <a:pt x="58051" y="6705"/>
                  </a:lnTo>
                  <a:lnTo>
                    <a:pt x="57797" y="6654"/>
                  </a:lnTo>
                  <a:lnTo>
                    <a:pt x="57480" y="6819"/>
                  </a:lnTo>
                  <a:lnTo>
                    <a:pt x="57670" y="6769"/>
                  </a:lnTo>
                  <a:lnTo>
                    <a:pt x="57810" y="6858"/>
                  </a:lnTo>
                  <a:lnTo>
                    <a:pt x="58089" y="6858"/>
                  </a:lnTo>
                  <a:close/>
                </a:path>
                <a:path w="62864" h="50165">
                  <a:moveTo>
                    <a:pt x="58572" y="7048"/>
                  </a:moveTo>
                  <a:lnTo>
                    <a:pt x="58331" y="7048"/>
                  </a:lnTo>
                  <a:lnTo>
                    <a:pt x="58572" y="7264"/>
                  </a:lnTo>
                  <a:lnTo>
                    <a:pt x="58572" y="7048"/>
                  </a:lnTo>
                  <a:close/>
                </a:path>
                <a:path w="62864" h="50165">
                  <a:moveTo>
                    <a:pt x="58712" y="14833"/>
                  </a:moveTo>
                  <a:lnTo>
                    <a:pt x="57696" y="13525"/>
                  </a:lnTo>
                  <a:lnTo>
                    <a:pt x="57251" y="13525"/>
                  </a:lnTo>
                  <a:lnTo>
                    <a:pt x="57607" y="14833"/>
                  </a:lnTo>
                  <a:lnTo>
                    <a:pt x="57899" y="14833"/>
                  </a:lnTo>
                  <a:lnTo>
                    <a:pt x="56159" y="16256"/>
                  </a:lnTo>
                  <a:lnTo>
                    <a:pt x="58204" y="16256"/>
                  </a:lnTo>
                  <a:lnTo>
                    <a:pt x="58318" y="14833"/>
                  </a:lnTo>
                  <a:lnTo>
                    <a:pt x="58712" y="14833"/>
                  </a:lnTo>
                  <a:close/>
                </a:path>
                <a:path w="62864" h="50165">
                  <a:moveTo>
                    <a:pt x="59182" y="11811"/>
                  </a:moveTo>
                  <a:lnTo>
                    <a:pt x="59004" y="11734"/>
                  </a:lnTo>
                  <a:lnTo>
                    <a:pt x="59080" y="11912"/>
                  </a:lnTo>
                  <a:close/>
                </a:path>
                <a:path w="62864" h="50165">
                  <a:moveTo>
                    <a:pt x="59283" y="14147"/>
                  </a:moveTo>
                  <a:close/>
                </a:path>
                <a:path w="62864" h="50165">
                  <a:moveTo>
                    <a:pt x="59512" y="10414"/>
                  </a:moveTo>
                  <a:lnTo>
                    <a:pt x="59385" y="10172"/>
                  </a:lnTo>
                  <a:lnTo>
                    <a:pt x="59283" y="10350"/>
                  </a:lnTo>
                  <a:lnTo>
                    <a:pt x="58889" y="10490"/>
                  </a:lnTo>
                  <a:lnTo>
                    <a:pt x="58889" y="10121"/>
                  </a:lnTo>
                  <a:lnTo>
                    <a:pt x="58750" y="10274"/>
                  </a:lnTo>
                  <a:lnTo>
                    <a:pt x="58242" y="10198"/>
                  </a:lnTo>
                  <a:lnTo>
                    <a:pt x="57950" y="10134"/>
                  </a:lnTo>
                  <a:lnTo>
                    <a:pt x="57785" y="10071"/>
                  </a:lnTo>
                  <a:lnTo>
                    <a:pt x="57708" y="9893"/>
                  </a:lnTo>
                  <a:lnTo>
                    <a:pt x="57531" y="9931"/>
                  </a:lnTo>
                  <a:lnTo>
                    <a:pt x="57391" y="10071"/>
                  </a:lnTo>
                  <a:lnTo>
                    <a:pt x="57175" y="10134"/>
                  </a:lnTo>
                  <a:lnTo>
                    <a:pt x="56883" y="10071"/>
                  </a:lnTo>
                  <a:lnTo>
                    <a:pt x="56680" y="10223"/>
                  </a:lnTo>
                  <a:lnTo>
                    <a:pt x="56210" y="10325"/>
                  </a:lnTo>
                  <a:lnTo>
                    <a:pt x="56578" y="10261"/>
                  </a:lnTo>
                  <a:lnTo>
                    <a:pt x="56743" y="10401"/>
                  </a:lnTo>
                  <a:lnTo>
                    <a:pt x="57048" y="10287"/>
                  </a:lnTo>
                  <a:lnTo>
                    <a:pt x="57581" y="10401"/>
                  </a:lnTo>
                  <a:lnTo>
                    <a:pt x="57772" y="10210"/>
                  </a:lnTo>
                  <a:lnTo>
                    <a:pt x="58064" y="10502"/>
                  </a:lnTo>
                  <a:lnTo>
                    <a:pt x="58394" y="10477"/>
                  </a:lnTo>
                  <a:lnTo>
                    <a:pt x="58635" y="10464"/>
                  </a:lnTo>
                  <a:lnTo>
                    <a:pt x="58902" y="10693"/>
                  </a:lnTo>
                  <a:lnTo>
                    <a:pt x="59182" y="10756"/>
                  </a:lnTo>
                  <a:lnTo>
                    <a:pt x="59245" y="10579"/>
                  </a:lnTo>
                  <a:lnTo>
                    <a:pt x="59512" y="10414"/>
                  </a:lnTo>
                  <a:close/>
                </a:path>
                <a:path w="62864" h="50165">
                  <a:moveTo>
                    <a:pt x="60325" y="14833"/>
                  </a:moveTo>
                  <a:lnTo>
                    <a:pt x="59944" y="15341"/>
                  </a:lnTo>
                  <a:lnTo>
                    <a:pt x="59994" y="14833"/>
                  </a:lnTo>
                  <a:lnTo>
                    <a:pt x="60020" y="13525"/>
                  </a:lnTo>
                  <a:lnTo>
                    <a:pt x="59690" y="13525"/>
                  </a:lnTo>
                  <a:lnTo>
                    <a:pt x="59309" y="14833"/>
                  </a:lnTo>
                  <a:lnTo>
                    <a:pt x="59080" y="14833"/>
                  </a:lnTo>
                  <a:lnTo>
                    <a:pt x="59309" y="16179"/>
                  </a:lnTo>
                  <a:lnTo>
                    <a:pt x="58483" y="16256"/>
                  </a:lnTo>
                  <a:lnTo>
                    <a:pt x="56781" y="17348"/>
                  </a:lnTo>
                  <a:lnTo>
                    <a:pt x="55664" y="16256"/>
                  </a:lnTo>
                  <a:lnTo>
                    <a:pt x="54698" y="15328"/>
                  </a:lnTo>
                  <a:lnTo>
                    <a:pt x="54724" y="16256"/>
                  </a:lnTo>
                  <a:lnTo>
                    <a:pt x="54737" y="17170"/>
                  </a:lnTo>
                  <a:lnTo>
                    <a:pt x="55168" y="17170"/>
                  </a:lnTo>
                  <a:lnTo>
                    <a:pt x="56908" y="17691"/>
                  </a:lnTo>
                  <a:lnTo>
                    <a:pt x="57670" y="17348"/>
                  </a:lnTo>
                  <a:lnTo>
                    <a:pt x="58991" y="16802"/>
                  </a:lnTo>
                  <a:lnTo>
                    <a:pt x="59410" y="16256"/>
                  </a:lnTo>
                  <a:lnTo>
                    <a:pt x="59690" y="16256"/>
                  </a:lnTo>
                  <a:lnTo>
                    <a:pt x="59855" y="16256"/>
                  </a:lnTo>
                  <a:lnTo>
                    <a:pt x="59893" y="15786"/>
                  </a:lnTo>
                  <a:lnTo>
                    <a:pt x="60325" y="14833"/>
                  </a:lnTo>
                  <a:close/>
                </a:path>
                <a:path w="62864" h="50165">
                  <a:moveTo>
                    <a:pt x="60985" y="13017"/>
                  </a:moveTo>
                  <a:lnTo>
                    <a:pt x="60667" y="12026"/>
                  </a:lnTo>
                  <a:lnTo>
                    <a:pt x="59918" y="11239"/>
                  </a:lnTo>
                  <a:lnTo>
                    <a:pt x="59143" y="10807"/>
                  </a:lnTo>
                  <a:lnTo>
                    <a:pt x="59956" y="11328"/>
                  </a:lnTo>
                  <a:lnTo>
                    <a:pt x="60566" y="12090"/>
                  </a:lnTo>
                  <a:lnTo>
                    <a:pt x="60985" y="13017"/>
                  </a:lnTo>
                  <a:close/>
                </a:path>
                <a:path w="62864" h="50165">
                  <a:moveTo>
                    <a:pt x="62636" y="5461"/>
                  </a:moveTo>
                  <a:lnTo>
                    <a:pt x="47104" y="4114"/>
                  </a:lnTo>
                  <a:lnTo>
                    <a:pt x="47485" y="3352"/>
                  </a:lnTo>
                  <a:lnTo>
                    <a:pt x="46215" y="3352"/>
                  </a:lnTo>
                  <a:lnTo>
                    <a:pt x="45745" y="3352"/>
                  </a:lnTo>
                  <a:lnTo>
                    <a:pt x="46253" y="4038"/>
                  </a:lnTo>
                  <a:lnTo>
                    <a:pt x="43662" y="3810"/>
                  </a:lnTo>
                  <a:lnTo>
                    <a:pt x="43370" y="5461"/>
                  </a:lnTo>
                  <a:lnTo>
                    <a:pt x="46431" y="5461"/>
                  </a:lnTo>
                  <a:lnTo>
                    <a:pt x="46786" y="4749"/>
                  </a:lnTo>
                  <a:lnTo>
                    <a:pt x="47332" y="5461"/>
                  </a:lnTo>
                  <a:lnTo>
                    <a:pt x="49136" y="5461"/>
                  </a:lnTo>
                  <a:lnTo>
                    <a:pt x="62636" y="54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3981475" y="1163929"/>
              <a:ext cx="50800" cy="45085"/>
            </a:xfrm>
            <a:custGeom>
              <a:avLst/>
              <a:gdLst/>
              <a:ahLst/>
              <a:cxnLst/>
              <a:rect l="l" t="t" r="r" b="b"/>
              <a:pathLst>
                <a:path w="50800" h="45084">
                  <a:moveTo>
                    <a:pt x="190" y="19431"/>
                  </a:moveTo>
                  <a:lnTo>
                    <a:pt x="38" y="19507"/>
                  </a:lnTo>
                  <a:lnTo>
                    <a:pt x="0" y="19697"/>
                  </a:lnTo>
                  <a:lnTo>
                    <a:pt x="190" y="19431"/>
                  </a:lnTo>
                  <a:close/>
                </a:path>
                <a:path w="50800" h="45084">
                  <a:moveTo>
                    <a:pt x="787" y="18592"/>
                  </a:moveTo>
                  <a:lnTo>
                    <a:pt x="673" y="18821"/>
                  </a:lnTo>
                  <a:lnTo>
                    <a:pt x="609" y="19088"/>
                  </a:lnTo>
                  <a:lnTo>
                    <a:pt x="368" y="19202"/>
                  </a:lnTo>
                  <a:lnTo>
                    <a:pt x="711" y="19215"/>
                  </a:lnTo>
                  <a:lnTo>
                    <a:pt x="749" y="18757"/>
                  </a:lnTo>
                  <a:lnTo>
                    <a:pt x="787" y="18592"/>
                  </a:lnTo>
                  <a:close/>
                </a:path>
                <a:path w="50800" h="45084">
                  <a:moveTo>
                    <a:pt x="3568" y="25539"/>
                  </a:moveTo>
                  <a:lnTo>
                    <a:pt x="3378" y="25514"/>
                  </a:lnTo>
                  <a:lnTo>
                    <a:pt x="3175" y="25717"/>
                  </a:lnTo>
                  <a:lnTo>
                    <a:pt x="3568" y="25539"/>
                  </a:lnTo>
                  <a:close/>
                </a:path>
                <a:path w="50800" h="45084">
                  <a:moveTo>
                    <a:pt x="10172" y="33413"/>
                  </a:moveTo>
                  <a:lnTo>
                    <a:pt x="9931" y="33553"/>
                  </a:lnTo>
                  <a:lnTo>
                    <a:pt x="10172" y="33489"/>
                  </a:lnTo>
                  <a:close/>
                </a:path>
                <a:path w="50800" h="45084">
                  <a:moveTo>
                    <a:pt x="10680" y="26771"/>
                  </a:moveTo>
                  <a:lnTo>
                    <a:pt x="10464" y="26771"/>
                  </a:lnTo>
                  <a:lnTo>
                    <a:pt x="10604" y="26974"/>
                  </a:lnTo>
                  <a:lnTo>
                    <a:pt x="10680" y="26771"/>
                  </a:lnTo>
                  <a:close/>
                </a:path>
                <a:path w="50800" h="45084">
                  <a:moveTo>
                    <a:pt x="12026" y="27736"/>
                  </a:moveTo>
                  <a:lnTo>
                    <a:pt x="12001" y="27597"/>
                  </a:lnTo>
                  <a:lnTo>
                    <a:pt x="11950" y="27876"/>
                  </a:lnTo>
                  <a:lnTo>
                    <a:pt x="12026" y="27736"/>
                  </a:lnTo>
                  <a:close/>
                </a:path>
                <a:path w="50800" h="45084">
                  <a:moveTo>
                    <a:pt x="12420" y="27711"/>
                  </a:moveTo>
                  <a:lnTo>
                    <a:pt x="12407" y="27152"/>
                  </a:lnTo>
                  <a:lnTo>
                    <a:pt x="12255" y="27216"/>
                  </a:lnTo>
                  <a:lnTo>
                    <a:pt x="12293" y="27533"/>
                  </a:lnTo>
                  <a:lnTo>
                    <a:pt x="12293" y="27749"/>
                  </a:lnTo>
                  <a:lnTo>
                    <a:pt x="12420" y="27711"/>
                  </a:lnTo>
                  <a:close/>
                </a:path>
                <a:path w="50800" h="45084">
                  <a:moveTo>
                    <a:pt x="12661" y="37820"/>
                  </a:moveTo>
                  <a:lnTo>
                    <a:pt x="12534" y="37934"/>
                  </a:lnTo>
                  <a:lnTo>
                    <a:pt x="12661" y="38036"/>
                  </a:lnTo>
                  <a:lnTo>
                    <a:pt x="12661" y="37820"/>
                  </a:lnTo>
                  <a:close/>
                </a:path>
                <a:path w="50800" h="45084">
                  <a:moveTo>
                    <a:pt x="13944" y="31877"/>
                  </a:moveTo>
                  <a:lnTo>
                    <a:pt x="13906" y="31661"/>
                  </a:lnTo>
                  <a:lnTo>
                    <a:pt x="13741" y="31813"/>
                  </a:lnTo>
                  <a:lnTo>
                    <a:pt x="13881" y="31686"/>
                  </a:lnTo>
                  <a:lnTo>
                    <a:pt x="13944" y="31877"/>
                  </a:lnTo>
                  <a:close/>
                </a:path>
                <a:path w="50800" h="45084">
                  <a:moveTo>
                    <a:pt x="14122" y="31750"/>
                  </a:moveTo>
                  <a:lnTo>
                    <a:pt x="13982" y="31724"/>
                  </a:lnTo>
                  <a:lnTo>
                    <a:pt x="14122" y="31750"/>
                  </a:lnTo>
                  <a:close/>
                </a:path>
                <a:path w="50800" h="45084">
                  <a:moveTo>
                    <a:pt x="15290" y="36398"/>
                  </a:moveTo>
                  <a:lnTo>
                    <a:pt x="15278" y="36004"/>
                  </a:lnTo>
                  <a:lnTo>
                    <a:pt x="15252" y="36220"/>
                  </a:lnTo>
                  <a:lnTo>
                    <a:pt x="15036" y="36220"/>
                  </a:lnTo>
                  <a:lnTo>
                    <a:pt x="14846" y="36360"/>
                  </a:lnTo>
                  <a:lnTo>
                    <a:pt x="14973" y="36537"/>
                  </a:lnTo>
                  <a:lnTo>
                    <a:pt x="15062" y="36410"/>
                  </a:lnTo>
                  <a:lnTo>
                    <a:pt x="15113" y="36588"/>
                  </a:lnTo>
                  <a:lnTo>
                    <a:pt x="15113" y="36741"/>
                  </a:lnTo>
                  <a:lnTo>
                    <a:pt x="14973" y="36830"/>
                  </a:lnTo>
                  <a:lnTo>
                    <a:pt x="15201" y="36906"/>
                  </a:lnTo>
                  <a:lnTo>
                    <a:pt x="15240" y="36296"/>
                  </a:lnTo>
                  <a:close/>
                </a:path>
                <a:path w="50800" h="45084">
                  <a:moveTo>
                    <a:pt x="15532" y="37211"/>
                  </a:moveTo>
                  <a:lnTo>
                    <a:pt x="15316" y="36855"/>
                  </a:lnTo>
                  <a:lnTo>
                    <a:pt x="15278" y="37045"/>
                  </a:lnTo>
                  <a:lnTo>
                    <a:pt x="15379" y="37261"/>
                  </a:lnTo>
                  <a:lnTo>
                    <a:pt x="15278" y="37122"/>
                  </a:lnTo>
                  <a:lnTo>
                    <a:pt x="15290" y="37325"/>
                  </a:lnTo>
                  <a:lnTo>
                    <a:pt x="15278" y="37490"/>
                  </a:lnTo>
                  <a:lnTo>
                    <a:pt x="15151" y="37553"/>
                  </a:lnTo>
                  <a:lnTo>
                    <a:pt x="15379" y="37553"/>
                  </a:lnTo>
                  <a:lnTo>
                    <a:pt x="15341" y="37249"/>
                  </a:lnTo>
                  <a:lnTo>
                    <a:pt x="15532" y="37642"/>
                  </a:lnTo>
                  <a:lnTo>
                    <a:pt x="15532" y="37211"/>
                  </a:lnTo>
                  <a:close/>
                </a:path>
                <a:path w="50800" h="45084">
                  <a:moveTo>
                    <a:pt x="15849" y="43649"/>
                  </a:moveTo>
                  <a:lnTo>
                    <a:pt x="15621" y="43497"/>
                  </a:lnTo>
                  <a:lnTo>
                    <a:pt x="15621" y="43789"/>
                  </a:lnTo>
                  <a:lnTo>
                    <a:pt x="15849" y="43827"/>
                  </a:lnTo>
                  <a:lnTo>
                    <a:pt x="15849" y="43649"/>
                  </a:lnTo>
                  <a:close/>
                </a:path>
                <a:path w="50800" h="45084">
                  <a:moveTo>
                    <a:pt x="15900" y="37147"/>
                  </a:moveTo>
                  <a:lnTo>
                    <a:pt x="15798" y="36931"/>
                  </a:lnTo>
                  <a:lnTo>
                    <a:pt x="15760" y="37071"/>
                  </a:lnTo>
                  <a:lnTo>
                    <a:pt x="15900" y="37147"/>
                  </a:lnTo>
                  <a:close/>
                </a:path>
                <a:path w="50800" h="45084">
                  <a:moveTo>
                    <a:pt x="15938" y="41021"/>
                  </a:moveTo>
                  <a:lnTo>
                    <a:pt x="15913" y="40728"/>
                  </a:lnTo>
                  <a:lnTo>
                    <a:pt x="15735" y="40665"/>
                  </a:lnTo>
                  <a:lnTo>
                    <a:pt x="15697" y="40805"/>
                  </a:lnTo>
                  <a:lnTo>
                    <a:pt x="15836" y="40881"/>
                  </a:lnTo>
                  <a:lnTo>
                    <a:pt x="15760" y="41021"/>
                  </a:lnTo>
                  <a:lnTo>
                    <a:pt x="15938" y="41021"/>
                  </a:lnTo>
                  <a:close/>
                </a:path>
                <a:path w="50800" h="45084">
                  <a:moveTo>
                    <a:pt x="16052" y="40589"/>
                  </a:moveTo>
                  <a:lnTo>
                    <a:pt x="15989" y="40411"/>
                  </a:lnTo>
                  <a:lnTo>
                    <a:pt x="16014" y="40652"/>
                  </a:lnTo>
                  <a:close/>
                </a:path>
                <a:path w="50800" h="45084">
                  <a:moveTo>
                    <a:pt x="16116" y="43027"/>
                  </a:moveTo>
                  <a:lnTo>
                    <a:pt x="16040" y="43218"/>
                  </a:lnTo>
                  <a:lnTo>
                    <a:pt x="15862" y="43218"/>
                  </a:lnTo>
                  <a:lnTo>
                    <a:pt x="15862" y="42964"/>
                  </a:lnTo>
                  <a:lnTo>
                    <a:pt x="16040" y="42964"/>
                  </a:lnTo>
                  <a:lnTo>
                    <a:pt x="15913" y="42595"/>
                  </a:lnTo>
                  <a:lnTo>
                    <a:pt x="15786" y="42811"/>
                  </a:lnTo>
                  <a:lnTo>
                    <a:pt x="15697" y="43129"/>
                  </a:lnTo>
                  <a:lnTo>
                    <a:pt x="15836" y="43281"/>
                  </a:lnTo>
                  <a:lnTo>
                    <a:pt x="16040" y="43281"/>
                  </a:lnTo>
                  <a:lnTo>
                    <a:pt x="16116" y="43027"/>
                  </a:lnTo>
                  <a:close/>
                </a:path>
                <a:path w="50800" h="45084">
                  <a:moveTo>
                    <a:pt x="16192" y="35420"/>
                  </a:moveTo>
                  <a:lnTo>
                    <a:pt x="16052" y="35445"/>
                  </a:lnTo>
                  <a:lnTo>
                    <a:pt x="16090" y="35661"/>
                  </a:lnTo>
                  <a:lnTo>
                    <a:pt x="16192" y="35420"/>
                  </a:lnTo>
                  <a:close/>
                </a:path>
                <a:path w="50800" h="45084">
                  <a:moveTo>
                    <a:pt x="16217" y="41922"/>
                  </a:moveTo>
                  <a:lnTo>
                    <a:pt x="16065" y="41770"/>
                  </a:lnTo>
                  <a:lnTo>
                    <a:pt x="16103" y="41592"/>
                  </a:lnTo>
                  <a:lnTo>
                    <a:pt x="15989" y="41744"/>
                  </a:lnTo>
                  <a:lnTo>
                    <a:pt x="15913" y="41490"/>
                  </a:lnTo>
                  <a:lnTo>
                    <a:pt x="15836" y="41643"/>
                  </a:lnTo>
                  <a:lnTo>
                    <a:pt x="15900" y="41808"/>
                  </a:lnTo>
                  <a:lnTo>
                    <a:pt x="15798" y="42164"/>
                  </a:lnTo>
                  <a:lnTo>
                    <a:pt x="15849" y="42329"/>
                  </a:lnTo>
                  <a:lnTo>
                    <a:pt x="15798" y="42557"/>
                  </a:lnTo>
                  <a:lnTo>
                    <a:pt x="15900" y="42265"/>
                  </a:lnTo>
                  <a:lnTo>
                    <a:pt x="16116" y="42341"/>
                  </a:lnTo>
                  <a:lnTo>
                    <a:pt x="16167" y="42113"/>
                  </a:lnTo>
                  <a:lnTo>
                    <a:pt x="16217" y="41922"/>
                  </a:lnTo>
                  <a:close/>
                </a:path>
                <a:path w="50800" h="45084">
                  <a:moveTo>
                    <a:pt x="16497" y="40665"/>
                  </a:moveTo>
                  <a:lnTo>
                    <a:pt x="16446" y="40436"/>
                  </a:lnTo>
                  <a:lnTo>
                    <a:pt x="16344" y="40563"/>
                  </a:lnTo>
                  <a:lnTo>
                    <a:pt x="16497" y="40665"/>
                  </a:lnTo>
                  <a:close/>
                </a:path>
                <a:path w="50800" h="45084">
                  <a:moveTo>
                    <a:pt x="16497" y="34340"/>
                  </a:moveTo>
                  <a:lnTo>
                    <a:pt x="16332" y="34404"/>
                  </a:lnTo>
                  <a:lnTo>
                    <a:pt x="16268" y="34277"/>
                  </a:lnTo>
                  <a:lnTo>
                    <a:pt x="16268" y="34404"/>
                  </a:lnTo>
                  <a:lnTo>
                    <a:pt x="16243" y="34594"/>
                  </a:lnTo>
                  <a:lnTo>
                    <a:pt x="16268" y="34455"/>
                  </a:lnTo>
                  <a:lnTo>
                    <a:pt x="16497" y="34340"/>
                  </a:lnTo>
                  <a:close/>
                </a:path>
                <a:path w="50800" h="45084">
                  <a:moveTo>
                    <a:pt x="16713" y="28740"/>
                  </a:moveTo>
                  <a:lnTo>
                    <a:pt x="15608" y="28740"/>
                  </a:lnTo>
                  <a:lnTo>
                    <a:pt x="15659" y="29222"/>
                  </a:lnTo>
                  <a:lnTo>
                    <a:pt x="15760" y="30314"/>
                  </a:lnTo>
                  <a:lnTo>
                    <a:pt x="16306" y="30695"/>
                  </a:lnTo>
                  <a:lnTo>
                    <a:pt x="16357" y="31165"/>
                  </a:lnTo>
                  <a:lnTo>
                    <a:pt x="16433" y="29502"/>
                  </a:lnTo>
                  <a:lnTo>
                    <a:pt x="16471" y="30314"/>
                  </a:lnTo>
                  <a:lnTo>
                    <a:pt x="16624" y="29705"/>
                  </a:lnTo>
                  <a:lnTo>
                    <a:pt x="16637" y="29502"/>
                  </a:lnTo>
                  <a:lnTo>
                    <a:pt x="16713" y="28740"/>
                  </a:lnTo>
                  <a:close/>
                </a:path>
                <a:path w="50800" h="45084">
                  <a:moveTo>
                    <a:pt x="16878" y="37426"/>
                  </a:moveTo>
                  <a:lnTo>
                    <a:pt x="16865" y="37223"/>
                  </a:lnTo>
                  <a:lnTo>
                    <a:pt x="16713" y="37401"/>
                  </a:lnTo>
                  <a:lnTo>
                    <a:pt x="16776" y="37680"/>
                  </a:lnTo>
                  <a:lnTo>
                    <a:pt x="16814" y="37465"/>
                  </a:lnTo>
                  <a:close/>
                </a:path>
                <a:path w="50800" h="45084">
                  <a:moveTo>
                    <a:pt x="17132" y="38684"/>
                  </a:moveTo>
                  <a:lnTo>
                    <a:pt x="16979" y="38544"/>
                  </a:lnTo>
                  <a:lnTo>
                    <a:pt x="17132" y="38684"/>
                  </a:lnTo>
                  <a:close/>
                </a:path>
                <a:path w="50800" h="45084">
                  <a:moveTo>
                    <a:pt x="17221" y="35102"/>
                  </a:moveTo>
                  <a:lnTo>
                    <a:pt x="17043" y="35102"/>
                  </a:lnTo>
                  <a:lnTo>
                    <a:pt x="17157" y="35572"/>
                  </a:lnTo>
                  <a:lnTo>
                    <a:pt x="17170" y="35394"/>
                  </a:lnTo>
                  <a:lnTo>
                    <a:pt x="17221" y="35102"/>
                  </a:lnTo>
                  <a:close/>
                </a:path>
                <a:path w="50800" h="45084">
                  <a:moveTo>
                    <a:pt x="17259" y="38392"/>
                  </a:moveTo>
                  <a:lnTo>
                    <a:pt x="17018" y="38392"/>
                  </a:lnTo>
                  <a:lnTo>
                    <a:pt x="17259" y="38392"/>
                  </a:lnTo>
                  <a:close/>
                </a:path>
                <a:path w="50800" h="45084">
                  <a:moveTo>
                    <a:pt x="17513" y="35102"/>
                  </a:moveTo>
                  <a:lnTo>
                    <a:pt x="17335" y="35166"/>
                  </a:lnTo>
                  <a:lnTo>
                    <a:pt x="17475" y="35229"/>
                  </a:lnTo>
                  <a:lnTo>
                    <a:pt x="17513" y="35102"/>
                  </a:lnTo>
                  <a:close/>
                </a:path>
                <a:path w="50800" h="45084">
                  <a:moveTo>
                    <a:pt x="17830" y="18554"/>
                  </a:moveTo>
                  <a:lnTo>
                    <a:pt x="17729" y="18300"/>
                  </a:lnTo>
                  <a:lnTo>
                    <a:pt x="17729" y="18554"/>
                  </a:lnTo>
                  <a:lnTo>
                    <a:pt x="17576" y="18732"/>
                  </a:lnTo>
                  <a:lnTo>
                    <a:pt x="17703" y="18897"/>
                  </a:lnTo>
                  <a:lnTo>
                    <a:pt x="17678" y="18656"/>
                  </a:lnTo>
                  <a:lnTo>
                    <a:pt x="17830" y="18554"/>
                  </a:lnTo>
                  <a:close/>
                </a:path>
                <a:path w="50800" h="45084">
                  <a:moveTo>
                    <a:pt x="18313" y="38252"/>
                  </a:moveTo>
                  <a:lnTo>
                    <a:pt x="18262" y="38061"/>
                  </a:lnTo>
                  <a:lnTo>
                    <a:pt x="18059" y="38227"/>
                  </a:lnTo>
                  <a:lnTo>
                    <a:pt x="17995" y="38049"/>
                  </a:lnTo>
                  <a:lnTo>
                    <a:pt x="17983" y="38188"/>
                  </a:lnTo>
                  <a:lnTo>
                    <a:pt x="18122" y="38328"/>
                  </a:lnTo>
                  <a:lnTo>
                    <a:pt x="18034" y="38493"/>
                  </a:lnTo>
                  <a:lnTo>
                    <a:pt x="17970" y="38354"/>
                  </a:lnTo>
                  <a:lnTo>
                    <a:pt x="17881" y="38531"/>
                  </a:lnTo>
                  <a:lnTo>
                    <a:pt x="17970" y="38862"/>
                  </a:lnTo>
                  <a:lnTo>
                    <a:pt x="18135" y="38709"/>
                  </a:lnTo>
                  <a:lnTo>
                    <a:pt x="18300" y="38646"/>
                  </a:lnTo>
                  <a:lnTo>
                    <a:pt x="18262" y="38481"/>
                  </a:lnTo>
                  <a:lnTo>
                    <a:pt x="18186" y="38620"/>
                  </a:lnTo>
                  <a:lnTo>
                    <a:pt x="18186" y="38392"/>
                  </a:lnTo>
                  <a:lnTo>
                    <a:pt x="18313" y="38252"/>
                  </a:lnTo>
                  <a:close/>
                </a:path>
                <a:path w="50800" h="45084">
                  <a:moveTo>
                    <a:pt x="18313" y="37896"/>
                  </a:moveTo>
                  <a:lnTo>
                    <a:pt x="18135" y="37782"/>
                  </a:lnTo>
                  <a:lnTo>
                    <a:pt x="18008" y="37922"/>
                  </a:lnTo>
                  <a:lnTo>
                    <a:pt x="18313" y="37896"/>
                  </a:lnTo>
                  <a:close/>
                </a:path>
                <a:path w="50800" h="45084">
                  <a:moveTo>
                    <a:pt x="18415" y="40741"/>
                  </a:moveTo>
                  <a:lnTo>
                    <a:pt x="18199" y="40728"/>
                  </a:lnTo>
                  <a:lnTo>
                    <a:pt x="18224" y="40868"/>
                  </a:lnTo>
                  <a:lnTo>
                    <a:pt x="18415" y="40741"/>
                  </a:lnTo>
                  <a:close/>
                </a:path>
                <a:path w="50800" h="45084">
                  <a:moveTo>
                    <a:pt x="18859" y="44602"/>
                  </a:moveTo>
                  <a:lnTo>
                    <a:pt x="18745" y="44310"/>
                  </a:lnTo>
                  <a:lnTo>
                    <a:pt x="18681" y="44462"/>
                  </a:lnTo>
                  <a:lnTo>
                    <a:pt x="18719" y="44640"/>
                  </a:lnTo>
                  <a:lnTo>
                    <a:pt x="18859" y="44602"/>
                  </a:lnTo>
                  <a:close/>
                </a:path>
                <a:path w="50800" h="45084">
                  <a:moveTo>
                    <a:pt x="19088" y="41402"/>
                  </a:moveTo>
                  <a:lnTo>
                    <a:pt x="18986" y="41668"/>
                  </a:lnTo>
                  <a:lnTo>
                    <a:pt x="18961" y="41935"/>
                  </a:lnTo>
                  <a:lnTo>
                    <a:pt x="18986" y="42087"/>
                  </a:lnTo>
                  <a:lnTo>
                    <a:pt x="19088" y="41554"/>
                  </a:lnTo>
                  <a:lnTo>
                    <a:pt x="19088" y="41402"/>
                  </a:lnTo>
                  <a:close/>
                </a:path>
                <a:path w="50800" h="45084">
                  <a:moveTo>
                    <a:pt x="19545" y="40728"/>
                  </a:moveTo>
                  <a:lnTo>
                    <a:pt x="19304" y="40767"/>
                  </a:lnTo>
                  <a:lnTo>
                    <a:pt x="19265" y="41490"/>
                  </a:lnTo>
                  <a:lnTo>
                    <a:pt x="19469" y="41236"/>
                  </a:lnTo>
                  <a:lnTo>
                    <a:pt x="19494" y="41021"/>
                  </a:lnTo>
                  <a:lnTo>
                    <a:pt x="19545" y="40728"/>
                  </a:lnTo>
                  <a:close/>
                </a:path>
                <a:path w="50800" h="45084">
                  <a:moveTo>
                    <a:pt x="19799" y="40132"/>
                  </a:moveTo>
                  <a:lnTo>
                    <a:pt x="19583" y="40233"/>
                  </a:lnTo>
                  <a:lnTo>
                    <a:pt x="19443" y="40703"/>
                  </a:lnTo>
                  <a:lnTo>
                    <a:pt x="19608" y="40627"/>
                  </a:lnTo>
                  <a:lnTo>
                    <a:pt x="19596" y="40487"/>
                  </a:lnTo>
                  <a:lnTo>
                    <a:pt x="19799" y="40132"/>
                  </a:lnTo>
                  <a:close/>
                </a:path>
                <a:path w="50800" h="45084">
                  <a:moveTo>
                    <a:pt x="20129" y="38989"/>
                  </a:moveTo>
                  <a:lnTo>
                    <a:pt x="20027" y="39128"/>
                  </a:lnTo>
                  <a:lnTo>
                    <a:pt x="19989" y="39255"/>
                  </a:lnTo>
                  <a:lnTo>
                    <a:pt x="19989" y="39433"/>
                  </a:lnTo>
                  <a:lnTo>
                    <a:pt x="20040" y="39230"/>
                  </a:lnTo>
                  <a:lnTo>
                    <a:pt x="20129" y="38989"/>
                  </a:lnTo>
                  <a:close/>
                </a:path>
                <a:path w="50800" h="45084">
                  <a:moveTo>
                    <a:pt x="20904" y="2667"/>
                  </a:moveTo>
                  <a:lnTo>
                    <a:pt x="20612" y="2565"/>
                  </a:lnTo>
                  <a:lnTo>
                    <a:pt x="20739" y="2400"/>
                  </a:lnTo>
                  <a:lnTo>
                    <a:pt x="20434" y="2273"/>
                  </a:lnTo>
                  <a:lnTo>
                    <a:pt x="20218" y="2870"/>
                  </a:lnTo>
                  <a:lnTo>
                    <a:pt x="20231" y="3708"/>
                  </a:lnTo>
                  <a:lnTo>
                    <a:pt x="20142" y="4483"/>
                  </a:lnTo>
                  <a:lnTo>
                    <a:pt x="20320" y="4305"/>
                  </a:lnTo>
                  <a:lnTo>
                    <a:pt x="20548" y="3784"/>
                  </a:lnTo>
                  <a:lnTo>
                    <a:pt x="20332" y="2882"/>
                  </a:lnTo>
                  <a:lnTo>
                    <a:pt x="20904" y="2667"/>
                  </a:lnTo>
                  <a:close/>
                </a:path>
                <a:path w="50800" h="45084">
                  <a:moveTo>
                    <a:pt x="22860" y="42849"/>
                  </a:moveTo>
                  <a:lnTo>
                    <a:pt x="22682" y="42811"/>
                  </a:lnTo>
                  <a:lnTo>
                    <a:pt x="22707" y="42976"/>
                  </a:lnTo>
                  <a:lnTo>
                    <a:pt x="22860" y="42849"/>
                  </a:lnTo>
                  <a:close/>
                </a:path>
                <a:path w="50800" h="45084">
                  <a:moveTo>
                    <a:pt x="23012" y="20104"/>
                  </a:moveTo>
                  <a:lnTo>
                    <a:pt x="22872" y="19989"/>
                  </a:lnTo>
                  <a:lnTo>
                    <a:pt x="22872" y="20294"/>
                  </a:lnTo>
                  <a:lnTo>
                    <a:pt x="23012" y="20104"/>
                  </a:lnTo>
                  <a:close/>
                </a:path>
                <a:path w="50800" h="45084">
                  <a:moveTo>
                    <a:pt x="23126" y="30772"/>
                  </a:moveTo>
                  <a:lnTo>
                    <a:pt x="23012" y="30530"/>
                  </a:lnTo>
                  <a:lnTo>
                    <a:pt x="22948" y="30962"/>
                  </a:lnTo>
                  <a:lnTo>
                    <a:pt x="22948" y="31178"/>
                  </a:lnTo>
                  <a:lnTo>
                    <a:pt x="23126" y="30772"/>
                  </a:lnTo>
                  <a:close/>
                </a:path>
                <a:path w="50800" h="45084">
                  <a:moveTo>
                    <a:pt x="23914" y="28968"/>
                  </a:moveTo>
                  <a:lnTo>
                    <a:pt x="23761" y="27292"/>
                  </a:lnTo>
                  <a:lnTo>
                    <a:pt x="23723" y="28968"/>
                  </a:lnTo>
                  <a:lnTo>
                    <a:pt x="23914" y="28968"/>
                  </a:lnTo>
                  <a:close/>
                </a:path>
                <a:path w="50800" h="45084">
                  <a:moveTo>
                    <a:pt x="24434" y="6642"/>
                  </a:moveTo>
                  <a:lnTo>
                    <a:pt x="24371" y="6197"/>
                  </a:lnTo>
                  <a:lnTo>
                    <a:pt x="24409" y="6070"/>
                  </a:lnTo>
                  <a:lnTo>
                    <a:pt x="24142" y="5842"/>
                  </a:lnTo>
                  <a:lnTo>
                    <a:pt x="24053" y="6159"/>
                  </a:lnTo>
                  <a:lnTo>
                    <a:pt x="24193" y="6273"/>
                  </a:lnTo>
                  <a:lnTo>
                    <a:pt x="24193" y="6502"/>
                  </a:lnTo>
                  <a:lnTo>
                    <a:pt x="24307" y="6680"/>
                  </a:lnTo>
                  <a:lnTo>
                    <a:pt x="24371" y="6438"/>
                  </a:lnTo>
                  <a:lnTo>
                    <a:pt x="24434" y="6642"/>
                  </a:lnTo>
                  <a:close/>
                </a:path>
                <a:path w="50800" h="45084">
                  <a:moveTo>
                    <a:pt x="25425" y="19240"/>
                  </a:moveTo>
                  <a:lnTo>
                    <a:pt x="25374" y="18999"/>
                  </a:lnTo>
                  <a:lnTo>
                    <a:pt x="25323" y="19240"/>
                  </a:lnTo>
                  <a:close/>
                </a:path>
                <a:path w="50800" h="45084">
                  <a:moveTo>
                    <a:pt x="27825" y="29603"/>
                  </a:moveTo>
                  <a:lnTo>
                    <a:pt x="27635" y="29603"/>
                  </a:lnTo>
                  <a:lnTo>
                    <a:pt x="27686" y="30022"/>
                  </a:lnTo>
                  <a:lnTo>
                    <a:pt x="27686" y="29845"/>
                  </a:lnTo>
                  <a:lnTo>
                    <a:pt x="27825" y="29603"/>
                  </a:lnTo>
                  <a:close/>
                </a:path>
                <a:path w="50800" h="45084">
                  <a:moveTo>
                    <a:pt x="28359" y="19519"/>
                  </a:moveTo>
                  <a:lnTo>
                    <a:pt x="28181" y="19431"/>
                  </a:lnTo>
                  <a:lnTo>
                    <a:pt x="28181" y="19570"/>
                  </a:lnTo>
                  <a:lnTo>
                    <a:pt x="28359" y="19519"/>
                  </a:lnTo>
                  <a:close/>
                </a:path>
                <a:path w="50800" h="45084">
                  <a:moveTo>
                    <a:pt x="29438" y="22885"/>
                  </a:moveTo>
                  <a:lnTo>
                    <a:pt x="29413" y="22415"/>
                  </a:lnTo>
                  <a:lnTo>
                    <a:pt x="29400" y="22161"/>
                  </a:lnTo>
                  <a:lnTo>
                    <a:pt x="29438" y="22885"/>
                  </a:lnTo>
                  <a:close/>
                </a:path>
                <a:path w="50800" h="45084">
                  <a:moveTo>
                    <a:pt x="29502" y="23710"/>
                  </a:moveTo>
                  <a:lnTo>
                    <a:pt x="29464" y="23177"/>
                  </a:lnTo>
                  <a:lnTo>
                    <a:pt x="29438" y="22885"/>
                  </a:lnTo>
                  <a:lnTo>
                    <a:pt x="29502" y="23710"/>
                  </a:lnTo>
                  <a:close/>
                </a:path>
                <a:path w="50800" h="45084">
                  <a:moveTo>
                    <a:pt x="29794" y="29184"/>
                  </a:moveTo>
                  <a:lnTo>
                    <a:pt x="29083" y="29286"/>
                  </a:lnTo>
                  <a:lnTo>
                    <a:pt x="29044" y="30721"/>
                  </a:lnTo>
                  <a:lnTo>
                    <a:pt x="29502" y="31254"/>
                  </a:lnTo>
                  <a:lnTo>
                    <a:pt x="29248" y="30734"/>
                  </a:lnTo>
                  <a:lnTo>
                    <a:pt x="29248" y="30073"/>
                  </a:lnTo>
                  <a:lnTo>
                    <a:pt x="29540" y="29540"/>
                  </a:lnTo>
                  <a:lnTo>
                    <a:pt x="29794" y="29184"/>
                  </a:lnTo>
                  <a:close/>
                </a:path>
                <a:path w="50800" h="45084">
                  <a:moveTo>
                    <a:pt x="30861" y="24511"/>
                  </a:moveTo>
                  <a:lnTo>
                    <a:pt x="30746" y="25565"/>
                  </a:lnTo>
                  <a:lnTo>
                    <a:pt x="30492" y="26835"/>
                  </a:lnTo>
                  <a:lnTo>
                    <a:pt x="30530" y="27736"/>
                  </a:lnTo>
                  <a:lnTo>
                    <a:pt x="30645" y="26631"/>
                  </a:lnTo>
                  <a:lnTo>
                    <a:pt x="30784" y="25565"/>
                  </a:lnTo>
                  <a:lnTo>
                    <a:pt x="30861" y="24511"/>
                  </a:lnTo>
                  <a:close/>
                </a:path>
                <a:path w="50800" h="45084">
                  <a:moveTo>
                    <a:pt x="31572" y="19354"/>
                  </a:moveTo>
                  <a:lnTo>
                    <a:pt x="31534" y="19215"/>
                  </a:lnTo>
                  <a:lnTo>
                    <a:pt x="31394" y="19761"/>
                  </a:lnTo>
                  <a:lnTo>
                    <a:pt x="31242" y="21132"/>
                  </a:lnTo>
                  <a:lnTo>
                    <a:pt x="31292" y="20764"/>
                  </a:lnTo>
                  <a:lnTo>
                    <a:pt x="31534" y="19710"/>
                  </a:lnTo>
                  <a:lnTo>
                    <a:pt x="31572" y="19354"/>
                  </a:lnTo>
                  <a:close/>
                </a:path>
                <a:path w="50800" h="45084">
                  <a:moveTo>
                    <a:pt x="33032" y="28054"/>
                  </a:moveTo>
                  <a:lnTo>
                    <a:pt x="32169" y="29311"/>
                  </a:lnTo>
                  <a:lnTo>
                    <a:pt x="32105" y="30581"/>
                  </a:lnTo>
                  <a:lnTo>
                    <a:pt x="32867" y="30581"/>
                  </a:lnTo>
                  <a:lnTo>
                    <a:pt x="32727" y="29337"/>
                  </a:lnTo>
                  <a:lnTo>
                    <a:pt x="33007" y="28778"/>
                  </a:lnTo>
                  <a:lnTo>
                    <a:pt x="33032" y="28054"/>
                  </a:lnTo>
                  <a:close/>
                </a:path>
                <a:path w="50800" h="45084">
                  <a:moveTo>
                    <a:pt x="33642" y="33045"/>
                  </a:moveTo>
                  <a:lnTo>
                    <a:pt x="33375" y="32943"/>
                  </a:lnTo>
                  <a:lnTo>
                    <a:pt x="33642" y="33045"/>
                  </a:lnTo>
                  <a:close/>
                </a:path>
                <a:path w="50800" h="45084">
                  <a:moveTo>
                    <a:pt x="35280" y="22860"/>
                  </a:moveTo>
                  <a:lnTo>
                    <a:pt x="35128" y="22720"/>
                  </a:lnTo>
                  <a:lnTo>
                    <a:pt x="35128" y="22910"/>
                  </a:lnTo>
                  <a:lnTo>
                    <a:pt x="35280" y="22860"/>
                  </a:lnTo>
                  <a:close/>
                </a:path>
                <a:path w="50800" h="45084">
                  <a:moveTo>
                    <a:pt x="35560" y="26123"/>
                  </a:moveTo>
                  <a:lnTo>
                    <a:pt x="35382" y="26187"/>
                  </a:lnTo>
                  <a:lnTo>
                    <a:pt x="35420" y="26339"/>
                  </a:lnTo>
                  <a:lnTo>
                    <a:pt x="35560" y="26123"/>
                  </a:lnTo>
                  <a:close/>
                </a:path>
                <a:path w="50800" h="45084">
                  <a:moveTo>
                    <a:pt x="35610" y="33083"/>
                  </a:moveTo>
                  <a:lnTo>
                    <a:pt x="35471" y="33058"/>
                  </a:lnTo>
                  <a:lnTo>
                    <a:pt x="35064" y="32969"/>
                  </a:lnTo>
                  <a:lnTo>
                    <a:pt x="34912" y="32943"/>
                  </a:lnTo>
                  <a:lnTo>
                    <a:pt x="34658" y="32943"/>
                  </a:lnTo>
                  <a:lnTo>
                    <a:pt x="34683" y="33121"/>
                  </a:lnTo>
                  <a:lnTo>
                    <a:pt x="34861" y="33286"/>
                  </a:lnTo>
                  <a:lnTo>
                    <a:pt x="34861" y="33159"/>
                  </a:lnTo>
                  <a:lnTo>
                    <a:pt x="35369" y="33274"/>
                  </a:lnTo>
                  <a:lnTo>
                    <a:pt x="35013" y="33235"/>
                  </a:lnTo>
                  <a:lnTo>
                    <a:pt x="35420" y="33375"/>
                  </a:lnTo>
                  <a:lnTo>
                    <a:pt x="35610" y="33274"/>
                  </a:lnTo>
                  <a:lnTo>
                    <a:pt x="35471" y="33159"/>
                  </a:lnTo>
                  <a:lnTo>
                    <a:pt x="35610" y="33083"/>
                  </a:lnTo>
                  <a:close/>
                </a:path>
                <a:path w="50800" h="45084">
                  <a:moveTo>
                    <a:pt x="36449" y="35140"/>
                  </a:moveTo>
                  <a:lnTo>
                    <a:pt x="36131" y="35280"/>
                  </a:lnTo>
                  <a:lnTo>
                    <a:pt x="36131" y="35890"/>
                  </a:lnTo>
                  <a:lnTo>
                    <a:pt x="36144" y="35699"/>
                  </a:lnTo>
                  <a:lnTo>
                    <a:pt x="36195" y="35547"/>
                  </a:lnTo>
                  <a:lnTo>
                    <a:pt x="36207" y="35344"/>
                  </a:lnTo>
                  <a:lnTo>
                    <a:pt x="36449" y="35140"/>
                  </a:lnTo>
                  <a:close/>
                </a:path>
                <a:path w="50800" h="45084">
                  <a:moveTo>
                    <a:pt x="37414" y="25146"/>
                  </a:moveTo>
                  <a:lnTo>
                    <a:pt x="37223" y="24739"/>
                  </a:lnTo>
                  <a:lnTo>
                    <a:pt x="36804" y="24765"/>
                  </a:lnTo>
                  <a:lnTo>
                    <a:pt x="37033" y="24815"/>
                  </a:lnTo>
                  <a:lnTo>
                    <a:pt x="36918" y="25107"/>
                  </a:lnTo>
                  <a:lnTo>
                    <a:pt x="36918" y="25336"/>
                  </a:lnTo>
                  <a:lnTo>
                    <a:pt x="37147" y="25323"/>
                  </a:lnTo>
                  <a:lnTo>
                    <a:pt x="37185" y="25514"/>
                  </a:lnTo>
                  <a:lnTo>
                    <a:pt x="37338" y="25603"/>
                  </a:lnTo>
                  <a:lnTo>
                    <a:pt x="37414" y="25146"/>
                  </a:lnTo>
                  <a:close/>
                </a:path>
                <a:path w="50800" h="45084">
                  <a:moveTo>
                    <a:pt x="38442" y="15532"/>
                  </a:moveTo>
                  <a:lnTo>
                    <a:pt x="38404" y="15278"/>
                  </a:lnTo>
                  <a:lnTo>
                    <a:pt x="37960" y="15354"/>
                  </a:lnTo>
                  <a:lnTo>
                    <a:pt x="37617" y="15557"/>
                  </a:lnTo>
                  <a:lnTo>
                    <a:pt x="37274" y="15709"/>
                  </a:lnTo>
                  <a:lnTo>
                    <a:pt x="37592" y="16002"/>
                  </a:lnTo>
                  <a:lnTo>
                    <a:pt x="37795" y="15887"/>
                  </a:lnTo>
                  <a:lnTo>
                    <a:pt x="37846" y="15748"/>
                  </a:lnTo>
                  <a:lnTo>
                    <a:pt x="37998" y="15722"/>
                  </a:lnTo>
                  <a:lnTo>
                    <a:pt x="38176" y="15608"/>
                  </a:lnTo>
                  <a:lnTo>
                    <a:pt x="38442" y="15532"/>
                  </a:lnTo>
                  <a:close/>
                </a:path>
                <a:path w="50800" h="45084">
                  <a:moveTo>
                    <a:pt x="38506" y="16535"/>
                  </a:moveTo>
                  <a:lnTo>
                    <a:pt x="38125" y="16548"/>
                  </a:lnTo>
                  <a:lnTo>
                    <a:pt x="37896" y="16802"/>
                  </a:lnTo>
                  <a:lnTo>
                    <a:pt x="37566" y="16916"/>
                  </a:lnTo>
                  <a:lnTo>
                    <a:pt x="37312" y="16725"/>
                  </a:lnTo>
                  <a:lnTo>
                    <a:pt x="37338" y="16992"/>
                  </a:lnTo>
                  <a:lnTo>
                    <a:pt x="37719" y="17157"/>
                  </a:lnTo>
                  <a:lnTo>
                    <a:pt x="37846" y="17449"/>
                  </a:lnTo>
                  <a:lnTo>
                    <a:pt x="37884" y="17106"/>
                  </a:lnTo>
                  <a:lnTo>
                    <a:pt x="38036" y="17195"/>
                  </a:lnTo>
                  <a:lnTo>
                    <a:pt x="38061" y="16979"/>
                  </a:lnTo>
                  <a:lnTo>
                    <a:pt x="38227" y="16713"/>
                  </a:lnTo>
                  <a:lnTo>
                    <a:pt x="38506" y="16535"/>
                  </a:lnTo>
                  <a:close/>
                </a:path>
                <a:path w="50800" h="45084">
                  <a:moveTo>
                    <a:pt x="41402" y="17767"/>
                  </a:moveTo>
                  <a:lnTo>
                    <a:pt x="41021" y="17729"/>
                  </a:lnTo>
                  <a:lnTo>
                    <a:pt x="41376" y="17907"/>
                  </a:lnTo>
                  <a:lnTo>
                    <a:pt x="41402" y="17767"/>
                  </a:lnTo>
                  <a:close/>
                </a:path>
                <a:path w="50800" h="45084">
                  <a:moveTo>
                    <a:pt x="42468" y="21310"/>
                  </a:moveTo>
                  <a:lnTo>
                    <a:pt x="42392" y="21056"/>
                  </a:lnTo>
                  <a:lnTo>
                    <a:pt x="42367" y="21386"/>
                  </a:lnTo>
                  <a:lnTo>
                    <a:pt x="42087" y="21628"/>
                  </a:lnTo>
                  <a:lnTo>
                    <a:pt x="42151" y="21907"/>
                  </a:lnTo>
                  <a:lnTo>
                    <a:pt x="42214" y="21590"/>
                  </a:lnTo>
                  <a:lnTo>
                    <a:pt x="42468" y="21310"/>
                  </a:lnTo>
                  <a:close/>
                </a:path>
                <a:path w="50800" h="45084">
                  <a:moveTo>
                    <a:pt x="42913" y="18453"/>
                  </a:moveTo>
                  <a:lnTo>
                    <a:pt x="42710" y="18313"/>
                  </a:lnTo>
                  <a:lnTo>
                    <a:pt x="42481" y="18008"/>
                  </a:lnTo>
                  <a:lnTo>
                    <a:pt x="42265" y="17983"/>
                  </a:lnTo>
                  <a:lnTo>
                    <a:pt x="42506" y="18084"/>
                  </a:lnTo>
                  <a:lnTo>
                    <a:pt x="42735" y="18402"/>
                  </a:lnTo>
                  <a:lnTo>
                    <a:pt x="42913" y="18453"/>
                  </a:lnTo>
                  <a:close/>
                </a:path>
                <a:path w="50800" h="45084">
                  <a:moveTo>
                    <a:pt x="43459" y="228"/>
                  </a:moveTo>
                  <a:lnTo>
                    <a:pt x="43268" y="228"/>
                  </a:lnTo>
                  <a:lnTo>
                    <a:pt x="43268" y="406"/>
                  </a:lnTo>
                  <a:lnTo>
                    <a:pt x="43459" y="406"/>
                  </a:lnTo>
                  <a:lnTo>
                    <a:pt x="43459" y="228"/>
                  </a:lnTo>
                  <a:close/>
                </a:path>
                <a:path w="50800" h="45084">
                  <a:moveTo>
                    <a:pt x="43878" y="0"/>
                  </a:moveTo>
                  <a:lnTo>
                    <a:pt x="43662" y="114"/>
                  </a:lnTo>
                  <a:lnTo>
                    <a:pt x="43662" y="469"/>
                  </a:lnTo>
                  <a:lnTo>
                    <a:pt x="43840" y="431"/>
                  </a:lnTo>
                  <a:lnTo>
                    <a:pt x="43878" y="0"/>
                  </a:lnTo>
                  <a:close/>
                </a:path>
                <a:path w="50800" h="45084">
                  <a:moveTo>
                    <a:pt x="46139" y="14706"/>
                  </a:moveTo>
                  <a:lnTo>
                    <a:pt x="46126" y="14401"/>
                  </a:lnTo>
                  <a:lnTo>
                    <a:pt x="45834" y="14427"/>
                  </a:lnTo>
                  <a:lnTo>
                    <a:pt x="45986" y="14122"/>
                  </a:lnTo>
                  <a:lnTo>
                    <a:pt x="45796" y="14097"/>
                  </a:lnTo>
                  <a:lnTo>
                    <a:pt x="45567" y="14135"/>
                  </a:lnTo>
                  <a:lnTo>
                    <a:pt x="45364" y="14820"/>
                  </a:lnTo>
                  <a:lnTo>
                    <a:pt x="45453" y="14592"/>
                  </a:lnTo>
                  <a:lnTo>
                    <a:pt x="46139" y="14706"/>
                  </a:lnTo>
                  <a:close/>
                </a:path>
                <a:path w="50800" h="45084">
                  <a:moveTo>
                    <a:pt x="50304" y="6959"/>
                  </a:moveTo>
                  <a:lnTo>
                    <a:pt x="50101" y="6858"/>
                  </a:lnTo>
                  <a:lnTo>
                    <a:pt x="50038" y="7175"/>
                  </a:lnTo>
                  <a:lnTo>
                    <a:pt x="50152" y="7353"/>
                  </a:lnTo>
                  <a:lnTo>
                    <a:pt x="50088" y="7493"/>
                  </a:lnTo>
                  <a:lnTo>
                    <a:pt x="50139" y="7683"/>
                  </a:lnTo>
                  <a:lnTo>
                    <a:pt x="50304" y="7569"/>
                  </a:lnTo>
                  <a:lnTo>
                    <a:pt x="50253" y="7366"/>
                  </a:lnTo>
                  <a:lnTo>
                    <a:pt x="50304" y="69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3987152" y="1188668"/>
              <a:ext cx="31750" cy="29209"/>
            </a:xfrm>
            <a:custGeom>
              <a:avLst/>
              <a:gdLst/>
              <a:ahLst/>
              <a:cxnLst/>
              <a:rect l="l" t="t" r="r" b="b"/>
              <a:pathLst>
                <a:path w="31750" h="29209">
                  <a:moveTo>
                    <a:pt x="7759" y="27457"/>
                  </a:moveTo>
                  <a:lnTo>
                    <a:pt x="7505" y="27457"/>
                  </a:lnTo>
                  <a:lnTo>
                    <a:pt x="7645" y="27927"/>
                  </a:lnTo>
                  <a:lnTo>
                    <a:pt x="7759" y="27457"/>
                  </a:lnTo>
                  <a:close/>
                </a:path>
                <a:path w="31750" h="29209">
                  <a:moveTo>
                    <a:pt x="9055" y="12903"/>
                  </a:moveTo>
                  <a:lnTo>
                    <a:pt x="8978" y="13106"/>
                  </a:lnTo>
                  <a:lnTo>
                    <a:pt x="9055" y="12903"/>
                  </a:lnTo>
                  <a:close/>
                </a:path>
                <a:path w="31750" h="29209">
                  <a:moveTo>
                    <a:pt x="9207" y="29146"/>
                  </a:moveTo>
                  <a:lnTo>
                    <a:pt x="9156" y="28765"/>
                  </a:lnTo>
                  <a:lnTo>
                    <a:pt x="8788" y="28765"/>
                  </a:lnTo>
                  <a:lnTo>
                    <a:pt x="8089" y="27927"/>
                  </a:lnTo>
                  <a:lnTo>
                    <a:pt x="8089" y="28765"/>
                  </a:lnTo>
                  <a:lnTo>
                    <a:pt x="8039" y="27927"/>
                  </a:lnTo>
                  <a:lnTo>
                    <a:pt x="7645" y="27927"/>
                  </a:lnTo>
                  <a:lnTo>
                    <a:pt x="63" y="27927"/>
                  </a:lnTo>
                  <a:lnTo>
                    <a:pt x="139" y="29146"/>
                  </a:lnTo>
                  <a:lnTo>
                    <a:pt x="9207" y="29146"/>
                  </a:lnTo>
                  <a:close/>
                </a:path>
                <a:path w="31750" h="29209">
                  <a:moveTo>
                    <a:pt x="9321" y="27343"/>
                  </a:moveTo>
                  <a:lnTo>
                    <a:pt x="9271" y="27559"/>
                  </a:lnTo>
                  <a:lnTo>
                    <a:pt x="9321" y="27343"/>
                  </a:lnTo>
                  <a:close/>
                </a:path>
                <a:path w="31750" h="29209">
                  <a:moveTo>
                    <a:pt x="9423" y="28270"/>
                  </a:moveTo>
                  <a:lnTo>
                    <a:pt x="9334" y="27762"/>
                  </a:lnTo>
                  <a:lnTo>
                    <a:pt x="9182" y="27762"/>
                  </a:lnTo>
                  <a:lnTo>
                    <a:pt x="9232" y="27901"/>
                  </a:lnTo>
                  <a:lnTo>
                    <a:pt x="9232" y="28067"/>
                  </a:lnTo>
                  <a:lnTo>
                    <a:pt x="9182" y="28244"/>
                  </a:lnTo>
                  <a:lnTo>
                    <a:pt x="9080" y="28117"/>
                  </a:lnTo>
                  <a:lnTo>
                    <a:pt x="8991" y="28270"/>
                  </a:lnTo>
                  <a:lnTo>
                    <a:pt x="9156" y="28435"/>
                  </a:lnTo>
                  <a:lnTo>
                    <a:pt x="9372" y="28435"/>
                  </a:lnTo>
                  <a:lnTo>
                    <a:pt x="9410" y="28638"/>
                  </a:lnTo>
                  <a:lnTo>
                    <a:pt x="9423" y="28270"/>
                  </a:lnTo>
                  <a:close/>
                </a:path>
                <a:path w="31750" h="29209">
                  <a:moveTo>
                    <a:pt x="9829" y="28295"/>
                  </a:moveTo>
                  <a:lnTo>
                    <a:pt x="9766" y="28092"/>
                  </a:lnTo>
                  <a:lnTo>
                    <a:pt x="9766" y="28270"/>
                  </a:lnTo>
                  <a:close/>
                </a:path>
                <a:path w="31750" h="29209">
                  <a:moveTo>
                    <a:pt x="9867" y="27127"/>
                  </a:moveTo>
                  <a:lnTo>
                    <a:pt x="9626" y="26758"/>
                  </a:lnTo>
                  <a:lnTo>
                    <a:pt x="9626" y="27127"/>
                  </a:lnTo>
                  <a:lnTo>
                    <a:pt x="9575" y="27330"/>
                  </a:lnTo>
                  <a:lnTo>
                    <a:pt x="9499" y="27127"/>
                  </a:lnTo>
                  <a:lnTo>
                    <a:pt x="9626" y="27127"/>
                  </a:lnTo>
                  <a:lnTo>
                    <a:pt x="9626" y="26758"/>
                  </a:lnTo>
                  <a:lnTo>
                    <a:pt x="8851" y="25565"/>
                  </a:lnTo>
                  <a:lnTo>
                    <a:pt x="9194" y="27127"/>
                  </a:lnTo>
                  <a:lnTo>
                    <a:pt x="9423" y="27165"/>
                  </a:lnTo>
                  <a:lnTo>
                    <a:pt x="9448" y="27343"/>
                  </a:lnTo>
                  <a:lnTo>
                    <a:pt x="9423" y="27546"/>
                  </a:lnTo>
                  <a:lnTo>
                    <a:pt x="9525" y="27406"/>
                  </a:lnTo>
                  <a:lnTo>
                    <a:pt x="9423" y="27609"/>
                  </a:lnTo>
                  <a:lnTo>
                    <a:pt x="9461" y="27813"/>
                  </a:lnTo>
                  <a:lnTo>
                    <a:pt x="9626" y="27508"/>
                  </a:lnTo>
                  <a:lnTo>
                    <a:pt x="9664" y="27127"/>
                  </a:lnTo>
                  <a:lnTo>
                    <a:pt x="9867" y="27127"/>
                  </a:lnTo>
                  <a:close/>
                </a:path>
                <a:path w="31750" h="29209">
                  <a:moveTo>
                    <a:pt x="9893" y="28028"/>
                  </a:moveTo>
                  <a:lnTo>
                    <a:pt x="9855" y="27686"/>
                  </a:lnTo>
                  <a:lnTo>
                    <a:pt x="9791" y="28067"/>
                  </a:lnTo>
                  <a:close/>
                </a:path>
                <a:path w="31750" h="29209">
                  <a:moveTo>
                    <a:pt x="10020" y="28930"/>
                  </a:moveTo>
                  <a:lnTo>
                    <a:pt x="9880" y="28803"/>
                  </a:lnTo>
                  <a:lnTo>
                    <a:pt x="9944" y="29019"/>
                  </a:lnTo>
                  <a:lnTo>
                    <a:pt x="9918" y="29159"/>
                  </a:lnTo>
                  <a:lnTo>
                    <a:pt x="10007" y="29019"/>
                  </a:lnTo>
                  <a:close/>
                </a:path>
                <a:path w="31750" h="29209">
                  <a:moveTo>
                    <a:pt x="10058" y="26733"/>
                  </a:moveTo>
                  <a:lnTo>
                    <a:pt x="9677" y="25260"/>
                  </a:lnTo>
                  <a:lnTo>
                    <a:pt x="9956" y="25260"/>
                  </a:lnTo>
                  <a:lnTo>
                    <a:pt x="9855" y="24282"/>
                  </a:lnTo>
                  <a:lnTo>
                    <a:pt x="9702" y="24282"/>
                  </a:lnTo>
                  <a:lnTo>
                    <a:pt x="9613" y="23914"/>
                  </a:lnTo>
                  <a:lnTo>
                    <a:pt x="25" y="23914"/>
                  </a:lnTo>
                  <a:lnTo>
                    <a:pt x="63" y="27457"/>
                  </a:lnTo>
                  <a:lnTo>
                    <a:pt x="7505" y="27457"/>
                  </a:lnTo>
                  <a:lnTo>
                    <a:pt x="7467" y="27317"/>
                  </a:lnTo>
                  <a:lnTo>
                    <a:pt x="7429" y="27127"/>
                  </a:lnTo>
                  <a:lnTo>
                    <a:pt x="7645" y="27127"/>
                  </a:lnTo>
                  <a:lnTo>
                    <a:pt x="7467" y="27305"/>
                  </a:lnTo>
                  <a:lnTo>
                    <a:pt x="7759" y="27292"/>
                  </a:lnTo>
                  <a:lnTo>
                    <a:pt x="7785" y="27444"/>
                  </a:lnTo>
                  <a:lnTo>
                    <a:pt x="7861" y="27292"/>
                  </a:lnTo>
                  <a:lnTo>
                    <a:pt x="7670" y="27127"/>
                  </a:lnTo>
                  <a:lnTo>
                    <a:pt x="7912" y="27127"/>
                  </a:lnTo>
                  <a:lnTo>
                    <a:pt x="8128" y="27127"/>
                  </a:lnTo>
                  <a:lnTo>
                    <a:pt x="8737" y="27127"/>
                  </a:lnTo>
                  <a:lnTo>
                    <a:pt x="9004" y="27127"/>
                  </a:lnTo>
                  <a:lnTo>
                    <a:pt x="8458" y="25565"/>
                  </a:lnTo>
                  <a:lnTo>
                    <a:pt x="8305" y="26276"/>
                  </a:lnTo>
                  <a:lnTo>
                    <a:pt x="7937" y="25539"/>
                  </a:lnTo>
                  <a:lnTo>
                    <a:pt x="7645" y="26174"/>
                  </a:lnTo>
                  <a:lnTo>
                    <a:pt x="7404" y="25260"/>
                  </a:lnTo>
                  <a:lnTo>
                    <a:pt x="7810" y="25260"/>
                  </a:lnTo>
                  <a:lnTo>
                    <a:pt x="8077" y="25260"/>
                  </a:lnTo>
                  <a:lnTo>
                    <a:pt x="9067" y="25260"/>
                  </a:lnTo>
                  <a:lnTo>
                    <a:pt x="10058" y="26733"/>
                  </a:lnTo>
                  <a:close/>
                </a:path>
                <a:path w="31750" h="29209">
                  <a:moveTo>
                    <a:pt x="10071" y="23634"/>
                  </a:moveTo>
                  <a:lnTo>
                    <a:pt x="9931" y="23571"/>
                  </a:lnTo>
                  <a:lnTo>
                    <a:pt x="9969" y="23787"/>
                  </a:lnTo>
                  <a:lnTo>
                    <a:pt x="9829" y="23850"/>
                  </a:lnTo>
                  <a:lnTo>
                    <a:pt x="9867" y="23990"/>
                  </a:lnTo>
                  <a:lnTo>
                    <a:pt x="10045" y="23926"/>
                  </a:lnTo>
                  <a:lnTo>
                    <a:pt x="10045" y="23710"/>
                  </a:lnTo>
                  <a:close/>
                </a:path>
                <a:path w="31750" h="29209">
                  <a:moveTo>
                    <a:pt x="10198" y="24079"/>
                  </a:moveTo>
                  <a:lnTo>
                    <a:pt x="10134" y="24244"/>
                  </a:lnTo>
                  <a:lnTo>
                    <a:pt x="10198" y="24079"/>
                  </a:lnTo>
                  <a:close/>
                </a:path>
                <a:path w="31750" h="29209">
                  <a:moveTo>
                    <a:pt x="10236" y="19989"/>
                  </a:moveTo>
                  <a:lnTo>
                    <a:pt x="9880" y="20599"/>
                  </a:lnTo>
                  <a:lnTo>
                    <a:pt x="9664" y="19989"/>
                  </a:lnTo>
                  <a:lnTo>
                    <a:pt x="9626" y="20421"/>
                  </a:lnTo>
                  <a:lnTo>
                    <a:pt x="9017" y="19989"/>
                  </a:lnTo>
                  <a:lnTo>
                    <a:pt x="7912" y="19989"/>
                  </a:lnTo>
                  <a:lnTo>
                    <a:pt x="7912" y="22237"/>
                  </a:lnTo>
                  <a:lnTo>
                    <a:pt x="7835" y="22631"/>
                  </a:lnTo>
                  <a:lnTo>
                    <a:pt x="7734" y="22237"/>
                  </a:lnTo>
                  <a:lnTo>
                    <a:pt x="7912" y="22237"/>
                  </a:lnTo>
                  <a:lnTo>
                    <a:pt x="7912" y="19989"/>
                  </a:lnTo>
                  <a:lnTo>
                    <a:pt x="0" y="19989"/>
                  </a:lnTo>
                  <a:lnTo>
                    <a:pt x="25" y="23533"/>
                  </a:lnTo>
                  <a:lnTo>
                    <a:pt x="8013" y="23533"/>
                  </a:lnTo>
                  <a:lnTo>
                    <a:pt x="9537" y="23533"/>
                  </a:lnTo>
                  <a:lnTo>
                    <a:pt x="9613" y="23317"/>
                  </a:lnTo>
                  <a:lnTo>
                    <a:pt x="9829" y="23317"/>
                  </a:lnTo>
                  <a:lnTo>
                    <a:pt x="9702" y="22237"/>
                  </a:lnTo>
                  <a:lnTo>
                    <a:pt x="9918" y="22237"/>
                  </a:lnTo>
                  <a:lnTo>
                    <a:pt x="9855" y="21831"/>
                  </a:lnTo>
                  <a:lnTo>
                    <a:pt x="9613" y="21640"/>
                  </a:lnTo>
                  <a:lnTo>
                    <a:pt x="9715" y="20828"/>
                  </a:lnTo>
                  <a:lnTo>
                    <a:pt x="10210" y="20828"/>
                  </a:lnTo>
                  <a:lnTo>
                    <a:pt x="10236" y="19989"/>
                  </a:lnTo>
                  <a:close/>
                </a:path>
                <a:path w="31750" h="29209">
                  <a:moveTo>
                    <a:pt x="10248" y="21628"/>
                  </a:moveTo>
                  <a:lnTo>
                    <a:pt x="10185" y="21386"/>
                  </a:lnTo>
                  <a:lnTo>
                    <a:pt x="9969" y="21386"/>
                  </a:lnTo>
                  <a:lnTo>
                    <a:pt x="9829" y="21539"/>
                  </a:lnTo>
                  <a:lnTo>
                    <a:pt x="9918" y="21856"/>
                  </a:lnTo>
                  <a:lnTo>
                    <a:pt x="10033" y="22059"/>
                  </a:lnTo>
                  <a:lnTo>
                    <a:pt x="10223" y="21805"/>
                  </a:lnTo>
                  <a:lnTo>
                    <a:pt x="10071" y="21742"/>
                  </a:lnTo>
                  <a:lnTo>
                    <a:pt x="9969" y="21551"/>
                  </a:lnTo>
                  <a:lnTo>
                    <a:pt x="10185" y="21450"/>
                  </a:lnTo>
                  <a:lnTo>
                    <a:pt x="10248" y="21628"/>
                  </a:lnTo>
                  <a:close/>
                </a:path>
                <a:path w="31750" h="29209">
                  <a:moveTo>
                    <a:pt x="10299" y="29159"/>
                  </a:moveTo>
                  <a:lnTo>
                    <a:pt x="10223" y="28994"/>
                  </a:lnTo>
                  <a:lnTo>
                    <a:pt x="10185" y="29159"/>
                  </a:lnTo>
                  <a:close/>
                </a:path>
                <a:path w="31750" h="29209">
                  <a:moveTo>
                    <a:pt x="10337" y="22720"/>
                  </a:moveTo>
                  <a:lnTo>
                    <a:pt x="10299" y="22529"/>
                  </a:lnTo>
                  <a:lnTo>
                    <a:pt x="10236" y="22301"/>
                  </a:lnTo>
                  <a:lnTo>
                    <a:pt x="10020" y="22390"/>
                  </a:lnTo>
                  <a:lnTo>
                    <a:pt x="10020" y="22098"/>
                  </a:lnTo>
                  <a:lnTo>
                    <a:pt x="9918" y="22237"/>
                  </a:lnTo>
                  <a:lnTo>
                    <a:pt x="9994" y="22580"/>
                  </a:lnTo>
                  <a:lnTo>
                    <a:pt x="9906" y="22872"/>
                  </a:lnTo>
                  <a:lnTo>
                    <a:pt x="9944" y="23012"/>
                  </a:lnTo>
                  <a:lnTo>
                    <a:pt x="10045" y="23190"/>
                  </a:lnTo>
                  <a:lnTo>
                    <a:pt x="10121" y="22910"/>
                  </a:lnTo>
                  <a:lnTo>
                    <a:pt x="10223" y="23050"/>
                  </a:lnTo>
                  <a:lnTo>
                    <a:pt x="10299" y="22872"/>
                  </a:lnTo>
                  <a:lnTo>
                    <a:pt x="10337" y="22720"/>
                  </a:lnTo>
                  <a:close/>
                </a:path>
                <a:path w="31750" h="29209">
                  <a:moveTo>
                    <a:pt x="10388" y="29159"/>
                  </a:moveTo>
                  <a:close/>
                </a:path>
                <a:path w="31750" h="29209">
                  <a:moveTo>
                    <a:pt x="10452" y="15367"/>
                  </a:moveTo>
                  <a:lnTo>
                    <a:pt x="10312" y="15100"/>
                  </a:lnTo>
                  <a:lnTo>
                    <a:pt x="10274" y="15278"/>
                  </a:lnTo>
                  <a:lnTo>
                    <a:pt x="10452" y="15367"/>
                  </a:lnTo>
                  <a:close/>
                </a:path>
                <a:path w="31750" h="29209">
                  <a:moveTo>
                    <a:pt x="10617" y="23990"/>
                  </a:moveTo>
                  <a:lnTo>
                    <a:pt x="10452" y="24104"/>
                  </a:lnTo>
                  <a:lnTo>
                    <a:pt x="10591" y="24218"/>
                  </a:lnTo>
                  <a:lnTo>
                    <a:pt x="10617" y="23990"/>
                  </a:lnTo>
                  <a:close/>
                </a:path>
                <a:path w="31750" h="29209">
                  <a:moveTo>
                    <a:pt x="10642" y="26873"/>
                  </a:moveTo>
                  <a:lnTo>
                    <a:pt x="10502" y="26936"/>
                  </a:lnTo>
                  <a:lnTo>
                    <a:pt x="10579" y="27127"/>
                  </a:lnTo>
                  <a:lnTo>
                    <a:pt x="10642" y="26873"/>
                  </a:lnTo>
                  <a:close/>
                </a:path>
                <a:path w="31750" h="29209">
                  <a:moveTo>
                    <a:pt x="10718" y="27292"/>
                  </a:moveTo>
                  <a:lnTo>
                    <a:pt x="10541" y="27152"/>
                  </a:lnTo>
                  <a:lnTo>
                    <a:pt x="10502" y="27406"/>
                  </a:lnTo>
                  <a:lnTo>
                    <a:pt x="10693" y="27406"/>
                  </a:lnTo>
                  <a:close/>
                </a:path>
                <a:path w="31750" h="29209">
                  <a:moveTo>
                    <a:pt x="10731" y="16243"/>
                  </a:moveTo>
                  <a:lnTo>
                    <a:pt x="10718" y="16446"/>
                  </a:lnTo>
                  <a:lnTo>
                    <a:pt x="10731" y="16243"/>
                  </a:lnTo>
                  <a:close/>
                </a:path>
                <a:path w="31750" h="29209">
                  <a:moveTo>
                    <a:pt x="10922" y="27190"/>
                  </a:moveTo>
                  <a:lnTo>
                    <a:pt x="10871" y="26974"/>
                  </a:lnTo>
                  <a:lnTo>
                    <a:pt x="10744" y="27241"/>
                  </a:lnTo>
                  <a:lnTo>
                    <a:pt x="10922" y="27190"/>
                  </a:lnTo>
                  <a:close/>
                </a:path>
                <a:path w="31750" h="29209">
                  <a:moveTo>
                    <a:pt x="10972" y="27254"/>
                  </a:moveTo>
                  <a:lnTo>
                    <a:pt x="10820" y="27254"/>
                  </a:lnTo>
                  <a:lnTo>
                    <a:pt x="10972" y="27444"/>
                  </a:lnTo>
                  <a:lnTo>
                    <a:pt x="10972" y="27254"/>
                  </a:lnTo>
                  <a:close/>
                </a:path>
                <a:path w="31750" h="29209">
                  <a:moveTo>
                    <a:pt x="11176" y="29159"/>
                  </a:moveTo>
                  <a:lnTo>
                    <a:pt x="11150" y="28994"/>
                  </a:lnTo>
                  <a:lnTo>
                    <a:pt x="11099" y="29159"/>
                  </a:lnTo>
                  <a:close/>
                </a:path>
                <a:path w="31750" h="29209">
                  <a:moveTo>
                    <a:pt x="11264" y="25971"/>
                  </a:moveTo>
                  <a:lnTo>
                    <a:pt x="11036" y="26047"/>
                  </a:lnTo>
                  <a:lnTo>
                    <a:pt x="11112" y="26238"/>
                  </a:lnTo>
                  <a:lnTo>
                    <a:pt x="11112" y="26111"/>
                  </a:lnTo>
                  <a:lnTo>
                    <a:pt x="11264" y="25971"/>
                  </a:lnTo>
                  <a:close/>
                </a:path>
                <a:path w="31750" h="29209">
                  <a:moveTo>
                    <a:pt x="11303" y="29159"/>
                  </a:moveTo>
                  <a:close/>
                </a:path>
                <a:path w="31750" h="29209">
                  <a:moveTo>
                    <a:pt x="11391" y="26263"/>
                  </a:moveTo>
                  <a:lnTo>
                    <a:pt x="11264" y="26149"/>
                  </a:lnTo>
                  <a:lnTo>
                    <a:pt x="11290" y="26289"/>
                  </a:lnTo>
                  <a:close/>
                </a:path>
                <a:path w="31750" h="29209">
                  <a:moveTo>
                    <a:pt x="11404" y="23152"/>
                  </a:moveTo>
                  <a:lnTo>
                    <a:pt x="11163" y="23126"/>
                  </a:lnTo>
                  <a:lnTo>
                    <a:pt x="11163" y="22999"/>
                  </a:lnTo>
                  <a:lnTo>
                    <a:pt x="11099" y="23329"/>
                  </a:lnTo>
                  <a:lnTo>
                    <a:pt x="11023" y="23139"/>
                  </a:lnTo>
                  <a:lnTo>
                    <a:pt x="10960" y="23710"/>
                  </a:lnTo>
                  <a:lnTo>
                    <a:pt x="11150" y="23418"/>
                  </a:lnTo>
                  <a:lnTo>
                    <a:pt x="11404" y="23152"/>
                  </a:lnTo>
                  <a:close/>
                </a:path>
                <a:path w="31750" h="29209">
                  <a:moveTo>
                    <a:pt x="11620" y="27368"/>
                  </a:moveTo>
                  <a:lnTo>
                    <a:pt x="11518" y="27228"/>
                  </a:lnTo>
                  <a:lnTo>
                    <a:pt x="11404" y="27368"/>
                  </a:lnTo>
                  <a:lnTo>
                    <a:pt x="11620" y="27368"/>
                  </a:lnTo>
                  <a:close/>
                </a:path>
                <a:path w="31750" h="29209">
                  <a:moveTo>
                    <a:pt x="11811" y="24422"/>
                  </a:moveTo>
                  <a:lnTo>
                    <a:pt x="11684" y="24422"/>
                  </a:lnTo>
                  <a:lnTo>
                    <a:pt x="11684" y="24650"/>
                  </a:lnTo>
                  <a:lnTo>
                    <a:pt x="11811" y="24422"/>
                  </a:lnTo>
                  <a:close/>
                </a:path>
                <a:path w="31750" h="29209">
                  <a:moveTo>
                    <a:pt x="11861" y="19977"/>
                  </a:moveTo>
                  <a:lnTo>
                    <a:pt x="11785" y="20408"/>
                  </a:lnTo>
                  <a:lnTo>
                    <a:pt x="11861" y="19977"/>
                  </a:lnTo>
                  <a:close/>
                </a:path>
                <a:path w="31750" h="29209">
                  <a:moveTo>
                    <a:pt x="11887" y="21132"/>
                  </a:moveTo>
                  <a:lnTo>
                    <a:pt x="11811" y="20878"/>
                  </a:lnTo>
                  <a:lnTo>
                    <a:pt x="11734" y="21234"/>
                  </a:lnTo>
                  <a:lnTo>
                    <a:pt x="11887" y="21132"/>
                  </a:lnTo>
                  <a:close/>
                </a:path>
                <a:path w="31750" h="29209">
                  <a:moveTo>
                    <a:pt x="12001" y="26504"/>
                  </a:moveTo>
                  <a:lnTo>
                    <a:pt x="11734" y="26428"/>
                  </a:lnTo>
                  <a:lnTo>
                    <a:pt x="11912" y="26746"/>
                  </a:lnTo>
                  <a:lnTo>
                    <a:pt x="12001" y="26504"/>
                  </a:lnTo>
                  <a:close/>
                </a:path>
                <a:path w="31750" h="29209">
                  <a:moveTo>
                    <a:pt x="12242" y="25146"/>
                  </a:moveTo>
                  <a:lnTo>
                    <a:pt x="12217" y="24968"/>
                  </a:lnTo>
                  <a:lnTo>
                    <a:pt x="12077" y="25184"/>
                  </a:lnTo>
                  <a:lnTo>
                    <a:pt x="12242" y="25146"/>
                  </a:lnTo>
                  <a:close/>
                </a:path>
                <a:path w="31750" h="29209">
                  <a:moveTo>
                    <a:pt x="12433" y="26784"/>
                  </a:moveTo>
                  <a:lnTo>
                    <a:pt x="12077" y="26720"/>
                  </a:lnTo>
                  <a:lnTo>
                    <a:pt x="12242" y="26885"/>
                  </a:lnTo>
                  <a:lnTo>
                    <a:pt x="12433" y="26784"/>
                  </a:lnTo>
                  <a:close/>
                </a:path>
                <a:path w="31750" h="29209">
                  <a:moveTo>
                    <a:pt x="12433" y="26009"/>
                  </a:moveTo>
                  <a:lnTo>
                    <a:pt x="12293" y="26123"/>
                  </a:lnTo>
                  <a:lnTo>
                    <a:pt x="12230" y="25958"/>
                  </a:lnTo>
                  <a:lnTo>
                    <a:pt x="12065" y="25806"/>
                  </a:lnTo>
                  <a:lnTo>
                    <a:pt x="11976" y="26136"/>
                  </a:lnTo>
                  <a:lnTo>
                    <a:pt x="12065" y="26314"/>
                  </a:lnTo>
                  <a:lnTo>
                    <a:pt x="12128" y="26174"/>
                  </a:lnTo>
                  <a:lnTo>
                    <a:pt x="12230" y="26339"/>
                  </a:lnTo>
                  <a:lnTo>
                    <a:pt x="12077" y="26492"/>
                  </a:lnTo>
                  <a:lnTo>
                    <a:pt x="12077" y="26682"/>
                  </a:lnTo>
                  <a:lnTo>
                    <a:pt x="12166" y="26454"/>
                  </a:lnTo>
                  <a:lnTo>
                    <a:pt x="12369" y="26593"/>
                  </a:lnTo>
                  <a:lnTo>
                    <a:pt x="12420" y="26416"/>
                  </a:lnTo>
                  <a:lnTo>
                    <a:pt x="12268" y="26314"/>
                  </a:lnTo>
                  <a:lnTo>
                    <a:pt x="12306" y="26174"/>
                  </a:lnTo>
                  <a:lnTo>
                    <a:pt x="12433" y="26009"/>
                  </a:lnTo>
                  <a:close/>
                </a:path>
                <a:path w="31750" h="29209">
                  <a:moveTo>
                    <a:pt x="12509" y="21158"/>
                  </a:moveTo>
                  <a:lnTo>
                    <a:pt x="12331" y="21374"/>
                  </a:lnTo>
                  <a:lnTo>
                    <a:pt x="12509" y="21336"/>
                  </a:lnTo>
                  <a:lnTo>
                    <a:pt x="12509" y="21158"/>
                  </a:lnTo>
                  <a:close/>
                </a:path>
                <a:path w="31750" h="29209">
                  <a:moveTo>
                    <a:pt x="12611" y="27076"/>
                  </a:moveTo>
                  <a:lnTo>
                    <a:pt x="12433" y="26924"/>
                  </a:lnTo>
                  <a:lnTo>
                    <a:pt x="12496" y="27139"/>
                  </a:lnTo>
                  <a:close/>
                </a:path>
                <a:path w="31750" h="29209">
                  <a:moveTo>
                    <a:pt x="12763" y="23964"/>
                  </a:moveTo>
                  <a:lnTo>
                    <a:pt x="12547" y="23749"/>
                  </a:lnTo>
                  <a:lnTo>
                    <a:pt x="12357" y="23799"/>
                  </a:lnTo>
                  <a:lnTo>
                    <a:pt x="12331" y="23926"/>
                  </a:lnTo>
                  <a:lnTo>
                    <a:pt x="12509" y="23914"/>
                  </a:lnTo>
                  <a:lnTo>
                    <a:pt x="12509" y="24142"/>
                  </a:lnTo>
                  <a:lnTo>
                    <a:pt x="12763" y="23964"/>
                  </a:lnTo>
                  <a:close/>
                </a:path>
                <a:path w="31750" h="29209">
                  <a:moveTo>
                    <a:pt x="12827" y="19596"/>
                  </a:moveTo>
                  <a:lnTo>
                    <a:pt x="12661" y="19367"/>
                  </a:lnTo>
                  <a:lnTo>
                    <a:pt x="12814" y="19265"/>
                  </a:lnTo>
                  <a:lnTo>
                    <a:pt x="12725" y="19088"/>
                  </a:lnTo>
                  <a:lnTo>
                    <a:pt x="12509" y="19278"/>
                  </a:lnTo>
                  <a:lnTo>
                    <a:pt x="12674" y="19773"/>
                  </a:lnTo>
                  <a:lnTo>
                    <a:pt x="12725" y="19951"/>
                  </a:lnTo>
                  <a:lnTo>
                    <a:pt x="12725" y="19659"/>
                  </a:lnTo>
                  <a:close/>
                </a:path>
                <a:path w="31750" h="29209">
                  <a:moveTo>
                    <a:pt x="13004" y="22936"/>
                  </a:moveTo>
                  <a:lnTo>
                    <a:pt x="12992" y="22694"/>
                  </a:lnTo>
                  <a:lnTo>
                    <a:pt x="13004" y="23088"/>
                  </a:lnTo>
                  <a:lnTo>
                    <a:pt x="13004" y="22936"/>
                  </a:lnTo>
                  <a:close/>
                </a:path>
                <a:path w="31750" h="29209">
                  <a:moveTo>
                    <a:pt x="13081" y="13525"/>
                  </a:moveTo>
                  <a:lnTo>
                    <a:pt x="12941" y="13500"/>
                  </a:lnTo>
                  <a:lnTo>
                    <a:pt x="12979" y="13716"/>
                  </a:lnTo>
                  <a:lnTo>
                    <a:pt x="13081" y="13525"/>
                  </a:lnTo>
                  <a:close/>
                </a:path>
                <a:path w="31750" h="29209">
                  <a:moveTo>
                    <a:pt x="13220" y="23253"/>
                  </a:moveTo>
                  <a:lnTo>
                    <a:pt x="13208" y="23088"/>
                  </a:lnTo>
                  <a:lnTo>
                    <a:pt x="13106" y="22567"/>
                  </a:lnTo>
                  <a:lnTo>
                    <a:pt x="13081" y="22745"/>
                  </a:lnTo>
                  <a:lnTo>
                    <a:pt x="13106" y="22987"/>
                  </a:lnTo>
                  <a:lnTo>
                    <a:pt x="13144" y="23253"/>
                  </a:lnTo>
                  <a:close/>
                </a:path>
                <a:path w="31750" h="29209">
                  <a:moveTo>
                    <a:pt x="13284" y="23202"/>
                  </a:moveTo>
                  <a:lnTo>
                    <a:pt x="13144" y="23418"/>
                  </a:lnTo>
                  <a:lnTo>
                    <a:pt x="13284" y="23202"/>
                  </a:lnTo>
                  <a:close/>
                </a:path>
                <a:path w="31750" h="29209">
                  <a:moveTo>
                    <a:pt x="13474" y="24218"/>
                  </a:moveTo>
                  <a:lnTo>
                    <a:pt x="13423" y="23977"/>
                  </a:lnTo>
                  <a:lnTo>
                    <a:pt x="13360" y="24218"/>
                  </a:lnTo>
                  <a:close/>
                </a:path>
                <a:path w="31750" h="29209">
                  <a:moveTo>
                    <a:pt x="13500" y="22237"/>
                  </a:moveTo>
                  <a:lnTo>
                    <a:pt x="13474" y="22110"/>
                  </a:lnTo>
                  <a:lnTo>
                    <a:pt x="13258" y="22352"/>
                  </a:lnTo>
                  <a:lnTo>
                    <a:pt x="13373" y="22491"/>
                  </a:lnTo>
                  <a:lnTo>
                    <a:pt x="13500" y="22237"/>
                  </a:lnTo>
                  <a:close/>
                </a:path>
                <a:path w="31750" h="29209">
                  <a:moveTo>
                    <a:pt x="13677" y="23939"/>
                  </a:moveTo>
                  <a:lnTo>
                    <a:pt x="13639" y="23647"/>
                  </a:lnTo>
                  <a:lnTo>
                    <a:pt x="13614" y="23418"/>
                  </a:lnTo>
                  <a:lnTo>
                    <a:pt x="13500" y="23101"/>
                  </a:lnTo>
                  <a:lnTo>
                    <a:pt x="13436" y="23888"/>
                  </a:lnTo>
                  <a:lnTo>
                    <a:pt x="13677" y="23939"/>
                  </a:lnTo>
                  <a:close/>
                </a:path>
                <a:path w="31750" h="29209">
                  <a:moveTo>
                    <a:pt x="13677" y="20739"/>
                  </a:moveTo>
                  <a:lnTo>
                    <a:pt x="13538" y="20561"/>
                  </a:lnTo>
                  <a:lnTo>
                    <a:pt x="13563" y="20739"/>
                  </a:lnTo>
                  <a:close/>
                </a:path>
                <a:path w="31750" h="29209">
                  <a:moveTo>
                    <a:pt x="14097" y="24561"/>
                  </a:moveTo>
                  <a:lnTo>
                    <a:pt x="13944" y="24333"/>
                  </a:lnTo>
                  <a:lnTo>
                    <a:pt x="13906" y="24155"/>
                  </a:lnTo>
                  <a:lnTo>
                    <a:pt x="13804" y="24320"/>
                  </a:lnTo>
                  <a:lnTo>
                    <a:pt x="13728" y="24168"/>
                  </a:lnTo>
                  <a:lnTo>
                    <a:pt x="13754" y="24041"/>
                  </a:lnTo>
                  <a:lnTo>
                    <a:pt x="13576" y="23952"/>
                  </a:lnTo>
                  <a:lnTo>
                    <a:pt x="13716" y="24422"/>
                  </a:lnTo>
                  <a:lnTo>
                    <a:pt x="13931" y="24523"/>
                  </a:lnTo>
                  <a:lnTo>
                    <a:pt x="13970" y="24752"/>
                  </a:lnTo>
                  <a:lnTo>
                    <a:pt x="14097" y="24561"/>
                  </a:lnTo>
                  <a:close/>
                </a:path>
                <a:path w="31750" h="29209">
                  <a:moveTo>
                    <a:pt x="14262" y="25666"/>
                  </a:moveTo>
                  <a:lnTo>
                    <a:pt x="14173" y="25425"/>
                  </a:lnTo>
                  <a:lnTo>
                    <a:pt x="14185" y="25222"/>
                  </a:lnTo>
                  <a:lnTo>
                    <a:pt x="14109" y="25400"/>
                  </a:lnTo>
                  <a:lnTo>
                    <a:pt x="14147" y="25527"/>
                  </a:lnTo>
                  <a:lnTo>
                    <a:pt x="14147" y="25781"/>
                  </a:lnTo>
                  <a:close/>
                </a:path>
                <a:path w="31750" h="29209">
                  <a:moveTo>
                    <a:pt x="29578" y="24663"/>
                  </a:moveTo>
                  <a:lnTo>
                    <a:pt x="29514" y="23634"/>
                  </a:lnTo>
                  <a:lnTo>
                    <a:pt x="29540" y="22885"/>
                  </a:lnTo>
                  <a:lnTo>
                    <a:pt x="29451" y="23444"/>
                  </a:lnTo>
                  <a:lnTo>
                    <a:pt x="29527" y="24485"/>
                  </a:lnTo>
                  <a:lnTo>
                    <a:pt x="29502" y="25222"/>
                  </a:lnTo>
                  <a:lnTo>
                    <a:pt x="29578" y="24663"/>
                  </a:lnTo>
                  <a:close/>
                </a:path>
                <a:path w="31750" h="29209">
                  <a:moveTo>
                    <a:pt x="30302" y="29159"/>
                  </a:moveTo>
                  <a:lnTo>
                    <a:pt x="30276" y="29032"/>
                  </a:lnTo>
                  <a:lnTo>
                    <a:pt x="30238" y="28803"/>
                  </a:lnTo>
                  <a:lnTo>
                    <a:pt x="30213" y="29019"/>
                  </a:lnTo>
                  <a:lnTo>
                    <a:pt x="30226" y="29159"/>
                  </a:lnTo>
                  <a:close/>
                </a:path>
                <a:path w="31750" h="29209">
                  <a:moveTo>
                    <a:pt x="31737" y="406"/>
                  </a:moveTo>
                  <a:lnTo>
                    <a:pt x="31546" y="0"/>
                  </a:lnTo>
                  <a:lnTo>
                    <a:pt x="31127" y="25"/>
                  </a:lnTo>
                  <a:lnTo>
                    <a:pt x="31356" y="76"/>
                  </a:lnTo>
                  <a:lnTo>
                    <a:pt x="31242" y="368"/>
                  </a:lnTo>
                  <a:lnTo>
                    <a:pt x="31242" y="596"/>
                  </a:lnTo>
                  <a:lnTo>
                    <a:pt x="31470" y="584"/>
                  </a:lnTo>
                  <a:lnTo>
                    <a:pt x="31508" y="774"/>
                  </a:lnTo>
                  <a:lnTo>
                    <a:pt x="31661" y="863"/>
                  </a:lnTo>
                  <a:lnTo>
                    <a:pt x="31737" y="4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3987152" y="1208646"/>
              <a:ext cx="30480" cy="18415"/>
            </a:xfrm>
            <a:custGeom>
              <a:avLst/>
              <a:gdLst/>
              <a:ahLst/>
              <a:cxnLst/>
              <a:rect l="l" t="t" r="r" b="b"/>
              <a:pathLst>
                <a:path w="30479" h="18415">
                  <a:moveTo>
                    <a:pt x="8915" y="7099"/>
                  </a:moveTo>
                  <a:lnTo>
                    <a:pt x="8788" y="6832"/>
                  </a:lnTo>
                  <a:lnTo>
                    <a:pt x="8788" y="7099"/>
                  </a:lnTo>
                  <a:lnTo>
                    <a:pt x="8915" y="7099"/>
                  </a:lnTo>
                  <a:close/>
                </a:path>
                <a:path w="30479" h="18415">
                  <a:moveTo>
                    <a:pt x="9321" y="16344"/>
                  </a:moveTo>
                  <a:lnTo>
                    <a:pt x="9271" y="16573"/>
                  </a:lnTo>
                  <a:lnTo>
                    <a:pt x="9321" y="16344"/>
                  </a:lnTo>
                  <a:close/>
                </a:path>
                <a:path w="30479" h="18415">
                  <a:moveTo>
                    <a:pt x="9436" y="17284"/>
                  </a:moveTo>
                  <a:lnTo>
                    <a:pt x="9334" y="16776"/>
                  </a:lnTo>
                  <a:lnTo>
                    <a:pt x="9182" y="16776"/>
                  </a:lnTo>
                  <a:lnTo>
                    <a:pt x="9232" y="16916"/>
                  </a:lnTo>
                  <a:lnTo>
                    <a:pt x="9232" y="17094"/>
                  </a:lnTo>
                  <a:lnTo>
                    <a:pt x="9182" y="17272"/>
                  </a:lnTo>
                  <a:lnTo>
                    <a:pt x="9080" y="17145"/>
                  </a:lnTo>
                  <a:lnTo>
                    <a:pt x="8991" y="17310"/>
                  </a:lnTo>
                  <a:lnTo>
                    <a:pt x="9131" y="17259"/>
                  </a:lnTo>
                  <a:lnTo>
                    <a:pt x="9156" y="17462"/>
                  </a:lnTo>
                  <a:lnTo>
                    <a:pt x="9372" y="17462"/>
                  </a:lnTo>
                  <a:lnTo>
                    <a:pt x="9410" y="17678"/>
                  </a:lnTo>
                  <a:lnTo>
                    <a:pt x="9436" y="17284"/>
                  </a:lnTo>
                  <a:close/>
                </a:path>
                <a:path w="30479" h="18415">
                  <a:moveTo>
                    <a:pt x="9829" y="17310"/>
                  </a:moveTo>
                  <a:lnTo>
                    <a:pt x="9766" y="17106"/>
                  </a:lnTo>
                  <a:lnTo>
                    <a:pt x="9766" y="17284"/>
                  </a:lnTo>
                  <a:close/>
                </a:path>
                <a:path w="30479" h="18415">
                  <a:moveTo>
                    <a:pt x="9829" y="16154"/>
                  </a:moveTo>
                  <a:lnTo>
                    <a:pt x="9626" y="15824"/>
                  </a:lnTo>
                  <a:lnTo>
                    <a:pt x="9626" y="16154"/>
                  </a:lnTo>
                  <a:lnTo>
                    <a:pt x="9575" y="16319"/>
                  </a:lnTo>
                  <a:lnTo>
                    <a:pt x="9499" y="16154"/>
                  </a:lnTo>
                  <a:lnTo>
                    <a:pt x="9626" y="16154"/>
                  </a:lnTo>
                  <a:lnTo>
                    <a:pt x="9626" y="15824"/>
                  </a:lnTo>
                  <a:lnTo>
                    <a:pt x="8686" y="14274"/>
                  </a:lnTo>
                  <a:lnTo>
                    <a:pt x="9194" y="16154"/>
                  </a:lnTo>
                  <a:lnTo>
                    <a:pt x="9334" y="16154"/>
                  </a:lnTo>
                  <a:lnTo>
                    <a:pt x="9448" y="16344"/>
                  </a:lnTo>
                  <a:lnTo>
                    <a:pt x="9423" y="16573"/>
                  </a:lnTo>
                  <a:lnTo>
                    <a:pt x="9525" y="16421"/>
                  </a:lnTo>
                  <a:lnTo>
                    <a:pt x="9423" y="16637"/>
                  </a:lnTo>
                  <a:lnTo>
                    <a:pt x="9461" y="16840"/>
                  </a:lnTo>
                  <a:lnTo>
                    <a:pt x="9626" y="16522"/>
                  </a:lnTo>
                  <a:lnTo>
                    <a:pt x="9664" y="16154"/>
                  </a:lnTo>
                  <a:lnTo>
                    <a:pt x="9829" y="16154"/>
                  </a:lnTo>
                  <a:close/>
                </a:path>
                <a:path w="30479" h="18415">
                  <a:moveTo>
                    <a:pt x="9893" y="17030"/>
                  </a:moveTo>
                  <a:lnTo>
                    <a:pt x="9855" y="16713"/>
                  </a:lnTo>
                  <a:lnTo>
                    <a:pt x="9791" y="17068"/>
                  </a:lnTo>
                  <a:close/>
                </a:path>
                <a:path w="30479" h="18415">
                  <a:moveTo>
                    <a:pt x="9982" y="863"/>
                  </a:moveTo>
                  <a:lnTo>
                    <a:pt x="9766" y="889"/>
                  </a:lnTo>
                  <a:lnTo>
                    <a:pt x="9766" y="1181"/>
                  </a:lnTo>
                  <a:lnTo>
                    <a:pt x="9982" y="1041"/>
                  </a:lnTo>
                  <a:lnTo>
                    <a:pt x="9982" y="863"/>
                  </a:lnTo>
                  <a:close/>
                </a:path>
                <a:path w="30479" h="18415">
                  <a:moveTo>
                    <a:pt x="10020" y="17945"/>
                  </a:moveTo>
                  <a:lnTo>
                    <a:pt x="9880" y="17818"/>
                  </a:lnTo>
                  <a:lnTo>
                    <a:pt x="9944" y="18046"/>
                  </a:lnTo>
                  <a:lnTo>
                    <a:pt x="9918" y="18173"/>
                  </a:lnTo>
                  <a:lnTo>
                    <a:pt x="10007" y="18046"/>
                  </a:lnTo>
                  <a:close/>
                </a:path>
                <a:path w="30479" h="18415">
                  <a:moveTo>
                    <a:pt x="10071" y="15773"/>
                  </a:moveTo>
                  <a:lnTo>
                    <a:pt x="9702" y="14274"/>
                  </a:lnTo>
                  <a:lnTo>
                    <a:pt x="9956" y="14274"/>
                  </a:lnTo>
                  <a:lnTo>
                    <a:pt x="9855" y="13296"/>
                  </a:lnTo>
                  <a:lnTo>
                    <a:pt x="9702" y="13296"/>
                  </a:lnTo>
                  <a:lnTo>
                    <a:pt x="9613" y="12915"/>
                  </a:lnTo>
                  <a:lnTo>
                    <a:pt x="25" y="12915"/>
                  </a:lnTo>
                  <a:lnTo>
                    <a:pt x="152" y="18173"/>
                  </a:lnTo>
                  <a:lnTo>
                    <a:pt x="9207" y="18173"/>
                  </a:lnTo>
                  <a:lnTo>
                    <a:pt x="9156" y="17780"/>
                  </a:lnTo>
                  <a:lnTo>
                    <a:pt x="9321" y="17614"/>
                  </a:lnTo>
                  <a:lnTo>
                    <a:pt x="8788" y="17614"/>
                  </a:lnTo>
                  <a:lnTo>
                    <a:pt x="8750" y="17767"/>
                  </a:lnTo>
                  <a:lnTo>
                    <a:pt x="8636" y="17614"/>
                  </a:lnTo>
                  <a:lnTo>
                    <a:pt x="8089" y="16954"/>
                  </a:lnTo>
                  <a:lnTo>
                    <a:pt x="8089" y="17614"/>
                  </a:lnTo>
                  <a:lnTo>
                    <a:pt x="8039" y="16954"/>
                  </a:lnTo>
                  <a:lnTo>
                    <a:pt x="7645" y="16954"/>
                  </a:lnTo>
                  <a:lnTo>
                    <a:pt x="7505" y="16459"/>
                  </a:lnTo>
                  <a:lnTo>
                    <a:pt x="7467" y="16319"/>
                  </a:lnTo>
                  <a:lnTo>
                    <a:pt x="7429" y="16154"/>
                  </a:lnTo>
                  <a:lnTo>
                    <a:pt x="7620" y="16154"/>
                  </a:lnTo>
                  <a:lnTo>
                    <a:pt x="7467" y="16319"/>
                  </a:lnTo>
                  <a:lnTo>
                    <a:pt x="7759" y="16306"/>
                  </a:lnTo>
                  <a:lnTo>
                    <a:pt x="7785" y="16459"/>
                  </a:lnTo>
                  <a:lnTo>
                    <a:pt x="7861" y="16306"/>
                  </a:lnTo>
                  <a:lnTo>
                    <a:pt x="7683" y="16154"/>
                  </a:lnTo>
                  <a:lnTo>
                    <a:pt x="7899" y="16154"/>
                  </a:lnTo>
                  <a:lnTo>
                    <a:pt x="8140" y="16154"/>
                  </a:lnTo>
                  <a:lnTo>
                    <a:pt x="8750" y="16154"/>
                  </a:lnTo>
                  <a:lnTo>
                    <a:pt x="9017" y="16154"/>
                  </a:lnTo>
                  <a:lnTo>
                    <a:pt x="8445" y="14554"/>
                  </a:lnTo>
                  <a:lnTo>
                    <a:pt x="8305" y="15290"/>
                  </a:lnTo>
                  <a:lnTo>
                    <a:pt x="7937" y="14541"/>
                  </a:lnTo>
                  <a:lnTo>
                    <a:pt x="7645" y="15163"/>
                  </a:lnTo>
                  <a:lnTo>
                    <a:pt x="7429" y="14274"/>
                  </a:lnTo>
                  <a:lnTo>
                    <a:pt x="7810" y="14274"/>
                  </a:lnTo>
                  <a:lnTo>
                    <a:pt x="8064" y="14274"/>
                  </a:lnTo>
                  <a:lnTo>
                    <a:pt x="8356" y="14274"/>
                  </a:lnTo>
                  <a:lnTo>
                    <a:pt x="8509" y="14274"/>
                  </a:lnTo>
                  <a:lnTo>
                    <a:pt x="8686" y="14274"/>
                  </a:lnTo>
                  <a:lnTo>
                    <a:pt x="9067" y="14274"/>
                  </a:lnTo>
                  <a:lnTo>
                    <a:pt x="10071" y="15773"/>
                  </a:lnTo>
                  <a:close/>
                </a:path>
                <a:path w="30479" h="18415">
                  <a:moveTo>
                    <a:pt x="10071" y="12661"/>
                  </a:moveTo>
                  <a:lnTo>
                    <a:pt x="9931" y="12585"/>
                  </a:lnTo>
                  <a:lnTo>
                    <a:pt x="9969" y="12788"/>
                  </a:lnTo>
                  <a:lnTo>
                    <a:pt x="9829" y="12865"/>
                  </a:lnTo>
                  <a:lnTo>
                    <a:pt x="9867" y="13004"/>
                  </a:lnTo>
                  <a:lnTo>
                    <a:pt x="10045" y="12928"/>
                  </a:lnTo>
                  <a:lnTo>
                    <a:pt x="10045" y="12725"/>
                  </a:lnTo>
                  <a:close/>
                </a:path>
                <a:path w="30479" h="18415">
                  <a:moveTo>
                    <a:pt x="10198" y="13068"/>
                  </a:moveTo>
                  <a:lnTo>
                    <a:pt x="10134" y="13271"/>
                  </a:lnTo>
                  <a:lnTo>
                    <a:pt x="10198" y="13068"/>
                  </a:lnTo>
                  <a:close/>
                </a:path>
                <a:path w="30479" h="18415">
                  <a:moveTo>
                    <a:pt x="10236" y="8991"/>
                  </a:moveTo>
                  <a:lnTo>
                    <a:pt x="9804" y="9702"/>
                  </a:lnTo>
                  <a:lnTo>
                    <a:pt x="9664" y="8991"/>
                  </a:lnTo>
                  <a:lnTo>
                    <a:pt x="9512" y="8991"/>
                  </a:lnTo>
                  <a:lnTo>
                    <a:pt x="8064" y="8991"/>
                  </a:lnTo>
                  <a:lnTo>
                    <a:pt x="8064" y="12141"/>
                  </a:lnTo>
                  <a:lnTo>
                    <a:pt x="8039" y="12306"/>
                  </a:lnTo>
                  <a:lnTo>
                    <a:pt x="7874" y="12141"/>
                  </a:lnTo>
                  <a:lnTo>
                    <a:pt x="8064" y="12141"/>
                  </a:lnTo>
                  <a:lnTo>
                    <a:pt x="8064" y="8991"/>
                  </a:lnTo>
                  <a:lnTo>
                    <a:pt x="0" y="8991"/>
                  </a:lnTo>
                  <a:lnTo>
                    <a:pt x="25" y="12534"/>
                  </a:lnTo>
                  <a:lnTo>
                    <a:pt x="8013" y="12534"/>
                  </a:lnTo>
                  <a:lnTo>
                    <a:pt x="9525" y="12534"/>
                  </a:lnTo>
                  <a:lnTo>
                    <a:pt x="9613" y="12306"/>
                  </a:lnTo>
                  <a:lnTo>
                    <a:pt x="9740" y="12141"/>
                  </a:lnTo>
                  <a:lnTo>
                    <a:pt x="9575" y="12141"/>
                  </a:lnTo>
                  <a:lnTo>
                    <a:pt x="9575" y="11214"/>
                  </a:lnTo>
                  <a:lnTo>
                    <a:pt x="9906" y="11214"/>
                  </a:lnTo>
                  <a:lnTo>
                    <a:pt x="9855" y="10795"/>
                  </a:lnTo>
                  <a:lnTo>
                    <a:pt x="9613" y="10617"/>
                  </a:lnTo>
                  <a:lnTo>
                    <a:pt x="9639" y="10337"/>
                  </a:lnTo>
                  <a:lnTo>
                    <a:pt x="9715" y="9791"/>
                  </a:lnTo>
                  <a:lnTo>
                    <a:pt x="10236" y="9791"/>
                  </a:lnTo>
                  <a:lnTo>
                    <a:pt x="10236" y="8991"/>
                  </a:lnTo>
                  <a:close/>
                </a:path>
                <a:path w="30479" h="18415">
                  <a:moveTo>
                    <a:pt x="10248" y="1651"/>
                  </a:moveTo>
                  <a:lnTo>
                    <a:pt x="10185" y="1409"/>
                  </a:lnTo>
                  <a:lnTo>
                    <a:pt x="9969" y="1409"/>
                  </a:lnTo>
                  <a:lnTo>
                    <a:pt x="9829" y="1562"/>
                  </a:lnTo>
                  <a:lnTo>
                    <a:pt x="9918" y="1879"/>
                  </a:lnTo>
                  <a:lnTo>
                    <a:pt x="10033" y="2082"/>
                  </a:lnTo>
                  <a:lnTo>
                    <a:pt x="10223" y="1828"/>
                  </a:lnTo>
                  <a:lnTo>
                    <a:pt x="10071" y="1765"/>
                  </a:lnTo>
                  <a:lnTo>
                    <a:pt x="9969" y="1574"/>
                  </a:lnTo>
                  <a:lnTo>
                    <a:pt x="10185" y="1473"/>
                  </a:lnTo>
                  <a:lnTo>
                    <a:pt x="10248" y="1651"/>
                  </a:lnTo>
                  <a:close/>
                </a:path>
                <a:path w="30479" h="18415">
                  <a:moveTo>
                    <a:pt x="10261" y="4546"/>
                  </a:moveTo>
                  <a:lnTo>
                    <a:pt x="10083" y="4673"/>
                  </a:lnTo>
                  <a:lnTo>
                    <a:pt x="10134" y="4851"/>
                  </a:lnTo>
                  <a:lnTo>
                    <a:pt x="10261" y="4546"/>
                  </a:lnTo>
                  <a:close/>
                </a:path>
                <a:path w="30479" h="18415">
                  <a:moveTo>
                    <a:pt x="10299" y="18173"/>
                  </a:moveTo>
                  <a:lnTo>
                    <a:pt x="10223" y="18008"/>
                  </a:lnTo>
                  <a:lnTo>
                    <a:pt x="10185" y="18173"/>
                  </a:lnTo>
                  <a:close/>
                </a:path>
                <a:path w="30479" h="18415">
                  <a:moveTo>
                    <a:pt x="10388" y="18173"/>
                  </a:moveTo>
                  <a:close/>
                </a:path>
                <a:path w="30479" h="18415">
                  <a:moveTo>
                    <a:pt x="10541" y="3695"/>
                  </a:moveTo>
                  <a:lnTo>
                    <a:pt x="10502" y="3479"/>
                  </a:lnTo>
                  <a:lnTo>
                    <a:pt x="10464" y="3670"/>
                  </a:lnTo>
                  <a:close/>
                </a:path>
                <a:path w="30479" h="18415">
                  <a:moveTo>
                    <a:pt x="10617" y="13004"/>
                  </a:moveTo>
                  <a:lnTo>
                    <a:pt x="10452" y="13119"/>
                  </a:lnTo>
                  <a:lnTo>
                    <a:pt x="10591" y="13233"/>
                  </a:lnTo>
                  <a:lnTo>
                    <a:pt x="10617" y="13004"/>
                  </a:lnTo>
                  <a:close/>
                </a:path>
                <a:path w="30479" h="18415">
                  <a:moveTo>
                    <a:pt x="10642" y="15900"/>
                  </a:moveTo>
                  <a:lnTo>
                    <a:pt x="10502" y="15951"/>
                  </a:lnTo>
                  <a:lnTo>
                    <a:pt x="10579" y="16141"/>
                  </a:lnTo>
                  <a:lnTo>
                    <a:pt x="10642" y="15900"/>
                  </a:lnTo>
                  <a:close/>
                </a:path>
                <a:path w="30479" h="18415">
                  <a:moveTo>
                    <a:pt x="10718" y="16306"/>
                  </a:moveTo>
                  <a:lnTo>
                    <a:pt x="10541" y="16179"/>
                  </a:lnTo>
                  <a:lnTo>
                    <a:pt x="10502" y="16421"/>
                  </a:lnTo>
                  <a:lnTo>
                    <a:pt x="10693" y="16421"/>
                  </a:lnTo>
                  <a:close/>
                </a:path>
                <a:path w="30479" h="18415">
                  <a:moveTo>
                    <a:pt x="10972" y="16268"/>
                  </a:moveTo>
                  <a:lnTo>
                    <a:pt x="10820" y="16243"/>
                  </a:lnTo>
                  <a:lnTo>
                    <a:pt x="10871" y="15989"/>
                  </a:lnTo>
                  <a:lnTo>
                    <a:pt x="10744" y="16243"/>
                  </a:lnTo>
                  <a:lnTo>
                    <a:pt x="10972" y="16446"/>
                  </a:lnTo>
                  <a:lnTo>
                    <a:pt x="10972" y="16268"/>
                  </a:lnTo>
                  <a:close/>
                </a:path>
                <a:path w="30479" h="18415">
                  <a:moveTo>
                    <a:pt x="11176" y="18173"/>
                  </a:moveTo>
                  <a:lnTo>
                    <a:pt x="11150" y="18008"/>
                  </a:lnTo>
                  <a:lnTo>
                    <a:pt x="11099" y="18173"/>
                  </a:lnTo>
                  <a:close/>
                </a:path>
                <a:path w="30479" h="18415">
                  <a:moveTo>
                    <a:pt x="11264" y="14986"/>
                  </a:moveTo>
                  <a:lnTo>
                    <a:pt x="11036" y="15049"/>
                  </a:lnTo>
                  <a:lnTo>
                    <a:pt x="11112" y="15252"/>
                  </a:lnTo>
                  <a:lnTo>
                    <a:pt x="11112" y="15125"/>
                  </a:lnTo>
                  <a:lnTo>
                    <a:pt x="11264" y="14986"/>
                  </a:lnTo>
                  <a:close/>
                </a:path>
                <a:path w="30479" h="18415">
                  <a:moveTo>
                    <a:pt x="11277" y="15189"/>
                  </a:moveTo>
                  <a:lnTo>
                    <a:pt x="11150" y="15290"/>
                  </a:lnTo>
                  <a:lnTo>
                    <a:pt x="11277" y="15189"/>
                  </a:lnTo>
                  <a:close/>
                </a:path>
                <a:path w="30479" h="18415">
                  <a:moveTo>
                    <a:pt x="11303" y="18173"/>
                  </a:moveTo>
                  <a:close/>
                </a:path>
                <a:path w="30479" h="18415">
                  <a:moveTo>
                    <a:pt x="11391" y="15290"/>
                  </a:moveTo>
                  <a:close/>
                </a:path>
                <a:path w="30479" h="18415">
                  <a:moveTo>
                    <a:pt x="11404" y="12166"/>
                  </a:moveTo>
                  <a:lnTo>
                    <a:pt x="11163" y="12153"/>
                  </a:lnTo>
                  <a:lnTo>
                    <a:pt x="11163" y="12026"/>
                  </a:lnTo>
                  <a:lnTo>
                    <a:pt x="11099" y="12344"/>
                  </a:lnTo>
                  <a:lnTo>
                    <a:pt x="11023" y="12153"/>
                  </a:lnTo>
                  <a:lnTo>
                    <a:pt x="10960" y="12725"/>
                  </a:lnTo>
                  <a:lnTo>
                    <a:pt x="11150" y="12433"/>
                  </a:lnTo>
                  <a:lnTo>
                    <a:pt x="11404" y="12166"/>
                  </a:lnTo>
                  <a:close/>
                </a:path>
                <a:path w="30479" h="18415">
                  <a:moveTo>
                    <a:pt x="11620" y="16383"/>
                  </a:moveTo>
                  <a:lnTo>
                    <a:pt x="11518" y="16243"/>
                  </a:lnTo>
                  <a:lnTo>
                    <a:pt x="11404" y="16383"/>
                  </a:lnTo>
                  <a:lnTo>
                    <a:pt x="11620" y="16383"/>
                  </a:lnTo>
                  <a:close/>
                </a:path>
                <a:path w="30479" h="18415">
                  <a:moveTo>
                    <a:pt x="11811" y="13449"/>
                  </a:moveTo>
                  <a:lnTo>
                    <a:pt x="11684" y="13449"/>
                  </a:lnTo>
                  <a:lnTo>
                    <a:pt x="11684" y="13665"/>
                  </a:lnTo>
                  <a:lnTo>
                    <a:pt x="11811" y="13449"/>
                  </a:lnTo>
                  <a:close/>
                </a:path>
                <a:path w="30479" h="18415">
                  <a:moveTo>
                    <a:pt x="11887" y="10160"/>
                  </a:moveTo>
                  <a:lnTo>
                    <a:pt x="11811" y="9893"/>
                  </a:lnTo>
                  <a:lnTo>
                    <a:pt x="11734" y="10261"/>
                  </a:lnTo>
                  <a:lnTo>
                    <a:pt x="11887" y="10160"/>
                  </a:lnTo>
                  <a:close/>
                </a:path>
                <a:path w="30479" h="18415">
                  <a:moveTo>
                    <a:pt x="12001" y="15532"/>
                  </a:moveTo>
                  <a:lnTo>
                    <a:pt x="11734" y="15443"/>
                  </a:lnTo>
                  <a:lnTo>
                    <a:pt x="11912" y="15760"/>
                  </a:lnTo>
                  <a:lnTo>
                    <a:pt x="12001" y="15532"/>
                  </a:lnTo>
                  <a:close/>
                </a:path>
                <a:path w="30479" h="18415">
                  <a:moveTo>
                    <a:pt x="12242" y="14160"/>
                  </a:moveTo>
                  <a:lnTo>
                    <a:pt x="12217" y="13982"/>
                  </a:lnTo>
                  <a:lnTo>
                    <a:pt x="12077" y="14185"/>
                  </a:lnTo>
                  <a:lnTo>
                    <a:pt x="12242" y="14160"/>
                  </a:lnTo>
                  <a:close/>
                </a:path>
                <a:path w="30479" h="18415">
                  <a:moveTo>
                    <a:pt x="12420" y="8978"/>
                  </a:moveTo>
                  <a:lnTo>
                    <a:pt x="12230" y="8978"/>
                  </a:lnTo>
                  <a:lnTo>
                    <a:pt x="12293" y="9118"/>
                  </a:lnTo>
                  <a:lnTo>
                    <a:pt x="12204" y="9423"/>
                  </a:lnTo>
                  <a:lnTo>
                    <a:pt x="12230" y="9740"/>
                  </a:lnTo>
                  <a:lnTo>
                    <a:pt x="12026" y="9486"/>
                  </a:lnTo>
                  <a:lnTo>
                    <a:pt x="12204" y="9423"/>
                  </a:lnTo>
                  <a:lnTo>
                    <a:pt x="12153" y="9156"/>
                  </a:lnTo>
                  <a:lnTo>
                    <a:pt x="12090" y="8978"/>
                  </a:lnTo>
                  <a:lnTo>
                    <a:pt x="11887" y="8978"/>
                  </a:lnTo>
                  <a:lnTo>
                    <a:pt x="11836" y="9131"/>
                  </a:lnTo>
                  <a:lnTo>
                    <a:pt x="11861" y="8991"/>
                  </a:lnTo>
                  <a:lnTo>
                    <a:pt x="11785" y="9423"/>
                  </a:lnTo>
                  <a:lnTo>
                    <a:pt x="11811" y="9220"/>
                  </a:lnTo>
                  <a:lnTo>
                    <a:pt x="12039" y="9309"/>
                  </a:lnTo>
                  <a:lnTo>
                    <a:pt x="11899" y="9283"/>
                  </a:lnTo>
                  <a:lnTo>
                    <a:pt x="11899" y="9486"/>
                  </a:lnTo>
                  <a:lnTo>
                    <a:pt x="11963" y="9613"/>
                  </a:lnTo>
                  <a:lnTo>
                    <a:pt x="11963" y="9982"/>
                  </a:lnTo>
                  <a:lnTo>
                    <a:pt x="11899" y="10363"/>
                  </a:lnTo>
                  <a:lnTo>
                    <a:pt x="12001" y="10083"/>
                  </a:lnTo>
                  <a:lnTo>
                    <a:pt x="11950" y="9829"/>
                  </a:lnTo>
                  <a:lnTo>
                    <a:pt x="12090" y="9728"/>
                  </a:lnTo>
                  <a:lnTo>
                    <a:pt x="12065" y="9994"/>
                  </a:lnTo>
                  <a:lnTo>
                    <a:pt x="12382" y="10045"/>
                  </a:lnTo>
                  <a:lnTo>
                    <a:pt x="12293" y="9740"/>
                  </a:lnTo>
                  <a:lnTo>
                    <a:pt x="12420" y="9232"/>
                  </a:lnTo>
                  <a:lnTo>
                    <a:pt x="12420" y="8978"/>
                  </a:lnTo>
                  <a:close/>
                </a:path>
                <a:path w="30479" h="18415">
                  <a:moveTo>
                    <a:pt x="12433" y="15786"/>
                  </a:moveTo>
                  <a:lnTo>
                    <a:pt x="12103" y="15735"/>
                  </a:lnTo>
                  <a:lnTo>
                    <a:pt x="12242" y="15887"/>
                  </a:lnTo>
                  <a:lnTo>
                    <a:pt x="12433" y="15786"/>
                  </a:lnTo>
                  <a:close/>
                </a:path>
                <a:path w="30479" h="18415">
                  <a:moveTo>
                    <a:pt x="12433" y="15011"/>
                  </a:moveTo>
                  <a:lnTo>
                    <a:pt x="12293" y="15113"/>
                  </a:lnTo>
                  <a:lnTo>
                    <a:pt x="12230" y="14935"/>
                  </a:lnTo>
                  <a:lnTo>
                    <a:pt x="12065" y="14795"/>
                  </a:lnTo>
                  <a:lnTo>
                    <a:pt x="11976" y="15113"/>
                  </a:lnTo>
                  <a:lnTo>
                    <a:pt x="12065" y="15303"/>
                  </a:lnTo>
                  <a:lnTo>
                    <a:pt x="12128" y="15151"/>
                  </a:lnTo>
                  <a:lnTo>
                    <a:pt x="12230" y="15328"/>
                  </a:lnTo>
                  <a:lnTo>
                    <a:pt x="12077" y="15443"/>
                  </a:lnTo>
                  <a:lnTo>
                    <a:pt x="12077" y="15684"/>
                  </a:lnTo>
                  <a:lnTo>
                    <a:pt x="12166" y="15468"/>
                  </a:lnTo>
                  <a:lnTo>
                    <a:pt x="12369" y="15595"/>
                  </a:lnTo>
                  <a:lnTo>
                    <a:pt x="12420" y="15417"/>
                  </a:lnTo>
                  <a:lnTo>
                    <a:pt x="12268" y="15316"/>
                  </a:lnTo>
                  <a:lnTo>
                    <a:pt x="12331" y="15189"/>
                  </a:lnTo>
                  <a:lnTo>
                    <a:pt x="12433" y="15011"/>
                  </a:lnTo>
                  <a:close/>
                </a:path>
                <a:path w="30479" h="18415">
                  <a:moveTo>
                    <a:pt x="12509" y="10185"/>
                  </a:moveTo>
                  <a:lnTo>
                    <a:pt x="12331" y="10388"/>
                  </a:lnTo>
                  <a:lnTo>
                    <a:pt x="12509" y="10350"/>
                  </a:lnTo>
                  <a:lnTo>
                    <a:pt x="12509" y="10185"/>
                  </a:lnTo>
                  <a:close/>
                </a:path>
                <a:path w="30479" h="18415">
                  <a:moveTo>
                    <a:pt x="12611" y="16090"/>
                  </a:moveTo>
                  <a:lnTo>
                    <a:pt x="12433" y="15951"/>
                  </a:lnTo>
                  <a:lnTo>
                    <a:pt x="12496" y="16167"/>
                  </a:lnTo>
                  <a:close/>
                </a:path>
                <a:path w="30479" h="18415">
                  <a:moveTo>
                    <a:pt x="12649" y="355"/>
                  </a:moveTo>
                  <a:lnTo>
                    <a:pt x="12598" y="0"/>
                  </a:lnTo>
                  <a:lnTo>
                    <a:pt x="12496" y="190"/>
                  </a:lnTo>
                  <a:lnTo>
                    <a:pt x="12319" y="673"/>
                  </a:lnTo>
                  <a:lnTo>
                    <a:pt x="12547" y="863"/>
                  </a:lnTo>
                  <a:lnTo>
                    <a:pt x="12636" y="698"/>
                  </a:lnTo>
                  <a:lnTo>
                    <a:pt x="12471" y="584"/>
                  </a:lnTo>
                  <a:lnTo>
                    <a:pt x="12649" y="355"/>
                  </a:lnTo>
                  <a:close/>
                </a:path>
                <a:path w="30479" h="18415">
                  <a:moveTo>
                    <a:pt x="12763" y="12966"/>
                  </a:moveTo>
                  <a:lnTo>
                    <a:pt x="12547" y="12763"/>
                  </a:lnTo>
                  <a:lnTo>
                    <a:pt x="12357" y="12801"/>
                  </a:lnTo>
                  <a:lnTo>
                    <a:pt x="12331" y="12928"/>
                  </a:lnTo>
                  <a:lnTo>
                    <a:pt x="12509" y="12928"/>
                  </a:lnTo>
                  <a:lnTo>
                    <a:pt x="12509" y="13157"/>
                  </a:lnTo>
                  <a:lnTo>
                    <a:pt x="12763" y="12966"/>
                  </a:lnTo>
                  <a:close/>
                </a:path>
                <a:path w="30479" h="18415">
                  <a:moveTo>
                    <a:pt x="12903" y="6426"/>
                  </a:moveTo>
                  <a:lnTo>
                    <a:pt x="12788" y="6248"/>
                  </a:lnTo>
                  <a:lnTo>
                    <a:pt x="12763" y="6464"/>
                  </a:lnTo>
                  <a:lnTo>
                    <a:pt x="12903" y="6426"/>
                  </a:lnTo>
                  <a:close/>
                </a:path>
                <a:path w="30479" h="18415">
                  <a:moveTo>
                    <a:pt x="12992" y="76"/>
                  </a:moveTo>
                  <a:lnTo>
                    <a:pt x="12852" y="38"/>
                  </a:lnTo>
                  <a:lnTo>
                    <a:pt x="12827" y="165"/>
                  </a:lnTo>
                  <a:lnTo>
                    <a:pt x="12890" y="355"/>
                  </a:lnTo>
                  <a:lnTo>
                    <a:pt x="12992" y="76"/>
                  </a:lnTo>
                  <a:close/>
                </a:path>
                <a:path w="30479" h="18415">
                  <a:moveTo>
                    <a:pt x="13284" y="12217"/>
                  </a:moveTo>
                  <a:lnTo>
                    <a:pt x="13144" y="12433"/>
                  </a:lnTo>
                  <a:lnTo>
                    <a:pt x="13284" y="12217"/>
                  </a:lnTo>
                  <a:close/>
                </a:path>
                <a:path w="30479" h="18415">
                  <a:moveTo>
                    <a:pt x="13474" y="13233"/>
                  </a:moveTo>
                  <a:lnTo>
                    <a:pt x="13423" y="12979"/>
                  </a:lnTo>
                  <a:lnTo>
                    <a:pt x="13360" y="13233"/>
                  </a:lnTo>
                  <a:close/>
                </a:path>
                <a:path w="30479" h="18415">
                  <a:moveTo>
                    <a:pt x="13500" y="11252"/>
                  </a:moveTo>
                  <a:lnTo>
                    <a:pt x="13474" y="11125"/>
                  </a:lnTo>
                  <a:lnTo>
                    <a:pt x="13258" y="11379"/>
                  </a:lnTo>
                  <a:lnTo>
                    <a:pt x="13373" y="11506"/>
                  </a:lnTo>
                  <a:lnTo>
                    <a:pt x="13500" y="11252"/>
                  </a:lnTo>
                  <a:close/>
                </a:path>
                <a:path w="30479" h="18415">
                  <a:moveTo>
                    <a:pt x="13677" y="12941"/>
                  </a:moveTo>
                  <a:lnTo>
                    <a:pt x="13639" y="12661"/>
                  </a:lnTo>
                  <a:lnTo>
                    <a:pt x="13614" y="12446"/>
                  </a:lnTo>
                  <a:lnTo>
                    <a:pt x="13500" y="12128"/>
                  </a:lnTo>
                  <a:lnTo>
                    <a:pt x="13436" y="12915"/>
                  </a:lnTo>
                  <a:lnTo>
                    <a:pt x="13677" y="12941"/>
                  </a:lnTo>
                  <a:close/>
                </a:path>
                <a:path w="30479" h="18415">
                  <a:moveTo>
                    <a:pt x="13677" y="9753"/>
                  </a:moveTo>
                  <a:lnTo>
                    <a:pt x="13538" y="9563"/>
                  </a:lnTo>
                  <a:lnTo>
                    <a:pt x="13563" y="9753"/>
                  </a:lnTo>
                  <a:close/>
                </a:path>
                <a:path w="30479" h="18415">
                  <a:moveTo>
                    <a:pt x="14097" y="13589"/>
                  </a:moveTo>
                  <a:lnTo>
                    <a:pt x="13944" y="13360"/>
                  </a:lnTo>
                  <a:lnTo>
                    <a:pt x="13906" y="13157"/>
                  </a:lnTo>
                  <a:lnTo>
                    <a:pt x="13804" y="13335"/>
                  </a:lnTo>
                  <a:lnTo>
                    <a:pt x="13728" y="13195"/>
                  </a:lnTo>
                  <a:lnTo>
                    <a:pt x="13754" y="13042"/>
                  </a:lnTo>
                  <a:lnTo>
                    <a:pt x="13576" y="12966"/>
                  </a:lnTo>
                  <a:lnTo>
                    <a:pt x="13716" y="13449"/>
                  </a:lnTo>
                  <a:lnTo>
                    <a:pt x="13931" y="13550"/>
                  </a:lnTo>
                  <a:lnTo>
                    <a:pt x="13970" y="13766"/>
                  </a:lnTo>
                  <a:lnTo>
                    <a:pt x="14097" y="13589"/>
                  </a:lnTo>
                  <a:close/>
                </a:path>
                <a:path w="30479" h="18415">
                  <a:moveTo>
                    <a:pt x="14262" y="14693"/>
                  </a:moveTo>
                  <a:lnTo>
                    <a:pt x="14173" y="14452"/>
                  </a:lnTo>
                  <a:lnTo>
                    <a:pt x="14185" y="14236"/>
                  </a:lnTo>
                  <a:lnTo>
                    <a:pt x="14109" y="14414"/>
                  </a:lnTo>
                  <a:lnTo>
                    <a:pt x="14147" y="14541"/>
                  </a:lnTo>
                  <a:lnTo>
                    <a:pt x="14147" y="14808"/>
                  </a:lnTo>
                  <a:close/>
                </a:path>
                <a:path w="30479" h="18415">
                  <a:moveTo>
                    <a:pt x="16992" y="1828"/>
                  </a:moveTo>
                  <a:lnTo>
                    <a:pt x="16840" y="1714"/>
                  </a:lnTo>
                  <a:lnTo>
                    <a:pt x="16814" y="1866"/>
                  </a:lnTo>
                  <a:lnTo>
                    <a:pt x="16992" y="1828"/>
                  </a:lnTo>
                  <a:close/>
                </a:path>
                <a:path w="30479" h="18415">
                  <a:moveTo>
                    <a:pt x="29578" y="13665"/>
                  </a:moveTo>
                  <a:lnTo>
                    <a:pt x="29514" y="12636"/>
                  </a:lnTo>
                  <a:lnTo>
                    <a:pt x="29540" y="11887"/>
                  </a:lnTo>
                  <a:lnTo>
                    <a:pt x="29451" y="12446"/>
                  </a:lnTo>
                  <a:lnTo>
                    <a:pt x="29527" y="13474"/>
                  </a:lnTo>
                  <a:lnTo>
                    <a:pt x="29502" y="14224"/>
                  </a:lnTo>
                  <a:lnTo>
                    <a:pt x="29578" y="13665"/>
                  </a:lnTo>
                  <a:close/>
                </a:path>
                <a:path w="30479" h="18415">
                  <a:moveTo>
                    <a:pt x="30314" y="18186"/>
                  </a:moveTo>
                  <a:lnTo>
                    <a:pt x="30289" y="18059"/>
                  </a:lnTo>
                  <a:lnTo>
                    <a:pt x="30251" y="17792"/>
                  </a:lnTo>
                  <a:lnTo>
                    <a:pt x="30251" y="181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3987139" y="1217637"/>
              <a:ext cx="30480" cy="18415"/>
            </a:xfrm>
            <a:custGeom>
              <a:avLst/>
              <a:gdLst/>
              <a:ahLst/>
              <a:cxnLst/>
              <a:rect l="l" t="t" r="r" b="b"/>
              <a:pathLst>
                <a:path w="30479" h="18415">
                  <a:moveTo>
                    <a:pt x="8877" y="7023"/>
                  </a:moveTo>
                  <a:lnTo>
                    <a:pt x="8801" y="6832"/>
                  </a:lnTo>
                  <a:lnTo>
                    <a:pt x="8801" y="7099"/>
                  </a:lnTo>
                  <a:close/>
                </a:path>
                <a:path w="30479" h="18415">
                  <a:moveTo>
                    <a:pt x="9347" y="10947"/>
                  </a:moveTo>
                  <a:lnTo>
                    <a:pt x="9309" y="10820"/>
                  </a:lnTo>
                  <a:lnTo>
                    <a:pt x="9347" y="10947"/>
                  </a:lnTo>
                  <a:close/>
                </a:path>
                <a:path w="30479" h="18415">
                  <a:moveTo>
                    <a:pt x="9372" y="11569"/>
                  </a:moveTo>
                  <a:lnTo>
                    <a:pt x="9232" y="11569"/>
                  </a:lnTo>
                  <a:lnTo>
                    <a:pt x="9283" y="11709"/>
                  </a:lnTo>
                  <a:lnTo>
                    <a:pt x="9372" y="11569"/>
                  </a:lnTo>
                  <a:close/>
                </a:path>
                <a:path w="30479" h="18415">
                  <a:moveTo>
                    <a:pt x="9677" y="10820"/>
                  </a:moveTo>
                  <a:lnTo>
                    <a:pt x="9474" y="10452"/>
                  </a:lnTo>
                  <a:lnTo>
                    <a:pt x="9436" y="10668"/>
                  </a:lnTo>
                  <a:lnTo>
                    <a:pt x="9537" y="10883"/>
                  </a:lnTo>
                  <a:lnTo>
                    <a:pt x="9436" y="10744"/>
                  </a:lnTo>
                  <a:lnTo>
                    <a:pt x="9461" y="10960"/>
                  </a:lnTo>
                  <a:lnTo>
                    <a:pt x="9436" y="11112"/>
                  </a:lnTo>
                  <a:lnTo>
                    <a:pt x="9296" y="11176"/>
                  </a:lnTo>
                  <a:lnTo>
                    <a:pt x="9525" y="11176"/>
                  </a:lnTo>
                  <a:lnTo>
                    <a:pt x="9486" y="10883"/>
                  </a:lnTo>
                  <a:lnTo>
                    <a:pt x="9677" y="11239"/>
                  </a:lnTo>
                  <a:lnTo>
                    <a:pt x="9677" y="10820"/>
                  </a:lnTo>
                  <a:close/>
                </a:path>
                <a:path w="30479" h="18415">
                  <a:moveTo>
                    <a:pt x="9842" y="9969"/>
                  </a:moveTo>
                  <a:lnTo>
                    <a:pt x="9779" y="10198"/>
                  </a:lnTo>
                  <a:lnTo>
                    <a:pt x="9842" y="9969"/>
                  </a:lnTo>
                  <a:close/>
                </a:path>
                <a:path w="30479" h="18415">
                  <a:moveTo>
                    <a:pt x="9906" y="10261"/>
                  </a:moveTo>
                  <a:lnTo>
                    <a:pt x="9867" y="10591"/>
                  </a:lnTo>
                  <a:lnTo>
                    <a:pt x="9906" y="10261"/>
                  </a:lnTo>
                  <a:close/>
                </a:path>
                <a:path w="30479" h="18415">
                  <a:moveTo>
                    <a:pt x="9994" y="850"/>
                  </a:moveTo>
                  <a:lnTo>
                    <a:pt x="9779" y="889"/>
                  </a:lnTo>
                  <a:lnTo>
                    <a:pt x="9779" y="1193"/>
                  </a:lnTo>
                  <a:lnTo>
                    <a:pt x="9994" y="1041"/>
                  </a:lnTo>
                  <a:lnTo>
                    <a:pt x="9994" y="850"/>
                  </a:lnTo>
                  <a:close/>
                </a:path>
                <a:path w="30479" h="18415">
                  <a:moveTo>
                    <a:pt x="10007" y="12890"/>
                  </a:moveTo>
                  <a:lnTo>
                    <a:pt x="9144" y="12890"/>
                  </a:lnTo>
                  <a:lnTo>
                    <a:pt x="8915" y="12026"/>
                  </a:lnTo>
                  <a:lnTo>
                    <a:pt x="8940" y="11442"/>
                  </a:lnTo>
                  <a:lnTo>
                    <a:pt x="8839" y="11734"/>
                  </a:lnTo>
                  <a:lnTo>
                    <a:pt x="8750" y="11391"/>
                  </a:lnTo>
                  <a:lnTo>
                    <a:pt x="8382" y="12306"/>
                  </a:lnTo>
                  <a:lnTo>
                    <a:pt x="8013" y="11455"/>
                  </a:lnTo>
                  <a:lnTo>
                    <a:pt x="7962" y="11582"/>
                  </a:lnTo>
                  <a:lnTo>
                    <a:pt x="7962" y="12890"/>
                  </a:lnTo>
                  <a:lnTo>
                    <a:pt x="7937" y="13068"/>
                  </a:lnTo>
                  <a:lnTo>
                    <a:pt x="7759" y="13068"/>
                  </a:lnTo>
                  <a:lnTo>
                    <a:pt x="7759" y="12890"/>
                  </a:lnTo>
                  <a:lnTo>
                    <a:pt x="7962" y="12890"/>
                  </a:lnTo>
                  <a:lnTo>
                    <a:pt x="7962" y="11582"/>
                  </a:lnTo>
                  <a:lnTo>
                    <a:pt x="7645" y="12331"/>
                  </a:lnTo>
                  <a:lnTo>
                    <a:pt x="7645" y="11150"/>
                  </a:lnTo>
                  <a:lnTo>
                    <a:pt x="7835" y="11023"/>
                  </a:lnTo>
                  <a:lnTo>
                    <a:pt x="7797" y="10858"/>
                  </a:lnTo>
                  <a:lnTo>
                    <a:pt x="7772" y="10985"/>
                  </a:lnTo>
                  <a:lnTo>
                    <a:pt x="7645" y="11036"/>
                  </a:lnTo>
                  <a:lnTo>
                    <a:pt x="7645" y="10820"/>
                  </a:lnTo>
                  <a:lnTo>
                    <a:pt x="7594" y="10642"/>
                  </a:lnTo>
                  <a:lnTo>
                    <a:pt x="7734" y="10642"/>
                  </a:lnTo>
                  <a:lnTo>
                    <a:pt x="7734" y="10147"/>
                  </a:lnTo>
                  <a:lnTo>
                    <a:pt x="8064" y="10147"/>
                  </a:lnTo>
                  <a:lnTo>
                    <a:pt x="8115" y="9728"/>
                  </a:lnTo>
                  <a:lnTo>
                    <a:pt x="8089" y="10147"/>
                  </a:lnTo>
                  <a:lnTo>
                    <a:pt x="8255" y="10147"/>
                  </a:lnTo>
                  <a:lnTo>
                    <a:pt x="8801" y="10147"/>
                  </a:lnTo>
                  <a:lnTo>
                    <a:pt x="9080" y="10147"/>
                  </a:lnTo>
                  <a:lnTo>
                    <a:pt x="9220" y="10147"/>
                  </a:lnTo>
                  <a:lnTo>
                    <a:pt x="9245" y="10375"/>
                  </a:lnTo>
                  <a:lnTo>
                    <a:pt x="9093" y="10439"/>
                  </a:lnTo>
                  <a:lnTo>
                    <a:pt x="9359" y="10515"/>
                  </a:lnTo>
                  <a:lnTo>
                    <a:pt x="9385" y="9906"/>
                  </a:lnTo>
                  <a:lnTo>
                    <a:pt x="9423" y="9613"/>
                  </a:lnTo>
                  <a:lnTo>
                    <a:pt x="9385" y="9842"/>
                  </a:lnTo>
                  <a:lnTo>
                    <a:pt x="9194" y="9842"/>
                  </a:lnTo>
                  <a:lnTo>
                    <a:pt x="9194" y="10020"/>
                  </a:lnTo>
                  <a:lnTo>
                    <a:pt x="9194" y="9842"/>
                  </a:lnTo>
                  <a:lnTo>
                    <a:pt x="9055" y="9931"/>
                  </a:lnTo>
                  <a:lnTo>
                    <a:pt x="9321" y="9512"/>
                  </a:lnTo>
                  <a:lnTo>
                    <a:pt x="9169" y="9512"/>
                  </a:lnTo>
                  <a:lnTo>
                    <a:pt x="9220" y="9131"/>
                  </a:lnTo>
                  <a:lnTo>
                    <a:pt x="8775" y="9131"/>
                  </a:lnTo>
                  <a:lnTo>
                    <a:pt x="8775" y="9512"/>
                  </a:lnTo>
                  <a:lnTo>
                    <a:pt x="8623" y="9512"/>
                  </a:lnTo>
                  <a:lnTo>
                    <a:pt x="8775" y="9512"/>
                  </a:lnTo>
                  <a:lnTo>
                    <a:pt x="8775" y="9131"/>
                  </a:lnTo>
                  <a:lnTo>
                    <a:pt x="7162" y="9131"/>
                  </a:lnTo>
                  <a:lnTo>
                    <a:pt x="7162" y="10820"/>
                  </a:lnTo>
                  <a:lnTo>
                    <a:pt x="7010" y="12026"/>
                  </a:lnTo>
                  <a:lnTo>
                    <a:pt x="6921" y="12700"/>
                  </a:lnTo>
                  <a:lnTo>
                    <a:pt x="6908" y="12890"/>
                  </a:lnTo>
                  <a:lnTo>
                    <a:pt x="6654" y="12890"/>
                  </a:lnTo>
                  <a:lnTo>
                    <a:pt x="6807" y="12039"/>
                  </a:lnTo>
                  <a:lnTo>
                    <a:pt x="6921" y="12700"/>
                  </a:lnTo>
                  <a:lnTo>
                    <a:pt x="6921" y="11925"/>
                  </a:lnTo>
                  <a:lnTo>
                    <a:pt x="7023" y="10820"/>
                  </a:lnTo>
                  <a:lnTo>
                    <a:pt x="7162" y="10820"/>
                  </a:lnTo>
                  <a:lnTo>
                    <a:pt x="7162" y="9131"/>
                  </a:lnTo>
                  <a:lnTo>
                    <a:pt x="6743" y="9131"/>
                  </a:lnTo>
                  <a:lnTo>
                    <a:pt x="6743" y="11709"/>
                  </a:lnTo>
                  <a:lnTo>
                    <a:pt x="5994" y="10820"/>
                  </a:lnTo>
                  <a:lnTo>
                    <a:pt x="6578" y="10820"/>
                  </a:lnTo>
                  <a:lnTo>
                    <a:pt x="6705" y="11544"/>
                  </a:lnTo>
                  <a:lnTo>
                    <a:pt x="6743" y="11709"/>
                  </a:lnTo>
                  <a:lnTo>
                    <a:pt x="6743" y="9131"/>
                  </a:lnTo>
                  <a:lnTo>
                    <a:pt x="152" y="9131"/>
                  </a:lnTo>
                  <a:lnTo>
                    <a:pt x="38" y="14109"/>
                  </a:lnTo>
                  <a:lnTo>
                    <a:pt x="9563" y="14109"/>
                  </a:lnTo>
                  <a:lnTo>
                    <a:pt x="9702" y="13919"/>
                  </a:lnTo>
                  <a:lnTo>
                    <a:pt x="9867" y="13919"/>
                  </a:lnTo>
                  <a:lnTo>
                    <a:pt x="9969" y="13068"/>
                  </a:lnTo>
                  <a:lnTo>
                    <a:pt x="10007" y="12890"/>
                  </a:lnTo>
                  <a:close/>
                </a:path>
                <a:path w="30479" h="18415">
                  <a:moveTo>
                    <a:pt x="10033" y="9347"/>
                  </a:moveTo>
                  <a:lnTo>
                    <a:pt x="9994" y="9105"/>
                  </a:lnTo>
                  <a:lnTo>
                    <a:pt x="9956" y="9245"/>
                  </a:lnTo>
                  <a:lnTo>
                    <a:pt x="9893" y="9474"/>
                  </a:lnTo>
                  <a:lnTo>
                    <a:pt x="10033" y="9347"/>
                  </a:lnTo>
                  <a:close/>
                </a:path>
                <a:path w="30479" h="18415">
                  <a:moveTo>
                    <a:pt x="10045" y="10769"/>
                  </a:moveTo>
                  <a:lnTo>
                    <a:pt x="9893" y="10706"/>
                  </a:lnTo>
                  <a:lnTo>
                    <a:pt x="10045" y="10769"/>
                  </a:lnTo>
                  <a:close/>
                </a:path>
                <a:path w="30479" h="18415">
                  <a:moveTo>
                    <a:pt x="10210" y="18084"/>
                  </a:moveTo>
                  <a:lnTo>
                    <a:pt x="10045" y="18084"/>
                  </a:lnTo>
                  <a:lnTo>
                    <a:pt x="9296" y="16916"/>
                  </a:lnTo>
                  <a:lnTo>
                    <a:pt x="9563" y="16916"/>
                  </a:lnTo>
                  <a:lnTo>
                    <a:pt x="9817" y="16916"/>
                  </a:lnTo>
                  <a:lnTo>
                    <a:pt x="9842" y="16662"/>
                  </a:lnTo>
                  <a:lnTo>
                    <a:pt x="9918" y="16078"/>
                  </a:lnTo>
                  <a:lnTo>
                    <a:pt x="9601" y="16078"/>
                  </a:lnTo>
                  <a:lnTo>
                    <a:pt x="9867" y="15811"/>
                  </a:lnTo>
                  <a:lnTo>
                    <a:pt x="9842" y="15163"/>
                  </a:lnTo>
                  <a:lnTo>
                    <a:pt x="9702" y="14986"/>
                  </a:lnTo>
                  <a:lnTo>
                    <a:pt x="9702" y="15811"/>
                  </a:lnTo>
                  <a:lnTo>
                    <a:pt x="9588" y="16040"/>
                  </a:lnTo>
                  <a:lnTo>
                    <a:pt x="9550" y="15811"/>
                  </a:lnTo>
                  <a:lnTo>
                    <a:pt x="9702" y="15811"/>
                  </a:lnTo>
                  <a:lnTo>
                    <a:pt x="9702" y="14986"/>
                  </a:lnTo>
                  <a:lnTo>
                    <a:pt x="9652" y="14732"/>
                  </a:lnTo>
                  <a:lnTo>
                    <a:pt x="9652" y="14579"/>
                  </a:lnTo>
                  <a:lnTo>
                    <a:pt x="8102" y="14579"/>
                  </a:lnTo>
                  <a:lnTo>
                    <a:pt x="8102" y="15811"/>
                  </a:lnTo>
                  <a:lnTo>
                    <a:pt x="7950" y="15557"/>
                  </a:lnTo>
                  <a:lnTo>
                    <a:pt x="8102" y="15811"/>
                  </a:lnTo>
                  <a:lnTo>
                    <a:pt x="8102" y="14579"/>
                  </a:lnTo>
                  <a:lnTo>
                    <a:pt x="8077" y="14732"/>
                  </a:lnTo>
                  <a:lnTo>
                    <a:pt x="8064" y="15163"/>
                  </a:lnTo>
                  <a:lnTo>
                    <a:pt x="7924" y="15163"/>
                  </a:lnTo>
                  <a:lnTo>
                    <a:pt x="8001" y="14909"/>
                  </a:lnTo>
                  <a:lnTo>
                    <a:pt x="8077" y="14732"/>
                  </a:lnTo>
                  <a:lnTo>
                    <a:pt x="8077" y="14579"/>
                  </a:lnTo>
                  <a:lnTo>
                    <a:pt x="7886" y="14579"/>
                  </a:lnTo>
                  <a:lnTo>
                    <a:pt x="7886" y="15811"/>
                  </a:lnTo>
                  <a:lnTo>
                    <a:pt x="7861" y="15519"/>
                  </a:lnTo>
                  <a:lnTo>
                    <a:pt x="7886" y="15811"/>
                  </a:lnTo>
                  <a:lnTo>
                    <a:pt x="7886" y="14579"/>
                  </a:lnTo>
                  <a:lnTo>
                    <a:pt x="38" y="14579"/>
                  </a:lnTo>
                  <a:lnTo>
                    <a:pt x="0" y="18288"/>
                  </a:lnTo>
                  <a:lnTo>
                    <a:pt x="9766" y="18288"/>
                  </a:lnTo>
                  <a:lnTo>
                    <a:pt x="9779" y="18084"/>
                  </a:lnTo>
                  <a:lnTo>
                    <a:pt x="9766" y="18288"/>
                  </a:lnTo>
                  <a:lnTo>
                    <a:pt x="10020" y="18084"/>
                  </a:lnTo>
                  <a:lnTo>
                    <a:pt x="10020" y="18288"/>
                  </a:lnTo>
                  <a:lnTo>
                    <a:pt x="10210" y="18288"/>
                  </a:lnTo>
                  <a:lnTo>
                    <a:pt x="10210" y="18084"/>
                  </a:lnTo>
                  <a:close/>
                </a:path>
                <a:path w="30479" h="18415">
                  <a:moveTo>
                    <a:pt x="10210" y="14224"/>
                  </a:moveTo>
                  <a:lnTo>
                    <a:pt x="10147" y="14046"/>
                  </a:lnTo>
                  <a:lnTo>
                    <a:pt x="10172" y="14287"/>
                  </a:lnTo>
                  <a:close/>
                </a:path>
                <a:path w="30479" h="18415">
                  <a:moveTo>
                    <a:pt x="10261" y="1638"/>
                  </a:moveTo>
                  <a:lnTo>
                    <a:pt x="10198" y="1371"/>
                  </a:lnTo>
                  <a:lnTo>
                    <a:pt x="9982" y="1371"/>
                  </a:lnTo>
                  <a:lnTo>
                    <a:pt x="9842" y="1549"/>
                  </a:lnTo>
                  <a:lnTo>
                    <a:pt x="9931" y="1854"/>
                  </a:lnTo>
                  <a:lnTo>
                    <a:pt x="10045" y="2057"/>
                  </a:lnTo>
                  <a:lnTo>
                    <a:pt x="10236" y="1828"/>
                  </a:lnTo>
                  <a:lnTo>
                    <a:pt x="10083" y="1752"/>
                  </a:lnTo>
                  <a:lnTo>
                    <a:pt x="9982" y="1562"/>
                  </a:lnTo>
                  <a:lnTo>
                    <a:pt x="10198" y="1460"/>
                  </a:lnTo>
                  <a:lnTo>
                    <a:pt x="10261" y="1638"/>
                  </a:lnTo>
                  <a:close/>
                </a:path>
                <a:path w="30479" h="18415">
                  <a:moveTo>
                    <a:pt x="10274" y="4546"/>
                  </a:moveTo>
                  <a:lnTo>
                    <a:pt x="10096" y="4673"/>
                  </a:lnTo>
                  <a:lnTo>
                    <a:pt x="10147" y="4838"/>
                  </a:lnTo>
                  <a:lnTo>
                    <a:pt x="10274" y="4546"/>
                  </a:lnTo>
                  <a:close/>
                </a:path>
                <a:path w="30479" h="18415">
                  <a:moveTo>
                    <a:pt x="10312" y="9105"/>
                  </a:moveTo>
                  <a:lnTo>
                    <a:pt x="10236" y="9296"/>
                  </a:lnTo>
                  <a:lnTo>
                    <a:pt x="10312" y="9105"/>
                  </a:lnTo>
                  <a:close/>
                </a:path>
                <a:path w="30479" h="18415">
                  <a:moveTo>
                    <a:pt x="10350" y="2730"/>
                  </a:moveTo>
                  <a:lnTo>
                    <a:pt x="10312" y="2552"/>
                  </a:lnTo>
                  <a:lnTo>
                    <a:pt x="10248" y="2324"/>
                  </a:lnTo>
                  <a:lnTo>
                    <a:pt x="10033" y="2413"/>
                  </a:lnTo>
                  <a:lnTo>
                    <a:pt x="10033" y="2108"/>
                  </a:lnTo>
                  <a:lnTo>
                    <a:pt x="9944" y="2349"/>
                  </a:lnTo>
                  <a:lnTo>
                    <a:pt x="10007" y="2603"/>
                  </a:lnTo>
                  <a:lnTo>
                    <a:pt x="9918" y="2895"/>
                  </a:lnTo>
                  <a:lnTo>
                    <a:pt x="9956" y="3035"/>
                  </a:lnTo>
                  <a:lnTo>
                    <a:pt x="10058" y="3213"/>
                  </a:lnTo>
                  <a:lnTo>
                    <a:pt x="10134" y="2933"/>
                  </a:lnTo>
                  <a:lnTo>
                    <a:pt x="10236" y="3073"/>
                  </a:lnTo>
                  <a:lnTo>
                    <a:pt x="10312" y="2895"/>
                  </a:lnTo>
                  <a:lnTo>
                    <a:pt x="10350" y="2730"/>
                  </a:lnTo>
                  <a:close/>
                </a:path>
                <a:path w="30479" h="18415">
                  <a:moveTo>
                    <a:pt x="10401" y="9105"/>
                  </a:moveTo>
                  <a:close/>
                </a:path>
                <a:path w="30479" h="18415">
                  <a:moveTo>
                    <a:pt x="10553" y="3695"/>
                  </a:moveTo>
                  <a:lnTo>
                    <a:pt x="10515" y="3479"/>
                  </a:lnTo>
                  <a:lnTo>
                    <a:pt x="10477" y="3670"/>
                  </a:lnTo>
                  <a:close/>
                </a:path>
                <a:path w="30479" h="18415">
                  <a:moveTo>
                    <a:pt x="10655" y="11404"/>
                  </a:moveTo>
                  <a:lnTo>
                    <a:pt x="10591" y="11163"/>
                  </a:lnTo>
                  <a:lnTo>
                    <a:pt x="10515" y="11341"/>
                  </a:lnTo>
                  <a:lnTo>
                    <a:pt x="10655" y="11404"/>
                  </a:lnTo>
                  <a:close/>
                </a:path>
                <a:path w="30479" h="18415">
                  <a:moveTo>
                    <a:pt x="10731" y="10985"/>
                  </a:moveTo>
                  <a:lnTo>
                    <a:pt x="10515" y="10883"/>
                  </a:lnTo>
                  <a:lnTo>
                    <a:pt x="10591" y="11036"/>
                  </a:lnTo>
                  <a:lnTo>
                    <a:pt x="10731" y="10985"/>
                  </a:lnTo>
                  <a:close/>
                </a:path>
                <a:path w="30479" h="18415">
                  <a:moveTo>
                    <a:pt x="10985" y="10858"/>
                  </a:moveTo>
                  <a:lnTo>
                    <a:pt x="10833" y="11036"/>
                  </a:lnTo>
                  <a:lnTo>
                    <a:pt x="10883" y="11315"/>
                  </a:lnTo>
                  <a:lnTo>
                    <a:pt x="10934" y="11099"/>
                  </a:lnTo>
                  <a:lnTo>
                    <a:pt x="10985" y="10858"/>
                  </a:lnTo>
                  <a:close/>
                </a:path>
                <a:path w="30479" h="18415">
                  <a:moveTo>
                    <a:pt x="11188" y="9105"/>
                  </a:moveTo>
                  <a:lnTo>
                    <a:pt x="11163" y="9296"/>
                  </a:lnTo>
                  <a:lnTo>
                    <a:pt x="11188" y="9105"/>
                  </a:lnTo>
                  <a:close/>
                </a:path>
                <a:path w="30479" h="18415">
                  <a:moveTo>
                    <a:pt x="11277" y="12306"/>
                  </a:moveTo>
                  <a:lnTo>
                    <a:pt x="11125" y="12179"/>
                  </a:lnTo>
                  <a:lnTo>
                    <a:pt x="11125" y="12052"/>
                  </a:lnTo>
                  <a:lnTo>
                    <a:pt x="11049" y="12230"/>
                  </a:lnTo>
                  <a:lnTo>
                    <a:pt x="11277" y="12306"/>
                  </a:lnTo>
                  <a:close/>
                </a:path>
                <a:path w="30479" h="18415">
                  <a:moveTo>
                    <a:pt x="11315" y="9105"/>
                  </a:moveTo>
                  <a:close/>
                </a:path>
                <a:path w="30479" h="18415">
                  <a:moveTo>
                    <a:pt x="11404" y="12026"/>
                  </a:moveTo>
                  <a:lnTo>
                    <a:pt x="11163" y="12026"/>
                  </a:lnTo>
                  <a:lnTo>
                    <a:pt x="11277" y="12153"/>
                  </a:lnTo>
                  <a:lnTo>
                    <a:pt x="11404" y="12026"/>
                  </a:lnTo>
                  <a:close/>
                </a:path>
                <a:path w="30479" h="18415">
                  <a:moveTo>
                    <a:pt x="11417" y="15125"/>
                  </a:moveTo>
                  <a:lnTo>
                    <a:pt x="11163" y="14935"/>
                  </a:lnTo>
                  <a:lnTo>
                    <a:pt x="10972" y="14579"/>
                  </a:lnTo>
                  <a:lnTo>
                    <a:pt x="11036" y="15151"/>
                  </a:lnTo>
                  <a:lnTo>
                    <a:pt x="11112" y="14973"/>
                  </a:lnTo>
                  <a:lnTo>
                    <a:pt x="11176" y="15290"/>
                  </a:lnTo>
                  <a:lnTo>
                    <a:pt x="11176" y="15151"/>
                  </a:lnTo>
                  <a:lnTo>
                    <a:pt x="11417" y="15125"/>
                  </a:lnTo>
                  <a:close/>
                </a:path>
                <a:path w="30479" h="18415">
                  <a:moveTo>
                    <a:pt x="11633" y="10909"/>
                  </a:moveTo>
                  <a:lnTo>
                    <a:pt x="11417" y="10909"/>
                  </a:lnTo>
                  <a:lnTo>
                    <a:pt x="11531" y="11061"/>
                  </a:lnTo>
                  <a:lnTo>
                    <a:pt x="11633" y="10909"/>
                  </a:lnTo>
                  <a:close/>
                </a:path>
                <a:path w="30479" h="18415">
                  <a:moveTo>
                    <a:pt x="11823" y="13855"/>
                  </a:moveTo>
                  <a:lnTo>
                    <a:pt x="11798" y="13639"/>
                  </a:lnTo>
                  <a:lnTo>
                    <a:pt x="11696" y="13855"/>
                  </a:lnTo>
                  <a:lnTo>
                    <a:pt x="11823" y="13855"/>
                  </a:lnTo>
                  <a:close/>
                </a:path>
                <a:path w="30479" h="18415">
                  <a:moveTo>
                    <a:pt x="11899" y="17170"/>
                  </a:moveTo>
                  <a:lnTo>
                    <a:pt x="11747" y="17056"/>
                  </a:lnTo>
                  <a:lnTo>
                    <a:pt x="11823" y="17424"/>
                  </a:lnTo>
                  <a:lnTo>
                    <a:pt x="11823" y="17195"/>
                  </a:lnTo>
                  <a:close/>
                </a:path>
                <a:path w="30479" h="18415">
                  <a:moveTo>
                    <a:pt x="12014" y="11785"/>
                  </a:moveTo>
                  <a:lnTo>
                    <a:pt x="11950" y="11493"/>
                  </a:lnTo>
                  <a:lnTo>
                    <a:pt x="11747" y="11861"/>
                  </a:lnTo>
                  <a:lnTo>
                    <a:pt x="11950" y="11785"/>
                  </a:lnTo>
                  <a:close/>
                </a:path>
                <a:path w="30479" h="18415">
                  <a:moveTo>
                    <a:pt x="12255" y="13131"/>
                  </a:moveTo>
                  <a:lnTo>
                    <a:pt x="12115" y="13106"/>
                  </a:lnTo>
                  <a:lnTo>
                    <a:pt x="12230" y="13322"/>
                  </a:lnTo>
                  <a:lnTo>
                    <a:pt x="12255" y="13131"/>
                  </a:lnTo>
                  <a:close/>
                </a:path>
                <a:path w="30479" h="18415">
                  <a:moveTo>
                    <a:pt x="12433" y="18072"/>
                  </a:moveTo>
                  <a:lnTo>
                    <a:pt x="12306" y="17576"/>
                  </a:lnTo>
                  <a:lnTo>
                    <a:pt x="12395" y="17246"/>
                  </a:lnTo>
                  <a:lnTo>
                    <a:pt x="12128" y="17297"/>
                  </a:lnTo>
                  <a:lnTo>
                    <a:pt x="12103" y="17576"/>
                  </a:lnTo>
                  <a:lnTo>
                    <a:pt x="11963" y="17462"/>
                  </a:lnTo>
                  <a:lnTo>
                    <a:pt x="12014" y="17208"/>
                  </a:lnTo>
                  <a:lnTo>
                    <a:pt x="11912" y="16929"/>
                  </a:lnTo>
                  <a:lnTo>
                    <a:pt x="11976" y="17310"/>
                  </a:lnTo>
                  <a:lnTo>
                    <a:pt x="11874" y="17627"/>
                  </a:lnTo>
                  <a:lnTo>
                    <a:pt x="11976" y="17881"/>
                  </a:lnTo>
                  <a:lnTo>
                    <a:pt x="11912" y="18034"/>
                  </a:lnTo>
                  <a:lnTo>
                    <a:pt x="11976" y="17907"/>
                  </a:lnTo>
                  <a:lnTo>
                    <a:pt x="11836" y="18097"/>
                  </a:lnTo>
                  <a:lnTo>
                    <a:pt x="11798" y="17868"/>
                  </a:lnTo>
                  <a:lnTo>
                    <a:pt x="11798" y="18300"/>
                  </a:lnTo>
                  <a:lnTo>
                    <a:pt x="12103" y="18326"/>
                  </a:lnTo>
                  <a:lnTo>
                    <a:pt x="12166" y="18148"/>
                  </a:lnTo>
                  <a:lnTo>
                    <a:pt x="12217" y="17881"/>
                  </a:lnTo>
                  <a:lnTo>
                    <a:pt x="12039" y="17818"/>
                  </a:lnTo>
                  <a:lnTo>
                    <a:pt x="12242" y="17576"/>
                  </a:lnTo>
                  <a:lnTo>
                    <a:pt x="12230" y="17894"/>
                  </a:lnTo>
                  <a:lnTo>
                    <a:pt x="12306" y="18186"/>
                  </a:lnTo>
                  <a:lnTo>
                    <a:pt x="12242" y="18326"/>
                  </a:lnTo>
                  <a:lnTo>
                    <a:pt x="12433" y="18326"/>
                  </a:lnTo>
                  <a:lnTo>
                    <a:pt x="12433" y="18072"/>
                  </a:lnTo>
                  <a:close/>
                </a:path>
                <a:path w="30479" h="18415">
                  <a:moveTo>
                    <a:pt x="12446" y="12268"/>
                  </a:moveTo>
                  <a:lnTo>
                    <a:pt x="12407" y="12090"/>
                  </a:lnTo>
                  <a:lnTo>
                    <a:pt x="12331" y="12230"/>
                  </a:lnTo>
                  <a:lnTo>
                    <a:pt x="12344" y="12103"/>
                  </a:lnTo>
                  <a:lnTo>
                    <a:pt x="12433" y="11887"/>
                  </a:lnTo>
                  <a:lnTo>
                    <a:pt x="12382" y="11709"/>
                  </a:lnTo>
                  <a:lnTo>
                    <a:pt x="12179" y="11836"/>
                  </a:lnTo>
                  <a:lnTo>
                    <a:pt x="12090" y="11645"/>
                  </a:lnTo>
                  <a:lnTo>
                    <a:pt x="12090" y="11836"/>
                  </a:lnTo>
                  <a:lnTo>
                    <a:pt x="12242" y="11988"/>
                  </a:lnTo>
                  <a:lnTo>
                    <a:pt x="12141" y="12153"/>
                  </a:lnTo>
                  <a:lnTo>
                    <a:pt x="12077" y="12001"/>
                  </a:lnTo>
                  <a:lnTo>
                    <a:pt x="11988" y="12179"/>
                  </a:lnTo>
                  <a:lnTo>
                    <a:pt x="12077" y="12496"/>
                  </a:lnTo>
                  <a:lnTo>
                    <a:pt x="12242" y="12357"/>
                  </a:lnTo>
                  <a:lnTo>
                    <a:pt x="12446" y="12268"/>
                  </a:lnTo>
                  <a:close/>
                </a:path>
                <a:path w="30479" h="18415">
                  <a:moveTo>
                    <a:pt x="12446" y="11531"/>
                  </a:moveTo>
                  <a:lnTo>
                    <a:pt x="12255" y="11417"/>
                  </a:lnTo>
                  <a:lnTo>
                    <a:pt x="12115" y="11569"/>
                  </a:lnTo>
                  <a:lnTo>
                    <a:pt x="12446" y="11531"/>
                  </a:lnTo>
                  <a:close/>
                </a:path>
                <a:path w="30479" h="18415">
                  <a:moveTo>
                    <a:pt x="12522" y="16941"/>
                  </a:moveTo>
                  <a:lnTo>
                    <a:pt x="12344" y="16916"/>
                  </a:lnTo>
                  <a:lnTo>
                    <a:pt x="12522" y="17132"/>
                  </a:lnTo>
                  <a:lnTo>
                    <a:pt x="12522" y="16941"/>
                  </a:lnTo>
                  <a:close/>
                </a:path>
                <a:path w="30479" h="18415">
                  <a:moveTo>
                    <a:pt x="12623" y="11201"/>
                  </a:moveTo>
                  <a:lnTo>
                    <a:pt x="12446" y="11341"/>
                  </a:lnTo>
                  <a:lnTo>
                    <a:pt x="12623" y="11201"/>
                  </a:lnTo>
                  <a:close/>
                </a:path>
                <a:path w="30479" h="18415">
                  <a:moveTo>
                    <a:pt x="12661" y="355"/>
                  </a:moveTo>
                  <a:lnTo>
                    <a:pt x="12611" y="0"/>
                  </a:lnTo>
                  <a:lnTo>
                    <a:pt x="12509" y="190"/>
                  </a:lnTo>
                  <a:lnTo>
                    <a:pt x="12331" y="673"/>
                  </a:lnTo>
                  <a:lnTo>
                    <a:pt x="12560" y="863"/>
                  </a:lnTo>
                  <a:lnTo>
                    <a:pt x="12649" y="698"/>
                  </a:lnTo>
                  <a:lnTo>
                    <a:pt x="12484" y="584"/>
                  </a:lnTo>
                  <a:lnTo>
                    <a:pt x="12661" y="355"/>
                  </a:lnTo>
                  <a:close/>
                </a:path>
                <a:path w="30479" h="18415">
                  <a:moveTo>
                    <a:pt x="12776" y="14325"/>
                  </a:moveTo>
                  <a:lnTo>
                    <a:pt x="12522" y="14160"/>
                  </a:lnTo>
                  <a:lnTo>
                    <a:pt x="12560" y="14541"/>
                  </a:lnTo>
                  <a:lnTo>
                    <a:pt x="12776" y="14325"/>
                  </a:lnTo>
                  <a:close/>
                </a:path>
                <a:path w="30479" h="18415">
                  <a:moveTo>
                    <a:pt x="12915" y="6426"/>
                  </a:moveTo>
                  <a:lnTo>
                    <a:pt x="12801" y="6261"/>
                  </a:lnTo>
                  <a:lnTo>
                    <a:pt x="12776" y="6477"/>
                  </a:lnTo>
                  <a:lnTo>
                    <a:pt x="12915" y="6426"/>
                  </a:lnTo>
                  <a:close/>
                </a:path>
                <a:path w="30479" h="18415">
                  <a:moveTo>
                    <a:pt x="13004" y="63"/>
                  </a:moveTo>
                  <a:lnTo>
                    <a:pt x="12865" y="38"/>
                  </a:lnTo>
                  <a:lnTo>
                    <a:pt x="12839" y="228"/>
                  </a:lnTo>
                  <a:lnTo>
                    <a:pt x="12903" y="355"/>
                  </a:lnTo>
                  <a:lnTo>
                    <a:pt x="13004" y="63"/>
                  </a:lnTo>
                  <a:close/>
                </a:path>
                <a:path w="30479" h="18415">
                  <a:moveTo>
                    <a:pt x="13017" y="2971"/>
                  </a:moveTo>
                  <a:lnTo>
                    <a:pt x="13004" y="2717"/>
                  </a:lnTo>
                  <a:lnTo>
                    <a:pt x="13017" y="3124"/>
                  </a:lnTo>
                  <a:lnTo>
                    <a:pt x="13017" y="2971"/>
                  </a:lnTo>
                  <a:close/>
                </a:path>
                <a:path w="30479" h="18415">
                  <a:moveTo>
                    <a:pt x="13296" y="15087"/>
                  </a:moveTo>
                  <a:lnTo>
                    <a:pt x="13271" y="14871"/>
                  </a:lnTo>
                  <a:lnTo>
                    <a:pt x="13296" y="15087"/>
                  </a:lnTo>
                  <a:close/>
                </a:path>
                <a:path w="30479" h="18415">
                  <a:moveTo>
                    <a:pt x="13411" y="3060"/>
                  </a:moveTo>
                  <a:lnTo>
                    <a:pt x="13144" y="2781"/>
                  </a:lnTo>
                  <a:lnTo>
                    <a:pt x="13119" y="2590"/>
                  </a:lnTo>
                  <a:lnTo>
                    <a:pt x="13093" y="2743"/>
                  </a:lnTo>
                  <a:lnTo>
                    <a:pt x="13119" y="3009"/>
                  </a:lnTo>
                  <a:lnTo>
                    <a:pt x="13157" y="3276"/>
                  </a:lnTo>
                  <a:lnTo>
                    <a:pt x="13220" y="2997"/>
                  </a:lnTo>
                  <a:lnTo>
                    <a:pt x="13246" y="3200"/>
                  </a:lnTo>
                  <a:lnTo>
                    <a:pt x="13411" y="3060"/>
                  </a:lnTo>
                  <a:close/>
                </a:path>
                <a:path w="30479" h="18415">
                  <a:moveTo>
                    <a:pt x="13487" y="14071"/>
                  </a:moveTo>
                  <a:lnTo>
                    <a:pt x="13335" y="14249"/>
                  </a:lnTo>
                  <a:lnTo>
                    <a:pt x="13487" y="14071"/>
                  </a:lnTo>
                  <a:close/>
                </a:path>
                <a:path w="30479" h="18415">
                  <a:moveTo>
                    <a:pt x="13512" y="16052"/>
                  </a:moveTo>
                  <a:lnTo>
                    <a:pt x="13385" y="15786"/>
                  </a:lnTo>
                  <a:lnTo>
                    <a:pt x="13271" y="15925"/>
                  </a:lnTo>
                  <a:lnTo>
                    <a:pt x="13487" y="16192"/>
                  </a:lnTo>
                  <a:lnTo>
                    <a:pt x="13512" y="16052"/>
                  </a:lnTo>
                  <a:close/>
                </a:path>
                <a:path w="30479" h="18415">
                  <a:moveTo>
                    <a:pt x="13690" y="17551"/>
                  </a:moveTo>
                  <a:lnTo>
                    <a:pt x="13550" y="17729"/>
                  </a:lnTo>
                  <a:lnTo>
                    <a:pt x="13614" y="17589"/>
                  </a:lnTo>
                  <a:close/>
                </a:path>
                <a:path w="30479" h="18415">
                  <a:moveTo>
                    <a:pt x="13690" y="3949"/>
                  </a:moveTo>
                  <a:lnTo>
                    <a:pt x="13652" y="3670"/>
                  </a:lnTo>
                  <a:lnTo>
                    <a:pt x="13627" y="3454"/>
                  </a:lnTo>
                  <a:lnTo>
                    <a:pt x="13512" y="3136"/>
                  </a:lnTo>
                  <a:lnTo>
                    <a:pt x="13449" y="3924"/>
                  </a:lnTo>
                  <a:lnTo>
                    <a:pt x="13690" y="3949"/>
                  </a:lnTo>
                  <a:close/>
                </a:path>
                <a:path w="30479" h="18415">
                  <a:moveTo>
                    <a:pt x="14109" y="13728"/>
                  </a:moveTo>
                  <a:lnTo>
                    <a:pt x="13982" y="13525"/>
                  </a:lnTo>
                  <a:lnTo>
                    <a:pt x="13982" y="13728"/>
                  </a:lnTo>
                  <a:lnTo>
                    <a:pt x="13728" y="13855"/>
                  </a:lnTo>
                  <a:lnTo>
                    <a:pt x="13589" y="14325"/>
                  </a:lnTo>
                  <a:lnTo>
                    <a:pt x="13766" y="14249"/>
                  </a:lnTo>
                  <a:lnTo>
                    <a:pt x="13741" y="14122"/>
                  </a:lnTo>
                  <a:lnTo>
                    <a:pt x="13817" y="13982"/>
                  </a:lnTo>
                  <a:lnTo>
                    <a:pt x="13919" y="14147"/>
                  </a:lnTo>
                  <a:lnTo>
                    <a:pt x="13957" y="13931"/>
                  </a:lnTo>
                  <a:lnTo>
                    <a:pt x="14109" y="13728"/>
                  </a:lnTo>
                  <a:close/>
                </a:path>
                <a:path w="30479" h="18415">
                  <a:moveTo>
                    <a:pt x="14274" y="12623"/>
                  </a:moveTo>
                  <a:lnTo>
                    <a:pt x="14160" y="12496"/>
                  </a:lnTo>
                  <a:lnTo>
                    <a:pt x="14160" y="12763"/>
                  </a:lnTo>
                  <a:lnTo>
                    <a:pt x="14122" y="12890"/>
                  </a:lnTo>
                  <a:lnTo>
                    <a:pt x="14122" y="13068"/>
                  </a:lnTo>
                  <a:lnTo>
                    <a:pt x="14185" y="12865"/>
                  </a:lnTo>
                  <a:lnTo>
                    <a:pt x="14274" y="12623"/>
                  </a:lnTo>
                  <a:close/>
                </a:path>
                <a:path w="30479" h="18415">
                  <a:moveTo>
                    <a:pt x="17005" y="1828"/>
                  </a:moveTo>
                  <a:lnTo>
                    <a:pt x="16852" y="1714"/>
                  </a:lnTo>
                  <a:lnTo>
                    <a:pt x="16827" y="1866"/>
                  </a:lnTo>
                  <a:lnTo>
                    <a:pt x="17005" y="1828"/>
                  </a:lnTo>
                  <a:close/>
                </a:path>
                <a:path w="30479" h="18415">
                  <a:moveTo>
                    <a:pt x="29591" y="13627"/>
                  </a:moveTo>
                  <a:lnTo>
                    <a:pt x="29514" y="13068"/>
                  </a:lnTo>
                  <a:lnTo>
                    <a:pt x="29540" y="13804"/>
                  </a:lnTo>
                  <a:lnTo>
                    <a:pt x="29476" y="14846"/>
                  </a:lnTo>
                  <a:lnTo>
                    <a:pt x="29552" y="15405"/>
                  </a:lnTo>
                  <a:lnTo>
                    <a:pt x="29527" y="14655"/>
                  </a:lnTo>
                  <a:lnTo>
                    <a:pt x="29591" y="13627"/>
                  </a:lnTo>
                  <a:close/>
                </a:path>
                <a:path w="30479" h="18415">
                  <a:moveTo>
                    <a:pt x="30327" y="9105"/>
                  </a:moveTo>
                  <a:lnTo>
                    <a:pt x="30264" y="9512"/>
                  </a:lnTo>
                  <a:lnTo>
                    <a:pt x="30276" y="9359"/>
                  </a:lnTo>
                  <a:lnTo>
                    <a:pt x="30302" y="92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3987152" y="1228826"/>
              <a:ext cx="30480" cy="16510"/>
            </a:xfrm>
            <a:custGeom>
              <a:avLst/>
              <a:gdLst/>
              <a:ahLst/>
              <a:cxnLst/>
              <a:rect l="l" t="t" r="r" b="b"/>
              <a:pathLst>
                <a:path w="30479" h="16509">
                  <a:moveTo>
                    <a:pt x="8915" y="0"/>
                  </a:moveTo>
                  <a:lnTo>
                    <a:pt x="8788" y="0"/>
                  </a:lnTo>
                  <a:lnTo>
                    <a:pt x="8788" y="304"/>
                  </a:lnTo>
                  <a:lnTo>
                    <a:pt x="8915" y="0"/>
                  </a:lnTo>
                  <a:close/>
                </a:path>
                <a:path w="30479" h="16509">
                  <a:moveTo>
                    <a:pt x="9321" y="14338"/>
                  </a:moveTo>
                  <a:lnTo>
                    <a:pt x="9271" y="14554"/>
                  </a:lnTo>
                  <a:lnTo>
                    <a:pt x="9321" y="14338"/>
                  </a:lnTo>
                  <a:close/>
                </a:path>
                <a:path w="30479" h="16509">
                  <a:moveTo>
                    <a:pt x="9334" y="15595"/>
                  </a:moveTo>
                  <a:lnTo>
                    <a:pt x="8788" y="15595"/>
                  </a:lnTo>
                  <a:lnTo>
                    <a:pt x="8750" y="15748"/>
                  </a:lnTo>
                  <a:lnTo>
                    <a:pt x="8636" y="15595"/>
                  </a:lnTo>
                  <a:lnTo>
                    <a:pt x="63" y="15595"/>
                  </a:lnTo>
                  <a:lnTo>
                    <a:pt x="139" y="16154"/>
                  </a:lnTo>
                  <a:lnTo>
                    <a:pt x="9207" y="16154"/>
                  </a:lnTo>
                  <a:lnTo>
                    <a:pt x="9156" y="15773"/>
                  </a:lnTo>
                  <a:lnTo>
                    <a:pt x="9334" y="15595"/>
                  </a:lnTo>
                  <a:close/>
                </a:path>
                <a:path w="30479" h="16509">
                  <a:moveTo>
                    <a:pt x="9423" y="15290"/>
                  </a:moveTo>
                  <a:lnTo>
                    <a:pt x="9334" y="14770"/>
                  </a:lnTo>
                  <a:lnTo>
                    <a:pt x="9182" y="14770"/>
                  </a:lnTo>
                  <a:lnTo>
                    <a:pt x="9232" y="14935"/>
                  </a:lnTo>
                  <a:lnTo>
                    <a:pt x="9232" y="15087"/>
                  </a:lnTo>
                  <a:lnTo>
                    <a:pt x="9182" y="15265"/>
                  </a:lnTo>
                  <a:lnTo>
                    <a:pt x="9080" y="15125"/>
                  </a:lnTo>
                  <a:lnTo>
                    <a:pt x="8991" y="15316"/>
                  </a:lnTo>
                  <a:lnTo>
                    <a:pt x="9156" y="15455"/>
                  </a:lnTo>
                  <a:lnTo>
                    <a:pt x="9372" y="15455"/>
                  </a:lnTo>
                  <a:lnTo>
                    <a:pt x="9410" y="15671"/>
                  </a:lnTo>
                  <a:lnTo>
                    <a:pt x="9423" y="15290"/>
                  </a:lnTo>
                  <a:close/>
                </a:path>
                <a:path w="30479" h="16509">
                  <a:moveTo>
                    <a:pt x="9779" y="9969"/>
                  </a:moveTo>
                  <a:lnTo>
                    <a:pt x="9652" y="10248"/>
                  </a:lnTo>
                  <a:lnTo>
                    <a:pt x="8039" y="10248"/>
                  </a:lnTo>
                  <a:lnTo>
                    <a:pt x="8026" y="10388"/>
                  </a:lnTo>
                  <a:lnTo>
                    <a:pt x="9613" y="10388"/>
                  </a:lnTo>
                  <a:lnTo>
                    <a:pt x="9715" y="10248"/>
                  </a:lnTo>
                  <a:lnTo>
                    <a:pt x="9779" y="9969"/>
                  </a:lnTo>
                  <a:close/>
                </a:path>
                <a:path w="30479" h="16509">
                  <a:moveTo>
                    <a:pt x="9829" y="15303"/>
                  </a:moveTo>
                  <a:lnTo>
                    <a:pt x="9766" y="15087"/>
                  </a:lnTo>
                  <a:lnTo>
                    <a:pt x="9766" y="15278"/>
                  </a:lnTo>
                  <a:close/>
                </a:path>
                <a:path w="30479" h="16509">
                  <a:moveTo>
                    <a:pt x="9867" y="14160"/>
                  </a:moveTo>
                  <a:lnTo>
                    <a:pt x="9613" y="13779"/>
                  </a:lnTo>
                  <a:lnTo>
                    <a:pt x="9613" y="14160"/>
                  </a:lnTo>
                  <a:lnTo>
                    <a:pt x="9575" y="14325"/>
                  </a:lnTo>
                  <a:lnTo>
                    <a:pt x="9499" y="14160"/>
                  </a:lnTo>
                  <a:lnTo>
                    <a:pt x="9613" y="13779"/>
                  </a:lnTo>
                  <a:lnTo>
                    <a:pt x="8864" y="12636"/>
                  </a:lnTo>
                  <a:lnTo>
                    <a:pt x="9182" y="14160"/>
                  </a:lnTo>
                  <a:lnTo>
                    <a:pt x="9372" y="14160"/>
                  </a:lnTo>
                  <a:lnTo>
                    <a:pt x="9448" y="14338"/>
                  </a:lnTo>
                  <a:lnTo>
                    <a:pt x="9423" y="14554"/>
                  </a:lnTo>
                  <a:lnTo>
                    <a:pt x="9525" y="14401"/>
                  </a:lnTo>
                  <a:lnTo>
                    <a:pt x="9423" y="14617"/>
                  </a:lnTo>
                  <a:lnTo>
                    <a:pt x="9461" y="14820"/>
                  </a:lnTo>
                  <a:lnTo>
                    <a:pt x="9626" y="14503"/>
                  </a:lnTo>
                  <a:lnTo>
                    <a:pt x="9664" y="14160"/>
                  </a:lnTo>
                  <a:lnTo>
                    <a:pt x="9867" y="14160"/>
                  </a:lnTo>
                  <a:close/>
                </a:path>
                <a:path w="30479" h="16509">
                  <a:moveTo>
                    <a:pt x="9893" y="15024"/>
                  </a:moveTo>
                  <a:lnTo>
                    <a:pt x="9855" y="14706"/>
                  </a:lnTo>
                  <a:lnTo>
                    <a:pt x="9791" y="15062"/>
                  </a:lnTo>
                  <a:close/>
                </a:path>
                <a:path w="30479" h="16509">
                  <a:moveTo>
                    <a:pt x="9906" y="9283"/>
                  </a:moveTo>
                  <a:lnTo>
                    <a:pt x="9855" y="8864"/>
                  </a:lnTo>
                  <a:lnTo>
                    <a:pt x="9613" y="8686"/>
                  </a:lnTo>
                  <a:lnTo>
                    <a:pt x="9715" y="7874"/>
                  </a:lnTo>
                  <a:lnTo>
                    <a:pt x="0" y="7874"/>
                  </a:lnTo>
                  <a:lnTo>
                    <a:pt x="25" y="10388"/>
                  </a:lnTo>
                  <a:lnTo>
                    <a:pt x="7962" y="10388"/>
                  </a:lnTo>
                  <a:lnTo>
                    <a:pt x="7912" y="10248"/>
                  </a:lnTo>
                  <a:lnTo>
                    <a:pt x="7823" y="9969"/>
                  </a:lnTo>
                  <a:lnTo>
                    <a:pt x="9474" y="9969"/>
                  </a:lnTo>
                  <a:lnTo>
                    <a:pt x="9575" y="9283"/>
                  </a:lnTo>
                  <a:lnTo>
                    <a:pt x="9906" y="9283"/>
                  </a:lnTo>
                  <a:close/>
                </a:path>
                <a:path w="30479" h="16509">
                  <a:moveTo>
                    <a:pt x="9982" y="6070"/>
                  </a:moveTo>
                  <a:lnTo>
                    <a:pt x="9766" y="5943"/>
                  </a:lnTo>
                  <a:lnTo>
                    <a:pt x="9766" y="6235"/>
                  </a:lnTo>
                  <a:lnTo>
                    <a:pt x="9982" y="6261"/>
                  </a:lnTo>
                  <a:lnTo>
                    <a:pt x="9982" y="6070"/>
                  </a:lnTo>
                  <a:close/>
                </a:path>
                <a:path w="30479" h="16509">
                  <a:moveTo>
                    <a:pt x="10020" y="15925"/>
                  </a:moveTo>
                  <a:lnTo>
                    <a:pt x="9880" y="15811"/>
                  </a:lnTo>
                  <a:lnTo>
                    <a:pt x="9944" y="16027"/>
                  </a:lnTo>
                  <a:lnTo>
                    <a:pt x="9918" y="16167"/>
                  </a:lnTo>
                  <a:lnTo>
                    <a:pt x="10007" y="16040"/>
                  </a:lnTo>
                  <a:close/>
                </a:path>
                <a:path w="30479" h="16509">
                  <a:moveTo>
                    <a:pt x="10033" y="14528"/>
                  </a:moveTo>
                  <a:lnTo>
                    <a:pt x="9880" y="14592"/>
                  </a:lnTo>
                  <a:lnTo>
                    <a:pt x="10033" y="14528"/>
                  </a:lnTo>
                  <a:close/>
                </a:path>
                <a:path w="30479" h="16509">
                  <a:moveTo>
                    <a:pt x="10058" y="13792"/>
                  </a:moveTo>
                  <a:lnTo>
                    <a:pt x="9690" y="12255"/>
                  </a:lnTo>
                  <a:lnTo>
                    <a:pt x="9944" y="12255"/>
                  </a:lnTo>
                  <a:lnTo>
                    <a:pt x="9855" y="11353"/>
                  </a:lnTo>
                  <a:lnTo>
                    <a:pt x="9702" y="11353"/>
                  </a:lnTo>
                  <a:lnTo>
                    <a:pt x="9613" y="10998"/>
                  </a:lnTo>
                  <a:lnTo>
                    <a:pt x="9410" y="10998"/>
                  </a:lnTo>
                  <a:lnTo>
                    <a:pt x="9563" y="10515"/>
                  </a:lnTo>
                  <a:lnTo>
                    <a:pt x="25" y="10515"/>
                  </a:lnTo>
                  <a:lnTo>
                    <a:pt x="63" y="14935"/>
                  </a:lnTo>
                  <a:lnTo>
                    <a:pt x="7645" y="14935"/>
                  </a:lnTo>
                  <a:lnTo>
                    <a:pt x="7505" y="14478"/>
                  </a:lnTo>
                  <a:lnTo>
                    <a:pt x="7429" y="14160"/>
                  </a:lnTo>
                  <a:lnTo>
                    <a:pt x="7620" y="14160"/>
                  </a:lnTo>
                  <a:lnTo>
                    <a:pt x="7759" y="14300"/>
                  </a:lnTo>
                  <a:lnTo>
                    <a:pt x="7785" y="14427"/>
                  </a:lnTo>
                  <a:lnTo>
                    <a:pt x="7861" y="14300"/>
                  </a:lnTo>
                  <a:lnTo>
                    <a:pt x="7696" y="14160"/>
                  </a:lnTo>
                  <a:lnTo>
                    <a:pt x="7899" y="14160"/>
                  </a:lnTo>
                  <a:lnTo>
                    <a:pt x="8128" y="14160"/>
                  </a:lnTo>
                  <a:lnTo>
                    <a:pt x="8763" y="14160"/>
                  </a:lnTo>
                  <a:lnTo>
                    <a:pt x="9017" y="14160"/>
                  </a:lnTo>
                  <a:lnTo>
                    <a:pt x="8445" y="12560"/>
                  </a:lnTo>
                  <a:lnTo>
                    <a:pt x="8305" y="13258"/>
                  </a:lnTo>
                  <a:lnTo>
                    <a:pt x="7937" y="12534"/>
                  </a:lnTo>
                  <a:lnTo>
                    <a:pt x="7645" y="13157"/>
                  </a:lnTo>
                  <a:lnTo>
                    <a:pt x="7429" y="12255"/>
                  </a:lnTo>
                  <a:lnTo>
                    <a:pt x="7810" y="12255"/>
                  </a:lnTo>
                  <a:lnTo>
                    <a:pt x="8077" y="12255"/>
                  </a:lnTo>
                  <a:lnTo>
                    <a:pt x="9055" y="12255"/>
                  </a:lnTo>
                  <a:lnTo>
                    <a:pt x="10058" y="13792"/>
                  </a:lnTo>
                  <a:close/>
                </a:path>
                <a:path w="30479" h="16509">
                  <a:moveTo>
                    <a:pt x="10071" y="3441"/>
                  </a:moveTo>
                  <a:lnTo>
                    <a:pt x="10045" y="3175"/>
                  </a:lnTo>
                  <a:lnTo>
                    <a:pt x="9867" y="3098"/>
                  </a:lnTo>
                  <a:lnTo>
                    <a:pt x="9829" y="3238"/>
                  </a:lnTo>
                  <a:lnTo>
                    <a:pt x="9969" y="3314"/>
                  </a:lnTo>
                  <a:lnTo>
                    <a:pt x="9893" y="3441"/>
                  </a:lnTo>
                  <a:lnTo>
                    <a:pt x="10071" y="3441"/>
                  </a:lnTo>
                  <a:close/>
                </a:path>
                <a:path w="30479" h="16509">
                  <a:moveTo>
                    <a:pt x="10198" y="3035"/>
                  </a:moveTo>
                  <a:lnTo>
                    <a:pt x="10134" y="2857"/>
                  </a:lnTo>
                  <a:lnTo>
                    <a:pt x="10160" y="3098"/>
                  </a:lnTo>
                  <a:close/>
                </a:path>
                <a:path w="30479" h="16509">
                  <a:moveTo>
                    <a:pt x="10248" y="5473"/>
                  </a:moveTo>
                  <a:lnTo>
                    <a:pt x="10185" y="5651"/>
                  </a:lnTo>
                  <a:lnTo>
                    <a:pt x="9994" y="5651"/>
                  </a:lnTo>
                  <a:lnTo>
                    <a:pt x="9994" y="5397"/>
                  </a:lnTo>
                  <a:lnTo>
                    <a:pt x="10185" y="5397"/>
                  </a:lnTo>
                  <a:lnTo>
                    <a:pt x="10045" y="5041"/>
                  </a:lnTo>
                  <a:lnTo>
                    <a:pt x="9918" y="5245"/>
                  </a:lnTo>
                  <a:lnTo>
                    <a:pt x="9829" y="5562"/>
                  </a:lnTo>
                  <a:lnTo>
                    <a:pt x="9969" y="5715"/>
                  </a:lnTo>
                  <a:lnTo>
                    <a:pt x="10185" y="5715"/>
                  </a:lnTo>
                  <a:lnTo>
                    <a:pt x="10248" y="5473"/>
                  </a:lnTo>
                  <a:close/>
                </a:path>
                <a:path w="30479" h="16509">
                  <a:moveTo>
                    <a:pt x="10261" y="2565"/>
                  </a:moveTo>
                  <a:lnTo>
                    <a:pt x="10134" y="2273"/>
                  </a:lnTo>
                  <a:lnTo>
                    <a:pt x="10083" y="2451"/>
                  </a:lnTo>
                  <a:lnTo>
                    <a:pt x="10261" y="2565"/>
                  </a:lnTo>
                  <a:close/>
                </a:path>
                <a:path w="30479" h="16509">
                  <a:moveTo>
                    <a:pt x="10299" y="16167"/>
                  </a:moveTo>
                  <a:lnTo>
                    <a:pt x="10223" y="16002"/>
                  </a:lnTo>
                  <a:lnTo>
                    <a:pt x="10185" y="16167"/>
                  </a:lnTo>
                  <a:close/>
                </a:path>
                <a:path w="30479" h="16509">
                  <a:moveTo>
                    <a:pt x="10337" y="4368"/>
                  </a:moveTo>
                  <a:lnTo>
                    <a:pt x="10198" y="4216"/>
                  </a:lnTo>
                  <a:lnTo>
                    <a:pt x="10223" y="4038"/>
                  </a:lnTo>
                  <a:lnTo>
                    <a:pt x="10121" y="4191"/>
                  </a:lnTo>
                  <a:lnTo>
                    <a:pt x="10045" y="3924"/>
                  </a:lnTo>
                  <a:lnTo>
                    <a:pt x="9944" y="4064"/>
                  </a:lnTo>
                  <a:lnTo>
                    <a:pt x="10020" y="4254"/>
                  </a:lnTo>
                  <a:lnTo>
                    <a:pt x="9906" y="4610"/>
                  </a:lnTo>
                  <a:lnTo>
                    <a:pt x="9994" y="4483"/>
                  </a:lnTo>
                  <a:lnTo>
                    <a:pt x="9931" y="4737"/>
                  </a:lnTo>
                  <a:lnTo>
                    <a:pt x="9906" y="5003"/>
                  </a:lnTo>
                  <a:lnTo>
                    <a:pt x="10020" y="4699"/>
                  </a:lnTo>
                  <a:lnTo>
                    <a:pt x="10236" y="4787"/>
                  </a:lnTo>
                  <a:lnTo>
                    <a:pt x="10299" y="4546"/>
                  </a:lnTo>
                  <a:lnTo>
                    <a:pt x="10337" y="4368"/>
                  </a:lnTo>
                  <a:close/>
                </a:path>
                <a:path w="30479" h="16509">
                  <a:moveTo>
                    <a:pt x="10388" y="16167"/>
                  </a:moveTo>
                  <a:close/>
                </a:path>
                <a:path w="30479" h="16509">
                  <a:moveTo>
                    <a:pt x="10541" y="3416"/>
                  </a:moveTo>
                  <a:lnTo>
                    <a:pt x="10502" y="3644"/>
                  </a:lnTo>
                  <a:lnTo>
                    <a:pt x="10541" y="3416"/>
                  </a:lnTo>
                  <a:close/>
                </a:path>
                <a:path w="30479" h="16509">
                  <a:moveTo>
                    <a:pt x="10617" y="3111"/>
                  </a:moveTo>
                  <a:lnTo>
                    <a:pt x="10591" y="2882"/>
                  </a:lnTo>
                  <a:lnTo>
                    <a:pt x="10452" y="2997"/>
                  </a:lnTo>
                  <a:lnTo>
                    <a:pt x="10617" y="3111"/>
                  </a:lnTo>
                  <a:close/>
                </a:path>
                <a:path w="30479" h="16509">
                  <a:moveTo>
                    <a:pt x="10642" y="13881"/>
                  </a:moveTo>
                  <a:lnTo>
                    <a:pt x="10502" y="13957"/>
                  </a:lnTo>
                  <a:lnTo>
                    <a:pt x="10579" y="14135"/>
                  </a:lnTo>
                  <a:lnTo>
                    <a:pt x="10642" y="13881"/>
                  </a:lnTo>
                  <a:close/>
                </a:path>
                <a:path w="30479" h="16509">
                  <a:moveTo>
                    <a:pt x="10718" y="14300"/>
                  </a:moveTo>
                  <a:lnTo>
                    <a:pt x="10541" y="14173"/>
                  </a:lnTo>
                  <a:lnTo>
                    <a:pt x="10502" y="14401"/>
                  </a:lnTo>
                  <a:lnTo>
                    <a:pt x="10693" y="14401"/>
                  </a:lnTo>
                  <a:close/>
                </a:path>
                <a:path w="30479" h="16509">
                  <a:moveTo>
                    <a:pt x="10972" y="14262"/>
                  </a:moveTo>
                  <a:lnTo>
                    <a:pt x="10820" y="14236"/>
                  </a:lnTo>
                  <a:lnTo>
                    <a:pt x="10871" y="13982"/>
                  </a:lnTo>
                  <a:lnTo>
                    <a:pt x="10744" y="14236"/>
                  </a:lnTo>
                  <a:lnTo>
                    <a:pt x="10972" y="14439"/>
                  </a:lnTo>
                  <a:lnTo>
                    <a:pt x="10972" y="14262"/>
                  </a:lnTo>
                  <a:close/>
                </a:path>
                <a:path w="30479" h="16509">
                  <a:moveTo>
                    <a:pt x="11176" y="16167"/>
                  </a:moveTo>
                  <a:lnTo>
                    <a:pt x="11150" y="16002"/>
                  </a:lnTo>
                  <a:lnTo>
                    <a:pt x="11112" y="16167"/>
                  </a:lnTo>
                  <a:close/>
                </a:path>
                <a:path w="30479" h="16509">
                  <a:moveTo>
                    <a:pt x="11303" y="16167"/>
                  </a:moveTo>
                  <a:close/>
                </a:path>
                <a:path w="30479" h="16509">
                  <a:moveTo>
                    <a:pt x="11391" y="13258"/>
                  </a:moveTo>
                  <a:lnTo>
                    <a:pt x="11264" y="13144"/>
                  </a:lnTo>
                  <a:lnTo>
                    <a:pt x="11290" y="13284"/>
                  </a:lnTo>
                  <a:close/>
                </a:path>
                <a:path w="30479" h="16509">
                  <a:moveTo>
                    <a:pt x="11404" y="10147"/>
                  </a:moveTo>
                  <a:lnTo>
                    <a:pt x="11163" y="10134"/>
                  </a:lnTo>
                  <a:lnTo>
                    <a:pt x="11163" y="9994"/>
                  </a:lnTo>
                  <a:lnTo>
                    <a:pt x="11099" y="10337"/>
                  </a:lnTo>
                  <a:lnTo>
                    <a:pt x="11023" y="10147"/>
                  </a:lnTo>
                  <a:lnTo>
                    <a:pt x="10960" y="10718"/>
                  </a:lnTo>
                  <a:lnTo>
                    <a:pt x="11150" y="10426"/>
                  </a:lnTo>
                  <a:lnTo>
                    <a:pt x="11404" y="10147"/>
                  </a:lnTo>
                  <a:close/>
                </a:path>
                <a:path w="30479" h="16509">
                  <a:moveTo>
                    <a:pt x="11620" y="14376"/>
                  </a:moveTo>
                  <a:lnTo>
                    <a:pt x="11518" y="14236"/>
                  </a:lnTo>
                  <a:lnTo>
                    <a:pt x="11404" y="14376"/>
                  </a:lnTo>
                  <a:lnTo>
                    <a:pt x="11620" y="14376"/>
                  </a:lnTo>
                  <a:close/>
                </a:path>
                <a:path w="30479" h="16509">
                  <a:moveTo>
                    <a:pt x="11811" y="11430"/>
                  </a:moveTo>
                  <a:lnTo>
                    <a:pt x="11684" y="11430"/>
                  </a:lnTo>
                  <a:lnTo>
                    <a:pt x="11684" y="11645"/>
                  </a:lnTo>
                  <a:lnTo>
                    <a:pt x="11811" y="11430"/>
                  </a:lnTo>
                  <a:close/>
                </a:path>
                <a:path w="30479" h="16509">
                  <a:moveTo>
                    <a:pt x="11887" y="8128"/>
                  </a:moveTo>
                  <a:lnTo>
                    <a:pt x="11811" y="7861"/>
                  </a:lnTo>
                  <a:lnTo>
                    <a:pt x="11734" y="8229"/>
                  </a:lnTo>
                  <a:lnTo>
                    <a:pt x="11887" y="8128"/>
                  </a:lnTo>
                  <a:close/>
                </a:path>
                <a:path w="30479" h="16509">
                  <a:moveTo>
                    <a:pt x="12001" y="13512"/>
                  </a:moveTo>
                  <a:lnTo>
                    <a:pt x="11734" y="13436"/>
                  </a:lnTo>
                  <a:lnTo>
                    <a:pt x="11912" y="13754"/>
                  </a:lnTo>
                  <a:lnTo>
                    <a:pt x="12001" y="13512"/>
                  </a:lnTo>
                  <a:close/>
                </a:path>
                <a:path w="30479" h="16509">
                  <a:moveTo>
                    <a:pt x="12217" y="7416"/>
                  </a:moveTo>
                  <a:close/>
                </a:path>
                <a:path w="30479" h="16509">
                  <a:moveTo>
                    <a:pt x="12242" y="12153"/>
                  </a:moveTo>
                  <a:lnTo>
                    <a:pt x="12217" y="11976"/>
                  </a:lnTo>
                  <a:lnTo>
                    <a:pt x="12077" y="12179"/>
                  </a:lnTo>
                  <a:lnTo>
                    <a:pt x="12242" y="12153"/>
                  </a:lnTo>
                  <a:close/>
                </a:path>
                <a:path w="30479" h="16509">
                  <a:moveTo>
                    <a:pt x="12420" y="6985"/>
                  </a:moveTo>
                  <a:lnTo>
                    <a:pt x="12230" y="6985"/>
                  </a:lnTo>
                  <a:lnTo>
                    <a:pt x="12293" y="7124"/>
                  </a:lnTo>
                  <a:lnTo>
                    <a:pt x="12217" y="7416"/>
                  </a:lnTo>
                  <a:lnTo>
                    <a:pt x="12230" y="7734"/>
                  </a:lnTo>
                  <a:lnTo>
                    <a:pt x="12026" y="7493"/>
                  </a:lnTo>
                  <a:lnTo>
                    <a:pt x="12204" y="7416"/>
                  </a:lnTo>
                  <a:lnTo>
                    <a:pt x="12153" y="7162"/>
                  </a:lnTo>
                  <a:lnTo>
                    <a:pt x="12090" y="6985"/>
                  </a:lnTo>
                  <a:lnTo>
                    <a:pt x="11899" y="6985"/>
                  </a:lnTo>
                  <a:lnTo>
                    <a:pt x="11836" y="7124"/>
                  </a:lnTo>
                  <a:lnTo>
                    <a:pt x="11861" y="6985"/>
                  </a:lnTo>
                  <a:lnTo>
                    <a:pt x="11785" y="7416"/>
                  </a:lnTo>
                  <a:lnTo>
                    <a:pt x="11811" y="7213"/>
                  </a:lnTo>
                  <a:lnTo>
                    <a:pt x="12039" y="7302"/>
                  </a:lnTo>
                  <a:lnTo>
                    <a:pt x="11899" y="7277"/>
                  </a:lnTo>
                  <a:lnTo>
                    <a:pt x="11899" y="7493"/>
                  </a:lnTo>
                  <a:lnTo>
                    <a:pt x="11963" y="7632"/>
                  </a:lnTo>
                  <a:lnTo>
                    <a:pt x="11963" y="7988"/>
                  </a:lnTo>
                  <a:lnTo>
                    <a:pt x="11899" y="8394"/>
                  </a:lnTo>
                  <a:lnTo>
                    <a:pt x="12001" y="8102"/>
                  </a:lnTo>
                  <a:lnTo>
                    <a:pt x="11950" y="7848"/>
                  </a:lnTo>
                  <a:lnTo>
                    <a:pt x="12090" y="7734"/>
                  </a:lnTo>
                  <a:lnTo>
                    <a:pt x="12065" y="7988"/>
                  </a:lnTo>
                  <a:lnTo>
                    <a:pt x="12382" y="8064"/>
                  </a:lnTo>
                  <a:lnTo>
                    <a:pt x="12293" y="7734"/>
                  </a:lnTo>
                  <a:lnTo>
                    <a:pt x="12420" y="7226"/>
                  </a:lnTo>
                  <a:lnTo>
                    <a:pt x="12420" y="6985"/>
                  </a:lnTo>
                  <a:close/>
                </a:path>
                <a:path w="30479" h="16509">
                  <a:moveTo>
                    <a:pt x="12433" y="13766"/>
                  </a:moveTo>
                  <a:lnTo>
                    <a:pt x="12103" y="13728"/>
                  </a:lnTo>
                  <a:lnTo>
                    <a:pt x="12242" y="13868"/>
                  </a:lnTo>
                  <a:lnTo>
                    <a:pt x="12433" y="13766"/>
                  </a:lnTo>
                  <a:close/>
                </a:path>
                <a:path w="30479" h="16509">
                  <a:moveTo>
                    <a:pt x="12433" y="13004"/>
                  </a:moveTo>
                  <a:lnTo>
                    <a:pt x="12293" y="13106"/>
                  </a:lnTo>
                  <a:lnTo>
                    <a:pt x="12230" y="12941"/>
                  </a:lnTo>
                  <a:lnTo>
                    <a:pt x="12065" y="12788"/>
                  </a:lnTo>
                  <a:lnTo>
                    <a:pt x="11976" y="13106"/>
                  </a:lnTo>
                  <a:lnTo>
                    <a:pt x="12065" y="13284"/>
                  </a:lnTo>
                  <a:lnTo>
                    <a:pt x="12128" y="13144"/>
                  </a:lnTo>
                  <a:lnTo>
                    <a:pt x="12230" y="13309"/>
                  </a:lnTo>
                  <a:lnTo>
                    <a:pt x="12077" y="13462"/>
                  </a:lnTo>
                  <a:lnTo>
                    <a:pt x="12077" y="13677"/>
                  </a:lnTo>
                  <a:lnTo>
                    <a:pt x="12166" y="13462"/>
                  </a:lnTo>
                  <a:lnTo>
                    <a:pt x="12369" y="13576"/>
                  </a:lnTo>
                  <a:lnTo>
                    <a:pt x="12420" y="13411"/>
                  </a:lnTo>
                  <a:lnTo>
                    <a:pt x="12268" y="13296"/>
                  </a:lnTo>
                  <a:lnTo>
                    <a:pt x="12395" y="13182"/>
                  </a:lnTo>
                  <a:lnTo>
                    <a:pt x="12433" y="13004"/>
                  </a:lnTo>
                  <a:close/>
                </a:path>
                <a:path w="30479" h="16509">
                  <a:moveTo>
                    <a:pt x="12509" y="8166"/>
                  </a:moveTo>
                  <a:lnTo>
                    <a:pt x="12331" y="8382"/>
                  </a:lnTo>
                  <a:lnTo>
                    <a:pt x="12509" y="8343"/>
                  </a:lnTo>
                  <a:lnTo>
                    <a:pt x="12509" y="8166"/>
                  </a:lnTo>
                  <a:close/>
                </a:path>
                <a:path w="30479" h="16509">
                  <a:moveTo>
                    <a:pt x="12547" y="3175"/>
                  </a:moveTo>
                  <a:lnTo>
                    <a:pt x="12331" y="3175"/>
                  </a:lnTo>
                  <a:lnTo>
                    <a:pt x="12357" y="3327"/>
                  </a:lnTo>
                  <a:lnTo>
                    <a:pt x="12547" y="3175"/>
                  </a:lnTo>
                  <a:close/>
                </a:path>
                <a:path w="30479" h="16509">
                  <a:moveTo>
                    <a:pt x="12611" y="14084"/>
                  </a:moveTo>
                  <a:lnTo>
                    <a:pt x="12433" y="13944"/>
                  </a:lnTo>
                  <a:lnTo>
                    <a:pt x="12496" y="14147"/>
                  </a:lnTo>
                  <a:close/>
                </a:path>
                <a:path w="30479" h="16509">
                  <a:moveTo>
                    <a:pt x="12649" y="6756"/>
                  </a:moveTo>
                  <a:lnTo>
                    <a:pt x="12471" y="6540"/>
                  </a:lnTo>
                  <a:lnTo>
                    <a:pt x="12636" y="6413"/>
                  </a:lnTo>
                  <a:lnTo>
                    <a:pt x="12547" y="6248"/>
                  </a:lnTo>
                  <a:lnTo>
                    <a:pt x="12319" y="6438"/>
                  </a:lnTo>
                  <a:lnTo>
                    <a:pt x="12496" y="6934"/>
                  </a:lnTo>
                  <a:lnTo>
                    <a:pt x="12547" y="7112"/>
                  </a:lnTo>
                  <a:lnTo>
                    <a:pt x="12547" y="6819"/>
                  </a:lnTo>
                  <a:close/>
                </a:path>
                <a:path w="30479" h="16509">
                  <a:moveTo>
                    <a:pt x="12763" y="10960"/>
                  </a:moveTo>
                  <a:lnTo>
                    <a:pt x="12547" y="10756"/>
                  </a:lnTo>
                  <a:lnTo>
                    <a:pt x="12547" y="10960"/>
                  </a:lnTo>
                  <a:lnTo>
                    <a:pt x="12509" y="11137"/>
                  </a:lnTo>
                  <a:lnTo>
                    <a:pt x="12763" y="10960"/>
                  </a:lnTo>
                  <a:close/>
                </a:path>
                <a:path w="30479" h="16509">
                  <a:moveTo>
                    <a:pt x="12903" y="698"/>
                  </a:moveTo>
                  <a:lnTo>
                    <a:pt x="12763" y="647"/>
                  </a:lnTo>
                  <a:lnTo>
                    <a:pt x="12788" y="876"/>
                  </a:lnTo>
                  <a:lnTo>
                    <a:pt x="12903" y="698"/>
                  </a:lnTo>
                  <a:close/>
                </a:path>
                <a:path w="30479" h="16509">
                  <a:moveTo>
                    <a:pt x="12992" y="7048"/>
                  </a:moveTo>
                  <a:lnTo>
                    <a:pt x="12890" y="6756"/>
                  </a:lnTo>
                  <a:lnTo>
                    <a:pt x="12827" y="6908"/>
                  </a:lnTo>
                  <a:lnTo>
                    <a:pt x="12852" y="7086"/>
                  </a:lnTo>
                  <a:lnTo>
                    <a:pt x="12992" y="7048"/>
                  </a:lnTo>
                  <a:close/>
                </a:path>
                <a:path w="30479" h="16509">
                  <a:moveTo>
                    <a:pt x="13284" y="10223"/>
                  </a:moveTo>
                  <a:lnTo>
                    <a:pt x="13144" y="10426"/>
                  </a:lnTo>
                  <a:lnTo>
                    <a:pt x="13284" y="10223"/>
                  </a:lnTo>
                  <a:close/>
                </a:path>
                <a:path w="30479" h="16509">
                  <a:moveTo>
                    <a:pt x="13398" y="4076"/>
                  </a:moveTo>
                  <a:lnTo>
                    <a:pt x="13233" y="3924"/>
                  </a:lnTo>
                  <a:lnTo>
                    <a:pt x="13208" y="4114"/>
                  </a:lnTo>
                  <a:lnTo>
                    <a:pt x="13220" y="3835"/>
                  </a:lnTo>
                  <a:lnTo>
                    <a:pt x="13106" y="4102"/>
                  </a:lnTo>
                  <a:lnTo>
                    <a:pt x="13081" y="4368"/>
                  </a:lnTo>
                  <a:lnTo>
                    <a:pt x="13106" y="4521"/>
                  </a:lnTo>
                  <a:lnTo>
                    <a:pt x="13131" y="4343"/>
                  </a:lnTo>
                  <a:lnTo>
                    <a:pt x="13398" y="4076"/>
                  </a:lnTo>
                  <a:close/>
                </a:path>
                <a:path w="30479" h="16509">
                  <a:moveTo>
                    <a:pt x="13474" y="11214"/>
                  </a:moveTo>
                  <a:lnTo>
                    <a:pt x="13423" y="10972"/>
                  </a:lnTo>
                  <a:lnTo>
                    <a:pt x="13360" y="11214"/>
                  </a:lnTo>
                  <a:close/>
                </a:path>
                <a:path w="30479" h="16509">
                  <a:moveTo>
                    <a:pt x="13500" y="9232"/>
                  </a:moveTo>
                  <a:lnTo>
                    <a:pt x="13474" y="9093"/>
                  </a:lnTo>
                  <a:lnTo>
                    <a:pt x="13258" y="9347"/>
                  </a:lnTo>
                  <a:lnTo>
                    <a:pt x="13373" y="9486"/>
                  </a:lnTo>
                  <a:lnTo>
                    <a:pt x="13500" y="9232"/>
                  </a:lnTo>
                  <a:close/>
                </a:path>
                <a:path w="30479" h="16509">
                  <a:moveTo>
                    <a:pt x="13677" y="7734"/>
                  </a:moveTo>
                  <a:lnTo>
                    <a:pt x="13538" y="7556"/>
                  </a:lnTo>
                  <a:lnTo>
                    <a:pt x="13563" y="7734"/>
                  </a:lnTo>
                  <a:close/>
                </a:path>
                <a:path w="30479" h="16509">
                  <a:moveTo>
                    <a:pt x="13677" y="3175"/>
                  </a:moveTo>
                  <a:lnTo>
                    <a:pt x="13436" y="3187"/>
                  </a:lnTo>
                  <a:lnTo>
                    <a:pt x="13423" y="3911"/>
                  </a:lnTo>
                  <a:lnTo>
                    <a:pt x="13614" y="3670"/>
                  </a:lnTo>
                  <a:lnTo>
                    <a:pt x="13639" y="3441"/>
                  </a:lnTo>
                  <a:lnTo>
                    <a:pt x="13677" y="3175"/>
                  </a:lnTo>
                  <a:close/>
                </a:path>
                <a:path w="30479" h="16509">
                  <a:moveTo>
                    <a:pt x="14097" y="11569"/>
                  </a:moveTo>
                  <a:lnTo>
                    <a:pt x="13944" y="11341"/>
                  </a:lnTo>
                  <a:lnTo>
                    <a:pt x="13906" y="11137"/>
                  </a:lnTo>
                  <a:lnTo>
                    <a:pt x="13792" y="11341"/>
                  </a:lnTo>
                  <a:lnTo>
                    <a:pt x="13970" y="11557"/>
                  </a:lnTo>
                  <a:lnTo>
                    <a:pt x="13970" y="11747"/>
                  </a:lnTo>
                  <a:lnTo>
                    <a:pt x="14097" y="11569"/>
                  </a:lnTo>
                  <a:close/>
                </a:path>
                <a:path w="30479" h="16509">
                  <a:moveTo>
                    <a:pt x="16992" y="5283"/>
                  </a:moveTo>
                  <a:lnTo>
                    <a:pt x="16814" y="5257"/>
                  </a:lnTo>
                  <a:lnTo>
                    <a:pt x="16840" y="5422"/>
                  </a:lnTo>
                  <a:lnTo>
                    <a:pt x="16992" y="5283"/>
                  </a:lnTo>
                  <a:close/>
                </a:path>
                <a:path w="30479" h="16509">
                  <a:moveTo>
                    <a:pt x="29578" y="11658"/>
                  </a:moveTo>
                  <a:lnTo>
                    <a:pt x="29514" y="10617"/>
                  </a:lnTo>
                  <a:lnTo>
                    <a:pt x="29540" y="9880"/>
                  </a:lnTo>
                  <a:lnTo>
                    <a:pt x="29451" y="10439"/>
                  </a:lnTo>
                  <a:lnTo>
                    <a:pt x="29527" y="11468"/>
                  </a:lnTo>
                  <a:lnTo>
                    <a:pt x="29502" y="12217"/>
                  </a:lnTo>
                  <a:lnTo>
                    <a:pt x="29578" y="11658"/>
                  </a:lnTo>
                  <a:close/>
                </a:path>
                <a:path w="30479" h="16509">
                  <a:moveTo>
                    <a:pt x="30314" y="16179"/>
                  </a:moveTo>
                  <a:lnTo>
                    <a:pt x="30289" y="16040"/>
                  </a:lnTo>
                  <a:lnTo>
                    <a:pt x="30251" y="15786"/>
                  </a:lnTo>
                  <a:lnTo>
                    <a:pt x="30251" y="161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3987152" y="1235811"/>
              <a:ext cx="30480" cy="18415"/>
            </a:xfrm>
            <a:custGeom>
              <a:avLst/>
              <a:gdLst/>
              <a:ahLst/>
              <a:cxnLst/>
              <a:rect l="l" t="t" r="r" b="b"/>
              <a:pathLst>
                <a:path w="30479" h="18415">
                  <a:moveTo>
                    <a:pt x="7759" y="16510"/>
                  </a:moveTo>
                  <a:lnTo>
                    <a:pt x="7505" y="16510"/>
                  </a:lnTo>
                  <a:lnTo>
                    <a:pt x="7645" y="16979"/>
                  </a:lnTo>
                  <a:lnTo>
                    <a:pt x="7759" y="16510"/>
                  </a:lnTo>
                  <a:close/>
                </a:path>
                <a:path w="30479" h="18415">
                  <a:moveTo>
                    <a:pt x="8864" y="7035"/>
                  </a:moveTo>
                  <a:lnTo>
                    <a:pt x="8788" y="6819"/>
                  </a:lnTo>
                  <a:lnTo>
                    <a:pt x="8788" y="7112"/>
                  </a:lnTo>
                  <a:close/>
                </a:path>
                <a:path w="30479" h="18415">
                  <a:moveTo>
                    <a:pt x="9321" y="17653"/>
                  </a:moveTo>
                  <a:lnTo>
                    <a:pt x="9105" y="17653"/>
                  </a:lnTo>
                  <a:lnTo>
                    <a:pt x="8991" y="17424"/>
                  </a:lnTo>
                  <a:lnTo>
                    <a:pt x="8750" y="17653"/>
                  </a:lnTo>
                  <a:lnTo>
                    <a:pt x="8750" y="17805"/>
                  </a:lnTo>
                  <a:lnTo>
                    <a:pt x="8636" y="17653"/>
                  </a:lnTo>
                  <a:lnTo>
                    <a:pt x="8255" y="17195"/>
                  </a:lnTo>
                  <a:lnTo>
                    <a:pt x="8039" y="17195"/>
                  </a:lnTo>
                  <a:lnTo>
                    <a:pt x="8039" y="16979"/>
                  </a:lnTo>
                  <a:lnTo>
                    <a:pt x="7645" y="16979"/>
                  </a:lnTo>
                  <a:lnTo>
                    <a:pt x="63" y="16979"/>
                  </a:lnTo>
                  <a:lnTo>
                    <a:pt x="139" y="18211"/>
                  </a:lnTo>
                  <a:lnTo>
                    <a:pt x="9207" y="18211"/>
                  </a:lnTo>
                  <a:lnTo>
                    <a:pt x="9156" y="17818"/>
                  </a:lnTo>
                  <a:lnTo>
                    <a:pt x="9321" y="17653"/>
                  </a:lnTo>
                  <a:close/>
                </a:path>
                <a:path w="30479" h="18415">
                  <a:moveTo>
                    <a:pt x="9321" y="16383"/>
                  </a:moveTo>
                  <a:lnTo>
                    <a:pt x="9271" y="16586"/>
                  </a:lnTo>
                  <a:lnTo>
                    <a:pt x="9321" y="16383"/>
                  </a:lnTo>
                  <a:close/>
                </a:path>
                <a:path w="30479" h="18415">
                  <a:moveTo>
                    <a:pt x="9423" y="17310"/>
                  </a:moveTo>
                  <a:lnTo>
                    <a:pt x="9334" y="16802"/>
                  </a:lnTo>
                  <a:lnTo>
                    <a:pt x="9182" y="16802"/>
                  </a:lnTo>
                  <a:lnTo>
                    <a:pt x="9232" y="16954"/>
                  </a:lnTo>
                  <a:lnTo>
                    <a:pt x="9232" y="17119"/>
                  </a:lnTo>
                  <a:lnTo>
                    <a:pt x="9182" y="17297"/>
                  </a:lnTo>
                  <a:lnTo>
                    <a:pt x="9080" y="17170"/>
                  </a:lnTo>
                  <a:lnTo>
                    <a:pt x="8991" y="17335"/>
                  </a:lnTo>
                  <a:lnTo>
                    <a:pt x="9131" y="17284"/>
                  </a:lnTo>
                  <a:lnTo>
                    <a:pt x="9156" y="17475"/>
                  </a:lnTo>
                  <a:lnTo>
                    <a:pt x="9372" y="17475"/>
                  </a:lnTo>
                  <a:lnTo>
                    <a:pt x="9410" y="17678"/>
                  </a:lnTo>
                  <a:lnTo>
                    <a:pt x="9423" y="17310"/>
                  </a:lnTo>
                  <a:close/>
                </a:path>
                <a:path w="30479" h="18415">
                  <a:moveTo>
                    <a:pt x="9664" y="12166"/>
                  </a:moveTo>
                  <a:lnTo>
                    <a:pt x="9461" y="12166"/>
                  </a:lnTo>
                  <a:lnTo>
                    <a:pt x="9169" y="12166"/>
                  </a:lnTo>
                  <a:lnTo>
                    <a:pt x="8064" y="12166"/>
                  </a:lnTo>
                  <a:lnTo>
                    <a:pt x="8026" y="12382"/>
                  </a:lnTo>
                  <a:lnTo>
                    <a:pt x="7874" y="12166"/>
                  </a:lnTo>
                  <a:lnTo>
                    <a:pt x="25" y="12166"/>
                  </a:lnTo>
                  <a:lnTo>
                    <a:pt x="25" y="12573"/>
                  </a:lnTo>
                  <a:lnTo>
                    <a:pt x="8013" y="12573"/>
                  </a:lnTo>
                  <a:lnTo>
                    <a:pt x="9550" y="12573"/>
                  </a:lnTo>
                  <a:lnTo>
                    <a:pt x="9664" y="12166"/>
                  </a:lnTo>
                  <a:close/>
                </a:path>
                <a:path w="30479" h="18415">
                  <a:moveTo>
                    <a:pt x="9829" y="17348"/>
                  </a:moveTo>
                  <a:lnTo>
                    <a:pt x="9766" y="17132"/>
                  </a:lnTo>
                  <a:lnTo>
                    <a:pt x="9766" y="17322"/>
                  </a:lnTo>
                  <a:close/>
                </a:path>
                <a:path w="30479" h="18415">
                  <a:moveTo>
                    <a:pt x="9855" y="16179"/>
                  </a:moveTo>
                  <a:lnTo>
                    <a:pt x="9626" y="15836"/>
                  </a:lnTo>
                  <a:lnTo>
                    <a:pt x="9626" y="16179"/>
                  </a:lnTo>
                  <a:lnTo>
                    <a:pt x="9575" y="16383"/>
                  </a:lnTo>
                  <a:lnTo>
                    <a:pt x="9499" y="16179"/>
                  </a:lnTo>
                  <a:lnTo>
                    <a:pt x="9626" y="16179"/>
                  </a:lnTo>
                  <a:lnTo>
                    <a:pt x="9626" y="15836"/>
                  </a:lnTo>
                  <a:lnTo>
                    <a:pt x="8864" y="14655"/>
                  </a:lnTo>
                  <a:lnTo>
                    <a:pt x="9194" y="16179"/>
                  </a:lnTo>
                  <a:lnTo>
                    <a:pt x="9334" y="16179"/>
                  </a:lnTo>
                  <a:lnTo>
                    <a:pt x="9448" y="16383"/>
                  </a:lnTo>
                  <a:lnTo>
                    <a:pt x="9423" y="16586"/>
                  </a:lnTo>
                  <a:lnTo>
                    <a:pt x="9525" y="16446"/>
                  </a:lnTo>
                  <a:lnTo>
                    <a:pt x="9423" y="16662"/>
                  </a:lnTo>
                  <a:lnTo>
                    <a:pt x="9461" y="16878"/>
                  </a:lnTo>
                  <a:lnTo>
                    <a:pt x="9626" y="16560"/>
                  </a:lnTo>
                  <a:lnTo>
                    <a:pt x="9664" y="16179"/>
                  </a:lnTo>
                  <a:lnTo>
                    <a:pt x="9855" y="16179"/>
                  </a:lnTo>
                  <a:close/>
                </a:path>
                <a:path w="30479" h="18415">
                  <a:moveTo>
                    <a:pt x="9893" y="17068"/>
                  </a:moveTo>
                  <a:lnTo>
                    <a:pt x="9855" y="16738"/>
                  </a:lnTo>
                  <a:lnTo>
                    <a:pt x="9791" y="17106"/>
                  </a:lnTo>
                  <a:close/>
                </a:path>
                <a:path w="30479" h="18415">
                  <a:moveTo>
                    <a:pt x="9982" y="850"/>
                  </a:moveTo>
                  <a:lnTo>
                    <a:pt x="9766" y="876"/>
                  </a:lnTo>
                  <a:lnTo>
                    <a:pt x="9766" y="1181"/>
                  </a:lnTo>
                  <a:lnTo>
                    <a:pt x="9982" y="1041"/>
                  </a:lnTo>
                  <a:lnTo>
                    <a:pt x="9982" y="850"/>
                  </a:lnTo>
                  <a:close/>
                </a:path>
                <a:path w="30479" h="18415">
                  <a:moveTo>
                    <a:pt x="10020" y="17970"/>
                  </a:moveTo>
                  <a:lnTo>
                    <a:pt x="9880" y="17856"/>
                  </a:lnTo>
                  <a:lnTo>
                    <a:pt x="9944" y="18072"/>
                  </a:lnTo>
                  <a:lnTo>
                    <a:pt x="9918" y="18211"/>
                  </a:lnTo>
                  <a:lnTo>
                    <a:pt x="10007" y="18072"/>
                  </a:lnTo>
                  <a:close/>
                </a:path>
                <a:path w="30479" h="18415">
                  <a:moveTo>
                    <a:pt x="10033" y="16560"/>
                  </a:moveTo>
                  <a:lnTo>
                    <a:pt x="9880" y="16624"/>
                  </a:lnTo>
                  <a:lnTo>
                    <a:pt x="10033" y="16560"/>
                  </a:lnTo>
                  <a:close/>
                </a:path>
                <a:path w="30479" h="18415">
                  <a:moveTo>
                    <a:pt x="10071" y="3644"/>
                  </a:moveTo>
                  <a:lnTo>
                    <a:pt x="9931" y="3581"/>
                  </a:lnTo>
                  <a:lnTo>
                    <a:pt x="9969" y="3797"/>
                  </a:lnTo>
                  <a:lnTo>
                    <a:pt x="9829" y="3873"/>
                  </a:lnTo>
                  <a:lnTo>
                    <a:pt x="9867" y="4013"/>
                  </a:lnTo>
                  <a:lnTo>
                    <a:pt x="10045" y="3937"/>
                  </a:lnTo>
                  <a:lnTo>
                    <a:pt x="10045" y="3733"/>
                  </a:lnTo>
                  <a:close/>
                </a:path>
                <a:path w="30479" h="18415">
                  <a:moveTo>
                    <a:pt x="10198" y="4089"/>
                  </a:moveTo>
                  <a:lnTo>
                    <a:pt x="10134" y="4267"/>
                  </a:lnTo>
                  <a:lnTo>
                    <a:pt x="10198" y="4089"/>
                  </a:lnTo>
                  <a:close/>
                </a:path>
                <a:path w="30479" h="18415">
                  <a:moveTo>
                    <a:pt x="10236" y="9093"/>
                  </a:moveTo>
                  <a:lnTo>
                    <a:pt x="9880" y="9690"/>
                  </a:lnTo>
                  <a:lnTo>
                    <a:pt x="9664" y="9093"/>
                  </a:lnTo>
                  <a:lnTo>
                    <a:pt x="9626" y="9512"/>
                  </a:lnTo>
                  <a:lnTo>
                    <a:pt x="9055" y="9093"/>
                  </a:lnTo>
                  <a:lnTo>
                    <a:pt x="0" y="9093"/>
                  </a:lnTo>
                  <a:lnTo>
                    <a:pt x="12" y="11303"/>
                  </a:lnTo>
                  <a:lnTo>
                    <a:pt x="9575" y="11303"/>
                  </a:lnTo>
                  <a:lnTo>
                    <a:pt x="9512" y="11747"/>
                  </a:lnTo>
                  <a:lnTo>
                    <a:pt x="9880" y="11303"/>
                  </a:lnTo>
                  <a:lnTo>
                    <a:pt x="9855" y="10896"/>
                  </a:lnTo>
                  <a:lnTo>
                    <a:pt x="9613" y="10718"/>
                  </a:lnTo>
                  <a:lnTo>
                    <a:pt x="9715" y="9893"/>
                  </a:lnTo>
                  <a:lnTo>
                    <a:pt x="10185" y="9893"/>
                  </a:lnTo>
                  <a:lnTo>
                    <a:pt x="10236" y="9093"/>
                  </a:lnTo>
                  <a:close/>
                </a:path>
                <a:path w="30479" h="18415">
                  <a:moveTo>
                    <a:pt x="10248" y="1651"/>
                  </a:moveTo>
                  <a:lnTo>
                    <a:pt x="10185" y="1397"/>
                  </a:lnTo>
                  <a:lnTo>
                    <a:pt x="9969" y="1397"/>
                  </a:lnTo>
                  <a:lnTo>
                    <a:pt x="9829" y="1562"/>
                  </a:lnTo>
                  <a:lnTo>
                    <a:pt x="9918" y="1879"/>
                  </a:lnTo>
                  <a:lnTo>
                    <a:pt x="10033" y="2082"/>
                  </a:lnTo>
                  <a:lnTo>
                    <a:pt x="10223" y="1828"/>
                  </a:lnTo>
                  <a:lnTo>
                    <a:pt x="10071" y="1752"/>
                  </a:lnTo>
                  <a:lnTo>
                    <a:pt x="9969" y="1562"/>
                  </a:lnTo>
                  <a:lnTo>
                    <a:pt x="10185" y="1473"/>
                  </a:lnTo>
                  <a:lnTo>
                    <a:pt x="10248" y="1651"/>
                  </a:lnTo>
                  <a:close/>
                </a:path>
                <a:path w="30479" h="18415">
                  <a:moveTo>
                    <a:pt x="10261" y="4572"/>
                  </a:moveTo>
                  <a:lnTo>
                    <a:pt x="10083" y="4660"/>
                  </a:lnTo>
                  <a:lnTo>
                    <a:pt x="10134" y="4838"/>
                  </a:lnTo>
                  <a:lnTo>
                    <a:pt x="10261" y="4572"/>
                  </a:lnTo>
                  <a:close/>
                </a:path>
                <a:path w="30479" h="18415">
                  <a:moveTo>
                    <a:pt x="10299" y="18211"/>
                  </a:moveTo>
                  <a:lnTo>
                    <a:pt x="10223" y="18034"/>
                  </a:lnTo>
                  <a:lnTo>
                    <a:pt x="10185" y="18211"/>
                  </a:lnTo>
                  <a:close/>
                </a:path>
                <a:path w="30479" h="18415">
                  <a:moveTo>
                    <a:pt x="10299" y="16179"/>
                  </a:moveTo>
                  <a:lnTo>
                    <a:pt x="9652" y="14300"/>
                  </a:lnTo>
                  <a:lnTo>
                    <a:pt x="9944" y="14300"/>
                  </a:lnTo>
                  <a:lnTo>
                    <a:pt x="9855" y="13385"/>
                  </a:lnTo>
                  <a:lnTo>
                    <a:pt x="9702" y="13385"/>
                  </a:lnTo>
                  <a:lnTo>
                    <a:pt x="9613" y="13004"/>
                  </a:lnTo>
                  <a:lnTo>
                    <a:pt x="25" y="13004"/>
                  </a:lnTo>
                  <a:lnTo>
                    <a:pt x="63" y="16510"/>
                  </a:lnTo>
                  <a:lnTo>
                    <a:pt x="7505" y="16510"/>
                  </a:lnTo>
                  <a:lnTo>
                    <a:pt x="7467" y="16357"/>
                  </a:lnTo>
                  <a:lnTo>
                    <a:pt x="7429" y="16179"/>
                  </a:lnTo>
                  <a:lnTo>
                    <a:pt x="7632" y="16179"/>
                  </a:lnTo>
                  <a:lnTo>
                    <a:pt x="7467" y="16344"/>
                  </a:lnTo>
                  <a:lnTo>
                    <a:pt x="7759" y="16344"/>
                  </a:lnTo>
                  <a:lnTo>
                    <a:pt x="7785" y="16471"/>
                  </a:lnTo>
                  <a:lnTo>
                    <a:pt x="7861" y="16344"/>
                  </a:lnTo>
                  <a:lnTo>
                    <a:pt x="7683" y="16179"/>
                  </a:lnTo>
                  <a:lnTo>
                    <a:pt x="7912" y="16179"/>
                  </a:lnTo>
                  <a:lnTo>
                    <a:pt x="8140" y="16179"/>
                  </a:lnTo>
                  <a:lnTo>
                    <a:pt x="8750" y="16179"/>
                  </a:lnTo>
                  <a:lnTo>
                    <a:pt x="9004" y="16179"/>
                  </a:lnTo>
                  <a:lnTo>
                    <a:pt x="8458" y="14605"/>
                  </a:lnTo>
                  <a:lnTo>
                    <a:pt x="8305" y="15316"/>
                  </a:lnTo>
                  <a:lnTo>
                    <a:pt x="7962" y="14605"/>
                  </a:lnTo>
                  <a:lnTo>
                    <a:pt x="7645" y="15227"/>
                  </a:lnTo>
                  <a:lnTo>
                    <a:pt x="7416" y="14300"/>
                  </a:lnTo>
                  <a:lnTo>
                    <a:pt x="7810" y="14300"/>
                  </a:lnTo>
                  <a:lnTo>
                    <a:pt x="8115" y="14300"/>
                  </a:lnTo>
                  <a:lnTo>
                    <a:pt x="9067" y="14300"/>
                  </a:lnTo>
                  <a:lnTo>
                    <a:pt x="10299" y="16179"/>
                  </a:lnTo>
                  <a:close/>
                </a:path>
                <a:path w="30479" h="18415">
                  <a:moveTo>
                    <a:pt x="10337" y="2743"/>
                  </a:moveTo>
                  <a:lnTo>
                    <a:pt x="10299" y="2565"/>
                  </a:lnTo>
                  <a:lnTo>
                    <a:pt x="10236" y="2324"/>
                  </a:lnTo>
                  <a:lnTo>
                    <a:pt x="10020" y="2400"/>
                  </a:lnTo>
                  <a:lnTo>
                    <a:pt x="10020" y="2120"/>
                  </a:lnTo>
                  <a:lnTo>
                    <a:pt x="9931" y="2362"/>
                  </a:lnTo>
                  <a:lnTo>
                    <a:pt x="9994" y="2628"/>
                  </a:lnTo>
                  <a:lnTo>
                    <a:pt x="9906" y="2908"/>
                  </a:lnTo>
                  <a:lnTo>
                    <a:pt x="9944" y="3048"/>
                  </a:lnTo>
                  <a:lnTo>
                    <a:pt x="10045" y="3225"/>
                  </a:lnTo>
                  <a:lnTo>
                    <a:pt x="10121" y="2933"/>
                  </a:lnTo>
                  <a:lnTo>
                    <a:pt x="10223" y="3086"/>
                  </a:lnTo>
                  <a:lnTo>
                    <a:pt x="10299" y="2895"/>
                  </a:lnTo>
                  <a:lnTo>
                    <a:pt x="10337" y="2743"/>
                  </a:lnTo>
                  <a:close/>
                </a:path>
                <a:path w="30479" h="18415">
                  <a:moveTo>
                    <a:pt x="10388" y="18211"/>
                  </a:moveTo>
                  <a:close/>
                </a:path>
                <a:path w="30479" h="18415">
                  <a:moveTo>
                    <a:pt x="10541" y="3695"/>
                  </a:moveTo>
                  <a:lnTo>
                    <a:pt x="10502" y="3479"/>
                  </a:lnTo>
                  <a:lnTo>
                    <a:pt x="10464" y="3657"/>
                  </a:lnTo>
                  <a:close/>
                </a:path>
                <a:path w="30479" h="18415">
                  <a:moveTo>
                    <a:pt x="10617" y="4013"/>
                  </a:moveTo>
                  <a:lnTo>
                    <a:pt x="10452" y="4127"/>
                  </a:lnTo>
                  <a:lnTo>
                    <a:pt x="10591" y="4229"/>
                  </a:lnTo>
                  <a:lnTo>
                    <a:pt x="10617" y="4013"/>
                  </a:lnTo>
                  <a:close/>
                </a:path>
                <a:path w="30479" h="18415">
                  <a:moveTo>
                    <a:pt x="10642" y="15925"/>
                  </a:moveTo>
                  <a:lnTo>
                    <a:pt x="10502" y="15989"/>
                  </a:lnTo>
                  <a:lnTo>
                    <a:pt x="10579" y="16167"/>
                  </a:lnTo>
                  <a:lnTo>
                    <a:pt x="10642" y="15925"/>
                  </a:lnTo>
                  <a:close/>
                </a:path>
                <a:path w="30479" h="18415">
                  <a:moveTo>
                    <a:pt x="10718" y="16344"/>
                  </a:moveTo>
                  <a:lnTo>
                    <a:pt x="10541" y="16205"/>
                  </a:lnTo>
                  <a:lnTo>
                    <a:pt x="10502" y="16446"/>
                  </a:lnTo>
                  <a:lnTo>
                    <a:pt x="10693" y="16446"/>
                  </a:lnTo>
                  <a:close/>
                </a:path>
                <a:path w="30479" h="18415">
                  <a:moveTo>
                    <a:pt x="11176" y="18211"/>
                  </a:moveTo>
                  <a:lnTo>
                    <a:pt x="11150" y="18034"/>
                  </a:lnTo>
                  <a:lnTo>
                    <a:pt x="11099" y="18211"/>
                  </a:lnTo>
                  <a:close/>
                </a:path>
                <a:path w="30479" h="18415">
                  <a:moveTo>
                    <a:pt x="11226" y="6007"/>
                  </a:moveTo>
                  <a:lnTo>
                    <a:pt x="11036" y="6057"/>
                  </a:lnTo>
                  <a:lnTo>
                    <a:pt x="11112" y="6235"/>
                  </a:lnTo>
                  <a:lnTo>
                    <a:pt x="11226" y="6007"/>
                  </a:lnTo>
                  <a:close/>
                </a:path>
                <a:path w="30479" h="18415">
                  <a:moveTo>
                    <a:pt x="11303" y="18211"/>
                  </a:moveTo>
                  <a:close/>
                </a:path>
                <a:path w="30479" h="18415">
                  <a:moveTo>
                    <a:pt x="11391" y="6273"/>
                  </a:moveTo>
                  <a:lnTo>
                    <a:pt x="11264" y="6159"/>
                  </a:lnTo>
                  <a:lnTo>
                    <a:pt x="11290" y="6299"/>
                  </a:lnTo>
                  <a:close/>
                </a:path>
                <a:path w="30479" h="18415">
                  <a:moveTo>
                    <a:pt x="11404" y="12179"/>
                  </a:moveTo>
                  <a:lnTo>
                    <a:pt x="11163" y="12179"/>
                  </a:lnTo>
                  <a:lnTo>
                    <a:pt x="11163" y="12052"/>
                  </a:lnTo>
                  <a:lnTo>
                    <a:pt x="11099" y="12369"/>
                  </a:lnTo>
                  <a:lnTo>
                    <a:pt x="11023" y="12166"/>
                  </a:lnTo>
                  <a:lnTo>
                    <a:pt x="10960" y="12750"/>
                  </a:lnTo>
                  <a:lnTo>
                    <a:pt x="11150" y="12458"/>
                  </a:lnTo>
                  <a:lnTo>
                    <a:pt x="11404" y="12179"/>
                  </a:lnTo>
                  <a:close/>
                </a:path>
                <a:path w="30479" h="18415">
                  <a:moveTo>
                    <a:pt x="11620" y="16408"/>
                  </a:moveTo>
                  <a:lnTo>
                    <a:pt x="11518" y="16281"/>
                  </a:lnTo>
                  <a:lnTo>
                    <a:pt x="11404" y="16408"/>
                  </a:lnTo>
                  <a:lnTo>
                    <a:pt x="11620" y="16408"/>
                  </a:lnTo>
                  <a:close/>
                </a:path>
                <a:path w="30479" h="18415">
                  <a:moveTo>
                    <a:pt x="11811" y="13474"/>
                  </a:moveTo>
                  <a:lnTo>
                    <a:pt x="11684" y="13474"/>
                  </a:lnTo>
                  <a:lnTo>
                    <a:pt x="11684" y="13690"/>
                  </a:lnTo>
                  <a:lnTo>
                    <a:pt x="11811" y="13474"/>
                  </a:lnTo>
                  <a:close/>
                </a:path>
                <a:path w="30479" h="18415">
                  <a:moveTo>
                    <a:pt x="11887" y="10172"/>
                  </a:moveTo>
                  <a:lnTo>
                    <a:pt x="11811" y="9931"/>
                  </a:lnTo>
                  <a:lnTo>
                    <a:pt x="11734" y="10287"/>
                  </a:lnTo>
                  <a:lnTo>
                    <a:pt x="11887" y="10172"/>
                  </a:lnTo>
                  <a:close/>
                </a:path>
                <a:path w="30479" h="18415">
                  <a:moveTo>
                    <a:pt x="11925" y="16713"/>
                  </a:moveTo>
                  <a:lnTo>
                    <a:pt x="11899" y="16484"/>
                  </a:lnTo>
                  <a:lnTo>
                    <a:pt x="11861" y="16116"/>
                  </a:lnTo>
                  <a:lnTo>
                    <a:pt x="11747" y="16510"/>
                  </a:lnTo>
                  <a:lnTo>
                    <a:pt x="11925" y="16713"/>
                  </a:lnTo>
                  <a:close/>
                </a:path>
                <a:path w="30479" h="18415">
                  <a:moveTo>
                    <a:pt x="12001" y="15544"/>
                  </a:moveTo>
                  <a:lnTo>
                    <a:pt x="11734" y="15468"/>
                  </a:lnTo>
                  <a:lnTo>
                    <a:pt x="11912" y="15773"/>
                  </a:lnTo>
                  <a:lnTo>
                    <a:pt x="12001" y="15544"/>
                  </a:lnTo>
                  <a:close/>
                </a:path>
                <a:path w="30479" h="18415">
                  <a:moveTo>
                    <a:pt x="12001" y="10134"/>
                  </a:moveTo>
                  <a:lnTo>
                    <a:pt x="11899" y="10439"/>
                  </a:lnTo>
                  <a:lnTo>
                    <a:pt x="12001" y="10134"/>
                  </a:lnTo>
                  <a:close/>
                </a:path>
                <a:path w="30479" h="18415">
                  <a:moveTo>
                    <a:pt x="12242" y="14198"/>
                  </a:moveTo>
                  <a:lnTo>
                    <a:pt x="12217" y="14008"/>
                  </a:lnTo>
                  <a:lnTo>
                    <a:pt x="12077" y="14224"/>
                  </a:lnTo>
                  <a:lnTo>
                    <a:pt x="12242" y="14198"/>
                  </a:lnTo>
                  <a:close/>
                </a:path>
                <a:path w="30479" h="18415">
                  <a:moveTo>
                    <a:pt x="12420" y="9017"/>
                  </a:moveTo>
                  <a:lnTo>
                    <a:pt x="12230" y="9017"/>
                  </a:lnTo>
                  <a:lnTo>
                    <a:pt x="12293" y="9156"/>
                  </a:lnTo>
                  <a:lnTo>
                    <a:pt x="12217" y="9436"/>
                  </a:lnTo>
                  <a:lnTo>
                    <a:pt x="12230" y="9753"/>
                  </a:lnTo>
                  <a:lnTo>
                    <a:pt x="12026" y="9499"/>
                  </a:lnTo>
                  <a:lnTo>
                    <a:pt x="12204" y="9448"/>
                  </a:lnTo>
                  <a:lnTo>
                    <a:pt x="12153" y="9169"/>
                  </a:lnTo>
                  <a:lnTo>
                    <a:pt x="12090" y="9004"/>
                  </a:lnTo>
                  <a:lnTo>
                    <a:pt x="11887" y="9004"/>
                  </a:lnTo>
                  <a:lnTo>
                    <a:pt x="11836" y="9156"/>
                  </a:lnTo>
                  <a:lnTo>
                    <a:pt x="11861" y="9029"/>
                  </a:lnTo>
                  <a:lnTo>
                    <a:pt x="11785" y="9448"/>
                  </a:lnTo>
                  <a:lnTo>
                    <a:pt x="11811" y="9245"/>
                  </a:lnTo>
                  <a:lnTo>
                    <a:pt x="12039" y="9334"/>
                  </a:lnTo>
                  <a:lnTo>
                    <a:pt x="11899" y="9296"/>
                  </a:lnTo>
                  <a:lnTo>
                    <a:pt x="11899" y="9525"/>
                  </a:lnTo>
                  <a:lnTo>
                    <a:pt x="11963" y="9677"/>
                  </a:lnTo>
                  <a:lnTo>
                    <a:pt x="11963" y="10020"/>
                  </a:lnTo>
                  <a:lnTo>
                    <a:pt x="11950" y="9893"/>
                  </a:lnTo>
                  <a:lnTo>
                    <a:pt x="12090" y="9766"/>
                  </a:lnTo>
                  <a:lnTo>
                    <a:pt x="12065" y="10033"/>
                  </a:lnTo>
                  <a:lnTo>
                    <a:pt x="12382" y="10083"/>
                  </a:lnTo>
                  <a:lnTo>
                    <a:pt x="12293" y="9766"/>
                  </a:lnTo>
                  <a:lnTo>
                    <a:pt x="12420" y="9258"/>
                  </a:lnTo>
                  <a:lnTo>
                    <a:pt x="12420" y="9017"/>
                  </a:lnTo>
                  <a:close/>
                </a:path>
                <a:path w="30479" h="18415">
                  <a:moveTo>
                    <a:pt x="12509" y="10210"/>
                  </a:moveTo>
                  <a:lnTo>
                    <a:pt x="12331" y="10426"/>
                  </a:lnTo>
                  <a:lnTo>
                    <a:pt x="12509" y="10388"/>
                  </a:lnTo>
                  <a:lnTo>
                    <a:pt x="12509" y="10210"/>
                  </a:lnTo>
                  <a:close/>
                </a:path>
                <a:path w="30479" h="18415">
                  <a:moveTo>
                    <a:pt x="12547" y="3924"/>
                  </a:moveTo>
                  <a:lnTo>
                    <a:pt x="12357" y="3810"/>
                  </a:lnTo>
                  <a:lnTo>
                    <a:pt x="12331" y="3937"/>
                  </a:lnTo>
                  <a:lnTo>
                    <a:pt x="12547" y="3924"/>
                  </a:lnTo>
                  <a:close/>
                </a:path>
                <a:path w="30479" h="18415">
                  <a:moveTo>
                    <a:pt x="12611" y="16116"/>
                  </a:moveTo>
                  <a:lnTo>
                    <a:pt x="12433" y="15976"/>
                  </a:lnTo>
                  <a:lnTo>
                    <a:pt x="12496" y="16192"/>
                  </a:lnTo>
                  <a:close/>
                </a:path>
                <a:path w="30479" h="18415">
                  <a:moveTo>
                    <a:pt x="12649" y="355"/>
                  </a:moveTo>
                  <a:lnTo>
                    <a:pt x="12598" y="0"/>
                  </a:lnTo>
                  <a:lnTo>
                    <a:pt x="12496" y="177"/>
                  </a:lnTo>
                  <a:lnTo>
                    <a:pt x="12319" y="673"/>
                  </a:lnTo>
                  <a:lnTo>
                    <a:pt x="12547" y="863"/>
                  </a:lnTo>
                  <a:lnTo>
                    <a:pt x="12636" y="685"/>
                  </a:lnTo>
                  <a:lnTo>
                    <a:pt x="12471" y="584"/>
                  </a:lnTo>
                  <a:lnTo>
                    <a:pt x="12649" y="355"/>
                  </a:lnTo>
                  <a:close/>
                </a:path>
                <a:path w="30479" h="18415">
                  <a:moveTo>
                    <a:pt x="12763" y="13004"/>
                  </a:moveTo>
                  <a:lnTo>
                    <a:pt x="12547" y="12788"/>
                  </a:lnTo>
                  <a:lnTo>
                    <a:pt x="12547" y="13004"/>
                  </a:lnTo>
                  <a:lnTo>
                    <a:pt x="12509" y="13182"/>
                  </a:lnTo>
                  <a:lnTo>
                    <a:pt x="12763" y="13004"/>
                  </a:lnTo>
                  <a:close/>
                </a:path>
                <a:path w="30479" h="18415">
                  <a:moveTo>
                    <a:pt x="12903" y="6426"/>
                  </a:moveTo>
                  <a:lnTo>
                    <a:pt x="12788" y="6235"/>
                  </a:lnTo>
                  <a:lnTo>
                    <a:pt x="12763" y="6464"/>
                  </a:lnTo>
                  <a:lnTo>
                    <a:pt x="12903" y="6426"/>
                  </a:lnTo>
                  <a:close/>
                </a:path>
                <a:path w="30479" h="18415">
                  <a:moveTo>
                    <a:pt x="12992" y="76"/>
                  </a:moveTo>
                  <a:lnTo>
                    <a:pt x="12852" y="38"/>
                  </a:lnTo>
                  <a:lnTo>
                    <a:pt x="12827" y="215"/>
                  </a:lnTo>
                  <a:lnTo>
                    <a:pt x="12890" y="355"/>
                  </a:lnTo>
                  <a:lnTo>
                    <a:pt x="12992" y="76"/>
                  </a:lnTo>
                  <a:close/>
                </a:path>
                <a:path w="30479" h="18415">
                  <a:moveTo>
                    <a:pt x="13004" y="2959"/>
                  </a:moveTo>
                  <a:lnTo>
                    <a:pt x="12992" y="2705"/>
                  </a:lnTo>
                  <a:lnTo>
                    <a:pt x="13004" y="3111"/>
                  </a:lnTo>
                  <a:lnTo>
                    <a:pt x="13004" y="2959"/>
                  </a:lnTo>
                  <a:close/>
                </a:path>
                <a:path w="30479" h="18415">
                  <a:moveTo>
                    <a:pt x="13284" y="12242"/>
                  </a:moveTo>
                  <a:lnTo>
                    <a:pt x="13144" y="12458"/>
                  </a:lnTo>
                  <a:lnTo>
                    <a:pt x="13284" y="12242"/>
                  </a:lnTo>
                  <a:close/>
                </a:path>
                <a:path w="30479" h="18415">
                  <a:moveTo>
                    <a:pt x="13398" y="3022"/>
                  </a:moveTo>
                  <a:lnTo>
                    <a:pt x="13131" y="2768"/>
                  </a:lnTo>
                  <a:lnTo>
                    <a:pt x="13106" y="2578"/>
                  </a:lnTo>
                  <a:lnTo>
                    <a:pt x="13081" y="2743"/>
                  </a:lnTo>
                  <a:lnTo>
                    <a:pt x="13106" y="2997"/>
                  </a:lnTo>
                  <a:lnTo>
                    <a:pt x="13144" y="3276"/>
                  </a:lnTo>
                  <a:lnTo>
                    <a:pt x="13208" y="2997"/>
                  </a:lnTo>
                  <a:lnTo>
                    <a:pt x="13233" y="3187"/>
                  </a:lnTo>
                  <a:lnTo>
                    <a:pt x="13398" y="3022"/>
                  </a:lnTo>
                  <a:close/>
                </a:path>
                <a:path w="30479" h="18415">
                  <a:moveTo>
                    <a:pt x="13474" y="13271"/>
                  </a:moveTo>
                  <a:lnTo>
                    <a:pt x="13423" y="13017"/>
                  </a:lnTo>
                  <a:lnTo>
                    <a:pt x="13360" y="13271"/>
                  </a:lnTo>
                  <a:close/>
                </a:path>
                <a:path w="30479" h="18415">
                  <a:moveTo>
                    <a:pt x="13500" y="11290"/>
                  </a:moveTo>
                  <a:lnTo>
                    <a:pt x="13474" y="11150"/>
                  </a:lnTo>
                  <a:lnTo>
                    <a:pt x="13258" y="11391"/>
                  </a:lnTo>
                  <a:lnTo>
                    <a:pt x="13373" y="11544"/>
                  </a:lnTo>
                  <a:lnTo>
                    <a:pt x="13500" y="11290"/>
                  </a:lnTo>
                  <a:close/>
                </a:path>
                <a:path w="30479" h="18415">
                  <a:moveTo>
                    <a:pt x="13677" y="9779"/>
                  </a:moveTo>
                  <a:lnTo>
                    <a:pt x="13538" y="9601"/>
                  </a:lnTo>
                  <a:lnTo>
                    <a:pt x="13563" y="9779"/>
                  </a:lnTo>
                  <a:close/>
                </a:path>
                <a:path w="30479" h="18415">
                  <a:moveTo>
                    <a:pt x="13677" y="3937"/>
                  </a:moveTo>
                  <a:lnTo>
                    <a:pt x="13639" y="3657"/>
                  </a:lnTo>
                  <a:lnTo>
                    <a:pt x="13614" y="3441"/>
                  </a:lnTo>
                  <a:lnTo>
                    <a:pt x="13500" y="3124"/>
                  </a:lnTo>
                  <a:lnTo>
                    <a:pt x="13436" y="3911"/>
                  </a:lnTo>
                  <a:lnTo>
                    <a:pt x="13677" y="3937"/>
                  </a:lnTo>
                  <a:close/>
                </a:path>
                <a:path w="30479" h="18415">
                  <a:moveTo>
                    <a:pt x="13931" y="4572"/>
                  </a:moveTo>
                  <a:lnTo>
                    <a:pt x="13728" y="4191"/>
                  </a:lnTo>
                  <a:lnTo>
                    <a:pt x="13754" y="4051"/>
                  </a:lnTo>
                  <a:lnTo>
                    <a:pt x="13576" y="3962"/>
                  </a:lnTo>
                  <a:lnTo>
                    <a:pt x="13716" y="4432"/>
                  </a:lnTo>
                  <a:lnTo>
                    <a:pt x="13931" y="4572"/>
                  </a:lnTo>
                  <a:close/>
                </a:path>
                <a:path w="30479" h="18415">
                  <a:moveTo>
                    <a:pt x="14097" y="13614"/>
                  </a:moveTo>
                  <a:lnTo>
                    <a:pt x="13944" y="13398"/>
                  </a:lnTo>
                  <a:lnTo>
                    <a:pt x="13906" y="13195"/>
                  </a:lnTo>
                  <a:lnTo>
                    <a:pt x="13792" y="13398"/>
                  </a:lnTo>
                  <a:lnTo>
                    <a:pt x="13970" y="13614"/>
                  </a:lnTo>
                  <a:lnTo>
                    <a:pt x="13970" y="13804"/>
                  </a:lnTo>
                  <a:lnTo>
                    <a:pt x="14097" y="13614"/>
                  </a:lnTo>
                  <a:close/>
                </a:path>
                <a:path w="30479" h="18415">
                  <a:moveTo>
                    <a:pt x="14262" y="5676"/>
                  </a:moveTo>
                  <a:lnTo>
                    <a:pt x="14173" y="5448"/>
                  </a:lnTo>
                  <a:lnTo>
                    <a:pt x="14185" y="5232"/>
                  </a:lnTo>
                  <a:lnTo>
                    <a:pt x="14109" y="5410"/>
                  </a:lnTo>
                  <a:lnTo>
                    <a:pt x="14147" y="5537"/>
                  </a:lnTo>
                  <a:lnTo>
                    <a:pt x="14147" y="5803"/>
                  </a:lnTo>
                  <a:lnTo>
                    <a:pt x="14262" y="5676"/>
                  </a:lnTo>
                  <a:close/>
                </a:path>
                <a:path w="30479" h="18415">
                  <a:moveTo>
                    <a:pt x="16992" y="1828"/>
                  </a:moveTo>
                  <a:lnTo>
                    <a:pt x="16840" y="1714"/>
                  </a:lnTo>
                  <a:lnTo>
                    <a:pt x="16814" y="1866"/>
                  </a:lnTo>
                  <a:lnTo>
                    <a:pt x="16992" y="1828"/>
                  </a:lnTo>
                  <a:close/>
                </a:path>
                <a:path w="30479" h="18415">
                  <a:moveTo>
                    <a:pt x="29578" y="13703"/>
                  </a:moveTo>
                  <a:lnTo>
                    <a:pt x="29514" y="12661"/>
                  </a:lnTo>
                  <a:lnTo>
                    <a:pt x="29540" y="11925"/>
                  </a:lnTo>
                  <a:lnTo>
                    <a:pt x="29451" y="12471"/>
                  </a:lnTo>
                  <a:lnTo>
                    <a:pt x="29527" y="13512"/>
                  </a:lnTo>
                  <a:lnTo>
                    <a:pt x="29502" y="14262"/>
                  </a:lnTo>
                  <a:lnTo>
                    <a:pt x="29578" y="13703"/>
                  </a:lnTo>
                  <a:close/>
                </a:path>
                <a:path w="30479" h="18415">
                  <a:moveTo>
                    <a:pt x="30302" y="18211"/>
                  </a:moveTo>
                  <a:lnTo>
                    <a:pt x="30276" y="18072"/>
                  </a:lnTo>
                  <a:lnTo>
                    <a:pt x="30238" y="17843"/>
                  </a:lnTo>
                  <a:lnTo>
                    <a:pt x="30213" y="18072"/>
                  </a:lnTo>
                  <a:lnTo>
                    <a:pt x="30226" y="182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3987139" y="1244841"/>
              <a:ext cx="30480" cy="18415"/>
            </a:xfrm>
            <a:custGeom>
              <a:avLst/>
              <a:gdLst/>
              <a:ahLst/>
              <a:cxnLst/>
              <a:rect l="l" t="t" r="r" b="b"/>
              <a:pathLst>
                <a:path w="30479" h="18415">
                  <a:moveTo>
                    <a:pt x="6819" y="6629"/>
                  </a:moveTo>
                  <a:lnTo>
                    <a:pt x="6680" y="6743"/>
                  </a:lnTo>
                  <a:lnTo>
                    <a:pt x="6819" y="6845"/>
                  </a:lnTo>
                  <a:lnTo>
                    <a:pt x="6819" y="6629"/>
                  </a:lnTo>
                  <a:close/>
                </a:path>
                <a:path w="30479" h="18415">
                  <a:moveTo>
                    <a:pt x="8928" y="7073"/>
                  </a:moveTo>
                  <a:lnTo>
                    <a:pt x="8801" y="6819"/>
                  </a:lnTo>
                  <a:lnTo>
                    <a:pt x="8801" y="7073"/>
                  </a:lnTo>
                  <a:lnTo>
                    <a:pt x="8928" y="7073"/>
                  </a:lnTo>
                  <a:close/>
                </a:path>
                <a:path w="30479" h="18415">
                  <a:moveTo>
                    <a:pt x="9347" y="10947"/>
                  </a:moveTo>
                  <a:lnTo>
                    <a:pt x="9283" y="10731"/>
                  </a:lnTo>
                  <a:lnTo>
                    <a:pt x="9232" y="10871"/>
                  </a:lnTo>
                  <a:close/>
                </a:path>
                <a:path w="30479" h="18415">
                  <a:moveTo>
                    <a:pt x="9372" y="11569"/>
                  </a:moveTo>
                  <a:lnTo>
                    <a:pt x="9232" y="11569"/>
                  </a:lnTo>
                  <a:lnTo>
                    <a:pt x="9283" y="11696"/>
                  </a:lnTo>
                  <a:lnTo>
                    <a:pt x="9372" y="11569"/>
                  </a:lnTo>
                  <a:close/>
                </a:path>
                <a:path w="30479" h="18415">
                  <a:moveTo>
                    <a:pt x="9906" y="10248"/>
                  </a:moveTo>
                  <a:lnTo>
                    <a:pt x="9867" y="10579"/>
                  </a:lnTo>
                  <a:lnTo>
                    <a:pt x="9906" y="10248"/>
                  </a:lnTo>
                  <a:close/>
                </a:path>
                <a:path w="30479" h="18415">
                  <a:moveTo>
                    <a:pt x="9994" y="850"/>
                  </a:moveTo>
                  <a:lnTo>
                    <a:pt x="9779" y="889"/>
                  </a:lnTo>
                  <a:lnTo>
                    <a:pt x="9779" y="1181"/>
                  </a:lnTo>
                  <a:lnTo>
                    <a:pt x="9994" y="1028"/>
                  </a:lnTo>
                  <a:lnTo>
                    <a:pt x="9994" y="850"/>
                  </a:lnTo>
                  <a:close/>
                </a:path>
                <a:path w="30479" h="18415">
                  <a:moveTo>
                    <a:pt x="10007" y="12890"/>
                  </a:moveTo>
                  <a:lnTo>
                    <a:pt x="9131" y="12890"/>
                  </a:lnTo>
                  <a:lnTo>
                    <a:pt x="8915" y="12052"/>
                  </a:lnTo>
                  <a:lnTo>
                    <a:pt x="8940" y="11468"/>
                  </a:lnTo>
                  <a:lnTo>
                    <a:pt x="8839" y="11760"/>
                  </a:lnTo>
                  <a:lnTo>
                    <a:pt x="8750" y="11417"/>
                  </a:lnTo>
                  <a:lnTo>
                    <a:pt x="8382" y="12344"/>
                  </a:lnTo>
                  <a:lnTo>
                    <a:pt x="8013" y="11442"/>
                  </a:lnTo>
                  <a:lnTo>
                    <a:pt x="7962" y="11582"/>
                  </a:lnTo>
                  <a:lnTo>
                    <a:pt x="7962" y="12890"/>
                  </a:lnTo>
                  <a:lnTo>
                    <a:pt x="7924" y="13093"/>
                  </a:lnTo>
                  <a:lnTo>
                    <a:pt x="7759" y="13093"/>
                  </a:lnTo>
                  <a:lnTo>
                    <a:pt x="7759" y="12890"/>
                  </a:lnTo>
                  <a:lnTo>
                    <a:pt x="7962" y="12890"/>
                  </a:lnTo>
                  <a:lnTo>
                    <a:pt x="7962" y="11582"/>
                  </a:lnTo>
                  <a:lnTo>
                    <a:pt x="7645" y="12382"/>
                  </a:lnTo>
                  <a:lnTo>
                    <a:pt x="7645" y="11150"/>
                  </a:lnTo>
                  <a:lnTo>
                    <a:pt x="7823" y="11010"/>
                  </a:lnTo>
                  <a:lnTo>
                    <a:pt x="7797" y="10833"/>
                  </a:lnTo>
                  <a:lnTo>
                    <a:pt x="7772" y="10972"/>
                  </a:lnTo>
                  <a:lnTo>
                    <a:pt x="7645" y="11023"/>
                  </a:lnTo>
                  <a:lnTo>
                    <a:pt x="7645" y="10833"/>
                  </a:lnTo>
                  <a:lnTo>
                    <a:pt x="7594" y="10680"/>
                  </a:lnTo>
                  <a:lnTo>
                    <a:pt x="7734" y="10680"/>
                  </a:lnTo>
                  <a:lnTo>
                    <a:pt x="7734" y="10160"/>
                  </a:lnTo>
                  <a:lnTo>
                    <a:pt x="8255" y="10160"/>
                  </a:lnTo>
                  <a:lnTo>
                    <a:pt x="8966" y="10160"/>
                  </a:lnTo>
                  <a:lnTo>
                    <a:pt x="9093" y="10160"/>
                  </a:lnTo>
                  <a:lnTo>
                    <a:pt x="9220" y="10160"/>
                  </a:lnTo>
                  <a:lnTo>
                    <a:pt x="9245" y="10363"/>
                  </a:lnTo>
                  <a:lnTo>
                    <a:pt x="9093" y="10439"/>
                  </a:lnTo>
                  <a:lnTo>
                    <a:pt x="9359" y="10515"/>
                  </a:lnTo>
                  <a:lnTo>
                    <a:pt x="9372" y="10160"/>
                  </a:lnTo>
                  <a:lnTo>
                    <a:pt x="9779" y="10160"/>
                  </a:lnTo>
                  <a:lnTo>
                    <a:pt x="9842" y="9969"/>
                  </a:lnTo>
                  <a:lnTo>
                    <a:pt x="9423" y="9753"/>
                  </a:lnTo>
                  <a:lnTo>
                    <a:pt x="9423" y="9626"/>
                  </a:lnTo>
                  <a:lnTo>
                    <a:pt x="8966" y="9309"/>
                  </a:lnTo>
                  <a:lnTo>
                    <a:pt x="8775" y="9537"/>
                  </a:lnTo>
                  <a:lnTo>
                    <a:pt x="8661" y="9144"/>
                  </a:lnTo>
                  <a:lnTo>
                    <a:pt x="7162" y="9144"/>
                  </a:lnTo>
                  <a:lnTo>
                    <a:pt x="7162" y="10833"/>
                  </a:lnTo>
                  <a:lnTo>
                    <a:pt x="7010" y="12052"/>
                  </a:lnTo>
                  <a:lnTo>
                    <a:pt x="6934" y="12687"/>
                  </a:lnTo>
                  <a:lnTo>
                    <a:pt x="6908" y="12890"/>
                  </a:lnTo>
                  <a:lnTo>
                    <a:pt x="6667" y="12890"/>
                  </a:lnTo>
                  <a:lnTo>
                    <a:pt x="6807" y="12039"/>
                  </a:lnTo>
                  <a:lnTo>
                    <a:pt x="6934" y="12687"/>
                  </a:lnTo>
                  <a:lnTo>
                    <a:pt x="6934" y="11976"/>
                  </a:lnTo>
                  <a:lnTo>
                    <a:pt x="7023" y="10833"/>
                  </a:lnTo>
                  <a:lnTo>
                    <a:pt x="7162" y="10833"/>
                  </a:lnTo>
                  <a:lnTo>
                    <a:pt x="7162" y="9144"/>
                  </a:lnTo>
                  <a:lnTo>
                    <a:pt x="6756" y="9144"/>
                  </a:lnTo>
                  <a:lnTo>
                    <a:pt x="6756" y="11772"/>
                  </a:lnTo>
                  <a:lnTo>
                    <a:pt x="5930" y="10833"/>
                  </a:lnTo>
                  <a:lnTo>
                    <a:pt x="6591" y="10833"/>
                  </a:lnTo>
                  <a:lnTo>
                    <a:pt x="6756" y="11772"/>
                  </a:lnTo>
                  <a:lnTo>
                    <a:pt x="6756" y="9144"/>
                  </a:lnTo>
                  <a:lnTo>
                    <a:pt x="88" y="9144"/>
                  </a:lnTo>
                  <a:lnTo>
                    <a:pt x="38" y="14109"/>
                  </a:lnTo>
                  <a:lnTo>
                    <a:pt x="9563" y="14109"/>
                  </a:lnTo>
                  <a:lnTo>
                    <a:pt x="9702" y="13931"/>
                  </a:lnTo>
                  <a:lnTo>
                    <a:pt x="9867" y="13931"/>
                  </a:lnTo>
                  <a:lnTo>
                    <a:pt x="9969" y="13093"/>
                  </a:lnTo>
                  <a:lnTo>
                    <a:pt x="10007" y="12890"/>
                  </a:lnTo>
                  <a:close/>
                </a:path>
                <a:path w="30479" h="18415">
                  <a:moveTo>
                    <a:pt x="10033" y="9347"/>
                  </a:moveTo>
                  <a:lnTo>
                    <a:pt x="9994" y="9105"/>
                  </a:lnTo>
                  <a:lnTo>
                    <a:pt x="9956" y="9245"/>
                  </a:lnTo>
                  <a:lnTo>
                    <a:pt x="9893" y="9461"/>
                  </a:lnTo>
                  <a:lnTo>
                    <a:pt x="10033" y="9347"/>
                  </a:lnTo>
                  <a:close/>
                </a:path>
                <a:path w="30479" h="18415">
                  <a:moveTo>
                    <a:pt x="10083" y="3644"/>
                  </a:moveTo>
                  <a:lnTo>
                    <a:pt x="9944" y="3581"/>
                  </a:lnTo>
                  <a:lnTo>
                    <a:pt x="9982" y="3797"/>
                  </a:lnTo>
                  <a:lnTo>
                    <a:pt x="9842" y="3860"/>
                  </a:lnTo>
                  <a:lnTo>
                    <a:pt x="9880" y="4000"/>
                  </a:lnTo>
                  <a:lnTo>
                    <a:pt x="10058" y="3937"/>
                  </a:lnTo>
                  <a:lnTo>
                    <a:pt x="10058" y="3721"/>
                  </a:lnTo>
                  <a:close/>
                </a:path>
                <a:path w="30479" h="18415">
                  <a:moveTo>
                    <a:pt x="10210" y="4089"/>
                  </a:moveTo>
                  <a:lnTo>
                    <a:pt x="10147" y="4267"/>
                  </a:lnTo>
                  <a:lnTo>
                    <a:pt x="10210" y="4089"/>
                  </a:lnTo>
                  <a:close/>
                </a:path>
                <a:path w="30479" h="18415">
                  <a:moveTo>
                    <a:pt x="10261" y="1651"/>
                  </a:moveTo>
                  <a:lnTo>
                    <a:pt x="10198" y="1409"/>
                  </a:lnTo>
                  <a:lnTo>
                    <a:pt x="9982" y="1409"/>
                  </a:lnTo>
                  <a:lnTo>
                    <a:pt x="9842" y="1574"/>
                  </a:lnTo>
                  <a:lnTo>
                    <a:pt x="9931" y="1866"/>
                  </a:lnTo>
                  <a:lnTo>
                    <a:pt x="10045" y="2082"/>
                  </a:lnTo>
                  <a:lnTo>
                    <a:pt x="10236" y="1828"/>
                  </a:lnTo>
                  <a:lnTo>
                    <a:pt x="10083" y="1739"/>
                  </a:lnTo>
                  <a:lnTo>
                    <a:pt x="9982" y="1574"/>
                  </a:lnTo>
                  <a:lnTo>
                    <a:pt x="10198" y="1473"/>
                  </a:lnTo>
                  <a:lnTo>
                    <a:pt x="10261" y="1651"/>
                  </a:lnTo>
                  <a:close/>
                </a:path>
                <a:path w="30479" h="18415">
                  <a:moveTo>
                    <a:pt x="10274" y="4546"/>
                  </a:moveTo>
                  <a:lnTo>
                    <a:pt x="10096" y="4660"/>
                  </a:lnTo>
                  <a:lnTo>
                    <a:pt x="10147" y="4838"/>
                  </a:lnTo>
                  <a:lnTo>
                    <a:pt x="10274" y="4546"/>
                  </a:lnTo>
                  <a:close/>
                </a:path>
                <a:path w="30479" h="18415">
                  <a:moveTo>
                    <a:pt x="10312" y="9105"/>
                  </a:moveTo>
                  <a:lnTo>
                    <a:pt x="10236" y="9283"/>
                  </a:lnTo>
                  <a:lnTo>
                    <a:pt x="10312" y="9105"/>
                  </a:lnTo>
                  <a:close/>
                </a:path>
                <a:path w="30479" h="18415">
                  <a:moveTo>
                    <a:pt x="10350" y="2743"/>
                  </a:moveTo>
                  <a:lnTo>
                    <a:pt x="10312" y="2552"/>
                  </a:lnTo>
                  <a:lnTo>
                    <a:pt x="10248" y="2311"/>
                  </a:lnTo>
                  <a:lnTo>
                    <a:pt x="10033" y="2400"/>
                  </a:lnTo>
                  <a:lnTo>
                    <a:pt x="10033" y="2108"/>
                  </a:lnTo>
                  <a:lnTo>
                    <a:pt x="9944" y="2336"/>
                  </a:lnTo>
                  <a:lnTo>
                    <a:pt x="10007" y="2616"/>
                  </a:lnTo>
                  <a:lnTo>
                    <a:pt x="9918" y="2895"/>
                  </a:lnTo>
                  <a:lnTo>
                    <a:pt x="9956" y="3035"/>
                  </a:lnTo>
                  <a:lnTo>
                    <a:pt x="10058" y="3200"/>
                  </a:lnTo>
                  <a:lnTo>
                    <a:pt x="10134" y="2921"/>
                  </a:lnTo>
                  <a:lnTo>
                    <a:pt x="10236" y="3060"/>
                  </a:lnTo>
                  <a:lnTo>
                    <a:pt x="10312" y="2895"/>
                  </a:lnTo>
                  <a:lnTo>
                    <a:pt x="10350" y="2743"/>
                  </a:lnTo>
                  <a:close/>
                </a:path>
                <a:path w="30479" h="18415">
                  <a:moveTo>
                    <a:pt x="10414" y="9105"/>
                  </a:moveTo>
                  <a:close/>
                </a:path>
                <a:path w="30479" h="18415">
                  <a:moveTo>
                    <a:pt x="10553" y="3695"/>
                  </a:moveTo>
                  <a:lnTo>
                    <a:pt x="10515" y="3467"/>
                  </a:lnTo>
                  <a:lnTo>
                    <a:pt x="10477" y="3657"/>
                  </a:lnTo>
                  <a:close/>
                </a:path>
                <a:path w="30479" h="18415">
                  <a:moveTo>
                    <a:pt x="10629" y="4000"/>
                  </a:moveTo>
                  <a:lnTo>
                    <a:pt x="10464" y="4114"/>
                  </a:lnTo>
                  <a:lnTo>
                    <a:pt x="10604" y="4241"/>
                  </a:lnTo>
                  <a:lnTo>
                    <a:pt x="10629" y="4000"/>
                  </a:lnTo>
                  <a:close/>
                </a:path>
                <a:path w="30479" h="18415">
                  <a:moveTo>
                    <a:pt x="10655" y="11404"/>
                  </a:moveTo>
                  <a:lnTo>
                    <a:pt x="10591" y="11163"/>
                  </a:lnTo>
                  <a:lnTo>
                    <a:pt x="10515" y="11341"/>
                  </a:lnTo>
                  <a:lnTo>
                    <a:pt x="10655" y="11404"/>
                  </a:lnTo>
                  <a:close/>
                </a:path>
                <a:path w="30479" h="18415">
                  <a:moveTo>
                    <a:pt x="10731" y="10985"/>
                  </a:moveTo>
                  <a:lnTo>
                    <a:pt x="10706" y="10858"/>
                  </a:lnTo>
                  <a:lnTo>
                    <a:pt x="10515" y="10858"/>
                  </a:lnTo>
                  <a:lnTo>
                    <a:pt x="10591" y="11010"/>
                  </a:lnTo>
                  <a:lnTo>
                    <a:pt x="10731" y="10985"/>
                  </a:lnTo>
                  <a:close/>
                </a:path>
                <a:path w="30479" h="18415">
                  <a:moveTo>
                    <a:pt x="10833" y="18288"/>
                  </a:moveTo>
                  <a:lnTo>
                    <a:pt x="10033" y="17487"/>
                  </a:lnTo>
                  <a:lnTo>
                    <a:pt x="10033" y="16916"/>
                  </a:lnTo>
                  <a:lnTo>
                    <a:pt x="9817" y="16916"/>
                  </a:lnTo>
                  <a:lnTo>
                    <a:pt x="9842" y="16675"/>
                  </a:lnTo>
                  <a:lnTo>
                    <a:pt x="9918" y="16090"/>
                  </a:lnTo>
                  <a:lnTo>
                    <a:pt x="9702" y="16090"/>
                  </a:lnTo>
                  <a:lnTo>
                    <a:pt x="9702" y="16916"/>
                  </a:lnTo>
                  <a:lnTo>
                    <a:pt x="9664" y="17132"/>
                  </a:lnTo>
                  <a:lnTo>
                    <a:pt x="9461" y="16916"/>
                  </a:lnTo>
                  <a:lnTo>
                    <a:pt x="9702" y="16916"/>
                  </a:lnTo>
                  <a:lnTo>
                    <a:pt x="9702" y="16090"/>
                  </a:lnTo>
                  <a:lnTo>
                    <a:pt x="9867" y="15824"/>
                  </a:lnTo>
                  <a:lnTo>
                    <a:pt x="9842" y="15176"/>
                  </a:lnTo>
                  <a:lnTo>
                    <a:pt x="9702" y="15176"/>
                  </a:lnTo>
                  <a:lnTo>
                    <a:pt x="9702" y="15824"/>
                  </a:lnTo>
                  <a:lnTo>
                    <a:pt x="9588" y="16040"/>
                  </a:lnTo>
                  <a:lnTo>
                    <a:pt x="9550" y="15824"/>
                  </a:lnTo>
                  <a:lnTo>
                    <a:pt x="9702" y="15824"/>
                  </a:lnTo>
                  <a:lnTo>
                    <a:pt x="9702" y="15176"/>
                  </a:lnTo>
                  <a:lnTo>
                    <a:pt x="9652" y="14732"/>
                  </a:lnTo>
                  <a:lnTo>
                    <a:pt x="9652" y="14579"/>
                  </a:lnTo>
                  <a:lnTo>
                    <a:pt x="8102" y="14579"/>
                  </a:lnTo>
                  <a:lnTo>
                    <a:pt x="8102" y="15824"/>
                  </a:lnTo>
                  <a:lnTo>
                    <a:pt x="7950" y="15557"/>
                  </a:lnTo>
                  <a:lnTo>
                    <a:pt x="8102" y="15824"/>
                  </a:lnTo>
                  <a:lnTo>
                    <a:pt x="8102" y="14579"/>
                  </a:lnTo>
                  <a:lnTo>
                    <a:pt x="8077" y="14732"/>
                  </a:lnTo>
                  <a:lnTo>
                    <a:pt x="8064" y="15176"/>
                  </a:lnTo>
                  <a:lnTo>
                    <a:pt x="7924" y="15176"/>
                  </a:lnTo>
                  <a:lnTo>
                    <a:pt x="7950" y="15011"/>
                  </a:lnTo>
                  <a:lnTo>
                    <a:pt x="8077" y="14732"/>
                  </a:lnTo>
                  <a:lnTo>
                    <a:pt x="8077" y="14579"/>
                  </a:lnTo>
                  <a:lnTo>
                    <a:pt x="7886" y="14579"/>
                  </a:lnTo>
                  <a:lnTo>
                    <a:pt x="7886" y="15824"/>
                  </a:lnTo>
                  <a:lnTo>
                    <a:pt x="7861" y="15506"/>
                  </a:lnTo>
                  <a:lnTo>
                    <a:pt x="7886" y="15824"/>
                  </a:lnTo>
                  <a:lnTo>
                    <a:pt x="7886" y="14579"/>
                  </a:lnTo>
                  <a:lnTo>
                    <a:pt x="38" y="14579"/>
                  </a:lnTo>
                  <a:lnTo>
                    <a:pt x="0" y="18288"/>
                  </a:lnTo>
                  <a:lnTo>
                    <a:pt x="9499" y="18288"/>
                  </a:lnTo>
                  <a:lnTo>
                    <a:pt x="10033" y="18288"/>
                  </a:lnTo>
                  <a:lnTo>
                    <a:pt x="10172" y="18288"/>
                  </a:lnTo>
                  <a:lnTo>
                    <a:pt x="10833" y="18288"/>
                  </a:lnTo>
                  <a:close/>
                </a:path>
                <a:path w="30479" h="18415">
                  <a:moveTo>
                    <a:pt x="10985" y="7264"/>
                  </a:moveTo>
                  <a:lnTo>
                    <a:pt x="10833" y="7239"/>
                  </a:lnTo>
                  <a:lnTo>
                    <a:pt x="10883" y="6985"/>
                  </a:lnTo>
                  <a:lnTo>
                    <a:pt x="10756" y="7239"/>
                  </a:lnTo>
                  <a:lnTo>
                    <a:pt x="10985" y="7429"/>
                  </a:lnTo>
                  <a:lnTo>
                    <a:pt x="10985" y="7264"/>
                  </a:lnTo>
                  <a:close/>
                </a:path>
                <a:path w="30479" h="18415">
                  <a:moveTo>
                    <a:pt x="11188" y="9105"/>
                  </a:moveTo>
                  <a:lnTo>
                    <a:pt x="11163" y="9283"/>
                  </a:lnTo>
                  <a:lnTo>
                    <a:pt x="11188" y="9105"/>
                  </a:lnTo>
                  <a:close/>
                </a:path>
                <a:path w="30479" h="18415">
                  <a:moveTo>
                    <a:pt x="11277" y="5981"/>
                  </a:moveTo>
                  <a:lnTo>
                    <a:pt x="11049" y="6057"/>
                  </a:lnTo>
                  <a:lnTo>
                    <a:pt x="11125" y="6248"/>
                  </a:lnTo>
                  <a:lnTo>
                    <a:pt x="11125" y="6121"/>
                  </a:lnTo>
                  <a:lnTo>
                    <a:pt x="11277" y="5981"/>
                  </a:lnTo>
                  <a:close/>
                </a:path>
                <a:path w="30479" h="18415">
                  <a:moveTo>
                    <a:pt x="11315" y="9105"/>
                  </a:moveTo>
                  <a:close/>
                </a:path>
                <a:path w="30479" h="18415">
                  <a:moveTo>
                    <a:pt x="11404" y="6273"/>
                  </a:moveTo>
                  <a:lnTo>
                    <a:pt x="11277" y="6159"/>
                  </a:lnTo>
                  <a:lnTo>
                    <a:pt x="11303" y="6299"/>
                  </a:lnTo>
                  <a:close/>
                </a:path>
                <a:path w="30479" h="18415">
                  <a:moveTo>
                    <a:pt x="11417" y="15138"/>
                  </a:moveTo>
                  <a:lnTo>
                    <a:pt x="11163" y="14935"/>
                  </a:lnTo>
                  <a:lnTo>
                    <a:pt x="10972" y="14566"/>
                  </a:lnTo>
                  <a:lnTo>
                    <a:pt x="11036" y="15138"/>
                  </a:lnTo>
                  <a:lnTo>
                    <a:pt x="11112" y="14947"/>
                  </a:lnTo>
                  <a:lnTo>
                    <a:pt x="11176" y="15278"/>
                  </a:lnTo>
                  <a:lnTo>
                    <a:pt x="11176" y="15138"/>
                  </a:lnTo>
                  <a:lnTo>
                    <a:pt x="11417" y="15138"/>
                  </a:lnTo>
                  <a:close/>
                </a:path>
                <a:path w="30479" h="18415">
                  <a:moveTo>
                    <a:pt x="11823" y="13855"/>
                  </a:moveTo>
                  <a:lnTo>
                    <a:pt x="11798" y="13639"/>
                  </a:lnTo>
                  <a:lnTo>
                    <a:pt x="11696" y="13855"/>
                  </a:lnTo>
                  <a:lnTo>
                    <a:pt x="11823" y="13855"/>
                  </a:lnTo>
                  <a:close/>
                </a:path>
                <a:path w="30479" h="18415">
                  <a:moveTo>
                    <a:pt x="11874" y="18288"/>
                  </a:moveTo>
                  <a:lnTo>
                    <a:pt x="11798" y="17868"/>
                  </a:lnTo>
                  <a:lnTo>
                    <a:pt x="11798" y="18288"/>
                  </a:lnTo>
                  <a:close/>
                </a:path>
                <a:path w="30479" h="18415">
                  <a:moveTo>
                    <a:pt x="11899" y="17157"/>
                  </a:moveTo>
                  <a:lnTo>
                    <a:pt x="11747" y="17043"/>
                  </a:lnTo>
                  <a:lnTo>
                    <a:pt x="11823" y="17399"/>
                  </a:lnTo>
                  <a:lnTo>
                    <a:pt x="11823" y="17183"/>
                  </a:lnTo>
                  <a:close/>
                </a:path>
                <a:path w="30479" h="18415">
                  <a:moveTo>
                    <a:pt x="11938" y="7683"/>
                  </a:moveTo>
                  <a:lnTo>
                    <a:pt x="11912" y="7454"/>
                  </a:lnTo>
                  <a:lnTo>
                    <a:pt x="11874" y="7086"/>
                  </a:lnTo>
                  <a:lnTo>
                    <a:pt x="11760" y="7480"/>
                  </a:lnTo>
                  <a:lnTo>
                    <a:pt x="11938" y="7683"/>
                  </a:lnTo>
                  <a:close/>
                </a:path>
                <a:path w="30479" h="18415">
                  <a:moveTo>
                    <a:pt x="12014" y="11760"/>
                  </a:moveTo>
                  <a:lnTo>
                    <a:pt x="11950" y="11468"/>
                  </a:lnTo>
                  <a:lnTo>
                    <a:pt x="11747" y="11849"/>
                  </a:lnTo>
                  <a:lnTo>
                    <a:pt x="11950" y="11760"/>
                  </a:lnTo>
                  <a:close/>
                </a:path>
                <a:path w="30479" h="18415">
                  <a:moveTo>
                    <a:pt x="12255" y="13131"/>
                  </a:moveTo>
                  <a:lnTo>
                    <a:pt x="12115" y="13093"/>
                  </a:lnTo>
                  <a:lnTo>
                    <a:pt x="12230" y="13309"/>
                  </a:lnTo>
                  <a:lnTo>
                    <a:pt x="12255" y="13131"/>
                  </a:lnTo>
                  <a:close/>
                </a:path>
                <a:path w="30479" h="18415">
                  <a:moveTo>
                    <a:pt x="12446" y="6032"/>
                  </a:moveTo>
                  <a:lnTo>
                    <a:pt x="12255" y="6032"/>
                  </a:lnTo>
                  <a:lnTo>
                    <a:pt x="12293" y="6172"/>
                  </a:lnTo>
                  <a:lnTo>
                    <a:pt x="12446" y="6032"/>
                  </a:lnTo>
                  <a:close/>
                </a:path>
                <a:path w="30479" h="18415">
                  <a:moveTo>
                    <a:pt x="12522" y="16929"/>
                  </a:moveTo>
                  <a:lnTo>
                    <a:pt x="12344" y="16891"/>
                  </a:lnTo>
                  <a:lnTo>
                    <a:pt x="12522" y="17119"/>
                  </a:lnTo>
                  <a:lnTo>
                    <a:pt x="12522" y="16929"/>
                  </a:lnTo>
                  <a:close/>
                </a:path>
                <a:path w="30479" h="18415">
                  <a:moveTo>
                    <a:pt x="12560" y="3937"/>
                  </a:moveTo>
                  <a:lnTo>
                    <a:pt x="12369" y="3810"/>
                  </a:lnTo>
                  <a:lnTo>
                    <a:pt x="12344" y="3937"/>
                  </a:lnTo>
                  <a:lnTo>
                    <a:pt x="12560" y="3937"/>
                  </a:lnTo>
                  <a:close/>
                </a:path>
                <a:path w="30479" h="18415">
                  <a:moveTo>
                    <a:pt x="12623" y="11201"/>
                  </a:moveTo>
                  <a:lnTo>
                    <a:pt x="12446" y="11341"/>
                  </a:lnTo>
                  <a:lnTo>
                    <a:pt x="12623" y="11201"/>
                  </a:lnTo>
                  <a:close/>
                </a:path>
                <a:path w="30479" h="18415">
                  <a:moveTo>
                    <a:pt x="12661" y="355"/>
                  </a:moveTo>
                  <a:lnTo>
                    <a:pt x="12623" y="0"/>
                  </a:lnTo>
                  <a:lnTo>
                    <a:pt x="12509" y="177"/>
                  </a:lnTo>
                  <a:lnTo>
                    <a:pt x="12331" y="673"/>
                  </a:lnTo>
                  <a:lnTo>
                    <a:pt x="12560" y="863"/>
                  </a:lnTo>
                  <a:lnTo>
                    <a:pt x="12649" y="685"/>
                  </a:lnTo>
                  <a:lnTo>
                    <a:pt x="12484" y="571"/>
                  </a:lnTo>
                  <a:lnTo>
                    <a:pt x="12661" y="355"/>
                  </a:lnTo>
                  <a:close/>
                </a:path>
                <a:path w="30479" h="18415">
                  <a:moveTo>
                    <a:pt x="12776" y="14312"/>
                  </a:moveTo>
                  <a:lnTo>
                    <a:pt x="12522" y="14160"/>
                  </a:lnTo>
                  <a:lnTo>
                    <a:pt x="12560" y="14312"/>
                  </a:lnTo>
                  <a:lnTo>
                    <a:pt x="12458" y="14452"/>
                  </a:lnTo>
                  <a:lnTo>
                    <a:pt x="12776" y="14312"/>
                  </a:lnTo>
                  <a:close/>
                </a:path>
                <a:path w="30479" h="18415">
                  <a:moveTo>
                    <a:pt x="12915" y="6413"/>
                  </a:moveTo>
                  <a:lnTo>
                    <a:pt x="12801" y="6235"/>
                  </a:lnTo>
                  <a:lnTo>
                    <a:pt x="12776" y="6451"/>
                  </a:lnTo>
                  <a:lnTo>
                    <a:pt x="12915" y="6413"/>
                  </a:lnTo>
                  <a:close/>
                </a:path>
                <a:path w="30479" h="18415">
                  <a:moveTo>
                    <a:pt x="13004" y="76"/>
                  </a:moveTo>
                  <a:lnTo>
                    <a:pt x="12865" y="50"/>
                  </a:lnTo>
                  <a:lnTo>
                    <a:pt x="12839" y="203"/>
                  </a:lnTo>
                  <a:lnTo>
                    <a:pt x="12903" y="355"/>
                  </a:lnTo>
                  <a:lnTo>
                    <a:pt x="13004" y="76"/>
                  </a:lnTo>
                  <a:close/>
                </a:path>
                <a:path w="30479" h="18415">
                  <a:moveTo>
                    <a:pt x="13296" y="15074"/>
                  </a:moveTo>
                  <a:lnTo>
                    <a:pt x="13271" y="14846"/>
                  </a:lnTo>
                  <a:lnTo>
                    <a:pt x="13296" y="15074"/>
                  </a:lnTo>
                  <a:close/>
                </a:path>
                <a:path w="30479" h="18415">
                  <a:moveTo>
                    <a:pt x="13411" y="3022"/>
                  </a:moveTo>
                  <a:lnTo>
                    <a:pt x="13144" y="2768"/>
                  </a:lnTo>
                  <a:lnTo>
                    <a:pt x="13119" y="2578"/>
                  </a:lnTo>
                  <a:lnTo>
                    <a:pt x="13093" y="2743"/>
                  </a:lnTo>
                  <a:lnTo>
                    <a:pt x="13119" y="2997"/>
                  </a:lnTo>
                  <a:lnTo>
                    <a:pt x="13157" y="3263"/>
                  </a:lnTo>
                  <a:lnTo>
                    <a:pt x="13220" y="2984"/>
                  </a:lnTo>
                  <a:lnTo>
                    <a:pt x="13246" y="3187"/>
                  </a:lnTo>
                  <a:lnTo>
                    <a:pt x="13411" y="3022"/>
                  </a:lnTo>
                  <a:close/>
                </a:path>
                <a:path w="30479" h="18415">
                  <a:moveTo>
                    <a:pt x="13487" y="14058"/>
                  </a:moveTo>
                  <a:lnTo>
                    <a:pt x="13335" y="14249"/>
                  </a:lnTo>
                  <a:lnTo>
                    <a:pt x="13487" y="14058"/>
                  </a:lnTo>
                  <a:close/>
                </a:path>
                <a:path w="30479" h="18415">
                  <a:moveTo>
                    <a:pt x="13512" y="16052"/>
                  </a:moveTo>
                  <a:lnTo>
                    <a:pt x="13385" y="15798"/>
                  </a:lnTo>
                  <a:lnTo>
                    <a:pt x="13271" y="15938"/>
                  </a:lnTo>
                  <a:lnTo>
                    <a:pt x="13487" y="16167"/>
                  </a:lnTo>
                  <a:close/>
                </a:path>
                <a:path w="30479" h="18415">
                  <a:moveTo>
                    <a:pt x="13690" y="17538"/>
                  </a:moveTo>
                  <a:lnTo>
                    <a:pt x="13550" y="17729"/>
                  </a:lnTo>
                  <a:lnTo>
                    <a:pt x="13614" y="17564"/>
                  </a:lnTo>
                  <a:close/>
                </a:path>
                <a:path w="30479" h="18415">
                  <a:moveTo>
                    <a:pt x="13690" y="3949"/>
                  </a:moveTo>
                  <a:lnTo>
                    <a:pt x="13652" y="3657"/>
                  </a:lnTo>
                  <a:lnTo>
                    <a:pt x="13627" y="3441"/>
                  </a:lnTo>
                  <a:lnTo>
                    <a:pt x="13512" y="3111"/>
                  </a:lnTo>
                  <a:lnTo>
                    <a:pt x="13449" y="3911"/>
                  </a:lnTo>
                  <a:lnTo>
                    <a:pt x="13690" y="3949"/>
                  </a:lnTo>
                  <a:close/>
                </a:path>
                <a:path w="30479" h="18415">
                  <a:moveTo>
                    <a:pt x="13944" y="4546"/>
                  </a:moveTo>
                  <a:lnTo>
                    <a:pt x="13741" y="4191"/>
                  </a:lnTo>
                  <a:lnTo>
                    <a:pt x="13766" y="4051"/>
                  </a:lnTo>
                  <a:lnTo>
                    <a:pt x="13589" y="3962"/>
                  </a:lnTo>
                  <a:lnTo>
                    <a:pt x="13728" y="4432"/>
                  </a:lnTo>
                  <a:lnTo>
                    <a:pt x="13944" y="4546"/>
                  </a:lnTo>
                  <a:close/>
                </a:path>
                <a:path w="30479" h="18415">
                  <a:moveTo>
                    <a:pt x="14109" y="13716"/>
                  </a:moveTo>
                  <a:lnTo>
                    <a:pt x="13982" y="13512"/>
                  </a:lnTo>
                  <a:lnTo>
                    <a:pt x="13982" y="13716"/>
                  </a:lnTo>
                  <a:lnTo>
                    <a:pt x="13804" y="13919"/>
                  </a:lnTo>
                  <a:lnTo>
                    <a:pt x="13919" y="14122"/>
                  </a:lnTo>
                  <a:lnTo>
                    <a:pt x="13957" y="13931"/>
                  </a:lnTo>
                  <a:lnTo>
                    <a:pt x="14109" y="13716"/>
                  </a:lnTo>
                  <a:close/>
                </a:path>
                <a:path w="30479" h="18415">
                  <a:moveTo>
                    <a:pt x="14274" y="5676"/>
                  </a:moveTo>
                  <a:lnTo>
                    <a:pt x="14185" y="5435"/>
                  </a:lnTo>
                  <a:lnTo>
                    <a:pt x="14198" y="5232"/>
                  </a:lnTo>
                  <a:lnTo>
                    <a:pt x="14122" y="5410"/>
                  </a:lnTo>
                  <a:lnTo>
                    <a:pt x="14160" y="5537"/>
                  </a:lnTo>
                  <a:lnTo>
                    <a:pt x="14160" y="5791"/>
                  </a:lnTo>
                  <a:close/>
                </a:path>
                <a:path w="30479" h="18415">
                  <a:moveTo>
                    <a:pt x="17005" y="1828"/>
                  </a:moveTo>
                  <a:lnTo>
                    <a:pt x="16852" y="1701"/>
                  </a:lnTo>
                  <a:lnTo>
                    <a:pt x="16827" y="1854"/>
                  </a:lnTo>
                  <a:lnTo>
                    <a:pt x="17005" y="1828"/>
                  </a:lnTo>
                  <a:close/>
                </a:path>
                <a:path w="30479" h="18415">
                  <a:moveTo>
                    <a:pt x="29591" y="13614"/>
                  </a:moveTo>
                  <a:lnTo>
                    <a:pt x="29514" y="13055"/>
                  </a:lnTo>
                  <a:lnTo>
                    <a:pt x="29540" y="13804"/>
                  </a:lnTo>
                  <a:lnTo>
                    <a:pt x="29476" y="14833"/>
                  </a:lnTo>
                  <a:lnTo>
                    <a:pt x="29552" y="15392"/>
                  </a:lnTo>
                  <a:lnTo>
                    <a:pt x="29527" y="14643"/>
                  </a:lnTo>
                  <a:lnTo>
                    <a:pt x="29591" y="13614"/>
                  </a:lnTo>
                  <a:close/>
                </a:path>
                <a:path w="30479" h="18415">
                  <a:moveTo>
                    <a:pt x="30314" y="9118"/>
                  </a:moveTo>
                  <a:lnTo>
                    <a:pt x="30226" y="9258"/>
                  </a:lnTo>
                  <a:lnTo>
                    <a:pt x="30200" y="9410"/>
                  </a:lnTo>
                  <a:lnTo>
                    <a:pt x="30289" y="9258"/>
                  </a:lnTo>
                  <a:lnTo>
                    <a:pt x="30314" y="911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3987152" y="1254467"/>
              <a:ext cx="30480" cy="17780"/>
            </a:xfrm>
            <a:custGeom>
              <a:avLst/>
              <a:gdLst/>
              <a:ahLst/>
              <a:cxnLst/>
              <a:rect l="l" t="t" r="r" b="b"/>
              <a:pathLst>
                <a:path w="30479" h="17780">
                  <a:moveTo>
                    <a:pt x="6807" y="1803"/>
                  </a:moveTo>
                  <a:lnTo>
                    <a:pt x="6667" y="1943"/>
                  </a:lnTo>
                  <a:lnTo>
                    <a:pt x="6807" y="2032"/>
                  </a:lnTo>
                  <a:lnTo>
                    <a:pt x="6807" y="1803"/>
                  </a:lnTo>
                  <a:close/>
                </a:path>
                <a:path w="30479" h="17780">
                  <a:moveTo>
                    <a:pt x="8915" y="1574"/>
                  </a:moveTo>
                  <a:lnTo>
                    <a:pt x="8788" y="1574"/>
                  </a:lnTo>
                  <a:lnTo>
                    <a:pt x="8788" y="1841"/>
                  </a:lnTo>
                  <a:lnTo>
                    <a:pt x="8915" y="1574"/>
                  </a:lnTo>
                  <a:close/>
                </a:path>
                <a:path w="30479" h="17780">
                  <a:moveTo>
                    <a:pt x="9321" y="15887"/>
                  </a:moveTo>
                  <a:lnTo>
                    <a:pt x="9271" y="16103"/>
                  </a:lnTo>
                  <a:lnTo>
                    <a:pt x="9321" y="15887"/>
                  </a:lnTo>
                  <a:close/>
                </a:path>
                <a:path w="30479" h="17780">
                  <a:moveTo>
                    <a:pt x="9423" y="393"/>
                  </a:moveTo>
                  <a:lnTo>
                    <a:pt x="9410" y="0"/>
                  </a:lnTo>
                  <a:lnTo>
                    <a:pt x="9372" y="228"/>
                  </a:lnTo>
                  <a:lnTo>
                    <a:pt x="9156" y="228"/>
                  </a:lnTo>
                  <a:lnTo>
                    <a:pt x="8991" y="355"/>
                  </a:lnTo>
                  <a:lnTo>
                    <a:pt x="9080" y="533"/>
                  </a:lnTo>
                  <a:lnTo>
                    <a:pt x="9182" y="393"/>
                  </a:lnTo>
                  <a:lnTo>
                    <a:pt x="9232" y="584"/>
                  </a:lnTo>
                  <a:lnTo>
                    <a:pt x="9232" y="736"/>
                  </a:lnTo>
                  <a:lnTo>
                    <a:pt x="9080" y="812"/>
                  </a:lnTo>
                  <a:lnTo>
                    <a:pt x="9347" y="889"/>
                  </a:lnTo>
                  <a:lnTo>
                    <a:pt x="9372" y="292"/>
                  </a:lnTo>
                  <a:close/>
                </a:path>
                <a:path w="30479" h="17780">
                  <a:moveTo>
                    <a:pt x="9664" y="1193"/>
                  </a:moveTo>
                  <a:lnTo>
                    <a:pt x="9461" y="825"/>
                  </a:lnTo>
                  <a:lnTo>
                    <a:pt x="9423" y="1054"/>
                  </a:lnTo>
                  <a:lnTo>
                    <a:pt x="9525" y="1244"/>
                  </a:lnTo>
                  <a:lnTo>
                    <a:pt x="9423" y="1104"/>
                  </a:lnTo>
                  <a:lnTo>
                    <a:pt x="9448" y="1333"/>
                  </a:lnTo>
                  <a:lnTo>
                    <a:pt x="9423" y="1473"/>
                  </a:lnTo>
                  <a:lnTo>
                    <a:pt x="9283" y="1536"/>
                  </a:lnTo>
                  <a:lnTo>
                    <a:pt x="9512" y="1536"/>
                  </a:lnTo>
                  <a:lnTo>
                    <a:pt x="9474" y="1231"/>
                  </a:lnTo>
                  <a:lnTo>
                    <a:pt x="9664" y="1625"/>
                  </a:lnTo>
                  <a:lnTo>
                    <a:pt x="9664" y="1193"/>
                  </a:lnTo>
                  <a:close/>
                </a:path>
                <a:path w="30479" h="17780">
                  <a:moveTo>
                    <a:pt x="9829" y="16852"/>
                  </a:moveTo>
                  <a:lnTo>
                    <a:pt x="9766" y="16649"/>
                  </a:lnTo>
                  <a:lnTo>
                    <a:pt x="9766" y="16827"/>
                  </a:lnTo>
                  <a:close/>
                </a:path>
                <a:path w="30479" h="17780">
                  <a:moveTo>
                    <a:pt x="9893" y="16586"/>
                  </a:moveTo>
                  <a:lnTo>
                    <a:pt x="9855" y="16256"/>
                  </a:lnTo>
                  <a:lnTo>
                    <a:pt x="9791" y="16611"/>
                  </a:lnTo>
                  <a:close/>
                </a:path>
                <a:path w="30479" h="17780">
                  <a:moveTo>
                    <a:pt x="9982" y="7620"/>
                  </a:moveTo>
                  <a:lnTo>
                    <a:pt x="9766" y="7493"/>
                  </a:lnTo>
                  <a:lnTo>
                    <a:pt x="9766" y="7785"/>
                  </a:lnTo>
                  <a:lnTo>
                    <a:pt x="9982" y="7810"/>
                  </a:lnTo>
                  <a:lnTo>
                    <a:pt x="9982" y="7620"/>
                  </a:lnTo>
                  <a:close/>
                </a:path>
                <a:path w="30479" h="17780">
                  <a:moveTo>
                    <a:pt x="10020" y="17475"/>
                  </a:moveTo>
                  <a:lnTo>
                    <a:pt x="9880" y="17360"/>
                  </a:lnTo>
                  <a:lnTo>
                    <a:pt x="9944" y="17576"/>
                  </a:lnTo>
                  <a:lnTo>
                    <a:pt x="9918" y="17716"/>
                  </a:lnTo>
                  <a:lnTo>
                    <a:pt x="10007" y="17576"/>
                  </a:lnTo>
                  <a:close/>
                </a:path>
                <a:path w="30479" h="17780">
                  <a:moveTo>
                    <a:pt x="10033" y="1143"/>
                  </a:moveTo>
                  <a:lnTo>
                    <a:pt x="9880" y="1066"/>
                  </a:lnTo>
                  <a:lnTo>
                    <a:pt x="10033" y="1143"/>
                  </a:lnTo>
                  <a:close/>
                </a:path>
                <a:path w="30479" h="17780">
                  <a:moveTo>
                    <a:pt x="10071" y="5016"/>
                  </a:moveTo>
                  <a:lnTo>
                    <a:pt x="10045" y="4711"/>
                  </a:lnTo>
                  <a:lnTo>
                    <a:pt x="9867" y="4648"/>
                  </a:lnTo>
                  <a:lnTo>
                    <a:pt x="9829" y="4813"/>
                  </a:lnTo>
                  <a:lnTo>
                    <a:pt x="9969" y="4876"/>
                  </a:lnTo>
                  <a:lnTo>
                    <a:pt x="9893" y="5016"/>
                  </a:lnTo>
                  <a:lnTo>
                    <a:pt x="10071" y="5016"/>
                  </a:lnTo>
                  <a:close/>
                </a:path>
                <a:path w="30479" h="17780">
                  <a:moveTo>
                    <a:pt x="10198" y="4584"/>
                  </a:moveTo>
                  <a:lnTo>
                    <a:pt x="10134" y="4394"/>
                  </a:lnTo>
                  <a:lnTo>
                    <a:pt x="10160" y="4635"/>
                  </a:lnTo>
                  <a:close/>
                </a:path>
                <a:path w="30479" h="17780">
                  <a:moveTo>
                    <a:pt x="10236" y="8686"/>
                  </a:moveTo>
                  <a:lnTo>
                    <a:pt x="9817" y="9423"/>
                  </a:lnTo>
                  <a:lnTo>
                    <a:pt x="9664" y="8686"/>
                  </a:lnTo>
                  <a:lnTo>
                    <a:pt x="9512" y="8686"/>
                  </a:lnTo>
                  <a:lnTo>
                    <a:pt x="8801" y="8686"/>
                  </a:lnTo>
                  <a:lnTo>
                    <a:pt x="8801" y="13843"/>
                  </a:lnTo>
                  <a:lnTo>
                    <a:pt x="8801" y="14185"/>
                  </a:lnTo>
                  <a:lnTo>
                    <a:pt x="8801" y="14744"/>
                  </a:lnTo>
                  <a:lnTo>
                    <a:pt x="8801" y="14871"/>
                  </a:lnTo>
                  <a:lnTo>
                    <a:pt x="8801" y="14744"/>
                  </a:lnTo>
                  <a:lnTo>
                    <a:pt x="8801" y="14185"/>
                  </a:lnTo>
                  <a:lnTo>
                    <a:pt x="8572" y="13843"/>
                  </a:lnTo>
                  <a:lnTo>
                    <a:pt x="8470" y="14262"/>
                  </a:lnTo>
                  <a:lnTo>
                    <a:pt x="8331" y="13843"/>
                  </a:lnTo>
                  <a:lnTo>
                    <a:pt x="8572" y="13843"/>
                  </a:lnTo>
                  <a:lnTo>
                    <a:pt x="8801" y="13843"/>
                  </a:lnTo>
                  <a:lnTo>
                    <a:pt x="8801" y="8686"/>
                  </a:lnTo>
                  <a:lnTo>
                    <a:pt x="8255" y="8686"/>
                  </a:lnTo>
                  <a:lnTo>
                    <a:pt x="8255" y="11010"/>
                  </a:lnTo>
                  <a:lnTo>
                    <a:pt x="8039" y="11239"/>
                  </a:lnTo>
                  <a:lnTo>
                    <a:pt x="8039" y="11811"/>
                  </a:lnTo>
                  <a:lnTo>
                    <a:pt x="8013" y="12103"/>
                  </a:lnTo>
                  <a:lnTo>
                    <a:pt x="7912" y="11811"/>
                  </a:lnTo>
                  <a:lnTo>
                    <a:pt x="7747" y="11811"/>
                  </a:lnTo>
                  <a:lnTo>
                    <a:pt x="7912" y="11417"/>
                  </a:lnTo>
                  <a:lnTo>
                    <a:pt x="8039" y="11811"/>
                  </a:lnTo>
                  <a:lnTo>
                    <a:pt x="8039" y="11239"/>
                  </a:lnTo>
                  <a:lnTo>
                    <a:pt x="8115" y="11010"/>
                  </a:lnTo>
                  <a:lnTo>
                    <a:pt x="8255" y="11010"/>
                  </a:lnTo>
                  <a:lnTo>
                    <a:pt x="8255" y="8686"/>
                  </a:lnTo>
                  <a:lnTo>
                    <a:pt x="7899" y="8686"/>
                  </a:lnTo>
                  <a:lnTo>
                    <a:pt x="7899" y="11391"/>
                  </a:lnTo>
                  <a:lnTo>
                    <a:pt x="7835" y="11201"/>
                  </a:lnTo>
                  <a:lnTo>
                    <a:pt x="7899" y="11391"/>
                  </a:lnTo>
                  <a:lnTo>
                    <a:pt x="7899" y="8686"/>
                  </a:lnTo>
                  <a:lnTo>
                    <a:pt x="0" y="8686"/>
                  </a:lnTo>
                  <a:lnTo>
                    <a:pt x="25" y="11811"/>
                  </a:lnTo>
                  <a:lnTo>
                    <a:pt x="139" y="17729"/>
                  </a:lnTo>
                  <a:lnTo>
                    <a:pt x="9207" y="17729"/>
                  </a:lnTo>
                  <a:lnTo>
                    <a:pt x="9156" y="17335"/>
                  </a:lnTo>
                  <a:lnTo>
                    <a:pt x="9321" y="17170"/>
                  </a:lnTo>
                  <a:lnTo>
                    <a:pt x="8788" y="17170"/>
                  </a:lnTo>
                  <a:lnTo>
                    <a:pt x="8750" y="17322"/>
                  </a:lnTo>
                  <a:lnTo>
                    <a:pt x="8636" y="17170"/>
                  </a:lnTo>
                  <a:lnTo>
                    <a:pt x="8128" y="16548"/>
                  </a:lnTo>
                  <a:lnTo>
                    <a:pt x="8089" y="17170"/>
                  </a:lnTo>
                  <a:lnTo>
                    <a:pt x="8039" y="16548"/>
                  </a:lnTo>
                  <a:lnTo>
                    <a:pt x="7708" y="16548"/>
                  </a:lnTo>
                  <a:lnTo>
                    <a:pt x="7708" y="16078"/>
                  </a:lnTo>
                  <a:lnTo>
                    <a:pt x="7620" y="16319"/>
                  </a:lnTo>
                  <a:lnTo>
                    <a:pt x="7556" y="15798"/>
                  </a:lnTo>
                  <a:lnTo>
                    <a:pt x="7759" y="15849"/>
                  </a:lnTo>
                  <a:lnTo>
                    <a:pt x="7785" y="16002"/>
                  </a:lnTo>
                  <a:lnTo>
                    <a:pt x="7861" y="15849"/>
                  </a:lnTo>
                  <a:lnTo>
                    <a:pt x="7658" y="15671"/>
                  </a:lnTo>
                  <a:lnTo>
                    <a:pt x="6769" y="13843"/>
                  </a:lnTo>
                  <a:lnTo>
                    <a:pt x="7823" y="13843"/>
                  </a:lnTo>
                  <a:lnTo>
                    <a:pt x="8318" y="14871"/>
                  </a:lnTo>
                  <a:lnTo>
                    <a:pt x="8229" y="15278"/>
                  </a:lnTo>
                  <a:lnTo>
                    <a:pt x="7747" y="15608"/>
                  </a:lnTo>
                  <a:lnTo>
                    <a:pt x="8153" y="15608"/>
                  </a:lnTo>
                  <a:lnTo>
                    <a:pt x="10185" y="15608"/>
                  </a:lnTo>
                  <a:lnTo>
                    <a:pt x="9512" y="14605"/>
                  </a:lnTo>
                  <a:lnTo>
                    <a:pt x="9512" y="15227"/>
                  </a:lnTo>
                  <a:lnTo>
                    <a:pt x="9372" y="15024"/>
                  </a:lnTo>
                  <a:lnTo>
                    <a:pt x="9385" y="14871"/>
                  </a:lnTo>
                  <a:lnTo>
                    <a:pt x="9512" y="15227"/>
                  </a:lnTo>
                  <a:lnTo>
                    <a:pt x="9512" y="14605"/>
                  </a:lnTo>
                  <a:lnTo>
                    <a:pt x="9410" y="14439"/>
                  </a:lnTo>
                  <a:lnTo>
                    <a:pt x="9271" y="14236"/>
                  </a:lnTo>
                  <a:lnTo>
                    <a:pt x="9271" y="14541"/>
                  </a:lnTo>
                  <a:lnTo>
                    <a:pt x="9118" y="14655"/>
                  </a:lnTo>
                  <a:lnTo>
                    <a:pt x="8928" y="14376"/>
                  </a:lnTo>
                  <a:lnTo>
                    <a:pt x="9067" y="13970"/>
                  </a:lnTo>
                  <a:lnTo>
                    <a:pt x="9271" y="14541"/>
                  </a:lnTo>
                  <a:lnTo>
                    <a:pt x="9271" y="14236"/>
                  </a:lnTo>
                  <a:lnTo>
                    <a:pt x="9080" y="13931"/>
                  </a:lnTo>
                  <a:lnTo>
                    <a:pt x="9461" y="13843"/>
                  </a:lnTo>
                  <a:lnTo>
                    <a:pt x="9944" y="13843"/>
                  </a:lnTo>
                  <a:lnTo>
                    <a:pt x="9855" y="12979"/>
                  </a:lnTo>
                  <a:lnTo>
                    <a:pt x="9702" y="12979"/>
                  </a:lnTo>
                  <a:lnTo>
                    <a:pt x="9613" y="12585"/>
                  </a:lnTo>
                  <a:lnTo>
                    <a:pt x="9398" y="12585"/>
                  </a:lnTo>
                  <a:lnTo>
                    <a:pt x="9563" y="12103"/>
                  </a:lnTo>
                  <a:lnTo>
                    <a:pt x="9740" y="11811"/>
                  </a:lnTo>
                  <a:lnTo>
                    <a:pt x="9664" y="11544"/>
                  </a:lnTo>
                  <a:lnTo>
                    <a:pt x="9715" y="11010"/>
                  </a:lnTo>
                  <a:lnTo>
                    <a:pt x="9931" y="11010"/>
                  </a:lnTo>
                  <a:lnTo>
                    <a:pt x="9855" y="10490"/>
                  </a:lnTo>
                  <a:lnTo>
                    <a:pt x="9690" y="10375"/>
                  </a:lnTo>
                  <a:lnTo>
                    <a:pt x="9690" y="11010"/>
                  </a:lnTo>
                  <a:lnTo>
                    <a:pt x="9563" y="11010"/>
                  </a:lnTo>
                  <a:lnTo>
                    <a:pt x="9563" y="11366"/>
                  </a:lnTo>
                  <a:lnTo>
                    <a:pt x="9359" y="11010"/>
                  </a:lnTo>
                  <a:lnTo>
                    <a:pt x="9512" y="11010"/>
                  </a:lnTo>
                  <a:lnTo>
                    <a:pt x="9563" y="11366"/>
                  </a:lnTo>
                  <a:lnTo>
                    <a:pt x="9563" y="11010"/>
                  </a:lnTo>
                  <a:lnTo>
                    <a:pt x="9588" y="10693"/>
                  </a:lnTo>
                  <a:lnTo>
                    <a:pt x="9690" y="11010"/>
                  </a:lnTo>
                  <a:lnTo>
                    <a:pt x="9690" y="10375"/>
                  </a:lnTo>
                  <a:lnTo>
                    <a:pt x="9702" y="10172"/>
                  </a:lnTo>
                  <a:lnTo>
                    <a:pt x="9588" y="9906"/>
                  </a:lnTo>
                  <a:lnTo>
                    <a:pt x="9486" y="10172"/>
                  </a:lnTo>
                  <a:lnTo>
                    <a:pt x="9550" y="9906"/>
                  </a:lnTo>
                  <a:lnTo>
                    <a:pt x="9779" y="9588"/>
                  </a:lnTo>
                  <a:lnTo>
                    <a:pt x="10236" y="9588"/>
                  </a:lnTo>
                  <a:lnTo>
                    <a:pt x="10236" y="8686"/>
                  </a:lnTo>
                  <a:close/>
                </a:path>
                <a:path w="30479" h="17780">
                  <a:moveTo>
                    <a:pt x="10248" y="7010"/>
                  </a:moveTo>
                  <a:lnTo>
                    <a:pt x="10185" y="7200"/>
                  </a:lnTo>
                  <a:lnTo>
                    <a:pt x="9994" y="7200"/>
                  </a:lnTo>
                  <a:lnTo>
                    <a:pt x="9994" y="6946"/>
                  </a:lnTo>
                  <a:lnTo>
                    <a:pt x="10185" y="6946"/>
                  </a:lnTo>
                  <a:lnTo>
                    <a:pt x="10045" y="6578"/>
                  </a:lnTo>
                  <a:lnTo>
                    <a:pt x="9918" y="6807"/>
                  </a:lnTo>
                  <a:lnTo>
                    <a:pt x="9829" y="7112"/>
                  </a:lnTo>
                  <a:lnTo>
                    <a:pt x="9969" y="7277"/>
                  </a:lnTo>
                  <a:lnTo>
                    <a:pt x="10185" y="7277"/>
                  </a:lnTo>
                  <a:lnTo>
                    <a:pt x="10248" y="7010"/>
                  </a:lnTo>
                  <a:close/>
                </a:path>
                <a:path w="30479" h="17780">
                  <a:moveTo>
                    <a:pt x="10261" y="4102"/>
                  </a:moveTo>
                  <a:lnTo>
                    <a:pt x="10134" y="3835"/>
                  </a:lnTo>
                  <a:lnTo>
                    <a:pt x="10083" y="4000"/>
                  </a:lnTo>
                  <a:lnTo>
                    <a:pt x="10261" y="4102"/>
                  </a:lnTo>
                  <a:close/>
                </a:path>
                <a:path w="30479" h="17780">
                  <a:moveTo>
                    <a:pt x="10337" y="5918"/>
                  </a:moveTo>
                  <a:lnTo>
                    <a:pt x="10198" y="5765"/>
                  </a:lnTo>
                  <a:lnTo>
                    <a:pt x="10223" y="5588"/>
                  </a:lnTo>
                  <a:lnTo>
                    <a:pt x="10121" y="5740"/>
                  </a:lnTo>
                  <a:lnTo>
                    <a:pt x="10045" y="5473"/>
                  </a:lnTo>
                  <a:lnTo>
                    <a:pt x="9944" y="5651"/>
                  </a:lnTo>
                  <a:lnTo>
                    <a:pt x="10020" y="5816"/>
                  </a:lnTo>
                  <a:lnTo>
                    <a:pt x="9906" y="6172"/>
                  </a:lnTo>
                  <a:lnTo>
                    <a:pt x="9931" y="6311"/>
                  </a:lnTo>
                  <a:lnTo>
                    <a:pt x="9906" y="6540"/>
                  </a:lnTo>
                  <a:lnTo>
                    <a:pt x="10020" y="6261"/>
                  </a:lnTo>
                  <a:lnTo>
                    <a:pt x="10236" y="6337"/>
                  </a:lnTo>
                  <a:lnTo>
                    <a:pt x="10299" y="6108"/>
                  </a:lnTo>
                  <a:lnTo>
                    <a:pt x="10337" y="5918"/>
                  </a:lnTo>
                  <a:close/>
                </a:path>
                <a:path w="30479" h="17780">
                  <a:moveTo>
                    <a:pt x="10388" y="17716"/>
                  </a:moveTo>
                  <a:close/>
                </a:path>
                <a:path w="30479" h="17780">
                  <a:moveTo>
                    <a:pt x="10541" y="4965"/>
                  </a:moveTo>
                  <a:lnTo>
                    <a:pt x="10502" y="5181"/>
                  </a:lnTo>
                  <a:lnTo>
                    <a:pt x="10541" y="4965"/>
                  </a:lnTo>
                  <a:close/>
                </a:path>
                <a:path w="30479" h="17780">
                  <a:moveTo>
                    <a:pt x="10617" y="4648"/>
                  </a:moveTo>
                  <a:lnTo>
                    <a:pt x="10591" y="4432"/>
                  </a:lnTo>
                  <a:lnTo>
                    <a:pt x="10452" y="4546"/>
                  </a:lnTo>
                  <a:lnTo>
                    <a:pt x="10617" y="4648"/>
                  </a:lnTo>
                  <a:close/>
                </a:path>
                <a:path w="30479" h="17780">
                  <a:moveTo>
                    <a:pt x="10642" y="15443"/>
                  </a:moveTo>
                  <a:lnTo>
                    <a:pt x="10502" y="15494"/>
                  </a:lnTo>
                  <a:lnTo>
                    <a:pt x="10579" y="15684"/>
                  </a:lnTo>
                  <a:lnTo>
                    <a:pt x="10642" y="15443"/>
                  </a:lnTo>
                  <a:close/>
                </a:path>
                <a:path w="30479" h="17780">
                  <a:moveTo>
                    <a:pt x="10718" y="15836"/>
                  </a:moveTo>
                  <a:lnTo>
                    <a:pt x="10541" y="15709"/>
                  </a:lnTo>
                  <a:lnTo>
                    <a:pt x="10502" y="15963"/>
                  </a:lnTo>
                  <a:lnTo>
                    <a:pt x="10693" y="15963"/>
                  </a:lnTo>
                  <a:lnTo>
                    <a:pt x="10718" y="15836"/>
                  </a:lnTo>
                  <a:close/>
                </a:path>
                <a:path w="30479" h="17780">
                  <a:moveTo>
                    <a:pt x="10972" y="1219"/>
                  </a:moveTo>
                  <a:lnTo>
                    <a:pt x="10820" y="1397"/>
                  </a:lnTo>
                  <a:lnTo>
                    <a:pt x="10871" y="1663"/>
                  </a:lnTo>
                  <a:lnTo>
                    <a:pt x="10922" y="1460"/>
                  </a:lnTo>
                  <a:lnTo>
                    <a:pt x="10972" y="1219"/>
                  </a:lnTo>
                  <a:close/>
                </a:path>
                <a:path w="30479" h="17780">
                  <a:moveTo>
                    <a:pt x="11176" y="17716"/>
                  </a:moveTo>
                  <a:lnTo>
                    <a:pt x="11150" y="17538"/>
                  </a:lnTo>
                  <a:lnTo>
                    <a:pt x="11099" y="17716"/>
                  </a:lnTo>
                  <a:close/>
                </a:path>
                <a:path w="30479" h="17780">
                  <a:moveTo>
                    <a:pt x="11264" y="2679"/>
                  </a:moveTo>
                  <a:lnTo>
                    <a:pt x="11112" y="2527"/>
                  </a:lnTo>
                  <a:lnTo>
                    <a:pt x="11264" y="2679"/>
                  </a:lnTo>
                  <a:close/>
                </a:path>
                <a:path w="30479" h="17780">
                  <a:moveTo>
                    <a:pt x="11303" y="17716"/>
                  </a:moveTo>
                  <a:close/>
                </a:path>
                <a:path w="30479" h="17780">
                  <a:moveTo>
                    <a:pt x="11391" y="2400"/>
                  </a:moveTo>
                  <a:lnTo>
                    <a:pt x="11150" y="2400"/>
                  </a:lnTo>
                  <a:lnTo>
                    <a:pt x="11391" y="2400"/>
                  </a:lnTo>
                  <a:close/>
                </a:path>
                <a:path w="30479" h="17780">
                  <a:moveTo>
                    <a:pt x="11404" y="11684"/>
                  </a:moveTo>
                  <a:lnTo>
                    <a:pt x="11163" y="11671"/>
                  </a:lnTo>
                  <a:lnTo>
                    <a:pt x="11099" y="11874"/>
                  </a:lnTo>
                  <a:lnTo>
                    <a:pt x="11023" y="11684"/>
                  </a:lnTo>
                  <a:lnTo>
                    <a:pt x="10960" y="12268"/>
                  </a:lnTo>
                  <a:lnTo>
                    <a:pt x="11150" y="11976"/>
                  </a:lnTo>
                  <a:lnTo>
                    <a:pt x="11404" y="11684"/>
                  </a:lnTo>
                  <a:close/>
                </a:path>
                <a:path w="30479" h="17780">
                  <a:moveTo>
                    <a:pt x="11620" y="15925"/>
                  </a:moveTo>
                  <a:lnTo>
                    <a:pt x="11518" y="15798"/>
                  </a:lnTo>
                  <a:lnTo>
                    <a:pt x="11404" y="15925"/>
                  </a:lnTo>
                  <a:lnTo>
                    <a:pt x="11620" y="15925"/>
                  </a:lnTo>
                  <a:close/>
                </a:path>
                <a:path w="30479" h="17780">
                  <a:moveTo>
                    <a:pt x="11811" y="12979"/>
                  </a:moveTo>
                  <a:lnTo>
                    <a:pt x="11684" y="12979"/>
                  </a:lnTo>
                  <a:lnTo>
                    <a:pt x="11684" y="13195"/>
                  </a:lnTo>
                  <a:lnTo>
                    <a:pt x="11811" y="12979"/>
                  </a:lnTo>
                  <a:close/>
                </a:path>
                <a:path w="30479" h="17780">
                  <a:moveTo>
                    <a:pt x="11861" y="8534"/>
                  </a:moveTo>
                  <a:lnTo>
                    <a:pt x="11785" y="8966"/>
                  </a:lnTo>
                  <a:lnTo>
                    <a:pt x="11861" y="8534"/>
                  </a:lnTo>
                  <a:close/>
                </a:path>
                <a:path w="30479" h="17780">
                  <a:moveTo>
                    <a:pt x="11887" y="9664"/>
                  </a:moveTo>
                  <a:lnTo>
                    <a:pt x="11811" y="9423"/>
                  </a:lnTo>
                  <a:lnTo>
                    <a:pt x="11734" y="9779"/>
                  </a:lnTo>
                  <a:lnTo>
                    <a:pt x="11887" y="9664"/>
                  </a:lnTo>
                  <a:close/>
                </a:path>
                <a:path w="30479" h="17780">
                  <a:moveTo>
                    <a:pt x="12001" y="15062"/>
                  </a:moveTo>
                  <a:lnTo>
                    <a:pt x="11734" y="14986"/>
                  </a:lnTo>
                  <a:lnTo>
                    <a:pt x="11912" y="15303"/>
                  </a:lnTo>
                  <a:lnTo>
                    <a:pt x="12001" y="15062"/>
                  </a:lnTo>
                  <a:close/>
                </a:path>
                <a:path w="30479" h="17780">
                  <a:moveTo>
                    <a:pt x="12242" y="13703"/>
                  </a:moveTo>
                  <a:lnTo>
                    <a:pt x="12217" y="13538"/>
                  </a:lnTo>
                  <a:lnTo>
                    <a:pt x="12077" y="13741"/>
                  </a:lnTo>
                  <a:lnTo>
                    <a:pt x="12242" y="13703"/>
                  </a:lnTo>
                  <a:close/>
                </a:path>
                <a:path w="30479" h="17780">
                  <a:moveTo>
                    <a:pt x="12433" y="2641"/>
                  </a:moveTo>
                  <a:lnTo>
                    <a:pt x="12395" y="2463"/>
                  </a:lnTo>
                  <a:lnTo>
                    <a:pt x="12319" y="2616"/>
                  </a:lnTo>
                  <a:close/>
                </a:path>
                <a:path w="30479" h="17780">
                  <a:moveTo>
                    <a:pt x="12509" y="9715"/>
                  </a:moveTo>
                  <a:lnTo>
                    <a:pt x="12331" y="9931"/>
                  </a:lnTo>
                  <a:lnTo>
                    <a:pt x="12509" y="9893"/>
                  </a:lnTo>
                  <a:lnTo>
                    <a:pt x="12509" y="9715"/>
                  </a:lnTo>
                  <a:close/>
                </a:path>
                <a:path w="30479" h="17780">
                  <a:moveTo>
                    <a:pt x="12547" y="4737"/>
                  </a:moveTo>
                  <a:lnTo>
                    <a:pt x="12331" y="4711"/>
                  </a:lnTo>
                  <a:lnTo>
                    <a:pt x="12357" y="4864"/>
                  </a:lnTo>
                  <a:lnTo>
                    <a:pt x="12547" y="4737"/>
                  </a:lnTo>
                  <a:close/>
                </a:path>
                <a:path w="30479" h="17780">
                  <a:moveTo>
                    <a:pt x="12611" y="15621"/>
                  </a:moveTo>
                  <a:lnTo>
                    <a:pt x="12433" y="15494"/>
                  </a:lnTo>
                  <a:lnTo>
                    <a:pt x="12496" y="15697"/>
                  </a:lnTo>
                  <a:close/>
                </a:path>
                <a:path w="30479" h="17780">
                  <a:moveTo>
                    <a:pt x="12649" y="8305"/>
                  </a:moveTo>
                  <a:lnTo>
                    <a:pt x="12471" y="8064"/>
                  </a:lnTo>
                  <a:lnTo>
                    <a:pt x="12636" y="7962"/>
                  </a:lnTo>
                  <a:lnTo>
                    <a:pt x="12547" y="7797"/>
                  </a:lnTo>
                  <a:lnTo>
                    <a:pt x="12319" y="7988"/>
                  </a:lnTo>
                  <a:lnTo>
                    <a:pt x="12496" y="8483"/>
                  </a:lnTo>
                  <a:lnTo>
                    <a:pt x="12547" y="8661"/>
                  </a:lnTo>
                  <a:lnTo>
                    <a:pt x="12547" y="8394"/>
                  </a:lnTo>
                  <a:close/>
                </a:path>
                <a:path w="30479" h="17780">
                  <a:moveTo>
                    <a:pt x="12763" y="12509"/>
                  </a:moveTo>
                  <a:lnTo>
                    <a:pt x="12547" y="12306"/>
                  </a:lnTo>
                  <a:lnTo>
                    <a:pt x="12547" y="12509"/>
                  </a:lnTo>
                  <a:lnTo>
                    <a:pt x="12509" y="12700"/>
                  </a:lnTo>
                  <a:lnTo>
                    <a:pt x="12763" y="12509"/>
                  </a:lnTo>
                  <a:close/>
                </a:path>
                <a:path w="30479" h="17780">
                  <a:moveTo>
                    <a:pt x="12903" y="2235"/>
                  </a:moveTo>
                  <a:lnTo>
                    <a:pt x="12763" y="2209"/>
                  </a:lnTo>
                  <a:lnTo>
                    <a:pt x="12788" y="2425"/>
                  </a:lnTo>
                  <a:lnTo>
                    <a:pt x="12903" y="2235"/>
                  </a:lnTo>
                  <a:close/>
                </a:path>
                <a:path w="30479" h="17780">
                  <a:moveTo>
                    <a:pt x="12992" y="8597"/>
                  </a:moveTo>
                  <a:lnTo>
                    <a:pt x="12890" y="8305"/>
                  </a:lnTo>
                  <a:lnTo>
                    <a:pt x="12827" y="8445"/>
                  </a:lnTo>
                  <a:lnTo>
                    <a:pt x="12852" y="8623"/>
                  </a:lnTo>
                  <a:lnTo>
                    <a:pt x="12992" y="8597"/>
                  </a:lnTo>
                  <a:close/>
                </a:path>
                <a:path w="30479" h="17780">
                  <a:moveTo>
                    <a:pt x="13284" y="11760"/>
                  </a:moveTo>
                  <a:lnTo>
                    <a:pt x="13144" y="11976"/>
                  </a:lnTo>
                  <a:lnTo>
                    <a:pt x="13284" y="11760"/>
                  </a:lnTo>
                  <a:close/>
                </a:path>
                <a:path w="30479" h="17780">
                  <a:moveTo>
                    <a:pt x="13398" y="5651"/>
                  </a:moveTo>
                  <a:lnTo>
                    <a:pt x="13233" y="5486"/>
                  </a:lnTo>
                  <a:lnTo>
                    <a:pt x="13208" y="5676"/>
                  </a:lnTo>
                  <a:lnTo>
                    <a:pt x="13220" y="5397"/>
                  </a:lnTo>
                  <a:lnTo>
                    <a:pt x="13106" y="5664"/>
                  </a:lnTo>
                  <a:lnTo>
                    <a:pt x="13081" y="5930"/>
                  </a:lnTo>
                  <a:lnTo>
                    <a:pt x="13106" y="6083"/>
                  </a:lnTo>
                  <a:lnTo>
                    <a:pt x="13131" y="5905"/>
                  </a:lnTo>
                  <a:lnTo>
                    <a:pt x="13398" y="5651"/>
                  </a:lnTo>
                  <a:close/>
                </a:path>
                <a:path w="30479" h="17780">
                  <a:moveTo>
                    <a:pt x="13474" y="12776"/>
                  </a:moveTo>
                  <a:lnTo>
                    <a:pt x="13423" y="12522"/>
                  </a:lnTo>
                  <a:lnTo>
                    <a:pt x="13360" y="12776"/>
                  </a:lnTo>
                  <a:close/>
                </a:path>
                <a:path w="30479" h="17780">
                  <a:moveTo>
                    <a:pt x="13500" y="10795"/>
                  </a:moveTo>
                  <a:lnTo>
                    <a:pt x="13474" y="10655"/>
                  </a:lnTo>
                  <a:lnTo>
                    <a:pt x="13258" y="10909"/>
                  </a:lnTo>
                  <a:lnTo>
                    <a:pt x="13373" y="11061"/>
                  </a:lnTo>
                  <a:lnTo>
                    <a:pt x="13500" y="10795"/>
                  </a:lnTo>
                  <a:close/>
                </a:path>
                <a:path w="30479" h="17780">
                  <a:moveTo>
                    <a:pt x="13677" y="9283"/>
                  </a:moveTo>
                  <a:lnTo>
                    <a:pt x="13538" y="9105"/>
                  </a:lnTo>
                  <a:lnTo>
                    <a:pt x="13563" y="9283"/>
                  </a:lnTo>
                  <a:close/>
                </a:path>
                <a:path w="30479" h="17780">
                  <a:moveTo>
                    <a:pt x="13677" y="4711"/>
                  </a:moveTo>
                  <a:lnTo>
                    <a:pt x="13436" y="4737"/>
                  </a:lnTo>
                  <a:lnTo>
                    <a:pt x="13423" y="5473"/>
                  </a:lnTo>
                  <a:lnTo>
                    <a:pt x="13614" y="5219"/>
                  </a:lnTo>
                  <a:lnTo>
                    <a:pt x="13639" y="5003"/>
                  </a:lnTo>
                  <a:lnTo>
                    <a:pt x="13677" y="4711"/>
                  </a:lnTo>
                  <a:close/>
                </a:path>
                <a:path w="30479" h="17780">
                  <a:moveTo>
                    <a:pt x="13931" y="4114"/>
                  </a:moveTo>
                  <a:lnTo>
                    <a:pt x="13716" y="4229"/>
                  </a:lnTo>
                  <a:lnTo>
                    <a:pt x="13576" y="4699"/>
                  </a:lnTo>
                  <a:lnTo>
                    <a:pt x="13754" y="4622"/>
                  </a:lnTo>
                  <a:lnTo>
                    <a:pt x="13728" y="4483"/>
                  </a:lnTo>
                  <a:lnTo>
                    <a:pt x="13931" y="4114"/>
                  </a:lnTo>
                  <a:close/>
                </a:path>
                <a:path w="30479" h="17780">
                  <a:moveTo>
                    <a:pt x="13944" y="13093"/>
                  </a:moveTo>
                  <a:lnTo>
                    <a:pt x="13906" y="12712"/>
                  </a:lnTo>
                  <a:lnTo>
                    <a:pt x="13792" y="12903"/>
                  </a:lnTo>
                  <a:lnTo>
                    <a:pt x="13944" y="13093"/>
                  </a:lnTo>
                  <a:close/>
                </a:path>
                <a:path w="30479" h="17780">
                  <a:moveTo>
                    <a:pt x="14262" y="2984"/>
                  </a:moveTo>
                  <a:lnTo>
                    <a:pt x="14147" y="2857"/>
                  </a:lnTo>
                  <a:lnTo>
                    <a:pt x="14147" y="3111"/>
                  </a:lnTo>
                  <a:lnTo>
                    <a:pt x="14109" y="3251"/>
                  </a:lnTo>
                  <a:lnTo>
                    <a:pt x="14109" y="3429"/>
                  </a:lnTo>
                  <a:lnTo>
                    <a:pt x="14173" y="3225"/>
                  </a:lnTo>
                  <a:lnTo>
                    <a:pt x="14262" y="2984"/>
                  </a:lnTo>
                  <a:close/>
                </a:path>
                <a:path w="30479" h="17780">
                  <a:moveTo>
                    <a:pt x="16992" y="6832"/>
                  </a:moveTo>
                  <a:lnTo>
                    <a:pt x="16814" y="6794"/>
                  </a:lnTo>
                  <a:lnTo>
                    <a:pt x="16840" y="6972"/>
                  </a:lnTo>
                  <a:lnTo>
                    <a:pt x="16992" y="6832"/>
                  </a:lnTo>
                  <a:close/>
                </a:path>
                <a:path w="30479" h="17780">
                  <a:moveTo>
                    <a:pt x="29578" y="13195"/>
                  </a:moveTo>
                  <a:lnTo>
                    <a:pt x="29514" y="12166"/>
                  </a:lnTo>
                  <a:lnTo>
                    <a:pt x="29540" y="11442"/>
                  </a:lnTo>
                  <a:lnTo>
                    <a:pt x="29451" y="11988"/>
                  </a:lnTo>
                  <a:lnTo>
                    <a:pt x="29527" y="13030"/>
                  </a:lnTo>
                  <a:lnTo>
                    <a:pt x="29502" y="13754"/>
                  </a:lnTo>
                  <a:lnTo>
                    <a:pt x="29578" y="13195"/>
                  </a:lnTo>
                  <a:close/>
                </a:path>
                <a:path w="30479" h="17780">
                  <a:moveTo>
                    <a:pt x="30314" y="17703"/>
                  </a:moveTo>
                  <a:lnTo>
                    <a:pt x="30289" y="17564"/>
                  </a:lnTo>
                  <a:lnTo>
                    <a:pt x="30264" y="17437"/>
                  </a:lnTo>
                  <a:lnTo>
                    <a:pt x="30251" y="17310"/>
                  </a:lnTo>
                  <a:lnTo>
                    <a:pt x="30251" y="177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3987152" y="1263002"/>
              <a:ext cx="30480" cy="18415"/>
            </a:xfrm>
            <a:custGeom>
              <a:avLst/>
              <a:gdLst/>
              <a:ahLst/>
              <a:cxnLst/>
              <a:rect l="l" t="t" r="r" b="b"/>
              <a:pathLst>
                <a:path w="30479" h="18415">
                  <a:moveTo>
                    <a:pt x="6807" y="6629"/>
                  </a:moveTo>
                  <a:lnTo>
                    <a:pt x="6667" y="6731"/>
                  </a:lnTo>
                  <a:lnTo>
                    <a:pt x="6807" y="6858"/>
                  </a:lnTo>
                  <a:lnTo>
                    <a:pt x="6807" y="6629"/>
                  </a:lnTo>
                  <a:close/>
                </a:path>
                <a:path w="30479" h="18415">
                  <a:moveTo>
                    <a:pt x="7861" y="16383"/>
                  </a:moveTo>
                  <a:lnTo>
                    <a:pt x="7658" y="16217"/>
                  </a:lnTo>
                  <a:lnTo>
                    <a:pt x="7759" y="16383"/>
                  </a:lnTo>
                  <a:lnTo>
                    <a:pt x="7785" y="16535"/>
                  </a:lnTo>
                  <a:lnTo>
                    <a:pt x="7861" y="16383"/>
                  </a:lnTo>
                  <a:close/>
                </a:path>
                <a:path w="30479" h="18415">
                  <a:moveTo>
                    <a:pt x="8915" y="7086"/>
                  </a:moveTo>
                  <a:lnTo>
                    <a:pt x="8788" y="6832"/>
                  </a:lnTo>
                  <a:lnTo>
                    <a:pt x="8788" y="7086"/>
                  </a:lnTo>
                  <a:lnTo>
                    <a:pt x="8915" y="7086"/>
                  </a:lnTo>
                  <a:close/>
                </a:path>
                <a:path w="30479" h="18415">
                  <a:moveTo>
                    <a:pt x="9321" y="16421"/>
                  </a:moveTo>
                  <a:lnTo>
                    <a:pt x="9271" y="16649"/>
                  </a:lnTo>
                  <a:lnTo>
                    <a:pt x="9321" y="16421"/>
                  </a:lnTo>
                  <a:close/>
                </a:path>
                <a:path w="30479" h="18415">
                  <a:moveTo>
                    <a:pt x="9423" y="8293"/>
                  </a:moveTo>
                  <a:lnTo>
                    <a:pt x="9334" y="7772"/>
                  </a:lnTo>
                  <a:lnTo>
                    <a:pt x="9182" y="7772"/>
                  </a:lnTo>
                  <a:lnTo>
                    <a:pt x="9232" y="7937"/>
                  </a:lnTo>
                  <a:lnTo>
                    <a:pt x="9232" y="8089"/>
                  </a:lnTo>
                  <a:lnTo>
                    <a:pt x="9182" y="8267"/>
                  </a:lnTo>
                  <a:lnTo>
                    <a:pt x="9080" y="8140"/>
                  </a:lnTo>
                  <a:lnTo>
                    <a:pt x="8991" y="8318"/>
                  </a:lnTo>
                  <a:lnTo>
                    <a:pt x="9156" y="8458"/>
                  </a:lnTo>
                  <a:lnTo>
                    <a:pt x="9372" y="8458"/>
                  </a:lnTo>
                  <a:lnTo>
                    <a:pt x="9410" y="8648"/>
                  </a:lnTo>
                  <a:lnTo>
                    <a:pt x="9423" y="8293"/>
                  </a:lnTo>
                  <a:close/>
                </a:path>
                <a:path w="30479" h="18415">
                  <a:moveTo>
                    <a:pt x="9664" y="7048"/>
                  </a:moveTo>
                  <a:lnTo>
                    <a:pt x="9575" y="7327"/>
                  </a:lnTo>
                  <a:lnTo>
                    <a:pt x="9512" y="7137"/>
                  </a:lnTo>
                  <a:lnTo>
                    <a:pt x="9283" y="7137"/>
                  </a:lnTo>
                  <a:lnTo>
                    <a:pt x="9423" y="7200"/>
                  </a:lnTo>
                  <a:lnTo>
                    <a:pt x="9448" y="7353"/>
                  </a:lnTo>
                  <a:lnTo>
                    <a:pt x="9423" y="7569"/>
                  </a:lnTo>
                  <a:lnTo>
                    <a:pt x="9525" y="7429"/>
                  </a:lnTo>
                  <a:lnTo>
                    <a:pt x="9423" y="7632"/>
                  </a:lnTo>
                  <a:lnTo>
                    <a:pt x="9461" y="7835"/>
                  </a:lnTo>
                  <a:lnTo>
                    <a:pt x="9626" y="7531"/>
                  </a:lnTo>
                  <a:lnTo>
                    <a:pt x="9664" y="7048"/>
                  </a:lnTo>
                  <a:close/>
                </a:path>
                <a:path w="30479" h="18415">
                  <a:moveTo>
                    <a:pt x="9829" y="17399"/>
                  </a:moveTo>
                  <a:lnTo>
                    <a:pt x="9766" y="17170"/>
                  </a:lnTo>
                  <a:lnTo>
                    <a:pt x="9766" y="17360"/>
                  </a:lnTo>
                  <a:close/>
                </a:path>
                <a:path w="30479" h="18415">
                  <a:moveTo>
                    <a:pt x="9893" y="17119"/>
                  </a:moveTo>
                  <a:lnTo>
                    <a:pt x="9855" y="16789"/>
                  </a:lnTo>
                  <a:lnTo>
                    <a:pt x="9791" y="17145"/>
                  </a:lnTo>
                  <a:close/>
                </a:path>
                <a:path w="30479" h="18415">
                  <a:moveTo>
                    <a:pt x="9982" y="850"/>
                  </a:moveTo>
                  <a:lnTo>
                    <a:pt x="9766" y="889"/>
                  </a:lnTo>
                  <a:lnTo>
                    <a:pt x="9766" y="1181"/>
                  </a:lnTo>
                  <a:lnTo>
                    <a:pt x="9982" y="1041"/>
                  </a:lnTo>
                  <a:lnTo>
                    <a:pt x="9982" y="850"/>
                  </a:lnTo>
                  <a:close/>
                </a:path>
                <a:path w="30479" h="18415">
                  <a:moveTo>
                    <a:pt x="10020" y="18021"/>
                  </a:moveTo>
                  <a:lnTo>
                    <a:pt x="9880" y="17881"/>
                  </a:lnTo>
                  <a:lnTo>
                    <a:pt x="9944" y="18110"/>
                  </a:lnTo>
                  <a:lnTo>
                    <a:pt x="9918" y="18249"/>
                  </a:lnTo>
                  <a:lnTo>
                    <a:pt x="10007" y="18122"/>
                  </a:lnTo>
                  <a:close/>
                </a:path>
                <a:path w="30479" h="18415">
                  <a:moveTo>
                    <a:pt x="10033" y="7531"/>
                  </a:moveTo>
                  <a:lnTo>
                    <a:pt x="9880" y="7607"/>
                  </a:lnTo>
                  <a:lnTo>
                    <a:pt x="10033" y="7531"/>
                  </a:lnTo>
                  <a:close/>
                </a:path>
                <a:path w="30479" h="18415">
                  <a:moveTo>
                    <a:pt x="10071" y="3657"/>
                  </a:moveTo>
                  <a:lnTo>
                    <a:pt x="9931" y="3594"/>
                  </a:lnTo>
                  <a:lnTo>
                    <a:pt x="9969" y="3797"/>
                  </a:lnTo>
                  <a:lnTo>
                    <a:pt x="9829" y="3873"/>
                  </a:lnTo>
                  <a:lnTo>
                    <a:pt x="9867" y="4013"/>
                  </a:lnTo>
                  <a:lnTo>
                    <a:pt x="10045" y="3949"/>
                  </a:lnTo>
                  <a:lnTo>
                    <a:pt x="10045" y="3721"/>
                  </a:lnTo>
                  <a:close/>
                </a:path>
                <a:path w="30479" h="18415">
                  <a:moveTo>
                    <a:pt x="10185" y="16052"/>
                  </a:moveTo>
                  <a:lnTo>
                    <a:pt x="10058" y="15875"/>
                  </a:lnTo>
                  <a:lnTo>
                    <a:pt x="9766" y="14630"/>
                  </a:lnTo>
                  <a:lnTo>
                    <a:pt x="9702" y="14338"/>
                  </a:lnTo>
                  <a:lnTo>
                    <a:pt x="9944" y="14338"/>
                  </a:lnTo>
                  <a:lnTo>
                    <a:pt x="9855" y="13398"/>
                  </a:lnTo>
                  <a:lnTo>
                    <a:pt x="9702" y="13398"/>
                  </a:lnTo>
                  <a:lnTo>
                    <a:pt x="9613" y="13030"/>
                  </a:lnTo>
                  <a:lnTo>
                    <a:pt x="9461" y="13030"/>
                  </a:lnTo>
                  <a:lnTo>
                    <a:pt x="9461" y="14338"/>
                  </a:lnTo>
                  <a:lnTo>
                    <a:pt x="9410" y="14871"/>
                  </a:lnTo>
                  <a:lnTo>
                    <a:pt x="9067" y="14338"/>
                  </a:lnTo>
                  <a:lnTo>
                    <a:pt x="9271" y="14973"/>
                  </a:lnTo>
                  <a:lnTo>
                    <a:pt x="9105" y="15087"/>
                  </a:lnTo>
                  <a:lnTo>
                    <a:pt x="8610" y="14338"/>
                  </a:lnTo>
                  <a:lnTo>
                    <a:pt x="8496" y="14770"/>
                  </a:lnTo>
                  <a:lnTo>
                    <a:pt x="8356" y="14338"/>
                  </a:lnTo>
                  <a:lnTo>
                    <a:pt x="8610" y="14338"/>
                  </a:lnTo>
                  <a:lnTo>
                    <a:pt x="9067" y="14338"/>
                  </a:lnTo>
                  <a:lnTo>
                    <a:pt x="9461" y="14338"/>
                  </a:lnTo>
                  <a:lnTo>
                    <a:pt x="9461" y="13030"/>
                  </a:lnTo>
                  <a:lnTo>
                    <a:pt x="25" y="13030"/>
                  </a:lnTo>
                  <a:lnTo>
                    <a:pt x="152" y="18237"/>
                  </a:lnTo>
                  <a:lnTo>
                    <a:pt x="9207" y="18237"/>
                  </a:lnTo>
                  <a:lnTo>
                    <a:pt x="9156" y="17843"/>
                  </a:lnTo>
                  <a:lnTo>
                    <a:pt x="9334" y="17665"/>
                  </a:lnTo>
                  <a:lnTo>
                    <a:pt x="8788" y="17665"/>
                  </a:lnTo>
                  <a:lnTo>
                    <a:pt x="8750" y="17818"/>
                  </a:lnTo>
                  <a:lnTo>
                    <a:pt x="8636" y="17665"/>
                  </a:lnTo>
                  <a:lnTo>
                    <a:pt x="8229" y="17195"/>
                  </a:lnTo>
                  <a:lnTo>
                    <a:pt x="8089" y="17005"/>
                  </a:lnTo>
                  <a:lnTo>
                    <a:pt x="8089" y="17449"/>
                  </a:lnTo>
                  <a:lnTo>
                    <a:pt x="8039" y="17005"/>
                  </a:lnTo>
                  <a:lnTo>
                    <a:pt x="7708" y="17005"/>
                  </a:lnTo>
                  <a:lnTo>
                    <a:pt x="7708" y="16840"/>
                  </a:lnTo>
                  <a:lnTo>
                    <a:pt x="7505" y="16510"/>
                  </a:lnTo>
                  <a:lnTo>
                    <a:pt x="7531" y="16052"/>
                  </a:lnTo>
                  <a:lnTo>
                    <a:pt x="7124" y="16052"/>
                  </a:lnTo>
                  <a:lnTo>
                    <a:pt x="7124" y="14338"/>
                  </a:lnTo>
                  <a:lnTo>
                    <a:pt x="7810" y="14338"/>
                  </a:lnTo>
                  <a:lnTo>
                    <a:pt x="8331" y="15392"/>
                  </a:lnTo>
                  <a:lnTo>
                    <a:pt x="8255" y="15684"/>
                  </a:lnTo>
                  <a:lnTo>
                    <a:pt x="7721" y="16052"/>
                  </a:lnTo>
                  <a:lnTo>
                    <a:pt x="8166" y="16052"/>
                  </a:lnTo>
                  <a:lnTo>
                    <a:pt x="10109" y="16052"/>
                  </a:lnTo>
                  <a:close/>
                </a:path>
                <a:path w="30479" h="18415">
                  <a:moveTo>
                    <a:pt x="10198" y="4076"/>
                  </a:moveTo>
                  <a:lnTo>
                    <a:pt x="10134" y="4279"/>
                  </a:lnTo>
                  <a:lnTo>
                    <a:pt x="10198" y="4076"/>
                  </a:lnTo>
                  <a:close/>
                </a:path>
                <a:path w="30479" h="18415">
                  <a:moveTo>
                    <a:pt x="10248" y="1651"/>
                  </a:moveTo>
                  <a:lnTo>
                    <a:pt x="10185" y="1384"/>
                  </a:lnTo>
                  <a:lnTo>
                    <a:pt x="9969" y="1384"/>
                  </a:lnTo>
                  <a:lnTo>
                    <a:pt x="9829" y="1562"/>
                  </a:lnTo>
                  <a:lnTo>
                    <a:pt x="9918" y="1866"/>
                  </a:lnTo>
                  <a:lnTo>
                    <a:pt x="10033" y="2070"/>
                  </a:lnTo>
                  <a:lnTo>
                    <a:pt x="10223" y="1828"/>
                  </a:lnTo>
                  <a:lnTo>
                    <a:pt x="10071" y="1752"/>
                  </a:lnTo>
                  <a:lnTo>
                    <a:pt x="9969" y="1574"/>
                  </a:lnTo>
                  <a:lnTo>
                    <a:pt x="10185" y="1460"/>
                  </a:lnTo>
                  <a:lnTo>
                    <a:pt x="10248" y="1651"/>
                  </a:lnTo>
                  <a:close/>
                </a:path>
                <a:path w="30479" h="18415">
                  <a:moveTo>
                    <a:pt x="10261" y="4572"/>
                  </a:moveTo>
                  <a:lnTo>
                    <a:pt x="10083" y="4660"/>
                  </a:lnTo>
                  <a:lnTo>
                    <a:pt x="10134" y="4838"/>
                  </a:lnTo>
                  <a:lnTo>
                    <a:pt x="10261" y="4572"/>
                  </a:lnTo>
                  <a:close/>
                </a:path>
                <a:path w="30479" h="18415">
                  <a:moveTo>
                    <a:pt x="10299" y="9182"/>
                  </a:moveTo>
                  <a:lnTo>
                    <a:pt x="10223" y="9004"/>
                  </a:lnTo>
                  <a:lnTo>
                    <a:pt x="10185" y="9182"/>
                  </a:lnTo>
                  <a:lnTo>
                    <a:pt x="9804" y="9804"/>
                  </a:lnTo>
                  <a:lnTo>
                    <a:pt x="9664" y="9093"/>
                  </a:lnTo>
                  <a:lnTo>
                    <a:pt x="9626" y="9575"/>
                  </a:lnTo>
                  <a:lnTo>
                    <a:pt x="9512" y="9093"/>
                  </a:lnTo>
                  <a:lnTo>
                    <a:pt x="7899" y="9093"/>
                  </a:lnTo>
                  <a:lnTo>
                    <a:pt x="7899" y="11328"/>
                  </a:lnTo>
                  <a:lnTo>
                    <a:pt x="7835" y="11696"/>
                  </a:lnTo>
                  <a:lnTo>
                    <a:pt x="7785" y="11493"/>
                  </a:lnTo>
                  <a:lnTo>
                    <a:pt x="7785" y="12014"/>
                  </a:lnTo>
                  <a:lnTo>
                    <a:pt x="7721" y="12420"/>
                  </a:lnTo>
                  <a:lnTo>
                    <a:pt x="7378" y="12420"/>
                  </a:lnTo>
                  <a:lnTo>
                    <a:pt x="7785" y="12014"/>
                  </a:lnTo>
                  <a:lnTo>
                    <a:pt x="7785" y="11493"/>
                  </a:lnTo>
                  <a:lnTo>
                    <a:pt x="7747" y="11328"/>
                  </a:lnTo>
                  <a:lnTo>
                    <a:pt x="7899" y="11328"/>
                  </a:lnTo>
                  <a:lnTo>
                    <a:pt x="7899" y="9093"/>
                  </a:lnTo>
                  <a:lnTo>
                    <a:pt x="0" y="9093"/>
                  </a:lnTo>
                  <a:lnTo>
                    <a:pt x="25" y="12598"/>
                  </a:lnTo>
                  <a:lnTo>
                    <a:pt x="8013" y="12598"/>
                  </a:lnTo>
                  <a:lnTo>
                    <a:pt x="9550" y="12598"/>
                  </a:lnTo>
                  <a:lnTo>
                    <a:pt x="9613" y="12420"/>
                  </a:lnTo>
                  <a:lnTo>
                    <a:pt x="8026" y="12420"/>
                  </a:lnTo>
                  <a:lnTo>
                    <a:pt x="7886" y="11912"/>
                  </a:lnTo>
                  <a:lnTo>
                    <a:pt x="8470" y="11328"/>
                  </a:lnTo>
                  <a:lnTo>
                    <a:pt x="9245" y="11328"/>
                  </a:lnTo>
                  <a:lnTo>
                    <a:pt x="9525" y="11823"/>
                  </a:lnTo>
                  <a:lnTo>
                    <a:pt x="9474" y="11328"/>
                  </a:lnTo>
                  <a:lnTo>
                    <a:pt x="9906" y="11328"/>
                  </a:lnTo>
                  <a:lnTo>
                    <a:pt x="9855" y="10909"/>
                  </a:lnTo>
                  <a:lnTo>
                    <a:pt x="9613" y="10744"/>
                  </a:lnTo>
                  <a:lnTo>
                    <a:pt x="9715" y="9918"/>
                  </a:lnTo>
                  <a:lnTo>
                    <a:pt x="10236" y="9918"/>
                  </a:lnTo>
                  <a:lnTo>
                    <a:pt x="10236" y="9182"/>
                  </a:lnTo>
                  <a:close/>
                </a:path>
                <a:path w="30479" h="18415">
                  <a:moveTo>
                    <a:pt x="10337" y="2743"/>
                  </a:moveTo>
                  <a:lnTo>
                    <a:pt x="10299" y="2552"/>
                  </a:lnTo>
                  <a:lnTo>
                    <a:pt x="10236" y="2324"/>
                  </a:lnTo>
                  <a:lnTo>
                    <a:pt x="10020" y="2413"/>
                  </a:lnTo>
                  <a:lnTo>
                    <a:pt x="10020" y="2108"/>
                  </a:lnTo>
                  <a:lnTo>
                    <a:pt x="9931" y="2362"/>
                  </a:lnTo>
                  <a:lnTo>
                    <a:pt x="9994" y="2616"/>
                  </a:lnTo>
                  <a:lnTo>
                    <a:pt x="9906" y="2921"/>
                  </a:lnTo>
                  <a:lnTo>
                    <a:pt x="10045" y="3213"/>
                  </a:lnTo>
                  <a:lnTo>
                    <a:pt x="10121" y="2933"/>
                  </a:lnTo>
                  <a:lnTo>
                    <a:pt x="10223" y="3073"/>
                  </a:lnTo>
                  <a:lnTo>
                    <a:pt x="10299" y="2908"/>
                  </a:lnTo>
                  <a:lnTo>
                    <a:pt x="10337" y="2743"/>
                  </a:lnTo>
                  <a:close/>
                </a:path>
                <a:path w="30479" h="18415">
                  <a:moveTo>
                    <a:pt x="10541" y="3708"/>
                  </a:moveTo>
                  <a:lnTo>
                    <a:pt x="10502" y="3492"/>
                  </a:lnTo>
                  <a:lnTo>
                    <a:pt x="10464" y="3657"/>
                  </a:lnTo>
                  <a:close/>
                </a:path>
                <a:path w="30479" h="18415">
                  <a:moveTo>
                    <a:pt x="10617" y="4013"/>
                  </a:moveTo>
                  <a:lnTo>
                    <a:pt x="10452" y="4114"/>
                  </a:lnTo>
                  <a:lnTo>
                    <a:pt x="10591" y="4241"/>
                  </a:lnTo>
                  <a:lnTo>
                    <a:pt x="10617" y="4013"/>
                  </a:lnTo>
                  <a:close/>
                </a:path>
                <a:path w="30479" h="18415">
                  <a:moveTo>
                    <a:pt x="10642" y="15963"/>
                  </a:moveTo>
                  <a:lnTo>
                    <a:pt x="10502" y="16040"/>
                  </a:lnTo>
                  <a:lnTo>
                    <a:pt x="10579" y="16217"/>
                  </a:lnTo>
                  <a:lnTo>
                    <a:pt x="10642" y="15963"/>
                  </a:lnTo>
                  <a:close/>
                </a:path>
                <a:path w="30479" h="18415">
                  <a:moveTo>
                    <a:pt x="10718" y="16370"/>
                  </a:moveTo>
                  <a:lnTo>
                    <a:pt x="10541" y="16243"/>
                  </a:lnTo>
                  <a:lnTo>
                    <a:pt x="10502" y="16484"/>
                  </a:lnTo>
                  <a:lnTo>
                    <a:pt x="10693" y="16484"/>
                  </a:lnTo>
                  <a:close/>
                </a:path>
                <a:path w="30479" h="18415">
                  <a:moveTo>
                    <a:pt x="10985" y="7264"/>
                  </a:moveTo>
                  <a:lnTo>
                    <a:pt x="10820" y="7251"/>
                  </a:lnTo>
                  <a:lnTo>
                    <a:pt x="10871" y="7010"/>
                  </a:lnTo>
                  <a:lnTo>
                    <a:pt x="10744" y="7264"/>
                  </a:lnTo>
                  <a:lnTo>
                    <a:pt x="10972" y="7467"/>
                  </a:lnTo>
                  <a:lnTo>
                    <a:pt x="10985" y="7264"/>
                  </a:lnTo>
                  <a:close/>
                </a:path>
                <a:path w="30479" h="18415">
                  <a:moveTo>
                    <a:pt x="11176" y="18249"/>
                  </a:moveTo>
                  <a:lnTo>
                    <a:pt x="11150" y="18084"/>
                  </a:lnTo>
                  <a:lnTo>
                    <a:pt x="11112" y="18249"/>
                  </a:lnTo>
                  <a:close/>
                </a:path>
                <a:path w="30479" h="18415">
                  <a:moveTo>
                    <a:pt x="11391" y="6273"/>
                  </a:moveTo>
                  <a:lnTo>
                    <a:pt x="11264" y="6172"/>
                  </a:lnTo>
                  <a:lnTo>
                    <a:pt x="11290" y="6311"/>
                  </a:lnTo>
                  <a:close/>
                </a:path>
                <a:path w="30479" h="18415">
                  <a:moveTo>
                    <a:pt x="11404" y="12255"/>
                  </a:moveTo>
                  <a:lnTo>
                    <a:pt x="11163" y="12255"/>
                  </a:lnTo>
                  <a:lnTo>
                    <a:pt x="11163" y="12115"/>
                  </a:lnTo>
                  <a:lnTo>
                    <a:pt x="11099" y="12420"/>
                  </a:lnTo>
                  <a:lnTo>
                    <a:pt x="11023" y="12242"/>
                  </a:lnTo>
                  <a:lnTo>
                    <a:pt x="10960" y="12801"/>
                  </a:lnTo>
                  <a:lnTo>
                    <a:pt x="11150" y="12509"/>
                  </a:lnTo>
                  <a:lnTo>
                    <a:pt x="11404" y="12255"/>
                  </a:lnTo>
                  <a:close/>
                </a:path>
                <a:path w="30479" h="18415">
                  <a:moveTo>
                    <a:pt x="11620" y="16459"/>
                  </a:moveTo>
                  <a:lnTo>
                    <a:pt x="11518" y="16319"/>
                  </a:lnTo>
                  <a:lnTo>
                    <a:pt x="11404" y="16459"/>
                  </a:lnTo>
                  <a:lnTo>
                    <a:pt x="11620" y="16459"/>
                  </a:lnTo>
                  <a:close/>
                </a:path>
                <a:path w="30479" h="18415">
                  <a:moveTo>
                    <a:pt x="11811" y="13512"/>
                  </a:moveTo>
                  <a:lnTo>
                    <a:pt x="11684" y="13512"/>
                  </a:lnTo>
                  <a:lnTo>
                    <a:pt x="11684" y="13728"/>
                  </a:lnTo>
                  <a:lnTo>
                    <a:pt x="11811" y="13512"/>
                  </a:lnTo>
                  <a:close/>
                </a:path>
                <a:path w="30479" h="18415">
                  <a:moveTo>
                    <a:pt x="11861" y="9067"/>
                  </a:moveTo>
                  <a:lnTo>
                    <a:pt x="11785" y="9499"/>
                  </a:lnTo>
                  <a:lnTo>
                    <a:pt x="11861" y="9067"/>
                  </a:lnTo>
                  <a:close/>
                </a:path>
                <a:path w="30479" h="18415">
                  <a:moveTo>
                    <a:pt x="11887" y="10223"/>
                  </a:moveTo>
                  <a:lnTo>
                    <a:pt x="11811" y="9969"/>
                  </a:lnTo>
                  <a:lnTo>
                    <a:pt x="11734" y="10337"/>
                  </a:lnTo>
                  <a:lnTo>
                    <a:pt x="11887" y="10223"/>
                  </a:lnTo>
                  <a:close/>
                </a:path>
                <a:path w="30479" h="18415">
                  <a:moveTo>
                    <a:pt x="12001" y="15595"/>
                  </a:moveTo>
                  <a:lnTo>
                    <a:pt x="11734" y="15506"/>
                  </a:lnTo>
                  <a:lnTo>
                    <a:pt x="11912" y="15836"/>
                  </a:lnTo>
                  <a:lnTo>
                    <a:pt x="12001" y="15595"/>
                  </a:lnTo>
                  <a:close/>
                </a:path>
                <a:path w="30479" h="18415">
                  <a:moveTo>
                    <a:pt x="12242" y="14236"/>
                  </a:moveTo>
                  <a:lnTo>
                    <a:pt x="12217" y="14058"/>
                  </a:lnTo>
                  <a:lnTo>
                    <a:pt x="12077" y="14274"/>
                  </a:lnTo>
                  <a:lnTo>
                    <a:pt x="12242" y="14236"/>
                  </a:lnTo>
                  <a:close/>
                </a:path>
                <a:path w="30479" h="18415">
                  <a:moveTo>
                    <a:pt x="12433" y="6769"/>
                  </a:moveTo>
                  <a:lnTo>
                    <a:pt x="12077" y="6705"/>
                  </a:lnTo>
                  <a:lnTo>
                    <a:pt x="12242" y="6883"/>
                  </a:lnTo>
                  <a:lnTo>
                    <a:pt x="12433" y="6769"/>
                  </a:lnTo>
                  <a:close/>
                </a:path>
                <a:path w="30479" h="18415">
                  <a:moveTo>
                    <a:pt x="12433" y="6019"/>
                  </a:moveTo>
                  <a:lnTo>
                    <a:pt x="12293" y="6121"/>
                  </a:lnTo>
                  <a:lnTo>
                    <a:pt x="12230" y="5943"/>
                  </a:lnTo>
                  <a:lnTo>
                    <a:pt x="12065" y="5803"/>
                  </a:lnTo>
                  <a:lnTo>
                    <a:pt x="11976" y="6134"/>
                  </a:lnTo>
                  <a:lnTo>
                    <a:pt x="12065" y="6311"/>
                  </a:lnTo>
                  <a:lnTo>
                    <a:pt x="12128" y="6172"/>
                  </a:lnTo>
                  <a:lnTo>
                    <a:pt x="12230" y="6324"/>
                  </a:lnTo>
                  <a:lnTo>
                    <a:pt x="12077" y="6477"/>
                  </a:lnTo>
                  <a:lnTo>
                    <a:pt x="12077" y="6667"/>
                  </a:lnTo>
                  <a:lnTo>
                    <a:pt x="12166" y="6438"/>
                  </a:lnTo>
                  <a:lnTo>
                    <a:pt x="12369" y="6578"/>
                  </a:lnTo>
                  <a:lnTo>
                    <a:pt x="12420" y="6400"/>
                  </a:lnTo>
                  <a:lnTo>
                    <a:pt x="12268" y="6299"/>
                  </a:lnTo>
                  <a:lnTo>
                    <a:pt x="12395" y="6197"/>
                  </a:lnTo>
                  <a:lnTo>
                    <a:pt x="12433" y="6019"/>
                  </a:lnTo>
                  <a:close/>
                </a:path>
                <a:path w="30479" h="18415">
                  <a:moveTo>
                    <a:pt x="12509" y="10261"/>
                  </a:moveTo>
                  <a:lnTo>
                    <a:pt x="12331" y="10477"/>
                  </a:lnTo>
                  <a:lnTo>
                    <a:pt x="12509" y="10439"/>
                  </a:lnTo>
                  <a:lnTo>
                    <a:pt x="12509" y="10261"/>
                  </a:lnTo>
                  <a:close/>
                </a:path>
                <a:path w="30479" h="18415">
                  <a:moveTo>
                    <a:pt x="12547" y="3924"/>
                  </a:moveTo>
                  <a:lnTo>
                    <a:pt x="12357" y="3822"/>
                  </a:lnTo>
                  <a:lnTo>
                    <a:pt x="12331" y="3949"/>
                  </a:lnTo>
                  <a:lnTo>
                    <a:pt x="12547" y="3924"/>
                  </a:lnTo>
                  <a:close/>
                </a:path>
                <a:path w="30479" h="18415">
                  <a:moveTo>
                    <a:pt x="12611" y="16167"/>
                  </a:moveTo>
                  <a:lnTo>
                    <a:pt x="12433" y="16040"/>
                  </a:lnTo>
                  <a:lnTo>
                    <a:pt x="12496" y="16268"/>
                  </a:lnTo>
                  <a:close/>
                </a:path>
                <a:path w="30479" h="18415">
                  <a:moveTo>
                    <a:pt x="12649" y="355"/>
                  </a:moveTo>
                  <a:lnTo>
                    <a:pt x="12611" y="0"/>
                  </a:lnTo>
                  <a:lnTo>
                    <a:pt x="12496" y="177"/>
                  </a:lnTo>
                  <a:lnTo>
                    <a:pt x="12319" y="673"/>
                  </a:lnTo>
                  <a:lnTo>
                    <a:pt x="12547" y="863"/>
                  </a:lnTo>
                  <a:lnTo>
                    <a:pt x="12636" y="698"/>
                  </a:lnTo>
                  <a:lnTo>
                    <a:pt x="12471" y="584"/>
                  </a:lnTo>
                  <a:lnTo>
                    <a:pt x="12649" y="355"/>
                  </a:lnTo>
                  <a:close/>
                </a:path>
                <a:path w="30479" h="18415">
                  <a:moveTo>
                    <a:pt x="12763" y="13055"/>
                  </a:moveTo>
                  <a:lnTo>
                    <a:pt x="12547" y="12839"/>
                  </a:lnTo>
                  <a:lnTo>
                    <a:pt x="12547" y="13042"/>
                  </a:lnTo>
                  <a:lnTo>
                    <a:pt x="12509" y="13233"/>
                  </a:lnTo>
                  <a:lnTo>
                    <a:pt x="12763" y="13055"/>
                  </a:lnTo>
                  <a:close/>
                </a:path>
                <a:path w="30479" h="18415">
                  <a:moveTo>
                    <a:pt x="12903" y="6426"/>
                  </a:moveTo>
                  <a:lnTo>
                    <a:pt x="12788" y="6248"/>
                  </a:lnTo>
                  <a:lnTo>
                    <a:pt x="12763" y="6464"/>
                  </a:lnTo>
                  <a:lnTo>
                    <a:pt x="12903" y="6426"/>
                  </a:lnTo>
                  <a:close/>
                </a:path>
                <a:path w="30479" h="18415">
                  <a:moveTo>
                    <a:pt x="12992" y="63"/>
                  </a:moveTo>
                  <a:lnTo>
                    <a:pt x="12852" y="50"/>
                  </a:lnTo>
                  <a:lnTo>
                    <a:pt x="12827" y="228"/>
                  </a:lnTo>
                  <a:lnTo>
                    <a:pt x="12890" y="355"/>
                  </a:lnTo>
                  <a:lnTo>
                    <a:pt x="12992" y="63"/>
                  </a:lnTo>
                  <a:close/>
                </a:path>
                <a:path w="30479" h="18415">
                  <a:moveTo>
                    <a:pt x="13004" y="2946"/>
                  </a:moveTo>
                  <a:lnTo>
                    <a:pt x="12992" y="2692"/>
                  </a:lnTo>
                  <a:lnTo>
                    <a:pt x="13004" y="3086"/>
                  </a:lnTo>
                  <a:lnTo>
                    <a:pt x="13004" y="2946"/>
                  </a:lnTo>
                  <a:close/>
                </a:path>
                <a:path w="30479" h="18415">
                  <a:moveTo>
                    <a:pt x="13284" y="12319"/>
                  </a:moveTo>
                  <a:lnTo>
                    <a:pt x="13144" y="12522"/>
                  </a:lnTo>
                  <a:lnTo>
                    <a:pt x="13284" y="12319"/>
                  </a:lnTo>
                  <a:close/>
                </a:path>
                <a:path w="30479" h="18415">
                  <a:moveTo>
                    <a:pt x="13398" y="3035"/>
                  </a:moveTo>
                  <a:lnTo>
                    <a:pt x="13131" y="2768"/>
                  </a:lnTo>
                  <a:lnTo>
                    <a:pt x="13106" y="2590"/>
                  </a:lnTo>
                  <a:lnTo>
                    <a:pt x="13081" y="2743"/>
                  </a:lnTo>
                  <a:lnTo>
                    <a:pt x="13106" y="3009"/>
                  </a:lnTo>
                  <a:lnTo>
                    <a:pt x="13144" y="3263"/>
                  </a:lnTo>
                  <a:lnTo>
                    <a:pt x="13208" y="2997"/>
                  </a:lnTo>
                  <a:lnTo>
                    <a:pt x="13233" y="3200"/>
                  </a:lnTo>
                  <a:lnTo>
                    <a:pt x="13398" y="3035"/>
                  </a:lnTo>
                  <a:close/>
                </a:path>
                <a:path w="30479" h="18415">
                  <a:moveTo>
                    <a:pt x="13474" y="13296"/>
                  </a:moveTo>
                  <a:lnTo>
                    <a:pt x="13423" y="13055"/>
                  </a:lnTo>
                  <a:lnTo>
                    <a:pt x="13360" y="13296"/>
                  </a:lnTo>
                  <a:close/>
                </a:path>
                <a:path w="30479" h="18415">
                  <a:moveTo>
                    <a:pt x="13500" y="11315"/>
                  </a:moveTo>
                  <a:lnTo>
                    <a:pt x="13258" y="11430"/>
                  </a:lnTo>
                  <a:lnTo>
                    <a:pt x="13373" y="11582"/>
                  </a:lnTo>
                  <a:lnTo>
                    <a:pt x="13500" y="11315"/>
                  </a:lnTo>
                  <a:close/>
                </a:path>
                <a:path w="30479" h="18415">
                  <a:moveTo>
                    <a:pt x="13677" y="9817"/>
                  </a:moveTo>
                  <a:lnTo>
                    <a:pt x="13538" y="9639"/>
                  </a:lnTo>
                  <a:lnTo>
                    <a:pt x="13563" y="9817"/>
                  </a:lnTo>
                  <a:close/>
                </a:path>
                <a:path w="30479" h="18415">
                  <a:moveTo>
                    <a:pt x="13677" y="3962"/>
                  </a:moveTo>
                  <a:lnTo>
                    <a:pt x="13639" y="3670"/>
                  </a:lnTo>
                  <a:lnTo>
                    <a:pt x="13614" y="3441"/>
                  </a:lnTo>
                  <a:lnTo>
                    <a:pt x="13500" y="3124"/>
                  </a:lnTo>
                  <a:lnTo>
                    <a:pt x="13436" y="3911"/>
                  </a:lnTo>
                  <a:lnTo>
                    <a:pt x="13677" y="3962"/>
                  </a:lnTo>
                  <a:close/>
                </a:path>
                <a:path w="30479" h="18415">
                  <a:moveTo>
                    <a:pt x="13931" y="4559"/>
                  </a:moveTo>
                  <a:lnTo>
                    <a:pt x="13728" y="4191"/>
                  </a:lnTo>
                  <a:lnTo>
                    <a:pt x="13754" y="4051"/>
                  </a:lnTo>
                  <a:lnTo>
                    <a:pt x="13576" y="3962"/>
                  </a:lnTo>
                  <a:lnTo>
                    <a:pt x="13716" y="4432"/>
                  </a:lnTo>
                  <a:lnTo>
                    <a:pt x="13931" y="4559"/>
                  </a:lnTo>
                  <a:close/>
                </a:path>
                <a:path w="30479" h="18415">
                  <a:moveTo>
                    <a:pt x="14097" y="13665"/>
                  </a:moveTo>
                  <a:lnTo>
                    <a:pt x="13944" y="13436"/>
                  </a:lnTo>
                  <a:lnTo>
                    <a:pt x="13906" y="13233"/>
                  </a:lnTo>
                  <a:lnTo>
                    <a:pt x="13792" y="13436"/>
                  </a:lnTo>
                  <a:lnTo>
                    <a:pt x="13970" y="13652"/>
                  </a:lnTo>
                  <a:lnTo>
                    <a:pt x="13970" y="13843"/>
                  </a:lnTo>
                  <a:lnTo>
                    <a:pt x="14097" y="13665"/>
                  </a:lnTo>
                  <a:close/>
                </a:path>
                <a:path w="30479" h="18415">
                  <a:moveTo>
                    <a:pt x="14262" y="5689"/>
                  </a:moveTo>
                  <a:lnTo>
                    <a:pt x="14173" y="5448"/>
                  </a:lnTo>
                  <a:lnTo>
                    <a:pt x="14185" y="5219"/>
                  </a:lnTo>
                  <a:lnTo>
                    <a:pt x="14109" y="5410"/>
                  </a:lnTo>
                  <a:lnTo>
                    <a:pt x="14147" y="5549"/>
                  </a:lnTo>
                  <a:lnTo>
                    <a:pt x="14147" y="5803"/>
                  </a:lnTo>
                  <a:close/>
                </a:path>
                <a:path w="30479" h="18415">
                  <a:moveTo>
                    <a:pt x="16992" y="1828"/>
                  </a:moveTo>
                  <a:lnTo>
                    <a:pt x="16840" y="1714"/>
                  </a:lnTo>
                  <a:lnTo>
                    <a:pt x="16814" y="1879"/>
                  </a:lnTo>
                  <a:lnTo>
                    <a:pt x="16992" y="1828"/>
                  </a:lnTo>
                  <a:close/>
                </a:path>
                <a:path w="30479" h="18415">
                  <a:moveTo>
                    <a:pt x="29578" y="13754"/>
                  </a:moveTo>
                  <a:lnTo>
                    <a:pt x="29514" y="12725"/>
                  </a:lnTo>
                  <a:lnTo>
                    <a:pt x="29540" y="11976"/>
                  </a:lnTo>
                  <a:lnTo>
                    <a:pt x="29451" y="12547"/>
                  </a:lnTo>
                  <a:lnTo>
                    <a:pt x="29527" y="13563"/>
                  </a:lnTo>
                  <a:lnTo>
                    <a:pt x="29502" y="14312"/>
                  </a:lnTo>
                  <a:lnTo>
                    <a:pt x="29578" y="13754"/>
                  </a:lnTo>
                  <a:close/>
                </a:path>
                <a:path w="30479" h="18415">
                  <a:moveTo>
                    <a:pt x="30314" y="9169"/>
                  </a:moveTo>
                  <a:lnTo>
                    <a:pt x="30289" y="9029"/>
                  </a:lnTo>
                  <a:lnTo>
                    <a:pt x="30264" y="8902"/>
                  </a:lnTo>
                  <a:lnTo>
                    <a:pt x="30251" y="8775"/>
                  </a:lnTo>
                  <a:lnTo>
                    <a:pt x="30251" y="91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3993820" y="1272069"/>
              <a:ext cx="24130" cy="17780"/>
            </a:xfrm>
            <a:custGeom>
              <a:avLst/>
              <a:gdLst/>
              <a:ahLst/>
              <a:cxnLst/>
              <a:rect l="l" t="t" r="r" b="b"/>
              <a:pathLst>
                <a:path w="24129" h="17780">
                  <a:moveTo>
                    <a:pt x="139" y="6629"/>
                  </a:moveTo>
                  <a:lnTo>
                    <a:pt x="0" y="6743"/>
                  </a:lnTo>
                  <a:lnTo>
                    <a:pt x="139" y="6845"/>
                  </a:lnTo>
                  <a:lnTo>
                    <a:pt x="139" y="6629"/>
                  </a:lnTo>
                  <a:close/>
                </a:path>
                <a:path w="24129" h="17780">
                  <a:moveTo>
                    <a:pt x="1193" y="16319"/>
                  </a:moveTo>
                  <a:lnTo>
                    <a:pt x="990" y="16141"/>
                  </a:lnTo>
                  <a:lnTo>
                    <a:pt x="774" y="16344"/>
                  </a:lnTo>
                  <a:lnTo>
                    <a:pt x="1092" y="16319"/>
                  </a:lnTo>
                  <a:lnTo>
                    <a:pt x="1117" y="16459"/>
                  </a:lnTo>
                  <a:lnTo>
                    <a:pt x="1193" y="16319"/>
                  </a:lnTo>
                  <a:close/>
                </a:path>
                <a:path w="24129" h="17780">
                  <a:moveTo>
                    <a:pt x="2197" y="7023"/>
                  </a:moveTo>
                  <a:lnTo>
                    <a:pt x="2120" y="6819"/>
                  </a:lnTo>
                  <a:lnTo>
                    <a:pt x="2120" y="7112"/>
                  </a:lnTo>
                  <a:close/>
                </a:path>
                <a:path w="24129" h="17780">
                  <a:moveTo>
                    <a:pt x="2654" y="16357"/>
                  </a:moveTo>
                  <a:lnTo>
                    <a:pt x="2603" y="16560"/>
                  </a:lnTo>
                  <a:lnTo>
                    <a:pt x="2654" y="16357"/>
                  </a:lnTo>
                  <a:close/>
                </a:path>
                <a:path w="24129" h="17780">
                  <a:moveTo>
                    <a:pt x="2692" y="15748"/>
                  </a:moveTo>
                  <a:lnTo>
                    <a:pt x="2603" y="15595"/>
                  </a:lnTo>
                  <a:lnTo>
                    <a:pt x="2552" y="15748"/>
                  </a:lnTo>
                  <a:lnTo>
                    <a:pt x="2692" y="15748"/>
                  </a:lnTo>
                  <a:close/>
                </a:path>
                <a:path w="24129" h="17780">
                  <a:moveTo>
                    <a:pt x="2755" y="8318"/>
                  </a:moveTo>
                  <a:lnTo>
                    <a:pt x="2667" y="7797"/>
                  </a:lnTo>
                  <a:lnTo>
                    <a:pt x="2514" y="7797"/>
                  </a:lnTo>
                  <a:lnTo>
                    <a:pt x="2565" y="7937"/>
                  </a:lnTo>
                  <a:lnTo>
                    <a:pt x="2565" y="8102"/>
                  </a:lnTo>
                  <a:lnTo>
                    <a:pt x="2514" y="8293"/>
                  </a:lnTo>
                  <a:lnTo>
                    <a:pt x="2413" y="8153"/>
                  </a:lnTo>
                  <a:lnTo>
                    <a:pt x="2324" y="8343"/>
                  </a:lnTo>
                  <a:lnTo>
                    <a:pt x="2489" y="8483"/>
                  </a:lnTo>
                  <a:lnTo>
                    <a:pt x="2705" y="8483"/>
                  </a:lnTo>
                  <a:lnTo>
                    <a:pt x="2743" y="8712"/>
                  </a:lnTo>
                  <a:lnTo>
                    <a:pt x="2755" y="8318"/>
                  </a:lnTo>
                  <a:close/>
                </a:path>
                <a:path w="24129" h="17780">
                  <a:moveTo>
                    <a:pt x="2997" y="7035"/>
                  </a:moveTo>
                  <a:lnTo>
                    <a:pt x="2908" y="7315"/>
                  </a:lnTo>
                  <a:lnTo>
                    <a:pt x="2844" y="7150"/>
                  </a:lnTo>
                  <a:lnTo>
                    <a:pt x="2616" y="7150"/>
                  </a:lnTo>
                  <a:lnTo>
                    <a:pt x="2755" y="7188"/>
                  </a:lnTo>
                  <a:lnTo>
                    <a:pt x="2781" y="7353"/>
                  </a:lnTo>
                  <a:lnTo>
                    <a:pt x="2755" y="7569"/>
                  </a:lnTo>
                  <a:lnTo>
                    <a:pt x="2857" y="7404"/>
                  </a:lnTo>
                  <a:lnTo>
                    <a:pt x="2755" y="7632"/>
                  </a:lnTo>
                  <a:lnTo>
                    <a:pt x="2794" y="7823"/>
                  </a:lnTo>
                  <a:lnTo>
                    <a:pt x="2959" y="7493"/>
                  </a:lnTo>
                  <a:lnTo>
                    <a:pt x="2997" y="7035"/>
                  </a:lnTo>
                  <a:close/>
                </a:path>
                <a:path w="24129" h="17780">
                  <a:moveTo>
                    <a:pt x="3162" y="17310"/>
                  </a:moveTo>
                  <a:lnTo>
                    <a:pt x="3098" y="17094"/>
                  </a:lnTo>
                  <a:lnTo>
                    <a:pt x="3098" y="17284"/>
                  </a:lnTo>
                  <a:close/>
                </a:path>
                <a:path w="24129" h="17780">
                  <a:moveTo>
                    <a:pt x="3225" y="17030"/>
                  </a:moveTo>
                  <a:lnTo>
                    <a:pt x="3187" y="16713"/>
                  </a:lnTo>
                  <a:lnTo>
                    <a:pt x="3124" y="17068"/>
                  </a:lnTo>
                  <a:close/>
                </a:path>
                <a:path w="24129" h="17780">
                  <a:moveTo>
                    <a:pt x="3314" y="863"/>
                  </a:moveTo>
                  <a:lnTo>
                    <a:pt x="3098" y="901"/>
                  </a:lnTo>
                  <a:lnTo>
                    <a:pt x="3098" y="1193"/>
                  </a:lnTo>
                  <a:lnTo>
                    <a:pt x="3314" y="1054"/>
                  </a:lnTo>
                  <a:lnTo>
                    <a:pt x="3314" y="863"/>
                  </a:lnTo>
                  <a:close/>
                </a:path>
                <a:path w="24129" h="17780">
                  <a:moveTo>
                    <a:pt x="3352" y="8953"/>
                  </a:moveTo>
                  <a:lnTo>
                    <a:pt x="3213" y="8813"/>
                  </a:lnTo>
                  <a:lnTo>
                    <a:pt x="3276" y="9042"/>
                  </a:lnTo>
                  <a:lnTo>
                    <a:pt x="3251" y="9182"/>
                  </a:lnTo>
                  <a:lnTo>
                    <a:pt x="3340" y="9055"/>
                  </a:lnTo>
                  <a:close/>
                </a:path>
                <a:path w="24129" h="17780">
                  <a:moveTo>
                    <a:pt x="3403" y="3670"/>
                  </a:moveTo>
                  <a:lnTo>
                    <a:pt x="3263" y="3594"/>
                  </a:lnTo>
                  <a:lnTo>
                    <a:pt x="3302" y="3810"/>
                  </a:lnTo>
                  <a:lnTo>
                    <a:pt x="3162" y="3860"/>
                  </a:lnTo>
                  <a:lnTo>
                    <a:pt x="3200" y="4025"/>
                  </a:lnTo>
                  <a:lnTo>
                    <a:pt x="3378" y="3962"/>
                  </a:lnTo>
                  <a:lnTo>
                    <a:pt x="3378" y="3746"/>
                  </a:lnTo>
                  <a:close/>
                </a:path>
                <a:path w="24129" h="17780">
                  <a:moveTo>
                    <a:pt x="3530" y="4076"/>
                  </a:moveTo>
                  <a:lnTo>
                    <a:pt x="3467" y="4279"/>
                  </a:lnTo>
                  <a:lnTo>
                    <a:pt x="3530" y="4076"/>
                  </a:lnTo>
                  <a:close/>
                </a:path>
                <a:path w="24129" h="17780">
                  <a:moveTo>
                    <a:pt x="3581" y="1651"/>
                  </a:moveTo>
                  <a:lnTo>
                    <a:pt x="3517" y="1397"/>
                  </a:lnTo>
                  <a:lnTo>
                    <a:pt x="3302" y="1397"/>
                  </a:lnTo>
                  <a:lnTo>
                    <a:pt x="3162" y="1562"/>
                  </a:lnTo>
                  <a:lnTo>
                    <a:pt x="3251" y="1879"/>
                  </a:lnTo>
                  <a:lnTo>
                    <a:pt x="3365" y="2082"/>
                  </a:lnTo>
                  <a:lnTo>
                    <a:pt x="3556" y="1828"/>
                  </a:lnTo>
                  <a:lnTo>
                    <a:pt x="3403" y="1752"/>
                  </a:lnTo>
                  <a:lnTo>
                    <a:pt x="3302" y="1562"/>
                  </a:lnTo>
                  <a:lnTo>
                    <a:pt x="3517" y="1473"/>
                  </a:lnTo>
                  <a:lnTo>
                    <a:pt x="3581" y="1651"/>
                  </a:lnTo>
                  <a:close/>
                </a:path>
                <a:path w="24129" h="17780">
                  <a:moveTo>
                    <a:pt x="3594" y="4546"/>
                  </a:moveTo>
                  <a:lnTo>
                    <a:pt x="3416" y="4660"/>
                  </a:lnTo>
                  <a:lnTo>
                    <a:pt x="3467" y="4838"/>
                  </a:lnTo>
                  <a:lnTo>
                    <a:pt x="3594" y="4546"/>
                  </a:lnTo>
                  <a:close/>
                </a:path>
                <a:path w="24129" h="17780">
                  <a:moveTo>
                    <a:pt x="3632" y="9182"/>
                  </a:moveTo>
                  <a:lnTo>
                    <a:pt x="3556" y="9017"/>
                  </a:lnTo>
                  <a:lnTo>
                    <a:pt x="3517" y="9182"/>
                  </a:lnTo>
                  <a:close/>
                </a:path>
                <a:path w="24129" h="17780">
                  <a:moveTo>
                    <a:pt x="3670" y="2755"/>
                  </a:moveTo>
                  <a:lnTo>
                    <a:pt x="3632" y="2578"/>
                  </a:lnTo>
                  <a:lnTo>
                    <a:pt x="3568" y="2349"/>
                  </a:lnTo>
                  <a:lnTo>
                    <a:pt x="3352" y="2438"/>
                  </a:lnTo>
                  <a:lnTo>
                    <a:pt x="3352" y="2146"/>
                  </a:lnTo>
                  <a:lnTo>
                    <a:pt x="3263" y="2374"/>
                  </a:lnTo>
                  <a:lnTo>
                    <a:pt x="3327" y="2628"/>
                  </a:lnTo>
                  <a:lnTo>
                    <a:pt x="3238" y="2921"/>
                  </a:lnTo>
                  <a:lnTo>
                    <a:pt x="3276" y="3060"/>
                  </a:lnTo>
                  <a:lnTo>
                    <a:pt x="3378" y="3238"/>
                  </a:lnTo>
                  <a:lnTo>
                    <a:pt x="3454" y="2946"/>
                  </a:lnTo>
                  <a:lnTo>
                    <a:pt x="3556" y="3086"/>
                  </a:lnTo>
                  <a:lnTo>
                    <a:pt x="3632" y="2921"/>
                  </a:lnTo>
                  <a:lnTo>
                    <a:pt x="3670" y="2755"/>
                  </a:lnTo>
                  <a:close/>
                </a:path>
                <a:path w="24129" h="17780">
                  <a:moveTo>
                    <a:pt x="3721" y="9182"/>
                  </a:moveTo>
                  <a:close/>
                </a:path>
                <a:path w="24129" h="17780">
                  <a:moveTo>
                    <a:pt x="3873" y="3708"/>
                  </a:moveTo>
                  <a:lnTo>
                    <a:pt x="3835" y="3479"/>
                  </a:lnTo>
                  <a:lnTo>
                    <a:pt x="3797" y="3670"/>
                  </a:lnTo>
                  <a:close/>
                </a:path>
                <a:path w="24129" h="17780">
                  <a:moveTo>
                    <a:pt x="3949" y="4013"/>
                  </a:moveTo>
                  <a:lnTo>
                    <a:pt x="3784" y="4140"/>
                  </a:lnTo>
                  <a:lnTo>
                    <a:pt x="3924" y="4241"/>
                  </a:lnTo>
                  <a:lnTo>
                    <a:pt x="3949" y="4013"/>
                  </a:lnTo>
                  <a:close/>
                </a:path>
                <a:path w="24129" h="17780">
                  <a:moveTo>
                    <a:pt x="3975" y="15887"/>
                  </a:moveTo>
                  <a:lnTo>
                    <a:pt x="3835" y="15951"/>
                  </a:lnTo>
                  <a:lnTo>
                    <a:pt x="3911" y="16141"/>
                  </a:lnTo>
                  <a:lnTo>
                    <a:pt x="3975" y="15887"/>
                  </a:lnTo>
                  <a:close/>
                </a:path>
                <a:path w="24129" h="17780">
                  <a:moveTo>
                    <a:pt x="4051" y="16306"/>
                  </a:moveTo>
                  <a:lnTo>
                    <a:pt x="3873" y="16167"/>
                  </a:lnTo>
                  <a:lnTo>
                    <a:pt x="3835" y="16408"/>
                  </a:lnTo>
                  <a:lnTo>
                    <a:pt x="4025" y="16408"/>
                  </a:lnTo>
                  <a:close/>
                </a:path>
                <a:path w="24129" h="17780">
                  <a:moveTo>
                    <a:pt x="4305" y="7251"/>
                  </a:moveTo>
                  <a:lnTo>
                    <a:pt x="4152" y="7239"/>
                  </a:lnTo>
                  <a:lnTo>
                    <a:pt x="4203" y="6985"/>
                  </a:lnTo>
                  <a:lnTo>
                    <a:pt x="4076" y="7239"/>
                  </a:lnTo>
                  <a:lnTo>
                    <a:pt x="4305" y="7442"/>
                  </a:lnTo>
                  <a:lnTo>
                    <a:pt x="4305" y="7251"/>
                  </a:lnTo>
                  <a:close/>
                </a:path>
                <a:path w="24129" h="17780">
                  <a:moveTo>
                    <a:pt x="4559" y="6007"/>
                  </a:moveTo>
                  <a:lnTo>
                    <a:pt x="4368" y="6070"/>
                  </a:lnTo>
                  <a:lnTo>
                    <a:pt x="4445" y="6248"/>
                  </a:lnTo>
                  <a:lnTo>
                    <a:pt x="4559" y="6007"/>
                  </a:lnTo>
                  <a:close/>
                </a:path>
                <a:path w="24129" h="17780">
                  <a:moveTo>
                    <a:pt x="4635" y="9182"/>
                  </a:moveTo>
                  <a:close/>
                </a:path>
                <a:path w="24129" h="17780">
                  <a:moveTo>
                    <a:pt x="4724" y="6273"/>
                  </a:moveTo>
                  <a:lnTo>
                    <a:pt x="4597" y="6159"/>
                  </a:lnTo>
                  <a:lnTo>
                    <a:pt x="4622" y="6324"/>
                  </a:lnTo>
                  <a:close/>
                </a:path>
                <a:path w="24129" h="17780">
                  <a:moveTo>
                    <a:pt x="4737" y="12141"/>
                  </a:moveTo>
                  <a:lnTo>
                    <a:pt x="4495" y="12141"/>
                  </a:lnTo>
                  <a:lnTo>
                    <a:pt x="4495" y="12014"/>
                  </a:lnTo>
                  <a:lnTo>
                    <a:pt x="4432" y="12331"/>
                  </a:lnTo>
                  <a:lnTo>
                    <a:pt x="4356" y="12153"/>
                  </a:lnTo>
                  <a:lnTo>
                    <a:pt x="4292" y="12725"/>
                  </a:lnTo>
                  <a:lnTo>
                    <a:pt x="4483" y="12420"/>
                  </a:lnTo>
                  <a:lnTo>
                    <a:pt x="4737" y="12141"/>
                  </a:lnTo>
                  <a:close/>
                </a:path>
                <a:path w="24129" h="17780">
                  <a:moveTo>
                    <a:pt x="5143" y="13423"/>
                  </a:moveTo>
                  <a:lnTo>
                    <a:pt x="5016" y="13423"/>
                  </a:lnTo>
                  <a:lnTo>
                    <a:pt x="5016" y="13652"/>
                  </a:lnTo>
                  <a:lnTo>
                    <a:pt x="5143" y="13423"/>
                  </a:lnTo>
                  <a:close/>
                </a:path>
                <a:path w="24129" h="17780">
                  <a:moveTo>
                    <a:pt x="5219" y="10147"/>
                  </a:moveTo>
                  <a:lnTo>
                    <a:pt x="5143" y="9893"/>
                  </a:lnTo>
                  <a:lnTo>
                    <a:pt x="5067" y="10261"/>
                  </a:lnTo>
                  <a:lnTo>
                    <a:pt x="5219" y="10147"/>
                  </a:lnTo>
                  <a:close/>
                </a:path>
                <a:path w="24129" h="17780">
                  <a:moveTo>
                    <a:pt x="5334" y="15519"/>
                  </a:moveTo>
                  <a:lnTo>
                    <a:pt x="5067" y="15430"/>
                  </a:lnTo>
                  <a:lnTo>
                    <a:pt x="5245" y="15735"/>
                  </a:lnTo>
                  <a:lnTo>
                    <a:pt x="5334" y="15519"/>
                  </a:lnTo>
                  <a:close/>
                </a:path>
                <a:path w="24129" h="17780">
                  <a:moveTo>
                    <a:pt x="5575" y="14160"/>
                  </a:moveTo>
                  <a:lnTo>
                    <a:pt x="5549" y="13970"/>
                  </a:lnTo>
                  <a:lnTo>
                    <a:pt x="5410" y="14198"/>
                  </a:lnTo>
                  <a:lnTo>
                    <a:pt x="5575" y="14160"/>
                  </a:lnTo>
                  <a:close/>
                </a:path>
                <a:path w="24129" h="17780">
                  <a:moveTo>
                    <a:pt x="5753" y="8991"/>
                  </a:moveTo>
                  <a:lnTo>
                    <a:pt x="5562" y="8991"/>
                  </a:lnTo>
                  <a:lnTo>
                    <a:pt x="5626" y="9131"/>
                  </a:lnTo>
                  <a:lnTo>
                    <a:pt x="5549" y="9410"/>
                  </a:lnTo>
                  <a:lnTo>
                    <a:pt x="5562" y="9728"/>
                  </a:lnTo>
                  <a:lnTo>
                    <a:pt x="5359" y="9499"/>
                  </a:lnTo>
                  <a:lnTo>
                    <a:pt x="5537" y="9423"/>
                  </a:lnTo>
                  <a:lnTo>
                    <a:pt x="5486" y="9156"/>
                  </a:lnTo>
                  <a:lnTo>
                    <a:pt x="5422" y="8991"/>
                  </a:lnTo>
                  <a:lnTo>
                    <a:pt x="5219" y="8991"/>
                  </a:lnTo>
                  <a:lnTo>
                    <a:pt x="5168" y="9131"/>
                  </a:lnTo>
                  <a:lnTo>
                    <a:pt x="5194" y="9004"/>
                  </a:lnTo>
                  <a:lnTo>
                    <a:pt x="5118" y="9423"/>
                  </a:lnTo>
                  <a:lnTo>
                    <a:pt x="5143" y="9220"/>
                  </a:lnTo>
                  <a:lnTo>
                    <a:pt x="5372" y="9309"/>
                  </a:lnTo>
                  <a:lnTo>
                    <a:pt x="5232" y="9296"/>
                  </a:lnTo>
                  <a:lnTo>
                    <a:pt x="5232" y="9512"/>
                  </a:lnTo>
                  <a:lnTo>
                    <a:pt x="5194" y="9677"/>
                  </a:lnTo>
                  <a:lnTo>
                    <a:pt x="5295" y="9982"/>
                  </a:lnTo>
                  <a:lnTo>
                    <a:pt x="5232" y="10388"/>
                  </a:lnTo>
                  <a:lnTo>
                    <a:pt x="5334" y="10083"/>
                  </a:lnTo>
                  <a:lnTo>
                    <a:pt x="5283" y="9842"/>
                  </a:lnTo>
                  <a:lnTo>
                    <a:pt x="5422" y="9728"/>
                  </a:lnTo>
                  <a:lnTo>
                    <a:pt x="5397" y="9994"/>
                  </a:lnTo>
                  <a:lnTo>
                    <a:pt x="5715" y="10058"/>
                  </a:lnTo>
                  <a:lnTo>
                    <a:pt x="5626" y="9740"/>
                  </a:lnTo>
                  <a:lnTo>
                    <a:pt x="5753" y="9232"/>
                  </a:lnTo>
                  <a:lnTo>
                    <a:pt x="5753" y="8991"/>
                  </a:lnTo>
                  <a:close/>
                </a:path>
                <a:path w="24129" h="17780">
                  <a:moveTo>
                    <a:pt x="5765" y="6781"/>
                  </a:moveTo>
                  <a:lnTo>
                    <a:pt x="5410" y="6731"/>
                  </a:lnTo>
                  <a:lnTo>
                    <a:pt x="5575" y="6896"/>
                  </a:lnTo>
                  <a:lnTo>
                    <a:pt x="5765" y="6781"/>
                  </a:lnTo>
                  <a:close/>
                </a:path>
                <a:path w="24129" h="17780">
                  <a:moveTo>
                    <a:pt x="5765" y="6019"/>
                  </a:moveTo>
                  <a:lnTo>
                    <a:pt x="5626" y="6134"/>
                  </a:lnTo>
                  <a:lnTo>
                    <a:pt x="5562" y="5981"/>
                  </a:lnTo>
                  <a:lnTo>
                    <a:pt x="5397" y="5829"/>
                  </a:lnTo>
                  <a:lnTo>
                    <a:pt x="5308" y="6159"/>
                  </a:lnTo>
                  <a:lnTo>
                    <a:pt x="5397" y="6350"/>
                  </a:lnTo>
                  <a:lnTo>
                    <a:pt x="5461" y="6197"/>
                  </a:lnTo>
                  <a:lnTo>
                    <a:pt x="5562" y="6375"/>
                  </a:lnTo>
                  <a:lnTo>
                    <a:pt x="5410" y="6515"/>
                  </a:lnTo>
                  <a:lnTo>
                    <a:pt x="5410" y="6692"/>
                  </a:lnTo>
                  <a:lnTo>
                    <a:pt x="5499" y="6464"/>
                  </a:lnTo>
                  <a:lnTo>
                    <a:pt x="5702" y="6616"/>
                  </a:lnTo>
                  <a:lnTo>
                    <a:pt x="5753" y="6426"/>
                  </a:lnTo>
                  <a:lnTo>
                    <a:pt x="5600" y="6337"/>
                  </a:lnTo>
                  <a:lnTo>
                    <a:pt x="5664" y="6210"/>
                  </a:lnTo>
                  <a:lnTo>
                    <a:pt x="5765" y="6019"/>
                  </a:lnTo>
                  <a:close/>
                </a:path>
                <a:path w="24129" h="17780">
                  <a:moveTo>
                    <a:pt x="5842" y="10185"/>
                  </a:moveTo>
                  <a:lnTo>
                    <a:pt x="5664" y="10388"/>
                  </a:lnTo>
                  <a:lnTo>
                    <a:pt x="5842" y="10363"/>
                  </a:lnTo>
                  <a:lnTo>
                    <a:pt x="5842" y="10185"/>
                  </a:lnTo>
                  <a:close/>
                </a:path>
                <a:path w="24129" h="17780">
                  <a:moveTo>
                    <a:pt x="5880" y="3962"/>
                  </a:moveTo>
                  <a:lnTo>
                    <a:pt x="5689" y="3822"/>
                  </a:lnTo>
                  <a:lnTo>
                    <a:pt x="5664" y="3962"/>
                  </a:lnTo>
                  <a:lnTo>
                    <a:pt x="5880" y="3962"/>
                  </a:lnTo>
                  <a:close/>
                </a:path>
                <a:path w="24129" h="17780">
                  <a:moveTo>
                    <a:pt x="5943" y="16103"/>
                  </a:moveTo>
                  <a:lnTo>
                    <a:pt x="5765" y="15963"/>
                  </a:lnTo>
                  <a:lnTo>
                    <a:pt x="5829" y="16179"/>
                  </a:lnTo>
                  <a:close/>
                </a:path>
                <a:path w="24129" h="17780">
                  <a:moveTo>
                    <a:pt x="5981" y="355"/>
                  </a:moveTo>
                  <a:lnTo>
                    <a:pt x="5943" y="0"/>
                  </a:lnTo>
                  <a:lnTo>
                    <a:pt x="5829" y="177"/>
                  </a:lnTo>
                  <a:lnTo>
                    <a:pt x="5651" y="673"/>
                  </a:lnTo>
                  <a:lnTo>
                    <a:pt x="5880" y="863"/>
                  </a:lnTo>
                  <a:lnTo>
                    <a:pt x="5969" y="685"/>
                  </a:lnTo>
                  <a:lnTo>
                    <a:pt x="5803" y="584"/>
                  </a:lnTo>
                  <a:lnTo>
                    <a:pt x="5981" y="355"/>
                  </a:lnTo>
                  <a:close/>
                </a:path>
                <a:path w="24129" h="17780">
                  <a:moveTo>
                    <a:pt x="6096" y="12979"/>
                  </a:moveTo>
                  <a:lnTo>
                    <a:pt x="5880" y="12763"/>
                  </a:lnTo>
                  <a:lnTo>
                    <a:pt x="5880" y="12966"/>
                  </a:lnTo>
                  <a:lnTo>
                    <a:pt x="5842" y="13157"/>
                  </a:lnTo>
                  <a:lnTo>
                    <a:pt x="6096" y="12979"/>
                  </a:lnTo>
                  <a:close/>
                </a:path>
                <a:path w="24129" h="17780">
                  <a:moveTo>
                    <a:pt x="6235" y="6426"/>
                  </a:moveTo>
                  <a:lnTo>
                    <a:pt x="6121" y="6235"/>
                  </a:lnTo>
                  <a:lnTo>
                    <a:pt x="6096" y="6464"/>
                  </a:lnTo>
                  <a:lnTo>
                    <a:pt x="6235" y="6426"/>
                  </a:lnTo>
                  <a:close/>
                </a:path>
                <a:path w="24129" h="17780">
                  <a:moveTo>
                    <a:pt x="6324" y="76"/>
                  </a:moveTo>
                  <a:lnTo>
                    <a:pt x="6184" y="38"/>
                  </a:lnTo>
                  <a:lnTo>
                    <a:pt x="6159" y="215"/>
                  </a:lnTo>
                  <a:lnTo>
                    <a:pt x="6223" y="368"/>
                  </a:lnTo>
                  <a:lnTo>
                    <a:pt x="6324" y="76"/>
                  </a:lnTo>
                  <a:close/>
                </a:path>
                <a:path w="24129" h="17780">
                  <a:moveTo>
                    <a:pt x="6337" y="2997"/>
                  </a:moveTo>
                  <a:lnTo>
                    <a:pt x="6324" y="2743"/>
                  </a:lnTo>
                  <a:lnTo>
                    <a:pt x="6337" y="3136"/>
                  </a:lnTo>
                  <a:lnTo>
                    <a:pt x="6337" y="2997"/>
                  </a:lnTo>
                  <a:close/>
                </a:path>
                <a:path w="24129" h="17780">
                  <a:moveTo>
                    <a:pt x="6553" y="3276"/>
                  </a:moveTo>
                  <a:lnTo>
                    <a:pt x="6540" y="3098"/>
                  </a:lnTo>
                  <a:lnTo>
                    <a:pt x="6438" y="2590"/>
                  </a:lnTo>
                  <a:lnTo>
                    <a:pt x="6413" y="2743"/>
                  </a:lnTo>
                  <a:lnTo>
                    <a:pt x="6438" y="2997"/>
                  </a:lnTo>
                  <a:lnTo>
                    <a:pt x="6477" y="3276"/>
                  </a:lnTo>
                  <a:close/>
                </a:path>
                <a:path w="24129" h="17780">
                  <a:moveTo>
                    <a:pt x="6616" y="12230"/>
                  </a:moveTo>
                  <a:lnTo>
                    <a:pt x="6477" y="12433"/>
                  </a:lnTo>
                  <a:lnTo>
                    <a:pt x="6616" y="12230"/>
                  </a:lnTo>
                  <a:close/>
                </a:path>
                <a:path w="24129" h="17780">
                  <a:moveTo>
                    <a:pt x="6807" y="13220"/>
                  </a:moveTo>
                  <a:lnTo>
                    <a:pt x="6756" y="12979"/>
                  </a:lnTo>
                  <a:lnTo>
                    <a:pt x="6692" y="13220"/>
                  </a:lnTo>
                  <a:close/>
                </a:path>
                <a:path w="24129" h="17780">
                  <a:moveTo>
                    <a:pt x="6832" y="11239"/>
                  </a:moveTo>
                  <a:lnTo>
                    <a:pt x="6807" y="11112"/>
                  </a:lnTo>
                  <a:lnTo>
                    <a:pt x="6591" y="11353"/>
                  </a:lnTo>
                  <a:lnTo>
                    <a:pt x="6705" y="11506"/>
                  </a:lnTo>
                  <a:lnTo>
                    <a:pt x="6832" y="11239"/>
                  </a:lnTo>
                  <a:close/>
                </a:path>
                <a:path w="24129" h="17780">
                  <a:moveTo>
                    <a:pt x="7010" y="9740"/>
                  </a:moveTo>
                  <a:lnTo>
                    <a:pt x="6870" y="9563"/>
                  </a:lnTo>
                  <a:lnTo>
                    <a:pt x="6896" y="9740"/>
                  </a:lnTo>
                  <a:close/>
                </a:path>
                <a:path w="24129" h="17780">
                  <a:moveTo>
                    <a:pt x="7010" y="3937"/>
                  </a:moveTo>
                  <a:lnTo>
                    <a:pt x="6972" y="3670"/>
                  </a:lnTo>
                  <a:lnTo>
                    <a:pt x="6946" y="3441"/>
                  </a:lnTo>
                  <a:lnTo>
                    <a:pt x="6832" y="3124"/>
                  </a:lnTo>
                  <a:lnTo>
                    <a:pt x="6769" y="3924"/>
                  </a:lnTo>
                  <a:lnTo>
                    <a:pt x="7010" y="3937"/>
                  </a:lnTo>
                  <a:close/>
                </a:path>
                <a:path w="24129" h="17780">
                  <a:moveTo>
                    <a:pt x="7264" y="4546"/>
                  </a:moveTo>
                  <a:lnTo>
                    <a:pt x="7061" y="4191"/>
                  </a:lnTo>
                  <a:lnTo>
                    <a:pt x="7086" y="4051"/>
                  </a:lnTo>
                  <a:lnTo>
                    <a:pt x="6908" y="3962"/>
                  </a:lnTo>
                  <a:lnTo>
                    <a:pt x="7048" y="4445"/>
                  </a:lnTo>
                  <a:lnTo>
                    <a:pt x="7264" y="4546"/>
                  </a:lnTo>
                  <a:close/>
                </a:path>
                <a:path w="24129" h="17780">
                  <a:moveTo>
                    <a:pt x="7277" y="13538"/>
                  </a:moveTo>
                  <a:lnTo>
                    <a:pt x="7239" y="13157"/>
                  </a:lnTo>
                  <a:lnTo>
                    <a:pt x="7124" y="13347"/>
                  </a:lnTo>
                  <a:lnTo>
                    <a:pt x="7277" y="13538"/>
                  </a:lnTo>
                  <a:close/>
                </a:path>
                <a:path w="24129" h="17780">
                  <a:moveTo>
                    <a:pt x="7594" y="5702"/>
                  </a:moveTo>
                  <a:lnTo>
                    <a:pt x="7505" y="5461"/>
                  </a:lnTo>
                  <a:lnTo>
                    <a:pt x="7518" y="5245"/>
                  </a:lnTo>
                  <a:lnTo>
                    <a:pt x="7442" y="5435"/>
                  </a:lnTo>
                  <a:lnTo>
                    <a:pt x="7480" y="5562"/>
                  </a:lnTo>
                  <a:lnTo>
                    <a:pt x="7480" y="5816"/>
                  </a:lnTo>
                  <a:close/>
                </a:path>
                <a:path w="24129" h="17780">
                  <a:moveTo>
                    <a:pt x="10325" y="1828"/>
                  </a:moveTo>
                  <a:lnTo>
                    <a:pt x="10172" y="1701"/>
                  </a:lnTo>
                  <a:lnTo>
                    <a:pt x="10147" y="1866"/>
                  </a:lnTo>
                  <a:lnTo>
                    <a:pt x="10325" y="1828"/>
                  </a:lnTo>
                  <a:close/>
                </a:path>
                <a:path w="24129" h="17780">
                  <a:moveTo>
                    <a:pt x="22936" y="9004"/>
                  </a:moveTo>
                  <a:lnTo>
                    <a:pt x="22898" y="10299"/>
                  </a:lnTo>
                  <a:lnTo>
                    <a:pt x="22936" y="9867"/>
                  </a:lnTo>
                  <a:lnTo>
                    <a:pt x="22910" y="9398"/>
                  </a:lnTo>
                  <a:lnTo>
                    <a:pt x="22936" y="9004"/>
                  </a:lnTo>
                  <a:close/>
                </a:path>
                <a:path w="24129" h="17780">
                  <a:moveTo>
                    <a:pt x="23634" y="9194"/>
                  </a:moveTo>
                  <a:lnTo>
                    <a:pt x="23609" y="9055"/>
                  </a:lnTo>
                  <a:lnTo>
                    <a:pt x="23571" y="8826"/>
                  </a:lnTo>
                  <a:lnTo>
                    <a:pt x="23545" y="9055"/>
                  </a:lnTo>
                  <a:lnTo>
                    <a:pt x="23558" y="91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3987114" y="1213078"/>
              <a:ext cx="29845" cy="82550"/>
            </a:xfrm>
            <a:custGeom>
              <a:avLst/>
              <a:gdLst/>
              <a:ahLst/>
              <a:cxnLst/>
              <a:rect l="l" t="t" r="r" b="b"/>
              <a:pathLst>
                <a:path w="29845" h="82550">
                  <a:moveTo>
                    <a:pt x="9194" y="77190"/>
                  </a:moveTo>
                  <a:lnTo>
                    <a:pt x="0" y="77190"/>
                  </a:lnTo>
                  <a:lnTo>
                    <a:pt x="0" y="82232"/>
                  </a:lnTo>
                  <a:lnTo>
                    <a:pt x="4940" y="79679"/>
                  </a:lnTo>
                  <a:lnTo>
                    <a:pt x="7759" y="78359"/>
                  </a:lnTo>
                  <a:lnTo>
                    <a:pt x="7950" y="78359"/>
                  </a:lnTo>
                  <a:lnTo>
                    <a:pt x="8039" y="77787"/>
                  </a:lnTo>
                  <a:lnTo>
                    <a:pt x="8077" y="77990"/>
                  </a:lnTo>
                  <a:lnTo>
                    <a:pt x="8394" y="77990"/>
                  </a:lnTo>
                  <a:lnTo>
                    <a:pt x="8572" y="77787"/>
                  </a:lnTo>
                  <a:lnTo>
                    <a:pt x="8788" y="77520"/>
                  </a:lnTo>
                  <a:lnTo>
                    <a:pt x="9194" y="77520"/>
                  </a:lnTo>
                  <a:lnTo>
                    <a:pt x="9194" y="77190"/>
                  </a:lnTo>
                  <a:close/>
                </a:path>
                <a:path w="29845" h="82550">
                  <a:moveTo>
                    <a:pt x="9372" y="76606"/>
                  </a:moveTo>
                  <a:lnTo>
                    <a:pt x="9220" y="76606"/>
                  </a:lnTo>
                  <a:lnTo>
                    <a:pt x="9042" y="76390"/>
                  </a:lnTo>
                  <a:lnTo>
                    <a:pt x="8826" y="76606"/>
                  </a:lnTo>
                  <a:lnTo>
                    <a:pt x="8788" y="76758"/>
                  </a:lnTo>
                  <a:lnTo>
                    <a:pt x="8674" y="76606"/>
                  </a:lnTo>
                  <a:lnTo>
                    <a:pt x="8496" y="76390"/>
                  </a:lnTo>
                  <a:lnTo>
                    <a:pt x="8051" y="76390"/>
                  </a:lnTo>
                  <a:lnTo>
                    <a:pt x="101" y="76390"/>
                  </a:lnTo>
                  <a:lnTo>
                    <a:pt x="177" y="77177"/>
                  </a:lnTo>
                  <a:lnTo>
                    <a:pt x="9245" y="77177"/>
                  </a:lnTo>
                  <a:lnTo>
                    <a:pt x="9194" y="76784"/>
                  </a:lnTo>
                  <a:lnTo>
                    <a:pt x="9372" y="76606"/>
                  </a:lnTo>
                  <a:close/>
                </a:path>
                <a:path w="29845" h="82550">
                  <a:moveTo>
                    <a:pt x="9461" y="76288"/>
                  </a:moveTo>
                  <a:lnTo>
                    <a:pt x="9372" y="75780"/>
                  </a:lnTo>
                  <a:lnTo>
                    <a:pt x="9220" y="75780"/>
                  </a:lnTo>
                  <a:lnTo>
                    <a:pt x="9271" y="75946"/>
                  </a:lnTo>
                  <a:lnTo>
                    <a:pt x="9271" y="76085"/>
                  </a:lnTo>
                  <a:lnTo>
                    <a:pt x="9220" y="76276"/>
                  </a:lnTo>
                  <a:lnTo>
                    <a:pt x="9118" y="76136"/>
                  </a:lnTo>
                  <a:lnTo>
                    <a:pt x="9029" y="76314"/>
                  </a:lnTo>
                  <a:lnTo>
                    <a:pt x="9194" y="76454"/>
                  </a:lnTo>
                  <a:lnTo>
                    <a:pt x="9410" y="76454"/>
                  </a:lnTo>
                  <a:lnTo>
                    <a:pt x="9448" y="76669"/>
                  </a:lnTo>
                  <a:lnTo>
                    <a:pt x="9461" y="76288"/>
                  </a:lnTo>
                  <a:close/>
                </a:path>
                <a:path w="29845" h="82550">
                  <a:moveTo>
                    <a:pt x="9702" y="75018"/>
                  </a:moveTo>
                  <a:lnTo>
                    <a:pt x="9613" y="75298"/>
                  </a:lnTo>
                  <a:lnTo>
                    <a:pt x="9550" y="75107"/>
                  </a:lnTo>
                  <a:lnTo>
                    <a:pt x="9321" y="75107"/>
                  </a:lnTo>
                  <a:lnTo>
                    <a:pt x="9461" y="75158"/>
                  </a:lnTo>
                  <a:lnTo>
                    <a:pt x="9486" y="75323"/>
                  </a:lnTo>
                  <a:lnTo>
                    <a:pt x="9461" y="75526"/>
                  </a:lnTo>
                  <a:lnTo>
                    <a:pt x="9563" y="75387"/>
                  </a:lnTo>
                  <a:lnTo>
                    <a:pt x="9461" y="75603"/>
                  </a:lnTo>
                  <a:lnTo>
                    <a:pt x="9499" y="75819"/>
                  </a:lnTo>
                  <a:lnTo>
                    <a:pt x="9664" y="75476"/>
                  </a:lnTo>
                  <a:lnTo>
                    <a:pt x="9702" y="75018"/>
                  </a:lnTo>
                  <a:close/>
                </a:path>
                <a:path w="29845" h="82550">
                  <a:moveTo>
                    <a:pt x="9855" y="77406"/>
                  </a:moveTo>
                  <a:lnTo>
                    <a:pt x="9804" y="77190"/>
                  </a:lnTo>
                  <a:lnTo>
                    <a:pt x="9804" y="77317"/>
                  </a:lnTo>
                  <a:lnTo>
                    <a:pt x="9766" y="77444"/>
                  </a:lnTo>
                  <a:close/>
                </a:path>
                <a:path w="29845" h="82550">
                  <a:moveTo>
                    <a:pt x="10058" y="76936"/>
                  </a:moveTo>
                  <a:lnTo>
                    <a:pt x="9918" y="76822"/>
                  </a:lnTo>
                  <a:lnTo>
                    <a:pt x="9982" y="77038"/>
                  </a:lnTo>
                  <a:lnTo>
                    <a:pt x="9956" y="77177"/>
                  </a:lnTo>
                  <a:lnTo>
                    <a:pt x="9956" y="77343"/>
                  </a:lnTo>
                  <a:lnTo>
                    <a:pt x="10033" y="77177"/>
                  </a:lnTo>
                  <a:lnTo>
                    <a:pt x="10045" y="77038"/>
                  </a:lnTo>
                  <a:close/>
                </a:path>
                <a:path w="29845" h="82550">
                  <a:moveTo>
                    <a:pt x="10109" y="71640"/>
                  </a:moveTo>
                  <a:lnTo>
                    <a:pt x="9969" y="71577"/>
                  </a:lnTo>
                  <a:lnTo>
                    <a:pt x="10007" y="71793"/>
                  </a:lnTo>
                  <a:lnTo>
                    <a:pt x="9867" y="71869"/>
                  </a:lnTo>
                  <a:lnTo>
                    <a:pt x="9906" y="71996"/>
                  </a:lnTo>
                  <a:lnTo>
                    <a:pt x="10083" y="71945"/>
                  </a:lnTo>
                  <a:lnTo>
                    <a:pt x="10083" y="71729"/>
                  </a:lnTo>
                  <a:close/>
                </a:path>
                <a:path w="29845" h="82550">
                  <a:moveTo>
                    <a:pt x="10236" y="72072"/>
                  </a:moveTo>
                  <a:lnTo>
                    <a:pt x="10172" y="72250"/>
                  </a:lnTo>
                  <a:lnTo>
                    <a:pt x="10236" y="72072"/>
                  </a:lnTo>
                  <a:close/>
                </a:path>
                <a:path w="29845" h="82550">
                  <a:moveTo>
                    <a:pt x="10287" y="69634"/>
                  </a:moveTo>
                  <a:lnTo>
                    <a:pt x="10223" y="69367"/>
                  </a:lnTo>
                  <a:lnTo>
                    <a:pt x="10007" y="69367"/>
                  </a:lnTo>
                  <a:lnTo>
                    <a:pt x="9867" y="69545"/>
                  </a:lnTo>
                  <a:lnTo>
                    <a:pt x="9956" y="69850"/>
                  </a:lnTo>
                  <a:lnTo>
                    <a:pt x="10071" y="70053"/>
                  </a:lnTo>
                  <a:lnTo>
                    <a:pt x="10261" y="69811"/>
                  </a:lnTo>
                  <a:lnTo>
                    <a:pt x="10109" y="69735"/>
                  </a:lnTo>
                  <a:lnTo>
                    <a:pt x="10007" y="69545"/>
                  </a:lnTo>
                  <a:lnTo>
                    <a:pt x="10223" y="69443"/>
                  </a:lnTo>
                  <a:lnTo>
                    <a:pt x="10287" y="69634"/>
                  </a:lnTo>
                  <a:close/>
                </a:path>
                <a:path w="29845" h="82550">
                  <a:moveTo>
                    <a:pt x="10299" y="72529"/>
                  </a:moveTo>
                  <a:lnTo>
                    <a:pt x="10121" y="72631"/>
                  </a:lnTo>
                  <a:lnTo>
                    <a:pt x="10172" y="72834"/>
                  </a:lnTo>
                  <a:lnTo>
                    <a:pt x="10299" y="72529"/>
                  </a:lnTo>
                  <a:close/>
                </a:path>
                <a:path w="29845" h="82550">
                  <a:moveTo>
                    <a:pt x="10337" y="77114"/>
                  </a:moveTo>
                  <a:close/>
                </a:path>
                <a:path w="29845" h="82550">
                  <a:moveTo>
                    <a:pt x="10375" y="70726"/>
                  </a:moveTo>
                  <a:lnTo>
                    <a:pt x="10337" y="70548"/>
                  </a:lnTo>
                  <a:lnTo>
                    <a:pt x="10274" y="70307"/>
                  </a:lnTo>
                  <a:lnTo>
                    <a:pt x="10058" y="70383"/>
                  </a:lnTo>
                  <a:lnTo>
                    <a:pt x="10058" y="70104"/>
                  </a:lnTo>
                  <a:lnTo>
                    <a:pt x="9969" y="70332"/>
                  </a:lnTo>
                  <a:lnTo>
                    <a:pt x="10033" y="70612"/>
                  </a:lnTo>
                  <a:lnTo>
                    <a:pt x="9944" y="70891"/>
                  </a:lnTo>
                  <a:lnTo>
                    <a:pt x="9982" y="71018"/>
                  </a:lnTo>
                  <a:lnTo>
                    <a:pt x="10083" y="71208"/>
                  </a:lnTo>
                  <a:lnTo>
                    <a:pt x="10160" y="70916"/>
                  </a:lnTo>
                  <a:lnTo>
                    <a:pt x="10261" y="71069"/>
                  </a:lnTo>
                  <a:lnTo>
                    <a:pt x="10337" y="70891"/>
                  </a:lnTo>
                  <a:lnTo>
                    <a:pt x="10375" y="70726"/>
                  </a:lnTo>
                  <a:close/>
                </a:path>
                <a:path w="29845" h="82550">
                  <a:moveTo>
                    <a:pt x="10401" y="75018"/>
                  </a:moveTo>
                  <a:lnTo>
                    <a:pt x="10083" y="73939"/>
                  </a:lnTo>
                  <a:lnTo>
                    <a:pt x="9994" y="73431"/>
                  </a:lnTo>
                  <a:lnTo>
                    <a:pt x="10121" y="72402"/>
                  </a:lnTo>
                  <a:lnTo>
                    <a:pt x="9994" y="72402"/>
                  </a:lnTo>
                  <a:lnTo>
                    <a:pt x="9855" y="72618"/>
                  </a:lnTo>
                  <a:lnTo>
                    <a:pt x="9829" y="72402"/>
                  </a:lnTo>
                  <a:lnTo>
                    <a:pt x="9804" y="72707"/>
                  </a:lnTo>
                  <a:lnTo>
                    <a:pt x="9652" y="72402"/>
                  </a:lnTo>
                  <a:lnTo>
                    <a:pt x="9652" y="72021"/>
                  </a:lnTo>
                  <a:lnTo>
                    <a:pt x="9448" y="72021"/>
                  </a:lnTo>
                  <a:lnTo>
                    <a:pt x="9601" y="71539"/>
                  </a:lnTo>
                  <a:lnTo>
                    <a:pt x="9652" y="71412"/>
                  </a:lnTo>
                  <a:lnTo>
                    <a:pt x="9766" y="71259"/>
                  </a:lnTo>
                  <a:lnTo>
                    <a:pt x="9715" y="70993"/>
                  </a:lnTo>
                  <a:lnTo>
                    <a:pt x="9766" y="70446"/>
                  </a:lnTo>
                  <a:lnTo>
                    <a:pt x="9613" y="70446"/>
                  </a:lnTo>
                  <a:lnTo>
                    <a:pt x="9613" y="70827"/>
                  </a:lnTo>
                  <a:lnTo>
                    <a:pt x="9385" y="70446"/>
                  </a:lnTo>
                  <a:lnTo>
                    <a:pt x="9550" y="70446"/>
                  </a:lnTo>
                  <a:lnTo>
                    <a:pt x="9613" y="70827"/>
                  </a:lnTo>
                  <a:lnTo>
                    <a:pt x="9613" y="70446"/>
                  </a:lnTo>
                  <a:lnTo>
                    <a:pt x="9613" y="70319"/>
                  </a:lnTo>
                  <a:lnTo>
                    <a:pt x="9944" y="70319"/>
                  </a:lnTo>
                  <a:lnTo>
                    <a:pt x="9893" y="69913"/>
                  </a:lnTo>
                  <a:lnTo>
                    <a:pt x="9652" y="69723"/>
                  </a:lnTo>
                  <a:lnTo>
                    <a:pt x="9753" y="68910"/>
                  </a:lnTo>
                  <a:lnTo>
                    <a:pt x="9804" y="69164"/>
                  </a:lnTo>
                  <a:lnTo>
                    <a:pt x="10020" y="69024"/>
                  </a:lnTo>
                  <a:lnTo>
                    <a:pt x="10274" y="68910"/>
                  </a:lnTo>
                  <a:lnTo>
                    <a:pt x="10274" y="68097"/>
                  </a:lnTo>
                  <a:lnTo>
                    <a:pt x="9842" y="68821"/>
                  </a:lnTo>
                  <a:lnTo>
                    <a:pt x="9702" y="68097"/>
                  </a:lnTo>
                  <a:lnTo>
                    <a:pt x="9550" y="68097"/>
                  </a:lnTo>
                  <a:lnTo>
                    <a:pt x="8318" y="68097"/>
                  </a:lnTo>
                  <a:lnTo>
                    <a:pt x="8318" y="70446"/>
                  </a:lnTo>
                  <a:lnTo>
                    <a:pt x="8077" y="70688"/>
                  </a:lnTo>
                  <a:lnTo>
                    <a:pt x="8077" y="71259"/>
                  </a:lnTo>
                  <a:lnTo>
                    <a:pt x="8051" y="71539"/>
                  </a:lnTo>
                  <a:lnTo>
                    <a:pt x="7950" y="71259"/>
                  </a:lnTo>
                  <a:lnTo>
                    <a:pt x="7772" y="71259"/>
                  </a:lnTo>
                  <a:lnTo>
                    <a:pt x="7950" y="70853"/>
                  </a:lnTo>
                  <a:lnTo>
                    <a:pt x="8077" y="71259"/>
                  </a:lnTo>
                  <a:lnTo>
                    <a:pt x="8077" y="70688"/>
                  </a:lnTo>
                  <a:lnTo>
                    <a:pt x="8153" y="70446"/>
                  </a:lnTo>
                  <a:lnTo>
                    <a:pt x="8318" y="70446"/>
                  </a:lnTo>
                  <a:lnTo>
                    <a:pt x="8318" y="68097"/>
                  </a:lnTo>
                  <a:lnTo>
                    <a:pt x="7937" y="68097"/>
                  </a:lnTo>
                  <a:lnTo>
                    <a:pt x="7937" y="70827"/>
                  </a:lnTo>
                  <a:lnTo>
                    <a:pt x="7874" y="70637"/>
                  </a:lnTo>
                  <a:lnTo>
                    <a:pt x="7937" y="70827"/>
                  </a:lnTo>
                  <a:lnTo>
                    <a:pt x="7937" y="68097"/>
                  </a:lnTo>
                  <a:lnTo>
                    <a:pt x="38" y="68097"/>
                  </a:lnTo>
                  <a:lnTo>
                    <a:pt x="101" y="75958"/>
                  </a:lnTo>
                  <a:lnTo>
                    <a:pt x="7581" y="75958"/>
                  </a:lnTo>
                  <a:lnTo>
                    <a:pt x="7785" y="75958"/>
                  </a:lnTo>
                  <a:lnTo>
                    <a:pt x="7785" y="75488"/>
                  </a:lnTo>
                  <a:lnTo>
                    <a:pt x="7645" y="75793"/>
                  </a:lnTo>
                  <a:lnTo>
                    <a:pt x="7581" y="75018"/>
                  </a:lnTo>
                  <a:lnTo>
                    <a:pt x="8204" y="75018"/>
                  </a:lnTo>
                  <a:lnTo>
                    <a:pt x="6286" y="72402"/>
                  </a:lnTo>
                  <a:lnTo>
                    <a:pt x="9207" y="72402"/>
                  </a:lnTo>
                  <a:lnTo>
                    <a:pt x="9207" y="73723"/>
                  </a:lnTo>
                  <a:lnTo>
                    <a:pt x="8432" y="75018"/>
                  </a:lnTo>
                  <a:lnTo>
                    <a:pt x="8636" y="75184"/>
                  </a:lnTo>
                  <a:lnTo>
                    <a:pt x="8623" y="75018"/>
                  </a:lnTo>
                  <a:lnTo>
                    <a:pt x="8826" y="75018"/>
                  </a:lnTo>
                  <a:lnTo>
                    <a:pt x="8953" y="75095"/>
                  </a:lnTo>
                  <a:lnTo>
                    <a:pt x="8915" y="75018"/>
                  </a:lnTo>
                  <a:lnTo>
                    <a:pt x="10274" y="75018"/>
                  </a:lnTo>
                  <a:lnTo>
                    <a:pt x="10401" y="75018"/>
                  </a:lnTo>
                  <a:close/>
                </a:path>
                <a:path w="29845" h="82550">
                  <a:moveTo>
                    <a:pt x="10426" y="77127"/>
                  </a:moveTo>
                  <a:close/>
                </a:path>
                <a:path w="29845" h="82550">
                  <a:moveTo>
                    <a:pt x="10579" y="71678"/>
                  </a:moveTo>
                  <a:lnTo>
                    <a:pt x="10541" y="71475"/>
                  </a:lnTo>
                  <a:lnTo>
                    <a:pt x="10502" y="71640"/>
                  </a:lnTo>
                  <a:close/>
                </a:path>
                <a:path w="29845" h="82550">
                  <a:moveTo>
                    <a:pt x="10655" y="71983"/>
                  </a:moveTo>
                  <a:lnTo>
                    <a:pt x="10490" y="72097"/>
                  </a:lnTo>
                  <a:lnTo>
                    <a:pt x="10629" y="72224"/>
                  </a:lnTo>
                  <a:lnTo>
                    <a:pt x="10655" y="71983"/>
                  </a:lnTo>
                  <a:close/>
                </a:path>
                <a:path w="29845" h="82550">
                  <a:moveTo>
                    <a:pt x="11010" y="75260"/>
                  </a:moveTo>
                  <a:lnTo>
                    <a:pt x="10858" y="75247"/>
                  </a:lnTo>
                  <a:lnTo>
                    <a:pt x="10909" y="74993"/>
                  </a:lnTo>
                  <a:lnTo>
                    <a:pt x="10782" y="75247"/>
                  </a:lnTo>
                  <a:lnTo>
                    <a:pt x="11010" y="75450"/>
                  </a:lnTo>
                  <a:lnTo>
                    <a:pt x="11010" y="75260"/>
                  </a:lnTo>
                  <a:close/>
                </a:path>
                <a:path w="29845" h="82550">
                  <a:moveTo>
                    <a:pt x="11303" y="73977"/>
                  </a:moveTo>
                  <a:lnTo>
                    <a:pt x="11074" y="74053"/>
                  </a:lnTo>
                  <a:lnTo>
                    <a:pt x="11150" y="74218"/>
                  </a:lnTo>
                  <a:lnTo>
                    <a:pt x="11264" y="74002"/>
                  </a:lnTo>
                  <a:close/>
                </a:path>
                <a:path w="29845" h="82550">
                  <a:moveTo>
                    <a:pt x="11315" y="74168"/>
                  </a:moveTo>
                  <a:lnTo>
                    <a:pt x="11188" y="74256"/>
                  </a:lnTo>
                  <a:lnTo>
                    <a:pt x="11188" y="74383"/>
                  </a:lnTo>
                  <a:lnTo>
                    <a:pt x="11315" y="74168"/>
                  </a:lnTo>
                  <a:close/>
                </a:path>
                <a:path w="29845" h="82550">
                  <a:moveTo>
                    <a:pt x="11430" y="74256"/>
                  </a:moveTo>
                  <a:close/>
                </a:path>
                <a:path w="29845" h="82550">
                  <a:moveTo>
                    <a:pt x="11442" y="71132"/>
                  </a:moveTo>
                  <a:lnTo>
                    <a:pt x="11201" y="71132"/>
                  </a:lnTo>
                  <a:lnTo>
                    <a:pt x="11201" y="71005"/>
                  </a:lnTo>
                  <a:lnTo>
                    <a:pt x="11137" y="71348"/>
                  </a:lnTo>
                  <a:lnTo>
                    <a:pt x="11277" y="71386"/>
                  </a:lnTo>
                  <a:lnTo>
                    <a:pt x="11442" y="71132"/>
                  </a:lnTo>
                  <a:close/>
                </a:path>
                <a:path w="29845" h="82550">
                  <a:moveTo>
                    <a:pt x="12471" y="74764"/>
                  </a:moveTo>
                  <a:lnTo>
                    <a:pt x="12115" y="74714"/>
                  </a:lnTo>
                  <a:lnTo>
                    <a:pt x="12280" y="74879"/>
                  </a:lnTo>
                  <a:lnTo>
                    <a:pt x="12471" y="74764"/>
                  </a:lnTo>
                  <a:close/>
                </a:path>
                <a:path w="29845" h="82550">
                  <a:moveTo>
                    <a:pt x="12471" y="74015"/>
                  </a:moveTo>
                  <a:lnTo>
                    <a:pt x="12331" y="74117"/>
                  </a:lnTo>
                  <a:lnTo>
                    <a:pt x="12268" y="73964"/>
                  </a:lnTo>
                  <a:lnTo>
                    <a:pt x="12103" y="73825"/>
                  </a:lnTo>
                  <a:lnTo>
                    <a:pt x="12014" y="74142"/>
                  </a:lnTo>
                  <a:lnTo>
                    <a:pt x="12103" y="74307"/>
                  </a:lnTo>
                  <a:lnTo>
                    <a:pt x="12166" y="74168"/>
                  </a:lnTo>
                  <a:lnTo>
                    <a:pt x="12268" y="74333"/>
                  </a:lnTo>
                  <a:lnTo>
                    <a:pt x="12115" y="74498"/>
                  </a:lnTo>
                  <a:lnTo>
                    <a:pt x="12115" y="74688"/>
                  </a:lnTo>
                  <a:lnTo>
                    <a:pt x="12204" y="74472"/>
                  </a:lnTo>
                  <a:lnTo>
                    <a:pt x="12407" y="74599"/>
                  </a:lnTo>
                  <a:lnTo>
                    <a:pt x="12458" y="74422"/>
                  </a:lnTo>
                  <a:lnTo>
                    <a:pt x="12306" y="74307"/>
                  </a:lnTo>
                  <a:lnTo>
                    <a:pt x="12433" y="74193"/>
                  </a:lnTo>
                  <a:lnTo>
                    <a:pt x="12471" y="74015"/>
                  </a:lnTo>
                  <a:close/>
                </a:path>
                <a:path w="29845" h="82550">
                  <a:moveTo>
                    <a:pt x="12585" y="71920"/>
                  </a:moveTo>
                  <a:lnTo>
                    <a:pt x="12395" y="71805"/>
                  </a:lnTo>
                  <a:lnTo>
                    <a:pt x="12369" y="71945"/>
                  </a:lnTo>
                  <a:lnTo>
                    <a:pt x="12585" y="71920"/>
                  </a:lnTo>
                  <a:close/>
                </a:path>
                <a:path w="29845" h="82550">
                  <a:moveTo>
                    <a:pt x="12687" y="68364"/>
                  </a:moveTo>
                  <a:lnTo>
                    <a:pt x="12649" y="67995"/>
                  </a:lnTo>
                  <a:lnTo>
                    <a:pt x="12534" y="68160"/>
                  </a:lnTo>
                  <a:lnTo>
                    <a:pt x="12357" y="68656"/>
                  </a:lnTo>
                  <a:lnTo>
                    <a:pt x="12585" y="68846"/>
                  </a:lnTo>
                  <a:lnTo>
                    <a:pt x="12674" y="68681"/>
                  </a:lnTo>
                  <a:lnTo>
                    <a:pt x="12509" y="68580"/>
                  </a:lnTo>
                  <a:lnTo>
                    <a:pt x="12687" y="68364"/>
                  </a:lnTo>
                  <a:close/>
                </a:path>
                <a:path w="29845" h="82550">
                  <a:moveTo>
                    <a:pt x="12941" y="74409"/>
                  </a:moveTo>
                  <a:lnTo>
                    <a:pt x="12827" y="74231"/>
                  </a:lnTo>
                  <a:lnTo>
                    <a:pt x="12801" y="74447"/>
                  </a:lnTo>
                  <a:lnTo>
                    <a:pt x="12941" y="74409"/>
                  </a:lnTo>
                  <a:close/>
                </a:path>
                <a:path w="29845" h="82550">
                  <a:moveTo>
                    <a:pt x="13030" y="68059"/>
                  </a:moveTo>
                  <a:lnTo>
                    <a:pt x="12890" y="68033"/>
                  </a:lnTo>
                  <a:lnTo>
                    <a:pt x="12865" y="68199"/>
                  </a:lnTo>
                  <a:lnTo>
                    <a:pt x="12928" y="68338"/>
                  </a:lnTo>
                  <a:lnTo>
                    <a:pt x="13030" y="68059"/>
                  </a:lnTo>
                  <a:close/>
                </a:path>
                <a:path w="29845" h="82550">
                  <a:moveTo>
                    <a:pt x="13042" y="70929"/>
                  </a:moveTo>
                  <a:lnTo>
                    <a:pt x="13030" y="70688"/>
                  </a:lnTo>
                  <a:lnTo>
                    <a:pt x="13042" y="71069"/>
                  </a:lnTo>
                  <a:lnTo>
                    <a:pt x="13042" y="70929"/>
                  </a:lnTo>
                  <a:close/>
                </a:path>
                <a:path w="29845" h="82550">
                  <a:moveTo>
                    <a:pt x="13436" y="71005"/>
                  </a:moveTo>
                  <a:lnTo>
                    <a:pt x="13169" y="70739"/>
                  </a:lnTo>
                  <a:lnTo>
                    <a:pt x="13144" y="70561"/>
                  </a:lnTo>
                  <a:lnTo>
                    <a:pt x="13119" y="70713"/>
                  </a:lnTo>
                  <a:lnTo>
                    <a:pt x="13144" y="70980"/>
                  </a:lnTo>
                  <a:lnTo>
                    <a:pt x="13182" y="71247"/>
                  </a:lnTo>
                  <a:lnTo>
                    <a:pt x="13246" y="70967"/>
                  </a:lnTo>
                  <a:lnTo>
                    <a:pt x="13271" y="71158"/>
                  </a:lnTo>
                  <a:lnTo>
                    <a:pt x="13436" y="71005"/>
                  </a:lnTo>
                  <a:close/>
                </a:path>
                <a:path w="29845" h="82550">
                  <a:moveTo>
                    <a:pt x="13716" y="71958"/>
                  </a:moveTo>
                  <a:lnTo>
                    <a:pt x="13677" y="71653"/>
                  </a:lnTo>
                  <a:lnTo>
                    <a:pt x="13652" y="71437"/>
                  </a:lnTo>
                  <a:lnTo>
                    <a:pt x="13538" y="71107"/>
                  </a:lnTo>
                  <a:lnTo>
                    <a:pt x="13474" y="71907"/>
                  </a:lnTo>
                  <a:lnTo>
                    <a:pt x="13716" y="71958"/>
                  </a:lnTo>
                  <a:close/>
                </a:path>
                <a:path w="29845" h="82550">
                  <a:moveTo>
                    <a:pt x="13970" y="72529"/>
                  </a:moveTo>
                  <a:lnTo>
                    <a:pt x="13766" y="72161"/>
                  </a:lnTo>
                  <a:lnTo>
                    <a:pt x="13792" y="72034"/>
                  </a:lnTo>
                  <a:lnTo>
                    <a:pt x="13614" y="71970"/>
                  </a:lnTo>
                  <a:lnTo>
                    <a:pt x="13754" y="72415"/>
                  </a:lnTo>
                  <a:lnTo>
                    <a:pt x="13970" y="72529"/>
                  </a:lnTo>
                  <a:close/>
                </a:path>
                <a:path w="29845" h="82550">
                  <a:moveTo>
                    <a:pt x="14300" y="73685"/>
                  </a:moveTo>
                  <a:lnTo>
                    <a:pt x="14211" y="73431"/>
                  </a:lnTo>
                  <a:lnTo>
                    <a:pt x="14224" y="73228"/>
                  </a:lnTo>
                  <a:lnTo>
                    <a:pt x="14147" y="73418"/>
                  </a:lnTo>
                  <a:lnTo>
                    <a:pt x="14185" y="73558"/>
                  </a:lnTo>
                  <a:lnTo>
                    <a:pt x="14185" y="73812"/>
                  </a:lnTo>
                  <a:lnTo>
                    <a:pt x="14300" y="73685"/>
                  </a:lnTo>
                  <a:close/>
                </a:path>
                <a:path w="29845" h="82550">
                  <a:moveTo>
                    <a:pt x="17030" y="69811"/>
                  </a:moveTo>
                  <a:lnTo>
                    <a:pt x="16878" y="69697"/>
                  </a:lnTo>
                  <a:lnTo>
                    <a:pt x="16852" y="69862"/>
                  </a:lnTo>
                  <a:lnTo>
                    <a:pt x="17030" y="69811"/>
                  </a:lnTo>
                  <a:close/>
                </a:path>
                <a:path w="29845" h="82550">
                  <a:moveTo>
                    <a:pt x="26377" y="8572"/>
                  </a:moveTo>
                  <a:lnTo>
                    <a:pt x="26187" y="8420"/>
                  </a:lnTo>
                  <a:lnTo>
                    <a:pt x="26022" y="8597"/>
                  </a:lnTo>
                  <a:lnTo>
                    <a:pt x="26212" y="8750"/>
                  </a:lnTo>
                  <a:lnTo>
                    <a:pt x="26377" y="8572"/>
                  </a:lnTo>
                  <a:close/>
                </a:path>
                <a:path w="29845" h="82550">
                  <a:moveTo>
                    <a:pt x="26377" y="4368"/>
                  </a:moveTo>
                  <a:lnTo>
                    <a:pt x="26047" y="4203"/>
                  </a:lnTo>
                  <a:lnTo>
                    <a:pt x="25882" y="4533"/>
                  </a:lnTo>
                  <a:lnTo>
                    <a:pt x="26212" y="4699"/>
                  </a:lnTo>
                  <a:lnTo>
                    <a:pt x="26377" y="4368"/>
                  </a:lnTo>
                  <a:close/>
                </a:path>
                <a:path w="29845" h="82550">
                  <a:moveTo>
                    <a:pt x="26416" y="7505"/>
                  </a:moveTo>
                  <a:lnTo>
                    <a:pt x="26111" y="7353"/>
                  </a:lnTo>
                  <a:lnTo>
                    <a:pt x="25971" y="7670"/>
                  </a:lnTo>
                  <a:lnTo>
                    <a:pt x="26276" y="7810"/>
                  </a:lnTo>
                  <a:lnTo>
                    <a:pt x="26416" y="7505"/>
                  </a:lnTo>
                  <a:close/>
                </a:path>
                <a:path w="29845" h="82550">
                  <a:moveTo>
                    <a:pt x="26670" y="6007"/>
                  </a:moveTo>
                  <a:lnTo>
                    <a:pt x="26543" y="5753"/>
                  </a:lnTo>
                  <a:lnTo>
                    <a:pt x="26301" y="5880"/>
                  </a:lnTo>
                  <a:lnTo>
                    <a:pt x="26441" y="6121"/>
                  </a:lnTo>
                  <a:lnTo>
                    <a:pt x="26670" y="6007"/>
                  </a:lnTo>
                  <a:close/>
                </a:path>
                <a:path w="29845" h="82550">
                  <a:moveTo>
                    <a:pt x="26822" y="3937"/>
                  </a:moveTo>
                  <a:lnTo>
                    <a:pt x="26606" y="3657"/>
                  </a:lnTo>
                  <a:lnTo>
                    <a:pt x="26314" y="3860"/>
                  </a:lnTo>
                  <a:lnTo>
                    <a:pt x="26517" y="4152"/>
                  </a:lnTo>
                  <a:lnTo>
                    <a:pt x="26822" y="3937"/>
                  </a:lnTo>
                  <a:close/>
                </a:path>
                <a:path w="29845" h="82550">
                  <a:moveTo>
                    <a:pt x="26847" y="4991"/>
                  </a:moveTo>
                  <a:lnTo>
                    <a:pt x="26644" y="4813"/>
                  </a:lnTo>
                  <a:lnTo>
                    <a:pt x="26466" y="5016"/>
                  </a:lnTo>
                  <a:lnTo>
                    <a:pt x="26682" y="5194"/>
                  </a:lnTo>
                  <a:lnTo>
                    <a:pt x="26847" y="4991"/>
                  </a:lnTo>
                  <a:close/>
                </a:path>
                <a:path w="29845" h="82550">
                  <a:moveTo>
                    <a:pt x="26898" y="7048"/>
                  </a:moveTo>
                  <a:lnTo>
                    <a:pt x="26657" y="6934"/>
                  </a:lnTo>
                  <a:lnTo>
                    <a:pt x="26530" y="7175"/>
                  </a:lnTo>
                  <a:lnTo>
                    <a:pt x="26771" y="7302"/>
                  </a:lnTo>
                  <a:lnTo>
                    <a:pt x="26898" y="7048"/>
                  </a:lnTo>
                  <a:close/>
                </a:path>
                <a:path w="29845" h="82550">
                  <a:moveTo>
                    <a:pt x="26924" y="7747"/>
                  </a:moveTo>
                  <a:lnTo>
                    <a:pt x="26670" y="7620"/>
                  </a:lnTo>
                  <a:lnTo>
                    <a:pt x="26530" y="7886"/>
                  </a:lnTo>
                  <a:lnTo>
                    <a:pt x="26784" y="8013"/>
                  </a:lnTo>
                  <a:lnTo>
                    <a:pt x="26924" y="7747"/>
                  </a:lnTo>
                  <a:close/>
                </a:path>
                <a:path w="29845" h="82550">
                  <a:moveTo>
                    <a:pt x="27305" y="1028"/>
                  </a:moveTo>
                  <a:lnTo>
                    <a:pt x="27025" y="774"/>
                  </a:lnTo>
                  <a:lnTo>
                    <a:pt x="26771" y="1066"/>
                  </a:lnTo>
                  <a:lnTo>
                    <a:pt x="26949" y="1219"/>
                  </a:lnTo>
                  <a:lnTo>
                    <a:pt x="26733" y="1384"/>
                  </a:lnTo>
                  <a:lnTo>
                    <a:pt x="26911" y="1638"/>
                  </a:lnTo>
                  <a:lnTo>
                    <a:pt x="27165" y="1447"/>
                  </a:lnTo>
                  <a:lnTo>
                    <a:pt x="27051" y="1295"/>
                  </a:lnTo>
                  <a:lnTo>
                    <a:pt x="27305" y="1028"/>
                  </a:lnTo>
                  <a:close/>
                </a:path>
                <a:path w="29845" h="82550">
                  <a:moveTo>
                    <a:pt x="27330" y="7429"/>
                  </a:moveTo>
                  <a:lnTo>
                    <a:pt x="27127" y="7112"/>
                  </a:lnTo>
                  <a:lnTo>
                    <a:pt x="26809" y="7315"/>
                  </a:lnTo>
                  <a:lnTo>
                    <a:pt x="27025" y="7632"/>
                  </a:lnTo>
                  <a:lnTo>
                    <a:pt x="27330" y="7429"/>
                  </a:lnTo>
                  <a:close/>
                </a:path>
                <a:path w="29845" h="82550">
                  <a:moveTo>
                    <a:pt x="27533" y="5334"/>
                  </a:moveTo>
                  <a:lnTo>
                    <a:pt x="27343" y="5105"/>
                  </a:lnTo>
                  <a:lnTo>
                    <a:pt x="27127" y="5308"/>
                  </a:lnTo>
                  <a:lnTo>
                    <a:pt x="27305" y="5537"/>
                  </a:lnTo>
                  <a:lnTo>
                    <a:pt x="27533" y="5334"/>
                  </a:lnTo>
                  <a:close/>
                </a:path>
                <a:path w="29845" h="82550">
                  <a:moveTo>
                    <a:pt x="27584" y="6477"/>
                  </a:moveTo>
                  <a:lnTo>
                    <a:pt x="27419" y="6248"/>
                  </a:lnTo>
                  <a:lnTo>
                    <a:pt x="27178" y="6426"/>
                  </a:lnTo>
                  <a:lnTo>
                    <a:pt x="27165" y="6616"/>
                  </a:lnTo>
                  <a:lnTo>
                    <a:pt x="27317" y="6794"/>
                  </a:lnTo>
                  <a:lnTo>
                    <a:pt x="27508" y="6642"/>
                  </a:lnTo>
                  <a:lnTo>
                    <a:pt x="27584" y="6477"/>
                  </a:lnTo>
                  <a:close/>
                </a:path>
                <a:path w="29845" h="82550">
                  <a:moveTo>
                    <a:pt x="27660" y="4864"/>
                  </a:moveTo>
                  <a:lnTo>
                    <a:pt x="27533" y="4635"/>
                  </a:lnTo>
                  <a:lnTo>
                    <a:pt x="27305" y="4787"/>
                  </a:lnTo>
                  <a:lnTo>
                    <a:pt x="27432" y="5003"/>
                  </a:lnTo>
                  <a:lnTo>
                    <a:pt x="27660" y="4864"/>
                  </a:lnTo>
                  <a:close/>
                </a:path>
                <a:path w="29845" h="82550">
                  <a:moveTo>
                    <a:pt x="27825" y="3759"/>
                  </a:moveTo>
                  <a:lnTo>
                    <a:pt x="27673" y="3467"/>
                  </a:lnTo>
                  <a:lnTo>
                    <a:pt x="27381" y="3619"/>
                  </a:lnTo>
                  <a:lnTo>
                    <a:pt x="27533" y="3911"/>
                  </a:lnTo>
                  <a:lnTo>
                    <a:pt x="27825" y="3759"/>
                  </a:lnTo>
                  <a:close/>
                </a:path>
                <a:path w="29845" h="82550">
                  <a:moveTo>
                    <a:pt x="27825" y="228"/>
                  </a:moveTo>
                  <a:lnTo>
                    <a:pt x="27533" y="0"/>
                  </a:lnTo>
                  <a:lnTo>
                    <a:pt x="27317" y="292"/>
                  </a:lnTo>
                  <a:lnTo>
                    <a:pt x="27559" y="482"/>
                  </a:lnTo>
                  <a:lnTo>
                    <a:pt x="27470" y="698"/>
                  </a:lnTo>
                  <a:lnTo>
                    <a:pt x="27724" y="825"/>
                  </a:lnTo>
                  <a:lnTo>
                    <a:pt x="27825" y="558"/>
                  </a:lnTo>
                  <a:lnTo>
                    <a:pt x="27635" y="495"/>
                  </a:lnTo>
                  <a:lnTo>
                    <a:pt x="27825" y="228"/>
                  </a:lnTo>
                  <a:close/>
                </a:path>
                <a:path w="29845" h="82550">
                  <a:moveTo>
                    <a:pt x="27851" y="2971"/>
                  </a:moveTo>
                  <a:lnTo>
                    <a:pt x="27597" y="2730"/>
                  </a:lnTo>
                  <a:lnTo>
                    <a:pt x="27355" y="2984"/>
                  </a:lnTo>
                  <a:lnTo>
                    <a:pt x="27622" y="3213"/>
                  </a:lnTo>
                  <a:lnTo>
                    <a:pt x="27851" y="2971"/>
                  </a:lnTo>
                  <a:close/>
                </a:path>
                <a:path w="29845" h="82550">
                  <a:moveTo>
                    <a:pt x="28092" y="8204"/>
                  </a:moveTo>
                  <a:lnTo>
                    <a:pt x="27914" y="8001"/>
                  </a:lnTo>
                  <a:lnTo>
                    <a:pt x="27711" y="8191"/>
                  </a:lnTo>
                  <a:lnTo>
                    <a:pt x="27889" y="8382"/>
                  </a:lnTo>
                  <a:lnTo>
                    <a:pt x="28092" y="8204"/>
                  </a:lnTo>
                  <a:close/>
                </a:path>
                <a:path w="29845" h="82550">
                  <a:moveTo>
                    <a:pt x="28257" y="6083"/>
                  </a:moveTo>
                  <a:lnTo>
                    <a:pt x="27990" y="5956"/>
                  </a:lnTo>
                  <a:lnTo>
                    <a:pt x="27851" y="6248"/>
                  </a:lnTo>
                  <a:lnTo>
                    <a:pt x="28143" y="6388"/>
                  </a:lnTo>
                  <a:lnTo>
                    <a:pt x="28257" y="6083"/>
                  </a:lnTo>
                  <a:close/>
                </a:path>
                <a:path w="29845" h="82550">
                  <a:moveTo>
                    <a:pt x="28359" y="3289"/>
                  </a:moveTo>
                  <a:lnTo>
                    <a:pt x="28117" y="3162"/>
                  </a:lnTo>
                  <a:lnTo>
                    <a:pt x="27978" y="3390"/>
                  </a:lnTo>
                  <a:lnTo>
                    <a:pt x="28219" y="3543"/>
                  </a:lnTo>
                  <a:lnTo>
                    <a:pt x="28359" y="3289"/>
                  </a:lnTo>
                  <a:close/>
                </a:path>
                <a:path w="29845" h="82550">
                  <a:moveTo>
                    <a:pt x="28371" y="8013"/>
                  </a:moveTo>
                  <a:lnTo>
                    <a:pt x="28206" y="7835"/>
                  </a:lnTo>
                  <a:lnTo>
                    <a:pt x="28016" y="7975"/>
                  </a:lnTo>
                  <a:lnTo>
                    <a:pt x="28155" y="8178"/>
                  </a:lnTo>
                  <a:lnTo>
                    <a:pt x="28371" y="8013"/>
                  </a:lnTo>
                  <a:close/>
                </a:path>
                <a:path w="29845" h="82550">
                  <a:moveTo>
                    <a:pt x="28600" y="2641"/>
                  </a:moveTo>
                  <a:lnTo>
                    <a:pt x="28333" y="2438"/>
                  </a:lnTo>
                  <a:lnTo>
                    <a:pt x="28155" y="2705"/>
                  </a:lnTo>
                  <a:lnTo>
                    <a:pt x="28422" y="2895"/>
                  </a:lnTo>
                  <a:lnTo>
                    <a:pt x="28600" y="2641"/>
                  </a:lnTo>
                  <a:close/>
                </a:path>
                <a:path w="29845" h="82550">
                  <a:moveTo>
                    <a:pt x="28625" y="4178"/>
                  </a:moveTo>
                  <a:lnTo>
                    <a:pt x="28435" y="3937"/>
                  </a:lnTo>
                  <a:lnTo>
                    <a:pt x="28181" y="4140"/>
                  </a:lnTo>
                  <a:lnTo>
                    <a:pt x="28384" y="4381"/>
                  </a:lnTo>
                  <a:lnTo>
                    <a:pt x="28625" y="4178"/>
                  </a:lnTo>
                  <a:close/>
                </a:path>
                <a:path w="29845" h="82550">
                  <a:moveTo>
                    <a:pt x="28676" y="8851"/>
                  </a:moveTo>
                  <a:lnTo>
                    <a:pt x="28359" y="8661"/>
                  </a:lnTo>
                  <a:lnTo>
                    <a:pt x="28168" y="8978"/>
                  </a:lnTo>
                  <a:lnTo>
                    <a:pt x="28486" y="9169"/>
                  </a:lnTo>
                  <a:lnTo>
                    <a:pt x="28676" y="8851"/>
                  </a:lnTo>
                  <a:close/>
                </a:path>
                <a:path w="29845" h="82550">
                  <a:moveTo>
                    <a:pt x="28905" y="1993"/>
                  </a:moveTo>
                  <a:lnTo>
                    <a:pt x="28714" y="1765"/>
                  </a:lnTo>
                  <a:lnTo>
                    <a:pt x="28473" y="1968"/>
                  </a:lnTo>
                  <a:lnTo>
                    <a:pt x="28587" y="2120"/>
                  </a:lnTo>
                  <a:lnTo>
                    <a:pt x="28409" y="2273"/>
                  </a:lnTo>
                  <a:lnTo>
                    <a:pt x="28549" y="2451"/>
                  </a:lnTo>
                  <a:lnTo>
                    <a:pt x="28752" y="2324"/>
                  </a:lnTo>
                  <a:lnTo>
                    <a:pt x="28638" y="2184"/>
                  </a:lnTo>
                  <a:lnTo>
                    <a:pt x="28905" y="1993"/>
                  </a:lnTo>
                  <a:close/>
                </a:path>
                <a:path w="29845" h="82550">
                  <a:moveTo>
                    <a:pt x="29006" y="5448"/>
                  </a:moveTo>
                  <a:lnTo>
                    <a:pt x="28752" y="5334"/>
                  </a:lnTo>
                  <a:lnTo>
                    <a:pt x="28600" y="5575"/>
                  </a:lnTo>
                  <a:lnTo>
                    <a:pt x="28448" y="5461"/>
                  </a:lnTo>
                  <a:lnTo>
                    <a:pt x="28244" y="5753"/>
                  </a:lnTo>
                  <a:lnTo>
                    <a:pt x="28511" y="5943"/>
                  </a:lnTo>
                  <a:lnTo>
                    <a:pt x="28727" y="5664"/>
                  </a:lnTo>
                  <a:lnTo>
                    <a:pt x="28854" y="5715"/>
                  </a:lnTo>
                  <a:lnTo>
                    <a:pt x="29006" y="5448"/>
                  </a:lnTo>
                  <a:close/>
                </a:path>
                <a:path w="29845" h="82550">
                  <a:moveTo>
                    <a:pt x="29197" y="1854"/>
                  </a:moveTo>
                  <a:lnTo>
                    <a:pt x="29019" y="1638"/>
                  </a:lnTo>
                  <a:lnTo>
                    <a:pt x="28803" y="1803"/>
                  </a:lnTo>
                  <a:lnTo>
                    <a:pt x="28956" y="2019"/>
                  </a:lnTo>
                  <a:lnTo>
                    <a:pt x="29197" y="1854"/>
                  </a:lnTo>
                  <a:close/>
                </a:path>
                <a:path w="29845" h="82550">
                  <a:moveTo>
                    <a:pt x="29222" y="6718"/>
                  </a:moveTo>
                  <a:lnTo>
                    <a:pt x="28968" y="6604"/>
                  </a:lnTo>
                  <a:lnTo>
                    <a:pt x="28841" y="6870"/>
                  </a:lnTo>
                  <a:lnTo>
                    <a:pt x="29095" y="6997"/>
                  </a:lnTo>
                  <a:lnTo>
                    <a:pt x="29222" y="6718"/>
                  </a:lnTo>
                  <a:close/>
                </a:path>
                <a:path w="29845" h="82550">
                  <a:moveTo>
                    <a:pt x="29235" y="2413"/>
                  </a:moveTo>
                  <a:lnTo>
                    <a:pt x="28892" y="2222"/>
                  </a:lnTo>
                  <a:lnTo>
                    <a:pt x="28714" y="2552"/>
                  </a:lnTo>
                  <a:lnTo>
                    <a:pt x="29032" y="2730"/>
                  </a:lnTo>
                  <a:lnTo>
                    <a:pt x="29235" y="24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4013047" y="1196428"/>
              <a:ext cx="3810" cy="51435"/>
            </a:xfrm>
            <a:custGeom>
              <a:avLst/>
              <a:gdLst/>
              <a:ahLst/>
              <a:cxnLst/>
              <a:rect l="l" t="t" r="r" b="b"/>
              <a:pathLst>
                <a:path w="3810" h="51434">
                  <a:moveTo>
                    <a:pt x="444" y="50380"/>
                  </a:moveTo>
                  <a:lnTo>
                    <a:pt x="266" y="50215"/>
                  </a:lnTo>
                  <a:lnTo>
                    <a:pt x="101" y="50406"/>
                  </a:lnTo>
                  <a:lnTo>
                    <a:pt x="292" y="50558"/>
                  </a:lnTo>
                  <a:lnTo>
                    <a:pt x="444" y="50380"/>
                  </a:lnTo>
                  <a:close/>
                </a:path>
                <a:path w="3810" h="51434">
                  <a:moveTo>
                    <a:pt x="482" y="49263"/>
                  </a:moveTo>
                  <a:lnTo>
                    <a:pt x="177" y="49123"/>
                  </a:lnTo>
                  <a:lnTo>
                    <a:pt x="38" y="49415"/>
                  </a:lnTo>
                  <a:lnTo>
                    <a:pt x="342" y="49568"/>
                  </a:lnTo>
                  <a:lnTo>
                    <a:pt x="482" y="49263"/>
                  </a:lnTo>
                  <a:close/>
                </a:path>
                <a:path w="3810" h="51434">
                  <a:moveTo>
                    <a:pt x="482" y="16548"/>
                  </a:moveTo>
                  <a:lnTo>
                    <a:pt x="228" y="16332"/>
                  </a:lnTo>
                  <a:lnTo>
                    <a:pt x="12" y="16573"/>
                  </a:lnTo>
                  <a:lnTo>
                    <a:pt x="266" y="16789"/>
                  </a:lnTo>
                  <a:lnTo>
                    <a:pt x="482" y="16548"/>
                  </a:lnTo>
                  <a:close/>
                </a:path>
                <a:path w="3810" h="51434">
                  <a:moveTo>
                    <a:pt x="482" y="11239"/>
                  </a:moveTo>
                  <a:lnTo>
                    <a:pt x="266" y="11137"/>
                  </a:lnTo>
                  <a:lnTo>
                    <a:pt x="139" y="11353"/>
                  </a:lnTo>
                  <a:lnTo>
                    <a:pt x="355" y="11455"/>
                  </a:lnTo>
                  <a:lnTo>
                    <a:pt x="482" y="11239"/>
                  </a:lnTo>
                  <a:close/>
                </a:path>
                <a:path w="3810" h="51434">
                  <a:moveTo>
                    <a:pt x="495" y="13284"/>
                  </a:moveTo>
                  <a:lnTo>
                    <a:pt x="177" y="13119"/>
                  </a:lnTo>
                  <a:lnTo>
                    <a:pt x="0" y="13423"/>
                  </a:lnTo>
                  <a:lnTo>
                    <a:pt x="304" y="13601"/>
                  </a:lnTo>
                  <a:lnTo>
                    <a:pt x="495" y="13284"/>
                  </a:lnTo>
                  <a:close/>
                </a:path>
                <a:path w="3810" h="51434">
                  <a:moveTo>
                    <a:pt x="584" y="13817"/>
                  </a:moveTo>
                  <a:lnTo>
                    <a:pt x="330" y="13703"/>
                  </a:lnTo>
                  <a:lnTo>
                    <a:pt x="203" y="13957"/>
                  </a:lnTo>
                  <a:lnTo>
                    <a:pt x="457" y="14084"/>
                  </a:lnTo>
                  <a:lnTo>
                    <a:pt x="584" y="13817"/>
                  </a:lnTo>
                  <a:close/>
                </a:path>
                <a:path w="3810" h="51434">
                  <a:moveTo>
                    <a:pt x="622" y="4660"/>
                  </a:moveTo>
                  <a:lnTo>
                    <a:pt x="482" y="4406"/>
                  </a:lnTo>
                  <a:lnTo>
                    <a:pt x="241" y="4533"/>
                  </a:lnTo>
                  <a:lnTo>
                    <a:pt x="381" y="4775"/>
                  </a:lnTo>
                  <a:lnTo>
                    <a:pt x="622" y="4660"/>
                  </a:lnTo>
                  <a:close/>
                </a:path>
                <a:path w="3810" h="51434">
                  <a:moveTo>
                    <a:pt x="635" y="6921"/>
                  </a:moveTo>
                  <a:lnTo>
                    <a:pt x="368" y="6781"/>
                  </a:lnTo>
                  <a:lnTo>
                    <a:pt x="228" y="7048"/>
                  </a:lnTo>
                  <a:lnTo>
                    <a:pt x="482" y="7188"/>
                  </a:lnTo>
                  <a:lnTo>
                    <a:pt x="635" y="6921"/>
                  </a:lnTo>
                  <a:close/>
                </a:path>
                <a:path w="3810" h="51434">
                  <a:moveTo>
                    <a:pt x="698" y="7302"/>
                  </a:moveTo>
                  <a:lnTo>
                    <a:pt x="368" y="7150"/>
                  </a:lnTo>
                  <a:lnTo>
                    <a:pt x="228" y="7467"/>
                  </a:lnTo>
                  <a:lnTo>
                    <a:pt x="558" y="7620"/>
                  </a:lnTo>
                  <a:lnTo>
                    <a:pt x="698" y="7302"/>
                  </a:lnTo>
                  <a:close/>
                </a:path>
                <a:path w="3810" h="51434">
                  <a:moveTo>
                    <a:pt x="812" y="15011"/>
                  </a:moveTo>
                  <a:lnTo>
                    <a:pt x="609" y="14846"/>
                  </a:lnTo>
                  <a:lnTo>
                    <a:pt x="457" y="15062"/>
                  </a:lnTo>
                  <a:lnTo>
                    <a:pt x="660" y="15201"/>
                  </a:lnTo>
                  <a:lnTo>
                    <a:pt x="812" y="15011"/>
                  </a:lnTo>
                  <a:close/>
                </a:path>
                <a:path w="3810" h="51434">
                  <a:moveTo>
                    <a:pt x="838" y="431"/>
                  </a:moveTo>
                  <a:lnTo>
                    <a:pt x="622" y="330"/>
                  </a:lnTo>
                  <a:lnTo>
                    <a:pt x="495" y="558"/>
                  </a:lnTo>
                  <a:lnTo>
                    <a:pt x="736" y="673"/>
                  </a:lnTo>
                  <a:lnTo>
                    <a:pt x="838" y="431"/>
                  </a:lnTo>
                  <a:close/>
                </a:path>
                <a:path w="3810" h="51434">
                  <a:moveTo>
                    <a:pt x="889" y="4762"/>
                  </a:moveTo>
                  <a:lnTo>
                    <a:pt x="698" y="4584"/>
                  </a:lnTo>
                  <a:lnTo>
                    <a:pt x="508" y="4775"/>
                  </a:lnTo>
                  <a:lnTo>
                    <a:pt x="698" y="4953"/>
                  </a:lnTo>
                  <a:lnTo>
                    <a:pt x="889" y="4762"/>
                  </a:lnTo>
                  <a:close/>
                </a:path>
                <a:path w="3810" h="51434">
                  <a:moveTo>
                    <a:pt x="889" y="3644"/>
                  </a:moveTo>
                  <a:lnTo>
                    <a:pt x="685" y="3390"/>
                  </a:lnTo>
                  <a:lnTo>
                    <a:pt x="419" y="3568"/>
                  </a:lnTo>
                  <a:lnTo>
                    <a:pt x="596" y="3835"/>
                  </a:lnTo>
                  <a:lnTo>
                    <a:pt x="889" y="3644"/>
                  </a:lnTo>
                  <a:close/>
                </a:path>
                <a:path w="3810" h="51434">
                  <a:moveTo>
                    <a:pt x="927" y="48729"/>
                  </a:moveTo>
                  <a:lnTo>
                    <a:pt x="685" y="48615"/>
                  </a:lnTo>
                  <a:lnTo>
                    <a:pt x="558" y="48869"/>
                  </a:lnTo>
                  <a:lnTo>
                    <a:pt x="800" y="48983"/>
                  </a:lnTo>
                  <a:lnTo>
                    <a:pt x="927" y="48729"/>
                  </a:lnTo>
                  <a:close/>
                </a:path>
                <a:path w="3810" h="51434">
                  <a:moveTo>
                    <a:pt x="927" y="12776"/>
                  </a:moveTo>
                  <a:lnTo>
                    <a:pt x="685" y="12687"/>
                  </a:lnTo>
                  <a:lnTo>
                    <a:pt x="571" y="12941"/>
                  </a:lnTo>
                  <a:lnTo>
                    <a:pt x="431" y="13246"/>
                  </a:lnTo>
                  <a:lnTo>
                    <a:pt x="762" y="13423"/>
                  </a:lnTo>
                  <a:lnTo>
                    <a:pt x="927" y="13093"/>
                  </a:lnTo>
                  <a:lnTo>
                    <a:pt x="927" y="12776"/>
                  </a:lnTo>
                  <a:close/>
                </a:path>
                <a:path w="3810" h="51434">
                  <a:moveTo>
                    <a:pt x="1003" y="49542"/>
                  </a:moveTo>
                  <a:lnTo>
                    <a:pt x="749" y="49403"/>
                  </a:lnTo>
                  <a:lnTo>
                    <a:pt x="609" y="49669"/>
                  </a:lnTo>
                  <a:lnTo>
                    <a:pt x="863" y="49809"/>
                  </a:lnTo>
                  <a:lnTo>
                    <a:pt x="1003" y="49542"/>
                  </a:lnTo>
                  <a:close/>
                </a:path>
                <a:path w="3810" h="51434">
                  <a:moveTo>
                    <a:pt x="1219" y="5765"/>
                  </a:moveTo>
                  <a:lnTo>
                    <a:pt x="1041" y="5562"/>
                  </a:lnTo>
                  <a:lnTo>
                    <a:pt x="825" y="5740"/>
                  </a:lnTo>
                  <a:lnTo>
                    <a:pt x="990" y="5956"/>
                  </a:lnTo>
                  <a:lnTo>
                    <a:pt x="1219" y="5765"/>
                  </a:lnTo>
                  <a:close/>
                </a:path>
                <a:path w="3810" h="51434">
                  <a:moveTo>
                    <a:pt x="1231" y="3492"/>
                  </a:moveTo>
                  <a:lnTo>
                    <a:pt x="1016" y="3238"/>
                  </a:lnTo>
                  <a:lnTo>
                    <a:pt x="762" y="3416"/>
                  </a:lnTo>
                  <a:lnTo>
                    <a:pt x="952" y="3670"/>
                  </a:lnTo>
                  <a:lnTo>
                    <a:pt x="1231" y="3492"/>
                  </a:lnTo>
                  <a:close/>
                </a:path>
                <a:path w="3810" h="51434">
                  <a:moveTo>
                    <a:pt x="1270" y="2209"/>
                  </a:moveTo>
                  <a:lnTo>
                    <a:pt x="1016" y="1955"/>
                  </a:lnTo>
                  <a:lnTo>
                    <a:pt x="774" y="2184"/>
                  </a:lnTo>
                  <a:lnTo>
                    <a:pt x="1003" y="2451"/>
                  </a:lnTo>
                  <a:lnTo>
                    <a:pt x="1270" y="2209"/>
                  </a:lnTo>
                  <a:close/>
                </a:path>
                <a:path w="3810" h="51434">
                  <a:moveTo>
                    <a:pt x="1320" y="15862"/>
                  </a:moveTo>
                  <a:lnTo>
                    <a:pt x="1079" y="15570"/>
                  </a:lnTo>
                  <a:lnTo>
                    <a:pt x="787" y="15824"/>
                  </a:lnTo>
                  <a:lnTo>
                    <a:pt x="965" y="16040"/>
                  </a:lnTo>
                  <a:lnTo>
                    <a:pt x="876" y="16230"/>
                  </a:lnTo>
                  <a:lnTo>
                    <a:pt x="1181" y="16370"/>
                  </a:lnTo>
                  <a:lnTo>
                    <a:pt x="1308" y="16078"/>
                  </a:lnTo>
                  <a:lnTo>
                    <a:pt x="1155" y="16014"/>
                  </a:lnTo>
                  <a:lnTo>
                    <a:pt x="1320" y="15862"/>
                  </a:lnTo>
                  <a:close/>
                </a:path>
                <a:path w="3810" h="51434">
                  <a:moveTo>
                    <a:pt x="1397" y="49187"/>
                  </a:moveTo>
                  <a:lnTo>
                    <a:pt x="1193" y="48869"/>
                  </a:lnTo>
                  <a:lnTo>
                    <a:pt x="876" y="49085"/>
                  </a:lnTo>
                  <a:lnTo>
                    <a:pt x="1092" y="49390"/>
                  </a:lnTo>
                  <a:lnTo>
                    <a:pt x="1397" y="49187"/>
                  </a:lnTo>
                  <a:close/>
                </a:path>
                <a:path w="3810" h="51434">
                  <a:moveTo>
                    <a:pt x="1524" y="8534"/>
                  </a:moveTo>
                  <a:lnTo>
                    <a:pt x="1270" y="8267"/>
                  </a:lnTo>
                  <a:lnTo>
                    <a:pt x="977" y="8521"/>
                  </a:lnTo>
                  <a:lnTo>
                    <a:pt x="1231" y="8775"/>
                  </a:lnTo>
                  <a:lnTo>
                    <a:pt x="1524" y="8534"/>
                  </a:lnTo>
                  <a:close/>
                </a:path>
                <a:path w="3810" h="51434">
                  <a:moveTo>
                    <a:pt x="1574" y="2501"/>
                  </a:moveTo>
                  <a:lnTo>
                    <a:pt x="1371" y="2298"/>
                  </a:lnTo>
                  <a:lnTo>
                    <a:pt x="1193" y="2527"/>
                  </a:lnTo>
                  <a:lnTo>
                    <a:pt x="1384" y="2705"/>
                  </a:lnTo>
                  <a:lnTo>
                    <a:pt x="1574" y="2501"/>
                  </a:lnTo>
                  <a:close/>
                </a:path>
                <a:path w="3810" h="51434">
                  <a:moveTo>
                    <a:pt x="1612" y="1778"/>
                  </a:moveTo>
                  <a:lnTo>
                    <a:pt x="1397" y="1638"/>
                  </a:lnTo>
                  <a:lnTo>
                    <a:pt x="1244" y="1879"/>
                  </a:lnTo>
                  <a:lnTo>
                    <a:pt x="1485" y="2019"/>
                  </a:lnTo>
                  <a:lnTo>
                    <a:pt x="1612" y="1778"/>
                  </a:lnTo>
                  <a:close/>
                </a:path>
                <a:path w="3810" h="51434">
                  <a:moveTo>
                    <a:pt x="1651" y="48247"/>
                  </a:moveTo>
                  <a:lnTo>
                    <a:pt x="1485" y="48006"/>
                  </a:lnTo>
                  <a:lnTo>
                    <a:pt x="1244" y="48183"/>
                  </a:lnTo>
                  <a:lnTo>
                    <a:pt x="1244" y="48361"/>
                  </a:lnTo>
                  <a:lnTo>
                    <a:pt x="1397" y="48552"/>
                  </a:lnTo>
                  <a:lnTo>
                    <a:pt x="1587" y="48412"/>
                  </a:lnTo>
                  <a:lnTo>
                    <a:pt x="1651" y="48247"/>
                  </a:lnTo>
                  <a:close/>
                </a:path>
                <a:path w="3810" h="51434">
                  <a:moveTo>
                    <a:pt x="1727" y="13563"/>
                  </a:moveTo>
                  <a:lnTo>
                    <a:pt x="1473" y="13360"/>
                  </a:lnTo>
                  <a:lnTo>
                    <a:pt x="1282" y="13601"/>
                  </a:lnTo>
                  <a:lnTo>
                    <a:pt x="1524" y="13804"/>
                  </a:lnTo>
                  <a:lnTo>
                    <a:pt x="1727" y="13563"/>
                  </a:lnTo>
                  <a:close/>
                </a:path>
                <a:path w="3810" h="51434">
                  <a:moveTo>
                    <a:pt x="1765" y="1079"/>
                  </a:moveTo>
                  <a:lnTo>
                    <a:pt x="1536" y="863"/>
                  </a:lnTo>
                  <a:lnTo>
                    <a:pt x="1320" y="1079"/>
                  </a:lnTo>
                  <a:lnTo>
                    <a:pt x="1536" y="1295"/>
                  </a:lnTo>
                  <a:lnTo>
                    <a:pt x="1765" y="1079"/>
                  </a:lnTo>
                  <a:close/>
                </a:path>
                <a:path w="3810" h="51434">
                  <a:moveTo>
                    <a:pt x="1803" y="4178"/>
                  </a:moveTo>
                  <a:lnTo>
                    <a:pt x="1638" y="3937"/>
                  </a:lnTo>
                  <a:lnTo>
                    <a:pt x="1384" y="4102"/>
                  </a:lnTo>
                  <a:lnTo>
                    <a:pt x="1549" y="4343"/>
                  </a:lnTo>
                  <a:lnTo>
                    <a:pt x="1803" y="4178"/>
                  </a:lnTo>
                  <a:close/>
                </a:path>
                <a:path w="3810" h="51434">
                  <a:moveTo>
                    <a:pt x="1816" y="8039"/>
                  </a:moveTo>
                  <a:lnTo>
                    <a:pt x="1562" y="7785"/>
                  </a:lnTo>
                  <a:lnTo>
                    <a:pt x="1308" y="8013"/>
                  </a:lnTo>
                  <a:lnTo>
                    <a:pt x="1549" y="8267"/>
                  </a:lnTo>
                  <a:lnTo>
                    <a:pt x="1816" y="8039"/>
                  </a:lnTo>
                  <a:close/>
                </a:path>
                <a:path w="3810" h="51434">
                  <a:moveTo>
                    <a:pt x="1841" y="12255"/>
                  </a:moveTo>
                  <a:lnTo>
                    <a:pt x="1663" y="11912"/>
                  </a:lnTo>
                  <a:lnTo>
                    <a:pt x="1485" y="12026"/>
                  </a:lnTo>
                  <a:lnTo>
                    <a:pt x="1371" y="11811"/>
                  </a:lnTo>
                  <a:lnTo>
                    <a:pt x="1422" y="11582"/>
                  </a:lnTo>
                  <a:lnTo>
                    <a:pt x="1117" y="11442"/>
                  </a:lnTo>
                  <a:lnTo>
                    <a:pt x="977" y="11760"/>
                  </a:lnTo>
                  <a:lnTo>
                    <a:pt x="1270" y="11887"/>
                  </a:lnTo>
                  <a:lnTo>
                    <a:pt x="1143" y="11976"/>
                  </a:lnTo>
                  <a:lnTo>
                    <a:pt x="1295" y="12230"/>
                  </a:lnTo>
                  <a:lnTo>
                    <a:pt x="1524" y="12433"/>
                  </a:lnTo>
                  <a:lnTo>
                    <a:pt x="1841" y="12255"/>
                  </a:lnTo>
                  <a:close/>
                </a:path>
                <a:path w="3810" h="51434">
                  <a:moveTo>
                    <a:pt x="1892" y="16878"/>
                  </a:moveTo>
                  <a:lnTo>
                    <a:pt x="1600" y="16649"/>
                  </a:lnTo>
                  <a:lnTo>
                    <a:pt x="1384" y="16941"/>
                  </a:lnTo>
                  <a:lnTo>
                    <a:pt x="1676" y="17170"/>
                  </a:lnTo>
                  <a:lnTo>
                    <a:pt x="1892" y="16878"/>
                  </a:lnTo>
                  <a:close/>
                </a:path>
                <a:path w="3810" h="51434">
                  <a:moveTo>
                    <a:pt x="1930" y="6210"/>
                  </a:moveTo>
                  <a:lnTo>
                    <a:pt x="1739" y="6032"/>
                  </a:lnTo>
                  <a:lnTo>
                    <a:pt x="1562" y="6210"/>
                  </a:lnTo>
                  <a:lnTo>
                    <a:pt x="1739" y="6388"/>
                  </a:lnTo>
                  <a:lnTo>
                    <a:pt x="1930" y="6210"/>
                  </a:lnTo>
                  <a:close/>
                </a:path>
                <a:path w="3810" h="51434">
                  <a:moveTo>
                    <a:pt x="1943" y="6616"/>
                  </a:moveTo>
                  <a:lnTo>
                    <a:pt x="1790" y="6375"/>
                  </a:lnTo>
                  <a:lnTo>
                    <a:pt x="1549" y="6540"/>
                  </a:lnTo>
                  <a:lnTo>
                    <a:pt x="1714" y="6781"/>
                  </a:lnTo>
                  <a:lnTo>
                    <a:pt x="1943" y="6616"/>
                  </a:lnTo>
                  <a:close/>
                </a:path>
                <a:path w="3810" h="51434">
                  <a:moveTo>
                    <a:pt x="1943" y="3263"/>
                  </a:moveTo>
                  <a:lnTo>
                    <a:pt x="1765" y="2984"/>
                  </a:lnTo>
                  <a:lnTo>
                    <a:pt x="1498" y="3162"/>
                  </a:lnTo>
                  <a:lnTo>
                    <a:pt x="1689" y="3416"/>
                  </a:lnTo>
                  <a:lnTo>
                    <a:pt x="1943" y="3263"/>
                  </a:lnTo>
                  <a:close/>
                </a:path>
                <a:path w="3810" h="51434">
                  <a:moveTo>
                    <a:pt x="2082" y="9817"/>
                  </a:moveTo>
                  <a:lnTo>
                    <a:pt x="1854" y="9639"/>
                  </a:lnTo>
                  <a:lnTo>
                    <a:pt x="1689" y="9867"/>
                  </a:lnTo>
                  <a:lnTo>
                    <a:pt x="1905" y="10033"/>
                  </a:lnTo>
                  <a:lnTo>
                    <a:pt x="2082" y="9817"/>
                  </a:lnTo>
                  <a:close/>
                </a:path>
                <a:path w="3810" h="51434">
                  <a:moveTo>
                    <a:pt x="2133" y="8140"/>
                  </a:moveTo>
                  <a:lnTo>
                    <a:pt x="1841" y="8013"/>
                  </a:lnTo>
                  <a:lnTo>
                    <a:pt x="1701" y="8331"/>
                  </a:lnTo>
                  <a:lnTo>
                    <a:pt x="2019" y="8470"/>
                  </a:lnTo>
                  <a:lnTo>
                    <a:pt x="2133" y="8140"/>
                  </a:lnTo>
                  <a:close/>
                </a:path>
                <a:path w="3810" h="51434">
                  <a:moveTo>
                    <a:pt x="2133" y="685"/>
                  </a:moveTo>
                  <a:lnTo>
                    <a:pt x="1841" y="558"/>
                  </a:lnTo>
                  <a:lnTo>
                    <a:pt x="1714" y="838"/>
                  </a:lnTo>
                  <a:lnTo>
                    <a:pt x="1993" y="965"/>
                  </a:lnTo>
                  <a:lnTo>
                    <a:pt x="2133" y="685"/>
                  </a:lnTo>
                  <a:close/>
                </a:path>
                <a:path w="3810" h="51434">
                  <a:moveTo>
                    <a:pt x="2146" y="50050"/>
                  </a:moveTo>
                  <a:lnTo>
                    <a:pt x="1968" y="49860"/>
                  </a:lnTo>
                  <a:lnTo>
                    <a:pt x="1778" y="50025"/>
                  </a:lnTo>
                  <a:lnTo>
                    <a:pt x="1943" y="50215"/>
                  </a:lnTo>
                  <a:lnTo>
                    <a:pt x="2146" y="50050"/>
                  </a:lnTo>
                  <a:close/>
                </a:path>
                <a:path w="3810" h="51434">
                  <a:moveTo>
                    <a:pt x="2235" y="15227"/>
                  </a:moveTo>
                  <a:lnTo>
                    <a:pt x="2032" y="14986"/>
                  </a:lnTo>
                  <a:lnTo>
                    <a:pt x="1790" y="15176"/>
                  </a:lnTo>
                  <a:lnTo>
                    <a:pt x="1981" y="15417"/>
                  </a:lnTo>
                  <a:lnTo>
                    <a:pt x="2235" y="15227"/>
                  </a:lnTo>
                  <a:close/>
                </a:path>
                <a:path w="3810" h="51434">
                  <a:moveTo>
                    <a:pt x="2324" y="4445"/>
                  </a:moveTo>
                  <a:lnTo>
                    <a:pt x="2133" y="4165"/>
                  </a:lnTo>
                  <a:lnTo>
                    <a:pt x="1879" y="4343"/>
                  </a:lnTo>
                  <a:lnTo>
                    <a:pt x="2070" y="4635"/>
                  </a:lnTo>
                  <a:lnTo>
                    <a:pt x="2324" y="4445"/>
                  </a:lnTo>
                  <a:close/>
                </a:path>
                <a:path w="3810" h="51434">
                  <a:moveTo>
                    <a:pt x="2438" y="49796"/>
                  </a:moveTo>
                  <a:lnTo>
                    <a:pt x="2273" y="49606"/>
                  </a:lnTo>
                  <a:lnTo>
                    <a:pt x="2082" y="49745"/>
                  </a:lnTo>
                  <a:lnTo>
                    <a:pt x="2222" y="49949"/>
                  </a:lnTo>
                  <a:lnTo>
                    <a:pt x="2438" y="49796"/>
                  </a:lnTo>
                  <a:close/>
                </a:path>
                <a:path w="3810" h="51434">
                  <a:moveTo>
                    <a:pt x="2438" y="1498"/>
                  </a:moveTo>
                  <a:lnTo>
                    <a:pt x="2222" y="1282"/>
                  </a:lnTo>
                  <a:lnTo>
                    <a:pt x="2032" y="1485"/>
                  </a:lnTo>
                  <a:lnTo>
                    <a:pt x="2222" y="1701"/>
                  </a:lnTo>
                  <a:lnTo>
                    <a:pt x="2438" y="1498"/>
                  </a:lnTo>
                  <a:close/>
                </a:path>
                <a:path w="3810" h="51434">
                  <a:moveTo>
                    <a:pt x="2451" y="7518"/>
                  </a:moveTo>
                  <a:lnTo>
                    <a:pt x="2184" y="7366"/>
                  </a:lnTo>
                  <a:lnTo>
                    <a:pt x="2019" y="7632"/>
                  </a:lnTo>
                  <a:lnTo>
                    <a:pt x="2146" y="7721"/>
                  </a:lnTo>
                  <a:lnTo>
                    <a:pt x="2184" y="7975"/>
                  </a:lnTo>
                  <a:lnTo>
                    <a:pt x="2374" y="7861"/>
                  </a:lnTo>
                  <a:lnTo>
                    <a:pt x="2451" y="7518"/>
                  </a:lnTo>
                  <a:close/>
                </a:path>
                <a:path w="3810" h="51434">
                  <a:moveTo>
                    <a:pt x="2501" y="14452"/>
                  </a:moveTo>
                  <a:lnTo>
                    <a:pt x="2235" y="14338"/>
                  </a:lnTo>
                  <a:lnTo>
                    <a:pt x="2120" y="14554"/>
                  </a:lnTo>
                  <a:lnTo>
                    <a:pt x="1905" y="14732"/>
                  </a:lnTo>
                  <a:lnTo>
                    <a:pt x="2146" y="15024"/>
                  </a:lnTo>
                  <a:lnTo>
                    <a:pt x="2438" y="14782"/>
                  </a:lnTo>
                  <a:lnTo>
                    <a:pt x="2501" y="14452"/>
                  </a:lnTo>
                  <a:close/>
                </a:path>
                <a:path w="3810" h="51434">
                  <a:moveTo>
                    <a:pt x="2514" y="10604"/>
                  </a:moveTo>
                  <a:lnTo>
                    <a:pt x="2298" y="10401"/>
                  </a:lnTo>
                  <a:lnTo>
                    <a:pt x="2108" y="10604"/>
                  </a:lnTo>
                  <a:lnTo>
                    <a:pt x="2311" y="10795"/>
                  </a:lnTo>
                  <a:lnTo>
                    <a:pt x="2514" y="10604"/>
                  </a:lnTo>
                  <a:close/>
                </a:path>
                <a:path w="3810" h="51434">
                  <a:moveTo>
                    <a:pt x="2514" y="279"/>
                  </a:moveTo>
                  <a:lnTo>
                    <a:pt x="2273" y="0"/>
                  </a:lnTo>
                  <a:lnTo>
                    <a:pt x="1993" y="241"/>
                  </a:lnTo>
                  <a:lnTo>
                    <a:pt x="2235" y="520"/>
                  </a:lnTo>
                  <a:lnTo>
                    <a:pt x="2514" y="279"/>
                  </a:lnTo>
                  <a:close/>
                </a:path>
                <a:path w="3810" h="51434">
                  <a:moveTo>
                    <a:pt x="2552" y="6477"/>
                  </a:moveTo>
                  <a:lnTo>
                    <a:pt x="2374" y="6261"/>
                  </a:lnTo>
                  <a:lnTo>
                    <a:pt x="2159" y="6451"/>
                  </a:lnTo>
                  <a:lnTo>
                    <a:pt x="2362" y="6654"/>
                  </a:lnTo>
                  <a:lnTo>
                    <a:pt x="2552" y="6477"/>
                  </a:lnTo>
                  <a:close/>
                </a:path>
                <a:path w="3810" h="51434">
                  <a:moveTo>
                    <a:pt x="2565" y="12522"/>
                  </a:moveTo>
                  <a:lnTo>
                    <a:pt x="2413" y="12407"/>
                  </a:lnTo>
                  <a:lnTo>
                    <a:pt x="2476" y="12268"/>
                  </a:lnTo>
                  <a:lnTo>
                    <a:pt x="2209" y="12179"/>
                  </a:lnTo>
                  <a:lnTo>
                    <a:pt x="2108" y="12446"/>
                  </a:lnTo>
                  <a:lnTo>
                    <a:pt x="2387" y="12738"/>
                  </a:lnTo>
                  <a:lnTo>
                    <a:pt x="2565" y="12522"/>
                  </a:lnTo>
                  <a:close/>
                </a:path>
                <a:path w="3810" h="51434">
                  <a:moveTo>
                    <a:pt x="2578" y="2794"/>
                  </a:moveTo>
                  <a:lnTo>
                    <a:pt x="2324" y="2603"/>
                  </a:lnTo>
                  <a:lnTo>
                    <a:pt x="2133" y="2844"/>
                  </a:lnTo>
                  <a:lnTo>
                    <a:pt x="2374" y="3048"/>
                  </a:lnTo>
                  <a:lnTo>
                    <a:pt x="2578" y="2794"/>
                  </a:lnTo>
                  <a:close/>
                </a:path>
                <a:path w="3810" h="51434">
                  <a:moveTo>
                    <a:pt x="2641" y="11925"/>
                  </a:moveTo>
                  <a:lnTo>
                    <a:pt x="2489" y="11671"/>
                  </a:lnTo>
                  <a:lnTo>
                    <a:pt x="2247" y="11823"/>
                  </a:lnTo>
                  <a:lnTo>
                    <a:pt x="2400" y="12065"/>
                  </a:lnTo>
                  <a:lnTo>
                    <a:pt x="2641" y="11925"/>
                  </a:lnTo>
                  <a:close/>
                </a:path>
                <a:path w="3810" h="51434">
                  <a:moveTo>
                    <a:pt x="2705" y="14135"/>
                  </a:moveTo>
                  <a:lnTo>
                    <a:pt x="2565" y="13944"/>
                  </a:lnTo>
                  <a:lnTo>
                    <a:pt x="2362" y="14084"/>
                  </a:lnTo>
                  <a:lnTo>
                    <a:pt x="2514" y="14287"/>
                  </a:lnTo>
                  <a:lnTo>
                    <a:pt x="2705" y="14135"/>
                  </a:lnTo>
                  <a:close/>
                </a:path>
                <a:path w="3810" h="51434">
                  <a:moveTo>
                    <a:pt x="2717" y="9613"/>
                  </a:moveTo>
                  <a:lnTo>
                    <a:pt x="2565" y="9385"/>
                  </a:lnTo>
                  <a:lnTo>
                    <a:pt x="2336" y="9537"/>
                  </a:lnTo>
                  <a:lnTo>
                    <a:pt x="2501" y="9779"/>
                  </a:lnTo>
                  <a:lnTo>
                    <a:pt x="2717" y="9613"/>
                  </a:lnTo>
                  <a:close/>
                </a:path>
                <a:path w="3810" h="51434">
                  <a:moveTo>
                    <a:pt x="2755" y="50660"/>
                  </a:moveTo>
                  <a:lnTo>
                    <a:pt x="2438" y="50495"/>
                  </a:lnTo>
                  <a:lnTo>
                    <a:pt x="2247" y="50800"/>
                  </a:lnTo>
                  <a:lnTo>
                    <a:pt x="2578" y="50990"/>
                  </a:lnTo>
                  <a:lnTo>
                    <a:pt x="2755" y="50660"/>
                  </a:lnTo>
                  <a:close/>
                </a:path>
                <a:path w="3810" h="51434">
                  <a:moveTo>
                    <a:pt x="2781" y="3886"/>
                  </a:moveTo>
                  <a:lnTo>
                    <a:pt x="2552" y="3619"/>
                  </a:lnTo>
                  <a:lnTo>
                    <a:pt x="2298" y="3835"/>
                  </a:lnTo>
                  <a:lnTo>
                    <a:pt x="2514" y="4089"/>
                  </a:lnTo>
                  <a:lnTo>
                    <a:pt x="2781" y="3886"/>
                  </a:lnTo>
                  <a:close/>
                </a:path>
                <a:path w="3810" h="51434">
                  <a:moveTo>
                    <a:pt x="2794" y="10858"/>
                  </a:moveTo>
                  <a:lnTo>
                    <a:pt x="2527" y="10680"/>
                  </a:lnTo>
                  <a:lnTo>
                    <a:pt x="2324" y="10934"/>
                  </a:lnTo>
                  <a:lnTo>
                    <a:pt x="2578" y="11125"/>
                  </a:lnTo>
                  <a:lnTo>
                    <a:pt x="2794" y="10858"/>
                  </a:lnTo>
                  <a:close/>
                </a:path>
                <a:path w="3810" h="51434">
                  <a:moveTo>
                    <a:pt x="2806" y="5029"/>
                  </a:moveTo>
                  <a:lnTo>
                    <a:pt x="2565" y="4775"/>
                  </a:lnTo>
                  <a:lnTo>
                    <a:pt x="2311" y="5016"/>
                  </a:lnTo>
                  <a:lnTo>
                    <a:pt x="2552" y="5270"/>
                  </a:lnTo>
                  <a:lnTo>
                    <a:pt x="2806" y="5029"/>
                  </a:lnTo>
                  <a:close/>
                </a:path>
                <a:path w="3810" h="51434">
                  <a:moveTo>
                    <a:pt x="2908" y="10185"/>
                  </a:moveTo>
                  <a:lnTo>
                    <a:pt x="2616" y="9994"/>
                  </a:lnTo>
                  <a:lnTo>
                    <a:pt x="2425" y="10287"/>
                  </a:lnTo>
                  <a:lnTo>
                    <a:pt x="2692" y="10464"/>
                  </a:lnTo>
                  <a:lnTo>
                    <a:pt x="2908" y="10185"/>
                  </a:lnTo>
                  <a:close/>
                </a:path>
                <a:path w="3810" h="51434">
                  <a:moveTo>
                    <a:pt x="3136" y="6083"/>
                  </a:moveTo>
                  <a:lnTo>
                    <a:pt x="2933" y="5803"/>
                  </a:lnTo>
                  <a:lnTo>
                    <a:pt x="2667" y="6007"/>
                  </a:lnTo>
                  <a:lnTo>
                    <a:pt x="2857" y="6261"/>
                  </a:lnTo>
                  <a:lnTo>
                    <a:pt x="3136" y="6083"/>
                  </a:lnTo>
                  <a:close/>
                </a:path>
                <a:path w="3810" h="51434">
                  <a:moveTo>
                    <a:pt x="3149" y="9194"/>
                  </a:moveTo>
                  <a:lnTo>
                    <a:pt x="2908" y="8915"/>
                  </a:lnTo>
                  <a:lnTo>
                    <a:pt x="2908" y="8788"/>
                  </a:lnTo>
                  <a:lnTo>
                    <a:pt x="2628" y="8674"/>
                  </a:lnTo>
                  <a:lnTo>
                    <a:pt x="2501" y="8966"/>
                  </a:lnTo>
                  <a:lnTo>
                    <a:pt x="2730" y="9080"/>
                  </a:lnTo>
                  <a:lnTo>
                    <a:pt x="2870" y="9423"/>
                  </a:lnTo>
                  <a:lnTo>
                    <a:pt x="3149" y="9194"/>
                  </a:lnTo>
                  <a:close/>
                </a:path>
                <a:path w="3810" h="51434">
                  <a:moveTo>
                    <a:pt x="3162" y="5448"/>
                  </a:moveTo>
                  <a:lnTo>
                    <a:pt x="2921" y="5207"/>
                  </a:lnTo>
                  <a:lnTo>
                    <a:pt x="2679" y="5461"/>
                  </a:lnTo>
                  <a:lnTo>
                    <a:pt x="2921" y="5689"/>
                  </a:lnTo>
                  <a:lnTo>
                    <a:pt x="3162" y="5448"/>
                  </a:lnTo>
                  <a:close/>
                </a:path>
                <a:path w="3810" h="51434">
                  <a:moveTo>
                    <a:pt x="3200" y="15557"/>
                  </a:moveTo>
                  <a:lnTo>
                    <a:pt x="2933" y="15316"/>
                  </a:lnTo>
                  <a:lnTo>
                    <a:pt x="2717" y="15595"/>
                  </a:lnTo>
                  <a:lnTo>
                    <a:pt x="2971" y="15798"/>
                  </a:lnTo>
                  <a:lnTo>
                    <a:pt x="3200" y="15557"/>
                  </a:lnTo>
                  <a:close/>
                </a:path>
                <a:path w="3810" h="51434">
                  <a:moveTo>
                    <a:pt x="3289" y="48475"/>
                  </a:moveTo>
                  <a:lnTo>
                    <a:pt x="3022" y="48361"/>
                  </a:lnTo>
                  <a:lnTo>
                    <a:pt x="2895" y="48615"/>
                  </a:lnTo>
                  <a:lnTo>
                    <a:pt x="3149" y="48755"/>
                  </a:lnTo>
                  <a:lnTo>
                    <a:pt x="3289" y="4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4013022" y="1224927"/>
              <a:ext cx="3810" cy="20320"/>
            </a:xfrm>
            <a:custGeom>
              <a:avLst/>
              <a:gdLst/>
              <a:ahLst/>
              <a:cxnLst/>
              <a:rect l="l" t="t" r="r" b="b"/>
              <a:pathLst>
                <a:path w="3810" h="20319">
                  <a:moveTo>
                    <a:pt x="495" y="17678"/>
                  </a:moveTo>
                  <a:lnTo>
                    <a:pt x="152" y="17513"/>
                  </a:lnTo>
                  <a:lnTo>
                    <a:pt x="0" y="17830"/>
                  </a:lnTo>
                  <a:lnTo>
                    <a:pt x="330" y="18021"/>
                  </a:lnTo>
                  <a:lnTo>
                    <a:pt x="495" y="17678"/>
                  </a:lnTo>
                  <a:close/>
                </a:path>
                <a:path w="3810" h="20319">
                  <a:moveTo>
                    <a:pt x="508" y="13157"/>
                  </a:moveTo>
                  <a:lnTo>
                    <a:pt x="254" y="12954"/>
                  </a:lnTo>
                  <a:lnTo>
                    <a:pt x="38" y="13195"/>
                  </a:lnTo>
                  <a:lnTo>
                    <a:pt x="292" y="13411"/>
                  </a:lnTo>
                  <a:lnTo>
                    <a:pt x="508" y="13157"/>
                  </a:lnTo>
                  <a:close/>
                </a:path>
                <a:path w="3810" h="20319">
                  <a:moveTo>
                    <a:pt x="508" y="7861"/>
                  </a:moveTo>
                  <a:lnTo>
                    <a:pt x="292" y="7759"/>
                  </a:lnTo>
                  <a:lnTo>
                    <a:pt x="165" y="7962"/>
                  </a:lnTo>
                  <a:lnTo>
                    <a:pt x="381" y="8089"/>
                  </a:lnTo>
                  <a:lnTo>
                    <a:pt x="508" y="7861"/>
                  </a:lnTo>
                  <a:close/>
                </a:path>
                <a:path w="3810" h="20319">
                  <a:moveTo>
                    <a:pt x="520" y="9906"/>
                  </a:moveTo>
                  <a:lnTo>
                    <a:pt x="203" y="9728"/>
                  </a:lnTo>
                  <a:lnTo>
                    <a:pt x="25" y="10033"/>
                  </a:lnTo>
                  <a:lnTo>
                    <a:pt x="330" y="10223"/>
                  </a:lnTo>
                  <a:lnTo>
                    <a:pt x="520" y="9906"/>
                  </a:lnTo>
                  <a:close/>
                </a:path>
                <a:path w="3810" h="20319">
                  <a:moveTo>
                    <a:pt x="609" y="10439"/>
                  </a:moveTo>
                  <a:lnTo>
                    <a:pt x="355" y="10325"/>
                  </a:lnTo>
                  <a:lnTo>
                    <a:pt x="228" y="10566"/>
                  </a:lnTo>
                  <a:lnTo>
                    <a:pt x="482" y="10706"/>
                  </a:lnTo>
                  <a:lnTo>
                    <a:pt x="609" y="10439"/>
                  </a:lnTo>
                  <a:close/>
                </a:path>
                <a:path w="3810" h="20319">
                  <a:moveTo>
                    <a:pt x="647" y="3517"/>
                  </a:moveTo>
                  <a:lnTo>
                    <a:pt x="381" y="3378"/>
                  </a:lnTo>
                  <a:lnTo>
                    <a:pt x="241" y="3657"/>
                  </a:lnTo>
                  <a:lnTo>
                    <a:pt x="508" y="3797"/>
                  </a:lnTo>
                  <a:lnTo>
                    <a:pt x="647" y="3517"/>
                  </a:lnTo>
                  <a:close/>
                </a:path>
                <a:path w="3810" h="20319">
                  <a:moveTo>
                    <a:pt x="647" y="1270"/>
                  </a:moveTo>
                  <a:lnTo>
                    <a:pt x="508" y="1016"/>
                  </a:lnTo>
                  <a:lnTo>
                    <a:pt x="266" y="1168"/>
                  </a:lnTo>
                  <a:lnTo>
                    <a:pt x="406" y="1409"/>
                  </a:lnTo>
                  <a:lnTo>
                    <a:pt x="647" y="1270"/>
                  </a:lnTo>
                  <a:close/>
                </a:path>
                <a:path w="3810" h="20319">
                  <a:moveTo>
                    <a:pt x="723" y="3911"/>
                  </a:moveTo>
                  <a:lnTo>
                    <a:pt x="393" y="3771"/>
                  </a:lnTo>
                  <a:lnTo>
                    <a:pt x="254" y="4089"/>
                  </a:lnTo>
                  <a:lnTo>
                    <a:pt x="584" y="4254"/>
                  </a:lnTo>
                  <a:lnTo>
                    <a:pt x="723" y="3911"/>
                  </a:lnTo>
                  <a:close/>
                </a:path>
                <a:path w="3810" h="20319">
                  <a:moveTo>
                    <a:pt x="762" y="19278"/>
                  </a:moveTo>
                  <a:lnTo>
                    <a:pt x="635" y="19024"/>
                  </a:lnTo>
                  <a:lnTo>
                    <a:pt x="393" y="19164"/>
                  </a:lnTo>
                  <a:lnTo>
                    <a:pt x="533" y="19380"/>
                  </a:lnTo>
                  <a:lnTo>
                    <a:pt x="762" y="19278"/>
                  </a:lnTo>
                  <a:close/>
                </a:path>
                <a:path w="3810" h="20319">
                  <a:moveTo>
                    <a:pt x="838" y="11620"/>
                  </a:moveTo>
                  <a:lnTo>
                    <a:pt x="635" y="11480"/>
                  </a:lnTo>
                  <a:lnTo>
                    <a:pt x="482" y="11671"/>
                  </a:lnTo>
                  <a:lnTo>
                    <a:pt x="685" y="11823"/>
                  </a:lnTo>
                  <a:lnTo>
                    <a:pt x="838" y="11620"/>
                  </a:lnTo>
                  <a:close/>
                </a:path>
                <a:path w="3810" h="20319">
                  <a:moveTo>
                    <a:pt x="914" y="17221"/>
                  </a:moveTo>
                  <a:lnTo>
                    <a:pt x="698" y="16916"/>
                  </a:lnTo>
                  <a:lnTo>
                    <a:pt x="406" y="17119"/>
                  </a:lnTo>
                  <a:lnTo>
                    <a:pt x="609" y="17424"/>
                  </a:lnTo>
                  <a:lnTo>
                    <a:pt x="914" y="17221"/>
                  </a:lnTo>
                  <a:close/>
                </a:path>
                <a:path w="3810" h="20319">
                  <a:moveTo>
                    <a:pt x="914" y="1371"/>
                  </a:moveTo>
                  <a:lnTo>
                    <a:pt x="723" y="1193"/>
                  </a:lnTo>
                  <a:lnTo>
                    <a:pt x="533" y="1397"/>
                  </a:lnTo>
                  <a:lnTo>
                    <a:pt x="723" y="1574"/>
                  </a:lnTo>
                  <a:lnTo>
                    <a:pt x="914" y="1371"/>
                  </a:lnTo>
                  <a:close/>
                </a:path>
                <a:path w="3810" h="20319">
                  <a:moveTo>
                    <a:pt x="914" y="292"/>
                  </a:moveTo>
                  <a:lnTo>
                    <a:pt x="711" y="0"/>
                  </a:lnTo>
                  <a:lnTo>
                    <a:pt x="444" y="177"/>
                  </a:lnTo>
                  <a:lnTo>
                    <a:pt x="622" y="444"/>
                  </a:lnTo>
                  <a:lnTo>
                    <a:pt x="914" y="292"/>
                  </a:lnTo>
                  <a:close/>
                </a:path>
                <a:path w="3810" h="20319">
                  <a:moveTo>
                    <a:pt x="939" y="18249"/>
                  </a:moveTo>
                  <a:lnTo>
                    <a:pt x="736" y="18097"/>
                  </a:lnTo>
                  <a:lnTo>
                    <a:pt x="558" y="18300"/>
                  </a:lnTo>
                  <a:lnTo>
                    <a:pt x="774" y="18465"/>
                  </a:lnTo>
                  <a:lnTo>
                    <a:pt x="939" y="18249"/>
                  </a:lnTo>
                  <a:close/>
                </a:path>
                <a:path w="3810" h="20319">
                  <a:moveTo>
                    <a:pt x="952" y="9398"/>
                  </a:moveTo>
                  <a:lnTo>
                    <a:pt x="711" y="9296"/>
                  </a:lnTo>
                  <a:lnTo>
                    <a:pt x="596" y="9550"/>
                  </a:lnTo>
                  <a:lnTo>
                    <a:pt x="457" y="9842"/>
                  </a:lnTo>
                  <a:lnTo>
                    <a:pt x="774" y="10007"/>
                  </a:lnTo>
                  <a:lnTo>
                    <a:pt x="939" y="9677"/>
                  </a:lnTo>
                  <a:lnTo>
                    <a:pt x="952" y="9398"/>
                  </a:lnTo>
                  <a:close/>
                </a:path>
                <a:path w="3810" h="20319">
                  <a:moveTo>
                    <a:pt x="1257" y="2336"/>
                  </a:moveTo>
                  <a:lnTo>
                    <a:pt x="1079" y="2120"/>
                  </a:lnTo>
                  <a:lnTo>
                    <a:pt x="850" y="2298"/>
                  </a:lnTo>
                  <a:lnTo>
                    <a:pt x="1028" y="2527"/>
                  </a:lnTo>
                  <a:lnTo>
                    <a:pt x="1257" y="2336"/>
                  </a:lnTo>
                  <a:close/>
                </a:path>
                <a:path w="3810" h="20319">
                  <a:moveTo>
                    <a:pt x="1358" y="12522"/>
                  </a:moveTo>
                  <a:lnTo>
                    <a:pt x="1117" y="12242"/>
                  </a:lnTo>
                  <a:lnTo>
                    <a:pt x="812" y="12484"/>
                  </a:lnTo>
                  <a:lnTo>
                    <a:pt x="965" y="12687"/>
                  </a:lnTo>
                  <a:lnTo>
                    <a:pt x="901" y="12839"/>
                  </a:lnTo>
                  <a:lnTo>
                    <a:pt x="1206" y="12979"/>
                  </a:lnTo>
                  <a:lnTo>
                    <a:pt x="1333" y="12687"/>
                  </a:lnTo>
                  <a:lnTo>
                    <a:pt x="1358" y="12522"/>
                  </a:lnTo>
                  <a:close/>
                </a:path>
                <a:path w="3810" h="20319">
                  <a:moveTo>
                    <a:pt x="1397" y="14287"/>
                  </a:moveTo>
                  <a:lnTo>
                    <a:pt x="1117" y="14033"/>
                  </a:lnTo>
                  <a:lnTo>
                    <a:pt x="863" y="14325"/>
                  </a:lnTo>
                  <a:lnTo>
                    <a:pt x="1054" y="14490"/>
                  </a:lnTo>
                  <a:lnTo>
                    <a:pt x="825" y="14655"/>
                  </a:lnTo>
                  <a:lnTo>
                    <a:pt x="1003" y="14909"/>
                  </a:lnTo>
                  <a:lnTo>
                    <a:pt x="1257" y="14732"/>
                  </a:lnTo>
                  <a:lnTo>
                    <a:pt x="1117" y="14541"/>
                  </a:lnTo>
                  <a:lnTo>
                    <a:pt x="1397" y="14287"/>
                  </a:lnTo>
                  <a:close/>
                </a:path>
                <a:path w="3810" h="20319">
                  <a:moveTo>
                    <a:pt x="1447" y="8204"/>
                  </a:moveTo>
                  <a:lnTo>
                    <a:pt x="1143" y="8077"/>
                  </a:lnTo>
                  <a:lnTo>
                    <a:pt x="1003" y="8369"/>
                  </a:lnTo>
                  <a:lnTo>
                    <a:pt x="1320" y="8509"/>
                  </a:lnTo>
                  <a:lnTo>
                    <a:pt x="1447" y="8204"/>
                  </a:lnTo>
                  <a:close/>
                </a:path>
                <a:path w="3810" h="20319">
                  <a:moveTo>
                    <a:pt x="1549" y="5156"/>
                  </a:moveTo>
                  <a:lnTo>
                    <a:pt x="1295" y="4864"/>
                  </a:lnTo>
                  <a:lnTo>
                    <a:pt x="1003" y="5130"/>
                  </a:lnTo>
                  <a:lnTo>
                    <a:pt x="1257" y="5397"/>
                  </a:lnTo>
                  <a:lnTo>
                    <a:pt x="1549" y="5156"/>
                  </a:lnTo>
                  <a:close/>
                </a:path>
                <a:path w="3810" h="20319">
                  <a:moveTo>
                    <a:pt x="1638" y="18542"/>
                  </a:moveTo>
                  <a:lnTo>
                    <a:pt x="1447" y="18313"/>
                  </a:lnTo>
                  <a:lnTo>
                    <a:pt x="1219" y="18503"/>
                  </a:lnTo>
                  <a:lnTo>
                    <a:pt x="1409" y="18732"/>
                  </a:lnTo>
                  <a:lnTo>
                    <a:pt x="1638" y="18542"/>
                  </a:lnTo>
                  <a:close/>
                </a:path>
                <a:path w="3810" h="20319">
                  <a:moveTo>
                    <a:pt x="1676" y="19748"/>
                  </a:moveTo>
                  <a:lnTo>
                    <a:pt x="1511" y="19507"/>
                  </a:lnTo>
                  <a:lnTo>
                    <a:pt x="1270" y="19685"/>
                  </a:lnTo>
                  <a:lnTo>
                    <a:pt x="1447" y="19926"/>
                  </a:lnTo>
                  <a:lnTo>
                    <a:pt x="1676" y="19748"/>
                  </a:lnTo>
                  <a:close/>
                </a:path>
                <a:path w="3810" h="20319">
                  <a:moveTo>
                    <a:pt x="1752" y="18148"/>
                  </a:moveTo>
                  <a:lnTo>
                    <a:pt x="1625" y="17907"/>
                  </a:lnTo>
                  <a:lnTo>
                    <a:pt x="1397" y="18046"/>
                  </a:lnTo>
                  <a:lnTo>
                    <a:pt x="1524" y="18275"/>
                  </a:lnTo>
                  <a:lnTo>
                    <a:pt x="1752" y="18148"/>
                  </a:lnTo>
                  <a:close/>
                </a:path>
                <a:path w="3810" h="20319">
                  <a:moveTo>
                    <a:pt x="1752" y="10185"/>
                  </a:moveTo>
                  <a:lnTo>
                    <a:pt x="1498" y="9969"/>
                  </a:lnTo>
                  <a:lnTo>
                    <a:pt x="1308" y="10223"/>
                  </a:lnTo>
                  <a:lnTo>
                    <a:pt x="1549" y="10439"/>
                  </a:lnTo>
                  <a:lnTo>
                    <a:pt x="1752" y="10185"/>
                  </a:lnTo>
                  <a:close/>
                </a:path>
                <a:path w="3810" h="20319">
                  <a:moveTo>
                    <a:pt x="1816" y="825"/>
                  </a:moveTo>
                  <a:lnTo>
                    <a:pt x="1638" y="584"/>
                  </a:lnTo>
                  <a:lnTo>
                    <a:pt x="1397" y="749"/>
                  </a:lnTo>
                  <a:lnTo>
                    <a:pt x="1574" y="990"/>
                  </a:lnTo>
                  <a:lnTo>
                    <a:pt x="1816" y="825"/>
                  </a:lnTo>
                  <a:close/>
                </a:path>
                <a:path w="3810" h="20319">
                  <a:moveTo>
                    <a:pt x="1841" y="4660"/>
                  </a:moveTo>
                  <a:lnTo>
                    <a:pt x="1587" y="4406"/>
                  </a:lnTo>
                  <a:lnTo>
                    <a:pt x="1333" y="4648"/>
                  </a:lnTo>
                  <a:lnTo>
                    <a:pt x="1574" y="4889"/>
                  </a:lnTo>
                  <a:lnTo>
                    <a:pt x="1841" y="4660"/>
                  </a:lnTo>
                  <a:close/>
                </a:path>
                <a:path w="3810" h="20319">
                  <a:moveTo>
                    <a:pt x="1866" y="8864"/>
                  </a:moveTo>
                  <a:lnTo>
                    <a:pt x="1689" y="8547"/>
                  </a:lnTo>
                  <a:lnTo>
                    <a:pt x="1485" y="8661"/>
                  </a:lnTo>
                  <a:lnTo>
                    <a:pt x="1397" y="8509"/>
                  </a:lnTo>
                  <a:lnTo>
                    <a:pt x="1155" y="8661"/>
                  </a:lnTo>
                  <a:lnTo>
                    <a:pt x="1308" y="8902"/>
                  </a:lnTo>
                  <a:lnTo>
                    <a:pt x="1549" y="9067"/>
                  </a:lnTo>
                  <a:lnTo>
                    <a:pt x="1866" y="8864"/>
                  </a:lnTo>
                  <a:close/>
                </a:path>
                <a:path w="3810" h="20319">
                  <a:moveTo>
                    <a:pt x="1917" y="17005"/>
                  </a:moveTo>
                  <a:lnTo>
                    <a:pt x="1765" y="16713"/>
                  </a:lnTo>
                  <a:lnTo>
                    <a:pt x="1473" y="16865"/>
                  </a:lnTo>
                  <a:lnTo>
                    <a:pt x="1625" y="17157"/>
                  </a:lnTo>
                  <a:lnTo>
                    <a:pt x="1917" y="17005"/>
                  </a:lnTo>
                  <a:close/>
                </a:path>
                <a:path w="3810" h="20319">
                  <a:moveTo>
                    <a:pt x="1917" y="13804"/>
                  </a:moveTo>
                  <a:lnTo>
                    <a:pt x="1714" y="13741"/>
                  </a:lnTo>
                  <a:lnTo>
                    <a:pt x="1905" y="13500"/>
                  </a:lnTo>
                  <a:lnTo>
                    <a:pt x="1625" y="13284"/>
                  </a:lnTo>
                  <a:lnTo>
                    <a:pt x="1409" y="13563"/>
                  </a:lnTo>
                  <a:lnTo>
                    <a:pt x="1638" y="13754"/>
                  </a:lnTo>
                  <a:lnTo>
                    <a:pt x="1562" y="13970"/>
                  </a:lnTo>
                  <a:lnTo>
                    <a:pt x="1816" y="14071"/>
                  </a:lnTo>
                  <a:lnTo>
                    <a:pt x="1917" y="13804"/>
                  </a:lnTo>
                  <a:close/>
                </a:path>
                <a:path w="3810" h="20319">
                  <a:moveTo>
                    <a:pt x="1943" y="16243"/>
                  </a:moveTo>
                  <a:lnTo>
                    <a:pt x="1689" y="16014"/>
                  </a:lnTo>
                  <a:lnTo>
                    <a:pt x="1447" y="16268"/>
                  </a:lnTo>
                  <a:lnTo>
                    <a:pt x="1714" y="16484"/>
                  </a:lnTo>
                  <a:lnTo>
                    <a:pt x="1943" y="16243"/>
                  </a:lnTo>
                  <a:close/>
                </a:path>
                <a:path w="3810" h="20319">
                  <a:moveTo>
                    <a:pt x="1955" y="2832"/>
                  </a:moveTo>
                  <a:lnTo>
                    <a:pt x="1765" y="2641"/>
                  </a:lnTo>
                  <a:lnTo>
                    <a:pt x="1587" y="2832"/>
                  </a:lnTo>
                  <a:lnTo>
                    <a:pt x="1765" y="3009"/>
                  </a:lnTo>
                  <a:lnTo>
                    <a:pt x="1955" y="2832"/>
                  </a:lnTo>
                  <a:close/>
                </a:path>
                <a:path w="3810" h="20319">
                  <a:moveTo>
                    <a:pt x="1981" y="3289"/>
                  </a:moveTo>
                  <a:lnTo>
                    <a:pt x="1803" y="3060"/>
                  </a:lnTo>
                  <a:lnTo>
                    <a:pt x="1574" y="3225"/>
                  </a:lnTo>
                  <a:lnTo>
                    <a:pt x="1739" y="3467"/>
                  </a:lnTo>
                  <a:lnTo>
                    <a:pt x="1981" y="3289"/>
                  </a:lnTo>
                  <a:close/>
                </a:path>
                <a:path w="3810" h="20319">
                  <a:moveTo>
                    <a:pt x="2108" y="6438"/>
                  </a:moveTo>
                  <a:lnTo>
                    <a:pt x="1879" y="6261"/>
                  </a:lnTo>
                  <a:lnTo>
                    <a:pt x="1714" y="6489"/>
                  </a:lnTo>
                  <a:lnTo>
                    <a:pt x="1930" y="6642"/>
                  </a:lnTo>
                  <a:lnTo>
                    <a:pt x="2108" y="6438"/>
                  </a:lnTo>
                  <a:close/>
                </a:path>
                <a:path w="3810" h="20319">
                  <a:moveTo>
                    <a:pt x="2159" y="4749"/>
                  </a:moveTo>
                  <a:lnTo>
                    <a:pt x="1866" y="4635"/>
                  </a:lnTo>
                  <a:lnTo>
                    <a:pt x="1727" y="4940"/>
                  </a:lnTo>
                  <a:lnTo>
                    <a:pt x="2044" y="5080"/>
                  </a:lnTo>
                  <a:lnTo>
                    <a:pt x="2159" y="4749"/>
                  </a:lnTo>
                  <a:close/>
                </a:path>
                <a:path w="3810" h="20319">
                  <a:moveTo>
                    <a:pt x="2260" y="11836"/>
                  </a:moveTo>
                  <a:lnTo>
                    <a:pt x="2057" y="11595"/>
                  </a:lnTo>
                  <a:lnTo>
                    <a:pt x="1816" y="11798"/>
                  </a:lnTo>
                  <a:lnTo>
                    <a:pt x="2006" y="12039"/>
                  </a:lnTo>
                  <a:lnTo>
                    <a:pt x="2260" y="11836"/>
                  </a:lnTo>
                  <a:close/>
                </a:path>
                <a:path w="3810" h="20319">
                  <a:moveTo>
                    <a:pt x="2349" y="19342"/>
                  </a:moveTo>
                  <a:lnTo>
                    <a:pt x="2082" y="19227"/>
                  </a:lnTo>
                  <a:lnTo>
                    <a:pt x="1943" y="19519"/>
                  </a:lnTo>
                  <a:lnTo>
                    <a:pt x="2235" y="19659"/>
                  </a:lnTo>
                  <a:lnTo>
                    <a:pt x="2349" y="19342"/>
                  </a:lnTo>
                  <a:close/>
                </a:path>
                <a:path w="3810" h="20319">
                  <a:moveTo>
                    <a:pt x="2349" y="1041"/>
                  </a:moveTo>
                  <a:lnTo>
                    <a:pt x="2159" y="762"/>
                  </a:lnTo>
                  <a:lnTo>
                    <a:pt x="1905" y="965"/>
                  </a:lnTo>
                  <a:lnTo>
                    <a:pt x="2095" y="1231"/>
                  </a:lnTo>
                  <a:lnTo>
                    <a:pt x="2349" y="1041"/>
                  </a:lnTo>
                  <a:close/>
                </a:path>
                <a:path w="3810" h="20319">
                  <a:moveTo>
                    <a:pt x="2451" y="16598"/>
                  </a:moveTo>
                  <a:lnTo>
                    <a:pt x="2197" y="16459"/>
                  </a:lnTo>
                  <a:lnTo>
                    <a:pt x="2070" y="16700"/>
                  </a:lnTo>
                  <a:lnTo>
                    <a:pt x="2324" y="16840"/>
                  </a:lnTo>
                  <a:lnTo>
                    <a:pt x="2451" y="16598"/>
                  </a:lnTo>
                  <a:close/>
                </a:path>
                <a:path w="3810" h="20319">
                  <a:moveTo>
                    <a:pt x="2476" y="4127"/>
                  </a:moveTo>
                  <a:lnTo>
                    <a:pt x="2209" y="3949"/>
                  </a:lnTo>
                  <a:lnTo>
                    <a:pt x="2044" y="4241"/>
                  </a:lnTo>
                  <a:lnTo>
                    <a:pt x="2171" y="4330"/>
                  </a:lnTo>
                  <a:lnTo>
                    <a:pt x="2209" y="4610"/>
                  </a:lnTo>
                  <a:lnTo>
                    <a:pt x="2400" y="4457"/>
                  </a:lnTo>
                  <a:lnTo>
                    <a:pt x="2476" y="4127"/>
                  </a:lnTo>
                  <a:close/>
                </a:path>
                <a:path w="3810" h="20319">
                  <a:moveTo>
                    <a:pt x="2527" y="11061"/>
                  </a:moveTo>
                  <a:lnTo>
                    <a:pt x="2260" y="10947"/>
                  </a:lnTo>
                  <a:lnTo>
                    <a:pt x="2146" y="11163"/>
                  </a:lnTo>
                  <a:lnTo>
                    <a:pt x="1917" y="11353"/>
                  </a:lnTo>
                  <a:lnTo>
                    <a:pt x="2159" y="11645"/>
                  </a:lnTo>
                  <a:lnTo>
                    <a:pt x="2451" y="11404"/>
                  </a:lnTo>
                  <a:lnTo>
                    <a:pt x="2527" y="11061"/>
                  </a:lnTo>
                  <a:close/>
                </a:path>
                <a:path w="3810" h="20319">
                  <a:moveTo>
                    <a:pt x="2540" y="7226"/>
                  </a:moveTo>
                  <a:lnTo>
                    <a:pt x="2324" y="7023"/>
                  </a:lnTo>
                  <a:lnTo>
                    <a:pt x="2133" y="7226"/>
                  </a:lnTo>
                  <a:lnTo>
                    <a:pt x="2336" y="7416"/>
                  </a:lnTo>
                  <a:lnTo>
                    <a:pt x="2540" y="7226"/>
                  </a:lnTo>
                  <a:close/>
                </a:path>
                <a:path w="3810" h="20319">
                  <a:moveTo>
                    <a:pt x="2578" y="9118"/>
                  </a:moveTo>
                  <a:lnTo>
                    <a:pt x="2438" y="9017"/>
                  </a:lnTo>
                  <a:lnTo>
                    <a:pt x="2235" y="8813"/>
                  </a:lnTo>
                  <a:lnTo>
                    <a:pt x="2133" y="9067"/>
                  </a:lnTo>
                  <a:lnTo>
                    <a:pt x="2413" y="9334"/>
                  </a:lnTo>
                  <a:lnTo>
                    <a:pt x="2578" y="9118"/>
                  </a:lnTo>
                  <a:close/>
                </a:path>
                <a:path w="3810" h="20319">
                  <a:moveTo>
                    <a:pt x="2578" y="3098"/>
                  </a:moveTo>
                  <a:lnTo>
                    <a:pt x="2400" y="2882"/>
                  </a:lnTo>
                  <a:lnTo>
                    <a:pt x="2184" y="3073"/>
                  </a:lnTo>
                  <a:lnTo>
                    <a:pt x="2387" y="3289"/>
                  </a:lnTo>
                  <a:lnTo>
                    <a:pt x="2578" y="3098"/>
                  </a:lnTo>
                  <a:close/>
                </a:path>
                <a:path w="3810" h="20319">
                  <a:moveTo>
                    <a:pt x="2667" y="8534"/>
                  </a:moveTo>
                  <a:lnTo>
                    <a:pt x="2514" y="8280"/>
                  </a:lnTo>
                  <a:lnTo>
                    <a:pt x="2273" y="8432"/>
                  </a:lnTo>
                  <a:lnTo>
                    <a:pt x="2425" y="8674"/>
                  </a:lnTo>
                  <a:lnTo>
                    <a:pt x="2667" y="8534"/>
                  </a:lnTo>
                  <a:close/>
                </a:path>
                <a:path w="3810" h="20319">
                  <a:moveTo>
                    <a:pt x="2692" y="15862"/>
                  </a:moveTo>
                  <a:lnTo>
                    <a:pt x="2413" y="15671"/>
                  </a:lnTo>
                  <a:lnTo>
                    <a:pt x="2235" y="15951"/>
                  </a:lnTo>
                  <a:lnTo>
                    <a:pt x="2514" y="16129"/>
                  </a:lnTo>
                  <a:lnTo>
                    <a:pt x="2692" y="15862"/>
                  </a:lnTo>
                  <a:close/>
                </a:path>
                <a:path w="3810" h="20319">
                  <a:moveTo>
                    <a:pt x="2717" y="17449"/>
                  </a:moveTo>
                  <a:lnTo>
                    <a:pt x="2527" y="17195"/>
                  </a:lnTo>
                  <a:lnTo>
                    <a:pt x="2273" y="17411"/>
                  </a:lnTo>
                  <a:lnTo>
                    <a:pt x="2476" y="17653"/>
                  </a:lnTo>
                  <a:lnTo>
                    <a:pt x="2717" y="17449"/>
                  </a:lnTo>
                  <a:close/>
                </a:path>
                <a:path w="3810" h="20319">
                  <a:moveTo>
                    <a:pt x="2730" y="10769"/>
                  </a:moveTo>
                  <a:lnTo>
                    <a:pt x="2590" y="10553"/>
                  </a:lnTo>
                  <a:lnTo>
                    <a:pt x="2387" y="10718"/>
                  </a:lnTo>
                  <a:lnTo>
                    <a:pt x="2540" y="10922"/>
                  </a:lnTo>
                  <a:lnTo>
                    <a:pt x="2730" y="10769"/>
                  </a:lnTo>
                  <a:close/>
                </a:path>
                <a:path w="3810" h="20319">
                  <a:moveTo>
                    <a:pt x="2743" y="6223"/>
                  </a:moveTo>
                  <a:lnTo>
                    <a:pt x="2590" y="6007"/>
                  </a:lnTo>
                  <a:lnTo>
                    <a:pt x="2362" y="6172"/>
                  </a:lnTo>
                  <a:lnTo>
                    <a:pt x="2527" y="6400"/>
                  </a:lnTo>
                  <a:lnTo>
                    <a:pt x="2743" y="6223"/>
                  </a:lnTo>
                  <a:close/>
                </a:path>
                <a:path w="3810" h="20319">
                  <a:moveTo>
                    <a:pt x="2806" y="495"/>
                  </a:moveTo>
                  <a:lnTo>
                    <a:pt x="2578" y="254"/>
                  </a:lnTo>
                  <a:lnTo>
                    <a:pt x="2324" y="457"/>
                  </a:lnTo>
                  <a:lnTo>
                    <a:pt x="2540" y="711"/>
                  </a:lnTo>
                  <a:lnTo>
                    <a:pt x="2806" y="495"/>
                  </a:lnTo>
                  <a:close/>
                </a:path>
                <a:path w="3810" h="20319">
                  <a:moveTo>
                    <a:pt x="2819" y="7480"/>
                  </a:moveTo>
                  <a:lnTo>
                    <a:pt x="2552" y="7289"/>
                  </a:lnTo>
                  <a:lnTo>
                    <a:pt x="2349" y="7543"/>
                  </a:lnTo>
                  <a:lnTo>
                    <a:pt x="2603" y="7734"/>
                  </a:lnTo>
                  <a:lnTo>
                    <a:pt x="2819" y="7480"/>
                  </a:lnTo>
                  <a:close/>
                </a:path>
                <a:path w="3810" h="20319">
                  <a:moveTo>
                    <a:pt x="2844" y="15595"/>
                  </a:moveTo>
                  <a:lnTo>
                    <a:pt x="2692" y="15392"/>
                  </a:lnTo>
                  <a:lnTo>
                    <a:pt x="2501" y="15532"/>
                  </a:lnTo>
                  <a:lnTo>
                    <a:pt x="2641" y="15735"/>
                  </a:lnTo>
                  <a:lnTo>
                    <a:pt x="2844" y="15595"/>
                  </a:lnTo>
                  <a:close/>
                </a:path>
                <a:path w="3810" h="20319">
                  <a:moveTo>
                    <a:pt x="2844" y="1663"/>
                  </a:moveTo>
                  <a:lnTo>
                    <a:pt x="2590" y="1409"/>
                  </a:lnTo>
                  <a:lnTo>
                    <a:pt x="2336" y="1651"/>
                  </a:lnTo>
                  <a:lnTo>
                    <a:pt x="2578" y="1892"/>
                  </a:lnTo>
                  <a:lnTo>
                    <a:pt x="2844" y="1663"/>
                  </a:lnTo>
                  <a:close/>
                </a:path>
                <a:path w="3810" h="20319">
                  <a:moveTo>
                    <a:pt x="2933" y="6832"/>
                  </a:moveTo>
                  <a:lnTo>
                    <a:pt x="2641" y="6604"/>
                  </a:lnTo>
                  <a:lnTo>
                    <a:pt x="2451" y="6896"/>
                  </a:lnTo>
                  <a:lnTo>
                    <a:pt x="2717" y="7086"/>
                  </a:lnTo>
                  <a:lnTo>
                    <a:pt x="2933" y="6832"/>
                  </a:lnTo>
                  <a:close/>
                </a:path>
                <a:path w="3810" h="20319">
                  <a:moveTo>
                    <a:pt x="2997" y="15265"/>
                  </a:moveTo>
                  <a:lnTo>
                    <a:pt x="2806" y="15024"/>
                  </a:lnTo>
                  <a:lnTo>
                    <a:pt x="2565" y="15227"/>
                  </a:lnTo>
                  <a:lnTo>
                    <a:pt x="2692" y="15392"/>
                  </a:lnTo>
                  <a:lnTo>
                    <a:pt x="2997" y="15265"/>
                  </a:lnTo>
                  <a:close/>
                </a:path>
                <a:path w="3810" h="20319">
                  <a:moveTo>
                    <a:pt x="3098" y="18719"/>
                  </a:moveTo>
                  <a:lnTo>
                    <a:pt x="2844" y="18592"/>
                  </a:lnTo>
                  <a:lnTo>
                    <a:pt x="2692" y="18846"/>
                  </a:lnTo>
                  <a:lnTo>
                    <a:pt x="2540" y="18719"/>
                  </a:lnTo>
                  <a:lnTo>
                    <a:pt x="2336" y="19011"/>
                  </a:lnTo>
                  <a:lnTo>
                    <a:pt x="2603" y="19215"/>
                  </a:lnTo>
                  <a:lnTo>
                    <a:pt x="2832" y="18935"/>
                  </a:lnTo>
                  <a:lnTo>
                    <a:pt x="3098" y="18719"/>
                  </a:lnTo>
                  <a:close/>
                </a:path>
                <a:path w="3810" h="20319">
                  <a:moveTo>
                    <a:pt x="3162" y="2717"/>
                  </a:moveTo>
                  <a:lnTo>
                    <a:pt x="2959" y="2451"/>
                  </a:lnTo>
                  <a:lnTo>
                    <a:pt x="2692" y="2616"/>
                  </a:lnTo>
                  <a:lnTo>
                    <a:pt x="2882" y="2908"/>
                  </a:lnTo>
                  <a:lnTo>
                    <a:pt x="3162" y="2717"/>
                  </a:lnTo>
                  <a:close/>
                </a:path>
                <a:path w="3810" h="20319">
                  <a:moveTo>
                    <a:pt x="3175" y="5816"/>
                  </a:moveTo>
                  <a:lnTo>
                    <a:pt x="2933" y="5549"/>
                  </a:lnTo>
                  <a:lnTo>
                    <a:pt x="2933" y="5422"/>
                  </a:lnTo>
                  <a:lnTo>
                    <a:pt x="2654" y="5283"/>
                  </a:lnTo>
                  <a:lnTo>
                    <a:pt x="2527" y="5588"/>
                  </a:lnTo>
                  <a:lnTo>
                    <a:pt x="2755" y="5702"/>
                  </a:lnTo>
                  <a:lnTo>
                    <a:pt x="2895" y="6032"/>
                  </a:lnTo>
                  <a:lnTo>
                    <a:pt x="3175" y="5816"/>
                  </a:lnTo>
                  <a:close/>
                </a:path>
                <a:path w="3810" h="20319">
                  <a:moveTo>
                    <a:pt x="3187" y="2057"/>
                  </a:moveTo>
                  <a:lnTo>
                    <a:pt x="2946" y="1828"/>
                  </a:lnTo>
                  <a:lnTo>
                    <a:pt x="2705" y="2070"/>
                  </a:lnTo>
                  <a:lnTo>
                    <a:pt x="2946" y="2311"/>
                  </a:lnTo>
                  <a:lnTo>
                    <a:pt x="3187" y="2057"/>
                  </a:lnTo>
                  <a:close/>
                </a:path>
                <a:path w="3810" h="20319">
                  <a:moveTo>
                    <a:pt x="3225" y="12166"/>
                  </a:moveTo>
                  <a:lnTo>
                    <a:pt x="2959" y="11938"/>
                  </a:lnTo>
                  <a:lnTo>
                    <a:pt x="2743" y="12204"/>
                  </a:lnTo>
                  <a:lnTo>
                    <a:pt x="2997" y="12420"/>
                  </a:lnTo>
                  <a:lnTo>
                    <a:pt x="3225" y="12166"/>
                  </a:lnTo>
                  <a:close/>
                </a:path>
                <a:path w="3810" h="20319">
                  <a:moveTo>
                    <a:pt x="3289" y="15100"/>
                  </a:moveTo>
                  <a:lnTo>
                    <a:pt x="3111" y="14897"/>
                  </a:lnTo>
                  <a:lnTo>
                    <a:pt x="2895" y="15062"/>
                  </a:lnTo>
                  <a:lnTo>
                    <a:pt x="3048" y="15278"/>
                  </a:lnTo>
                  <a:lnTo>
                    <a:pt x="3289" y="15100"/>
                  </a:lnTo>
                  <a:close/>
                </a:path>
                <a:path w="3810" h="20319">
                  <a:moveTo>
                    <a:pt x="3327" y="15671"/>
                  </a:moveTo>
                  <a:lnTo>
                    <a:pt x="2984" y="15494"/>
                  </a:lnTo>
                  <a:lnTo>
                    <a:pt x="2806" y="15811"/>
                  </a:lnTo>
                  <a:lnTo>
                    <a:pt x="3124" y="16002"/>
                  </a:lnTo>
                  <a:lnTo>
                    <a:pt x="3327" y="156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4013022" y="1221536"/>
              <a:ext cx="3810" cy="52069"/>
            </a:xfrm>
            <a:custGeom>
              <a:avLst/>
              <a:gdLst/>
              <a:ahLst/>
              <a:cxnLst/>
              <a:rect l="l" t="t" r="r" b="b"/>
              <a:pathLst>
                <a:path w="3810" h="52069">
                  <a:moveTo>
                    <a:pt x="469" y="51028"/>
                  </a:moveTo>
                  <a:lnTo>
                    <a:pt x="279" y="50876"/>
                  </a:lnTo>
                  <a:lnTo>
                    <a:pt x="114" y="51054"/>
                  </a:lnTo>
                  <a:lnTo>
                    <a:pt x="304" y="51219"/>
                  </a:lnTo>
                  <a:lnTo>
                    <a:pt x="469" y="51028"/>
                  </a:lnTo>
                  <a:close/>
                </a:path>
                <a:path w="3810" h="52069">
                  <a:moveTo>
                    <a:pt x="495" y="46875"/>
                  </a:moveTo>
                  <a:lnTo>
                    <a:pt x="152" y="46697"/>
                  </a:lnTo>
                  <a:lnTo>
                    <a:pt x="0" y="47040"/>
                  </a:lnTo>
                  <a:lnTo>
                    <a:pt x="330" y="47205"/>
                  </a:lnTo>
                  <a:lnTo>
                    <a:pt x="495" y="46875"/>
                  </a:lnTo>
                  <a:close/>
                </a:path>
                <a:path w="3810" h="52069">
                  <a:moveTo>
                    <a:pt x="508" y="49961"/>
                  </a:moveTo>
                  <a:lnTo>
                    <a:pt x="203" y="49822"/>
                  </a:lnTo>
                  <a:lnTo>
                    <a:pt x="63" y="50114"/>
                  </a:lnTo>
                  <a:lnTo>
                    <a:pt x="368" y="50266"/>
                  </a:lnTo>
                  <a:lnTo>
                    <a:pt x="508" y="49961"/>
                  </a:lnTo>
                  <a:close/>
                </a:path>
                <a:path w="3810" h="52069">
                  <a:moveTo>
                    <a:pt x="508" y="42354"/>
                  </a:moveTo>
                  <a:lnTo>
                    <a:pt x="254" y="42151"/>
                  </a:lnTo>
                  <a:lnTo>
                    <a:pt x="38" y="42392"/>
                  </a:lnTo>
                  <a:lnTo>
                    <a:pt x="292" y="42608"/>
                  </a:lnTo>
                  <a:lnTo>
                    <a:pt x="508" y="42354"/>
                  </a:lnTo>
                  <a:close/>
                </a:path>
                <a:path w="3810" h="52069">
                  <a:moveTo>
                    <a:pt x="508" y="37033"/>
                  </a:moveTo>
                  <a:lnTo>
                    <a:pt x="292" y="36944"/>
                  </a:lnTo>
                  <a:lnTo>
                    <a:pt x="165" y="37160"/>
                  </a:lnTo>
                  <a:lnTo>
                    <a:pt x="381" y="37261"/>
                  </a:lnTo>
                  <a:lnTo>
                    <a:pt x="508" y="37033"/>
                  </a:lnTo>
                  <a:close/>
                </a:path>
                <a:path w="3810" h="52069">
                  <a:moveTo>
                    <a:pt x="520" y="39103"/>
                  </a:moveTo>
                  <a:lnTo>
                    <a:pt x="203" y="38912"/>
                  </a:lnTo>
                  <a:lnTo>
                    <a:pt x="25" y="39217"/>
                  </a:lnTo>
                  <a:lnTo>
                    <a:pt x="330" y="39408"/>
                  </a:lnTo>
                  <a:lnTo>
                    <a:pt x="520" y="39103"/>
                  </a:lnTo>
                  <a:close/>
                </a:path>
                <a:path w="3810" h="52069">
                  <a:moveTo>
                    <a:pt x="609" y="39624"/>
                  </a:moveTo>
                  <a:lnTo>
                    <a:pt x="355" y="39497"/>
                  </a:lnTo>
                  <a:lnTo>
                    <a:pt x="228" y="39763"/>
                  </a:lnTo>
                  <a:lnTo>
                    <a:pt x="482" y="39878"/>
                  </a:lnTo>
                  <a:lnTo>
                    <a:pt x="609" y="39624"/>
                  </a:lnTo>
                  <a:close/>
                </a:path>
                <a:path w="3810" h="52069">
                  <a:moveTo>
                    <a:pt x="762" y="48463"/>
                  </a:moveTo>
                  <a:lnTo>
                    <a:pt x="635" y="48209"/>
                  </a:lnTo>
                  <a:lnTo>
                    <a:pt x="393" y="48336"/>
                  </a:lnTo>
                  <a:lnTo>
                    <a:pt x="533" y="48564"/>
                  </a:lnTo>
                  <a:lnTo>
                    <a:pt x="762" y="48463"/>
                  </a:lnTo>
                  <a:close/>
                </a:path>
                <a:path w="3810" h="52069">
                  <a:moveTo>
                    <a:pt x="838" y="40805"/>
                  </a:moveTo>
                  <a:lnTo>
                    <a:pt x="635" y="40652"/>
                  </a:lnTo>
                  <a:lnTo>
                    <a:pt x="482" y="40868"/>
                  </a:lnTo>
                  <a:lnTo>
                    <a:pt x="685" y="41021"/>
                  </a:lnTo>
                  <a:lnTo>
                    <a:pt x="838" y="40805"/>
                  </a:lnTo>
                  <a:close/>
                </a:path>
                <a:path w="3810" h="52069">
                  <a:moveTo>
                    <a:pt x="863" y="431"/>
                  </a:moveTo>
                  <a:lnTo>
                    <a:pt x="647" y="342"/>
                  </a:lnTo>
                  <a:lnTo>
                    <a:pt x="520" y="571"/>
                  </a:lnTo>
                  <a:lnTo>
                    <a:pt x="762" y="685"/>
                  </a:lnTo>
                  <a:lnTo>
                    <a:pt x="863" y="431"/>
                  </a:lnTo>
                  <a:close/>
                </a:path>
                <a:path w="3810" h="52069">
                  <a:moveTo>
                    <a:pt x="914" y="46405"/>
                  </a:moveTo>
                  <a:lnTo>
                    <a:pt x="698" y="46101"/>
                  </a:lnTo>
                  <a:lnTo>
                    <a:pt x="406" y="46304"/>
                  </a:lnTo>
                  <a:lnTo>
                    <a:pt x="609" y="46609"/>
                  </a:lnTo>
                  <a:lnTo>
                    <a:pt x="914" y="46405"/>
                  </a:lnTo>
                  <a:close/>
                </a:path>
                <a:path w="3810" h="52069">
                  <a:moveTo>
                    <a:pt x="914" y="3683"/>
                  </a:moveTo>
                  <a:lnTo>
                    <a:pt x="711" y="3390"/>
                  </a:lnTo>
                  <a:lnTo>
                    <a:pt x="444" y="3568"/>
                  </a:lnTo>
                  <a:lnTo>
                    <a:pt x="622" y="3835"/>
                  </a:lnTo>
                  <a:lnTo>
                    <a:pt x="914" y="3683"/>
                  </a:lnTo>
                  <a:close/>
                </a:path>
                <a:path w="3810" h="52069">
                  <a:moveTo>
                    <a:pt x="939" y="47434"/>
                  </a:moveTo>
                  <a:lnTo>
                    <a:pt x="736" y="47269"/>
                  </a:lnTo>
                  <a:lnTo>
                    <a:pt x="558" y="47485"/>
                  </a:lnTo>
                  <a:lnTo>
                    <a:pt x="774" y="47650"/>
                  </a:lnTo>
                  <a:lnTo>
                    <a:pt x="939" y="47434"/>
                  </a:lnTo>
                  <a:close/>
                </a:path>
                <a:path w="3810" h="52069">
                  <a:moveTo>
                    <a:pt x="952" y="38582"/>
                  </a:moveTo>
                  <a:lnTo>
                    <a:pt x="711" y="38493"/>
                  </a:lnTo>
                  <a:lnTo>
                    <a:pt x="609" y="38722"/>
                  </a:lnTo>
                  <a:lnTo>
                    <a:pt x="444" y="39052"/>
                  </a:lnTo>
                  <a:lnTo>
                    <a:pt x="762" y="39217"/>
                  </a:lnTo>
                  <a:lnTo>
                    <a:pt x="927" y="38887"/>
                  </a:lnTo>
                  <a:lnTo>
                    <a:pt x="952" y="38582"/>
                  </a:lnTo>
                  <a:close/>
                </a:path>
                <a:path w="3810" h="52069">
                  <a:moveTo>
                    <a:pt x="990" y="49504"/>
                  </a:moveTo>
                  <a:lnTo>
                    <a:pt x="749" y="49390"/>
                  </a:lnTo>
                  <a:lnTo>
                    <a:pt x="622" y="49644"/>
                  </a:lnTo>
                  <a:lnTo>
                    <a:pt x="863" y="49771"/>
                  </a:lnTo>
                  <a:lnTo>
                    <a:pt x="990" y="49504"/>
                  </a:lnTo>
                  <a:close/>
                </a:path>
                <a:path w="3810" h="52069">
                  <a:moveTo>
                    <a:pt x="1028" y="50228"/>
                  </a:moveTo>
                  <a:lnTo>
                    <a:pt x="774" y="50101"/>
                  </a:lnTo>
                  <a:lnTo>
                    <a:pt x="635" y="50368"/>
                  </a:lnTo>
                  <a:lnTo>
                    <a:pt x="889" y="50507"/>
                  </a:lnTo>
                  <a:lnTo>
                    <a:pt x="1028" y="50228"/>
                  </a:lnTo>
                  <a:close/>
                </a:path>
                <a:path w="3810" h="52069">
                  <a:moveTo>
                    <a:pt x="1257" y="3505"/>
                  </a:moveTo>
                  <a:lnTo>
                    <a:pt x="1041" y="3251"/>
                  </a:lnTo>
                  <a:lnTo>
                    <a:pt x="787" y="3429"/>
                  </a:lnTo>
                  <a:lnTo>
                    <a:pt x="977" y="3695"/>
                  </a:lnTo>
                  <a:lnTo>
                    <a:pt x="1257" y="3505"/>
                  </a:lnTo>
                  <a:close/>
                </a:path>
                <a:path w="3810" h="52069">
                  <a:moveTo>
                    <a:pt x="1295" y="2209"/>
                  </a:moveTo>
                  <a:lnTo>
                    <a:pt x="1041" y="1955"/>
                  </a:lnTo>
                  <a:lnTo>
                    <a:pt x="800" y="2197"/>
                  </a:lnTo>
                  <a:lnTo>
                    <a:pt x="1041" y="2451"/>
                  </a:lnTo>
                  <a:lnTo>
                    <a:pt x="1295" y="2209"/>
                  </a:lnTo>
                  <a:close/>
                </a:path>
                <a:path w="3810" h="52069">
                  <a:moveTo>
                    <a:pt x="1346" y="41783"/>
                  </a:moveTo>
                  <a:lnTo>
                    <a:pt x="1104" y="41490"/>
                  </a:lnTo>
                  <a:lnTo>
                    <a:pt x="812" y="41744"/>
                  </a:lnTo>
                  <a:lnTo>
                    <a:pt x="952" y="41922"/>
                  </a:lnTo>
                  <a:lnTo>
                    <a:pt x="1206" y="42189"/>
                  </a:lnTo>
                  <a:lnTo>
                    <a:pt x="1333" y="41884"/>
                  </a:lnTo>
                  <a:close/>
                </a:path>
                <a:path w="3810" h="52069">
                  <a:moveTo>
                    <a:pt x="1397" y="43472"/>
                  </a:moveTo>
                  <a:lnTo>
                    <a:pt x="1117" y="43218"/>
                  </a:lnTo>
                  <a:lnTo>
                    <a:pt x="863" y="43522"/>
                  </a:lnTo>
                  <a:lnTo>
                    <a:pt x="1028" y="43662"/>
                  </a:lnTo>
                  <a:lnTo>
                    <a:pt x="838" y="43802"/>
                  </a:lnTo>
                  <a:lnTo>
                    <a:pt x="1016" y="44056"/>
                  </a:lnTo>
                  <a:lnTo>
                    <a:pt x="1270" y="43891"/>
                  </a:lnTo>
                  <a:lnTo>
                    <a:pt x="1168" y="43764"/>
                  </a:lnTo>
                  <a:lnTo>
                    <a:pt x="1397" y="43472"/>
                  </a:lnTo>
                  <a:close/>
                </a:path>
                <a:path w="3810" h="52069">
                  <a:moveTo>
                    <a:pt x="1422" y="49860"/>
                  </a:moveTo>
                  <a:lnTo>
                    <a:pt x="1219" y="49568"/>
                  </a:lnTo>
                  <a:lnTo>
                    <a:pt x="901" y="49784"/>
                  </a:lnTo>
                  <a:lnTo>
                    <a:pt x="1117" y="50088"/>
                  </a:lnTo>
                  <a:lnTo>
                    <a:pt x="1422" y="49860"/>
                  </a:lnTo>
                  <a:close/>
                </a:path>
                <a:path w="3810" h="52069">
                  <a:moveTo>
                    <a:pt x="1447" y="37338"/>
                  </a:moveTo>
                  <a:lnTo>
                    <a:pt x="1130" y="37198"/>
                  </a:lnTo>
                  <a:lnTo>
                    <a:pt x="990" y="37503"/>
                  </a:lnTo>
                  <a:lnTo>
                    <a:pt x="1295" y="37642"/>
                  </a:lnTo>
                  <a:lnTo>
                    <a:pt x="1447" y="37338"/>
                  </a:lnTo>
                  <a:close/>
                </a:path>
                <a:path w="3810" h="52069">
                  <a:moveTo>
                    <a:pt x="1600" y="2514"/>
                  </a:moveTo>
                  <a:lnTo>
                    <a:pt x="1397" y="2324"/>
                  </a:lnTo>
                  <a:lnTo>
                    <a:pt x="1219" y="2527"/>
                  </a:lnTo>
                  <a:lnTo>
                    <a:pt x="1409" y="2705"/>
                  </a:lnTo>
                  <a:lnTo>
                    <a:pt x="1600" y="2514"/>
                  </a:lnTo>
                  <a:close/>
                </a:path>
                <a:path w="3810" h="52069">
                  <a:moveTo>
                    <a:pt x="1625" y="47790"/>
                  </a:moveTo>
                  <a:lnTo>
                    <a:pt x="1435" y="47561"/>
                  </a:lnTo>
                  <a:lnTo>
                    <a:pt x="1219" y="47764"/>
                  </a:lnTo>
                  <a:lnTo>
                    <a:pt x="1397" y="47980"/>
                  </a:lnTo>
                  <a:lnTo>
                    <a:pt x="1625" y="47790"/>
                  </a:lnTo>
                  <a:close/>
                </a:path>
                <a:path w="3810" h="52069">
                  <a:moveTo>
                    <a:pt x="1638" y="1790"/>
                  </a:moveTo>
                  <a:lnTo>
                    <a:pt x="1422" y="1651"/>
                  </a:lnTo>
                  <a:lnTo>
                    <a:pt x="1270" y="1892"/>
                  </a:lnTo>
                  <a:lnTo>
                    <a:pt x="1511" y="2044"/>
                  </a:lnTo>
                  <a:lnTo>
                    <a:pt x="1638" y="1790"/>
                  </a:lnTo>
                  <a:close/>
                </a:path>
                <a:path w="3810" h="52069">
                  <a:moveTo>
                    <a:pt x="1676" y="48945"/>
                  </a:moveTo>
                  <a:lnTo>
                    <a:pt x="1511" y="48704"/>
                  </a:lnTo>
                  <a:lnTo>
                    <a:pt x="1270" y="48882"/>
                  </a:lnTo>
                  <a:lnTo>
                    <a:pt x="1257" y="49072"/>
                  </a:lnTo>
                  <a:lnTo>
                    <a:pt x="1409" y="49250"/>
                  </a:lnTo>
                  <a:lnTo>
                    <a:pt x="1600" y="49098"/>
                  </a:lnTo>
                  <a:lnTo>
                    <a:pt x="1676" y="48945"/>
                  </a:lnTo>
                  <a:close/>
                </a:path>
                <a:path w="3810" h="52069">
                  <a:moveTo>
                    <a:pt x="1752" y="47332"/>
                  </a:moveTo>
                  <a:lnTo>
                    <a:pt x="1625" y="47091"/>
                  </a:lnTo>
                  <a:lnTo>
                    <a:pt x="1397" y="47231"/>
                  </a:lnTo>
                  <a:lnTo>
                    <a:pt x="1524" y="47459"/>
                  </a:lnTo>
                  <a:lnTo>
                    <a:pt x="1752" y="47332"/>
                  </a:lnTo>
                  <a:close/>
                </a:path>
                <a:path w="3810" h="52069">
                  <a:moveTo>
                    <a:pt x="1752" y="39370"/>
                  </a:moveTo>
                  <a:lnTo>
                    <a:pt x="1498" y="39166"/>
                  </a:lnTo>
                  <a:lnTo>
                    <a:pt x="1308" y="39408"/>
                  </a:lnTo>
                  <a:lnTo>
                    <a:pt x="1549" y="39624"/>
                  </a:lnTo>
                  <a:lnTo>
                    <a:pt x="1752" y="39370"/>
                  </a:lnTo>
                  <a:close/>
                </a:path>
                <a:path w="3810" h="52069">
                  <a:moveTo>
                    <a:pt x="1778" y="1104"/>
                  </a:moveTo>
                  <a:lnTo>
                    <a:pt x="1562" y="863"/>
                  </a:lnTo>
                  <a:lnTo>
                    <a:pt x="1346" y="1104"/>
                  </a:lnTo>
                  <a:lnTo>
                    <a:pt x="1562" y="1308"/>
                  </a:lnTo>
                  <a:lnTo>
                    <a:pt x="1778" y="1104"/>
                  </a:lnTo>
                  <a:close/>
                </a:path>
                <a:path w="3810" h="52069">
                  <a:moveTo>
                    <a:pt x="1866" y="38061"/>
                  </a:moveTo>
                  <a:lnTo>
                    <a:pt x="1689" y="37744"/>
                  </a:lnTo>
                  <a:lnTo>
                    <a:pt x="1524" y="37833"/>
                  </a:lnTo>
                  <a:lnTo>
                    <a:pt x="1397" y="37630"/>
                  </a:lnTo>
                  <a:lnTo>
                    <a:pt x="1168" y="37807"/>
                  </a:lnTo>
                  <a:lnTo>
                    <a:pt x="1320" y="38049"/>
                  </a:lnTo>
                  <a:lnTo>
                    <a:pt x="1549" y="38252"/>
                  </a:lnTo>
                  <a:lnTo>
                    <a:pt x="1866" y="38061"/>
                  </a:lnTo>
                  <a:close/>
                </a:path>
                <a:path w="3810" h="52069">
                  <a:moveTo>
                    <a:pt x="1892" y="46266"/>
                  </a:moveTo>
                  <a:lnTo>
                    <a:pt x="1752" y="45961"/>
                  </a:lnTo>
                  <a:lnTo>
                    <a:pt x="1447" y="46139"/>
                  </a:lnTo>
                  <a:lnTo>
                    <a:pt x="1600" y="46431"/>
                  </a:lnTo>
                  <a:lnTo>
                    <a:pt x="1892" y="46266"/>
                  </a:lnTo>
                  <a:close/>
                </a:path>
                <a:path w="3810" h="52069">
                  <a:moveTo>
                    <a:pt x="1917" y="43027"/>
                  </a:moveTo>
                  <a:lnTo>
                    <a:pt x="1701" y="42938"/>
                  </a:lnTo>
                  <a:lnTo>
                    <a:pt x="1905" y="42684"/>
                  </a:lnTo>
                  <a:lnTo>
                    <a:pt x="1625" y="42468"/>
                  </a:lnTo>
                  <a:lnTo>
                    <a:pt x="1409" y="42748"/>
                  </a:lnTo>
                  <a:lnTo>
                    <a:pt x="1651" y="42938"/>
                  </a:lnTo>
                  <a:lnTo>
                    <a:pt x="1562" y="43167"/>
                  </a:lnTo>
                  <a:lnTo>
                    <a:pt x="1816" y="43281"/>
                  </a:lnTo>
                  <a:lnTo>
                    <a:pt x="1917" y="43027"/>
                  </a:lnTo>
                  <a:close/>
                </a:path>
                <a:path w="3810" h="52069">
                  <a:moveTo>
                    <a:pt x="1943" y="45427"/>
                  </a:moveTo>
                  <a:lnTo>
                    <a:pt x="1689" y="45199"/>
                  </a:lnTo>
                  <a:lnTo>
                    <a:pt x="1447" y="45453"/>
                  </a:lnTo>
                  <a:lnTo>
                    <a:pt x="1714" y="45681"/>
                  </a:lnTo>
                  <a:lnTo>
                    <a:pt x="1943" y="45427"/>
                  </a:lnTo>
                  <a:close/>
                </a:path>
                <a:path w="3810" h="52069">
                  <a:moveTo>
                    <a:pt x="1968" y="3276"/>
                  </a:moveTo>
                  <a:lnTo>
                    <a:pt x="1790" y="2997"/>
                  </a:lnTo>
                  <a:lnTo>
                    <a:pt x="1524" y="3175"/>
                  </a:lnTo>
                  <a:lnTo>
                    <a:pt x="1714" y="3429"/>
                  </a:lnTo>
                  <a:lnTo>
                    <a:pt x="1968" y="3276"/>
                  </a:lnTo>
                  <a:close/>
                </a:path>
                <a:path w="3810" h="52069">
                  <a:moveTo>
                    <a:pt x="2108" y="35623"/>
                  </a:moveTo>
                  <a:lnTo>
                    <a:pt x="1879" y="35445"/>
                  </a:lnTo>
                  <a:lnTo>
                    <a:pt x="1714" y="35674"/>
                  </a:lnTo>
                  <a:lnTo>
                    <a:pt x="1930" y="35852"/>
                  </a:lnTo>
                  <a:lnTo>
                    <a:pt x="2108" y="35623"/>
                  </a:lnTo>
                  <a:close/>
                </a:path>
                <a:path w="3810" h="52069">
                  <a:moveTo>
                    <a:pt x="2171" y="762"/>
                  </a:moveTo>
                  <a:lnTo>
                    <a:pt x="1905" y="622"/>
                  </a:lnTo>
                  <a:lnTo>
                    <a:pt x="1765" y="889"/>
                  </a:lnTo>
                  <a:lnTo>
                    <a:pt x="2057" y="1028"/>
                  </a:lnTo>
                  <a:lnTo>
                    <a:pt x="2171" y="762"/>
                  </a:lnTo>
                  <a:close/>
                </a:path>
                <a:path w="3810" h="52069">
                  <a:moveTo>
                    <a:pt x="2184" y="50673"/>
                  </a:moveTo>
                  <a:lnTo>
                    <a:pt x="2006" y="50482"/>
                  </a:lnTo>
                  <a:lnTo>
                    <a:pt x="1803" y="50647"/>
                  </a:lnTo>
                  <a:lnTo>
                    <a:pt x="1981" y="50850"/>
                  </a:lnTo>
                  <a:lnTo>
                    <a:pt x="2184" y="50673"/>
                  </a:lnTo>
                  <a:close/>
                </a:path>
                <a:path w="3810" h="52069">
                  <a:moveTo>
                    <a:pt x="2260" y="41033"/>
                  </a:moveTo>
                  <a:lnTo>
                    <a:pt x="2057" y="40779"/>
                  </a:lnTo>
                  <a:lnTo>
                    <a:pt x="1816" y="40982"/>
                  </a:lnTo>
                  <a:lnTo>
                    <a:pt x="2006" y="41236"/>
                  </a:lnTo>
                  <a:lnTo>
                    <a:pt x="2260" y="41033"/>
                  </a:lnTo>
                  <a:close/>
                </a:path>
                <a:path w="3810" h="52069">
                  <a:moveTo>
                    <a:pt x="2349" y="48526"/>
                  </a:moveTo>
                  <a:lnTo>
                    <a:pt x="2082" y="48412"/>
                  </a:lnTo>
                  <a:lnTo>
                    <a:pt x="1943" y="48717"/>
                  </a:lnTo>
                  <a:lnTo>
                    <a:pt x="2235" y="48831"/>
                  </a:lnTo>
                  <a:lnTo>
                    <a:pt x="2349" y="48526"/>
                  </a:lnTo>
                  <a:close/>
                </a:path>
                <a:path w="3810" h="52069">
                  <a:moveTo>
                    <a:pt x="2463" y="50495"/>
                  </a:moveTo>
                  <a:lnTo>
                    <a:pt x="2298" y="50304"/>
                  </a:lnTo>
                  <a:lnTo>
                    <a:pt x="2108" y="50457"/>
                  </a:lnTo>
                  <a:lnTo>
                    <a:pt x="2247" y="50634"/>
                  </a:lnTo>
                  <a:lnTo>
                    <a:pt x="2463" y="50495"/>
                  </a:lnTo>
                  <a:close/>
                </a:path>
                <a:path w="3810" h="52069">
                  <a:moveTo>
                    <a:pt x="2463" y="45808"/>
                  </a:moveTo>
                  <a:lnTo>
                    <a:pt x="2209" y="45669"/>
                  </a:lnTo>
                  <a:lnTo>
                    <a:pt x="2082" y="45910"/>
                  </a:lnTo>
                  <a:lnTo>
                    <a:pt x="2336" y="46050"/>
                  </a:lnTo>
                  <a:lnTo>
                    <a:pt x="2463" y="45808"/>
                  </a:lnTo>
                  <a:close/>
                </a:path>
                <a:path w="3810" h="52069">
                  <a:moveTo>
                    <a:pt x="2463" y="1498"/>
                  </a:moveTo>
                  <a:lnTo>
                    <a:pt x="2247" y="1295"/>
                  </a:lnTo>
                  <a:lnTo>
                    <a:pt x="2057" y="1498"/>
                  </a:lnTo>
                  <a:lnTo>
                    <a:pt x="2247" y="1701"/>
                  </a:lnTo>
                  <a:lnTo>
                    <a:pt x="2463" y="1498"/>
                  </a:lnTo>
                  <a:close/>
                </a:path>
                <a:path w="3810" h="52069">
                  <a:moveTo>
                    <a:pt x="2527" y="40246"/>
                  </a:moveTo>
                  <a:lnTo>
                    <a:pt x="2260" y="40132"/>
                  </a:lnTo>
                  <a:lnTo>
                    <a:pt x="2146" y="40360"/>
                  </a:lnTo>
                  <a:lnTo>
                    <a:pt x="1917" y="40538"/>
                  </a:lnTo>
                  <a:lnTo>
                    <a:pt x="2159" y="40830"/>
                  </a:lnTo>
                  <a:lnTo>
                    <a:pt x="2451" y="40589"/>
                  </a:lnTo>
                  <a:lnTo>
                    <a:pt x="2527" y="40246"/>
                  </a:lnTo>
                  <a:close/>
                </a:path>
                <a:path w="3810" h="52069">
                  <a:moveTo>
                    <a:pt x="2527" y="279"/>
                  </a:moveTo>
                  <a:lnTo>
                    <a:pt x="2286" y="0"/>
                  </a:lnTo>
                  <a:lnTo>
                    <a:pt x="2019" y="228"/>
                  </a:lnTo>
                  <a:lnTo>
                    <a:pt x="2247" y="495"/>
                  </a:lnTo>
                  <a:lnTo>
                    <a:pt x="2527" y="279"/>
                  </a:lnTo>
                  <a:close/>
                </a:path>
                <a:path w="3810" h="52069">
                  <a:moveTo>
                    <a:pt x="2540" y="36410"/>
                  </a:moveTo>
                  <a:lnTo>
                    <a:pt x="2324" y="36207"/>
                  </a:lnTo>
                  <a:lnTo>
                    <a:pt x="2133" y="36410"/>
                  </a:lnTo>
                  <a:lnTo>
                    <a:pt x="2336" y="36601"/>
                  </a:lnTo>
                  <a:lnTo>
                    <a:pt x="2540" y="36410"/>
                  </a:lnTo>
                  <a:close/>
                </a:path>
                <a:path w="3810" h="52069">
                  <a:moveTo>
                    <a:pt x="2578" y="38303"/>
                  </a:moveTo>
                  <a:lnTo>
                    <a:pt x="2451" y="38201"/>
                  </a:lnTo>
                  <a:lnTo>
                    <a:pt x="2501" y="38074"/>
                  </a:lnTo>
                  <a:lnTo>
                    <a:pt x="2235" y="37985"/>
                  </a:lnTo>
                  <a:lnTo>
                    <a:pt x="2133" y="38252"/>
                  </a:lnTo>
                  <a:lnTo>
                    <a:pt x="2413" y="38531"/>
                  </a:lnTo>
                  <a:lnTo>
                    <a:pt x="2578" y="38303"/>
                  </a:lnTo>
                  <a:close/>
                </a:path>
                <a:path w="3810" h="52069">
                  <a:moveTo>
                    <a:pt x="2603" y="2806"/>
                  </a:moveTo>
                  <a:lnTo>
                    <a:pt x="2349" y="2603"/>
                  </a:lnTo>
                  <a:lnTo>
                    <a:pt x="2159" y="2844"/>
                  </a:lnTo>
                  <a:lnTo>
                    <a:pt x="2400" y="3048"/>
                  </a:lnTo>
                  <a:lnTo>
                    <a:pt x="2603" y="2806"/>
                  </a:lnTo>
                  <a:close/>
                </a:path>
                <a:path w="3810" h="52069">
                  <a:moveTo>
                    <a:pt x="2667" y="37731"/>
                  </a:moveTo>
                  <a:lnTo>
                    <a:pt x="2514" y="37477"/>
                  </a:lnTo>
                  <a:lnTo>
                    <a:pt x="2273" y="37630"/>
                  </a:lnTo>
                  <a:lnTo>
                    <a:pt x="2425" y="37884"/>
                  </a:lnTo>
                  <a:lnTo>
                    <a:pt x="2667" y="37731"/>
                  </a:lnTo>
                  <a:close/>
                </a:path>
                <a:path w="3810" h="52069">
                  <a:moveTo>
                    <a:pt x="2692" y="45072"/>
                  </a:moveTo>
                  <a:lnTo>
                    <a:pt x="2425" y="44881"/>
                  </a:lnTo>
                  <a:lnTo>
                    <a:pt x="2247" y="45173"/>
                  </a:lnTo>
                  <a:lnTo>
                    <a:pt x="2514" y="45339"/>
                  </a:lnTo>
                  <a:lnTo>
                    <a:pt x="2692" y="45072"/>
                  </a:lnTo>
                  <a:close/>
                </a:path>
                <a:path w="3810" h="52069">
                  <a:moveTo>
                    <a:pt x="2717" y="46647"/>
                  </a:moveTo>
                  <a:lnTo>
                    <a:pt x="2527" y="46405"/>
                  </a:lnTo>
                  <a:lnTo>
                    <a:pt x="2273" y="46609"/>
                  </a:lnTo>
                  <a:lnTo>
                    <a:pt x="2476" y="46850"/>
                  </a:lnTo>
                  <a:lnTo>
                    <a:pt x="2717" y="46647"/>
                  </a:lnTo>
                  <a:close/>
                </a:path>
                <a:path w="3810" h="52069">
                  <a:moveTo>
                    <a:pt x="2730" y="39954"/>
                  </a:moveTo>
                  <a:lnTo>
                    <a:pt x="2590" y="39751"/>
                  </a:lnTo>
                  <a:lnTo>
                    <a:pt x="2387" y="39903"/>
                  </a:lnTo>
                  <a:lnTo>
                    <a:pt x="2540" y="40106"/>
                  </a:lnTo>
                  <a:lnTo>
                    <a:pt x="2730" y="39954"/>
                  </a:lnTo>
                  <a:close/>
                </a:path>
                <a:path w="3810" h="52069">
                  <a:moveTo>
                    <a:pt x="2743" y="35407"/>
                  </a:moveTo>
                  <a:lnTo>
                    <a:pt x="2590" y="35191"/>
                  </a:lnTo>
                  <a:lnTo>
                    <a:pt x="2362" y="35356"/>
                  </a:lnTo>
                  <a:lnTo>
                    <a:pt x="2527" y="35572"/>
                  </a:lnTo>
                  <a:lnTo>
                    <a:pt x="2743" y="35407"/>
                  </a:lnTo>
                  <a:close/>
                </a:path>
                <a:path w="3810" h="52069">
                  <a:moveTo>
                    <a:pt x="2755" y="51308"/>
                  </a:moveTo>
                  <a:lnTo>
                    <a:pt x="2451" y="51117"/>
                  </a:lnTo>
                  <a:lnTo>
                    <a:pt x="2260" y="51435"/>
                  </a:lnTo>
                  <a:lnTo>
                    <a:pt x="2565" y="51612"/>
                  </a:lnTo>
                  <a:lnTo>
                    <a:pt x="2755" y="51308"/>
                  </a:lnTo>
                  <a:close/>
                </a:path>
                <a:path w="3810" h="52069">
                  <a:moveTo>
                    <a:pt x="2819" y="36652"/>
                  </a:moveTo>
                  <a:lnTo>
                    <a:pt x="2552" y="36499"/>
                  </a:lnTo>
                  <a:lnTo>
                    <a:pt x="2349" y="36753"/>
                  </a:lnTo>
                  <a:lnTo>
                    <a:pt x="2603" y="36944"/>
                  </a:lnTo>
                  <a:lnTo>
                    <a:pt x="2819" y="36652"/>
                  </a:lnTo>
                  <a:close/>
                </a:path>
                <a:path w="3810" h="52069">
                  <a:moveTo>
                    <a:pt x="2933" y="35991"/>
                  </a:moveTo>
                  <a:lnTo>
                    <a:pt x="2641" y="35801"/>
                  </a:lnTo>
                  <a:lnTo>
                    <a:pt x="2451" y="36093"/>
                  </a:lnTo>
                  <a:lnTo>
                    <a:pt x="2717" y="36271"/>
                  </a:lnTo>
                  <a:lnTo>
                    <a:pt x="2933" y="35991"/>
                  </a:lnTo>
                  <a:close/>
                </a:path>
                <a:path w="3810" h="52069">
                  <a:moveTo>
                    <a:pt x="2997" y="44462"/>
                  </a:moveTo>
                  <a:lnTo>
                    <a:pt x="2806" y="44221"/>
                  </a:lnTo>
                  <a:lnTo>
                    <a:pt x="2565" y="44437"/>
                  </a:lnTo>
                  <a:lnTo>
                    <a:pt x="2679" y="44589"/>
                  </a:lnTo>
                  <a:lnTo>
                    <a:pt x="2501" y="44716"/>
                  </a:lnTo>
                  <a:lnTo>
                    <a:pt x="2641" y="44907"/>
                  </a:lnTo>
                  <a:lnTo>
                    <a:pt x="2832" y="44767"/>
                  </a:lnTo>
                  <a:lnTo>
                    <a:pt x="2997" y="44462"/>
                  </a:lnTo>
                  <a:close/>
                </a:path>
                <a:path w="3810" h="52069">
                  <a:moveTo>
                    <a:pt x="3098" y="47917"/>
                  </a:moveTo>
                  <a:lnTo>
                    <a:pt x="2844" y="47790"/>
                  </a:lnTo>
                  <a:lnTo>
                    <a:pt x="2692" y="48031"/>
                  </a:lnTo>
                  <a:lnTo>
                    <a:pt x="2540" y="47929"/>
                  </a:lnTo>
                  <a:lnTo>
                    <a:pt x="2336" y="48196"/>
                  </a:lnTo>
                  <a:lnTo>
                    <a:pt x="2603" y="48399"/>
                  </a:lnTo>
                  <a:lnTo>
                    <a:pt x="2819" y="48107"/>
                  </a:lnTo>
                  <a:lnTo>
                    <a:pt x="2946" y="48171"/>
                  </a:lnTo>
                  <a:lnTo>
                    <a:pt x="3098" y="47917"/>
                  </a:lnTo>
                  <a:close/>
                </a:path>
                <a:path w="3810" h="52069">
                  <a:moveTo>
                    <a:pt x="3238" y="41402"/>
                  </a:moveTo>
                  <a:lnTo>
                    <a:pt x="2984" y="41186"/>
                  </a:lnTo>
                  <a:lnTo>
                    <a:pt x="2755" y="41440"/>
                  </a:lnTo>
                  <a:lnTo>
                    <a:pt x="3009" y="41668"/>
                  </a:lnTo>
                  <a:lnTo>
                    <a:pt x="3238" y="41402"/>
                  </a:lnTo>
                  <a:close/>
                </a:path>
                <a:path w="3810" h="52069">
                  <a:moveTo>
                    <a:pt x="3289" y="44310"/>
                  </a:moveTo>
                  <a:lnTo>
                    <a:pt x="3111" y="44094"/>
                  </a:lnTo>
                  <a:lnTo>
                    <a:pt x="2895" y="44259"/>
                  </a:lnTo>
                  <a:lnTo>
                    <a:pt x="3048" y="44475"/>
                  </a:lnTo>
                  <a:lnTo>
                    <a:pt x="3289" y="44310"/>
                  </a:lnTo>
                  <a:close/>
                </a:path>
                <a:path w="3810" h="52069">
                  <a:moveTo>
                    <a:pt x="3314" y="49161"/>
                  </a:moveTo>
                  <a:lnTo>
                    <a:pt x="3048" y="49047"/>
                  </a:lnTo>
                  <a:lnTo>
                    <a:pt x="2921" y="49301"/>
                  </a:lnTo>
                  <a:lnTo>
                    <a:pt x="3175" y="49441"/>
                  </a:lnTo>
                  <a:lnTo>
                    <a:pt x="3314" y="49161"/>
                  </a:lnTo>
                  <a:close/>
                </a:path>
                <a:path w="3810" h="52069">
                  <a:moveTo>
                    <a:pt x="3327" y="44869"/>
                  </a:moveTo>
                  <a:lnTo>
                    <a:pt x="2984" y="44678"/>
                  </a:lnTo>
                  <a:lnTo>
                    <a:pt x="2806" y="45008"/>
                  </a:lnTo>
                  <a:lnTo>
                    <a:pt x="3124" y="45199"/>
                  </a:lnTo>
                  <a:lnTo>
                    <a:pt x="3327" y="448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4013276" y="1247342"/>
              <a:ext cx="3175" cy="36830"/>
            </a:xfrm>
            <a:custGeom>
              <a:avLst/>
              <a:gdLst/>
              <a:ahLst/>
              <a:cxnLst/>
              <a:rect l="l" t="t" r="r" b="b"/>
              <a:pathLst>
                <a:path w="3175" h="36830">
                  <a:moveTo>
                    <a:pt x="101" y="36283"/>
                  </a:moveTo>
                  <a:close/>
                </a:path>
                <a:path w="3175" h="36830">
                  <a:moveTo>
                    <a:pt x="406" y="6908"/>
                  </a:moveTo>
                  <a:lnTo>
                    <a:pt x="139" y="6781"/>
                  </a:lnTo>
                  <a:lnTo>
                    <a:pt x="0" y="7048"/>
                  </a:lnTo>
                  <a:lnTo>
                    <a:pt x="254" y="7175"/>
                  </a:lnTo>
                  <a:lnTo>
                    <a:pt x="406" y="6908"/>
                  </a:lnTo>
                  <a:close/>
                </a:path>
                <a:path w="3175" h="36830">
                  <a:moveTo>
                    <a:pt x="469" y="32423"/>
                  </a:moveTo>
                  <a:lnTo>
                    <a:pt x="254" y="32321"/>
                  </a:lnTo>
                  <a:lnTo>
                    <a:pt x="406" y="32029"/>
                  </a:lnTo>
                  <a:lnTo>
                    <a:pt x="139" y="31902"/>
                  </a:lnTo>
                  <a:lnTo>
                    <a:pt x="0" y="32169"/>
                  </a:lnTo>
                  <a:lnTo>
                    <a:pt x="139" y="32258"/>
                  </a:lnTo>
                  <a:lnTo>
                    <a:pt x="0" y="32600"/>
                  </a:lnTo>
                  <a:lnTo>
                    <a:pt x="330" y="32740"/>
                  </a:lnTo>
                  <a:lnTo>
                    <a:pt x="469" y="32423"/>
                  </a:lnTo>
                  <a:close/>
                </a:path>
                <a:path w="3175" h="36830">
                  <a:moveTo>
                    <a:pt x="469" y="7289"/>
                  </a:moveTo>
                  <a:lnTo>
                    <a:pt x="139" y="7150"/>
                  </a:lnTo>
                  <a:lnTo>
                    <a:pt x="0" y="7480"/>
                  </a:lnTo>
                  <a:lnTo>
                    <a:pt x="330" y="7620"/>
                  </a:lnTo>
                  <a:lnTo>
                    <a:pt x="469" y="7289"/>
                  </a:lnTo>
                  <a:close/>
                </a:path>
                <a:path w="3175" h="36830">
                  <a:moveTo>
                    <a:pt x="609" y="25552"/>
                  </a:moveTo>
                  <a:lnTo>
                    <a:pt x="393" y="25450"/>
                  </a:lnTo>
                  <a:lnTo>
                    <a:pt x="266" y="25666"/>
                  </a:lnTo>
                  <a:lnTo>
                    <a:pt x="508" y="25793"/>
                  </a:lnTo>
                  <a:lnTo>
                    <a:pt x="609" y="25552"/>
                  </a:lnTo>
                  <a:close/>
                </a:path>
                <a:path w="3175" h="36830">
                  <a:moveTo>
                    <a:pt x="609" y="419"/>
                  </a:moveTo>
                  <a:lnTo>
                    <a:pt x="393" y="330"/>
                  </a:lnTo>
                  <a:lnTo>
                    <a:pt x="266" y="558"/>
                  </a:lnTo>
                  <a:lnTo>
                    <a:pt x="508" y="673"/>
                  </a:lnTo>
                  <a:lnTo>
                    <a:pt x="609" y="419"/>
                  </a:lnTo>
                  <a:close/>
                </a:path>
                <a:path w="3175" h="36830">
                  <a:moveTo>
                    <a:pt x="660" y="29883"/>
                  </a:moveTo>
                  <a:lnTo>
                    <a:pt x="469" y="29705"/>
                  </a:lnTo>
                  <a:lnTo>
                    <a:pt x="241" y="29591"/>
                  </a:lnTo>
                  <a:lnTo>
                    <a:pt x="0" y="29718"/>
                  </a:lnTo>
                  <a:lnTo>
                    <a:pt x="139" y="29972"/>
                  </a:lnTo>
                  <a:lnTo>
                    <a:pt x="279" y="29908"/>
                  </a:lnTo>
                  <a:lnTo>
                    <a:pt x="469" y="30073"/>
                  </a:lnTo>
                  <a:lnTo>
                    <a:pt x="660" y="29883"/>
                  </a:lnTo>
                  <a:close/>
                </a:path>
                <a:path w="3175" h="36830">
                  <a:moveTo>
                    <a:pt x="660" y="28790"/>
                  </a:moveTo>
                  <a:lnTo>
                    <a:pt x="457" y="28511"/>
                  </a:lnTo>
                  <a:lnTo>
                    <a:pt x="190" y="28689"/>
                  </a:lnTo>
                  <a:lnTo>
                    <a:pt x="368" y="28956"/>
                  </a:lnTo>
                  <a:lnTo>
                    <a:pt x="660" y="28790"/>
                  </a:lnTo>
                  <a:close/>
                </a:path>
                <a:path w="3175" h="36830">
                  <a:moveTo>
                    <a:pt x="660" y="4762"/>
                  </a:moveTo>
                  <a:lnTo>
                    <a:pt x="469" y="4572"/>
                  </a:lnTo>
                  <a:lnTo>
                    <a:pt x="254" y="4406"/>
                  </a:lnTo>
                  <a:lnTo>
                    <a:pt x="12" y="4533"/>
                  </a:lnTo>
                  <a:lnTo>
                    <a:pt x="152" y="4787"/>
                  </a:lnTo>
                  <a:lnTo>
                    <a:pt x="368" y="4673"/>
                  </a:lnTo>
                  <a:lnTo>
                    <a:pt x="469" y="4953"/>
                  </a:lnTo>
                  <a:lnTo>
                    <a:pt x="660" y="4762"/>
                  </a:lnTo>
                  <a:close/>
                </a:path>
                <a:path w="3175" h="36830">
                  <a:moveTo>
                    <a:pt x="660" y="3670"/>
                  </a:moveTo>
                  <a:lnTo>
                    <a:pt x="457" y="3403"/>
                  </a:lnTo>
                  <a:lnTo>
                    <a:pt x="190" y="3568"/>
                  </a:lnTo>
                  <a:lnTo>
                    <a:pt x="368" y="3835"/>
                  </a:lnTo>
                  <a:lnTo>
                    <a:pt x="660" y="3670"/>
                  </a:lnTo>
                  <a:close/>
                </a:path>
                <a:path w="3175" h="36830">
                  <a:moveTo>
                    <a:pt x="990" y="5791"/>
                  </a:moveTo>
                  <a:lnTo>
                    <a:pt x="812" y="5575"/>
                  </a:lnTo>
                  <a:lnTo>
                    <a:pt x="596" y="5740"/>
                  </a:lnTo>
                  <a:lnTo>
                    <a:pt x="762" y="5969"/>
                  </a:lnTo>
                  <a:lnTo>
                    <a:pt x="990" y="5791"/>
                  </a:lnTo>
                  <a:close/>
                </a:path>
                <a:path w="3175" h="36830">
                  <a:moveTo>
                    <a:pt x="1003" y="30873"/>
                  </a:moveTo>
                  <a:lnTo>
                    <a:pt x="812" y="30657"/>
                  </a:lnTo>
                  <a:lnTo>
                    <a:pt x="596" y="30835"/>
                  </a:lnTo>
                  <a:lnTo>
                    <a:pt x="774" y="31051"/>
                  </a:lnTo>
                  <a:lnTo>
                    <a:pt x="1003" y="30873"/>
                  </a:lnTo>
                  <a:close/>
                </a:path>
                <a:path w="3175" h="36830">
                  <a:moveTo>
                    <a:pt x="1003" y="28613"/>
                  </a:moveTo>
                  <a:lnTo>
                    <a:pt x="787" y="28346"/>
                  </a:lnTo>
                  <a:lnTo>
                    <a:pt x="533" y="28536"/>
                  </a:lnTo>
                  <a:lnTo>
                    <a:pt x="723" y="28790"/>
                  </a:lnTo>
                  <a:lnTo>
                    <a:pt x="1003" y="28613"/>
                  </a:lnTo>
                  <a:close/>
                </a:path>
                <a:path w="3175" h="36830">
                  <a:moveTo>
                    <a:pt x="1003" y="3505"/>
                  </a:moveTo>
                  <a:lnTo>
                    <a:pt x="787" y="3225"/>
                  </a:lnTo>
                  <a:lnTo>
                    <a:pt x="533" y="3429"/>
                  </a:lnTo>
                  <a:lnTo>
                    <a:pt x="723" y="3683"/>
                  </a:lnTo>
                  <a:lnTo>
                    <a:pt x="1003" y="3505"/>
                  </a:lnTo>
                  <a:close/>
                </a:path>
                <a:path w="3175" h="36830">
                  <a:moveTo>
                    <a:pt x="1041" y="27317"/>
                  </a:moveTo>
                  <a:lnTo>
                    <a:pt x="787" y="27076"/>
                  </a:lnTo>
                  <a:lnTo>
                    <a:pt x="546" y="27317"/>
                  </a:lnTo>
                  <a:lnTo>
                    <a:pt x="774" y="27546"/>
                  </a:lnTo>
                  <a:lnTo>
                    <a:pt x="1041" y="27317"/>
                  </a:lnTo>
                  <a:close/>
                </a:path>
                <a:path w="3175" h="36830">
                  <a:moveTo>
                    <a:pt x="1041" y="2209"/>
                  </a:moveTo>
                  <a:lnTo>
                    <a:pt x="787" y="1955"/>
                  </a:lnTo>
                  <a:lnTo>
                    <a:pt x="546" y="2197"/>
                  </a:lnTo>
                  <a:lnTo>
                    <a:pt x="774" y="2438"/>
                  </a:lnTo>
                  <a:lnTo>
                    <a:pt x="1041" y="2209"/>
                  </a:lnTo>
                  <a:close/>
                </a:path>
                <a:path w="3175" h="36830">
                  <a:moveTo>
                    <a:pt x="1295" y="33655"/>
                  </a:moveTo>
                  <a:lnTo>
                    <a:pt x="1041" y="33388"/>
                  </a:lnTo>
                  <a:lnTo>
                    <a:pt x="749" y="33642"/>
                  </a:lnTo>
                  <a:lnTo>
                    <a:pt x="1003" y="33896"/>
                  </a:lnTo>
                  <a:lnTo>
                    <a:pt x="1295" y="33655"/>
                  </a:lnTo>
                  <a:close/>
                </a:path>
                <a:path w="3175" h="36830">
                  <a:moveTo>
                    <a:pt x="1295" y="8534"/>
                  </a:moveTo>
                  <a:lnTo>
                    <a:pt x="1041" y="8267"/>
                  </a:lnTo>
                  <a:lnTo>
                    <a:pt x="749" y="8509"/>
                  </a:lnTo>
                  <a:lnTo>
                    <a:pt x="1003" y="8801"/>
                  </a:lnTo>
                  <a:lnTo>
                    <a:pt x="1295" y="8534"/>
                  </a:lnTo>
                  <a:close/>
                </a:path>
                <a:path w="3175" h="36830">
                  <a:moveTo>
                    <a:pt x="1346" y="27622"/>
                  </a:moveTo>
                  <a:lnTo>
                    <a:pt x="1143" y="27419"/>
                  </a:lnTo>
                  <a:lnTo>
                    <a:pt x="965" y="27635"/>
                  </a:lnTo>
                  <a:lnTo>
                    <a:pt x="1155" y="27813"/>
                  </a:lnTo>
                  <a:lnTo>
                    <a:pt x="1346" y="27622"/>
                  </a:lnTo>
                  <a:close/>
                </a:path>
                <a:path w="3175" h="36830">
                  <a:moveTo>
                    <a:pt x="1346" y="2501"/>
                  </a:moveTo>
                  <a:lnTo>
                    <a:pt x="1143" y="2311"/>
                  </a:lnTo>
                  <a:lnTo>
                    <a:pt x="965" y="2514"/>
                  </a:lnTo>
                  <a:lnTo>
                    <a:pt x="1155" y="2705"/>
                  </a:lnTo>
                  <a:lnTo>
                    <a:pt x="1346" y="2501"/>
                  </a:lnTo>
                  <a:close/>
                </a:path>
                <a:path w="3175" h="36830">
                  <a:moveTo>
                    <a:pt x="1384" y="26898"/>
                  </a:moveTo>
                  <a:lnTo>
                    <a:pt x="1168" y="26771"/>
                  </a:lnTo>
                  <a:lnTo>
                    <a:pt x="1016" y="27000"/>
                  </a:lnTo>
                  <a:lnTo>
                    <a:pt x="1257" y="27139"/>
                  </a:lnTo>
                  <a:lnTo>
                    <a:pt x="1384" y="26898"/>
                  </a:lnTo>
                  <a:close/>
                </a:path>
                <a:path w="3175" h="36830">
                  <a:moveTo>
                    <a:pt x="1384" y="1816"/>
                  </a:moveTo>
                  <a:lnTo>
                    <a:pt x="1168" y="1651"/>
                  </a:lnTo>
                  <a:lnTo>
                    <a:pt x="1016" y="1892"/>
                  </a:lnTo>
                  <a:lnTo>
                    <a:pt x="1257" y="2032"/>
                  </a:lnTo>
                  <a:lnTo>
                    <a:pt x="1384" y="1816"/>
                  </a:lnTo>
                  <a:close/>
                </a:path>
                <a:path w="3175" h="36830">
                  <a:moveTo>
                    <a:pt x="1511" y="1130"/>
                  </a:moveTo>
                  <a:lnTo>
                    <a:pt x="1308" y="914"/>
                  </a:lnTo>
                  <a:lnTo>
                    <a:pt x="1092" y="1117"/>
                  </a:lnTo>
                  <a:lnTo>
                    <a:pt x="1295" y="1333"/>
                  </a:lnTo>
                  <a:lnTo>
                    <a:pt x="1511" y="1130"/>
                  </a:lnTo>
                  <a:close/>
                </a:path>
                <a:path w="3175" h="36830">
                  <a:moveTo>
                    <a:pt x="1524" y="26250"/>
                  </a:moveTo>
                  <a:lnTo>
                    <a:pt x="1320" y="26035"/>
                  </a:lnTo>
                  <a:lnTo>
                    <a:pt x="1104" y="26238"/>
                  </a:lnTo>
                  <a:lnTo>
                    <a:pt x="1308" y="26454"/>
                  </a:lnTo>
                  <a:lnTo>
                    <a:pt x="1524" y="26250"/>
                  </a:lnTo>
                  <a:close/>
                </a:path>
                <a:path w="3175" h="36830">
                  <a:moveTo>
                    <a:pt x="1562" y="29337"/>
                  </a:moveTo>
                  <a:lnTo>
                    <a:pt x="1384" y="29095"/>
                  </a:lnTo>
                  <a:lnTo>
                    <a:pt x="1143" y="29273"/>
                  </a:lnTo>
                  <a:lnTo>
                    <a:pt x="1320" y="29502"/>
                  </a:lnTo>
                  <a:lnTo>
                    <a:pt x="1562" y="29337"/>
                  </a:lnTo>
                  <a:close/>
                </a:path>
                <a:path w="3175" h="36830">
                  <a:moveTo>
                    <a:pt x="1574" y="4165"/>
                  </a:moveTo>
                  <a:lnTo>
                    <a:pt x="1397" y="3924"/>
                  </a:lnTo>
                  <a:lnTo>
                    <a:pt x="1155" y="4102"/>
                  </a:lnTo>
                  <a:lnTo>
                    <a:pt x="1333" y="4343"/>
                  </a:lnTo>
                  <a:lnTo>
                    <a:pt x="1574" y="4165"/>
                  </a:lnTo>
                  <a:close/>
                </a:path>
                <a:path w="3175" h="36830">
                  <a:moveTo>
                    <a:pt x="1587" y="33159"/>
                  </a:moveTo>
                  <a:lnTo>
                    <a:pt x="1333" y="32893"/>
                  </a:lnTo>
                  <a:lnTo>
                    <a:pt x="1079" y="33134"/>
                  </a:lnTo>
                  <a:lnTo>
                    <a:pt x="1320" y="33388"/>
                  </a:lnTo>
                  <a:lnTo>
                    <a:pt x="1587" y="33159"/>
                  </a:lnTo>
                  <a:close/>
                </a:path>
                <a:path w="3175" h="36830">
                  <a:moveTo>
                    <a:pt x="1587" y="8039"/>
                  </a:moveTo>
                  <a:lnTo>
                    <a:pt x="1333" y="7772"/>
                  </a:lnTo>
                  <a:lnTo>
                    <a:pt x="1079" y="8013"/>
                  </a:lnTo>
                  <a:lnTo>
                    <a:pt x="1320" y="8267"/>
                  </a:lnTo>
                  <a:lnTo>
                    <a:pt x="1587" y="8039"/>
                  </a:lnTo>
                  <a:close/>
                </a:path>
                <a:path w="3175" h="36830">
                  <a:moveTo>
                    <a:pt x="1701" y="31292"/>
                  </a:moveTo>
                  <a:lnTo>
                    <a:pt x="1511" y="31115"/>
                  </a:lnTo>
                  <a:lnTo>
                    <a:pt x="1333" y="31292"/>
                  </a:lnTo>
                  <a:lnTo>
                    <a:pt x="1511" y="31470"/>
                  </a:lnTo>
                  <a:lnTo>
                    <a:pt x="1701" y="31292"/>
                  </a:lnTo>
                  <a:close/>
                </a:path>
                <a:path w="3175" h="36830">
                  <a:moveTo>
                    <a:pt x="1701" y="6210"/>
                  </a:moveTo>
                  <a:lnTo>
                    <a:pt x="1511" y="6019"/>
                  </a:lnTo>
                  <a:lnTo>
                    <a:pt x="1333" y="6210"/>
                  </a:lnTo>
                  <a:lnTo>
                    <a:pt x="1511" y="6400"/>
                  </a:lnTo>
                  <a:lnTo>
                    <a:pt x="1701" y="6210"/>
                  </a:lnTo>
                  <a:close/>
                </a:path>
                <a:path w="3175" h="36830">
                  <a:moveTo>
                    <a:pt x="1714" y="28384"/>
                  </a:moveTo>
                  <a:lnTo>
                    <a:pt x="1536" y="28117"/>
                  </a:lnTo>
                  <a:lnTo>
                    <a:pt x="1270" y="28270"/>
                  </a:lnTo>
                  <a:lnTo>
                    <a:pt x="1460" y="28562"/>
                  </a:lnTo>
                  <a:lnTo>
                    <a:pt x="1714" y="28384"/>
                  </a:lnTo>
                  <a:close/>
                </a:path>
                <a:path w="3175" h="36830">
                  <a:moveTo>
                    <a:pt x="1727" y="31788"/>
                  </a:moveTo>
                  <a:lnTo>
                    <a:pt x="1549" y="31559"/>
                  </a:lnTo>
                  <a:lnTo>
                    <a:pt x="1320" y="31724"/>
                  </a:lnTo>
                  <a:lnTo>
                    <a:pt x="1485" y="31965"/>
                  </a:lnTo>
                  <a:lnTo>
                    <a:pt x="1727" y="31788"/>
                  </a:lnTo>
                  <a:close/>
                </a:path>
                <a:path w="3175" h="36830">
                  <a:moveTo>
                    <a:pt x="1727" y="6680"/>
                  </a:moveTo>
                  <a:lnTo>
                    <a:pt x="1549" y="6426"/>
                  </a:lnTo>
                  <a:lnTo>
                    <a:pt x="1320" y="6604"/>
                  </a:lnTo>
                  <a:lnTo>
                    <a:pt x="1485" y="6858"/>
                  </a:lnTo>
                  <a:lnTo>
                    <a:pt x="1727" y="6680"/>
                  </a:lnTo>
                  <a:close/>
                </a:path>
                <a:path w="3175" h="36830">
                  <a:moveTo>
                    <a:pt x="1727" y="3289"/>
                  </a:moveTo>
                  <a:lnTo>
                    <a:pt x="1549" y="3022"/>
                  </a:lnTo>
                  <a:lnTo>
                    <a:pt x="1270" y="3200"/>
                  </a:lnTo>
                  <a:lnTo>
                    <a:pt x="1447" y="3479"/>
                  </a:lnTo>
                  <a:lnTo>
                    <a:pt x="1727" y="3289"/>
                  </a:lnTo>
                  <a:close/>
                </a:path>
                <a:path w="3175" h="36830">
                  <a:moveTo>
                    <a:pt x="1854" y="34937"/>
                  </a:moveTo>
                  <a:lnTo>
                    <a:pt x="1625" y="34759"/>
                  </a:lnTo>
                  <a:lnTo>
                    <a:pt x="1460" y="34988"/>
                  </a:lnTo>
                  <a:lnTo>
                    <a:pt x="1676" y="35166"/>
                  </a:lnTo>
                  <a:lnTo>
                    <a:pt x="1854" y="34937"/>
                  </a:lnTo>
                  <a:close/>
                </a:path>
                <a:path w="3175" h="36830">
                  <a:moveTo>
                    <a:pt x="1905" y="33248"/>
                  </a:moveTo>
                  <a:lnTo>
                    <a:pt x="1612" y="33121"/>
                  </a:lnTo>
                  <a:lnTo>
                    <a:pt x="1473" y="33426"/>
                  </a:lnTo>
                  <a:lnTo>
                    <a:pt x="1790" y="33566"/>
                  </a:lnTo>
                  <a:lnTo>
                    <a:pt x="1905" y="33248"/>
                  </a:lnTo>
                  <a:close/>
                </a:path>
                <a:path w="3175" h="36830">
                  <a:moveTo>
                    <a:pt x="1905" y="8153"/>
                  </a:moveTo>
                  <a:lnTo>
                    <a:pt x="1612" y="8026"/>
                  </a:lnTo>
                  <a:lnTo>
                    <a:pt x="1473" y="8331"/>
                  </a:lnTo>
                  <a:lnTo>
                    <a:pt x="1790" y="8458"/>
                  </a:lnTo>
                  <a:lnTo>
                    <a:pt x="1905" y="8153"/>
                  </a:lnTo>
                  <a:close/>
                </a:path>
                <a:path w="3175" h="36830">
                  <a:moveTo>
                    <a:pt x="1917" y="25869"/>
                  </a:moveTo>
                  <a:lnTo>
                    <a:pt x="1651" y="25717"/>
                  </a:lnTo>
                  <a:lnTo>
                    <a:pt x="1511" y="26009"/>
                  </a:lnTo>
                  <a:lnTo>
                    <a:pt x="1803" y="26136"/>
                  </a:lnTo>
                  <a:lnTo>
                    <a:pt x="1917" y="25869"/>
                  </a:lnTo>
                  <a:close/>
                </a:path>
                <a:path w="3175" h="36830">
                  <a:moveTo>
                    <a:pt x="1917" y="673"/>
                  </a:moveTo>
                  <a:lnTo>
                    <a:pt x="1625" y="546"/>
                  </a:lnTo>
                  <a:lnTo>
                    <a:pt x="1498" y="825"/>
                  </a:lnTo>
                  <a:lnTo>
                    <a:pt x="1778" y="952"/>
                  </a:lnTo>
                  <a:lnTo>
                    <a:pt x="1917" y="673"/>
                  </a:lnTo>
                  <a:close/>
                </a:path>
                <a:path w="3175" h="36830">
                  <a:moveTo>
                    <a:pt x="2082" y="35521"/>
                  </a:moveTo>
                  <a:close/>
                </a:path>
                <a:path w="3175" h="36830">
                  <a:moveTo>
                    <a:pt x="2095" y="29540"/>
                  </a:moveTo>
                  <a:lnTo>
                    <a:pt x="1905" y="29260"/>
                  </a:lnTo>
                  <a:lnTo>
                    <a:pt x="1651" y="29464"/>
                  </a:lnTo>
                  <a:lnTo>
                    <a:pt x="1841" y="29756"/>
                  </a:lnTo>
                  <a:lnTo>
                    <a:pt x="2095" y="29540"/>
                  </a:lnTo>
                  <a:close/>
                </a:path>
                <a:path w="3175" h="36830">
                  <a:moveTo>
                    <a:pt x="2095" y="4419"/>
                  </a:moveTo>
                  <a:lnTo>
                    <a:pt x="1905" y="4152"/>
                  </a:lnTo>
                  <a:lnTo>
                    <a:pt x="1651" y="4343"/>
                  </a:lnTo>
                  <a:lnTo>
                    <a:pt x="1841" y="4610"/>
                  </a:lnTo>
                  <a:lnTo>
                    <a:pt x="2095" y="4419"/>
                  </a:lnTo>
                  <a:close/>
                </a:path>
                <a:path w="3175" h="36830">
                  <a:moveTo>
                    <a:pt x="2209" y="26619"/>
                  </a:moveTo>
                  <a:lnTo>
                    <a:pt x="1993" y="26403"/>
                  </a:lnTo>
                  <a:lnTo>
                    <a:pt x="1803" y="26606"/>
                  </a:lnTo>
                  <a:lnTo>
                    <a:pt x="1993" y="26809"/>
                  </a:lnTo>
                  <a:lnTo>
                    <a:pt x="2209" y="26619"/>
                  </a:lnTo>
                  <a:close/>
                </a:path>
                <a:path w="3175" h="36830">
                  <a:moveTo>
                    <a:pt x="2209" y="1562"/>
                  </a:moveTo>
                  <a:lnTo>
                    <a:pt x="2006" y="1371"/>
                  </a:lnTo>
                  <a:lnTo>
                    <a:pt x="1803" y="1574"/>
                  </a:lnTo>
                  <a:lnTo>
                    <a:pt x="2006" y="1778"/>
                  </a:lnTo>
                  <a:lnTo>
                    <a:pt x="2209" y="1562"/>
                  </a:lnTo>
                  <a:close/>
                </a:path>
                <a:path w="3175" h="36830">
                  <a:moveTo>
                    <a:pt x="2222" y="32639"/>
                  </a:moveTo>
                  <a:lnTo>
                    <a:pt x="1955" y="32486"/>
                  </a:lnTo>
                  <a:lnTo>
                    <a:pt x="1790" y="32740"/>
                  </a:lnTo>
                  <a:lnTo>
                    <a:pt x="1917" y="32842"/>
                  </a:lnTo>
                  <a:lnTo>
                    <a:pt x="1955" y="33108"/>
                  </a:lnTo>
                  <a:lnTo>
                    <a:pt x="2146" y="32981"/>
                  </a:lnTo>
                  <a:lnTo>
                    <a:pt x="2222" y="32639"/>
                  </a:lnTo>
                  <a:close/>
                </a:path>
                <a:path w="3175" h="36830">
                  <a:moveTo>
                    <a:pt x="2222" y="7518"/>
                  </a:moveTo>
                  <a:lnTo>
                    <a:pt x="1955" y="7366"/>
                  </a:lnTo>
                  <a:lnTo>
                    <a:pt x="1790" y="7620"/>
                  </a:lnTo>
                  <a:lnTo>
                    <a:pt x="1917" y="7721"/>
                  </a:lnTo>
                  <a:lnTo>
                    <a:pt x="1955" y="8001"/>
                  </a:lnTo>
                  <a:lnTo>
                    <a:pt x="2146" y="7848"/>
                  </a:lnTo>
                  <a:lnTo>
                    <a:pt x="2222" y="7518"/>
                  </a:lnTo>
                  <a:close/>
                </a:path>
                <a:path w="3175" h="36830">
                  <a:moveTo>
                    <a:pt x="2273" y="279"/>
                  </a:moveTo>
                  <a:lnTo>
                    <a:pt x="2032" y="0"/>
                  </a:lnTo>
                  <a:lnTo>
                    <a:pt x="1765" y="228"/>
                  </a:lnTo>
                  <a:lnTo>
                    <a:pt x="1993" y="495"/>
                  </a:lnTo>
                  <a:lnTo>
                    <a:pt x="2273" y="279"/>
                  </a:lnTo>
                  <a:close/>
                </a:path>
                <a:path w="3175" h="36830">
                  <a:moveTo>
                    <a:pt x="2324" y="31597"/>
                  </a:moveTo>
                  <a:lnTo>
                    <a:pt x="2146" y="31369"/>
                  </a:lnTo>
                  <a:lnTo>
                    <a:pt x="1930" y="31572"/>
                  </a:lnTo>
                  <a:lnTo>
                    <a:pt x="2133" y="31775"/>
                  </a:lnTo>
                  <a:lnTo>
                    <a:pt x="2324" y="31597"/>
                  </a:lnTo>
                  <a:close/>
                </a:path>
                <a:path w="3175" h="36830">
                  <a:moveTo>
                    <a:pt x="2349" y="27914"/>
                  </a:moveTo>
                  <a:lnTo>
                    <a:pt x="2095" y="27724"/>
                  </a:lnTo>
                  <a:lnTo>
                    <a:pt x="1905" y="27978"/>
                  </a:lnTo>
                  <a:lnTo>
                    <a:pt x="2146" y="28168"/>
                  </a:lnTo>
                  <a:lnTo>
                    <a:pt x="2349" y="27914"/>
                  </a:lnTo>
                  <a:close/>
                </a:path>
                <a:path w="3175" h="36830">
                  <a:moveTo>
                    <a:pt x="2349" y="6489"/>
                  </a:moveTo>
                  <a:lnTo>
                    <a:pt x="2159" y="6273"/>
                  </a:lnTo>
                  <a:lnTo>
                    <a:pt x="1943" y="6464"/>
                  </a:lnTo>
                  <a:lnTo>
                    <a:pt x="2133" y="6680"/>
                  </a:lnTo>
                  <a:lnTo>
                    <a:pt x="2349" y="6489"/>
                  </a:lnTo>
                  <a:close/>
                </a:path>
                <a:path w="3175" h="36830">
                  <a:moveTo>
                    <a:pt x="2349" y="2794"/>
                  </a:moveTo>
                  <a:lnTo>
                    <a:pt x="2095" y="2603"/>
                  </a:lnTo>
                  <a:lnTo>
                    <a:pt x="1905" y="2844"/>
                  </a:lnTo>
                  <a:lnTo>
                    <a:pt x="2146" y="3048"/>
                  </a:lnTo>
                  <a:lnTo>
                    <a:pt x="2349" y="2794"/>
                  </a:lnTo>
                  <a:close/>
                </a:path>
                <a:path w="3175" h="36830">
                  <a:moveTo>
                    <a:pt x="2489" y="34721"/>
                  </a:moveTo>
                  <a:lnTo>
                    <a:pt x="2336" y="34505"/>
                  </a:lnTo>
                  <a:lnTo>
                    <a:pt x="2108" y="34658"/>
                  </a:lnTo>
                  <a:lnTo>
                    <a:pt x="2273" y="34886"/>
                  </a:lnTo>
                  <a:lnTo>
                    <a:pt x="2489" y="34721"/>
                  </a:lnTo>
                  <a:close/>
                </a:path>
                <a:path w="3175" h="36830">
                  <a:moveTo>
                    <a:pt x="2489" y="9601"/>
                  </a:moveTo>
                  <a:lnTo>
                    <a:pt x="2336" y="9385"/>
                  </a:lnTo>
                  <a:lnTo>
                    <a:pt x="2108" y="9550"/>
                  </a:lnTo>
                  <a:lnTo>
                    <a:pt x="2273" y="9766"/>
                  </a:lnTo>
                  <a:lnTo>
                    <a:pt x="2489" y="9601"/>
                  </a:lnTo>
                  <a:close/>
                </a:path>
                <a:path w="3175" h="36830">
                  <a:moveTo>
                    <a:pt x="2552" y="29006"/>
                  </a:moveTo>
                  <a:lnTo>
                    <a:pt x="2324" y="28740"/>
                  </a:lnTo>
                  <a:lnTo>
                    <a:pt x="2070" y="28956"/>
                  </a:lnTo>
                  <a:lnTo>
                    <a:pt x="2286" y="29210"/>
                  </a:lnTo>
                  <a:lnTo>
                    <a:pt x="2552" y="29006"/>
                  </a:lnTo>
                  <a:close/>
                </a:path>
                <a:path w="3175" h="36830">
                  <a:moveTo>
                    <a:pt x="2552" y="3873"/>
                  </a:moveTo>
                  <a:lnTo>
                    <a:pt x="2324" y="3619"/>
                  </a:lnTo>
                  <a:lnTo>
                    <a:pt x="2070" y="3835"/>
                  </a:lnTo>
                  <a:lnTo>
                    <a:pt x="2286" y="4089"/>
                  </a:lnTo>
                  <a:lnTo>
                    <a:pt x="2552" y="3873"/>
                  </a:lnTo>
                  <a:close/>
                </a:path>
                <a:path w="3175" h="36830">
                  <a:moveTo>
                    <a:pt x="2578" y="5080"/>
                  </a:moveTo>
                  <a:lnTo>
                    <a:pt x="2349" y="4813"/>
                  </a:lnTo>
                  <a:lnTo>
                    <a:pt x="2082" y="5054"/>
                  </a:lnTo>
                  <a:lnTo>
                    <a:pt x="2324" y="5321"/>
                  </a:lnTo>
                  <a:lnTo>
                    <a:pt x="2578" y="5080"/>
                  </a:lnTo>
                  <a:close/>
                </a:path>
                <a:path w="3175" h="36830">
                  <a:moveTo>
                    <a:pt x="2590" y="30175"/>
                  </a:moveTo>
                  <a:lnTo>
                    <a:pt x="2336" y="29921"/>
                  </a:lnTo>
                  <a:lnTo>
                    <a:pt x="2082" y="30162"/>
                  </a:lnTo>
                  <a:lnTo>
                    <a:pt x="2324" y="30416"/>
                  </a:lnTo>
                  <a:lnTo>
                    <a:pt x="2590" y="30175"/>
                  </a:lnTo>
                  <a:close/>
                </a:path>
                <a:path w="3175" h="36830">
                  <a:moveTo>
                    <a:pt x="2641" y="35318"/>
                  </a:moveTo>
                  <a:lnTo>
                    <a:pt x="2387" y="35102"/>
                  </a:lnTo>
                  <a:lnTo>
                    <a:pt x="2197" y="35394"/>
                  </a:lnTo>
                  <a:lnTo>
                    <a:pt x="2641" y="35318"/>
                  </a:lnTo>
                  <a:close/>
                </a:path>
                <a:path w="3175" h="36830">
                  <a:moveTo>
                    <a:pt x="2895" y="31229"/>
                  </a:moveTo>
                  <a:lnTo>
                    <a:pt x="2717" y="30949"/>
                  </a:lnTo>
                  <a:lnTo>
                    <a:pt x="2438" y="31127"/>
                  </a:lnTo>
                  <a:lnTo>
                    <a:pt x="2616" y="31407"/>
                  </a:lnTo>
                  <a:lnTo>
                    <a:pt x="2895" y="31229"/>
                  </a:lnTo>
                  <a:close/>
                </a:path>
                <a:path w="3175" h="36830">
                  <a:moveTo>
                    <a:pt x="2908" y="6108"/>
                  </a:moveTo>
                  <a:lnTo>
                    <a:pt x="2705" y="5816"/>
                  </a:lnTo>
                  <a:lnTo>
                    <a:pt x="2438" y="6007"/>
                  </a:lnTo>
                  <a:lnTo>
                    <a:pt x="2628" y="6273"/>
                  </a:lnTo>
                  <a:lnTo>
                    <a:pt x="2908" y="6108"/>
                  </a:lnTo>
                  <a:close/>
                </a:path>
                <a:path w="3175" h="36830">
                  <a:moveTo>
                    <a:pt x="2921" y="34315"/>
                  </a:moveTo>
                  <a:lnTo>
                    <a:pt x="2679" y="34048"/>
                  </a:lnTo>
                  <a:lnTo>
                    <a:pt x="2400" y="33807"/>
                  </a:lnTo>
                  <a:lnTo>
                    <a:pt x="2286" y="34099"/>
                  </a:lnTo>
                  <a:lnTo>
                    <a:pt x="2514" y="34201"/>
                  </a:lnTo>
                  <a:lnTo>
                    <a:pt x="2641" y="34544"/>
                  </a:lnTo>
                  <a:lnTo>
                    <a:pt x="2921" y="34315"/>
                  </a:lnTo>
                  <a:close/>
                </a:path>
                <a:path w="3175" h="36830">
                  <a:moveTo>
                    <a:pt x="2921" y="9194"/>
                  </a:moveTo>
                  <a:lnTo>
                    <a:pt x="2679" y="8915"/>
                  </a:lnTo>
                  <a:lnTo>
                    <a:pt x="2400" y="8674"/>
                  </a:lnTo>
                  <a:lnTo>
                    <a:pt x="2273" y="8966"/>
                  </a:lnTo>
                  <a:lnTo>
                    <a:pt x="2501" y="9067"/>
                  </a:lnTo>
                  <a:lnTo>
                    <a:pt x="2641" y="9436"/>
                  </a:lnTo>
                  <a:lnTo>
                    <a:pt x="2921" y="9194"/>
                  </a:lnTo>
                  <a:close/>
                </a:path>
                <a:path w="3175" h="36830">
                  <a:moveTo>
                    <a:pt x="2933" y="30556"/>
                  </a:moveTo>
                  <a:lnTo>
                    <a:pt x="2692" y="30340"/>
                  </a:lnTo>
                  <a:lnTo>
                    <a:pt x="2451" y="30581"/>
                  </a:lnTo>
                  <a:lnTo>
                    <a:pt x="2692" y="30810"/>
                  </a:lnTo>
                  <a:lnTo>
                    <a:pt x="2933" y="30556"/>
                  </a:lnTo>
                  <a:close/>
                </a:path>
                <a:path w="3175" h="36830">
                  <a:moveTo>
                    <a:pt x="2946" y="5397"/>
                  </a:moveTo>
                  <a:lnTo>
                    <a:pt x="2705" y="5168"/>
                  </a:lnTo>
                  <a:lnTo>
                    <a:pt x="2463" y="5410"/>
                  </a:lnTo>
                  <a:lnTo>
                    <a:pt x="2705" y="5651"/>
                  </a:lnTo>
                  <a:lnTo>
                    <a:pt x="2946" y="53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4013543" y="1176870"/>
              <a:ext cx="73660" cy="96520"/>
            </a:xfrm>
            <a:custGeom>
              <a:avLst/>
              <a:gdLst/>
              <a:ahLst/>
              <a:cxnLst/>
              <a:rect l="l" t="t" r="r" b="b"/>
              <a:pathLst>
                <a:path w="73660" h="96519">
                  <a:moveTo>
                    <a:pt x="342" y="96024"/>
                  </a:moveTo>
                  <a:lnTo>
                    <a:pt x="127" y="95923"/>
                  </a:lnTo>
                  <a:lnTo>
                    <a:pt x="0" y="96139"/>
                  </a:lnTo>
                  <a:lnTo>
                    <a:pt x="241" y="96266"/>
                  </a:lnTo>
                  <a:lnTo>
                    <a:pt x="342" y="96024"/>
                  </a:lnTo>
                  <a:close/>
                </a:path>
                <a:path w="73660" h="96519">
                  <a:moveTo>
                    <a:pt x="2006" y="95859"/>
                  </a:moveTo>
                  <a:lnTo>
                    <a:pt x="1765" y="95580"/>
                  </a:lnTo>
                  <a:lnTo>
                    <a:pt x="1498" y="95808"/>
                  </a:lnTo>
                  <a:lnTo>
                    <a:pt x="1727" y="96075"/>
                  </a:lnTo>
                  <a:lnTo>
                    <a:pt x="2006" y="95859"/>
                  </a:lnTo>
                  <a:close/>
                </a:path>
                <a:path w="73660" h="96519">
                  <a:moveTo>
                    <a:pt x="28079" y="9626"/>
                  </a:moveTo>
                  <a:lnTo>
                    <a:pt x="27876" y="9639"/>
                  </a:lnTo>
                  <a:lnTo>
                    <a:pt x="28079" y="9626"/>
                  </a:lnTo>
                  <a:close/>
                </a:path>
                <a:path w="73660" h="96519">
                  <a:moveTo>
                    <a:pt x="39522" y="10604"/>
                  </a:moveTo>
                  <a:lnTo>
                    <a:pt x="39293" y="10541"/>
                  </a:lnTo>
                  <a:lnTo>
                    <a:pt x="39522" y="10604"/>
                  </a:lnTo>
                  <a:close/>
                </a:path>
                <a:path w="73660" h="96519">
                  <a:moveTo>
                    <a:pt x="47548" y="11811"/>
                  </a:moveTo>
                  <a:lnTo>
                    <a:pt x="47485" y="11620"/>
                  </a:lnTo>
                  <a:lnTo>
                    <a:pt x="47383" y="11823"/>
                  </a:lnTo>
                  <a:lnTo>
                    <a:pt x="47409" y="12141"/>
                  </a:lnTo>
                  <a:lnTo>
                    <a:pt x="47536" y="12331"/>
                  </a:lnTo>
                  <a:lnTo>
                    <a:pt x="47498" y="12128"/>
                  </a:lnTo>
                  <a:lnTo>
                    <a:pt x="47548" y="11811"/>
                  </a:lnTo>
                  <a:close/>
                </a:path>
                <a:path w="73660" h="96519">
                  <a:moveTo>
                    <a:pt x="48196" y="533"/>
                  </a:moveTo>
                  <a:lnTo>
                    <a:pt x="48158" y="393"/>
                  </a:lnTo>
                  <a:lnTo>
                    <a:pt x="48196" y="533"/>
                  </a:lnTo>
                  <a:close/>
                </a:path>
                <a:path w="73660" h="96519">
                  <a:moveTo>
                    <a:pt x="48945" y="11468"/>
                  </a:moveTo>
                  <a:lnTo>
                    <a:pt x="48806" y="11493"/>
                  </a:lnTo>
                  <a:lnTo>
                    <a:pt x="48806" y="11620"/>
                  </a:lnTo>
                  <a:lnTo>
                    <a:pt x="48945" y="11518"/>
                  </a:lnTo>
                  <a:close/>
                </a:path>
                <a:path w="73660" h="96519">
                  <a:moveTo>
                    <a:pt x="50571" y="50"/>
                  </a:moveTo>
                  <a:lnTo>
                    <a:pt x="50444" y="0"/>
                  </a:lnTo>
                  <a:lnTo>
                    <a:pt x="50571" y="50"/>
                  </a:lnTo>
                  <a:close/>
                </a:path>
                <a:path w="73660" h="96519">
                  <a:moveTo>
                    <a:pt x="51155" y="8991"/>
                  </a:moveTo>
                  <a:lnTo>
                    <a:pt x="50977" y="9156"/>
                  </a:lnTo>
                  <a:lnTo>
                    <a:pt x="50965" y="9004"/>
                  </a:lnTo>
                  <a:lnTo>
                    <a:pt x="50850" y="9347"/>
                  </a:lnTo>
                  <a:lnTo>
                    <a:pt x="50965" y="9867"/>
                  </a:lnTo>
                  <a:lnTo>
                    <a:pt x="50444" y="9804"/>
                  </a:lnTo>
                  <a:lnTo>
                    <a:pt x="50355" y="10071"/>
                  </a:lnTo>
                  <a:lnTo>
                    <a:pt x="50469" y="10642"/>
                  </a:lnTo>
                  <a:lnTo>
                    <a:pt x="50812" y="10439"/>
                  </a:lnTo>
                  <a:lnTo>
                    <a:pt x="50965" y="10071"/>
                  </a:lnTo>
                  <a:lnTo>
                    <a:pt x="51079" y="9461"/>
                  </a:lnTo>
                  <a:lnTo>
                    <a:pt x="51066" y="9105"/>
                  </a:lnTo>
                  <a:close/>
                </a:path>
                <a:path w="73660" h="96519">
                  <a:moveTo>
                    <a:pt x="51485" y="0"/>
                  </a:moveTo>
                  <a:lnTo>
                    <a:pt x="51422" y="139"/>
                  </a:lnTo>
                  <a:lnTo>
                    <a:pt x="51485" y="0"/>
                  </a:lnTo>
                  <a:close/>
                </a:path>
                <a:path w="73660" h="96519">
                  <a:moveTo>
                    <a:pt x="53162" y="10693"/>
                  </a:moveTo>
                  <a:lnTo>
                    <a:pt x="53098" y="10515"/>
                  </a:lnTo>
                  <a:lnTo>
                    <a:pt x="52997" y="10350"/>
                  </a:lnTo>
                  <a:lnTo>
                    <a:pt x="52768" y="10325"/>
                  </a:lnTo>
                  <a:lnTo>
                    <a:pt x="52768" y="10922"/>
                  </a:lnTo>
                  <a:lnTo>
                    <a:pt x="52946" y="10579"/>
                  </a:lnTo>
                  <a:lnTo>
                    <a:pt x="53162" y="10693"/>
                  </a:lnTo>
                  <a:close/>
                </a:path>
                <a:path w="73660" h="96519">
                  <a:moveTo>
                    <a:pt x="53301" y="8534"/>
                  </a:moveTo>
                  <a:lnTo>
                    <a:pt x="53276" y="8394"/>
                  </a:lnTo>
                  <a:lnTo>
                    <a:pt x="53238" y="8597"/>
                  </a:lnTo>
                  <a:close/>
                </a:path>
                <a:path w="73660" h="96519">
                  <a:moveTo>
                    <a:pt x="53860" y="10464"/>
                  </a:moveTo>
                  <a:lnTo>
                    <a:pt x="53822" y="10617"/>
                  </a:lnTo>
                  <a:lnTo>
                    <a:pt x="53860" y="10464"/>
                  </a:lnTo>
                  <a:close/>
                </a:path>
                <a:path w="73660" h="96519">
                  <a:moveTo>
                    <a:pt x="54305" y="14376"/>
                  </a:moveTo>
                  <a:lnTo>
                    <a:pt x="54279" y="14516"/>
                  </a:lnTo>
                  <a:lnTo>
                    <a:pt x="54305" y="14376"/>
                  </a:lnTo>
                  <a:close/>
                </a:path>
                <a:path w="73660" h="96519">
                  <a:moveTo>
                    <a:pt x="56007" y="11214"/>
                  </a:moveTo>
                  <a:lnTo>
                    <a:pt x="55905" y="10922"/>
                  </a:lnTo>
                  <a:lnTo>
                    <a:pt x="55867" y="11125"/>
                  </a:lnTo>
                  <a:lnTo>
                    <a:pt x="56007" y="11214"/>
                  </a:lnTo>
                  <a:close/>
                </a:path>
                <a:path w="73660" h="96519">
                  <a:moveTo>
                    <a:pt x="56794" y="5702"/>
                  </a:moveTo>
                  <a:lnTo>
                    <a:pt x="56794" y="5956"/>
                  </a:lnTo>
                  <a:lnTo>
                    <a:pt x="56794" y="5702"/>
                  </a:lnTo>
                  <a:close/>
                </a:path>
                <a:path w="73660" h="96519">
                  <a:moveTo>
                    <a:pt x="58216" y="10134"/>
                  </a:moveTo>
                  <a:lnTo>
                    <a:pt x="58089" y="10464"/>
                  </a:lnTo>
                  <a:lnTo>
                    <a:pt x="58216" y="10134"/>
                  </a:lnTo>
                  <a:close/>
                </a:path>
                <a:path w="73660" h="96519">
                  <a:moveTo>
                    <a:pt x="58699" y="10541"/>
                  </a:moveTo>
                  <a:lnTo>
                    <a:pt x="58572" y="10541"/>
                  </a:lnTo>
                  <a:lnTo>
                    <a:pt x="58699" y="10642"/>
                  </a:lnTo>
                  <a:close/>
                </a:path>
                <a:path w="73660" h="96519">
                  <a:moveTo>
                    <a:pt x="58953" y="10325"/>
                  </a:moveTo>
                  <a:lnTo>
                    <a:pt x="58902" y="10147"/>
                  </a:lnTo>
                  <a:lnTo>
                    <a:pt x="58953" y="10325"/>
                  </a:lnTo>
                  <a:close/>
                </a:path>
                <a:path w="73660" h="96519">
                  <a:moveTo>
                    <a:pt x="59588" y="6769"/>
                  </a:moveTo>
                  <a:lnTo>
                    <a:pt x="59410" y="6667"/>
                  </a:lnTo>
                  <a:lnTo>
                    <a:pt x="59588" y="6769"/>
                  </a:lnTo>
                  <a:close/>
                </a:path>
                <a:path w="73660" h="96519">
                  <a:moveTo>
                    <a:pt x="60528" y="10642"/>
                  </a:moveTo>
                  <a:lnTo>
                    <a:pt x="60401" y="10668"/>
                  </a:lnTo>
                  <a:lnTo>
                    <a:pt x="60528" y="10642"/>
                  </a:lnTo>
                  <a:close/>
                </a:path>
                <a:path w="73660" h="96519">
                  <a:moveTo>
                    <a:pt x="60845" y="3403"/>
                  </a:moveTo>
                  <a:lnTo>
                    <a:pt x="60718" y="3302"/>
                  </a:lnTo>
                  <a:lnTo>
                    <a:pt x="60604" y="3505"/>
                  </a:lnTo>
                  <a:lnTo>
                    <a:pt x="60845" y="3403"/>
                  </a:lnTo>
                  <a:close/>
                </a:path>
                <a:path w="73660" h="96519">
                  <a:moveTo>
                    <a:pt x="60883" y="11010"/>
                  </a:moveTo>
                  <a:lnTo>
                    <a:pt x="60744" y="11010"/>
                  </a:lnTo>
                  <a:lnTo>
                    <a:pt x="60820" y="11709"/>
                  </a:lnTo>
                  <a:lnTo>
                    <a:pt x="60883" y="11010"/>
                  </a:lnTo>
                  <a:close/>
                </a:path>
                <a:path w="73660" h="96519">
                  <a:moveTo>
                    <a:pt x="61315" y="13373"/>
                  </a:moveTo>
                  <a:lnTo>
                    <a:pt x="61163" y="12446"/>
                  </a:lnTo>
                  <a:lnTo>
                    <a:pt x="60820" y="11722"/>
                  </a:lnTo>
                  <a:lnTo>
                    <a:pt x="60845" y="11912"/>
                  </a:lnTo>
                  <a:lnTo>
                    <a:pt x="61048" y="12674"/>
                  </a:lnTo>
                  <a:lnTo>
                    <a:pt x="61315" y="13373"/>
                  </a:lnTo>
                  <a:close/>
                </a:path>
                <a:path w="73660" h="96519">
                  <a:moveTo>
                    <a:pt x="63182" y="7404"/>
                  </a:moveTo>
                  <a:lnTo>
                    <a:pt x="62953" y="7340"/>
                  </a:lnTo>
                  <a:lnTo>
                    <a:pt x="62826" y="7226"/>
                  </a:lnTo>
                  <a:lnTo>
                    <a:pt x="62979" y="7429"/>
                  </a:lnTo>
                  <a:lnTo>
                    <a:pt x="63182" y="7404"/>
                  </a:lnTo>
                  <a:close/>
                </a:path>
                <a:path w="73660" h="96519">
                  <a:moveTo>
                    <a:pt x="64350" y="4241"/>
                  </a:moveTo>
                  <a:lnTo>
                    <a:pt x="64198" y="4114"/>
                  </a:lnTo>
                  <a:lnTo>
                    <a:pt x="64020" y="4140"/>
                  </a:lnTo>
                  <a:lnTo>
                    <a:pt x="64350" y="4241"/>
                  </a:lnTo>
                  <a:close/>
                </a:path>
                <a:path w="73660" h="96519">
                  <a:moveTo>
                    <a:pt x="64566" y="13525"/>
                  </a:moveTo>
                  <a:lnTo>
                    <a:pt x="64401" y="13030"/>
                  </a:lnTo>
                  <a:lnTo>
                    <a:pt x="63842" y="13563"/>
                  </a:lnTo>
                  <a:lnTo>
                    <a:pt x="63881" y="13817"/>
                  </a:lnTo>
                  <a:lnTo>
                    <a:pt x="63982" y="13525"/>
                  </a:lnTo>
                  <a:lnTo>
                    <a:pt x="64325" y="13169"/>
                  </a:lnTo>
                  <a:lnTo>
                    <a:pt x="64566" y="13525"/>
                  </a:lnTo>
                  <a:close/>
                </a:path>
                <a:path w="73660" h="96519">
                  <a:moveTo>
                    <a:pt x="64604" y="4038"/>
                  </a:moveTo>
                  <a:lnTo>
                    <a:pt x="64465" y="3924"/>
                  </a:lnTo>
                  <a:lnTo>
                    <a:pt x="64541" y="4064"/>
                  </a:lnTo>
                  <a:close/>
                </a:path>
                <a:path w="73660" h="96519">
                  <a:moveTo>
                    <a:pt x="64897" y="12077"/>
                  </a:moveTo>
                  <a:lnTo>
                    <a:pt x="64757" y="12077"/>
                  </a:lnTo>
                  <a:lnTo>
                    <a:pt x="64795" y="12255"/>
                  </a:lnTo>
                  <a:lnTo>
                    <a:pt x="64897" y="12077"/>
                  </a:lnTo>
                  <a:close/>
                </a:path>
                <a:path w="73660" h="96519">
                  <a:moveTo>
                    <a:pt x="64947" y="4343"/>
                  </a:moveTo>
                  <a:lnTo>
                    <a:pt x="64922" y="4216"/>
                  </a:lnTo>
                  <a:lnTo>
                    <a:pt x="64668" y="4292"/>
                  </a:lnTo>
                  <a:lnTo>
                    <a:pt x="64947" y="4343"/>
                  </a:lnTo>
                  <a:close/>
                </a:path>
                <a:path w="73660" h="96519">
                  <a:moveTo>
                    <a:pt x="65366" y="4813"/>
                  </a:moveTo>
                  <a:lnTo>
                    <a:pt x="65112" y="4838"/>
                  </a:lnTo>
                  <a:lnTo>
                    <a:pt x="65366" y="4813"/>
                  </a:lnTo>
                  <a:close/>
                </a:path>
                <a:path w="73660" h="96519">
                  <a:moveTo>
                    <a:pt x="68859" y="9169"/>
                  </a:moveTo>
                  <a:lnTo>
                    <a:pt x="68630" y="8953"/>
                  </a:lnTo>
                  <a:lnTo>
                    <a:pt x="68795" y="9283"/>
                  </a:lnTo>
                  <a:close/>
                </a:path>
                <a:path w="73660" h="96519">
                  <a:moveTo>
                    <a:pt x="68872" y="10541"/>
                  </a:moveTo>
                  <a:lnTo>
                    <a:pt x="68808" y="10693"/>
                  </a:lnTo>
                  <a:lnTo>
                    <a:pt x="68872" y="10541"/>
                  </a:lnTo>
                  <a:close/>
                </a:path>
                <a:path w="73660" h="96519">
                  <a:moveTo>
                    <a:pt x="69481" y="4241"/>
                  </a:moveTo>
                  <a:lnTo>
                    <a:pt x="69418" y="4038"/>
                  </a:lnTo>
                  <a:lnTo>
                    <a:pt x="69278" y="4051"/>
                  </a:lnTo>
                  <a:lnTo>
                    <a:pt x="69253" y="4267"/>
                  </a:lnTo>
                  <a:lnTo>
                    <a:pt x="69481" y="4241"/>
                  </a:lnTo>
                  <a:close/>
                </a:path>
                <a:path w="73660" h="96519">
                  <a:moveTo>
                    <a:pt x="71475" y="11391"/>
                  </a:moveTo>
                  <a:lnTo>
                    <a:pt x="71348" y="11417"/>
                  </a:lnTo>
                  <a:lnTo>
                    <a:pt x="71475" y="11391"/>
                  </a:lnTo>
                  <a:close/>
                </a:path>
                <a:path w="73660" h="96519">
                  <a:moveTo>
                    <a:pt x="71615" y="7823"/>
                  </a:moveTo>
                  <a:lnTo>
                    <a:pt x="71412" y="7772"/>
                  </a:lnTo>
                  <a:lnTo>
                    <a:pt x="71513" y="7962"/>
                  </a:lnTo>
                  <a:lnTo>
                    <a:pt x="71615" y="7823"/>
                  </a:lnTo>
                  <a:close/>
                </a:path>
                <a:path w="73660" h="96519">
                  <a:moveTo>
                    <a:pt x="72313" y="6667"/>
                  </a:moveTo>
                  <a:lnTo>
                    <a:pt x="72174" y="6477"/>
                  </a:lnTo>
                  <a:lnTo>
                    <a:pt x="72148" y="6654"/>
                  </a:lnTo>
                  <a:lnTo>
                    <a:pt x="72313" y="6667"/>
                  </a:lnTo>
                  <a:close/>
                </a:path>
                <a:path w="73660" h="96519">
                  <a:moveTo>
                    <a:pt x="72542" y="6591"/>
                  </a:moveTo>
                  <a:lnTo>
                    <a:pt x="72428" y="6451"/>
                  </a:lnTo>
                  <a:lnTo>
                    <a:pt x="72466" y="6629"/>
                  </a:lnTo>
                  <a:close/>
                </a:path>
                <a:path w="73660" h="96519">
                  <a:moveTo>
                    <a:pt x="73088" y="4178"/>
                  </a:moveTo>
                  <a:lnTo>
                    <a:pt x="72732" y="4216"/>
                  </a:lnTo>
                  <a:lnTo>
                    <a:pt x="73050" y="42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4050563" y="1191247"/>
              <a:ext cx="34925" cy="20320"/>
            </a:xfrm>
            <a:custGeom>
              <a:avLst/>
              <a:gdLst/>
              <a:ahLst/>
              <a:cxnLst/>
              <a:rect l="l" t="t" r="r" b="b"/>
              <a:pathLst>
                <a:path w="34925" h="20319">
                  <a:moveTo>
                    <a:pt x="114" y="4660"/>
                  </a:moveTo>
                  <a:lnTo>
                    <a:pt x="0" y="4787"/>
                  </a:lnTo>
                  <a:lnTo>
                    <a:pt x="114" y="4660"/>
                  </a:lnTo>
                  <a:close/>
                </a:path>
                <a:path w="34925" h="20319">
                  <a:moveTo>
                    <a:pt x="4787" y="9156"/>
                  </a:moveTo>
                  <a:lnTo>
                    <a:pt x="4572" y="9245"/>
                  </a:lnTo>
                  <a:lnTo>
                    <a:pt x="4711" y="9207"/>
                  </a:lnTo>
                  <a:close/>
                </a:path>
                <a:path w="34925" h="20319">
                  <a:moveTo>
                    <a:pt x="5461" y="16268"/>
                  </a:moveTo>
                  <a:lnTo>
                    <a:pt x="5359" y="16129"/>
                  </a:lnTo>
                  <a:lnTo>
                    <a:pt x="5245" y="16256"/>
                  </a:lnTo>
                  <a:lnTo>
                    <a:pt x="5461" y="16268"/>
                  </a:lnTo>
                  <a:close/>
                </a:path>
                <a:path w="34925" h="20319">
                  <a:moveTo>
                    <a:pt x="5562" y="16027"/>
                  </a:moveTo>
                  <a:lnTo>
                    <a:pt x="5359" y="16129"/>
                  </a:lnTo>
                  <a:lnTo>
                    <a:pt x="5524" y="16154"/>
                  </a:lnTo>
                  <a:lnTo>
                    <a:pt x="5562" y="16027"/>
                  </a:lnTo>
                  <a:close/>
                </a:path>
                <a:path w="34925" h="20319">
                  <a:moveTo>
                    <a:pt x="9067" y="15951"/>
                  </a:moveTo>
                  <a:lnTo>
                    <a:pt x="8839" y="15913"/>
                  </a:lnTo>
                  <a:lnTo>
                    <a:pt x="9067" y="15951"/>
                  </a:lnTo>
                  <a:close/>
                </a:path>
                <a:path w="34925" h="20319">
                  <a:moveTo>
                    <a:pt x="9093" y="19431"/>
                  </a:moveTo>
                  <a:lnTo>
                    <a:pt x="9042" y="19265"/>
                  </a:lnTo>
                  <a:lnTo>
                    <a:pt x="9017" y="19392"/>
                  </a:lnTo>
                  <a:close/>
                </a:path>
                <a:path w="34925" h="20319">
                  <a:moveTo>
                    <a:pt x="9499" y="18656"/>
                  </a:moveTo>
                  <a:lnTo>
                    <a:pt x="9448" y="18834"/>
                  </a:lnTo>
                  <a:lnTo>
                    <a:pt x="9499" y="18656"/>
                  </a:lnTo>
                  <a:close/>
                </a:path>
                <a:path w="34925" h="20319">
                  <a:moveTo>
                    <a:pt x="9537" y="18884"/>
                  </a:moveTo>
                  <a:lnTo>
                    <a:pt x="9512" y="19138"/>
                  </a:lnTo>
                  <a:lnTo>
                    <a:pt x="9537" y="18884"/>
                  </a:lnTo>
                  <a:close/>
                </a:path>
                <a:path w="34925" h="20319">
                  <a:moveTo>
                    <a:pt x="10210" y="19469"/>
                  </a:moveTo>
                  <a:lnTo>
                    <a:pt x="10033" y="19392"/>
                  </a:lnTo>
                  <a:lnTo>
                    <a:pt x="10045" y="19570"/>
                  </a:lnTo>
                  <a:lnTo>
                    <a:pt x="10210" y="19469"/>
                  </a:lnTo>
                  <a:close/>
                </a:path>
                <a:path w="34925" h="20319">
                  <a:moveTo>
                    <a:pt x="10566" y="17932"/>
                  </a:moveTo>
                  <a:lnTo>
                    <a:pt x="10541" y="18110"/>
                  </a:lnTo>
                  <a:lnTo>
                    <a:pt x="10566" y="17932"/>
                  </a:lnTo>
                  <a:close/>
                </a:path>
                <a:path w="34925" h="20319">
                  <a:moveTo>
                    <a:pt x="10566" y="8496"/>
                  </a:moveTo>
                  <a:lnTo>
                    <a:pt x="10426" y="8547"/>
                  </a:lnTo>
                  <a:lnTo>
                    <a:pt x="10553" y="8623"/>
                  </a:lnTo>
                  <a:lnTo>
                    <a:pt x="10566" y="8496"/>
                  </a:lnTo>
                  <a:close/>
                </a:path>
                <a:path w="34925" h="20319">
                  <a:moveTo>
                    <a:pt x="10909" y="19405"/>
                  </a:moveTo>
                  <a:lnTo>
                    <a:pt x="10756" y="19405"/>
                  </a:lnTo>
                  <a:lnTo>
                    <a:pt x="10820" y="19532"/>
                  </a:lnTo>
                  <a:lnTo>
                    <a:pt x="10909" y="19405"/>
                  </a:lnTo>
                  <a:close/>
                </a:path>
                <a:path w="34925" h="20319">
                  <a:moveTo>
                    <a:pt x="11214" y="6997"/>
                  </a:moveTo>
                  <a:lnTo>
                    <a:pt x="11163" y="6502"/>
                  </a:lnTo>
                  <a:lnTo>
                    <a:pt x="11163" y="5994"/>
                  </a:lnTo>
                  <a:lnTo>
                    <a:pt x="11061" y="5448"/>
                  </a:lnTo>
                  <a:lnTo>
                    <a:pt x="11099" y="5956"/>
                  </a:lnTo>
                  <a:lnTo>
                    <a:pt x="11099" y="6451"/>
                  </a:lnTo>
                  <a:lnTo>
                    <a:pt x="11214" y="6997"/>
                  </a:lnTo>
                  <a:close/>
                </a:path>
                <a:path w="34925" h="20319">
                  <a:moveTo>
                    <a:pt x="11722" y="19634"/>
                  </a:moveTo>
                  <a:lnTo>
                    <a:pt x="11582" y="19748"/>
                  </a:lnTo>
                  <a:lnTo>
                    <a:pt x="11722" y="19634"/>
                  </a:lnTo>
                  <a:close/>
                </a:path>
                <a:path w="34925" h="20319">
                  <a:moveTo>
                    <a:pt x="11722" y="2336"/>
                  </a:moveTo>
                  <a:lnTo>
                    <a:pt x="11582" y="2374"/>
                  </a:lnTo>
                  <a:lnTo>
                    <a:pt x="11722" y="2336"/>
                  </a:lnTo>
                  <a:close/>
                </a:path>
                <a:path w="34925" h="20319">
                  <a:moveTo>
                    <a:pt x="11861" y="16598"/>
                  </a:moveTo>
                  <a:lnTo>
                    <a:pt x="11569" y="16649"/>
                  </a:lnTo>
                  <a:lnTo>
                    <a:pt x="11023" y="16548"/>
                  </a:lnTo>
                  <a:lnTo>
                    <a:pt x="10769" y="16675"/>
                  </a:lnTo>
                  <a:lnTo>
                    <a:pt x="11049" y="16649"/>
                  </a:lnTo>
                  <a:lnTo>
                    <a:pt x="11518" y="16738"/>
                  </a:lnTo>
                  <a:lnTo>
                    <a:pt x="11861" y="16598"/>
                  </a:lnTo>
                  <a:close/>
                </a:path>
                <a:path w="34925" h="20319">
                  <a:moveTo>
                    <a:pt x="13627" y="4775"/>
                  </a:moveTo>
                  <a:lnTo>
                    <a:pt x="13500" y="4826"/>
                  </a:lnTo>
                  <a:lnTo>
                    <a:pt x="13411" y="5664"/>
                  </a:lnTo>
                  <a:lnTo>
                    <a:pt x="13411" y="6565"/>
                  </a:lnTo>
                  <a:lnTo>
                    <a:pt x="13474" y="7213"/>
                  </a:lnTo>
                  <a:lnTo>
                    <a:pt x="13487" y="6248"/>
                  </a:lnTo>
                  <a:lnTo>
                    <a:pt x="13525" y="5715"/>
                  </a:lnTo>
                  <a:lnTo>
                    <a:pt x="13627" y="4787"/>
                  </a:lnTo>
                  <a:close/>
                </a:path>
                <a:path w="34925" h="20319">
                  <a:moveTo>
                    <a:pt x="14071" y="2260"/>
                  </a:moveTo>
                  <a:lnTo>
                    <a:pt x="13855" y="2197"/>
                  </a:lnTo>
                  <a:lnTo>
                    <a:pt x="13830" y="2362"/>
                  </a:lnTo>
                  <a:lnTo>
                    <a:pt x="13970" y="2438"/>
                  </a:lnTo>
                  <a:lnTo>
                    <a:pt x="14071" y="2260"/>
                  </a:lnTo>
                  <a:close/>
                </a:path>
                <a:path w="34925" h="20319">
                  <a:moveTo>
                    <a:pt x="16598" y="12014"/>
                  </a:moveTo>
                  <a:lnTo>
                    <a:pt x="16471" y="12306"/>
                  </a:lnTo>
                  <a:lnTo>
                    <a:pt x="16598" y="12306"/>
                  </a:lnTo>
                  <a:lnTo>
                    <a:pt x="16598" y="12014"/>
                  </a:lnTo>
                  <a:close/>
                </a:path>
                <a:path w="34925" h="20319">
                  <a:moveTo>
                    <a:pt x="17284" y="0"/>
                  </a:moveTo>
                  <a:lnTo>
                    <a:pt x="17259" y="139"/>
                  </a:lnTo>
                  <a:lnTo>
                    <a:pt x="17284" y="0"/>
                  </a:lnTo>
                  <a:close/>
                </a:path>
                <a:path w="34925" h="20319">
                  <a:moveTo>
                    <a:pt x="17335" y="5130"/>
                  </a:moveTo>
                  <a:lnTo>
                    <a:pt x="17297" y="5257"/>
                  </a:lnTo>
                  <a:lnTo>
                    <a:pt x="17335" y="5130"/>
                  </a:lnTo>
                  <a:close/>
                </a:path>
                <a:path w="34925" h="20319">
                  <a:moveTo>
                    <a:pt x="17678" y="8813"/>
                  </a:moveTo>
                  <a:lnTo>
                    <a:pt x="17475" y="8928"/>
                  </a:lnTo>
                  <a:lnTo>
                    <a:pt x="17602" y="9017"/>
                  </a:lnTo>
                  <a:lnTo>
                    <a:pt x="17678" y="8813"/>
                  </a:lnTo>
                  <a:close/>
                </a:path>
                <a:path w="34925" h="20319">
                  <a:moveTo>
                    <a:pt x="18440" y="15011"/>
                  </a:moveTo>
                  <a:lnTo>
                    <a:pt x="18275" y="13792"/>
                  </a:lnTo>
                  <a:lnTo>
                    <a:pt x="18110" y="12192"/>
                  </a:lnTo>
                  <a:lnTo>
                    <a:pt x="18097" y="10845"/>
                  </a:lnTo>
                  <a:lnTo>
                    <a:pt x="18059" y="12293"/>
                  </a:lnTo>
                  <a:lnTo>
                    <a:pt x="18173" y="13792"/>
                  </a:lnTo>
                  <a:lnTo>
                    <a:pt x="18440" y="15011"/>
                  </a:lnTo>
                  <a:close/>
                </a:path>
                <a:path w="34925" h="20319">
                  <a:moveTo>
                    <a:pt x="20561" y="10617"/>
                  </a:moveTo>
                  <a:lnTo>
                    <a:pt x="20396" y="10642"/>
                  </a:lnTo>
                  <a:lnTo>
                    <a:pt x="20561" y="10617"/>
                  </a:lnTo>
                  <a:close/>
                </a:path>
                <a:path w="34925" h="20319">
                  <a:moveTo>
                    <a:pt x="20662" y="9931"/>
                  </a:moveTo>
                  <a:lnTo>
                    <a:pt x="20358" y="9639"/>
                  </a:lnTo>
                  <a:lnTo>
                    <a:pt x="19888" y="9956"/>
                  </a:lnTo>
                  <a:lnTo>
                    <a:pt x="19850" y="10312"/>
                  </a:lnTo>
                  <a:lnTo>
                    <a:pt x="20040" y="10096"/>
                  </a:lnTo>
                  <a:lnTo>
                    <a:pt x="20218" y="9779"/>
                  </a:lnTo>
                  <a:lnTo>
                    <a:pt x="20662" y="9931"/>
                  </a:lnTo>
                  <a:close/>
                </a:path>
                <a:path w="34925" h="20319">
                  <a:moveTo>
                    <a:pt x="21932" y="6502"/>
                  </a:moveTo>
                  <a:lnTo>
                    <a:pt x="21793" y="7061"/>
                  </a:lnTo>
                  <a:lnTo>
                    <a:pt x="21678" y="7759"/>
                  </a:lnTo>
                  <a:lnTo>
                    <a:pt x="21729" y="8394"/>
                  </a:lnTo>
                  <a:lnTo>
                    <a:pt x="21717" y="7785"/>
                  </a:lnTo>
                  <a:lnTo>
                    <a:pt x="21907" y="7061"/>
                  </a:lnTo>
                  <a:lnTo>
                    <a:pt x="21932" y="6502"/>
                  </a:lnTo>
                  <a:close/>
                </a:path>
                <a:path w="34925" h="20319">
                  <a:moveTo>
                    <a:pt x="22580" y="15900"/>
                  </a:moveTo>
                  <a:lnTo>
                    <a:pt x="22161" y="15773"/>
                  </a:lnTo>
                  <a:lnTo>
                    <a:pt x="22098" y="15633"/>
                  </a:lnTo>
                  <a:lnTo>
                    <a:pt x="22136" y="15875"/>
                  </a:lnTo>
                  <a:lnTo>
                    <a:pt x="22580" y="15900"/>
                  </a:lnTo>
                  <a:close/>
                </a:path>
                <a:path w="34925" h="20319">
                  <a:moveTo>
                    <a:pt x="23177" y="15963"/>
                  </a:moveTo>
                  <a:lnTo>
                    <a:pt x="23025" y="15887"/>
                  </a:lnTo>
                  <a:lnTo>
                    <a:pt x="23177" y="15963"/>
                  </a:lnTo>
                  <a:close/>
                </a:path>
                <a:path w="34925" h="20319">
                  <a:moveTo>
                    <a:pt x="23558" y="15963"/>
                  </a:moveTo>
                  <a:lnTo>
                    <a:pt x="23202" y="15938"/>
                  </a:lnTo>
                  <a:lnTo>
                    <a:pt x="23380" y="16052"/>
                  </a:lnTo>
                  <a:lnTo>
                    <a:pt x="23558" y="15963"/>
                  </a:lnTo>
                  <a:close/>
                </a:path>
                <a:path w="34925" h="20319">
                  <a:moveTo>
                    <a:pt x="23571" y="15494"/>
                  </a:moveTo>
                  <a:lnTo>
                    <a:pt x="23533" y="15316"/>
                  </a:lnTo>
                  <a:lnTo>
                    <a:pt x="23418" y="15455"/>
                  </a:lnTo>
                  <a:lnTo>
                    <a:pt x="23571" y="15494"/>
                  </a:lnTo>
                  <a:close/>
                </a:path>
                <a:path w="34925" h="20319">
                  <a:moveTo>
                    <a:pt x="24079" y="13830"/>
                  </a:moveTo>
                  <a:lnTo>
                    <a:pt x="23926" y="14414"/>
                  </a:lnTo>
                  <a:lnTo>
                    <a:pt x="24053" y="14173"/>
                  </a:lnTo>
                  <a:lnTo>
                    <a:pt x="24079" y="13830"/>
                  </a:lnTo>
                  <a:close/>
                </a:path>
                <a:path w="34925" h="20319">
                  <a:moveTo>
                    <a:pt x="24117" y="13233"/>
                  </a:moveTo>
                  <a:lnTo>
                    <a:pt x="23977" y="13081"/>
                  </a:lnTo>
                  <a:lnTo>
                    <a:pt x="24015" y="13550"/>
                  </a:lnTo>
                  <a:lnTo>
                    <a:pt x="24079" y="13754"/>
                  </a:lnTo>
                  <a:lnTo>
                    <a:pt x="24104" y="13512"/>
                  </a:lnTo>
                  <a:lnTo>
                    <a:pt x="24117" y="13233"/>
                  </a:lnTo>
                  <a:close/>
                </a:path>
                <a:path w="34925" h="20319">
                  <a:moveTo>
                    <a:pt x="24460" y="15849"/>
                  </a:moveTo>
                  <a:lnTo>
                    <a:pt x="24168" y="15773"/>
                  </a:lnTo>
                  <a:lnTo>
                    <a:pt x="23863" y="15760"/>
                  </a:lnTo>
                  <a:lnTo>
                    <a:pt x="23774" y="15506"/>
                  </a:lnTo>
                  <a:lnTo>
                    <a:pt x="23799" y="15849"/>
                  </a:lnTo>
                  <a:lnTo>
                    <a:pt x="24244" y="15989"/>
                  </a:lnTo>
                  <a:lnTo>
                    <a:pt x="24345" y="15849"/>
                  </a:lnTo>
                  <a:close/>
                </a:path>
                <a:path w="34925" h="20319">
                  <a:moveTo>
                    <a:pt x="25590" y="16306"/>
                  </a:moveTo>
                  <a:lnTo>
                    <a:pt x="25361" y="16192"/>
                  </a:lnTo>
                  <a:lnTo>
                    <a:pt x="25590" y="16306"/>
                  </a:lnTo>
                  <a:close/>
                </a:path>
                <a:path w="34925" h="20319">
                  <a:moveTo>
                    <a:pt x="26606" y="5854"/>
                  </a:moveTo>
                  <a:lnTo>
                    <a:pt x="26466" y="6070"/>
                  </a:lnTo>
                  <a:lnTo>
                    <a:pt x="26365" y="6273"/>
                  </a:lnTo>
                  <a:lnTo>
                    <a:pt x="26263" y="6527"/>
                  </a:lnTo>
                  <a:lnTo>
                    <a:pt x="26441" y="6477"/>
                  </a:lnTo>
                  <a:lnTo>
                    <a:pt x="26441" y="6324"/>
                  </a:lnTo>
                  <a:lnTo>
                    <a:pt x="26606" y="5854"/>
                  </a:lnTo>
                  <a:close/>
                </a:path>
                <a:path w="34925" h="20319">
                  <a:moveTo>
                    <a:pt x="27063" y="10718"/>
                  </a:moveTo>
                  <a:lnTo>
                    <a:pt x="26898" y="10452"/>
                  </a:lnTo>
                  <a:lnTo>
                    <a:pt x="26898" y="10655"/>
                  </a:lnTo>
                  <a:lnTo>
                    <a:pt x="27063" y="10718"/>
                  </a:lnTo>
                  <a:close/>
                </a:path>
                <a:path w="34925" h="20319">
                  <a:moveTo>
                    <a:pt x="27406" y="11506"/>
                  </a:moveTo>
                  <a:lnTo>
                    <a:pt x="27228" y="11468"/>
                  </a:lnTo>
                  <a:lnTo>
                    <a:pt x="27406" y="11506"/>
                  </a:lnTo>
                  <a:close/>
                </a:path>
                <a:path w="34925" h="20319">
                  <a:moveTo>
                    <a:pt x="27508" y="11938"/>
                  </a:moveTo>
                  <a:lnTo>
                    <a:pt x="27406" y="11569"/>
                  </a:lnTo>
                  <a:lnTo>
                    <a:pt x="27279" y="11772"/>
                  </a:lnTo>
                  <a:lnTo>
                    <a:pt x="27508" y="11938"/>
                  </a:lnTo>
                  <a:close/>
                </a:path>
                <a:path w="34925" h="20319">
                  <a:moveTo>
                    <a:pt x="28155" y="10375"/>
                  </a:moveTo>
                  <a:lnTo>
                    <a:pt x="28028" y="10629"/>
                  </a:lnTo>
                  <a:lnTo>
                    <a:pt x="27889" y="10871"/>
                  </a:lnTo>
                  <a:lnTo>
                    <a:pt x="27724" y="11061"/>
                  </a:lnTo>
                  <a:lnTo>
                    <a:pt x="27927" y="11087"/>
                  </a:lnTo>
                  <a:lnTo>
                    <a:pt x="28028" y="10883"/>
                  </a:lnTo>
                  <a:lnTo>
                    <a:pt x="28003" y="10744"/>
                  </a:lnTo>
                  <a:lnTo>
                    <a:pt x="28130" y="10744"/>
                  </a:lnTo>
                  <a:lnTo>
                    <a:pt x="28155" y="10375"/>
                  </a:lnTo>
                  <a:close/>
                </a:path>
                <a:path w="34925" h="20319">
                  <a:moveTo>
                    <a:pt x="30937" y="520"/>
                  </a:moveTo>
                  <a:lnTo>
                    <a:pt x="30772" y="546"/>
                  </a:lnTo>
                  <a:lnTo>
                    <a:pt x="30937" y="520"/>
                  </a:lnTo>
                  <a:close/>
                </a:path>
                <a:path w="34925" h="20319">
                  <a:moveTo>
                    <a:pt x="34734" y="355"/>
                  </a:moveTo>
                  <a:lnTo>
                    <a:pt x="34188" y="292"/>
                  </a:lnTo>
                  <a:lnTo>
                    <a:pt x="34366" y="330"/>
                  </a:lnTo>
                  <a:lnTo>
                    <a:pt x="34531" y="355"/>
                  </a:lnTo>
                  <a:lnTo>
                    <a:pt x="34734" y="3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" name="object 69"/>
            <p:cNvSpPr/>
            <p:nvPr/>
          </p:nvSpPr>
          <p:spPr>
            <a:xfrm>
              <a:off x="4039692" y="1176692"/>
              <a:ext cx="49530" cy="40005"/>
            </a:xfrm>
            <a:custGeom>
              <a:avLst/>
              <a:gdLst/>
              <a:ahLst/>
              <a:cxnLst/>
              <a:rect l="l" t="t" r="r" b="b"/>
              <a:pathLst>
                <a:path w="49529" h="40005">
                  <a:moveTo>
                    <a:pt x="711" y="12446"/>
                  </a:moveTo>
                  <a:lnTo>
                    <a:pt x="660" y="12192"/>
                  </a:lnTo>
                  <a:lnTo>
                    <a:pt x="381" y="12446"/>
                  </a:lnTo>
                  <a:lnTo>
                    <a:pt x="711" y="12446"/>
                  </a:lnTo>
                  <a:close/>
                </a:path>
                <a:path w="49529" h="40005">
                  <a:moveTo>
                    <a:pt x="965" y="5613"/>
                  </a:moveTo>
                  <a:lnTo>
                    <a:pt x="825" y="5613"/>
                  </a:lnTo>
                  <a:lnTo>
                    <a:pt x="965" y="5613"/>
                  </a:lnTo>
                  <a:close/>
                </a:path>
                <a:path w="49529" h="40005">
                  <a:moveTo>
                    <a:pt x="1016" y="11557"/>
                  </a:moveTo>
                  <a:lnTo>
                    <a:pt x="889" y="11557"/>
                  </a:lnTo>
                  <a:lnTo>
                    <a:pt x="914" y="11696"/>
                  </a:lnTo>
                  <a:lnTo>
                    <a:pt x="1016" y="11557"/>
                  </a:lnTo>
                  <a:close/>
                </a:path>
                <a:path w="49529" h="40005">
                  <a:moveTo>
                    <a:pt x="1282" y="12446"/>
                  </a:moveTo>
                  <a:lnTo>
                    <a:pt x="1041" y="12192"/>
                  </a:lnTo>
                  <a:lnTo>
                    <a:pt x="825" y="12192"/>
                  </a:lnTo>
                  <a:lnTo>
                    <a:pt x="1282" y="12446"/>
                  </a:lnTo>
                  <a:close/>
                </a:path>
                <a:path w="49529" h="40005">
                  <a:moveTo>
                    <a:pt x="1562" y="7112"/>
                  </a:moveTo>
                  <a:lnTo>
                    <a:pt x="1028" y="6858"/>
                  </a:lnTo>
                  <a:lnTo>
                    <a:pt x="419" y="6350"/>
                  </a:lnTo>
                  <a:lnTo>
                    <a:pt x="596" y="6604"/>
                  </a:lnTo>
                  <a:lnTo>
                    <a:pt x="685" y="6858"/>
                  </a:lnTo>
                  <a:lnTo>
                    <a:pt x="774" y="7112"/>
                  </a:lnTo>
                  <a:lnTo>
                    <a:pt x="1562" y="7112"/>
                  </a:lnTo>
                  <a:close/>
                </a:path>
                <a:path w="49529" h="40005">
                  <a:moveTo>
                    <a:pt x="2768" y="14859"/>
                  </a:moveTo>
                  <a:lnTo>
                    <a:pt x="2400" y="14605"/>
                  </a:lnTo>
                  <a:lnTo>
                    <a:pt x="2184" y="14605"/>
                  </a:lnTo>
                  <a:lnTo>
                    <a:pt x="2768" y="14859"/>
                  </a:lnTo>
                  <a:close/>
                </a:path>
                <a:path w="49529" h="40005">
                  <a:moveTo>
                    <a:pt x="3568" y="14859"/>
                  </a:moveTo>
                  <a:lnTo>
                    <a:pt x="2806" y="14859"/>
                  </a:lnTo>
                  <a:lnTo>
                    <a:pt x="3073" y="14986"/>
                  </a:lnTo>
                  <a:lnTo>
                    <a:pt x="3568" y="14859"/>
                  </a:lnTo>
                  <a:close/>
                </a:path>
                <a:path w="49529" h="40005">
                  <a:moveTo>
                    <a:pt x="4089" y="16014"/>
                  </a:moveTo>
                  <a:lnTo>
                    <a:pt x="4000" y="15875"/>
                  </a:lnTo>
                  <a:lnTo>
                    <a:pt x="3886" y="15748"/>
                  </a:lnTo>
                  <a:lnTo>
                    <a:pt x="3771" y="15621"/>
                  </a:lnTo>
                  <a:lnTo>
                    <a:pt x="3695" y="15748"/>
                  </a:lnTo>
                  <a:lnTo>
                    <a:pt x="4038" y="16014"/>
                  </a:lnTo>
                  <a:close/>
                </a:path>
                <a:path w="49529" h="40005">
                  <a:moveTo>
                    <a:pt x="5283" y="16383"/>
                  </a:moveTo>
                  <a:lnTo>
                    <a:pt x="4991" y="16383"/>
                  </a:lnTo>
                  <a:lnTo>
                    <a:pt x="5080" y="16510"/>
                  </a:lnTo>
                  <a:lnTo>
                    <a:pt x="5283" y="16383"/>
                  </a:lnTo>
                  <a:close/>
                </a:path>
                <a:path w="49529" h="40005">
                  <a:moveTo>
                    <a:pt x="5549" y="14859"/>
                  </a:moveTo>
                  <a:lnTo>
                    <a:pt x="5334" y="14859"/>
                  </a:lnTo>
                  <a:lnTo>
                    <a:pt x="5308" y="14986"/>
                  </a:lnTo>
                  <a:lnTo>
                    <a:pt x="5549" y="14859"/>
                  </a:lnTo>
                  <a:close/>
                </a:path>
                <a:path w="49529" h="40005">
                  <a:moveTo>
                    <a:pt x="7683" y="21717"/>
                  </a:moveTo>
                  <a:lnTo>
                    <a:pt x="7454" y="21590"/>
                  </a:lnTo>
                  <a:lnTo>
                    <a:pt x="7289" y="21463"/>
                  </a:lnTo>
                  <a:lnTo>
                    <a:pt x="7289" y="21590"/>
                  </a:lnTo>
                  <a:lnTo>
                    <a:pt x="7683" y="21717"/>
                  </a:lnTo>
                  <a:close/>
                </a:path>
                <a:path w="49529" h="40005">
                  <a:moveTo>
                    <a:pt x="7937" y="21209"/>
                  </a:moveTo>
                  <a:lnTo>
                    <a:pt x="7797" y="21082"/>
                  </a:lnTo>
                  <a:lnTo>
                    <a:pt x="7239" y="21082"/>
                  </a:lnTo>
                  <a:lnTo>
                    <a:pt x="6985" y="21082"/>
                  </a:lnTo>
                  <a:lnTo>
                    <a:pt x="7137" y="21209"/>
                  </a:lnTo>
                  <a:lnTo>
                    <a:pt x="7835" y="21336"/>
                  </a:lnTo>
                  <a:lnTo>
                    <a:pt x="7937" y="21209"/>
                  </a:lnTo>
                  <a:close/>
                </a:path>
                <a:path w="49529" h="40005">
                  <a:moveTo>
                    <a:pt x="10071" y="24384"/>
                  </a:moveTo>
                  <a:lnTo>
                    <a:pt x="9334" y="24384"/>
                  </a:lnTo>
                  <a:lnTo>
                    <a:pt x="9423" y="25400"/>
                  </a:lnTo>
                  <a:lnTo>
                    <a:pt x="9525" y="25273"/>
                  </a:lnTo>
                  <a:lnTo>
                    <a:pt x="9601" y="25019"/>
                  </a:lnTo>
                  <a:lnTo>
                    <a:pt x="9664" y="25146"/>
                  </a:lnTo>
                  <a:lnTo>
                    <a:pt x="9906" y="25146"/>
                  </a:lnTo>
                  <a:lnTo>
                    <a:pt x="9855" y="25019"/>
                  </a:lnTo>
                  <a:lnTo>
                    <a:pt x="9766" y="24765"/>
                  </a:lnTo>
                  <a:lnTo>
                    <a:pt x="10007" y="24638"/>
                  </a:lnTo>
                  <a:lnTo>
                    <a:pt x="10071" y="24384"/>
                  </a:lnTo>
                  <a:close/>
                </a:path>
                <a:path w="49529" h="40005">
                  <a:moveTo>
                    <a:pt x="10299" y="24892"/>
                  </a:moveTo>
                  <a:lnTo>
                    <a:pt x="10058" y="24892"/>
                  </a:lnTo>
                  <a:lnTo>
                    <a:pt x="10020" y="25146"/>
                  </a:lnTo>
                  <a:lnTo>
                    <a:pt x="10172" y="25019"/>
                  </a:lnTo>
                  <a:lnTo>
                    <a:pt x="10299" y="24892"/>
                  </a:lnTo>
                  <a:close/>
                </a:path>
                <a:path w="49529" h="40005">
                  <a:moveTo>
                    <a:pt x="10375" y="25654"/>
                  </a:moveTo>
                  <a:lnTo>
                    <a:pt x="9486" y="25400"/>
                  </a:lnTo>
                  <a:lnTo>
                    <a:pt x="9525" y="25654"/>
                  </a:lnTo>
                  <a:lnTo>
                    <a:pt x="10375" y="25654"/>
                  </a:lnTo>
                  <a:close/>
                </a:path>
                <a:path w="49529" h="40005">
                  <a:moveTo>
                    <a:pt x="11264" y="17780"/>
                  </a:moveTo>
                  <a:lnTo>
                    <a:pt x="11087" y="17780"/>
                  </a:lnTo>
                  <a:lnTo>
                    <a:pt x="11010" y="17907"/>
                  </a:lnTo>
                  <a:lnTo>
                    <a:pt x="11239" y="17907"/>
                  </a:lnTo>
                  <a:lnTo>
                    <a:pt x="11264" y="17780"/>
                  </a:lnTo>
                  <a:close/>
                </a:path>
                <a:path w="49529" h="40005">
                  <a:moveTo>
                    <a:pt x="11544" y="19558"/>
                  </a:moveTo>
                  <a:lnTo>
                    <a:pt x="11163" y="19304"/>
                  </a:lnTo>
                  <a:lnTo>
                    <a:pt x="11137" y="18923"/>
                  </a:lnTo>
                  <a:lnTo>
                    <a:pt x="11023" y="19304"/>
                  </a:lnTo>
                  <a:lnTo>
                    <a:pt x="11226" y="19431"/>
                  </a:lnTo>
                  <a:lnTo>
                    <a:pt x="11277" y="19558"/>
                  </a:lnTo>
                  <a:lnTo>
                    <a:pt x="11391" y="19812"/>
                  </a:lnTo>
                  <a:lnTo>
                    <a:pt x="11468" y="19685"/>
                  </a:lnTo>
                  <a:lnTo>
                    <a:pt x="11544" y="19558"/>
                  </a:lnTo>
                  <a:close/>
                </a:path>
                <a:path w="49529" h="40005">
                  <a:moveTo>
                    <a:pt x="11899" y="24257"/>
                  </a:moveTo>
                  <a:lnTo>
                    <a:pt x="10109" y="24257"/>
                  </a:lnTo>
                  <a:lnTo>
                    <a:pt x="10071" y="24384"/>
                  </a:lnTo>
                  <a:lnTo>
                    <a:pt x="11582" y="24384"/>
                  </a:lnTo>
                  <a:lnTo>
                    <a:pt x="11887" y="24384"/>
                  </a:lnTo>
                  <a:lnTo>
                    <a:pt x="11899" y="24257"/>
                  </a:lnTo>
                  <a:close/>
                </a:path>
                <a:path w="49529" h="40005">
                  <a:moveTo>
                    <a:pt x="12369" y="39624"/>
                  </a:moveTo>
                  <a:lnTo>
                    <a:pt x="12166" y="39624"/>
                  </a:lnTo>
                  <a:lnTo>
                    <a:pt x="12357" y="39878"/>
                  </a:lnTo>
                  <a:lnTo>
                    <a:pt x="12369" y="39624"/>
                  </a:lnTo>
                  <a:close/>
                </a:path>
                <a:path w="49529" h="40005">
                  <a:moveTo>
                    <a:pt x="12585" y="33020"/>
                  </a:moveTo>
                  <a:lnTo>
                    <a:pt x="12103" y="32893"/>
                  </a:lnTo>
                  <a:lnTo>
                    <a:pt x="12141" y="33020"/>
                  </a:lnTo>
                  <a:lnTo>
                    <a:pt x="12585" y="33020"/>
                  </a:lnTo>
                  <a:close/>
                </a:path>
                <a:path w="49529" h="40005">
                  <a:moveTo>
                    <a:pt x="12738" y="17780"/>
                  </a:moveTo>
                  <a:lnTo>
                    <a:pt x="12573" y="17653"/>
                  </a:lnTo>
                  <a:lnTo>
                    <a:pt x="12700" y="17526"/>
                  </a:lnTo>
                  <a:lnTo>
                    <a:pt x="12446" y="17653"/>
                  </a:lnTo>
                  <a:lnTo>
                    <a:pt x="12255" y="17653"/>
                  </a:lnTo>
                  <a:lnTo>
                    <a:pt x="12141" y="17526"/>
                  </a:lnTo>
                  <a:lnTo>
                    <a:pt x="12026" y="17780"/>
                  </a:lnTo>
                  <a:lnTo>
                    <a:pt x="12738" y="17780"/>
                  </a:lnTo>
                  <a:close/>
                </a:path>
                <a:path w="49529" h="40005">
                  <a:moveTo>
                    <a:pt x="13258" y="17526"/>
                  </a:moveTo>
                  <a:lnTo>
                    <a:pt x="12877" y="17272"/>
                  </a:lnTo>
                  <a:lnTo>
                    <a:pt x="12712" y="17399"/>
                  </a:lnTo>
                  <a:lnTo>
                    <a:pt x="12738" y="17780"/>
                  </a:lnTo>
                  <a:lnTo>
                    <a:pt x="13233" y="17780"/>
                  </a:lnTo>
                  <a:lnTo>
                    <a:pt x="13258" y="17526"/>
                  </a:lnTo>
                  <a:close/>
                </a:path>
                <a:path w="49529" h="40005">
                  <a:moveTo>
                    <a:pt x="13665" y="18542"/>
                  </a:moveTo>
                  <a:lnTo>
                    <a:pt x="13576" y="18415"/>
                  </a:lnTo>
                  <a:lnTo>
                    <a:pt x="13487" y="18288"/>
                  </a:lnTo>
                  <a:lnTo>
                    <a:pt x="13398" y="18161"/>
                  </a:lnTo>
                  <a:lnTo>
                    <a:pt x="13576" y="18034"/>
                  </a:lnTo>
                  <a:lnTo>
                    <a:pt x="13373" y="18034"/>
                  </a:lnTo>
                  <a:lnTo>
                    <a:pt x="13373" y="17907"/>
                  </a:lnTo>
                  <a:lnTo>
                    <a:pt x="11760" y="17907"/>
                  </a:lnTo>
                  <a:lnTo>
                    <a:pt x="11950" y="18034"/>
                  </a:lnTo>
                  <a:lnTo>
                    <a:pt x="11976" y="18542"/>
                  </a:lnTo>
                  <a:lnTo>
                    <a:pt x="13665" y="18542"/>
                  </a:lnTo>
                  <a:close/>
                </a:path>
                <a:path w="49529" h="40005">
                  <a:moveTo>
                    <a:pt x="13741" y="17780"/>
                  </a:moveTo>
                  <a:lnTo>
                    <a:pt x="13233" y="17780"/>
                  </a:lnTo>
                  <a:lnTo>
                    <a:pt x="13373" y="17907"/>
                  </a:lnTo>
                  <a:lnTo>
                    <a:pt x="13728" y="17907"/>
                  </a:lnTo>
                  <a:lnTo>
                    <a:pt x="13741" y="17780"/>
                  </a:lnTo>
                  <a:close/>
                </a:path>
                <a:path w="49529" h="40005">
                  <a:moveTo>
                    <a:pt x="14274" y="17780"/>
                  </a:moveTo>
                  <a:lnTo>
                    <a:pt x="14008" y="17653"/>
                  </a:lnTo>
                  <a:lnTo>
                    <a:pt x="13931" y="17399"/>
                  </a:lnTo>
                  <a:lnTo>
                    <a:pt x="13627" y="17399"/>
                  </a:lnTo>
                  <a:lnTo>
                    <a:pt x="13741" y="17780"/>
                  </a:lnTo>
                  <a:lnTo>
                    <a:pt x="14274" y="17780"/>
                  </a:lnTo>
                  <a:close/>
                </a:path>
                <a:path w="49529" h="40005">
                  <a:moveTo>
                    <a:pt x="14592" y="17780"/>
                  </a:moveTo>
                  <a:lnTo>
                    <a:pt x="14274" y="17780"/>
                  </a:lnTo>
                  <a:lnTo>
                    <a:pt x="14262" y="17907"/>
                  </a:lnTo>
                  <a:lnTo>
                    <a:pt x="14541" y="17907"/>
                  </a:lnTo>
                  <a:lnTo>
                    <a:pt x="14592" y="17780"/>
                  </a:lnTo>
                  <a:close/>
                </a:path>
                <a:path w="49529" h="40005">
                  <a:moveTo>
                    <a:pt x="17424" y="25654"/>
                  </a:moveTo>
                  <a:lnTo>
                    <a:pt x="17386" y="25400"/>
                  </a:lnTo>
                  <a:lnTo>
                    <a:pt x="17284" y="25273"/>
                  </a:lnTo>
                  <a:lnTo>
                    <a:pt x="17373" y="24511"/>
                  </a:lnTo>
                  <a:lnTo>
                    <a:pt x="16852" y="24638"/>
                  </a:lnTo>
                  <a:lnTo>
                    <a:pt x="16929" y="24765"/>
                  </a:lnTo>
                  <a:lnTo>
                    <a:pt x="16954" y="24892"/>
                  </a:lnTo>
                  <a:lnTo>
                    <a:pt x="16827" y="24892"/>
                  </a:lnTo>
                  <a:lnTo>
                    <a:pt x="16700" y="24511"/>
                  </a:lnTo>
                  <a:lnTo>
                    <a:pt x="16687" y="24384"/>
                  </a:lnTo>
                  <a:lnTo>
                    <a:pt x="16510" y="24384"/>
                  </a:lnTo>
                  <a:lnTo>
                    <a:pt x="16484" y="24257"/>
                  </a:lnTo>
                  <a:lnTo>
                    <a:pt x="16268" y="24257"/>
                  </a:lnTo>
                  <a:lnTo>
                    <a:pt x="16217" y="24384"/>
                  </a:lnTo>
                  <a:lnTo>
                    <a:pt x="11887" y="24384"/>
                  </a:lnTo>
                  <a:lnTo>
                    <a:pt x="11772" y="24638"/>
                  </a:lnTo>
                  <a:lnTo>
                    <a:pt x="11671" y="24511"/>
                  </a:lnTo>
                  <a:lnTo>
                    <a:pt x="11582" y="24384"/>
                  </a:lnTo>
                  <a:lnTo>
                    <a:pt x="11379" y="24511"/>
                  </a:lnTo>
                  <a:lnTo>
                    <a:pt x="11404" y="25019"/>
                  </a:lnTo>
                  <a:lnTo>
                    <a:pt x="11226" y="24892"/>
                  </a:lnTo>
                  <a:lnTo>
                    <a:pt x="11176" y="24638"/>
                  </a:lnTo>
                  <a:lnTo>
                    <a:pt x="10883" y="24638"/>
                  </a:lnTo>
                  <a:lnTo>
                    <a:pt x="10820" y="25146"/>
                  </a:lnTo>
                  <a:lnTo>
                    <a:pt x="10693" y="25400"/>
                  </a:lnTo>
                  <a:lnTo>
                    <a:pt x="10579" y="25654"/>
                  </a:lnTo>
                  <a:lnTo>
                    <a:pt x="10858" y="25654"/>
                  </a:lnTo>
                  <a:lnTo>
                    <a:pt x="15773" y="25654"/>
                  </a:lnTo>
                  <a:lnTo>
                    <a:pt x="15608" y="25400"/>
                  </a:lnTo>
                  <a:lnTo>
                    <a:pt x="15544" y="25273"/>
                  </a:lnTo>
                  <a:lnTo>
                    <a:pt x="15481" y="25146"/>
                  </a:lnTo>
                  <a:lnTo>
                    <a:pt x="15608" y="25146"/>
                  </a:lnTo>
                  <a:lnTo>
                    <a:pt x="15646" y="25019"/>
                  </a:lnTo>
                  <a:lnTo>
                    <a:pt x="15735" y="24638"/>
                  </a:lnTo>
                  <a:lnTo>
                    <a:pt x="15875" y="24638"/>
                  </a:lnTo>
                  <a:lnTo>
                    <a:pt x="15938" y="24892"/>
                  </a:lnTo>
                  <a:lnTo>
                    <a:pt x="16090" y="25019"/>
                  </a:lnTo>
                  <a:lnTo>
                    <a:pt x="16179" y="25273"/>
                  </a:lnTo>
                  <a:lnTo>
                    <a:pt x="16268" y="25908"/>
                  </a:lnTo>
                  <a:lnTo>
                    <a:pt x="16408" y="25908"/>
                  </a:lnTo>
                  <a:lnTo>
                    <a:pt x="16471" y="26289"/>
                  </a:lnTo>
                  <a:lnTo>
                    <a:pt x="16624" y="26416"/>
                  </a:lnTo>
                  <a:lnTo>
                    <a:pt x="16598" y="27559"/>
                  </a:lnTo>
                  <a:lnTo>
                    <a:pt x="17145" y="27559"/>
                  </a:lnTo>
                  <a:lnTo>
                    <a:pt x="17170" y="26035"/>
                  </a:lnTo>
                  <a:lnTo>
                    <a:pt x="17335" y="26035"/>
                  </a:lnTo>
                  <a:lnTo>
                    <a:pt x="17335" y="25908"/>
                  </a:lnTo>
                  <a:lnTo>
                    <a:pt x="17043" y="25781"/>
                  </a:lnTo>
                  <a:lnTo>
                    <a:pt x="17005" y="25654"/>
                  </a:lnTo>
                  <a:lnTo>
                    <a:pt x="17424" y="25654"/>
                  </a:lnTo>
                  <a:close/>
                </a:path>
                <a:path w="49529" h="40005">
                  <a:moveTo>
                    <a:pt x="17487" y="28575"/>
                  </a:moveTo>
                  <a:lnTo>
                    <a:pt x="16929" y="28575"/>
                  </a:lnTo>
                  <a:lnTo>
                    <a:pt x="16941" y="28702"/>
                  </a:lnTo>
                  <a:lnTo>
                    <a:pt x="17475" y="28702"/>
                  </a:lnTo>
                  <a:lnTo>
                    <a:pt x="17487" y="28575"/>
                  </a:lnTo>
                  <a:close/>
                </a:path>
                <a:path w="49529" h="40005">
                  <a:moveTo>
                    <a:pt x="17526" y="26670"/>
                  </a:moveTo>
                  <a:lnTo>
                    <a:pt x="17335" y="26670"/>
                  </a:lnTo>
                  <a:lnTo>
                    <a:pt x="17348" y="26924"/>
                  </a:lnTo>
                  <a:lnTo>
                    <a:pt x="17487" y="26797"/>
                  </a:lnTo>
                  <a:lnTo>
                    <a:pt x="17526" y="26670"/>
                  </a:lnTo>
                  <a:close/>
                </a:path>
                <a:path w="49529" h="40005">
                  <a:moveTo>
                    <a:pt x="17716" y="27559"/>
                  </a:moveTo>
                  <a:lnTo>
                    <a:pt x="17145" y="27559"/>
                  </a:lnTo>
                  <a:lnTo>
                    <a:pt x="17145" y="27686"/>
                  </a:lnTo>
                  <a:lnTo>
                    <a:pt x="17716" y="27686"/>
                  </a:lnTo>
                  <a:lnTo>
                    <a:pt x="17716" y="27559"/>
                  </a:lnTo>
                  <a:close/>
                </a:path>
                <a:path w="49529" h="40005">
                  <a:moveTo>
                    <a:pt x="17767" y="26416"/>
                  </a:moveTo>
                  <a:lnTo>
                    <a:pt x="17424" y="26416"/>
                  </a:lnTo>
                  <a:lnTo>
                    <a:pt x="17526" y="26670"/>
                  </a:lnTo>
                  <a:lnTo>
                    <a:pt x="17754" y="26670"/>
                  </a:lnTo>
                  <a:lnTo>
                    <a:pt x="17767" y="26416"/>
                  </a:lnTo>
                  <a:close/>
                </a:path>
                <a:path w="49529" h="40005">
                  <a:moveTo>
                    <a:pt x="18211" y="34544"/>
                  </a:moveTo>
                  <a:lnTo>
                    <a:pt x="18186" y="34417"/>
                  </a:lnTo>
                  <a:lnTo>
                    <a:pt x="17792" y="34544"/>
                  </a:lnTo>
                  <a:lnTo>
                    <a:pt x="18211" y="34544"/>
                  </a:lnTo>
                  <a:close/>
                </a:path>
                <a:path w="49529" h="40005">
                  <a:moveTo>
                    <a:pt x="18529" y="34417"/>
                  </a:moveTo>
                  <a:lnTo>
                    <a:pt x="18516" y="34290"/>
                  </a:lnTo>
                  <a:lnTo>
                    <a:pt x="18313" y="34417"/>
                  </a:lnTo>
                  <a:lnTo>
                    <a:pt x="18529" y="34417"/>
                  </a:lnTo>
                  <a:close/>
                </a:path>
                <a:path w="49529" h="40005">
                  <a:moveTo>
                    <a:pt x="18605" y="33528"/>
                  </a:moveTo>
                  <a:lnTo>
                    <a:pt x="18389" y="33528"/>
                  </a:lnTo>
                  <a:lnTo>
                    <a:pt x="18415" y="33655"/>
                  </a:lnTo>
                  <a:lnTo>
                    <a:pt x="18605" y="33528"/>
                  </a:lnTo>
                  <a:close/>
                </a:path>
                <a:path w="49529" h="40005">
                  <a:moveTo>
                    <a:pt x="18669" y="23876"/>
                  </a:moveTo>
                  <a:lnTo>
                    <a:pt x="18453" y="23876"/>
                  </a:lnTo>
                  <a:lnTo>
                    <a:pt x="18542" y="24130"/>
                  </a:lnTo>
                  <a:lnTo>
                    <a:pt x="18643" y="24003"/>
                  </a:lnTo>
                  <a:lnTo>
                    <a:pt x="18669" y="23876"/>
                  </a:lnTo>
                  <a:close/>
                </a:path>
                <a:path w="49529" h="40005">
                  <a:moveTo>
                    <a:pt x="18694" y="24384"/>
                  </a:moveTo>
                  <a:lnTo>
                    <a:pt x="18618" y="24257"/>
                  </a:lnTo>
                  <a:lnTo>
                    <a:pt x="17957" y="24257"/>
                  </a:lnTo>
                  <a:lnTo>
                    <a:pt x="17957" y="24384"/>
                  </a:lnTo>
                  <a:lnTo>
                    <a:pt x="18694" y="24384"/>
                  </a:lnTo>
                  <a:close/>
                </a:path>
                <a:path w="49529" h="40005">
                  <a:moveTo>
                    <a:pt x="18719" y="33274"/>
                  </a:moveTo>
                  <a:lnTo>
                    <a:pt x="18453" y="33274"/>
                  </a:lnTo>
                  <a:lnTo>
                    <a:pt x="18719" y="33401"/>
                  </a:lnTo>
                  <a:lnTo>
                    <a:pt x="18719" y="33274"/>
                  </a:lnTo>
                  <a:close/>
                </a:path>
                <a:path w="49529" h="40005">
                  <a:moveTo>
                    <a:pt x="18796" y="18669"/>
                  </a:moveTo>
                  <a:lnTo>
                    <a:pt x="17665" y="18669"/>
                  </a:lnTo>
                  <a:lnTo>
                    <a:pt x="17691" y="18796"/>
                  </a:lnTo>
                  <a:lnTo>
                    <a:pt x="18796" y="18796"/>
                  </a:lnTo>
                  <a:lnTo>
                    <a:pt x="18796" y="18669"/>
                  </a:lnTo>
                  <a:close/>
                </a:path>
                <a:path w="49529" h="40005">
                  <a:moveTo>
                    <a:pt x="19011" y="28448"/>
                  </a:moveTo>
                  <a:lnTo>
                    <a:pt x="18999" y="28321"/>
                  </a:lnTo>
                  <a:lnTo>
                    <a:pt x="18034" y="28321"/>
                  </a:lnTo>
                  <a:lnTo>
                    <a:pt x="18021" y="28194"/>
                  </a:lnTo>
                  <a:lnTo>
                    <a:pt x="18999" y="28194"/>
                  </a:lnTo>
                  <a:lnTo>
                    <a:pt x="18986" y="28067"/>
                  </a:lnTo>
                  <a:lnTo>
                    <a:pt x="18021" y="28067"/>
                  </a:lnTo>
                  <a:lnTo>
                    <a:pt x="18021" y="27813"/>
                  </a:lnTo>
                  <a:lnTo>
                    <a:pt x="18973" y="27813"/>
                  </a:lnTo>
                  <a:lnTo>
                    <a:pt x="18961" y="27432"/>
                  </a:lnTo>
                  <a:lnTo>
                    <a:pt x="18008" y="27432"/>
                  </a:lnTo>
                  <a:lnTo>
                    <a:pt x="18008" y="27178"/>
                  </a:lnTo>
                  <a:lnTo>
                    <a:pt x="18948" y="27178"/>
                  </a:lnTo>
                  <a:lnTo>
                    <a:pt x="18935" y="26924"/>
                  </a:lnTo>
                  <a:lnTo>
                    <a:pt x="18008" y="26924"/>
                  </a:lnTo>
                  <a:lnTo>
                    <a:pt x="17995" y="26797"/>
                  </a:lnTo>
                  <a:lnTo>
                    <a:pt x="18923" y="26797"/>
                  </a:lnTo>
                  <a:lnTo>
                    <a:pt x="18884" y="26289"/>
                  </a:lnTo>
                  <a:lnTo>
                    <a:pt x="17995" y="26289"/>
                  </a:lnTo>
                  <a:lnTo>
                    <a:pt x="17983" y="25654"/>
                  </a:lnTo>
                  <a:lnTo>
                    <a:pt x="17970" y="25400"/>
                  </a:lnTo>
                  <a:lnTo>
                    <a:pt x="18808" y="25400"/>
                  </a:lnTo>
                  <a:lnTo>
                    <a:pt x="18796" y="25273"/>
                  </a:lnTo>
                  <a:lnTo>
                    <a:pt x="17970" y="25273"/>
                  </a:lnTo>
                  <a:lnTo>
                    <a:pt x="17957" y="24384"/>
                  </a:lnTo>
                  <a:lnTo>
                    <a:pt x="17691" y="24511"/>
                  </a:lnTo>
                  <a:lnTo>
                    <a:pt x="17691" y="25565"/>
                  </a:lnTo>
                  <a:lnTo>
                    <a:pt x="17487" y="25400"/>
                  </a:lnTo>
                  <a:lnTo>
                    <a:pt x="17411" y="25273"/>
                  </a:lnTo>
                  <a:lnTo>
                    <a:pt x="17513" y="25781"/>
                  </a:lnTo>
                  <a:lnTo>
                    <a:pt x="17780" y="25908"/>
                  </a:lnTo>
                  <a:lnTo>
                    <a:pt x="17767" y="26416"/>
                  </a:lnTo>
                  <a:lnTo>
                    <a:pt x="17995" y="26416"/>
                  </a:lnTo>
                  <a:lnTo>
                    <a:pt x="17995" y="26670"/>
                  </a:lnTo>
                  <a:lnTo>
                    <a:pt x="17754" y="26670"/>
                  </a:lnTo>
                  <a:lnTo>
                    <a:pt x="17716" y="27559"/>
                  </a:lnTo>
                  <a:lnTo>
                    <a:pt x="18021" y="27559"/>
                  </a:lnTo>
                  <a:lnTo>
                    <a:pt x="18021" y="27686"/>
                  </a:lnTo>
                  <a:lnTo>
                    <a:pt x="17716" y="27686"/>
                  </a:lnTo>
                  <a:lnTo>
                    <a:pt x="17627" y="28067"/>
                  </a:lnTo>
                  <a:lnTo>
                    <a:pt x="17576" y="28194"/>
                  </a:lnTo>
                  <a:lnTo>
                    <a:pt x="17487" y="28575"/>
                  </a:lnTo>
                  <a:lnTo>
                    <a:pt x="18034" y="28575"/>
                  </a:lnTo>
                  <a:lnTo>
                    <a:pt x="18034" y="28448"/>
                  </a:lnTo>
                  <a:lnTo>
                    <a:pt x="19011" y="28448"/>
                  </a:lnTo>
                  <a:close/>
                </a:path>
                <a:path w="49529" h="40005">
                  <a:moveTo>
                    <a:pt x="19189" y="25273"/>
                  </a:moveTo>
                  <a:lnTo>
                    <a:pt x="19126" y="24638"/>
                  </a:lnTo>
                  <a:lnTo>
                    <a:pt x="18923" y="24638"/>
                  </a:lnTo>
                  <a:lnTo>
                    <a:pt x="18897" y="24511"/>
                  </a:lnTo>
                  <a:lnTo>
                    <a:pt x="18796" y="25273"/>
                  </a:lnTo>
                  <a:lnTo>
                    <a:pt x="19189" y="25273"/>
                  </a:lnTo>
                  <a:close/>
                </a:path>
                <a:path w="49529" h="40005">
                  <a:moveTo>
                    <a:pt x="19265" y="26289"/>
                  </a:moveTo>
                  <a:lnTo>
                    <a:pt x="19202" y="25400"/>
                  </a:lnTo>
                  <a:lnTo>
                    <a:pt x="18808" y="25400"/>
                  </a:lnTo>
                  <a:lnTo>
                    <a:pt x="18884" y="26289"/>
                  </a:lnTo>
                  <a:lnTo>
                    <a:pt x="19265" y="26289"/>
                  </a:lnTo>
                  <a:close/>
                </a:path>
                <a:path w="49529" h="40005">
                  <a:moveTo>
                    <a:pt x="19291" y="26797"/>
                  </a:moveTo>
                  <a:lnTo>
                    <a:pt x="18923" y="26797"/>
                  </a:lnTo>
                  <a:lnTo>
                    <a:pt x="18935" y="26924"/>
                  </a:lnTo>
                  <a:lnTo>
                    <a:pt x="19291" y="26924"/>
                  </a:lnTo>
                  <a:lnTo>
                    <a:pt x="19291" y="26797"/>
                  </a:lnTo>
                  <a:close/>
                </a:path>
                <a:path w="49529" h="40005">
                  <a:moveTo>
                    <a:pt x="19342" y="25273"/>
                  </a:moveTo>
                  <a:lnTo>
                    <a:pt x="19189" y="25273"/>
                  </a:lnTo>
                  <a:lnTo>
                    <a:pt x="19202" y="25400"/>
                  </a:lnTo>
                  <a:lnTo>
                    <a:pt x="19329" y="25400"/>
                  </a:lnTo>
                  <a:lnTo>
                    <a:pt x="19342" y="25273"/>
                  </a:lnTo>
                  <a:close/>
                </a:path>
                <a:path w="49529" h="40005">
                  <a:moveTo>
                    <a:pt x="19354" y="24257"/>
                  </a:moveTo>
                  <a:lnTo>
                    <a:pt x="18783" y="24257"/>
                  </a:lnTo>
                  <a:lnTo>
                    <a:pt x="18884" y="24384"/>
                  </a:lnTo>
                  <a:lnTo>
                    <a:pt x="19354" y="24384"/>
                  </a:lnTo>
                  <a:lnTo>
                    <a:pt x="19354" y="24257"/>
                  </a:lnTo>
                  <a:close/>
                </a:path>
                <a:path w="49529" h="40005">
                  <a:moveTo>
                    <a:pt x="19367" y="18669"/>
                  </a:moveTo>
                  <a:lnTo>
                    <a:pt x="18961" y="18415"/>
                  </a:lnTo>
                  <a:lnTo>
                    <a:pt x="18948" y="18288"/>
                  </a:lnTo>
                  <a:lnTo>
                    <a:pt x="18821" y="18288"/>
                  </a:lnTo>
                  <a:lnTo>
                    <a:pt x="18796" y="18669"/>
                  </a:lnTo>
                  <a:lnTo>
                    <a:pt x="19367" y="18669"/>
                  </a:lnTo>
                  <a:close/>
                </a:path>
                <a:path w="49529" h="40005">
                  <a:moveTo>
                    <a:pt x="19418" y="34290"/>
                  </a:moveTo>
                  <a:lnTo>
                    <a:pt x="19151" y="34163"/>
                  </a:lnTo>
                  <a:lnTo>
                    <a:pt x="18986" y="34290"/>
                  </a:lnTo>
                  <a:lnTo>
                    <a:pt x="18846" y="34163"/>
                  </a:lnTo>
                  <a:lnTo>
                    <a:pt x="18859" y="34417"/>
                  </a:lnTo>
                  <a:lnTo>
                    <a:pt x="19405" y="34417"/>
                  </a:lnTo>
                  <a:lnTo>
                    <a:pt x="19418" y="34290"/>
                  </a:lnTo>
                  <a:close/>
                </a:path>
                <a:path w="49529" h="40005">
                  <a:moveTo>
                    <a:pt x="19583" y="32004"/>
                  </a:moveTo>
                  <a:lnTo>
                    <a:pt x="19469" y="31877"/>
                  </a:lnTo>
                  <a:lnTo>
                    <a:pt x="19354" y="31750"/>
                  </a:lnTo>
                  <a:lnTo>
                    <a:pt x="18503" y="32004"/>
                  </a:lnTo>
                  <a:lnTo>
                    <a:pt x="19583" y="32004"/>
                  </a:lnTo>
                  <a:close/>
                </a:path>
                <a:path w="49529" h="40005">
                  <a:moveTo>
                    <a:pt x="19583" y="28194"/>
                  </a:moveTo>
                  <a:lnTo>
                    <a:pt x="18999" y="28194"/>
                  </a:lnTo>
                  <a:lnTo>
                    <a:pt x="18999" y="28321"/>
                  </a:lnTo>
                  <a:lnTo>
                    <a:pt x="19583" y="28321"/>
                  </a:lnTo>
                  <a:lnTo>
                    <a:pt x="19583" y="28194"/>
                  </a:lnTo>
                  <a:close/>
                </a:path>
                <a:path w="49529" h="40005">
                  <a:moveTo>
                    <a:pt x="19596" y="27813"/>
                  </a:moveTo>
                  <a:lnTo>
                    <a:pt x="18973" y="27813"/>
                  </a:lnTo>
                  <a:lnTo>
                    <a:pt x="18986" y="28067"/>
                  </a:lnTo>
                  <a:lnTo>
                    <a:pt x="19583" y="28067"/>
                  </a:lnTo>
                  <a:lnTo>
                    <a:pt x="19596" y="27813"/>
                  </a:lnTo>
                  <a:close/>
                </a:path>
                <a:path w="49529" h="40005">
                  <a:moveTo>
                    <a:pt x="19608" y="27178"/>
                  </a:moveTo>
                  <a:lnTo>
                    <a:pt x="18948" y="27178"/>
                  </a:lnTo>
                  <a:lnTo>
                    <a:pt x="18961" y="27432"/>
                  </a:lnTo>
                  <a:lnTo>
                    <a:pt x="19596" y="27432"/>
                  </a:lnTo>
                  <a:lnTo>
                    <a:pt x="19608" y="27178"/>
                  </a:lnTo>
                  <a:close/>
                </a:path>
                <a:path w="49529" h="40005">
                  <a:moveTo>
                    <a:pt x="19608" y="26797"/>
                  </a:moveTo>
                  <a:lnTo>
                    <a:pt x="19304" y="26797"/>
                  </a:lnTo>
                  <a:lnTo>
                    <a:pt x="19304" y="26924"/>
                  </a:lnTo>
                  <a:lnTo>
                    <a:pt x="19608" y="26924"/>
                  </a:lnTo>
                  <a:lnTo>
                    <a:pt x="19608" y="26797"/>
                  </a:lnTo>
                  <a:close/>
                </a:path>
                <a:path w="49529" h="40005">
                  <a:moveTo>
                    <a:pt x="19621" y="25908"/>
                  </a:moveTo>
                  <a:lnTo>
                    <a:pt x="19329" y="25908"/>
                  </a:lnTo>
                  <a:lnTo>
                    <a:pt x="19316" y="26289"/>
                  </a:lnTo>
                  <a:lnTo>
                    <a:pt x="19621" y="26289"/>
                  </a:lnTo>
                  <a:lnTo>
                    <a:pt x="19621" y="25908"/>
                  </a:lnTo>
                  <a:close/>
                </a:path>
                <a:path w="49529" h="40005">
                  <a:moveTo>
                    <a:pt x="19646" y="24511"/>
                  </a:moveTo>
                  <a:lnTo>
                    <a:pt x="19354" y="24511"/>
                  </a:lnTo>
                  <a:lnTo>
                    <a:pt x="19342" y="25273"/>
                  </a:lnTo>
                  <a:lnTo>
                    <a:pt x="19634" y="25273"/>
                  </a:lnTo>
                  <a:lnTo>
                    <a:pt x="19646" y="24511"/>
                  </a:lnTo>
                  <a:close/>
                </a:path>
                <a:path w="49529" h="40005">
                  <a:moveTo>
                    <a:pt x="19659" y="24003"/>
                  </a:moveTo>
                  <a:lnTo>
                    <a:pt x="19367" y="24003"/>
                  </a:lnTo>
                  <a:lnTo>
                    <a:pt x="19367" y="24130"/>
                  </a:lnTo>
                  <a:lnTo>
                    <a:pt x="19659" y="24130"/>
                  </a:lnTo>
                  <a:lnTo>
                    <a:pt x="19659" y="24003"/>
                  </a:lnTo>
                  <a:close/>
                </a:path>
                <a:path w="49529" h="40005">
                  <a:moveTo>
                    <a:pt x="19659" y="23749"/>
                  </a:moveTo>
                  <a:lnTo>
                    <a:pt x="19367" y="23749"/>
                  </a:lnTo>
                  <a:lnTo>
                    <a:pt x="19367" y="23876"/>
                  </a:lnTo>
                  <a:lnTo>
                    <a:pt x="19659" y="23876"/>
                  </a:lnTo>
                  <a:lnTo>
                    <a:pt x="19659" y="23749"/>
                  </a:lnTo>
                  <a:close/>
                </a:path>
                <a:path w="49529" h="40005">
                  <a:moveTo>
                    <a:pt x="19672" y="23495"/>
                  </a:moveTo>
                  <a:lnTo>
                    <a:pt x="19380" y="23495"/>
                  </a:lnTo>
                  <a:lnTo>
                    <a:pt x="19380" y="23622"/>
                  </a:lnTo>
                  <a:lnTo>
                    <a:pt x="19659" y="23622"/>
                  </a:lnTo>
                  <a:lnTo>
                    <a:pt x="19672" y="23495"/>
                  </a:lnTo>
                  <a:close/>
                </a:path>
                <a:path w="49529" h="40005">
                  <a:moveTo>
                    <a:pt x="19773" y="28067"/>
                  </a:moveTo>
                  <a:lnTo>
                    <a:pt x="19583" y="28067"/>
                  </a:lnTo>
                  <a:lnTo>
                    <a:pt x="19583" y="28194"/>
                  </a:lnTo>
                  <a:lnTo>
                    <a:pt x="19773" y="28194"/>
                  </a:lnTo>
                  <a:lnTo>
                    <a:pt x="19773" y="28067"/>
                  </a:lnTo>
                  <a:close/>
                </a:path>
                <a:path w="49529" h="40005">
                  <a:moveTo>
                    <a:pt x="19799" y="27432"/>
                  </a:moveTo>
                  <a:lnTo>
                    <a:pt x="19596" y="27432"/>
                  </a:lnTo>
                  <a:lnTo>
                    <a:pt x="19596" y="27686"/>
                  </a:lnTo>
                  <a:lnTo>
                    <a:pt x="19786" y="27686"/>
                  </a:lnTo>
                  <a:lnTo>
                    <a:pt x="19799" y="27432"/>
                  </a:lnTo>
                  <a:close/>
                </a:path>
                <a:path w="49529" h="40005">
                  <a:moveTo>
                    <a:pt x="19812" y="26924"/>
                  </a:moveTo>
                  <a:lnTo>
                    <a:pt x="19608" y="26924"/>
                  </a:lnTo>
                  <a:lnTo>
                    <a:pt x="19608" y="27178"/>
                  </a:lnTo>
                  <a:lnTo>
                    <a:pt x="19799" y="27178"/>
                  </a:lnTo>
                  <a:lnTo>
                    <a:pt x="19812" y="26924"/>
                  </a:lnTo>
                  <a:close/>
                </a:path>
                <a:path w="49529" h="40005">
                  <a:moveTo>
                    <a:pt x="19824" y="26289"/>
                  </a:moveTo>
                  <a:lnTo>
                    <a:pt x="19621" y="26289"/>
                  </a:lnTo>
                  <a:lnTo>
                    <a:pt x="19608" y="26797"/>
                  </a:lnTo>
                  <a:lnTo>
                    <a:pt x="19812" y="26797"/>
                  </a:lnTo>
                  <a:lnTo>
                    <a:pt x="19824" y="26289"/>
                  </a:lnTo>
                  <a:close/>
                </a:path>
                <a:path w="49529" h="40005">
                  <a:moveTo>
                    <a:pt x="19862" y="25273"/>
                  </a:moveTo>
                  <a:lnTo>
                    <a:pt x="19634" y="25273"/>
                  </a:lnTo>
                  <a:lnTo>
                    <a:pt x="19634" y="25400"/>
                  </a:lnTo>
                  <a:lnTo>
                    <a:pt x="19850" y="25400"/>
                  </a:lnTo>
                  <a:lnTo>
                    <a:pt x="19862" y="25273"/>
                  </a:lnTo>
                  <a:close/>
                </a:path>
                <a:path w="49529" h="40005">
                  <a:moveTo>
                    <a:pt x="20040" y="28194"/>
                  </a:moveTo>
                  <a:lnTo>
                    <a:pt x="19773" y="28194"/>
                  </a:lnTo>
                  <a:lnTo>
                    <a:pt x="19773" y="28321"/>
                  </a:lnTo>
                  <a:lnTo>
                    <a:pt x="20027" y="28321"/>
                  </a:lnTo>
                  <a:lnTo>
                    <a:pt x="20040" y="28194"/>
                  </a:lnTo>
                  <a:close/>
                </a:path>
                <a:path w="49529" h="40005">
                  <a:moveTo>
                    <a:pt x="20053" y="27686"/>
                  </a:moveTo>
                  <a:lnTo>
                    <a:pt x="19786" y="27686"/>
                  </a:lnTo>
                  <a:lnTo>
                    <a:pt x="19773" y="28067"/>
                  </a:lnTo>
                  <a:lnTo>
                    <a:pt x="20040" y="28067"/>
                  </a:lnTo>
                  <a:lnTo>
                    <a:pt x="20053" y="27686"/>
                  </a:lnTo>
                  <a:close/>
                </a:path>
                <a:path w="49529" h="40005">
                  <a:moveTo>
                    <a:pt x="20091" y="34544"/>
                  </a:moveTo>
                  <a:lnTo>
                    <a:pt x="20053" y="34417"/>
                  </a:lnTo>
                  <a:lnTo>
                    <a:pt x="19405" y="34417"/>
                  </a:lnTo>
                  <a:lnTo>
                    <a:pt x="19392" y="34544"/>
                  </a:lnTo>
                  <a:lnTo>
                    <a:pt x="19900" y="34544"/>
                  </a:lnTo>
                  <a:lnTo>
                    <a:pt x="20091" y="34544"/>
                  </a:lnTo>
                  <a:close/>
                </a:path>
                <a:path w="49529" h="40005">
                  <a:moveTo>
                    <a:pt x="20104" y="27178"/>
                  </a:moveTo>
                  <a:lnTo>
                    <a:pt x="19799" y="27178"/>
                  </a:lnTo>
                  <a:lnTo>
                    <a:pt x="19799" y="27432"/>
                  </a:lnTo>
                  <a:lnTo>
                    <a:pt x="20078" y="27432"/>
                  </a:lnTo>
                  <a:lnTo>
                    <a:pt x="20104" y="27178"/>
                  </a:lnTo>
                  <a:close/>
                </a:path>
                <a:path w="49529" h="40005">
                  <a:moveTo>
                    <a:pt x="20154" y="26797"/>
                  </a:moveTo>
                  <a:lnTo>
                    <a:pt x="19812" y="26797"/>
                  </a:lnTo>
                  <a:lnTo>
                    <a:pt x="19812" y="26924"/>
                  </a:lnTo>
                  <a:lnTo>
                    <a:pt x="20142" y="26924"/>
                  </a:lnTo>
                  <a:lnTo>
                    <a:pt x="20154" y="26797"/>
                  </a:lnTo>
                  <a:close/>
                </a:path>
                <a:path w="49529" h="40005">
                  <a:moveTo>
                    <a:pt x="20218" y="24130"/>
                  </a:moveTo>
                  <a:lnTo>
                    <a:pt x="19659" y="24130"/>
                  </a:lnTo>
                  <a:lnTo>
                    <a:pt x="19646" y="24511"/>
                  </a:lnTo>
                  <a:lnTo>
                    <a:pt x="20129" y="24511"/>
                  </a:lnTo>
                  <a:lnTo>
                    <a:pt x="20218" y="24130"/>
                  </a:lnTo>
                  <a:close/>
                </a:path>
                <a:path w="49529" h="40005">
                  <a:moveTo>
                    <a:pt x="20307" y="25908"/>
                  </a:moveTo>
                  <a:lnTo>
                    <a:pt x="19837" y="25908"/>
                  </a:lnTo>
                  <a:lnTo>
                    <a:pt x="19837" y="26162"/>
                  </a:lnTo>
                  <a:lnTo>
                    <a:pt x="20243" y="26162"/>
                  </a:lnTo>
                  <a:lnTo>
                    <a:pt x="20307" y="25908"/>
                  </a:lnTo>
                  <a:close/>
                </a:path>
                <a:path w="49529" h="40005">
                  <a:moveTo>
                    <a:pt x="20345" y="38989"/>
                  </a:moveTo>
                  <a:lnTo>
                    <a:pt x="20142" y="38989"/>
                  </a:lnTo>
                  <a:lnTo>
                    <a:pt x="20345" y="39116"/>
                  </a:lnTo>
                  <a:lnTo>
                    <a:pt x="20345" y="38989"/>
                  </a:lnTo>
                  <a:close/>
                </a:path>
                <a:path w="49529" h="40005">
                  <a:moveTo>
                    <a:pt x="20383" y="18288"/>
                  </a:moveTo>
                  <a:lnTo>
                    <a:pt x="20281" y="18161"/>
                  </a:lnTo>
                  <a:lnTo>
                    <a:pt x="18948" y="18161"/>
                  </a:lnTo>
                  <a:lnTo>
                    <a:pt x="18948" y="18288"/>
                  </a:lnTo>
                  <a:lnTo>
                    <a:pt x="20383" y="18288"/>
                  </a:lnTo>
                  <a:close/>
                </a:path>
                <a:path w="49529" h="40005">
                  <a:moveTo>
                    <a:pt x="20459" y="23622"/>
                  </a:moveTo>
                  <a:lnTo>
                    <a:pt x="19659" y="23622"/>
                  </a:lnTo>
                  <a:lnTo>
                    <a:pt x="19659" y="23749"/>
                  </a:lnTo>
                  <a:lnTo>
                    <a:pt x="20383" y="23749"/>
                  </a:lnTo>
                  <a:lnTo>
                    <a:pt x="20459" y="23622"/>
                  </a:lnTo>
                  <a:close/>
                </a:path>
                <a:path w="49529" h="40005">
                  <a:moveTo>
                    <a:pt x="20472" y="39497"/>
                  </a:moveTo>
                  <a:lnTo>
                    <a:pt x="20447" y="39370"/>
                  </a:lnTo>
                  <a:lnTo>
                    <a:pt x="20104" y="39497"/>
                  </a:lnTo>
                  <a:lnTo>
                    <a:pt x="20091" y="39243"/>
                  </a:lnTo>
                  <a:lnTo>
                    <a:pt x="20104" y="39116"/>
                  </a:lnTo>
                  <a:lnTo>
                    <a:pt x="20040" y="37465"/>
                  </a:lnTo>
                  <a:lnTo>
                    <a:pt x="18808" y="37465"/>
                  </a:lnTo>
                  <a:lnTo>
                    <a:pt x="18935" y="37084"/>
                  </a:lnTo>
                  <a:lnTo>
                    <a:pt x="20066" y="37084"/>
                  </a:lnTo>
                  <a:lnTo>
                    <a:pt x="20040" y="36576"/>
                  </a:lnTo>
                  <a:lnTo>
                    <a:pt x="19837" y="36576"/>
                  </a:lnTo>
                  <a:lnTo>
                    <a:pt x="19964" y="36322"/>
                  </a:lnTo>
                  <a:lnTo>
                    <a:pt x="20154" y="36195"/>
                  </a:lnTo>
                  <a:lnTo>
                    <a:pt x="20218" y="35687"/>
                  </a:lnTo>
                  <a:lnTo>
                    <a:pt x="20231" y="35560"/>
                  </a:lnTo>
                  <a:lnTo>
                    <a:pt x="20269" y="35179"/>
                  </a:lnTo>
                  <a:lnTo>
                    <a:pt x="20129" y="34798"/>
                  </a:lnTo>
                  <a:lnTo>
                    <a:pt x="19977" y="34544"/>
                  </a:lnTo>
                  <a:lnTo>
                    <a:pt x="19596" y="34798"/>
                  </a:lnTo>
                  <a:lnTo>
                    <a:pt x="19291" y="34925"/>
                  </a:lnTo>
                  <a:lnTo>
                    <a:pt x="19126" y="35052"/>
                  </a:lnTo>
                  <a:lnTo>
                    <a:pt x="19088" y="35179"/>
                  </a:lnTo>
                  <a:lnTo>
                    <a:pt x="19113" y="35052"/>
                  </a:lnTo>
                  <a:lnTo>
                    <a:pt x="19050" y="35306"/>
                  </a:lnTo>
                  <a:lnTo>
                    <a:pt x="18923" y="35509"/>
                  </a:lnTo>
                  <a:lnTo>
                    <a:pt x="18910" y="35306"/>
                  </a:lnTo>
                  <a:lnTo>
                    <a:pt x="19050" y="35306"/>
                  </a:lnTo>
                  <a:lnTo>
                    <a:pt x="19050" y="35102"/>
                  </a:lnTo>
                  <a:lnTo>
                    <a:pt x="18897" y="35179"/>
                  </a:lnTo>
                  <a:lnTo>
                    <a:pt x="18897" y="35560"/>
                  </a:lnTo>
                  <a:lnTo>
                    <a:pt x="18732" y="35687"/>
                  </a:lnTo>
                  <a:lnTo>
                    <a:pt x="18719" y="35560"/>
                  </a:lnTo>
                  <a:lnTo>
                    <a:pt x="18897" y="35560"/>
                  </a:lnTo>
                  <a:lnTo>
                    <a:pt x="18897" y="35179"/>
                  </a:lnTo>
                  <a:lnTo>
                    <a:pt x="18694" y="35179"/>
                  </a:lnTo>
                  <a:lnTo>
                    <a:pt x="18846" y="35052"/>
                  </a:lnTo>
                  <a:lnTo>
                    <a:pt x="19113" y="35052"/>
                  </a:lnTo>
                  <a:lnTo>
                    <a:pt x="19024" y="34925"/>
                  </a:lnTo>
                  <a:lnTo>
                    <a:pt x="18719" y="34925"/>
                  </a:lnTo>
                  <a:lnTo>
                    <a:pt x="18770" y="34798"/>
                  </a:lnTo>
                  <a:lnTo>
                    <a:pt x="18592" y="34925"/>
                  </a:lnTo>
                  <a:lnTo>
                    <a:pt x="18592" y="34798"/>
                  </a:lnTo>
                  <a:lnTo>
                    <a:pt x="18770" y="34798"/>
                  </a:lnTo>
                  <a:lnTo>
                    <a:pt x="18859" y="34645"/>
                  </a:lnTo>
                  <a:lnTo>
                    <a:pt x="18935" y="34798"/>
                  </a:lnTo>
                  <a:lnTo>
                    <a:pt x="19024" y="34925"/>
                  </a:lnTo>
                  <a:lnTo>
                    <a:pt x="19265" y="34925"/>
                  </a:lnTo>
                  <a:lnTo>
                    <a:pt x="19329" y="34798"/>
                  </a:lnTo>
                  <a:lnTo>
                    <a:pt x="19189" y="34798"/>
                  </a:lnTo>
                  <a:lnTo>
                    <a:pt x="19253" y="34632"/>
                  </a:lnTo>
                  <a:lnTo>
                    <a:pt x="18859" y="34544"/>
                  </a:lnTo>
                  <a:lnTo>
                    <a:pt x="18211" y="34544"/>
                  </a:lnTo>
                  <a:lnTo>
                    <a:pt x="18275" y="34798"/>
                  </a:lnTo>
                  <a:lnTo>
                    <a:pt x="17995" y="34798"/>
                  </a:lnTo>
                  <a:lnTo>
                    <a:pt x="17957" y="34925"/>
                  </a:lnTo>
                  <a:lnTo>
                    <a:pt x="17919" y="34798"/>
                  </a:lnTo>
                  <a:lnTo>
                    <a:pt x="17856" y="34544"/>
                  </a:lnTo>
                  <a:lnTo>
                    <a:pt x="17716" y="34798"/>
                  </a:lnTo>
                  <a:lnTo>
                    <a:pt x="17780" y="34417"/>
                  </a:lnTo>
                  <a:lnTo>
                    <a:pt x="18186" y="34417"/>
                  </a:lnTo>
                  <a:lnTo>
                    <a:pt x="18313" y="34417"/>
                  </a:lnTo>
                  <a:lnTo>
                    <a:pt x="18376" y="33401"/>
                  </a:lnTo>
                  <a:lnTo>
                    <a:pt x="18453" y="33274"/>
                  </a:lnTo>
                  <a:lnTo>
                    <a:pt x="12585" y="33274"/>
                  </a:lnTo>
                  <a:lnTo>
                    <a:pt x="12496" y="37719"/>
                  </a:lnTo>
                  <a:lnTo>
                    <a:pt x="12369" y="39624"/>
                  </a:lnTo>
                  <a:lnTo>
                    <a:pt x="20231" y="39624"/>
                  </a:lnTo>
                  <a:lnTo>
                    <a:pt x="20358" y="39497"/>
                  </a:lnTo>
                  <a:close/>
                </a:path>
                <a:path w="49529" h="40005">
                  <a:moveTo>
                    <a:pt x="20485" y="23876"/>
                  </a:moveTo>
                  <a:lnTo>
                    <a:pt x="19659" y="23876"/>
                  </a:lnTo>
                  <a:lnTo>
                    <a:pt x="19659" y="24003"/>
                  </a:lnTo>
                  <a:lnTo>
                    <a:pt x="20421" y="24003"/>
                  </a:lnTo>
                  <a:lnTo>
                    <a:pt x="20485" y="23876"/>
                  </a:lnTo>
                  <a:close/>
                </a:path>
                <a:path w="49529" h="40005">
                  <a:moveTo>
                    <a:pt x="20523" y="25400"/>
                  </a:moveTo>
                  <a:lnTo>
                    <a:pt x="19850" y="25400"/>
                  </a:lnTo>
                  <a:lnTo>
                    <a:pt x="19850" y="25654"/>
                  </a:lnTo>
                  <a:lnTo>
                    <a:pt x="19634" y="25654"/>
                  </a:lnTo>
                  <a:lnTo>
                    <a:pt x="19634" y="25400"/>
                  </a:lnTo>
                  <a:lnTo>
                    <a:pt x="19329" y="25400"/>
                  </a:lnTo>
                  <a:lnTo>
                    <a:pt x="19329" y="25781"/>
                  </a:lnTo>
                  <a:lnTo>
                    <a:pt x="19621" y="25781"/>
                  </a:lnTo>
                  <a:lnTo>
                    <a:pt x="19621" y="25908"/>
                  </a:lnTo>
                  <a:lnTo>
                    <a:pt x="19837" y="25908"/>
                  </a:lnTo>
                  <a:lnTo>
                    <a:pt x="19837" y="25781"/>
                  </a:lnTo>
                  <a:lnTo>
                    <a:pt x="20358" y="25781"/>
                  </a:lnTo>
                  <a:lnTo>
                    <a:pt x="20396" y="25654"/>
                  </a:lnTo>
                  <a:lnTo>
                    <a:pt x="20523" y="25400"/>
                  </a:lnTo>
                  <a:close/>
                </a:path>
                <a:path w="49529" h="40005">
                  <a:moveTo>
                    <a:pt x="20535" y="18161"/>
                  </a:moveTo>
                  <a:lnTo>
                    <a:pt x="20472" y="18034"/>
                  </a:lnTo>
                  <a:lnTo>
                    <a:pt x="20370" y="17780"/>
                  </a:lnTo>
                  <a:lnTo>
                    <a:pt x="20345" y="17653"/>
                  </a:lnTo>
                  <a:lnTo>
                    <a:pt x="20193" y="17780"/>
                  </a:lnTo>
                  <a:lnTo>
                    <a:pt x="20116" y="17399"/>
                  </a:lnTo>
                  <a:lnTo>
                    <a:pt x="20040" y="17272"/>
                  </a:lnTo>
                  <a:lnTo>
                    <a:pt x="19964" y="17145"/>
                  </a:lnTo>
                  <a:lnTo>
                    <a:pt x="19888" y="17272"/>
                  </a:lnTo>
                  <a:lnTo>
                    <a:pt x="19431" y="17272"/>
                  </a:lnTo>
                  <a:lnTo>
                    <a:pt x="19354" y="17526"/>
                  </a:lnTo>
                  <a:lnTo>
                    <a:pt x="19596" y="17653"/>
                  </a:lnTo>
                  <a:lnTo>
                    <a:pt x="19723" y="17653"/>
                  </a:lnTo>
                  <a:lnTo>
                    <a:pt x="19481" y="17653"/>
                  </a:lnTo>
                  <a:lnTo>
                    <a:pt x="19570" y="17780"/>
                  </a:lnTo>
                  <a:lnTo>
                    <a:pt x="19761" y="17780"/>
                  </a:lnTo>
                  <a:lnTo>
                    <a:pt x="20104" y="17907"/>
                  </a:lnTo>
                  <a:lnTo>
                    <a:pt x="20193" y="18034"/>
                  </a:lnTo>
                  <a:lnTo>
                    <a:pt x="20281" y="18161"/>
                  </a:lnTo>
                  <a:lnTo>
                    <a:pt x="20535" y="18161"/>
                  </a:lnTo>
                  <a:close/>
                </a:path>
                <a:path w="49529" h="40005">
                  <a:moveTo>
                    <a:pt x="20548" y="23241"/>
                  </a:moveTo>
                  <a:lnTo>
                    <a:pt x="19697" y="23241"/>
                  </a:lnTo>
                  <a:lnTo>
                    <a:pt x="19672" y="23495"/>
                  </a:lnTo>
                  <a:lnTo>
                    <a:pt x="20535" y="23495"/>
                  </a:lnTo>
                  <a:lnTo>
                    <a:pt x="20548" y="23241"/>
                  </a:lnTo>
                  <a:close/>
                </a:path>
                <a:path w="49529" h="40005">
                  <a:moveTo>
                    <a:pt x="20586" y="37134"/>
                  </a:moveTo>
                  <a:lnTo>
                    <a:pt x="20434" y="37045"/>
                  </a:lnTo>
                  <a:lnTo>
                    <a:pt x="20535" y="37299"/>
                  </a:lnTo>
                  <a:lnTo>
                    <a:pt x="20535" y="37160"/>
                  </a:lnTo>
                  <a:close/>
                </a:path>
                <a:path w="49529" h="40005">
                  <a:moveTo>
                    <a:pt x="20662" y="23622"/>
                  </a:moveTo>
                  <a:lnTo>
                    <a:pt x="20497" y="23622"/>
                  </a:lnTo>
                  <a:lnTo>
                    <a:pt x="20408" y="23749"/>
                  </a:lnTo>
                  <a:lnTo>
                    <a:pt x="20561" y="23749"/>
                  </a:lnTo>
                  <a:lnTo>
                    <a:pt x="20662" y="23622"/>
                  </a:lnTo>
                  <a:close/>
                </a:path>
                <a:path w="49529" h="40005">
                  <a:moveTo>
                    <a:pt x="20662" y="18288"/>
                  </a:moveTo>
                  <a:lnTo>
                    <a:pt x="20383" y="18288"/>
                  </a:lnTo>
                  <a:lnTo>
                    <a:pt x="20637" y="18542"/>
                  </a:lnTo>
                  <a:lnTo>
                    <a:pt x="20662" y="18288"/>
                  </a:lnTo>
                  <a:close/>
                </a:path>
                <a:path w="49529" h="40005">
                  <a:moveTo>
                    <a:pt x="20726" y="22225"/>
                  </a:moveTo>
                  <a:lnTo>
                    <a:pt x="20662" y="21971"/>
                  </a:lnTo>
                  <a:lnTo>
                    <a:pt x="20561" y="22098"/>
                  </a:lnTo>
                  <a:lnTo>
                    <a:pt x="20726" y="22225"/>
                  </a:lnTo>
                  <a:close/>
                </a:path>
                <a:path w="49529" h="40005">
                  <a:moveTo>
                    <a:pt x="20866" y="17907"/>
                  </a:moveTo>
                  <a:lnTo>
                    <a:pt x="20612" y="18034"/>
                  </a:lnTo>
                  <a:lnTo>
                    <a:pt x="20612" y="18161"/>
                  </a:lnTo>
                  <a:lnTo>
                    <a:pt x="20866" y="18161"/>
                  </a:lnTo>
                  <a:lnTo>
                    <a:pt x="20866" y="17907"/>
                  </a:lnTo>
                  <a:close/>
                </a:path>
                <a:path w="49529" h="40005">
                  <a:moveTo>
                    <a:pt x="20904" y="24511"/>
                  </a:moveTo>
                  <a:lnTo>
                    <a:pt x="20129" y="24511"/>
                  </a:lnTo>
                  <a:lnTo>
                    <a:pt x="20053" y="24892"/>
                  </a:lnTo>
                  <a:lnTo>
                    <a:pt x="19939" y="25146"/>
                  </a:lnTo>
                  <a:lnTo>
                    <a:pt x="19862" y="25273"/>
                  </a:lnTo>
                  <a:lnTo>
                    <a:pt x="20612" y="25273"/>
                  </a:lnTo>
                  <a:lnTo>
                    <a:pt x="20637" y="24892"/>
                  </a:lnTo>
                  <a:lnTo>
                    <a:pt x="20904" y="24638"/>
                  </a:lnTo>
                  <a:lnTo>
                    <a:pt x="20904" y="24511"/>
                  </a:lnTo>
                  <a:close/>
                </a:path>
                <a:path w="49529" h="40005">
                  <a:moveTo>
                    <a:pt x="20955" y="24003"/>
                  </a:moveTo>
                  <a:lnTo>
                    <a:pt x="20421" y="24003"/>
                  </a:lnTo>
                  <a:lnTo>
                    <a:pt x="20218" y="24130"/>
                  </a:lnTo>
                  <a:lnTo>
                    <a:pt x="20942" y="24130"/>
                  </a:lnTo>
                  <a:lnTo>
                    <a:pt x="20955" y="24003"/>
                  </a:lnTo>
                  <a:close/>
                </a:path>
                <a:path w="49529" h="40005">
                  <a:moveTo>
                    <a:pt x="21005" y="23622"/>
                  </a:moveTo>
                  <a:lnTo>
                    <a:pt x="20942" y="23495"/>
                  </a:lnTo>
                  <a:lnTo>
                    <a:pt x="20853" y="23329"/>
                  </a:lnTo>
                  <a:lnTo>
                    <a:pt x="20599" y="23495"/>
                  </a:lnTo>
                  <a:lnTo>
                    <a:pt x="20662" y="23622"/>
                  </a:lnTo>
                  <a:lnTo>
                    <a:pt x="21005" y="23622"/>
                  </a:lnTo>
                  <a:close/>
                </a:path>
                <a:path w="49529" h="40005">
                  <a:moveTo>
                    <a:pt x="21018" y="34366"/>
                  </a:moveTo>
                  <a:lnTo>
                    <a:pt x="20955" y="34163"/>
                  </a:lnTo>
                  <a:lnTo>
                    <a:pt x="20916" y="34302"/>
                  </a:lnTo>
                  <a:close/>
                </a:path>
                <a:path w="49529" h="40005">
                  <a:moveTo>
                    <a:pt x="21247" y="23876"/>
                  </a:moveTo>
                  <a:lnTo>
                    <a:pt x="21120" y="23749"/>
                  </a:lnTo>
                  <a:lnTo>
                    <a:pt x="20561" y="23749"/>
                  </a:lnTo>
                  <a:lnTo>
                    <a:pt x="20485" y="23876"/>
                  </a:lnTo>
                  <a:lnTo>
                    <a:pt x="21247" y="23876"/>
                  </a:lnTo>
                  <a:close/>
                </a:path>
                <a:path w="49529" h="40005">
                  <a:moveTo>
                    <a:pt x="21424" y="23622"/>
                  </a:moveTo>
                  <a:lnTo>
                    <a:pt x="21005" y="23622"/>
                  </a:lnTo>
                  <a:lnTo>
                    <a:pt x="21120" y="23749"/>
                  </a:lnTo>
                  <a:lnTo>
                    <a:pt x="21386" y="23749"/>
                  </a:lnTo>
                  <a:lnTo>
                    <a:pt x="21424" y="23622"/>
                  </a:lnTo>
                  <a:close/>
                </a:path>
                <a:path w="49529" h="40005">
                  <a:moveTo>
                    <a:pt x="21475" y="20955"/>
                  </a:moveTo>
                  <a:lnTo>
                    <a:pt x="21361" y="19939"/>
                  </a:lnTo>
                  <a:lnTo>
                    <a:pt x="21310" y="19431"/>
                  </a:lnTo>
                  <a:lnTo>
                    <a:pt x="21120" y="19304"/>
                  </a:lnTo>
                  <a:lnTo>
                    <a:pt x="20942" y="19050"/>
                  </a:lnTo>
                  <a:lnTo>
                    <a:pt x="20993" y="19431"/>
                  </a:lnTo>
                  <a:lnTo>
                    <a:pt x="21082" y="19812"/>
                  </a:lnTo>
                  <a:lnTo>
                    <a:pt x="21196" y="20193"/>
                  </a:lnTo>
                  <a:lnTo>
                    <a:pt x="21285" y="20447"/>
                  </a:lnTo>
                  <a:lnTo>
                    <a:pt x="21374" y="20701"/>
                  </a:lnTo>
                  <a:lnTo>
                    <a:pt x="21475" y="20955"/>
                  </a:lnTo>
                  <a:close/>
                </a:path>
                <a:path w="49529" h="40005">
                  <a:moveTo>
                    <a:pt x="21539" y="37414"/>
                  </a:moveTo>
                  <a:lnTo>
                    <a:pt x="21501" y="37147"/>
                  </a:lnTo>
                  <a:lnTo>
                    <a:pt x="21297" y="36893"/>
                  </a:lnTo>
                  <a:lnTo>
                    <a:pt x="21336" y="37350"/>
                  </a:lnTo>
                  <a:lnTo>
                    <a:pt x="21386" y="37211"/>
                  </a:lnTo>
                  <a:lnTo>
                    <a:pt x="21437" y="37465"/>
                  </a:lnTo>
                  <a:close/>
                </a:path>
                <a:path w="49529" h="40005">
                  <a:moveTo>
                    <a:pt x="21793" y="9525"/>
                  </a:moveTo>
                  <a:lnTo>
                    <a:pt x="21005" y="9525"/>
                  </a:lnTo>
                  <a:lnTo>
                    <a:pt x="20980" y="9779"/>
                  </a:lnTo>
                  <a:lnTo>
                    <a:pt x="21793" y="9779"/>
                  </a:lnTo>
                  <a:lnTo>
                    <a:pt x="21793" y="9525"/>
                  </a:lnTo>
                  <a:close/>
                </a:path>
                <a:path w="49529" h="40005">
                  <a:moveTo>
                    <a:pt x="21793" y="7620"/>
                  </a:moveTo>
                  <a:lnTo>
                    <a:pt x="21170" y="7620"/>
                  </a:lnTo>
                  <a:lnTo>
                    <a:pt x="21145" y="7874"/>
                  </a:lnTo>
                  <a:lnTo>
                    <a:pt x="21793" y="7874"/>
                  </a:lnTo>
                  <a:lnTo>
                    <a:pt x="21793" y="7620"/>
                  </a:lnTo>
                  <a:close/>
                </a:path>
                <a:path w="49529" h="40005">
                  <a:moveTo>
                    <a:pt x="21844" y="31242"/>
                  </a:moveTo>
                  <a:lnTo>
                    <a:pt x="20916" y="31242"/>
                  </a:lnTo>
                  <a:lnTo>
                    <a:pt x="20231" y="30988"/>
                  </a:lnTo>
                  <a:lnTo>
                    <a:pt x="18376" y="30988"/>
                  </a:lnTo>
                  <a:lnTo>
                    <a:pt x="18376" y="31623"/>
                  </a:lnTo>
                  <a:lnTo>
                    <a:pt x="18376" y="30988"/>
                  </a:lnTo>
                  <a:lnTo>
                    <a:pt x="14566" y="30988"/>
                  </a:lnTo>
                  <a:lnTo>
                    <a:pt x="11963" y="31496"/>
                  </a:lnTo>
                  <a:lnTo>
                    <a:pt x="11849" y="31877"/>
                  </a:lnTo>
                  <a:lnTo>
                    <a:pt x="11595" y="31750"/>
                  </a:lnTo>
                  <a:lnTo>
                    <a:pt x="11201" y="31623"/>
                  </a:lnTo>
                  <a:lnTo>
                    <a:pt x="11290" y="31750"/>
                  </a:lnTo>
                  <a:lnTo>
                    <a:pt x="11391" y="32004"/>
                  </a:lnTo>
                  <a:lnTo>
                    <a:pt x="12014" y="32131"/>
                  </a:lnTo>
                  <a:lnTo>
                    <a:pt x="12077" y="32639"/>
                  </a:lnTo>
                  <a:lnTo>
                    <a:pt x="12331" y="32512"/>
                  </a:lnTo>
                  <a:lnTo>
                    <a:pt x="12928" y="32385"/>
                  </a:lnTo>
                  <a:lnTo>
                    <a:pt x="13208" y="32258"/>
                  </a:lnTo>
                  <a:lnTo>
                    <a:pt x="12788" y="32512"/>
                  </a:lnTo>
                  <a:lnTo>
                    <a:pt x="12496" y="32639"/>
                  </a:lnTo>
                  <a:lnTo>
                    <a:pt x="12623" y="32639"/>
                  </a:lnTo>
                  <a:lnTo>
                    <a:pt x="12585" y="33020"/>
                  </a:lnTo>
                  <a:lnTo>
                    <a:pt x="12585" y="33147"/>
                  </a:lnTo>
                  <a:lnTo>
                    <a:pt x="18719" y="33147"/>
                  </a:lnTo>
                  <a:lnTo>
                    <a:pt x="18757" y="32893"/>
                  </a:lnTo>
                  <a:lnTo>
                    <a:pt x="18745" y="33020"/>
                  </a:lnTo>
                  <a:lnTo>
                    <a:pt x="18961" y="33020"/>
                  </a:lnTo>
                  <a:lnTo>
                    <a:pt x="19062" y="32893"/>
                  </a:lnTo>
                  <a:lnTo>
                    <a:pt x="19278" y="32639"/>
                  </a:lnTo>
                  <a:lnTo>
                    <a:pt x="19304" y="32893"/>
                  </a:lnTo>
                  <a:lnTo>
                    <a:pt x="19773" y="32893"/>
                  </a:lnTo>
                  <a:lnTo>
                    <a:pt x="19672" y="32385"/>
                  </a:lnTo>
                  <a:lnTo>
                    <a:pt x="19215" y="32385"/>
                  </a:lnTo>
                  <a:lnTo>
                    <a:pt x="19494" y="32258"/>
                  </a:lnTo>
                  <a:lnTo>
                    <a:pt x="19735" y="32258"/>
                  </a:lnTo>
                  <a:lnTo>
                    <a:pt x="19799" y="32131"/>
                  </a:lnTo>
                  <a:lnTo>
                    <a:pt x="17995" y="32131"/>
                  </a:lnTo>
                  <a:lnTo>
                    <a:pt x="17665" y="32004"/>
                  </a:lnTo>
                  <a:lnTo>
                    <a:pt x="17538" y="32131"/>
                  </a:lnTo>
                  <a:lnTo>
                    <a:pt x="17322" y="32004"/>
                  </a:lnTo>
                  <a:lnTo>
                    <a:pt x="17665" y="32004"/>
                  </a:lnTo>
                  <a:lnTo>
                    <a:pt x="18503" y="32004"/>
                  </a:lnTo>
                  <a:lnTo>
                    <a:pt x="18415" y="31877"/>
                  </a:lnTo>
                  <a:lnTo>
                    <a:pt x="18351" y="31737"/>
                  </a:lnTo>
                  <a:lnTo>
                    <a:pt x="19138" y="31623"/>
                  </a:lnTo>
                  <a:lnTo>
                    <a:pt x="19354" y="31496"/>
                  </a:lnTo>
                  <a:lnTo>
                    <a:pt x="19405" y="31750"/>
                  </a:lnTo>
                  <a:lnTo>
                    <a:pt x="19519" y="31623"/>
                  </a:lnTo>
                  <a:lnTo>
                    <a:pt x="19634" y="31496"/>
                  </a:lnTo>
                  <a:lnTo>
                    <a:pt x="19634" y="31750"/>
                  </a:lnTo>
                  <a:lnTo>
                    <a:pt x="19786" y="31623"/>
                  </a:lnTo>
                  <a:lnTo>
                    <a:pt x="19799" y="31496"/>
                  </a:lnTo>
                  <a:lnTo>
                    <a:pt x="19812" y="31369"/>
                  </a:lnTo>
                  <a:lnTo>
                    <a:pt x="20015" y="31496"/>
                  </a:lnTo>
                  <a:lnTo>
                    <a:pt x="20040" y="31623"/>
                  </a:lnTo>
                  <a:lnTo>
                    <a:pt x="20396" y="31623"/>
                  </a:lnTo>
                  <a:lnTo>
                    <a:pt x="20434" y="31496"/>
                  </a:lnTo>
                  <a:lnTo>
                    <a:pt x="20269" y="31496"/>
                  </a:lnTo>
                  <a:lnTo>
                    <a:pt x="21183" y="31369"/>
                  </a:lnTo>
                  <a:lnTo>
                    <a:pt x="21844" y="31242"/>
                  </a:lnTo>
                  <a:close/>
                </a:path>
                <a:path w="49529" h="40005">
                  <a:moveTo>
                    <a:pt x="21907" y="22479"/>
                  </a:moveTo>
                  <a:lnTo>
                    <a:pt x="21678" y="22479"/>
                  </a:lnTo>
                  <a:lnTo>
                    <a:pt x="21551" y="22098"/>
                  </a:lnTo>
                  <a:lnTo>
                    <a:pt x="21488" y="21971"/>
                  </a:lnTo>
                  <a:lnTo>
                    <a:pt x="21424" y="21844"/>
                  </a:lnTo>
                  <a:lnTo>
                    <a:pt x="21196" y="21717"/>
                  </a:lnTo>
                  <a:lnTo>
                    <a:pt x="21094" y="21082"/>
                  </a:lnTo>
                  <a:lnTo>
                    <a:pt x="21005" y="20828"/>
                  </a:lnTo>
                  <a:lnTo>
                    <a:pt x="20916" y="20574"/>
                  </a:lnTo>
                  <a:lnTo>
                    <a:pt x="20840" y="20447"/>
                  </a:lnTo>
                  <a:lnTo>
                    <a:pt x="20764" y="20320"/>
                  </a:lnTo>
                  <a:lnTo>
                    <a:pt x="20726" y="22225"/>
                  </a:lnTo>
                  <a:lnTo>
                    <a:pt x="20396" y="22377"/>
                  </a:lnTo>
                  <a:lnTo>
                    <a:pt x="20078" y="22098"/>
                  </a:lnTo>
                  <a:lnTo>
                    <a:pt x="19862" y="21971"/>
                  </a:lnTo>
                  <a:lnTo>
                    <a:pt x="19812" y="21717"/>
                  </a:lnTo>
                  <a:lnTo>
                    <a:pt x="19392" y="21590"/>
                  </a:lnTo>
                  <a:lnTo>
                    <a:pt x="19164" y="21463"/>
                  </a:lnTo>
                  <a:lnTo>
                    <a:pt x="19227" y="21336"/>
                  </a:lnTo>
                  <a:lnTo>
                    <a:pt x="19304" y="21209"/>
                  </a:lnTo>
                  <a:lnTo>
                    <a:pt x="19164" y="21209"/>
                  </a:lnTo>
                  <a:lnTo>
                    <a:pt x="19164" y="20955"/>
                  </a:lnTo>
                  <a:lnTo>
                    <a:pt x="19494" y="20828"/>
                  </a:lnTo>
                  <a:lnTo>
                    <a:pt x="19723" y="20955"/>
                  </a:lnTo>
                  <a:lnTo>
                    <a:pt x="20053" y="21082"/>
                  </a:lnTo>
                  <a:lnTo>
                    <a:pt x="20104" y="21209"/>
                  </a:lnTo>
                  <a:lnTo>
                    <a:pt x="20231" y="21463"/>
                  </a:lnTo>
                  <a:lnTo>
                    <a:pt x="20510" y="21717"/>
                  </a:lnTo>
                  <a:lnTo>
                    <a:pt x="20396" y="21209"/>
                  </a:lnTo>
                  <a:lnTo>
                    <a:pt x="20294" y="20955"/>
                  </a:lnTo>
                  <a:lnTo>
                    <a:pt x="20256" y="20828"/>
                  </a:lnTo>
                  <a:lnTo>
                    <a:pt x="19494" y="20701"/>
                  </a:lnTo>
                  <a:lnTo>
                    <a:pt x="18542" y="19939"/>
                  </a:lnTo>
                  <a:lnTo>
                    <a:pt x="18630" y="19685"/>
                  </a:lnTo>
                  <a:lnTo>
                    <a:pt x="18681" y="19558"/>
                  </a:lnTo>
                  <a:lnTo>
                    <a:pt x="18935" y="19558"/>
                  </a:lnTo>
                  <a:lnTo>
                    <a:pt x="18935" y="19431"/>
                  </a:lnTo>
                  <a:lnTo>
                    <a:pt x="19037" y="19558"/>
                  </a:lnTo>
                  <a:lnTo>
                    <a:pt x="19177" y="19431"/>
                  </a:lnTo>
                  <a:lnTo>
                    <a:pt x="19240" y="19558"/>
                  </a:lnTo>
                  <a:lnTo>
                    <a:pt x="19316" y="19685"/>
                  </a:lnTo>
                  <a:lnTo>
                    <a:pt x="19672" y="19939"/>
                  </a:lnTo>
                  <a:lnTo>
                    <a:pt x="19710" y="20066"/>
                  </a:lnTo>
                  <a:lnTo>
                    <a:pt x="19913" y="19939"/>
                  </a:lnTo>
                  <a:lnTo>
                    <a:pt x="19761" y="19837"/>
                  </a:lnTo>
                  <a:lnTo>
                    <a:pt x="19875" y="19685"/>
                  </a:lnTo>
                  <a:lnTo>
                    <a:pt x="19989" y="19939"/>
                  </a:lnTo>
                  <a:lnTo>
                    <a:pt x="20104" y="20066"/>
                  </a:lnTo>
                  <a:lnTo>
                    <a:pt x="20205" y="20193"/>
                  </a:lnTo>
                  <a:lnTo>
                    <a:pt x="20269" y="20320"/>
                  </a:lnTo>
                  <a:lnTo>
                    <a:pt x="20332" y="20447"/>
                  </a:lnTo>
                  <a:lnTo>
                    <a:pt x="20459" y="20701"/>
                  </a:lnTo>
                  <a:lnTo>
                    <a:pt x="20548" y="21082"/>
                  </a:lnTo>
                  <a:lnTo>
                    <a:pt x="20662" y="21209"/>
                  </a:lnTo>
                  <a:lnTo>
                    <a:pt x="20726" y="22225"/>
                  </a:lnTo>
                  <a:lnTo>
                    <a:pt x="20726" y="20243"/>
                  </a:lnTo>
                  <a:lnTo>
                    <a:pt x="20624" y="20066"/>
                  </a:lnTo>
                  <a:lnTo>
                    <a:pt x="20548" y="19939"/>
                  </a:lnTo>
                  <a:lnTo>
                    <a:pt x="20472" y="19812"/>
                  </a:lnTo>
                  <a:lnTo>
                    <a:pt x="20408" y="19685"/>
                  </a:lnTo>
                  <a:lnTo>
                    <a:pt x="20332" y="19558"/>
                  </a:lnTo>
                  <a:lnTo>
                    <a:pt x="20256" y="19431"/>
                  </a:lnTo>
                  <a:lnTo>
                    <a:pt x="20193" y="19304"/>
                  </a:lnTo>
                  <a:lnTo>
                    <a:pt x="19583" y="18796"/>
                  </a:lnTo>
                  <a:lnTo>
                    <a:pt x="18796" y="18796"/>
                  </a:lnTo>
                  <a:lnTo>
                    <a:pt x="18592" y="18923"/>
                  </a:lnTo>
                  <a:lnTo>
                    <a:pt x="18427" y="18923"/>
                  </a:lnTo>
                  <a:lnTo>
                    <a:pt x="18376" y="19050"/>
                  </a:lnTo>
                  <a:lnTo>
                    <a:pt x="18275" y="19304"/>
                  </a:lnTo>
                  <a:lnTo>
                    <a:pt x="18224" y="19431"/>
                  </a:lnTo>
                  <a:lnTo>
                    <a:pt x="17881" y="19431"/>
                  </a:lnTo>
                  <a:lnTo>
                    <a:pt x="17818" y="19304"/>
                  </a:lnTo>
                  <a:lnTo>
                    <a:pt x="17716" y="18923"/>
                  </a:lnTo>
                  <a:lnTo>
                    <a:pt x="17691" y="18796"/>
                  </a:lnTo>
                  <a:lnTo>
                    <a:pt x="15659" y="18796"/>
                  </a:lnTo>
                  <a:lnTo>
                    <a:pt x="15659" y="24003"/>
                  </a:lnTo>
                  <a:lnTo>
                    <a:pt x="15138" y="24003"/>
                  </a:lnTo>
                  <a:lnTo>
                    <a:pt x="15113" y="23876"/>
                  </a:lnTo>
                  <a:lnTo>
                    <a:pt x="15062" y="23495"/>
                  </a:lnTo>
                  <a:lnTo>
                    <a:pt x="15468" y="23495"/>
                  </a:lnTo>
                  <a:lnTo>
                    <a:pt x="15252" y="23622"/>
                  </a:lnTo>
                  <a:lnTo>
                    <a:pt x="15544" y="23749"/>
                  </a:lnTo>
                  <a:lnTo>
                    <a:pt x="15659" y="24003"/>
                  </a:lnTo>
                  <a:lnTo>
                    <a:pt x="15659" y="18796"/>
                  </a:lnTo>
                  <a:lnTo>
                    <a:pt x="13893" y="18796"/>
                  </a:lnTo>
                  <a:lnTo>
                    <a:pt x="13919" y="18923"/>
                  </a:lnTo>
                  <a:lnTo>
                    <a:pt x="13855" y="18796"/>
                  </a:lnTo>
                  <a:lnTo>
                    <a:pt x="11988" y="18796"/>
                  </a:lnTo>
                  <a:lnTo>
                    <a:pt x="11861" y="19685"/>
                  </a:lnTo>
                  <a:lnTo>
                    <a:pt x="11785" y="19812"/>
                  </a:lnTo>
                  <a:lnTo>
                    <a:pt x="11633" y="19812"/>
                  </a:lnTo>
                  <a:lnTo>
                    <a:pt x="11658" y="20193"/>
                  </a:lnTo>
                  <a:lnTo>
                    <a:pt x="11366" y="20320"/>
                  </a:lnTo>
                  <a:lnTo>
                    <a:pt x="10604" y="20447"/>
                  </a:lnTo>
                  <a:lnTo>
                    <a:pt x="10629" y="20574"/>
                  </a:lnTo>
                  <a:lnTo>
                    <a:pt x="10731" y="20955"/>
                  </a:lnTo>
                  <a:lnTo>
                    <a:pt x="10845" y="21336"/>
                  </a:lnTo>
                  <a:lnTo>
                    <a:pt x="10960" y="21717"/>
                  </a:lnTo>
                  <a:lnTo>
                    <a:pt x="11074" y="22098"/>
                  </a:lnTo>
                  <a:lnTo>
                    <a:pt x="11163" y="22479"/>
                  </a:lnTo>
                  <a:lnTo>
                    <a:pt x="11264" y="23495"/>
                  </a:lnTo>
                  <a:lnTo>
                    <a:pt x="10985" y="23495"/>
                  </a:lnTo>
                  <a:lnTo>
                    <a:pt x="10312" y="23749"/>
                  </a:lnTo>
                  <a:lnTo>
                    <a:pt x="9334" y="24003"/>
                  </a:lnTo>
                  <a:lnTo>
                    <a:pt x="9334" y="24257"/>
                  </a:lnTo>
                  <a:lnTo>
                    <a:pt x="10109" y="24257"/>
                  </a:lnTo>
                  <a:lnTo>
                    <a:pt x="10541" y="24130"/>
                  </a:lnTo>
                  <a:lnTo>
                    <a:pt x="10541" y="24003"/>
                  </a:lnTo>
                  <a:lnTo>
                    <a:pt x="10744" y="24130"/>
                  </a:lnTo>
                  <a:lnTo>
                    <a:pt x="10896" y="24003"/>
                  </a:lnTo>
                  <a:lnTo>
                    <a:pt x="11061" y="23876"/>
                  </a:lnTo>
                  <a:lnTo>
                    <a:pt x="11645" y="23876"/>
                  </a:lnTo>
                  <a:lnTo>
                    <a:pt x="11722" y="24003"/>
                  </a:lnTo>
                  <a:lnTo>
                    <a:pt x="11811" y="24130"/>
                  </a:lnTo>
                  <a:lnTo>
                    <a:pt x="11899" y="24257"/>
                  </a:lnTo>
                  <a:lnTo>
                    <a:pt x="16268" y="24257"/>
                  </a:lnTo>
                  <a:lnTo>
                    <a:pt x="16395" y="24003"/>
                  </a:lnTo>
                  <a:lnTo>
                    <a:pt x="16433" y="23876"/>
                  </a:lnTo>
                  <a:lnTo>
                    <a:pt x="16484" y="24257"/>
                  </a:lnTo>
                  <a:lnTo>
                    <a:pt x="16675" y="24257"/>
                  </a:lnTo>
                  <a:lnTo>
                    <a:pt x="16675" y="24130"/>
                  </a:lnTo>
                  <a:lnTo>
                    <a:pt x="16878" y="24130"/>
                  </a:lnTo>
                  <a:lnTo>
                    <a:pt x="16852" y="24257"/>
                  </a:lnTo>
                  <a:lnTo>
                    <a:pt x="16675" y="24257"/>
                  </a:lnTo>
                  <a:lnTo>
                    <a:pt x="16687" y="24384"/>
                  </a:lnTo>
                  <a:lnTo>
                    <a:pt x="17894" y="24384"/>
                  </a:lnTo>
                  <a:lnTo>
                    <a:pt x="17919" y="24257"/>
                  </a:lnTo>
                  <a:lnTo>
                    <a:pt x="17145" y="24257"/>
                  </a:lnTo>
                  <a:lnTo>
                    <a:pt x="17195" y="24130"/>
                  </a:lnTo>
                  <a:lnTo>
                    <a:pt x="17246" y="24003"/>
                  </a:lnTo>
                  <a:lnTo>
                    <a:pt x="17424" y="24130"/>
                  </a:lnTo>
                  <a:lnTo>
                    <a:pt x="17462" y="24003"/>
                  </a:lnTo>
                  <a:lnTo>
                    <a:pt x="17487" y="23876"/>
                  </a:lnTo>
                  <a:lnTo>
                    <a:pt x="17526" y="23622"/>
                  </a:lnTo>
                  <a:lnTo>
                    <a:pt x="17602" y="23876"/>
                  </a:lnTo>
                  <a:lnTo>
                    <a:pt x="17932" y="24003"/>
                  </a:lnTo>
                  <a:lnTo>
                    <a:pt x="17894" y="23622"/>
                  </a:lnTo>
                  <a:lnTo>
                    <a:pt x="17894" y="23495"/>
                  </a:lnTo>
                  <a:lnTo>
                    <a:pt x="18122" y="23495"/>
                  </a:lnTo>
                  <a:lnTo>
                    <a:pt x="18415" y="23495"/>
                  </a:lnTo>
                  <a:lnTo>
                    <a:pt x="19380" y="23495"/>
                  </a:lnTo>
                  <a:lnTo>
                    <a:pt x="19380" y="23241"/>
                  </a:lnTo>
                  <a:lnTo>
                    <a:pt x="18732" y="23241"/>
                  </a:lnTo>
                  <a:lnTo>
                    <a:pt x="18415" y="23380"/>
                  </a:lnTo>
                  <a:lnTo>
                    <a:pt x="18440" y="23114"/>
                  </a:lnTo>
                  <a:lnTo>
                    <a:pt x="18770" y="23114"/>
                  </a:lnTo>
                  <a:lnTo>
                    <a:pt x="18732" y="22987"/>
                  </a:lnTo>
                  <a:lnTo>
                    <a:pt x="19240" y="22606"/>
                  </a:lnTo>
                  <a:lnTo>
                    <a:pt x="19291" y="22733"/>
                  </a:lnTo>
                  <a:lnTo>
                    <a:pt x="19380" y="23241"/>
                  </a:lnTo>
                  <a:lnTo>
                    <a:pt x="19697" y="23241"/>
                  </a:lnTo>
                  <a:lnTo>
                    <a:pt x="19761" y="22606"/>
                  </a:lnTo>
                  <a:lnTo>
                    <a:pt x="19773" y="22479"/>
                  </a:lnTo>
                  <a:lnTo>
                    <a:pt x="20167" y="22479"/>
                  </a:lnTo>
                  <a:lnTo>
                    <a:pt x="20358" y="22479"/>
                  </a:lnTo>
                  <a:lnTo>
                    <a:pt x="20447" y="22606"/>
                  </a:lnTo>
                  <a:lnTo>
                    <a:pt x="20535" y="22733"/>
                  </a:lnTo>
                  <a:lnTo>
                    <a:pt x="20612" y="22606"/>
                  </a:lnTo>
                  <a:lnTo>
                    <a:pt x="20548" y="23241"/>
                  </a:lnTo>
                  <a:lnTo>
                    <a:pt x="20789" y="23241"/>
                  </a:lnTo>
                  <a:lnTo>
                    <a:pt x="20904" y="22606"/>
                  </a:lnTo>
                  <a:lnTo>
                    <a:pt x="21170" y="22479"/>
                  </a:lnTo>
                  <a:lnTo>
                    <a:pt x="21234" y="22606"/>
                  </a:lnTo>
                  <a:lnTo>
                    <a:pt x="21310" y="22733"/>
                  </a:lnTo>
                  <a:lnTo>
                    <a:pt x="21463" y="22606"/>
                  </a:lnTo>
                  <a:lnTo>
                    <a:pt x="21729" y="22606"/>
                  </a:lnTo>
                  <a:lnTo>
                    <a:pt x="21767" y="22733"/>
                  </a:lnTo>
                  <a:lnTo>
                    <a:pt x="21907" y="22733"/>
                  </a:lnTo>
                  <a:lnTo>
                    <a:pt x="21907" y="22606"/>
                  </a:lnTo>
                  <a:lnTo>
                    <a:pt x="21907" y="22479"/>
                  </a:lnTo>
                  <a:close/>
                </a:path>
                <a:path w="49529" h="40005">
                  <a:moveTo>
                    <a:pt x="21945" y="18161"/>
                  </a:moveTo>
                  <a:lnTo>
                    <a:pt x="20866" y="18161"/>
                  </a:lnTo>
                  <a:lnTo>
                    <a:pt x="20662" y="18288"/>
                  </a:lnTo>
                  <a:lnTo>
                    <a:pt x="21945" y="18288"/>
                  </a:lnTo>
                  <a:lnTo>
                    <a:pt x="21945" y="18161"/>
                  </a:lnTo>
                  <a:close/>
                </a:path>
                <a:path w="49529" h="40005">
                  <a:moveTo>
                    <a:pt x="21945" y="9779"/>
                  </a:moveTo>
                  <a:lnTo>
                    <a:pt x="21793" y="9779"/>
                  </a:lnTo>
                  <a:lnTo>
                    <a:pt x="21793" y="10541"/>
                  </a:lnTo>
                  <a:lnTo>
                    <a:pt x="21932" y="10287"/>
                  </a:lnTo>
                  <a:lnTo>
                    <a:pt x="21945" y="9779"/>
                  </a:lnTo>
                  <a:close/>
                </a:path>
                <a:path w="49529" h="40005">
                  <a:moveTo>
                    <a:pt x="21971" y="36309"/>
                  </a:moveTo>
                  <a:lnTo>
                    <a:pt x="21932" y="36131"/>
                  </a:lnTo>
                  <a:lnTo>
                    <a:pt x="21856" y="36309"/>
                  </a:lnTo>
                  <a:close/>
                </a:path>
                <a:path w="49529" h="40005">
                  <a:moveTo>
                    <a:pt x="21996" y="39890"/>
                  </a:moveTo>
                  <a:lnTo>
                    <a:pt x="21932" y="39522"/>
                  </a:lnTo>
                  <a:lnTo>
                    <a:pt x="21932" y="39890"/>
                  </a:lnTo>
                  <a:close/>
                </a:path>
                <a:path w="49529" h="40005">
                  <a:moveTo>
                    <a:pt x="22047" y="7874"/>
                  </a:moveTo>
                  <a:lnTo>
                    <a:pt x="21793" y="7874"/>
                  </a:lnTo>
                  <a:lnTo>
                    <a:pt x="21793" y="9525"/>
                  </a:lnTo>
                  <a:lnTo>
                    <a:pt x="21958" y="9525"/>
                  </a:lnTo>
                  <a:lnTo>
                    <a:pt x="22047" y="7874"/>
                  </a:lnTo>
                  <a:close/>
                </a:path>
                <a:path w="49529" h="40005">
                  <a:moveTo>
                    <a:pt x="22098" y="34645"/>
                  </a:moveTo>
                  <a:lnTo>
                    <a:pt x="22059" y="34417"/>
                  </a:lnTo>
                  <a:lnTo>
                    <a:pt x="22059" y="34645"/>
                  </a:lnTo>
                  <a:close/>
                </a:path>
                <a:path w="49529" h="40005">
                  <a:moveTo>
                    <a:pt x="22148" y="12954"/>
                  </a:moveTo>
                  <a:close/>
                </a:path>
                <a:path w="49529" h="40005">
                  <a:moveTo>
                    <a:pt x="22174" y="28321"/>
                  </a:moveTo>
                  <a:lnTo>
                    <a:pt x="20027" y="28321"/>
                  </a:lnTo>
                  <a:lnTo>
                    <a:pt x="20015" y="28575"/>
                  </a:lnTo>
                  <a:lnTo>
                    <a:pt x="22098" y="28575"/>
                  </a:lnTo>
                  <a:lnTo>
                    <a:pt x="22174" y="28321"/>
                  </a:lnTo>
                  <a:close/>
                </a:path>
                <a:path w="49529" h="40005">
                  <a:moveTo>
                    <a:pt x="22288" y="28067"/>
                  </a:moveTo>
                  <a:lnTo>
                    <a:pt x="20040" y="28067"/>
                  </a:lnTo>
                  <a:lnTo>
                    <a:pt x="20040" y="28194"/>
                  </a:lnTo>
                  <a:lnTo>
                    <a:pt x="22288" y="28194"/>
                  </a:lnTo>
                  <a:lnTo>
                    <a:pt x="22288" y="28067"/>
                  </a:lnTo>
                  <a:close/>
                </a:path>
                <a:path w="49529" h="40005">
                  <a:moveTo>
                    <a:pt x="22288" y="25781"/>
                  </a:moveTo>
                  <a:lnTo>
                    <a:pt x="20358" y="25781"/>
                  </a:lnTo>
                  <a:lnTo>
                    <a:pt x="20307" y="25908"/>
                  </a:lnTo>
                  <a:lnTo>
                    <a:pt x="22288" y="25908"/>
                  </a:lnTo>
                  <a:lnTo>
                    <a:pt x="22288" y="25781"/>
                  </a:lnTo>
                  <a:close/>
                </a:path>
                <a:path w="49529" h="40005">
                  <a:moveTo>
                    <a:pt x="22288" y="25273"/>
                  </a:moveTo>
                  <a:lnTo>
                    <a:pt x="20612" y="25273"/>
                  </a:lnTo>
                  <a:lnTo>
                    <a:pt x="20523" y="25400"/>
                  </a:lnTo>
                  <a:lnTo>
                    <a:pt x="22288" y="25400"/>
                  </a:lnTo>
                  <a:lnTo>
                    <a:pt x="22288" y="25273"/>
                  </a:lnTo>
                  <a:close/>
                </a:path>
                <a:path w="49529" h="40005">
                  <a:moveTo>
                    <a:pt x="22288" y="23622"/>
                  </a:moveTo>
                  <a:lnTo>
                    <a:pt x="21463" y="23622"/>
                  </a:lnTo>
                  <a:lnTo>
                    <a:pt x="21450" y="23749"/>
                  </a:lnTo>
                  <a:lnTo>
                    <a:pt x="22288" y="23749"/>
                  </a:lnTo>
                  <a:lnTo>
                    <a:pt x="22288" y="23622"/>
                  </a:lnTo>
                  <a:close/>
                </a:path>
                <a:path w="49529" h="40005">
                  <a:moveTo>
                    <a:pt x="22301" y="35725"/>
                  </a:moveTo>
                  <a:lnTo>
                    <a:pt x="22161" y="35699"/>
                  </a:lnTo>
                  <a:lnTo>
                    <a:pt x="22263" y="35877"/>
                  </a:lnTo>
                  <a:lnTo>
                    <a:pt x="22301" y="35725"/>
                  </a:lnTo>
                  <a:close/>
                </a:path>
                <a:path w="49529" h="40005">
                  <a:moveTo>
                    <a:pt x="22390" y="23495"/>
                  </a:moveTo>
                  <a:lnTo>
                    <a:pt x="22123" y="23241"/>
                  </a:lnTo>
                  <a:lnTo>
                    <a:pt x="20993" y="23241"/>
                  </a:lnTo>
                  <a:lnTo>
                    <a:pt x="22390" y="23495"/>
                  </a:lnTo>
                  <a:close/>
                </a:path>
                <a:path w="49529" h="40005">
                  <a:moveTo>
                    <a:pt x="22440" y="22225"/>
                  </a:moveTo>
                  <a:lnTo>
                    <a:pt x="22288" y="22225"/>
                  </a:lnTo>
                  <a:lnTo>
                    <a:pt x="22288" y="23241"/>
                  </a:lnTo>
                  <a:lnTo>
                    <a:pt x="22428" y="23114"/>
                  </a:lnTo>
                  <a:lnTo>
                    <a:pt x="22440" y="22225"/>
                  </a:lnTo>
                  <a:close/>
                </a:path>
                <a:path w="49529" h="40005">
                  <a:moveTo>
                    <a:pt x="22479" y="12700"/>
                  </a:moveTo>
                  <a:lnTo>
                    <a:pt x="22250" y="12700"/>
                  </a:lnTo>
                  <a:lnTo>
                    <a:pt x="22275" y="12852"/>
                  </a:lnTo>
                  <a:lnTo>
                    <a:pt x="22479" y="12700"/>
                  </a:lnTo>
                  <a:close/>
                </a:path>
                <a:path w="49529" h="40005">
                  <a:moveTo>
                    <a:pt x="22491" y="23749"/>
                  </a:moveTo>
                  <a:lnTo>
                    <a:pt x="22288" y="23749"/>
                  </a:lnTo>
                  <a:lnTo>
                    <a:pt x="21399" y="23876"/>
                  </a:lnTo>
                  <a:lnTo>
                    <a:pt x="21348" y="24003"/>
                  </a:lnTo>
                  <a:lnTo>
                    <a:pt x="22440" y="24003"/>
                  </a:lnTo>
                  <a:lnTo>
                    <a:pt x="22491" y="23749"/>
                  </a:lnTo>
                  <a:close/>
                </a:path>
                <a:path w="49529" h="40005">
                  <a:moveTo>
                    <a:pt x="22504" y="38773"/>
                  </a:moveTo>
                  <a:lnTo>
                    <a:pt x="22352" y="38760"/>
                  </a:lnTo>
                  <a:lnTo>
                    <a:pt x="22504" y="38925"/>
                  </a:lnTo>
                  <a:lnTo>
                    <a:pt x="22504" y="38773"/>
                  </a:lnTo>
                  <a:close/>
                </a:path>
                <a:path w="49529" h="40005">
                  <a:moveTo>
                    <a:pt x="22580" y="28321"/>
                  </a:moveTo>
                  <a:lnTo>
                    <a:pt x="22453" y="28194"/>
                  </a:lnTo>
                  <a:lnTo>
                    <a:pt x="22288" y="28194"/>
                  </a:lnTo>
                  <a:lnTo>
                    <a:pt x="22288" y="28321"/>
                  </a:lnTo>
                  <a:lnTo>
                    <a:pt x="22580" y="28321"/>
                  </a:lnTo>
                  <a:close/>
                </a:path>
                <a:path w="49529" h="40005">
                  <a:moveTo>
                    <a:pt x="22580" y="24257"/>
                  </a:moveTo>
                  <a:lnTo>
                    <a:pt x="22288" y="24257"/>
                  </a:lnTo>
                  <a:lnTo>
                    <a:pt x="22288" y="24130"/>
                  </a:lnTo>
                  <a:lnTo>
                    <a:pt x="20942" y="24130"/>
                  </a:lnTo>
                  <a:lnTo>
                    <a:pt x="20904" y="24511"/>
                  </a:lnTo>
                  <a:lnTo>
                    <a:pt x="22288" y="24511"/>
                  </a:lnTo>
                  <a:lnTo>
                    <a:pt x="22288" y="24384"/>
                  </a:lnTo>
                  <a:lnTo>
                    <a:pt x="22567" y="24384"/>
                  </a:lnTo>
                  <a:lnTo>
                    <a:pt x="22580" y="24257"/>
                  </a:lnTo>
                  <a:close/>
                </a:path>
                <a:path w="49529" h="40005">
                  <a:moveTo>
                    <a:pt x="22593" y="34188"/>
                  </a:moveTo>
                  <a:lnTo>
                    <a:pt x="22453" y="34302"/>
                  </a:lnTo>
                  <a:lnTo>
                    <a:pt x="22593" y="34188"/>
                  </a:lnTo>
                  <a:close/>
                </a:path>
                <a:path w="49529" h="40005">
                  <a:moveTo>
                    <a:pt x="22618" y="23876"/>
                  </a:moveTo>
                  <a:lnTo>
                    <a:pt x="22440" y="24003"/>
                  </a:lnTo>
                  <a:lnTo>
                    <a:pt x="22606" y="24003"/>
                  </a:lnTo>
                  <a:lnTo>
                    <a:pt x="22618" y="23876"/>
                  </a:lnTo>
                  <a:close/>
                </a:path>
                <a:path w="49529" h="40005">
                  <a:moveTo>
                    <a:pt x="22682" y="21717"/>
                  </a:moveTo>
                  <a:lnTo>
                    <a:pt x="22644" y="20320"/>
                  </a:lnTo>
                  <a:lnTo>
                    <a:pt x="22288" y="20320"/>
                  </a:lnTo>
                  <a:lnTo>
                    <a:pt x="22288" y="22098"/>
                  </a:lnTo>
                  <a:lnTo>
                    <a:pt x="22440" y="22098"/>
                  </a:lnTo>
                  <a:lnTo>
                    <a:pt x="22453" y="21844"/>
                  </a:lnTo>
                  <a:lnTo>
                    <a:pt x="22682" y="21717"/>
                  </a:lnTo>
                  <a:close/>
                </a:path>
                <a:path w="49529" h="40005">
                  <a:moveTo>
                    <a:pt x="22682" y="19939"/>
                  </a:moveTo>
                  <a:lnTo>
                    <a:pt x="22288" y="19812"/>
                  </a:lnTo>
                  <a:lnTo>
                    <a:pt x="22288" y="20193"/>
                  </a:lnTo>
                  <a:lnTo>
                    <a:pt x="22656" y="20193"/>
                  </a:lnTo>
                  <a:lnTo>
                    <a:pt x="22682" y="19939"/>
                  </a:lnTo>
                  <a:close/>
                </a:path>
                <a:path w="49529" h="40005">
                  <a:moveTo>
                    <a:pt x="22694" y="36690"/>
                  </a:moveTo>
                  <a:lnTo>
                    <a:pt x="22504" y="36550"/>
                  </a:lnTo>
                  <a:lnTo>
                    <a:pt x="22529" y="36868"/>
                  </a:lnTo>
                  <a:lnTo>
                    <a:pt x="22694" y="36690"/>
                  </a:lnTo>
                  <a:close/>
                </a:path>
                <a:path w="49529" h="40005">
                  <a:moveTo>
                    <a:pt x="22758" y="12192"/>
                  </a:moveTo>
                  <a:lnTo>
                    <a:pt x="22440" y="11938"/>
                  </a:lnTo>
                  <a:lnTo>
                    <a:pt x="22402" y="12192"/>
                  </a:lnTo>
                  <a:lnTo>
                    <a:pt x="22758" y="12192"/>
                  </a:lnTo>
                  <a:close/>
                </a:path>
                <a:path w="49529" h="40005">
                  <a:moveTo>
                    <a:pt x="22987" y="11760"/>
                  </a:moveTo>
                  <a:lnTo>
                    <a:pt x="22821" y="11684"/>
                  </a:lnTo>
                  <a:lnTo>
                    <a:pt x="22821" y="11938"/>
                  </a:lnTo>
                  <a:lnTo>
                    <a:pt x="22987" y="11760"/>
                  </a:lnTo>
                  <a:close/>
                </a:path>
                <a:path w="49529" h="40005">
                  <a:moveTo>
                    <a:pt x="23152" y="37299"/>
                  </a:moveTo>
                  <a:lnTo>
                    <a:pt x="23088" y="37109"/>
                  </a:lnTo>
                  <a:lnTo>
                    <a:pt x="23152" y="37299"/>
                  </a:lnTo>
                  <a:close/>
                </a:path>
                <a:path w="49529" h="40005">
                  <a:moveTo>
                    <a:pt x="23190" y="12446"/>
                  </a:moveTo>
                  <a:lnTo>
                    <a:pt x="22974" y="12446"/>
                  </a:lnTo>
                  <a:lnTo>
                    <a:pt x="22771" y="12700"/>
                  </a:lnTo>
                  <a:lnTo>
                    <a:pt x="22479" y="12700"/>
                  </a:lnTo>
                  <a:lnTo>
                    <a:pt x="22453" y="13030"/>
                  </a:lnTo>
                  <a:lnTo>
                    <a:pt x="23025" y="13081"/>
                  </a:lnTo>
                  <a:lnTo>
                    <a:pt x="23126" y="12700"/>
                  </a:lnTo>
                  <a:lnTo>
                    <a:pt x="23190" y="12446"/>
                  </a:lnTo>
                  <a:close/>
                </a:path>
                <a:path w="49529" h="40005">
                  <a:moveTo>
                    <a:pt x="23215" y="571"/>
                  </a:moveTo>
                  <a:lnTo>
                    <a:pt x="23190" y="419"/>
                  </a:lnTo>
                  <a:lnTo>
                    <a:pt x="23139" y="571"/>
                  </a:lnTo>
                  <a:close/>
                </a:path>
                <a:path w="49529" h="40005">
                  <a:moveTo>
                    <a:pt x="23266" y="8610"/>
                  </a:moveTo>
                  <a:lnTo>
                    <a:pt x="23190" y="8864"/>
                  </a:lnTo>
                  <a:lnTo>
                    <a:pt x="23266" y="8610"/>
                  </a:lnTo>
                  <a:close/>
                </a:path>
                <a:path w="49529" h="40005">
                  <a:moveTo>
                    <a:pt x="23266" y="8521"/>
                  </a:moveTo>
                  <a:close/>
                </a:path>
                <a:path w="49529" h="40005">
                  <a:moveTo>
                    <a:pt x="23291" y="38061"/>
                  </a:moveTo>
                  <a:lnTo>
                    <a:pt x="23190" y="37858"/>
                  </a:lnTo>
                  <a:lnTo>
                    <a:pt x="23088" y="37985"/>
                  </a:lnTo>
                  <a:lnTo>
                    <a:pt x="23279" y="38176"/>
                  </a:lnTo>
                  <a:close/>
                </a:path>
                <a:path w="49529" h="40005">
                  <a:moveTo>
                    <a:pt x="23291" y="36474"/>
                  </a:moveTo>
                  <a:lnTo>
                    <a:pt x="23164" y="36626"/>
                  </a:lnTo>
                  <a:lnTo>
                    <a:pt x="23291" y="36474"/>
                  </a:lnTo>
                  <a:close/>
                </a:path>
                <a:path w="49529" h="40005">
                  <a:moveTo>
                    <a:pt x="23469" y="39281"/>
                  </a:moveTo>
                  <a:lnTo>
                    <a:pt x="23342" y="39408"/>
                  </a:lnTo>
                  <a:lnTo>
                    <a:pt x="23469" y="39281"/>
                  </a:lnTo>
                  <a:close/>
                </a:path>
                <a:path w="49529" h="40005">
                  <a:moveTo>
                    <a:pt x="23507" y="20193"/>
                  </a:moveTo>
                  <a:lnTo>
                    <a:pt x="22656" y="20193"/>
                  </a:lnTo>
                  <a:lnTo>
                    <a:pt x="22644" y="20320"/>
                  </a:lnTo>
                  <a:lnTo>
                    <a:pt x="23507" y="20320"/>
                  </a:lnTo>
                  <a:lnTo>
                    <a:pt x="23507" y="20193"/>
                  </a:lnTo>
                  <a:close/>
                </a:path>
                <a:path w="49529" h="40005">
                  <a:moveTo>
                    <a:pt x="23596" y="22225"/>
                  </a:moveTo>
                  <a:lnTo>
                    <a:pt x="23583" y="22098"/>
                  </a:lnTo>
                  <a:lnTo>
                    <a:pt x="22440" y="22098"/>
                  </a:lnTo>
                  <a:lnTo>
                    <a:pt x="22440" y="22225"/>
                  </a:lnTo>
                  <a:lnTo>
                    <a:pt x="23596" y="22225"/>
                  </a:lnTo>
                  <a:close/>
                </a:path>
                <a:path w="49529" h="40005">
                  <a:moveTo>
                    <a:pt x="23698" y="20193"/>
                  </a:moveTo>
                  <a:lnTo>
                    <a:pt x="23685" y="19558"/>
                  </a:lnTo>
                  <a:lnTo>
                    <a:pt x="23507" y="19685"/>
                  </a:lnTo>
                  <a:lnTo>
                    <a:pt x="23507" y="20193"/>
                  </a:lnTo>
                  <a:lnTo>
                    <a:pt x="23698" y="20193"/>
                  </a:lnTo>
                  <a:close/>
                </a:path>
                <a:path w="49529" h="40005">
                  <a:moveTo>
                    <a:pt x="23774" y="11684"/>
                  </a:moveTo>
                  <a:lnTo>
                    <a:pt x="23291" y="11684"/>
                  </a:lnTo>
                  <a:lnTo>
                    <a:pt x="23723" y="11430"/>
                  </a:lnTo>
                  <a:lnTo>
                    <a:pt x="20840" y="11430"/>
                  </a:lnTo>
                  <a:lnTo>
                    <a:pt x="20828" y="11684"/>
                  </a:lnTo>
                  <a:lnTo>
                    <a:pt x="22821" y="11684"/>
                  </a:lnTo>
                  <a:lnTo>
                    <a:pt x="23037" y="11684"/>
                  </a:lnTo>
                  <a:lnTo>
                    <a:pt x="22974" y="12446"/>
                  </a:lnTo>
                  <a:lnTo>
                    <a:pt x="23393" y="12192"/>
                  </a:lnTo>
                  <a:lnTo>
                    <a:pt x="23774" y="11684"/>
                  </a:lnTo>
                  <a:close/>
                </a:path>
                <a:path w="49529" h="40005">
                  <a:moveTo>
                    <a:pt x="23787" y="24892"/>
                  </a:moveTo>
                  <a:lnTo>
                    <a:pt x="22466" y="24892"/>
                  </a:lnTo>
                  <a:lnTo>
                    <a:pt x="22491" y="25019"/>
                  </a:lnTo>
                  <a:lnTo>
                    <a:pt x="23787" y="25019"/>
                  </a:lnTo>
                  <a:lnTo>
                    <a:pt x="23787" y="24892"/>
                  </a:lnTo>
                  <a:close/>
                </a:path>
                <a:path w="49529" h="40005">
                  <a:moveTo>
                    <a:pt x="23787" y="23749"/>
                  </a:moveTo>
                  <a:lnTo>
                    <a:pt x="23749" y="23495"/>
                  </a:lnTo>
                  <a:lnTo>
                    <a:pt x="22390" y="23495"/>
                  </a:lnTo>
                  <a:lnTo>
                    <a:pt x="22491" y="23749"/>
                  </a:lnTo>
                  <a:lnTo>
                    <a:pt x="23787" y="23749"/>
                  </a:lnTo>
                  <a:close/>
                </a:path>
                <a:path w="49529" h="40005">
                  <a:moveTo>
                    <a:pt x="23799" y="26924"/>
                  </a:moveTo>
                  <a:lnTo>
                    <a:pt x="22415" y="26924"/>
                  </a:lnTo>
                  <a:lnTo>
                    <a:pt x="22415" y="27051"/>
                  </a:lnTo>
                  <a:lnTo>
                    <a:pt x="23799" y="27051"/>
                  </a:lnTo>
                  <a:lnTo>
                    <a:pt x="23799" y="26924"/>
                  </a:lnTo>
                  <a:close/>
                </a:path>
                <a:path w="49529" h="40005">
                  <a:moveTo>
                    <a:pt x="23799" y="26289"/>
                  </a:moveTo>
                  <a:lnTo>
                    <a:pt x="22390" y="26289"/>
                  </a:lnTo>
                  <a:lnTo>
                    <a:pt x="22390" y="26162"/>
                  </a:lnTo>
                  <a:lnTo>
                    <a:pt x="20243" y="26162"/>
                  </a:lnTo>
                  <a:lnTo>
                    <a:pt x="20154" y="26797"/>
                  </a:lnTo>
                  <a:lnTo>
                    <a:pt x="22402" y="26797"/>
                  </a:lnTo>
                  <a:lnTo>
                    <a:pt x="22390" y="26479"/>
                  </a:lnTo>
                  <a:lnTo>
                    <a:pt x="22402" y="26670"/>
                  </a:lnTo>
                  <a:lnTo>
                    <a:pt x="23799" y="26670"/>
                  </a:lnTo>
                  <a:lnTo>
                    <a:pt x="23799" y="26289"/>
                  </a:lnTo>
                  <a:close/>
                </a:path>
                <a:path w="49529" h="40005">
                  <a:moveTo>
                    <a:pt x="23799" y="25654"/>
                  </a:moveTo>
                  <a:lnTo>
                    <a:pt x="22377" y="25654"/>
                  </a:lnTo>
                  <a:lnTo>
                    <a:pt x="22377" y="25908"/>
                  </a:lnTo>
                  <a:lnTo>
                    <a:pt x="23799" y="25908"/>
                  </a:lnTo>
                  <a:lnTo>
                    <a:pt x="23799" y="25654"/>
                  </a:lnTo>
                  <a:close/>
                </a:path>
                <a:path w="49529" h="40005">
                  <a:moveTo>
                    <a:pt x="23799" y="24003"/>
                  </a:moveTo>
                  <a:lnTo>
                    <a:pt x="22606" y="24003"/>
                  </a:lnTo>
                  <a:lnTo>
                    <a:pt x="22580" y="24257"/>
                  </a:lnTo>
                  <a:lnTo>
                    <a:pt x="23787" y="24257"/>
                  </a:lnTo>
                  <a:lnTo>
                    <a:pt x="23799" y="24003"/>
                  </a:lnTo>
                  <a:close/>
                </a:path>
                <a:path w="49529" h="40005">
                  <a:moveTo>
                    <a:pt x="23850" y="6096"/>
                  </a:moveTo>
                  <a:lnTo>
                    <a:pt x="23837" y="5842"/>
                  </a:lnTo>
                  <a:lnTo>
                    <a:pt x="2514" y="5842"/>
                  </a:lnTo>
                  <a:lnTo>
                    <a:pt x="2184" y="5588"/>
                  </a:lnTo>
                  <a:lnTo>
                    <a:pt x="23825" y="5588"/>
                  </a:lnTo>
                  <a:lnTo>
                    <a:pt x="23812" y="5334"/>
                  </a:lnTo>
                  <a:lnTo>
                    <a:pt x="1435" y="5334"/>
                  </a:lnTo>
                  <a:lnTo>
                    <a:pt x="1600" y="5080"/>
                  </a:lnTo>
                  <a:lnTo>
                    <a:pt x="23799" y="5080"/>
                  </a:lnTo>
                  <a:lnTo>
                    <a:pt x="23774" y="4318"/>
                  </a:lnTo>
                  <a:lnTo>
                    <a:pt x="21704" y="4318"/>
                  </a:lnTo>
                  <a:lnTo>
                    <a:pt x="21818" y="3048"/>
                  </a:lnTo>
                  <a:lnTo>
                    <a:pt x="22275" y="3048"/>
                  </a:lnTo>
                  <a:lnTo>
                    <a:pt x="22275" y="2921"/>
                  </a:lnTo>
                  <a:lnTo>
                    <a:pt x="22021" y="2921"/>
                  </a:lnTo>
                  <a:lnTo>
                    <a:pt x="21805" y="2667"/>
                  </a:lnTo>
                  <a:lnTo>
                    <a:pt x="21513" y="2667"/>
                  </a:lnTo>
                  <a:lnTo>
                    <a:pt x="21132" y="2921"/>
                  </a:lnTo>
                  <a:lnTo>
                    <a:pt x="21234" y="2159"/>
                  </a:lnTo>
                  <a:lnTo>
                    <a:pt x="21374" y="2159"/>
                  </a:lnTo>
                  <a:lnTo>
                    <a:pt x="21374" y="1905"/>
                  </a:lnTo>
                  <a:lnTo>
                    <a:pt x="20218" y="2032"/>
                  </a:lnTo>
                  <a:lnTo>
                    <a:pt x="20370" y="1905"/>
                  </a:lnTo>
                  <a:lnTo>
                    <a:pt x="20421" y="1397"/>
                  </a:lnTo>
                  <a:lnTo>
                    <a:pt x="19862" y="889"/>
                  </a:lnTo>
                  <a:lnTo>
                    <a:pt x="19989" y="635"/>
                  </a:lnTo>
                  <a:lnTo>
                    <a:pt x="20053" y="508"/>
                  </a:lnTo>
                  <a:lnTo>
                    <a:pt x="19926" y="508"/>
                  </a:lnTo>
                  <a:lnTo>
                    <a:pt x="19888" y="0"/>
                  </a:lnTo>
                  <a:lnTo>
                    <a:pt x="19710" y="0"/>
                  </a:lnTo>
                  <a:lnTo>
                    <a:pt x="15887" y="2667"/>
                  </a:lnTo>
                  <a:lnTo>
                    <a:pt x="10299" y="4064"/>
                  </a:lnTo>
                  <a:lnTo>
                    <a:pt x="1270" y="4648"/>
                  </a:lnTo>
                  <a:lnTo>
                    <a:pt x="1270" y="5080"/>
                  </a:lnTo>
                  <a:lnTo>
                    <a:pt x="1130" y="5207"/>
                  </a:lnTo>
                  <a:lnTo>
                    <a:pt x="1117" y="5080"/>
                  </a:lnTo>
                  <a:lnTo>
                    <a:pt x="1270" y="5080"/>
                  </a:lnTo>
                  <a:lnTo>
                    <a:pt x="1270" y="4648"/>
                  </a:lnTo>
                  <a:lnTo>
                    <a:pt x="330" y="4699"/>
                  </a:lnTo>
                  <a:lnTo>
                    <a:pt x="0" y="4699"/>
                  </a:lnTo>
                  <a:lnTo>
                    <a:pt x="101" y="5080"/>
                  </a:lnTo>
                  <a:lnTo>
                    <a:pt x="177" y="5334"/>
                  </a:lnTo>
                  <a:lnTo>
                    <a:pt x="228" y="5588"/>
                  </a:lnTo>
                  <a:lnTo>
                    <a:pt x="381" y="5842"/>
                  </a:lnTo>
                  <a:lnTo>
                    <a:pt x="609" y="6096"/>
                  </a:lnTo>
                  <a:lnTo>
                    <a:pt x="660" y="5334"/>
                  </a:lnTo>
                  <a:lnTo>
                    <a:pt x="889" y="5588"/>
                  </a:lnTo>
                  <a:lnTo>
                    <a:pt x="1143" y="5334"/>
                  </a:lnTo>
                  <a:lnTo>
                    <a:pt x="1130" y="5588"/>
                  </a:lnTo>
                  <a:lnTo>
                    <a:pt x="1689" y="5791"/>
                  </a:lnTo>
                  <a:lnTo>
                    <a:pt x="1841" y="5842"/>
                  </a:lnTo>
                  <a:lnTo>
                    <a:pt x="1663" y="5842"/>
                  </a:lnTo>
                  <a:lnTo>
                    <a:pt x="1765" y="6096"/>
                  </a:lnTo>
                  <a:lnTo>
                    <a:pt x="2019" y="6096"/>
                  </a:lnTo>
                  <a:lnTo>
                    <a:pt x="2044" y="6223"/>
                  </a:lnTo>
                  <a:lnTo>
                    <a:pt x="1816" y="6096"/>
                  </a:lnTo>
                  <a:lnTo>
                    <a:pt x="2070" y="6350"/>
                  </a:lnTo>
                  <a:lnTo>
                    <a:pt x="1473" y="6350"/>
                  </a:lnTo>
                  <a:lnTo>
                    <a:pt x="1562" y="7112"/>
                  </a:lnTo>
                  <a:lnTo>
                    <a:pt x="1968" y="7366"/>
                  </a:lnTo>
                  <a:lnTo>
                    <a:pt x="1778" y="7366"/>
                  </a:lnTo>
                  <a:lnTo>
                    <a:pt x="1765" y="7620"/>
                  </a:lnTo>
                  <a:lnTo>
                    <a:pt x="2171" y="7785"/>
                  </a:lnTo>
                  <a:lnTo>
                    <a:pt x="2197" y="7620"/>
                  </a:lnTo>
                  <a:lnTo>
                    <a:pt x="13030" y="7620"/>
                  </a:lnTo>
                  <a:lnTo>
                    <a:pt x="13322" y="7366"/>
                  </a:lnTo>
                  <a:lnTo>
                    <a:pt x="14109" y="6858"/>
                  </a:lnTo>
                  <a:lnTo>
                    <a:pt x="15836" y="6858"/>
                  </a:lnTo>
                  <a:lnTo>
                    <a:pt x="15773" y="7366"/>
                  </a:lnTo>
                  <a:lnTo>
                    <a:pt x="15278" y="7366"/>
                  </a:lnTo>
                  <a:lnTo>
                    <a:pt x="14998" y="7620"/>
                  </a:lnTo>
                  <a:lnTo>
                    <a:pt x="15227" y="7620"/>
                  </a:lnTo>
                  <a:lnTo>
                    <a:pt x="15252" y="7493"/>
                  </a:lnTo>
                  <a:lnTo>
                    <a:pt x="15303" y="7620"/>
                  </a:lnTo>
                  <a:lnTo>
                    <a:pt x="21170" y="7620"/>
                  </a:lnTo>
                  <a:lnTo>
                    <a:pt x="21221" y="7112"/>
                  </a:lnTo>
                  <a:lnTo>
                    <a:pt x="21247" y="6858"/>
                  </a:lnTo>
                  <a:lnTo>
                    <a:pt x="21297" y="6350"/>
                  </a:lnTo>
                  <a:lnTo>
                    <a:pt x="2298" y="6350"/>
                  </a:lnTo>
                  <a:lnTo>
                    <a:pt x="2247" y="6096"/>
                  </a:lnTo>
                  <a:lnTo>
                    <a:pt x="2082" y="6096"/>
                  </a:lnTo>
                  <a:lnTo>
                    <a:pt x="2006" y="5842"/>
                  </a:lnTo>
                  <a:lnTo>
                    <a:pt x="2413" y="6096"/>
                  </a:lnTo>
                  <a:lnTo>
                    <a:pt x="21336" y="6096"/>
                  </a:lnTo>
                  <a:lnTo>
                    <a:pt x="21297" y="6350"/>
                  </a:lnTo>
                  <a:lnTo>
                    <a:pt x="21615" y="6350"/>
                  </a:lnTo>
                  <a:lnTo>
                    <a:pt x="21488" y="6096"/>
                  </a:lnTo>
                  <a:lnTo>
                    <a:pt x="23850" y="6096"/>
                  </a:lnTo>
                  <a:close/>
                </a:path>
                <a:path w="49529" h="40005">
                  <a:moveTo>
                    <a:pt x="23863" y="6350"/>
                  </a:moveTo>
                  <a:lnTo>
                    <a:pt x="21615" y="6350"/>
                  </a:lnTo>
                  <a:lnTo>
                    <a:pt x="21971" y="6604"/>
                  </a:lnTo>
                  <a:lnTo>
                    <a:pt x="21793" y="6604"/>
                  </a:lnTo>
                  <a:lnTo>
                    <a:pt x="21793" y="7620"/>
                  </a:lnTo>
                  <a:lnTo>
                    <a:pt x="22059" y="7620"/>
                  </a:lnTo>
                  <a:lnTo>
                    <a:pt x="22085" y="7112"/>
                  </a:lnTo>
                  <a:lnTo>
                    <a:pt x="22669" y="7112"/>
                  </a:lnTo>
                  <a:lnTo>
                    <a:pt x="22707" y="7366"/>
                  </a:lnTo>
                  <a:lnTo>
                    <a:pt x="22860" y="7112"/>
                  </a:lnTo>
                  <a:lnTo>
                    <a:pt x="23063" y="7112"/>
                  </a:lnTo>
                  <a:lnTo>
                    <a:pt x="23190" y="6604"/>
                  </a:lnTo>
                  <a:lnTo>
                    <a:pt x="23291" y="6858"/>
                  </a:lnTo>
                  <a:lnTo>
                    <a:pt x="23393" y="7112"/>
                  </a:lnTo>
                  <a:lnTo>
                    <a:pt x="23418" y="6858"/>
                  </a:lnTo>
                  <a:lnTo>
                    <a:pt x="23647" y="6858"/>
                  </a:lnTo>
                  <a:lnTo>
                    <a:pt x="23749" y="6604"/>
                  </a:lnTo>
                  <a:lnTo>
                    <a:pt x="23863" y="6350"/>
                  </a:lnTo>
                  <a:close/>
                </a:path>
                <a:path w="49529" h="40005">
                  <a:moveTo>
                    <a:pt x="23888" y="27559"/>
                  </a:moveTo>
                  <a:lnTo>
                    <a:pt x="23812" y="27305"/>
                  </a:lnTo>
                  <a:lnTo>
                    <a:pt x="22428" y="27305"/>
                  </a:lnTo>
                  <a:lnTo>
                    <a:pt x="22415" y="27051"/>
                  </a:lnTo>
                  <a:lnTo>
                    <a:pt x="22288" y="27051"/>
                  </a:lnTo>
                  <a:lnTo>
                    <a:pt x="22288" y="26924"/>
                  </a:lnTo>
                  <a:lnTo>
                    <a:pt x="20142" y="26924"/>
                  </a:lnTo>
                  <a:lnTo>
                    <a:pt x="20104" y="27178"/>
                  </a:lnTo>
                  <a:lnTo>
                    <a:pt x="22288" y="27178"/>
                  </a:lnTo>
                  <a:lnTo>
                    <a:pt x="22288" y="27432"/>
                  </a:lnTo>
                  <a:lnTo>
                    <a:pt x="22428" y="27432"/>
                  </a:lnTo>
                  <a:lnTo>
                    <a:pt x="22428" y="27559"/>
                  </a:lnTo>
                  <a:lnTo>
                    <a:pt x="23888" y="27559"/>
                  </a:lnTo>
                  <a:close/>
                </a:path>
                <a:path w="49529" h="40005">
                  <a:moveTo>
                    <a:pt x="23914" y="25146"/>
                  </a:moveTo>
                  <a:lnTo>
                    <a:pt x="22707" y="25146"/>
                  </a:lnTo>
                  <a:lnTo>
                    <a:pt x="22580" y="25234"/>
                  </a:lnTo>
                  <a:lnTo>
                    <a:pt x="22415" y="25400"/>
                  </a:lnTo>
                  <a:lnTo>
                    <a:pt x="22555" y="25400"/>
                  </a:lnTo>
                  <a:lnTo>
                    <a:pt x="23787" y="25400"/>
                  </a:lnTo>
                  <a:lnTo>
                    <a:pt x="23787" y="25273"/>
                  </a:lnTo>
                  <a:lnTo>
                    <a:pt x="23914" y="25146"/>
                  </a:lnTo>
                  <a:close/>
                </a:path>
                <a:path w="49529" h="40005">
                  <a:moveTo>
                    <a:pt x="23964" y="24638"/>
                  </a:moveTo>
                  <a:lnTo>
                    <a:pt x="23787" y="24638"/>
                  </a:lnTo>
                  <a:lnTo>
                    <a:pt x="23939" y="24765"/>
                  </a:lnTo>
                  <a:lnTo>
                    <a:pt x="23964" y="24638"/>
                  </a:lnTo>
                  <a:close/>
                </a:path>
                <a:path w="49529" h="40005">
                  <a:moveTo>
                    <a:pt x="24041" y="28321"/>
                  </a:moveTo>
                  <a:lnTo>
                    <a:pt x="22580" y="28321"/>
                  </a:lnTo>
                  <a:lnTo>
                    <a:pt x="22644" y="28575"/>
                  </a:lnTo>
                  <a:lnTo>
                    <a:pt x="23876" y="28575"/>
                  </a:lnTo>
                  <a:lnTo>
                    <a:pt x="24028" y="28448"/>
                  </a:lnTo>
                  <a:lnTo>
                    <a:pt x="24041" y="28321"/>
                  </a:lnTo>
                  <a:close/>
                </a:path>
                <a:path w="49529" h="40005">
                  <a:moveTo>
                    <a:pt x="24041" y="27813"/>
                  </a:moveTo>
                  <a:lnTo>
                    <a:pt x="23964" y="27686"/>
                  </a:lnTo>
                  <a:lnTo>
                    <a:pt x="22428" y="27686"/>
                  </a:lnTo>
                  <a:lnTo>
                    <a:pt x="22288" y="27559"/>
                  </a:lnTo>
                  <a:lnTo>
                    <a:pt x="22288" y="27432"/>
                  </a:lnTo>
                  <a:lnTo>
                    <a:pt x="20078" y="27432"/>
                  </a:lnTo>
                  <a:lnTo>
                    <a:pt x="20053" y="27686"/>
                  </a:lnTo>
                  <a:lnTo>
                    <a:pt x="22288" y="27686"/>
                  </a:lnTo>
                  <a:lnTo>
                    <a:pt x="22288" y="28067"/>
                  </a:lnTo>
                  <a:lnTo>
                    <a:pt x="22440" y="28067"/>
                  </a:lnTo>
                  <a:lnTo>
                    <a:pt x="22440" y="27813"/>
                  </a:lnTo>
                  <a:lnTo>
                    <a:pt x="24041" y="27813"/>
                  </a:lnTo>
                  <a:close/>
                </a:path>
                <a:path w="49529" h="40005">
                  <a:moveTo>
                    <a:pt x="24053" y="24511"/>
                  </a:moveTo>
                  <a:lnTo>
                    <a:pt x="23952" y="24257"/>
                  </a:lnTo>
                  <a:lnTo>
                    <a:pt x="23787" y="24257"/>
                  </a:lnTo>
                  <a:lnTo>
                    <a:pt x="23787" y="24384"/>
                  </a:lnTo>
                  <a:lnTo>
                    <a:pt x="22567" y="24384"/>
                  </a:lnTo>
                  <a:lnTo>
                    <a:pt x="22555" y="24511"/>
                  </a:lnTo>
                  <a:lnTo>
                    <a:pt x="22377" y="24384"/>
                  </a:lnTo>
                  <a:lnTo>
                    <a:pt x="22402" y="24638"/>
                  </a:lnTo>
                  <a:lnTo>
                    <a:pt x="23787" y="24638"/>
                  </a:lnTo>
                  <a:lnTo>
                    <a:pt x="23787" y="24511"/>
                  </a:lnTo>
                  <a:lnTo>
                    <a:pt x="24053" y="24511"/>
                  </a:lnTo>
                  <a:close/>
                </a:path>
                <a:path w="49529" h="40005">
                  <a:moveTo>
                    <a:pt x="24104" y="24638"/>
                  </a:moveTo>
                  <a:lnTo>
                    <a:pt x="23964" y="24638"/>
                  </a:lnTo>
                  <a:lnTo>
                    <a:pt x="23952" y="24765"/>
                  </a:lnTo>
                  <a:lnTo>
                    <a:pt x="24104" y="24765"/>
                  </a:lnTo>
                  <a:lnTo>
                    <a:pt x="24104" y="24638"/>
                  </a:lnTo>
                  <a:close/>
                </a:path>
                <a:path w="49529" h="40005">
                  <a:moveTo>
                    <a:pt x="24130" y="27305"/>
                  </a:moveTo>
                  <a:lnTo>
                    <a:pt x="24066" y="27051"/>
                  </a:lnTo>
                  <a:lnTo>
                    <a:pt x="23799" y="27051"/>
                  </a:lnTo>
                  <a:lnTo>
                    <a:pt x="23812" y="27305"/>
                  </a:lnTo>
                  <a:lnTo>
                    <a:pt x="24130" y="27305"/>
                  </a:lnTo>
                  <a:close/>
                </a:path>
                <a:path w="49529" h="40005">
                  <a:moveTo>
                    <a:pt x="24130" y="25273"/>
                  </a:moveTo>
                  <a:lnTo>
                    <a:pt x="24117" y="25019"/>
                  </a:lnTo>
                  <a:lnTo>
                    <a:pt x="23939" y="25019"/>
                  </a:lnTo>
                  <a:lnTo>
                    <a:pt x="23914" y="25273"/>
                  </a:lnTo>
                  <a:lnTo>
                    <a:pt x="24130" y="25273"/>
                  </a:lnTo>
                  <a:close/>
                </a:path>
                <a:path w="49529" h="40005">
                  <a:moveTo>
                    <a:pt x="24155" y="25654"/>
                  </a:moveTo>
                  <a:lnTo>
                    <a:pt x="24142" y="25400"/>
                  </a:lnTo>
                  <a:lnTo>
                    <a:pt x="23787" y="25400"/>
                  </a:lnTo>
                  <a:lnTo>
                    <a:pt x="23799" y="25654"/>
                  </a:lnTo>
                  <a:lnTo>
                    <a:pt x="24155" y="25654"/>
                  </a:lnTo>
                  <a:close/>
                </a:path>
                <a:path w="49529" h="40005">
                  <a:moveTo>
                    <a:pt x="24168" y="25908"/>
                  </a:moveTo>
                  <a:lnTo>
                    <a:pt x="23799" y="25908"/>
                  </a:lnTo>
                  <a:lnTo>
                    <a:pt x="23799" y="26035"/>
                  </a:lnTo>
                  <a:lnTo>
                    <a:pt x="24168" y="26035"/>
                  </a:lnTo>
                  <a:lnTo>
                    <a:pt x="24168" y="25908"/>
                  </a:lnTo>
                  <a:close/>
                </a:path>
                <a:path w="49529" h="40005">
                  <a:moveTo>
                    <a:pt x="24193" y="28575"/>
                  </a:moveTo>
                  <a:lnTo>
                    <a:pt x="23876" y="28575"/>
                  </a:lnTo>
                  <a:lnTo>
                    <a:pt x="23914" y="28829"/>
                  </a:lnTo>
                  <a:lnTo>
                    <a:pt x="22707" y="28829"/>
                  </a:lnTo>
                  <a:lnTo>
                    <a:pt x="22644" y="28575"/>
                  </a:lnTo>
                  <a:lnTo>
                    <a:pt x="22098" y="28575"/>
                  </a:lnTo>
                  <a:lnTo>
                    <a:pt x="22059" y="28702"/>
                  </a:lnTo>
                  <a:lnTo>
                    <a:pt x="22682" y="29083"/>
                  </a:lnTo>
                  <a:lnTo>
                    <a:pt x="23825" y="29210"/>
                  </a:lnTo>
                  <a:lnTo>
                    <a:pt x="23914" y="29083"/>
                  </a:lnTo>
                  <a:lnTo>
                    <a:pt x="24015" y="28956"/>
                  </a:lnTo>
                  <a:lnTo>
                    <a:pt x="24117" y="28829"/>
                  </a:lnTo>
                  <a:lnTo>
                    <a:pt x="24193" y="28575"/>
                  </a:lnTo>
                  <a:close/>
                </a:path>
                <a:path w="49529" h="40005">
                  <a:moveTo>
                    <a:pt x="24193" y="26289"/>
                  </a:moveTo>
                  <a:lnTo>
                    <a:pt x="24180" y="26162"/>
                  </a:lnTo>
                  <a:lnTo>
                    <a:pt x="23799" y="26162"/>
                  </a:lnTo>
                  <a:lnTo>
                    <a:pt x="23799" y="26289"/>
                  </a:lnTo>
                  <a:lnTo>
                    <a:pt x="24193" y="26289"/>
                  </a:lnTo>
                  <a:close/>
                </a:path>
                <a:path w="49529" h="40005">
                  <a:moveTo>
                    <a:pt x="24206" y="28067"/>
                  </a:moveTo>
                  <a:lnTo>
                    <a:pt x="24066" y="28194"/>
                  </a:lnTo>
                  <a:lnTo>
                    <a:pt x="24041" y="28321"/>
                  </a:lnTo>
                  <a:lnTo>
                    <a:pt x="24206" y="28321"/>
                  </a:lnTo>
                  <a:lnTo>
                    <a:pt x="24206" y="28067"/>
                  </a:lnTo>
                  <a:close/>
                </a:path>
                <a:path w="49529" h="40005">
                  <a:moveTo>
                    <a:pt x="24218" y="27813"/>
                  </a:moveTo>
                  <a:lnTo>
                    <a:pt x="24041" y="27813"/>
                  </a:lnTo>
                  <a:lnTo>
                    <a:pt x="24193" y="28067"/>
                  </a:lnTo>
                  <a:lnTo>
                    <a:pt x="24218" y="27813"/>
                  </a:lnTo>
                  <a:close/>
                </a:path>
                <a:path w="49529" h="40005">
                  <a:moveTo>
                    <a:pt x="24231" y="27686"/>
                  </a:moveTo>
                  <a:lnTo>
                    <a:pt x="24193" y="27559"/>
                  </a:lnTo>
                  <a:lnTo>
                    <a:pt x="23888" y="27559"/>
                  </a:lnTo>
                  <a:lnTo>
                    <a:pt x="23964" y="27686"/>
                  </a:lnTo>
                  <a:lnTo>
                    <a:pt x="24231" y="27686"/>
                  </a:lnTo>
                  <a:close/>
                </a:path>
                <a:path w="49529" h="40005">
                  <a:moveTo>
                    <a:pt x="24282" y="25273"/>
                  </a:moveTo>
                  <a:lnTo>
                    <a:pt x="24130" y="25273"/>
                  </a:lnTo>
                  <a:lnTo>
                    <a:pt x="24142" y="25400"/>
                  </a:lnTo>
                  <a:lnTo>
                    <a:pt x="24282" y="25400"/>
                  </a:lnTo>
                  <a:lnTo>
                    <a:pt x="24282" y="25273"/>
                  </a:lnTo>
                  <a:close/>
                </a:path>
                <a:path w="49529" h="40005">
                  <a:moveTo>
                    <a:pt x="24295" y="22860"/>
                  </a:moveTo>
                  <a:lnTo>
                    <a:pt x="23672" y="22860"/>
                  </a:lnTo>
                  <a:lnTo>
                    <a:pt x="23698" y="22987"/>
                  </a:lnTo>
                  <a:lnTo>
                    <a:pt x="24231" y="22987"/>
                  </a:lnTo>
                  <a:lnTo>
                    <a:pt x="24295" y="22860"/>
                  </a:lnTo>
                  <a:close/>
                </a:path>
                <a:path w="49529" h="40005">
                  <a:moveTo>
                    <a:pt x="24447" y="22479"/>
                  </a:moveTo>
                  <a:lnTo>
                    <a:pt x="23761" y="22479"/>
                  </a:lnTo>
                  <a:lnTo>
                    <a:pt x="23749" y="22225"/>
                  </a:lnTo>
                  <a:lnTo>
                    <a:pt x="23647" y="22606"/>
                  </a:lnTo>
                  <a:lnTo>
                    <a:pt x="24422" y="22606"/>
                  </a:lnTo>
                  <a:lnTo>
                    <a:pt x="24447" y="22479"/>
                  </a:lnTo>
                  <a:close/>
                </a:path>
                <a:path w="49529" h="40005">
                  <a:moveTo>
                    <a:pt x="24460" y="25400"/>
                  </a:moveTo>
                  <a:lnTo>
                    <a:pt x="24282" y="25400"/>
                  </a:lnTo>
                  <a:lnTo>
                    <a:pt x="24282" y="25654"/>
                  </a:lnTo>
                  <a:lnTo>
                    <a:pt x="24460" y="25400"/>
                  </a:lnTo>
                  <a:close/>
                </a:path>
                <a:path w="49529" h="40005">
                  <a:moveTo>
                    <a:pt x="24472" y="24765"/>
                  </a:moveTo>
                  <a:lnTo>
                    <a:pt x="24104" y="24765"/>
                  </a:lnTo>
                  <a:lnTo>
                    <a:pt x="24117" y="25019"/>
                  </a:lnTo>
                  <a:lnTo>
                    <a:pt x="24282" y="25019"/>
                  </a:lnTo>
                  <a:lnTo>
                    <a:pt x="24371" y="24892"/>
                  </a:lnTo>
                  <a:lnTo>
                    <a:pt x="24472" y="24765"/>
                  </a:lnTo>
                  <a:close/>
                </a:path>
                <a:path w="49529" h="40005">
                  <a:moveTo>
                    <a:pt x="24485" y="17145"/>
                  </a:moveTo>
                  <a:lnTo>
                    <a:pt x="24358" y="17018"/>
                  </a:lnTo>
                  <a:lnTo>
                    <a:pt x="24447" y="17399"/>
                  </a:lnTo>
                  <a:lnTo>
                    <a:pt x="24485" y="17145"/>
                  </a:lnTo>
                  <a:close/>
                </a:path>
                <a:path w="49529" h="40005">
                  <a:moveTo>
                    <a:pt x="24511" y="23495"/>
                  </a:moveTo>
                  <a:lnTo>
                    <a:pt x="23825" y="23495"/>
                  </a:lnTo>
                  <a:lnTo>
                    <a:pt x="23837" y="23749"/>
                  </a:lnTo>
                  <a:lnTo>
                    <a:pt x="24511" y="23749"/>
                  </a:lnTo>
                  <a:lnTo>
                    <a:pt x="24511" y="23495"/>
                  </a:lnTo>
                  <a:close/>
                </a:path>
                <a:path w="49529" h="40005">
                  <a:moveTo>
                    <a:pt x="24511" y="13208"/>
                  </a:moveTo>
                  <a:lnTo>
                    <a:pt x="24358" y="12954"/>
                  </a:lnTo>
                  <a:lnTo>
                    <a:pt x="23025" y="13081"/>
                  </a:lnTo>
                  <a:lnTo>
                    <a:pt x="24511" y="13208"/>
                  </a:lnTo>
                  <a:close/>
                </a:path>
                <a:path w="49529" h="40005">
                  <a:moveTo>
                    <a:pt x="24549" y="22098"/>
                  </a:moveTo>
                  <a:lnTo>
                    <a:pt x="23749" y="22098"/>
                  </a:lnTo>
                  <a:lnTo>
                    <a:pt x="23749" y="22225"/>
                  </a:lnTo>
                  <a:lnTo>
                    <a:pt x="24511" y="22225"/>
                  </a:lnTo>
                  <a:lnTo>
                    <a:pt x="24549" y="22098"/>
                  </a:lnTo>
                  <a:close/>
                </a:path>
                <a:path w="49529" h="40005">
                  <a:moveTo>
                    <a:pt x="24561" y="21844"/>
                  </a:moveTo>
                  <a:lnTo>
                    <a:pt x="23749" y="21844"/>
                  </a:lnTo>
                  <a:lnTo>
                    <a:pt x="23698" y="20320"/>
                  </a:lnTo>
                  <a:lnTo>
                    <a:pt x="23583" y="22098"/>
                  </a:lnTo>
                  <a:lnTo>
                    <a:pt x="23749" y="22098"/>
                  </a:lnTo>
                  <a:lnTo>
                    <a:pt x="23749" y="21971"/>
                  </a:lnTo>
                  <a:lnTo>
                    <a:pt x="24549" y="21971"/>
                  </a:lnTo>
                  <a:lnTo>
                    <a:pt x="24561" y="21844"/>
                  </a:lnTo>
                  <a:close/>
                </a:path>
                <a:path w="49529" h="40005">
                  <a:moveTo>
                    <a:pt x="24612" y="4572"/>
                  </a:moveTo>
                  <a:lnTo>
                    <a:pt x="24180" y="4318"/>
                  </a:lnTo>
                  <a:lnTo>
                    <a:pt x="23774" y="4318"/>
                  </a:lnTo>
                  <a:lnTo>
                    <a:pt x="24612" y="4572"/>
                  </a:lnTo>
                  <a:close/>
                </a:path>
                <a:path w="49529" h="40005">
                  <a:moveTo>
                    <a:pt x="24638" y="24130"/>
                  </a:moveTo>
                  <a:lnTo>
                    <a:pt x="23901" y="24130"/>
                  </a:lnTo>
                  <a:lnTo>
                    <a:pt x="23952" y="24257"/>
                  </a:lnTo>
                  <a:lnTo>
                    <a:pt x="24612" y="24257"/>
                  </a:lnTo>
                  <a:lnTo>
                    <a:pt x="24638" y="24130"/>
                  </a:lnTo>
                  <a:close/>
                </a:path>
                <a:path w="49529" h="40005">
                  <a:moveTo>
                    <a:pt x="24638" y="22606"/>
                  </a:moveTo>
                  <a:lnTo>
                    <a:pt x="24422" y="22606"/>
                  </a:lnTo>
                  <a:lnTo>
                    <a:pt x="24358" y="22733"/>
                  </a:lnTo>
                  <a:lnTo>
                    <a:pt x="24295" y="22860"/>
                  </a:lnTo>
                  <a:lnTo>
                    <a:pt x="24511" y="22860"/>
                  </a:lnTo>
                  <a:lnTo>
                    <a:pt x="24511" y="22733"/>
                  </a:lnTo>
                  <a:lnTo>
                    <a:pt x="24638" y="22606"/>
                  </a:lnTo>
                  <a:close/>
                </a:path>
                <a:path w="49529" h="40005">
                  <a:moveTo>
                    <a:pt x="24676" y="24511"/>
                  </a:moveTo>
                  <a:lnTo>
                    <a:pt x="24053" y="24511"/>
                  </a:lnTo>
                  <a:lnTo>
                    <a:pt x="24104" y="24638"/>
                  </a:lnTo>
                  <a:lnTo>
                    <a:pt x="24574" y="24638"/>
                  </a:lnTo>
                  <a:lnTo>
                    <a:pt x="24676" y="24511"/>
                  </a:lnTo>
                  <a:close/>
                </a:path>
                <a:path w="49529" h="40005">
                  <a:moveTo>
                    <a:pt x="24701" y="20193"/>
                  </a:moveTo>
                  <a:lnTo>
                    <a:pt x="23698" y="20193"/>
                  </a:lnTo>
                  <a:lnTo>
                    <a:pt x="23698" y="20320"/>
                  </a:lnTo>
                  <a:lnTo>
                    <a:pt x="24688" y="20320"/>
                  </a:lnTo>
                  <a:lnTo>
                    <a:pt x="24701" y="20193"/>
                  </a:lnTo>
                  <a:close/>
                </a:path>
                <a:path w="49529" h="40005">
                  <a:moveTo>
                    <a:pt x="24803" y="25146"/>
                  </a:moveTo>
                  <a:lnTo>
                    <a:pt x="24676" y="25146"/>
                  </a:lnTo>
                  <a:lnTo>
                    <a:pt x="24676" y="25019"/>
                  </a:lnTo>
                  <a:lnTo>
                    <a:pt x="24282" y="25019"/>
                  </a:lnTo>
                  <a:lnTo>
                    <a:pt x="24282" y="25273"/>
                  </a:lnTo>
                  <a:lnTo>
                    <a:pt x="24625" y="25273"/>
                  </a:lnTo>
                  <a:lnTo>
                    <a:pt x="24803" y="25146"/>
                  </a:lnTo>
                  <a:close/>
                </a:path>
                <a:path w="49529" h="40005">
                  <a:moveTo>
                    <a:pt x="24828" y="21844"/>
                  </a:moveTo>
                  <a:lnTo>
                    <a:pt x="24726" y="21399"/>
                  </a:lnTo>
                  <a:lnTo>
                    <a:pt x="24599" y="21463"/>
                  </a:lnTo>
                  <a:lnTo>
                    <a:pt x="24561" y="21844"/>
                  </a:lnTo>
                  <a:lnTo>
                    <a:pt x="24828" y="21844"/>
                  </a:lnTo>
                  <a:close/>
                </a:path>
                <a:path w="49529" h="40005">
                  <a:moveTo>
                    <a:pt x="24853" y="24384"/>
                  </a:moveTo>
                  <a:lnTo>
                    <a:pt x="24676" y="24511"/>
                  </a:lnTo>
                  <a:lnTo>
                    <a:pt x="24815" y="24511"/>
                  </a:lnTo>
                  <a:lnTo>
                    <a:pt x="24853" y="24384"/>
                  </a:lnTo>
                  <a:close/>
                </a:path>
                <a:path w="49529" h="40005">
                  <a:moveTo>
                    <a:pt x="24853" y="21082"/>
                  </a:moveTo>
                  <a:lnTo>
                    <a:pt x="24752" y="20955"/>
                  </a:lnTo>
                  <a:lnTo>
                    <a:pt x="24625" y="21082"/>
                  </a:lnTo>
                  <a:lnTo>
                    <a:pt x="24612" y="21209"/>
                  </a:lnTo>
                  <a:lnTo>
                    <a:pt x="24853" y="21082"/>
                  </a:lnTo>
                  <a:close/>
                </a:path>
                <a:path w="49529" h="40005">
                  <a:moveTo>
                    <a:pt x="24879" y="18669"/>
                  </a:moveTo>
                  <a:lnTo>
                    <a:pt x="19367" y="18669"/>
                  </a:lnTo>
                  <a:lnTo>
                    <a:pt x="19583" y="18796"/>
                  </a:lnTo>
                  <a:lnTo>
                    <a:pt x="24866" y="18796"/>
                  </a:lnTo>
                  <a:lnTo>
                    <a:pt x="24879" y="18669"/>
                  </a:lnTo>
                  <a:close/>
                </a:path>
                <a:path w="49529" h="40005">
                  <a:moveTo>
                    <a:pt x="24955" y="20320"/>
                  </a:moveTo>
                  <a:lnTo>
                    <a:pt x="24688" y="20320"/>
                  </a:lnTo>
                  <a:lnTo>
                    <a:pt x="24790" y="20828"/>
                  </a:lnTo>
                  <a:lnTo>
                    <a:pt x="24917" y="20701"/>
                  </a:lnTo>
                  <a:lnTo>
                    <a:pt x="24955" y="20320"/>
                  </a:lnTo>
                  <a:close/>
                </a:path>
                <a:path w="49529" h="40005">
                  <a:moveTo>
                    <a:pt x="25044" y="24765"/>
                  </a:moveTo>
                  <a:lnTo>
                    <a:pt x="24790" y="24638"/>
                  </a:lnTo>
                  <a:lnTo>
                    <a:pt x="24574" y="24638"/>
                  </a:lnTo>
                  <a:lnTo>
                    <a:pt x="24472" y="24765"/>
                  </a:lnTo>
                  <a:lnTo>
                    <a:pt x="25044" y="24765"/>
                  </a:lnTo>
                  <a:close/>
                </a:path>
                <a:path w="49529" h="40005">
                  <a:moveTo>
                    <a:pt x="25044" y="22225"/>
                  </a:moveTo>
                  <a:lnTo>
                    <a:pt x="24511" y="22225"/>
                  </a:lnTo>
                  <a:lnTo>
                    <a:pt x="24447" y="22479"/>
                  </a:lnTo>
                  <a:lnTo>
                    <a:pt x="24777" y="22479"/>
                  </a:lnTo>
                  <a:lnTo>
                    <a:pt x="25044" y="22225"/>
                  </a:lnTo>
                  <a:close/>
                </a:path>
                <a:path w="49529" h="40005">
                  <a:moveTo>
                    <a:pt x="25044" y="18161"/>
                  </a:moveTo>
                  <a:lnTo>
                    <a:pt x="23647" y="18161"/>
                  </a:lnTo>
                  <a:lnTo>
                    <a:pt x="22059" y="18161"/>
                  </a:lnTo>
                  <a:lnTo>
                    <a:pt x="22047" y="18288"/>
                  </a:lnTo>
                  <a:lnTo>
                    <a:pt x="23672" y="18288"/>
                  </a:lnTo>
                  <a:lnTo>
                    <a:pt x="24930" y="18288"/>
                  </a:lnTo>
                  <a:lnTo>
                    <a:pt x="25044" y="18161"/>
                  </a:lnTo>
                  <a:close/>
                </a:path>
                <a:path w="49529" h="40005">
                  <a:moveTo>
                    <a:pt x="25082" y="13970"/>
                  </a:moveTo>
                  <a:lnTo>
                    <a:pt x="24790" y="13716"/>
                  </a:lnTo>
                  <a:lnTo>
                    <a:pt x="23837" y="13716"/>
                  </a:lnTo>
                  <a:lnTo>
                    <a:pt x="23774" y="13970"/>
                  </a:lnTo>
                  <a:lnTo>
                    <a:pt x="6096" y="13970"/>
                  </a:lnTo>
                  <a:lnTo>
                    <a:pt x="6057" y="14224"/>
                  </a:lnTo>
                  <a:lnTo>
                    <a:pt x="5905" y="14224"/>
                  </a:lnTo>
                  <a:lnTo>
                    <a:pt x="5727" y="14097"/>
                  </a:lnTo>
                  <a:lnTo>
                    <a:pt x="5905" y="14224"/>
                  </a:lnTo>
                  <a:lnTo>
                    <a:pt x="5943" y="13970"/>
                  </a:lnTo>
                  <a:lnTo>
                    <a:pt x="5676" y="13716"/>
                  </a:lnTo>
                  <a:lnTo>
                    <a:pt x="5549" y="13970"/>
                  </a:lnTo>
                  <a:lnTo>
                    <a:pt x="5321" y="13970"/>
                  </a:lnTo>
                  <a:lnTo>
                    <a:pt x="4991" y="14135"/>
                  </a:lnTo>
                  <a:lnTo>
                    <a:pt x="5156" y="13970"/>
                  </a:lnTo>
                  <a:lnTo>
                    <a:pt x="5448" y="13716"/>
                  </a:lnTo>
                  <a:lnTo>
                    <a:pt x="5676" y="13716"/>
                  </a:lnTo>
                  <a:lnTo>
                    <a:pt x="23837" y="13716"/>
                  </a:lnTo>
                  <a:lnTo>
                    <a:pt x="23901" y="13462"/>
                  </a:lnTo>
                  <a:lnTo>
                    <a:pt x="23545" y="13462"/>
                  </a:lnTo>
                  <a:lnTo>
                    <a:pt x="23723" y="13208"/>
                  </a:lnTo>
                  <a:lnTo>
                    <a:pt x="22999" y="13208"/>
                  </a:lnTo>
                  <a:lnTo>
                    <a:pt x="23025" y="13081"/>
                  </a:lnTo>
                  <a:lnTo>
                    <a:pt x="22453" y="13131"/>
                  </a:lnTo>
                  <a:lnTo>
                    <a:pt x="22174" y="13208"/>
                  </a:lnTo>
                  <a:lnTo>
                    <a:pt x="21932" y="13182"/>
                  </a:lnTo>
                  <a:lnTo>
                    <a:pt x="21602" y="13208"/>
                  </a:lnTo>
                  <a:lnTo>
                    <a:pt x="21526" y="13462"/>
                  </a:lnTo>
                  <a:lnTo>
                    <a:pt x="21094" y="13208"/>
                  </a:lnTo>
                  <a:lnTo>
                    <a:pt x="20548" y="13208"/>
                  </a:lnTo>
                  <a:lnTo>
                    <a:pt x="20332" y="12954"/>
                  </a:lnTo>
                  <a:lnTo>
                    <a:pt x="20459" y="12700"/>
                  </a:lnTo>
                  <a:lnTo>
                    <a:pt x="19989" y="12839"/>
                  </a:lnTo>
                  <a:lnTo>
                    <a:pt x="19773" y="12700"/>
                  </a:lnTo>
                  <a:lnTo>
                    <a:pt x="19824" y="12192"/>
                  </a:lnTo>
                  <a:lnTo>
                    <a:pt x="19646" y="12192"/>
                  </a:lnTo>
                  <a:lnTo>
                    <a:pt x="20027" y="11938"/>
                  </a:lnTo>
                  <a:lnTo>
                    <a:pt x="20180" y="11938"/>
                  </a:lnTo>
                  <a:lnTo>
                    <a:pt x="20332" y="11938"/>
                  </a:lnTo>
                  <a:lnTo>
                    <a:pt x="20510" y="11938"/>
                  </a:lnTo>
                  <a:lnTo>
                    <a:pt x="20472" y="12192"/>
                  </a:lnTo>
                  <a:lnTo>
                    <a:pt x="20370" y="12700"/>
                  </a:lnTo>
                  <a:lnTo>
                    <a:pt x="20586" y="12446"/>
                  </a:lnTo>
                  <a:lnTo>
                    <a:pt x="20688" y="12192"/>
                  </a:lnTo>
                  <a:lnTo>
                    <a:pt x="20751" y="11938"/>
                  </a:lnTo>
                  <a:lnTo>
                    <a:pt x="20828" y="11684"/>
                  </a:lnTo>
                  <a:lnTo>
                    <a:pt x="6273" y="11684"/>
                  </a:lnTo>
                  <a:lnTo>
                    <a:pt x="6273" y="13208"/>
                  </a:lnTo>
                  <a:lnTo>
                    <a:pt x="6083" y="13462"/>
                  </a:lnTo>
                  <a:lnTo>
                    <a:pt x="6108" y="13208"/>
                  </a:lnTo>
                  <a:lnTo>
                    <a:pt x="6273" y="13208"/>
                  </a:lnTo>
                  <a:lnTo>
                    <a:pt x="6273" y="11684"/>
                  </a:lnTo>
                  <a:lnTo>
                    <a:pt x="4406" y="11684"/>
                  </a:lnTo>
                  <a:lnTo>
                    <a:pt x="4406" y="14478"/>
                  </a:lnTo>
                  <a:lnTo>
                    <a:pt x="4330" y="14859"/>
                  </a:lnTo>
                  <a:lnTo>
                    <a:pt x="4191" y="14986"/>
                  </a:lnTo>
                  <a:lnTo>
                    <a:pt x="4191" y="14732"/>
                  </a:lnTo>
                  <a:lnTo>
                    <a:pt x="4191" y="14478"/>
                  </a:lnTo>
                  <a:lnTo>
                    <a:pt x="4406" y="14478"/>
                  </a:lnTo>
                  <a:lnTo>
                    <a:pt x="4406" y="11684"/>
                  </a:lnTo>
                  <a:lnTo>
                    <a:pt x="3251" y="11684"/>
                  </a:lnTo>
                  <a:lnTo>
                    <a:pt x="3251" y="12700"/>
                  </a:lnTo>
                  <a:lnTo>
                    <a:pt x="2717" y="12700"/>
                  </a:lnTo>
                  <a:lnTo>
                    <a:pt x="2844" y="12446"/>
                  </a:lnTo>
                  <a:lnTo>
                    <a:pt x="2895" y="12280"/>
                  </a:lnTo>
                  <a:lnTo>
                    <a:pt x="2959" y="12446"/>
                  </a:lnTo>
                  <a:lnTo>
                    <a:pt x="3200" y="12446"/>
                  </a:lnTo>
                  <a:lnTo>
                    <a:pt x="3251" y="12700"/>
                  </a:lnTo>
                  <a:lnTo>
                    <a:pt x="3251" y="11684"/>
                  </a:lnTo>
                  <a:lnTo>
                    <a:pt x="2362" y="11684"/>
                  </a:lnTo>
                  <a:lnTo>
                    <a:pt x="2336" y="11430"/>
                  </a:lnTo>
                  <a:lnTo>
                    <a:pt x="2743" y="11430"/>
                  </a:lnTo>
                  <a:lnTo>
                    <a:pt x="2832" y="11430"/>
                  </a:lnTo>
                  <a:lnTo>
                    <a:pt x="14960" y="11430"/>
                  </a:lnTo>
                  <a:lnTo>
                    <a:pt x="14871" y="11303"/>
                  </a:lnTo>
                  <a:lnTo>
                    <a:pt x="14998" y="11417"/>
                  </a:lnTo>
                  <a:lnTo>
                    <a:pt x="20840" y="11430"/>
                  </a:lnTo>
                  <a:lnTo>
                    <a:pt x="20955" y="10033"/>
                  </a:lnTo>
                  <a:lnTo>
                    <a:pt x="20980" y="9779"/>
                  </a:lnTo>
                  <a:lnTo>
                    <a:pt x="15938" y="9779"/>
                  </a:lnTo>
                  <a:lnTo>
                    <a:pt x="15989" y="10033"/>
                  </a:lnTo>
                  <a:lnTo>
                    <a:pt x="15659" y="10033"/>
                  </a:lnTo>
                  <a:lnTo>
                    <a:pt x="15938" y="9779"/>
                  </a:lnTo>
                  <a:lnTo>
                    <a:pt x="15608" y="9779"/>
                  </a:lnTo>
                  <a:lnTo>
                    <a:pt x="15608" y="10033"/>
                  </a:lnTo>
                  <a:lnTo>
                    <a:pt x="15570" y="10795"/>
                  </a:lnTo>
                  <a:lnTo>
                    <a:pt x="15532" y="10541"/>
                  </a:lnTo>
                  <a:lnTo>
                    <a:pt x="15379" y="10541"/>
                  </a:lnTo>
                  <a:lnTo>
                    <a:pt x="15379" y="10922"/>
                  </a:lnTo>
                  <a:lnTo>
                    <a:pt x="15367" y="11049"/>
                  </a:lnTo>
                  <a:lnTo>
                    <a:pt x="15379" y="10922"/>
                  </a:lnTo>
                  <a:lnTo>
                    <a:pt x="15379" y="10541"/>
                  </a:lnTo>
                  <a:lnTo>
                    <a:pt x="15125" y="10541"/>
                  </a:lnTo>
                  <a:lnTo>
                    <a:pt x="15100" y="10795"/>
                  </a:lnTo>
                  <a:lnTo>
                    <a:pt x="14935" y="10795"/>
                  </a:lnTo>
                  <a:lnTo>
                    <a:pt x="14630" y="10541"/>
                  </a:lnTo>
                  <a:lnTo>
                    <a:pt x="14516" y="10795"/>
                  </a:lnTo>
                  <a:lnTo>
                    <a:pt x="14846" y="10795"/>
                  </a:lnTo>
                  <a:lnTo>
                    <a:pt x="14846" y="11049"/>
                  </a:lnTo>
                  <a:lnTo>
                    <a:pt x="14719" y="11049"/>
                  </a:lnTo>
                  <a:lnTo>
                    <a:pt x="14185" y="11049"/>
                  </a:lnTo>
                  <a:lnTo>
                    <a:pt x="14338" y="10795"/>
                  </a:lnTo>
                  <a:lnTo>
                    <a:pt x="13982" y="10795"/>
                  </a:lnTo>
                  <a:lnTo>
                    <a:pt x="13957" y="11049"/>
                  </a:lnTo>
                  <a:lnTo>
                    <a:pt x="13665" y="11049"/>
                  </a:lnTo>
                  <a:lnTo>
                    <a:pt x="13576" y="10795"/>
                  </a:lnTo>
                  <a:lnTo>
                    <a:pt x="13347" y="10795"/>
                  </a:lnTo>
                  <a:lnTo>
                    <a:pt x="13525" y="11049"/>
                  </a:lnTo>
                  <a:lnTo>
                    <a:pt x="13576" y="11303"/>
                  </a:lnTo>
                  <a:lnTo>
                    <a:pt x="12280" y="11049"/>
                  </a:lnTo>
                  <a:lnTo>
                    <a:pt x="13296" y="11049"/>
                  </a:lnTo>
                  <a:lnTo>
                    <a:pt x="12941" y="10795"/>
                  </a:lnTo>
                  <a:lnTo>
                    <a:pt x="13068" y="10795"/>
                  </a:lnTo>
                  <a:lnTo>
                    <a:pt x="14008" y="10541"/>
                  </a:lnTo>
                  <a:lnTo>
                    <a:pt x="13982" y="10795"/>
                  </a:lnTo>
                  <a:lnTo>
                    <a:pt x="14198" y="10541"/>
                  </a:lnTo>
                  <a:lnTo>
                    <a:pt x="14351" y="10541"/>
                  </a:lnTo>
                  <a:lnTo>
                    <a:pt x="14351" y="10287"/>
                  </a:lnTo>
                  <a:lnTo>
                    <a:pt x="14478" y="10426"/>
                  </a:lnTo>
                  <a:lnTo>
                    <a:pt x="14617" y="10287"/>
                  </a:lnTo>
                  <a:lnTo>
                    <a:pt x="14706" y="10033"/>
                  </a:lnTo>
                  <a:lnTo>
                    <a:pt x="14770" y="10287"/>
                  </a:lnTo>
                  <a:lnTo>
                    <a:pt x="15011" y="10541"/>
                  </a:lnTo>
                  <a:lnTo>
                    <a:pt x="14935" y="10414"/>
                  </a:lnTo>
                  <a:lnTo>
                    <a:pt x="15125" y="10541"/>
                  </a:lnTo>
                  <a:lnTo>
                    <a:pt x="15049" y="10033"/>
                  </a:lnTo>
                  <a:lnTo>
                    <a:pt x="15608" y="10033"/>
                  </a:lnTo>
                  <a:lnTo>
                    <a:pt x="15608" y="9779"/>
                  </a:lnTo>
                  <a:lnTo>
                    <a:pt x="2997" y="9779"/>
                  </a:lnTo>
                  <a:lnTo>
                    <a:pt x="2997" y="10541"/>
                  </a:lnTo>
                  <a:lnTo>
                    <a:pt x="2971" y="11049"/>
                  </a:lnTo>
                  <a:lnTo>
                    <a:pt x="2921" y="11303"/>
                  </a:lnTo>
                  <a:lnTo>
                    <a:pt x="2679" y="11049"/>
                  </a:lnTo>
                  <a:lnTo>
                    <a:pt x="2717" y="11328"/>
                  </a:lnTo>
                  <a:lnTo>
                    <a:pt x="2451" y="11049"/>
                  </a:lnTo>
                  <a:lnTo>
                    <a:pt x="2501" y="10922"/>
                  </a:lnTo>
                  <a:lnTo>
                    <a:pt x="2501" y="11049"/>
                  </a:lnTo>
                  <a:lnTo>
                    <a:pt x="2679" y="11049"/>
                  </a:lnTo>
                  <a:lnTo>
                    <a:pt x="2971" y="11049"/>
                  </a:lnTo>
                  <a:lnTo>
                    <a:pt x="2971" y="10604"/>
                  </a:lnTo>
                  <a:lnTo>
                    <a:pt x="2895" y="10795"/>
                  </a:lnTo>
                  <a:lnTo>
                    <a:pt x="2768" y="10795"/>
                  </a:lnTo>
                  <a:lnTo>
                    <a:pt x="2768" y="10541"/>
                  </a:lnTo>
                  <a:lnTo>
                    <a:pt x="2997" y="10541"/>
                  </a:lnTo>
                  <a:lnTo>
                    <a:pt x="2997" y="9779"/>
                  </a:lnTo>
                  <a:lnTo>
                    <a:pt x="2514" y="9779"/>
                  </a:lnTo>
                  <a:lnTo>
                    <a:pt x="2197" y="9779"/>
                  </a:lnTo>
                  <a:lnTo>
                    <a:pt x="1828" y="9779"/>
                  </a:lnTo>
                  <a:lnTo>
                    <a:pt x="1828" y="10033"/>
                  </a:lnTo>
                  <a:lnTo>
                    <a:pt x="1663" y="10033"/>
                  </a:lnTo>
                  <a:lnTo>
                    <a:pt x="1663" y="9779"/>
                  </a:lnTo>
                  <a:lnTo>
                    <a:pt x="1447" y="9779"/>
                  </a:lnTo>
                  <a:lnTo>
                    <a:pt x="1879" y="9525"/>
                  </a:lnTo>
                  <a:lnTo>
                    <a:pt x="2235" y="9664"/>
                  </a:lnTo>
                  <a:lnTo>
                    <a:pt x="2286" y="9525"/>
                  </a:lnTo>
                  <a:lnTo>
                    <a:pt x="21005" y="9525"/>
                  </a:lnTo>
                  <a:lnTo>
                    <a:pt x="21043" y="9271"/>
                  </a:lnTo>
                  <a:lnTo>
                    <a:pt x="21082" y="8763"/>
                  </a:lnTo>
                  <a:lnTo>
                    <a:pt x="21145" y="7874"/>
                  </a:lnTo>
                  <a:lnTo>
                    <a:pt x="14465" y="7874"/>
                  </a:lnTo>
                  <a:lnTo>
                    <a:pt x="14592" y="7620"/>
                  </a:lnTo>
                  <a:lnTo>
                    <a:pt x="14439" y="7620"/>
                  </a:lnTo>
                  <a:lnTo>
                    <a:pt x="14439" y="9017"/>
                  </a:lnTo>
                  <a:lnTo>
                    <a:pt x="14312" y="9144"/>
                  </a:lnTo>
                  <a:lnTo>
                    <a:pt x="14312" y="9017"/>
                  </a:lnTo>
                  <a:lnTo>
                    <a:pt x="14033" y="9017"/>
                  </a:lnTo>
                  <a:lnTo>
                    <a:pt x="14122" y="8763"/>
                  </a:lnTo>
                  <a:lnTo>
                    <a:pt x="14439" y="9017"/>
                  </a:lnTo>
                  <a:lnTo>
                    <a:pt x="14439" y="7620"/>
                  </a:lnTo>
                  <a:lnTo>
                    <a:pt x="14173" y="7620"/>
                  </a:lnTo>
                  <a:lnTo>
                    <a:pt x="14173" y="7874"/>
                  </a:lnTo>
                  <a:lnTo>
                    <a:pt x="13652" y="8255"/>
                  </a:lnTo>
                  <a:lnTo>
                    <a:pt x="13449" y="8509"/>
                  </a:lnTo>
                  <a:lnTo>
                    <a:pt x="13589" y="8509"/>
                  </a:lnTo>
                  <a:lnTo>
                    <a:pt x="13487" y="9017"/>
                  </a:lnTo>
                  <a:lnTo>
                    <a:pt x="13398" y="8890"/>
                  </a:lnTo>
                  <a:lnTo>
                    <a:pt x="13487" y="9017"/>
                  </a:lnTo>
                  <a:lnTo>
                    <a:pt x="13487" y="8610"/>
                  </a:lnTo>
                  <a:lnTo>
                    <a:pt x="13335" y="8763"/>
                  </a:lnTo>
                  <a:lnTo>
                    <a:pt x="13182" y="9017"/>
                  </a:lnTo>
                  <a:lnTo>
                    <a:pt x="12979" y="9017"/>
                  </a:lnTo>
                  <a:lnTo>
                    <a:pt x="12979" y="9271"/>
                  </a:lnTo>
                  <a:lnTo>
                    <a:pt x="12890" y="7874"/>
                  </a:lnTo>
                  <a:lnTo>
                    <a:pt x="14173" y="7874"/>
                  </a:lnTo>
                  <a:lnTo>
                    <a:pt x="14173" y="7620"/>
                  </a:lnTo>
                  <a:lnTo>
                    <a:pt x="13030" y="7620"/>
                  </a:lnTo>
                  <a:lnTo>
                    <a:pt x="12738" y="7874"/>
                  </a:lnTo>
                  <a:lnTo>
                    <a:pt x="2425" y="7874"/>
                  </a:lnTo>
                  <a:lnTo>
                    <a:pt x="2159" y="7874"/>
                  </a:lnTo>
                  <a:lnTo>
                    <a:pt x="2082" y="8509"/>
                  </a:lnTo>
                  <a:lnTo>
                    <a:pt x="2565" y="8763"/>
                  </a:lnTo>
                  <a:lnTo>
                    <a:pt x="2133" y="8763"/>
                  </a:lnTo>
                  <a:lnTo>
                    <a:pt x="1422" y="9271"/>
                  </a:lnTo>
                  <a:lnTo>
                    <a:pt x="190" y="10795"/>
                  </a:lnTo>
                  <a:lnTo>
                    <a:pt x="317" y="10795"/>
                  </a:lnTo>
                  <a:lnTo>
                    <a:pt x="381" y="11049"/>
                  </a:lnTo>
                  <a:lnTo>
                    <a:pt x="469" y="11430"/>
                  </a:lnTo>
                  <a:lnTo>
                    <a:pt x="533" y="11684"/>
                  </a:lnTo>
                  <a:lnTo>
                    <a:pt x="685" y="11684"/>
                  </a:lnTo>
                  <a:lnTo>
                    <a:pt x="889" y="11430"/>
                  </a:lnTo>
                  <a:lnTo>
                    <a:pt x="673" y="11430"/>
                  </a:lnTo>
                  <a:lnTo>
                    <a:pt x="749" y="11049"/>
                  </a:lnTo>
                  <a:lnTo>
                    <a:pt x="889" y="11430"/>
                  </a:lnTo>
                  <a:lnTo>
                    <a:pt x="1016" y="11557"/>
                  </a:lnTo>
                  <a:lnTo>
                    <a:pt x="1168" y="11684"/>
                  </a:lnTo>
                  <a:lnTo>
                    <a:pt x="990" y="11684"/>
                  </a:lnTo>
                  <a:lnTo>
                    <a:pt x="914" y="11938"/>
                  </a:lnTo>
                  <a:lnTo>
                    <a:pt x="825" y="12192"/>
                  </a:lnTo>
                  <a:lnTo>
                    <a:pt x="1181" y="11938"/>
                  </a:lnTo>
                  <a:lnTo>
                    <a:pt x="1041" y="12192"/>
                  </a:lnTo>
                  <a:lnTo>
                    <a:pt x="1574" y="12446"/>
                  </a:lnTo>
                  <a:lnTo>
                    <a:pt x="1282" y="12446"/>
                  </a:lnTo>
                  <a:lnTo>
                    <a:pt x="901" y="12446"/>
                  </a:lnTo>
                  <a:lnTo>
                    <a:pt x="596" y="12700"/>
                  </a:lnTo>
                  <a:lnTo>
                    <a:pt x="1130" y="12700"/>
                  </a:lnTo>
                  <a:lnTo>
                    <a:pt x="1066" y="13208"/>
                  </a:lnTo>
                  <a:lnTo>
                    <a:pt x="889" y="13208"/>
                  </a:lnTo>
                  <a:lnTo>
                    <a:pt x="1130" y="13462"/>
                  </a:lnTo>
                  <a:lnTo>
                    <a:pt x="1562" y="14008"/>
                  </a:lnTo>
                  <a:lnTo>
                    <a:pt x="1308" y="14224"/>
                  </a:lnTo>
                  <a:lnTo>
                    <a:pt x="1549" y="14224"/>
                  </a:lnTo>
                  <a:lnTo>
                    <a:pt x="1587" y="14046"/>
                  </a:lnTo>
                  <a:lnTo>
                    <a:pt x="1955" y="14478"/>
                  </a:lnTo>
                  <a:lnTo>
                    <a:pt x="2070" y="14605"/>
                  </a:lnTo>
                  <a:lnTo>
                    <a:pt x="2336" y="14478"/>
                  </a:lnTo>
                  <a:lnTo>
                    <a:pt x="2603" y="14732"/>
                  </a:lnTo>
                  <a:lnTo>
                    <a:pt x="2806" y="14859"/>
                  </a:lnTo>
                  <a:lnTo>
                    <a:pt x="2971" y="14732"/>
                  </a:lnTo>
                  <a:lnTo>
                    <a:pt x="3568" y="14859"/>
                  </a:lnTo>
                  <a:lnTo>
                    <a:pt x="3797" y="14859"/>
                  </a:lnTo>
                  <a:lnTo>
                    <a:pt x="3771" y="15621"/>
                  </a:lnTo>
                  <a:lnTo>
                    <a:pt x="3848" y="15494"/>
                  </a:lnTo>
                  <a:lnTo>
                    <a:pt x="4000" y="15621"/>
                  </a:lnTo>
                  <a:lnTo>
                    <a:pt x="4229" y="15621"/>
                  </a:lnTo>
                  <a:lnTo>
                    <a:pt x="4191" y="15989"/>
                  </a:lnTo>
                  <a:lnTo>
                    <a:pt x="4711" y="15875"/>
                  </a:lnTo>
                  <a:lnTo>
                    <a:pt x="4889" y="16129"/>
                  </a:lnTo>
                  <a:lnTo>
                    <a:pt x="5295" y="16129"/>
                  </a:lnTo>
                  <a:lnTo>
                    <a:pt x="5219" y="16383"/>
                  </a:lnTo>
                  <a:lnTo>
                    <a:pt x="5499" y="16256"/>
                  </a:lnTo>
                  <a:lnTo>
                    <a:pt x="5588" y="16510"/>
                  </a:lnTo>
                  <a:lnTo>
                    <a:pt x="5664" y="16383"/>
                  </a:lnTo>
                  <a:lnTo>
                    <a:pt x="5753" y="16256"/>
                  </a:lnTo>
                  <a:lnTo>
                    <a:pt x="5702" y="16129"/>
                  </a:lnTo>
                  <a:lnTo>
                    <a:pt x="5524" y="16129"/>
                  </a:lnTo>
                  <a:lnTo>
                    <a:pt x="5638" y="15875"/>
                  </a:lnTo>
                  <a:lnTo>
                    <a:pt x="5486" y="15748"/>
                  </a:lnTo>
                  <a:lnTo>
                    <a:pt x="5308" y="15875"/>
                  </a:lnTo>
                  <a:lnTo>
                    <a:pt x="5283" y="15367"/>
                  </a:lnTo>
                  <a:lnTo>
                    <a:pt x="5549" y="15113"/>
                  </a:lnTo>
                  <a:lnTo>
                    <a:pt x="5295" y="15113"/>
                  </a:lnTo>
                  <a:lnTo>
                    <a:pt x="5308" y="14986"/>
                  </a:lnTo>
                  <a:lnTo>
                    <a:pt x="4800" y="15113"/>
                  </a:lnTo>
                  <a:lnTo>
                    <a:pt x="4737" y="15621"/>
                  </a:lnTo>
                  <a:lnTo>
                    <a:pt x="4711" y="15494"/>
                  </a:lnTo>
                  <a:lnTo>
                    <a:pt x="4686" y="15240"/>
                  </a:lnTo>
                  <a:lnTo>
                    <a:pt x="4673" y="15113"/>
                  </a:lnTo>
                  <a:lnTo>
                    <a:pt x="4572" y="14986"/>
                  </a:lnTo>
                  <a:lnTo>
                    <a:pt x="4622" y="14478"/>
                  </a:lnTo>
                  <a:lnTo>
                    <a:pt x="4851" y="14605"/>
                  </a:lnTo>
                  <a:lnTo>
                    <a:pt x="4749" y="14478"/>
                  </a:lnTo>
                  <a:lnTo>
                    <a:pt x="4635" y="14224"/>
                  </a:lnTo>
                  <a:lnTo>
                    <a:pt x="4787" y="14224"/>
                  </a:lnTo>
                  <a:lnTo>
                    <a:pt x="4991" y="14478"/>
                  </a:lnTo>
                  <a:lnTo>
                    <a:pt x="5029" y="14224"/>
                  </a:lnTo>
                  <a:lnTo>
                    <a:pt x="5715" y="14224"/>
                  </a:lnTo>
                  <a:lnTo>
                    <a:pt x="5613" y="14478"/>
                  </a:lnTo>
                  <a:lnTo>
                    <a:pt x="6680" y="14478"/>
                  </a:lnTo>
                  <a:lnTo>
                    <a:pt x="6375" y="14224"/>
                  </a:lnTo>
                  <a:lnTo>
                    <a:pt x="24244" y="14224"/>
                  </a:lnTo>
                  <a:lnTo>
                    <a:pt x="24371" y="13970"/>
                  </a:lnTo>
                  <a:lnTo>
                    <a:pt x="24752" y="13970"/>
                  </a:lnTo>
                  <a:lnTo>
                    <a:pt x="25082" y="13970"/>
                  </a:lnTo>
                  <a:close/>
                </a:path>
                <a:path w="49529" h="40005">
                  <a:moveTo>
                    <a:pt x="25158" y="21844"/>
                  </a:moveTo>
                  <a:lnTo>
                    <a:pt x="25057" y="21717"/>
                  </a:lnTo>
                  <a:lnTo>
                    <a:pt x="24828" y="21844"/>
                  </a:lnTo>
                  <a:lnTo>
                    <a:pt x="25158" y="21844"/>
                  </a:lnTo>
                  <a:close/>
                </a:path>
                <a:path w="49529" h="40005">
                  <a:moveTo>
                    <a:pt x="25361" y="18796"/>
                  </a:moveTo>
                  <a:lnTo>
                    <a:pt x="24866" y="18796"/>
                  </a:lnTo>
                  <a:lnTo>
                    <a:pt x="24803" y="19304"/>
                  </a:lnTo>
                  <a:lnTo>
                    <a:pt x="24701" y="20193"/>
                  </a:lnTo>
                  <a:lnTo>
                    <a:pt x="24968" y="20193"/>
                  </a:lnTo>
                  <a:lnTo>
                    <a:pt x="25019" y="19304"/>
                  </a:lnTo>
                  <a:lnTo>
                    <a:pt x="25133" y="19050"/>
                  </a:lnTo>
                  <a:lnTo>
                    <a:pt x="25247" y="18923"/>
                  </a:lnTo>
                  <a:lnTo>
                    <a:pt x="25361" y="18796"/>
                  </a:lnTo>
                  <a:close/>
                </a:path>
                <a:path w="49529" h="40005">
                  <a:moveTo>
                    <a:pt x="25425" y="25400"/>
                  </a:moveTo>
                  <a:lnTo>
                    <a:pt x="25120" y="25273"/>
                  </a:lnTo>
                  <a:lnTo>
                    <a:pt x="24625" y="25273"/>
                  </a:lnTo>
                  <a:lnTo>
                    <a:pt x="24460" y="25400"/>
                  </a:lnTo>
                  <a:lnTo>
                    <a:pt x="25425" y="25400"/>
                  </a:lnTo>
                  <a:close/>
                </a:path>
                <a:path w="49529" h="40005">
                  <a:moveTo>
                    <a:pt x="25425" y="18288"/>
                  </a:moveTo>
                  <a:lnTo>
                    <a:pt x="24930" y="18288"/>
                  </a:lnTo>
                  <a:lnTo>
                    <a:pt x="24879" y="18669"/>
                  </a:lnTo>
                  <a:lnTo>
                    <a:pt x="25387" y="18669"/>
                  </a:lnTo>
                  <a:lnTo>
                    <a:pt x="25425" y="18288"/>
                  </a:lnTo>
                  <a:close/>
                </a:path>
                <a:path w="49529" h="40005">
                  <a:moveTo>
                    <a:pt x="25463" y="27051"/>
                  </a:moveTo>
                  <a:lnTo>
                    <a:pt x="25260" y="26924"/>
                  </a:lnTo>
                  <a:lnTo>
                    <a:pt x="24041" y="26924"/>
                  </a:lnTo>
                  <a:lnTo>
                    <a:pt x="24066" y="27051"/>
                  </a:lnTo>
                  <a:lnTo>
                    <a:pt x="25463" y="27051"/>
                  </a:lnTo>
                  <a:close/>
                </a:path>
                <a:path w="49529" h="40005">
                  <a:moveTo>
                    <a:pt x="25514" y="21209"/>
                  </a:moveTo>
                  <a:lnTo>
                    <a:pt x="25361" y="21336"/>
                  </a:lnTo>
                  <a:lnTo>
                    <a:pt x="25260" y="21590"/>
                  </a:lnTo>
                  <a:lnTo>
                    <a:pt x="25158" y="21844"/>
                  </a:lnTo>
                  <a:lnTo>
                    <a:pt x="25501" y="21844"/>
                  </a:lnTo>
                  <a:lnTo>
                    <a:pt x="25514" y="21209"/>
                  </a:lnTo>
                  <a:close/>
                </a:path>
                <a:path w="49529" h="40005">
                  <a:moveTo>
                    <a:pt x="25527" y="26924"/>
                  </a:moveTo>
                  <a:lnTo>
                    <a:pt x="25488" y="26797"/>
                  </a:lnTo>
                  <a:lnTo>
                    <a:pt x="25463" y="26670"/>
                  </a:lnTo>
                  <a:lnTo>
                    <a:pt x="23799" y="26670"/>
                  </a:lnTo>
                  <a:lnTo>
                    <a:pt x="23799" y="26924"/>
                  </a:lnTo>
                  <a:lnTo>
                    <a:pt x="24041" y="26924"/>
                  </a:lnTo>
                  <a:lnTo>
                    <a:pt x="24015" y="26797"/>
                  </a:lnTo>
                  <a:lnTo>
                    <a:pt x="25057" y="26797"/>
                  </a:lnTo>
                  <a:lnTo>
                    <a:pt x="25260" y="26924"/>
                  </a:lnTo>
                  <a:lnTo>
                    <a:pt x="25527" y="26924"/>
                  </a:lnTo>
                  <a:close/>
                </a:path>
                <a:path w="49529" h="40005">
                  <a:moveTo>
                    <a:pt x="25552" y="25273"/>
                  </a:moveTo>
                  <a:lnTo>
                    <a:pt x="25476" y="25146"/>
                  </a:lnTo>
                  <a:lnTo>
                    <a:pt x="25387" y="25019"/>
                  </a:lnTo>
                  <a:lnTo>
                    <a:pt x="24676" y="25019"/>
                  </a:lnTo>
                  <a:lnTo>
                    <a:pt x="24942" y="25146"/>
                  </a:lnTo>
                  <a:lnTo>
                    <a:pt x="25120" y="25146"/>
                  </a:lnTo>
                  <a:lnTo>
                    <a:pt x="25120" y="25273"/>
                  </a:lnTo>
                  <a:lnTo>
                    <a:pt x="25552" y="25273"/>
                  </a:lnTo>
                  <a:close/>
                </a:path>
                <a:path w="49529" h="40005">
                  <a:moveTo>
                    <a:pt x="25565" y="14224"/>
                  </a:moveTo>
                  <a:lnTo>
                    <a:pt x="25171" y="13970"/>
                  </a:lnTo>
                  <a:lnTo>
                    <a:pt x="25387" y="14224"/>
                  </a:lnTo>
                  <a:lnTo>
                    <a:pt x="25565" y="14224"/>
                  </a:lnTo>
                  <a:close/>
                </a:path>
                <a:path w="49529" h="40005">
                  <a:moveTo>
                    <a:pt x="25654" y="27686"/>
                  </a:moveTo>
                  <a:lnTo>
                    <a:pt x="24231" y="27686"/>
                  </a:lnTo>
                  <a:lnTo>
                    <a:pt x="24218" y="27813"/>
                  </a:lnTo>
                  <a:lnTo>
                    <a:pt x="25654" y="27813"/>
                  </a:lnTo>
                  <a:lnTo>
                    <a:pt x="25654" y="27686"/>
                  </a:lnTo>
                  <a:close/>
                </a:path>
                <a:path w="49529" h="40005">
                  <a:moveTo>
                    <a:pt x="25654" y="27559"/>
                  </a:moveTo>
                  <a:lnTo>
                    <a:pt x="25615" y="27305"/>
                  </a:lnTo>
                  <a:lnTo>
                    <a:pt x="24130" y="27305"/>
                  </a:lnTo>
                  <a:lnTo>
                    <a:pt x="24193" y="27559"/>
                  </a:lnTo>
                  <a:lnTo>
                    <a:pt x="25654" y="27559"/>
                  </a:lnTo>
                  <a:close/>
                </a:path>
                <a:path w="49529" h="40005">
                  <a:moveTo>
                    <a:pt x="25742" y="22098"/>
                  </a:moveTo>
                  <a:lnTo>
                    <a:pt x="25654" y="21971"/>
                  </a:lnTo>
                  <a:lnTo>
                    <a:pt x="24549" y="21971"/>
                  </a:lnTo>
                  <a:lnTo>
                    <a:pt x="24549" y="22098"/>
                  </a:lnTo>
                  <a:lnTo>
                    <a:pt x="25742" y="22098"/>
                  </a:lnTo>
                  <a:close/>
                </a:path>
                <a:path w="49529" h="40005">
                  <a:moveTo>
                    <a:pt x="25755" y="20193"/>
                  </a:moveTo>
                  <a:lnTo>
                    <a:pt x="24968" y="20193"/>
                  </a:lnTo>
                  <a:lnTo>
                    <a:pt x="24955" y="20320"/>
                  </a:lnTo>
                  <a:lnTo>
                    <a:pt x="25679" y="20320"/>
                  </a:lnTo>
                  <a:lnTo>
                    <a:pt x="25755" y="20193"/>
                  </a:lnTo>
                  <a:close/>
                </a:path>
                <a:path w="49529" h="40005">
                  <a:moveTo>
                    <a:pt x="25806" y="25654"/>
                  </a:moveTo>
                  <a:lnTo>
                    <a:pt x="25641" y="25400"/>
                  </a:lnTo>
                  <a:lnTo>
                    <a:pt x="25425" y="25400"/>
                  </a:lnTo>
                  <a:lnTo>
                    <a:pt x="25615" y="25654"/>
                  </a:lnTo>
                  <a:lnTo>
                    <a:pt x="25806" y="25654"/>
                  </a:lnTo>
                  <a:close/>
                </a:path>
                <a:path w="49529" h="40005">
                  <a:moveTo>
                    <a:pt x="25819" y="25908"/>
                  </a:moveTo>
                  <a:lnTo>
                    <a:pt x="25717" y="25781"/>
                  </a:lnTo>
                  <a:lnTo>
                    <a:pt x="25615" y="25654"/>
                  </a:lnTo>
                  <a:lnTo>
                    <a:pt x="24396" y="25654"/>
                  </a:lnTo>
                  <a:lnTo>
                    <a:pt x="24282" y="25781"/>
                  </a:lnTo>
                  <a:lnTo>
                    <a:pt x="24434" y="25908"/>
                  </a:lnTo>
                  <a:lnTo>
                    <a:pt x="25819" y="25908"/>
                  </a:lnTo>
                  <a:close/>
                </a:path>
                <a:path w="49529" h="40005">
                  <a:moveTo>
                    <a:pt x="25844" y="21844"/>
                  </a:moveTo>
                  <a:lnTo>
                    <a:pt x="25501" y="21844"/>
                  </a:lnTo>
                  <a:lnTo>
                    <a:pt x="25654" y="21971"/>
                  </a:lnTo>
                  <a:lnTo>
                    <a:pt x="25831" y="21971"/>
                  </a:lnTo>
                  <a:lnTo>
                    <a:pt x="25844" y="21844"/>
                  </a:lnTo>
                  <a:close/>
                </a:path>
                <a:path w="49529" h="40005">
                  <a:moveTo>
                    <a:pt x="25895" y="20320"/>
                  </a:moveTo>
                  <a:lnTo>
                    <a:pt x="25679" y="20320"/>
                  </a:lnTo>
                  <a:lnTo>
                    <a:pt x="25565" y="20574"/>
                  </a:lnTo>
                  <a:lnTo>
                    <a:pt x="25476" y="20955"/>
                  </a:lnTo>
                  <a:lnTo>
                    <a:pt x="25641" y="20828"/>
                  </a:lnTo>
                  <a:lnTo>
                    <a:pt x="25730" y="20447"/>
                  </a:lnTo>
                  <a:lnTo>
                    <a:pt x="25895" y="20320"/>
                  </a:lnTo>
                  <a:close/>
                </a:path>
                <a:path w="49529" h="40005">
                  <a:moveTo>
                    <a:pt x="25908" y="20066"/>
                  </a:moveTo>
                  <a:lnTo>
                    <a:pt x="25755" y="20193"/>
                  </a:lnTo>
                  <a:lnTo>
                    <a:pt x="25895" y="20193"/>
                  </a:lnTo>
                  <a:lnTo>
                    <a:pt x="25908" y="20066"/>
                  </a:lnTo>
                  <a:close/>
                </a:path>
                <a:path w="49529" h="40005">
                  <a:moveTo>
                    <a:pt x="25933" y="26162"/>
                  </a:moveTo>
                  <a:lnTo>
                    <a:pt x="25920" y="26035"/>
                  </a:lnTo>
                  <a:lnTo>
                    <a:pt x="24320" y="26035"/>
                  </a:lnTo>
                  <a:lnTo>
                    <a:pt x="24345" y="25908"/>
                  </a:lnTo>
                  <a:lnTo>
                    <a:pt x="24168" y="26035"/>
                  </a:lnTo>
                  <a:lnTo>
                    <a:pt x="24180" y="26162"/>
                  </a:lnTo>
                  <a:lnTo>
                    <a:pt x="24358" y="26162"/>
                  </a:lnTo>
                  <a:lnTo>
                    <a:pt x="25933" y="26162"/>
                  </a:lnTo>
                  <a:close/>
                </a:path>
                <a:path w="49529" h="40005">
                  <a:moveTo>
                    <a:pt x="25958" y="10020"/>
                  </a:moveTo>
                  <a:lnTo>
                    <a:pt x="25781" y="10007"/>
                  </a:lnTo>
                  <a:lnTo>
                    <a:pt x="25730" y="10414"/>
                  </a:lnTo>
                  <a:lnTo>
                    <a:pt x="25958" y="10020"/>
                  </a:lnTo>
                  <a:close/>
                </a:path>
                <a:path w="49529" h="40005">
                  <a:moveTo>
                    <a:pt x="26035" y="23876"/>
                  </a:moveTo>
                  <a:lnTo>
                    <a:pt x="25920" y="23749"/>
                  </a:lnTo>
                  <a:lnTo>
                    <a:pt x="25298" y="23749"/>
                  </a:lnTo>
                  <a:lnTo>
                    <a:pt x="26035" y="23876"/>
                  </a:lnTo>
                  <a:close/>
                </a:path>
                <a:path w="49529" h="40005">
                  <a:moveTo>
                    <a:pt x="26073" y="27686"/>
                  </a:moveTo>
                  <a:lnTo>
                    <a:pt x="25679" y="27686"/>
                  </a:lnTo>
                  <a:lnTo>
                    <a:pt x="25679" y="27813"/>
                  </a:lnTo>
                  <a:lnTo>
                    <a:pt x="26060" y="27813"/>
                  </a:lnTo>
                  <a:lnTo>
                    <a:pt x="26073" y="27686"/>
                  </a:lnTo>
                  <a:close/>
                </a:path>
                <a:path w="49529" h="40005">
                  <a:moveTo>
                    <a:pt x="26073" y="26289"/>
                  </a:moveTo>
                  <a:lnTo>
                    <a:pt x="24447" y="26289"/>
                  </a:lnTo>
                  <a:lnTo>
                    <a:pt x="24358" y="26162"/>
                  </a:lnTo>
                  <a:lnTo>
                    <a:pt x="24257" y="26416"/>
                  </a:lnTo>
                  <a:lnTo>
                    <a:pt x="25400" y="26416"/>
                  </a:lnTo>
                  <a:lnTo>
                    <a:pt x="25463" y="26670"/>
                  </a:lnTo>
                  <a:lnTo>
                    <a:pt x="26022" y="26670"/>
                  </a:lnTo>
                  <a:lnTo>
                    <a:pt x="26073" y="26289"/>
                  </a:lnTo>
                  <a:close/>
                </a:path>
                <a:path w="49529" h="40005">
                  <a:moveTo>
                    <a:pt x="26073" y="22860"/>
                  </a:moveTo>
                  <a:lnTo>
                    <a:pt x="24511" y="22860"/>
                  </a:lnTo>
                  <a:lnTo>
                    <a:pt x="24511" y="22987"/>
                  </a:lnTo>
                  <a:lnTo>
                    <a:pt x="26035" y="22987"/>
                  </a:lnTo>
                  <a:lnTo>
                    <a:pt x="26073" y="22860"/>
                  </a:lnTo>
                  <a:close/>
                </a:path>
                <a:path w="49529" h="40005">
                  <a:moveTo>
                    <a:pt x="26085" y="24257"/>
                  </a:moveTo>
                  <a:lnTo>
                    <a:pt x="26073" y="24130"/>
                  </a:lnTo>
                  <a:lnTo>
                    <a:pt x="25107" y="24130"/>
                  </a:lnTo>
                  <a:lnTo>
                    <a:pt x="25171" y="24003"/>
                  </a:lnTo>
                  <a:lnTo>
                    <a:pt x="25234" y="23876"/>
                  </a:lnTo>
                  <a:lnTo>
                    <a:pt x="25298" y="23749"/>
                  </a:lnTo>
                  <a:lnTo>
                    <a:pt x="24942" y="23749"/>
                  </a:lnTo>
                  <a:lnTo>
                    <a:pt x="25539" y="23495"/>
                  </a:lnTo>
                  <a:lnTo>
                    <a:pt x="24536" y="23495"/>
                  </a:lnTo>
                  <a:lnTo>
                    <a:pt x="24561" y="23749"/>
                  </a:lnTo>
                  <a:lnTo>
                    <a:pt x="24701" y="23876"/>
                  </a:lnTo>
                  <a:lnTo>
                    <a:pt x="24739" y="24130"/>
                  </a:lnTo>
                  <a:lnTo>
                    <a:pt x="24930" y="24130"/>
                  </a:lnTo>
                  <a:lnTo>
                    <a:pt x="24892" y="24257"/>
                  </a:lnTo>
                  <a:lnTo>
                    <a:pt x="26085" y="24257"/>
                  </a:lnTo>
                  <a:close/>
                </a:path>
                <a:path w="49529" h="40005">
                  <a:moveTo>
                    <a:pt x="26098" y="27051"/>
                  </a:moveTo>
                  <a:lnTo>
                    <a:pt x="26073" y="26924"/>
                  </a:lnTo>
                  <a:lnTo>
                    <a:pt x="25527" y="26924"/>
                  </a:lnTo>
                  <a:lnTo>
                    <a:pt x="25552" y="27051"/>
                  </a:lnTo>
                  <a:lnTo>
                    <a:pt x="26098" y="27051"/>
                  </a:lnTo>
                  <a:close/>
                </a:path>
                <a:path w="49529" h="40005">
                  <a:moveTo>
                    <a:pt x="26111" y="27305"/>
                  </a:moveTo>
                  <a:lnTo>
                    <a:pt x="25615" y="27305"/>
                  </a:lnTo>
                  <a:lnTo>
                    <a:pt x="25692" y="27559"/>
                  </a:lnTo>
                  <a:lnTo>
                    <a:pt x="26085" y="27559"/>
                  </a:lnTo>
                  <a:lnTo>
                    <a:pt x="26111" y="27305"/>
                  </a:lnTo>
                  <a:close/>
                </a:path>
                <a:path w="49529" h="40005">
                  <a:moveTo>
                    <a:pt x="26136" y="23749"/>
                  </a:moveTo>
                  <a:lnTo>
                    <a:pt x="25895" y="23622"/>
                  </a:lnTo>
                  <a:lnTo>
                    <a:pt x="25920" y="23495"/>
                  </a:lnTo>
                  <a:lnTo>
                    <a:pt x="25539" y="23495"/>
                  </a:lnTo>
                  <a:lnTo>
                    <a:pt x="25920" y="23749"/>
                  </a:lnTo>
                  <a:lnTo>
                    <a:pt x="26136" y="23749"/>
                  </a:lnTo>
                  <a:close/>
                </a:path>
                <a:path w="49529" h="40005">
                  <a:moveTo>
                    <a:pt x="26162" y="17272"/>
                  </a:moveTo>
                  <a:lnTo>
                    <a:pt x="25857" y="17272"/>
                  </a:lnTo>
                  <a:lnTo>
                    <a:pt x="25730" y="17399"/>
                  </a:lnTo>
                  <a:lnTo>
                    <a:pt x="25615" y="17526"/>
                  </a:lnTo>
                  <a:lnTo>
                    <a:pt x="25501" y="17653"/>
                  </a:lnTo>
                  <a:lnTo>
                    <a:pt x="25387" y="17780"/>
                  </a:lnTo>
                  <a:lnTo>
                    <a:pt x="25273" y="17907"/>
                  </a:lnTo>
                  <a:lnTo>
                    <a:pt x="25158" y="18034"/>
                  </a:lnTo>
                  <a:lnTo>
                    <a:pt x="25044" y="18161"/>
                  </a:lnTo>
                  <a:lnTo>
                    <a:pt x="25463" y="18161"/>
                  </a:lnTo>
                  <a:lnTo>
                    <a:pt x="25565" y="17907"/>
                  </a:lnTo>
                  <a:lnTo>
                    <a:pt x="25666" y="17653"/>
                  </a:lnTo>
                  <a:lnTo>
                    <a:pt x="25882" y="17653"/>
                  </a:lnTo>
                  <a:lnTo>
                    <a:pt x="26047" y="17526"/>
                  </a:lnTo>
                  <a:lnTo>
                    <a:pt x="26162" y="17272"/>
                  </a:lnTo>
                  <a:close/>
                </a:path>
                <a:path w="49529" h="40005">
                  <a:moveTo>
                    <a:pt x="26187" y="23495"/>
                  </a:moveTo>
                  <a:lnTo>
                    <a:pt x="26060" y="23241"/>
                  </a:lnTo>
                  <a:lnTo>
                    <a:pt x="25920" y="23495"/>
                  </a:lnTo>
                  <a:lnTo>
                    <a:pt x="26187" y="23495"/>
                  </a:lnTo>
                  <a:close/>
                </a:path>
                <a:path w="49529" h="40005">
                  <a:moveTo>
                    <a:pt x="26263" y="22606"/>
                  </a:moveTo>
                  <a:lnTo>
                    <a:pt x="26123" y="22606"/>
                  </a:lnTo>
                  <a:lnTo>
                    <a:pt x="26098" y="22733"/>
                  </a:lnTo>
                  <a:lnTo>
                    <a:pt x="26263" y="22606"/>
                  </a:lnTo>
                  <a:close/>
                </a:path>
                <a:path w="49529" h="40005">
                  <a:moveTo>
                    <a:pt x="26377" y="23876"/>
                  </a:moveTo>
                  <a:lnTo>
                    <a:pt x="26314" y="23749"/>
                  </a:lnTo>
                  <a:lnTo>
                    <a:pt x="26136" y="23749"/>
                  </a:lnTo>
                  <a:lnTo>
                    <a:pt x="26377" y="23876"/>
                  </a:lnTo>
                  <a:close/>
                </a:path>
                <a:path w="49529" h="40005">
                  <a:moveTo>
                    <a:pt x="26593" y="17780"/>
                  </a:moveTo>
                  <a:lnTo>
                    <a:pt x="26263" y="17653"/>
                  </a:lnTo>
                  <a:lnTo>
                    <a:pt x="25844" y="17691"/>
                  </a:lnTo>
                  <a:lnTo>
                    <a:pt x="25717" y="17780"/>
                  </a:lnTo>
                  <a:lnTo>
                    <a:pt x="25654" y="17907"/>
                  </a:lnTo>
                  <a:lnTo>
                    <a:pt x="25527" y="18161"/>
                  </a:lnTo>
                  <a:lnTo>
                    <a:pt x="26022" y="18034"/>
                  </a:lnTo>
                  <a:lnTo>
                    <a:pt x="26098" y="17907"/>
                  </a:lnTo>
                  <a:lnTo>
                    <a:pt x="26174" y="17780"/>
                  </a:lnTo>
                  <a:lnTo>
                    <a:pt x="26530" y="17780"/>
                  </a:lnTo>
                  <a:close/>
                </a:path>
                <a:path w="49529" h="40005">
                  <a:moveTo>
                    <a:pt x="26631" y="22225"/>
                  </a:moveTo>
                  <a:lnTo>
                    <a:pt x="26403" y="22098"/>
                  </a:lnTo>
                  <a:lnTo>
                    <a:pt x="25958" y="22098"/>
                  </a:lnTo>
                  <a:lnTo>
                    <a:pt x="25984" y="22225"/>
                  </a:lnTo>
                  <a:lnTo>
                    <a:pt x="26631" y="22225"/>
                  </a:lnTo>
                  <a:close/>
                </a:path>
                <a:path w="49529" h="40005">
                  <a:moveTo>
                    <a:pt x="26809" y="15113"/>
                  </a:moveTo>
                  <a:lnTo>
                    <a:pt x="26492" y="14986"/>
                  </a:lnTo>
                  <a:lnTo>
                    <a:pt x="26238" y="14859"/>
                  </a:lnTo>
                  <a:lnTo>
                    <a:pt x="26289" y="14986"/>
                  </a:lnTo>
                  <a:lnTo>
                    <a:pt x="26809" y="15113"/>
                  </a:lnTo>
                  <a:close/>
                </a:path>
                <a:path w="49529" h="40005">
                  <a:moveTo>
                    <a:pt x="26936" y="20447"/>
                  </a:moveTo>
                  <a:lnTo>
                    <a:pt x="26212" y="20574"/>
                  </a:lnTo>
                  <a:lnTo>
                    <a:pt x="26111" y="20828"/>
                  </a:lnTo>
                  <a:lnTo>
                    <a:pt x="26009" y="21082"/>
                  </a:lnTo>
                  <a:lnTo>
                    <a:pt x="25908" y="21336"/>
                  </a:lnTo>
                  <a:lnTo>
                    <a:pt x="26123" y="21209"/>
                  </a:lnTo>
                  <a:lnTo>
                    <a:pt x="26936" y="20447"/>
                  </a:lnTo>
                  <a:close/>
                </a:path>
                <a:path w="49529" h="40005">
                  <a:moveTo>
                    <a:pt x="27063" y="254"/>
                  </a:moveTo>
                  <a:lnTo>
                    <a:pt x="25984" y="215"/>
                  </a:lnTo>
                  <a:lnTo>
                    <a:pt x="25679" y="0"/>
                  </a:lnTo>
                  <a:lnTo>
                    <a:pt x="25412" y="0"/>
                  </a:lnTo>
                  <a:lnTo>
                    <a:pt x="25946" y="215"/>
                  </a:lnTo>
                  <a:lnTo>
                    <a:pt x="25603" y="203"/>
                  </a:lnTo>
                  <a:lnTo>
                    <a:pt x="25412" y="0"/>
                  </a:lnTo>
                  <a:lnTo>
                    <a:pt x="24993" y="0"/>
                  </a:lnTo>
                  <a:lnTo>
                    <a:pt x="25095" y="190"/>
                  </a:lnTo>
                  <a:lnTo>
                    <a:pt x="24866" y="190"/>
                  </a:lnTo>
                  <a:lnTo>
                    <a:pt x="24714" y="177"/>
                  </a:lnTo>
                  <a:lnTo>
                    <a:pt x="24625" y="0"/>
                  </a:lnTo>
                  <a:lnTo>
                    <a:pt x="24117" y="0"/>
                  </a:lnTo>
                  <a:lnTo>
                    <a:pt x="24269" y="165"/>
                  </a:lnTo>
                  <a:lnTo>
                    <a:pt x="23507" y="127"/>
                  </a:lnTo>
                  <a:lnTo>
                    <a:pt x="23533" y="254"/>
                  </a:lnTo>
                  <a:lnTo>
                    <a:pt x="24841" y="254"/>
                  </a:lnTo>
                  <a:lnTo>
                    <a:pt x="25146" y="254"/>
                  </a:lnTo>
                  <a:lnTo>
                    <a:pt x="25666" y="254"/>
                  </a:lnTo>
                  <a:lnTo>
                    <a:pt x="26047" y="254"/>
                  </a:lnTo>
                  <a:lnTo>
                    <a:pt x="27063" y="254"/>
                  </a:lnTo>
                  <a:close/>
                </a:path>
                <a:path w="49529" h="40005">
                  <a:moveTo>
                    <a:pt x="27076" y="11976"/>
                  </a:moveTo>
                  <a:lnTo>
                    <a:pt x="27025" y="11823"/>
                  </a:lnTo>
                  <a:lnTo>
                    <a:pt x="26822" y="11874"/>
                  </a:lnTo>
                  <a:lnTo>
                    <a:pt x="26631" y="12090"/>
                  </a:lnTo>
                  <a:lnTo>
                    <a:pt x="26708" y="12357"/>
                  </a:lnTo>
                  <a:lnTo>
                    <a:pt x="27076" y="11976"/>
                  </a:lnTo>
                  <a:close/>
                </a:path>
                <a:path w="49529" h="40005">
                  <a:moveTo>
                    <a:pt x="27089" y="18288"/>
                  </a:moveTo>
                  <a:lnTo>
                    <a:pt x="27025" y="18161"/>
                  </a:lnTo>
                  <a:lnTo>
                    <a:pt x="25590" y="18161"/>
                  </a:lnTo>
                  <a:lnTo>
                    <a:pt x="25565" y="18288"/>
                  </a:lnTo>
                  <a:lnTo>
                    <a:pt x="27000" y="18288"/>
                  </a:lnTo>
                  <a:close/>
                </a:path>
                <a:path w="49529" h="40005">
                  <a:moveTo>
                    <a:pt x="27139" y="22098"/>
                  </a:moveTo>
                  <a:lnTo>
                    <a:pt x="26758" y="22098"/>
                  </a:lnTo>
                  <a:lnTo>
                    <a:pt x="27076" y="22225"/>
                  </a:lnTo>
                  <a:lnTo>
                    <a:pt x="27139" y="22098"/>
                  </a:lnTo>
                  <a:close/>
                </a:path>
                <a:path w="49529" h="40005">
                  <a:moveTo>
                    <a:pt x="27165" y="28829"/>
                  </a:moveTo>
                  <a:lnTo>
                    <a:pt x="26987" y="28956"/>
                  </a:lnTo>
                  <a:lnTo>
                    <a:pt x="26924" y="29083"/>
                  </a:lnTo>
                  <a:lnTo>
                    <a:pt x="26847" y="29337"/>
                  </a:lnTo>
                  <a:lnTo>
                    <a:pt x="27012" y="29210"/>
                  </a:lnTo>
                  <a:lnTo>
                    <a:pt x="27114" y="28956"/>
                  </a:lnTo>
                  <a:lnTo>
                    <a:pt x="27165" y="28829"/>
                  </a:lnTo>
                  <a:close/>
                </a:path>
                <a:path w="49529" h="40005">
                  <a:moveTo>
                    <a:pt x="27190" y="22987"/>
                  </a:moveTo>
                  <a:lnTo>
                    <a:pt x="27178" y="22860"/>
                  </a:lnTo>
                  <a:lnTo>
                    <a:pt x="26098" y="22860"/>
                  </a:lnTo>
                  <a:lnTo>
                    <a:pt x="26047" y="22987"/>
                  </a:lnTo>
                  <a:lnTo>
                    <a:pt x="27190" y="22987"/>
                  </a:lnTo>
                  <a:close/>
                </a:path>
                <a:path w="49529" h="40005">
                  <a:moveTo>
                    <a:pt x="27203" y="28321"/>
                  </a:moveTo>
                  <a:lnTo>
                    <a:pt x="24206" y="28321"/>
                  </a:lnTo>
                  <a:lnTo>
                    <a:pt x="24193" y="28575"/>
                  </a:lnTo>
                  <a:lnTo>
                    <a:pt x="27139" y="28575"/>
                  </a:lnTo>
                  <a:lnTo>
                    <a:pt x="27203" y="28321"/>
                  </a:lnTo>
                  <a:close/>
                </a:path>
                <a:path w="49529" h="40005">
                  <a:moveTo>
                    <a:pt x="27228" y="26035"/>
                  </a:moveTo>
                  <a:lnTo>
                    <a:pt x="25958" y="26035"/>
                  </a:lnTo>
                  <a:lnTo>
                    <a:pt x="26009" y="26162"/>
                  </a:lnTo>
                  <a:lnTo>
                    <a:pt x="27228" y="26162"/>
                  </a:lnTo>
                  <a:lnTo>
                    <a:pt x="27228" y="26035"/>
                  </a:lnTo>
                  <a:close/>
                </a:path>
                <a:path w="49529" h="40005">
                  <a:moveTo>
                    <a:pt x="27241" y="25654"/>
                  </a:moveTo>
                  <a:lnTo>
                    <a:pt x="25806" y="25654"/>
                  </a:lnTo>
                  <a:lnTo>
                    <a:pt x="25908" y="25908"/>
                  </a:lnTo>
                  <a:lnTo>
                    <a:pt x="27228" y="25908"/>
                  </a:lnTo>
                  <a:lnTo>
                    <a:pt x="27241" y="25654"/>
                  </a:lnTo>
                  <a:close/>
                </a:path>
                <a:path w="49529" h="40005">
                  <a:moveTo>
                    <a:pt x="27254" y="25273"/>
                  </a:moveTo>
                  <a:lnTo>
                    <a:pt x="25552" y="25273"/>
                  </a:lnTo>
                  <a:lnTo>
                    <a:pt x="25641" y="25400"/>
                  </a:lnTo>
                  <a:lnTo>
                    <a:pt x="27241" y="25400"/>
                  </a:lnTo>
                  <a:lnTo>
                    <a:pt x="27254" y="25273"/>
                  </a:lnTo>
                  <a:close/>
                </a:path>
                <a:path w="49529" h="40005">
                  <a:moveTo>
                    <a:pt x="27254" y="24130"/>
                  </a:moveTo>
                  <a:lnTo>
                    <a:pt x="26111" y="24130"/>
                  </a:lnTo>
                  <a:lnTo>
                    <a:pt x="26111" y="24257"/>
                  </a:lnTo>
                  <a:lnTo>
                    <a:pt x="27241" y="24257"/>
                  </a:lnTo>
                  <a:lnTo>
                    <a:pt x="27254" y="24130"/>
                  </a:lnTo>
                  <a:close/>
                </a:path>
                <a:path w="49529" h="40005">
                  <a:moveTo>
                    <a:pt x="27266" y="24511"/>
                  </a:moveTo>
                  <a:lnTo>
                    <a:pt x="24815" y="24511"/>
                  </a:lnTo>
                  <a:lnTo>
                    <a:pt x="24790" y="24638"/>
                  </a:lnTo>
                  <a:lnTo>
                    <a:pt x="27266" y="24638"/>
                  </a:lnTo>
                  <a:lnTo>
                    <a:pt x="27266" y="24511"/>
                  </a:lnTo>
                  <a:close/>
                </a:path>
                <a:path w="49529" h="40005">
                  <a:moveTo>
                    <a:pt x="27292" y="21844"/>
                  </a:moveTo>
                  <a:lnTo>
                    <a:pt x="27266" y="21590"/>
                  </a:lnTo>
                  <a:lnTo>
                    <a:pt x="27139" y="21717"/>
                  </a:lnTo>
                  <a:lnTo>
                    <a:pt x="27292" y="21844"/>
                  </a:lnTo>
                  <a:close/>
                </a:path>
                <a:path w="49529" h="40005">
                  <a:moveTo>
                    <a:pt x="27292" y="21844"/>
                  </a:moveTo>
                  <a:lnTo>
                    <a:pt x="25920" y="21844"/>
                  </a:lnTo>
                  <a:lnTo>
                    <a:pt x="25933" y="21971"/>
                  </a:lnTo>
                  <a:lnTo>
                    <a:pt x="27216" y="21971"/>
                  </a:lnTo>
                  <a:lnTo>
                    <a:pt x="27292" y="21844"/>
                  </a:lnTo>
                  <a:close/>
                </a:path>
                <a:path w="49529" h="40005">
                  <a:moveTo>
                    <a:pt x="27317" y="23749"/>
                  </a:moveTo>
                  <a:lnTo>
                    <a:pt x="27266" y="23495"/>
                  </a:lnTo>
                  <a:lnTo>
                    <a:pt x="26187" y="23495"/>
                  </a:lnTo>
                  <a:lnTo>
                    <a:pt x="26314" y="23749"/>
                  </a:lnTo>
                  <a:lnTo>
                    <a:pt x="27317" y="23749"/>
                  </a:lnTo>
                  <a:close/>
                </a:path>
                <a:path w="49529" h="40005">
                  <a:moveTo>
                    <a:pt x="27317" y="18415"/>
                  </a:moveTo>
                  <a:lnTo>
                    <a:pt x="27000" y="18288"/>
                  </a:lnTo>
                  <a:lnTo>
                    <a:pt x="27165" y="18415"/>
                  </a:lnTo>
                  <a:lnTo>
                    <a:pt x="27241" y="18542"/>
                  </a:lnTo>
                  <a:lnTo>
                    <a:pt x="27317" y="18415"/>
                  </a:lnTo>
                  <a:close/>
                </a:path>
                <a:path w="49529" h="40005">
                  <a:moveTo>
                    <a:pt x="27343" y="27686"/>
                  </a:moveTo>
                  <a:lnTo>
                    <a:pt x="26149" y="27686"/>
                  </a:lnTo>
                  <a:lnTo>
                    <a:pt x="26123" y="27813"/>
                  </a:lnTo>
                  <a:lnTo>
                    <a:pt x="27317" y="27813"/>
                  </a:lnTo>
                  <a:lnTo>
                    <a:pt x="27343" y="27686"/>
                  </a:lnTo>
                  <a:close/>
                </a:path>
                <a:path w="49529" h="40005">
                  <a:moveTo>
                    <a:pt x="27343" y="24765"/>
                  </a:moveTo>
                  <a:lnTo>
                    <a:pt x="25044" y="24765"/>
                  </a:lnTo>
                  <a:lnTo>
                    <a:pt x="25311" y="24892"/>
                  </a:lnTo>
                  <a:lnTo>
                    <a:pt x="27254" y="25019"/>
                  </a:lnTo>
                  <a:lnTo>
                    <a:pt x="27254" y="24892"/>
                  </a:lnTo>
                  <a:lnTo>
                    <a:pt x="27343" y="24765"/>
                  </a:lnTo>
                  <a:close/>
                </a:path>
                <a:path w="49529" h="40005">
                  <a:moveTo>
                    <a:pt x="27368" y="25400"/>
                  </a:moveTo>
                  <a:lnTo>
                    <a:pt x="27241" y="25400"/>
                  </a:lnTo>
                  <a:lnTo>
                    <a:pt x="27241" y="25654"/>
                  </a:lnTo>
                  <a:lnTo>
                    <a:pt x="27368" y="25400"/>
                  </a:lnTo>
                  <a:close/>
                </a:path>
                <a:path w="49529" h="40005">
                  <a:moveTo>
                    <a:pt x="27368" y="18796"/>
                  </a:moveTo>
                  <a:lnTo>
                    <a:pt x="27317" y="18669"/>
                  </a:lnTo>
                  <a:lnTo>
                    <a:pt x="25488" y="18669"/>
                  </a:lnTo>
                  <a:lnTo>
                    <a:pt x="25438" y="18796"/>
                  </a:lnTo>
                  <a:lnTo>
                    <a:pt x="27368" y="18796"/>
                  </a:lnTo>
                  <a:close/>
                </a:path>
                <a:path w="49529" h="40005">
                  <a:moveTo>
                    <a:pt x="27393" y="25019"/>
                  </a:moveTo>
                  <a:lnTo>
                    <a:pt x="27254" y="25019"/>
                  </a:lnTo>
                  <a:lnTo>
                    <a:pt x="27254" y="25273"/>
                  </a:lnTo>
                  <a:lnTo>
                    <a:pt x="27393" y="25273"/>
                  </a:lnTo>
                  <a:lnTo>
                    <a:pt x="27393" y="25019"/>
                  </a:lnTo>
                  <a:close/>
                </a:path>
                <a:path w="49529" h="40005">
                  <a:moveTo>
                    <a:pt x="27393" y="14478"/>
                  </a:moveTo>
                  <a:lnTo>
                    <a:pt x="27343" y="13970"/>
                  </a:lnTo>
                  <a:lnTo>
                    <a:pt x="26911" y="14224"/>
                  </a:lnTo>
                  <a:lnTo>
                    <a:pt x="25565" y="14224"/>
                  </a:lnTo>
                  <a:lnTo>
                    <a:pt x="25806" y="14478"/>
                  </a:lnTo>
                  <a:lnTo>
                    <a:pt x="27393" y="14478"/>
                  </a:lnTo>
                  <a:close/>
                </a:path>
                <a:path w="49529" h="40005">
                  <a:moveTo>
                    <a:pt x="27520" y="27559"/>
                  </a:moveTo>
                  <a:lnTo>
                    <a:pt x="27381" y="27559"/>
                  </a:lnTo>
                  <a:lnTo>
                    <a:pt x="27343" y="27686"/>
                  </a:lnTo>
                  <a:lnTo>
                    <a:pt x="27482" y="27686"/>
                  </a:lnTo>
                  <a:lnTo>
                    <a:pt x="27520" y="27559"/>
                  </a:lnTo>
                  <a:close/>
                </a:path>
                <a:path w="49529" h="40005">
                  <a:moveTo>
                    <a:pt x="27520" y="26924"/>
                  </a:moveTo>
                  <a:lnTo>
                    <a:pt x="26162" y="26924"/>
                  </a:lnTo>
                  <a:lnTo>
                    <a:pt x="26187" y="27051"/>
                  </a:lnTo>
                  <a:lnTo>
                    <a:pt x="27495" y="27051"/>
                  </a:lnTo>
                  <a:lnTo>
                    <a:pt x="27520" y="26924"/>
                  </a:lnTo>
                  <a:close/>
                </a:path>
                <a:path w="49529" h="40005">
                  <a:moveTo>
                    <a:pt x="27546" y="27305"/>
                  </a:moveTo>
                  <a:lnTo>
                    <a:pt x="26225" y="27305"/>
                  </a:lnTo>
                  <a:lnTo>
                    <a:pt x="26174" y="27559"/>
                  </a:lnTo>
                  <a:lnTo>
                    <a:pt x="27381" y="27559"/>
                  </a:lnTo>
                  <a:lnTo>
                    <a:pt x="27406" y="27432"/>
                  </a:lnTo>
                  <a:lnTo>
                    <a:pt x="27546" y="27305"/>
                  </a:lnTo>
                  <a:close/>
                </a:path>
                <a:path w="49529" h="40005">
                  <a:moveTo>
                    <a:pt x="27546" y="22987"/>
                  </a:moveTo>
                  <a:lnTo>
                    <a:pt x="27190" y="22987"/>
                  </a:lnTo>
                  <a:lnTo>
                    <a:pt x="27266" y="23495"/>
                  </a:lnTo>
                  <a:lnTo>
                    <a:pt x="27393" y="23241"/>
                  </a:lnTo>
                  <a:lnTo>
                    <a:pt x="27470" y="23114"/>
                  </a:lnTo>
                  <a:lnTo>
                    <a:pt x="27546" y="22987"/>
                  </a:lnTo>
                  <a:close/>
                </a:path>
                <a:path w="49529" h="40005">
                  <a:moveTo>
                    <a:pt x="27571" y="26416"/>
                  </a:moveTo>
                  <a:lnTo>
                    <a:pt x="26085" y="26416"/>
                  </a:lnTo>
                  <a:lnTo>
                    <a:pt x="26123" y="26670"/>
                  </a:lnTo>
                  <a:lnTo>
                    <a:pt x="27559" y="26670"/>
                  </a:lnTo>
                  <a:lnTo>
                    <a:pt x="27571" y="26416"/>
                  </a:lnTo>
                  <a:close/>
                </a:path>
                <a:path w="49529" h="40005">
                  <a:moveTo>
                    <a:pt x="27584" y="22606"/>
                  </a:moveTo>
                  <a:lnTo>
                    <a:pt x="27139" y="22606"/>
                  </a:lnTo>
                  <a:lnTo>
                    <a:pt x="27178" y="22860"/>
                  </a:lnTo>
                  <a:lnTo>
                    <a:pt x="27584" y="22860"/>
                  </a:lnTo>
                  <a:lnTo>
                    <a:pt x="27584" y="22606"/>
                  </a:lnTo>
                  <a:close/>
                </a:path>
                <a:path w="49529" h="40005">
                  <a:moveTo>
                    <a:pt x="27597" y="26035"/>
                  </a:moveTo>
                  <a:lnTo>
                    <a:pt x="27266" y="26035"/>
                  </a:lnTo>
                  <a:lnTo>
                    <a:pt x="27241" y="26162"/>
                  </a:lnTo>
                  <a:lnTo>
                    <a:pt x="27584" y="26162"/>
                  </a:lnTo>
                  <a:lnTo>
                    <a:pt x="27597" y="26035"/>
                  </a:lnTo>
                  <a:close/>
                </a:path>
                <a:path w="49529" h="40005">
                  <a:moveTo>
                    <a:pt x="27597" y="13716"/>
                  </a:moveTo>
                  <a:lnTo>
                    <a:pt x="27508" y="13462"/>
                  </a:lnTo>
                  <a:lnTo>
                    <a:pt x="27444" y="13208"/>
                  </a:lnTo>
                  <a:lnTo>
                    <a:pt x="27292" y="13462"/>
                  </a:lnTo>
                  <a:lnTo>
                    <a:pt x="27597" y="13716"/>
                  </a:lnTo>
                  <a:close/>
                </a:path>
                <a:path w="49529" h="40005">
                  <a:moveTo>
                    <a:pt x="27597" y="13716"/>
                  </a:moveTo>
                  <a:lnTo>
                    <a:pt x="24790" y="13716"/>
                  </a:lnTo>
                  <a:lnTo>
                    <a:pt x="25171" y="13970"/>
                  </a:lnTo>
                  <a:lnTo>
                    <a:pt x="27343" y="13970"/>
                  </a:lnTo>
                  <a:lnTo>
                    <a:pt x="27546" y="13970"/>
                  </a:lnTo>
                  <a:lnTo>
                    <a:pt x="27597" y="13716"/>
                  </a:lnTo>
                  <a:close/>
                </a:path>
                <a:path w="49529" h="40005">
                  <a:moveTo>
                    <a:pt x="27622" y="25654"/>
                  </a:moveTo>
                  <a:lnTo>
                    <a:pt x="27330" y="25654"/>
                  </a:lnTo>
                  <a:lnTo>
                    <a:pt x="27292" y="25908"/>
                  </a:lnTo>
                  <a:lnTo>
                    <a:pt x="27609" y="25908"/>
                  </a:lnTo>
                  <a:lnTo>
                    <a:pt x="27622" y="25654"/>
                  </a:lnTo>
                  <a:close/>
                </a:path>
                <a:path w="49529" h="40005">
                  <a:moveTo>
                    <a:pt x="27635" y="25273"/>
                  </a:moveTo>
                  <a:lnTo>
                    <a:pt x="27393" y="25273"/>
                  </a:lnTo>
                  <a:lnTo>
                    <a:pt x="27368" y="25400"/>
                  </a:lnTo>
                  <a:lnTo>
                    <a:pt x="27635" y="25400"/>
                  </a:lnTo>
                  <a:lnTo>
                    <a:pt x="27635" y="25273"/>
                  </a:lnTo>
                  <a:close/>
                </a:path>
                <a:path w="49529" h="40005">
                  <a:moveTo>
                    <a:pt x="27635" y="18923"/>
                  </a:moveTo>
                  <a:lnTo>
                    <a:pt x="27432" y="18796"/>
                  </a:lnTo>
                  <a:lnTo>
                    <a:pt x="27470" y="19050"/>
                  </a:lnTo>
                  <a:lnTo>
                    <a:pt x="27571" y="19304"/>
                  </a:lnTo>
                  <a:lnTo>
                    <a:pt x="27635" y="18923"/>
                  </a:lnTo>
                  <a:close/>
                </a:path>
                <a:path w="49529" h="40005">
                  <a:moveTo>
                    <a:pt x="27686" y="24892"/>
                  </a:moveTo>
                  <a:lnTo>
                    <a:pt x="27368" y="24892"/>
                  </a:lnTo>
                  <a:lnTo>
                    <a:pt x="27393" y="25019"/>
                  </a:lnTo>
                  <a:lnTo>
                    <a:pt x="27660" y="25019"/>
                  </a:lnTo>
                  <a:lnTo>
                    <a:pt x="27686" y="24892"/>
                  </a:lnTo>
                  <a:close/>
                </a:path>
                <a:path w="49529" h="40005">
                  <a:moveTo>
                    <a:pt x="27686" y="20193"/>
                  </a:moveTo>
                  <a:lnTo>
                    <a:pt x="25895" y="20193"/>
                  </a:lnTo>
                  <a:lnTo>
                    <a:pt x="25895" y="20320"/>
                  </a:lnTo>
                  <a:lnTo>
                    <a:pt x="27686" y="20320"/>
                  </a:lnTo>
                  <a:lnTo>
                    <a:pt x="27686" y="20193"/>
                  </a:lnTo>
                  <a:close/>
                </a:path>
                <a:path w="49529" h="40005">
                  <a:moveTo>
                    <a:pt x="27762" y="10693"/>
                  </a:moveTo>
                  <a:lnTo>
                    <a:pt x="27660" y="10871"/>
                  </a:lnTo>
                  <a:lnTo>
                    <a:pt x="27762" y="10693"/>
                  </a:lnTo>
                  <a:close/>
                </a:path>
                <a:path w="49529" h="40005">
                  <a:moveTo>
                    <a:pt x="27774" y="10464"/>
                  </a:moveTo>
                  <a:lnTo>
                    <a:pt x="27533" y="10502"/>
                  </a:lnTo>
                  <a:lnTo>
                    <a:pt x="27698" y="10541"/>
                  </a:lnTo>
                  <a:close/>
                </a:path>
                <a:path w="49529" h="40005">
                  <a:moveTo>
                    <a:pt x="27800" y="24511"/>
                  </a:moveTo>
                  <a:lnTo>
                    <a:pt x="27292" y="24511"/>
                  </a:lnTo>
                  <a:lnTo>
                    <a:pt x="27317" y="24638"/>
                  </a:lnTo>
                  <a:lnTo>
                    <a:pt x="27762" y="24638"/>
                  </a:lnTo>
                  <a:lnTo>
                    <a:pt x="27800" y="24511"/>
                  </a:lnTo>
                  <a:close/>
                </a:path>
                <a:path w="49529" h="40005">
                  <a:moveTo>
                    <a:pt x="27863" y="19558"/>
                  </a:moveTo>
                  <a:lnTo>
                    <a:pt x="27660" y="19685"/>
                  </a:lnTo>
                  <a:lnTo>
                    <a:pt x="27825" y="19685"/>
                  </a:lnTo>
                  <a:lnTo>
                    <a:pt x="27863" y="19558"/>
                  </a:lnTo>
                  <a:close/>
                </a:path>
                <a:path w="49529" h="40005">
                  <a:moveTo>
                    <a:pt x="27927" y="24003"/>
                  </a:moveTo>
                  <a:lnTo>
                    <a:pt x="27279" y="24003"/>
                  </a:lnTo>
                  <a:lnTo>
                    <a:pt x="27266" y="24384"/>
                  </a:lnTo>
                  <a:lnTo>
                    <a:pt x="27825" y="24384"/>
                  </a:lnTo>
                  <a:lnTo>
                    <a:pt x="27927" y="24003"/>
                  </a:lnTo>
                  <a:close/>
                </a:path>
                <a:path w="49529" h="40005">
                  <a:moveTo>
                    <a:pt x="27952" y="18415"/>
                  </a:moveTo>
                  <a:lnTo>
                    <a:pt x="27698" y="18161"/>
                  </a:lnTo>
                  <a:lnTo>
                    <a:pt x="27317" y="18415"/>
                  </a:lnTo>
                  <a:lnTo>
                    <a:pt x="27952" y="18415"/>
                  </a:lnTo>
                  <a:close/>
                </a:path>
                <a:path w="49529" h="40005">
                  <a:moveTo>
                    <a:pt x="27978" y="14478"/>
                  </a:moveTo>
                  <a:lnTo>
                    <a:pt x="27635" y="14478"/>
                  </a:lnTo>
                  <a:lnTo>
                    <a:pt x="27698" y="14224"/>
                  </a:lnTo>
                  <a:lnTo>
                    <a:pt x="27381" y="14224"/>
                  </a:lnTo>
                  <a:lnTo>
                    <a:pt x="27419" y="14478"/>
                  </a:lnTo>
                  <a:lnTo>
                    <a:pt x="27559" y="14478"/>
                  </a:lnTo>
                  <a:lnTo>
                    <a:pt x="27635" y="14732"/>
                  </a:lnTo>
                  <a:lnTo>
                    <a:pt x="27787" y="14605"/>
                  </a:lnTo>
                  <a:lnTo>
                    <a:pt x="27914" y="14732"/>
                  </a:lnTo>
                  <a:lnTo>
                    <a:pt x="27978" y="14605"/>
                  </a:lnTo>
                  <a:lnTo>
                    <a:pt x="27978" y="14478"/>
                  </a:lnTo>
                  <a:close/>
                </a:path>
                <a:path w="49529" h="40005">
                  <a:moveTo>
                    <a:pt x="28054" y="20193"/>
                  </a:moveTo>
                  <a:lnTo>
                    <a:pt x="28041" y="20066"/>
                  </a:lnTo>
                  <a:lnTo>
                    <a:pt x="27914" y="19939"/>
                  </a:lnTo>
                  <a:lnTo>
                    <a:pt x="27800" y="19812"/>
                  </a:lnTo>
                  <a:lnTo>
                    <a:pt x="27686" y="20193"/>
                  </a:lnTo>
                  <a:lnTo>
                    <a:pt x="28054" y="20193"/>
                  </a:lnTo>
                  <a:close/>
                </a:path>
                <a:path w="49529" h="40005">
                  <a:moveTo>
                    <a:pt x="28321" y="22987"/>
                  </a:moveTo>
                  <a:lnTo>
                    <a:pt x="27635" y="22987"/>
                  </a:lnTo>
                  <a:lnTo>
                    <a:pt x="27774" y="23114"/>
                  </a:lnTo>
                  <a:lnTo>
                    <a:pt x="27774" y="23495"/>
                  </a:lnTo>
                  <a:lnTo>
                    <a:pt x="27355" y="23495"/>
                  </a:lnTo>
                  <a:lnTo>
                    <a:pt x="27330" y="23622"/>
                  </a:lnTo>
                  <a:lnTo>
                    <a:pt x="27901" y="23622"/>
                  </a:lnTo>
                  <a:lnTo>
                    <a:pt x="27901" y="23495"/>
                  </a:lnTo>
                  <a:lnTo>
                    <a:pt x="28054" y="23241"/>
                  </a:lnTo>
                  <a:lnTo>
                    <a:pt x="28321" y="22987"/>
                  </a:lnTo>
                  <a:close/>
                </a:path>
                <a:path w="49529" h="40005">
                  <a:moveTo>
                    <a:pt x="28448" y="23495"/>
                  </a:moveTo>
                  <a:lnTo>
                    <a:pt x="27901" y="23495"/>
                  </a:lnTo>
                  <a:lnTo>
                    <a:pt x="28016" y="23749"/>
                  </a:lnTo>
                  <a:lnTo>
                    <a:pt x="28270" y="23749"/>
                  </a:lnTo>
                  <a:lnTo>
                    <a:pt x="28321" y="23876"/>
                  </a:lnTo>
                  <a:lnTo>
                    <a:pt x="28435" y="23749"/>
                  </a:lnTo>
                  <a:lnTo>
                    <a:pt x="28448" y="23495"/>
                  </a:lnTo>
                  <a:close/>
                </a:path>
                <a:path w="49529" h="40005">
                  <a:moveTo>
                    <a:pt x="28448" y="21971"/>
                  </a:moveTo>
                  <a:lnTo>
                    <a:pt x="27216" y="21971"/>
                  </a:lnTo>
                  <a:lnTo>
                    <a:pt x="27139" y="22098"/>
                  </a:lnTo>
                  <a:lnTo>
                    <a:pt x="28409" y="22098"/>
                  </a:lnTo>
                  <a:lnTo>
                    <a:pt x="28448" y="21971"/>
                  </a:lnTo>
                  <a:close/>
                </a:path>
                <a:path w="49529" h="40005">
                  <a:moveTo>
                    <a:pt x="28460" y="22860"/>
                  </a:moveTo>
                  <a:lnTo>
                    <a:pt x="28321" y="22987"/>
                  </a:lnTo>
                  <a:lnTo>
                    <a:pt x="28448" y="22987"/>
                  </a:lnTo>
                  <a:lnTo>
                    <a:pt x="28460" y="22860"/>
                  </a:lnTo>
                  <a:close/>
                </a:path>
                <a:path w="49529" h="40005">
                  <a:moveTo>
                    <a:pt x="28486" y="21844"/>
                  </a:moveTo>
                  <a:lnTo>
                    <a:pt x="28359" y="21717"/>
                  </a:lnTo>
                  <a:lnTo>
                    <a:pt x="28232" y="21590"/>
                  </a:lnTo>
                  <a:lnTo>
                    <a:pt x="28130" y="20955"/>
                  </a:lnTo>
                  <a:lnTo>
                    <a:pt x="28067" y="20320"/>
                  </a:lnTo>
                  <a:lnTo>
                    <a:pt x="27686" y="20320"/>
                  </a:lnTo>
                  <a:lnTo>
                    <a:pt x="27660" y="20955"/>
                  </a:lnTo>
                  <a:lnTo>
                    <a:pt x="27444" y="20828"/>
                  </a:lnTo>
                  <a:lnTo>
                    <a:pt x="27381" y="20701"/>
                  </a:lnTo>
                  <a:lnTo>
                    <a:pt x="27317" y="20574"/>
                  </a:lnTo>
                  <a:lnTo>
                    <a:pt x="27254" y="20447"/>
                  </a:lnTo>
                  <a:lnTo>
                    <a:pt x="26936" y="20447"/>
                  </a:lnTo>
                  <a:lnTo>
                    <a:pt x="27038" y="20574"/>
                  </a:lnTo>
                  <a:lnTo>
                    <a:pt x="27152" y="20701"/>
                  </a:lnTo>
                  <a:lnTo>
                    <a:pt x="27266" y="20828"/>
                  </a:lnTo>
                  <a:lnTo>
                    <a:pt x="27381" y="20955"/>
                  </a:lnTo>
                  <a:lnTo>
                    <a:pt x="27432" y="21844"/>
                  </a:lnTo>
                  <a:lnTo>
                    <a:pt x="28486" y="21844"/>
                  </a:lnTo>
                  <a:close/>
                </a:path>
                <a:path w="49529" h="40005">
                  <a:moveTo>
                    <a:pt x="28511" y="18415"/>
                  </a:moveTo>
                  <a:lnTo>
                    <a:pt x="27952" y="18415"/>
                  </a:lnTo>
                  <a:lnTo>
                    <a:pt x="28079" y="18542"/>
                  </a:lnTo>
                  <a:lnTo>
                    <a:pt x="28511" y="18415"/>
                  </a:lnTo>
                  <a:close/>
                </a:path>
                <a:path w="49529" h="40005">
                  <a:moveTo>
                    <a:pt x="28714" y="30048"/>
                  </a:moveTo>
                  <a:lnTo>
                    <a:pt x="28460" y="29845"/>
                  </a:lnTo>
                  <a:lnTo>
                    <a:pt x="27393" y="29845"/>
                  </a:lnTo>
                  <a:lnTo>
                    <a:pt x="27025" y="29718"/>
                  </a:lnTo>
                  <a:lnTo>
                    <a:pt x="26860" y="29591"/>
                  </a:lnTo>
                  <a:lnTo>
                    <a:pt x="26720" y="29718"/>
                  </a:lnTo>
                  <a:lnTo>
                    <a:pt x="26568" y="29718"/>
                  </a:lnTo>
                  <a:lnTo>
                    <a:pt x="26593" y="29845"/>
                  </a:lnTo>
                  <a:lnTo>
                    <a:pt x="26225" y="29845"/>
                  </a:lnTo>
                  <a:lnTo>
                    <a:pt x="26416" y="29718"/>
                  </a:lnTo>
                  <a:lnTo>
                    <a:pt x="25882" y="29718"/>
                  </a:lnTo>
                  <a:lnTo>
                    <a:pt x="25908" y="29845"/>
                  </a:lnTo>
                  <a:lnTo>
                    <a:pt x="23710" y="29845"/>
                  </a:lnTo>
                  <a:lnTo>
                    <a:pt x="22390" y="29718"/>
                  </a:lnTo>
                  <a:lnTo>
                    <a:pt x="21996" y="29591"/>
                  </a:lnTo>
                  <a:lnTo>
                    <a:pt x="19494" y="29591"/>
                  </a:lnTo>
                  <a:lnTo>
                    <a:pt x="19850" y="29337"/>
                  </a:lnTo>
                  <a:lnTo>
                    <a:pt x="19596" y="29210"/>
                  </a:lnTo>
                  <a:lnTo>
                    <a:pt x="19710" y="28702"/>
                  </a:lnTo>
                  <a:lnTo>
                    <a:pt x="20015" y="28829"/>
                  </a:lnTo>
                  <a:lnTo>
                    <a:pt x="20015" y="28702"/>
                  </a:lnTo>
                  <a:lnTo>
                    <a:pt x="20015" y="28575"/>
                  </a:lnTo>
                  <a:lnTo>
                    <a:pt x="19583" y="28575"/>
                  </a:lnTo>
                  <a:lnTo>
                    <a:pt x="19773" y="28448"/>
                  </a:lnTo>
                  <a:lnTo>
                    <a:pt x="19773" y="28321"/>
                  </a:lnTo>
                  <a:lnTo>
                    <a:pt x="19583" y="28321"/>
                  </a:lnTo>
                  <a:lnTo>
                    <a:pt x="19011" y="28448"/>
                  </a:lnTo>
                  <a:lnTo>
                    <a:pt x="19088" y="28956"/>
                  </a:lnTo>
                  <a:lnTo>
                    <a:pt x="19189" y="29718"/>
                  </a:lnTo>
                  <a:lnTo>
                    <a:pt x="18262" y="29845"/>
                  </a:lnTo>
                  <a:lnTo>
                    <a:pt x="18275" y="29718"/>
                  </a:lnTo>
                  <a:lnTo>
                    <a:pt x="18288" y="29591"/>
                  </a:lnTo>
                  <a:lnTo>
                    <a:pt x="18516" y="29591"/>
                  </a:lnTo>
                  <a:lnTo>
                    <a:pt x="18084" y="29337"/>
                  </a:lnTo>
                  <a:lnTo>
                    <a:pt x="18034" y="28702"/>
                  </a:lnTo>
                  <a:lnTo>
                    <a:pt x="17475" y="28702"/>
                  </a:lnTo>
                  <a:lnTo>
                    <a:pt x="17437" y="29083"/>
                  </a:lnTo>
                  <a:lnTo>
                    <a:pt x="17170" y="29591"/>
                  </a:lnTo>
                  <a:lnTo>
                    <a:pt x="17145" y="29718"/>
                  </a:lnTo>
                  <a:lnTo>
                    <a:pt x="16979" y="29718"/>
                  </a:lnTo>
                  <a:lnTo>
                    <a:pt x="16967" y="29591"/>
                  </a:lnTo>
                  <a:lnTo>
                    <a:pt x="16967" y="29337"/>
                  </a:lnTo>
                  <a:lnTo>
                    <a:pt x="16941" y="28702"/>
                  </a:lnTo>
                  <a:lnTo>
                    <a:pt x="16649" y="28702"/>
                  </a:lnTo>
                  <a:lnTo>
                    <a:pt x="16586" y="29337"/>
                  </a:lnTo>
                  <a:lnTo>
                    <a:pt x="16586" y="28702"/>
                  </a:lnTo>
                  <a:lnTo>
                    <a:pt x="16192" y="28702"/>
                  </a:lnTo>
                  <a:lnTo>
                    <a:pt x="16129" y="29210"/>
                  </a:lnTo>
                  <a:lnTo>
                    <a:pt x="16052" y="29464"/>
                  </a:lnTo>
                  <a:lnTo>
                    <a:pt x="16014" y="29591"/>
                  </a:lnTo>
                  <a:lnTo>
                    <a:pt x="16052" y="29464"/>
                  </a:lnTo>
                  <a:lnTo>
                    <a:pt x="16052" y="29311"/>
                  </a:lnTo>
                  <a:lnTo>
                    <a:pt x="15913" y="29210"/>
                  </a:lnTo>
                  <a:lnTo>
                    <a:pt x="15938" y="28956"/>
                  </a:lnTo>
                  <a:lnTo>
                    <a:pt x="16129" y="28829"/>
                  </a:lnTo>
                  <a:lnTo>
                    <a:pt x="16167" y="28702"/>
                  </a:lnTo>
                  <a:lnTo>
                    <a:pt x="15938" y="28702"/>
                  </a:lnTo>
                  <a:lnTo>
                    <a:pt x="15925" y="28829"/>
                  </a:lnTo>
                  <a:lnTo>
                    <a:pt x="15938" y="28702"/>
                  </a:lnTo>
                  <a:lnTo>
                    <a:pt x="15811" y="28702"/>
                  </a:lnTo>
                  <a:lnTo>
                    <a:pt x="15811" y="28575"/>
                  </a:lnTo>
                  <a:lnTo>
                    <a:pt x="16586" y="28575"/>
                  </a:lnTo>
                  <a:lnTo>
                    <a:pt x="16598" y="28067"/>
                  </a:lnTo>
                  <a:lnTo>
                    <a:pt x="16598" y="28575"/>
                  </a:lnTo>
                  <a:lnTo>
                    <a:pt x="16764" y="28448"/>
                  </a:lnTo>
                  <a:lnTo>
                    <a:pt x="16662" y="28575"/>
                  </a:lnTo>
                  <a:lnTo>
                    <a:pt x="16929" y="28575"/>
                  </a:lnTo>
                  <a:lnTo>
                    <a:pt x="16929" y="28448"/>
                  </a:lnTo>
                  <a:lnTo>
                    <a:pt x="16916" y="28067"/>
                  </a:lnTo>
                  <a:lnTo>
                    <a:pt x="17145" y="28067"/>
                  </a:lnTo>
                  <a:lnTo>
                    <a:pt x="17145" y="27686"/>
                  </a:lnTo>
                  <a:lnTo>
                    <a:pt x="16598" y="27686"/>
                  </a:lnTo>
                  <a:lnTo>
                    <a:pt x="16598" y="27813"/>
                  </a:lnTo>
                  <a:lnTo>
                    <a:pt x="16522" y="27686"/>
                  </a:lnTo>
                  <a:lnTo>
                    <a:pt x="16154" y="27686"/>
                  </a:lnTo>
                  <a:lnTo>
                    <a:pt x="16154" y="27813"/>
                  </a:lnTo>
                  <a:lnTo>
                    <a:pt x="16103" y="28067"/>
                  </a:lnTo>
                  <a:lnTo>
                    <a:pt x="15773" y="28067"/>
                  </a:lnTo>
                  <a:lnTo>
                    <a:pt x="16154" y="27813"/>
                  </a:lnTo>
                  <a:lnTo>
                    <a:pt x="16154" y="27686"/>
                  </a:lnTo>
                  <a:lnTo>
                    <a:pt x="15443" y="27686"/>
                  </a:lnTo>
                  <a:lnTo>
                    <a:pt x="15392" y="28575"/>
                  </a:lnTo>
                  <a:lnTo>
                    <a:pt x="15316" y="27559"/>
                  </a:lnTo>
                  <a:lnTo>
                    <a:pt x="15722" y="27559"/>
                  </a:lnTo>
                  <a:lnTo>
                    <a:pt x="15671" y="27305"/>
                  </a:lnTo>
                  <a:lnTo>
                    <a:pt x="15544" y="27178"/>
                  </a:lnTo>
                  <a:lnTo>
                    <a:pt x="15481" y="27051"/>
                  </a:lnTo>
                  <a:lnTo>
                    <a:pt x="15684" y="27051"/>
                  </a:lnTo>
                  <a:lnTo>
                    <a:pt x="15544" y="26962"/>
                  </a:lnTo>
                  <a:lnTo>
                    <a:pt x="15786" y="26797"/>
                  </a:lnTo>
                  <a:lnTo>
                    <a:pt x="15836" y="27178"/>
                  </a:lnTo>
                  <a:lnTo>
                    <a:pt x="15671" y="27178"/>
                  </a:lnTo>
                  <a:lnTo>
                    <a:pt x="15671" y="27305"/>
                  </a:lnTo>
                  <a:lnTo>
                    <a:pt x="15862" y="27305"/>
                  </a:lnTo>
                  <a:lnTo>
                    <a:pt x="15862" y="27559"/>
                  </a:lnTo>
                  <a:lnTo>
                    <a:pt x="16027" y="27559"/>
                  </a:lnTo>
                  <a:lnTo>
                    <a:pt x="16484" y="27559"/>
                  </a:lnTo>
                  <a:lnTo>
                    <a:pt x="16446" y="27432"/>
                  </a:lnTo>
                  <a:lnTo>
                    <a:pt x="16408" y="27305"/>
                  </a:lnTo>
                  <a:lnTo>
                    <a:pt x="16573" y="27305"/>
                  </a:lnTo>
                  <a:lnTo>
                    <a:pt x="16395" y="27178"/>
                  </a:lnTo>
                  <a:lnTo>
                    <a:pt x="16332" y="26797"/>
                  </a:lnTo>
                  <a:lnTo>
                    <a:pt x="16256" y="26670"/>
                  </a:lnTo>
                  <a:lnTo>
                    <a:pt x="16256" y="26416"/>
                  </a:lnTo>
                  <a:lnTo>
                    <a:pt x="16090" y="26416"/>
                  </a:lnTo>
                  <a:lnTo>
                    <a:pt x="16103" y="26162"/>
                  </a:lnTo>
                  <a:lnTo>
                    <a:pt x="16116" y="26035"/>
                  </a:lnTo>
                  <a:lnTo>
                    <a:pt x="15887" y="25908"/>
                  </a:lnTo>
                  <a:lnTo>
                    <a:pt x="15824" y="25781"/>
                  </a:lnTo>
                  <a:lnTo>
                    <a:pt x="10909" y="25781"/>
                  </a:lnTo>
                  <a:lnTo>
                    <a:pt x="10655" y="25781"/>
                  </a:lnTo>
                  <a:lnTo>
                    <a:pt x="10515" y="25781"/>
                  </a:lnTo>
                  <a:lnTo>
                    <a:pt x="10464" y="25908"/>
                  </a:lnTo>
                  <a:lnTo>
                    <a:pt x="11036" y="25908"/>
                  </a:lnTo>
                  <a:lnTo>
                    <a:pt x="11036" y="26289"/>
                  </a:lnTo>
                  <a:lnTo>
                    <a:pt x="11290" y="26162"/>
                  </a:lnTo>
                  <a:lnTo>
                    <a:pt x="11315" y="29337"/>
                  </a:lnTo>
                  <a:lnTo>
                    <a:pt x="11455" y="29591"/>
                  </a:lnTo>
                  <a:lnTo>
                    <a:pt x="11518" y="29718"/>
                  </a:lnTo>
                  <a:lnTo>
                    <a:pt x="11582" y="29845"/>
                  </a:lnTo>
                  <a:lnTo>
                    <a:pt x="11696" y="30734"/>
                  </a:lnTo>
                  <a:lnTo>
                    <a:pt x="11023" y="30988"/>
                  </a:lnTo>
                  <a:lnTo>
                    <a:pt x="11112" y="31242"/>
                  </a:lnTo>
                  <a:lnTo>
                    <a:pt x="11150" y="31369"/>
                  </a:lnTo>
                  <a:lnTo>
                    <a:pt x="11315" y="31242"/>
                  </a:lnTo>
                  <a:lnTo>
                    <a:pt x="12623" y="31242"/>
                  </a:lnTo>
                  <a:lnTo>
                    <a:pt x="12674" y="30988"/>
                  </a:lnTo>
                  <a:lnTo>
                    <a:pt x="14135" y="30861"/>
                  </a:lnTo>
                  <a:lnTo>
                    <a:pt x="14338" y="30734"/>
                  </a:lnTo>
                  <a:lnTo>
                    <a:pt x="14490" y="30861"/>
                  </a:lnTo>
                  <a:lnTo>
                    <a:pt x="14719" y="30734"/>
                  </a:lnTo>
                  <a:lnTo>
                    <a:pt x="15570" y="30607"/>
                  </a:lnTo>
                  <a:lnTo>
                    <a:pt x="15646" y="30480"/>
                  </a:lnTo>
                  <a:lnTo>
                    <a:pt x="15773" y="30480"/>
                  </a:lnTo>
                  <a:lnTo>
                    <a:pt x="16141" y="30353"/>
                  </a:lnTo>
                  <a:lnTo>
                    <a:pt x="16014" y="30226"/>
                  </a:lnTo>
                  <a:lnTo>
                    <a:pt x="16395" y="30226"/>
                  </a:lnTo>
                  <a:lnTo>
                    <a:pt x="16103" y="30099"/>
                  </a:lnTo>
                  <a:lnTo>
                    <a:pt x="17576" y="30099"/>
                  </a:lnTo>
                  <a:lnTo>
                    <a:pt x="17157" y="30353"/>
                  </a:lnTo>
                  <a:lnTo>
                    <a:pt x="16852" y="30226"/>
                  </a:lnTo>
                  <a:lnTo>
                    <a:pt x="16776" y="30480"/>
                  </a:lnTo>
                  <a:lnTo>
                    <a:pt x="16497" y="30607"/>
                  </a:lnTo>
                  <a:lnTo>
                    <a:pt x="17157" y="30607"/>
                  </a:lnTo>
                  <a:lnTo>
                    <a:pt x="17157" y="30734"/>
                  </a:lnTo>
                  <a:lnTo>
                    <a:pt x="17322" y="30861"/>
                  </a:lnTo>
                  <a:lnTo>
                    <a:pt x="17386" y="30734"/>
                  </a:lnTo>
                  <a:lnTo>
                    <a:pt x="17449" y="30607"/>
                  </a:lnTo>
                  <a:lnTo>
                    <a:pt x="17805" y="30607"/>
                  </a:lnTo>
                  <a:lnTo>
                    <a:pt x="17894" y="30226"/>
                  </a:lnTo>
                  <a:lnTo>
                    <a:pt x="18173" y="30226"/>
                  </a:lnTo>
                  <a:lnTo>
                    <a:pt x="18148" y="30353"/>
                  </a:lnTo>
                  <a:lnTo>
                    <a:pt x="19240" y="30353"/>
                  </a:lnTo>
                  <a:lnTo>
                    <a:pt x="19316" y="30226"/>
                  </a:lnTo>
                  <a:lnTo>
                    <a:pt x="19392" y="30099"/>
                  </a:lnTo>
                  <a:lnTo>
                    <a:pt x="19469" y="29972"/>
                  </a:lnTo>
                  <a:lnTo>
                    <a:pt x="20142" y="29972"/>
                  </a:lnTo>
                  <a:lnTo>
                    <a:pt x="19989" y="30099"/>
                  </a:lnTo>
                  <a:lnTo>
                    <a:pt x="20294" y="29972"/>
                  </a:lnTo>
                  <a:lnTo>
                    <a:pt x="22326" y="29972"/>
                  </a:lnTo>
                  <a:lnTo>
                    <a:pt x="22517" y="29845"/>
                  </a:lnTo>
                  <a:lnTo>
                    <a:pt x="22440" y="30099"/>
                  </a:lnTo>
                  <a:lnTo>
                    <a:pt x="22733" y="29972"/>
                  </a:lnTo>
                  <a:lnTo>
                    <a:pt x="23533" y="29972"/>
                  </a:lnTo>
                  <a:lnTo>
                    <a:pt x="23406" y="30099"/>
                  </a:lnTo>
                  <a:lnTo>
                    <a:pt x="23749" y="29972"/>
                  </a:lnTo>
                  <a:lnTo>
                    <a:pt x="27825" y="29972"/>
                  </a:lnTo>
                  <a:lnTo>
                    <a:pt x="28714" y="30048"/>
                  </a:lnTo>
                  <a:close/>
                </a:path>
                <a:path w="49529" h="40005">
                  <a:moveTo>
                    <a:pt x="28714" y="14224"/>
                  </a:moveTo>
                  <a:lnTo>
                    <a:pt x="28536" y="13970"/>
                  </a:lnTo>
                  <a:lnTo>
                    <a:pt x="28562" y="13716"/>
                  </a:lnTo>
                  <a:lnTo>
                    <a:pt x="28092" y="13716"/>
                  </a:lnTo>
                  <a:lnTo>
                    <a:pt x="28092" y="13970"/>
                  </a:lnTo>
                  <a:lnTo>
                    <a:pt x="28092" y="13716"/>
                  </a:lnTo>
                  <a:lnTo>
                    <a:pt x="27762" y="13970"/>
                  </a:lnTo>
                  <a:lnTo>
                    <a:pt x="27698" y="14224"/>
                  </a:lnTo>
                  <a:lnTo>
                    <a:pt x="28714" y="14224"/>
                  </a:lnTo>
                  <a:close/>
                </a:path>
                <a:path w="49529" h="40005">
                  <a:moveTo>
                    <a:pt x="28816" y="22987"/>
                  </a:moveTo>
                  <a:lnTo>
                    <a:pt x="28448" y="22987"/>
                  </a:lnTo>
                  <a:lnTo>
                    <a:pt x="28448" y="23495"/>
                  </a:lnTo>
                  <a:lnTo>
                    <a:pt x="28625" y="23495"/>
                  </a:lnTo>
                  <a:lnTo>
                    <a:pt x="28714" y="23241"/>
                  </a:lnTo>
                  <a:lnTo>
                    <a:pt x="28816" y="22987"/>
                  </a:lnTo>
                  <a:close/>
                </a:path>
                <a:path w="49529" h="40005">
                  <a:moveTo>
                    <a:pt x="28854" y="21844"/>
                  </a:moveTo>
                  <a:lnTo>
                    <a:pt x="28486" y="21844"/>
                  </a:lnTo>
                  <a:lnTo>
                    <a:pt x="28448" y="21971"/>
                  </a:lnTo>
                  <a:lnTo>
                    <a:pt x="28714" y="21971"/>
                  </a:lnTo>
                  <a:lnTo>
                    <a:pt x="28854" y="21844"/>
                  </a:lnTo>
                  <a:close/>
                </a:path>
                <a:path w="49529" h="40005">
                  <a:moveTo>
                    <a:pt x="28994" y="22987"/>
                  </a:moveTo>
                  <a:lnTo>
                    <a:pt x="28867" y="22860"/>
                  </a:lnTo>
                  <a:lnTo>
                    <a:pt x="28816" y="22987"/>
                  </a:lnTo>
                  <a:lnTo>
                    <a:pt x="28994" y="22987"/>
                  </a:lnTo>
                  <a:close/>
                </a:path>
                <a:path w="49529" h="40005">
                  <a:moveTo>
                    <a:pt x="28994" y="12446"/>
                  </a:moveTo>
                  <a:lnTo>
                    <a:pt x="28816" y="12446"/>
                  </a:lnTo>
                  <a:lnTo>
                    <a:pt x="28829" y="12700"/>
                  </a:lnTo>
                  <a:lnTo>
                    <a:pt x="28994" y="12446"/>
                  </a:lnTo>
                  <a:close/>
                </a:path>
                <a:path w="49529" h="40005">
                  <a:moveTo>
                    <a:pt x="29032" y="22733"/>
                  </a:moveTo>
                  <a:lnTo>
                    <a:pt x="28867" y="22606"/>
                  </a:lnTo>
                  <a:lnTo>
                    <a:pt x="27673" y="22606"/>
                  </a:lnTo>
                  <a:lnTo>
                    <a:pt x="27609" y="22860"/>
                  </a:lnTo>
                  <a:lnTo>
                    <a:pt x="28460" y="22860"/>
                  </a:lnTo>
                  <a:lnTo>
                    <a:pt x="28867" y="22860"/>
                  </a:lnTo>
                  <a:lnTo>
                    <a:pt x="29006" y="22860"/>
                  </a:lnTo>
                  <a:lnTo>
                    <a:pt x="29032" y="22733"/>
                  </a:lnTo>
                  <a:close/>
                </a:path>
                <a:path w="49529" h="40005">
                  <a:moveTo>
                    <a:pt x="29095" y="13208"/>
                  </a:moveTo>
                  <a:lnTo>
                    <a:pt x="28829" y="12700"/>
                  </a:lnTo>
                  <a:lnTo>
                    <a:pt x="28905" y="13208"/>
                  </a:lnTo>
                  <a:lnTo>
                    <a:pt x="29095" y="13208"/>
                  </a:lnTo>
                  <a:close/>
                </a:path>
                <a:path w="49529" h="40005">
                  <a:moveTo>
                    <a:pt x="29146" y="10439"/>
                  </a:moveTo>
                  <a:lnTo>
                    <a:pt x="28930" y="10439"/>
                  </a:lnTo>
                  <a:lnTo>
                    <a:pt x="28790" y="11049"/>
                  </a:lnTo>
                  <a:lnTo>
                    <a:pt x="28943" y="11049"/>
                  </a:lnTo>
                  <a:lnTo>
                    <a:pt x="29146" y="10439"/>
                  </a:lnTo>
                  <a:close/>
                </a:path>
                <a:path w="49529" h="40005">
                  <a:moveTo>
                    <a:pt x="29311" y="13970"/>
                  </a:moveTo>
                  <a:lnTo>
                    <a:pt x="29083" y="13716"/>
                  </a:lnTo>
                  <a:lnTo>
                    <a:pt x="29260" y="13716"/>
                  </a:lnTo>
                  <a:lnTo>
                    <a:pt x="29222" y="13462"/>
                  </a:lnTo>
                  <a:lnTo>
                    <a:pt x="28905" y="13208"/>
                  </a:lnTo>
                  <a:lnTo>
                    <a:pt x="28613" y="13208"/>
                  </a:lnTo>
                  <a:lnTo>
                    <a:pt x="28562" y="13716"/>
                  </a:lnTo>
                  <a:lnTo>
                    <a:pt x="28778" y="13716"/>
                  </a:lnTo>
                  <a:lnTo>
                    <a:pt x="28536" y="13970"/>
                  </a:lnTo>
                  <a:lnTo>
                    <a:pt x="29311" y="13970"/>
                  </a:lnTo>
                  <a:close/>
                </a:path>
                <a:path w="49529" h="40005">
                  <a:moveTo>
                    <a:pt x="29324" y="20320"/>
                  </a:moveTo>
                  <a:lnTo>
                    <a:pt x="29311" y="20193"/>
                  </a:lnTo>
                  <a:lnTo>
                    <a:pt x="28054" y="20193"/>
                  </a:lnTo>
                  <a:lnTo>
                    <a:pt x="28067" y="20320"/>
                  </a:lnTo>
                  <a:lnTo>
                    <a:pt x="29324" y="20320"/>
                  </a:lnTo>
                  <a:close/>
                </a:path>
                <a:path w="49529" h="40005">
                  <a:moveTo>
                    <a:pt x="29349" y="14224"/>
                  </a:moveTo>
                  <a:lnTo>
                    <a:pt x="28714" y="14224"/>
                  </a:lnTo>
                  <a:lnTo>
                    <a:pt x="28892" y="14478"/>
                  </a:lnTo>
                  <a:lnTo>
                    <a:pt x="29349" y="14478"/>
                  </a:lnTo>
                  <a:lnTo>
                    <a:pt x="29349" y="14224"/>
                  </a:lnTo>
                  <a:close/>
                </a:path>
                <a:path w="49529" h="40005">
                  <a:moveTo>
                    <a:pt x="29375" y="22860"/>
                  </a:moveTo>
                  <a:lnTo>
                    <a:pt x="29006" y="22860"/>
                  </a:lnTo>
                  <a:lnTo>
                    <a:pt x="28994" y="22987"/>
                  </a:lnTo>
                  <a:lnTo>
                    <a:pt x="29375" y="22860"/>
                  </a:lnTo>
                  <a:close/>
                </a:path>
                <a:path w="49529" h="40005">
                  <a:moveTo>
                    <a:pt x="29540" y="11430"/>
                  </a:moveTo>
                  <a:lnTo>
                    <a:pt x="23723" y="11430"/>
                  </a:lnTo>
                  <a:lnTo>
                    <a:pt x="23939" y="11684"/>
                  </a:lnTo>
                  <a:lnTo>
                    <a:pt x="28600" y="11684"/>
                  </a:lnTo>
                  <a:lnTo>
                    <a:pt x="28384" y="12344"/>
                  </a:lnTo>
                  <a:lnTo>
                    <a:pt x="28079" y="12344"/>
                  </a:lnTo>
                  <a:lnTo>
                    <a:pt x="28181" y="12788"/>
                  </a:lnTo>
                  <a:lnTo>
                    <a:pt x="28638" y="12788"/>
                  </a:lnTo>
                  <a:lnTo>
                    <a:pt x="28587" y="12344"/>
                  </a:lnTo>
                  <a:lnTo>
                    <a:pt x="28740" y="11684"/>
                  </a:lnTo>
                  <a:lnTo>
                    <a:pt x="29337" y="11684"/>
                  </a:lnTo>
                  <a:lnTo>
                    <a:pt x="29540" y="11430"/>
                  </a:lnTo>
                  <a:close/>
                </a:path>
                <a:path w="49529" h="40005">
                  <a:moveTo>
                    <a:pt x="29616" y="12446"/>
                  </a:moveTo>
                  <a:lnTo>
                    <a:pt x="29184" y="12446"/>
                  </a:lnTo>
                  <a:lnTo>
                    <a:pt x="29400" y="12700"/>
                  </a:lnTo>
                  <a:lnTo>
                    <a:pt x="29552" y="12954"/>
                  </a:lnTo>
                  <a:lnTo>
                    <a:pt x="29616" y="12446"/>
                  </a:lnTo>
                  <a:close/>
                </a:path>
                <a:path w="49529" h="40005">
                  <a:moveTo>
                    <a:pt x="29679" y="21844"/>
                  </a:moveTo>
                  <a:lnTo>
                    <a:pt x="29527" y="21717"/>
                  </a:lnTo>
                  <a:lnTo>
                    <a:pt x="29552" y="21209"/>
                  </a:lnTo>
                  <a:lnTo>
                    <a:pt x="29578" y="20701"/>
                  </a:lnTo>
                  <a:lnTo>
                    <a:pt x="29375" y="20828"/>
                  </a:lnTo>
                  <a:lnTo>
                    <a:pt x="29235" y="20828"/>
                  </a:lnTo>
                  <a:lnTo>
                    <a:pt x="29159" y="20955"/>
                  </a:lnTo>
                  <a:lnTo>
                    <a:pt x="29083" y="21082"/>
                  </a:lnTo>
                  <a:lnTo>
                    <a:pt x="29006" y="21209"/>
                  </a:lnTo>
                  <a:lnTo>
                    <a:pt x="29044" y="20955"/>
                  </a:lnTo>
                  <a:lnTo>
                    <a:pt x="28867" y="21082"/>
                  </a:lnTo>
                  <a:lnTo>
                    <a:pt x="28854" y="21844"/>
                  </a:lnTo>
                  <a:lnTo>
                    <a:pt x="29133" y="21844"/>
                  </a:lnTo>
                  <a:lnTo>
                    <a:pt x="29006" y="21717"/>
                  </a:lnTo>
                  <a:lnTo>
                    <a:pt x="29133" y="21844"/>
                  </a:lnTo>
                  <a:lnTo>
                    <a:pt x="29679" y="21844"/>
                  </a:lnTo>
                  <a:close/>
                </a:path>
                <a:path w="49529" h="40005">
                  <a:moveTo>
                    <a:pt x="29679" y="18415"/>
                  </a:moveTo>
                  <a:lnTo>
                    <a:pt x="29603" y="18288"/>
                  </a:lnTo>
                  <a:lnTo>
                    <a:pt x="29184" y="18288"/>
                  </a:lnTo>
                  <a:lnTo>
                    <a:pt x="29108" y="18161"/>
                  </a:lnTo>
                  <a:lnTo>
                    <a:pt x="29108" y="18415"/>
                  </a:lnTo>
                  <a:lnTo>
                    <a:pt x="29679" y="18415"/>
                  </a:lnTo>
                  <a:close/>
                </a:path>
                <a:path w="49529" h="40005">
                  <a:moveTo>
                    <a:pt x="29679" y="16510"/>
                  </a:moveTo>
                  <a:lnTo>
                    <a:pt x="29133" y="16383"/>
                  </a:lnTo>
                  <a:lnTo>
                    <a:pt x="28651" y="16510"/>
                  </a:lnTo>
                  <a:lnTo>
                    <a:pt x="29679" y="16510"/>
                  </a:lnTo>
                  <a:close/>
                </a:path>
                <a:path w="49529" h="40005">
                  <a:moveTo>
                    <a:pt x="29857" y="22987"/>
                  </a:moveTo>
                  <a:lnTo>
                    <a:pt x="29527" y="22987"/>
                  </a:lnTo>
                  <a:lnTo>
                    <a:pt x="29502" y="23380"/>
                  </a:lnTo>
                  <a:lnTo>
                    <a:pt x="29819" y="23241"/>
                  </a:lnTo>
                  <a:lnTo>
                    <a:pt x="29857" y="22987"/>
                  </a:lnTo>
                  <a:close/>
                </a:path>
                <a:path w="49529" h="40005">
                  <a:moveTo>
                    <a:pt x="29870" y="22098"/>
                  </a:moveTo>
                  <a:lnTo>
                    <a:pt x="29832" y="21971"/>
                  </a:lnTo>
                  <a:lnTo>
                    <a:pt x="28714" y="21971"/>
                  </a:lnTo>
                  <a:lnTo>
                    <a:pt x="28587" y="22098"/>
                  </a:lnTo>
                  <a:lnTo>
                    <a:pt x="29870" y="22098"/>
                  </a:lnTo>
                  <a:close/>
                </a:path>
                <a:path w="49529" h="40005">
                  <a:moveTo>
                    <a:pt x="29895" y="14224"/>
                  </a:moveTo>
                  <a:lnTo>
                    <a:pt x="29578" y="14224"/>
                  </a:lnTo>
                  <a:lnTo>
                    <a:pt x="29489" y="14478"/>
                  </a:lnTo>
                  <a:lnTo>
                    <a:pt x="29718" y="14478"/>
                  </a:lnTo>
                  <a:lnTo>
                    <a:pt x="29895" y="14224"/>
                  </a:lnTo>
                  <a:close/>
                </a:path>
                <a:path w="49529" h="40005">
                  <a:moveTo>
                    <a:pt x="29984" y="22479"/>
                  </a:moveTo>
                  <a:lnTo>
                    <a:pt x="29908" y="22225"/>
                  </a:lnTo>
                  <a:lnTo>
                    <a:pt x="28587" y="22225"/>
                  </a:lnTo>
                  <a:lnTo>
                    <a:pt x="28587" y="22098"/>
                  </a:lnTo>
                  <a:lnTo>
                    <a:pt x="28409" y="22098"/>
                  </a:lnTo>
                  <a:lnTo>
                    <a:pt x="28371" y="22225"/>
                  </a:lnTo>
                  <a:lnTo>
                    <a:pt x="27076" y="22225"/>
                  </a:lnTo>
                  <a:lnTo>
                    <a:pt x="26631" y="22225"/>
                  </a:lnTo>
                  <a:lnTo>
                    <a:pt x="25996" y="22364"/>
                  </a:lnTo>
                  <a:lnTo>
                    <a:pt x="25984" y="22225"/>
                  </a:lnTo>
                  <a:lnTo>
                    <a:pt x="25641" y="22225"/>
                  </a:lnTo>
                  <a:lnTo>
                    <a:pt x="25933" y="22377"/>
                  </a:lnTo>
                  <a:lnTo>
                    <a:pt x="25387" y="22479"/>
                  </a:lnTo>
                  <a:lnTo>
                    <a:pt x="24777" y="22479"/>
                  </a:lnTo>
                  <a:lnTo>
                    <a:pt x="24638" y="22606"/>
                  </a:lnTo>
                  <a:lnTo>
                    <a:pt x="26123" y="22606"/>
                  </a:lnTo>
                  <a:lnTo>
                    <a:pt x="26162" y="22479"/>
                  </a:lnTo>
                  <a:lnTo>
                    <a:pt x="26022" y="22479"/>
                  </a:lnTo>
                  <a:lnTo>
                    <a:pt x="26162" y="22479"/>
                  </a:lnTo>
                  <a:lnTo>
                    <a:pt x="26390" y="22479"/>
                  </a:lnTo>
                  <a:lnTo>
                    <a:pt x="26263" y="22606"/>
                  </a:lnTo>
                  <a:lnTo>
                    <a:pt x="27139" y="22606"/>
                  </a:lnTo>
                  <a:lnTo>
                    <a:pt x="26924" y="22479"/>
                  </a:lnTo>
                  <a:lnTo>
                    <a:pt x="28587" y="22479"/>
                  </a:lnTo>
                  <a:lnTo>
                    <a:pt x="28587" y="22352"/>
                  </a:lnTo>
                  <a:lnTo>
                    <a:pt x="28663" y="22479"/>
                  </a:lnTo>
                  <a:lnTo>
                    <a:pt x="29984" y="22479"/>
                  </a:lnTo>
                  <a:close/>
                </a:path>
                <a:path w="49529" h="40005">
                  <a:moveTo>
                    <a:pt x="30010" y="18669"/>
                  </a:moveTo>
                  <a:lnTo>
                    <a:pt x="27393" y="18669"/>
                  </a:lnTo>
                  <a:lnTo>
                    <a:pt x="27432" y="18796"/>
                  </a:lnTo>
                  <a:lnTo>
                    <a:pt x="29997" y="18796"/>
                  </a:lnTo>
                  <a:lnTo>
                    <a:pt x="30010" y="18669"/>
                  </a:lnTo>
                  <a:close/>
                </a:path>
                <a:path w="49529" h="40005">
                  <a:moveTo>
                    <a:pt x="30073" y="13970"/>
                  </a:moveTo>
                  <a:lnTo>
                    <a:pt x="30060" y="13716"/>
                  </a:lnTo>
                  <a:lnTo>
                    <a:pt x="29679" y="13716"/>
                  </a:lnTo>
                  <a:lnTo>
                    <a:pt x="29578" y="13970"/>
                  </a:lnTo>
                  <a:lnTo>
                    <a:pt x="29349" y="13970"/>
                  </a:lnTo>
                  <a:lnTo>
                    <a:pt x="29349" y="14224"/>
                  </a:lnTo>
                  <a:lnTo>
                    <a:pt x="29794" y="13970"/>
                  </a:lnTo>
                  <a:lnTo>
                    <a:pt x="30073" y="13970"/>
                  </a:lnTo>
                  <a:close/>
                </a:path>
                <a:path w="49529" h="40005">
                  <a:moveTo>
                    <a:pt x="30073" y="1892"/>
                  </a:moveTo>
                  <a:lnTo>
                    <a:pt x="28282" y="1257"/>
                  </a:lnTo>
                  <a:lnTo>
                    <a:pt x="27343" y="927"/>
                  </a:lnTo>
                  <a:lnTo>
                    <a:pt x="30073" y="1892"/>
                  </a:lnTo>
                  <a:close/>
                </a:path>
                <a:path w="49529" h="40005">
                  <a:moveTo>
                    <a:pt x="30111" y="22987"/>
                  </a:moveTo>
                  <a:lnTo>
                    <a:pt x="29883" y="22860"/>
                  </a:lnTo>
                  <a:lnTo>
                    <a:pt x="29857" y="22987"/>
                  </a:lnTo>
                  <a:lnTo>
                    <a:pt x="30111" y="22987"/>
                  </a:lnTo>
                  <a:close/>
                </a:path>
                <a:path w="49529" h="40005">
                  <a:moveTo>
                    <a:pt x="30111" y="13970"/>
                  </a:moveTo>
                  <a:lnTo>
                    <a:pt x="29895" y="14224"/>
                  </a:lnTo>
                  <a:lnTo>
                    <a:pt x="30086" y="14224"/>
                  </a:lnTo>
                  <a:lnTo>
                    <a:pt x="30111" y="13970"/>
                  </a:lnTo>
                  <a:close/>
                </a:path>
                <a:path w="49529" h="40005">
                  <a:moveTo>
                    <a:pt x="30137" y="20574"/>
                  </a:moveTo>
                  <a:lnTo>
                    <a:pt x="29718" y="20447"/>
                  </a:lnTo>
                  <a:lnTo>
                    <a:pt x="29667" y="20320"/>
                  </a:lnTo>
                  <a:lnTo>
                    <a:pt x="29324" y="20320"/>
                  </a:lnTo>
                  <a:lnTo>
                    <a:pt x="29413" y="20447"/>
                  </a:lnTo>
                  <a:lnTo>
                    <a:pt x="29514" y="20574"/>
                  </a:lnTo>
                  <a:lnTo>
                    <a:pt x="30137" y="20574"/>
                  </a:lnTo>
                  <a:close/>
                </a:path>
                <a:path w="49529" h="40005">
                  <a:moveTo>
                    <a:pt x="30137" y="11684"/>
                  </a:moveTo>
                  <a:lnTo>
                    <a:pt x="29425" y="11684"/>
                  </a:lnTo>
                  <a:lnTo>
                    <a:pt x="29425" y="11938"/>
                  </a:lnTo>
                  <a:lnTo>
                    <a:pt x="29857" y="11938"/>
                  </a:lnTo>
                  <a:lnTo>
                    <a:pt x="30137" y="12192"/>
                  </a:lnTo>
                  <a:lnTo>
                    <a:pt x="30137" y="11684"/>
                  </a:lnTo>
                  <a:close/>
                </a:path>
                <a:path w="49529" h="40005">
                  <a:moveTo>
                    <a:pt x="30175" y="18415"/>
                  </a:moveTo>
                  <a:lnTo>
                    <a:pt x="29794" y="18415"/>
                  </a:lnTo>
                  <a:lnTo>
                    <a:pt x="29845" y="18542"/>
                  </a:lnTo>
                  <a:lnTo>
                    <a:pt x="30022" y="18542"/>
                  </a:lnTo>
                  <a:lnTo>
                    <a:pt x="30010" y="18669"/>
                  </a:lnTo>
                  <a:lnTo>
                    <a:pt x="30149" y="18669"/>
                  </a:lnTo>
                  <a:lnTo>
                    <a:pt x="30175" y="18415"/>
                  </a:lnTo>
                  <a:close/>
                </a:path>
                <a:path w="49529" h="40005">
                  <a:moveTo>
                    <a:pt x="30187" y="18161"/>
                  </a:moveTo>
                  <a:lnTo>
                    <a:pt x="30149" y="18034"/>
                  </a:lnTo>
                  <a:lnTo>
                    <a:pt x="30060" y="17653"/>
                  </a:lnTo>
                  <a:lnTo>
                    <a:pt x="29895" y="17653"/>
                  </a:lnTo>
                  <a:lnTo>
                    <a:pt x="29832" y="17780"/>
                  </a:lnTo>
                  <a:lnTo>
                    <a:pt x="29730" y="18034"/>
                  </a:lnTo>
                  <a:lnTo>
                    <a:pt x="28689" y="17780"/>
                  </a:lnTo>
                  <a:lnTo>
                    <a:pt x="28143" y="17780"/>
                  </a:lnTo>
                  <a:lnTo>
                    <a:pt x="28067" y="17653"/>
                  </a:lnTo>
                  <a:lnTo>
                    <a:pt x="27990" y="17526"/>
                  </a:lnTo>
                  <a:lnTo>
                    <a:pt x="27457" y="17526"/>
                  </a:lnTo>
                  <a:lnTo>
                    <a:pt x="27381" y="17399"/>
                  </a:lnTo>
                  <a:lnTo>
                    <a:pt x="27203" y="17526"/>
                  </a:lnTo>
                  <a:lnTo>
                    <a:pt x="27152" y="17653"/>
                  </a:lnTo>
                  <a:lnTo>
                    <a:pt x="26974" y="17780"/>
                  </a:lnTo>
                  <a:lnTo>
                    <a:pt x="26593" y="17780"/>
                  </a:lnTo>
                  <a:lnTo>
                    <a:pt x="26924" y="17907"/>
                  </a:lnTo>
                  <a:lnTo>
                    <a:pt x="27025" y="18161"/>
                  </a:lnTo>
                  <a:lnTo>
                    <a:pt x="27698" y="18161"/>
                  </a:lnTo>
                  <a:lnTo>
                    <a:pt x="29108" y="18161"/>
                  </a:lnTo>
                  <a:lnTo>
                    <a:pt x="30187" y="18161"/>
                  </a:lnTo>
                  <a:close/>
                </a:path>
                <a:path w="49529" h="40005">
                  <a:moveTo>
                    <a:pt x="30327" y="19304"/>
                  </a:moveTo>
                  <a:lnTo>
                    <a:pt x="29997" y="19050"/>
                  </a:lnTo>
                  <a:lnTo>
                    <a:pt x="29997" y="18923"/>
                  </a:lnTo>
                  <a:lnTo>
                    <a:pt x="29603" y="19050"/>
                  </a:lnTo>
                  <a:lnTo>
                    <a:pt x="29464" y="19304"/>
                  </a:lnTo>
                  <a:lnTo>
                    <a:pt x="29400" y="19431"/>
                  </a:lnTo>
                  <a:lnTo>
                    <a:pt x="29311" y="20193"/>
                  </a:lnTo>
                  <a:lnTo>
                    <a:pt x="29616" y="20193"/>
                  </a:lnTo>
                  <a:lnTo>
                    <a:pt x="29654" y="19304"/>
                  </a:lnTo>
                  <a:lnTo>
                    <a:pt x="30327" y="19304"/>
                  </a:lnTo>
                  <a:close/>
                </a:path>
                <a:path w="49529" h="40005">
                  <a:moveTo>
                    <a:pt x="30340" y="14224"/>
                  </a:moveTo>
                  <a:lnTo>
                    <a:pt x="30086" y="14224"/>
                  </a:lnTo>
                  <a:lnTo>
                    <a:pt x="30060" y="14478"/>
                  </a:lnTo>
                  <a:lnTo>
                    <a:pt x="30340" y="14224"/>
                  </a:lnTo>
                  <a:close/>
                </a:path>
                <a:path w="49529" h="40005">
                  <a:moveTo>
                    <a:pt x="30454" y="22606"/>
                  </a:moveTo>
                  <a:lnTo>
                    <a:pt x="28867" y="22606"/>
                  </a:lnTo>
                  <a:lnTo>
                    <a:pt x="29273" y="22733"/>
                  </a:lnTo>
                  <a:lnTo>
                    <a:pt x="29375" y="22860"/>
                  </a:lnTo>
                  <a:lnTo>
                    <a:pt x="29883" y="22860"/>
                  </a:lnTo>
                  <a:lnTo>
                    <a:pt x="30327" y="22860"/>
                  </a:lnTo>
                  <a:lnTo>
                    <a:pt x="30391" y="22733"/>
                  </a:lnTo>
                  <a:lnTo>
                    <a:pt x="30454" y="22606"/>
                  </a:lnTo>
                  <a:close/>
                </a:path>
                <a:path w="49529" h="40005">
                  <a:moveTo>
                    <a:pt x="30518" y="1892"/>
                  </a:moveTo>
                  <a:lnTo>
                    <a:pt x="30073" y="1892"/>
                  </a:lnTo>
                  <a:lnTo>
                    <a:pt x="30480" y="2349"/>
                  </a:lnTo>
                  <a:lnTo>
                    <a:pt x="30518" y="1892"/>
                  </a:lnTo>
                  <a:close/>
                </a:path>
                <a:path w="49529" h="40005">
                  <a:moveTo>
                    <a:pt x="30657" y="13716"/>
                  </a:moveTo>
                  <a:lnTo>
                    <a:pt x="30238" y="13716"/>
                  </a:lnTo>
                  <a:lnTo>
                    <a:pt x="30251" y="13970"/>
                  </a:lnTo>
                  <a:lnTo>
                    <a:pt x="30581" y="13970"/>
                  </a:lnTo>
                  <a:lnTo>
                    <a:pt x="30657" y="13716"/>
                  </a:lnTo>
                  <a:close/>
                </a:path>
                <a:path w="49529" h="40005">
                  <a:moveTo>
                    <a:pt x="30746" y="20701"/>
                  </a:moveTo>
                  <a:lnTo>
                    <a:pt x="30657" y="20574"/>
                  </a:lnTo>
                  <a:lnTo>
                    <a:pt x="30137" y="20574"/>
                  </a:lnTo>
                  <a:lnTo>
                    <a:pt x="30746" y="20701"/>
                  </a:lnTo>
                  <a:close/>
                </a:path>
                <a:path w="49529" h="40005">
                  <a:moveTo>
                    <a:pt x="30899" y="11430"/>
                  </a:moveTo>
                  <a:lnTo>
                    <a:pt x="30060" y="11430"/>
                  </a:lnTo>
                  <a:lnTo>
                    <a:pt x="30048" y="11049"/>
                  </a:lnTo>
                  <a:lnTo>
                    <a:pt x="29895" y="11430"/>
                  </a:lnTo>
                  <a:lnTo>
                    <a:pt x="30035" y="11430"/>
                  </a:lnTo>
                  <a:lnTo>
                    <a:pt x="30238" y="11684"/>
                  </a:lnTo>
                  <a:lnTo>
                    <a:pt x="30886" y="11684"/>
                  </a:lnTo>
                  <a:lnTo>
                    <a:pt x="30899" y="11430"/>
                  </a:lnTo>
                  <a:close/>
                </a:path>
                <a:path w="49529" h="40005">
                  <a:moveTo>
                    <a:pt x="31089" y="17907"/>
                  </a:moveTo>
                  <a:lnTo>
                    <a:pt x="30734" y="18034"/>
                  </a:lnTo>
                  <a:lnTo>
                    <a:pt x="30822" y="18161"/>
                  </a:lnTo>
                  <a:lnTo>
                    <a:pt x="31051" y="18161"/>
                  </a:lnTo>
                  <a:lnTo>
                    <a:pt x="31089" y="17907"/>
                  </a:lnTo>
                  <a:close/>
                </a:path>
                <a:path w="49529" h="40005">
                  <a:moveTo>
                    <a:pt x="31191" y="2349"/>
                  </a:moveTo>
                  <a:lnTo>
                    <a:pt x="31000" y="2349"/>
                  </a:lnTo>
                  <a:lnTo>
                    <a:pt x="31026" y="2578"/>
                  </a:lnTo>
                  <a:lnTo>
                    <a:pt x="31191" y="2349"/>
                  </a:lnTo>
                  <a:close/>
                </a:path>
                <a:path w="49529" h="40005">
                  <a:moveTo>
                    <a:pt x="31559" y="30099"/>
                  </a:moveTo>
                  <a:lnTo>
                    <a:pt x="30111" y="29972"/>
                  </a:lnTo>
                  <a:lnTo>
                    <a:pt x="29768" y="29972"/>
                  </a:lnTo>
                  <a:lnTo>
                    <a:pt x="29616" y="29845"/>
                  </a:lnTo>
                  <a:lnTo>
                    <a:pt x="29514" y="29718"/>
                  </a:lnTo>
                  <a:lnTo>
                    <a:pt x="29413" y="29591"/>
                  </a:lnTo>
                  <a:lnTo>
                    <a:pt x="28994" y="29591"/>
                  </a:lnTo>
                  <a:lnTo>
                    <a:pt x="29083" y="29972"/>
                  </a:lnTo>
                  <a:lnTo>
                    <a:pt x="28879" y="30060"/>
                  </a:lnTo>
                  <a:lnTo>
                    <a:pt x="29349" y="30099"/>
                  </a:lnTo>
                  <a:lnTo>
                    <a:pt x="31559" y="30099"/>
                  </a:lnTo>
                  <a:close/>
                </a:path>
                <a:path w="49529" h="40005">
                  <a:moveTo>
                    <a:pt x="31610" y="15113"/>
                  </a:moveTo>
                  <a:lnTo>
                    <a:pt x="31432" y="15113"/>
                  </a:lnTo>
                  <a:lnTo>
                    <a:pt x="31584" y="15240"/>
                  </a:lnTo>
                  <a:lnTo>
                    <a:pt x="31610" y="15113"/>
                  </a:lnTo>
                  <a:close/>
                </a:path>
                <a:path w="49529" h="40005">
                  <a:moveTo>
                    <a:pt x="31673" y="12700"/>
                  </a:moveTo>
                  <a:lnTo>
                    <a:pt x="31648" y="12446"/>
                  </a:lnTo>
                  <a:lnTo>
                    <a:pt x="31521" y="12700"/>
                  </a:lnTo>
                  <a:lnTo>
                    <a:pt x="31394" y="12954"/>
                  </a:lnTo>
                  <a:lnTo>
                    <a:pt x="31673" y="12700"/>
                  </a:lnTo>
                  <a:close/>
                </a:path>
                <a:path w="49529" h="40005">
                  <a:moveTo>
                    <a:pt x="31838" y="15875"/>
                  </a:moveTo>
                  <a:lnTo>
                    <a:pt x="29603" y="15875"/>
                  </a:lnTo>
                  <a:lnTo>
                    <a:pt x="30010" y="16129"/>
                  </a:lnTo>
                  <a:lnTo>
                    <a:pt x="29768" y="16129"/>
                  </a:lnTo>
                  <a:lnTo>
                    <a:pt x="29679" y="16510"/>
                  </a:lnTo>
                  <a:lnTo>
                    <a:pt x="29870" y="16510"/>
                  </a:lnTo>
                  <a:lnTo>
                    <a:pt x="29984" y="16891"/>
                  </a:lnTo>
                  <a:lnTo>
                    <a:pt x="30137" y="16764"/>
                  </a:lnTo>
                  <a:lnTo>
                    <a:pt x="30200" y="16637"/>
                  </a:lnTo>
                  <a:lnTo>
                    <a:pt x="30378" y="16510"/>
                  </a:lnTo>
                  <a:lnTo>
                    <a:pt x="30429" y="16256"/>
                  </a:lnTo>
                  <a:lnTo>
                    <a:pt x="31089" y="16383"/>
                  </a:lnTo>
                  <a:lnTo>
                    <a:pt x="31267" y="16510"/>
                  </a:lnTo>
                  <a:lnTo>
                    <a:pt x="31305" y="16637"/>
                  </a:lnTo>
                  <a:lnTo>
                    <a:pt x="31394" y="16256"/>
                  </a:lnTo>
                  <a:lnTo>
                    <a:pt x="31407" y="16129"/>
                  </a:lnTo>
                  <a:lnTo>
                    <a:pt x="31635" y="16129"/>
                  </a:lnTo>
                  <a:lnTo>
                    <a:pt x="31838" y="15875"/>
                  </a:lnTo>
                  <a:close/>
                </a:path>
                <a:path w="49529" h="40005">
                  <a:moveTo>
                    <a:pt x="31851" y="10795"/>
                  </a:moveTo>
                  <a:lnTo>
                    <a:pt x="31191" y="10693"/>
                  </a:lnTo>
                  <a:lnTo>
                    <a:pt x="31076" y="10541"/>
                  </a:lnTo>
                  <a:lnTo>
                    <a:pt x="30899" y="10655"/>
                  </a:lnTo>
                  <a:lnTo>
                    <a:pt x="30276" y="10541"/>
                  </a:lnTo>
                  <a:lnTo>
                    <a:pt x="30276" y="9779"/>
                  </a:lnTo>
                  <a:lnTo>
                    <a:pt x="30124" y="10033"/>
                  </a:lnTo>
                  <a:lnTo>
                    <a:pt x="30048" y="11049"/>
                  </a:lnTo>
                  <a:lnTo>
                    <a:pt x="30124" y="10795"/>
                  </a:lnTo>
                  <a:lnTo>
                    <a:pt x="30657" y="10795"/>
                  </a:lnTo>
                  <a:lnTo>
                    <a:pt x="30937" y="10795"/>
                  </a:lnTo>
                  <a:lnTo>
                    <a:pt x="30899" y="11430"/>
                  </a:lnTo>
                  <a:lnTo>
                    <a:pt x="31254" y="11430"/>
                  </a:lnTo>
                  <a:lnTo>
                    <a:pt x="31280" y="10795"/>
                  </a:lnTo>
                  <a:lnTo>
                    <a:pt x="31851" y="10795"/>
                  </a:lnTo>
                  <a:close/>
                </a:path>
                <a:path w="49529" h="40005">
                  <a:moveTo>
                    <a:pt x="32016" y="11430"/>
                  </a:moveTo>
                  <a:lnTo>
                    <a:pt x="31254" y="11430"/>
                  </a:lnTo>
                  <a:lnTo>
                    <a:pt x="31254" y="11684"/>
                  </a:lnTo>
                  <a:lnTo>
                    <a:pt x="31915" y="11684"/>
                  </a:lnTo>
                  <a:lnTo>
                    <a:pt x="32016" y="11430"/>
                  </a:lnTo>
                  <a:close/>
                </a:path>
                <a:path w="49529" h="40005">
                  <a:moveTo>
                    <a:pt x="32219" y="6096"/>
                  </a:moveTo>
                  <a:lnTo>
                    <a:pt x="23850" y="6096"/>
                  </a:lnTo>
                  <a:lnTo>
                    <a:pt x="23863" y="6350"/>
                  </a:lnTo>
                  <a:lnTo>
                    <a:pt x="31915" y="6350"/>
                  </a:lnTo>
                  <a:lnTo>
                    <a:pt x="32219" y="6096"/>
                  </a:lnTo>
                  <a:close/>
                </a:path>
                <a:path w="49529" h="40005">
                  <a:moveTo>
                    <a:pt x="32258" y="5842"/>
                  </a:moveTo>
                  <a:lnTo>
                    <a:pt x="32232" y="5588"/>
                  </a:lnTo>
                  <a:lnTo>
                    <a:pt x="23825" y="5588"/>
                  </a:lnTo>
                  <a:lnTo>
                    <a:pt x="23837" y="5842"/>
                  </a:lnTo>
                  <a:lnTo>
                    <a:pt x="32258" y="5842"/>
                  </a:lnTo>
                  <a:close/>
                </a:path>
                <a:path w="49529" h="40005">
                  <a:moveTo>
                    <a:pt x="32448" y="15367"/>
                  </a:moveTo>
                  <a:lnTo>
                    <a:pt x="32359" y="15240"/>
                  </a:lnTo>
                  <a:lnTo>
                    <a:pt x="32283" y="15113"/>
                  </a:lnTo>
                  <a:lnTo>
                    <a:pt x="31610" y="15113"/>
                  </a:lnTo>
                  <a:lnTo>
                    <a:pt x="32194" y="15240"/>
                  </a:lnTo>
                  <a:lnTo>
                    <a:pt x="32181" y="15367"/>
                  </a:lnTo>
                  <a:lnTo>
                    <a:pt x="32448" y="15367"/>
                  </a:lnTo>
                  <a:close/>
                </a:path>
                <a:path w="49529" h="40005">
                  <a:moveTo>
                    <a:pt x="32473" y="18669"/>
                  </a:moveTo>
                  <a:lnTo>
                    <a:pt x="30149" y="18669"/>
                  </a:lnTo>
                  <a:lnTo>
                    <a:pt x="30137" y="18796"/>
                  </a:lnTo>
                  <a:lnTo>
                    <a:pt x="32473" y="18796"/>
                  </a:lnTo>
                  <a:lnTo>
                    <a:pt x="32473" y="18669"/>
                  </a:lnTo>
                  <a:close/>
                </a:path>
                <a:path w="49529" h="40005">
                  <a:moveTo>
                    <a:pt x="32486" y="18161"/>
                  </a:moveTo>
                  <a:lnTo>
                    <a:pt x="31051" y="18161"/>
                  </a:lnTo>
                  <a:lnTo>
                    <a:pt x="31038" y="18288"/>
                  </a:lnTo>
                  <a:lnTo>
                    <a:pt x="30822" y="18161"/>
                  </a:lnTo>
                  <a:lnTo>
                    <a:pt x="30200" y="18161"/>
                  </a:lnTo>
                  <a:lnTo>
                    <a:pt x="30175" y="18415"/>
                  </a:lnTo>
                  <a:lnTo>
                    <a:pt x="31026" y="18415"/>
                  </a:lnTo>
                  <a:lnTo>
                    <a:pt x="32473" y="18415"/>
                  </a:lnTo>
                  <a:lnTo>
                    <a:pt x="32486" y="18161"/>
                  </a:lnTo>
                  <a:close/>
                </a:path>
                <a:path w="49529" h="40005">
                  <a:moveTo>
                    <a:pt x="32689" y="18796"/>
                  </a:moveTo>
                  <a:lnTo>
                    <a:pt x="32473" y="18796"/>
                  </a:lnTo>
                  <a:lnTo>
                    <a:pt x="32448" y="19685"/>
                  </a:lnTo>
                  <a:lnTo>
                    <a:pt x="32588" y="19558"/>
                  </a:lnTo>
                  <a:lnTo>
                    <a:pt x="32689" y="18796"/>
                  </a:lnTo>
                  <a:close/>
                </a:path>
                <a:path w="49529" h="40005">
                  <a:moveTo>
                    <a:pt x="32702" y="18415"/>
                  </a:moveTo>
                  <a:lnTo>
                    <a:pt x="32473" y="18415"/>
                  </a:lnTo>
                  <a:lnTo>
                    <a:pt x="32473" y="18669"/>
                  </a:lnTo>
                  <a:lnTo>
                    <a:pt x="32702" y="18669"/>
                  </a:lnTo>
                  <a:lnTo>
                    <a:pt x="32702" y="18415"/>
                  </a:lnTo>
                  <a:close/>
                </a:path>
                <a:path w="49529" h="40005">
                  <a:moveTo>
                    <a:pt x="32791" y="11201"/>
                  </a:moveTo>
                  <a:lnTo>
                    <a:pt x="32766" y="10960"/>
                  </a:lnTo>
                  <a:lnTo>
                    <a:pt x="32753" y="11201"/>
                  </a:lnTo>
                  <a:close/>
                </a:path>
                <a:path w="49529" h="40005">
                  <a:moveTo>
                    <a:pt x="32804" y="12446"/>
                  </a:moveTo>
                  <a:lnTo>
                    <a:pt x="32588" y="12446"/>
                  </a:lnTo>
                  <a:lnTo>
                    <a:pt x="32473" y="12700"/>
                  </a:lnTo>
                  <a:lnTo>
                    <a:pt x="32626" y="12700"/>
                  </a:lnTo>
                  <a:lnTo>
                    <a:pt x="32804" y="12446"/>
                  </a:lnTo>
                  <a:close/>
                </a:path>
                <a:path w="49529" h="40005">
                  <a:moveTo>
                    <a:pt x="32867" y="12255"/>
                  </a:moveTo>
                  <a:close/>
                </a:path>
                <a:path w="49529" h="40005">
                  <a:moveTo>
                    <a:pt x="33032" y="6858"/>
                  </a:moveTo>
                  <a:lnTo>
                    <a:pt x="32651" y="7061"/>
                  </a:lnTo>
                  <a:lnTo>
                    <a:pt x="32778" y="7112"/>
                  </a:lnTo>
                  <a:lnTo>
                    <a:pt x="32905" y="7112"/>
                  </a:lnTo>
                  <a:lnTo>
                    <a:pt x="33032" y="6858"/>
                  </a:lnTo>
                  <a:close/>
                </a:path>
                <a:path w="49529" h="40005">
                  <a:moveTo>
                    <a:pt x="33070" y="11518"/>
                  </a:moveTo>
                  <a:lnTo>
                    <a:pt x="32778" y="11912"/>
                  </a:lnTo>
                  <a:lnTo>
                    <a:pt x="32334" y="12293"/>
                  </a:lnTo>
                  <a:lnTo>
                    <a:pt x="32270" y="12446"/>
                  </a:lnTo>
                  <a:lnTo>
                    <a:pt x="32207" y="12585"/>
                  </a:lnTo>
                  <a:lnTo>
                    <a:pt x="32042" y="12700"/>
                  </a:lnTo>
                  <a:lnTo>
                    <a:pt x="31927" y="12954"/>
                  </a:lnTo>
                  <a:lnTo>
                    <a:pt x="31813" y="13208"/>
                  </a:lnTo>
                  <a:lnTo>
                    <a:pt x="32346" y="12700"/>
                  </a:lnTo>
                  <a:lnTo>
                    <a:pt x="32550" y="12446"/>
                  </a:lnTo>
                  <a:lnTo>
                    <a:pt x="32397" y="12407"/>
                  </a:lnTo>
                  <a:lnTo>
                    <a:pt x="32245" y="12560"/>
                  </a:lnTo>
                  <a:lnTo>
                    <a:pt x="32397" y="12446"/>
                  </a:lnTo>
                  <a:lnTo>
                    <a:pt x="32410" y="12293"/>
                  </a:lnTo>
                  <a:lnTo>
                    <a:pt x="32867" y="11912"/>
                  </a:lnTo>
                  <a:lnTo>
                    <a:pt x="33070" y="11518"/>
                  </a:lnTo>
                  <a:close/>
                </a:path>
                <a:path w="49529" h="40005">
                  <a:moveTo>
                    <a:pt x="33286" y="12585"/>
                  </a:moveTo>
                  <a:lnTo>
                    <a:pt x="33083" y="12446"/>
                  </a:lnTo>
                  <a:lnTo>
                    <a:pt x="32804" y="12446"/>
                  </a:lnTo>
                  <a:lnTo>
                    <a:pt x="33286" y="12585"/>
                  </a:lnTo>
                  <a:close/>
                </a:path>
                <a:path w="49529" h="40005">
                  <a:moveTo>
                    <a:pt x="33401" y="5080"/>
                  </a:moveTo>
                  <a:lnTo>
                    <a:pt x="23799" y="5080"/>
                  </a:lnTo>
                  <a:lnTo>
                    <a:pt x="23812" y="5334"/>
                  </a:lnTo>
                  <a:lnTo>
                    <a:pt x="30988" y="5334"/>
                  </a:lnTo>
                  <a:lnTo>
                    <a:pt x="33401" y="5080"/>
                  </a:lnTo>
                  <a:close/>
                </a:path>
                <a:path w="49529" h="40005">
                  <a:moveTo>
                    <a:pt x="33477" y="10541"/>
                  </a:moveTo>
                  <a:lnTo>
                    <a:pt x="33096" y="10541"/>
                  </a:lnTo>
                  <a:lnTo>
                    <a:pt x="33134" y="10756"/>
                  </a:lnTo>
                  <a:lnTo>
                    <a:pt x="33032" y="10541"/>
                  </a:lnTo>
                  <a:lnTo>
                    <a:pt x="32854" y="10541"/>
                  </a:lnTo>
                  <a:lnTo>
                    <a:pt x="33134" y="10782"/>
                  </a:lnTo>
                  <a:lnTo>
                    <a:pt x="33439" y="10795"/>
                  </a:lnTo>
                  <a:lnTo>
                    <a:pt x="33477" y="10541"/>
                  </a:lnTo>
                  <a:close/>
                </a:path>
                <a:path w="49529" h="40005">
                  <a:moveTo>
                    <a:pt x="33693" y="14224"/>
                  </a:moveTo>
                  <a:lnTo>
                    <a:pt x="33578" y="13970"/>
                  </a:lnTo>
                  <a:lnTo>
                    <a:pt x="33020" y="13970"/>
                  </a:lnTo>
                  <a:lnTo>
                    <a:pt x="33032" y="13716"/>
                  </a:lnTo>
                  <a:lnTo>
                    <a:pt x="31584" y="13716"/>
                  </a:lnTo>
                  <a:lnTo>
                    <a:pt x="31242" y="13716"/>
                  </a:lnTo>
                  <a:lnTo>
                    <a:pt x="30886" y="13462"/>
                  </a:lnTo>
                  <a:lnTo>
                    <a:pt x="31178" y="13462"/>
                  </a:lnTo>
                  <a:lnTo>
                    <a:pt x="31381" y="13208"/>
                  </a:lnTo>
                  <a:lnTo>
                    <a:pt x="31457" y="12954"/>
                  </a:lnTo>
                  <a:lnTo>
                    <a:pt x="31191" y="13208"/>
                  </a:lnTo>
                  <a:lnTo>
                    <a:pt x="31038" y="13208"/>
                  </a:lnTo>
                  <a:lnTo>
                    <a:pt x="31115" y="12954"/>
                  </a:lnTo>
                  <a:lnTo>
                    <a:pt x="31216" y="12700"/>
                  </a:lnTo>
                  <a:lnTo>
                    <a:pt x="31038" y="12446"/>
                  </a:lnTo>
                  <a:lnTo>
                    <a:pt x="31242" y="12446"/>
                  </a:lnTo>
                  <a:lnTo>
                    <a:pt x="31254" y="11684"/>
                  </a:lnTo>
                  <a:lnTo>
                    <a:pt x="30886" y="11684"/>
                  </a:lnTo>
                  <a:lnTo>
                    <a:pt x="30861" y="12954"/>
                  </a:lnTo>
                  <a:lnTo>
                    <a:pt x="30734" y="13462"/>
                  </a:lnTo>
                  <a:lnTo>
                    <a:pt x="30657" y="13716"/>
                  </a:lnTo>
                  <a:lnTo>
                    <a:pt x="30899" y="13716"/>
                  </a:lnTo>
                  <a:lnTo>
                    <a:pt x="30873" y="13970"/>
                  </a:lnTo>
                  <a:lnTo>
                    <a:pt x="31026" y="13766"/>
                  </a:lnTo>
                  <a:lnTo>
                    <a:pt x="30988" y="13970"/>
                  </a:lnTo>
                  <a:lnTo>
                    <a:pt x="31242" y="13970"/>
                  </a:lnTo>
                  <a:lnTo>
                    <a:pt x="31445" y="13817"/>
                  </a:lnTo>
                  <a:lnTo>
                    <a:pt x="31369" y="13970"/>
                  </a:lnTo>
                  <a:lnTo>
                    <a:pt x="32943" y="13970"/>
                  </a:lnTo>
                  <a:lnTo>
                    <a:pt x="32766" y="14224"/>
                  </a:lnTo>
                  <a:lnTo>
                    <a:pt x="33693" y="14224"/>
                  </a:lnTo>
                  <a:close/>
                </a:path>
                <a:path w="49529" h="40005">
                  <a:moveTo>
                    <a:pt x="33858" y="15113"/>
                  </a:moveTo>
                  <a:lnTo>
                    <a:pt x="33464" y="14986"/>
                  </a:lnTo>
                  <a:lnTo>
                    <a:pt x="33350" y="14732"/>
                  </a:lnTo>
                  <a:lnTo>
                    <a:pt x="33223" y="14478"/>
                  </a:lnTo>
                  <a:lnTo>
                    <a:pt x="32283" y="14478"/>
                  </a:lnTo>
                  <a:lnTo>
                    <a:pt x="33032" y="14605"/>
                  </a:lnTo>
                  <a:lnTo>
                    <a:pt x="32981" y="14859"/>
                  </a:lnTo>
                  <a:lnTo>
                    <a:pt x="32880" y="15367"/>
                  </a:lnTo>
                  <a:lnTo>
                    <a:pt x="33578" y="15367"/>
                  </a:lnTo>
                  <a:lnTo>
                    <a:pt x="33858" y="15113"/>
                  </a:lnTo>
                  <a:close/>
                </a:path>
                <a:path w="49529" h="40005">
                  <a:moveTo>
                    <a:pt x="34137" y="15748"/>
                  </a:moveTo>
                  <a:lnTo>
                    <a:pt x="33858" y="15494"/>
                  </a:lnTo>
                  <a:lnTo>
                    <a:pt x="32169" y="15494"/>
                  </a:lnTo>
                  <a:lnTo>
                    <a:pt x="32029" y="15494"/>
                  </a:lnTo>
                  <a:lnTo>
                    <a:pt x="31953" y="15621"/>
                  </a:lnTo>
                  <a:lnTo>
                    <a:pt x="31635" y="15367"/>
                  </a:lnTo>
                  <a:lnTo>
                    <a:pt x="31267" y="15240"/>
                  </a:lnTo>
                  <a:lnTo>
                    <a:pt x="31267" y="15113"/>
                  </a:lnTo>
                  <a:lnTo>
                    <a:pt x="31826" y="14986"/>
                  </a:lnTo>
                  <a:lnTo>
                    <a:pt x="32004" y="14871"/>
                  </a:lnTo>
                  <a:lnTo>
                    <a:pt x="32296" y="14986"/>
                  </a:lnTo>
                  <a:lnTo>
                    <a:pt x="32283" y="14859"/>
                  </a:lnTo>
                  <a:lnTo>
                    <a:pt x="32283" y="14478"/>
                  </a:lnTo>
                  <a:lnTo>
                    <a:pt x="32105" y="14478"/>
                  </a:lnTo>
                  <a:lnTo>
                    <a:pt x="32296" y="14224"/>
                  </a:lnTo>
                  <a:lnTo>
                    <a:pt x="30949" y="14224"/>
                  </a:lnTo>
                  <a:lnTo>
                    <a:pt x="30873" y="13970"/>
                  </a:lnTo>
                  <a:lnTo>
                    <a:pt x="30581" y="13970"/>
                  </a:lnTo>
                  <a:lnTo>
                    <a:pt x="30340" y="14224"/>
                  </a:lnTo>
                  <a:lnTo>
                    <a:pt x="30721" y="14224"/>
                  </a:lnTo>
                  <a:lnTo>
                    <a:pt x="30416" y="14478"/>
                  </a:lnTo>
                  <a:lnTo>
                    <a:pt x="30835" y="14274"/>
                  </a:lnTo>
                  <a:lnTo>
                    <a:pt x="30568" y="14478"/>
                  </a:lnTo>
                  <a:lnTo>
                    <a:pt x="31724" y="14478"/>
                  </a:lnTo>
                  <a:lnTo>
                    <a:pt x="31051" y="14605"/>
                  </a:lnTo>
                  <a:lnTo>
                    <a:pt x="30454" y="14986"/>
                  </a:lnTo>
                  <a:lnTo>
                    <a:pt x="29870" y="15113"/>
                  </a:lnTo>
                  <a:lnTo>
                    <a:pt x="30264" y="15240"/>
                  </a:lnTo>
                  <a:lnTo>
                    <a:pt x="29629" y="15240"/>
                  </a:lnTo>
                  <a:lnTo>
                    <a:pt x="29806" y="15113"/>
                  </a:lnTo>
                  <a:lnTo>
                    <a:pt x="29629" y="15113"/>
                  </a:lnTo>
                  <a:lnTo>
                    <a:pt x="29578" y="14859"/>
                  </a:lnTo>
                  <a:lnTo>
                    <a:pt x="29806" y="14732"/>
                  </a:lnTo>
                  <a:lnTo>
                    <a:pt x="29921" y="14859"/>
                  </a:lnTo>
                  <a:lnTo>
                    <a:pt x="30264" y="14605"/>
                  </a:lnTo>
                  <a:lnTo>
                    <a:pt x="30416" y="14478"/>
                  </a:lnTo>
                  <a:lnTo>
                    <a:pt x="30111" y="14478"/>
                  </a:lnTo>
                  <a:lnTo>
                    <a:pt x="29997" y="14605"/>
                  </a:lnTo>
                  <a:lnTo>
                    <a:pt x="30060" y="14478"/>
                  </a:lnTo>
                  <a:lnTo>
                    <a:pt x="29718" y="14478"/>
                  </a:lnTo>
                  <a:lnTo>
                    <a:pt x="29629" y="14605"/>
                  </a:lnTo>
                  <a:lnTo>
                    <a:pt x="29413" y="14732"/>
                  </a:lnTo>
                  <a:lnTo>
                    <a:pt x="29489" y="14478"/>
                  </a:lnTo>
                  <a:lnTo>
                    <a:pt x="29349" y="14478"/>
                  </a:lnTo>
                  <a:lnTo>
                    <a:pt x="29248" y="14605"/>
                  </a:lnTo>
                  <a:lnTo>
                    <a:pt x="29248" y="14986"/>
                  </a:lnTo>
                  <a:lnTo>
                    <a:pt x="29197" y="15113"/>
                  </a:lnTo>
                  <a:lnTo>
                    <a:pt x="29095" y="15367"/>
                  </a:lnTo>
                  <a:lnTo>
                    <a:pt x="28765" y="15240"/>
                  </a:lnTo>
                  <a:lnTo>
                    <a:pt x="28435" y="15240"/>
                  </a:lnTo>
                  <a:lnTo>
                    <a:pt x="28448" y="14986"/>
                  </a:lnTo>
                  <a:lnTo>
                    <a:pt x="28740" y="14986"/>
                  </a:lnTo>
                  <a:lnTo>
                    <a:pt x="28702" y="15240"/>
                  </a:lnTo>
                  <a:lnTo>
                    <a:pt x="28854" y="15113"/>
                  </a:lnTo>
                  <a:lnTo>
                    <a:pt x="28943" y="14986"/>
                  </a:lnTo>
                  <a:lnTo>
                    <a:pt x="29248" y="14986"/>
                  </a:lnTo>
                  <a:lnTo>
                    <a:pt x="29248" y="14605"/>
                  </a:lnTo>
                  <a:lnTo>
                    <a:pt x="29159" y="14732"/>
                  </a:lnTo>
                  <a:lnTo>
                    <a:pt x="28968" y="14732"/>
                  </a:lnTo>
                  <a:lnTo>
                    <a:pt x="28892" y="14605"/>
                  </a:lnTo>
                  <a:lnTo>
                    <a:pt x="28829" y="14478"/>
                  </a:lnTo>
                  <a:lnTo>
                    <a:pt x="28511" y="14478"/>
                  </a:lnTo>
                  <a:lnTo>
                    <a:pt x="28562" y="14605"/>
                  </a:lnTo>
                  <a:lnTo>
                    <a:pt x="28486" y="14478"/>
                  </a:lnTo>
                  <a:lnTo>
                    <a:pt x="28041" y="14478"/>
                  </a:lnTo>
                  <a:lnTo>
                    <a:pt x="28067" y="15367"/>
                  </a:lnTo>
                  <a:lnTo>
                    <a:pt x="27863" y="15367"/>
                  </a:lnTo>
                  <a:lnTo>
                    <a:pt x="27876" y="15240"/>
                  </a:lnTo>
                  <a:lnTo>
                    <a:pt x="27330" y="15240"/>
                  </a:lnTo>
                  <a:lnTo>
                    <a:pt x="27241" y="15494"/>
                  </a:lnTo>
                  <a:lnTo>
                    <a:pt x="27101" y="15367"/>
                  </a:lnTo>
                  <a:lnTo>
                    <a:pt x="26974" y="15240"/>
                  </a:lnTo>
                  <a:lnTo>
                    <a:pt x="27317" y="15240"/>
                  </a:lnTo>
                  <a:lnTo>
                    <a:pt x="26809" y="15113"/>
                  </a:lnTo>
                  <a:lnTo>
                    <a:pt x="26885" y="15240"/>
                  </a:lnTo>
                  <a:lnTo>
                    <a:pt x="26022" y="15113"/>
                  </a:lnTo>
                  <a:lnTo>
                    <a:pt x="25984" y="14986"/>
                  </a:lnTo>
                  <a:lnTo>
                    <a:pt x="25615" y="14859"/>
                  </a:lnTo>
                  <a:lnTo>
                    <a:pt x="25527" y="14732"/>
                  </a:lnTo>
                  <a:lnTo>
                    <a:pt x="25323" y="14605"/>
                  </a:lnTo>
                  <a:lnTo>
                    <a:pt x="25057" y="14478"/>
                  </a:lnTo>
                  <a:lnTo>
                    <a:pt x="25679" y="14478"/>
                  </a:lnTo>
                  <a:lnTo>
                    <a:pt x="25387" y="14224"/>
                  </a:lnTo>
                  <a:lnTo>
                    <a:pt x="25209" y="14224"/>
                  </a:lnTo>
                  <a:lnTo>
                    <a:pt x="24790" y="14097"/>
                  </a:lnTo>
                  <a:lnTo>
                    <a:pt x="24828" y="14224"/>
                  </a:lnTo>
                  <a:lnTo>
                    <a:pt x="24409" y="14224"/>
                  </a:lnTo>
                  <a:lnTo>
                    <a:pt x="24612" y="14478"/>
                  </a:lnTo>
                  <a:lnTo>
                    <a:pt x="7175" y="14478"/>
                  </a:lnTo>
                  <a:lnTo>
                    <a:pt x="7493" y="14732"/>
                  </a:lnTo>
                  <a:lnTo>
                    <a:pt x="7251" y="14732"/>
                  </a:lnTo>
                  <a:lnTo>
                    <a:pt x="7200" y="14859"/>
                  </a:lnTo>
                  <a:lnTo>
                    <a:pt x="7480" y="14986"/>
                  </a:lnTo>
                  <a:lnTo>
                    <a:pt x="8013" y="15113"/>
                  </a:lnTo>
                  <a:lnTo>
                    <a:pt x="7962" y="15240"/>
                  </a:lnTo>
                  <a:lnTo>
                    <a:pt x="8204" y="15113"/>
                  </a:lnTo>
                  <a:lnTo>
                    <a:pt x="8280" y="15367"/>
                  </a:lnTo>
                  <a:lnTo>
                    <a:pt x="8623" y="15494"/>
                  </a:lnTo>
                  <a:lnTo>
                    <a:pt x="8420" y="15367"/>
                  </a:lnTo>
                  <a:lnTo>
                    <a:pt x="8915" y="15621"/>
                  </a:lnTo>
                  <a:lnTo>
                    <a:pt x="9093" y="15748"/>
                  </a:lnTo>
                  <a:lnTo>
                    <a:pt x="9347" y="15875"/>
                  </a:lnTo>
                  <a:lnTo>
                    <a:pt x="9601" y="15875"/>
                  </a:lnTo>
                  <a:lnTo>
                    <a:pt x="9702" y="16040"/>
                  </a:lnTo>
                  <a:lnTo>
                    <a:pt x="9575" y="16002"/>
                  </a:lnTo>
                  <a:lnTo>
                    <a:pt x="9728" y="16078"/>
                  </a:lnTo>
                  <a:lnTo>
                    <a:pt x="9969" y="16256"/>
                  </a:lnTo>
                  <a:lnTo>
                    <a:pt x="10363" y="16383"/>
                  </a:lnTo>
                  <a:lnTo>
                    <a:pt x="10350" y="16891"/>
                  </a:lnTo>
                  <a:lnTo>
                    <a:pt x="8039" y="17018"/>
                  </a:lnTo>
                  <a:lnTo>
                    <a:pt x="5740" y="18669"/>
                  </a:lnTo>
                  <a:lnTo>
                    <a:pt x="5715" y="19050"/>
                  </a:lnTo>
                  <a:lnTo>
                    <a:pt x="5867" y="19304"/>
                  </a:lnTo>
                  <a:lnTo>
                    <a:pt x="5956" y="19431"/>
                  </a:lnTo>
                  <a:lnTo>
                    <a:pt x="6032" y="19558"/>
                  </a:lnTo>
                  <a:lnTo>
                    <a:pt x="6108" y="19685"/>
                  </a:lnTo>
                  <a:lnTo>
                    <a:pt x="6184" y="19812"/>
                  </a:lnTo>
                  <a:lnTo>
                    <a:pt x="6261" y="19939"/>
                  </a:lnTo>
                  <a:lnTo>
                    <a:pt x="6337" y="20066"/>
                  </a:lnTo>
                  <a:lnTo>
                    <a:pt x="6426" y="20193"/>
                  </a:lnTo>
                  <a:lnTo>
                    <a:pt x="6502" y="20320"/>
                  </a:lnTo>
                  <a:lnTo>
                    <a:pt x="6578" y="20447"/>
                  </a:lnTo>
                  <a:lnTo>
                    <a:pt x="6654" y="20574"/>
                  </a:lnTo>
                  <a:lnTo>
                    <a:pt x="7086" y="20955"/>
                  </a:lnTo>
                  <a:lnTo>
                    <a:pt x="7670" y="20955"/>
                  </a:lnTo>
                  <a:lnTo>
                    <a:pt x="7721" y="20193"/>
                  </a:lnTo>
                  <a:lnTo>
                    <a:pt x="7747" y="19939"/>
                  </a:lnTo>
                  <a:lnTo>
                    <a:pt x="7607" y="20066"/>
                  </a:lnTo>
                  <a:lnTo>
                    <a:pt x="7531" y="20193"/>
                  </a:lnTo>
                  <a:lnTo>
                    <a:pt x="7493" y="20066"/>
                  </a:lnTo>
                  <a:lnTo>
                    <a:pt x="7327" y="19939"/>
                  </a:lnTo>
                  <a:lnTo>
                    <a:pt x="7340" y="19050"/>
                  </a:lnTo>
                  <a:lnTo>
                    <a:pt x="7035" y="19050"/>
                  </a:lnTo>
                  <a:lnTo>
                    <a:pt x="7137" y="18542"/>
                  </a:lnTo>
                  <a:lnTo>
                    <a:pt x="7620" y="18288"/>
                  </a:lnTo>
                  <a:lnTo>
                    <a:pt x="7721" y="18161"/>
                  </a:lnTo>
                  <a:lnTo>
                    <a:pt x="7835" y="18034"/>
                  </a:lnTo>
                  <a:lnTo>
                    <a:pt x="8051" y="17907"/>
                  </a:lnTo>
                  <a:lnTo>
                    <a:pt x="8382" y="17907"/>
                  </a:lnTo>
                  <a:lnTo>
                    <a:pt x="8597" y="17780"/>
                  </a:lnTo>
                  <a:lnTo>
                    <a:pt x="8623" y="17526"/>
                  </a:lnTo>
                  <a:lnTo>
                    <a:pt x="9258" y="17653"/>
                  </a:lnTo>
                  <a:lnTo>
                    <a:pt x="9347" y="18669"/>
                  </a:lnTo>
                  <a:lnTo>
                    <a:pt x="9017" y="18796"/>
                  </a:lnTo>
                  <a:lnTo>
                    <a:pt x="9245" y="18796"/>
                  </a:lnTo>
                  <a:lnTo>
                    <a:pt x="9347" y="19304"/>
                  </a:lnTo>
                  <a:lnTo>
                    <a:pt x="9436" y="20066"/>
                  </a:lnTo>
                  <a:lnTo>
                    <a:pt x="10223" y="20320"/>
                  </a:lnTo>
                  <a:lnTo>
                    <a:pt x="10134" y="20066"/>
                  </a:lnTo>
                  <a:lnTo>
                    <a:pt x="9740" y="20066"/>
                  </a:lnTo>
                  <a:lnTo>
                    <a:pt x="9779" y="19304"/>
                  </a:lnTo>
                  <a:lnTo>
                    <a:pt x="9842" y="19431"/>
                  </a:lnTo>
                  <a:lnTo>
                    <a:pt x="9956" y="19812"/>
                  </a:lnTo>
                  <a:lnTo>
                    <a:pt x="10033" y="19939"/>
                  </a:lnTo>
                  <a:lnTo>
                    <a:pt x="10147" y="19558"/>
                  </a:lnTo>
                  <a:lnTo>
                    <a:pt x="10160" y="19304"/>
                  </a:lnTo>
                  <a:lnTo>
                    <a:pt x="10185" y="19431"/>
                  </a:lnTo>
                  <a:lnTo>
                    <a:pt x="10604" y="19685"/>
                  </a:lnTo>
                  <a:lnTo>
                    <a:pt x="10541" y="19304"/>
                  </a:lnTo>
                  <a:lnTo>
                    <a:pt x="10680" y="19431"/>
                  </a:lnTo>
                  <a:lnTo>
                    <a:pt x="10947" y="19050"/>
                  </a:lnTo>
                  <a:lnTo>
                    <a:pt x="10795" y="19050"/>
                  </a:lnTo>
                  <a:lnTo>
                    <a:pt x="10972" y="18923"/>
                  </a:lnTo>
                  <a:lnTo>
                    <a:pt x="11137" y="18923"/>
                  </a:lnTo>
                  <a:lnTo>
                    <a:pt x="11137" y="18796"/>
                  </a:lnTo>
                  <a:lnTo>
                    <a:pt x="10617" y="18796"/>
                  </a:lnTo>
                  <a:lnTo>
                    <a:pt x="10553" y="18542"/>
                  </a:lnTo>
                  <a:lnTo>
                    <a:pt x="11125" y="18542"/>
                  </a:lnTo>
                  <a:lnTo>
                    <a:pt x="11137" y="18796"/>
                  </a:lnTo>
                  <a:lnTo>
                    <a:pt x="11988" y="18796"/>
                  </a:lnTo>
                  <a:lnTo>
                    <a:pt x="11976" y="18669"/>
                  </a:lnTo>
                  <a:lnTo>
                    <a:pt x="11976" y="18542"/>
                  </a:lnTo>
                  <a:lnTo>
                    <a:pt x="11214" y="18542"/>
                  </a:lnTo>
                  <a:lnTo>
                    <a:pt x="11315" y="18161"/>
                  </a:lnTo>
                  <a:lnTo>
                    <a:pt x="11557" y="18161"/>
                  </a:lnTo>
                  <a:lnTo>
                    <a:pt x="11569" y="18034"/>
                  </a:lnTo>
                  <a:lnTo>
                    <a:pt x="11595" y="17907"/>
                  </a:lnTo>
                  <a:lnTo>
                    <a:pt x="11239" y="17907"/>
                  </a:lnTo>
                  <a:lnTo>
                    <a:pt x="11214" y="18034"/>
                  </a:lnTo>
                  <a:lnTo>
                    <a:pt x="11010" y="17907"/>
                  </a:lnTo>
                  <a:lnTo>
                    <a:pt x="10350" y="17907"/>
                  </a:lnTo>
                  <a:lnTo>
                    <a:pt x="10287" y="18034"/>
                  </a:lnTo>
                  <a:lnTo>
                    <a:pt x="10312" y="17907"/>
                  </a:lnTo>
                  <a:lnTo>
                    <a:pt x="10426" y="17780"/>
                  </a:lnTo>
                  <a:lnTo>
                    <a:pt x="11087" y="17780"/>
                  </a:lnTo>
                  <a:lnTo>
                    <a:pt x="11214" y="17653"/>
                  </a:lnTo>
                  <a:lnTo>
                    <a:pt x="11264" y="17780"/>
                  </a:lnTo>
                  <a:lnTo>
                    <a:pt x="11607" y="17780"/>
                  </a:lnTo>
                  <a:lnTo>
                    <a:pt x="11633" y="17653"/>
                  </a:lnTo>
                  <a:lnTo>
                    <a:pt x="11696" y="17780"/>
                  </a:lnTo>
                  <a:lnTo>
                    <a:pt x="11938" y="17780"/>
                  </a:lnTo>
                  <a:lnTo>
                    <a:pt x="11899" y="17653"/>
                  </a:lnTo>
                  <a:lnTo>
                    <a:pt x="11874" y="17526"/>
                  </a:lnTo>
                  <a:lnTo>
                    <a:pt x="12179" y="17272"/>
                  </a:lnTo>
                  <a:lnTo>
                    <a:pt x="12293" y="17018"/>
                  </a:lnTo>
                  <a:lnTo>
                    <a:pt x="12420" y="16764"/>
                  </a:lnTo>
                  <a:lnTo>
                    <a:pt x="12547" y="16510"/>
                  </a:lnTo>
                  <a:lnTo>
                    <a:pt x="13246" y="16383"/>
                  </a:lnTo>
                  <a:lnTo>
                    <a:pt x="13182" y="16129"/>
                  </a:lnTo>
                  <a:lnTo>
                    <a:pt x="13360" y="16129"/>
                  </a:lnTo>
                  <a:lnTo>
                    <a:pt x="13843" y="16256"/>
                  </a:lnTo>
                  <a:lnTo>
                    <a:pt x="13919" y="16383"/>
                  </a:lnTo>
                  <a:lnTo>
                    <a:pt x="14363" y="16383"/>
                  </a:lnTo>
                  <a:lnTo>
                    <a:pt x="14363" y="16510"/>
                  </a:lnTo>
                  <a:lnTo>
                    <a:pt x="14541" y="16383"/>
                  </a:lnTo>
                  <a:lnTo>
                    <a:pt x="14605" y="16256"/>
                  </a:lnTo>
                  <a:lnTo>
                    <a:pt x="14579" y="16383"/>
                  </a:lnTo>
                  <a:lnTo>
                    <a:pt x="14363" y="16510"/>
                  </a:lnTo>
                  <a:lnTo>
                    <a:pt x="14363" y="16637"/>
                  </a:lnTo>
                  <a:lnTo>
                    <a:pt x="14490" y="17653"/>
                  </a:lnTo>
                  <a:lnTo>
                    <a:pt x="14592" y="17780"/>
                  </a:lnTo>
                  <a:lnTo>
                    <a:pt x="14998" y="17780"/>
                  </a:lnTo>
                  <a:lnTo>
                    <a:pt x="15024" y="17653"/>
                  </a:lnTo>
                  <a:lnTo>
                    <a:pt x="15240" y="17653"/>
                  </a:lnTo>
                  <a:lnTo>
                    <a:pt x="15201" y="17526"/>
                  </a:lnTo>
                  <a:lnTo>
                    <a:pt x="15024" y="17640"/>
                  </a:lnTo>
                  <a:lnTo>
                    <a:pt x="15087" y="17399"/>
                  </a:lnTo>
                  <a:lnTo>
                    <a:pt x="15201" y="17018"/>
                  </a:lnTo>
                  <a:lnTo>
                    <a:pt x="15214" y="16891"/>
                  </a:lnTo>
                  <a:lnTo>
                    <a:pt x="15367" y="16891"/>
                  </a:lnTo>
                  <a:lnTo>
                    <a:pt x="15430" y="16764"/>
                  </a:lnTo>
                  <a:lnTo>
                    <a:pt x="15278" y="16764"/>
                  </a:lnTo>
                  <a:lnTo>
                    <a:pt x="15087" y="16764"/>
                  </a:lnTo>
                  <a:lnTo>
                    <a:pt x="15252" y="16637"/>
                  </a:lnTo>
                  <a:lnTo>
                    <a:pt x="14935" y="16510"/>
                  </a:lnTo>
                  <a:lnTo>
                    <a:pt x="14935" y="16383"/>
                  </a:lnTo>
                  <a:lnTo>
                    <a:pt x="14782" y="16383"/>
                  </a:lnTo>
                  <a:lnTo>
                    <a:pt x="14782" y="16764"/>
                  </a:lnTo>
                  <a:lnTo>
                    <a:pt x="14630" y="16764"/>
                  </a:lnTo>
                  <a:lnTo>
                    <a:pt x="14782" y="16764"/>
                  </a:lnTo>
                  <a:lnTo>
                    <a:pt x="14782" y="16383"/>
                  </a:lnTo>
                  <a:lnTo>
                    <a:pt x="14744" y="16510"/>
                  </a:lnTo>
                  <a:lnTo>
                    <a:pt x="14820" y="16129"/>
                  </a:lnTo>
                  <a:lnTo>
                    <a:pt x="15113" y="15875"/>
                  </a:lnTo>
                  <a:lnTo>
                    <a:pt x="14960" y="16129"/>
                  </a:lnTo>
                  <a:lnTo>
                    <a:pt x="15252" y="16129"/>
                  </a:lnTo>
                  <a:lnTo>
                    <a:pt x="15316" y="16256"/>
                  </a:lnTo>
                  <a:lnTo>
                    <a:pt x="15379" y="16383"/>
                  </a:lnTo>
                  <a:lnTo>
                    <a:pt x="15506" y="16383"/>
                  </a:lnTo>
                  <a:lnTo>
                    <a:pt x="15430" y="16764"/>
                  </a:lnTo>
                  <a:lnTo>
                    <a:pt x="15621" y="16637"/>
                  </a:lnTo>
                  <a:lnTo>
                    <a:pt x="15544" y="17526"/>
                  </a:lnTo>
                  <a:lnTo>
                    <a:pt x="15278" y="17526"/>
                  </a:lnTo>
                  <a:lnTo>
                    <a:pt x="15278" y="17653"/>
                  </a:lnTo>
                  <a:lnTo>
                    <a:pt x="15151" y="17780"/>
                  </a:lnTo>
                  <a:lnTo>
                    <a:pt x="15138" y="17907"/>
                  </a:lnTo>
                  <a:lnTo>
                    <a:pt x="14541" y="17907"/>
                  </a:lnTo>
                  <a:lnTo>
                    <a:pt x="14249" y="18034"/>
                  </a:lnTo>
                  <a:lnTo>
                    <a:pt x="14262" y="17907"/>
                  </a:lnTo>
                  <a:lnTo>
                    <a:pt x="13728" y="17907"/>
                  </a:lnTo>
                  <a:lnTo>
                    <a:pt x="13665" y="18542"/>
                  </a:lnTo>
                  <a:lnTo>
                    <a:pt x="16306" y="18542"/>
                  </a:lnTo>
                  <a:lnTo>
                    <a:pt x="16383" y="18669"/>
                  </a:lnTo>
                  <a:lnTo>
                    <a:pt x="17665" y="18669"/>
                  </a:lnTo>
                  <a:lnTo>
                    <a:pt x="17640" y="18542"/>
                  </a:lnTo>
                  <a:lnTo>
                    <a:pt x="17475" y="18415"/>
                  </a:lnTo>
                  <a:lnTo>
                    <a:pt x="17843" y="18288"/>
                  </a:lnTo>
                  <a:lnTo>
                    <a:pt x="16306" y="18288"/>
                  </a:lnTo>
                  <a:lnTo>
                    <a:pt x="16141" y="18415"/>
                  </a:lnTo>
                  <a:lnTo>
                    <a:pt x="16217" y="18288"/>
                  </a:lnTo>
                  <a:lnTo>
                    <a:pt x="16141" y="18161"/>
                  </a:lnTo>
                  <a:lnTo>
                    <a:pt x="18948" y="18161"/>
                  </a:lnTo>
                  <a:lnTo>
                    <a:pt x="18948" y="18034"/>
                  </a:lnTo>
                  <a:lnTo>
                    <a:pt x="18948" y="17907"/>
                  </a:lnTo>
                  <a:lnTo>
                    <a:pt x="19329" y="17653"/>
                  </a:lnTo>
                  <a:lnTo>
                    <a:pt x="19481" y="17653"/>
                  </a:lnTo>
                  <a:lnTo>
                    <a:pt x="19164" y="17526"/>
                  </a:lnTo>
                  <a:lnTo>
                    <a:pt x="18821" y="17653"/>
                  </a:lnTo>
                  <a:lnTo>
                    <a:pt x="18567" y="17526"/>
                  </a:lnTo>
                  <a:lnTo>
                    <a:pt x="18542" y="17780"/>
                  </a:lnTo>
                  <a:lnTo>
                    <a:pt x="18440" y="17907"/>
                  </a:lnTo>
                  <a:lnTo>
                    <a:pt x="18338" y="18034"/>
                  </a:lnTo>
                  <a:lnTo>
                    <a:pt x="18059" y="18034"/>
                  </a:lnTo>
                  <a:lnTo>
                    <a:pt x="17995" y="17907"/>
                  </a:lnTo>
                  <a:lnTo>
                    <a:pt x="17500" y="17780"/>
                  </a:lnTo>
                  <a:lnTo>
                    <a:pt x="17475" y="17272"/>
                  </a:lnTo>
                  <a:lnTo>
                    <a:pt x="17703" y="17145"/>
                  </a:lnTo>
                  <a:lnTo>
                    <a:pt x="17957" y="17145"/>
                  </a:lnTo>
                  <a:lnTo>
                    <a:pt x="18173" y="17018"/>
                  </a:lnTo>
                  <a:lnTo>
                    <a:pt x="18249" y="16764"/>
                  </a:lnTo>
                  <a:lnTo>
                    <a:pt x="18478" y="16637"/>
                  </a:lnTo>
                  <a:lnTo>
                    <a:pt x="18440" y="16383"/>
                  </a:lnTo>
                  <a:lnTo>
                    <a:pt x="19113" y="16129"/>
                  </a:lnTo>
                  <a:lnTo>
                    <a:pt x="19405" y="16383"/>
                  </a:lnTo>
                  <a:lnTo>
                    <a:pt x="19469" y="16637"/>
                  </a:lnTo>
                  <a:lnTo>
                    <a:pt x="19596" y="16764"/>
                  </a:lnTo>
                  <a:lnTo>
                    <a:pt x="19646" y="16510"/>
                  </a:lnTo>
                  <a:lnTo>
                    <a:pt x="19723" y="16637"/>
                  </a:lnTo>
                  <a:lnTo>
                    <a:pt x="19799" y="16764"/>
                  </a:lnTo>
                  <a:lnTo>
                    <a:pt x="19951" y="16891"/>
                  </a:lnTo>
                  <a:lnTo>
                    <a:pt x="19913" y="16510"/>
                  </a:lnTo>
                  <a:lnTo>
                    <a:pt x="19913" y="16383"/>
                  </a:lnTo>
                  <a:lnTo>
                    <a:pt x="20066" y="16383"/>
                  </a:lnTo>
                  <a:lnTo>
                    <a:pt x="20104" y="16256"/>
                  </a:lnTo>
                  <a:lnTo>
                    <a:pt x="20447" y="16256"/>
                  </a:lnTo>
                  <a:lnTo>
                    <a:pt x="20421" y="17653"/>
                  </a:lnTo>
                  <a:lnTo>
                    <a:pt x="20777" y="17780"/>
                  </a:lnTo>
                  <a:lnTo>
                    <a:pt x="20866" y="17653"/>
                  </a:lnTo>
                  <a:lnTo>
                    <a:pt x="20955" y="17526"/>
                  </a:lnTo>
                  <a:lnTo>
                    <a:pt x="21082" y="17526"/>
                  </a:lnTo>
                  <a:lnTo>
                    <a:pt x="21183" y="17272"/>
                  </a:lnTo>
                  <a:lnTo>
                    <a:pt x="21285" y="17145"/>
                  </a:lnTo>
                  <a:lnTo>
                    <a:pt x="21310" y="17018"/>
                  </a:lnTo>
                  <a:lnTo>
                    <a:pt x="21805" y="17145"/>
                  </a:lnTo>
                  <a:lnTo>
                    <a:pt x="21844" y="17018"/>
                  </a:lnTo>
                  <a:lnTo>
                    <a:pt x="21971" y="16764"/>
                  </a:lnTo>
                  <a:lnTo>
                    <a:pt x="21958" y="17907"/>
                  </a:lnTo>
                  <a:lnTo>
                    <a:pt x="22098" y="17780"/>
                  </a:lnTo>
                  <a:lnTo>
                    <a:pt x="22212" y="17272"/>
                  </a:lnTo>
                  <a:lnTo>
                    <a:pt x="22225" y="16764"/>
                  </a:lnTo>
                  <a:lnTo>
                    <a:pt x="22225" y="16637"/>
                  </a:lnTo>
                  <a:lnTo>
                    <a:pt x="22364" y="16764"/>
                  </a:lnTo>
                  <a:lnTo>
                    <a:pt x="22440" y="16637"/>
                  </a:lnTo>
                  <a:lnTo>
                    <a:pt x="22517" y="16510"/>
                  </a:lnTo>
                  <a:lnTo>
                    <a:pt x="22618" y="17018"/>
                  </a:lnTo>
                  <a:lnTo>
                    <a:pt x="22910" y="17145"/>
                  </a:lnTo>
                  <a:lnTo>
                    <a:pt x="22987" y="16891"/>
                  </a:lnTo>
                  <a:lnTo>
                    <a:pt x="23152" y="16764"/>
                  </a:lnTo>
                  <a:lnTo>
                    <a:pt x="23190" y="16891"/>
                  </a:lnTo>
                  <a:lnTo>
                    <a:pt x="23279" y="17272"/>
                  </a:lnTo>
                  <a:lnTo>
                    <a:pt x="23406" y="17653"/>
                  </a:lnTo>
                  <a:lnTo>
                    <a:pt x="23507" y="18034"/>
                  </a:lnTo>
                  <a:lnTo>
                    <a:pt x="23431" y="16764"/>
                  </a:lnTo>
                  <a:lnTo>
                    <a:pt x="23520" y="16510"/>
                  </a:lnTo>
                  <a:lnTo>
                    <a:pt x="23533" y="16764"/>
                  </a:lnTo>
                  <a:lnTo>
                    <a:pt x="23672" y="16637"/>
                  </a:lnTo>
                  <a:lnTo>
                    <a:pt x="23698" y="16510"/>
                  </a:lnTo>
                  <a:lnTo>
                    <a:pt x="23736" y="16383"/>
                  </a:lnTo>
                  <a:lnTo>
                    <a:pt x="23761" y="16510"/>
                  </a:lnTo>
                  <a:lnTo>
                    <a:pt x="23901" y="16510"/>
                  </a:lnTo>
                  <a:lnTo>
                    <a:pt x="23837" y="16637"/>
                  </a:lnTo>
                  <a:lnTo>
                    <a:pt x="24041" y="16510"/>
                  </a:lnTo>
                  <a:lnTo>
                    <a:pt x="24130" y="16637"/>
                  </a:lnTo>
                  <a:lnTo>
                    <a:pt x="24218" y="16764"/>
                  </a:lnTo>
                  <a:lnTo>
                    <a:pt x="24269" y="17018"/>
                  </a:lnTo>
                  <a:lnTo>
                    <a:pt x="24511" y="16891"/>
                  </a:lnTo>
                  <a:lnTo>
                    <a:pt x="24447" y="16383"/>
                  </a:lnTo>
                  <a:lnTo>
                    <a:pt x="24815" y="16383"/>
                  </a:lnTo>
                  <a:lnTo>
                    <a:pt x="24803" y="16256"/>
                  </a:lnTo>
                  <a:lnTo>
                    <a:pt x="24790" y="16129"/>
                  </a:lnTo>
                  <a:lnTo>
                    <a:pt x="24942" y="15875"/>
                  </a:lnTo>
                  <a:lnTo>
                    <a:pt x="25019" y="15748"/>
                  </a:lnTo>
                  <a:lnTo>
                    <a:pt x="25095" y="15621"/>
                  </a:lnTo>
                  <a:lnTo>
                    <a:pt x="25171" y="15494"/>
                  </a:lnTo>
                  <a:lnTo>
                    <a:pt x="25895" y="15621"/>
                  </a:lnTo>
                  <a:lnTo>
                    <a:pt x="25933" y="15748"/>
                  </a:lnTo>
                  <a:lnTo>
                    <a:pt x="26035" y="16383"/>
                  </a:lnTo>
                  <a:lnTo>
                    <a:pt x="26225" y="16256"/>
                  </a:lnTo>
                  <a:lnTo>
                    <a:pt x="26581" y="16129"/>
                  </a:lnTo>
                  <a:lnTo>
                    <a:pt x="27089" y="16129"/>
                  </a:lnTo>
                  <a:lnTo>
                    <a:pt x="27393" y="16383"/>
                  </a:lnTo>
                  <a:lnTo>
                    <a:pt x="27457" y="16891"/>
                  </a:lnTo>
                  <a:lnTo>
                    <a:pt x="27686" y="16764"/>
                  </a:lnTo>
                  <a:lnTo>
                    <a:pt x="28486" y="16764"/>
                  </a:lnTo>
                  <a:lnTo>
                    <a:pt x="28562" y="16637"/>
                  </a:lnTo>
                  <a:lnTo>
                    <a:pt x="28651" y="16510"/>
                  </a:lnTo>
                  <a:lnTo>
                    <a:pt x="28168" y="16383"/>
                  </a:lnTo>
                  <a:lnTo>
                    <a:pt x="27876" y="16383"/>
                  </a:lnTo>
                  <a:lnTo>
                    <a:pt x="27863" y="16256"/>
                  </a:lnTo>
                  <a:lnTo>
                    <a:pt x="27851" y="16129"/>
                  </a:lnTo>
                  <a:lnTo>
                    <a:pt x="27711" y="16129"/>
                  </a:lnTo>
                  <a:lnTo>
                    <a:pt x="27698" y="16256"/>
                  </a:lnTo>
                  <a:lnTo>
                    <a:pt x="27508" y="16129"/>
                  </a:lnTo>
                  <a:lnTo>
                    <a:pt x="27711" y="15875"/>
                  </a:lnTo>
                  <a:lnTo>
                    <a:pt x="29260" y="15875"/>
                  </a:lnTo>
                  <a:lnTo>
                    <a:pt x="29603" y="15875"/>
                  </a:lnTo>
                  <a:lnTo>
                    <a:pt x="29578" y="15748"/>
                  </a:lnTo>
                  <a:lnTo>
                    <a:pt x="29273" y="15748"/>
                  </a:lnTo>
                  <a:lnTo>
                    <a:pt x="28676" y="15748"/>
                  </a:lnTo>
                  <a:lnTo>
                    <a:pt x="28740" y="15621"/>
                  </a:lnTo>
                  <a:lnTo>
                    <a:pt x="29565" y="15621"/>
                  </a:lnTo>
                  <a:lnTo>
                    <a:pt x="29578" y="15748"/>
                  </a:lnTo>
                  <a:lnTo>
                    <a:pt x="31940" y="15748"/>
                  </a:lnTo>
                  <a:lnTo>
                    <a:pt x="31838" y="15875"/>
                  </a:lnTo>
                  <a:lnTo>
                    <a:pt x="32473" y="15875"/>
                  </a:lnTo>
                  <a:lnTo>
                    <a:pt x="32207" y="15748"/>
                  </a:lnTo>
                  <a:lnTo>
                    <a:pt x="34137" y="15748"/>
                  </a:lnTo>
                  <a:close/>
                </a:path>
                <a:path w="49529" h="40005">
                  <a:moveTo>
                    <a:pt x="34175" y="18415"/>
                  </a:moveTo>
                  <a:lnTo>
                    <a:pt x="34163" y="18161"/>
                  </a:lnTo>
                  <a:lnTo>
                    <a:pt x="32715" y="18161"/>
                  </a:lnTo>
                  <a:lnTo>
                    <a:pt x="32702" y="18415"/>
                  </a:lnTo>
                  <a:lnTo>
                    <a:pt x="34175" y="18415"/>
                  </a:lnTo>
                  <a:close/>
                </a:path>
                <a:path w="49529" h="40005">
                  <a:moveTo>
                    <a:pt x="34175" y="13462"/>
                  </a:moveTo>
                  <a:lnTo>
                    <a:pt x="33832" y="13462"/>
                  </a:lnTo>
                  <a:lnTo>
                    <a:pt x="34175" y="13716"/>
                  </a:lnTo>
                  <a:lnTo>
                    <a:pt x="34175" y="13462"/>
                  </a:lnTo>
                  <a:close/>
                </a:path>
                <a:path w="49529" h="40005">
                  <a:moveTo>
                    <a:pt x="34201" y="18796"/>
                  </a:moveTo>
                  <a:lnTo>
                    <a:pt x="34188" y="18669"/>
                  </a:lnTo>
                  <a:lnTo>
                    <a:pt x="32702" y="18669"/>
                  </a:lnTo>
                  <a:lnTo>
                    <a:pt x="32689" y="18796"/>
                  </a:lnTo>
                  <a:lnTo>
                    <a:pt x="34201" y="18796"/>
                  </a:lnTo>
                  <a:close/>
                </a:path>
                <a:path w="49529" h="40005">
                  <a:moveTo>
                    <a:pt x="34213" y="14605"/>
                  </a:moveTo>
                  <a:lnTo>
                    <a:pt x="34112" y="14478"/>
                  </a:lnTo>
                  <a:lnTo>
                    <a:pt x="33934" y="14478"/>
                  </a:lnTo>
                  <a:lnTo>
                    <a:pt x="33959" y="14605"/>
                  </a:lnTo>
                  <a:lnTo>
                    <a:pt x="34213" y="14605"/>
                  </a:lnTo>
                  <a:close/>
                </a:path>
                <a:path w="49529" h="40005">
                  <a:moveTo>
                    <a:pt x="34290" y="12700"/>
                  </a:moveTo>
                  <a:lnTo>
                    <a:pt x="34175" y="12446"/>
                  </a:lnTo>
                  <a:lnTo>
                    <a:pt x="33883" y="12446"/>
                  </a:lnTo>
                  <a:lnTo>
                    <a:pt x="33655" y="12573"/>
                  </a:lnTo>
                  <a:lnTo>
                    <a:pt x="33667" y="12446"/>
                  </a:lnTo>
                  <a:lnTo>
                    <a:pt x="33515" y="12649"/>
                  </a:lnTo>
                  <a:lnTo>
                    <a:pt x="33261" y="12700"/>
                  </a:lnTo>
                  <a:lnTo>
                    <a:pt x="33286" y="12954"/>
                  </a:lnTo>
                  <a:lnTo>
                    <a:pt x="32804" y="13208"/>
                  </a:lnTo>
                  <a:lnTo>
                    <a:pt x="33032" y="13208"/>
                  </a:lnTo>
                  <a:lnTo>
                    <a:pt x="33032" y="13716"/>
                  </a:lnTo>
                  <a:lnTo>
                    <a:pt x="33464" y="13716"/>
                  </a:lnTo>
                  <a:lnTo>
                    <a:pt x="33832" y="13462"/>
                  </a:lnTo>
                  <a:lnTo>
                    <a:pt x="33807" y="12700"/>
                  </a:lnTo>
                  <a:lnTo>
                    <a:pt x="34290" y="12700"/>
                  </a:lnTo>
                  <a:close/>
                </a:path>
                <a:path w="49529" h="40005">
                  <a:moveTo>
                    <a:pt x="34315" y="9779"/>
                  </a:moveTo>
                  <a:lnTo>
                    <a:pt x="31800" y="9779"/>
                  </a:lnTo>
                  <a:lnTo>
                    <a:pt x="31762" y="10007"/>
                  </a:lnTo>
                  <a:lnTo>
                    <a:pt x="31661" y="10350"/>
                  </a:lnTo>
                  <a:lnTo>
                    <a:pt x="31775" y="10033"/>
                  </a:lnTo>
                  <a:lnTo>
                    <a:pt x="32181" y="10033"/>
                  </a:lnTo>
                  <a:lnTo>
                    <a:pt x="32131" y="10541"/>
                  </a:lnTo>
                  <a:lnTo>
                    <a:pt x="32296" y="10287"/>
                  </a:lnTo>
                  <a:lnTo>
                    <a:pt x="32346" y="10033"/>
                  </a:lnTo>
                  <a:lnTo>
                    <a:pt x="32664" y="10033"/>
                  </a:lnTo>
                  <a:lnTo>
                    <a:pt x="32842" y="10287"/>
                  </a:lnTo>
                  <a:lnTo>
                    <a:pt x="32715" y="10502"/>
                  </a:lnTo>
                  <a:lnTo>
                    <a:pt x="32410" y="10287"/>
                  </a:lnTo>
                  <a:lnTo>
                    <a:pt x="32816" y="10795"/>
                  </a:lnTo>
                  <a:lnTo>
                    <a:pt x="32854" y="10541"/>
                  </a:lnTo>
                  <a:lnTo>
                    <a:pt x="33045" y="10287"/>
                  </a:lnTo>
                  <a:lnTo>
                    <a:pt x="33286" y="10287"/>
                  </a:lnTo>
                  <a:lnTo>
                    <a:pt x="33477" y="10033"/>
                  </a:lnTo>
                  <a:lnTo>
                    <a:pt x="33375" y="10287"/>
                  </a:lnTo>
                  <a:lnTo>
                    <a:pt x="33515" y="10287"/>
                  </a:lnTo>
                  <a:lnTo>
                    <a:pt x="33642" y="10033"/>
                  </a:lnTo>
                  <a:lnTo>
                    <a:pt x="34251" y="10033"/>
                  </a:lnTo>
                  <a:lnTo>
                    <a:pt x="34315" y="9779"/>
                  </a:lnTo>
                  <a:close/>
                </a:path>
                <a:path w="49529" h="40005">
                  <a:moveTo>
                    <a:pt x="34404" y="13970"/>
                  </a:moveTo>
                  <a:lnTo>
                    <a:pt x="34290" y="13716"/>
                  </a:lnTo>
                  <a:lnTo>
                    <a:pt x="33464" y="13716"/>
                  </a:lnTo>
                  <a:lnTo>
                    <a:pt x="33578" y="13970"/>
                  </a:lnTo>
                  <a:lnTo>
                    <a:pt x="34404" y="13970"/>
                  </a:lnTo>
                  <a:close/>
                </a:path>
                <a:path w="49529" h="40005">
                  <a:moveTo>
                    <a:pt x="34467" y="15875"/>
                  </a:moveTo>
                  <a:lnTo>
                    <a:pt x="34417" y="15748"/>
                  </a:lnTo>
                  <a:lnTo>
                    <a:pt x="34137" y="15748"/>
                  </a:lnTo>
                  <a:lnTo>
                    <a:pt x="34277" y="15875"/>
                  </a:lnTo>
                  <a:lnTo>
                    <a:pt x="34467" y="15875"/>
                  </a:lnTo>
                  <a:close/>
                </a:path>
                <a:path w="49529" h="40005">
                  <a:moveTo>
                    <a:pt x="34480" y="10541"/>
                  </a:moveTo>
                  <a:lnTo>
                    <a:pt x="34417" y="10287"/>
                  </a:lnTo>
                  <a:lnTo>
                    <a:pt x="33515" y="10287"/>
                  </a:lnTo>
                  <a:lnTo>
                    <a:pt x="33477" y="10541"/>
                  </a:lnTo>
                  <a:lnTo>
                    <a:pt x="34480" y="10541"/>
                  </a:lnTo>
                  <a:close/>
                </a:path>
                <a:path w="49529" h="40005">
                  <a:moveTo>
                    <a:pt x="34518" y="14986"/>
                  </a:moveTo>
                  <a:lnTo>
                    <a:pt x="34417" y="14859"/>
                  </a:lnTo>
                  <a:lnTo>
                    <a:pt x="34315" y="14732"/>
                  </a:lnTo>
                  <a:lnTo>
                    <a:pt x="33985" y="14732"/>
                  </a:lnTo>
                  <a:lnTo>
                    <a:pt x="34010" y="14859"/>
                  </a:lnTo>
                  <a:lnTo>
                    <a:pt x="33832" y="14732"/>
                  </a:lnTo>
                  <a:lnTo>
                    <a:pt x="33985" y="14732"/>
                  </a:lnTo>
                  <a:lnTo>
                    <a:pt x="33959" y="14605"/>
                  </a:lnTo>
                  <a:lnTo>
                    <a:pt x="33832" y="14605"/>
                  </a:lnTo>
                  <a:lnTo>
                    <a:pt x="33642" y="14732"/>
                  </a:lnTo>
                  <a:lnTo>
                    <a:pt x="33667" y="14986"/>
                  </a:lnTo>
                  <a:lnTo>
                    <a:pt x="34518" y="14986"/>
                  </a:lnTo>
                  <a:close/>
                </a:path>
                <a:path w="49529" h="40005">
                  <a:moveTo>
                    <a:pt x="34531" y="14605"/>
                  </a:moveTo>
                  <a:lnTo>
                    <a:pt x="34213" y="14605"/>
                  </a:lnTo>
                  <a:lnTo>
                    <a:pt x="34315" y="14732"/>
                  </a:lnTo>
                  <a:lnTo>
                    <a:pt x="34531" y="14732"/>
                  </a:lnTo>
                  <a:lnTo>
                    <a:pt x="34531" y="14605"/>
                  </a:lnTo>
                  <a:close/>
                </a:path>
                <a:path w="49529" h="40005">
                  <a:moveTo>
                    <a:pt x="34975" y="15240"/>
                  </a:moveTo>
                  <a:lnTo>
                    <a:pt x="34721" y="15240"/>
                  </a:lnTo>
                  <a:lnTo>
                    <a:pt x="34975" y="15494"/>
                  </a:lnTo>
                  <a:lnTo>
                    <a:pt x="34975" y="15240"/>
                  </a:lnTo>
                  <a:close/>
                </a:path>
                <a:path w="49529" h="40005">
                  <a:moveTo>
                    <a:pt x="34988" y="9271"/>
                  </a:moveTo>
                  <a:lnTo>
                    <a:pt x="34556" y="9525"/>
                  </a:lnTo>
                  <a:lnTo>
                    <a:pt x="34391" y="9525"/>
                  </a:lnTo>
                  <a:lnTo>
                    <a:pt x="34417" y="10287"/>
                  </a:lnTo>
                  <a:lnTo>
                    <a:pt x="34645" y="10287"/>
                  </a:lnTo>
                  <a:lnTo>
                    <a:pt x="34569" y="10033"/>
                  </a:lnTo>
                  <a:lnTo>
                    <a:pt x="34747" y="9779"/>
                  </a:lnTo>
                  <a:lnTo>
                    <a:pt x="34721" y="9525"/>
                  </a:lnTo>
                  <a:lnTo>
                    <a:pt x="34950" y="9525"/>
                  </a:lnTo>
                  <a:lnTo>
                    <a:pt x="34988" y="9271"/>
                  </a:lnTo>
                  <a:close/>
                </a:path>
                <a:path w="49529" h="40005">
                  <a:moveTo>
                    <a:pt x="35026" y="15748"/>
                  </a:moveTo>
                  <a:lnTo>
                    <a:pt x="34950" y="15494"/>
                  </a:lnTo>
                  <a:lnTo>
                    <a:pt x="34683" y="15240"/>
                  </a:lnTo>
                  <a:lnTo>
                    <a:pt x="33959" y="15240"/>
                  </a:lnTo>
                  <a:lnTo>
                    <a:pt x="34315" y="15494"/>
                  </a:lnTo>
                  <a:lnTo>
                    <a:pt x="34417" y="15748"/>
                  </a:lnTo>
                  <a:lnTo>
                    <a:pt x="35026" y="15748"/>
                  </a:lnTo>
                  <a:close/>
                </a:path>
                <a:path w="49529" h="40005">
                  <a:moveTo>
                    <a:pt x="35077" y="16891"/>
                  </a:moveTo>
                  <a:lnTo>
                    <a:pt x="34658" y="17018"/>
                  </a:lnTo>
                  <a:lnTo>
                    <a:pt x="35052" y="17018"/>
                  </a:lnTo>
                  <a:lnTo>
                    <a:pt x="35077" y="16891"/>
                  </a:lnTo>
                  <a:close/>
                </a:path>
                <a:path w="49529" h="40005">
                  <a:moveTo>
                    <a:pt x="35344" y="5842"/>
                  </a:moveTo>
                  <a:lnTo>
                    <a:pt x="32258" y="5842"/>
                  </a:lnTo>
                  <a:lnTo>
                    <a:pt x="32283" y="6096"/>
                  </a:lnTo>
                  <a:lnTo>
                    <a:pt x="35217" y="6096"/>
                  </a:lnTo>
                  <a:lnTo>
                    <a:pt x="35344" y="5842"/>
                  </a:lnTo>
                  <a:close/>
                </a:path>
                <a:path w="49529" h="40005">
                  <a:moveTo>
                    <a:pt x="35610" y="5588"/>
                  </a:moveTo>
                  <a:lnTo>
                    <a:pt x="33959" y="5334"/>
                  </a:lnTo>
                  <a:lnTo>
                    <a:pt x="32207" y="5334"/>
                  </a:lnTo>
                  <a:lnTo>
                    <a:pt x="32232" y="5588"/>
                  </a:lnTo>
                  <a:lnTo>
                    <a:pt x="35610" y="5588"/>
                  </a:lnTo>
                  <a:close/>
                </a:path>
                <a:path w="49529" h="40005">
                  <a:moveTo>
                    <a:pt x="35648" y="18669"/>
                  </a:moveTo>
                  <a:lnTo>
                    <a:pt x="34226" y="18669"/>
                  </a:lnTo>
                  <a:lnTo>
                    <a:pt x="34226" y="18796"/>
                  </a:lnTo>
                  <a:lnTo>
                    <a:pt x="35636" y="18796"/>
                  </a:lnTo>
                  <a:lnTo>
                    <a:pt x="35648" y="18669"/>
                  </a:lnTo>
                  <a:close/>
                </a:path>
                <a:path w="49529" h="40005">
                  <a:moveTo>
                    <a:pt x="35699" y="18161"/>
                  </a:moveTo>
                  <a:lnTo>
                    <a:pt x="34226" y="18161"/>
                  </a:lnTo>
                  <a:lnTo>
                    <a:pt x="34226" y="18415"/>
                  </a:lnTo>
                  <a:lnTo>
                    <a:pt x="35674" y="18415"/>
                  </a:lnTo>
                  <a:lnTo>
                    <a:pt x="35699" y="18161"/>
                  </a:lnTo>
                  <a:close/>
                </a:path>
                <a:path w="49529" h="40005">
                  <a:moveTo>
                    <a:pt x="35725" y="18923"/>
                  </a:moveTo>
                  <a:lnTo>
                    <a:pt x="35521" y="19050"/>
                  </a:lnTo>
                  <a:lnTo>
                    <a:pt x="35331" y="19304"/>
                  </a:lnTo>
                  <a:lnTo>
                    <a:pt x="35242" y="19431"/>
                  </a:lnTo>
                  <a:lnTo>
                    <a:pt x="35140" y="19558"/>
                  </a:lnTo>
                  <a:lnTo>
                    <a:pt x="35090" y="19939"/>
                  </a:lnTo>
                  <a:lnTo>
                    <a:pt x="35204" y="19812"/>
                  </a:lnTo>
                  <a:lnTo>
                    <a:pt x="35318" y="19685"/>
                  </a:lnTo>
                  <a:lnTo>
                    <a:pt x="35445" y="19558"/>
                  </a:lnTo>
                  <a:lnTo>
                    <a:pt x="35572" y="19431"/>
                  </a:lnTo>
                  <a:lnTo>
                    <a:pt x="35699" y="19304"/>
                  </a:lnTo>
                  <a:lnTo>
                    <a:pt x="35725" y="18923"/>
                  </a:lnTo>
                  <a:close/>
                </a:path>
                <a:path w="49529" h="40005">
                  <a:moveTo>
                    <a:pt x="35725" y="17907"/>
                  </a:moveTo>
                  <a:lnTo>
                    <a:pt x="35572" y="17907"/>
                  </a:lnTo>
                  <a:lnTo>
                    <a:pt x="35598" y="18161"/>
                  </a:lnTo>
                  <a:lnTo>
                    <a:pt x="35712" y="18034"/>
                  </a:lnTo>
                  <a:lnTo>
                    <a:pt x="35725" y="17907"/>
                  </a:lnTo>
                  <a:close/>
                </a:path>
                <a:path w="49529" h="40005">
                  <a:moveTo>
                    <a:pt x="35890" y="12217"/>
                  </a:moveTo>
                  <a:lnTo>
                    <a:pt x="35826" y="11963"/>
                  </a:lnTo>
                  <a:lnTo>
                    <a:pt x="35712" y="12192"/>
                  </a:lnTo>
                  <a:lnTo>
                    <a:pt x="35890" y="12217"/>
                  </a:lnTo>
                  <a:close/>
                </a:path>
                <a:path w="49529" h="40005">
                  <a:moveTo>
                    <a:pt x="36029" y="3187"/>
                  </a:moveTo>
                  <a:lnTo>
                    <a:pt x="33477" y="2667"/>
                  </a:lnTo>
                  <a:lnTo>
                    <a:pt x="32537" y="2476"/>
                  </a:lnTo>
                  <a:lnTo>
                    <a:pt x="32512" y="2667"/>
                  </a:lnTo>
                  <a:lnTo>
                    <a:pt x="32512" y="2476"/>
                  </a:lnTo>
                  <a:lnTo>
                    <a:pt x="32270" y="2476"/>
                  </a:lnTo>
                  <a:lnTo>
                    <a:pt x="32473" y="2667"/>
                  </a:lnTo>
                  <a:lnTo>
                    <a:pt x="32600" y="3187"/>
                  </a:lnTo>
                  <a:lnTo>
                    <a:pt x="32715" y="2667"/>
                  </a:lnTo>
                  <a:lnTo>
                    <a:pt x="33197" y="3187"/>
                  </a:lnTo>
                  <a:lnTo>
                    <a:pt x="34556" y="3187"/>
                  </a:lnTo>
                  <a:lnTo>
                    <a:pt x="36029" y="3187"/>
                  </a:lnTo>
                  <a:close/>
                </a:path>
                <a:path w="49529" h="40005">
                  <a:moveTo>
                    <a:pt x="36055" y="13716"/>
                  </a:moveTo>
                  <a:lnTo>
                    <a:pt x="35966" y="13538"/>
                  </a:lnTo>
                  <a:lnTo>
                    <a:pt x="35852" y="13716"/>
                  </a:lnTo>
                  <a:lnTo>
                    <a:pt x="36029" y="13716"/>
                  </a:lnTo>
                  <a:close/>
                </a:path>
                <a:path w="49529" h="40005">
                  <a:moveTo>
                    <a:pt x="36156" y="14986"/>
                  </a:moveTo>
                  <a:lnTo>
                    <a:pt x="35953" y="14859"/>
                  </a:lnTo>
                  <a:lnTo>
                    <a:pt x="35941" y="14986"/>
                  </a:lnTo>
                  <a:lnTo>
                    <a:pt x="36156" y="14986"/>
                  </a:lnTo>
                  <a:close/>
                </a:path>
                <a:path w="49529" h="40005">
                  <a:moveTo>
                    <a:pt x="36169" y="36131"/>
                  </a:moveTo>
                  <a:lnTo>
                    <a:pt x="36106" y="35674"/>
                  </a:lnTo>
                  <a:lnTo>
                    <a:pt x="36131" y="36258"/>
                  </a:lnTo>
                  <a:lnTo>
                    <a:pt x="36068" y="37096"/>
                  </a:lnTo>
                  <a:lnTo>
                    <a:pt x="36131" y="37541"/>
                  </a:lnTo>
                  <a:lnTo>
                    <a:pt x="36106" y="36957"/>
                  </a:lnTo>
                  <a:lnTo>
                    <a:pt x="36169" y="36131"/>
                  </a:lnTo>
                  <a:close/>
                </a:path>
                <a:path w="49529" h="40005">
                  <a:moveTo>
                    <a:pt x="36207" y="38646"/>
                  </a:moveTo>
                  <a:lnTo>
                    <a:pt x="36131" y="38112"/>
                  </a:lnTo>
                  <a:lnTo>
                    <a:pt x="36131" y="39890"/>
                  </a:lnTo>
                  <a:lnTo>
                    <a:pt x="36156" y="39306"/>
                  </a:lnTo>
                  <a:lnTo>
                    <a:pt x="36207" y="38646"/>
                  </a:lnTo>
                  <a:close/>
                </a:path>
                <a:path w="49529" h="40005">
                  <a:moveTo>
                    <a:pt x="36258" y="12738"/>
                  </a:moveTo>
                  <a:lnTo>
                    <a:pt x="36169" y="12458"/>
                  </a:lnTo>
                  <a:lnTo>
                    <a:pt x="35966" y="12255"/>
                  </a:lnTo>
                  <a:lnTo>
                    <a:pt x="35839" y="12255"/>
                  </a:lnTo>
                  <a:lnTo>
                    <a:pt x="35979" y="12814"/>
                  </a:lnTo>
                  <a:lnTo>
                    <a:pt x="36258" y="12738"/>
                  </a:lnTo>
                  <a:close/>
                </a:path>
                <a:path w="49529" h="40005">
                  <a:moveTo>
                    <a:pt x="36296" y="8255"/>
                  </a:moveTo>
                  <a:lnTo>
                    <a:pt x="36068" y="7874"/>
                  </a:lnTo>
                  <a:lnTo>
                    <a:pt x="35623" y="7874"/>
                  </a:lnTo>
                  <a:lnTo>
                    <a:pt x="35712" y="8178"/>
                  </a:lnTo>
                  <a:lnTo>
                    <a:pt x="35572" y="8128"/>
                  </a:lnTo>
                  <a:lnTo>
                    <a:pt x="35623" y="7874"/>
                  </a:lnTo>
                  <a:lnTo>
                    <a:pt x="35217" y="7874"/>
                  </a:lnTo>
                  <a:lnTo>
                    <a:pt x="35217" y="8001"/>
                  </a:lnTo>
                  <a:lnTo>
                    <a:pt x="34874" y="7874"/>
                  </a:lnTo>
                  <a:lnTo>
                    <a:pt x="34912" y="8737"/>
                  </a:lnTo>
                  <a:lnTo>
                    <a:pt x="34556" y="8509"/>
                  </a:lnTo>
                  <a:lnTo>
                    <a:pt x="34480" y="7874"/>
                  </a:lnTo>
                  <a:lnTo>
                    <a:pt x="34112" y="7620"/>
                  </a:lnTo>
                  <a:lnTo>
                    <a:pt x="34226" y="7874"/>
                  </a:lnTo>
                  <a:lnTo>
                    <a:pt x="31673" y="7874"/>
                  </a:lnTo>
                  <a:lnTo>
                    <a:pt x="31572" y="8763"/>
                  </a:lnTo>
                  <a:lnTo>
                    <a:pt x="31470" y="9017"/>
                  </a:lnTo>
                  <a:lnTo>
                    <a:pt x="31572" y="8763"/>
                  </a:lnTo>
                  <a:lnTo>
                    <a:pt x="31572" y="7962"/>
                  </a:lnTo>
                  <a:lnTo>
                    <a:pt x="31216" y="8255"/>
                  </a:lnTo>
                  <a:lnTo>
                    <a:pt x="31089" y="8509"/>
                  </a:lnTo>
                  <a:lnTo>
                    <a:pt x="31064" y="9017"/>
                  </a:lnTo>
                  <a:lnTo>
                    <a:pt x="31064" y="9144"/>
                  </a:lnTo>
                  <a:lnTo>
                    <a:pt x="30937" y="9017"/>
                  </a:lnTo>
                  <a:lnTo>
                    <a:pt x="31064" y="9017"/>
                  </a:lnTo>
                  <a:lnTo>
                    <a:pt x="31064" y="8572"/>
                  </a:lnTo>
                  <a:lnTo>
                    <a:pt x="30975" y="8763"/>
                  </a:lnTo>
                  <a:lnTo>
                    <a:pt x="30099" y="9525"/>
                  </a:lnTo>
                  <a:lnTo>
                    <a:pt x="29464" y="9525"/>
                  </a:lnTo>
                  <a:lnTo>
                    <a:pt x="29883" y="8496"/>
                  </a:lnTo>
                  <a:lnTo>
                    <a:pt x="29362" y="9525"/>
                  </a:lnTo>
                  <a:lnTo>
                    <a:pt x="25552" y="9525"/>
                  </a:lnTo>
                  <a:lnTo>
                    <a:pt x="25666" y="8839"/>
                  </a:lnTo>
                  <a:lnTo>
                    <a:pt x="25844" y="8788"/>
                  </a:lnTo>
                  <a:lnTo>
                    <a:pt x="25476" y="8864"/>
                  </a:lnTo>
                  <a:lnTo>
                    <a:pt x="25450" y="8648"/>
                  </a:lnTo>
                  <a:lnTo>
                    <a:pt x="25273" y="8648"/>
                  </a:lnTo>
                  <a:lnTo>
                    <a:pt x="25184" y="9029"/>
                  </a:lnTo>
                  <a:lnTo>
                    <a:pt x="25247" y="9525"/>
                  </a:lnTo>
                  <a:lnTo>
                    <a:pt x="21958" y="9525"/>
                  </a:lnTo>
                  <a:lnTo>
                    <a:pt x="21945" y="9779"/>
                  </a:lnTo>
                  <a:lnTo>
                    <a:pt x="25234" y="9779"/>
                  </a:lnTo>
                  <a:lnTo>
                    <a:pt x="25120" y="10198"/>
                  </a:lnTo>
                  <a:lnTo>
                    <a:pt x="25336" y="10020"/>
                  </a:lnTo>
                  <a:lnTo>
                    <a:pt x="25539" y="9817"/>
                  </a:lnTo>
                  <a:lnTo>
                    <a:pt x="29235" y="9779"/>
                  </a:lnTo>
                  <a:lnTo>
                    <a:pt x="29095" y="10312"/>
                  </a:lnTo>
                  <a:lnTo>
                    <a:pt x="29337" y="9855"/>
                  </a:lnTo>
                  <a:lnTo>
                    <a:pt x="30187" y="9779"/>
                  </a:lnTo>
                  <a:lnTo>
                    <a:pt x="30226" y="9525"/>
                  </a:lnTo>
                  <a:lnTo>
                    <a:pt x="30543" y="9525"/>
                  </a:lnTo>
                  <a:lnTo>
                    <a:pt x="30314" y="9779"/>
                  </a:lnTo>
                  <a:lnTo>
                    <a:pt x="31165" y="9779"/>
                  </a:lnTo>
                  <a:lnTo>
                    <a:pt x="31140" y="9918"/>
                  </a:lnTo>
                  <a:lnTo>
                    <a:pt x="31800" y="9779"/>
                  </a:lnTo>
                  <a:lnTo>
                    <a:pt x="31305" y="9779"/>
                  </a:lnTo>
                  <a:lnTo>
                    <a:pt x="31038" y="9525"/>
                  </a:lnTo>
                  <a:lnTo>
                    <a:pt x="34391" y="9525"/>
                  </a:lnTo>
                  <a:lnTo>
                    <a:pt x="34417" y="9271"/>
                  </a:lnTo>
                  <a:lnTo>
                    <a:pt x="34544" y="9271"/>
                  </a:lnTo>
                  <a:lnTo>
                    <a:pt x="34582" y="9017"/>
                  </a:lnTo>
                  <a:lnTo>
                    <a:pt x="34683" y="8763"/>
                  </a:lnTo>
                  <a:lnTo>
                    <a:pt x="34912" y="8763"/>
                  </a:lnTo>
                  <a:lnTo>
                    <a:pt x="34925" y="9017"/>
                  </a:lnTo>
                  <a:lnTo>
                    <a:pt x="35090" y="9017"/>
                  </a:lnTo>
                  <a:lnTo>
                    <a:pt x="35140" y="9271"/>
                  </a:lnTo>
                  <a:lnTo>
                    <a:pt x="35242" y="8255"/>
                  </a:lnTo>
                  <a:lnTo>
                    <a:pt x="35560" y="8255"/>
                  </a:lnTo>
                  <a:lnTo>
                    <a:pt x="35750" y="8255"/>
                  </a:lnTo>
                  <a:lnTo>
                    <a:pt x="35941" y="8255"/>
                  </a:lnTo>
                  <a:lnTo>
                    <a:pt x="36296" y="8255"/>
                  </a:lnTo>
                  <a:close/>
                </a:path>
                <a:path w="49529" h="40005">
                  <a:moveTo>
                    <a:pt x="36360" y="15240"/>
                  </a:moveTo>
                  <a:lnTo>
                    <a:pt x="35928" y="15240"/>
                  </a:lnTo>
                  <a:lnTo>
                    <a:pt x="36029" y="15494"/>
                  </a:lnTo>
                  <a:lnTo>
                    <a:pt x="36131" y="15621"/>
                  </a:lnTo>
                  <a:lnTo>
                    <a:pt x="36245" y="15748"/>
                  </a:lnTo>
                  <a:lnTo>
                    <a:pt x="36360" y="15240"/>
                  </a:lnTo>
                  <a:close/>
                </a:path>
                <a:path w="49529" h="40005">
                  <a:moveTo>
                    <a:pt x="36499" y="17272"/>
                  </a:moveTo>
                  <a:lnTo>
                    <a:pt x="36410" y="16764"/>
                  </a:lnTo>
                  <a:lnTo>
                    <a:pt x="36322" y="16637"/>
                  </a:lnTo>
                  <a:lnTo>
                    <a:pt x="36233" y="16510"/>
                  </a:lnTo>
                  <a:lnTo>
                    <a:pt x="36144" y="16383"/>
                  </a:lnTo>
                  <a:lnTo>
                    <a:pt x="35979" y="16281"/>
                  </a:lnTo>
                  <a:lnTo>
                    <a:pt x="36195" y="16383"/>
                  </a:lnTo>
                  <a:lnTo>
                    <a:pt x="36398" y="16510"/>
                  </a:lnTo>
                  <a:lnTo>
                    <a:pt x="36322" y="16383"/>
                  </a:lnTo>
                  <a:lnTo>
                    <a:pt x="36245" y="16256"/>
                  </a:lnTo>
                  <a:lnTo>
                    <a:pt x="36410" y="16256"/>
                  </a:lnTo>
                  <a:lnTo>
                    <a:pt x="36385" y="15875"/>
                  </a:lnTo>
                  <a:lnTo>
                    <a:pt x="36042" y="15875"/>
                  </a:lnTo>
                  <a:lnTo>
                    <a:pt x="36245" y="15748"/>
                  </a:lnTo>
                  <a:lnTo>
                    <a:pt x="35026" y="15748"/>
                  </a:lnTo>
                  <a:lnTo>
                    <a:pt x="35102" y="15875"/>
                  </a:lnTo>
                  <a:lnTo>
                    <a:pt x="34467" y="15875"/>
                  </a:lnTo>
                  <a:lnTo>
                    <a:pt x="34683" y="16129"/>
                  </a:lnTo>
                  <a:lnTo>
                    <a:pt x="34861" y="16256"/>
                  </a:lnTo>
                  <a:lnTo>
                    <a:pt x="34632" y="16129"/>
                  </a:lnTo>
                  <a:lnTo>
                    <a:pt x="34277" y="15875"/>
                  </a:lnTo>
                  <a:lnTo>
                    <a:pt x="32473" y="15875"/>
                  </a:lnTo>
                  <a:lnTo>
                    <a:pt x="32727" y="16129"/>
                  </a:lnTo>
                  <a:lnTo>
                    <a:pt x="32588" y="16129"/>
                  </a:lnTo>
                  <a:lnTo>
                    <a:pt x="32486" y="18161"/>
                  </a:lnTo>
                  <a:lnTo>
                    <a:pt x="32715" y="18161"/>
                  </a:lnTo>
                  <a:lnTo>
                    <a:pt x="32753" y="17272"/>
                  </a:lnTo>
                  <a:lnTo>
                    <a:pt x="32867" y="17145"/>
                  </a:lnTo>
                  <a:lnTo>
                    <a:pt x="32994" y="17018"/>
                  </a:lnTo>
                  <a:lnTo>
                    <a:pt x="33032" y="16510"/>
                  </a:lnTo>
                  <a:lnTo>
                    <a:pt x="33185" y="16637"/>
                  </a:lnTo>
                  <a:lnTo>
                    <a:pt x="33210" y="16891"/>
                  </a:lnTo>
                  <a:lnTo>
                    <a:pt x="33451" y="17018"/>
                  </a:lnTo>
                  <a:lnTo>
                    <a:pt x="33401" y="17526"/>
                  </a:lnTo>
                  <a:lnTo>
                    <a:pt x="33680" y="17653"/>
                  </a:lnTo>
                  <a:lnTo>
                    <a:pt x="33756" y="17780"/>
                  </a:lnTo>
                  <a:lnTo>
                    <a:pt x="33832" y="17907"/>
                  </a:lnTo>
                  <a:lnTo>
                    <a:pt x="34036" y="17907"/>
                  </a:lnTo>
                  <a:lnTo>
                    <a:pt x="34163" y="17145"/>
                  </a:lnTo>
                  <a:lnTo>
                    <a:pt x="34277" y="16891"/>
                  </a:lnTo>
                  <a:lnTo>
                    <a:pt x="34251" y="17145"/>
                  </a:lnTo>
                  <a:lnTo>
                    <a:pt x="34137" y="17780"/>
                  </a:lnTo>
                  <a:lnTo>
                    <a:pt x="34036" y="17907"/>
                  </a:lnTo>
                  <a:lnTo>
                    <a:pt x="33909" y="18034"/>
                  </a:lnTo>
                  <a:lnTo>
                    <a:pt x="34163" y="18161"/>
                  </a:lnTo>
                  <a:lnTo>
                    <a:pt x="34226" y="17907"/>
                  </a:lnTo>
                  <a:lnTo>
                    <a:pt x="34556" y="17780"/>
                  </a:lnTo>
                  <a:lnTo>
                    <a:pt x="34658" y="17018"/>
                  </a:lnTo>
                  <a:lnTo>
                    <a:pt x="34734" y="16764"/>
                  </a:lnTo>
                  <a:lnTo>
                    <a:pt x="34569" y="16891"/>
                  </a:lnTo>
                  <a:lnTo>
                    <a:pt x="34658" y="16637"/>
                  </a:lnTo>
                  <a:lnTo>
                    <a:pt x="34925" y="16764"/>
                  </a:lnTo>
                  <a:lnTo>
                    <a:pt x="34975" y="16637"/>
                  </a:lnTo>
                  <a:lnTo>
                    <a:pt x="35191" y="16637"/>
                  </a:lnTo>
                  <a:lnTo>
                    <a:pt x="35115" y="16510"/>
                  </a:lnTo>
                  <a:lnTo>
                    <a:pt x="35242" y="16637"/>
                  </a:lnTo>
                  <a:lnTo>
                    <a:pt x="35306" y="16764"/>
                  </a:lnTo>
                  <a:lnTo>
                    <a:pt x="35382" y="16891"/>
                  </a:lnTo>
                  <a:lnTo>
                    <a:pt x="35458" y="17018"/>
                  </a:lnTo>
                  <a:lnTo>
                    <a:pt x="35534" y="17145"/>
                  </a:lnTo>
                  <a:lnTo>
                    <a:pt x="35610" y="17272"/>
                  </a:lnTo>
                  <a:lnTo>
                    <a:pt x="35521" y="16637"/>
                  </a:lnTo>
                  <a:lnTo>
                    <a:pt x="35445" y="16510"/>
                  </a:lnTo>
                  <a:lnTo>
                    <a:pt x="35369" y="16383"/>
                  </a:lnTo>
                  <a:lnTo>
                    <a:pt x="35598" y="16383"/>
                  </a:lnTo>
                  <a:lnTo>
                    <a:pt x="35547" y="16256"/>
                  </a:lnTo>
                  <a:lnTo>
                    <a:pt x="35509" y="16129"/>
                  </a:lnTo>
                  <a:lnTo>
                    <a:pt x="35293" y="15875"/>
                  </a:lnTo>
                  <a:lnTo>
                    <a:pt x="35534" y="15875"/>
                  </a:lnTo>
                  <a:lnTo>
                    <a:pt x="35598" y="16256"/>
                  </a:lnTo>
                  <a:lnTo>
                    <a:pt x="35687" y="16383"/>
                  </a:lnTo>
                  <a:lnTo>
                    <a:pt x="35750" y="16256"/>
                  </a:lnTo>
                  <a:lnTo>
                    <a:pt x="35928" y="16256"/>
                  </a:lnTo>
                  <a:lnTo>
                    <a:pt x="35966" y="16510"/>
                  </a:lnTo>
                  <a:lnTo>
                    <a:pt x="36080" y="16637"/>
                  </a:lnTo>
                  <a:lnTo>
                    <a:pt x="36156" y="16764"/>
                  </a:lnTo>
                  <a:lnTo>
                    <a:pt x="36245" y="16891"/>
                  </a:lnTo>
                  <a:lnTo>
                    <a:pt x="36334" y="17018"/>
                  </a:lnTo>
                  <a:lnTo>
                    <a:pt x="36410" y="17145"/>
                  </a:lnTo>
                  <a:lnTo>
                    <a:pt x="36499" y="17272"/>
                  </a:lnTo>
                  <a:close/>
                </a:path>
                <a:path w="49529" h="40005">
                  <a:moveTo>
                    <a:pt x="36588" y="7620"/>
                  </a:moveTo>
                  <a:lnTo>
                    <a:pt x="36487" y="7112"/>
                  </a:lnTo>
                  <a:lnTo>
                    <a:pt x="36080" y="7112"/>
                  </a:lnTo>
                  <a:lnTo>
                    <a:pt x="36055" y="6858"/>
                  </a:lnTo>
                  <a:lnTo>
                    <a:pt x="35801" y="6604"/>
                  </a:lnTo>
                  <a:lnTo>
                    <a:pt x="35661" y="6350"/>
                  </a:lnTo>
                  <a:lnTo>
                    <a:pt x="34213" y="6350"/>
                  </a:lnTo>
                  <a:lnTo>
                    <a:pt x="34213" y="7112"/>
                  </a:lnTo>
                  <a:lnTo>
                    <a:pt x="34213" y="6350"/>
                  </a:lnTo>
                  <a:lnTo>
                    <a:pt x="32029" y="6350"/>
                  </a:lnTo>
                  <a:lnTo>
                    <a:pt x="31953" y="6604"/>
                  </a:lnTo>
                  <a:lnTo>
                    <a:pt x="32346" y="6604"/>
                  </a:lnTo>
                  <a:lnTo>
                    <a:pt x="32270" y="6858"/>
                  </a:lnTo>
                  <a:lnTo>
                    <a:pt x="32524" y="6985"/>
                  </a:lnTo>
                  <a:lnTo>
                    <a:pt x="32829" y="6858"/>
                  </a:lnTo>
                  <a:lnTo>
                    <a:pt x="33007" y="6858"/>
                  </a:lnTo>
                  <a:lnTo>
                    <a:pt x="33261" y="6604"/>
                  </a:lnTo>
                  <a:lnTo>
                    <a:pt x="33642" y="6604"/>
                  </a:lnTo>
                  <a:lnTo>
                    <a:pt x="33553" y="7112"/>
                  </a:lnTo>
                  <a:lnTo>
                    <a:pt x="33553" y="7493"/>
                  </a:lnTo>
                  <a:lnTo>
                    <a:pt x="33299" y="7366"/>
                  </a:lnTo>
                  <a:lnTo>
                    <a:pt x="33528" y="7366"/>
                  </a:lnTo>
                  <a:lnTo>
                    <a:pt x="33553" y="7493"/>
                  </a:lnTo>
                  <a:lnTo>
                    <a:pt x="33553" y="7112"/>
                  </a:lnTo>
                  <a:lnTo>
                    <a:pt x="33121" y="7112"/>
                  </a:lnTo>
                  <a:lnTo>
                    <a:pt x="33121" y="7366"/>
                  </a:lnTo>
                  <a:lnTo>
                    <a:pt x="32956" y="7366"/>
                  </a:lnTo>
                  <a:lnTo>
                    <a:pt x="31686" y="7620"/>
                  </a:lnTo>
                  <a:lnTo>
                    <a:pt x="30594" y="7620"/>
                  </a:lnTo>
                  <a:lnTo>
                    <a:pt x="31026" y="7277"/>
                  </a:lnTo>
                  <a:lnTo>
                    <a:pt x="30289" y="7277"/>
                  </a:lnTo>
                  <a:lnTo>
                    <a:pt x="30149" y="7620"/>
                  </a:lnTo>
                  <a:lnTo>
                    <a:pt x="22961" y="7620"/>
                  </a:lnTo>
                  <a:lnTo>
                    <a:pt x="22961" y="7366"/>
                  </a:lnTo>
                  <a:lnTo>
                    <a:pt x="22809" y="7620"/>
                  </a:lnTo>
                  <a:lnTo>
                    <a:pt x="22059" y="7620"/>
                  </a:lnTo>
                  <a:lnTo>
                    <a:pt x="22047" y="7874"/>
                  </a:lnTo>
                  <a:lnTo>
                    <a:pt x="24320" y="7874"/>
                  </a:lnTo>
                  <a:lnTo>
                    <a:pt x="24320" y="8064"/>
                  </a:lnTo>
                  <a:lnTo>
                    <a:pt x="24307" y="8470"/>
                  </a:lnTo>
                  <a:lnTo>
                    <a:pt x="24422" y="8089"/>
                  </a:lnTo>
                  <a:lnTo>
                    <a:pt x="24422" y="8267"/>
                  </a:lnTo>
                  <a:lnTo>
                    <a:pt x="24523" y="8115"/>
                  </a:lnTo>
                  <a:lnTo>
                    <a:pt x="24663" y="7950"/>
                  </a:lnTo>
                  <a:lnTo>
                    <a:pt x="24485" y="7874"/>
                  </a:lnTo>
                  <a:lnTo>
                    <a:pt x="30048" y="7874"/>
                  </a:lnTo>
                  <a:lnTo>
                    <a:pt x="29946" y="8153"/>
                  </a:lnTo>
                  <a:lnTo>
                    <a:pt x="30289" y="7874"/>
                  </a:lnTo>
                  <a:lnTo>
                    <a:pt x="31673" y="7874"/>
                  </a:lnTo>
                  <a:lnTo>
                    <a:pt x="31889" y="7620"/>
                  </a:lnTo>
                  <a:lnTo>
                    <a:pt x="33591" y="7620"/>
                  </a:lnTo>
                  <a:lnTo>
                    <a:pt x="33832" y="7620"/>
                  </a:lnTo>
                  <a:lnTo>
                    <a:pt x="34036" y="7620"/>
                  </a:lnTo>
                  <a:lnTo>
                    <a:pt x="34163" y="7493"/>
                  </a:lnTo>
                  <a:lnTo>
                    <a:pt x="34150" y="7620"/>
                  </a:lnTo>
                  <a:lnTo>
                    <a:pt x="34455" y="7620"/>
                  </a:lnTo>
                  <a:lnTo>
                    <a:pt x="34480" y="7874"/>
                  </a:lnTo>
                  <a:lnTo>
                    <a:pt x="34848" y="7874"/>
                  </a:lnTo>
                  <a:lnTo>
                    <a:pt x="34759" y="7620"/>
                  </a:lnTo>
                  <a:lnTo>
                    <a:pt x="36588" y="7620"/>
                  </a:lnTo>
                  <a:close/>
                </a:path>
                <a:path w="49529" h="40005">
                  <a:moveTo>
                    <a:pt x="36614" y="8255"/>
                  </a:moveTo>
                  <a:lnTo>
                    <a:pt x="36601" y="7874"/>
                  </a:lnTo>
                  <a:lnTo>
                    <a:pt x="36461" y="7874"/>
                  </a:lnTo>
                  <a:lnTo>
                    <a:pt x="36614" y="8255"/>
                  </a:lnTo>
                  <a:close/>
                </a:path>
                <a:path w="49529" h="40005">
                  <a:moveTo>
                    <a:pt x="36626" y="15240"/>
                  </a:moveTo>
                  <a:lnTo>
                    <a:pt x="36385" y="15113"/>
                  </a:lnTo>
                  <a:lnTo>
                    <a:pt x="36283" y="14986"/>
                  </a:lnTo>
                  <a:lnTo>
                    <a:pt x="36360" y="15240"/>
                  </a:lnTo>
                  <a:lnTo>
                    <a:pt x="36626" y="15240"/>
                  </a:lnTo>
                  <a:close/>
                </a:path>
                <a:path w="49529" h="40005">
                  <a:moveTo>
                    <a:pt x="36677" y="15748"/>
                  </a:moveTo>
                  <a:lnTo>
                    <a:pt x="36385" y="15748"/>
                  </a:lnTo>
                  <a:lnTo>
                    <a:pt x="36385" y="15875"/>
                  </a:lnTo>
                  <a:lnTo>
                    <a:pt x="36664" y="15875"/>
                  </a:lnTo>
                  <a:lnTo>
                    <a:pt x="36677" y="15748"/>
                  </a:lnTo>
                  <a:close/>
                </a:path>
                <a:path w="49529" h="40005">
                  <a:moveTo>
                    <a:pt x="36715" y="15494"/>
                  </a:moveTo>
                  <a:lnTo>
                    <a:pt x="36512" y="15494"/>
                  </a:lnTo>
                  <a:lnTo>
                    <a:pt x="36690" y="15621"/>
                  </a:lnTo>
                  <a:lnTo>
                    <a:pt x="36715" y="15494"/>
                  </a:lnTo>
                  <a:close/>
                </a:path>
                <a:path w="49529" h="40005">
                  <a:moveTo>
                    <a:pt x="36855" y="16129"/>
                  </a:moveTo>
                  <a:lnTo>
                    <a:pt x="36410" y="16256"/>
                  </a:lnTo>
                  <a:lnTo>
                    <a:pt x="36817" y="16256"/>
                  </a:lnTo>
                  <a:lnTo>
                    <a:pt x="36855" y="16129"/>
                  </a:lnTo>
                  <a:close/>
                </a:path>
                <a:path w="49529" h="40005">
                  <a:moveTo>
                    <a:pt x="36868" y="14986"/>
                  </a:moveTo>
                  <a:lnTo>
                    <a:pt x="36741" y="14986"/>
                  </a:lnTo>
                  <a:lnTo>
                    <a:pt x="36690" y="15113"/>
                  </a:lnTo>
                  <a:lnTo>
                    <a:pt x="36868" y="14986"/>
                  </a:lnTo>
                  <a:close/>
                </a:path>
                <a:path w="49529" h="40005">
                  <a:moveTo>
                    <a:pt x="37084" y="15875"/>
                  </a:moveTo>
                  <a:lnTo>
                    <a:pt x="36995" y="15748"/>
                  </a:lnTo>
                  <a:lnTo>
                    <a:pt x="36804" y="15748"/>
                  </a:lnTo>
                  <a:lnTo>
                    <a:pt x="36779" y="15875"/>
                  </a:lnTo>
                  <a:lnTo>
                    <a:pt x="37084" y="15875"/>
                  </a:lnTo>
                  <a:close/>
                </a:path>
                <a:path w="49529" h="40005">
                  <a:moveTo>
                    <a:pt x="37122" y="16510"/>
                  </a:moveTo>
                  <a:lnTo>
                    <a:pt x="37020" y="16383"/>
                  </a:lnTo>
                  <a:lnTo>
                    <a:pt x="36893" y="16256"/>
                  </a:lnTo>
                  <a:lnTo>
                    <a:pt x="36804" y="16383"/>
                  </a:lnTo>
                  <a:lnTo>
                    <a:pt x="37122" y="16510"/>
                  </a:lnTo>
                  <a:close/>
                </a:path>
                <a:path w="49529" h="40005">
                  <a:moveTo>
                    <a:pt x="37312" y="15748"/>
                  </a:moveTo>
                  <a:lnTo>
                    <a:pt x="37274" y="15367"/>
                  </a:lnTo>
                  <a:lnTo>
                    <a:pt x="37160" y="15240"/>
                  </a:lnTo>
                  <a:lnTo>
                    <a:pt x="36626" y="15240"/>
                  </a:lnTo>
                  <a:lnTo>
                    <a:pt x="36715" y="15494"/>
                  </a:lnTo>
                  <a:lnTo>
                    <a:pt x="36842" y="15494"/>
                  </a:lnTo>
                  <a:lnTo>
                    <a:pt x="36918" y="15621"/>
                  </a:lnTo>
                  <a:lnTo>
                    <a:pt x="36995" y="15748"/>
                  </a:lnTo>
                  <a:lnTo>
                    <a:pt x="37312" y="15748"/>
                  </a:lnTo>
                  <a:close/>
                </a:path>
                <a:path w="49529" h="40005">
                  <a:moveTo>
                    <a:pt x="37325" y="15875"/>
                  </a:moveTo>
                  <a:lnTo>
                    <a:pt x="37084" y="15875"/>
                  </a:lnTo>
                  <a:lnTo>
                    <a:pt x="37274" y="16129"/>
                  </a:lnTo>
                  <a:lnTo>
                    <a:pt x="37325" y="15875"/>
                  </a:lnTo>
                  <a:close/>
                </a:path>
                <a:path w="49529" h="40005">
                  <a:moveTo>
                    <a:pt x="37363" y="14224"/>
                  </a:moveTo>
                  <a:lnTo>
                    <a:pt x="36601" y="14224"/>
                  </a:lnTo>
                  <a:lnTo>
                    <a:pt x="36449" y="13716"/>
                  </a:lnTo>
                  <a:lnTo>
                    <a:pt x="36093" y="13830"/>
                  </a:lnTo>
                  <a:lnTo>
                    <a:pt x="36283" y="14008"/>
                  </a:lnTo>
                  <a:lnTo>
                    <a:pt x="36410" y="14008"/>
                  </a:lnTo>
                  <a:lnTo>
                    <a:pt x="36410" y="14224"/>
                  </a:lnTo>
                  <a:lnTo>
                    <a:pt x="36347" y="14478"/>
                  </a:lnTo>
                  <a:lnTo>
                    <a:pt x="36207" y="14605"/>
                  </a:lnTo>
                  <a:lnTo>
                    <a:pt x="35013" y="14605"/>
                  </a:lnTo>
                  <a:lnTo>
                    <a:pt x="34975" y="14478"/>
                  </a:lnTo>
                  <a:lnTo>
                    <a:pt x="36347" y="14478"/>
                  </a:lnTo>
                  <a:lnTo>
                    <a:pt x="36347" y="14224"/>
                  </a:lnTo>
                  <a:lnTo>
                    <a:pt x="34963" y="14224"/>
                  </a:lnTo>
                  <a:lnTo>
                    <a:pt x="35013" y="14071"/>
                  </a:lnTo>
                  <a:lnTo>
                    <a:pt x="34823" y="13982"/>
                  </a:lnTo>
                  <a:lnTo>
                    <a:pt x="34937" y="13563"/>
                  </a:lnTo>
                  <a:lnTo>
                    <a:pt x="34747" y="13614"/>
                  </a:lnTo>
                  <a:lnTo>
                    <a:pt x="34721" y="13423"/>
                  </a:lnTo>
                  <a:lnTo>
                    <a:pt x="34696" y="13157"/>
                  </a:lnTo>
                  <a:lnTo>
                    <a:pt x="34493" y="13195"/>
                  </a:lnTo>
                  <a:lnTo>
                    <a:pt x="34429" y="12966"/>
                  </a:lnTo>
                  <a:lnTo>
                    <a:pt x="34734" y="13741"/>
                  </a:lnTo>
                  <a:lnTo>
                    <a:pt x="34772" y="14224"/>
                  </a:lnTo>
                  <a:lnTo>
                    <a:pt x="34531" y="14224"/>
                  </a:lnTo>
                  <a:lnTo>
                    <a:pt x="33693" y="14224"/>
                  </a:lnTo>
                  <a:lnTo>
                    <a:pt x="34353" y="14478"/>
                  </a:lnTo>
                  <a:lnTo>
                    <a:pt x="34531" y="14478"/>
                  </a:lnTo>
                  <a:lnTo>
                    <a:pt x="34531" y="14262"/>
                  </a:lnTo>
                  <a:lnTo>
                    <a:pt x="34632" y="14478"/>
                  </a:lnTo>
                  <a:lnTo>
                    <a:pt x="34798" y="14478"/>
                  </a:lnTo>
                  <a:lnTo>
                    <a:pt x="34810" y="14605"/>
                  </a:lnTo>
                  <a:lnTo>
                    <a:pt x="34747" y="14732"/>
                  </a:lnTo>
                  <a:lnTo>
                    <a:pt x="34848" y="14947"/>
                  </a:lnTo>
                  <a:lnTo>
                    <a:pt x="34747" y="14732"/>
                  </a:lnTo>
                  <a:lnTo>
                    <a:pt x="34531" y="14732"/>
                  </a:lnTo>
                  <a:lnTo>
                    <a:pt x="34531" y="14986"/>
                  </a:lnTo>
                  <a:lnTo>
                    <a:pt x="34848" y="14986"/>
                  </a:lnTo>
                  <a:lnTo>
                    <a:pt x="34975" y="15240"/>
                  </a:lnTo>
                  <a:lnTo>
                    <a:pt x="35407" y="15582"/>
                  </a:lnTo>
                  <a:lnTo>
                    <a:pt x="35306" y="15303"/>
                  </a:lnTo>
                  <a:lnTo>
                    <a:pt x="35928" y="15240"/>
                  </a:lnTo>
                  <a:lnTo>
                    <a:pt x="35941" y="14986"/>
                  </a:lnTo>
                  <a:lnTo>
                    <a:pt x="35090" y="14986"/>
                  </a:lnTo>
                  <a:lnTo>
                    <a:pt x="35140" y="14846"/>
                  </a:lnTo>
                  <a:lnTo>
                    <a:pt x="36207" y="14732"/>
                  </a:lnTo>
                  <a:lnTo>
                    <a:pt x="36385" y="14732"/>
                  </a:lnTo>
                  <a:lnTo>
                    <a:pt x="36563" y="14859"/>
                  </a:lnTo>
                  <a:lnTo>
                    <a:pt x="36741" y="14986"/>
                  </a:lnTo>
                  <a:lnTo>
                    <a:pt x="36741" y="14846"/>
                  </a:lnTo>
                  <a:lnTo>
                    <a:pt x="37007" y="14782"/>
                  </a:lnTo>
                  <a:lnTo>
                    <a:pt x="37274" y="14605"/>
                  </a:lnTo>
                  <a:lnTo>
                    <a:pt x="36449" y="14605"/>
                  </a:lnTo>
                  <a:lnTo>
                    <a:pt x="36525" y="14478"/>
                  </a:lnTo>
                  <a:lnTo>
                    <a:pt x="37299" y="14478"/>
                  </a:lnTo>
                  <a:lnTo>
                    <a:pt x="37363" y="14224"/>
                  </a:lnTo>
                  <a:close/>
                </a:path>
                <a:path w="49529" h="40005">
                  <a:moveTo>
                    <a:pt x="37477" y="14732"/>
                  </a:moveTo>
                  <a:lnTo>
                    <a:pt x="37109" y="14732"/>
                  </a:lnTo>
                  <a:lnTo>
                    <a:pt x="36957" y="14859"/>
                  </a:lnTo>
                  <a:lnTo>
                    <a:pt x="36868" y="14986"/>
                  </a:lnTo>
                  <a:lnTo>
                    <a:pt x="37287" y="14986"/>
                  </a:lnTo>
                  <a:lnTo>
                    <a:pt x="37414" y="14859"/>
                  </a:lnTo>
                  <a:lnTo>
                    <a:pt x="37477" y="14732"/>
                  </a:lnTo>
                  <a:close/>
                </a:path>
                <a:path w="49529" h="40005">
                  <a:moveTo>
                    <a:pt x="37503" y="16383"/>
                  </a:moveTo>
                  <a:lnTo>
                    <a:pt x="37376" y="16256"/>
                  </a:lnTo>
                  <a:lnTo>
                    <a:pt x="37350" y="16129"/>
                  </a:lnTo>
                  <a:lnTo>
                    <a:pt x="37223" y="16256"/>
                  </a:lnTo>
                  <a:lnTo>
                    <a:pt x="37122" y="16510"/>
                  </a:lnTo>
                  <a:lnTo>
                    <a:pt x="37376" y="16383"/>
                  </a:lnTo>
                  <a:lnTo>
                    <a:pt x="37503" y="16383"/>
                  </a:lnTo>
                  <a:close/>
                </a:path>
                <a:path w="49529" h="40005">
                  <a:moveTo>
                    <a:pt x="37604" y="14478"/>
                  </a:moveTo>
                  <a:lnTo>
                    <a:pt x="37299" y="14478"/>
                  </a:lnTo>
                  <a:lnTo>
                    <a:pt x="37274" y="14605"/>
                  </a:lnTo>
                  <a:lnTo>
                    <a:pt x="37541" y="14605"/>
                  </a:lnTo>
                  <a:lnTo>
                    <a:pt x="37604" y="14478"/>
                  </a:lnTo>
                  <a:close/>
                </a:path>
                <a:path w="49529" h="40005">
                  <a:moveTo>
                    <a:pt x="37706" y="12471"/>
                  </a:moveTo>
                  <a:lnTo>
                    <a:pt x="37274" y="12471"/>
                  </a:lnTo>
                  <a:lnTo>
                    <a:pt x="37350" y="12738"/>
                  </a:lnTo>
                  <a:lnTo>
                    <a:pt x="37122" y="12738"/>
                  </a:lnTo>
                  <a:lnTo>
                    <a:pt x="36995" y="13106"/>
                  </a:lnTo>
                  <a:lnTo>
                    <a:pt x="36893" y="13779"/>
                  </a:lnTo>
                  <a:lnTo>
                    <a:pt x="37515" y="12738"/>
                  </a:lnTo>
                  <a:lnTo>
                    <a:pt x="37706" y="12471"/>
                  </a:lnTo>
                  <a:close/>
                </a:path>
                <a:path w="49529" h="40005">
                  <a:moveTo>
                    <a:pt x="38735" y="11328"/>
                  </a:moveTo>
                  <a:lnTo>
                    <a:pt x="38417" y="11328"/>
                  </a:lnTo>
                  <a:lnTo>
                    <a:pt x="38252" y="11328"/>
                  </a:lnTo>
                  <a:lnTo>
                    <a:pt x="38049" y="11531"/>
                  </a:lnTo>
                  <a:lnTo>
                    <a:pt x="37934" y="11874"/>
                  </a:lnTo>
                  <a:lnTo>
                    <a:pt x="37731" y="11874"/>
                  </a:lnTo>
                  <a:lnTo>
                    <a:pt x="37630" y="12471"/>
                  </a:lnTo>
                  <a:lnTo>
                    <a:pt x="38341" y="11658"/>
                  </a:lnTo>
                  <a:lnTo>
                    <a:pt x="38735" y="11328"/>
                  </a:lnTo>
                  <a:close/>
                </a:path>
                <a:path w="49529" h="40005">
                  <a:moveTo>
                    <a:pt x="39344" y="14287"/>
                  </a:moveTo>
                  <a:lnTo>
                    <a:pt x="38646" y="14833"/>
                  </a:lnTo>
                  <a:lnTo>
                    <a:pt x="39014" y="14833"/>
                  </a:lnTo>
                  <a:lnTo>
                    <a:pt x="39344" y="14287"/>
                  </a:lnTo>
                  <a:close/>
                </a:path>
                <a:path w="49529" h="40005">
                  <a:moveTo>
                    <a:pt x="40030" y="13423"/>
                  </a:moveTo>
                  <a:lnTo>
                    <a:pt x="39827" y="13855"/>
                  </a:lnTo>
                  <a:lnTo>
                    <a:pt x="39344" y="14287"/>
                  </a:lnTo>
                  <a:lnTo>
                    <a:pt x="40017" y="13855"/>
                  </a:lnTo>
                  <a:lnTo>
                    <a:pt x="40030" y="13423"/>
                  </a:lnTo>
                  <a:close/>
                </a:path>
                <a:path w="49529" h="40005">
                  <a:moveTo>
                    <a:pt x="40208" y="14249"/>
                  </a:moveTo>
                  <a:lnTo>
                    <a:pt x="39725" y="14554"/>
                  </a:lnTo>
                  <a:lnTo>
                    <a:pt x="38773" y="15341"/>
                  </a:lnTo>
                  <a:lnTo>
                    <a:pt x="39878" y="14554"/>
                  </a:lnTo>
                  <a:lnTo>
                    <a:pt x="40208" y="14249"/>
                  </a:lnTo>
                  <a:close/>
                </a:path>
                <a:path w="49529" h="40005">
                  <a:moveTo>
                    <a:pt x="40246" y="13004"/>
                  </a:moveTo>
                  <a:lnTo>
                    <a:pt x="40043" y="13004"/>
                  </a:lnTo>
                  <a:lnTo>
                    <a:pt x="40030" y="13423"/>
                  </a:lnTo>
                  <a:lnTo>
                    <a:pt x="40233" y="13220"/>
                  </a:lnTo>
                  <a:lnTo>
                    <a:pt x="40246" y="13004"/>
                  </a:lnTo>
                  <a:close/>
                </a:path>
                <a:path w="49529" h="40005">
                  <a:moveTo>
                    <a:pt x="40601" y="13970"/>
                  </a:moveTo>
                  <a:lnTo>
                    <a:pt x="40157" y="14249"/>
                  </a:lnTo>
                  <a:lnTo>
                    <a:pt x="40347" y="14249"/>
                  </a:lnTo>
                  <a:lnTo>
                    <a:pt x="40601" y="13970"/>
                  </a:lnTo>
                  <a:close/>
                </a:path>
                <a:path w="49529" h="40005">
                  <a:moveTo>
                    <a:pt x="40995" y="11696"/>
                  </a:moveTo>
                  <a:lnTo>
                    <a:pt x="39154" y="12001"/>
                  </a:lnTo>
                  <a:lnTo>
                    <a:pt x="38887" y="12293"/>
                  </a:lnTo>
                  <a:lnTo>
                    <a:pt x="38227" y="13004"/>
                  </a:lnTo>
                  <a:lnTo>
                    <a:pt x="39408" y="13004"/>
                  </a:lnTo>
                  <a:lnTo>
                    <a:pt x="39446" y="12560"/>
                  </a:lnTo>
                  <a:lnTo>
                    <a:pt x="39992" y="12369"/>
                  </a:lnTo>
                  <a:lnTo>
                    <a:pt x="40182" y="13004"/>
                  </a:lnTo>
                  <a:lnTo>
                    <a:pt x="40259" y="12268"/>
                  </a:lnTo>
                  <a:lnTo>
                    <a:pt x="40970" y="12001"/>
                  </a:lnTo>
                  <a:lnTo>
                    <a:pt x="40995" y="11696"/>
                  </a:lnTo>
                  <a:close/>
                </a:path>
                <a:path w="49529" h="40005">
                  <a:moveTo>
                    <a:pt x="41198" y="10312"/>
                  </a:moveTo>
                  <a:lnTo>
                    <a:pt x="41135" y="9931"/>
                  </a:lnTo>
                  <a:lnTo>
                    <a:pt x="40881" y="9728"/>
                  </a:lnTo>
                  <a:lnTo>
                    <a:pt x="40551" y="9804"/>
                  </a:lnTo>
                  <a:lnTo>
                    <a:pt x="40538" y="10147"/>
                  </a:lnTo>
                  <a:lnTo>
                    <a:pt x="40703" y="10198"/>
                  </a:lnTo>
                  <a:lnTo>
                    <a:pt x="40843" y="10388"/>
                  </a:lnTo>
                  <a:lnTo>
                    <a:pt x="41071" y="10426"/>
                  </a:lnTo>
                  <a:lnTo>
                    <a:pt x="41008" y="10287"/>
                  </a:lnTo>
                  <a:lnTo>
                    <a:pt x="41198" y="10312"/>
                  </a:lnTo>
                  <a:close/>
                </a:path>
                <a:path w="49529" h="40005">
                  <a:moveTo>
                    <a:pt x="41338" y="9029"/>
                  </a:moveTo>
                  <a:lnTo>
                    <a:pt x="40767" y="9232"/>
                  </a:lnTo>
                  <a:lnTo>
                    <a:pt x="40182" y="9956"/>
                  </a:lnTo>
                  <a:lnTo>
                    <a:pt x="39217" y="10121"/>
                  </a:lnTo>
                  <a:lnTo>
                    <a:pt x="38417" y="11328"/>
                  </a:lnTo>
                  <a:lnTo>
                    <a:pt x="38900" y="10960"/>
                  </a:lnTo>
                  <a:lnTo>
                    <a:pt x="38760" y="11328"/>
                  </a:lnTo>
                  <a:lnTo>
                    <a:pt x="39446" y="11328"/>
                  </a:lnTo>
                  <a:lnTo>
                    <a:pt x="39611" y="10401"/>
                  </a:lnTo>
                  <a:lnTo>
                    <a:pt x="39966" y="10121"/>
                  </a:lnTo>
                  <a:lnTo>
                    <a:pt x="40360" y="9956"/>
                  </a:lnTo>
                  <a:lnTo>
                    <a:pt x="41338" y="9029"/>
                  </a:lnTo>
                  <a:close/>
                </a:path>
                <a:path w="49529" h="40005">
                  <a:moveTo>
                    <a:pt x="41567" y="8877"/>
                  </a:moveTo>
                  <a:lnTo>
                    <a:pt x="41224" y="9029"/>
                  </a:lnTo>
                  <a:lnTo>
                    <a:pt x="41414" y="8978"/>
                  </a:lnTo>
                  <a:lnTo>
                    <a:pt x="41567" y="8877"/>
                  </a:lnTo>
                  <a:close/>
                </a:path>
                <a:path w="49529" h="40005">
                  <a:moveTo>
                    <a:pt x="41935" y="11214"/>
                  </a:moveTo>
                  <a:lnTo>
                    <a:pt x="41795" y="11188"/>
                  </a:lnTo>
                  <a:lnTo>
                    <a:pt x="41935" y="11214"/>
                  </a:lnTo>
                  <a:close/>
                </a:path>
                <a:path w="49529" h="40005">
                  <a:moveTo>
                    <a:pt x="42862" y="8509"/>
                  </a:moveTo>
                  <a:lnTo>
                    <a:pt x="42227" y="8509"/>
                  </a:lnTo>
                  <a:lnTo>
                    <a:pt x="42037" y="8699"/>
                  </a:lnTo>
                  <a:lnTo>
                    <a:pt x="41795" y="8877"/>
                  </a:lnTo>
                  <a:lnTo>
                    <a:pt x="42862" y="8509"/>
                  </a:lnTo>
                  <a:close/>
                </a:path>
                <a:path w="49529" h="40005">
                  <a:moveTo>
                    <a:pt x="44323" y="10668"/>
                  </a:moveTo>
                  <a:lnTo>
                    <a:pt x="44132" y="10274"/>
                  </a:lnTo>
                  <a:lnTo>
                    <a:pt x="44221" y="10502"/>
                  </a:lnTo>
                  <a:lnTo>
                    <a:pt x="44323" y="10668"/>
                  </a:lnTo>
                  <a:close/>
                </a:path>
                <a:path w="49529" h="40005">
                  <a:moveTo>
                    <a:pt x="44983" y="9245"/>
                  </a:moveTo>
                  <a:lnTo>
                    <a:pt x="44018" y="9245"/>
                  </a:lnTo>
                  <a:lnTo>
                    <a:pt x="42189" y="10909"/>
                  </a:lnTo>
                  <a:lnTo>
                    <a:pt x="42456" y="11582"/>
                  </a:lnTo>
                  <a:lnTo>
                    <a:pt x="42468" y="11811"/>
                  </a:lnTo>
                  <a:lnTo>
                    <a:pt x="42633" y="11811"/>
                  </a:lnTo>
                  <a:lnTo>
                    <a:pt x="42875" y="10909"/>
                  </a:lnTo>
                  <a:lnTo>
                    <a:pt x="42494" y="10909"/>
                  </a:lnTo>
                  <a:lnTo>
                    <a:pt x="44983" y="9245"/>
                  </a:lnTo>
                  <a:close/>
                </a:path>
                <a:path w="49529" h="40005">
                  <a:moveTo>
                    <a:pt x="45529" y="5295"/>
                  </a:moveTo>
                  <a:lnTo>
                    <a:pt x="45326" y="5270"/>
                  </a:lnTo>
                  <a:lnTo>
                    <a:pt x="45529" y="5295"/>
                  </a:lnTo>
                  <a:close/>
                </a:path>
                <a:path w="49529" h="40005">
                  <a:moveTo>
                    <a:pt x="46278" y="8509"/>
                  </a:moveTo>
                  <a:lnTo>
                    <a:pt x="46228" y="8953"/>
                  </a:lnTo>
                  <a:lnTo>
                    <a:pt x="46278" y="8813"/>
                  </a:lnTo>
                  <a:lnTo>
                    <a:pt x="46278" y="8509"/>
                  </a:lnTo>
                  <a:close/>
                </a:path>
                <a:path w="49529" h="40005">
                  <a:moveTo>
                    <a:pt x="46380" y="5613"/>
                  </a:moveTo>
                  <a:lnTo>
                    <a:pt x="46151" y="5461"/>
                  </a:lnTo>
                  <a:lnTo>
                    <a:pt x="46164" y="5613"/>
                  </a:lnTo>
                  <a:lnTo>
                    <a:pt x="46380" y="5613"/>
                  </a:lnTo>
                  <a:close/>
                </a:path>
                <a:path w="49529" h="40005">
                  <a:moveTo>
                    <a:pt x="46774" y="5765"/>
                  </a:moveTo>
                  <a:lnTo>
                    <a:pt x="46583" y="5765"/>
                  </a:lnTo>
                  <a:lnTo>
                    <a:pt x="46774" y="5930"/>
                  </a:lnTo>
                  <a:lnTo>
                    <a:pt x="46774" y="5765"/>
                  </a:lnTo>
                  <a:close/>
                </a:path>
                <a:path w="49529" h="40005">
                  <a:moveTo>
                    <a:pt x="47117" y="10909"/>
                  </a:moveTo>
                  <a:lnTo>
                    <a:pt x="46291" y="9245"/>
                  </a:lnTo>
                  <a:lnTo>
                    <a:pt x="45453" y="9245"/>
                  </a:lnTo>
                  <a:lnTo>
                    <a:pt x="47117" y="10909"/>
                  </a:lnTo>
                  <a:close/>
                </a:path>
                <a:path w="49529" h="40005">
                  <a:moveTo>
                    <a:pt x="47536" y="8458"/>
                  </a:moveTo>
                  <a:lnTo>
                    <a:pt x="47447" y="8242"/>
                  </a:lnTo>
                  <a:lnTo>
                    <a:pt x="47345" y="8394"/>
                  </a:lnTo>
                  <a:lnTo>
                    <a:pt x="47104" y="8483"/>
                  </a:lnTo>
                  <a:lnTo>
                    <a:pt x="47053" y="8204"/>
                  </a:lnTo>
                  <a:lnTo>
                    <a:pt x="46939" y="8331"/>
                  </a:lnTo>
                  <a:lnTo>
                    <a:pt x="46532" y="8242"/>
                  </a:lnTo>
                  <a:lnTo>
                    <a:pt x="46164" y="8153"/>
                  </a:lnTo>
                  <a:lnTo>
                    <a:pt x="46113" y="8013"/>
                  </a:lnTo>
                  <a:lnTo>
                    <a:pt x="45974" y="8039"/>
                  </a:lnTo>
                  <a:lnTo>
                    <a:pt x="45847" y="8166"/>
                  </a:lnTo>
                  <a:lnTo>
                    <a:pt x="45669" y="8204"/>
                  </a:lnTo>
                  <a:lnTo>
                    <a:pt x="45453" y="8166"/>
                  </a:lnTo>
                  <a:lnTo>
                    <a:pt x="45275" y="8267"/>
                  </a:lnTo>
                  <a:lnTo>
                    <a:pt x="44907" y="8369"/>
                  </a:lnTo>
                  <a:lnTo>
                    <a:pt x="45199" y="8318"/>
                  </a:lnTo>
                  <a:lnTo>
                    <a:pt x="45326" y="8420"/>
                  </a:lnTo>
                  <a:lnTo>
                    <a:pt x="45567" y="8331"/>
                  </a:lnTo>
                  <a:lnTo>
                    <a:pt x="45999" y="8420"/>
                  </a:lnTo>
                  <a:lnTo>
                    <a:pt x="46151" y="8267"/>
                  </a:lnTo>
                  <a:lnTo>
                    <a:pt x="46380" y="8509"/>
                  </a:lnTo>
                  <a:lnTo>
                    <a:pt x="46659" y="8483"/>
                  </a:lnTo>
                  <a:lnTo>
                    <a:pt x="46850" y="8483"/>
                  </a:lnTo>
                  <a:lnTo>
                    <a:pt x="47053" y="8661"/>
                  </a:lnTo>
                  <a:lnTo>
                    <a:pt x="47269" y="8699"/>
                  </a:lnTo>
                  <a:lnTo>
                    <a:pt x="47307" y="8572"/>
                  </a:lnTo>
                  <a:lnTo>
                    <a:pt x="47536" y="8458"/>
                  </a:lnTo>
                  <a:close/>
                </a:path>
                <a:path w="49529" h="40005">
                  <a:moveTo>
                    <a:pt x="47904" y="9207"/>
                  </a:moveTo>
                  <a:lnTo>
                    <a:pt x="47244" y="8788"/>
                  </a:lnTo>
                  <a:lnTo>
                    <a:pt x="47904" y="9207"/>
                  </a:lnTo>
                  <a:close/>
                </a:path>
                <a:path w="49529" h="40005">
                  <a:moveTo>
                    <a:pt x="48247" y="11811"/>
                  </a:moveTo>
                  <a:lnTo>
                    <a:pt x="48031" y="11811"/>
                  </a:lnTo>
                  <a:lnTo>
                    <a:pt x="47929" y="10909"/>
                  </a:lnTo>
                  <a:lnTo>
                    <a:pt x="47701" y="10909"/>
                  </a:lnTo>
                  <a:lnTo>
                    <a:pt x="47371" y="9245"/>
                  </a:lnTo>
                  <a:lnTo>
                    <a:pt x="46888" y="9245"/>
                  </a:lnTo>
                  <a:lnTo>
                    <a:pt x="47332" y="10909"/>
                  </a:lnTo>
                  <a:lnTo>
                    <a:pt x="47117" y="10909"/>
                  </a:lnTo>
                  <a:lnTo>
                    <a:pt x="46075" y="10909"/>
                  </a:lnTo>
                  <a:lnTo>
                    <a:pt x="46609" y="11582"/>
                  </a:lnTo>
                  <a:lnTo>
                    <a:pt x="47256" y="11582"/>
                  </a:lnTo>
                  <a:lnTo>
                    <a:pt x="47485" y="11582"/>
                  </a:lnTo>
                  <a:lnTo>
                    <a:pt x="47421" y="11811"/>
                  </a:lnTo>
                  <a:lnTo>
                    <a:pt x="47155" y="11811"/>
                  </a:lnTo>
                  <a:lnTo>
                    <a:pt x="47155" y="13068"/>
                  </a:lnTo>
                  <a:lnTo>
                    <a:pt x="46482" y="12839"/>
                  </a:lnTo>
                  <a:lnTo>
                    <a:pt x="46583" y="11811"/>
                  </a:lnTo>
                  <a:lnTo>
                    <a:pt x="46609" y="11582"/>
                  </a:lnTo>
                  <a:lnTo>
                    <a:pt x="46151" y="11582"/>
                  </a:lnTo>
                  <a:lnTo>
                    <a:pt x="45008" y="10909"/>
                  </a:lnTo>
                  <a:lnTo>
                    <a:pt x="45300" y="11582"/>
                  </a:lnTo>
                  <a:lnTo>
                    <a:pt x="45821" y="11582"/>
                  </a:lnTo>
                  <a:lnTo>
                    <a:pt x="45821" y="11811"/>
                  </a:lnTo>
                  <a:lnTo>
                    <a:pt x="44424" y="11811"/>
                  </a:lnTo>
                  <a:lnTo>
                    <a:pt x="44729" y="11582"/>
                  </a:lnTo>
                  <a:lnTo>
                    <a:pt x="45300" y="11582"/>
                  </a:lnTo>
                  <a:lnTo>
                    <a:pt x="44970" y="10909"/>
                  </a:lnTo>
                  <a:lnTo>
                    <a:pt x="44170" y="10909"/>
                  </a:lnTo>
                  <a:lnTo>
                    <a:pt x="44069" y="11811"/>
                  </a:lnTo>
                  <a:lnTo>
                    <a:pt x="44208" y="11811"/>
                  </a:lnTo>
                  <a:lnTo>
                    <a:pt x="44170" y="12026"/>
                  </a:lnTo>
                  <a:lnTo>
                    <a:pt x="43561" y="11811"/>
                  </a:lnTo>
                  <a:lnTo>
                    <a:pt x="43586" y="12242"/>
                  </a:lnTo>
                  <a:lnTo>
                    <a:pt x="43243" y="11912"/>
                  </a:lnTo>
                  <a:lnTo>
                    <a:pt x="40322" y="13525"/>
                  </a:lnTo>
                  <a:lnTo>
                    <a:pt x="40868" y="13525"/>
                  </a:lnTo>
                  <a:lnTo>
                    <a:pt x="40690" y="13970"/>
                  </a:lnTo>
                  <a:lnTo>
                    <a:pt x="41656" y="13970"/>
                  </a:lnTo>
                  <a:lnTo>
                    <a:pt x="40728" y="14592"/>
                  </a:lnTo>
                  <a:lnTo>
                    <a:pt x="39852" y="15100"/>
                  </a:lnTo>
                  <a:lnTo>
                    <a:pt x="40944" y="14592"/>
                  </a:lnTo>
                  <a:lnTo>
                    <a:pt x="41681" y="13970"/>
                  </a:lnTo>
                  <a:lnTo>
                    <a:pt x="44526" y="13970"/>
                  </a:lnTo>
                  <a:lnTo>
                    <a:pt x="43078" y="13525"/>
                  </a:lnTo>
                  <a:lnTo>
                    <a:pt x="43688" y="13525"/>
                  </a:lnTo>
                  <a:lnTo>
                    <a:pt x="43992" y="13525"/>
                  </a:lnTo>
                  <a:lnTo>
                    <a:pt x="44894" y="13525"/>
                  </a:lnTo>
                  <a:lnTo>
                    <a:pt x="46037" y="13525"/>
                  </a:lnTo>
                  <a:lnTo>
                    <a:pt x="45351" y="13970"/>
                  </a:lnTo>
                  <a:lnTo>
                    <a:pt x="44526" y="13970"/>
                  </a:lnTo>
                  <a:lnTo>
                    <a:pt x="45427" y="14249"/>
                  </a:lnTo>
                  <a:lnTo>
                    <a:pt x="46012" y="13970"/>
                  </a:lnTo>
                  <a:lnTo>
                    <a:pt x="47066" y="13525"/>
                  </a:lnTo>
                  <a:lnTo>
                    <a:pt x="47421" y="13525"/>
                  </a:lnTo>
                  <a:lnTo>
                    <a:pt x="47574" y="13208"/>
                  </a:lnTo>
                  <a:lnTo>
                    <a:pt x="47345" y="13131"/>
                  </a:lnTo>
                  <a:lnTo>
                    <a:pt x="47942" y="11963"/>
                  </a:lnTo>
                  <a:lnTo>
                    <a:pt x="47815" y="12700"/>
                  </a:lnTo>
                  <a:lnTo>
                    <a:pt x="48247" y="11811"/>
                  </a:lnTo>
                  <a:close/>
                </a:path>
                <a:path w="49529" h="40005">
                  <a:moveTo>
                    <a:pt x="48501" y="13525"/>
                  </a:moveTo>
                  <a:lnTo>
                    <a:pt x="47713" y="13258"/>
                  </a:lnTo>
                  <a:lnTo>
                    <a:pt x="47675" y="13525"/>
                  </a:lnTo>
                  <a:lnTo>
                    <a:pt x="48501" y="13525"/>
                  </a:lnTo>
                  <a:close/>
                </a:path>
                <a:path w="49529" h="40005">
                  <a:moveTo>
                    <a:pt x="48729" y="10579"/>
                  </a:moveTo>
                  <a:lnTo>
                    <a:pt x="48463" y="9766"/>
                  </a:lnTo>
                  <a:lnTo>
                    <a:pt x="47904" y="9207"/>
                  </a:lnTo>
                  <a:lnTo>
                    <a:pt x="48387" y="9829"/>
                  </a:lnTo>
                  <a:lnTo>
                    <a:pt x="48729" y="10579"/>
                  </a:lnTo>
                  <a:close/>
                </a:path>
                <a:path w="49529" h="40005">
                  <a:moveTo>
                    <a:pt x="48933" y="4381"/>
                  </a:moveTo>
                  <a:lnTo>
                    <a:pt x="36715" y="3378"/>
                  </a:lnTo>
                  <a:lnTo>
                    <a:pt x="39065" y="4381"/>
                  </a:lnTo>
                  <a:lnTo>
                    <a:pt x="48933" y="43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4045267" y="1190231"/>
              <a:ext cx="39370" cy="25400"/>
            </a:xfrm>
            <a:custGeom>
              <a:avLst/>
              <a:gdLst/>
              <a:ahLst/>
              <a:cxnLst/>
              <a:rect l="l" t="t" r="r" b="b"/>
              <a:pathLst>
                <a:path w="39370" h="25400">
                  <a:moveTo>
                    <a:pt x="1384" y="1092"/>
                  </a:moveTo>
                  <a:lnTo>
                    <a:pt x="1016" y="901"/>
                  </a:lnTo>
                  <a:lnTo>
                    <a:pt x="292" y="1016"/>
                  </a:lnTo>
                  <a:lnTo>
                    <a:pt x="76" y="1231"/>
                  </a:lnTo>
                  <a:lnTo>
                    <a:pt x="0" y="1371"/>
                  </a:lnTo>
                  <a:lnTo>
                    <a:pt x="330" y="1155"/>
                  </a:lnTo>
                  <a:lnTo>
                    <a:pt x="812" y="965"/>
                  </a:lnTo>
                  <a:lnTo>
                    <a:pt x="1384" y="1092"/>
                  </a:lnTo>
                  <a:close/>
                </a:path>
                <a:path w="39370" h="25400">
                  <a:moveTo>
                    <a:pt x="2857" y="5461"/>
                  </a:moveTo>
                  <a:lnTo>
                    <a:pt x="2781" y="5638"/>
                  </a:lnTo>
                  <a:lnTo>
                    <a:pt x="2717" y="5854"/>
                  </a:lnTo>
                  <a:lnTo>
                    <a:pt x="2514" y="5943"/>
                  </a:lnTo>
                  <a:lnTo>
                    <a:pt x="2806" y="5969"/>
                  </a:lnTo>
                  <a:lnTo>
                    <a:pt x="2832" y="5600"/>
                  </a:lnTo>
                  <a:lnTo>
                    <a:pt x="2857" y="5461"/>
                  </a:lnTo>
                  <a:close/>
                </a:path>
                <a:path w="39370" h="25400">
                  <a:moveTo>
                    <a:pt x="10363" y="17310"/>
                  </a:moveTo>
                  <a:lnTo>
                    <a:pt x="10172" y="17437"/>
                  </a:lnTo>
                  <a:lnTo>
                    <a:pt x="10363" y="17373"/>
                  </a:lnTo>
                  <a:close/>
                </a:path>
                <a:path w="39370" h="25400">
                  <a:moveTo>
                    <a:pt x="10782" y="12001"/>
                  </a:moveTo>
                  <a:lnTo>
                    <a:pt x="10591" y="12001"/>
                  </a:lnTo>
                  <a:lnTo>
                    <a:pt x="10718" y="12179"/>
                  </a:lnTo>
                  <a:lnTo>
                    <a:pt x="10782" y="12001"/>
                  </a:lnTo>
                  <a:close/>
                </a:path>
                <a:path w="39370" h="25400">
                  <a:moveTo>
                    <a:pt x="11836" y="12788"/>
                  </a:moveTo>
                  <a:close/>
                </a:path>
                <a:path w="39370" h="25400">
                  <a:moveTo>
                    <a:pt x="12153" y="12268"/>
                  </a:moveTo>
                  <a:lnTo>
                    <a:pt x="12026" y="12319"/>
                  </a:lnTo>
                  <a:lnTo>
                    <a:pt x="12052" y="12598"/>
                  </a:lnTo>
                  <a:lnTo>
                    <a:pt x="12052" y="12776"/>
                  </a:lnTo>
                  <a:lnTo>
                    <a:pt x="12153" y="12280"/>
                  </a:lnTo>
                  <a:close/>
                </a:path>
                <a:path w="39370" h="25400">
                  <a:moveTo>
                    <a:pt x="12357" y="20853"/>
                  </a:moveTo>
                  <a:lnTo>
                    <a:pt x="12357" y="21018"/>
                  </a:lnTo>
                  <a:lnTo>
                    <a:pt x="12357" y="20853"/>
                  </a:lnTo>
                  <a:close/>
                </a:path>
                <a:path w="39370" h="25400">
                  <a:moveTo>
                    <a:pt x="13398" y="16078"/>
                  </a:moveTo>
                  <a:lnTo>
                    <a:pt x="13373" y="15913"/>
                  </a:lnTo>
                  <a:lnTo>
                    <a:pt x="13220" y="16027"/>
                  </a:lnTo>
                  <a:lnTo>
                    <a:pt x="13398" y="16078"/>
                  </a:lnTo>
                  <a:close/>
                </a:path>
                <a:path w="39370" h="25400">
                  <a:moveTo>
                    <a:pt x="13525" y="16002"/>
                  </a:moveTo>
                  <a:close/>
                </a:path>
                <a:path w="39370" h="25400">
                  <a:moveTo>
                    <a:pt x="14452" y="19685"/>
                  </a:moveTo>
                  <a:lnTo>
                    <a:pt x="14427" y="19380"/>
                  </a:lnTo>
                  <a:lnTo>
                    <a:pt x="14414" y="19570"/>
                  </a:lnTo>
                  <a:lnTo>
                    <a:pt x="14249" y="19570"/>
                  </a:lnTo>
                  <a:lnTo>
                    <a:pt x="14097" y="19672"/>
                  </a:lnTo>
                  <a:lnTo>
                    <a:pt x="14185" y="19812"/>
                  </a:lnTo>
                  <a:lnTo>
                    <a:pt x="14185" y="20040"/>
                  </a:lnTo>
                  <a:lnTo>
                    <a:pt x="14389" y="20104"/>
                  </a:lnTo>
                  <a:lnTo>
                    <a:pt x="14414" y="19608"/>
                  </a:lnTo>
                  <a:close/>
                </a:path>
                <a:path w="39370" h="25400">
                  <a:moveTo>
                    <a:pt x="14668" y="20358"/>
                  </a:moveTo>
                  <a:lnTo>
                    <a:pt x="14490" y="20066"/>
                  </a:lnTo>
                  <a:lnTo>
                    <a:pt x="14452" y="20231"/>
                  </a:lnTo>
                  <a:lnTo>
                    <a:pt x="14338" y="20624"/>
                  </a:lnTo>
                  <a:lnTo>
                    <a:pt x="14528" y="20624"/>
                  </a:lnTo>
                  <a:lnTo>
                    <a:pt x="14503" y="20408"/>
                  </a:lnTo>
                  <a:lnTo>
                    <a:pt x="14668" y="20701"/>
                  </a:lnTo>
                  <a:lnTo>
                    <a:pt x="14668" y="20358"/>
                  </a:lnTo>
                  <a:close/>
                </a:path>
                <a:path w="39370" h="25400">
                  <a:moveTo>
                    <a:pt x="14973" y="20307"/>
                  </a:moveTo>
                  <a:lnTo>
                    <a:pt x="14846" y="20243"/>
                  </a:lnTo>
                  <a:lnTo>
                    <a:pt x="14973" y="20307"/>
                  </a:lnTo>
                  <a:close/>
                </a:path>
                <a:path w="39370" h="25400">
                  <a:moveTo>
                    <a:pt x="14973" y="19431"/>
                  </a:moveTo>
                  <a:lnTo>
                    <a:pt x="14706" y="19215"/>
                  </a:lnTo>
                  <a:lnTo>
                    <a:pt x="14770" y="19570"/>
                  </a:lnTo>
                  <a:lnTo>
                    <a:pt x="14973" y="19431"/>
                  </a:lnTo>
                  <a:close/>
                </a:path>
                <a:path w="39370" h="25400">
                  <a:moveTo>
                    <a:pt x="14986" y="23406"/>
                  </a:moveTo>
                  <a:lnTo>
                    <a:pt x="14960" y="23177"/>
                  </a:lnTo>
                  <a:lnTo>
                    <a:pt x="14808" y="23126"/>
                  </a:lnTo>
                  <a:lnTo>
                    <a:pt x="14909" y="23304"/>
                  </a:lnTo>
                  <a:lnTo>
                    <a:pt x="14859" y="23469"/>
                  </a:lnTo>
                  <a:lnTo>
                    <a:pt x="14986" y="23406"/>
                  </a:lnTo>
                  <a:close/>
                </a:path>
                <a:path w="39370" h="25400">
                  <a:moveTo>
                    <a:pt x="15087" y="25171"/>
                  </a:moveTo>
                  <a:lnTo>
                    <a:pt x="14935" y="25171"/>
                  </a:lnTo>
                  <a:lnTo>
                    <a:pt x="15087" y="25222"/>
                  </a:lnTo>
                  <a:close/>
                </a:path>
                <a:path w="39370" h="25400">
                  <a:moveTo>
                    <a:pt x="15087" y="23063"/>
                  </a:moveTo>
                  <a:lnTo>
                    <a:pt x="15024" y="22923"/>
                  </a:lnTo>
                  <a:lnTo>
                    <a:pt x="15036" y="23101"/>
                  </a:lnTo>
                  <a:close/>
                </a:path>
                <a:path w="39370" h="25400">
                  <a:moveTo>
                    <a:pt x="15100" y="24866"/>
                  </a:moveTo>
                  <a:lnTo>
                    <a:pt x="14960" y="24676"/>
                  </a:lnTo>
                  <a:lnTo>
                    <a:pt x="14935" y="24942"/>
                  </a:lnTo>
                  <a:lnTo>
                    <a:pt x="15087" y="24942"/>
                  </a:lnTo>
                  <a:close/>
                </a:path>
                <a:path w="39370" h="25400">
                  <a:moveTo>
                    <a:pt x="15176" y="24130"/>
                  </a:moveTo>
                  <a:lnTo>
                    <a:pt x="15074" y="24003"/>
                  </a:lnTo>
                  <a:lnTo>
                    <a:pt x="15100" y="23876"/>
                  </a:lnTo>
                  <a:lnTo>
                    <a:pt x="14960" y="23761"/>
                  </a:lnTo>
                  <a:lnTo>
                    <a:pt x="14859" y="23888"/>
                  </a:lnTo>
                  <a:lnTo>
                    <a:pt x="14935" y="24015"/>
                  </a:lnTo>
                  <a:lnTo>
                    <a:pt x="14833" y="24295"/>
                  </a:lnTo>
                  <a:lnTo>
                    <a:pt x="14859" y="24434"/>
                  </a:lnTo>
                  <a:lnTo>
                    <a:pt x="14833" y="24638"/>
                  </a:lnTo>
                  <a:lnTo>
                    <a:pt x="14935" y="24384"/>
                  </a:lnTo>
                  <a:lnTo>
                    <a:pt x="15100" y="24460"/>
                  </a:lnTo>
                  <a:lnTo>
                    <a:pt x="15151" y="24269"/>
                  </a:lnTo>
                  <a:lnTo>
                    <a:pt x="15176" y="24130"/>
                  </a:lnTo>
                  <a:close/>
                </a:path>
                <a:path w="39370" h="25400">
                  <a:moveTo>
                    <a:pt x="15201" y="18910"/>
                  </a:moveTo>
                  <a:lnTo>
                    <a:pt x="15074" y="18935"/>
                  </a:lnTo>
                  <a:lnTo>
                    <a:pt x="15100" y="19126"/>
                  </a:lnTo>
                  <a:lnTo>
                    <a:pt x="15201" y="18910"/>
                  </a:lnTo>
                  <a:close/>
                </a:path>
                <a:path w="39370" h="25400">
                  <a:moveTo>
                    <a:pt x="15303" y="18072"/>
                  </a:moveTo>
                  <a:lnTo>
                    <a:pt x="15125" y="18135"/>
                  </a:lnTo>
                  <a:lnTo>
                    <a:pt x="15303" y="18072"/>
                  </a:lnTo>
                  <a:close/>
                </a:path>
                <a:path w="39370" h="25400">
                  <a:moveTo>
                    <a:pt x="15405" y="18059"/>
                  </a:moveTo>
                  <a:lnTo>
                    <a:pt x="15189" y="18122"/>
                  </a:lnTo>
                  <a:lnTo>
                    <a:pt x="15201" y="18275"/>
                  </a:lnTo>
                  <a:lnTo>
                    <a:pt x="15405" y="18059"/>
                  </a:lnTo>
                  <a:close/>
                </a:path>
                <a:path w="39370" h="25400">
                  <a:moveTo>
                    <a:pt x="15417" y="23114"/>
                  </a:moveTo>
                  <a:lnTo>
                    <a:pt x="15379" y="22936"/>
                  </a:lnTo>
                  <a:lnTo>
                    <a:pt x="15417" y="23114"/>
                  </a:lnTo>
                  <a:close/>
                </a:path>
                <a:path w="39370" h="25400">
                  <a:moveTo>
                    <a:pt x="15557" y="13855"/>
                  </a:moveTo>
                  <a:lnTo>
                    <a:pt x="14757" y="13855"/>
                  </a:lnTo>
                  <a:lnTo>
                    <a:pt x="14808" y="14363"/>
                  </a:lnTo>
                  <a:lnTo>
                    <a:pt x="15341" y="14363"/>
                  </a:lnTo>
                  <a:lnTo>
                    <a:pt x="15494" y="14363"/>
                  </a:lnTo>
                  <a:lnTo>
                    <a:pt x="15519" y="14185"/>
                  </a:lnTo>
                  <a:lnTo>
                    <a:pt x="15557" y="13855"/>
                  </a:lnTo>
                  <a:close/>
                </a:path>
                <a:path w="39370" h="25400">
                  <a:moveTo>
                    <a:pt x="15684" y="20561"/>
                  </a:moveTo>
                  <a:lnTo>
                    <a:pt x="15532" y="20535"/>
                  </a:lnTo>
                  <a:lnTo>
                    <a:pt x="15659" y="20726"/>
                  </a:lnTo>
                  <a:lnTo>
                    <a:pt x="15684" y="20561"/>
                  </a:lnTo>
                  <a:close/>
                </a:path>
                <a:path w="39370" h="25400">
                  <a:moveTo>
                    <a:pt x="15773" y="18529"/>
                  </a:moveTo>
                  <a:lnTo>
                    <a:pt x="15557" y="18618"/>
                  </a:lnTo>
                  <a:lnTo>
                    <a:pt x="15354" y="18529"/>
                  </a:lnTo>
                  <a:lnTo>
                    <a:pt x="15151" y="18542"/>
                  </a:lnTo>
                  <a:lnTo>
                    <a:pt x="15328" y="18897"/>
                  </a:lnTo>
                  <a:lnTo>
                    <a:pt x="15201" y="18923"/>
                  </a:lnTo>
                  <a:lnTo>
                    <a:pt x="15367" y="18897"/>
                  </a:lnTo>
                  <a:lnTo>
                    <a:pt x="15341" y="18745"/>
                  </a:lnTo>
                  <a:lnTo>
                    <a:pt x="15468" y="18884"/>
                  </a:lnTo>
                  <a:lnTo>
                    <a:pt x="15646" y="18770"/>
                  </a:lnTo>
                  <a:lnTo>
                    <a:pt x="15773" y="18529"/>
                  </a:lnTo>
                  <a:close/>
                </a:path>
                <a:path w="39370" h="25400">
                  <a:moveTo>
                    <a:pt x="15862" y="18732"/>
                  </a:moveTo>
                  <a:lnTo>
                    <a:pt x="15646" y="18770"/>
                  </a:lnTo>
                  <a:lnTo>
                    <a:pt x="15811" y="18859"/>
                  </a:lnTo>
                  <a:lnTo>
                    <a:pt x="15862" y="18732"/>
                  </a:lnTo>
                  <a:close/>
                </a:path>
                <a:path w="39370" h="25400">
                  <a:moveTo>
                    <a:pt x="15938" y="21539"/>
                  </a:moveTo>
                  <a:lnTo>
                    <a:pt x="15811" y="21424"/>
                  </a:lnTo>
                  <a:lnTo>
                    <a:pt x="15938" y="21539"/>
                  </a:lnTo>
                  <a:close/>
                </a:path>
                <a:path w="39370" h="25400">
                  <a:moveTo>
                    <a:pt x="16014" y="18656"/>
                  </a:moveTo>
                  <a:lnTo>
                    <a:pt x="15862" y="18656"/>
                  </a:lnTo>
                  <a:lnTo>
                    <a:pt x="15963" y="19037"/>
                  </a:lnTo>
                  <a:lnTo>
                    <a:pt x="16014" y="18656"/>
                  </a:lnTo>
                  <a:close/>
                </a:path>
                <a:path w="39370" h="25400">
                  <a:moveTo>
                    <a:pt x="16052" y="21310"/>
                  </a:moveTo>
                  <a:lnTo>
                    <a:pt x="15836" y="21310"/>
                  </a:lnTo>
                  <a:lnTo>
                    <a:pt x="16052" y="21310"/>
                  </a:lnTo>
                  <a:close/>
                </a:path>
                <a:path w="39370" h="25400">
                  <a:moveTo>
                    <a:pt x="16243" y="18656"/>
                  </a:moveTo>
                  <a:lnTo>
                    <a:pt x="16103" y="18719"/>
                  </a:lnTo>
                  <a:lnTo>
                    <a:pt x="16243" y="18656"/>
                  </a:lnTo>
                  <a:close/>
                </a:path>
                <a:path w="39370" h="25400">
                  <a:moveTo>
                    <a:pt x="16471" y="5422"/>
                  </a:moveTo>
                  <a:lnTo>
                    <a:pt x="16408" y="5232"/>
                  </a:lnTo>
                  <a:lnTo>
                    <a:pt x="16408" y="5435"/>
                  </a:lnTo>
                  <a:lnTo>
                    <a:pt x="16268" y="5575"/>
                  </a:lnTo>
                  <a:lnTo>
                    <a:pt x="16383" y="5727"/>
                  </a:lnTo>
                  <a:lnTo>
                    <a:pt x="16370" y="5499"/>
                  </a:lnTo>
                  <a:close/>
                </a:path>
                <a:path w="39370" h="25400">
                  <a:moveTo>
                    <a:pt x="16865" y="20904"/>
                  </a:moveTo>
                  <a:lnTo>
                    <a:pt x="16725" y="20802"/>
                  </a:lnTo>
                  <a:lnTo>
                    <a:pt x="16611" y="20929"/>
                  </a:lnTo>
                  <a:lnTo>
                    <a:pt x="16865" y="20904"/>
                  </a:lnTo>
                  <a:close/>
                </a:path>
                <a:path w="39370" h="25400">
                  <a:moveTo>
                    <a:pt x="16878" y="21513"/>
                  </a:moveTo>
                  <a:lnTo>
                    <a:pt x="16865" y="21374"/>
                  </a:lnTo>
                  <a:lnTo>
                    <a:pt x="16852" y="21183"/>
                  </a:lnTo>
                  <a:lnTo>
                    <a:pt x="16852" y="21043"/>
                  </a:lnTo>
                  <a:lnTo>
                    <a:pt x="16662" y="21170"/>
                  </a:lnTo>
                  <a:lnTo>
                    <a:pt x="16598" y="21018"/>
                  </a:lnTo>
                  <a:lnTo>
                    <a:pt x="16598" y="21158"/>
                  </a:lnTo>
                  <a:lnTo>
                    <a:pt x="16637" y="21386"/>
                  </a:lnTo>
                  <a:lnTo>
                    <a:pt x="16510" y="21424"/>
                  </a:lnTo>
                  <a:lnTo>
                    <a:pt x="16586" y="21678"/>
                  </a:lnTo>
                  <a:lnTo>
                    <a:pt x="16725" y="21551"/>
                  </a:lnTo>
                  <a:lnTo>
                    <a:pt x="16878" y="21513"/>
                  </a:lnTo>
                  <a:close/>
                </a:path>
                <a:path w="39370" h="25400">
                  <a:moveTo>
                    <a:pt x="17513" y="23774"/>
                  </a:moveTo>
                  <a:lnTo>
                    <a:pt x="17424" y="23926"/>
                  </a:lnTo>
                  <a:lnTo>
                    <a:pt x="17386" y="24130"/>
                  </a:lnTo>
                  <a:lnTo>
                    <a:pt x="17411" y="24269"/>
                  </a:lnTo>
                  <a:lnTo>
                    <a:pt x="17513" y="23774"/>
                  </a:lnTo>
                  <a:close/>
                </a:path>
                <a:path w="39370" h="25400">
                  <a:moveTo>
                    <a:pt x="17894" y="23164"/>
                  </a:moveTo>
                  <a:lnTo>
                    <a:pt x="17691" y="23190"/>
                  </a:lnTo>
                  <a:lnTo>
                    <a:pt x="17741" y="23837"/>
                  </a:lnTo>
                  <a:lnTo>
                    <a:pt x="17818" y="23583"/>
                  </a:lnTo>
                  <a:lnTo>
                    <a:pt x="17894" y="23164"/>
                  </a:lnTo>
                  <a:close/>
                </a:path>
                <a:path w="39370" h="25400">
                  <a:moveTo>
                    <a:pt x="17919" y="23088"/>
                  </a:moveTo>
                  <a:lnTo>
                    <a:pt x="17894" y="22771"/>
                  </a:lnTo>
                  <a:lnTo>
                    <a:pt x="17767" y="23139"/>
                  </a:lnTo>
                  <a:lnTo>
                    <a:pt x="17919" y="23088"/>
                  </a:lnTo>
                  <a:close/>
                </a:path>
                <a:path w="39370" h="25400">
                  <a:moveTo>
                    <a:pt x="18262" y="22136"/>
                  </a:moveTo>
                  <a:lnTo>
                    <a:pt x="18237" y="21894"/>
                  </a:lnTo>
                  <a:lnTo>
                    <a:pt x="18211" y="22136"/>
                  </a:lnTo>
                  <a:close/>
                </a:path>
                <a:path w="39370" h="25400">
                  <a:moveTo>
                    <a:pt x="20523" y="24853"/>
                  </a:moveTo>
                  <a:lnTo>
                    <a:pt x="20383" y="24828"/>
                  </a:lnTo>
                  <a:lnTo>
                    <a:pt x="20396" y="24968"/>
                  </a:lnTo>
                  <a:lnTo>
                    <a:pt x="20523" y="24853"/>
                  </a:lnTo>
                  <a:close/>
                </a:path>
                <a:path w="39370" h="25400">
                  <a:moveTo>
                    <a:pt x="20637" y="6667"/>
                  </a:moveTo>
                  <a:lnTo>
                    <a:pt x="20523" y="6845"/>
                  </a:lnTo>
                  <a:lnTo>
                    <a:pt x="20637" y="6667"/>
                  </a:lnTo>
                  <a:close/>
                </a:path>
                <a:path w="39370" h="25400">
                  <a:moveTo>
                    <a:pt x="20662" y="6604"/>
                  </a:moveTo>
                  <a:close/>
                </a:path>
                <a:path w="39370" h="25400">
                  <a:moveTo>
                    <a:pt x="21894" y="6007"/>
                  </a:moveTo>
                  <a:lnTo>
                    <a:pt x="21844" y="5867"/>
                  </a:lnTo>
                  <a:lnTo>
                    <a:pt x="21691" y="5689"/>
                  </a:lnTo>
                  <a:lnTo>
                    <a:pt x="21564" y="5575"/>
                  </a:lnTo>
                  <a:lnTo>
                    <a:pt x="21196" y="5880"/>
                  </a:lnTo>
                  <a:lnTo>
                    <a:pt x="20789" y="6096"/>
                  </a:lnTo>
                  <a:lnTo>
                    <a:pt x="20612" y="6489"/>
                  </a:lnTo>
                  <a:lnTo>
                    <a:pt x="20739" y="6565"/>
                  </a:lnTo>
                  <a:lnTo>
                    <a:pt x="20713" y="6388"/>
                  </a:lnTo>
                  <a:lnTo>
                    <a:pt x="20878" y="6502"/>
                  </a:lnTo>
                  <a:lnTo>
                    <a:pt x="20815" y="6350"/>
                  </a:lnTo>
                  <a:lnTo>
                    <a:pt x="20955" y="6286"/>
                  </a:lnTo>
                  <a:lnTo>
                    <a:pt x="21221" y="6121"/>
                  </a:lnTo>
                  <a:lnTo>
                    <a:pt x="21475" y="6172"/>
                  </a:lnTo>
                  <a:lnTo>
                    <a:pt x="21729" y="6235"/>
                  </a:lnTo>
                  <a:lnTo>
                    <a:pt x="21729" y="6007"/>
                  </a:lnTo>
                  <a:lnTo>
                    <a:pt x="21894" y="6007"/>
                  </a:lnTo>
                  <a:close/>
                </a:path>
                <a:path w="39370" h="25400">
                  <a:moveTo>
                    <a:pt x="22580" y="5969"/>
                  </a:moveTo>
                  <a:lnTo>
                    <a:pt x="22542" y="5778"/>
                  </a:lnTo>
                  <a:lnTo>
                    <a:pt x="22504" y="5969"/>
                  </a:lnTo>
                  <a:close/>
                </a:path>
                <a:path w="39370" h="25400">
                  <a:moveTo>
                    <a:pt x="24485" y="14274"/>
                  </a:moveTo>
                  <a:lnTo>
                    <a:pt x="24345" y="14274"/>
                  </a:lnTo>
                  <a:lnTo>
                    <a:pt x="24358" y="14617"/>
                  </a:lnTo>
                  <a:lnTo>
                    <a:pt x="24485" y="14274"/>
                  </a:lnTo>
                  <a:close/>
                </a:path>
                <a:path w="39370" h="25400">
                  <a:moveTo>
                    <a:pt x="24917" y="6197"/>
                  </a:moveTo>
                  <a:lnTo>
                    <a:pt x="24777" y="6108"/>
                  </a:lnTo>
                  <a:lnTo>
                    <a:pt x="24777" y="6235"/>
                  </a:lnTo>
                  <a:lnTo>
                    <a:pt x="24917" y="6197"/>
                  </a:lnTo>
                  <a:close/>
                </a:path>
                <a:path w="39370" h="25400">
                  <a:moveTo>
                    <a:pt x="26073" y="13931"/>
                  </a:moveTo>
                  <a:lnTo>
                    <a:pt x="25514" y="14033"/>
                  </a:lnTo>
                  <a:lnTo>
                    <a:pt x="25476" y="15189"/>
                  </a:lnTo>
                  <a:lnTo>
                    <a:pt x="25844" y="15608"/>
                  </a:lnTo>
                  <a:lnTo>
                    <a:pt x="25641" y="15189"/>
                  </a:lnTo>
                  <a:lnTo>
                    <a:pt x="25641" y="14643"/>
                  </a:lnTo>
                  <a:lnTo>
                    <a:pt x="25869" y="14224"/>
                  </a:lnTo>
                  <a:lnTo>
                    <a:pt x="26073" y="13931"/>
                  </a:lnTo>
                  <a:close/>
                </a:path>
                <a:path w="39370" h="25400">
                  <a:moveTo>
                    <a:pt x="26365" y="863"/>
                  </a:moveTo>
                  <a:lnTo>
                    <a:pt x="26339" y="723"/>
                  </a:lnTo>
                  <a:lnTo>
                    <a:pt x="26365" y="863"/>
                  </a:lnTo>
                  <a:close/>
                </a:path>
                <a:path w="39370" h="25400">
                  <a:moveTo>
                    <a:pt x="26924" y="10198"/>
                  </a:moveTo>
                  <a:lnTo>
                    <a:pt x="26822" y="11061"/>
                  </a:lnTo>
                  <a:lnTo>
                    <a:pt x="26631" y="12077"/>
                  </a:lnTo>
                  <a:lnTo>
                    <a:pt x="26670" y="12788"/>
                  </a:lnTo>
                  <a:lnTo>
                    <a:pt x="26746" y="11887"/>
                  </a:lnTo>
                  <a:lnTo>
                    <a:pt x="26860" y="11049"/>
                  </a:lnTo>
                  <a:lnTo>
                    <a:pt x="26924" y="10198"/>
                  </a:lnTo>
                  <a:close/>
                </a:path>
                <a:path w="39370" h="25400">
                  <a:moveTo>
                    <a:pt x="27495" y="6070"/>
                  </a:moveTo>
                  <a:lnTo>
                    <a:pt x="27470" y="5905"/>
                  </a:lnTo>
                  <a:lnTo>
                    <a:pt x="27330" y="6400"/>
                  </a:lnTo>
                  <a:lnTo>
                    <a:pt x="27292" y="6946"/>
                  </a:lnTo>
                  <a:lnTo>
                    <a:pt x="27241" y="7480"/>
                  </a:lnTo>
                  <a:lnTo>
                    <a:pt x="27279" y="7188"/>
                  </a:lnTo>
                  <a:lnTo>
                    <a:pt x="27470" y="6350"/>
                  </a:lnTo>
                  <a:lnTo>
                    <a:pt x="27495" y="6070"/>
                  </a:lnTo>
                  <a:close/>
                </a:path>
                <a:path w="39370" h="25400">
                  <a:moveTo>
                    <a:pt x="28867" y="10693"/>
                  </a:moveTo>
                  <a:lnTo>
                    <a:pt x="28676" y="10579"/>
                  </a:lnTo>
                  <a:lnTo>
                    <a:pt x="28854" y="10833"/>
                  </a:lnTo>
                  <a:lnTo>
                    <a:pt x="28867" y="10693"/>
                  </a:lnTo>
                  <a:close/>
                </a:path>
                <a:path w="39370" h="25400">
                  <a:moveTo>
                    <a:pt x="29133" y="17018"/>
                  </a:moveTo>
                  <a:lnTo>
                    <a:pt x="28930" y="16954"/>
                  </a:lnTo>
                  <a:lnTo>
                    <a:pt x="29133" y="17018"/>
                  </a:lnTo>
                  <a:close/>
                </a:path>
                <a:path w="39370" h="25400">
                  <a:moveTo>
                    <a:pt x="30454" y="8877"/>
                  </a:moveTo>
                  <a:close/>
                </a:path>
                <a:path w="39370" h="25400">
                  <a:moveTo>
                    <a:pt x="30480" y="177"/>
                  </a:moveTo>
                  <a:lnTo>
                    <a:pt x="30391" y="0"/>
                  </a:lnTo>
                  <a:lnTo>
                    <a:pt x="30289" y="152"/>
                  </a:lnTo>
                  <a:lnTo>
                    <a:pt x="30454" y="177"/>
                  </a:lnTo>
                  <a:close/>
                </a:path>
                <a:path w="39370" h="25400">
                  <a:moveTo>
                    <a:pt x="30708" y="17056"/>
                  </a:moveTo>
                  <a:lnTo>
                    <a:pt x="30556" y="17081"/>
                  </a:lnTo>
                  <a:lnTo>
                    <a:pt x="30276" y="16954"/>
                  </a:lnTo>
                  <a:lnTo>
                    <a:pt x="30137" y="16941"/>
                  </a:lnTo>
                  <a:lnTo>
                    <a:pt x="29933" y="16941"/>
                  </a:lnTo>
                  <a:lnTo>
                    <a:pt x="29959" y="17081"/>
                  </a:lnTo>
                  <a:lnTo>
                    <a:pt x="30099" y="17106"/>
                  </a:lnTo>
                  <a:lnTo>
                    <a:pt x="30518" y="17208"/>
                  </a:lnTo>
                  <a:lnTo>
                    <a:pt x="30238" y="17183"/>
                  </a:lnTo>
                  <a:lnTo>
                    <a:pt x="30530" y="17284"/>
                  </a:lnTo>
                  <a:lnTo>
                    <a:pt x="30708" y="17056"/>
                  </a:lnTo>
                  <a:close/>
                </a:path>
                <a:path w="39370" h="25400">
                  <a:moveTo>
                    <a:pt x="31394" y="18694"/>
                  </a:moveTo>
                  <a:lnTo>
                    <a:pt x="31140" y="18796"/>
                  </a:lnTo>
                  <a:lnTo>
                    <a:pt x="31140" y="19291"/>
                  </a:lnTo>
                  <a:lnTo>
                    <a:pt x="31191" y="18872"/>
                  </a:lnTo>
                  <a:lnTo>
                    <a:pt x="31394" y="18694"/>
                  </a:lnTo>
                  <a:close/>
                </a:path>
                <a:path w="39370" h="25400">
                  <a:moveTo>
                    <a:pt x="31648" y="8382"/>
                  </a:moveTo>
                  <a:lnTo>
                    <a:pt x="31559" y="8140"/>
                  </a:lnTo>
                  <a:lnTo>
                    <a:pt x="31623" y="7962"/>
                  </a:lnTo>
                  <a:lnTo>
                    <a:pt x="31419" y="7988"/>
                  </a:lnTo>
                  <a:lnTo>
                    <a:pt x="31178" y="8763"/>
                  </a:lnTo>
                  <a:lnTo>
                    <a:pt x="30822" y="9601"/>
                  </a:lnTo>
                  <a:lnTo>
                    <a:pt x="30797" y="10528"/>
                  </a:lnTo>
                  <a:lnTo>
                    <a:pt x="30937" y="10426"/>
                  </a:lnTo>
                  <a:lnTo>
                    <a:pt x="30822" y="10274"/>
                  </a:lnTo>
                  <a:lnTo>
                    <a:pt x="31178" y="10274"/>
                  </a:lnTo>
                  <a:lnTo>
                    <a:pt x="31369" y="10401"/>
                  </a:lnTo>
                  <a:lnTo>
                    <a:pt x="31216" y="10236"/>
                  </a:lnTo>
                  <a:lnTo>
                    <a:pt x="31216" y="10033"/>
                  </a:lnTo>
                  <a:lnTo>
                    <a:pt x="31280" y="9690"/>
                  </a:lnTo>
                  <a:lnTo>
                    <a:pt x="31305" y="9461"/>
                  </a:lnTo>
                  <a:lnTo>
                    <a:pt x="31496" y="9372"/>
                  </a:lnTo>
                  <a:lnTo>
                    <a:pt x="31369" y="8813"/>
                  </a:lnTo>
                  <a:lnTo>
                    <a:pt x="31521" y="8572"/>
                  </a:lnTo>
                  <a:lnTo>
                    <a:pt x="31648" y="8382"/>
                  </a:lnTo>
                  <a:close/>
                </a:path>
                <a:path w="39370" h="25400">
                  <a:moveTo>
                    <a:pt x="33070" y="3784"/>
                  </a:moveTo>
                  <a:lnTo>
                    <a:pt x="32715" y="3797"/>
                  </a:lnTo>
                  <a:lnTo>
                    <a:pt x="32537" y="4013"/>
                  </a:lnTo>
                  <a:lnTo>
                    <a:pt x="32270" y="4102"/>
                  </a:lnTo>
                  <a:lnTo>
                    <a:pt x="32080" y="3962"/>
                  </a:lnTo>
                  <a:lnTo>
                    <a:pt x="32105" y="4178"/>
                  </a:lnTo>
                  <a:lnTo>
                    <a:pt x="32410" y="4318"/>
                  </a:lnTo>
                  <a:lnTo>
                    <a:pt x="32499" y="4533"/>
                  </a:lnTo>
                  <a:lnTo>
                    <a:pt x="32524" y="4279"/>
                  </a:lnTo>
                  <a:lnTo>
                    <a:pt x="32651" y="4330"/>
                  </a:lnTo>
                  <a:lnTo>
                    <a:pt x="32740" y="3924"/>
                  </a:lnTo>
                  <a:lnTo>
                    <a:pt x="33070" y="3784"/>
                  </a:lnTo>
                  <a:close/>
                </a:path>
                <a:path w="39370" h="25400">
                  <a:moveTo>
                    <a:pt x="35344" y="4813"/>
                  </a:moveTo>
                  <a:lnTo>
                    <a:pt x="35039" y="4787"/>
                  </a:lnTo>
                  <a:lnTo>
                    <a:pt x="35331" y="4927"/>
                  </a:lnTo>
                  <a:close/>
                </a:path>
                <a:path w="39370" h="25400">
                  <a:moveTo>
                    <a:pt x="36220" y="7620"/>
                  </a:moveTo>
                  <a:lnTo>
                    <a:pt x="36156" y="7442"/>
                  </a:lnTo>
                  <a:lnTo>
                    <a:pt x="36144" y="7683"/>
                  </a:lnTo>
                  <a:lnTo>
                    <a:pt x="35941" y="7912"/>
                  </a:lnTo>
                  <a:lnTo>
                    <a:pt x="35979" y="8102"/>
                  </a:lnTo>
                  <a:lnTo>
                    <a:pt x="36017" y="7861"/>
                  </a:lnTo>
                  <a:lnTo>
                    <a:pt x="36220" y="7620"/>
                  </a:lnTo>
                  <a:close/>
                </a:path>
                <a:path w="39370" h="25400">
                  <a:moveTo>
                    <a:pt x="36550" y="5346"/>
                  </a:moveTo>
                  <a:lnTo>
                    <a:pt x="36296" y="5168"/>
                  </a:lnTo>
                  <a:lnTo>
                    <a:pt x="36398" y="5321"/>
                  </a:lnTo>
                  <a:lnTo>
                    <a:pt x="36550" y="5346"/>
                  </a:lnTo>
                  <a:close/>
                </a:path>
                <a:path w="39370" h="25400">
                  <a:moveTo>
                    <a:pt x="38976" y="2755"/>
                  </a:moveTo>
                  <a:lnTo>
                    <a:pt x="38836" y="2832"/>
                  </a:lnTo>
                  <a:lnTo>
                    <a:pt x="38696" y="2971"/>
                  </a:lnTo>
                  <a:lnTo>
                    <a:pt x="38938" y="3022"/>
                  </a:lnTo>
                  <a:lnTo>
                    <a:pt x="38976" y="27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4052011" y="1180820"/>
              <a:ext cx="36195" cy="43180"/>
            </a:xfrm>
            <a:custGeom>
              <a:avLst/>
              <a:gdLst/>
              <a:ahLst/>
              <a:cxnLst/>
              <a:rect l="l" t="t" r="r" b="b"/>
              <a:pathLst>
                <a:path w="36195" h="43180">
                  <a:moveTo>
                    <a:pt x="6083" y="39255"/>
                  </a:moveTo>
                  <a:lnTo>
                    <a:pt x="0" y="39255"/>
                  </a:lnTo>
                  <a:lnTo>
                    <a:pt x="0" y="41719"/>
                  </a:lnTo>
                  <a:lnTo>
                    <a:pt x="5981" y="41719"/>
                  </a:lnTo>
                  <a:lnTo>
                    <a:pt x="5981" y="41490"/>
                  </a:lnTo>
                  <a:lnTo>
                    <a:pt x="5588" y="41490"/>
                  </a:lnTo>
                  <a:lnTo>
                    <a:pt x="6083" y="39255"/>
                  </a:lnTo>
                  <a:close/>
                </a:path>
                <a:path w="36195" h="43180">
                  <a:moveTo>
                    <a:pt x="6337" y="41617"/>
                  </a:moveTo>
                  <a:lnTo>
                    <a:pt x="6146" y="41490"/>
                  </a:lnTo>
                  <a:lnTo>
                    <a:pt x="6235" y="41617"/>
                  </a:lnTo>
                  <a:close/>
                </a:path>
                <a:path w="36195" h="43180">
                  <a:moveTo>
                    <a:pt x="6451" y="42125"/>
                  </a:moveTo>
                  <a:lnTo>
                    <a:pt x="0" y="42125"/>
                  </a:lnTo>
                  <a:lnTo>
                    <a:pt x="0" y="42265"/>
                  </a:lnTo>
                  <a:lnTo>
                    <a:pt x="6451" y="42265"/>
                  </a:lnTo>
                  <a:lnTo>
                    <a:pt x="6451" y="42125"/>
                  </a:lnTo>
                  <a:close/>
                </a:path>
                <a:path w="36195" h="43180">
                  <a:moveTo>
                    <a:pt x="7315" y="30048"/>
                  </a:moveTo>
                  <a:lnTo>
                    <a:pt x="7213" y="30289"/>
                  </a:lnTo>
                  <a:lnTo>
                    <a:pt x="7315" y="30048"/>
                  </a:lnTo>
                  <a:close/>
                </a:path>
                <a:path w="36195" h="43180">
                  <a:moveTo>
                    <a:pt x="7378" y="43116"/>
                  </a:moveTo>
                  <a:lnTo>
                    <a:pt x="7327" y="42786"/>
                  </a:lnTo>
                  <a:lnTo>
                    <a:pt x="7023" y="42786"/>
                  </a:lnTo>
                  <a:lnTo>
                    <a:pt x="6883" y="42621"/>
                  </a:lnTo>
                  <a:lnTo>
                    <a:pt x="6705" y="42418"/>
                  </a:lnTo>
                  <a:lnTo>
                    <a:pt x="6451" y="42418"/>
                  </a:lnTo>
                  <a:lnTo>
                    <a:pt x="0" y="42418"/>
                  </a:lnTo>
                  <a:lnTo>
                    <a:pt x="0" y="43116"/>
                  </a:lnTo>
                  <a:lnTo>
                    <a:pt x="7378" y="43116"/>
                  </a:lnTo>
                  <a:close/>
                </a:path>
                <a:path w="36195" h="43180">
                  <a:moveTo>
                    <a:pt x="7493" y="41656"/>
                  </a:moveTo>
                  <a:lnTo>
                    <a:pt x="7429" y="41833"/>
                  </a:lnTo>
                  <a:lnTo>
                    <a:pt x="7493" y="41656"/>
                  </a:lnTo>
                  <a:close/>
                </a:path>
                <a:path w="36195" h="43180">
                  <a:moveTo>
                    <a:pt x="7531" y="41173"/>
                  </a:moveTo>
                  <a:lnTo>
                    <a:pt x="7429" y="41046"/>
                  </a:lnTo>
                  <a:lnTo>
                    <a:pt x="7404" y="41173"/>
                  </a:lnTo>
                  <a:lnTo>
                    <a:pt x="7531" y="41173"/>
                  </a:lnTo>
                  <a:close/>
                </a:path>
                <a:path w="36195" h="43180">
                  <a:moveTo>
                    <a:pt x="7569" y="42443"/>
                  </a:moveTo>
                  <a:lnTo>
                    <a:pt x="7505" y="41998"/>
                  </a:lnTo>
                  <a:lnTo>
                    <a:pt x="7289" y="42062"/>
                  </a:lnTo>
                  <a:lnTo>
                    <a:pt x="7391" y="42418"/>
                  </a:lnTo>
                  <a:lnTo>
                    <a:pt x="7289" y="42291"/>
                  </a:lnTo>
                  <a:lnTo>
                    <a:pt x="7213" y="42443"/>
                  </a:lnTo>
                  <a:lnTo>
                    <a:pt x="7340" y="42557"/>
                  </a:lnTo>
                  <a:lnTo>
                    <a:pt x="7531" y="42557"/>
                  </a:lnTo>
                  <a:lnTo>
                    <a:pt x="7556" y="42735"/>
                  </a:lnTo>
                  <a:lnTo>
                    <a:pt x="7569" y="42443"/>
                  </a:lnTo>
                  <a:close/>
                </a:path>
                <a:path w="36195" h="43180">
                  <a:moveTo>
                    <a:pt x="7823" y="38633"/>
                  </a:moveTo>
                  <a:lnTo>
                    <a:pt x="6413" y="38633"/>
                  </a:lnTo>
                  <a:lnTo>
                    <a:pt x="6337" y="38379"/>
                  </a:lnTo>
                  <a:lnTo>
                    <a:pt x="0" y="38379"/>
                  </a:lnTo>
                  <a:lnTo>
                    <a:pt x="0" y="39103"/>
                  </a:lnTo>
                  <a:lnTo>
                    <a:pt x="7696" y="39103"/>
                  </a:lnTo>
                  <a:lnTo>
                    <a:pt x="7607" y="38874"/>
                  </a:lnTo>
                  <a:lnTo>
                    <a:pt x="7797" y="38874"/>
                  </a:lnTo>
                  <a:lnTo>
                    <a:pt x="7823" y="38633"/>
                  </a:lnTo>
                  <a:close/>
                </a:path>
                <a:path w="36195" h="43180">
                  <a:moveTo>
                    <a:pt x="7899" y="42430"/>
                  </a:moveTo>
                  <a:lnTo>
                    <a:pt x="7835" y="42252"/>
                  </a:lnTo>
                  <a:lnTo>
                    <a:pt x="7835" y="42405"/>
                  </a:lnTo>
                  <a:close/>
                </a:path>
                <a:path w="36195" h="43180">
                  <a:moveTo>
                    <a:pt x="7950" y="42202"/>
                  </a:moveTo>
                  <a:lnTo>
                    <a:pt x="7912" y="41935"/>
                  </a:lnTo>
                  <a:lnTo>
                    <a:pt x="7848" y="42227"/>
                  </a:lnTo>
                  <a:close/>
                </a:path>
                <a:path w="36195" h="43180">
                  <a:moveTo>
                    <a:pt x="7962" y="37503"/>
                  </a:moveTo>
                  <a:lnTo>
                    <a:pt x="7861" y="37071"/>
                  </a:lnTo>
                  <a:lnTo>
                    <a:pt x="7772" y="36868"/>
                  </a:lnTo>
                  <a:lnTo>
                    <a:pt x="7594" y="37071"/>
                  </a:lnTo>
                  <a:lnTo>
                    <a:pt x="7670" y="36868"/>
                  </a:lnTo>
                  <a:lnTo>
                    <a:pt x="7899" y="36537"/>
                  </a:lnTo>
                  <a:lnTo>
                    <a:pt x="0" y="36537"/>
                  </a:lnTo>
                  <a:lnTo>
                    <a:pt x="0" y="37503"/>
                  </a:lnTo>
                  <a:lnTo>
                    <a:pt x="7962" y="37503"/>
                  </a:lnTo>
                  <a:close/>
                </a:path>
                <a:path w="36195" h="43180">
                  <a:moveTo>
                    <a:pt x="8026" y="42926"/>
                  </a:moveTo>
                  <a:lnTo>
                    <a:pt x="7962" y="43129"/>
                  </a:lnTo>
                  <a:lnTo>
                    <a:pt x="8026" y="42926"/>
                  </a:lnTo>
                  <a:close/>
                </a:path>
                <a:path w="36195" h="43180">
                  <a:moveTo>
                    <a:pt x="8064" y="42684"/>
                  </a:moveTo>
                  <a:lnTo>
                    <a:pt x="7861" y="42557"/>
                  </a:lnTo>
                  <a:lnTo>
                    <a:pt x="7772" y="42799"/>
                  </a:lnTo>
                  <a:lnTo>
                    <a:pt x="8064" y="42684"/>
                  </a:lnTo>
                  <a:close/>
                </a:path>
                <a:path w="36195" h="43180">
                  <a:moveTo>
                    <a:pt x="8064" y="41808"/>
                  </a:moveTo>
                  <a:lnTo>
                    <a:pt x="7975" y="41973"/>
                  </a:lnTo>
                  <a:lnTo>
                    <a:pt x="8064" y="41808"/>
                  </a:lnTo>
                  <a:close/>
                </a:path>
                <a:path w="36195" h="43180">
                  <a:moveTo>
                    <a:pt x="8115" y="38493"/>
                  </a:moveTo>
                  <a:lnTo>
                    <a:pt x="8064" y="38366"/>
                  </a:lnTo>
                  <a:lnTo>
                    <a:pt x="7962" y="38620"/>
                  </a:lnTo>
                  <a:lnTo>
                    <a:pt x="8115" y="38493"/>
                  </a:lnTo>
                  <a:close/>
                </a:path>
                <a:path w="36195" h="43180">
                  <a:moveTo>
                    <a:pt x="8166" y="34937"/>
                  </a:moveTo>
                  <a:lnTo>
                    <a:pt x="7988" y="34798"/>
                  </a:lnTo>
                  <a:lnTo>
                    <a:pt x="7988" y="35026"/>
                  </a:lnTo>
                  <a:lnTo>
                    <a:pt x="8166" y="35052"/>
                  </a:lnTo>
                  <a:close/>
                </a:path>
                <a:path w="36195" h="43180">
                  <a:moveTo>
                    <a:pt x="8267" y="43129"/>
                  </a:moveTo>
                  <a:lnTo>
                    <a:pt x="8216" y="42976"/>
                  </a:lnTo>
                  <a:lnTo>
                    <a:pt x="8191" y="43129"/>
                  </a:lnTo>
                  <a:close/>
                </a:path>
                <a:path w="36195" h="43180">
                  <a:moveTo>
                    <a:pt x="8356" y="43129"/>
                  </a:moveTo>
                  <a:close/>
                </a:path>
                <a:path w="36195" h="43180">
                  <a:moveTo>
                    <a:pt x="8394" y="41490"/>
                  </a:moveTo>
                  <a:lnTo>
                    <a:pt x="8077" y="40462"/>
                  </a:lnTo>
                  <a:lnTo>
                    <a:pt x="8013" y="40068"/>
                  </a:lnTo>
                  <a:lnTo>
                    <a:pt x="7988" y="40208"/>
                  </a:lnTo>
                  <a:lnTo>
                    <a:pt x="7886" y="39878"/>
                  </a:lnTo>
                  <a:lnTo>
                    <a:pt x="7721" y="41490"/>
                  </a:lnTo>
                  <a:lnTo>
                    <a:pt x="7683" y="41643"/>
                  </a:lnTo>
                  <a:lnTo>
                    <a:pt x="7632" y="41490"/>
                  </a:lnTo>
                  <a:lnTo>
                    <a:pt x="6692" y="39776"/>
                  </a:lnTo>
                  <a:lnTo>
                    <a:pt x="7048" y="41490"/>
                  </a:lnTo>
                  <a:lnTo>
                    <a:pt x="7442" y="41490"/>
                  </a:lnTo>
                  <a:lnTo>
                    <a:pt x="7493" y="41656"/>
                  </a:lnTo>
                  <a:lnTo>
                    <a:pt x="7569" y="41833"/>
                  </a:lnTo>
                  <a:lnTo>
                    <a:pt x="7594" y="42049"/>
                  </a:lnTo>
                  <a:lnTo>
                    <a:pt x="7721" y="41783"/>
                  </a:lnTo>
                  <a:lnTo>
                    <a:pt x="7759" y="41490"/>
                  </a:lnTo>
                  <a:lnTo>
                    <a:pt x="8242" y="41490"/>
                  </a:lnTo>
                  <a:lnTo>
                    <a:pt x="8394" y="41490"/>
                  </a:lnTo>
                  <a:close/>
                </a:path>
                <a:path w="36195" h="43180">
                  <a:moveTo>
                    <a:pt x="8394" y="32092"/>
                  </a:moveTo>
                  <a:lnTo>
                    <a:pt x="8280" y="31877"/>
                  </a:lnTo>
                  <a:lnTo>
                    <a:pt x="8255" y="32016"/>
                  </a:lnTo>
                  <a:lnTo>
                    <a:pt x="8394" y="32092"/>
                  </a:lnTo>
                  <a:close/>
                </a:path>
                <a:path w="36195" h="43180">
                  <a:moveTo>
                    <a:pt x="8547" y="41275"/>
                  </a:moveTo>
                  <a:lnTo>
                    <a:pt x="8496" y="41490"/>
                  </a:lnTo>
                  <a:lnTo>
                    <a:pt x="8547" y="41275"/>
                  </a:lnTo>
                  <a:close/>
                </a:path>
                <a:path w="36195" h="43180">
                  <a:moveTo>
                    <a:pt x="8610" y="41617"/>
                  </a:moveTo>
                  <a:lnTo>
                    <a:pt x="8470" y="41516"/>
                  </a:lnTo>
                  <a:lnTo>
                    <a:pt x="8445" y="41719"/>
                  </a:lnTo>
                  <a:lnTo>
                    <a:pt x="8585" y="41719"/>
                  </a:lnTo>
                  <a:close/>
                </a:path>
                <a:path w="36195" h="43180">
                  <a:moveTo>
                    <a:pt x="8623" y="40830"/>
                  </a:moveTo>
                  <a:lnTo>
                    <a:pt x="8521" y="41084"/>
                  </a:lnTo>
                  <a:lnTo>
                    <a:pt x="8369" y="41173"/>
                  </a:lnTo>
                  <a:lnTo>
                    <a:pt x="8572" y="41249"/>
                  </a:lnTo>
                  <a:lnTo>
                    <a:pt x="8623" y="40830"/>
                  </a:lnTo>
                  <a:close/>
                </a:path>
                <a:path w="36195" h="43180">
                  <a:moveTo>
                    <a:pt x="8623" y="32791"/>
                  </a:moveTo>
                  <a:lnTo>
                    <a:pt x="8597" y="32956"/>
                  </a:lnTo>
                  <a:lnTo>
                    <a:pt x="8623" y="32791"/>
                  </a:lnTo>
                  <a:close/>
                </a:path>
                <a:path w="36195" h="43180">
                  <a:moveTo>
                    <a:pt x="8775" y="41554"/>
                  </a:moveTo>
                  <a:lnTo>
                    <a:pt x="8737" y="41376"/>
                  </a:lnTo>
                  <a:lnTo>
                    <a:pt x="8636" y="41579"/>
                  </a:lnTo>
                  <a:lnTo>
                    <a:pt x="8775" y="41554"/>
                  </a:lnTo>
                  <a:close/>
                </a:path>
                <a:path w="36195" h="43180">
                  <a:moveTo>
                    <a:pt x="8978" y="43129"/>
                  </a:moveTo>
                  <a:lnTo>
                    <a:pt x="8953" y="42976"/>
                  </a:lnTo>
                  <a:lnTo>
                    <a:pt x="8928" y="43129"/>
                  </a:lnTo>
                  <a:close/>
                </a:path>
                <a:path w="36195" h="43180">
                  <a:moveTo>
                    <a:pt x="9067" y="43065"/>
                  </a:moveTo>
                  <a:close/>
                </a:path>
                <a:path w="36195" h="43180">
                  <a:moveTo>
                    <a:pt x="9067" y="38239"/>
                  </a:moveTo>
                  <a:lnTo>
                    <a:pt x="8928" y="38455"/>
                  </a:lnTo>
                  <a:lnTo>
                    <a:pt x="8864" y="38277"/>
                  </a:lnTo>
                  <a:lnTo>
                    <a:pt x="8813" y="38760"/>
                  </a:lnTo>
                  <a:lnTo>
                    <a:pt x="8966" y="38531"/>
                  </a:lnTo>
                  <a:lnTo>
                    <a:pt x="8991" y="38303"/>
                  </a:lnTo>
                  <a:close/>
                </a:path>
                <a:path w="36195" h="43180">
                  <a:moveTo>
                    <a:pt x="9309" y="41681"/>
                  </a:moveTo>
                  <a:lnTo>
                    <a:pt x="9232" y="41554"/>
                  </a:lnTo>
                  <a:lnTo>
                    <a:pt x="9131" y="41681"/>
                  </a:lnTo>
                  <a:lnTo>
                    <a:pt x="9309" y="41681"/>
                  </a:lnTo>
                  <a:close/>
                </a:path>
                <a:path w="36195" h="43180">
                  <a:moveTo>
                    <a:pt x="9512" y="39331"/>
                  </a:moveTo>
                  <a:lnTo>
                    <a:pt x="9385" y="39331"/>
                  </a:lnTo>
                  <a:lnTo>
                    <a:pt x="9385" y="39497"/>
                  </a:lnTo>
                  <a:lnTo>
                    <a:pt x="9512" y="39331"/>
                  </a:lnTo>
                  <a:close/>
                </a:path>
                <a:path w="36195" h="43180">
                  <a:moveTo>
                    <a:pt x="9512" y="35775"/>
                  </a:moveTo>
                  <a:lnTo>
                    <a:pt x="9461" y="36118"/>
                  </a:lnTo>
                  <a:lnTo>
                    <a:pt x="9512" y="35775"/>
                  </a:lnTo>
                  <a:close/>
                </a:path>
                <a:path w="36195" h="43180">
                  <a:moveTo>
                    <a:pt x="9575" y="41910"/>
                  </a:moveTo>
                  <a:lnTo>
                    <a:pt x="9537" y="41630"/>
                  </a:lnTo>
                  <a:lnTo>
                    <a:pt x="9423" y="41783"/>
                  </a:lnTo>
                  <a:lnTo>
                    <a:pt x="9575" y="41910"/>
                  </a:lnTo>
                  <a:close/>
                </a:path>
                <a:path w="36195" h="43180">
                  <a:moveTo>
                    <a:pt x="9639" y="41008"/>
                  </a:moveTo>
                  <a:lnTo>
                    <a:pt x="9575" y="41236"/>
                  </a:lnTo>
                  <a:lnTo>
                    <a:pt x="9639" y="41008"/>
                  </a:lnTo>
                  <a:close/>
                </a:path>
                <a:path w="36195" h="43180">
                  <a:moveTo>
                    <a:pt x="9842" y="39916"/>
                  </a:moveTo>
                  <a:lnTo>
                    <a:pt x="9804" y="39763"/>
                  </a:lnTo>
                  <a:lnTo>
                    <a:pt x="9690" y="39941"/>
                  </a:lnTo>
                  <a:lnTo>
                    <a:pt x="9842" y="39916"/>
                  </a:lnTo>
                  <a:close/>
                </a:path>
                <a:path w="36195" h="43180">
                  <a:moveTo>
                    <a:pt x="9969" y="40589"/>
                  </a:moveTo>
                  <a:lnTo>
                    <a:pt x="9702" y="40436"/>
                  </a:lnTo>
                  <a:lnTo>
                    <a:pt x="9652" y="40690"/>
                  </a:lnTo>
                  <a:lnTo>
                    <a:pt x="9702" y="40830"/>
                  </a:lnTo>
                  <a:lnTo>
                    <a:pt x="9829" y="40855"/>
                  </a:lnTo>
                  <a:lnTo>
                    <a:pt x="9728" y="40995"/>
                  </a:lnTo>
                  <a:lnTo>
                    <a:pt x="9969" y="41059"/>
                  </a:lnTo>
                  <a:lnTo>
                    <a:pt x="9969" y="40919"/>
                  </a:lnTo>
                  <a:lnTo>
                    <a:pt x="9931" y="40754"/>
                  </a:lnTo>
                  <a:lnTo>
                    <a:pt x="9969" y="40589"/>
                  </a:lnTo>
                  <a:close/>
                </a:path>
                <a:path w="36195" h="43180">
                  <a:moveTo>
                    <a:pt x="9982" y="41211"/>
                  </a:moveTo>
                  <a:lnTo>
                    <a:pt x="9728" y="41148"/>
                  </a:lnTo>
                  <a:lnTo>
                    <a:pt x="9855" y="41287"/>
                  </a:lnTo>
                  <a:lnTo>
                    <a:pt x="9982" y="41211"/>
                  </a:lnTo>
                  <a:close/>
                </a:path>
                <a:path w="36195" h="43180">
                  <a:moveTo>
                    <a:pt x="10033" y="36728"/>
                  </a:moveTo>
                  <a:lnTo>
                    <a:pt x="9893" y="36880"/>
                  </a:lnTo>
                  <a:lnTo>
                    <a:pt x="10033" y="36868"/>
                  </a:lnTo>
                  <a:lnTo>
                    <a:pt x="10033" y="36728"/>
                  </a:lnTo>
                  <a:close/>
                </a:path>
                <a:path w="36195" h="43180">
                  <a:moveTo>
                    <a:pt x="10134" y="41465"/>
                  </a:moveTo>
                  <a:lnTo>
                    <a:pt x="9969" y="41325"/>
                  </a:lnTo>
                  <a:lnTo>
                    <a:pt x="10020" y="41516"/>
                  </a:lnTo>
                  <a:close/>
                </a:path>
                <a:path w="36195" h="43180">
                  <a:moveTo>
                    <a:pt x="10223" y="38963"/>
                  </a:moveTo>
                  <a:lnTo>
                    <a:pt x="10045" y="38785"/>
                  </a:lnTo>
                  <a:lnTo>
                    <a:pt x="10020" y="39103"/>
                  </a:lnTo>
                  <a:lnTo>
                    <a:pt x="10223" y="38963"/>
                  </a:lnTo>
                  <a:close/>
                </a:path>
                <a:path w="36195" h="43180">
                  <a:moveTo>
                    <a:pt x="10502" y="30607"/>
                  </a:moveTo>
                  <a:lnTo>
                    <a:pt x="10375" y="30581"/>
                  </a:lnTo>
                  <a:lnTo>
                    <a:pt x="10426" y="30746"/>
                  </a:lnTo>
                  <a:lnTo>
                    <a:pt x="10502" y="30607"/>
                  </a:lnTo>
                  <a:close/>
                </a:path>
                <a:path w="36195" h="43180">
                  <a:moveTo>
                    <a:pt x="10591" y="35699"/>
                  </a:moveTo>
                  <a:lnTo>
                    <a:pt x="10515" y="35458"/>
                  </a:lnTo>
                  <a:lnTo>
                    <a:pt x="10439" y="35623"/>
                  </a:lnTo>
                  <a:lnTo>
                    <a:pt x="10591" y="35699"/>
                  </a:lnTo>
                  <a:close/>
                </a:path>
                <a:path w="36195" h="43180">
                  <a:moveTo>
                    <a:pt x="10668" y="38354"/>
                  </a:moveTo>
                  <a:lnTo>
                    <a:pt x="10541" y="38531"/>
                  </a:lnTo>
                  <a:lnTo>
                    <a:pt x="10668" y="38354"/>
                  </a:lnTo>
                  <a:close/>
                </a:path>
                <a:path w="36195" h="43180">
                  <a:moveTo>
                    <a:pt x="10795" y="39154"/>
                  </a:moveTo>
                  <a:lnTo>
                    <a:pt x="10769" y="38950"/>
                  </a:lnTo>
                  <a:lnTo>
                    <a:pt x="10718" y="39154"/>
                  </a:lnTo>
                  <a:close/>
                </a:path>
                <a:path w="36195" h="43180">
                  <a:moveTo>
                    <a:pt x="10833" y="37579"/>
                  </a:moveTo>
                  <a:lnTo>
                    <a:pt x="10807" y="37452"/>
                  </a:lnTo>
                  <a:lnTo>
                    <a:pt x="10642" y="37655"/>
                  </a:lnTo>
                  <a:lnTo>
                    <a:pt x="10718" y="37782"/>
                  </a:lnTo>
                  <a:lnTo>
                    <a:pt x="10833" y="37579"/>
                  </a:lnTo>
                  <a:close/>
                </a:path>
                <a:path w="36195" h="43180">
                  <a:moveTo>
                    <a:pt x="10985" y="36372"/>
                  </a:moveTo>
                  <a:lnTo>
                    <a:pt x="10858" y="36233"/>
                  </a:lnTo>
                  <a:lnTo>
                    <a:pt x="10883" y="36372"/>
                  </a:lnTo>
                  <a:close/>
                </a:path>
                <a:path w="36195" h="43180">
                  <a:moveTo>
                    <a:pt x="12204" y="2120"/>
                  </a:moveTo>
                  <a:lnTo>
                    <a:pt x="11976" y="2019"/>
                  </a:lnTo>
                  <a:lnTo>
                    <a:pt x="11836" y="1803"/>
                  </a:lnTo>
                  <a:lnTo>
                    <a:pt x="11658" y="2298"/>
                  </a:lnTo>
                  <a:lnTo>
                    <a:pt x="11658" y="2971"/>
                  </a:lnTo>
                  <a:lnTo>
                    <a:pt x="11607" y="3581"/>
                  </a:lnTo>
                  <a:lnTo>
                    <a:pt x="11734" y="3441"/>
                  </a:lnTo>
                  <a:lnTo>
                    <a:pt x="11912" y="3035"/>
                  </a:lnTo>
                  <a:lnTo>
                    <a:pt x="11734" y="2298"/>
                  </a:lnTo>
                  <a:lnTo>
                    <a:pt x="12204" y="2120"/>
                  </a:lnTo>
                  <a:close/>
                </a:path>
                <a:path w="36195" h="43180">
                  <a:moveTo>
                    <a:pt x="13779" y="34264"/>
                  </a:moveTo>
                  <a:lnTo>
                    <a:pt x="13639" y="34239"/>
                  </a:lnTo>
                  <a:lnTo>
                    <a:pt x="13652" y="34378"/>
                  </a:lnTo>
                  <a:lnTo>
                    <a:pt x="13779" y="34264"/>
                  </a:lnTo>
                  <a:close/>
                </a:path>
                <a:path w="36195" h="43180">
                  <a:moveTo>
                    <a:pt x="15024" y="4876"/>
                  </a:moveTo>
                  <a:lnTo>
                    <a:pt x="14820" y="4686"/>
                  </a:lnTo>
                  <a:lnTo>
                    <a:pt x="14846" y="5194"/>
                  </a:lnTo>
                  <a:lnTo>
                    <a:pt x="15024" y="5308"/>
                  </a:lnTo>
                  <a:lnTo>
                    <a:pt x="14998" y="4965"/>
                  </a:lnTo>
                  <a:close/>
                </a:path>
                <a:path w="36195" h="43180">
                  <a:moveTo>
                    <a:pt x="23698" y="39522"/>
                  </a:moveTo>
                  <a:lnTo>
                    <a:pt x="23647" y="38684"/>
                  </a:lnTo>
                  <a:lnTo>
                    <a:pt x="23672" y="38100"/>
                  </a:lnTo>
                  <a:lnTo>
                    <a:pt x="23609" y="38544"/>
                  </a:lnTo>
                  <a:lnTo>
                    <a:pt x="23660" y="39382"/>
                  </a:lnTo>
                  <a:lnTo>
                    <a:pt x="23634" y="39966"/>
                  </a:lnTo>
                  <a:lnTo>
                    <a:pt x="23698" y="39522"/>
                  </a:lnTo>
                  <a:close/>
                </a:path>
                <a:path w="36195" h="43180">
                  <a:moveTo>
                    <a:pt x="24282" y="43129"/>
                  </a:moveTo>
                  <a:lnTo>
                    <a:pt x="24244" y="42799"/>
                  </a:lnTo>
                  <a:lnTo>
                    <a:pt x="24244" y="43129"/>
                  </a:lnTo>
                  <a:close/>
                </a:path>
                <a:path w="36195" h="43180">
                  <a:moveTo>
                    <a:pt x="25425" y="20104"/>
                  </a:moveTo>
                  <a:lnTo>
                    <a:pt x="25285" y="19773"/>
                  </a:lnTo>
                  <a:lnTo>
                    <a:pt x="24930" y="19799"/>
                  </a:lnTo>
                  <a:lnTo>
                    <a:pt x="25006" y="20269"/>
                  </a:lnTo>
                  <a:lnTo>
                    <a:pt x="25196" y="20269"/>
                  </a:lnTo>
                  <a:lnTo>
                    <a:pt x="25234" y="20396"/>
                  </a:lnTo>
                  <a:lnTo>
                    <a:pt x="25425" y="20104"/>
                  </a:lnTo>
                  <a:close/>
                </a:path>
                <a:path w="36195" h="43180">
                  <a:moveTo>
                    <a:pt x="26250" y="12433"/>
                  </a:moveTo>
                  <a:lnTo>
                    <a:pt x="26225" y="12242"/>
                  </a:lnTo>
                  <a:lnTo>
                    <a:pt x="25857" y="12293"/>
                  </a:lnTo>
                  <a:lnTo>
                    <a:pt x="25590" y="12446"/>
                  </a:lnTo>
                  <a:lnTo>
                    <a:pt x="25311" y="12585"/>
                  </a:lnTo>
                  <a:lnTo>
                    <a:pt x="25552" y="12801"/>
                  </a:lnTo>
                  <a:lnTo>
                    <a:pt x="25755" y="12598"/>
                  </a:lnTo>
                  <a:lnTo>
                    <a:pt x="25895" y="12585"/>
                  </a:lnTo>
                  <a:lnTo>
                    <a:pt x="26035" y="12484"/>
                  </a:lnTo>
                  <a:lnTo>
                    <a:pt x="26250" y="12433"/>
                  </a:lnTo>
                  <a:close/>
                </a:path>
                <a:path w="36195" h="43180">
                  <a:moveTo>
                    <a:pt x="30238" y="165"/>
                  </a:moveTo>
                  <a:lnTo>
                    <a:pt x="30099" y="165"/>
                  </a:lnTo>
                  <a:lnTo>
                    <a:pt x="30099" y="317"/>
                  </a:lnTo>
                  <a:lnTo>
                    <a:pt x="30238" y="317"/>
                  </a:lnTo>
                  <a:lnTo>
                    <a:pt x="30238" y="165"/>
                  </a:lnTo>
                  <a:close/>
                </a:path>
                <a:path w="36195" h="43180">
                  <a:moveTo>
                    <a:pt x="30581" y="0"/>
                  </a:moveTo>
                  <a:lnTo>
                    <a:pt x="30403" y="76"/>
                  </a:lnTo>
                  <a:lnTo>
                    <a:pt x="30403" y="381"/>
                  </a:lnTo>
                  <a:lnTo>
                    <a:pt x="30556" y="355"/>
                  </a:lnTo>
                  <a:lnTo>
                    <a:pt x="30581" y="0"/>
                  </a:lnTo>
                  <a:close/>
                </a:path>
                <a:path w="36195" h="43180">
                  <a:moveTo>
                    <a:pt x="32385" y="11747"/>
                  </a:moveTo>
                  <a:lnTo>
                    <a:pt x="32372" y="11506"/>
                  </a:lnTo>
                  <a:lnTo>
                    <a:pt x="32156" y="11531"/>
                  </a:lnTo>
                  <a:lnTo>
                    <a:pt x="32131" y="11277"/>
                  </a:lnTo>
                  <a:lnTo>
                    <a:pt x="31953" y="11303"/>
                  </a:lnTo>
                  <a:lnTo>
                    <a:pt x="31775" y="11836"/>
                  </a:lnTo>
                  <a:lnTo>
                    <a:pt x="31864" y="11671"/>
                  </a:lnTo>
                  <a:lnTo>
                    <a:pt x="32385" y="11747"/>
                  </a:lnTo>
                  <a:close/>
                </a:path>
                <a:path w="36195" h="43180">
                  <a:moveTo>
                    <a:pt x="35725" y="6045"/>
                  </a:moveTo>
                  <a:lnTo>
                    <a:pt x="35560" y="5461"/>
                  </a:lnTo>
                  <a:lnTo>
                    <a:pt x="35433" y="5816"/>
                  </a:lnTo>
                  <a:lnTo>
                    <a:pt x="35610" y="5880"/>
                  </a:lnTo>
                  <a:lnTo>
                    <a:pt x="35585" y="6134"/>
                  </a:lnTo>
                  <a:lnTo>
                    <a:pt x="35725" y="60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2" name="object 72"/>
            <p:cNvSpPr/>
            <p:nvPr/>
          </p:nvSpPr>
          <p:spPr>
            <a:xfrm>
              <a:off x="4052024" y="1216621"/>
              <a:ext cx="24765" cy="14604"/>
            </a:xfrm>
            <a:custGeom>
              <a:avLst/>
              <a:gdLst/>
              <a:ahLst/>
              <a:cxnLst/>
              <a:rect l="l" t="t" r="r" b="b"/>
              <a:pathLst>
                <a:path w="24764" h="14605">
                  <a:moveTo>
                    <a:pt x="5448" y="5283"/>
                  </a:moveTo>
                  <a:lnTo>
                    <a:pt x="5321" y="5372"/>
                  </a:lnTo>
                  <a:lnTo>
                    <a:pt x="5448" y="5448"/>
                  </a:lnTo>
                  <a:lnTo>
                    <a:pt x="5448" y="5283"/>
                  </a:lnTo>
                  <a:close/>
                </a:path>
                <a:path w="24764" h="14605">
                  <a:moveTo>
                    <a:pt x="6057" y="10668"/>
                  </a:moveTo>
                  <a:lnTo>
                    <a:pt x="38" y="10668"/>
                  </a:lnTo>
                  <a:lnTo>
                    <a:pt x="76" y="12903"/>
                  </a:lnTo>
                  <a:lnTo>
                    <a:pt x="5562" y="12903"/>
                  </a:lnTo>
                  <a:lnTo>
                    <a:pt x="6057" y="10668"/>
                  </a:lnTo>
                  <a:close/>
                </a:path>
                <a:path w="24764" h="14605">
                  <a:moveTo>
                    <a:pt x="6324" y="13004"/>
                  </a:moveTo>
                  <a:lnTo>
                    <a:pt x="6134" y="12903"/>
                  </a:lnTo>
                  <a:lnTo>
                    <a:pt x="5969" y="12903"/>
                  </a:lnTo>
                  <a:lnTo>
                    <a:pt x="6121" y="13525"/>
                  </a:lnTo>
                  <a:lnTo>
                    <a:pt x="6121" y="12992"/>
                  </a:lnTo>
                  <a:lnTo>
                    <a:pt x="6248" y="13144"/>
                  </a:lnTo>
                  <a:lnTo>
                    <a:pt x="6324" y="13004"/>
                  </a:lnTo>
                  <a:close/>
                </a:path>
                <a:path w="24764" h="14605">
                  <a:moveTo>
                    <a:pt x="6438" y="13525"/>
                  </a:moveTo>
                  <a:lnTo>
                    <a:pt x="6121" y="13525"/>
                  </a:lnTo>
                  <a:lnTo>
                    <a:pt x="88" y="13525"/>
                  </a:lnTo>
                  <a:lnTo>
                    <a:pt x="88" y="13665"/>
                  </a:lnTo>
                  <a:lnTo>
                    <a:pt x="6438" y="13665"/>
                  </a:lnTo>
                  <a:lnTo>
                    <a:pt x="6438" y="13525"/>
                  </a:lnTo>
                  <a:close/>
                </a:path>
                <a:path w="24764" h="14605">
                  <a:moveTo>
                    <a:pt x="7112" y="5600"/>
                  </a:moveTo>
                  <a:lnTo>
                    <a:pt x="7048" y="5435"/>
                  </a:lnTo>
                  <a:lnTo>
                    <a:pt x="7048" y="5664"/>
                  </a:lnTo>
                  <a:close/>
                </a:path>
                <a:path w="24764" h="14605">
                  <a:moveTo>
                    <a:pt x="7366" y="14516"/>
                  </a:moveTo>
                  <a:lnTo>
                    <a:pt x="7315" y="14185"/>
                  </a:lnTo>
                  <a:lnTo>
                    <a:pt x="7010" y="14185"/>
                  </a:lnTo>
                  <a:lnTo>
                    <a:pt x="6870" y="14020"/>
                  </a:lnTo>
                  <a:lnTo>
                    <a:pt x="6692" y="13817"/>
                  </a:lnTo>
                  <a:lnTo>
                    <a:pt x="6438" y="13817"/>
                  </a:lnTo>
                  <a:lnTo>
                    <a:pt x="101" y="13817"/>
                  </a:lnTo>
                  <a:lnTo>
                    <a:pt x="114" y="14516"/>
                  </a:lnTo>
                  <a:lnTo>
                    <a:pt x="7366" y="14516"/>
                  </a:lnTo>
                  <a:close/>
                </a:path>
                <a:path w="24764" h="14605">
                  <a:moveTo>
                    <a:pt x="7480" y="13042"/>
                  </a:moveTo>
                  <a:lnTo>
                    <a:pt x="7416" y="13220"/>
                  </a:lnTo>
                  <a:lnTo>
                    <a:pt x="7480" y="13042"/>
                  </a:lnTo>
                  <a:close/>
                </a:path>
                <a:path w="24764" h="14605">
                  <a:moveTo>
                    <a:pt x="7556" y="13817"/>
                  </a:moveTo>
                  <a:lnTo>
                    <a:pt x="7493" y="13385"/>
                  </a:lnTo>
                  <a:lnTo>
                    <a:pt x="7277" y="13462"/>
                  </a:lnTo>
                  <a:lnTo>
                    <a:pt x="7378" y="13792"/>
                  </a:lnTo>
                  <a:lnTo>
                    <a:pt x="7200" y="13830"/>
                  </a:lnTo>
                  <a:lnTo>
                    <a:pt x="7327" y="13944"/>
                  </a:lnTo>
                  <a:lnTo>
                    <a:pt x="7518" y="13944"/>
                  </a:lnTo>
                  <a:lnTo>
                    <a:pt x="7543" y="14109"/>
                  </a:lnTo>
                  <a:lnTo>
                    <a:pt x="7556" y="13817"/>
                  </a:lnTo>
                  <a:close/>
                </a:path>
                <a:path w="24764" h="14605">
                  <a:moveTo>
                    <a:pt x="7810" y="10033"/>
                  </a:moveTo>
                  <a:lnTo>
                    <a:pt x="6400" y="10033"/>
                  </a:lnTo>
                  <a:lnTo>
                    <a:pt x="6324" y="9791"/>
                  </a:lnTo>
                  <a:lnTo>
                    <a:pt x="25" y="9791"/>
                  </a:lnTo>
                  <a:lnTo>
                    <a:pt x="38" y="10363"/>
                  </a:lnTo>
                  <a:lnTo>
                    <a:pt x="7785" y="10363"/>
                  </a:lnTo>
                  <a:lnTo>
                    <a:pt x="7810" y="10033"/>
                  </a:lnTo>
                  <a:close/>
                </a:path>
                <a:path w="24764" h="14605">
                  <a:moveTo>
                    <a:pt x="7886" y="13817"/>
                  </a:moveTo>
                  <a:lnTo>
                    <a:pt x="7823" y="13639"/>
                  </a:lnTo>
                  <a:lnTo>
                    <a:pt x="7823" y="13792"/>
                  </a:lnTo>
                  <a:close/>
                </a:path>
                <a:path w="24764" h="14605">
                  <a:moveTo>
                    <a:pt x="7937" y="13589"/>
                  </a:moveTo>
                  <a:lnTo>
                    <a:pt x="7899" y="13347"/>
                  </a:lnTo>
                  <a:lnTo>
                    <a:pt x="7835" y="13614"/>
                  </a:lnTo>
                  <a:close/>
                </a:path>
                <a:path w="24764" h="14605">
                  <a:moveTo>
                    <a:pt x="7950" y="8877"/>
                  </a:moveTo>
                  <a:lnTo>
                    <a:pt x="7835" y="8470"/>
                  </a:lnTo>
                  <a:lnTo>
                    <a:pt x="7747" y="8267"/>
                  </a:lnTo>
                  <a:lnTo>
                    <a:pt x="7581" y="8470"/>
                  </a:lnTo>
                  <a:lnTo>
                    <a:pt x="7658" y="8267"/>
                  </a:lnTo>
                  <a:lnTo>
                    <a:pt x="7886" y="7962"/>
                  </a:lnTo>
                  <a:lnTo>
                    <a:pt x="0" y="7962"/>
                  </a:lnTo>
                  <a:lnTo>
                    <a:pt x="12" y="8877"/>
                  </a:lnTo>
                  <a:lnTo>
                    <a:pt x="7950" y="8877"/>
                  </a:lnTo>
                  <a:close/>
                </a:path>
                <a:path w="24764" h="14605">
                  <a:moveTo>
                    <a:pt x="7988" y="673"/>
                  </a:moveTo>
                  <a:lnTo>
                    <a:pt x="7810" y="685"/>
                  </a:lnTo>
                  <a:lnTo>
                    <a:pt x="7810" y="927"/>
                  </a:lnTo>
                  <a:lnTo>
                    <a:pt x="7988" y="800"/>
                  </a:lnTo>
                  <a:lnTo>
                    <a:pt x="7988" y="673"/>
                  </a:lnTo>
                  <a:close/>
                </a:path>
                <a:path w="24764" h="14605">
                  <a:moveTo>
                    <a:pt x="8013" y="14312"/>
                  </a:moveTo>
                  <a:lnTo>
                    <a:pt x="7950" y="14516"/>
                  </a:lnTo>
                  <a:lnTo>
                    <a:pt x="8013" y="14312"/>
                  </a:lnTo>
                  <a:close/>
                </a:path>
                <a:path w="24764" h="14605">
                  <a:moveTo>
                    <a:pt x="8051" y="14071"/>
                  </a:moveTo>
                  <a:lnTo>
                    <a:pt x="7848" y="13944"/>
                  </a:lnTo>
                  <a:lnTo>
                    <a:pt x="7759" y="14185"/>
                  </a:lnTo>
                  <a:lnTo>
                    <a:pt x="8051" y="14071"/>
                  </a:lnTo>
                  <a:close/>
                </a:path>
                <a:path w="24764" h="14605">
                  <a:moveTo>
                    <a:pt x="8077" y="2895"/>
                  </a:moveTo>
                  <a:lnTo>
                    <a:pt x="7950" y="2857"/>
                  </a:lnTo>
                  <a:lnTo>
                    <a:pt x="8001" y="3009"/>
                  </a:lnTo>
                  <a:lnTo>
                    <a:pt x="7912" y="3175"/>
                  </a:lnTo>
                  <a:lnTo>
                    <a:pt x="8051" y="3124"/>
                  </a:lnTo>
                  <a:lnTo>
                    <a:pt x="8051" y="2959"/>
                  </a:lnTo>
                  <a:close/>
                </a:path>
                <a:path w="24764" h="14605">
                  <a:moveTo>
                    <a:pt x="8102" y="9893"/>
                  </a:moveTo>
                  <a:lnTo>
                    <a:pt x="8051" y="9740"/>
                  </a:lnTo>
                  <a:lnTo>
                    <a:pt x="7950" y="10007"/>
                  </a:lnTo>
                  <a:lnTo>
                    <a:pt x="8102" y="9893"/>
                  </a:lnTo>
                  <a:close/>
                </a:path>
                <a:path w="24764" h="14605">
                  <a:moveTo>
                    <a:pt x="8178" y="3251"/>
                  </a:moveTo>
                  <a:lnTo>
                    <a:pt x="8102" y="3403"/>
                  </a:lnTo>
                  <a:lnTo>
                    <a:pt x="8178" y="3251"/>
                  </a:lnTo>
                  <a:close/>
                </a:path>
                <a:path w="24764" h="14605">
                  <a:moveTo>
                    <a:pt x="8178" y="1079"/>
                  </a:moveTo>
                  <a:lnTo>
                    <a:pt x="8001" y="1079"/>
                  </a:lnTo>
                  <a:lnTo>
                    <a:pt x="8178" y="1130"/>
                  </a:lnTo>
                  <a:close/>
                </a:path>
                <a:path w="24764" h="14605">
                  <a:moveTo>
                    <a:pt x="8204" y="1447"/>
                  </a:moveTo>
                  <a:lnTo>
                    <a:pt x="8077" y="1371"/>
                  </a:lnTo>
                  <a:lnTo>
                    <a:pt x="8051" y="1625"/>
                  </a:lnTo>
                  <a:lnTo>
                    <a:pt x="8204" y="1447"/>
                  </a:lnTo>
                  <a:close/>
                </a:path>
                <a:path w="24764" h="14605">
                  <a:moveTo>
                    <a:pt x="8242" y="3606"/>
                  </a:moveTo>
                  <a:lnTo>
                    <a:pt x="8089" y="3695"/>
                  </a:lnTo>
                  <a:lnTo>
                    <a:pt x="8102" y="3848"/>
                  </a:lnTo>
                  <a:lnTo>
                    <a:pt x="8242" y="3606"/>
                  </a:lnTo>
                  <a:close/>
                </a:path>
                <a:path w="24764" h="14605">
                  <a:moveTo>
                    <a:pt x="8255" y="14516"/>
                  </a:moveTo>
                  <a:lnTo>
                    <a:pt x="8204" y="14363"/>
                  </a:lnTo>
                  <a:lnTo>
                    <a:pt x="8178" y="14516"/>
                  </a:lnTo>
                  <a:close/>
                </a:path>
                <a:path w="24764" h="14605">
                  <a:moveTo>
                    <a:pt x="8280" y="2171"/>
                  </a:moveTo>
                  <a:lnTo>
                    <a:pt x="8255" y="2019"/>
                  </a:lnTo>
                  <a:lnTo>
                    <a:pt x="8204" y="1828"/>
                  </a:lnTo>
                  <a:lnTo>
                    <a:pt x="8026" y="1892"/>
                  </a:lnTo>
                  <a:lnTo>
                    <a:pt x="8026" y="1663"/>
                  </a:lnTo>
                  <a:lnTo>
                    <a:pt x="7950" y="1866"/>
                  </a:lnTo>
                  <a:lnTo>
                    <a:pt x="8001" y="2070"/>
                  </a:lnTo>
                  <a:lnTo>
                    <a:pt x="7924" y="2311"/>
                  </a:lnTo>
                  <a:lnTo>
                    <a:pt x="8051" y="2578"/>
                  </a:lnTo>
                  <a:lnTo>
                    <a:pt x="8102" y="2324"/>
                  </a:lnTo>
                  <a:lnTo>
                    <a:pt x="8255" y="2298"/>
                  </a:lnTo>
                  <a:lnTo>
                    <a:pt x="8280" y="2171"/>
                  </a:lnTo>
                  <a:close/>
                </a:path>
                <a:path w="24764" h="14605">
                  <a:moveTo>
                    <a:pt x="8343" y="14516"/>
                  </a:moveTo>
                  <a:close/>
                </a:path>
                <a:path w="24764" h="14605">
                  <a:moveTo>
                    <a:pt x="8382" y="12903"/>
                  </a:moveTo>
                  <a:lnTo>
                    <a:pt x="8077" y="11925"/>
                  </a:lnTo>
                  <a:lnTo>
                    <a:pt x="8001" y="11455"/>
                  </a:lnTo>
                  <a:lnTo>
                    <a:pt x="7874" y="10668"/>
                  </a:lnTo>
                  <a:lnTo>
                    <a:pt x="7835" y="11137"/>
                  </a:lnTo>
                  <a:lnTo>
                    <a:pt x="7696" y="10668"/>
                  </a:lnTo>
                  <a:lnTo>
                    <a:pt x="7353" y="10668"/>
                  </a:lnTo>
                  <a:lnTo>
                    <a:pt x="7353" y="12801"/>
                  </a:lnTo>
                  <a:lnTo>
                    <a:pt x="7696" y="12903"/>
                  </a:lnTo>
                  <a:lnTo>
                    <a:pt x="7835" y="12903"/>
                  </a:lnTo>
                  <a:lnTo>
                    <a:pt x="8242" y="12903"/>
                  </a:lnTo>
                  <a:lnTo>
                    <a:pt x="8382" y="12903"/>
                  </a:lnTo>
                  <a:close/>
                </a:path>
                <a:path w="24764" h="14605">
                  <a:moveTo>
                    <a:pt x="8458" y="2921"/>
                  </a:moveTo>
                  <a:lnTo>
                    <a:pt x="8432" y="2755"/>
                  </a:lnTo>
                  <a:lnTo>
                    <a:pt x="8394" y="2895"/>
                  </a:lnTo>
                  <a:close/>
                </a:path>
                <a:path w="24764" h="14605">
                  <a:moveTo>
                    <a:pt x="8521" y="3175"/>
                  </a:moveTo>
                  <a:lnTo>
                    <a:pt x="8382" y="3276"/>
                  </a:lnTo>
                  <a:lnTo>
                    <a:pt x="8521" y="3175"/>
                  </a:lnTo>
                  <a:close/>
                </a:path>
                <a:path w="24764" h="14605">
                  <a:moveTo>
                    <a:pt x="8534" y="12674"/>
                  </a:moveTo>
                  <a:lnTo>
                    <a:pt x="8483" y="12877"/>
                  </a:lnTo>
                  <a:lnTo>
                    <a:pt x="8534" y="12674"/>
                  </a:lnTo>
                  <a:close/>
                </a:path>
                <a:path w="24764" h="14605">
                  <a:moveTo>
                    <a:pt x="8597" y="13017"/>
                  </a:moveTo>
                  <a:lnTo>
                    <a:pt x="8458" y="12928"/>
                  </a:lnTo>
                  <a:lnTo>
                    <a:pt x="8432" y="13119"/>
                  </a:lnTo>
                  <a:lnTo>
                    <a:pt x="8572" y="13119"/>
                  </a:lnTo>
                  <a:close/>
                </a:path>
                <a:path w="24764" h="14605">
                  <a:moveTo>
                    <a:pt x="8610" y="12217"/>
                  </a:moveTo>
                  <a:lnTo>
                    <a:pt x="8509" y="12471"/>
                  </a:lnTo>
                  <a:lnTo>
                    <a:pt x="8356" y="12573"/>
                  </a:lnTo>
                  <a:lnTo>
                    <a:pt x="8559" y="12649"/>
                  </a:lnTo>
                  <a:lnTo>
                    <a:pt x="8610" y="12217"/>
                  </a:lnTo>
                  <a:close/>
                </a:path>
                <a:path w="24764" h="14605">
                  <a:moveTo>
                    <a:pt x="8801" y="7899"/>
                  </a:moveTo>
                  <a:lnTo>
                    <a:pt x="8674" y="7670"/>
                  </a:lnTo>
                  <a:lnTo>
                    <a:pt x="8686" y="7467"/>
                  </a:lnTo>
                  <a:lnTo>
                    <a:pt x="8559" y="7645"/>
                  </a:lnTo>
                  <a:lnTo>
                    <a:pt x="8623" y="7404"/>
                  </a:lnTo>
                  <a:lnTo>
                    <a:pt x="8686" y="7239"/>
                  </a:lnTo>
                  <a:lnTo>
                    <a:pt x="8483" y="7175"/>
                  </a:lnTo>
                  <a:lnTo>
                    <a:pt x="8534" y="7505"/>
                  </a:lnTo>
                  <a:lnTo>
                    <a:pt x="8293" y="7874"/>
                  </a:lnTo>
                  <a:lnTo>
                    <a:pt x="8343" y="8318"/>
                  </a:lnTo>
                  <a:lnTo>
                    <a:pt x="8343" y="8559"/>
                  </a:lnTo>
                  <a:lnTo>
                    <a:pt x="8280" y="9004"/>
                  </a:lnTo>
                  <a:lnTo>
                    <a:pt x="8115" y="8978"/>
                  </a:lnTo>
                  <a:lnTo>
                    <a:pt x="8267" y="9017"/>
                  </a:lnTo>
                  <a:lnTo>
                    <a:pt x="8445" y="9220"/>
                  </a:lnTo>
                  <a:lnTo>
                    <a:pt x="8521" y="8966"/>
                  </a:lnTo>
                  <a:lnTo>
                    <a:pt x="8356" y="8864"/>
                  </a:lnTo>
                  <a:lnTo>
                    <a:pt x="8534" y="8940"/>
                  </a:lnTo>
                  <a:lnTo>
                    <a:pt x="8458" y="8636"/>
                  </a:lnTo>
                  <a:lnTo>
                    <a:pt x="8699" y="8407"/>
                  </a:lnTo>
                  <a:lnTo>
                    <a:pt x="8559" y="8064"/>
                  </a:lnTo>
                  <a:lnTo>
                    <a:pt x="8801" y="7899"/>
                  </a:lnTo>
                  <a:close/>
                </a:path>
                <a:path w="24764" h="14605">
                  <a:moveTo>
                    <a:pt x="8966" y="14516"/>
                  </a:moveTo>
                  <a:lnTo>
                    <a:pt x="8940" y="14363"/>
                  </a:lnTo>
                  <a:lnTo>
                    <a:pt x="8915" y="14516"/>
                  </a:lnTo>
                  <a:close/>
                </a:path>
                <a:path w="24764" h="14605">
                  <a:moveTo>
                    <a:pt x="9004" y="4787"/>
                  </a:moveTo>
                  <a:lnTo>
                    <a:pt x="8851" y="4826"/>
                  </a:lnTo>
                  <a:lnTo>
                    <a:pt x="8902" y="4991"/>
                  </a:lnTo>
                  <a:lnTo>
                    <a:pt x="9004" y="4787"/>
                  </a:lnTo>
                  <a:close/>
                </a:path>
                <a:path w="24764" h="14605">
                  <a:moveTo>
                    <a:pt x="9055" y="14465"/>
                  </a:moveTo>
                  <a:close/>
                </a:path>
                <a:path w="24764" h="14605">
                  <a:moveTo>
                    <a:pt x="9055" y="9626"/>
                  </a:moveTo>
                  <a:lnTo>
                    <a:pt x="8915" y="9855"/>
                  </a:lnTo>
                  <a:lnTo>
                    <a:pt x="8851" y="9664"/>
                  </a:lnTo>
                  <a:lnTo>
                    <a:pt x="8801" y="10147"/>
                  </a:lnTo>
                  <a:lnTo>
                    <a:pt x="8953" y="9931"/>
                  </a:lnTo>
                  <a:lnTo>
                    <a:pt x="8978" y="9690"/>
                  </a:lnTo>
                  <a:close/>
                </a:path>
                <a:path w="24764" h="14605">
                  <a:moveTo>
                    <a:pt x="9118" y="4991"/>
                  </a:moveTo>
                  <a:lnTo>
                    <a:pt x="8940" y="4991"/>
                  </a:lnTo>
                  <a:lnTo>
                    <a:pt x="9118" y="4991"/>
                  </a:lnTo>
                  <a:close/>
                </a:path>
                <a:path w="24764" h="14605">
                  <a:moveTo>
                    <a:pt x="9296" y="13081"/>
                  </a:moveTo>
                  <a:lnTo>
                    <a:pt x="9220" y="12954"/>
                  </a:lnTo>
                  <a:lnTo>
                    <a:pt x="9118" y="13081"/>
                  </a:lnTo>
                  <a:lnTo>
                    <a:pt x="9296" y="13081"/>
                  </a:lnTo>
                  <a:close/>
                </a:path>
                <a:path w="24764" h="14605">
                  <a:moveTo>
                    <a:pt x="9499" y="10718"/>
                  </a:moveTo>
                  <a:lnTo>
                    <a:pt x="9372" y="10718"/>
                  </a:lnTo>
                  <a:lnTo>
                    <a:pt x="9372" y="10896"/>
                  </a:lnTo>
                  <a:lnTo>
                    <a:pt x="9499" y="10718"/>
                  </a:lnTo>
                  <a:close/>
                </a:path>
                <a:path w="24764" h="14605">
                  <a:moveTo>
                    <a:pt x="9499" y="7162"/>
                  </a:moveTo>
                  <a:lnTo>
                    <a:pt x="9448" y="7518"/>
                  </a:lnTo>
                  <a:lnTo>
                    <a:pt x="9499" y="7162"/>
                  </a:lnTo>
                  <a:close/>
                </a:path>
                <a:path w="24764" h="14605">
                  <a:moveTo>
                    <a:pt x="9626" y="12382"/>
                  </a:moveTo>
                  <a:lnTo>
                    <a:pt x="9563" y="12623"/>
                  </a:lnTo>
                  <a:lnTo>
                    <a:pt x="9626" y="12382"/>
                  </a:lnTo>
                  <a:close/>
                </a:path>
                <a:path w="24764" h="14605">
                  <a:moveTo>
                    <a:pt x="9804" y="7531"/>
                  </a:moveTo>
                  <a:close/>
                </a:path>
                <a:path w="24764" h="14605">
                  <a:moveTo>
                    <a:pt x="9829" y="11303"/>
                  </a:moveTo>
                  <a:lnTo>
                    <a:pt x="9791" y="11150"/>
                  </a:lnTo>
                  <a:lnTo>
                    <a:pt x="9677" y="11328"/>
                  </a:lnTo>
                  <a:lnTo>
                    <a:pt x="9829" y="11303"/>
                  </a:lnTo>
                  <a:close/>
                </a:path>
                <a:path w="24764" h="14605">
                  <a:moveTo>
                    <a:pt x="9956" y="7175"/>
                  </a:moveTo>
                  <a:lnTo>
                    <a:pt x="9829" y="7175"/>
                  </a:lnTo>
                  <a:lnTo>
                    <a:pt x="9880" y="7302"/>
                  </a:lnTo>
                  <a:lnTo>
                    <a:pt x="9804" y="7531"/>
                  </a:lnTo>
                  <a:lnTo>
                    <a:pt x="9829" y="7772"/>
                  </a:lnTo>
                  <a:lnTo>
                    <a:pt x="9664" y="7581"/>
                  </a:lnTo>
                  <a:lnTo>
                    <a:pt x="9791" y="7531"/>
                  </a:lnTo>
                  <a:lnTo>
                    <a:pt x="9779" y="7327"/>
                  </a:lnTo>
                  <a:lnTo>
                    <a:pt x="9715" y="7175"/>
                  </a:lnTo>
                  <a:lnTo>
                    <a:pt x="9537" y="7175"/>
                  </a:lnTo>
                  <a:lnTo>
                    <a:pt x="9588" y="7493"/>
                  </a:lnTo>
                  <a:lnTo>
                    <a:pt x="9588" y="7683"/>
                  </a:lnTo>
                  <a:lnTo>
                    <a:pt x="9588" y="7975"/>
                  </a:lnTo>
                  <a:lnTo>
                    <a:pt x="9537" y="8280"/>
                  </a:lnTo>
                  <a:lnTo>
                    <a:pt x="9639" y="8064"/>
                  </a:lnTo>
                  <a:lnTo>
                    <a:pt x="9588" y="7874"/>
                  </a:lnTo>
                  <a:lnTo>
                    <a:pt x="9715" y="7772"/>
                  </a:lnTo>
                  <a:lnTo>
                    <a:pt x="9690" y="7975"/>
                  </a:lnTo>
                  <a:lnTo>
                    <a:pt x="9931" y="8039"/>
                  </a:lnTo>
                  <a:lnTo>
                    <a:pt x="9867" y="7772"/>
                  </a:lnTo>
                  <a:lnTo>
                    <a:pt x="9956" y="7378"/>
                  </a:lnTo>
                  <a:lnTo>
                    <a:pt x="9956" y="7175"/>
                  </a:lnTo>
                  <a:close/>
                </a:path>
                <a:path w="24764" h="14605">
                  <a:moveTo>
                    <a:pt x="10020" y="8102"/>
                  </a:moveTo>
                  <a:lnTo>
                    <a:pt x="9880" y="8280"/>
                  </a:lnTo>
                  <a:lnTo>
                    <a:pt x="10020" y="8255"/>
                  </a:lnTo>
                  <a:lnTo>
                    <a:pt x="10020" y="8102"/>
                  </a:lnTo>
                  <a:close/>
                </a:path>
                <a:path w="24764" h="14605">
                  <a:moveTo>
                    <a:pt x="10121" y="12852"/>
                  </a:moveTo>
                  <a:lnTo>
                    <a:pt x="9956" y="12725"/>
                  </a:lnTo>
                  <a:lnTo>
                    <a:pt x="10007" y="12915"/>
                  </a:lnTo>
                  <a:close/>
                </a:path>
                <a:path w="24764" h="14605">
                  <a:moveTo>
                    <a:pt x="10210" y="10350"/>
                  </a:moveTo>
                  <a:lnTo>
                    <a:pt x="10033" y="10172"/>
                  </a:lnTo>
                  <a:lnTo>
                    <a:pt x="10007" y="10490"/>
                  </a:lnTo>
                  <a:lnTo>
                    <a:pt x="10210" y="10350"/>
                  </a:lnTo>
                  <a:close/>
                </a:path>
                <a:path w="24764" h="14605">
                  <a:moveTo>
                    <a:pt x="10337" y="5105"/>
                  </a:moveTo>
                  <a:lnTo>
                    <a:pt x="10236" y="4965"/>
                  </a:lnTo>
                  <a:lnTo>
                    <a:pt x="10210" y="5143"/>
                  </a:lnTo>
                  <a:lnTo>
                    <a:pt x="10337" y="5105"/>
                  </a:lnTo>
                  <a:close/>
                </a:path>
                <a:path w="24764" h="14605">
                  <a:moveTo>
                    <a:pt x="10426" y="25"/>
                  </a:moveTo>
                  <a:lnTo>
                    <a:pt x="10287" y="88"/>
                  </a:lnTo>
                  <a:lnTo>
                    <a:pt x="10337" y="266"/>
                  </a:lnTo>
                  <a:lnTo>
                    <a:pt x="10426" y="25"/>
                  </a:lnTo>
                  <a:close/>
                </a:path>
                <a:path w="24764" h="14605">
                  <a:moveTo>
                    <a:pt x="10604" y="2527"/>
                  </a:moveTo>
                  <a:lnTo>
                    <a:pt x="10502" y="2032"/>
                  </a:lnTo>
                  <a:lnTo>
                    <a:pt x="10477" y="2171"/>
                  </a:lnTo>
                  <a:lnTo>
                    <a:pt x="10502" y="2374"/>
                  </a:lnTo>
                  <a:lnTo>
                    <a:pt x="10528" y="2590"/>
                  </a:lnTo>
                  <a:close/>
                </a:path>
                <a:path w="24764" h="14605">
                  <a:moveTo>
                    <a:pt x="10655" y="9740"/>
                  </a:moveTo>
                  <a:lnTo>
                    <a:pt x="10528" y="9931"/>
                  </a:lnTo>
                  <a:lnTo>
                    <a:pt x="10655" y="9740"/>
                  </a:lnTo>
                  <a:close/>
                </a:path>
                <a:path w="24764" h="14605">
                  <a:moveTo>
                    <a:pt x="10782" y="10553"/>
                  </a:moveTo>
                  <a:lnTo>
                    <a:pt x="10756" y="10363"/>
                  </a:lnTo>
                  <a:lnTo>
                    <a:pt x="10706" y="10553"/>
                  </a:lnTo>
                  <a:close/>
                </a:path>
                <a:path w="24764" h="14605">
                  <a:moveTo>
                    <a:pt x="10820" y="8953"/>
                  </a:moveTo>
                  <a:lnTo>
                    <a:pt x="10629" y="9055"/>
                  </a:lnTo>
                  <a:lnTo>
                    <a:pt x="10706" y="9182"/>
                  </a:lnTo>
                  <a:lnTo>
                    <a:pt x="10820" y="8953"/>
                  </a:lnTo>
                  <a:close/>
                </a:path>
                <a:path w="24764" h="14605">
                  <a:moveTo>
                    <a:pt x="10960" y="3136"/>
                  </a:moveTo>
                  <a:lnTo>
                    <a:pt x="10934" y="2908"/>
                  </a:lnTo>
                  <a:lnTo>
                    <a:pt x="10896" y="2730"/>
                  </a:lnTo>
                  <a:lnTo>
                    <a:pt x="10820" y="2476"/>
                  </a:lnTo>
                  <a:lnTo>
                    <a:pt x="10769" y="3124"/>
                  </a:lnTo>
                  <a:lnTo>
                    <a:pt x="10960" y="3136"/>
                  </a:lnTo>
                  <a:close/>
                </a:path>
                <a:path w="24764" h="14605">
                  <a:moveTo>
                    <a:pt x="10972" y="7759"/>
                  </a:moveTo>
                  <a:lnTo>
                    <a:pt x="10845" y="7620"/>
                  </a:lnTo>
                  <a:lnTo>
                    <a:pt x="10871" y="7759"/>
                  </a:lnTo>
                  <a:close/>
                </a:path>
                <a:path w="24764" h="14605">
                  <a:moveTo>
                    <a:pt x="11010" y="3213"/>
                  </a:moveTo>
                  <a:lnTo>
                    <a:pt x="10871" y="3149"/>
                  </a:lnTo>
                  <a:lnTo>
                    <a:pt x="10985" y="3530"/>
                  </a:lnTo>
                  <a:lnTo>
                    <a:pt x="11010" y="3213"/>
                  </a:lnTo>
                  <a:close/>
                </a:path>
                <a:path w="24764" h="14605">
                  <a:moveTo>
                    <a:pt x="11366" y="4178"/>
                  </a:moveTo>
                  <a:lnTo>
                    <a:pt x="11290" y="4305"/>
                  </a:lnTo>
                  <a:lnTo>
                    <a:pt x="11366" y="4178"/>
                  </a:lnTo>
                  <a:close/>
                </a:path>
                <a:path w="24764" h="14605">
                  <a:moveTo>
                    <a:pt x="13614" y="1447"/>
                  </a:moveTo>
                  <a:lnTo>
                    <a:pt x="13487" y="1346"/>
                  </a:lnTo>
                  <a:lnTo>
                    <a:pt x="13614" y="1447"/>
                  </a:lnTo>
                  <a:close/>
                </a:path>
                <a:path w="24764" h="14605">
                  <a:moveTo>
                    <a:pt x="23685" y="10896"/>
                  </a:moveTo>
                  <a:lnTo>
                    <a:pt x="23634" y="10083"/>
                  </a:lnTo>
                  <a:lnTo>
                    <a:pt x="23660" y="9499"/>
                  </a:lnTo>
                  <a:lnTo>
                    <a:pt x="23596" y="9944"/>
                  </a:lnTo>
                  <a:lnTo>
                    <a:pt x="23647" y="10769"/>
                  </a:lnTo>
                  <a:lnTo>
                    <a:pt x="23622" y="11366"/>
                  </a:lnTo>
                  <a:lnTo>
                    <a:pt x="23685" y="10896"/>
                  </a:lnTo>
                  <a:close/>
                </a:path>
                <a:path w="24764" h="14605">
                  <a:moveTo>
                    <a:pt x="24269" y="14516"/>
                  </a:moveTo>
                  <a:lnTo>
                    <a:pt x="24231" y="14185"/>
                  </a:lnTo>
                  <a:lnTo>
                    <a:pt x="24231" y="145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3" name="object 73"/>
            <p:cNvSpPr/>
            <p:nvPr/>
          </p:nvSpPr>
          <p:spPr>
            <a:xfrm>
              <a:off x="4052024" y="1223809"/>
              <a:ext cx="24130" cy="15240"/>
            </a:xfrm>
            <a:custGeom>
              <a:avLst/>
              <a:gdLst/>
              <a:ahLst/>
              <a:cxnLst/>
              <a:rect l="l" t="t" r="r" b="b"/>
              <a:pathLst>
                <a:path w="24129" h="15240">
                  <a:moveTo>
                    <a:pt x="5448" y="5283"/>
                  </a:moveTo>
                  <a:lnTo>
                    <a:pt x="5321" y="5384"/>
                  </a:lnTo>
                  <a:lnTo>
                    <a:pt x="5448" y="5461"/>
                  </a:lnTo>
                  <a:lnTo>
                    <a:pt x="5448" y="5283"/>
                  </a:lnTo>
                  <a:close/>
                </a:path>
                <a:path w="24129" h="15240">
                  <a:moveTo>
                    <a:pt x="7112" y="5600"/>
                  </a:moveTo>
                  <a:lnTo>
                    <a:pt x="7048" y="5435"/>
                  </a:lnTo>
                  <a:lnTo>
                    <a:pt x="7048" y="5664"/>
                  </a:lnTo>
                  <a:close/>
                </a:path>
                <a:path w="24129" h="15240">
                  <a:moveTo>
                    <a:pt x="7366" y="7264"/>
                  </a:moveTo>
                  <a:lnTo>
                    <a:pt x="127" y="7264"/>
                  </a:lnTo>
                  <a:lnTo>
                    <a:pt x="114" y="8077"/>
                  </a:lnTo>
                  <a:lnTo>
                    <a:pt x="6451" y="8077"/>
                  </a:lnTo>
                  <a:lnTo>
                    <a:pt x="6591" y="8077"/>
                  </a:lnTo>
                  <a:lnTo>
                    <a:pt x="6832" y="7797"/>
                  </a:lnTo>
                  <a:lnTo>
                    <a:pt x="7010" y="7594"/>
                  </a:lnTo>
                  <a:lnTo>
                    <a:pt x="7315" y="7594"/>
                  </a:lnTo>
                  <a:lnTo>
                    <a:pt x="7366" y="7264"/>
                  </a:lnTo>
                  <a:close/>
                </a:path>
                <a:path w="24129" h="15240">
                  <a:moveTo>
                    <a:pt x="7556" y="6629"/>
                  </a:moveTo>
                  <a:lnTo>
                    <a:pt x="7493" y="6197"/>
                  </a:lnTo>
                  <a:lnTo>
                    <a:pt x="7277" y="6273"/>
                  </a:lnTo>
                  <a:lnTo>
                    <a:pt x="7378" y="6604"/>
                  </a:lnTo>
                  <a:lnTo>
                    <a:pt x="7200" y="6642"/>
                  </a:lnTo>
                  <a:lnTo>
                    <a:pt x="7327" y="6756"/>
                  </a:lnTo>
                  <a:lnTo>
                    <a:pt x="7518" y="6756"/>
                  </a:lnTo>
                  <a:lnTo>
                    <a:pt x="7543" y="6921"/>
                  </a:lnTo>
                  <a:lnTo>
                    <a:pt x="7556" y="6629"/>
                  </a:lnTo>
                  <a:close/>
                </a:path>
                <a:path w="24129" h="15240">
                  <a:moveTo>
                    <a:pt x="7747" y="5638"/>
                  </a:moveTo>
                  <a:lnTo>
                    <a:pt x="7670" y="5867"/>
                  </a:lnTo>
                  <a:lnTo>
                    <a:pt x="7620" y="5702"/>
                  </a:lnTo>
                  <a:lnTo>
                    <a:pt x="7429" y="5702"/>
                  </a:lnTo>
                  <a:lnTo>
                    <a:pt x="7556" y="6045"/>
                  </a:lnTo>
                  <a:lnTo>
                    <a:pt x="7581" y="6273"/>
                  </a:lnTo>
                  <a:lnTo>
                    <a:pt x="7708" y="6007"/>
                  </a:lnTo>
                  <a:lnTo>
                    <a:pt x="7747" y="5638"/>
                  </a:lnTo>
                  <a:close/>
                </a:path>
                <a:path w="24129" h="15240">
                  <a:moveTo>
                    <a:pt x="7886" y="12471"/>
                  </a:moveTo>
                  <a:lnTo>
                    <a:pt x="7632" y="12471"/>
                  </a:lnTo>
                  <a:lnTo>
                    <a:pt x="38" y="12471"/>
                  </a:lnTo>
                  <a:lnTo>
                    <a:pt x="0" y="14592"/>
                  </a:lnTo>
                  <a:lnTo>
                    <a:pt x="7874" y="14592"/>
                  </a:lnTo>
                  <a:lnTo>
                    <a:pt x="7874" y="13500"/>
                  </a:lnTo>
                  <a:lnTo>
                    <a:pt x="7861" y="13296"/>
                  </a:lnTo>
                  <a:lnTo>
                    <a:pt x="7874" y="12827"/>
                  </a:lnTo>
                  <a:lnTo>
                    <a:pt x="7874" y="12636"/>
                  </a:lnTo>
                  <a:lnTo>
                    <a:pt x="7696" y="12827"/>
                  </a:lnTo>
                  <a:lnTo>
                    <a:pt x="7658" y="12636"/>
                  </a:lnTo>
                  <a:lnTo>
                    <a:pt x="7874" y="12636"/>
                  </a:lnTo>
                  <a:lnTo>
                    <a:pt x="7886" y="12471"/>
                  </a:lnTo>
                  <a:close/>
                </a:path>
                <a:path w="24129" h="15240">
                  <a:moveTo>
                    <a:pt x="7886" y="7962"/>
                  </a:moveTo>
                  <a:lnTo>
                    <a:pt x="7823" y="8140"/>
                  </a:lnTo>
                  <a:lnTo>
                    <a:pt x="7886" y="7962"/>
                  </a:lnTo>
                  <a:close/>
                </a:path>
                <a:path w="24129" h="15240">
                  <a:moveTo>
                    <a:pt x="7937" y="8191"/>
                  </a:moveTo>
                  <a:lnTo>
                    <a:pt x="7899" y="8458"/>
                  </a:lnTo>
                  <a:lnTo>
                    <a:pt x="7937" y="8191"/>
                  </a:lnTo>
                  <a:close/>
                </a:path>
                <a:path w="24129" h="15240">
                  <a:moveTo>
                    <a:pt x="7988" y="673"/>
                  </a:moveTo>
                  <a:lnTo>
                    <a:pt x="7810" y="698"/>
                  </a:lnTo>
                  <a:lnTo>
                    <a:pt x="7810" y="927"/>
                  </a:lnTo>
                  <a:lnTo>
                    <a:pt x="7988" y="800"/>
                  </a:lnTo>
                  <a:lnTo>
                    <a:pt x="7988" y="673"/>
                  </a:lnTo>
                  <a:close/>
                </a:path>
                <a:path w="24129" h="15240">
                  <a:moveTo>
                    <a:pt x="8013" y="7378"/>
                  </a:moveTo>
                  <a:lnTo>
                    <a:pt x="7924" y="7581"/>
                  </a:lnTo>
                  <a:lnTo>
                    <a:pt x="8013" y="7378"/>
                  </a:lnTo>
                  <a:close/>
                </a:path>
                <a:path w="24129" h="15240">
                  <a:moveTo>
                    <a:pt x="8051" y="6007"/>
                  </a:moveTo>
                  <a:lnTo>
                    <a:pt x="7962" y="6184"/>
                  </a:lnTo>
                  <a:lnTo>
                    <a:pt x="8051" y="6007"/>
                  </a:lnTo>
                  <a:close/>
                </a:path>
                <a:path w="24129" h="15240">
                  <a:moveTo>
                    <a:pt x="8077" y="2895"/>
                  </a:moveTo>
                  <a:lnTo>
                    <a:pt x="7950" y="2844"/>
                  </a:lnTo>
                  <a:lnTo>
                    <a:pt x="8001" y="2997"/>
                  </a:lnTo>
                  <a:lnTo>
                    <a:pt x="7912" y="3187"/>
                  </a:lnTo>
                  <a:lnTo>
                    <a:pt x="8051" y="3136"/>
                  </a:lnTo>
                  <a:lnTo>
                    <a:pt x="8051" y="2959"/>
                  </a:lnTo>
                  <a:close/>
                </a:path>
                <a:path w="24129" h="15240">
                  <a:moveTo>
                    <a:pt x="8102" y="11912"/>
                  </a:moveTo>
                  <a:lnTo>
                    <a:pt x="7950" y="11785"/>
                  </a:lnTo>
                  <a:lnTo>
                    <a:pt x="8051" y="12039"/>
                  </a:lnTo>
                  <a:lnTo>
                    <a:pt x="8102" y="11912"/>
                  </a:lnTo>
                  <a:close/>
                </a:path>
                <a:path w="24129" h="15240">
                  <a:moveTo>
                    <a:pt x="8178" y="3263"/>
                  </a:moveTo>
                  <a:lnTo>
                    <a:pt x="8102" y="3390"/>
                  </a:lnTo>
                  <a:lnTo>
                    <a:pt x="8178" y="3263"/>
                  </a:lnTo>
                  <a:close/>
                </a:path>
                <a:path w="24129" h="15240">
                  <a:moveTo>
                    <a:pt x="8178" y="1092"/>
                  </a:moveTo>
                  <a:lnTo>
                    <a:pt x="8001" y="1092"/>
                  </a:lnTo>
                  <a:lnTo>
                    <a:pt x="8178" y="1143"/>
                  </a:lnTo>
                  <a:close/>
                </a:path>
                <a:path w="24129" h="15240">
                  <a:moveTo>
                    <a:pt x="8191" y="8597"/>
                  </a:moveTo>
                  <a:lnTo>
                    <a:pt x="7416" y="8597"/>
                  </a:lnTo>
                  <a:lnTo>
                    <a:pt x="7175" y="8597"/>
                  </a:lnTo>
                  <a:lnTo>
                    <a:pt x="7112" y="9512"/>
                  </a:lnTo>
                  <a:lnTo>
                    <a:pt x="6858" y="8597"/>
                  </a:lnTo>
                  <a:lnTo>
                    <a:pt x="6858" y="10096"/>
                  </a:lnTo>
                  <a:lnTo>
                    <a:pt x="6629" y="10096"/>
                  </a:lnTo>
                  <a:lnTo>
                    <a:pt x="6591" y="9486"/>
                  </a:lnTo>
                  <a:lnTo>
                    <a:pt x="6858" y="10096"/>
                  </a:lnTo>
                  <a:lnTo>
                    <a:pt x="6858" y="8597"/>
                  </a:lnTo>
                  <a:lnTo>
                    <a:pt x="6565" y="8991"/>
                  </a:lnTo>
                  <a:lnTo>
                    <a:pt x="6553" y="8597"/>
                  </a:lnTo>
                  <a:lnTo>
                    <a:pt x="6451" y="9156"/>
                  </a:lnTo>
                  <a:lnTo>
                    <a:pt x="6324" y="9334"/>
                  </a:lnTo>
                  <a:lnTo>
                    <a:pt x="6324" y="8839"/>
                  </a:lnTo>
                  <a:lnTo>
                    <a:pt x="6451" y="9156"/>
                  </a:lnTo>
                  <a:lnTo>
                    <a:pt x="6451" y="8597"/>
                  </a:lnTo>
                  <a:lnTo>
                    <a:pt x="6324" y="8597"/>
                  </a:lnTo>
                  <a:lnTo>
                    <a:pt x="5588" y="8597"/>
                  </a:lnTo>
                  <a:lnTo>
                    <a:pt x="5854" y="9969"/>
                  </a:lnTo>
                  <a:lnTo>
                    <a:pt x="5765" y="10096"/>
                  </a:lnTo>
                  <a:lnTo>
                    <a:pt x="5562" y="10096"/>
                  </a:lnTo>
                  <a:lnTo>
                    <a:pt x="5207" y="8597"/>
                  </a:lnTo>
                  <a:lnTo>
                    <a:pt x="101" y="8597"/>
                  </a:lnTo>
                  <a:lnTo>
                    <a:pt x="38" y="12090"/>
                  </a:lnTo>
                  <a:lnTo>
                    <a:pt x="6311" y="12090"/>
                  </a:lnTo>
                  <a:lnTo>
                    <a:pt x="6426" y="11772"/>
                  </a:lnTo>
                  <a:lnTo>
                    <a:pt x="7810" y="11772"/>
                  </a:lnTo>
                  <a:lnTo>
                    <a:pt x="7785" y="10998"/>
                  </a:lnTo>
                  <a:lnTo>
                    <a:pt x="7912" y="10998"/>
                  </a:lnTo>
                  <a:lnTo>
                    <a:pt x="7950" y="10655"/>
                  </a:lnTo>
                  <a:lnTo>
                    <a:pt x="7785" y="10414"/>
                  </a:lnTo>
                  <a:lnTo>
                    <a:pt x="7353" y="10414"/>
                  </a:lnTo>
                  <a:lnTo>
                    <a:pt x="7353" y="10096"/>
                  </a:lnTo>
                  <a:lnTo>
                    <a:pt x="7823" y="10096"/>
                  </a:lnTo>
                  <a:lnTo>
                    <a:pt x="8191" y="8597"/>
                  </a:lnTo>
                  <a:close/>
                </a:path>
                <a:path w="24129" h="15240">
                  <a:moveTo>
                    <a:pt x="8204" y="1447"/>
                  </a:moveTo>
                  <a:lnTo>
                    <a:pt x="8077" y="1384"/>
                  </a:lnTo>
                  <a:lnTo>
                    <a:pt x="8051" y="1625"/>
                  </a:lnTo>
                  <a:lnTo>
                    <a:pt x="8204" y="1447"/>
                  </a:lnTo>
                  <a:close/>
                </a:path>
                <a:path w="24129" h="15240">
                  <a:moveTo>
                    <a:pt x="8242" y="3632"/>
                  </a:moveTo>
                  <a:lnTo>
                    <a:pt x="8089" y="3708"/>
                  </a:lnTo>
                  <a:lnTo>
                    <a:pt x="8102" y="3835"/>
                  </a:lnTo>
                  <a:lnTo>
                    <a:pt x="8242" y="3632"/>
                  </a:lnTo>
                  <a:close/>
                </a:path>
                <a:path w="24129" h="15240">
                  <a:moveTo>
                    <a:pt x="8280" y="2171"/>
                  </a:moveTo>
                  <a:lnTo>
                    <a:pt x="8255" y="2019"/>
                  </a:lnTo>
                  <a:lnTo>
                    <a:pt x="8204" y="1841"/>
                  </a:lnTo>
                  <a:lnTo>
                    <a:pt x="8026" y="1892"/>
                  </a:lnTo>
                  <a:lnTo>
                    <a:pt x="8026" y="1663"/>
                  </a:lnTo>
                  <a:lnTo>
                    <a:pt x="7950" y="1854"/>
                  </a:lnTo>
                  <a:lnTo>
                    <a:pt x="8001" y="2057"/>
                  </a:lnTo>
                  <a:lnTo>
                    <a:pt x="7924" y="2298"/>
                  </a:lnTo>
                  <a:lnTo>
                    <a:pt x="8051" y="2552"/>
                  </a:lnTo>
                  <a:lnTo>
                    <a:pt x="8102" y="2336"/>
                  </a:lnTo>
                  <a:lnTo>
                    <a:pt x="8255" y="2298"/>
                  </a:lnTo>
                  <a:lnTo>
                    <a:pt x="8280" y="2171"/>
                  </a:lnTo>
                  <a:close/>
                </a:path>
                <a:path w="24129" h="15240">
                  <a:moveTo>
                    <a:pt x="8305" y="14592"/>
                  </a:moveTo>
                  <a:lnTo>
                    <a:pt x="7988" y="13500"/>
                  </a:lnTo>
                  <a:lnTo>
                    <a:pt x="8102" y="14592"/>
                  </a:lnTo>
                  <a:lnTo>
                    <a:pt x="8305" y="14592"/>
                  </a:lnTo>
                  <a:close/>
                </a:path>
                <a:path w="24129" h="15240">
                  <a:moveTo>
                    <a:pt x="8458" y="2921"/>
                  </a:moveTo>
                  <a:lnTo>
                    <a:pt x="8432" y="2768"/>
                  </a:lnTo>
                  <a:lnTo>
                    <a:pt x="8394" y="2908"/>
                  </a:lnTo>
                  <a:close/>
                </a:path>
                <a:path w="24129" h="15240">
                  <a:moveTo>
                    <a:pt x="8521" y="3187"/>
                  </a:moveTo>
                  <a:lnTo>
                    <a:pt x="8382" y="3289"/>
                  </a:lnTo>
                  <a:lnTo>
                    <a:pt x="8521" y="3187"/>
                  </a:lnTo>
                  <a:close/>
                </a:path>
                <a:path w="24129" h="15240">
                  <a:moveTo>
                    <a:pt x="8534" y="9118"/>
                  </a:moveTo>
                  <a:lnTo>
                    <a:pt x="8483" y="8915"/>
                  </a:lnTo>
                  <a:lnTo>
                    <a:pt x="8420" y="9055"/>
                  </a:lnTo>
                  <a:close/>
                </a:path>
                <a:path w="24129" h="15240">
                  <a:moveTo>
                    <a:pt x="8597" y="8763"/>
                  </a:moveTo>
                  <a:lnTo>
                    <a:pt x="8432" y="8686"/>
                  </a:lnTo>
                  <a:lnTo>
                    <a:pt x="8458" y="8877"/>
                  </a:lnTo>
                  <a:lnTo>
                    <a:pt x="8597" y="8763"/>
                  </a:lnTo>
                  <a:close/>
                </a:path>
                <a:path w="24129" h="15240">
                  <a:moveTo>
                    <a:pt x="8610" y="9563"/>
                  </a:moveTo>
                  <a:lnTo>
                    <a:pt x="8559" y="9131"/>
                  </a:lnTo>
                  <a:lnTo>
                    <a:pt x="8356" y="9232"/>
                  </a:lnTo>
                  <a:lnTo>
                    <a:pt x="8509" y="9309"/>
                  </a:lnTo>
                  <a:lnTo>
                    <a:pt x="8610" y="9563"/>
                  </a:lnTo>
                  <a:close/>
                </a:path>
                <a:path w="24129" h="15240">
                  <a:moveTo>
                    <a:pt x="8763" y="5753"/>
                  </a:moveTo>
                  <a:lnTo>
                    <a:pt x="8724" y="5575"/>
                  </a:lnTo>
                  <a:lnTo>
                    <a:pt x="8623" y="5791"/>
                  </a:lnTo>
                  <a:lnTo>
                    <a:pt x="8763" y="5753"/>
                  </a:lnTo>
                  <a:close/>
                </a:path>
                <a:path w="24129" h="15240">
                  <a:moveTo>
                    <a:pt x="8966" y="7277"/>
                  </a:moveTo>
                  <a:lnTo>
                    <a:pt x="8940" y="7416"/>
                  </a:lnTo>
                  <a:lnTo>
                    <a:pt x="8966" y="7277"/>
                  </a:lnTo>
                  <a:close/>
                </a:path>
                <a:path w="24129" h="15240">
                  <a:moveTo>
                    <a:pt x="9029" y="4762"/>
                  </a:moveTo>
                  <a:lnTo>
                    <a:pt x="8851" y="4826"/>
                  </a:lnTo>
                  <a:lnTo>
                    <a:pt x="8902" y="4965"/>
                  </a:lnTo>
                  <a:lnTo>
                    <a:pt x="9029" y="4762"/>
                  </a:lnTo>
                  <a:close/>
                </a:path>
                <a:path w="24129" h="15240">
                  <a:moveTo>
                    <a:pt x="9055" y="12153"/>
                  </a:moveTo>
                  <a:lnTo>
                    <a:pt x="9029" y="11899"/>
                  </a:lnTo>
                  <a:lnTo>
                    <a:pt x="8801" y="11633"/>
                  </a:lnTo>
                  <a:lnTo>
                    <a:pt x="8851" y="12103"/>
                  </a:lnTo>
                  <a:lnTo>
                    <a:pt x="8915" y="11950"/>
                  </a:lnTo>
                  <a:lnTo>
                    <a:pt x="8978" y="12217"/>
                  </a:lnTo>
                  <a:close/>
                </a:path>
                <a:path w="24129" h="15240">
                  <a:moveTo>
                    <a:pt x="9118" y="4991"/>
                  </a:moveTo>
                  <a:lnTo>
                    <a:pt x="8940" y="4991"/>
                  </a:lnTo>
                  <a:lnTo>
                    <a:pt x="9118" y="4991"/>
                  </a:lnTo>
                  <a:close/>
                </a:path>
                <a:path w="24129" h="15240">
                  <a:moveTo>
                    <a:pt x="9296" y="8712"/>
                  </a:moveTo>
                  <a:lnTo>
                    <a:pt x="9118" y="8712"/>
                  </a:lnTo>
                  <a:lnTo>
                    <a:pt x="9296" y="8712"/>
                  </a:lnTo>
                  <a:close/>
                </a:path>
                <a:path w="24129" h="15240">
                  <a:moveTo>
                    <a:pt x="9499" y="14617"/>
                  </a:moveTo>
                  <a:lnTo>
                    <a:pt x="9448" y="14262"/>
                  </a:lnTo>
                  <a:lnTo>
                    <a:pt x="9448" y="14617"/>
                  </a:lnTo>
                  <a:close/>
                </a:path>
                <a:path w="24129" h="15240">
                  <a:moveTo>
                    <a:pt x="9499" y="11074"/>
                  </a:moveTo>
                  <a:lnTo>
                    <a:pt x="9448" y="10896"/>
                  </a:lnTo>
                  <a:lnTo>
                    <a:pt x="9372" y="11074"/>
                  </a:lnTo>
                  <a:lnTo>
                    <a:pt x="9499" y="11074"/>
                  </a:lnTo>
                  <a:close/>
                </a:path>
                <a:path w="24129" h="15240">
                  <a:moveTo>
                    <a:pt x="9626" y="9398"/>
                  </a:moveTo>
                  <a:lnTo>
                    <a:pt x="9563" y="9156"/>
                  </a:lnTo>
                  <a:lnTo>
                    <a:pt x="9563" y="9398"/>
                  </a:lnTo>
                  <a:close/>
                </a:path>
                <a:path w="24129" h="15240">
                  <a:moveTo>
                    <a:pt x="9829" y="10490"/>
                  </a:moveTo>
                  <a:lnTo>
                    <a:pt x="9677" y="10464"/>
                  </a:lnTo>
                  <a:lnTo>
                    <a:pt x="9791" y="10629"/>
                  </a:lnTo>
                  <a:lnTo>
                    <a:pt x="9829" y="10490"/>
                  </a:lnTo>
                  <a:close/>
                </a:path>
                <a:path w="24129" h="15240">
                  <a:moveTo>
                    <a:pt x="9956" y="14401"/>
                  </a:moveTo>
                  <a:lnTo>
                    <a:pt x="9867" y="14008"/>
                  </a:lnTo>
                  <a:lnTo>
                    <a:pt x="9931" y="13741"/>
                  </a:lnTo>
                  <a:lnTo>
                    <a:pt x="9740" y="13779"/>
                  </a:lnTo>
                  <a:lnTo>
                    <a:pt x="9715" y="14008"/>
                  </a:lnTo>
                  <a:lnTo>
                    <a:pt x="9588" y="13919"/>
                  </a:lnTo>
                  <a:lnTo>
                    <a:pt x="9639" y="13716"/>
                  </a:lnTo>
                  <a:lnTo>
                    <a:pt x="9537" y="13500"/>
                  </a:lnTo>
                  <a:lnTo>
                    <a:pt x="9588" y="13817"/>
                  </a:lnTo>
                  <a:lnTo>
                    <a:pt x="9512" y="14084"/>
                  </a:lnTo>
                  <a:lnTo>
                    <a:pt x="9588" y="14274"/>
                  </a:lnTo>
                  <a:lnTo>
                    <a:pt x="9537" y="14605"/>
                  </a:lnTo>
                  <a:lnTo>
                    <a:pt x="9715" y="14605"/>
                  </a:lnTo>
                  <a:lnTo>
                    <a:pt x="9779" y="14465"/>
                  </a:lnTo>
                  <a:lnTo>
                    <a:pt x="9791" y="14249"/>
                  </a:lnTo>
                  <a:lnTo>
                    <a:pt x="9664" y="14198"/>
                  </a:lnTo>
                  <a:lnTo>
                    <a:pt x="9829" y="14008"/>
                  </a:lnTo>
                  <a:lnTo>
                    <a:pt x="9804" y="14249"/>
                  </a:lnTo>
                  <a:lnTo>
                    <a:pt x="9880" y="14490"/>
                  </a:lnTo>
                  <a:close/>
                </a:path>
                <a:path w="24129" h="15240">
                  <a:moveTo>
                    <a:pt x="9956" y="4787"/>
                  </a:moveTo>
                  <a:lnTo>
                    <a:pt x="9690" y="4622"/>
                  </a:lnTo>
                  <a:lnTo>
                    <a:pt x="9639" y="4876"/>
                  </a:lnTo>
                  <a:lnTo>
                    <a:pt x="9690" y="5016"/>
                  </a:lnTo>
                  <a:lnTo>
                    <a:pt x="9817" y="5041"/>
                  </a:lnTo>
                  <a:lnTo>
                    <a:pt x="9715" y="5321"/>
                  </a:lnTo>
                  <a:lnTo>
                    <a:pt x="9779" y="5143"/>
                  </a:lnTo>
                  <a:lnTo>
                    <a:pt x="9956" y="5245"/>
                  </a:lnTo>
                  <a:lnTo>
                    <a:pt x="9956" y="5118"/>
                  </a:lnTo>
                  <a:lnTo>
                    <a:pt x="9918" y="4940"/>
                  </a:lnTo>
                  <a:lnTo>
                    <a:pt x="9956" y="4787"/>
                  </a:lnTo>
                  <a:close/>
                </a:path>
                <a:path w="24129" h="15240">
                  <a:moveTo>
                    <a:pt x="9969" y="5410"/>
                  </a:moveTo>
                  <a:lnTo>
                    <a:pt x="9715" y="5384"/>
                  </a:lnTo>
                  <a:lnTo>
                    <a:pt x="9842" y="5499"/>
                  </a:lnTo>
                  <a:lnTo>
                    <a:pt x="9969" y="5410"/>
                  </a:lnTo>
                  <a:close/>
                </a:path>
                <a:path w="24129" h="15240">
                  <a:moveTo>
                    <a:pt x="10020" y="13525"/>
                  </a:moveTo>
                  <a:lnTo>
                    <a:pt x="9880" y="13500"/>
                  </a:lnTo>
                  <a:lnTo>
                    <a:pt x="10020" y="13677"/>
                  </a:lnTo>
                  <a:lnTo>
                    <a:pt x="10020" y="13525"/>
                  </a:lnTo>
                  <a:close/>
                </a:path>
                <a:path w="24129" h="15240">
                  <a:moveTo>
                    <a:pt x="10121" y="8928"/>
                  </a:moveTo>
                  <a:lnTo>
                    <a:pt x="9956" y="9055"/>
                  </a:lnTo>
                  <a:lnTo>
                    <a:pt x="10121" y="8928"/>
                  </a:lnTo>
                  <a:close/>
                </a:path>
                <a:path w="24129" h="15240">
                  <a:moveTo>
                    <a:pt x="10210" y="11442"/>
                  </a:moveTo>
                  <a:lnTo>
                    <a:pt x="10007" y="11290"/>
                  </a:lnTo>
                  <a:lnTo>
                    <a:pt x="10033" y="11607"/>
                  </a:lnTo>
                  <a:lnTo>
                    <a:pt x="10210" y="11442"/>
                  </a:lnTo>
                  <a:close/>
                </a:path>
                <a:path w="24129" h="15240">
                  <a:moveTo>
                    <a:pt x="10337" y="5118"/>
                  </a:moveTo>
                  <a:lnTo>
                    <a:pt x="10236" y="4965"/>
                  </a:lnTo>
                  <a:lnTo>
                    <a:pt x="10210" y="5143"/>
                  </a:lnTo>
                  <a:lnTo>
                    <a:pt x="10337" y="5118"/>
                  </a:lnTo>
                  <a:close/>
                </a:path>
                <a:path w="24129" h="15240">
                  <a:moveTo>
                    <a:pt x="10426" y="25"/>
                  </a:moveTo>
                  <a:lnTo>
                    <a:pt x="10287" y="88"/>
                  </a:lnTo>
                  <a:lnTo>
                    <a:pt x="10337" y="266"/>
                  </a:lnTo>
                  <a:lnTo>
                    <a:pt x="10426" y="25"/>
                  </a:lnTo>
                  <a:close/>
                </a:path>
                <a:path w="24129" h="15240">
                  <a:moveTo>
                    <a:pt x="10604" y="2540"/>
                  </a:moveTo>
                  <a:lnTo>
                    <a:pt x="10502" y="2057"/>
                  </a:lnTo>
                  <a:lnTo>
                    <a:pt x="10477" y="2184"/>
                  </a:lnTo>
                  <a:lnTo>
                    <a:pt x="10528" y="2590"/>
                  </a:lnTo>
                  <a:close/>
                </a:path>
                <a:path w="24129" h="15240">
                  <a:moveTo>
                    <a:pt x="10655" y="12039"/>
                  </a:moveTo>
                  <a:lnTo>
                    <a:pt x="10629" y="11874"/>
                  </a:lnTo>
                  <a:lnTo>
                    <a:pt x="10655" y="12039"/>
                  </a:lnTo>
                  <a:close/>
                </a:path>
                <a:path w="24129" h="15240">
                  <a:moveTo>
                    <a:pt x="10782" y="11226"/>
                  </a:moveTo>
                  <a:lnTo>
                    <a:pt x="10668" y="11366"/>
                  </a:lnTo>
                  <a:lnTo>
                    <a:pt x="10782" y="11226"/>
                  </a:lnTo>
                  <a:close/>
                </a:path>
                <a:path w="24129" h="15240">
                  <a:moveTo>
                    <a:pt x="10820" y="12827"/>
                  </a:moveTo>
                  <a:lnTo>
                    <a:pt x="10706" y="12611"/>
                  </a:lnTo>
                  <a:lnTo>
                    <a:pt x="10795" y="12928"/>
                  </a:lnTo>
                  <a:close/>
                </a:path>
                <a:path w="24129" h="15240">
                  <a:moveTo>
                    <a:pt x="10960" y="3149"/>
                  </a:moveTo>
                  <a:lnTo>
                    <a:pt x="10934" y="2908"/>
                  </a:lnTo>
                  <a:lnTo>
                    <a:pt x="10896" y="2743"/>
                  </a:lnTo>
                  <a:lnTo>
                    <a:pt x="10820" y="2476"/>
                  </a:lnTo>
                  <a:lnTo>
                    <a:pt x="10769" y="3098"/>
                  </a:lnTo>
                  <a:lnTo>
                    <a:pt x="10960" y="3149"/>
                  </a:lnTo>
                  <a:close/>
                </a:path>
                <a:path w="24129" h="15240">
                  <a:moveTo>
                    <a:pt x="10972" y="14033"/>
                  </a:moveTo>
                  <a:lnTo>
                    <a:pt x="10845" y="14173"/>
                  </a:lnTo>
                  <a:lnTo>
                    <a:pt x="10909" y="14046"/>
                  </a:lnTo>
                  <a:close/>
                </a:path>
                <a:path w="24129" h="15240">
                  <a:moveTo>
                    <a:pt x="11010" y="3225"/>
                  </a:moveTo>
                  <a:lnTo>
                    <a:pt x="10871" y="3175"/>
                  </a:lnTo>
                  <a:lnTo>
                    <a:pt x="10985" y="3543"/>
                  </a:lnTo>
                  <a:lnTo>
                    <a:pt x="11010" y="3225"/>
                  </a:lnTo>
                  <a:close/>
                </a:path>
                <a:path w="24129" h="15240">
                  <a:moveTo>
                    <a:pt x="11366" y="4152"/>
                  </a:moveTo>
                  <a:lnTo>
                    <a:pt x="11290" y="4292"/>
                  </a:lnTo>
                  <a:lnTo>
                    <a:pt x="11366" y="4152"/>
                  </a:lnTo>
                  <a:close/>
                </a:path>
                <a:path w="24129" h="15240">
                  <a:moveTo>
                    <a:pt x="13614" y="1447"/>
                  </a:moveTo>
                  <a:lnTo>
                    <a:pt x="13487" y="1346"/>
                  </a:lnTo>
                  <a:lnTo>
                    <a:pt x="13614" y="1447"/>
                  </a:lnTo>
                  <a:close/>
                </a:path>
                <a:path w="24129" h="15240">
                  <a:moveTo>
                    <a:pt x="23685" y="10871"/>
                  </a:moveTo>
                  <a:lnTo>
                    <a:pt x="23622" y="10426"/>
                  </a:lnTo>
                  <a:lnTo>
                    <a:pt x="23647" y="11023"/>
                  </a:lnTo>
                  <a:lnTo>
                    <a:pt x="23596" y="11861"/>
                  </a:lnTo>
                  <a:lnTo>
                    <a:pt x="23660" y="12293"/>
                  </a:lnTo>
                  <a:lnTo>
                    <a:pt x="23634" y="11696"/>
                  </a:lnTo>
                  <a:lnTo>
                    <a:pt x="23685" y="108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4057345" y="1231086"/>
              <a:ext cx="19050" cy="14604"/>
            </a:xfrm>
            <a:custGeom>
              <a:avLst/>
              <a:gdLst/>
              <a:ahLst/>
              <a:cxnLst/>
              <a:rect l="l" t="t" r="r" b="b"/>
              <a:pathLst>
                <a:path w="19050" h="14605">
                  <a:moveTo>
                    <a:pt x="127" y="1854"/>
                  </a:moveTo>
                  <a:lnTo>
                    <a:pt x="0" y="1955"/>
                  </a:lnTo>
                  <a:lnTo>
                    <a:pt x="127" y="2032"/>
                  </a:lnTo>
                  <a:lnTo>
                    <a:pt x="127" y="1854"/>
                  </a:lnTo>
                  <a:close/>
                </a:path>
                <a:path w="19050" h="14605">
                  <a:moveTo>
                    <a:pt x="1003" y="13093"/>
                  </a:moveTo>
                  <a:lnTo>
                    <a:pt x="812" y="12941"/>
                  </a:lnTo>
                  <a:lnTo>
                    <a:pt x="901" y="13093"/>
                  </a:lnTo>
                  <a:close/>
                </a:path>
                <a:path w="19050" h="14605">
                  <a:moveTo>
                    <a:pt x="1790" y="1714"/>
                  </a:moveTo>
                  <a:lnTo>
                    <a:pt x="1727" y="1879"/>
                  </a:lnTo>
                  <a:lnTo>
                    <a:pt x="1790" y="1714"/>
                  </a:lnTo>
                  <a:close/>
                </a:path>
                <a:path w="19050" h="14605">
                  <a:moveTo>
                    <a:pt x="2159" y="13119"/>
                  </a:moveTo>
                  <a:lnTo>
                    <a:pt x="2095" y="13284"/>
                  </a:lnTo>
                  <a:lnTo>
                    <a:pt x="2159" y="13119"/>
                  </a:lnTo>
                  <a:close/>
                </a:path>
                <a:path w="19050" h="14605">
                  <a:moveTo>
                    <a:pt x="2197" y="12636"/>
                  </a:moveTo>
                  <a:lnTo>
                    <a:pt x="2095" y="12509"/>
                  </a:lnTo>
                  <a:lnTo>
                    <a:pt x="2070" y="12636"/>
                  </a:lnTo>
                  <a:lnTo>
                    <a:pt x="2197" y="12636"/>
                  </a:lnTo>
                  <a:close/>
                </a:path>
                <a:path w="19050" h="14605">
                  <a:moveTo>
                    <a:pt x="2235" y="711"/>
                  </a:moveTo>
                  <a:lnTo>
                    <a:pt x="2222" y="381"/>
                  </a:lnTo>
                  <a:lnTo>
                    <a:pt x="2197" y="571"/>
                  </a:lnTo>
                  <a:lnTo>
                    <a:pt x="2006" y="571"/>
                  </a:lnTo>
                  <a:lnTo>
                    <a:pt x="1879" y="673"/>
                  </a:lnTo>
                  <a:lnTo>
                    <a:pt x="1955" y="825"/>
                  </a:lnTo>
                  <a:lnTo>
                    <a:pt x="1955" y="1054"/>
                  </a:lnTo>
                  <a:lnTo>
                    <a:pt x="2171" y="1117"/>
                  </a:lnTo>
                  <a:lnTo>
                    <a:pt x="2197" y="622"/>
                  </a:lnTo>
                  <a:close/>
                </a:path>
                <a:path w="19050" h="14605">
                  <a:moveTo>
                    <a:pt x="2425" y="1358"/>
                  </a:moveTo>
                  <a:lnTo>
                    <a:pt x="2260" y="1054"/>
                  </a:lnTo>
                  <a:lnTo>
                    <a:pt x="2235" y="1219"/>
                  </a:lnTo>
                  <a:lnTo>
                    <a:pt x="2311" y="1397"/>
                  </a:lnTo>
                  <a:lnTo>
                    <a:pt x="2108" y="1638"/>
                  </a:lnTo>
                  <a:lnTo>
                    <a:pt x="2298" y="1638"/>
                  </a:lnTo>
                  <a:lnTo>
                    <a:pt x="2273" y="1409"/>
                  </a:lnTo>
                  <a:lnTo>
                    <a:pt x="2425" y="1676"/>
                  </a:lnTo>
                  <a:lnTo>
                    <a:pt x="2425" y="1358"/>
                  </a:lnTo>
                  <a:close/>
                </a:path>
                <a:path w="19050" h="14605">
                  <a:moveTo>
                    <a:pt x="2565" y="13906"/>
                  </a:moveTo>
                  <a:lnTo>
                    <a:pt x="2501" y="13741"/>
                  </a:lnTo>
                  <a:lnTo>
                    <a:pt x="2501" y="13881"/>
                  </a:lnTo>
                  <a:close/>
                </a:path>
                <a:path w="19050" h="14605">
                  <a:moveTo>
                    <a:pt x="2616" y="13665"/>
                  </a:moveTo>
                  <a:lnTo>
                    <a:pt x="2578" y="13411"/>
                  </a:lnTo>
                  <a:lnTo>
                    <a:pt x="2514" y="13677"/>
                  </a:lnTo>
                  <a:close/>
                </a:path>
                <a:path w="19050" h="14605">
                  <a:moveTo>
                    <a:pt x="2667" y="6515"/>
                  </a:moveTo>
                  <a:lnTo>
                    <a:pt x="2489" y="6400"/>
                  </a:lnTo>
                  <a:lnTo>
                    <a:pt x="2489" y="6616"/>
                  </a:lnTo>
                  <a:lnTo>
                    <a:pt x="2667" y="6654"/>
                  </a:lnTo>
                  <a:lnTo>
                    <a:pt x="2667" y="6515"/>
                  </a:lnTo>
                  <a:close/>
                </a:path>
                <a:path w="19050" h="14605">
                  <a:moveTo>
                    <a:pt x="2692" y="101"/>
                  </a:moveTo>
                  <a:lnTo>
                    <a:pt x="2603" y="304"/>
                  </a:lnTo>
                  <a:lnTo>
                    <a:pt x="2692" y="101"/>
                  </a:lnTo>
                  <a:close/>
                </a:path>
                <a:path w="19050" h="14605">
                  <a:moveTo>
                    <a:pt x="2730" y="1320"/>
                  </a:moveTo>
                  <a:lnTo>
                    <a:pt x="2641" y="1130"/>
                  </a:lnTo>
                  <a:lnTo>
                    <a:pt x="2616" y="1257"/>
                  </a:lnTo>
                  <a:close/>
                </a:path>
                <a:path w="19050" h="14605">
                  <a:moveTo>
                    <a:pt x="2730" y="431"/>
                  </a:moveTo>
                  <a:lnTo>
                    <a:pt x="2476" y="215"/>
                  </a:lnTo>
                  <a:lnTo>
                    <a:pt x="2527" y="571"/>
                  </a:lnTo>
                  <a:lnTo>
                    <a:pt x="2730" y="431"/>
                  </a:lnTo>
                  <a:close/>
                </a:path>
                <a:path w="19050" h="14605">
                  <a:moveTo>
                    <a:pt x="2755" y="4406"/>
                  </a:moveTo>
                  <a:lnTo>
                    <a:pt x="2730" y="4191"/>
                  </a:lnTo>
                  <a:lnTo>
                    <a:pt x="2590" y="4140"/>
                  </a:lnTo>
                  <a:lnTo>
                    <a:pt x="2679" y="4318"/>
                  </a:lnTo>
                  <a:lnTo>
                    <a:pt x="2628" y="4483"/>
                  </a:lnTo>
                  <a:lnTo>
                    <a:pt x="2755" y="4406"/>
                  </a:lnTo>
                  <a:close/>
                </a:path>
                <a:path w="19050" h="14605">
                  <a:moveTo>
                    <a:pt x="2781" y="9956"/>
                  </a:moveTo>
                  <a:lnTo>
                    <a:pt x="2730" y="9829"/>
                  </a:lnTo>
                  <a:lnTo>
                    <a:pt x="2628" y="10058"/>
                  </a:lnTo>
                  <a:lnTo>
                    <a:pt x="2781" y="9956"/>
                  </a:lnTo>
                  <a:close/>
                </a:path>
                <a:path w="19050" h="14605">
                  <a:moveTo>
                    <a:pt x="2857" y="4064"/>
                  </a:moveTo>
                  <a:lnTo>
                    <a:pt x="2781" y="3924"/>
                  </a:lnTo>
                  <a:lnTo>
                    <a:pt x="2806" y="4114"/>
                  </a:lnTo>
                  <a:close/>
                </a:path>
                <a:path w="19050" h="14605">
                  <a:moveTo>
                    <a:pt x="2882" y="5880"/>
                  </a:moveTo>
                  <a:lnTo>
                    <a:pt x="2730" y="5676"/>
                  </a:lnTo>
                  <a:lnTo>
                    <a:pt x="2692" y="5994"/>
                  </a:lnTo>
                  <a:lnTo>
                    <a:pt x="2857" y="5969"/>
                  </a:lnTo>
                  <a:close/>
                </a:path>
                <a:path w="19050" h="14605">
                  <a:moveTo>
                    <a:pt x="2908" y="6019"/>
                  </a:moveTo>
                  <a:lnTo>
                    <a:pt x="2857" y="6172"/>
                  </a:lnTo>
                  <a:lnTo>
                    <a:pt x="2705" y="6172"/>
                  </a:lnTo>
                  <a:lnTo>
                    <a:pt x="2857" y="6223"/>
                  </a:lnTo>
                  <a:lnTo>
                    <a:pt x="2908" y="6019"/>
                  </a:lnTo>
                  <a:close/>
                </a:path>
                <a:path w="19050" h="14605">
                  <a:moveTo>
                    <a:pt x="2921" y="3695"/>
                  </a:moveTo>
                  <a:lnTo>
                    <a:pt x="2781" y="3467"/>
                  </a:lnTo>
                  <a:lnTo>
                    <a:pt x="2768" y="3606"/>
                  </a:lnTo>
                  <a:lnTo>
                    <a:pt x="2921" y="3695"/>
                  </a:lnTo>
                  <a:close/>
                </a:path>
                <a:path w="19050" h="14605">
                  <a:moveTo>
                    <a:pt x="2933" y="0"/>
                  </a:moveTo>
                  <a:lnTo>
                    <a:pt x="2882" y="139"/>
                  </a:lnTo>
                  <a:lnTo>
                    <a:pt x="2933" y="0"/>
                  </a:lnTo>
                  <a:close/>
                </a:path>
                <a:path w="19050" h="14605">
                  <a:moveTo>
                    <a:pt x="2959" y="5130"/>
                  </a:moveTo>
                  <a:lnTo>
                    <a:pt x="2857" y="5003"/>
                  </a:lnTo>
                  <a:lnTo>
                    <a:pt x="2882" y="4864"/>
                  </a:lnTo>
                  <a:lnTo>
                    <a:pt x="2730" y="4762"/>
                  </a:lnTo>
                  <a:lnTo>
                    <a:pt x="2628" y="4889"/>
                  </a:lnTo>
                  <a:lnTo>
                    <a:pt x="2705" y="5016"/>
                  </a:lnTo>
                  <a:lnTo>
                    <a:pt x="2603" y="5321"/>
                  </a:lnTo>
                  <a:lnTo>
                    <a:pt x="2603" y="5626"/>
                  </a:lnTo>
                  <a:lnTo>
                    <a:pt x="2705" y="5397"/>
                  </a:lnTo>
                  <a:lnTo>
                    <a:pt x="2882" y="5461"/>
                  </a:lnTo>
                  <a:lnTo>
                    <a:pt x="2933" y="5270"/>
                  </a:lnTo>
                  <a:lnTo>
                    <a:pt x="2959" y="5130"/>
                  </a:lnTo>
                  <a:close/>
                </a:path>
                <a:path w="19050" h="14605">
                  <a:moveTo>
                    <a:pt x="3022" y="0"/>
                  </a:moveTo>
                  <a:close/>
                </a:path>
                <a:path w="19050" h="14605">
                  <a:moveTo>
                    <a:pt x="3136" y="4381"/>
                  </a:moveTo>
                  <a:lnTo>
                    <a:pt x="3111" y="4559"/>
                  </a:lnTo>
                  <a:lnTo>
                    <a:pt x="3136" y="4381"/>
                  </a:lnTo>
                  <a:close/>
                </a:path>
                <a:path w="19050" h="14605">
                  <a:moveTo>
                    <a:pt x="3200" y="4127"/>
                  </a:moveTo>
                  <a:lnTo>
                    <a:pt x="3162" y="3949"/>
                  </a:lnTo>
                  <a:lnTo>
                    <a:pt x="3200" y="4127"/>
                  </a:lnTo>
                  <a:close/>
                </a:path>
                <a:path w="19050" h="14605">
                  <a:moveTo>
                    <a:pt x="3213" y="12750"/>
                  </a:moveTo>
                  <a:lnTo>
                    <a:pt x="3162" y="12928"/>
                  </a:lnTo>
                  <a:lnTo>
                    <a:pt x="3213" y="12750"/>
                  </a:lnTo>
                  <a:close/>
                </a:path>
                <a:path w="19050" h="14605">
                  <a:moveTo>
                    <a:pt x="3276" y="13106"/>
                  </a:moveTo>
                  <a:lnTo>
                    <a:pt x="3136" y="12979"/>
                  </a:lnTo>
                  <a:lnTo>
                    <a:pt x="3111" y="13182"/>
                  </a:lnTo>
                  <a:lnTo>
                    <a:pt x="3251" y="13182"/>
                  </a:lnTo>
                  <a:close/>
                </a:path>
                <a:path w="19050" h="14605">
                  <a:moveTo>
                    <a:pt x="3289" y="12293"/>
                  </a:moveTo>
                  <a:lnTo>
                    <a:pt x="3187" y="12547"/>
                  </a:lnTo>
                  <a:lnTo>
                    <a:pt x="3035" y="12611"/>
                  </a:lnTo>
                  <a:lnTo>
                    <a:pt x="3238" y="12725"/>
                  </a:lnTo>
                  <a:lnTo>
                    <a:pt x="3289" y="12293"/>
                  </a:lnTo>
                  <a:close/>
                </a:path>
                <a:path w="19050" h="14605">
                  <a:moveTo>
                    <a:pt x="3441" y="1574"/>
                  </a:moveTo>
                  <a:lnTo>
                    <a:pt x="3302" y="1536"/>
                  </a:lnTo>
                  <a:lnTo>
                    <a:pt x="3403" y="1727"/>
                  </a:lnTo>
                  <a:lnTo>
                    <a:pt x="3441" y="1574"/>
                  </a:lnTo>
                  <a:close/>
                </a:path>
                <a:path w="19050" h="14605">
                  <a:moveTo>
                    <a:pt x="3632" y="9982"/>
                  </a:moveTo>
                  <a:lnTo>
                    <a:pt x="3530" y="9779"/>
                  </a:lnTo>
                  <a:lnTo>
                    <a:pt x="3479" y="10223"/>
                  </a:lnTo>
                  <a:lnTo>
                    <a:pt x="3632" y="9982"/>
                  </a:lnTo>
                  <a:close/>
                </a:path>
                <a:path w="19050" h="14605">
                  <a:moveTo>
                    <a:pt x="3644" y="14579"/>
                  </a:moveTo>
                  <a:lnTo>
                    <a:pt x="3619" y="14439"/>
                  </a:lnTo>
                  <a:lnTo>
                    <a:pt x="3594" y="14579"/>
                  </a:lnTo>
                  <a:close/>
                </a:path>
                <a:path w="19050" h="14605">
                  <a:moveTo>
                    <a:pt x="3708" y="2552"/>
                  </a:moveTo>
                  <a:lnTo>
                    <a:pt x="3581" y="2438"/>
                  </a:lnTo>
                  <a:lnTo>
                    <a:pt x="3708" y="2552"/>
                  </a:lnTo>
                  <a:close/>
                </a:path>
                <a:path w="19050" h="14605">
                  <a:moveTo>
                    <a:pt x="3733" y="0"/>
                  </a:moveTo>
                  <a:close/>
                </a:path>
                <a:path w="19050" h="14605">
                  <a:moveTo>
                    <a:pt x="3797" y="2324"/>
                  </a:moveTo>
                  <a:lnTo>
                    <a:pt x="3619" y="2324"/>
                  </a:lnTo>
                  <a:lnTo>
                    <a:pt x="3797" y="2324"/>
                  </a:lnTo>
                  <a:close/>
                </a:path>
                <a:path w="19050" h="14605">
                  <a:moveTo>
                    <a:pt x="3975" y="13144"/>
                  </a:moveTo>
                  <a:lnTo>
                    <a:pt x="3898" y="13017"/>
                  </a:lnTo>
                  <a:lnTo>
                    <a:pt x="3797" y="13144"/>
                  </a:lnTo>
                  <a:lnTo>
                    <a:pt x="3975" y="13144"/>
                  </a:lnTo>
                  <a:close/>
                </a:path>
                <a:path w="19050" h="14605">
                  <a:moveTo>
                    <a:pt x="4178" y="10795"/>
                  </a:moveTo>
                  <a:lnTo>
                    <a:pt x="4051" y="10795"/>
                  </a:lnTo>
                  <a:lnTo>
                    <a:pt x="4051" y="10972"/>
                  </a:lnTo>
                  <a:lnTo>
                    <a:pt x="4178" y="10795"/>
                  </a:lnTo>
                  <a:close/>
                </a:path>
                <a:path w="19050" h="14605">
                  <a:moveTo>
                    <a:pt x="4305" y="12458"/>
                  </a:moveTo>
                  <a:lnTo>
                    <a:pt x="4241" y="12687"/>
                  </a:lnTo>
                  <a:lnTo>
                    <a:pt x="4305" y="12458"/>
                  </a:lnTo>
                  <a:close/>
                </a:path>
                <a:path w="19050" h="14605">
                  <a:moveTo>
                    <a:pt x="4508" y="11366"/>
                  </a:moveTo>
                  <a:lnTo>
                    <a:pt x="4470" y="11226"/>
                  </a:lnTo>
                  <a:lnTo>
                    <a:pt x="4356" y="11404"/>
                  </a:lnTo>
                  <a:lnTo>
                    <a:pt x="4508" y="11366"/>
                  </a:lnTo>
                  <a:close/>
                </a:path>
                <a:path w="19050" h="14605">
                  <a:moveTo>
                    <a:pt x="4635" y="2057"/>
                  </a:moveTo>
                  <a:lnTo>
                    <a:pt x="4457" y="2171"/>
                  </a:lnTo>
                  <a:lnTo>
                    <a:pt x="4394" y="2019"/>
                  </a:lnTo>
                  <a:lnTo>
                    <a:pt x="4394" y="2159"/>
                  </a:lnTo>
                  <a:lnTo>
                    <a:pt x="4419" y="2400"/>
                  </a:lnTo>
                  <a:lnTo>
                    <a:pt x="4368" y="2679"/>
                  </a:lnTo>
                  <a:lnTo>
                    <a:pt x="4521" y="2565"/>
                  </a:lnTo>
                  <a:lnTo>
                    <a:pt x="4622" y="2374"/>
                  </a:lnTo>
                  <a:lnTo>
                    <a:pt x="4635" y="2197"/>
                  </a:lnTo>
                  <a:lnTo>
                    <a:pt x="4635" y="2057"/>
                  </a:lnTo>
                  <a:close/>
                </a:path>
                <a:path w="19050" h="14605">
                  <a:moveTo>
                    <a:pt x="4648" y="1930"/>
                  </a:moveTo>
                  <a:lnTo>
                    <a:pt x="4521" y="1828"/>
                  </a:lnTo>
                  <a:lnTo>
                    <a:pt x="4394" y="1955"/>
                  </a:lnTo>
                  <a:lnTo>
                    <a:pt x="4648" y="1930"/>
                  </a:lnTo>
                  <a:close/>
                </a:path>
                <a:path w="19050" h="14605">
                  <a:moveTo>
                    <a:pt x="4699" y="8166"/>
                  </a:moveTo>
                  <a:lnTo>
                    <a:pt x="4559" y="8343"/>
                  </a:lnTo>
                  <a:lnTo>
                    <a:pt x="4699" y="8318"/>
                  </a:lnTo>
                  <a:lnTo>
                    <a:pt x="4699" y="8166"/>
                  </a:lnTo>
                  <a:close/>
                </a:path>
                <a:path w="19050" h="14605">
                  <a:moveTo>
                    <a:pt x="4800" y="12915"/>
                  </a:moveTo>
                  <a:lnTo>
                    <a:pt x="4635" y="12801"/>
                  </a:lnTo>
                  <a:lnTo>
                    <a:pt x="4686" y="12966"/>
                  </a:lnTo>
                  <a:close/>
                </a:path>
                <a:path w="19050" h="14605">
                  <a:moveTo>
                    <a:pt x="4889" y="10414"/>
                  </a:moveTo>
                  <a:lnTo>
                    <a:pt x="4711" y="10248"/>
                  </a:lnTo>
                  <a:lnTo>
                    <a:pt x="4686" y="10566"/>
                  </a:lnTo>
                  <a:lnTo>
                    <a:pt x="4889" y="10414"/>
                  </a:lnTo>
                  <a:close/>
                </a:path>
                <a:path w="19050" h="14605">
                  <a:moveTo>
                    <a:pt x="5016" y="2197"/>
                  </a:moveTo>
                  <a:lnTo>
                    <a:pt x="4889" y="2171"/>
                  </a:lnTo>
                  <a:lnTo>
                    <a:pt x="4914" y="2349"/>
                  </a:lnTo>
                  <a:lnTo>
                    <a:pt x="5016" y="2197"/>
                  </a:lnTo>
                  <a:close/>
                </a:path>
                <a:path w="19050" h="14605">
                  <a:moveTo>
                    <a:pt x="5105" y="7302"/>
                  </a:moveTo>
                  <a:lnTo>
                    <a:pt x="5016" y="7048"/>
                  </a:lnTo>
                  <a:lnTo>
                    <a:pt x="4965" y="7175"/>
                  </a:lnTo>
                  <a:lnTo>
                    <a:pt x="4991" y="7315"/>
                  </a:lnTo>
                  <a:close/>
                </a:path>
                <a:path w="19050" h="14605">
                  <a:moveTo>
                    <a:pt x="5283" y="4787"/>
                  </a:moveTo>
                  <a:lnTo>
                    <a:pt x="5181" y="4927"/>
                  </a:lnTo>
                  <a:lnTo>
                    <a:pt x="5156" y="5143"/>
                  </a:lnTo>
                  <a:lnTo>
                    <a:pt x="5181" y="5283"/>
                  </a:lnTo>
                  <a:lnTo>
                    <a:pt x="5283" y="4787"/>
                  </a:lnTo>
                  <a:close/>
                </a:path>
                <a:path w="19050" h="14605">
                  <a:moveTo>
                    <a:pt x="5334" y="9829"/>
                  </a:moveTo>
                  <a:lnTo>
                    <a:pt x="5207" y="9982"/>
                  </a:lnTo>
                  <a:lnTo>
                    <a:pt x="5334" y="9829"/>
                  </a:lnTo>
                  <a:close/>
                </a:path>
                <a:path w="19050" h="14605">
                  <a:moveTo>
                    <a:pt x="5461" y="10629"/>
                  </a:moveTo>
                  <a:lnTo>
                    <a:pt x="5435" y="10426"/>
                  </a:lnTo>
                  <a:lnTo>
                    <a:pt x="5384" y="10629"/>
                  </a:lnTo>
                  <a:close/>
                </a:path>
                <a:path w="19050" h="14605">
                  <a:moveTo>
                    <a:pt x="5499" y="9029"/>
                  </a:moveTo>
                  <a:lnTo>
                    <a:pt x="5308" y="9131"/>
                  </a:lnTo>
                  <a:lnTo>
                    <a:pt x="5384" y="9258"/>
                  </a:lnTo>
                  <a:lnTo>
                    <a:pt x="5499" y="9029"/>
                  </a:lnTo>
                  <a:close/>
                </a:path>
                <a:path w="19050" h="14605">
                  <a:moveTo>
                    <a:pt x="5638" y="4178"/>
                  </a:moveTo>
                  <a:lnTo>
                    <a:pt x="5448" y="4216"/>
                  </a:lnTo>
                  <a:lnTo>
                    <a:pt x="5422" y="4787"/>
                  </a:lnTo>
                  <a:lnTo>
                    <a:pt x="5600" y="4597"/>
                  </a:lnTo>
                  <a:lnTo>
                    <a:pt x="5613" y="4406"/>
                  </a:lnTo>
                  <a:lnTo>
                    <a:pt x="5638" y="4178"/>
                  </a:lnTo>
                  <a:close/>
                </a:path>
                <a:path w="19050" h="14605">
                  <a:moveTo>
                    <a:pt x="5651" y="7848"/>
                  </a:moveTo>
                  <a:lnTo>
                    <a:pt x="5524" y="7696"/>
                  </a:lnTo>
                  <a:lnTo>
                    <a:pt x="5549" y="7848"/>
                  </a:lnTo>
                  <a:close/>
                </a:path>
                <a:path w="19050" h="14605">
                  <a:moveTo>
                    <a:pt x="5689" y="4102"/>
                  </a:moveTo>
                  <a:lnTo>
                    <a:pt x="5664" y="3797"/>
                  </a:lnTo>
                  <a:lnTo>
                    <a:pt x="5549" y="4165"/>
                  </a:lnTo>
                  <a:lnTo>
                    <a:pt x="5689" y="4102"/>
                  </a:lnTo>
                  <a:close/>
                </a:path>
                <a:path w="19050" h="14605">
                  <a:moveTo>
                    <a:pt x="6045" y="3136"/>
                  </a:moveTo>
                  <a:lnTo>
                    <a:pt x="6007" y="2921"/>
                  </a:lnTo>
                  <a:lnTo>
                    <a:pt x="5969" y="3136"/>
                  </a:lnTo>
                  <a:close/>
                </a:path>
                <a:path w="19050" h="14605">
                  <a:moveTo>
                    <a:pt x="8293" y="5867"/>
                  </a:moveTo>
                  <a:lnTo>
                    <a:pt x="8153" y="5842"/>
                  </a:lnTo>
                  <a:lnTo>
                    <a:pt x="8166" y="5981"/>
                  </a:lnTo>
                  <a:lnTo>
                    <a:pt x="8293" y="5867"/>
                  </a:lnTo>
                  <a:close/>
                </a:path>
                <a:path w="19050" h="14605">
                  <a:moveTo>
                    <a:pt x="18364" y="10985"/>
                  </a:moveTo>
                  <a:lnTo>
                    <a:pt x="18313" y="10147"/>
                  </a:lnTo>
                  <a:lnTo>
                    <a:pt x="18338" y="9563"/>
                  </a:lnTo>
                  <a:lnTo>
                    <a:pt x="18275" y="10007"/>
                  </a:lnTo>
                  <a:lnTo>
                    <a:pt x="18326" y="10833"/>
                  </a:lnTo>
                  <a:lnTo>
                    <a:pt x="18300" y="11430"/>
                  </a:lnTo>
                  <a:lnTo>
                    <a:pt x="18364" y="10985"/>
                  </a:lnTo>
                  <a:close/>
                </a:path>
                <a:path w="19050" h="14605">
                  <a:moveTo>
                    <a:pt x="18948" y="0"/>
                  </a:moveTo>
                  <a:lnTo>
                    <a:pt x="18910" y="317"/>
                  </a:lnTo>
                  <a:lnTo>
                    <a:pt x="18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5" name="object 75"/>
            <p:cNvSpPr/>
            <p:nvPr/>
          </p:nvSpPr>
          <p:spPr>
            <a:xfrm>
              <a:off x="4052024" y="1238325"/>
              <a:ext cx="24765" cy="14604"/>
            </a:xfrm>
            <a:custGeom>
              <a:avLst/>
              <a:gdLst/>
              <a:ahLst/>
              <a:cxnLst/>
              <a:rect l="l" t="t" r="r" b="b"/>
              <a:pathLst>
                <a:path w="24764" h="14605">
                  <a:moveTo>
                    <a:pt x="6045" y="3530"/>
                  </a:moveTo>
                  <a:lnTo>
                    <a:pt x="38" y="3530"/>
                  </a:lnTo>
                  <a:lnTo>
                    <a:pt x="76" y="5727"/>
                  </a:lnTo>
                  <a:lnTo>
                    <a:pt x="5562" y="5727"/>
                  </a:lnTo>
                  <a:lnTo>
                    <a:pt x="6045" y="3530"/>
                  </a:lnTo>
                  <a:close/>
                </a:path>
                <a:path w="24764" h="14605">
                  <a:moveTo>
                    <a:pt x="6134" y="5727"/>
                  </a:moveTo>
                  <a:lnTo>
                    <a:pt x="5969" y="5727"/>
                  </a:lnTo>
                  <a:lnTo>
                    <a:pt x="6121" y="6375"/>
                  </a:lnTo>
                  <a:lnTo>
                    <a:pt x="6134" y="5727"/>
                  </a:lnTo>
                  <a:close/>
                </a:path>
                <a:path w="24764" h="14605">
                  <a:moveTo>
                    <a:pt x="6324" y="13068"/>
                  </a:moveTo>
                  <a:lnTo>
                    <a:pt x="6134" y="12941"/>
                  </a:lnTo>
                  <a:lnTo>
                    <a:pt x="6223" y="13068"/>
                  </a:lnTo>
                  <a:close/>
                </a:path>
                <a:path w="24764" h="14605">
                  <a:moveTo>
                    <a:pt x="7366" y="7340"/>
                  </a:moveTo>
                  <a:lnTo>
                    <a:pt x="7315" y="7010"/>
                  </a:lnTo>
                  <a:lnTo>
                    <a:pt x="6997" y="7010"/>
                  </a:lnTo>
                  <a:lnTo>
                    <a:pt x="6870" y="6858"/>
                  </a:lnTo>
                  <a:lnTo>
                    <a:pt x="6565" y="6502"/>
                  </a:lnTo>
                  <a:lnTo>
                    <a:pt x="6438" y="6502"/>
                  </a:lnTo>
                  <a:lnTo>
                    <a:pt x="6438" y="6375"/>
                  </a:lnTo>
                  <a:lnTo>
                    <a:pt x="6121" y="6375"/>
                  </a:lnTo>
                  <a:lnTo>
                    <a:pt x="88" y="6375"/>
                  </a:lnTo>
                  <a:lnTo>
                    <a:pt x="114" y="7340"/>
                  </a:lnTo>
                  <a:lnTo>
                    <a:pt x="7366" y="7340"/>
                  </a:lnTo>
                  <a:close/>
                </a:path>
                <a:path w="24764" h="14605">
                  <a:moveTo>
                    <a:pt x="7480" y="13106"/>
                  </a:moveTo>
                  <a:lnTo>
                    <a:pt x="7416" y="13271"/>
                  </a:lnTo>
                  <a:lnTo>
                    <a:pt x="7480" y="13106"/>
                  </a:lnTo>
                  <a:close/>
                </a:path>
                <a:path w="24764" h="14605">
                  <a:moveTo>
                    <a:pt x="7518" y="12611"/>
                  </a:moveTo>
                  <a:lnTo>
                    <a:pt x="7391" y="12611"/>
                  </a:lnTo>
                  <a:lnTo>
                    <a:pt x="7518" y="12611"/>
                  </a:lnTo>
                  <a:close/>
                </a:path>
                <a:path w="24764" h="14605">
                  <a:moveTo>
                    <a:pt x="7556" y="6654"/>
                  </a:moveTo>
                  <a:lnTo>
                    <a:pt x="7493" y="6210"/>
                  </a:lnTo>
                  <a:lnTo>
                    <a:pt x="7277" y="6286"/>
                  </a:lnTo>
                  <a:lnTo>
                    <a:pt x="7378" y="6642"/>
                  </a:lnTo>
                  <a:lnTo>
                    <a:pt x="7200" y="6667"/>
                  </a:lnTo>
                  <a:lnTo>
                    <a:pt x="7327" y="6769"/>
                  </a:lnTo>
                  <a:lnTo>
                    <a:pt x="7518" y="6769"/>
                  </a:lnTo>
                  <a:lnTo>
                    <a:pt x="7543" y="6946"/>
                  </a:lnTo>
                  <a:lnTo>
                    <a:pt x="7556" y="6654"/>
                  </a:lnTo>
                  <a:close/>
                </a:path>
                <a:path w="24764" h="14605">
                  <a:moveTo>
                    <a:pt x="7810" y="2832"/>
                  </a:moveTo>
                  <a:lnTo>
                    <a:pt x="6400" y="2832"/>
                  </a:lnTo>
                  <a:lnTo>
                    <a:pt x="6324" y="2603"/>
                  </a:lnTo>
                  <a:lnTo>
                    <a:pt x="25" y="2603"/>
                  </a:lnTo>
                  <a:lnTo>
                    <a:pt x="38" y="3390"/>
                  </a:lnTo>
                  <a:lnTo>
                    <a:pt x="7683" y="3390"/>
                  </a:lnTo>
                  <a:lnTo>
                    <a:pt x="7594" y="3149"/>
                  </a:lnTo>
                  <a:lnTo>
                    <a:pt x="7785" y="3149"/>
                  </a:lnTo>
                  <a:lnTo>
                    <a:pt x="7810" y="2832"/>
                  </a:lnTo>
                  <a:close/>
                </a:path>
                <a:path w="24764" h="14605">
                  <a:moveTo>
                    <a:pt x="7886" y="13881"/>
                  </a:moveTo>
                  <a:lnTo>
                    <a:pt x="7823" y="13716"/>
                  </a:lnTo>
                  <a:lnTo>
                    <a:pt x="7823" y="13855"/>
                  </a:lnTo>
                  <a:close/>
                </a:path>
                <a:path w="24764" h="14605">
                  <a:moveTo>
                    <a:pt x="7886" y="7340"/>
                  </a:moveTo>
                  <a:close/>
                </a:path>
                <a:path w="24764" h="14605">
                  <a:moveTo>
                    <a:pt x="7937" y="13652"/>
                  </a:moveTo>
                  <a:lnTo>
                    <a:pt x="7899" y="13385"/>
                  </a:lnTo>
                  <a:lnTo>
                    <a:pt x="7835" y="13690"/>
                  </a:lnTo>
                  <a:close/>
                </a:path>
                <a:path w="24764" h="14605">
                  <a:moveTo>
                    <a:pt x="7988" y="685"/>
                  </a:moveTo>
                  <a:lnTo>
                    <a:pt x="7823" y="723"/>
                  </a:lnTo>
                  <a:lnTo>
                    <a:pt x="0" y="660"/>
                  </a:lnTo>
                  <a:lnTo>
                    <a:pt x="0" y="939"/>
                  </a:lnTo>
                  <a:lnTo>
                    <a:pt x="7810" y="939"/>
                  </a:lnTo>
                  <a:lnTo>
                    <a:pt x="7988" y="812"/>
                  </a:lnTo>
                  <a:lnTo>
                    <a:pt x="7988" y="685"/>
                  </a:lnTo>
                  <a:close/>
                </a:path>
                <a:path w="24764" h="14605">
                  <a:moveTo>
                    <a:pt x="8013" y="7150"/>
                  </a:moveTo>
                  <a:lnTo>
                    <a:pt x="7950" y="7340"/>
                  </a:lnTo>
                  <a:lnTo>
                    <a:pt x="8013" y="7150"/>
                  </a:lnTo>
                  <a:close/>
                </a:path>
                <a:path w="24764" h="14605">
                  <a:moveTo>
                    <a:pt x="8051" y="6896"/>
                  </a:moveTo>
                  <a:lnTo>
                    <a:pt x="7848" y="6769"/>
                  </a:lnTo>
                  <a:lnTo>
                    <a:pt x="7759" y="7023"/>
                  </a:lnTo>
                  <a:lnTo>
                    <a:pt x="8051" y="6896"/>
                  </a:lnTo>
                  <a:close/>
                </a:path>
                <a:path w="24764" h="14605">
                  <a:moveTo>
                    <a:pt x="8051" y="6019"/>
                  </a:moveTo>
                  <a:lnTo>
                    <a:pt x="7962" y="6184"/>
                  </a:lnTo>
                  <a:lnTo>
                    <a:pt x="8051" y="6019"/>
                  </a:lnTo>
                  <a:close/>
                </a:path>
                <a:path w="24764" h="14605">
                  <a:moveTo>
                    <a:pt x="8077" y="2921"/>
                  </a:moveTo>
                  <a:lnTo>
                    <a:pt x="7950" y="2857"/>
                  </a:lnTo>
                  <a:lnTo>
                    <a:pt x="8001" y="3022"/>
                  </a:lnTo>
                  <a:lnTo>
                    <a:pt x="7912" y="3200"/>
                  </a:lnTo>
                  <a:lnTo>
                    <a:pt x="8051" y="3149"/>
                  </a:lnTo>
                  <a:lnTo>
                    <a:pt x="8051" y="2971"/>
                  </a:lnTo>
                  <a:close/>
                </a:path>
                <a:path w="24764" h="14605">
                  <a:moveTo>
                    <a:pt x="8102" y="9944"/>
                  </a:moveTo>
                  <a:lnTo>
                    <a:pt x="8051" y="9804"/>
                  </a:lnTo>
                  <a:lnTo>
                    <a:pt x="7950" y="10058"/>
                  </a:lnTo>
                  <a:lnTo>
                    <a:pt x="8102" y="9944"/>
                  </a:lnTo>
                  <a:close/>
                </a:path>
                <a:path w="24764" h="14605">
                  <a:moveTo>
                    <a:pt x="8178" y="3263"/>
                  </a:moveTo>
                  <a:lnTo>
                    <a:pt x="8102" y="3416"/>
                  </a:lnTo>
                  <a:lnTo>
                    <a:pt x="8178" y="3263"/>
                  </a:lnTo>
                  <a:close/>
                </a:path>
                <a:path w="24764" h="14605">
                  <a:moveTo>
                    <a:pt x="8178" y="1104"/>
                  </a:moveTo>
                  <a:lnTo>
                    <a:pt x="8001" y="1104"/>
                  </a:lnTo>
                  <a:lnTo>
                    <a:pt x="8178" y="1155"/>
                  </a:lnTo>
                  <a:close/>
                </a:path>
                <a:path w="24764" h="14605">
                  <a:moveTo>
                    <a:pt x="8204" y="1447"/>
                  </a:moveTo>
                  <a:lnTo>
                    <a:pt x="8077" y="1397"/>
                  </a:lnTo>
                  <a:lnTo>
                    <a:pt x="8051" y="1651"/>
                  </a:lnTo>
                  <a:lnTo>
                    <a:pt x="8204" y="1447"/>
                  </a:lnTo>
                  <a:close/>
                </a:path>
                <a:path w="24764" h="14605">
                  <a:moveTo>
                    <a:pt x="8242" y="3632"/>
                  </a:moveTo>
                  <a:lnTo>
                    <a:pt x="8089" y="3733"/>
                  </a:lnTo>
                  <a:lnTo>
                    <a:pt x="8102" y="3860"/>
                  </a:lnTo>
                  <a:lnTo>
                    <a:pt x="8242" y="3632"/>
                  </a:lnTo>
                  <a:close/>
                </a:path>
                <a:path w="24764" h="14605">
                  <a:moveTo>
                    <a:pt x="8255" y="7340"/>
                  </a:moveTo>
                  <a:lnTo>
                    <a:pt x="8204" y="7200"/>
                  </a:lnTo>
                  <a:lnTo>
                    <a:pt x="8178" y="7340"/>
                  </a:lnTo>
                  <a:close/>
                </a:path>
                <a:path w="24764" h="14605">
                  <a:moveTo>
                    <a:pt x="8280" y="2184"/>
                  </a:moveTo>
                  <a:lnTo>
                    <a:pt x="8255" y="2057"/>
                  </a:lnTo>
                  <a:lnTo>
                    <a:pt x="8204" y="1854"/>
                  </a:lnTo>
                  <a:lnTo>
                    <a:pt x="8026" y="1917"/>
                  </a:lnTo>
                  <a:lnTo>
                    <a:pt x="8026" y="1689"/>
                  </a:lnTo>
                  <a:lnTo>
                    <a:pt x="7835" y="1295"/>
                  </a:lnTo>
                  <a:lnTo>
                    <a:pt x="7734" y="1092"/>
                  </a:lnTo>
                  <a:lnTo>
                    <a:pt x="7581" y="1295"/>
                  </a:lnTo>
                  <a:lnTo>
                    <a:pt x="7658" y="1092"/>
                  </a:lnTo>
                  <a:lnTo>
                    <a:pt x="0" y="1092"/>
                  </a:lnTo>
                  <a:lnTo>
                    <a:pt x="12" y="1701"/>
                  </a:lnTo>
                  <a:lnTo>
                    <a:pt x="7924" y="1701"/>
                  </a:lnTo>
                  <a:lnTo>
                    <a:pt x="7950" y="1879"/>
                  </a:lnTo>
                  <a:lnTo>
                    <a:pt x="8001" y="2082"/>
                  </a:lnTo>
                  <a:lnTo>
                    <a:pt x="7924" y="2324"/>
                  </a:lnTo>
                  <a:lnTo>
                    <a:pt x="8051" y="2590"/>
                  </a:lnTo>
                  <a:lnTo>
                    <a:pt x="8102" y="2349"/>
                  </a:lnTo>
                  <a:lnTo>
                    <a:pt x="8255" y="2324"/>
                  </a:lnTo>
                  <a:lnTo>
                    <a:pt x="8280" y="2184"/>
                  </a:lnTo>
                  <a:close/>
                </a:path>
                <a:path w="24764" h="14605">
                  <a:moveTo>
                    <a:pt x="8343" y="7340"/>
                  </a:moveTo>
                  <a:close/>
                </a:path>
                <a:path w="24764" h="14605">
                  <a:moveTo>
                    <a:pt x="8369" y="5727"/>
                  </a:moveTo>
                  <a:lnTo>
                    <a:pt x="8064" y="4762"/>
                  </a:lnTo>
                  <a:lnTo>
                    <a:pt x="8001" y="4330"/>
                  </a:lnTo>
                  <a:lnTo>
                    <a:pt x="7975" y="4483"/>
                  </a:lnTo>
                  <a:lnTo>
                    <a:pt x="7874" y="4152"/>
                  </a:lnTo>
                  <a:lnTo>
                    <a:pt x="7708" y="5727"/>
                  </a:lnTo>
                  <a:lnTo>
                    <a:pt x="7670" y="5880"/>
                  </a:lnTo>
                  <a:lnTo>
                    <a:pt x="7620" y="5715"/>
                  </a:lnTo>
                  <a:lnTo>
                    <a:pt x="6680" y="4089"/>
                  </a:lnTo>
                  <a:lnTo>
                    <a:pt x="7023" y="5727"/>
                  </a:lnTo>
                  <a:lnTo>
                    <a:pt x="7429" y="5727"/>
                  </a:lnTo>
                  <a:lnTo>
                    <a:pt x="7556" y="6070"/>
                  </a:lnTo>
                  <a:lnTo>
                    <a:pt x="7581" y="6286"/>
                  </a:lnTo>
                  <a:lnTo>
                    <a:pt x="7708" y="6045"/>
                  </a:lnTo>
                  <a:lnTo>
                    <a:pt x="7747" y="5727"/>
                  </a:lnTo>
                  <a:lnTo>
                    <a:pt x="8229" y="5727"/>
                  </a:lnTo>
                  <a:lnTo>
                    <a:pt x="8369" y="5727"/>
                  </a:lnTo>
                  <a:close/>
                </a:path>
                <a:path w="24764" h="14605">
                  <a:moveTo>
                    <a:pt x="8458" y="2946"/>
                  </a:moveTo>
                  <a:lnTo>
                    <a:pt x="8432" y="2768"/>
                  </a:lnTo>
                  <a:lnTo>
                    <a:pt x="8394" y="2921"/>
                  </a:lnTo>
                  <a:close/>
                </a:path>
                <a:path w="24764" h="14605">
                  <a:moveTo>
                    <a:pt x="8521" y="3187"/>
                  </a:moveTo>
                  <a:lnTo>
                    <a:pt x="8382" y="3289"/>
                  </a:lnTo>
                  <a:lnTo>
                    <a:pt x="8521" y="3187"/>
                  </a:lnTo>
                  <a:close/>
                </a:path>
                <a:path w="24764" h="14605">
                  <a:moveTo>
                    <a:pt x="8534" y="12738"/>
                  </a:moveTo>
                  <a:lnTo>
                    <a:pt x="8483" y="12928"/>
                  </a:lnTo>
                  <a:lnTo>
                    <a:pt x="8534" y="12738"/>
                  </a:lnTo>
                  <a:close/>
                </a:path>
                <a:path w="24764" h="14605">
                  <a:moveTo>
                    <a:pt x="8597" y="13081"/>
                  </a:moveTo>
                  <a:lnTo>
                    <a:pt x="8458" y="12954"/>
                  </a:lnTo>
                  <a:lnTo>
                    <a:pt x="8432" y="13157"/>
                  </a:lnTo>
                  <a:lnTo>
                    <a:pt x="8572" y="13157"/>
                  </a:lnTo>
                  <a:close/>
                </a:path>
                <a:path w="24764" h="14605">
                  <a:moveTo>
                    <a:pt x="8610" y="12255"/>
                  </a:moveTo>
                  <a:lnTo>
                    <a:pt x="8509" y="12522"/>
                  </a:lnTo>
                  <a:lnTo>
                    <a:pt x="8356" y="12598"/>
                  </a:lnTo>
                  <a:lnTo>
                    <a:pt x="8559" y="12700"/>
                  </a:lnTo>
                  <a:lnTo>
                    <a:pt x="8610" y="12255"/>
                  </a:lnTo>
                  <a:close/>
                </a:path>
                <a:path w="24764" h="14605">
                  <a:moveTo>
                    <a:pt x="8763" y="5765"/>
                  </a:moveTo>
                  <a:lnTo>
                    <a:pt x="8724" y="5600"/>
                  </a:lnTo>
                  <a:lnTo>
                    <a:pt x="8623" y="5791"/>
                  </a:lnTo>
                  <a:lnTo>
                    <a:pt x="8763" y="5765"/>
                  </a:lnTo>
                  <a:close/>
                </a:path>
                <a:path w="24764" h="14605">
                  <a:moveTo>
                    <a:pt x="8953" y="9969"/>
                  </a:moveTo>
                  <a:lnTo>
                    <a:pt x="8851" y="9740"/>
                  </a:lnTo>
                  <a:lnTo>
                    <a:pt x="8801" y="10210"/>
                  </a:lnTo>
                  <a:lnTo>
                    <a:pt x="8953" y="9969"/>
                  </a:lnTo>
                  <a:close/>
                </a:path>
                <a:path w="24764" h="14605">
                  <a:moveTo>
                    <a:pt x="8966" y="14579"/>
                  </a:moveTo>
                  <a:lnTo>
                    <a:pt x="8940" y="14427"/>
                  </a:lnTo>
                  <a:lnTo>
                    <a:pt x="8915" y="14579"/>
                  </a:lnTo>
                  <a:close/>
                </a:path>
                <a:path w="24764" h="14605">
                  <a:moveTo>
                    <a:pt x="9029" y="4775"/>
                  </a:moveTo>
                  <a:lnTo>
                    <a:pt x="8851" y="4851"/>
                  </a:lnTo>
                  <a:lnTo>
                    <a:pt x="8902" y="4978"/>
                  </a:lnTo>
                  <a:lnTo>
                    <a:pt x="9029" y="4775"/>
                  </a:lnTo>
                  <a:close/>
                </a:path>
                <a:path w="24764" h="14605">
                  <a:moveTo>
                    <a:pt x="9055" y="7289"/>
                  </a:moveTo>
                  <a:close/>
                </a:path>
                <a:path w="24764" h="14605">
                  <a:moveTo>
                    <a:pt x="9055" y="2451"/>
                  </a:moveTo>
                  <a:lnTo>
                    <a:pt x="8915" y="2692"/>
                  </a:lnTo>
                  <a:lnTo>
                    <a:pt x="8978" y="2527"/>
                  </a:lnTo>
                  <a:close/>
                </a:path>
                <a:path w="24764" h="14605">
                  <a:moveTo>
                    <a:pt x="9118" y="5029"/>
                  </a:moveTo>
                  <a:lnTo>
                    <a:pt x="8940" y="5029"/>
                  </a:lnTo>
                  <a:lnTo>
                    <a:pt x="9118" y="5029"/>
                  </a:lnTo>
                  <a:close/>
                </a:path>
                <a:path w="24764" h="14605">
                  <a:moveTo>
                    <a:pt x="9296" y="13131"/>
                  </a:moveTo>
                  <a:lnTo>
                    <a:pt x="9220" y="13004"/>
                  </a:lnTo>
                  <a:lnTo>
                    <a:pt x="9118" y="13131"/>
                  </a:lnTo>
                  <a:lnTo>
                    <a:pt x="9296" y="13131"/>
                  </a:lnTo>
                  <a:close/>
                </a:path>
                <a:path w="24764" h="14605">
                  <a:moveTo>
                    <a:pt x="9499" y="10782"/>
                  </a:moveTo>
                  <a:lnTo>
                    <a:pt x="9372" y="10782"/>
                  </a:lnTo>
                  <a:lnTo>
                    <a:pt x="9372" y="10947"/>
                  </a:lnTo>
                  <a:lnTo>
                    <a:pt x="9499" y="10782"/>
                  </a:lnTo>
                  <a:close/>
                </a:path>
                <a:path w="24764" h="14605">
                  <a:moveTo>
                    <a:pt x="9499" y="0"/>
                  </a:moveTo>
                  <a:lnTo>
                    <a:pt x="9448" y="330"/>
                  </a:lnTo>
                  <a:lnTo>
                    <a:pt x="9499" y="0"/>
                  </a:lnTo>
                  <a:close/>
                </a:path>
                <a:path w="24764" h="14605">
                  <a:moveTo>
                    <a:pt x="9626" y="12446"/>
                  </a:moveTo>
                  <a:lnTo>
                    <a:pt x="9563" y="12674"/>
                  </a:lnTo>
                  <a:lnTo>
                    <a:pt x="9626" y="12446"/>
                  </a:lnTo>
                  <a:close/>
                </a:path>
                <a:path w="24764" h="14605">
                  <a:moveTo>
                    <a:pt x="9829" y="11353"/>
                  </a:moveTo>
                  <a:lnTo>
                    <a:pt x="9791" y="11201"/>
                  </a:lnTo>
                  <a:lnTo>
                    <a:pt x="9677" y="11379"/>
                  </a:lnTo>
                  <a:lnTo>
                    <a:pt x="9829" y="11353"/>
                  </a:lnTo>
                  <a:close/>
                </a:path>
                <a:path w="24764" h="14605">
                  <a:moveTo>
                    <a:pt x="9956" y="4826"/>
                  </a:moveTo>
                  <a:lnTo>
                    <a:pt x="9690" y="4673"/>
                  </a:lnTo>
                  <a:lnTo>
                    <a:pt x="9639" y="4902"/>
                  </a:lnTo>
                  <a:lnTo>
                    <a:pt x="9690" y="5054"/>
                  </a:lnTo>
                  <a:lnTo>
                    <a:pt x="9817" y="5080"/>
                  </a:lnTo>
                  <a:lnTo>
                    <a:pt x="9715" y="5346"/>
                  </a:lnTo>
                  <a:lnTo>
                    <a:pt x="9779" y="5168"/>
                  </a:lnTo>
                  <a:lnTo>
                    <a:pt x="9956" y="5283"/>
                  </a:lnTo>
                  <a:lnTo>
                    <a:pt x="9956" y="5156"/>
                  </a:lnTo>
                  <a:lnTo>
                    <a:pt x="9918" y="4978"/>
                  </a:lnTo>
                  <a:lnTo>
                    <a:pt x="9956" y="4826"/>
                  </a:lnTo>
                  <a:close/>
                </a:path>
                <a:path w="24764" h="14605">
                  <a:moveTo>
                    <a:pt x="9956" y="25"/>
                  </a:moveTo>
                  <a:lnTo>
                    <a:pt x="9829" y="25"/>
                  </a:lnTo>
                  <a:lnTo>
                    <a:pt x="9804" y="368"/>
                  </a:lnTo>
                  <a:lnTo>
                    <a:pt x="9829" y="635"/>
                  </a:lnTo>
                  <a:lnTo>
                    <a:pt x="9664" y="431"/>
                  </a:lnTo>
                  <a:lnTo>
                    <a:pt x="9791" y="381"/>
                  </a:lnTo>
                  <a:lnTo>
                    <a:pt x="9779" y="165"/>
                  </a:lnTo>
                  <a:lnTo>
                    <a:pt x="9715" y="25"/>
                  </a:lnTo>
                  <a:lnTo>
                    <a:pt x="9537" y="25"/>
                  </a:lnTo>
                  <a:lnTo>
                    <a:pt x="9588" y="304"/>
                  </a:lnTo>
                  <a:lnTo>
                    <a:pt x="9588" y="508"/>
                  </a:lnTo>
                  <a:lnTo>
                    <a:pt x="9588" y="800"/>
                  </a:lnTo>
                  <a:lnTo>
                    <a:pt x="9537" y="1117"/>
                  </a:lnTo>
                  <a:lnTo>
                    <a:pt x="9639" y="901"/>
                  </a:lnTo>
                  <a:lnTo>
                    <a:pt x="9588" y="711"/>
                  </a:lnTo>
                  <a:lnTo>
                    <a:pt x="9715" y="622"/>
                  </a:lnTo>
                  <a:lnTo>
                    <a:pt x="9690" y="838"/>
                  </a:lnTo>
                  <a:lnTo>
                    <a:pt x="9931" y="889"/>
                  </a:lnTo>
                  <a:lnTo>
                    <a:pt x="9867" y="635"/>
                  </a:lnTo>
                  <a:lnTo>
                    <a:pt x="9956" y="228"/>
                  </a:lnTo>
                  <a:lnTo>
                    <a:pt x="9956" y="25"/>
                  </a:lnTo>
                  <a:close/>
                </a:path>
                <a:path w="24764" h="14605">
                  <a:moveTo>
                    <a:pt x="9969" y="5422"/>
                  </a:moveTo>
                  <a:lnTo>
                    <a:pt x="9715" y="5397"/>
                  </a:lnTo>
                  <a:lnTo>
                    <a:pt x="9842" y="5524"/>
                  </a:lnTo>
                  <a:lnTo>
                    <a:pt x="9969" y="5422"/>
                  </a:lnTo>
                  <a:close/>
                </a:path>
                <a:path w="24764" h="14605">
                  <a:moveTo>
                    <a:pt x="10121" y="12903"/>
                  </a:moveTo>
                  <a:lnTo>
                    <a:pt x="9956" y="12776"/>
                  </a:lnTo>
                  <a:lnTo>
                    <a:pt x="10007" y="12954"/>
                  </a:lnTo>
                  <a:close/>
                </a:path>
                <a:path w="24764" h="14605">
                  <a:moveTo>
                    <a:pt x="10210" y="10414"/>
                  </a:moveTo>
                  <a:lnTo>
                    <a:pt x="10033" y="10236"/>
                  </a:lnTo>
                  <a:lnTo>
                    <a:pt x="10007" y="10553"/>
                  </a:lnTo>
                  <a:lnTo>
                    <a:pt x="10210" y="10414"/>
                  </a:lnTo>
                  <a:close/>
                </a:path>
                <a:path w="24764" h="14605">
                  <a:moveTo>
                    <a:pt x="10337" y="5130"/>
                  </a:moveTo>
                  <a:lnTo>
                    <a:pt x="10236" y="4991"/>
                  </a:lnTo>
                  <a:lnTo>
                    <a:pt x="10210" y="5156"/>
                  </a:lnTo>
                  <a:lnTo>
                    <a:pt x="10337" y="5130"/>
                  </a:lnTo>
                  <a:close/>
                </a:path>
                <a:path w="24764" h="14605">
                  <a:moveTo>
                    <a:pt x="10426" y="50"/>
                  </a:moveTo>
                  <a:lnTo>
                    <a:pt x="10287" y="101"/>
                  </a:lnTo>
                  <a:lnTo>
                    <a:pt x="10337" y="292"/>
                  </a:lnTo>
                  <a:lnTo>
                    <a:pt x="10426" y="50"/>
                  </a:lnTo>
                  <a:close/>
                </a:path>
                <a:path w="24764" h="14605">
                  <a:moveTo>
                    <a:pt x="10604" y="2565"/>
                  </a:moveTo>
                  <a:lnTo>
                    <a:pt x="10502" y="2070"/>
                  </a:lnTo>
                  <a:lnTo>
                    <a:pt x="10477" y="2197"/>
                  </a:lnTo>
                  <a:lnTo>
                    <a:pt x="10502" y="2400"/>
                  </a:lnTo>
                  <a:lnTo>
                    <a:pt x="10528" y="2616"/>
                  </a:lnTo>
                  <a:close/>
                </a:path>
                <a:path w="24764" h="14605">
                  <a:moveTo>
                    <a:pt x="10655" y="9804"/>
                  </a:moveTo>
                  <a:lnTo>
                    <a:pt x="10528" y="9969"/>
                  </a:lnTo>
                  <a:lnTo>
                    <a:pt x="10655" y="9804"/>
                  </a:lnTo>
                  <a:close/>
                </a:path>
                <a:path w="24764" h="14605">
                  <a:moveTo>
                    <a:pt x="10782" y="10604"/>
                  </a:moveTo>
                  <a:lnTo>
                    <a:pt x="10756" y="10414"/>
                  </a:lnTo>
                  <a:lnTo>
                    <a:pt x="10706" y="10604"/>
                  </a:lnTo>
                  <a:close/>
                </a:path>
                <a:path w="24764" h="14605">
                  <a:moveTo>
                    <a:pt x="10960" y="3149"/>
                  </a:moveTo>
                  <a:lnTo>
                    <a:pt x="10934" y="2921"/>
                  </a:lnTo>
                  <a:lnTo>
                    <a:pt x="10896" y="2730"/>
                  </a:lnTo>
                  <a:lnTo>
                    <a:pt x="10820" y="2489"/>
                  </a:lnTo>
                  <a:lnTo>
                    <a:pt x="10769" y="3111"/>
                  </a:lnTo>
                  <a:lnTo>
                    <a:pt x="10960" y="3149"/>
                  </a:lnTo>
                  <a:close/>
                </a:path>
                <a:path w="24764" h="14605">
                  <a:moveTo>
                    <a:pt x="11010" y="3238"/>
                  </a:moveTo>
                  <a:lnTo>
                    <a:pt x="10871" y="3187"/>
                  </a:lnTo>
                  <a:lnTo>
                    <a:pt x="10985" y="3556"/>
                  </a:lnTo>
                  <a:lnTo>
                    <a:pt x="11010" y="3238"/>
                  </a:lnTo>
                  <a:close/>
                </a:path>
                <a:path w="24764" h="14605">
                  <a:moveTo>
                    <a:pt x="11366" y="4216"/>
                  </a:moveTo>
                  <a:lnTo>
                    <a:pt x="11290" y="4343"/>
                  </a:lnTo>
                  <a:lnTo>
                    <a:pt x="11315" y="4660"/>
                  </a:lnTo>
                  <a:lnTo>
                    <a:pt x="11366" y="4216"/>
                  </a:lnTo>
                  <a:close/>
                </a:path>
                <a:path w="24764" h="14605">
                  <a:moveTo>
                    <a:pt x="13614" y="1460"/>
                  </a:moveTo>
                  <a:lnTo>
                    <a:pt x="13487" y="1371"/>
                  </a:lnTo>
                  <a:lnTo>
                    <a:pt x="13614" y="1460"/>
                  </a:lnTo>
                  <a:close/>
                </a:path>
                <a:path w="24764" h="14605">
                  <a:moveTo>
                    <a:pt x="23672" y="10871"/>
                  </a:moveTo>
                  <a:lnTo>
                    <a:pt x="23634" y="10096"/>
                  </a:lnTo>
                  <a:lnTo>
                    <a:pt x="23660" y="9525"/>
                  </a:lnTo>
                  <a:lnTo>
                    <a:pt x="23596" y="9956"/>
                  </a:lnTo>
                  <a:lnTo>
                    <a:pt x="23634" y="10731"/>
                  </a:lnTo>
                  <a:lnTo>
                    <a:pt x="23622" y="11303"/>
                  </a:lnTo>
                  <a:lnTo>
                    <a:pt x="23672" y="10871"/>
                  </a:lnTo>
                  <a:close/>
                </a:path>
                <a:path w="24764" h="14605">
                  <a:moveTo>
                    <a:pt x="24269" y="7353"/>
                  </a:moveTo>
                  <a:lnTo>
                    <a:pt x="24231" y="7023"/>
                  </a:lnTo>
                  <a:lnTo>
                    <a:pt x="24231" y="73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6" name="object 76"/>
            <p:cNvSpPr/>
            <p:nvPr/>
          </p:nvSpPr>
          <p:spPr>
            <a:xfrm>
              <a:off x="4052024" y="1245552"/>
              <a:ext cx="13970" cy="12700"/>
            </a:xfrm>
            <a:custGeom>
              <a:avLst/>
              <a:gdLst/>
              <a:ahLst/>
              <a:cxnLst/>
              <a:rect l="l" t="t" r="r" b="b"/>
              <a:pathLst>
                <a:path w="13970" h="12700">
                  <a:moveTo>
                    <a:pt x="6324" y="8788"/>
                  </a:moveTo>
                  <a:lnTo>
                    <a:pt x="6172" y="8724"/>
                  </a:lnTo>
                  <a:lnTo>
                    <a:pt x="5956" y="8750"/>
                  </a:lnTo>
                  <a:lnTo>
                    <a:pt x="6134" y="8915"/>
                  </a:lnTo>
                  <a:lnTo>
                    <a:pt x="6324" y="8788"/>
                  </a:lnTo>
                  <a:close/>
                </a:path>
                <a:path w="13970" h="12700">
                  <a:moveTo>
                    <a:pt x="7366" y="7353"/>
                  </a:moveTo>
                  <a:lnTo>
                    <a:pt x="7315" y="7023"/>
                  </a:lnTo>
                  <a:lnTo>
                    <a:pt x="6997" y="7023"/>
                  </a:lnTo>
                  <a:lnTo>
                    <a:pt x="6858" y="6858"/>
                  </a:lnTo>
                  <a:lnTo>
                    <a:pt x="6692" y="6667"/>
                  </a:lnTo>
                  <a:lnTo>
                    <a:pt x="6438" y="6667"/>
                  </a:lnTo>
                  <a:lnTo>
                    <a:pt x="101" y="6667"/>
                  </a:lnTo>
                  <a:lnTo>
                    <a:pt x="114" y="7353"/>
                  </a:lnTo>
                  <a:lnTo>
                    <a:pt x="7366" y="7353"/>
                  </a:lnTo>
                  <a:close/>
                </a:path>
                <a:path w="13970" h="12700">
                  <a:moveTo>
                    <a:pt x="7480" y="8750"/>
                  </a:moveTo>
                  <a:lnTo>
                    <a:pt x="7416" y="8572"/>
                  </a:lnTo>
                  <a:lnTo>
                    <a:pt x="7391" y="8699"/>
                  </a:lnTo>
                  <a:close/>
                </a:path>
                <a:path w="13970" h="12700">
                  <a:moveTo>
                    <a:pt x="7518" y="9245"/>
                  </a:moveTo>
                  <a:lnTo>
                    <a:pt x="7391" y="9245"/>
                  </a:lnTo>
                  <a:lnTo>
                    <a:pt x="7518" y="9245"/>
                  </a:lnTo>
                  <a:close/>
                </a:path>
                <a:path w="13970" h="12700">
                  <a:moveTo>
                    <a:pt x="7556" y="6654"/>
                  </a:moveTo>
                  <a:lnTo>
                    <a:pt x="7493" y="6210"/>
                  </a:lnTo>
                  <a:lnTo>
                    <a:pt x="7277" y="6273"/>
                  </a:lnTo>
                  <a:lnTo>
                    <a:pt x="7378" y="6629"/>
                  </a:lnTo>
                  <a:lnTo>
                    <a:pt x="7200" y="6654"/>
                  </a:lnTo>
                  <a:lnTo>
                    <a:pt x="7327" y="6769"/>
                  </a:lnTo>
                  <a:lnTo>
                    <a:pt x="7518" y="6769"/>
                  </a:lnTo>
                  <a:lnTo>
                    <a:pt x="7543" y="6934"/>
                  </a:lnTo>
                  <a:lnTo>
                    <a:pt x="7556" y="6654"/>
                  </a:lnTo>
                  <a:close/>
                </a:path>
                <a:path w="13970" h="12700">
                  <a:moveTo>
                    <a:pt x="7810" y="2844"/>
                  </a:moveTo>
                  <a:lnTo>
                    <a:pt x="6400" y="2844"/>
                  </a:lnTo>
                  <a:lnTo>
                    <a:pt x="6324" y="2628"/>
                  </a:lnTo>
                  <a:lnTo>
                    <a:pt x="25" y="2628"/>
                  </a:lnTo>
                  <a:lnTo>
                    <a:pt x="38" y="3251"/>
                  </a:lnTo>
                  <a:lnTo>
                    <a:pt x="7785" y="3251"/>
                  </a:lnTo>
                  <a:lnTo>
                    <a:pt x="7810" y="2844"/>
                  </a:lnTo>
                  <a:close/>
                </a:path>
                <a:path w="13970" h="12700">
                  <a:moveTo>
                    <a:pt x="7886" y="7975"/>
                  </a:moveTo>
                  <a:lnTo>
                    <a:pt x="7823" y="8140"/>
                  </a:lnTo>
                  <a:lnTo>
                    <a:pt x="7886" y="7975"/>
                  </a:lnTo>
                  <a:close/>
                </a:path>
                <a:path w="13970" h="12700">
                  <a:moveTo>
                    <a:pt x="7886" y="7353"/>
                  </a:moveTo>
                  <a:close/>
                </a:path>
                <a:path w="13970" h="12700">
                  <a:moveTo>
                    <a:pt x="7937" y="8191"/>
                  </a:moveTo>
                  <a:lnTo>
                    <a:pt x="7899" y="8470"/>
                  </a:lnTo>
                  <a:lnTo>
                    <a:pt x="7937" y="8191"/>
                  </a:lnTo>
                  <a:close/>
                </a:path>
                <a:path w="13970" h="12700">
                  <a:moveTo>
                    <a:pt x="8013" y="7162"/>
                  </a:moveTo>
                  <a:lnTo>
                    <a:pt x="7950" y="7353"/>
                  </a:lnTo>
                  <a:lnTo>
                    <a:pt x="8013" y="7162"/>
                  </a:lnTo>
                  <a:close/>
                </a:path>
                <a:path w="13970" h="12700">
                  <a:moveTo>
                    <a:pt x="8051" y="6908"/>
                  </a:moveTo>
                  <a:lnTo>
                    <a:pt x="7848" y="6781"/>
                  </a:lnTo>
                  <a:lnTo>
                    <a:pt x="7759" y="7035"/>
                  </a:lnTo>
                  <a:lnTo>
                    <a:pt x="8051" y="6908"/>
                  </a:lnTo>
                  <a:close/>
                </a:path>
                <a:path w="13970" h="12700">
                  <a:moveTo>
                    <a:pt x="8051" y="6019"/>
                  </a:moveTo>
                  <a:lnTo>
                    <a:pt x="7962" y="6197"/>
                  </a:lnTo>
                  <a:lnTo>
                    <a:pt x="8051" y="6019"/>
                  </a:lnTo>
                  <a:close/>
                </a:path>
                <a:path w="13970" h="12700">
                  <a:moveTo>
                    <a:pt x="8077" y="2921"/>
                  </a:moveTo>
                  <a:lnTo>
                    <a:pt x="7950" y="2857"/>
                  </a:lnTo>
                  <a:lnTo>
                    <a:pt x="8001" y="3022"/>
                  </a:lnTo>
                  <a:lnTo>
                    <a:pt x="7912" y="3200"/>
                  </a:lnTo>
                  <a:lnTo>
                    <a:pt x="8051" y="3149"/>
                  </a:lnTo>
                  <a:lnTo>
                    <a:pt x="8051" y="2984"/>
                  </a:lnTo>
                  <a:close/>
                </a:path>
                <a:path w="13970" h="12700">
                  <a:moveTo>
                    <a:pt x="8178" y="3263"/>
                  </a:moveTo>
                  <a:lnTo>
                    <a:pt x="8102" y="3403"/>
                  </a:lnTo>
                  <a:lnTo>
                    <a:pt x="8178" y="3263"/>
                  </a:lnTo>
                  <a:close/>
                </a:path>
                <a:path w="13970" h="12700">
                  <a:moveTo>
                    <a:pt x="8178" y="1117"/>
                  </a:moveTo>
                  <a:lnTo>
                    <a:pt x="8001" y="1117"/>
                  </a:lnTo>
                  <a:lnTo>
                    <a:pt x="8178" y="1155"/>
                  </a:lnTo>
                  <a:close/>
                </a:path>
                <a:path w="13970" h="12700">
                  <a:moveTo>
                    <a:pt x="8204" y="1473"/>
                  </a:moveTo>
                  <a:lnTo>
                    <a:pt x="8077" y="1409"/>
                  </a:lnTo>
                  <a:lnTo>
                    <a:pt x="8051" y="1651"/>
                  </a:lnTo>
                  <a:lnTo>
                    <a:pt x="8204" y="1473"/>
                  </a:lnTo>
                  <a:close/>
                </a:path>
                <a:path w="13970" h="12700">
                  <a:moveTo>
                    <a:pt x="8242" y="3644"/>
                  </a:moveTo>
                  <a:lnTo>
                    <a:pt x="8089" y="3721"/>
                  </a:lnTo>
                  <a:lnTo>
                    <a:pt x="8102" y="3873"/>
                  </a:lnTo>
                  <a:lnTo>
                    <a:pt x="8242" y="3644"/>
                  </a:lnTo>
                  <a:close/>
                </a:path>
                <a:path w="13970" h="12700">
                  <a:moveTo>
                    <a:pt x="8255" y="7353"/>
                  </a:moveTo>
                  <a:lnTo>
                    <a:pt x="8204" y="7200"/>
                  </a:lnTo>
                  <a:lnTo>
                    <a:pt x="8178" y="7353"/>
                  </a:lnTo>
                  <a:close/>
                </a:path>
                <a:path w="13970" h="12700">
                  <a:moveTo>
                    <a:pt x="8280" y="2197"/>
                  </a:moveTo>
                  <a:lnTo>
                    <a:pt x="8255" y="2044"/>
                  </a:lnTo>
                  <a:lnTo>
                    <a:pt x="8204" y="1866"/>
                  </a:lnTo>
                  <a:lnTo>
                    <a:pt x="8026" y="1917"/>
                  </a:lnTo>
                  <a:lnTo>
                    <a:pt x="8026" y="1701"/>
                  </a:lnTo>
                  <a:lnTo>
                    <a:pt x="7823" y="1295"/>
                  </a:lnTo>
                  <a:lnTo>
                    <a:pt x="7734" y="1092"/>
                  </a:lnTo>
                  <a:lnTo>
                    <a:pt x="7581" y="1295"/>
                  </a:lnTo>
                  <a:lnTo>
                    <a:pt x="7658" y="1092"/>
                  </a:lnTo>
                  <a:lnTo>
                    <a:pt x="7810" y="914"/>
                  </a:lnTo>
                  <a:lnTo>
                    <a:pt x="7988" y="812"/>
                  </a:lnTo>
                  <a:lnTo>
                    <a:pt x="7810" y="711"/>
                  </a:lnTo>
                  <a:lnTo>
                    <a:pt x="0" y="812"/>
                  </a:lnTo>
                  <a:lnTo>
                    <a:pt x="12" y="1714"/>
                  </a:lnTo>
                  <a:lnTo>
                    <a:pt x="7924" y="1714"/>
                  </a:lnTo>
                  <a:lnTo>
                    <a:pt x="7950" y="1905"/>
                  </a:lnTo>
                  <a:lnTo>
                    <a:pt x="8001" y="2095"/>
                  </a:lnTo>
                  <a:lnTo>
                    <a:pt x="7924" y="2336"/>
                  </a:lnTo>
                  <a:lnTo>
                    <a:pt x="8051" y="2590"/>
                  </a:lnTo>
                  <a:lnTo>
                    <a:pt x="8102" y="2349"/>
                  </a:lnTo>
                  <a:lnTo>
                    <a:pt x="8255" y="2324"/>
                  </a:lnTo>
                  <a:lnTo>
                    <a:pt x="8280" y="2197"/>
                  </a:lnTo>
                  <a:close/>
                </a:path>
                <a:path w="13970" h="12700">
                  <a:moveTo>
                    <a:pt x="8343" y="7353"/>
                  </a:moveTo>
                  <a:close/>
                </a:path>
                <a:path w="13970" h="12700">
                  <a:moveTo>
                    <a:pt x="8369" y="5740"/>
                  </a:moveTo>
                  <a:lnTo>
                    <a:pt x="8064" y="4775"/>
                  </a:lnTo>
                  <a:lnTo>
                    <a:pt x="8001" y="4343"/>
                  </a:lnTo>
                  <a:lnTo>
                    <a:pt x="8013" y="4140"/>
                  </a:lnTo>
                  <a:lnTo>
                    <a:pt x="7874" y="3543"/>
                  </a:lnTo>
                  <a:lnTo>
                    <a:pt x="7835" y="4013"/>
                  </a:lnTo>
                  <a:lnTo>
                    <a:pt x="7708" y="3594"/>
                  </a:lnTo>
                  <a:lnTo>
                    <a:pt x="7708" y="5740"/>
                  </a:lnTo>
                  <a:lnTo>
                    <a:pt x="7670" y="5867"/>
                  </a:lnTo>
                  <a:lnTo>
                    <a:pt x="7607" y="5740"/>
                  </a:lnTo>
                  <a:lnTo>
                    <a:pt x="7708" y="3594"/>
                  </a:lnTo>
                  <a:lnTo>
                    <a:pt x="6832" y="3543"/>
                  </a:lnTo>
                  <a:lnTo>
                    <a:pt x="6667" y="3949"/>
                  </a:lnTo>
                  <a:lnTo>
                    <a:pt x="6451" y="3543"/>
                  </a:lnTo>
                  <a:lnTo>
                    <a:pt x="38" y="3543"/>
                  </a:lnTo>
                  <a:lnTo>
                    <a:pt x="88" y="5994"/>
                  </a:lnTo>
                  <a:lnTo>
                    <a:pt x="6032" y="5994"/>
                  </a:lnTo>
                  <a:lnTo>
                    <a:pt x="5969" y="5740"/>
                  </a:lnTo>
                  <a:lnTo>
                    <a:pt x="7023" y="5740"/>
                  </a:lnTo>
                  <a:lnTo>
                    <a:pt x="7366" y="5740"/>
                  </a:lnTo>
                  <a:lnTo>
                    <a:pt x="7556" y="6045"/>
                  </a:lnTo>
                  <a:lnTo>
                    <a:pt x="7581" y="6273"/>
                  </a:lnTo>
                  <a:lnTo>
                    <a:pt x="7708" y="6007"/>
                  </a:lnTo>
                  <a:lnTo>
                    <a:pt x="7747" y="5740"/>
                  </a:lnTo>
                  <a:lnTo>
                    <a:pt x="8229" y="5740"/>
                  </a:lnTo>
                  <a:lnTo>
                    <a:pt x="8369" y="5740"/>
                  </a:lnTo>
                  <a:close/>
                </a:path>
                <a:path w="13970" h="12700">
                  <a:moveTo>
                    <a:pt x="8458" y="2946"/>
                  </a:moveTo>
                  <a:lnTo>
                    <a:pt x="8432" y="2781"/>
                  </a:lnTo>
                  <a:lnTo>
                    <a:pt x="8394" y="2921"/>
                  </a:lnTo>
                  <a:close/>
                </a:path>
                <a:path w="13970" h="12700">
                  <a:moveTo>
                    <a:pt x="8521" y="3213"/>
                  </a:moveTo>
                  <a:lnTo>
                    <a:pt x="8382" y="3289"/>
                  </a:lnTo>
                  <a:lnTo>
                    <a:pt x="8521" y="3213"/>
                  </a:lnTo>
                  <a:close/>
                </a:path>
                <a:path w="13970" h="12700">
                  <a:moveTo>
                    <a:pt x="8534" y="9131"/>
                  </a:moveTo>
                  <a:lnTo>
                    <a:pt x="8483" y="8915"/>
                  </a:lnTo>
                  <a:lnTo>
                    <a:pt x="8420" y="9055"/>
                  </a:lnTo>
                  <a:close/>
                </a:path>
                <a:path w="13970" h="12700">
                  <a:moveTo>
                    <a:pt x="8597" y="8775"/>
                  </a:moveTo>
                  <a:lnTo>
                    <a:pt x="8432" y="8699"/>
                  </a:lnTo>
                  <a:lnTo>
                    <a:pt x="8458" y="8890"/>
                  </a:lnTo>
                  <a:lnTo>
                    <a:pt x="8597" y="8775"/>
                  </a:lnTo>
                  <a:close/>
                </a:path>
                <a:path w="13970" h="12700">
                  <a:moveTo>
                    <a:pt x="8610" y="9563"/>
                  </a:moveTo>
                  <a:lnTo>
                    <a:pt x="8559" y="9144"/>
                  </a:lnTo>
                  <a:lnTo>
                    <a:pt x="8356" y="9245"/>
                  </a:lnTo>
                  <a:lnTo>
                    <a:pt x="8509" y="9321"/>
                  </a:lnTo>
                  <a:lnTo>
                    <a:pt x="8610" y="9563"/>
                  </a:lnTo>
                  <a:close/>
                </a:path>
                <a:path w="13970" h="12700">
                  <a:moveTo>
                    <a:pt x="8763" y="5765"/>
                  </a:moveTo>
                  <a:lnTo>
                    <a:pt x="8724" y="5588"/>
                  </a:lnTo>
                  <a:lnTo>
                    <a:pt x="8623" y="5791"/>
                  </a:lnTo>
                  <a:lnTo>
                    <a:pt x="8763" y="5765"/>
                  </a:lnTo>
                  <a:close/>
                </a:path>
                <a:path w="13970" h="12700">
                  <a:moveTo>
                    <a:pt x="8953" y="11874"/>
                  </a:moveTo>
                  <a:lnTo>
                    <a:pt x="8801" y="11633"/>
                  </a:lnTo>
                  <a:lnTo>
                    <a:pt x="8851" y="12115"/>
                  </a:lnTo>
                  <a:lnTo>
                    <a:pt x="8953" y="11874"/>
                  </a:lnTo>
                  <a:close/>
                </a:path>
                <a:path w="13970" h="12700">
                  <a:moveTo>
                    <a:pt x="8966" y="7277"/>
                  </a:moveTo>
                  <a:lnTo>
                    <a:pt x="8940" y="7429"/>
                  </a:lnTo>
                  <a:lnTo>
                    <a:pt x="8966" y="7277"/>
                  </a:lnTo>
                  <a:close/>
                </a:path>
                <a:path w="13970" h="12700">
                  <a:moveTo>
                    <a:pt x="9029" y="4775"/>
                  </a:moveTo>
                  <a:lnTo>
                    <a:pt x="8851" y="4838"/>
                  </a:lnTo>
                  <a:lnTo>
                    <a:pt x="8902" y="4978"/>
                  </a:lnTo>
                  <a:lnTo>
                    <a:pt x="9029" y="4775"/>
                  </a:lnTo>
                  <a:close/>
                </a:path>
                <a:path w="13970" h="12700">
                  <a:moveTo>
                    <a:pt x="9055" y="7289"/>
                  </a:moveTo>
                  <a:close/>
                </a:path>
                <a:path w="13970" h="12700">
                  <a:moveTo>
                    <a:pt x="9055" y="2451"/>
                  </a:moveTo>
                  <a:lnTo>
                    <a:pt x="8915" y="2692"/>
                  </a:lnTo>
                  <a:lnTo>
                    <a:pt x="8978" y="2527"/>
                  </a:lnTo>
                  <a:close/>
                </a:path>
                <a:path w="13970" h="12700">
                  <a:moveTo>
                    <a:pt x="9118" y="5016"/>
                  </a:moveTo>
                  <a:lnTo>
                    <a:pt x="8940" y="5016"/>
                  </a:lnTo>
                  <a:lnTo>
                    <a:pt x="9118" y="5016"/>
                  </a:lnTo>
                  <a:close/>
                </a:path>
                <a:path w="13970" h="12700">
                  <a:moveTo>
                    <a:pt x="9296" y="8724"/>
                  </a:moveTo>
                  <a:lnTo>
                    <a:pt x="9118" y="8724"/>
                  </a:lnTo>
                  <a:lnTo>
                    <a:pt x="9296" y="8724"/>
                  </a:lnTo>
                  <a:close/>
                </a:path>
                <a:path w="13970" h="12700">
                  <a:moveTo>
                    <a:pt x="9499" y="11061"/>
                  </a:moveTo>
                  <a:lnTo>
                    <a:pt x="9448" y="10896"/>
                  </a:lnTo>
                  <a:lnTo>
                    <a:pt x="9372" y="11061"/>
                  </a:lnTo>
                  <a:lnTo>
                    <a:pt x="9499" y="11061"/>
                  </a:lnTo>
                  <a:close/>
                </a:path>
                <a:path w="13970" h="12700">
                  <a:moveTo>
                    <a:pt x="9499" y="0"/>
                  </a:moveTo>
                  <a:lnTo>
                    <a:pt x="9448" y="330"/>
                  </a:lnTo>
                  <a:lnTo>
                    <a:pt x="9499" y="0"/>
                  </a:lnTo>
                  <a:close/>
                </a:path>
                <a:path w="13970" h="12700">
                  <a:moveTo>
                    <a:pt x="9626" y="9410"/>
                  </a:moveTo>
                  <a:lnTo>
                    <a:pt x="9563" y="9194"/>
                  </a:lnTo>
                  <a:lnTo>
                    <a:pt x="9563" y="9410"/>
                  </a:lnTo>
                  <a:close/>
                </a:path>
                <a:path w="13970" h="12700">
                  <a:moveTo>
                    <a:pt x="9829" y="10515"/>
                  </a:moveTo>
                  <a:lnTo>
                    <a:pt x="9677" y="10477"/>
                  </a:lnTo>
                  <a:lnTo>
                    <a:pt x="9791" y="10642"/>
                  </a:lnTo>
                  <a:lnTo>
                    <a:pt x="9829" y="10515"/>
                  </a:lnTo>
                  <a:close/>
                </a:path>
                <a:path w="13970" h="12700">
                  <a:moveTo>
                    <a:pt x="9956" y="4813"/>
                  </a:moveTo>
                  <a:lnTo>
                    <a:pt x="9690" y="4648"/>
                  </a:lnTo>
                  <a:lnTo>
                    <a:pt x="9639" y="4902"/>
                  </a:lnTo>
                  <a:lnTo>
                    <a:pt x="9690" y="5041"/>
                  </a:lnTo>
                  <a:lnTo>
                    <a:pt x="9817" y="5054"/>
                  </a:lnTo>
                  <a:lnTo>
                    <a:pt x="9715" y="5181"/>
                  </a:lnTo>
                  <a:lnTo>
                    <a:pt x="9715" y="5334"/>
                  </a:lnTo>
                  <a:lnTo>
                    <a:pt x="9779" y="5156"/>
                  </a:lnTo>
                  <a:lnTo>
                    <a:pt x="9956" y="5270"/>
                  </a:lnTo>
                  <a:lnTo>
                    <a:pt x="9956" y="5130"/>
                  </a:lnTo>
                  <a:lnTo>
                    <a:pt x="9918" y="4965"/>
                  </a:lnTo>
                  <a:lnTo>
                    <a:pt x="9956" y="4813"/>
                  </a:lnTo>
                  <a:close/>
                </a:path>
                <a:path w="13970" h="12700">
                  <a:moveTo>
                    <a:pt x="9969" y="5410"/>
                  </a:moveTo>
                  <a:lnTo>
                    <a:pt x="9715" y="5384"/>
                  </a:lnTo>
                  <a:lnTo>
                    <a:pt x="9842" y="5511"/>
                  </a:lnTo>
                  <a:lnTo>
                    <a:pt x="9969" y="5410"/>
                  </a:lnTo>
                  <a:close/>
                </a:path>
                <a:path w="13970" h="12700">
                  <a:moveTo>
                    <a:pt x="10020" y="939"/>
                  </a:moveTo>
                  <a:lnTo>
                    <a:pt x="9880" y="1117"/>
                  </a:lnTo>
                  <a:lnTo>
                    <a:pt x="10020" y="1079"/>
                  </a:lnTo>
                  <a:lnTo>
                    <a:pt x="10020" y="939"/>
                  </a:lnTo>
                  <a:close/>
                </a:path>
                <a:path w="13970" h="12700">
                  <a:moveTo>
                    <a:pt x="10121" y="8940"/>
                  </a:moveTo>
                  <a:lnTo>
                    <a:pt x="9956" y="9055"/>
                  </a:lnTo>
                  <a:lnTo>
                    <a:pt x="10121" y="8940"/>
                  </a:lnTo>
                  <a:close/>
                </a:path>
                <a:path w="13970" h="12700">
                  <a:moveTo>
                    <a:pt x="10210" y="11442"/>
                  </a:moveTo>
                  <a:lnTo>
                    <a:pt x="10007" y="11303"/>
                  </a:lnTo>
                  <a:lnTo>
                    <a:pt x="10033" y="11620"/>
                  </a:lnTo>
                  <a:lnTo>
                    <a:pt x="10210" y="11442"/>
                  </a:lnTo>
                  <a:close/>
                </a:path>
                <a:path w="13970" h="12700">
                  <a:moveTo>
                    <a:pt x="10337" y="5118"/>
                  </a:moveTo>
                  <a:lnTo>
                    <a:pt x="10236" y="4991"/>
                  </a:lnTo>
                  <a:lnTo>
                    <a:pt x="10210" y="5156"/>
                  </a:lnTo>
                  <a:lnTo>
                    <a:pt x="10337" y="5118"/>
                  </a:lnTo>
                  <a:close/>
                </a:path>
                <a:path w="13970" h="12700">
                  <a:moveTo>
                    <a:pt x="10426" y="50"/>
                  </a:moveTo>
                  <a:lnTo>
                    <a:pt x="10287" y="114"/>
                  </a:lnTo>
                  <a:lnTo>
                    <a:pt x="10337" y="292"/>
                  </a:lnTo>
                  <a:lnTo>
                    <a:pt x="10426" y="50"/>
                  </a:lnTo>
                  <a:close/>
                </a:path>
                <a:path w="13970" h="12700">
                  <a:moveTo>
                    <a:pt x="10604" y="2565"/>
                  </a:moveTo>
                  <a:lnTo>
                    <a:pt x="10502" y="2057"/>
                  </a:lnTo>
                  <a:lnTo>
                    <a:pt x="10477" y="2197"/>
                  </a:lnTo>
                  <a:lnTo>
                    <a:pt x="10502" y="2400"/>
                  </a:lnTo>
                  <a:lnTo>
                    <a:pt x="10528" y="2616"/>
                  </a:lnTo>
                  <a:close/>
                </a:path>
                <a:path w="13970" h="12700">
                  <a:moveTo>
                    <a:pt x="10782" y="11252"/>
                  </a:moveTo>
                  <a:lnTo>
                    <a:pt x="10668" y="11391"/>
                  </a:lnTo>
                  <a:lnTo>
                    <a:pt x="10782" y="11252"/>
                  </a:lnTo>
                  <a:close/>
                </a:path>
                <a:path w="13970" h="12700">
                  <a:moveTo>
                    <a:pt x="10820" y="1790"/>
                  </a:moveTo>
                  <a:lnTo>
                    <a:pt x="10629" y="1892"/>
                  </a:lnTo>
                  <a:lnTo>
                    <a:pt x="10820" y="1790"/>
                  </a:lnTo>
                  <a:close/>
                </a:path>
                <a:path w="13970" h="12700">
                  <a:moveTo>
                    <a:pt x="10960" y="3149"/>
                  </a:moveTo>
                  <a:lnTo>
                    <a:pt x="10934" y="2921"/>
                  </a:lnTo>
                  <a:lnTo>
                    <a:pt x="10896" y="2730"/>
                  </a:lnTo>
                  <a:lnTo>
                    <a:pt x="10820" y="2489"/>
                  </a:lnTo>
                  <a:lnTo>
                    <a:pt x="10769" y="3111"/>
                  </a:lnTo>
                  <a:lnTo>
                    <a:pt x="10960" y="3149"/>
                  </a:lnTo>
                  <a:close/>
                </a:path>
                <a:path w="13970" h="12700">
                  <a:moveTo>
                    <a:pt x="10972" y="596"/>
                  </a:moveTo>
                  <a:lnTo>
                    <a:pt x="10845" y="457"/>
                  </a:lnTo>
                  <a:lnTo>
                    <a:pt x="10871" y="596"/>
                  </a:lnTo>
                  <a:close/>
                </a:path>
                <a:path w="13970" h="12700">
                  <a:moveTo>
                    <a:pt x="11010" y="3225"/>
                  </a:moveTo>
                  <a:lnTo>
                    <a:pt x="10871" y="3187"/>
                  </a:lnTo>
                  <a:lnTo>
                    <a:pt x="10985" y="3543"/>
                  </a:lnTo>
                  <a:lnTo>
                    <a:pt x="11010" y="3225"/>
                  </a:lnTo>
                  <a:close/>
                </a:path>
                <a:path w="13970" h="12700">
                  <a:moveTo>
                    <a:pt x="11366" y="4178"/>
                  </a:moveTo>
                  <a:lnTo>
                    <a:pt x="11290" y="4330"/>
                  </a:lnTo>
                  <a:lnTo>
                    <a:pt x="11366" y="4178"/>
                  </a:lnTo>
                  <a:close/>
                </a:path>
                <a:path w="13970" h="12700">
                  <a:moveTo>
                    <a:pt x="13614" y="1473"/>
                  </a:moveTo>
                  <a:lnTo>
                    <a:pt x="13487" y="1358"/>
                  </a:lnTo>
                  <a:lnTo>
                    <a:pt x="13474" y="1485"/>
                  </a:lnTo>
                  <a:lnTo>
                    <a:pt x="13614" y="14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7" name="object 77"/>
            <p:cNvSpPr/>
            <p:nvPr/>
          </p:nvSpPr>
          <p:spPr>
            <a:xfrm>
              <a:off x="4052024" y="1223987"/>
              <a:ext cx="23495" cy="43180"/>
            </a:xfrm>
            <a:custGeom>
              <a:avLst/>
              <a:gdLst/>
              <a:ahLst/>
              <a:cxnLst/>
              <a:rect l="l" t="t" r="r" b="b"/>
              <a:pathLst>
                <a:path w="23495" h="43180">
                  <a:moveTo>
                    <a:pt x="7378" y="28829"/>
                  </a:moveTo>
                  <a:lnTo>
                    <a:pt x="0" y="28829"/>
                  </a:lnTo>
                  <a:lnTo>
                    <a:pt x="0" y="29679"/>
                  </a:lnTo>
                  <a:lnTo>
                    <a:pt x="6350" y="29679"/>
                  </a:lnTo>
                  <a:lnTo>
                    <a:pt x="6731" y="29400"/>
                  </a:lnTo>
                  <a:lnTo>
                    <a:pt x="7302" y="29400"/>
                  </a:lnTo>
                  <a:lnTo>
                    <a:pt x="7327" y="29197"/>
                  </a:lnTo>
                  <a:lnTo>
                    <a:pt x="7378" y="28829"/>
                  </a:lnTo>
                  <a:close/>
                </a:path>
                <a:path w="23495" h="43180">
                  <a:moveTo>
                    <a:pt x="7556" y="29578"/>
                  </a:moveTo>
                  <a:lnTo>
                    <a:pt x="7543" y="29248"/>
                  </a:lnTo>
                  <a:lnTo>
                    <a:pt x="7518" y="29438"/>
                  </a:lnTo>
                  <a:lnTo>
                    <a:pt x="7327" y="29438"/>
                  </a:lnTo>
                  <a:lnTo>
                    <a:pt x="7200" y="29540"/>
                  </a:lnTo>
                  <a:lnTo>
                    <a:pt x="7277" y="29679"/>
                  </a:lnTo>
                  <a:lnTo>
                    <a:pt x="7277" y="29908"/>
                  </a:lnTo>
                  <a:lnTo>
                    <a:pt x="7493" y="29984"/>
                  </a:lnTo>
                  <a:lnTo>
                    <a:pt x="7518" y="29489"/>
                  </a:lnTo>
                  <a:close/>
                </a:path>
                <a:path w="23495" h="43180">
                  <a:moveTo>
                    <a:pt x="7645" y="38011"/>
                  </a:moveTo>
                  <a:lnTo>
                    <a:pt x="25" y="38011"/>
                  </a:lnTo>
                  <a:lnTo>
                    <a:pt x="25" y="38277"/>
                  </a:lnTo>
                  <a:lnTo>
                    <a:pt x="88" y="42773"/>
                  </a:lnTo>
                  <a:lnTo>
                    <a:pt x="4241" y="40233"/>
                  </a:lnTo>
                  <a:lnTo>
                    <a:pt x="6388" y="38849"/>
                  </a:lnTo>
                  <a:lnTo>
                    <a:pt x="6807" y="38569"/>
                  </a:lnTo>
                  <a:lnTo>
                    <a:pt x="7645" y="38011"/>
                  </a:lnTo>
                  <a:close/>
                </a:path>
                <a:path w="23495" h="43180">
                  <a:moveTo>
                    <a:pt x="7747" y="30213"/>
                  </a:moveTo>
                  <a:lnTo>
                    <a:pt x="7581" y="29908"/>
                  </a:lnTo>
                  <a:lnTo>
                    <a:pt x="7556" y="30073"/>
                  </a:lnTo>
                  <a:lnTo>
                    <a:pt x="7632" y="30251"/>
                  </a:lnTo>
                  <a:lnTo>
                    <a:pt x="7556" y="30124"/>
                  </a:lnTo>
                  <a:lnTo>
                    <a:pt x="7429" y="30480"/>
                  </a:lnTo>
                  <a:lnTo>
                    <a:pt x="7620" y="30480"/>
                  </a:lnTo>
                  <a:lnTo>
                    <a:pt x="7594" y="30264"/>
                  </a:lnTo>
                  <a:lnTo>
                    <a:pt x="7747" y="30556"/>
                  </a:lnTo>
                  <a:lnTo>
                    <a:pt x="7747" y="30213"/>
                  </a:lnTo>
                  <a:close/>
                </a:path>
                <a:path w="23495" h="43180">
                  <a:moveTo>
                    <a:pt x="7772" y="36753"/>
                  </a:moveTo>
                  <a:lnTo>
                    <a:pt x="12" y="36753"/>
                  </a:lnTo>
                  <a:lnTo>
                    <a:pt x="25" y="37884"/>
                  </a:lnTo>
                  <a:lnTo>
                    <a:pt x="7670" y="37884"/>
                  </a:lnTo>
                  <a:lnTo>
                    <a:pt x="7632" y="37185"/>
                  </a:lnTo>
                  <a:lnTo>
                    <a:pt x="7772" y="36753"/>
                  </a:lnTo>
                  <a:close/>
                </a:path>
                <a:path w="23495" h="43180">
                  <a:moveTo>
                    <a:pt x="7975" y="30810"/>
                  </a:moveTo>
                  <a:lnTo>
                    <a:pt x="7112" y="32004"/>
                  </a:lnTo>
                  <a:lnTo>
                    <a:pt x="7048" y="30759"/>
                  </a:lnTo>
                  <a:lnTo>
                    <a:pt x="7150" y="30518"/>
                  </a:lnTo>
                  <a:lnTo>
                    <a:pt x="7073" y="30238"/>
                  </a:lnTo>
                  <a:lnTo>
                    <a:pt x="6743" y="31699"/>
                  </a:lnTo>
                  <a:lnTo>
                    <a:pt x="7048" y="30238"/>
                  </a:lnTo>
                  <a:lnTo>
                    <a:pt x="6692" y="30238"/>
                  </a:lnTo>
                  <a:lnTo>
                    <a:pt x="6502" y="31140"/>
                  </a:lnTo>
                  <a:lnTo>
                    <a:pt x="6146" y="30238"/>
                  </a:lnTo>
                  <a:lnTo>
                    <a:pt x="6121" y="32004"/>
                  </a:lnTo>
                  <a:lnTo>
                    <a:pt x="6121" y="30238"/>
                  </a:lnTo>
                  <a:lnTo>
                    <a:pt x="5892" y="30238"/>
                  </a:lnTo>
                  <a:lnTo>
                    <a:pt x="5892" y="30086"/>
                  </a:lnTo>
                  <a:lnTo>
                    <a:pt x="0" y="30086"/>
                  </a:lnTo>
                  <a:lnTo>
                    <a:pt x="0" y="35217"/>
                  </a:lnTo>
                  <a:lnTo>
                    <a:pt x="7721" y="35217"/>
                  </a:lnTo>
                  <a:lnTo>
                    <a:pt x="7721" y="34404"/>
                  </a:lnTo>
                  <a:lnTo>
                    <a:pt x="7861" y="34213"/>
                  </a:lnTo>
                  <a:lnTo>
                    <a:pt x="7721" y="34213"/>
                  </a:lnTo>
                  <a:lnTo>
                    <a:pt x="7721" y="33020"/>
                  </a:lnTo>
                  <a:lnTo>
                    <a:pt x="7531" y="33020"/>
                  </a:lnTo>
                  <a:lnTo>
                    <a:pt x="7721" y="32791"/>
                  </a:lnTo>
                  <a:lnTo>
                    <a:pt x="7696" y="32004"/>
                  </a:lnTo>
                  <a:lnTo>
                    <a:pt x="7899" y="32004"/>
                  </a:lnTo>
                  <a:lnTo>
                    <a:pt x="7975" y="30810"/>
                  </a:lnTo>
                  <a:close/>
                </a:path>
                <a:path w="23495" h="43180">
                  <a:moveTo>
                    <a:pt x="7988" y="36791"/>
                  </a:moveTo>
                  <a:lnTo>
                    <a:pt x="7810" y="36817"/>
                  </a:lnTo>
                  <a:lnTo>
                    <a:pt x="7810" y="37033"/>
                  </a:lnTo>
                  <a:lnTo>
                    <a:pt x="7988" y="36906"/>
                  </a:lnTo>
                  <a:close/>
                </a:path>
                <a:path w="23495" h="43180">
                  <a:moveTo>
                    <a:pt x="8001" y="37782"/>
                  </a:moveTo>
                  <a:close/>
                </a:path>
                <a:path w="23495" h="43180">
                  <a:moveTo>
                    <a:pt x="8013" y="35217"/>
                  </a:moveTo>
                  <a:lnTo>
                    <a:pt x="7721" y="35217"/>
                  </a:lnTo>
                  <a:lnTo>
                    <a:pt x="7594" y="36055"/>
                  </a:lnTo>
                  <a:lnTo>
                    <a:pt x="8013" y="36055"/>
                  </a:lnTo>
                  <a:lnTo>
                    <a:pt x="8013" y="35217"/>
                  </a:lnTo>
                  <a:close/>
                </a:path>
                <a:path w="23495" h="43180">
                  <a:moveTo>
                    <a:pt x="8013" y="28956"/>
                  </a:moveTo>
                  <a:lnTo>
                    <a:pt x="7924" y="29133"/>
                  </a:lnTo>
                  <a:lnTo>
                    <a:pt x="8013" y="28956"/>
                  </a:lnTo>
                  <a:close/>
                </a:path>
                <a:path w="23495" h="43180">
                  <a:moveTo>
                    <a:pt x="8051" y="30162"/>
                  </a:moveTo>
                  <a:lnTo>
                    <a:pt x="7962" y="29997"/>
                  </a:lnTo>
                  <a:lnTo>
                    <a:pt x="7988" y="30213"/>
                  </a:lnTo>
                  <a:close/>
                </a:path>
                <a:path w="23495" h="43180">
                  <a:moveTo>
                    <a:pt x="8051" y="29286"/>
                  </a:moveTo>
                  <a:lnTo>
                    <a:pt x="7797" y="29057"/>
                  </a:lnTo>
                  <a:lnTo>
                    <a:pt x="7848" y="29425"/>
                  </a:lnTo>
                  <a:lnTo>
                    <a:pt x="8051" y="29286"/>
                  </a:lnTo>
                  <a:close/>
                </a:path>
                <a:path w="23495" h="43180">
                  <a:moveTo>
                    <a:pt x="8077" y="33261"/>
                  </a:moveTo>
                  <a:lnTo>
                    <a:pt x="8051" y="33032"/>
                  </a:lnTo>
                  <a:lnTo>
                    <a:pt x="7912" y="32981"/>
                  </a:lnTo>
                  <a:lnTo>
                    <a:pt x="8001" y="33159"/>
                  </a:lnTo>
                  <a:lnTo>
                    <a:pt x="7950" y="33337"/>
                  </a:lnTo>
                  <a:lnTo>
                    <a:pt x="8077" y="33261"/>
                  </a:lnTo>
                  <a:close/>
                </a:path>
                <a:path w="23495" h="43180">
                  <a:moveTo>
                    <a:pt x="8178" y="37211"/>
                  </a:moveTo>
                  <a:lnTo>
                    <a:pt x="8001" y="37211"/>
                  </a:lnTo>
                  <a:lnTo>
                    <a:pt x="8178" y="37261"/>
                  </a:lnTo>
                  <a:close/>
                </a:path>
                <a:path w="23495" h="43180">
                  <a:moveTo>
                    <a:pt x="8178" y="35026"/>
                  </a:moveTo>
                  <a:lnTo>
                    <a:pt x="8026" y="35026"/>
                  </a:lnTo>
                  <a:lnTo>
                    <a:pt x="8178" y="35064"/>
                  </a:lnTo>
                  <a:close/>
                </a:path>
                <a:path w="23495" h="43180">
                  <a:moveTo>
                    <a:pt x="8178" y="32931"/>
                  </a:moveTo>
                  <a:lnTo>
                    <a:pt x="8102" y="32791"/>
                  </a:lnTo>
                  <a:lnTo>
                    <a:pt x="8128" y="32981"/>
                  </a:lnTo>
                  <a:close/>
                </a:path>
                <a:path w="23495" h="43180">
                  <a:moveTo>
                    <a:pt x="8204" y="37553"/>
                  </a:moveTo>
                  <a:lnTo>
                    <a:pt x="8077" y="37515"/>
                  </a:lnTo>
                  <a:lnTo>
                    <a:pt x="8051" y="37757"/>
                  </a:lnTo>
                  <a:lnTo>
                    <a:pt x="8204" y="37553"/>
                  </a:lnTo>
                  <a:close/>
                </a:path>
                <a:path w="23495" h="43180">
                  <a:moveTo>
                    <a:pt x="8204" y="34734"/>
                  </a:moveTo>
                  <a:lnTo>
                    <a:pt x="8051" y="34531"/>
                  </a:lnTo>
                  <a:lnTo>
                    <a:pt x="8013" y="34848"/>
                  </a:lnTo>
                  <a:lnTo>
                    <a:pt x="8178" y="34823"/>
                  </a:lnTo>
                  <a:close/>
                </a:path>
                <a:path w="23495" h="43180">
                  <a:moveTo>
                    <a:pt x="8242" y="32550"/>
                  </a:moveTo>
                  <a:lnTo>
                    <a:pt x="8102" y="32321"/>
                  </a:lnTo>
                  <a:lnTo>
                    <a:pt x="8089" y="32461"/>
                  </a:lnTo>
                  <a:lnTo>
                    <a:pt x="8242" y="32550"/>
                  </a:lnTo>
                  <a:close/>
                </a:path>
                <a:path w="23495" h="43180">
                  <a:moveTo>
                    <a:pt x="8255" y="28841"/>
                  </a:moveTo>
                  <a:lnTo>
                    <a:pt x="8204" y="28994"/>
                  </a:lnTo>
                  <a:lnTo>
                    <a:pt x="8255" y="28841"/>
                  </a:lnTo>
                  <a:close/>
                </a:path>
                <a:path w="23495" h="43180">
                  <a:moveTo>
                    <a:pt x="8280" y="33985"/>
                  </a:moveTo>
                  <a:lnTo>
                    <a:pt x="8178" y="33858"/>
                  </a:lnTo>
                  <a:lnTo>
                    <a:pt x="8204" y="33731"/>
                  </a:lnTo>
                  <a:lnTo>
                    <a:pt x="8051" y="33604"/>
                  </a:lnTo>
                  <a:lnTo>
                    <a:pt x="8102" y="33464"/>
                  </a:lnTo>
                  <a:lnTo>
                    <a:pt x="7950" y="33362"/>
                  </a:lnTo>
                  <a:lnTo>
                    <a:pt x="8039" y="33591"/>
                  </a:lnTo>
                  <a:lnTo>
                    <a:pt x="7950" y="33731"/>
                  </a:lnTo>
                  <a:lnTo>
                    <a:pt x="8026" y="33858"/>
                  </a:lnTo>
                  <a:lnTo>
                    <a:pt x="7924" y="34163"/>
                  </a:lnTo>
                  <a:lnTo>
                    <a:pt x="7950" y="34290"/>
                  </a:lnTo>
                  <a:lnTo>
                    <a:pt x="7924" y="34480"/>
                  </a:lnTo>
                  <a:lnTo>
                    <a:pt x="8026" y="34264"/>
                  </a:lnTo>
                  <a:lnTo>
                    <a:pt x="8204" y="34328"/>
                  </a:lnTo>
                  <a:lnTo>
                    <a:pt x="8255" y="34137"/>
                  </a:lnTo>
                  <a:lnTo>
                    <a:pt x="8280" y="33985"/>
                  </a:lnTo>
                  <a:close/>
                </a:path>
                <a:path w="23495" h="43180">
                  <a:moveTo>
                    <a:pt x="8343" y="28841"/>
                  </a:moveTo>
                  <a:close/>
                </a:path>
                <a:path w="23495" h="43180">
                  <a:moveTo>
                    <a:pt x="8458" y="33235"/>
                  </a:moveTo>
                  <a:lnTo>
                    <a:pt x="8432" y="33413"/>
                  </a:lnTo>
                  <a:lnTo>
                    <a:pt x="8458" y="33235"/>
                  </a:lnTo>
                  <a:close/>
                </a:path>
                <a:path w="23495" h="43180">
                  <a:moveTo>
                    <a:pt x="8521" y="32969"/>
                  </a:moveTo>
                  <a:lnTo>
                    <a:pt x="8483" y="32816"/>
                  </a:lnTo>
                  <a:lnTo>
                    <a:pt x="8521" y="32969"/>
                  </a:lnTo>
                  <a:close/>
                </a:path>
                <a:path w="23495" h="43180">
                  <a:moveTo>
                    <a:pt x="8763" y="30429"/>
                  </a:moveTo>
                  <a:lnTo>
                    <a:pt x="8623" y="30403"/>
                  </a:lnTo>
                  <a:lnTo>
                    <a:pt x="8724" y="30607"/>
                  </a:lnTo>
                  <a:lnTo>
                    <a:pt x="8763" y="30429"/>
                  </a:lnTo>
                  <a:close/>
                </a:path>
                <a:path w="23495" h="43180">
                  <a:moveTo>
                    <a:pt x="8826" y="36830"/>
                  </a:moveTo>
                  <a:lnTo>
                    <a:pt x="8699" y="36601"/>
                  </a:lnTo>
                  <a:lnTo>
                    <a:pt x="8712" y="36398"/>
                  </a:lnTo>
                  <a:lnTo>
                    <a:pt x="8597" y="36563"/>
                  </a:lnTo>
                  <a:lnTo>
                    <a:pt x="8648" y="36334"/>
                  </a:lnTo>
                  <a:lnTo>
                    <a:pt x="8775" y="36334"/>
                  </a:lnTo>
                  <a:lnTo>
                    <a:pt x="8712" y="36156"/>
                  </a:lnTo>
                  <a:lnTo>
                    <a:pt x="8496" y="36106"/>
                  </a:lnTo>
                  <a:lnTo>
                    <a:pt x="8534" y="36423"/>
                  </a:lnTo>
                  <a:lnTo>
                    <a:pt x="8293" y="36804"/>
                  </a:lnTo>
                  <a:lnTo>
                    <a:pt x="8343" y="37236"/>
                  </a:lnTo>
                  <a:lnTo>
                    <a:pt x="8343" y="37465"/>
                  </a:lnTo>
                  <a:lnTo>
                    <a:pt x="8242" y="37642"/>
                  </a:lnTo>
                  <a:lnTo>
                    <a:pt x="8623" y="37388"/>
                  </a:lnTo>
                  <a:lnTo>
                    <a:pt x="8648" y="37147"/>
                  </a:lnTo>
                  <a:lnTo>
                    <a:pt x="8597" y="36995"/>
                  </a:lnTo>
                  <a:lnTo>
                    <a:pt x="8826" y="36830"/>
                  </a:lnTo>
                  <a:close/>
                </a:path>
                <a:path w="23495" h="43180">
                  <a:moveTo>
                    <a:pt x="9029" y="31419"/>
                  </a:moveTo>
                  <a:lnTo>
                    <a:pt x="8902" y="31292"/>
                  </a:lnTo>
                  <a:lnTo>
                    <a:pt x="9029" y="31419"/>
                  </a:lnTo>
                  <a:close/>
                </a:path>
                <a:path w="23495" h="43180">
                  <a:moveTo>
                    <a:pt x="9055" y="33731"/>
                  </a:moveTo>
                  <a:lnTo>
                    <a:pt x="9029" y="33464"/>
                  </a:lnTo>
                  <a:lnTo>
                    <a:pt x="8801" y="33197"/>
                  </a:lnTo>
                  <a:lnTo>
                    <a:pt x="8851" y="33680"/>
                  </a:lnTo>
                  <a:lnTo>
                    <a:pt x="8915" y="33528"/>
                  </a:lnTo>
                  <a:lnTo>
                    <a:pt x="8978" y="33782"/>
                  </a:lnTo>
                  <a:close/>
                </a:path>
                <a:path w="23495" h="43180">
                  <a:moveTo>
                    <a:pt x="9055" y="28841"/>
                  </a:moveTo>
                  <a:close/>
                </a:path>
                <a:path w="23495" h="43180">
                  <a:moveTo>
                    <a:pt x="9118" y="31165"/>
                  </a:moveTo>
                  <a:lnTo>
                    <a:pt x="8940" y="31165"/>
                  </a:lnTo>
                  <a:lnTo>
                    <a:pt x="9118" y="31165"/>
                  </a:lnTo>
                  <a:close/>
                </a:path>
                <a:path w="23495" h="43180">
                  <a:moveTo>
                    <a:pt x="9499" y="36093"/>
                  </a:moveTo>
                  <a:lnTo>
                    <a:pt x="9448" y="35852"/>
                  </a:lnTo>
                  <a:lnTo>
                    <a:pt x="9448" y="36093"/>
                  </a:lnTo>
                  <a:lnTo>
                    <a:pt x="9448" y="36423"/>
                  </a:lnTo>
                  <a:lnTo>
                    <a:pt x="9474" y="36195"/>
                  </a:lnTo>
                  <a:close/>
                </a:path>
                <a:path w="23495" h="43180">
                  <a:moveTo>
                    <a:pt x="9956" y="30924"/>
                  </a:moveTo>
                  <a:lnTo>
                    <a:pt x="9779" y="31051"/>
                  </a:lnTo>
                  <a:lnTo>
                    <a:pt x="9715" y="30873"/>
                  </a:lnTo>
                  <a:lnTo>
                    <a:pt x="9715" y="31026"/>
                  </a:lnTo>
                  <a:lnTo>
                    <a:pt x="9740" y="31280"/>
                  </a:lnTo>
                  <a:lnTo>
                    <a:pt x="9690" y="31153"/>
                  </a:lnTo>
                  <a:lnTo>
                    <a:pt x="9639" y="31305"/>
                  </a:lnTo>
                  <a:lnTo>
                    <a:pt x="9690" y="31572"/>
                  </a:lnTo>
                  <a:lnTo>
                    <a:pt x="9842" y="31445"/>
                  </a:lnTo>
                  <a:lnTo>
                    <a:pt x="9944" y="31229"/>
                  </a:lnTo>
                  <a:lnTo>
                    <a:pt x="9956" y="31064"/>
                  </a:lnTo>
                  <a:lnTo>
                    <a:pt x="9956" y="30924"/>
                  </a:lnTo>
                  <a:close/>
                </a:path>
                <a:path w="23495" h="43180">
                  <a:moveTo>
                    <a:pt x="9969" y="30784"/>
                  </a:moveTo>
                  <a:lnTo>
                    <a:pt x="9842" y="30695"/>
                  </a:lnTo>
                  <a:lnTo>
                    <a:pt x="9715" y="30810"/>
                  </a:lnTo>
                  <a:lnTo>
                    <a:pt x="9969" y="30784"/>
                  </a:lnTo>
                  <a:close/>
                </a:path>
                <a:path w="23495" h="43180">
                  <a:moveTo>
                    <a:pt x="10020" y="35090"/>
                  </a:moveTo>
                  <a:lnTo>
                    <a:pt x="9880" y="35077"/>
                  </a:lnTo>
                  <a:lnTo>
                    <a:pt x="10020" y="35242"/>
                  </a:lnTo>
                  <a:lnTo>
                    <a:pt x="10020" y="35090"/>
                  </a:lnTo>
                  <a:close/>
                </a:path>
                <a:path w="23495" h="43180">
                  <a:moveTo>
                    <a:pt x="10337" y="31051"/>
                  </a:moveTo>
                  <a:lnTo>
                    <a:pt x="10210" y="31038"/>
                  </a:lnTo>
                  <a:lnTo>
                    <a:pt x="10236" y="31191"/>
                  </a:lnTo>
                  <a:lnTo>
                    <a:pt x="10337" y="31051"/>
                  </a:lnTo>
                  <a:close/>
                </a:path>
                <a:path w="23495" h="43180">
                  <a:moveTo>
                    <a:pt x="10414" y="36144"/>
                  </a:moveTo>
                  <a:lnTo>
                    <a:pt x="10337" y="35902"/>
                  </a:lnTo>
                  <a:lnTo>
                    <a:pt x="10287" y="36029"/>
                  </a:lnTo>
                  <a:lnTo>
                    <a:pt x="10274" y="36195"/>
                  </a:lnTo>
                  <a:lnTo>
                    <a:pt x="10414" y="36144"/>
                  </a:lnTo>
                  <a:close/>
                </a:path>
                <a:path w="23495" h="43180">
                  <a:moveTo>
                    <a:pt x="10604" y="33629"/>
                  </a:moveTo>
                  <a:lnTo>
                    <a:pt x="10502" y="33782"/>
                  </a:lnTo>
                  <a:lnTo>
                    <a:pt x="10477" y="33985"/>
                  </a:lnTo>
                  <a:lnTo>
                    <a:pt x="10502" y="34124"/>
                  </a:lnTo>
                  <a:lnTo>
                    <a:pt x="10604" y="33629"/>
                  </a:lnTo>
                  <a:close/>
                </a:path>
                <a:path w="23495" h="43180">
                  <a:moveTo>
                    <a:pt x="10617" y="35941"/>
                  </a:moveTo>
                  <a:lnTo>
                    <a:pt x="10490" y="35737"/>
                  </a:lnTo>
                  <a:lnTo>
                    <a:pt x="10579" y="36042"/>
                  </a:lnTo>
                  <a:close/>
                </a:path>
                <a:path w="23495" h="43180">
                  <a:moveTo>
                    <a:pt x="10655" y="33604"/>
                  </a:moveTo>
                  <a:lnTo>
                    <a:pt x="10629" y="33439"/>
                  </a:lnTo>
                  <a:lnTo>
                    <a:pt x="10655" y="33604"/>
                  </a:lnTo>
                  <a:close/>
                </a:path>
                <a:path w="23495" h="43180">
                  <a:moveTo>
                    <a:pt x="10820" y="34378"/>
                  </a:moveTo>
                  <a:lnTo>
                    <a:pt x="10706" y="34188"/>
                  </a:lnTo>
                  <a:lnTo>
                    <a:pt x="10629" y="34315"/>
                  </a:lnTo>
                  <a:lnTo>
                    <a:pt x="10795" y="34493"/>
                  </a:lnTo>
                  <a:close/>
                </a:path>
                <a:path w="23495" h="43180">
                  <a:moveTo>
                    <a:pt x="10960" y="33032"/>
                  </a:moveTo>
                  <a:lnTo>
                    <a:pt x="10769" y="33058"/>
                  </a:lnTo>
                  <a:lnTo>
                    <a:pt x="10744" y="33655"/>
                  </a:lnTo>
                  <a:lnTo>
                    <a:pt x="10922" y="33451"/>
                  </a:lnTo>
                  <a:lnTo>
                    <a:pt x="10934" y="33261"/>
                  </a:lnTo>
                  <a:lnTo>
                    <a:pt x="10960" y="33032"/>
                  </a:lnTo>
                  <a:close/>
                </a:path>
                <a:path w="23495" h="43180">
                  <a:moveTo>
                    <a:pt x="10972" y="35585"/>
                  </a:moveTo>
                  <a:lnTo>
                    <a:pt x="10845" y="35737"/>
                  </a:lnTo>
                  <a:lnTo>
                    <a:pt x="10909" y="35610"/>
                  </a:lnTo>
                  <a:close/>
                </a:path>
                <a:path w="23495" h="43180">
                  <a:moveTo>
                    <a:pt x="11010" y="32956"/>
                  </a:moveTo>
                  <a:lnTo>
                    <a:pt x="10985" y="32626"/>
                  </a:lnTo>
                  <a:lnTo>
                    <a:pt x="10871" y="33007"/>
                  </a:lnTo>
                  <a:lnTo>
                    <a:pt x="11010" y="32956"/>
                  </a:lnTo>
                  <a:close/>
                </a:path>
                <a:path w="23495" h="43180">
                  <a:moveTo>
                    <a:pt x="11366" y="32004"/>
                  </a:moveTo>
                  <a:lnTo>
                    <a:pt x="11328" y="31762"/>
                  </a:lnTo>
                  <a:lnTo>
                    <a:pt x="11290" y="32004"/>
                  </a:lnTo>
                  <a:close/>
                </a:path>
                <a:path w="23495" h="43180">
                  <a:moveTo>
                    <a:pt x="21069" y="3009"/>
                  </a:moveTo>
                  <a:lnTo>
                    <a:pt x="20942" y="2870"/>
                  </a:lnTo>
                  <a:lnTo>
                    <a:pt x="20802" y="3035"/>
                  </a:lnTo>
                  <a:lnTo>
                    <a:pt x="20955" y="3162"/>
                  </a:lnTo>
                  <a:lnTo>
                    <a:pt x="21069" y="3009"/>
                  </a:lnTo>
                  <a:close/>
                </a:path>
                <a:path w="23495" h="43180">
                  <a:moveTo>
                    <a:pt x="21107" y="2146"/>
                  </a:moveTo>
                  <a:lnTo>
                    <a:pt x="20878" y="2044"/>
                  </a:lnTo>
                  <a:lnTo>
                    <a:pt x="20751" y="2286"/>
                  </a:lnTo>
                  <a:lnTo>
                    <a:pt x="21005" y="2400"/>
                  </a:lnTo>
                  <a:lnTo>
                    <a:pt x="21107" y="2146"/>
                  </a:lnTo>
                  <a:close/>
                </a:path>
                <a:path w="23495" h="43180">
                  <a:moveTo>
                    <a:pt x="21323" y="952"/>
                  </a:moveTo>
                  <a:lnTo>
                    <a:pt x="21196" y="749"/>
                  </a:lnTo>
                  <a:lnTo>
                    <a:pt x="21018" y="850"/>
                  </a:lnTo>
                  <a:lnTo>
                    <a:pt x="21120" y="1041"/>
                  </a:lnTo>
                  <a:lnTo>
                    <a:pt x="21323" y="952"/>
                  </a:lnTo>
                  <a:close/>
                </a:path>
                <a:path w="23495" h="43180">
                  <a:moveTo>
                    <a:pt x="21475" y="127"/>
                  </a:moveTo>
                  <a:lnTo>
                    <a:pt x="21310" y="0"/>
                  </a:lnTo>
                  <a:lnTo>
                    <a:pt x="21170" y="177"/>
                  </a:lnTo>
                  <a:lnTo>
                    <a:pt x="21348" y="304"/>
                  </a:lnTo>
                  <a:lnTo>
                    <a:pt x="21475" y="127"/>
                  </a:lnTo>
                  <a:close/>
                </a:path>
                <a:path w="23495" h="43180">
                  <a:moveTo>
                    <a:pt x="21488" y="1778"/>
                  </a:moveTo>
                  <a:lnTo>
                    <a:pt x="21297" y="1676"/>
                  </a:lnTo>
                  <a:lnTo>
                    <a:pt x="21196" y="1866"/>
                  </a:lnTo>
                  <a:lnTo>
                    <a:pt x="21386" y="1968"/>
                  </a:lnTo>
                  <a:lnTo>
                    <a:pt x="21488" y="1778"/>
                  </a:lnTo>
                  <a:close/>
                </a:path>
                <a:path w="23495" h="43180">
                  <a:moveTo>
                    <a:pt x="21539" y="2362"/>
                  </a:moveTo>
                  <a:lnTo>
                    <a:pt x="21336" y="2260"/>
                  </a:lnTo>
                  <a:lnTo>
                    <a:pt x="21209" y="2476"/>
                  </a:lnTo>
                  <a:lnTo>
                    <a:pt x="21437" y="2603"/>
                  </a:lnTo>
                  <a:lnTo>
                    <a:pt x="21539" y="2362"/>
                  </a:lnTo>
                  <a:close/>
                </a:path>
                <a:path w="23495" h="43180">
                  <a:moveTo>
                    <a:pt x="21844" y="2082"/>
                  </a:moveTo>
                  <a:lnTo>
                    <a:pt x="21678" y="1828"/>
                  </a:lnTo>
                  <a:lnTo>
                    <a:pt x="21450" y="2006"/>
                  </a:lnTo>
                  <a:lnTo>
                    <a:pt x="21615" y="2247"/>
                  </a:lnTo>
                  <a:lnTo>
                    <a:pt x="21844" y="2082"/>
                  </a:lnTo>
                  <a:close/>
                </a:path>
                <a:path w="23495" h="43180">
                  <a:moveTo>
                    <a:pt x="22021" y="406"/>
                  </a:moveTo>
                  <a:lnTo>
                    <a:pt x="21856" y="228"/>
                  </a:lnTo>
                  <a:lnTo>
                    <a:pt x="21666" y="381"/>
                  </a:lnTo>
                  <a:lnTo>
                    <a:pt x="21831" y="571"/>
                  </a:lnTo>
                  <a:lnTo>
                    <a:pt x="22021" y="406"/>
                  </a:lnTo>
                  <a:close/>
                </a:path>
                <a:path w="23495" h="43180">
                  <a:moveTo>
                    <a:pt x="22047" y="1320"/>
                  </a:moveTo>
                  <a:lnTo>
                    <a:pt x="21920" y="1130"/>
                  </a:lnTo>
                  <a:lnTo>
                    <a:pt x="21717" y="1270"/>
                  </a:lnTo>
                  <a:lnTo>
                    <a:pt x="21805" y="1397"/>
                  </a:lnTo>
                  <a:lnTo>
                    <a:pt x="21831" y="1612"/>
                  </a:lnTo>
                  <a:lnTo>
                    <a:pt x="21983" y="1485"/>
                  </a:lnTo>
                  <a:lnTo>
                    <a:pt x="22047" y="1320"/>
                  </a:lnTo>
                  <a:close/>
                </a:path>
                <a:path w="23495" h="43180">
                  <a:moveTo>
                    <a:pt x="22466" y="2717"/>
                  </a:moveTo>
                  <a:lnTo>
                    <a:pt x="22326" y="2565"/>
                  </a:lnTo>
                  <a:lnTo>
                    <a:pt x="22174" y="2692"/>
                  </a:lnTo>
                  <a:lnTo>
                    <a:pt x="22301" y="2844"/>
                  </a:lnTo>
                  <a:lnTo>
                    <a:pt x="22466" y="2717"/>
                  </a:lnTo>
                  <a:close/>
                </a:path>
                <a:path w="23495" h="43180">
                  <a:moveTo>
                    <a:pt x="22606" y="1003"/>
                  </a:moveTo>
                  <a:lnTo>
                    <a:pt x="22364" y="901"/>
                  </a:lnTo>
                  <a:lnTo>
                    <a:pt x="22263" y="1143"/>
                  </a:lnTo>
                  <a:lnTo>
                    <a:pt x="22491" y="1257"/>
                  </a:lnTo>
                  <a:lnTo>
                    <a:pt x="22606" y="1003"/>
                  </a:lnTo>
                  <a:close/>
                </a:path>
                <a:path w="23495" h="43180">
                  <a:moveTo>
                    <a:pt x="22669" y="2578"/>
                  </a:moveTo>
                  <a:lnTo>
                    <a:pt x="22542" y="2413"/>
                  </a:lnTo>
                  <a:lnTo>
                    <a:pt x="22402" y="2540"/>
                  </a:lnTo>
                  <a:lnTo>
                    <a:pt x="22529" y="2692"/>
                  </a:lnTo>
                  <a:lnTo>
                    <a:pt x="22669" y="2578"/>
                  </a:lnTo>
                  <a:close/>
                </a:path>
                <a:path w="23495" h="43180">
                  <a:moveTo>
                    <a:pt x="22910" y="3251"/>
                  </a:moveTo>
                  <a:lnTo>
                    <a:pt x="22669" y="3136"/>
                  </a:lnTo>
                  <a:lnTo>
                    <a:pt x="22529" y="3390"/>
                  </a:lnTo>
                  <a:lnTo>
                    <a:pt x="22783" y="3530"/>
                  </a:lnTo>
                  <a:lnTo>
                    <a:pt x="22910" y="3251"/>
                  </a:lnTo>
                  <a:close/>
                </a:path>
                <a:path w="23495" h="43180">
                  <a:moveTo>
                    <a:pt x="23177" y="508"/>
                  </a:moveTo>
                  <a:lnTo>
                    <a:pt x="22948" y="419"/>
                  </a:lnTo>
                  <a:lnTo>
                    <a:pt x="22872" y="609"/>
                  </a:lnTo>
                  <a:lnTo>
                    <a:pt x="22745" y="520"/>
                  </a:lnTo>
                  <a:lnTo>
                    <a:pt x="22593" y="749"/>
                  </a:lnTo>
                  <a:lnTo>
                    <a:pt x="22809" y="901"/>
                  </a:lnTo>
                  <a:lnTo>
                    <a:pt x="22948" y="673"/>
                  </a:lnTo>
                  <a:lnTo>
                    <a:pt x="23075" y="736"/>
                  </a:lnTo>
                  <a:lnTo>
                    <a:pt x="23177" y="508"/>
                  </a:lnTo>
                  <a:close/>
                </a:path>
                <a:path w="23495" h="43180">
                  <a:moveTo>
                    <a:pt x="23368" y="1511"/>
                  </a:moveTo>
                  <a:lnTo>
                    <a:pt x="23152" y="1422"/>
                  </a:lnTo>
                  <a:lnTo>
                    <a:pt x="23063" y="1638"/>
                  </a:lnTo>
                  <a:lnTo>
                    <a:pt x="23279" y="1727"/>
                  </a:lnTo>
                  <a:lnTo>
                    <a:pt x="23368" y="15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8" name="object 78"/>
            <p:cNvSpPr/>
            <p:nvPr/>
          </p:nvSpPr>
          <p:spPr>
            <a:xfrm>
              <a:off x="4072737" y="1208138"/>
              <a:ext cx="3175" cy="16510"/>
            </a:xfrm>
            <a:custGeom>
              <a:avLst/>
              <a:gdLst/>
              <a:ahLst/>
              <a:cxnLst/>
              <a:rect l="l" t="t" r="r" b="b"/>
              <a:pathLst>
                <a:path w="3175" h="16509">
                  <a:moveTo>
                    <a:pt x="381" y="7670"/>
                  </a:moveTo>
                  <a:lnTo>
                    <a:pt x="241" y="7581"/>
                  </a:lnTo>
                  <a:lnTo>
                    <a:pt x="139" y="7747"/>
                  </a:lnTo>
                  <a:lnTo>
                    <a:pt x="304" y="7848"/>
                  </a:lnTo>
                  <a:lnTo>
                    <a:pt x="381" y="7670"/>
                  </a:lnTo>
                  <a:close/>
                </a:path>
                <a:path w="3175" h="16509">
                  <a:moveTo>
                    <a:pt x="393" y="15519"/>
                  </a:moveTo>
                  <a:lnTo>
                    <a:pt x="139" y="15405"/>
                  </a:lnTo>
                  <a:lnTo>
                    <a:pt x="0" y="15659"/>
                  </a:lnTo>
                  <a:lnTo>
                    <a:pt x="266" y="15798"/>
                  </a:lnTo>
                  <a:lnTo>
                    <a:pt x="393" y="15519"/>
                  </a:lnTo>
                  <a:close/>
                </a:path>
                <a:path w="3175" h="16509">
                  <a:moveTo>
                    <a:pt x="393" y="11925"/>
                  </a:moveTo>
                  <a:lnTo>
                    <a:pt x="215" y="11747"/>
                  </a:lnTo>
                  <a:lnTo>
                    <a:pt x="25" y="11950"/>
                  </a:lnTo>
                  <a:lnTo>
                    <a:pt x="228" y="12115"/>
                  </a:lnTo>
                  <a:lnTo>
                    <a:pt x="393" y="11925"/>
                  </a:lnTo>
                  <a:close/>
                </a:path>
                <a:path w="3175" h="16509">
                  <a:moveTo>
                    <a:pt x="393" y="9321"/>
                  </a:moveTo>
                  <a:lnTo>
                    <a:pt x="165" y="9182"/>
                  </a:lnTo>
                  <a:lnTo>
                    <a:pt x="25" y="9423"/>
                  </a:lnTo>
                  <a:lnTo>
                    <a:pt x="266" y="9550"/>
                  </a:lnTo>
                  <a:lnTo>
                    <a:pt x="393" y="9321"/>
                  </a:lnTo>
                  <a:close/>
                </a:path>
                <a:path w="3175" h="16509">
                  <a:moveTo>
                    <a:pt x="482" y="9740"/>
                  </a:moveTo>
                  <a:lnTo>
                    <a:pt x="266" y="9639"/>
                  </a:lnTo>
                  <a:lnTo>
                    <a:pt x="190" y="9855"/>
                  </a:lnTo>
                  <a:lnTo>
                    <a:pt x="393" y="9956"/>
                  </a:lnTo>
                  <a:lnTo>
                    <a:pt x="482" y="9740"/>
                  </a:lnTo>
                  <a:close/>
                </a:path>
                <a:path w="3175" h="16509">
                  <a:moveTo>
                    <a:pt x="520" y="2400"/>
                  </a:moveTo>
                  <a:lnTo>
                    <a:pt x="393" y="2184"/>
                  </a:lnTo>
                  <a:lnTo>
                    <a:pt x="215" y="2298"/>
                  </a:lnTo>
                  <a:lnTo>
                    <a:pt x="330" y="2501"/>
                  </a:lnTo>
                  <a:lnTo>
                    <a:pt x="520" y="2400"/>
                  </a:lnTo>
                  <a:close/>
                </a:path>
                <a:path w="3175" h="16509">
                  <a:moveTo>
                    <a:pt x="533" y="4191"/>
                  </a:moveTo>
                  <a:lnTo>
                    <a:pt x="317" y="4089"/>
                  </a:lnTo>
                  <a:lnTo>
                    <a:pt x="215" y="4305"/>
                  </a:lnTo>
                  <a:lnTo>
                    <a:pt x="406" y="4419"/>
                  </a:lnTo>
                  <a:lnTo>
                    <a:pt x="533" y="4191"/>
                  </a:lnTo>
                  <a:close/>
                </a:path>
                <a:path w="3175" h="16509">
                  <a:moveTo>
                    <a:pt x="571" y="4508"/>
                  </a:moveTo>
                  <a:lnTo>
                    <a:pt x="317" y="4394"/>
                  </a:lnTo>
                  <a:lnTo>
                    <a:pt x="203" y="4660"/>
                  </a:lnTo>
                  <a:lnTo>
                    <a:pt x="444" y="4775"/>
                  </a:lnTo>
                  <a:lnTo>
                    <a:pt x="571" y="4508"/>
                  </a:lnTo>
                  <a:close/>
                </a:path>
                <a:path w="3175" h="16509">
                  <a:moveTo>
                    <a:pt x="673" y="10680"/>
                  </a:moveTo>
                  <a:lnTo>
                    <a:pt x="508" y="10553"/>
                  </a:lnTo>
                  <a:lnTo>
                    <a:pt x="381" y="10718"/>
                  </a:lnTo>
                  <a:lnTo>
                    <a:pt x="546" y="10845"/>
                  </a:lnTo>
                  <a:lnTo>
                    <a:pt x="673" y="10680"/>
                  </a:lnTo>
                  <a:close/>
                </a:path>
                <a:path w="3175" h="16509">
                  <a:moveTo>
                    <a:pt x="698" y="15138"/>
                  </a:moveTo>
                  <a:lnTo>
                    <a:pt x="533" y="14909"/>
                  </a:lnTo>
                  <a:lnTo>
                    <a:pt x="304" y="15087"/>
                  </a:lnTo>
                  <a:lnTo>
                    <a:pt x="482" y="15316"/>
                  </a:lnTo>
                  <a:lnTo>
                    <a:pt x="698" y="15138"/>
                  </a:lnTo>
                  <a:close/>
                </a:path>
                <a:path w="3175" h="16509">
                  <a:moveTo>
                    <a:pt x="698" y="1600"/>
                  </a:moveTo>
                  <a:lnTo>
                    <a:pt x="571" y="1384"/>
                  </a:lnTo>
                  <a:lnTo>
                    <a:pt x="342" y="1524"/>
                  </a:lnTo>
                  <a:lnTo>
                    <a:pt x="482" y="1752"/>
                  </a:lnTo>
                  <a:lnTo>
                    <a:pt x="698" y="1600"/>
                  </a:lnTo>
                  <a:close/>
                </a:path>
                <a:path w="3175" h="16509">
                  <a:moveTo>
                    <a:pt x="736" y="2489"/>
                  </a:moveTo>
                  <a:lnTo>
                    <a:pt x="584" y="2336"/>
                  </a:lnTo>
                  <a:lnTo>
                    <a:pt x="419" y="2501"/>
                  </a:lnTo>
                  <a:lnTo>
                    <a:pt x="596" y="2654"/>
                  </a:lnTo>
                  <a:lnTo>
                    <a:pt x="736" y="2489"/>
                  </a:lnTo>
                  <a:close/>
                </a:path>
                <a:path w="3175" h="16509">
                  <a:moveTo>
                    <a:pt x="762" y="15976"/>
                  </a:moveTo>
                  <a:lnTo>
                    <a:pt x="596" y="15849"/>
                  </a:lnTo>
                  <a:lnTo>
                    <a:pt x="457" y="16027"/>
                  </a:lnTo>
                  <a:lnTo>
                    <a:pt x="635" y="16154"/>
                  </a:lnTo>
                  <a:lnTo>
                    <a:pt x="762" y="15976"/>
                  </a:lnTo>
                  <a:close/>
                </a:path>
                <a:path w="3175" h="16509">
                  <a:moveTo>
                    <a:pt x="762" y="8890"/>
                  </a:moveTo>
                  <a:lnTo>
                    <a:pt x="533" y="8813"/>
                  </a:lnTo>
                  <a:lnTo>
                    <a:pt x="469" y="9017"/>
                  </a:lnTo>
                  <a:lnTo>
                    <a:pt x="368" y="9271"/>
                  </a:lnTo>
                  <a:lnTo>
                    <a:pt x="622" y="9410"/>
                  </a:lnTo>
                  <a:lnTo>
                    <a:pt x="762" y="9156"/>
                  </a:lnTo>
                  <a:lnTo>
                    <a:pt x="762" y="8890"/>
                  </a:lnTo>
                  <a:close/>
                </a:path>
                <a:path w="3175" h="16509">
                  <a:moveTo>
                    <a:pt x="990" y="1485"/>
                  </a:moveTo>
                  <a:lnTo>
                    <a:pt x="825" y="1270"/>
                  </a:lnTo>
                  <a:lnTo>
                    <a:pt x="622" y="1422"/>
                  </a:lnTo>
                  <a:lnTo>
                    <a:pt x="774" y="1625"/>
                  </a:lnTo>
                  <a:lnTo>
                    <a:pt x="990" y="1485"/>
                  </a:lnTo>
                  <a:close/>
                </a:path>
                <a:path w="3175" h="16509">
                  <a:moveTo>
                    <a:pt x="1003" y="3314"/>
                  </a:moveTo>
                  <a:lnTo>
                    <a:pt x="850" y="3124"/>
                  </a:lnTo>
                  <a:lnTo>
                    <a:pt x="673" y="3289"/>
                  </a:lnTo>
                  <a:lnTo>
                    <a:pt x="812" y="3454"/>
                  </a:lnTo>
                  <a:lnTo>
                    <a:pt x="1003" y="3314"/>
                  </a:lnTo>
                  <a:close/>
                </a:path>
                <a:path w="3175" h="16509">
                  <a:moveTo>
                    <a:pt x="1016" y="444"/>
                  </a:moveTo>
                  <a:lnTo>
                    <a:pt x="825" y="241"/>
                  </a:lnTo>
                  <a:lnTo>
                    <a:pt x="635" y="431"/>
                  </a:lnTo>
                  <a:lnTo>
                    <a:pt x="812" y="635"/>
                  </a:lnTo>
                  <a:lnTo>
                    <a:pt x="1016" y="444"/>
                  </a:lnTo>
                  <a:close/>
                </a:path>
                <a:path w="3175" h="16509">
                  <a:moveTo>
                    <a:pt x="1079" y="11404"/>
                  </a:moveTo>
                  <a:lnTo>
                    <a:pt x="876" y="11188"/>
                  </a:lnTo>
                  <a:lnTo>
                    <a:pt x="660" y="11379"/>
                  </a:lnTo>
                  <a:lnTo>
                    <a:pt x="787" y="11544"/>
                  </a:lnTo>
                  <a:lnTo>
                    <a:pt x="965" y="11772"/>
                  </a:lnTo>
                  <a:lnTo>
                    <a:pt x="1079" y="11518"/>
                  </a:lnTo>
                  <a:close/>
                </a:path>
                <a:path w="3175" h="16509">
                  <a:moveTo>
                    <a:pt x="1104" y="12827"/>
                  </a:moveTo>
                  <a:lnTo>
                    <a:pt x="901" y="12623"/>
                  </a:lnTo>
                  <a:lnTo>
                    <a:pt x="698" y="12852"/>
                  </a:lnTo>
                  <a:lnTo>
                    <a:pt x="825" y="12979"/>
                  </a:lnTo>
                  <a:lnTo>
                    <a:pt x="660" y="13106"/>
                  </a:lnTo>
                  <a:lnTo>
                    <a:pt x="800" y="13309"/>
                  </a:lnTo>
                  <a:lnTo>
                    <a:pt x="1016" y="13169"/>
                  </a:lnTo>
                  <a:lnTo>
                    <a:pt x="1104" y="12827"/>
                  </a:lnTo>
                  <a:close/>
                </a:path>
                <a:path w="3175" h="16509">
                  <a:moveTo>
                    <a:pt x="1104" y="7899"/>
                  </a:moveTo>
                  <a:lnTo>
                    <a:pt x="863" y="7785"/>
                  </a:lnTo>
                  <a:lnTo>
                    <a:pt x="762" y="8026"/>
                  </a:lnTo>
                  <a:lnTo>
                    <a:pt x="1003" y="8128"/>
                  </a:lnTo>
                  <a:lnTo>
                    <a:pt x="1104" y="7899"/>
                  </a:lnTo>
                  <a:close/>
                </a:path>
                <a:path w="3175" h="16509">
                  <a:moveTo>
                    <a:pt x="1219" y="5499"/>
                  </a:moveTo>
                  <a:lnTo>
                    <a:pt x="1041" y="5283"/>
                  </a:lnTo>
                  <a:lnTo>
                    <a:pt x="812" y="5486"/>
                  </a:lnTo>
                  <a:lnTo>
                    <a:pt x="1016" y="5702"/>
                  </a:lnTo>
                  <a:lnTo>
                    <a:pt x="1219" y="5499"/>
                  </a:lnTo>
                  <a:close/>
                </a:path>
                <a:path w="3175" h="16509">
                  <a:moveTo>
                    <a:pt x="1282" y="673"/>
                  </a:moveTo>
                  <a:lnTo>
                    <a:pt x="1117" y="520"/>
                  </a:lnTo>
                  <a:lnTo>
                    <a:pt x="965" y="698"/>
                  </a:lnTo>
                  <a:lnTo>
                    <a:pt x="1130" y="838"/>
                  </a:lnTo>
                  <a:lnTo>
                    <a:pt x="1282" y="673"/>
                  </a:lnTo>
                  <a:close/>
                </a:path>
                <a:path w="3175" h="16509">
                  <a:moveTo>
                    <a:pt x="1320" y="114"/>
                  </a:moveTo>
                  <a:lnTo>
                    <a:pt x="1130" y="0"/>
                  </a:lnTo>
                  <a:lnTo>
                    <a:pt x="1016" y="190"/>
                  </a:lnTo>
                  <a:lnTo>
                    <a:pt x="1219" y="317"/>
                  </a:lnTo>
                  <a:lnTo>
                    <a:pt x="1320" y="114"/>
                  </a:lnTo>
                  <a:close/>
                </a:path>
                <a:path w="3175" h="16509">
                  <a:moveTo>
                    <a:pt x="1397" y="9525"/>
                  </a:moveTo>
                  <a:lnTo>
                    <a:pt x="1193" y="9372"/>
                  </a:lnTo>
                  <a:lnTo>
                    <a:pt x="1028" y="9563"/>
                  </a:lnTo>
                  <a:lnTo>
                    <a:pt x="1231" y="9740"/>
                  </a:lnTo>
                  <a:lnTo>
                    <a:pt x="1397" y="9525"/>
                  </a:lnTo>
                  <a:close/>
                </a:path>
                <a:path w="3175" h="16509">
                  <a:moveTo>
                    <a:pt x="1409" y="15887"/>
                  </a:moveTo>
                  <a:lnTo>
                    <a:pt x="1320" y="15697"/>
                  </a:lnTo>
                  <a:lnTo>
                    <a:pt x="1117" y="15824"/>
                  </a:lnTo>
                  <a:lnTo>
                    <a:pt x="1231" y="16014"/>
                  </a:lnTo>
                  <a:lnTo>
                    <a:pt x="1409" y="15887"/>
                  </a:lnTo>
                  <a:close/>
                </a:path>
                <a:path w="3175" h="16509">
                  <a:moveTo>
                    <a:pt x="1447" y="5118"/>
                  </a:moveTo>
                  <a:lnTo>
                    <a:pt x="1270" y="4902"/>
                  </a:lnTo>
                  <a:lnTo>
                    <a:pt x="1066" y="5105"/>
                  </a:lnTo>
                  <a:lnTo>
                    <a:pt x="1244" y="5308"/>
                  </a:lnTo>
                  <a:lnTo>
                    <a:pt x="1447" y="5118"/>
                  </a:lnTo>
                  <a:close/>
                </a:path>
                <a:path w="3175" h="16509">
                  <a:moveTo>
                    <a:pt x="1460" y="2044"/>
                  </a:moveTo>
                  <a:lnTo>
                    <a:pt x="1320" y="1854"/>
                  </a:lnTo>
                  <a:lnTo>
                    <a:pt x="1130" y="2006"/>
                  </a:lnTo>
                  <a:lnTo>
                    <a:pt x="1270" y="2197"/>
                  </a:lnTo>
                  <a:lnTo>
                    <a:pt x="1460" y="2044"/>
                  </a:lnTo>
                  <a:close/>
                </a:path>
                <a:path w="3175" h="16509">
                  <a:moveTo>
                    <a:pt x="1485" y="8483"/>
                  </a:moveTo>
                  <a:lnTo>
                    <a:pt x="1333" y="8216"/>
                  </a:lnTo>
                  <a:lnTo>
                    <a:pt x="1117" y="8140"/>
                  </a:lnTo>
                  <a:lnTo>
                    <a:pt x="927" y="8255"/>
                  </a:lnTo>
                  <a:lnTo>
                    <a:pt x="1066" y="8470"/>
                  </a:lnTo>
                  <a:lnTo>
                    <a:pt x="1231" y="8636"/>
                  </a:lnTo>
                  <a:lnTo>
                    <a:pt x="1485" y="8483"/>
                  </a:lnTo>
                  <a:close/>
                </a:path>
                <a:path w="3175" h="16509">
                  <a:moveTo>
                    <a:pt x="1524" y="15062"/>
                  </a:moveTo>
                  <a:lnTo>
                    <a:pt x="1397" y="14795"/>
                  </a:lnTo>
                  <a:lnTo>
                    <a:pt x="1155" y="14935"/>
                  </a:lnTo>
                  <a:lnTo>
                    <a:pt x="1295" y="15163"/>
                  </a:lnTo>
                  <a:lnTo>
                    <a:pt x="1524" y="15062"/>
                  </a:lnTo>
                  <a:close/>
                </a:path>
                <a:path w="3175" h="16509">
                  <a:moveTo>
                    <a:pt x="1536" y="12433"/>
                  </a:moveTo>
                  <a:lnTo>
                    <a:pt x="1397" y="12382"/>
                  </a:lnTo>
                  <a:lnTo>
                    <a:pt x="1524" y="12192"/>
                  </a:lnTo>
                  <a:lnTo>
                    <a:pt x="1308" y="12026"/>
                  </a:lnTo>
                  <a:lnTo>
                    <a:pt x="1130" y="12242"/>
                  </a:lnTo>
                  <a:lnTo>
                    <a:pt x="1320" y="12407"/>
                  </a:lnTo>
                  <a:lnTo>
                    <a:pt x="1244" y="12560"/>
                  </a:lnTo>
                  <a:lnTo>
                    <a:pt x="1447" y="12636"/>
                  </a:lnTo>
                  <a:lnTo>
                    <a:pt x="1536" y="12433"/>
                  </a:lnTo>
                  <a:close/>
                </a:path>
                <a:path w="3175" h="16509">
                  <a:moveTo>
                    <a:pt x="1549" y="14376"/>
                  </a:moveTo>
                  <a:lnTo>
                    <a:pt x="1346" y="14198"/>
                  </a:lnTo>
                  <a:lnTo>
                    <a:pt x="1168" y="14389"/>
                  </a:lnTo>
                  <a:lnTo>
                    <a:pt x="1371" y="14566"/>
                  </a:lnTo>
                  <a:lnTo>
                    <a:pt x="1549" y="14376"/>
                  </a:lnTo>
                  <a:close/>
                </a:path>
                <a:path w="3175" h="16509">
                  <a:moveTo>
                    <a:pt x="1562" y="3644"/>
                  </a:moveTo>
                  <a:lnTo>
                    <a:pt x="1409" y="3492"/>
                  </a:lnTo>
                  <a:lnTo>
                    <a:pt x="1257" y="3644"/>
                  </a:lnTo>
                  <a:lnTo>
                    <a:pt x="1409" y="3797"/>
                  </a:lnTo>
                  <a:lnTo>
                    <a:pt x="1562" y="3644"/>
                  </a:lnTo>
                  <a:close/>
                </a:path>
                <a:path w="3175" h="16509">
                  <a:moveTo>
                    <a:pt x="1574" y="1320"/>
                  </a:moveTo>
                  <a:lnTo>
                    <a:pt x="1422" y="1104"/>
                  </a:lnTo>
                  <a:lnTo>
                    <a:pt x="1219" y="1244"/>
                  </a:lnTo>
                  <a:lnTo>
                    <a:pt x="1371" y="1460"/>
                  </a:lnTo>
                  <a:lnTo>
                    <a:pt x="1574" y="1320"/>
                  </a:lnTo>
                  <a:close/>
                </a:path>
                <a:path w="3175" h="16509">
                  <a:moveTo>
                    <a:pt x="1587" y="4025"/>
                  </a:moveTo>
                  <a:lnTo>
                    <a:pt x="1447" y="3835"/>
                  </a:lnTo>
                  <a:lnTo>
                    <a:pt x="1244" y="3975"/>
                  </a:lnTo>
                  <a:lnTo>
                    <a:pt x="1384" y="4165"/>
                  </a:lnTo>
                  <a:lnTo>
                    <a:pt x="1587" y="4025"/>
                  </a:lnTo>
                  <a:close/>
                </a:path>
                <a:path w="3175" h="16509">
                  <a:moveTo>
                    <a:pt x="1676" y="6527"/>
                  </a:moveTo>
                  <a:lnTo>
                    <a:pt x="1498" y="6400"/>
                  </a:lnTo>
                  <a:lnTo>
                    <a:pt x="1371" y="6578"/>
                  </a:lnTo>
                  <a:lnTo>
                    <a:pt x="1536" y="6718"/>
                  </a:lnTo>
                  <a:lnTo>
                    <a:pt x="1676" y="6527"/>
                  </a:lnTo>
                  <a:close/>
                </a:path>
                <a:path w="3175" h="16509">
                  <a:moveTo>
                    <a:pt x="1727" y="5194"/>
                  </a:moveTo>
                  <a:lnTo>
                    <a:pt x="1498" y="5092"/>
                  </a:lnTo>
                  <a:lnTo>
                    <a:pt x="1371" y="5334"/>
                  </a:lnTo>
                  <a:lnTo>
                    <a:pt x="1625" y="5461"/>
                  </a:lnTo>
                  <a:lnTo>
                    <a:pt x="1727" y="5194"/>
                  </a:lnTo>
                  <a:close/>
                </a:path>
                <a:path w="3175" h="16509">
                  <a:moveTo>
                    <a:pt x="1816" y="10858"/>
                  </a:moveTo>
                  <a:lnTo>
                    <a:pt x="1651" y="10655"/>
                  </a:lnTo>
                  <a:lnTo>
                    <a:pt x="1473" y="10820"/>
                  </a:lnTo>
                  <a:lnTo>
                    <a:pt x="1625" y="11023"/>
                  </a:lnTo>
                  <a:lnTo>
                    <a:pt x="1816" y="10858"/>
                  </a:lnTo>
                  <a:close/>
                </a:path>
                <a:path w="3175" h="16509">
                  <a:moveTo>
                    <a:pt x="1892" y="2222"/>
                  </a:moveTo>
                  <a:lnTo>
                    <a:pt x="1727" y="2006"/>
                  </a:lnTo>
                  <a:lnTo>
                    <a:pt x="1524" y="2159"/>
                  </a:lnTo>
                  <a:lnTo>
                    <a:pt x="1676" y="2362"/>
                  </a:lnTo>
                  <a:lnTo>
                    <a:pt x="1892" y="2222"/>
                  </a:lnTo>
                  <a:close/>
                </a:path>
                <a:path w="3175" h="16509">
                  <a:moveTo>
                    <a:pt x="1968" y="14617"/>
                  </a:moveTo>
                  <a:lnTo>
                    <a:pt x="1765" y="14541"/>
                  </a:lnTo>
                  <a:lnTo>
                    <a:pt x="1663" y="14719"/>
                  </a:lnTo>
                  <a:lnTo>
                    <a:pt x="1841" y="14833"/>
                  </a:lnTo>
                  <a:lnTo>
                    <a:pt x="1968" y="14617"/>
                  </a:lnTo>
                  <a:close/>
                </a:path>
                <a:path w="3175" h="16509">
                  <a:moveTo>
                    <a:pt x="1981" y="4711"/>
                  </a:moveTo>
                  <a:lnTo>
                    <a:pt x="1765" y="4572"/>
                  </a:lnTo>
                  <a:lnTo>
                    <a:pt x="1625" y="4775"/>
                  </a:lnTo>
                  <a:lnTo>
                    <a:pt x="1651" y="4902"/>
                  </a:lnTo>
                  <a:lnTo>
                    <a:pt x="1765" y="5067"/>
                  </a:lnTo>
                  <a:lnTo>
                    <a:pt x="1917" y="4953"/>
                  </a:lnTo>
                  <a:lnTo>
                    <a:pt x="1981" y="4711"/>
                  </a:lnTo>
                  <a:close/>
                </a:path>
                <a:path w="3175" h="16509">
                  <a:moveTo>
                    <a:pt x="2019" y="10223"/>
                  </a:moveTo>
                  <a:lnTo>
                    <a:pt x="1803" y="10134"/>
                  </a:lnTo>
                  <a:lnTo>
                    <a:pt x="1701" y="10325"/>
                  </a:lnTo>
                  <a:lnTo>
                    <a:pt x="1536" y="10452"/>
                  </a:lnTo>
                  <a:lnTo>
                    <a:pt x="1714" y="10693"/>
                  </a:lnTo>
                  <a:lnTo>
                    <a:pt x="1955" y="10502"/>
                  </a:lnTo>
                  <a:lnTo>
                    <a:pt x="2019" y="10223"/>
                  </a:lnTo>
                  <a:close/>
                </a:path>
                <a:path w="3175" h="16509">
                  <a:moveTo>
                    <a:pt x="2032" y="7150"/>
                  </a:moveTo>
                  <a:lnTo>
                    <a:pt x="1866" y="7010"/>
                  </a:lnTo>
                  <a:lnTo>
                    <a:pt x="1701" y="7162"/>
                  </a:lnTo>
                  <a:lnTo>
                    <a:pt x="1879" y="7327"/>
                  </a:lnTo>
                  <a:lnTo>
                    <a:pt x="2032" y="7150"/>
                  </a:lnTo>
                  <a:close/>
                </a:path>
                <a:path w="3175" h="16509">
                  <a:moveTo>
                    <a:pt x="2082" y="8674"/>
                  </a:moveTo>
                  <a:lnTo>
                    <a:pt x="1955" y="8585"/>
                  </a:lnTo>
                  <a:lnTo>
                    <a:pt x="1778" y="8432"/>
                  </a:lnTo>
                  <a:lnTo>
                    <a:pt x="1701" y="8636"/>
                  </a:lnTo>
                  <a:lnTo>
                    <a:pt x="1943" y="8851"/>
                  </a:lnTo>
                  <a:lnTo>
                    <a:pt x="2082" y="8674"/>
                  </a:lnTo>
                  <a:close/>
                </a:path>
                <a:path w="3175" h="16509">
                  <a:moveTo>
                    <a:pt x="2082" y="3873"/>
                  </a:moveTo>
                  <a:lnTo>
                    <a:pt x="1930" y="3695"/>
                  </a:lnTo>
                  <a:lnTo>
                    <a:pt x="1752" y="3848"/>
                  </a:lnTo>
                  <a:lnTo>
                    <a:pt x="1905" y="4025"/>
                  </a:lnTo>
                  <a:lnTo>
                    <a:pt x="2082" y="3873"/>
                  </a:lnTo>
                  <a:close/>
                </a:path>
                <a:path w="3175" h="16509">
                  <a:moveTo>
                    <a:pt x="2095" y="901"/>
                  </a:moveTo>
                  <a:lnTo>
                    <a:pt x="1892" y="762"/>
                  </a:lnTo>
                  <a:lnTo>
                    <a:pt x="1727" y="952"/>
                  </a:lnTo>
                  <a:lnTo>
                    <a:pt x="1943" y="1117"/>
                  </a:lnTo>
                  <a:lnTo>
                    <a:pt x="2095" y="901"/>
                  </a:lnTo>
                  <a:close/>
                </a:path>
                <a:path w="3175" h="16509">
                  <a:moveTo>
                    <a:pt x="2133" y="8191"/>
                  </a:moveTo>
                  <a:lnTo>
                    <a:pt x="2006" y="8001"/>
                  </a:lnTo>
                  <a:lnTo>
                    <a:pt x="1803" y="8128"/>
                  </a:lnTo>
                  <a:lnTo>
                    <a:pt x="1943" y="8331"/>
                  </a:lnTo>
                  <a:lnTo>
                    <a:pt x="2133" y="8191"/>
                  </a:lnTo>
                  <a:close/>
                </a:path>
                <a:path w="3175" h="16509">
                  <a:moveTo>
                    <a:pt x="2146" y="14097"/>
                  </a:moveTo>
                  <a:lnTo>
                    <a:pt x="1943" y="13944"/>
                  </a:lnTo>
                  <a:lnTo>
                    <a:pt x="1778" y="14160"/>
                  </a:lnTo>
                  <a:lnTo>
                    <a:pt x="2006" y="14312"/>
                  </a:lnTo>
                  <a:lnTo>
                    <a:pt x="2146" y="14097"/>
                  </a:lnTo>
                  <a:close/>
                </a:path>
                <a:path w="3175" h="16509">
                  <a:moveTo>
                    <a:pt x="2171" y="15341"/>
                  </a:moveTo>
                  <a:lnTo>
                    <a:pt x="2006" y="15138"/>
                  </a:lnTo>
                  <a:lnTo>
                    <a:pt x="1816" y="15303"/>
                  </a:lnTo>
                  <a:lnTo>
                    <a:pt x="1981" y="15519"/>
                  </a:lnTo>
                  <a:lnTo>
                    <a:pt x="2171" y="15341"/>
                  </a:lnTo>
                  <a:close/>
                </a:path>
                <a:path w="3175" h="16509">
                  <a:moveTo>
                    <a:pt x="2184" y="9918"/>
                  </a:moveTo>
                  <a:lnTo>
                    <a:pt x="2070" y="9766"/>
                  </a:lnTo>
                  <a:lnTo>
                    <a:pt x="1917" y="9880"/>
                  </a:lnTo>
                  <a:lnTo>
                    <a:pt x="2032" y="10033"/>
                  </a:lnTo>
                  <a:lnTo>
                    <a:pt x="2184" y="9918"/>
                  </a:lnTo>
                  <a:close/>
                </a:path>
                <a:path w="3175" h="16509">
                  <a:moveTo>
                    <a:pt x="2197" y="6350"/>
                  </a:moveTo>
                  <a:lnTo>
                    <a:pt x="2082" y="6172"/>
                  </a:lnTo>
                  <a:lnTo>
                    <a:pt x="1905" y="6311"/>
                  </a:lnTo>
                  <a:lnTo>
                    <a:pt x="2032" y="6502"/>
                  </a:lnTo>
                  <a:lnTo>
                    <a:pt x="2197" y="6350"/>
                  </a:lnTo>
                  <a:close/>
                </a:path>
                <a:path w="3175" h="16509">
                  <a:moveTo>
                    <a:pt x="2222" y="1778"/>
                  </a:moveTo>
                  <a:lnTo>
                    <a:pt x="2070" y="1574"/>
                  </a:lnTo>
                  <a:lnTo>
                    <a:pt x="1866" y="1739"/>
                  </a:lnTo>
                  <a:lnTo>
                    <a:pt x="2032" y="1955"/>
                  </a:lnTo>
                  <a:lnTo>
                    <a:pt x="2222" y="1778"/>
                  </a:lnTo>
                  <a:close/>
                </a:path>
                <a:path w="3175" h="16509">
                  <a:moveTo>
                    <a:pt x="2247" y="7366"/>
                  </a:moveTo>
                  <a:lnTo>
                    <a:pt x="2044" y="7213"/>
                  </a:lnTo>
                  <a:lnTo>
                    <a:pt x="1892" y="7416"/>
                  </a:lnTo>
                  <a:lnTo>
                    <a:pt x="2095" y="7581"/>
                  </a:lnTo>
                  <a:lnTo>
                    <a:pt x="2247" y="7366"/>
                  </a:lnTo>
                  <a:close/>
                </a:path>
                <a:path w="3175" h="16509">
                  <a:moveTo>
                    <a:pt x="2273" y="2717"/>
                  </a:moveTo>
                  <a:lnTo>
                    <a:pt x="2082" y="2527"/>
                  </a:lnTo>
                  <a:lnTo>
                    <a:pt x="1879" y="2705"/>
                  </a:lnTo>
                  <a:lnTo>
                    <a:pt x="2070" y="2921"/>
                  </a:lnTo>
                  <a:lnTo>
                    <a:pt x="2273" y="2717"/>
                  </a:lnTo>
                  <a:close/>
                </a:path>
                <a:path w="3175" h="16509">
                  <a:moveTo>
                    <a:pt x="2336" y="6845"/>
                  </a:moveTo>
                  <a:lnTo>
                    <a:pt x="2108" y="6680"/>
                  </a:lnTo>
                  <a:lnTo>
                    <a:pt x="1955" y="6908"/>
                  </a:lnTo>
                  <a:lnTo>
                    <a:pt x="2159" y="7061"/>
                  </a:lnTo>
                  <a:lnTo>
                    <a:pt x="2336" y="6845"/>
                  </a:lnTo>
                  <a:close/>
                </a:path>
                <a:path w="3175" h="16509">
                  <a:moveTo>
                    <a:pt x="2336" y="5664"/>
                  </a:moveTo>
                  <a:lnTo>
                    <a:pt x="2095" y="5549"/>
                  </a:lnTo>
                  <a:lnTo>
                    <a:pt x="1993" y="5791"/>
                  </a:lnTo>
                  <a:lnTo>
                    <a:pt x="2235" y="5892"/>
                  </a:lnTo>
                  <a:lnTo>
                    <a:pt x="2336" y="5664"/>
                  </a:lnTo>
                  <a:close/>
                </a:path>
                <a:path w="3175" h="16509">
                  <a:moveTo>
                    <a:pt x="2413" y="13614"/>
                  </a:moveTo>
                  <a:lnTo>
                    <a:pt x="2247" y="13411"/>
                  </a:lnTo>
                  <a:lnTo>
                    <a:pt x="2057" y="13576"/>
                  </a:lnTo>
                  <a:lnTo>
                    <a:pt x="2146" y="13716"/>
                  </a:lnTo>
                  <a:lnTo>
                    <a:pt x="1993" y="13817"/>
                  </a:lnTo>
                  <a:lnTo>
                    <a:pt x="2108" y="13957"/>
                  </a:lnTo>
                  <a:lnTo>
                    <a:pt x="2247" y="13868"/>
                  </a:lnTo>
                  <a:lnTo>
                    <a:pt x="2171" y="13741"/>
                  </a:lnTo>
                  <a:lnTo>
                    <a:pt x="2413" y="13614"/>
                  </a:lnTo>
                  <a:close/>
                </a:path>
                <a:path w="3175" h="16509">
                  <a:moveTo>
                    <a:pt x="2527" y="6032"/>
                  </a:moveTo>
                  <a:lnTo>
                    <a:pt x="2349" y="5829"/>
                  </a:lnTo>
                  <a:lnTo>
                    <a:pt x="2133" y="6007"/>
                  </a:lnTo>
                  <a:lnTo>
                    <a:pt x="2311" y="6223"/>
                  </a:lnTo>
                  <a:lnTo>
                    <a:pt x="2527" y="6032"/>
                  </a:lnTo>
                  <a:close/>
                </a:path>
                <a:path w="3175" h="16509">
                  <a:moveTo>
                    <a:pt x="2527" y="3556"/>
                  </a:moveTo>
                  <a:lnTo>
                    <a:pt x="2374" y="3340"/>
                  </a:lnTo>
                  <a:lnTo>
                    <a:pt x="2146" y="3479"/>
                  </a:lnTo>
                  <a:lnTo>
                    <a:pt x="2298" y="3708"/>
                  </a:lnTo>
                  <a:lnTo>
                    <a:pt x="2527" y="3556"/>
                  </a:lnTo>
                  <a:close/>
                </a:path>
                <a:path w="3175" h="16509">
                  <a:moveTo>
                    <a:pt x="2540" y="3022"/>
                  </a:moveTo>
                  <a:lnTo>
                    <a:pt x="2349" y="2844"/>
                  </a:lnTo>
                  <a:lnTo>
                    <a:pt x="2159" y="3035"/>
                  </a:lnTo>
                  <a:lnTo>
                    <a:pt x="2362" y="3225"/>
                  </a:lnTo>
                  <a:lnTo>
                    <a:pt x="2540" y="3022"/>
                  </a:lnTo>
                  <a:close/>
                </a:path>
                <a:path w="3175" h="16509">
                  <a:moveTo>
                    <a:pt x="2590" y="11125"/>
                  </a:moveTo>
                  <a:lnTo>
                    <a:pt x="2374" y="10934"/>
                  </a:lnTo>
                  <a:lnTo>
                    <a:pt x="2184" y="11150"/>
                  </a:lnTo>
                  <a:lnTo>
                    <a:pt x="2400" y="11328"/>
                  </a:lnTo>
                  <a:lnTo>
                    <a:pt x="2590" y="11125"/>
                  </a:lnTo>
                  <a:close/>
                </a:path>
                <a:path w="3175" h="16509">
                  <a:moveTo>
                    <a:pt x="2628" y="13449"/>
                  </a:moveTo>
                  <a:lnTo>
                    <a:pt x="2489" y="13271"/>
                  </a:lnTo>
                  <a:lnTo>
                    <a:pt x="2324" y="13411"/>
                  </a:lnTo>
                  <a:lnTo>
                    <a:pt x="2463" y="13576"/>
                  </a:lnTo>
                  <a:lnTo>
                    <a:pt x="2628" y="13449"/>
                  </a:lnTo>
                  <a:close/>
                </a:path>
                <a:path w="3175" h="16509">
                  <a:moveTo>
                    <a:pt x="2641" y="13919"/>
                  </a:moveTo>
                  <a:lnTo>
                    <a:pt x="2387" y="13792"/>
                  </a:lnTo>
                  <a:lnTo>
                    <a:pt x="2235" y="14033"/>
                  </a:lnTo>
                  <a:lnTo>
                    <a:pt x="2489" y="14185"/>
                  </a:lnTo>
                  <a:lnTo>
                    <a:pt x="2641" y="139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9" name="object 79"/>
            <p:cNvSpPr/>
            <p:nvPr/>
          </p:nvSpPr>
          <p:spPr>
            <a:xfrm>
              <a:off x="4072737" y="1206817"/>
              <a:ext cx="3175" cy="41275"/>
            </a:xfrm>
            <a:custGeom>
              <a:avLst/>
              <a:gdLst/>
              <a:ahLst/>
              <a:cxnLst/>
              <a:rect l="l" t="t" r="r" b="b"/>
              <a:pathLst>
                <a:path w="3175" h="41275">
                  <a:moveTo>
                    <a:pt x="355" y="40259"/>
                  </a:moveTo>
                  <a:lnTo>
                    <a:pt x="228" y="40144"/>
                  </a:lnTo>
                  <a:lnTo>
                    <a:pt x="88" y="40284"/>
                  </a:lnTo>
                  <a:lnTo>
                    <a:pt x="241" y="40411"/>
                  </a:lnTo>
                  <a:lnTo>
                    <a:pt x="355" y="40259"/>
                  </a:lnTo>
                  <a:close/>
                </a:path>
                <a:path w="3175" h="41275">
                  <a:moveTo>
                    <a:pt x="381" y="29083"/>
                  </a:moveTo>
                  <a:lnTo>
                    <a:pt x="241" y="28994"/>
                  </a:lnTo>
                  <a:lnTo>
                    <a:pt x="139" y="29184"/>
                  </a:lnTo>
                  <a:lnTo>
                    <a:pt x="304" y="29260"/>
                  </a:lnTo>
                  <a:lnTo>
                    <a:pt x="381" y="29083"/>
                  </a:lnTo>
                  <a:close/>
                </a:path>
                <a:path w="3175" h="41275">
                  <a:moveTo>
                    <a:pt x="393" y="39408"/>
                  </a:moveTo>
                  <a:lnTo>
                    <a:pt x="165" y="39293"/>
                  </a:lnTo>
                  <a:lnTo>
                    <a:pt x="38" y="39547"/>
                  </a:lnTo>
                  <a:lnTo>
                    <a:pt x="292" y="39674"/>
                  </a:lnTo>
                  <a:lnTo>
                    <a:pt x="393" y="39408"/>
                  </a:lnTo>
                  <a:close/>
                </a:path>
                <a:path w="3175" h="41275">
                  <a:moveTo>
                    <a:pt x="393" y="36957"/>
                  </a:moveTo>
                  <a:lnTo>
                    <a:pt x="139" y="36830"/>
                  </a:lnTo>
                  <a:lnTo>
                    <a:pt x="0" y="37084"/>
                  </a:lnTo>
                  <a:lnTo>
                    <a:pt x="266" y="37223"/>
                  </a:lnTo>
                  <a:lnTo>
                    <a:pt x="393" y="36957"/>
                  </a:lnTo>
                  <a:close/>
                </a:path>
                <a:path w="3175" h="41275">
                  <a:moveTo>
                    <a:pt x="393" y="33324"/>
                  </a:moveTo>
                  <a:lnTo>
                    <a:pt x="215" y="33147"/>
                  </a:lnTo>
                  <a:lnTo>
                    <a:pt x="25" y="33350"/>
                  </a:lnTo>
                  <a:lnTo>
                    <a:pt x="228" y="33528"/>
                  </a:lnTo>
                  <a:lnTo>
                    <a:pt x="393" y="33324"/>
                  </a:lnTo>
                  <a:close/>
                </a:path>
                <a:path w="3175" h="41275">
                  <a:moveTo>
                    <a:pt x="393" y="30759"/>
                  </a:moveTo>
                  <a:lnTo>
                    <a:pt x="165" y="30594"/>
                  </a:lnTo>
                  <a:lnTo>
                    <a:pt x="25" y="30835"/>
                  </a:lnTo>
                  <a:lnTo>
                    <a:pt x="266" y="30988"/>
                  </a:lnTo>
                  <a:lnTo>
                    <a:pt x="393" y="30759"/>
                  </a:lnTo>
                  <a:close/>
                </a:path>
                <a:path w="3175" h="41275">
                  <a:moveTo>
                    <a:pt x="482" y="31153"/>
                  </a:moveTo>
                  <a:lnTo>
                    <a:pt x="266" y="31051"/>
                  </a:lnTo>
                  <a:lnTo>
                    <a:pt x="190" y="31254"/>
                  </a:lnTo>
                  <a:lnTo>
                    <a:pt x="393" y="31356"/>
                  </a:lnTo>
                  <a:lnTo>
                    <a:pt x="482" y="31153"/>
                  </a:lnTo>
                  <a:close/>
                </a:path>
                <a:path w="3175" h="41275">
                  <a:moveTo>
                    <a:pt x="609" y="38214"/>
                  </a:moveTo>
                  <a:lnTo>
                    <a:pt x="482" y="38011"/>
                  </a:lnTo>
                  <a:lnTo>
                    <a:pt x="304" y="38112"/>
                  </a:lnTo>
                  <a:lnTo>
                    <a:pt x="406" y="38303"/>
                  </a:lnTo>
                  <a:lnTo>
                    <a:pt x="609" y="38214"/>
                  </a:lnTo>
                  <a:close/>
                </a:path>
                <a:path w="3175" h="41275">
                  <a:moveTo>
                    <a:pt x="673" y="32105"/>
                  </a:moveTo>
                  <a:lnTo>
                    <a:pt x="508" y="31978"/>
                  </a:lnTo>
                  <a:lnTo>
                    <a:pt x="381" y="32143"/>
                  </a:lnTo>
                  <a:lnTo>
                    <a:pt x="546" y="32283"/>
                  </a:lnTo>
                  <a:lnTo>
                    <a:pt x="673" y="32105"/>
                  </a:lnTo>
                  <a:close/>
                </a:path>
                <a:path w="3175" h="41275">
                  <a:moveTo>
                    <a:pt x="698" y="36563"/>
                  </a:moveTo>
                  <a:lnTo>
                    <a:pt x="533" y="36322"/>
                  </a:lnTo>
                  <a:lnTo>
                    <a:pt x="304" y="36487"/>
                  </a:lnTo>
                  <a:lnTo>
                    <a:pt x="482" y="36728"/>
                  </a:lnTo>
                  <a:lnTo>
                    <a:pt x="698" y="36563"/>
                  </a:lnTo>
                  <a:close/>
                </a:path>
                <a:path w="3175" h="41275">
                  <a:moveTo>
                    <a:pt x="711" y="342"/>
                  </a:moveTo>
                  <a:lnTo>
                    <a:pt x="495" y="266"/>
                  </a:lnTo>
                  <a:lnTo>
                    <a:pt x="419" y="444"/>
                  </a:lnTo>
                  <a:lnTo>
                    <a:pt x="609" y="546"/>
                  </a:lnTo>
                  <a:lnTo>
                    <a:pt x="711" y="342"/>
                  </a:lnTo>
                  <a:close/>
                </a:path>
                <a:path w="3175" h="41275">
                  <a:moveTo>
                    <a:pt x="762" y="37414"/>
                  </a:moveTo>
                  <a:lnTo>
                    <a:pt x="596" y="37274"/>
                  </a:lnTo>
                  <a:lnTo>
                    <a:pt x="457" y="37452"/>
                  </a:lnTo>
                  <a:lnTo>
                    <a:pt x="635" y="37579"/>
                  </a:lnTo>
                  <a:lnTo>
                    <a:pt x="762" y="37414"/>
                  </a:lnTo>
                  <a:close/>
                </a:path>
                <a:path w="3175" h="41275">
                  <a:moveTo>
                    <a:pt x="762" y="30302"/>
                  </a:moveTo>
                  <a:lnTo>
                    <a:pt x="533" y="30226"/>
                  </a:lnTo>
                  <a:lnTo>
                    <a:pt x="469" y="30429"/>
                  </a:lnTo>
                  <a:lnTo>
                    <a:pt x="355" y="30670"/>
                  </a:lnTo>
                  <a:lnTo>
                    <a:pt x="609" y="30797"/>
                  </a:lnTo>
                  <a:lnTo>
                    <a:pt x="749" y="30530"/>
                  </a:lnTo>
                  <a:lnTo>
                    <a:pt x="762" y="30302"/>
                  </a:lnTo>
                  <a:close/>
                </a:path>
                <a:path w="3175" h="41275">
                  <a:moveTo>
                    <a:pt x="787" y="39014"/>
                  </a:moveTo>
                  <a:lnTo>
                    <a:pt x="584" y="38938"/>
                  </a:lnTo>
                  <a:lnTo>
                    <a:pt x="482" y="39141"/>
                  </a:lnTo>
                  <a:lnTo>
                    <a:pt x="685" y="39217"/>
                  </a:lnTo>
                  <a:lnTo>
                    <a:pt x="787" y="39014"/>
                  </a:lnTo>
                  <a:close/>
                </a:path>
                <a:path w="3175" h="41275">
                  <a:moveTo>
                    <a:pt x="825" y="39624"/>
                  </a:moveTo>
                  <a:lnTo>
                    <a:pt x="622" y="39522"/>
                  </a:lnTo>
                  <a:lnTo>
                    <a:pt x="495" y="39738"/>
                  </a:lnTo>
                  <a:lnTo>
                    <a:pt x="723" y="39852"/>
                  </a:lnTo>
                  <a:lnTo>
                    <a:pt x="825" y="39624"/>
                  </a:lnTo>
                  <a:close/>
                </a:path>
                <a:path w="3175" h="41275">
                  <a:moveTo>
                    <a:pt x="1079" y="32816"/>
                  </a:moveTo>
                  <a:lnTo>
                    <a:pt x="876" y="32600"/>
                  </a:lnTo>
                  <a:lnTo>
                    <a:pt x="660" y="32791"/>
                  </a:lnTo>
                  <a:lnTo>
                    <a:pt x="787" y="32969"/>
                  </a:lnTo>
                  <a:lnTo>
                    <a:pt x="965" y="33197"/>
                  </a:lnTo>
                  <a:lnTo>
                    <a:pt x="1079" y="32943"/>
                  </a:lnTo>
                  <a:lnTo>
                    <a:pt x="1079" y="32816"/>
                  </a:lnTo>
                  <a:close/>
                </a:path>
                <a:path w="3175" h="41275">
                  <a:moveTo>
                    <a:pt x="1104" y="34226"/>
                  </a:moveTo>
                  <a:lnTo>
                    <a:pt x="901" y="34036"/>
                  </a:lnTo>
                  <a:lnTo>
                    <a:pt x="698" y="34251"/>
                  </a:lnTo>
                  <a:lnTo>
                    <a:pt x="838" y="34404"/>
                  </a:lnTo>
                  <a:lnTo>
                    <a:pt x="660" y="34518"/>
                  </a:lnTo>
                  <a:lnTo>
                    <a:pt x="800" y="34734"/>
                  </a:lnTo>
                  <a:lnTo>
                    <a:pt x="1016" y="34582"/>
                  </a:lnTo>
                  <a:lnTo>
                    <a:pt x="863" y="34417"/>
                  </a:lnTo>
                  <a:lnTo>
                    <a:pt x="1104" y="34226"/>
                  </a:lnTo>
                  <a:close/>
                </a:path>
                <a:path w="3175" h="41275">
                  <a:moveTo>
                    <a:pt x="1130" y="39344"/>
                  </a:moveTo>
                  <a:lnTo>
                    <a:pt x="965" y="39103"/>
                  </a:lnTo>
                  <a:lnTo>
                    <a:pt x="736" y="39268"/>
                  </a:lnTo>
                  <a:lnTo>
                    <a:pt x="901" y="39522"/>
                  </a:lnTo>
                  <a:lnTo>
                    <a:pt x="1130" y="39344"/>
                  </a:lnTo>
                  <a:close/>
                </a:path>
                <a:path w="3175" h="41275">
                  <a:moveTo>
                    <a:pt x="1219" y="26924"/>
                  </a:moveTo>
                  <a:lnTo>
                    <a:pt x="1041" y="26695"/>
                  </a:lnTo>
                  <a:lnTo>
                    <a:pt x="812" y="26898"/>
                  </a:lnTo>
                  <a:lnTo>
                    <a:pt x="1016" y="27114"/>
                  </a:lnTo>
                  <a:lnTo>
                    <a:pt x="1219" y="26924"/>
                  </a:lnTo>
                  <a:close/>
                </a:path>
                <a:path w="3175" h="41275">
                  <a:moveTo>
                    <a:pt x="1308" y="37680"/>
                  </a:moveTo>
                  <a:lnTo>
                    <a:pt x="1143" y="37490"/>
                  </a:lnTo>
                  <a:lnTo>
                    <a:pt x="952" y="37655"/>
                  </a:lnTo>
                  <a:lnTo>
                    <a:pt x="1117" y="37833"/>
                  </a:lnTo>
                  <a:lnTo>
                    <a:pt x="1308" y="37680"/>
                  </a:lnTo>
                  <a:close/>
                </a:path>
                <a:path w="3175" h="41275">
                  <a:moveTo>
                    <a:pt x="1320" y="1435"/>
                  </a:moveTo>
                  <a:lnTo>
                    <a:pt x="1130" y="1320"/>
                  </a:lnTo>
                  <a:lnTo>
                    <a:pt x="1016" y="1511"/>
                  </a:lnTo>
                  <a:lnTo>
                    <a:pt x="1219" y="1638"/>
                  </a:lnTo>
                  <a:lnTo>
                    <a:pt x="1320" y="1435"/>
                  </a:lnTo>
                  <a:close/>
                </a:path>
                <a:path w="3175" h="41275">
                  <a:moveTo>
                    <a:pt x="1346" y="38595"/>
                  </a:moveTo>
                  <a:lnTo>
                    <a:pt x="1206" y="38417"/>
                  </a:lnTo>
                  <a:lnTo>
                    <a:pt x="1016" y="38544"/>
                  </a:lnTo>
                  <a:lnTo>
                    <a:pt x="1003" y="38696"/>
                  </a:lnTo>
                  <a:lnTo>
                    <a:pt x="1130" y="38849"/>
                  </a:lnTo>
                  <a:lnTo>
                    <a:pt x="1270" y="38722"/>
                  </a:lnTo>
                  <a:lnTo>
                    <a:pt x="1346" y="38595"/>
                  </a:lnTo>
                  <a:close/>
                </a:path>
                <a:path w="3175" h="41275">
                  <a:moveTo>
                    <a:pt x="1397" y="30962"/>
                  </a:moveTo>
                  <a:lnTo>
                    <a:pt x="1193" y="30784"/>
                  </a:lnTo>
                  <a:lnTo>
                    <a:pt x="1028" y="31000"/>
                  </a:lnTo>
                  <a:lnTo>
                    <a:pt x="1231" y="31153"/>
                  </a:lnTo>
                  <a:lnTo>
                    <a:pt x="1397" y="30962"/>
                  </a:lnTo>
                  <a:close/>
                </a:path>
                <a:path w="3175" h="41275">
                  <a:moveTo>
                    <a:pt x="1409" y="37299"/>
                  </a:moveTo>
                  <a:lnTo>
                    <a:pt x="1320" y="37109"/>
                  </a:lnTo>
                  <a:lnTo>
                    <a:pt x="1117" y="37223"/>
                  </a:lnTo>
                  <a:lnTo>
                    <a:pt x="1231" y="37414"/>
                  </a:lnTo>
                  <a:lnTo>
                    <a:pt x="1409" y="37299"/>
                  </a:lnTo>
                  <a:close/>
                </a:path>
                <a:path w="3175" h="41275">
                  <a:moveTo>
                    <a:pt x="1422" y="863"/>
                  </a:moveTo>
                  <a:lnTo>
                    <a:pt x="1244" y="685"/>
                  </a:lnTo>
                  <a:lnTo>
                    <a:pt x="1066" y="863"/>
                  </a:lnTo>
                  <a:lnTo>
                    <a:pt x="1244" y="1028"/>
                  </a:lnTo>
                  <a:lnTo>
                    <a:pt x="1422" y="863"/>
                  </a:lnTo>
                  <a:close/>
                </a:path>
                <a:path w="3175" h="41275">
                  <a:moveTo>
                    <a:pt x="1447" y="26517"/>
                  </a:moveTo>
                  <a:lnTo>
                    <a:pt x="1270" y="26327"/>
                  </a:lnTo>
                  <a:lnTo>
                    <a:pt x="1066" y="26504"/>
                  </a:lnTo>
                  <a:lnTo>
                    <a:pt x="1244" y="26720"/>
                  </a:lnTo>
                  <a:lnTo>
                    <a:pt x="1447" y="26517"/>
                  </a:lnTo>
                  <a:close/>
                </a:path>
                <a:path w="3175" h="41275">
                  <a:moveTo>
                    <a:pt x="1485" y="29870"/>
                  </a:moveTo>
                  <a:lnTo>
                    <a:pt x="1346" y="29603"/>
                  </a:lnTo>
                  <a:lnTo>
                    <a:pt x="1206" y="29692"/>
                  </a:lnTo>
                  <a:lnTo>
                    <a:pt x="1117" y="29540"/>
                  </a:lnTo>
                  <a:lnTo>
                    <a:pt x="1143" y="29349"/>
                  </a:lnTo>
                  <a:lnTo>
                    <a:pt x="914" y="29248"/>
                  </a:lnTo>
                  <a:lnTo>
                    <a:pt x="800" y="29489"/>
                  </a:lnTo>
                  <a:lnTo>
                    <a:pt x="1016" y="29616"/>
                  </a:lnTo>
                  <a:lnTo>
                    <a:pt x="1066" y="29870"/>
                  </a:lnTo>
                  <a:lnTo>
                    <a:pt x="1231" y="30022"/>
                  </a:lnTo>
                  <a:lnTo>
                    <a:pt x="1485" y="29870"/>
                  </a:lnTo>
                  <a:close/>
                </a:path>
                <a:path w="3175" h="41275">
                  <a:moveTo>
                    <a:pt x="1524" y="36474"/>
                  </a:moveTo>
                  <a:lnTo>
                    <a:pt x="1397" y="36220"/>
                  </a:lnTo>
                  <a:lnTo>
                    <a:pt x="1155" y="36360"/>
                  </a:lnTo>
                  <a:lnTo>
                    <a:pt x="1295" y="36601"/>
                  </a:lnTo>
                  <a:lnTo>
                    <a:pt x="1524" y="36474"/>
                  </a:lnTo>
                  <a:close/>
                </a:path>
                <a:path w="3175" h="41275">
                  <a:moveTo>
                    <a:pt x="1536" y="33845"/>
                  </a:moveTo>
                  <a:lnTo>
                    <a:pt x="1384" y="33794"/>
                  </a:lnTo>
                  <a:lnTo>
                    <a:pt x="1524" y="33616"/>
                  </a:lnTo>
                  <a:lnTo>
                    <a:pt x="1308" y="33426"/>
                  </a:lnTo>
                  <a:lnTo>
                    <a:pt x="1130" y="33655"/>
                  </a:lnTo>
                  <a:lnTo>
                    <a:pt x="1320" y="33820"/>
                  </a:lnTo>
                  <a:lnTo>
                    <a:pt x="1244" y="33985"/>
                  </a:lnTo>
                  <a:lnTo>
                    <a:pt x="1447" y="34061"/>
                  </a:lnTo>
                  <a:lnTo>
                    <a:pt x="1536" y="33845"/>
                  </a:lnTo>
                  <a:close/>
                </a:path>
                <a:path w="3175" h="41275">
                  <a:moveTo>
                    <a:pt x="1549" y="35788"/>
                  </a:moveTo>
                  <a:lnTo>
                    <a:pt x="1346" y="35598"/>
                  </a:lnTo>
                  <a:lnTo>
                    <a:pt x="1168" y="35814"/>
                  </a:lnTo>
                  <a:lnTo>
                    <a:pt x="1371" y="35991"/>
                  </a:lnTo>
                  <a:lnTo>
                    <a:pt x="1549" y="35788"/>
                  </a:lnTo>
                  <a:close/>
                </a:path>
                <a:path w="3175" h="41275">
                  <a:moveTo>
                    <a:pt x="1676" y="27940"/>
                  </a:moveTo>
                  <a:lnTo>
                    <a:pt x="1498" y="27800"/>
                  </a:lnTo>
                  <a:lnTo>
                    <a:pt x="1371" y="27990"/>
                  </a:lnTo>
                  <a:lnTo>
                    <a:pt x="1536" y="28130"/>
                  </a:lnTo>
                  <a:lnTo>
                    <a:pt x="1676" y="27940"/>
                  </a:lnTo>
                  <a:close/>
                </a:path>
                <a:path w="3175" h="41275">
                  <a:moveTo>
                    <a:pt x="1727" y="26593"/>
                  </a:moveTo>
                  <a:lnTo>
                    <a:pt x="1498" y="26504"/>
                  </a:lnTo>
                  <a:lnTo>
                    <a:pt x="1371" y="26746"/>
                  </a:lnTo>
                  <a:lnTo>
                    <a:pt x="1625" y="26847"/>
                  </a:lnTo>
                  <a:lnTo>
                    <a:pt x="1727" y="26593"/>
                  </a:lnTo>
                  <a:close/>
                </a:path>
                <a:path w="3175" h="41275">
                  <a:moveTo>
                    <a:pt x="1739" y="39992"/>
                  </a:moveTo>
                  <a:lnTo>
                    <a:pt x="1612" y="39814"/>
                  </a:lnTo>
                  <a:lnTo>
                    <a:pt x="1447" y="39979"/>
                  </a:lnTo>
                  <a:lnTo>
                    <a:pt x="1587" y="40132"/>
                  </a:lnTo>
                  <a:lnTo>
                    <a:pt x="1739" y="39992"/>
                  </a:lnTo>
                  <a:close/>
                </a:path>
                <a:path w="3175" h="41275">
                  <a:moveTo>
                    <a:pt x="1739" y="584"/>
                  </a:moveTo>
                  <a:lnTo>
                    <a:pt x="1524" y="482"/>
                  </a:lnTo>
                  <a:lnTo>
                    <a:pt x="1409" y="723"/>
                  </a:lnTo>
                  <a:lnTo>
                    <a:pt x="1638" y="825"/>
                  </a:lnTo>
                  <a:lnTo>
                    <a:pt x="1739" y="584"/>
                  </a:lnTo>
                  <a:close/>
                </a:path>
                <a:path w="3175" h="41275">
                  <a:moveTo>
                    <a:pt x="1803" y="32308"/>
                  </a:moveTo>
                  <a:lnTo>
                    <a:pt x="1651" y="32118"/>
                  </a:lnTo>
                  <a:lnTo>
                    <a:pt x="1460" y="32270"/>
                  </a:lnTo>
                  <a:lnTo>
                    <a:pt x="1612" y="32461"/>
                  </a:lnTo>
                  <a:lnTo>
                    <a:pt x="1803" y="32308"/>
                  </a:lnTo>
                  <a:close/>
                </a:path>
                <a:path w="3175" h="41275">
                  <a:moveTo>
                    <a:pt x="1892" y="38277"/>
                  </a:moveTo>
                  <a:lnTo>
                    <a:pt x="1651" y="38176"/>
                  </a:lnTo>
                  <a:lnTo>
                    <a:pt x="1549" y="38417"/>
                  </a:lnTo>
                  <a:lnTo>
                    <a:pt x="1778" y="38519"/>
                  </a:lnTo>
                  <a:lnTo>
                    <a:pt x="1892" y="38277"/>
                  </a:lnTo>
                  <a:close/>
                </a:path>
                <a:path w="3175" h="41275">
                  <a:moveTo>
                    <a:pt x="1917" y="26377"/>
                  </a:moveTo>
                  <a:lnTo>
                    <a:pt x="1803" y="26212"/>
                  </a:lnTo>
                  <a:lnTo>
                    <a:pt x="1651" y="26314"/>
                  </a:lnTo>
                  <a:lnTo>
                    <a:pt x="1765" y="26479"/>
                  </a:lnTo>
                  <a:lnTo>
                    <a:pt x="1917" y="26377"/>
                  </a:lnTo>
                  <a:close/>
                </a:path>
                <a:path w="3175" h="41275">
                  <a:moveTo>
                    <a:pt x="1955" y="39839"/>
                  </a:moveTo>
                  <a:lnTo>
                    <a:pt x="1828" y="39674"/>
                  </a:lnTo>
                  <a:lnTo>
                    <a:pt x="1689" y="39814"/>
                  </a:lnTo>
                  <a:lnTo>
                    <a:pt x="1816" y="39954"/>
                  </a:lnTo>
                  <a:lnTo>
                    <a:pt x="1955" y="39839"/>
                  </a:lnTo>
                  <a:close/>
                </a:path>
                <a:path w="3175" h="41275">
                  <a:moveTo>
                    <a:pt x="1955" y="1193"/>
                  </a:moveTo>
                  <a:lnTo>
                    <a:pt x="1790" y="1016"/>
                  </a:lnTo>
                  <a:lnTo>
                    <a:pt x="1625" y="1193"/>
                  </a:lnTo>
                  <a:lnTo>
                    <a:pt x="1790" y="1358"/>
                  </a:lnTo>
                  <a:lnTo>
                    <a:pt x="1955" y="1193"/>
                  </a:lnTo>
                  <a:close/>
                </a:path>
                <a:path w="3175" h="41275">
                  <a:moveTo>
                    <a:pt x="1968" y="36055"/>
                  </a:moveTo>
                  <a:lnTo>
                    <a:pt x="1765" y="35953"/>
                  </a:lnTo>
                  <a:lnTo>
                    <a:pt x="1663" y="36156"/>
                  </a:lnTo>
                  <a:lnTo>
                    <a:pt x="1841" y="36258"/>
                  </a:lnTo>
                  <a:lnTo>
                    <a:pt x="1968" y="36055"/>
                  </a:lnTo>
                  <a:close/>
                </a:path>
                <a:path w="3175" h="41275">
                  <a:moveTo>
                    <a:pt x="2006" y="203"/>
                  </a:moveTo>
                  <a:lnTo>
                    <a:pt x="1816" y="0"/>
                  </a:lnTo>
                  <a:lnTo>
                    <a:pt x="1612" y="177"/>
                  </a:lnTo>
                  <a:lnTo>
                    <a:pt x="1790" y="406"/>
                  </a:lnTo>
                  <a:lnTo>
                    <a:pt x="2006" y="203"/>
                  </a:lnTo>
                  <a:close/>
                </a:path>
                <a:path w="3175" h="41275">
                  <a:moveTo>
                    <a:pt x="2019" y="31635"/>
                  </a:moveTo>
                  <a:lnTo>
                    <a:pt x="1803" y="31559"/>
                  </a:lnTo>
                  <a:lnTo>
                    <a:pt x="1714" y="31737"/>
                  </a:lnTo>
                  <a:lnTo>
                    <a:pt x="1536" y="31864"/>
                  </a:lnTo>
                  <a:lnTo>
                    <a:pt x="1714" y="32105"/>
                  </a:lnTo>
                  <a:lnTo>
                    <a:pt x="1955" y="31902"/>
                  </a:lnTo>
                  <a:lnTo>
                    <a:pt x="2019" y="31635"/>
                  </a:lnTo>
                  <a:close/>
                </a:path>
                <a:path w="3175" h="41275">
                  <a:moveTo>
                    <a:pt x="2032" y="28562"/>
                  </a:moveTo>
                  <a:lnTo>
                    <a:pt x="1866" y="28409"/>
                  </a:lnTo>
                  <a:lnTo>
                    <a:pt x="1701" y="28562"/>
                  </a:lnTo>
                  <a:lnTo>
                    <a:pt x="1879" y="28727"/>
                  </a:lnTo>
                  <a:lnTo>
                    <a:pt x="2032" y="28562"/>
                  </a:lnTo>
                  <a:close/>
                </a:path>
                <a:path w="3175" h="41275">
                  <a:moveTo>
                    <a:pt x="2082" y="30086"/>
                  </a:moveTo>
                  <a:lnTo>
                    <a:pt x="1955" y="30010"/>
                  </a:lnTo>
                  <a:lnTo>
                    <a:pt x="1778" y="29832"/>
                  </a:lnTo>
                  <a:lnTo>
                    <a:pt x="1701" y="30035"/>
                  </a:lnTo>
                  <a:lnTo>
                    <a:pt x="1943" y="30264"/>
                  </a:lnTo>
                  <a:lnTo>
                    <a:pt x="2082" y="30086"/>
                  </a:lnTo>
                  <a:close/>
                </a:path>
                <a:path w="3175" h="41275">
                  <a:moveTo>
                    <a:pt x="2133" y="29616"/>
                  </a:moveTo>
                  <a:lnTo>
                    <a:pt x="2006" y="29425"/>
                  </a:lnTo>
                  <a:lnTo>
                    <a:pt x="1803" y="29552"/>
                  </a:lnTo>
                  <a:lnTo>
                    <a:pt x="1943" y="29756"/>
                  </a:lnTo>
                  <a:lnTo>
                    <a:pt x="2133" y="29616"/>
                  </a:lnTo>
                  <a:close/>
                </a:path>
                <a:path w="3175" h="41275">
                  <a:moveTo>
                    <a:pt x="2146" y="35496"/>
                  </a:moveTo>
                  <a:lnTo>
                    <a:pt x="1943" y="35356"/>
                  </a:lnTo>
                  <a:lnTo>
                    <a:pt x="1778" y="35572"/>
                  </a:lnTo>
                  <a:lnTo>
                    <a:pt x="2006" y="35725"/>
                  </a:lnTo>
                  <a:lnTo>
                    <a:pt x="2146" y="35496"/>
                  </a:lnTo>
                  <a:close/>
                </a:path>
                <a:path w="3175" h="41275">
                  <a:moveTo>
                    <a:pt x="2171" y="36766"/>
                  </a:moveTo>
                  <a:lnTo>
                    <a:pt x="2006" y="36563"/>
                  </a:lnTo>
                  <a:lnTo>
                    <a:pt x="1816" y="36741"/>
                  </a:lnTo>
                  <a:lnTo>
                    <a:pt x="1981" y="36931"/>
                  </a:lnTo>
                  <a:lnTo>
                    <a:pt x="2171" y="36766"/>
                  </a:lnTo>
                  <a:close/>
                </a:path>
                <a:path w="3175" h="41275">
                  <a:moveTo>
                    <a:pt x="2184" y="31407"/>
                  </a:moveTo>
                  <a:lnTo>
                    <a:pt x="2070" y="31242"/>
                  </a:lnTo>
                  <a:lnTo>
                    <a:pt x="1917" y="31356"/>
                  </a:lnTo>
                  <a:lnTo>
                    <a:pt x="2044" y="31521"/>
                  </a:lnTo>
                  <a:lnTo>
                    <a:pt x="2184" y="31407"/>
                  </a:lnTo>
                  <a:close/>
                </a:path>
                <a:path w="3175" h="41275">
                  <a:moveTo>
                    <a:pt x="2197" y="40525"/>
                  </a:moveTo>
                  <a:lnTo>
                    <a:pt x="1955" y="40386"/>
                  </a:lnTo>
                  <a:lnTo>
                    <a:pt x="1816" y="40640"/>
                  </a:lnTo>
                  <a:lnTo>
                    <a:pt x="2070" y="40779"/>
                  </a:lnTo>
                  <a:lnTo>
                    <a:pt x="2197" y="40525"/>
                  </a:lnTo>
                  <a:close/>
                </a:path>
                <a:path w="3175" h="41275">
                  <a:moveTo>
                    <a:pt x="2197" y="27787"/>
                  </a:moveTo>
                  <a:lnTo>
                    <a:pt x="2082" y="27597"/>
                  </a:lnTo>
                  <a:lnTo>
                    <a:pt x="1905" y="27736"/>
                  </a:lnTo>
                  <a:lnTo>
                    <a:pt x="2032" y="27914"/>
                  </a:lnTo>
                  <a:lnTo>
                    <a:pt x="2197" y="27787"/>
                  </a:lnTo>
                  <a:close/>
                </a:path>
                <a:path w="3175" h="41275">
                  <a:moveTo>
                    <a:pt x="2247" y="28790"/>
                  </a:moveTo>
                  <a:lnTo>
                    <a:pt x="2044" y="28625"/>
                  </a:lnTo>
                  <a:lnTo>
                    <a:pt x="1892" y="28841"/>
                  </a:lnTo>
                  <a:lnTo>
                    <a:pt x="2095" y="29006"/>
                  </a:lnTo>
                  <a:lnTo>
                    <a:pt x="2247" y="28790"/>
                  </a:lnTo>
                  <a:close/>
                </a:path>
                <a:path w="3175" h="41275">
                  <a:moveTo>
                    <a:pt x="2336" y="28244"/>
                  </a:moveTo>
                  <a:lnTo>
                    <a:pt x="2108" y="28092"/>
                  </a:lnTo>
                  <a:lnTo>
                    <a:pt x="1955" y="28321"/>
                  </a:lnTo>
                  <a:lnTo>
                    <a:pt x="2159" y="28486"/>
                  </a:lnTo>
                  <a:lnTo>
                    <a:pt x="2336" y="28244"/>
                  </a:lnTo>
                  <a:close/>
                </a:path>
                <a:path w="3175" h="41275">
                  <a:moveTo>
                    <a:pt x="2413" y="35001"/>
                  </a:moveTo>
                  <a:lnTo>
                    <a:pt x="2247" y="34823"/>
                  </a:lnTo>
                  <a:lnTo>
                    <a:pt x="2057" y="34988"/>
                  </a:lnTo>
                  <a:lnTo>
                    <a:pt x="2146" y="35115"/>
                  </a:lnTo>
                  <a:lnTo>
                    <a:pt x="1993" y="35229"/>
                  </a:lnTo>
                  <a:lnTo>
                    <a:pt x="2108" y="35407"/>
                  </a:lnTo>
                  <a:lnTo>
                    <a:pt x="2247" y="35280"/>
                  </a:lnTo>
                  <a:lnTo>
                    <a:pt x="2171" y="35140"/>
                  </a:lnTo>
                  <a:lnTo>
                    <a:pt x="2413" y="35001"/>
                  </a:lnTo>
                  <a:close/>
                </a:path>
                <a:path w="3175" h="41275">
                  <a:moveTo>
                    <a:pt x="2463" y="37782"/>
                  </a:moveTo>
                  <a:lnTo>
                    <a:pt x="2235" y="37680"/>
                  </a:lnTo>
                  <a:lnTo>
                    <a:pt x="2159" y="37884"/>
                  </a:lnTo>
                  <a:lnTo>
                    <a:pt x="1892" y="38023"/>
                  </a:lnTo>
                  <a:lnTo>
                    <a:pt x="2120" y="38176"/>
                  </a:lnTo>
                  <a:lnTo>
                    <a:pt x="2260" y="37960"/>
                  </a:lnTo>
                  <a:lnTo>
                    <a:pt x="2463" y="37782"/>
                  </a:lnTo>
                  <a:close/>
                </a:path>
                <a:path w="3175" h="41275">
                  <a:moveTo>
                    <a:pt x="2527" y="27457"/>
                  </a:moveTo>
                  <a:lnTo>
                    <a:pt x="2349" y="27228"/>
                  </a:lnTo>
                  <a:lnTo>
                    <a:pt x="2133" y="27025"/>
                  </a:lnTo>
                  <a:lnTo>
                    <a:pt x="2019" y="27254"/>
                  </a:lnTo>
                  <a:lnTo>
                    <a:pt x="2197" y="27355"/>
                  </a:lnTo>
                  <a:lnTo>
                    <a:pt x="2311" y="27635"/>
                  </a:lnTo>
                  <a:lnTo>
                    <a:pt x="2527" y="27457"/>
                  </a:lnTo>
                  <a:close/>
                </a:path>
                <a:path w="3175" h="41275">
                  <a:moveTo>
                    <a:pt x="2603" y="32550"/>
                  </a:moveTo>
                  <a:lnTo>
                    <a:pt x="2374" y="32372"/>
                  </a:lnTo>
                  <a:lnTo>
                    <a:pt x="2197" y="32588"/>
                  </a:lnTo>
                  <a:lnTo>
                    <a:pt x="2413" y="32766"/>
                  </a:lnTo>
                  <a:lnTo>
                    <a:pt x="2603" y="32550"/>
                  </a:lnTo>
                  <a:close/>
                </a:path>
                <a:path w="3175" h="41275">
                  <a:moveTo>
                    <a:pt x="2628" y="34861"/>
                  </a:moveTo>
                  <a:lnTo>
                    <a:pt x="2489" y="34683"/>
                  </a:lnTo>
                  <a:lnTo>
                    <a:pt x="2324" y="34823"/>
                  </a:lnTo>
                  <a:lnTo>
                    <a:pt x="2463" y="34988"/>
                  </a:lnTo>
                  <a:lnTo>
                    <a:pt x="2628" y="34861"/>
                  </a:lnTo>
                  <a:close/>
                </a:path>
                <a:path w="3175" h="41275">
                  <a:moveTo>
                    <a:pt x="2641" y="35344"/>
                  </a:moveTo>
                  <a:lnTo>
                    <a:pt x="2387" y="35204"/>
                  </a:lnTo>
                  <a:lnTo>
                    <a:pt x="2235" y="35458"/>
                  </a:lnTo>
                  <a:lnTo>
                    <a:pt x="2489" y="35598"/>
                  </a:lnTo>
                  <a:lnTo>
                    <a:pt x="2641" y="35344"/>
                  </a:lnTo>
                  <a:close/>
                </a:path>
                <a:path w="3175" h="41275">
                  <a:moveTo>
                    <a:pt x="2654" y="38785"/>
                  </a:moveTo>
                  <a:lnTo>
                    <a:pt x="2438" y="38684"/>
                  </a:lnTo>
                  <a:lnTo>
                    <a:pt x="2349" y="38900"/>
                  </a:lnTo>
                  <a:lnTo>
                    <a:pt x="2565" y="38989"/>
                  </a:lnTo>
                  <a:lnTo>
                    <a:pt x="2654" y="387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0" name="object 80"/>
            <p:cNvSpPr/>
            <p:nvPr/>
          </p:nvSpPr>
          <p:spPr>
            <a:xfrm>
              <a:off x="4072941" y="1185938"/>
              <a:ext cx="57785" cy="66040"/>
            </a:xfrm>
            <a:custGeom>
              <a:avLst/>
              <a:gdLst/>
              <a:ahLst/>
              <a:cxnLst/>
              <a:rect l="l" t="t" r="r" b="b"/>
              <a:pathLst>
                <a:path w="57785" h="66040">
                  <a:moveTo>
                    <a:pt x="317" y="44691"/>
                  </a:moveTo>
                  <a:lnTo>
                    <a:pt x="190" y="44488"/>
                  </a:lnTo>
                  <a:lnTo>
                    <a:pt x="12" y="44615"/>
                  </a:lnTo>
                  <a:lnTo>
                    <a:pt x="127" y="44805"/>
                  </a:lnTo>
                  <a:lnTo>
                    <a:pt x="317" y="44691"/>
                  </a:lnTo>
                  <a:close/>
                </a:path>
                <a:path w="57785" h="66040">
                  <a:moveTo>
                    <a:pt x="330" y="46494"/>
                  </a:moveTo>
                  <a:lnTo>
                    <a:pt x="114" y="46393"/>
                  </a:lnTo>
                  <a:lnTo>
                    <a:pt x="12" y="46609"/>
                  </a:lnTo>
                  <a:lnTo>
                    <a:pt x="203" y="46723"/>
                  </a:lnTo>
                  <a:lnTo>
                    <a:pt x="330" y="46494"/>
                  </a:lnTo>
                  <a:close/>
                </a:path>
                <a:path w="57785" h="66040">
                  <a:moveTo>
                    <a:pt x="368" y="46812"/>
                  </a:moveTo>
                  <a:lnTo>
                    <a:pt x="114" y="46697"/>
                  </a:lnTo>
                  <a:lnTo>
                    <a:pt x="0" y="46951"/>
                  </a:lnTo>
                  <a:lnTo>
                    <a:pt x="241" y="47091"/>
                  </a:lnTo>
                  <a:lnTo>
                    <a:pt x="368" y="46812"/>
                  </a:lnTo>
                  <a:close/>
                </a:path>
                <a:path w="57785" h="66040">
                  <a:moveTo>
                    <a:pt x="495" y="64541"/>
                  </a:moveTo>
                  <a:lnTo>
                    <a:pt x="368" y="64325"/>
                  </a:lnTo>
                  <a:lnTo>
                    <a:pt x="139" y="64465"/>
                  </a:lnTo>
                  <a:lnTo>
                    <a:pt x="279" y="64681"/>
                  </a:lnTo>
                  <a:lnTo>
                    <a:pt x="495" y="64541"/>
                  </a:lnTo>
                  <a:close/>
                </a:path>
                <a:path w="57785" h="66040">
                  <a:moveTo>
                    <a:pt x="495" y="43903"/>
                  </a:moveTo>
                  <a:lnTo>
                    <a:pt x="368" y="43688"/>
                  </a:lnTo>
                  <a:lnTo>
                    <a:pt x="139" y="43827"/>
                  </a:lnTo>
                  <a:lnTo>
                    <a:pt x="279" y="44043"/>
                  </a:lnTo>
                  <a:lnTo>
                    <a:pt x="495" y="43903"/>
                  </a:lnTo>
                  <a:close/>
                </a:path>
                <a:path w="57785" h="66040">
                  <a:moveTo>
                    <a:pt x="508" y="61950"/>
                  </a:moveTo>
                  <a:lnTo>
                    <a:pt x="292" y="61874"/>
                  </a:lnTo>
                  <a:lnTo>
                    <a:pt x="215" y="62064"/>
                  </a:lnTo>
                  <a:lnTo>
                    <a:pt x="406" y="62141"/>
                  </a:lnTo>
                  <a:lnTo>
                    <a:pt x="508" y="61950"/>
                  </a:lnTo>
                  <a:close/>
                </a:path>
                <a:path w="57785" h="66040">
                  <a:moveTo>
                    <a:pt x="520" y="41376"/>
                  </a:moveTo>
                  <a:lnTo>
                    <a:pt x="317" y="41275"/>
                  </a:lnTo>
                  <a:lnTo>
                    <a:pt x="228" y="41478"/>
                  </a:lnTo>
                  <a:lnTo>
                    <a:pt x="431" y="41567"/>
                  </a:lnTo>
                  <a:lnTo>
                    <a:pt x="520" y="41376"/>
                  </a:lnTo>
                  <a:close/>
                </a:path>
                <a:path w="57785" h="66040">
                  <a:moveTo>
                    <a:pt x="533" y="65417"/>
                  </a:moveTo>
                  <a:lnTo>
                    <a:pt x="381" y="65278"/>
                  </a:lnTo>
                  <a:lnTo>
                    <a:pt x="190" y="65112"/>
                  </a:lnTo>
                  <a:lnTo>
                    <a:pt x="12" y="65239"/>
                  </a:lnTo>
                  <a:lnTo>
                    <a:pt x="127" y="65443"/>
                  </a:lnTo>
                  <a:lnTo>
                    <a:pt x="304" y="65354"/>
                  </a:lnTo>
                  <a:lnTo>
                    <a:pt x="393" y="65582"/>
                  </a:lnTo>
                  <a:lnTo>
                    <a:pt x="533" y="65417"/>
                  </a:lnTo>
                  <a:close/>
                </a:path>
                <a:path w="57785" h="66040">
                  <a:moveTo>
                    <a:pt x="533" y="44780"/>
                  </a:moveTo>
                  <a:lnTo>
                    <a:pt x="381" y="44627"/>
                  </a:lnTo>
                  <a:lnTo>
                    <a:pt x="215" y="44792"/>
                  </a:lnTo>
                  <a:lnTo>
                    <a:pt x="393" y="44945"/>
                  </a:lnTo>
                  <a:lnTo>
                    <a:pt x="533" y="44780"/>
                  </a:lnTo>
                  <a:close/>
                </a:path>
                <a:path w="57785" h="66040">
                  <a:moveTo>
                    <a:pt x="787" y="64401"/>
                  </a:moveTo>
                  <a:lnTo>
                    <a:pt x="622" y="64185"/>
                  </a:lnTo>
                  <a:lnTo>
                    <a:pt x="419" y="64338"/>
                  </a:lnTo>
                  <a:lnTo>
                    <a:pt x="571" y="64554"/>
                  </a:lnTo>
                  <a:lnTo>
                    <a:pt x="787" y="64401"/>
                  </a:lnTo>
                  <a:close/>
                </a:path>
                <a:path w="57785" h="66040">
                  <a:moveTo>
                    <a:pt x="787" y="43764"/>
                  </a:moveTo>
                  <a:lnTo>
                    <a:pt x="622" y="43561"/>
                  </a:lnTo>
                  <a:lnTo>
                    <a:pt x="419" y="43713"/>
                  </a:lnTo>
                  <a:lnTo>
                    <a:pt x="571" y="43916"/>
                  </a:lnTo>
                  <a:lnTo>
                    <a:pt x="787" y="43764"/>
                  </a:lnTo>
                  <a:close/>
                </a:path>
                <a:path w="57785" h="66040">
                  <a:moveTo>
                    <a:pt x="800" y="45593"/>
                  </a:moveTo>
                  <a:lnTo>
                    <a:pt x="647" y="45427"/>
                  </a:lnTo>
                  <a:lnTo>
                    <a:pt x="469" y="45567"/>
                  </a:lnTo>
                  <a:lnTo>
                    <a:pt x="609" y="45745"/>
                  </a:lnTo>
                  <a:lnTo>
                    <a:pt x="800" y="45593"/>
                  </a:lnTo>
                  <a:close/>
                </a:path>
                <a:path w="57785" h="66040">
                  <a:moveTo>
                    <a:pt x="812" y="63373"/>
                  </a:moveTo>
                  <a:lnTo>
                    <a:pt x="622" y="63182"/>
                  </a:lnTo>
                  <a:lnTo>
                    <a:pt x="431" y="63360"/>
                  </a:lnTo>
                  <a:lnTo>
                    <a:pt x="609" y="63576"/>
                  </a:lnTo>
                  <a:lnTo>
                    <a:pt x="812" y="63373"/>
                  </a:lnTo>
                  <a:close/>
                </a:path>
                <a:path w="57785" h="66040">
                  <a:moveTo>
                    <a:pt x="812" y="42735"/>
                  </a:moveTo>
                  <a:lnTo>
                    <a:pt x="622" y="42545"/>
                  </a:lnTo>
                  <a:lnTo>
                    <a:pt x="431" y="42735"/>
                  </a:lnTo>
                  <a:lnTo>
                    <a:pt x="609" y="42926"/>
                  </a:lnTo>
                  <a:lnTo>
                    <a:pt x="812" y="42735"/>
                  </a:lnTo>
                  <a:close/>
                </a:path>
                <a:path w="57785" h="66040">
                  <a:moveTo>
                    <a:pt x="1079" y="63614"/>
                  </a:moveTo>
                  <a:lnTo>
                    <a:pt x="914" y="63461"/>
                  </a:lnTo>
                  <a:lnTo>
                    <a:pt x="762" y="63639"/>
                  </a:lnTo>
                  <a:lnTo>
                    <a:pt x="927" y="63779"/>
                  </a:lnTo>
                  <a:lnTo>
                    <a:pt x="1079" y="63614"/>
                  </a:lnTo>
                  <a:close/>
                </a:path>
                <a:path w="57785" h="66040">
                  <a:moveTo>
                    <a:pt x="1079" y="43027"/>
                  </a:moveTo>
                  <a:lnTo>
                    <a:pt x="914" y="42887"/>
                  </a:lnTo>
                  <a:lnTo>
                    <a:pt x="774" y="43053"/>
                  </a:lnTo>
                  <a:lnTo>
                    <a:pt x="939" y="43192"/>
                  </a:lnTo>
                  <a:lnTo>
                    <a:pt x="1079" y="43027"/>
                  </a:lnTo>
                  <a:close/>
                </a:path>
                <a:path w="57785" h="66040">
                  <a:moveTo>
                    <a:pt x="1117" y="63055"/>
                  </a:moveTo>
                  <a:lnTo>
                    <a:pt x="927" y="62941"/>
                  </a:lnTo>
                  <a:lnTo>
                    <a:pt x="812" y="63119"/>
                  </a:lnTo>
                  <a:lnTo>
                    <a:pt x="1016" y="63246"/>
                  </a:lnTo>
                  <a:lnTo>
                    <a:pt x="1117" y="63055"/>
                  </a:lnTo>
                  <a:close/>
                </a:path>
                <a:path w="57785" h="66040">
                  <a:moveTo>
                    <a:pt x="1117" y="42379"/>
                  </a:moveTo>
                  <a:lnTo>
                    <a:pt x="927" y="42278"/>
                  </a:lnTo>
                  <a:lnTo>
                    <a:pt x="812" y="42481"/>
                  </a:lnTo>
                  <a:lnTo>
                    <a:pt x="1016" y="42595"/>
                  </a:lnTo>
                  <a:lnTo>
                    <a:pt x="1117" y="42379"/>
                  </a:lnTo>
                  <a:close/>
                </a:path>
                <a:path w="57785" h="66040">
                  <a:moveTo>
                    <a:pt x="1219" y="62471"/>
                  </a:moveTo>
                  <a:lnTo>
                    <a:pt x="1041" y="62293"/>
                  </a:lnTo>
                  <a:lnTo>
                    <a:pt x="863" y="62471"/>
                  </a:lnTo>
                  <a:lnTo>
                    <a:pt x="1041" y="62661"/>
                  </a:lnTo>
                  <a:lnTo>
                    <a:pt x="1219" y="62471"/>
                  </a:lnTo>
                  <a:close/>
                </a:path>
                <a:path w="57785" h="66040">
                  <a:moveTo>
                    <a:pt x="1219" y="41770"/>
                  </a:moveTo>
                  <a:lnTo>
                    <a:pt x="1041" y="41592"/>
                  </a:lnTo>
                  <a:lnTo>
                    <a:pt x="863" y="41757"/>
                  </a:lnTo>
                  <a:lnTo>
                    <a:pt x="1041" y="41948"/>
                  </a:lnTo>
                  <a:lnTo>
                    <a:pt x="1219" y="41770"/>
                  </a:lnTo>
                  <a:close/>
                </a:path>
                <a:path w="57785" h="66040">
                  <a:moveTo>
                    <a:pt x="1257" y="64973"/>
                  </a:moveTo>
                  <a:lnTo>
                    <a:pt x="1117" y="64795"/>
                  </a:lnTo>
                  <a:lnTo>
                    <a:pt x="927" y="64935"/>
                  </a:lnTo>
                  <a:lnTo>
                    <a:pt x="1066" y="65138"/>
                  </a:lnTo>
                  <a:lnTo>
                    <a:pt x="1257" y="64973"/>
                  </a:lnTo>
                  <a:close/>
                </a:path>
                <a:path w="57785" h="66040">
                  <a:moveTo>
                    <a:pt x="1257" y="44335"/>
                  </a:moveTo>
                  <a:lnTo>
                    <a:pt x="1117" y="44145"/>
                  </a:lnTo>
                  <a:lnTo>
                    <a:pt x="927" y="44272"/>
                  </a:lnTo>
                  <a:lnTo>
                    <a:pt x="1066" y="44475"/>
                  </a:lnTo>
                  <a:lnTo>
                    <a:pt x="1257" y="44335"/>
                  </a:lnTo>
                  <a:close/>
                </a:path>
                <a:path w="57785" h="66040">
                  <a:moveTo>
                    <a:pt x="1358" y="45935"/>
                  </a:moveTo>
                  <a:lnTo>
                    <a:pt x="1206" y="45796"/>
                  </a:lnTo>
                  <a:lnTo>
                    <a:pt x="1054" y="45935"/>
                  </a:lnTo>
                  <a:lnTo>
                    <a:pt x="1206" y="46075"/>
                  </a:lnTo>
                  <a:lnTo>
                    <a:pt x="1358" y="45935"/>
                  </a:lnTo>
                  <a:close/>
                </a:path>
                <a:path w="57785" h="66040">
                  <a:moveTo>
                    <a:pt x="1371" y="64211"/>
                  </a:moveTo>
                  <a:lnTo>
                    <a:pt x="1219" y="63995"/>
                  </a:lnTo>
                  <a:lnTo>
                    <a:pt x="1016" y="64147"/>
                  </a:lnTo>
                  <a:lnTo>
                    <a:pt x="1155" y="64363"/>
                  </a:lnTo>
                  <a:lnTo>
                    <a:pt x="1371" y="64211"/>
                  </a:lnTo>
                  <a:close/>
                </a:path>
                <a:path w="57785" h="66040">
                  <a:moveTo>
                    <a:pt x="1371" y="43573"/>
                  </a:moveTo>
                  <a:lnTo>
                    <a:pt x="1219" y="43370"/>
                  </a:lnTo>
                  <a:lnTo>
                    <a:pt x="1016" y="43510"/>
                  </a:lnTo>
                  <a:lnTo>
                    <a:pt x="1155" y="43726"/>
                  </a:lnTo>
                  <a:lnTo>
                    <a:pt x="1371" y="43573"/>
                  </a:lnTo>
                  <a:close/>
                </a:path>
                <a:path w="57785" h="66040">
                  <a:moveTo>
                    <a:pt x="1384" y="46304"/>
                  </a:moveTo>
                  <a:lnTo>
                    <a:pt x="1244" y="46126"/>
                  </a:lnTo>
                  <a:lnTo>
                    <a:pt x="1041" y="46266"/>
                  </a:lnTo>
                  <a:lnTo>
                    <a:pt x="1181" y="46456"/>
                  </a:lnTo>
                  <a:lnTo>
                    <a:pt x="1384" y="46304"/>
                  </a:lnTo>
                  <a:close/>
                </a:path>
                <a:path w="57785" h="66040">
                  <a:moveTo>
                    <a:pt x="1536" y="62191"/>
                  </a:moveTo>
                  <a:lnTo>
                    <a:pt x="1320" y="62090"/>
                  </a:lnTo>
                  <a:lnTo>
                    <a:pt x="1206" y="62318"/>
                  </a:lnTo>
                  <a:lnTo>
                    <a:pt x="1435" y="62433"/>
                  </a:lnTo>
                  <a:lnTo>
                    <a:pt x="1536" y="62191"/>
                  </a:lnTo>
                  <a:close/>
                </a:path>
                <a:path w="57785" h="66040">
                  <a:moveTo>
                    <a:pt x="1536" y="41554"/>
                  </a:moveTo>
                  <a:lnTo>
                    <a:pt x="1320" y="41465"/>
                  </a:lnTo>
                  <a:lnTo>
                    <a:pt x="1206" y="41681"/>
                  </a:lnTo>
                  <a:lnTo>
                    <a:pt x="1435" y="41795"/>
                  </a:lnTo>
                  <a:lnTo>
                    <a:pt x="1536" y="41554"/>
                  </a:lnTo>
                  <a:close/>
                </a:path>
                <a:path w="57785" h="66040">
                  <a:moveTo>
                    <a:pt x="1689" y="44513"/>
                  </a:moveTo>
                  <a:lnTo>
                    <a:pt x="1524" y="44284"/>
                  </a:lnTo>
                  <a:lnTo>
                    <a:pt x="1320" y="44462"/>
                  </a:lnTo>
                  <a:lnTo>
                    <a:pt x="1473" y="44665"/>
                  </a:lnTo>
                  <a:lnTo>
                    <a:pt x="1689" y="44513"/>
                  </a:lnTo>
                  <a:close/>
                </a:path>
                <a:path w="57785" h="66040">
                  <a:moveTo>
                    <a:pt x="1752" y="62814"/>
                  </a:moveTo>
                  <a:lnTo>
                    <a:pt x="1587" y="62636"/>
                  </a:lnTo>
                  <a:lnTo>
                    <a:pt x="1422" y="62801"/>
                  </a:lnTo>
                  <a:lnTo>
                    <a:pt x="1587" y="62979"/>
                  </a:lnTo>
                  <a:lnTo>
                    <a:pt x="1752" y="62814"/>
                  </a:lnTo>
                  <a:close/>
                </a:path>
                <a:path w="57785" h="66040">
                  <a:moveTo>
                    <a:pt x="1752" y="42164"/>
                  </a:moveTo>
                  <a:lnTo>
                    <a:pt x="1587" y="42011"/>
                  </a:lnTo>
                  <a:lnTo>
                    <a:pt x="1422" y="42164"/>
                  </a:lnTo>
                  <a:lnTo>
                    <a:pt x="1587" y="42341"/>
                  </a:lnTo>
                  <a:lnTo>
                    <a:pt x="1752" y="42164"/>
                  </a:lnTo>
                  <a:close/>
                </a:path>
                <a:path w="57785" h="66040">
                  <a:moveTo>
                    <a:pt x="1778" y="46990"/>
                  </a:moveTo>
                  <a:lnTo>
                    <a:pt x="1562" y="46850"/>
                  </a:lnTo>
                  <a:lnTo>
                    <a:pt x="1422" y="47066"/>
                  </a:lnTo>
                  <a:lnTo>
                    <a:pt x="1447" y="47193"/>
                  </a:lnTo>
                  <a:lnTo>
                    <a:pt x="1562" y="47358"/>
                  </a:lnTo>
                  <a:lnTo>
                    <a:pt x="1714" y="47256"/>
                  </a:lnTo>
                  <a:lnTo>
                    <a:pt x="1778" y="46990"/>
                  </a:lnTo>
                  <a:close/>
                </a:path>
                <a:path w="57785" h="66040">
                  <a:moveTo>
                    <a:pt x="1803" y="61836"/>
                  </a:moveTo>
                  <a:lnTo>
                    <a:pt x="1612" y="61607"/>
                  </a:lnTo>
                  <a:lnTo>
                    <a:pt x="1409" y="61798"/>
                  </a:lnTo>
                  <a:lnTo>
                    <a:pt x="1587" y="62014"/>
                  </a:lnTo>
                  <a:lnTo>
                    <a:pt x="1803" y="61836"/>
                  </a:lnTo>
                  <a:close/>
                </a:path>
                <a:path w="57785" h="66040">
                  <a:moveTo>
                    <a:pt x="1803" y="41186"/>
                  </a:moveTo>
                  <a:lnTo>
                    <a:pt x="1612" y="40957"/>
                  </a:lnTo>
                  <a:lnTo>
                    <a:pt x="1409" y="41160"/>
                  </a:lnTo>
                  <a:lnTo>
                    <a:pt x="1587" y="41363"/>
                  </a:lnTo>
                  <a:lnTo>
                    <a:pt x="1803" y="41186"/>
                  </a:lnTo>
                  <a:close/>
                </a:path>
                <a:path w="57785" h="66040">
                  <a:moveTo>
                    <a:pt x="1879" y="46126"/>
                  </a:moveTo>
                  <a:lnTo>
                    <a:pt x="1727" y="45948"/>
                  </a:lnTo>
                  <a:lnTo>
                    <a:pt x="1549" y="46088"/>
                  </a:lnTo>
                  <a:lnTo>
                    <a:pt x="1689" y="46266"/>
                  </a:lnTo>
                  <a:lnTo>
                    <a:pt x="1879" y="46126"/>
                  </a:lnTo>
                  <a:close/>
                </a:path>
                <a:path w="57785" h="66040">
                  <a:moveTo>
                    <a:pt x="1892" y="63855"/>
                  </a:moveTo>
                  <a:lnTo>
                    <a:pt x="1689" y="63677"/>
                  </a:lnTo>
                  <a:lnTo>
                    <a:pt x="1524" y="63881"/>
                  </a:lnTo>
                  <a:lnTo>
                    <a:pt x="1739" y="64058"/>
                  </a:lnTo>
                  <a:lnTo>
                    <a:pt x="1892" y="63855"/>
                  </a:lnTo>
                  <a:close/>
                </a:path>
                <a:path w="57785" h="66040">
                  <a:moveTo>
                    <a:pt x="1892" y="43218"/>
                  </a:moveTo>
                  <a:lnTo>
                    <a:pt x="1689" y="43053"/>
                  </a:lnTo>
                  <a:lnTo>
                    <a:pt x="1524" y="43256"/>
                  </a:lnTo>
                  <a:lnTo>
                    <a:pt x="1739" y="43421"/>
                  </a:lnTo>
                  <a:lnTo>
                    <a:pt x="1892" y="43218"/>
                  </a:lnTo>
                  <a:close/>
                </a:path>
                <a:path w="57785" h="66040">
                  <a:moveTo>
                    <a:pt x="2019" y="44081"/>
                  </a:moveTo>
                  <a:lnTo>
                    <a:pt x="1866" y="43865"/>
                  </a:lnTo>
                  <a:lnTo>
                    <a:pt x="1663" y="44043"/>
                  </a:lnTo>
                  <a:lnTo>
                    <a:pt x="1828" y="44246"/>
                  </a:lnTo>
                  <a:lnTo>
                    <a:pt x="2019" y="44081"/>
                  </a:lnTo>
                  <a:close/>
                </a:path>
                <a:path w="57785" h="66040">
                  <a:moveTo>
                    <a:pt x="2070" y="45008"/>
                  </a:moveTo>
                  <a:lnTo>
                    <a:pt x="1879" y="44792"/>
                  </a:lnTo>
                  <a:lnTo>
                    <a:pt x="1676" y="44996"/>
                  </a:lnTo>
                  <a:lnTo>
                    <a:pt x="1866" y="45212"/>
                  </a:lnTo>
                  <a:lnTo>
                    <a:pt x="2070" y="45008"/>
                  </a:lnTo>
                  <a:close/>
                </a:path>
                <a:path w="57785" h="66040">
                  <a:moveTo>
                    <a:pt x="2324" y="45847"/>
                  </a:moveTo>
                  <a:lnTo>
                    <a:pt x="2171" y="45618"/>
                  </a:lnTo>
                  <a:lnTo>
                    <a:pt x="1943" y="45770"/>
                  </a:lnTo>
                  <a:lnTo>
                    <a:pt x="2095" y="45986"/>
                  </a:lnTo>
                  <a:lnTo>
                    <a:pt x="2324" y="45847"/>
                  </a:lnTo>
                  <a:close/>
                </a:path>
                <a:path w="57785" h="66040">
                  <a:moveTo>
                    <a:pt x="2336" y="45339"/>
                  </a:moveTo>
                  <a:lnTo>
                    <a:pt x="2146" y="45148"/>
                  </a:lnTo>
                  <a:lnTo>
                    <a:pt x="1955" y="45339"/>
                  </a:lnTo>
                  <a:lnTo>
                    <a:pt x="2159" y="45529"/>
                  </a:lnTo>
                  <a:lnTo>
                    <a:pt x="2336" y="45339"/>
                  </a:lnTo>
                  <a:close/>
                </a:path>
                <a:path w="57785" h="66040">
                  <a:moveTo>
                    <a:pt x="38709" y="419"/>
                  </a:moveTo>
                  <a:lnTo>
                    <a:pt x="38696" y="292"/>
                  </a:lnTo>
                  <a:lnTo>
                    <a:pt x="38709" y="419"/>
                  </a:lnTo>
                  <a:close/>
                </a:path>
                <a:path w="57785" h="66040">
                  <a:moveTo>
                    <a:pt x="40513" y="25"/>
                  </a:moveTo>
                  <a:lnTo>
                    <a:pt x="40373" y="50"/>
                  </a:lnTo>
                  <a:lnTo>
                    <a:pt x="40513" y="25"/>
                  </a:lnTo>
                  <a:close/>
                </a:path>
                <a:path w="57785" h="66040">
                  <a:moveTo>
                    <a:pt x="41186" y="0"/>
                  </a:moveTo>
                  <a:close/>
                </a:path>
                <a:path w="57785" h="66040">
                  <a:moveTo>
                    <a:pt x="45161" y="4279"/>
                  </a:moveTo>
                  <a:lnTo>
                    <a:pt x="45161" y="4470"/>
                  </a:lnTo>
                  <a:lnTo>
                    <a:pt x="45161" y="4279"/>
                  </a:lnTo>
                  <a:close/>
                </a:path>
                <a:path w="57785" h="66040">
                  <a:moveTo>
                    <a:pt x="47256" y="5067"/>
                  </a:moveTo>
                  <a:lnTo>
                    <a:pt x="47129" y="5003"/>
                  </a:lnTo>
                  <a:lnTo>
                    <a:pt x="47256" y="5067"/>
                  </a:lnTo>
                  <a:close/>
                </a:path>
                <a:path w="57785" h="66040">
                  <a:moveTo>
                    <a:pt x="47548" y="3479"/>
                  </a:moveTo>
                  <a:lnTo>
                    <a:pt x="47282" y="3429"/>
                  </a:lnTo>
                  <a:lnTo>
                    <a:pt x="47142" y="3416"/>
                  </a:lnTo>
                  <a:lnTo>
                    <a:pt x="46837" y="3352"/>
                  </a:lnTo>
                  <a:lnTo>
                    <a:pt x="47078" y="3505"/>
                  </a:lnTo>
                  <a:lnTo>
                    <a:pt x="47548" y="3479"/>
                  </a:lnTo>
                  <a:close/>
                </a:path>
                <a:path w="57785" h="66040">
                  <a:moveTo>
                    <a:pt x="48196" y="2565"/>
                  </a:moveTo>
                  <a:lnTo>
                    <a:pt x="48018" y="2616"/>
                  </a:lnTo>
                  <a:lnTo>
                    <a:pt x="48196" y="2565"/>
                  </a:lnTo>
                  <a:close/>
                </a:path>
                <a:path w="57785" h="66040">
                  <a:moveTo>
                    <a:pt x="50825" y="3200"/>
                  </a:moveTo>
                  <a:lnTo>
                    <a:pt x="50584" y="3124"/>
                  </a:lnTo>
                  <a:lnTo>
                    <a:pt x="50825" y="3200"/>
                  </a:lnTo>
                  <a:close/>
                </a:path>
                <a:path w="57785" h="66040">
                  <a:moveTo>
                    <a:pt x="51041" y="3035"/>
                  </a:moveTo>
                  <a:lnTo>
                    <a:pt x="50914" y="2933"/>
                  </a:lnTo>
                  <a:lnTo>
                    <a:pt x="50977" y="3060"/>
                  </a:lnTo>
                  <a:close/>
                </a:path>
                <a:path w="57785" h="66040">
                  <a:moveTo>
                    <a:pt x="51269" y="3251"/>
                  </a:moveTo>
                  <a:lnTo>
                    <a:pt x="51066" y="3213"/>
                  </a:lnTo>
                  <a:lnTo>
                    <a:pt x="51269" y="3251"/>
                  </a:lnTo>
                  <a:close/>
                </a:path>
                <a:path w="57785" h="66040">
                  <a:moveTo>
                    <a:pt x="51612" y="3606"/>
                  </a:moveTo>
                  <a:lnTo>
                    <a:pt x="51422" y="3632"/>
                  </a:lnTo>
                  <a:lnTo>
                    <a:pt x="51612" y="3606"/>
                  </a:lnTo>
                  <a:close/>
                </a:path>
                <a:path w="57785" h="66040">
                  <a:moveTo>
                    <a:pt x="54673" y="3187"/>
                  </a:moveTo>
                  <a:lnTo>
                    <a:pt x="54635" y="3035"/>
                  </a:lnTo>
                  <a:lnTo>
                    <a:pt x="54495" y="3200"/>
                  </a:lnTo>
                  <a:lnTo>
                    <a:pt x="54673" y="3187"/>
                  </a:lnTo>
                  <a:close/>
                </a:path>
                <a:path w="57785" h="66040">
                  <a:moveTo>
                    <a:pt x="56781" y="5016"/>
                  </a:moveTo>
                  <a:lnTo>
                    <a:pt x="56705" y="4864"/>
                  </a:lnTo>
                  <a:lnTo>
                    <a:pt x="56692" y="5003"/>
                  </a:lnTo>
                  <a:close/>
                </a:path>
                <a:path w="57785" h="66040">
                  <a:moveTo>
                    <a:pt x="56984" y="4927"/>
                  </a:moveTo>
                  <a:close/>
                </a:path>
                <a:path w="57785" h="66040">
                  <a:moveTo>
                    <a:pt x="57416" y="3136"/>
                  </a:moveTo>
                  <a:lnTo>
                    <a:pt x="57124" y="3149"/>
                  </a:lnTo>
                  <a:lnTo>
                    <a:pt x="57353" y="32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1" name="object 81"/>
            <p:cNvSpPr/>
            <p:nvPr/>
          </p:nvSpPr>
          <p:spPr>
            <a:xfrm>
              <a:off x="4103281" y="1190929"/>
              <a:ext cx="26034" cy="12700"/>
            </a:xfrm>
            <a:custGeom>
              <a:avLst/>
              <a:gdLst/>
              <a:ahLst/>
              <a:cxnLst/>
              <a:rect l="l" t="t" r="r" b="b"/>
              <a:pathLst>
                <a:path w="26035" h="12700">
                  <a:moveTo>
                    <a:pt x="76" y="9296"/>
                  </a:moveTo>
                  <a:close/>
                </a:path>
                <a:path w="26035" h="12700">
                  <a:moveTo>
                    <a:pt x="1879" y="2959"/>
                  </a:moveTo>
                  <a:lnTo>
                    <a:pt x="1714" y="2921"/>
                  </a:lnTo>
                  <a:lnTo>
                    <a:pt x="1879" y="2959"/>
                  </a:lnTo>
                  <a:close/>
                </a:path>
                <a:path w="26035" h="12700">
                  <a:moveTo>
                    <a:pt x="7937" y="12153"/>
                  </a:moveTo>
                  <a:lnTo>
                    <a:pt x="7810" y="12192"/>
                  </a:lnTo>
                  <a:lnTo>
                    <a:pt x="7937" y="12153"/>
                  </a:lnTo>
                  <a:close/>
                </a:path>
                <a:path w="26035" h="12700">
                  <a:moveTo>
                    <a:pt x="8394" y="11036"/>
                  </a:moveTo>
                  <a:lnTo>
                    <a:pt x="8382" y="10680"/>
                  </a:lnTo>
                  <a:lnTo>
                    <a:pt x="8382" y="10274"/>
                  </a:lnTo>
                  <a:lnTo>
                    <a:pt x="8293" y="9867"/>
                  </a:lnTo>
                  <a:lnTo>
                    <a:pt x="8318" y="10248"/>
                  </a:lnTo>
                  <a:lnTo>
                    <a:pt x="8305" y="10642"/>
                  </a:lnTo>
                  <a:lnTo>
                    <a:pt x="8394" y="11036"/>
                  </a:lnTo>
                  <a:close/>
                </a:path>
                <a:path w="26035" h="12700">
                  <a:moveTo>
                    <a:pt x="8788" y="7531"/>
                  </a:moveTo>
                  <a:lnTo>
                    <a:pt x="8661" y="7569"/>
                  </a:lnTo>
                  <a:lnTo>
                    <a:pt x="8788" y="7531"/>
                  </a:lnTo>
                  <a:close/>
                </a:path>
                <a:path w="26035" h="12700">
                  <a:moveTo>
                    <a:pt x="8953" y="3619"/>
                  </a:moveTo>
                  <a:close/>
                </a:path>
                <a:path w="26035" h="12700">
                  <a:moveTo>
                    <a:pt x="10236" y="9372"/>
                  </a:moveTo>
                  <a:lnTo>
                    <a:pt x="10071" y="10033"/>
                  </a:lnTo>
                  <a:lnTo>
                    <a:pt x="10058" y="10718"/>
                  </a:lnTo>
                  <a:lnTo>
                    <a:pt x="10109" y="11201"/>
                  </a:lnTo>
                  <a:lnTo>
                    <a:pt x="10121" y="10464"/>
                  </a:lnTo>
                  <a:lnTo>
                    <a:pt x="10172" y="10096"/>
                  </a:lnTo>
                  <a:lnTo>
                    <a:pt x="10236" y="9385"/>
                  </a:lnTo>
                  <a:close/>
                </a:path>
                <a:path w="26035" h="12700">
                  <a:moveTo>
                    <a:pt x="10553" y="7493"/>
                  </a:moveTo>
                  <a:lnTo>
                    <a:pt x="10388" y="7442"/>
                  </a:lnTo>
                  <a:lnTo>
                    <a:pt x="10464" y="7620"/>
                  </a:lnTo>
                  <a:lnTo>
                    <a:pt x="10553" y="7493"/>
                  </a:lnTo>
                  <a:close/>
                </a:path>
                <a:path w="26035" h="12700">
                  <a:moveTo>
                    <a:pt x="12103" y="3035"/>
                  </a:moveTo>
                  <a:lnTo>
                    <a:pt x="11798" y="2743"/>
                  </a:lnTo>
                  <a:lnTo>
                    <a:pt x="11798" y="3213"/>
                  </a:lnTo>
                  <a:lnTo>
                    <a:pt x="12103" y="3035"/>
                  </a:lnTo>
                  <a:close/>
                </a:path>
                <a:path w="26035" h="12700">
                  <a:moveTo>
                    <a:pt x="12204" y="1422"/>
                  </a:moveTo>
                  <a:close/>
                </a:path>
                <a:path w="26035" h="12700">
                  <a:moveTo>
                    <a:pt x="12598" y="2857"/>
                  </a:moveTo>
                  <a:close/>
                </a:path>
                <a:path w="26035" h="12700">
                  <a:moveTo>
                    <a:pt x="12954" y="5791"/>
                  </a:moveTo>
                  <a:close/>
                </a:path>
                <a:path w="26035" h="12700">
                  <a:moveTo>
                    <a:pt x="13004" y="9639"/>
                  </a:moveTo>
                  <a:close/>
                </a:path>
                <a:path w="26035" h="12700">
                  <a:moveTo>
                    <a:pt x="14224" y="3416"/>
                  </a:moveTo>
                  <a:lnTo>
                    <a:pt x="14160" y="3200"/>
                  </a:lnTo>
                  <a:lnTo>
                    <a:pt x="14147" y="3365"/>
                  </a:lnTo>
                  <a:close/>
                </a:path>
                <a:path w="26035" h="12700">
                  <a:moveTo>
                    <a:pt x="15709" y="5461"/>
                  </a:moveTo>
                  <a:lnTo>
                    <a:pt x="15455" y="5689"/>
                  </a:lnTo>
                  <a:lnTo>
                    <a:pt x="15138" y="5867"/>
                  </a:lnTo>
                  <a:lnTo>
                    <a:pt x="14871" y="6096"/>
                  </a:lnTo>
                  <a:lnTo>
                    <a:pt x="15062" y="6045"/>
                  </a:lnTo>
                  <a:lnTo>
                    <a:pt x="15163" y="5892"/>
                  </a:lnTo>
                  <a:lnTo>
                    <a:pt x="15379" y="5842"/>
                  </a:lnTo>
                  <a:lnTo>
                    <a:pt x="15709" y="5461"/>
                  </a:lnTo>
                  <a:close/>
                </a:path>
                <a:path w="26035" h="12700">
                  <a:moveTo>
                    <a:pt x="15887" y="2590"/>
                  </a:moveTo>
                  <a:lnTo>
                    <a:pt x="15786" y="2844"/>
                  </a:lnTo>
                  <a:lnTo>
                    <a:pt x="15887" y="2590"/>
                  </a:lnTo>
                  <a:close/>
                </a:path>
                <a:path w="26035" h="12700">
                  <a:moveTo>
                    <a:pt x="16256" y="2921"/>
                  </a:moveTo>
                  <a:close/>
                </a:path>
                <a:path w="26035" h="12700">
                  <a:moveTo>
                    <a:pt x="16408" y="2730"/>
                  </a:moveTo>
                  <a:lnTo>
                    <a:pt x="16395" y="2603"/>
                  </a:lnTo>
                  <a:lnTo>
                    <a:pt x="16408" y="2730"/>
                  </a:lnTo>
                  <a:close/>
                </a:path>
                <a:path w="26035" h="12700">
                  <a:moveTo>
                    <a:pt x="16446" y="10668"/>
                  </a:moveTo>
                  <a:lnTo>
                    <a:pt x="16344" y="11074"/>
                  </a:lnTo>
                  <a:lnTo>
                    <a:pt x="16256" y="11607"/>
                  </a:lnTo>
                  <a:lnTo>
                    <a:pt x="16294" y="12090"/>
                  </a:lnTo>
                  <a:lnTo>
                    <a:pt x="16281" y="11620"/>
                  </a:lnTo>
                  <a:lnTo>
                    <a:pt x="16421" y="11074"/>
                  </a:lnTo>
                  <a:lnTo>
                    <a:pt x="16446" y="10668"/>
                  </a:lnTo>
                  <a:close/>
                </a:path>
                <a:path w="26035" h="12700">
                  <a:moveTo>
                    <a:pt x="16916" y="76"/>
                  </a:moveTo>
                  <a:lnTo>
                    <a:pt x="16789" y="12"/>
                  </a:lnTo>
                  <a:lnTo>
                    <a:pt x="16916" y="76"/>
                  </a:lnTo>
                  <a:close/>
                </a:path>
                <a:path w="26035" h="12700">
                  <a:moveTo>
                    <a:pt x="17614" y="2997"/>
                  </a:moveTo>
                  <a:close/>
                </a:path>
                <a:path w="26035" h="12700">
                  <a:moveTo>
                    <a:pt x="17907" y="3263"/>
                  </a:moveTo>
                  <a:lnTo>
                    <a:pt x="17843" y="3771"/>
                  </a:lnTo>
                  <a:lnTo>
                    <a:pt x="17907" y="3263"/>
                  </a:lnTo>
                  <a:close/>
                </a:path>
                <a:path w="26035" h="12700">
                  <a:moveTo>
                    <a:pt x="18224" y="5041"/>
                  </a:moveTo>
                  <a:lnTo>
                    <a:pt x="18110" y="4343"/>
                  </a:lnTo>
                  <a:lnTo>
                    <a:pt x="17843" y="3784"/>
                  </a:lnTo>
                  <a:lnTo>
                    <a:pt x="17856" y="3937"/>
                  </a:lnTo>
                  <a:lnTo>
                    <a:pt x="18034" y="4508"/>
                  </a:lnTo>
                  <a:lnTo>
                    <a:pt x="18224" y="5041"/>
                  </a:lnTo>
                  <a:close/>
                </a:path>
                <a:path w="26035" h="12700">
                  <a:moveTo>
                    <a:pt x="19596" y="571"/>
                  </a:moveTo>
                  <a:lnTo>
                    <a:pt x="19354" y="431"/>
                  </a:lnTo>
                  <a:lnTo>
                    <a:pt x="19469" y="584"/>
                  </a:lnTo>
                  <a:lnTo>
                    <a:pt x="19596" y="571"/>
                  </a:lnTo>
                  <a:close/>
                </a:path>
                <a:path w="26035" h="12700">
                  <a:moveTo>
                    <a:pt x="19964" y="10185"/>
                  </a:moveTo>
                  <a:lnTo>
                    <a:pt x="19850" y="10350"/>
                  </a:lnTo>
                  <a:lnTo>
                    <a:pt x="19697" y="10706"/>
                  </a:lnTo>
                  <a:lnTo>
                    <a:pt x="19824" y="10668"/>
                  </a:lnTo>
                  <a:lnTo>
                    <a:pt x="19837" y="10541"/>
                  </a:lnTo>
                  <a:lnTo>
                    <a:pt x="19964" y="10185"/>
                  </a:lnTo>
                  <a:close/>
                </a:path>
                <a:path w="26035" h="12700">
                  <a:moveTo>
                    <a:pt x="20675" y="5143"/>
                  </a:moveTo>
                  <a:lnTo>
                    <a:pt x="20535" y="4775"/>
                  </a:lnTo>
                  <a:lnTo>
                    <a:pt x="20154" y="5168"/>
                  </a:lnTo>
                  <a:lnTo>
                    <a:pt x="20154" y="5372"/>
                  </a:lnTo>
                  <a:lnTo>
                    <a:pt x="20231" y="5143"/>
                  </a:lnTo>
                  <a:lnTo>
                    <a:pt x="20485" y="4902"/>
                  </a:lnTo>
                  <a:lnTo>
                    <a:pt x="20675" y="5143"/>
                  </a:lnTo>
                  <a:close/>
                </a:path>
                <a:path w="26035" h="12700">
                  <a:moveTo>
                    <a:pt x="20904" y="4076"/>
                  </a:moveTo>
                  <a:close/>
                </a:path>
                <a:path w="26035" h="12700">
                  <a:moveTo>
                    <a:pt x="23202" y="6172"/>
                  </a:moveTo>
                  <a:lnTo>
                    <a:pt x="23063" y="6184"/>
                  </a:lnTo>
                  <a:lnTo>
                    <a:pt x="23202" y="6172"/>
                  </a:lnTo>
                  <a:close/>
                </a:path>
                <a:path w="26035" h="12700">
                  <a:moveTo>
                    <a:pt x="23876" y="1892"/>
                  </a:moveTo>
                  <a:lnTo>
                    <a:pt x="23698" y="1739"/>
                  </a:lnTo>
                  <a:lnTo>
                    <a:pt x="23837" y="1981"/>
                  </a:lnTo>
                  <a:close/>
                </a:path>
                <a:path w="26035" h="12700">
                  <a:moveTo>
                    <a:pt x="23888" y="2921"/>
                  </a:moveTo>
                  <a:close/>
                </a:path>
                <a:path w="26035" h="12700">
                  <a:moveTo>
                    <a:pt x="25844" y="3556"/>
                  </a:moveTo>
                  <a:close/>
                </a:path>
                <a:path w="26035" h="12700">
                  <a:moveTo>
                    <a:pt x="25946" y="876"/>
                  </a:moveTo>
                  <a:lnTo>
                    <a:pt x="25793" y="838"/>
                  </a:lnTo>
                  <a:lnTo>
                    <a:pt x="25857" y="9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2" name="object 82"/>
            <p:cNvSpPr/>
            <p:nvPr/>
          </p:nvSpPr>
          <p:spPr>
            <a:xfrm>
              <a:off x="4092918" y="1185760"/>
              <a:ext cx="31750" cy="30480"/>
            </a:xfrm>
            <a:custGeom>
              <a:avLst/>
              <a:gdLst/>
              <a:ahLst/>
              <a:cxnLst/>
              <a:rect l="l" t="t" r="r" b="b"/>
              <a:pathLst>
                <a:path w="31750" h="30480">
                  <a:moveTo>
                    <a:pt x="3314" y="5448"/>
                  </a:moveTo>
                  <a:lnTo>
                    <a:pt x="2946" y="5321"/>
                  </a:lnTo>
                  <a:lnTo>
                    <a:pt x="2819" y="5194"/>
                  </a:lnTo>
                  <a:lnTo>
                    <a:pt x="2692" y="5067"/>
                  </a:lnTo>
                  <a:lnTo>
                    <a:pt x="2717" y="5321"/>
                  </a:lnTo>
                  <a:lnTo>
                    <a:pt x="3314" y="5448"/>
                  </a:lnTo>
                  <a:close/>
                </a:path>
                <a:path w="31750" h="30480">
                  <a:moveTo>
                    <a:pt x="3759" y="5829"/>
                  </a:moveTo>
                  <a:lnTo>
                    <a:pt x="3505" y="5702"/>
                  </a:lnTo>
                  <a:lnTo>
                    <a:pt x="3505" y="5829"/>
                  </a:lnTo>
                  <a:lnTo>
                    <a:pt x="3759" y="5829"/>
                  </a:lnTo>
                  <a:close/>
                </a:path>
                <a:path w="31750" h="30480">
                  <a:moveTo>
                    <a:pt x="5219" y="12052"/>
                  </a:moveTo>
                  <a:lnTo>
                    <a:pt x="5181" y="11925"/>
                  </a:lnTo>
                  <a:lnTo>
                    <a:pt x="5041" y="11798"/>
                  </a:lnTo>
                  <a:lnTo>
                    <a:pt x="5041" y="11925"/>
                  </a:lnTo>
                  <a:lnTo>
                    <a:pt x="5219" y="12052"/>
                  </a:lnTo>
                  <a:close/>
                </a:path>
                <a:path w="31750" h="30480">
                  <a:moveTo>
                    <a:pt x="6400" y="10414"/>
                  </a:moveTo>
                  <a:lnTo>
                    <a:pt x="6134" y="10528"/>
                  </a:lnTo>
                  <a:lnTo>
                    <a:pt x="6375" y="10528"/>
                  </a:lnTo>
                  <a:close/>
                </a:path>
                <a:path w="31750" h="30480">
                  <a:moveTo>
                    <a:pt x="6553" y="10528"/>
                  </a:moveTo>
                  <a:lnTo>
                    <a:pt x="6375" y="10528"/>
                  </a:lnTo>
                  <a:lnTo>
                    <a:pt x="6515" y="10655"/>
                  </a:lnTo>
                  <a:lnTo>
                    <a:pt x="6553" y="10528"/>
                  </a:lnTo>
                  <a:close/>
                </a:path>
                <a:path w="31750" h="30480">
                  <a:moveTo>
                    <a:pt x="7937" y="16370"/>
                  </a:moveTo>
                  <a:lnTo>
                    <a:pt x="7658" y="16116"/>
                  </a:lnTo>
                  <a:lnTo>
                    <a:pt x="7632" y="16243"/>
                  </a:lnTo>
                  <a:lnTo>
                    <a:pt x="7937" y="16370"/>
                  </a:lnTo>
                  <a:close/>
                </a:path>
                <a:path w="31750" h="30480">
                  <a:moveTo>
                    <a:pt x="9639" y="19164"/>
                  </a:moveTo>
                  <a:lnTo>
                    <a:pt x="9271" y="18910"/>
                  </a:lnTo>
                  <a:lnTo>
                    <a:pt x="9334" y="19291"/>
                  </a:lnTo>
                  <a:lnTo>
                    <a:pt x="9639" y="19164"/>
                  </a:lnTo>
                  <a:close/>
                </a:path>
                <a:path w="31750" h="30480">
                  <a:moveTo>
                    <a:pt x="10236" y="19291"/>
                  </a:moveTo>
                  <a:lnTo>
                    <a:pt x="10045" y="19418"/>
                  </a:lnTo>
                  <a:lnTo>
                    <a:pt x="10210" y="19418"/>
                  </a:lnTo>
                  <a:lnTo>
                    <a:pt x="10236" y="19291"/>
                  </a:lnTo>
                  <a:close/>
                </a:path>
                <a:path w="31750" h="30480">
                  <a:moveTo>
                    <a:pt x="10375" y="19519"/>
                  </a:moveTo>
                  <a:lnTo>
                    <a:pt x="10210" y="19418"/>
                  </a:lnTo>
                  <a:lnTo>
                    <a:pt x="10375" y="19519"/>
                  </a:lnTo>
                  <a:close/>
                </a:path>
                <a:path w="31750" h="30480">
                  <a:moveTo>
                    <a:pt x="10871" y="14719"/>
                  </a:moveTo>
                  <a:lnTo>
                    <a:pt x="10566" y="14592"/>
                  </a:lnTo>
                  <a:lnTo>
                    <a:pt x="10655" y="14719"/>
                  </a:lnTo>
                  <a:lnTo>
                    <a:pt x="10693" y="14846"/>
                  </a:lnTo>
                  <a:lnTo>
                    <a:pt x="10871" y="14719"/>
                  </a:lnTo>
                  <a:close/>
                </a:path>
                <a:path w="31750" h="30480">
                  <a:moveTo>
                    <a:pt x="11176" y="14084"/>
                  </a:moveTo>
                  <a:lnTo>
                    <a:pt x="10553" y="14084"/>
                  </a:lnTo>
                  <a:lnTo>
                    <a:pt x="10553" y="14211"/>
                  </a:lnTo>
                  <a:lnTo>
                    <a:pt x="11176" y="14211"/>
                  </a:lnTo>
                  <a:lnTo>
                    <a:pt x="11176" y="14084"/>
                  </a:lnTo>
                  <a:close/>
                </a:path>
                <a:path w="31750" h="30480">
                  <a:moveTo>
                    <a:pt x="12319" y="8369"/>
                  </a:moveTo>
                  <a:lnTo>
                    <a:pt x="12217" y="8242"/>
                  </a:lnTo>
                  <a:lnTo>
                    <a:pt x="12026" y="8242"/>
                  </a:lnTo>
                  <a:lnTo>
                    <a:pt x="11950" y="8369"/>
                  </a:lnTo>
                  <a:lnTo>
                    <a:pt x="12319" y="8369"/>
                  </a:lnTo>
                  <a:close/>
                </a:path>
                <a:path w="31750" h="30480">
                  <a:moveTo>
                    <a:pt x="12941" y="8115"/>
                  </a:moveTo>
                  <a:lnTo>
                    <a:pt x="12661" y="8115"/>
                  </a:lnTo>
                  <a:lnTo>
                    <a:pt x="12649" y="8242"/>
                  </a:lnTo>
                  <a:lnTo>
                    <a:pt x="12941" y="8242"/>
                  </a:lnTo>
                  <a:lnTo>
                    <a:pt x="12941" y="8115"/>
                  </a:lnTo>
                  <a:close/>
                </a:path>
                <a:path w="31750" h="30480">
                  <a:moveTo>
                    <a:pt x="13271" y="8115"/>
                  </a:moveTo>
                  <a:lnTo>
                    <a:pt x="13119" y="7988"/>
                  </a:lnTo>
                  <a:lnTo>
                    <a:pt x="13093" y="8115"/>
                  </a:lnTo>
                  <a:lnTo>
                    <a:pt x="13271" y="8115"/>
                  </a:lnTo>
                  <a:close/>
                </a:path>
                <a:path w="31750" h="30480">
                  <a:moveTo>
                    <a:pt x="13449" y="7988"/>
                  </a:moveTo>
                  <a:lnTo>
                    <a:pt x="13233" y="7861"/>
                  </a:lnTo>
                  <a:lnTo>
                    <a:pt x="13106" y="7988"/>
                  </a:lnTo>
                  <a:lnTo>
                    <a:pt x="13449" y="7988"/>
                  </a:lnTo>
                  <a:close/>
                </a:path>
                <a:path w="31750" h="30480">
                  <a:moveTo>
                    <a:pt x="13716" y="7861"/>
                  </a:moveTo>
                  <a:lnTo>
                    <a:pt x="13487" y="7861"/>
                  </a:lnTo>
                  <a:lnTo>
                    <a:pt x="13716" y="7988"/>
                  </a:lnTo>
                  <a:lnTo>
                    <a:pt x="13716" y="7861"/>
                  </a:lnTo>
                  <a:close/>
                </a:path>
                <a:path w="31750" h="30480">
                  <a:moveTo>
                    <a:pt x="13804" y="12687"/>
                  </a:moveTo>
                  <a:lnTo>
                    <a:pt x="13677" y="12687"/>
                  </a:lnTo>
                  <a:lnTo>
                    <a:pt x="13677" y="12814"/>
                  </a:lnTo>
                  <a:lnTo>
                    <a:pt x="13804" y="12687"/>
                  </a:lnTo>
                  <a:close/>
                </a:path>
                <a:path w="31750" h="30480">
                  <a:moveTo>
                    <a:pt x="14020" y="5194"/>
                  </a:moveTo>
                  <a:lnTo>
                    <a:pt x="13792" y="5194"/>
                  </a:lnTo>
                  <a:lnTo>
                    <a:pt x="13881" y="5321"/>
                  </a:lnTo>
                  <a:lnTo>
                    <a:pt x="14020" y="5194"/>
                  </a:lnTo>
                  <a:close/>
                </a:path>
                <a:path w="31750" h="30480">
                  <a:moveTo>
                    <a:pt x="14528" y="22987"/>
                  </a:moveTo>
                  <a:lnTo>
                    <a:pt x="14287" y="23164"/>
                  </a:lnTo>
                  <a:lnTo>
                    <a:pt x="14503" y="23088"/>
                  </a:lnTo>
                  <a:close/>
                </a:path>
                <a:path w="31750" h="30480">
                  <a:moveTo>
                    <a:pt x="15138" y="20688"/>
                  </a:moveTo>
                  <a:lnTo>
                    <a:pt x="14986" y="20688"/>
                  </a:lnTo>
                  <a:lnTo>
                    <a:pt x="15138" y="20815"/>
                  </a:lnTo>
                  <a:lnTo>
                    <a:pt x="15138" y="20688"/>
                  </a:lnTo>
                  <a:close/>
                </a:path>
                <a:path w="31750" h="30480">
                  <a:moveTo>
                    <a:pt x="15227" y="18529"/>
                  </a:moveTo>
                  <a:lnTo>
                    <a:pt x="14820" y="18529"/>
                  </a:lnTo>
                  <a:lnTo>
                    <a:pt x="14808" y="18656"/>
                  </a:lnTo>
                  <a:lnTo>
                    <a:pt x="15227" y="18529"/>
                  </a:lnTo>
                  <a:close/>
                </a:path>
                <a:path w="31750" h="30480">
                  <a:moveTo>
                    <a:pt x="15303" y="18910"/>
                  </a:moveTo>
                  <a:lnTo>
                    <a:pt x="15278" y="18783"/>
                  </a:lnTo>
                  <a:lnTo>
                    <a:pt x="15252" y="18656"/>
                  </a:lnTo>
                  <a:lnTo>
                    <a:pt x="14986" y="18656"/>
                  </a:lnTo>
                  <a:lnTo>
                    <a:pt x="14986" y="19037"/>
                  </a:lnTo>
                  <a:lnTo>
                    <a:pt x="14922" y="18910"/>
                  </a:lnTo>
                  <a:lnTo>
                    <a:pt x="14770" y="18910"/>
                  </a:lnTo>
                  <a:lnTo>
                    <a:pt x="14922" y="18796"/>
                  </a:lnTo>
                  <a:lnTo>
                    <a:pt x="14986" y="19037"/>
                  </a:lnTo>
                  <a:lnTo>
                    <a:pt x="14986" y="18656"/>
                  </a:lnTo>
                  <a:lnTo>
                    <a:pt x="14833" y="18656"/>
                  </a:lnTo>
                  <a:lnTo>
                    <a:pt x="14922" y="18783"/>
                  </a:lnTo>
                  <a:lnTo>
                    <a:pt x="14795" y="18783"/>
                  </a:lnTo>
                  <a:lnTo>
                    <a:pt x="14808" y="18656"/>
                  </a:lnTo>
                  <a:lnTo>
                    <a:pt x="14147" y="18656"/>
                  </a:lnTo>
                  <a:lnTo>
                    <a:pt x="14198" y="18783"/>
                  </a:lnTo>
                  <a:lnTo>
                    <a:pt x="14300" y="19037"/>
                  </a:lnTo>
                  <a:lnTo>
                    <a:pt x="14427" y="19164"/>
                  </a:lnTo>
                  <a:lnTo>
                    <a:pt x="14478" y="19291"/>
                  </a:lnTo>
                  <a:lnTo>
                    <a:pt x="14579" y="19672"/>
                  </a:lnTo>
                  <a:lnTo>
                    <a:pt x="14668" y="20180"/>
                  </a:lnTo>
                  <a:lnTo>
                    <a:pt x="14439" y="20180"/>
                  </a:lnTo>
                  <a:lnTo>
                    <a:pt x="14681" y="20307"/>
                  </a:lnTo>
                  <a:lnTo>
                    <a:pt x="14693" y="20561"/>
                  </a:lnTo>
                  <a:lnTo>
                    <a:pt x="15138" y="20561"/>
                  </a:lnTo>
                  <a:lnTo>
                    <a:pt x="15138" y="20053"/>
                  </a:lnTo>
                  <a:lnTo>
                    <a:pt x="14986" y="20053"/>
                  </a:lnTo>
                  <a:lnTo>
                    <a:pt x="15125" y="19926"/>
                  </a:lnTo>
                  <a:lnTo>
                    <a:pt x="15227" y="19418"/>
                  </a:lnTo>
                  <a:lnTo>
                    <a:pt x="15227" y="19291"/>
                  </a:lnTo>
                  <a:lnTo>
                    <a:pt x="15227" y="19164"/>
                  </a:lnTo>
                  <a:lnTo>
                    <a:pt x="15189" y="19037"/>
                  </a:lnTo>
                  <a:lnTo>
                    <a:pt x="15214" y="18846"/>
                  </a:lnTo>
                  <a:close/>
                </a:path>
                <a:path w="31750" h="30480">
                  <a:moveTo>
                    <a:pt x="15417" y="20561"/>
                  </a:moveTo>
                  <a:lnTo>
                    <a:pt x="15138" y="20561"/>
                  </a:lnTo>
                  <a:lnTo>
                    <a:pt x="15138" y="20688"/>
                  </a:lnTo>
                  <a:lnTo>
                    <a:pt x="15405" y="20688"/>
                  </a:lnTo>
                  <a:lnTo>
                    <a:pt x="15417" y="20561"/>
                  </a:lnTo>
                  <a:close/>
                </a:path>
                <a:path w="31750" h="30480">
                  <a:moveTo>
                    <a:pt x="15621" y="17767"/>
                  </a:moveTo>
                  <a:lnTo>
                    <a:pt x="15341" y="17767"/>
                  </a:lnTo>
                  <a:lnTo>
                    <a:pt x="15392" y="18148"/>
                  </a:lnTo>
                  <a:lnTo>
                    <a:pt x="15621" y="18148"/>
                  </a:lnTo>
                  <a:lnTo>
                    <a:pt x="15621" y="17767"/>
                  </a:lnTo>
                  <a:close/>
                </a:path>
                <a:path w="31750" h="30480">
                  <a:moveTo>
                    <a:pt x="15697" y="19799"/>
                  </a:moveTo>
                  <a:lnTo>
                    <a:pt x="15684" y="19291"/>
                  </a:lnTo>
                  <a:lnTo>
                    <a:pt x="15468" y="19291"/>
                  </a:lnTo>
                  <a:lnTo>
                    <a:pt x="15227" y="19291"/>
                  </a:lnTo>
                  <a:lnTo>
                    <a:pt x="15354" y="19418"/>
                  </a:lnTo>
                  <a:lnTo>
                    <a:pt x="15532" y="19418"/>
                  </a:lnTo>
                  <a:lnTo>
                    <a:pt x="15557" y="19799"/>
                  </a:lnTo>
                  <a:lnTo>
                    <a:pt x="15697" y="19799"/>
                  </a:lnTo>
                  <a:close/>
                </a:path>
                <a:path w="31750" h="30480">
                  <a:moveTo>
                    <a:pt x="16205" y="13449"/>
                  </a:moveTo>
                  <a:lnTo>
                    <a:pt x="15354" y="13449"/>
                  </a:lnTo>
                  <a:lnTo>
                    <a:pt x="15709" y="13576"/>
                  </a:lnTo>
                  <a:lnTo>
                    <a:pt x="16090" y="13576"/>
                  </a:lnTo>
                  <a:lnTo>
                    <a:pt x="16205" y="13449"/>
                  </a:lnTo>
                  <a:close/>
                </a:path>
                <a:path w="31750" h="30480">
                  <a:moveTo>
                    <a:pt x="16281" y="18783"/>
                  </a:moveTo>
                  <a:lnTo>
                    <a:pt x="15671" y="18783"/>
                  </a:lnTo>
                  <a:lnTo>
                    <a:pt x="15671" y="18529"/>
                  </a:lnTo>
                  <a:lnTo>
                    <a:pt x="15227" y="18529"/>
                  </a:lnTo>
                  <a:lnTo>
                    <a:pt x="15455" y="18656"/>
                  </a:lnTo>
                  <a:lnTo>
                    <a:pt x="15455" y="19164"/>
                  </a:lnTo>
                  <a:lnTo>
                    <a:pt x="15684" y="19164"/>
                  </a:lnTo>
                  <a:lnTo>
                    <a:pt x="15671" y="18910"/>
                  </a:lnTo>
                  <a:lnTo>
                    <a:pt x="16281" y="18910"/>
                  </a:lnTo>
                  <a:lnTo>
                    <a:pt x="16281" y="18783"/>
                  </a:lnTo>
                  <a:close/>
                </a:path>
                <a:path w="31750" h="30480">
                  <a:moveTo>
                    <a:pt x="16281" y="13957"/>
                  </a:moveTo>
                  <a:lnTo>
                    <a:pt x="15430" y="13957"/>
                  </a:lnTo>
                  <a:lnTo>
                    <a:pt x="15468" y="14211"/>
                  </a:lnTo>
                  <a:lnTo>
                    <a:pt x="16281" y="14211"/>
                  </a:lnTo>
                  <a:lnTo>
                    <a:pt x="16281" y="13957"/>
                  </a:lnTo>
                  <a:close/>
                </a:path>
                <a:path w="31750" h="30480">
                  <a:moveTo>
                    <a:pt x="16535" y="21831"/>
                  </a:moveTo>
                  <a:lnTo>
                    <a:pt x="15760" y="21704"/>
                  </a:lnTo>
                  <a:lnTo>
                    <a:pt x="15748" y="21450"/>
                  </a:lnTo>
                  <a:lnTo>
                    <a:pt x="16446" y="21450"/>
                  </a:lnTo>
                  <a:lnTo>
                    <a:pt x="15748" y="21323"/>
                  </a:lnTo>
                  <a:lnTo>
                    <a:pt x="15735" y="21069"/>
                  </a:lnTo>
                  <a:lnTo>
                    <a:pt x="16433" y="21069"/>
                  </a:lnTo>
                  <a:lnTo>
                    <a:pt x="15735" y="20942"/>
                  </a:lnTo>
                  <a:lnTo>
                    <a:pt x="15722" y="20688"/>
                  </a:lnTo>
                  <a:lnTo>
                    <a:pt x="15405" y="20688"/>
                  </a:lnTo>
                  <a:lnTo>
                    <a:pt x="15328" y="21450"/>
                  </a:lnTo>
                  <a:lnTo>
                    <a:pt x="15201" y="22085"/>
                  </a:lnTo>
                  <a:lnTo>
                    <a:pt x="15798" y="22085"/>
                  </a:lnTo>
                  <a:lnTo>
                    <a:pt x="15760" y="21831"/>
                  </a:lnTo>
                  <a:lnTo>
                    <a:pt x="16535" y="21831"/>
                  </a:lnTo>
                  <a:close/>
                </a:path>
                <a:path w="31750" h="30480">
                  <a:moveTo>
                    <a:pt x="16586" y="12306"/>
                  </a:moveTo>
                  <a:lnTo>
                    <a:pt x="13843" y="12306"/>
                  </a:lnTo>
                  <a:lnTo>
                    <a:pt x="13804" y="12687"/>
                  </a:lnTo>
                  <a:lnTo>
                    <a:pt x="13754" y="13195"/>
                  </a:lnTo>
                  <a:lnTo>
                    <a:pt x="13677" y="13449"/>
                  </a:lnTo>
                  <a:lnTo>
                    <a:pt x="15354" y="13449"/>
                  </a:lnTo>
                  <a:lnTo>
                    <a:pt x="15481" y="13068"/>
                  </a:lnTo>
                  <a:lnTo>
                    <a:pt x="15697" y="13068"/>
                  </a:lnTo>
                  <a:lnTo>
                    <a:pt x="16040" y="13195"/>
                  </a:lnTo>
                  <a:lnTo>
                    <a:pt x="16040" y="13068"/>
                  </a:lnTo>
                  <a:lnTo>
                    <a:pt x="16065" y="12560"/>
                  </a:lnTo>
                  <a:lnTo>
                    <a:pt x="15570" y="12560"/>
                  </a:lnTo>
                  <a:lnTo>
                    <a:pt x="16586" y="12306"/>
                  </a:lnTo>
                  <a:close/>
                </a:path>
                <a:path w="31750" h="30480">
                  <a:moveTo>
                    <a:pt x="16637" y="20180"/>
                  </a:moveTo>
                  <a:lnTo>
                    <a:pt x="16624" y="20053"/>
                  </a:lnTo>
                  <a:lnTo>
                    <a:pt x="16395" y="20053"/>
                  </a:lnTo>
                  <a:lnTo>
                    <a:pt x="16395" y="20180"/>
                  </a:lnTo>
                  <a:lnTo>
                    <a:pt x="16637" y="20180"/>
                  </a:lnTo>
                  <a:close/>
                </a:path>
                <a:path w="31750" h="30480">
                  <a:moveTo>
                    <a:pt x="16649" y="22212"/>
                  </a:moveTo>
                  <a:lnTo>
                    <a:pt x="16611" y="22085"/>
                  </a:lnTo>
                  <a:lnTo>
                    <a:pt x="15798" y="22085"/>
                  </a:lnTo>
                  <a:lnTo>
                    <a:pt x="15836" y="22212"/>
                  </a:lnTo>
                  <a:lnTo>
                    <a:pt x="16649" y="22212"/>
                  </a:lnTo>
                  <a:close/>
                </a:path>
                <a:path w="31750" h="30480">
                  <a:moveTo>
                    <a:pt x="16929" y="26149"/>
                  </a:moveTo>
                  <a:lnTo>
                    <a:pt x="16789" y="26276"/>
                  </a:lnTo>
                  <a:lnTo>
                    <a:pt x="16751" y="26403"/>
                  </a:lnTo>
                  <a:lnTo>
                    <a:pt x="16929" y="26276"/>
                  </a:lnTo>
                  <a:lnTo>
                    <a:pt x="16929" y="26149"/>
                  </a:lnTo>
                  <a:close/>
                </a:path>
                <a:path w="31750" h="30480">
                  <a:moveTo>
                    <a:pt x="16979" y="21069"/>
                  </a:moveTo>
                  <a:lnTo>
                    <a:pt x="16433" y="21069"/>
                  </a:lnTo>
                  <a:lnTo>
                    <a:pt x="16446" y="21323"/>
                  </a:lnTo>
                  <a:lnTo>
                    <a:pt x="16979" y="21323"/>
                  </a:lnTo>
                  <a:lnTo>
                    <a:pt x="16979" y="21069"/>
                  </a:lnTo>
                  <a:close/>
                </a:path>
                <a:path w="31750" h="30480">
                  <a:moveTo>
                    <a:pt x="17018" y="13449"/>
                  </a:moveTo>
                  <a:lnTo>
                    <a:pt x="16878" y="13322"/>
                  </a:lnTo>
                  <a:lnTo>
                    <a:pt x="16713" y="13322"/>
                  </a:lnTo>
                  <a:lnTo>
                    <a:pt x="16129" y="13322"/>
                  </a:lnTo>
                  <a:lnTo>
                    <a:pt x="16205" y="13449"/>
                  </a:lnTo>
                  <a:lnTo>
                    <a:pt x="16522" y="13449"/>
                  </a:lnTo>
                  <a:lnTo>
                    <a:pt x="16675" y="13347"/>
                  </a:lnTo>
                  <a:lnTo>
                    <a:pt x="17018" y="13449"/>
                  </a:lnTo>
                  <a:close/>
                </a:path>
                <a:path w="31750" h="30480">
                  <a:moveTo>
                    <a:pt x="17043" y="18402"/>
                  </a:moveTo>
                  <a:lnTo>
                    <a:pt x="16700" y="18402"/>
                  </a:lnTo>
                  <a:lnTo>
                    <a:pt x="16700" y="18529"/>
                  </a:lnTo>
                  <a:lnTo>
                    <a:pt x="17030" y="18529"/>
                  </a:lnTo>
                  <a:lnTo>
                    <a:pt x="17043" y="18402"/>
                  </a:lnTo>
                  <a:close/>
                </a:path>
                <a:path w="31750" h="30480">
                  <a:moveTo>
                    <a:pt x="17056" y="20942"/>
                  </a:moveTo>
                  <a:lnTo>
                    <a:pt x="16992" y="20688"/>
                  </a:lnTo>
                  <a:lnTo>
                    <a:pt x="16421" y="20688"/>
                  </a:lnTo>
                  <a:lnTo>
                    <a:pt x="16433" y="20942"/>
                  </a:lnTo>
                  <a:lnTo>
                    <a:pt x="17056" y="20942"/>
                  </a:lnTo>
                  <a:close/>
                </a:path>
                <a:path w="31750" h="30480">
                  <a:moveTo>
                    <a:pt x="17056" y="17640"/>
                  </a:moveTo>
                  <a:lnTo>
                    <a:pt x="15862" y="17640"/>
                  </a:lnTo>
                  <a:lnTo>
                    <a:pt x="15621" y="17767"/>
                  </a:lnTo>
                  <a:lnTo>
                    <a:pt x="16713" y="17767"/>
                  </a:lnTo>
                  <a:lnTo>
                    <a:pt x="16700" y="18275"/>
                  </a:lnTo>
                  <a:lnTo>
                    <a:pt x="17043" y="18275"/>
                  </a:lnTo>
                  <a:lnTo>
                    <a:pt x="17056" y="17640"/>
                  </a:lnTo>
                  <a:close/>
                </a:path>
                <a:path w="31750" h="30480">
                  <a:moveTo>
                    <a:pt x="17106" y="20053"/>
                  </a:moveTo>
                  <a:lnTo>
                    <a:pt x="16662" y="20053"/>
                  </a:lnTo>
                  <a:lnTo>
                    <a:pt x="16649" y="20434"/>
                  </a:lnTo>
                  <a:lnTo>
                    <a:pt x="16637" y="20307"/>
                  </a:lnTo>
                  <a:lnTo>
                    <a:pt x="16408" y="20281"/>
                  </a:lnTo>
                  <a:lnTo>
                    <a:pt x="16408" y="20434"/>
                  </a:lnTo>
                  <a:lnTo>
                    <a:pt x="15722" y="20434"/>
                  </a:lnTo>
                  <a:lnTo>
                    <a:pt x="15709" y="20307"/>
                  </a:lnTo>
                  <a:lnTo>
                    <a:pt x="16408" y="20307"/>
                  </a:lnTo>
                  <a:lnTo>
                    <a:pt x="15709" y="20180"/>
                  </a:lnTo>
                  <a:lnTo>
                    <a:pt x="15709" y="20053"/>
                  </a:lnTo>
                  <a:lnTo>
                    <a:pt x="16395" y="20053"/>
                  </a:lnTo>
                  <a:lnTo>
                    <a:pt x="16370" y="19799"/>
                  </a:lnTo>
                  <a:lnTo>
                    <a:pt x="15697" y="19799"/>
                  </a:lnTo>
                  <a:lnTo>
                    <a:pt x="15709" y="19926"/>
                  </a:lnTo>
                  <a:lnTo>
                    <a:pt x="15544" y="19926"/>
                  </a:lnTo>
                  <a:lnTo>
                    <a:pt x="15468" y="20053"/>
                  </a:lnTo>
                  <a:lnTo>
                    <a:pt x="15417" y="20561"/>
                  </a:lnTo>
                  <a:lnTo>
                    <a:pt x="15722" y="20561"/>
                  </a:lnTo>
                  <a:lnTo>
                    <a:pt x="15722" y="20688"/>
                  </a:lnTo>
                  <a:lnTo>
                    <a:pt x="16421" y="20688"/>
                  </a:lnTo>
                  <a:lnTo>
                    <a:pt x="16408" y="20561"/>
                  </a:lnTo>
                  <a:lnTo>
                    <a:pt x="17094" y="20561"/>
                  </a:lnTo>
                  <a:lnTo>
                    <a:pt x="17094" y="20434"/>
                  </a:lnTo>
                  <a:lnTo>
                    <a:pt x="17005" y="20180"/>
                  </a:lnTo>
                  <a:lnTo>
                    <a:pt x="17106" y="20053"/>
                  </a:lnTo>
                  <a:close/>
                </a:path>
                <a:path w="31750" h="30480">
                  <a:moveTo>
                    <a:pt x="17119" y="21831"/>
                  </a:moveTo>
                  <a:lnTo>
                    <a:pt x="16535" y="21831"/>
                  </a:lnTo>
                  <a:lnTo>
                    <a:pt x="16611" y="22085"/>
                  </a:lnTo>
                  <a:lnTo>
                    <a:pt x="17106" y="22085"/>
                  </a:lnTo>
                  <a:lnTo>
                    <a:pt x="17119" y="21831"/>
                  </a:lnTo>
                  <a:close/>
                </a:path>
                <a:path w="31750" h="30480">
                  <a:moveTo>
                    <a:pt x="17157" y="26022"/>
                  </a:moveTo>
                  <a:lnTo>
                    <a:pt x="16929" y="26022"/>
                  </a:lnTo>
                  <a:lnTo>
                    <a:pt x="16929" y="26149"/>
                  </a:lnTo>
                  <a:lnTo>
                    <a:pt x="17132" y="26149"/>
                  </a:lnTo>
                  <a:lnTo>
                    <a:pt x="17157" y="26022"/>
                  </a:lnTo>
                  <a:close/>
                </a:path>
                <a:path w="31750" h="30480">
                  <a:moveTo>
                    <a:pt x="17157" y="22923"/>
                  </a:moveTo>
                  <a:lnTo>
                    <a:pt x="16979" y="22885"/>
                  </a:lnTo>
                  <a:lnTo>
                    <a:pt x="17157" y="22923"/>
                  </a:lnTo>
                  <a:close/>
                </a:path>
                <a:path w="31750" h="30480">
                  <a:moveTo>
                    <a:pt x="17183" y="25539"/>
                  </a:moveTo>
                  <a:lnTo>
                    <a:pt x="17145" y="25400"/>
                  </a:lnTo>
                  <a:lnTo>
                    <a:pt x="17183" y="25539"/>
                  </a:lnTo>
                  <a:close/>
                </a:path>
                <a:path w="31750" h="30480">
                  <a:moveTo>
                    <a:pt x="17221" y="25895"/>
                  </a:moveTo>
                  <a:close/>
                </a:path>
                <a:path w="31750" h="30480">
                  <a:moveTo>
                    <a:pt x="17233" y="19164"/>
                  </a:moveTo>
                  <a:lnTo>
                    <a:pt x="17018" y="19164"/>
                  </a:lnTo>
                  <a:lnTo>
                    <a:pt x="17030" y="19037"/>
                  </a:lnTo>
                  <a:lnTo>
                    <a:pt x="16687" y="19037"/>
                  </a:lnTo>
                  <a:lnTo>
                    <a:pt x="16662" y="19799"/>
                  </a:lnTo>
                  <a:lnTo>
                    <a:pt x="17005" y="19799"/>
                  </a:lnTo>
                  <a:lnTo>
                    <a:pt x="17018" y="19291"/>
                  </a:lnTo>
                  <a:lnTo>
                    <a:pt x="17195" y="19291"/>
                  </a:lnTo>
                  <a:lnTo>
                    <a:pt x="17233" y="19164"/>
                  </a:lnTo>
                  <a:close/>
                </a:path>
                <a:path w="31750" h="30480">
                  <a:moveTo>
                    <a:pt x="17297" y="18910"/>
                  </a:moveTo>
                  <a:lnTo>
                    <a:pt x="17030" y="18910"/>
                  </a:lnTo>
                  <a:lnTo>
                    <a:pt x="17030" y="19037"/>
                  </a:lnTo>
                  <a:lnTo>
                    <a:pt x="17259" y="19037"/>
                  </a:lnTo>
                  <a:lnTo>
                    <a:pt x="17297" y="18910"/>
                  </a:lnTo>
                  <a:close/>
                </a:path>
                <a:path w="31750" h="30480">
                  <a:moveTo>
                    <a:pt x="17360" y="21450"/>
                  </a:moveTo>
                  <a:lnTo>
                    <a:pt x="16446" y="21450"/>
                  </a:lnTo>
                  <a:lnTo>
                    <a:pt x="16497" y="21704"/>
                  </a:lnTo>
                  <a:lnTo>
                    <a:pt x="17119" y="21704"/>
                  </a:lnTo>
                  <a:lnTo>
                    <a:pt x="17132" y="21577"/>
                  </a:lnTo>
                  <a:lnTo>
                    <a:pt x="17348" y="21577"/>
                  </a:lnTo>
                  <a:lnTo>
                    <a:pt x="17360" y="21450"/>
                  </a:lnTo>
                  <a:close/>
                </a:path>
                <a:path w="31750" h="30480">
                  <a:moveTo>
                    <a:pt x="17360" y="13449"/>
                  </a:moveTo>
                  <a:lnTo>
                    <a:pt x="17246" y="13068"/>
                  </a:lnTo>
                  <a:lnTo>
                    <a:pt x="16802" y="13068"/>
                  </a:lnTo>
                  <a:lnTo>
                    <a:pt x="16751" y="13195"/>
                  </a:lnTo>
                  <a:lnTo>
                    <a:pt x="16878" y="13322"/>
                  </a:lnTo>
                  <a:lnTo>
                    <a:pt x="17106" y="13322"/>
                  </a:lnTo>
                  <a:lnTo>
                    <a:pt x="17360" y="13449"/>
                  </a:lnTo>
                  <a:close/>
                </a:path>
                <a:path w="31750" h="30480">
                  <a:moveTo>
                    <a:pt x="17373" y="18529"/>
                  </a:moveTo>
                  <a:lnTo>
                    <a:pt x="17030" y="18529"/>
                  </a:lnTo>
                  <a:lnTo>
                    <a:pt x="17030" y="18656"/>
                  </a:lnTo>
                  <a:lnTo>
                    <a:pt x="16687" y="18656"/>
                  </a:lnTo>
                  <a:lnTo>
                    <a:pt x="16687" y="18783"/>
                  </a:lnTo>
                  <a:lnTo>
                    <a:pt x="16446" y="18783"/>
                  </a:lnTo>
                  <a:lnTo>
                    <a:pt x="16484" y="18910"/>
                  </a:lnTo>
                  <a:lnTo>
                    <a:pt x="16281" y="18910"/>
                  </a:lnTo>
                  <a:lnTo>
                    <a:pt x="16370" y="19799"/>
                  </a:lnTo>
                  <a:lnTo>
                    <a:pt x="16611" y="19799"/>
                  </a:lnTo>
                  <a:lnTo>
                    <a:pt x="16522" y="19037"/>
                  </a:lnTo>
                  <a:lnTo>
                    <a:pt x="16687" y="19037"/>
                  </a:lnTo>
                  <a:lnTo>
                    <a:pt x="16687" y="18910"/>
                  </a:lnTo>
                  <a:lnTo>
                    <a:pt x="17030" y="18910"/>
                  </a:lnTo>
                  <a:lnTo>
                    <a:pt x="17030" y="18783"/>
                  </a:lnTo>
                  <a:lnTo>
                    <a:pt x="17335" y="18783"/>
                  </a:lnTo>
                  <a:lnTo>
                    <a:pt x="17373" y="18529"/>
                  </a:lnTo>
                  <a:close/>
                </a:path>
                <a:path w="31750" h="30480">
                  <a:moveTo>
                    <a:pt x="17386" y="21069"/>
                  </a:moveTo>
                  <a:lnTo>
                    <a:pt x="17030" y="21069"/>
                  </a:lnTo>
                  <a:lnTo>
                    <a:pt x="16992" y="21323"/>
                  </a:lnTo>
                  <a:lnTo>
                    <a:pt x="17360" y="21323"/>
                  </a:lnTo>
                  <a:lnTo>
                    <a:pt x="17386" y="21069"/>
                  </a:lnTo>
                  <a:close/>
                </a:path>
                <a:path w="31750" h="30480">
                  <a:moveTo>
                    <a:pt x="17411" y="16243"/>
                  </a:moveTo>
                  <a:lnTo>
                    <a:pt x="17335" y="16116"/>
                  </a:lnTo>
                  <a:lnTo>
                    <a:pt x="16611" y="16116"/>
                  </a:lnTo>
                  <a:lnTo>
                    <a:pt x="16687" y="16243"/>
                  </a:lnTo>
                  <a:lnTo>
                    <a:pt x="17411" y="16243"/>
                  </a:lnTo>
                  <a:close/>
                </a:path>
                <a:path w="31750" h="30480">
                  <a:moveTo>
                    <a:pt x="17424" y="20688"/>
                  </a:moveTo>
                  <a:lnTo>
                    <a:pt x="17094" y="20688"/>
                  </a:lnTo>
                  <a:lnTo>
                    <a:pt x="17068" y="20815"/>
                  </a:lnTo>
                  <a:lnTo>
                    <a:pt x="17411" y="20815"/>
                  </a:lnTo>
                  <a:lnTo>
                    <a:pt x="17424" y="20688"/>
                  </a:lnTo>
                  <a:close/>
                </a:path>
                <a:path w="31750" h="30480">
                  <a:moveTo>
                    <a:pt x="17424" y="18275"/>
                  </a:moveTo>
                  <a:lnTo>
                    <a:pt x="17043" y="18275"/>
                  </a:lnTo>
                  <a:lnTo>
                    <a:pt x="17043" y="18402"/>
                  </a:lnTo>
                  <a:lnTo>
                    <a:pt x="17399" y="18402"/>
                  </a:lnTo>
                  <a:lnTo>
                    <a:pt x="17424" y="18275"/>
                  </a:lnTo>
                  <a:close/>
                </a:path>
                <a:path w="31750" h="30480">
                  <a:moveTo>
                    <a:pt x="17462" y="20180"/>
                  </a:moveTo>
                  <a:lnTo>
                    <a:pt x="17106" y="20180"/>
                  </a:lnTo>
                  <a:lnTo>
                    <a:pt x="17106" y="20307"/>
                  </a:lnTo>
                  <a:lnTo>
                    <a:pt x="17449" y="20307"/>
                  </a:lnTo>
                  <a:lnTo>
                    <a:pt x="17462" y="20180"/>
                  </a:lnTo>
                  <a:close/>
                </a:path>
                <a:path w="31750" h="30480">
                  <a:moveTo>
                    <a:pt x="17475" y="24955"/>
                  </a:moveTo>
                  <a:lnTo>
                    <a:pt x="17437" y="25082"/>
                  </a:lnTo>
                  <a:lnTo>
                    <a:pt x="17475" y="24955"/>
                  </a:lnTo>
                  <a:close/>
                </a:path>
                <a:path w="31750" h="30480">
                  <a:moveTo>
                    <a:pt x="17475" y="13576"/>
                  </a:moveTo>
                  <a:lnTo>
                    <a:pt x="17360" y="13449"/>
                  </a:lnTo>
                  <a:lnTo>
                    <a:pt x="17043" y="13449"/>
                  </a:lnTo>
                  <a:lnTo>
                    <a:pt x="16522" y="13449"/>
                  </a:lnTo>
                  <a:lnTo>
                    <a:pt x="16522" y="13576"/>
                  </a:lnTo>
                  <a:lnTo>
                    <a:pt x="17221" y="13576"/>
                  </a:lnTo>
                  <a:lnTo>
                    <a:pt x="17475" y="13576"/>
                  </a:lnTo>
                  <a:close/>
                </a:path>
                <a:path w="31750" h="30480">
                  <a:moveTo>
                    <a:pt x="17513" y="25120"/>
                  </a:moveTo>
                  <a:lnTo>
                    <a:pt x="17500" y="25323"/>
                  </a:lnTo>
                  <a:lnTo>
                    <a:pt x="17513" y="25120"/>
                  </a:lnTo>
                  <a:close/>
                </a:path>
                <a:path w="31750" h="30480">
                  <a:moveTo>
                    <a:pt x="17576" y="16116"/>
                  </a:moveTo>
                  <a:lnTo>
                    <a:pt x="17475" y="15862"/>
                  </a:lnTo>
                  <a:lnTo>
                    <a:pt x="17424" y="15735"/>
                  </a:lnTo>
                  <a:lnTo>
                    <a:pt x="17018" y="15735"/>
                  </a:lnTo>
                  <a:lnTo>
                    <a:pt x="17272" y="15989"/>
                  </a:lnTo>
                  <a:lnTo>
                    <a:pt x="17335" y="16116"/>
                  </a:lnTo>
                  <a:lnTo>
                    <a:pt x="17576" y="16116"/>
                  </a:lnTo>
                  <a:close/>
                </a:path>
                <a:path w="31750" h="30480">
                  <a:moveTo>
                    <a:pt x="17602" y="16243"/>
                  </a:moveTo>
                  <a:lnTo>
                    <a:pt x="17411" y="16243"/>
                  </a:lnTo>
                  <a:lnTo>
                    <a:pt x="17589" y="16370"/>
                  </a:lnTo>
                  <a:lnTo>
                    <a:pt x="17602" y="16243"/>
                  </a:lnTo>
                  <a:close/>
                </a:path>
                <a:path w="31750" h="30480">
                  <a:moveTo>
                    <a:pt x="17640" y="27889"/>
                  </a:moveTo>
                  <a:close/>
                </a:path>
                <a:path w="31750" h="30480">
                  <a:moveTo>
                    <a:pt x="17640" y="19291"/>
                  </a:moveTo>
                  <a:lnTo>
                    <a:pt x="17195" y="19291"/>
                  </a:lnTo>
                  <a:lnTo>
                    <a:pt x="17119" y="19926"/>
                  </a:lnTo>
                  <a:lnTo>
                    <a:pt x="17500" y="19926"/>
                  </a:lnTo>
                  <a:lnTo>
                    <a:pt x="17602" y="19418"/>
                  </a:lnTo>
                  <a:lnTo>
                    <a:pt x="17640" y="19291"/>
                  </a:lnTo>
                  <a:close/>
                </a:path>
                <a:path w="31750" h="30480">
                  <a:moveTo>
                    <a:pt x="17653" y="25895"/>
                  </a:moveTo>
                  <a:lnTo>
                    <a:pt x="17348" y="26149"/>
                  </a:lnTo>
                  <a:lnTo>
                    <a:pt x="17640" y="26149"/>
                  </a:lnTo>
                  <a:lnTo>
                    <a:pt x="17653" y="25895"/>
                  </a:lnTo>
                  <a:close/>
                </a:path>
                <a:path w="31750" h="30480">
                  <a:moveTo>
                    <a:pt x="17665" y="26403"/>
                  </a:moveTo>
                  <a:lnTo>
                    <a:pt x="17399" y="26403"/>
                  </a:lnTo>
                  <a:lnTo>
                    <a:pt x="17373" y="26657"/>
                  </a:lnTo>
                  <a:lnTo>
                    <a:pt x="17373" y="26530"/>
                  </a:lnTo>
                  <a:lnTo>
                    <a:pt x="17373" y="26403"/>
                  </a:lnTo>
                  <a:lnTo>
                    <a:pt x="16751" y="26403"/>
                  </a:lnTo>
                  <a:lnTo>
                    <a:pt x="15976" y="26403"/>
                  </a:lnTo>
                  <a:lnTo>
                    <a:pt x="15951" y="26657"/>
                  </a:lnTo>
                  <a:lnTo>
                    <a:pt x="15849" y="26403"/>
                  </a:lnTo>
                  <a:lnTo>
                    <a:pt x="15976" y="26403"/>
                  </a:lnTo>
                  <a:lnTo>
                    <a:pt x="15989" y="26276"/>
                  </a:lnTo>
                  <a:lnTo>
                    <a:pt x="16141" y="26276"/>
                  </a:lnTo>
                  <a:lnTo>
                    <a:pt x="16141" y="26149"/>
                  </a:lnTo>
                  <a:lnTo>
                    <a:pt x="16827" y="26149"/>
                  </a:lnTo>
                  <a:lnTo>
                    <a:pt x="16878" y="26022"/>
                  </a:lnTo>
                  <a:lnTo>
                    <a:pt x="16992" y="25768"/>
                  </a:lnTo>
                  <a:lnTo>
                    <a:pt x="16814" y="25641"/>
                  </a:lnTo>
                  <a:lnTo>
                    <a:pt x="16675" y="25768"/>
                  </a:lnTo>
                  <a:lnTo>
                    <a:pt x="16611" y="26022"/>
                  </a:lnTo>
                  <a:lnTo>
                    <a:pt x="16497" y="25768"/>
                  </a:lnTo>
                  <a:lnTo>
                    <a:pt x="16408" y="25895"/>
                  </a:lnTo>
                  <a:lnTo>
                    <a:pt x="16306" y="25641"/>
                  </a:lnTo>
                  <a:lnTo>
                    <a:pt x="16065" y="25641"/>
                  </a:lnTo>
                  <a:lnTo>
                    <a:pt x="16141" y="25387"/>
                  </a:lnTo>
                  <a:lnTo>
                    <a:pt x="16217" y="25133"/>
                  </a:lnTo>
                  <a:lnTo>
                    <a:pt x="15900" y="25133"/>
                  </a:lnTo>
                  <a:lnTo>
                    <a:pt x="15900" y="26149"/>
                  </a:lnTo>
                  <a:lnTo>
                    <a:pt x="15494" y="26022"/>
                  </a:lnTo>
                  <a:lnTo>
                    <a:pt x="15519" y="25895"/>
                  </a:lnTo>
                  <a:lnTo>
                    <a:pt x="15836" y="25895"/>
                  </a:lnTo>
                  <a:lnTo>
                    <a:pt x="15900" y="26149"/>
                  </a:lnTo>
                  <a:lnTo>
                    <a:pt x="15900" y="25133"/>
                  </a:lnTo>
                  <a:lnTo>
                    <a:pt x="11620" y="25133"/>
                  </a:lnTo>
                  <a:lnTo>
                    <a:pt x="11595" y="26530"/>
                  </a:lnTo>
                  <a:lnTo>
                    <a:pt x="11468" y="29832"/>
                  </a:lnTo>
                  <a:lnTo>
                    <a:pt x="17526" y="29832"/>
                  </a:lnTo>
                  <a:lnTo>
                    <a:pt x="17526" y="29197"/>
                  </a:lnTo>
                  <a:lnTo>
                    <a:pt x="17513" y="29070"/>
                  </a:lnTo>
                  <a:lnTo>
                    <a:pt x="17500" y="28689"/>
                  </a:lnTo>
                  <a:lnTo>
                    <a:pt x="17487" y="28181"/>
                  </a:lnTo>
                  <a:lnTo>
                    <a:pt x="17360" y="28181"/>
                  </a:lnTo>
                  <a:lnTo>
                    <a:pt x="16281" y="28181"/>
                  </a:lnTo>
                  <a:lnTo>
                    <a:pt x="16281" y="28308"/>
                  </a:lnTo>
                  <a:lnTo>
                    <a:pt x="16281" y="28435"/>
                  </a:lnTo>
                  <a:lnTo>
                    <a:pt x="16281" y="28308"/>
                  </a:lnTo>
                  <a:lnTo>
                    <a:pt x="16281" y="28181"/>
                  </a:lnTo>
                  <a:lnTo>
                    <a:pt x="16370" y="27927"/>
                  </a:lnTo>
                  <a:lnTo>
                    <a:pt x="17487" y="27927"/>
                  </a:lnTo>
                  <a:lnTo>
                    <a:pt x="17386" y="27292"/>
                  </a:lnTo>
                  <a:lnTo>
                    <a:pt x="17551" y="27165"/>
                  </a:lnTo>
                  <a:lnTo>
                    <a:pt x="17589" y="26911"/>
                  </a:lnTo>
                  <a:lnTo>
                    <a:pt x="17602" y="26784"/>
                  </a:lnTo>
                  <a:lnTo>
                    <a:pt x="17627" y="26657"/>
                  </a:lnTo>
                  <a:lnTo>
                    <a:pt x="17665" y="26403"/>
                  </a:lnTo>
                  <a:close/>
                </a:path>
                <a:path w="31750" h="30480">
                  <a:moveTo>
                    <a:pt x="17741" y="19037"/>
                  </a:moveTo>
                  <a:lnTo>
                    <a:pt x="17259" y="19037"/>
                  </a:lnTo>
                  <a:lnTo>
                    <a:pt x="17233" y="19164"/>
                  </a:lnTo>
                  <a:lnTo>
                    <a:pt x="17691" y="19164"/>
                  </a:lnTo>
                  <a:lnTo>
                    <a:pt x="17741" y="19037"/>
                  </a:lnTo>
                  <a:close/>
                </a:path>
                <a:path w="31750" h="30480">
                  <a:moveTo>
                    <a:pt x="17780" y="13449"/>
                  </a:moveTo>
                  <a:lnTo>
                    <a:pt x="17526" y="13449"/>
                  </a:lnTo>
                  <a:lnTo>
                    <a:pt x="17564" y="13576"/>
                  </a:lnTo>
                  <a:lnTo>
                    <a:pt x="17741" y="13576"/>
                  </a:lnTo>
                  <a:lnTo>
                    <a:pt x="17780" y="13449"/>
                  </a:lnTo>
                  <a:close/>
                </a:path>
                <a:path w="31750" h="30480">
                  <a:moveTo>
                    <a:pt x="17792" y="7988"/>
                  </a:moveTo>
                  <a:lnTo>
                    <a:pt x="13716" y="7988"/>
                  </a:lnTo>
                  <a:lnTo>
                    <a:pt x="13449" y="7988"/>
                  </a:lnTo>
                  <a:lnTo>
                    <a:pt x="13500" y="8115"/>
                  </a:lnTo>
                  <a:lnTo>
                    <a:pt x="13309" y="8115"/>
                  </a:lnTo>
                  <a:lnTo>
                    <a:pt x="13284" y="8242"/>
                  </a:lnTo>
                  <a:lnTo>
                    <a:pt x="13804" y="8242"/>
                  </a:lnTo>
                  <a:lnTo>
                    <a:pt x="13728" y="8115"/>
                  </a:lnTo>
                  <a:lnTo>
                    <a:pt x="13855" y="8115"/>
                  </a:lnTo>
                  <a:lnTo>
                    <a:pt x="13804" y="8242"/>
                  </a:lnTo>
                  <a:lnTo>
                    <a:pt x="17780" y="8242"/>
                  </a:lnTo>
                  <a:lnTo>
                    <a:pt x="17792" y="7988"/>
                  </a:lnTo>
                  <a:close/>
                </a:path>
                <a:path w="31750" h="30480">
                  <a:moveTo>
                    <a:pt x="17830" y="29451"/>
                  </a:moveTo>
                  <a:lnTo>
                    <a:pt x="17564" y="29324"/>
                  </a:lnTo>
                  <a:lnTo>
                    <a:pt x="17538" y="29832"/>
                  </a:lnTo>
                  <a:lnTo>
                    <a:pt x="17830" y="29832"/>
                  </a:lnTo>
                  <a:lnTo>
                    <a:pt x="17830" y="29451"/>
                  </a:lnTo>
                  <a:close/>
                </a:path>
                <a:path w="31750" h="30480">
                  <a:moveTo>
                    <a:pt x="17843" y="27851"/>
                  </a:moveTo>
                  <a:lnTo>
                    <a:pt x="17792" y="27711"/>
                  </a:lnTo>
                  <a:lnTo>
                    <a:pt x="17678" y="28016"/>
                  </a:lnTo>
                  <a:lnTo>
                    <a:pt x="17843" y="28155"/>
                  </a:lnTo>
                  <a:lnTo>
                    <a:pt x="17843" y="27851"/>
                  </a:lnTo>
                  <a:close/>
                </a:path>
                <a:path w="31750" h="30480">
                  <a:moveTo>
                    <a:pt x="17919" y="16243"/>
                  </a:moveTo>
                  <a:lnTo>
                    <a:pt x="17792" y="16116"/>
                  </a:lnTo>
                  <a:lnTo>
                    <a:pt x="17576" y="16116"/>
                  </a:lnTo>
                  <a:lnTo>
                    <a:pt x="17602" y="16243"/>
                  </a:lnTo>
                  <a:lnTo>
                    <a:pt x="17919" y="16243"/>
                  </a:lnTo>
                  <a:close/>
                </a:path>
                <a:path w="31750" h="30480">
                  <a:moveTo>
                    <a:pt x="17970" y="28460"/>
                  </a:moveTo>
                  <a:lnTo>
                    <a:pt x="17919" y="28270"/>
                  </a:lnTo>
                  <a:lnTo>
                    <a:pt x="17970" y="28460"/>
                  </a:lnTo>
                  <a:close/>
                </a:path>
                <a:path w="31750" h="30480">
                  <a:moveTo>
                    <a:pt x="17970" y="25819"/>
                  </a:moveTo>
                  <a:lnTo>
                    <a:pt x="17932" y="25666"/>
                  </a:lnTo>
                  <a:lnTo>
                    <a:pt x="17970" y="25819"/>
                  </a:lnTo>
                  <a:close/>
                </a:path>
                <a:path w="31750" h="30480">
                  <a:moveTo>
                    <a:pt x="18021" y="25552"/>
                  </a:moveTo>
                  <a:lnTo>
                    <a:pt x="17881" y="25488"/>
                  </a:lnTo>
                  <a:lnTo>
                    <a:pt x="17907" y="25641"/>
                  </a:lnTo>
                  <a:close/>
                </a:path>
                <a:path w="31750" h="30480">
                  <a:moveTo>
                    <a:pt x="18046" y="18402"/>
                  </a:moveTo>
                  <a:lnTo>
                    <a:pt x="17399" y="18402"/>
                  </a:lnTo>
                  <a:lnTo>
                    <a:pt x="17373" y="18529"/>
                  </a:lnTo>
                  <a:lnTo>
                    <a:pt x="18034" y="18529"/>
                  </a:lnTo>
                  <a:lnTo>
                    <a:pt x="18046" y="18402"/>
                  </a:lnTo>
                  <a:close/>
                </a:path>
                <a:path w="31750" h="30480">
                  <a:moveTo>
                    <a:pt x="18046" y="5194"/>
                  </a:moveTo>
                  <a:lnTo>
                    <a:pt x="14058" y="5194"/>
                  </a:lnTo>
                  <a:lnTo>
                    <a:pt x="14122" y="5321"/>
                  </a:lnTo>
                  <a:lnTo>
                    <a:pt x="14185" y="5448"/>
                  </a:lnTo>
                  <a:lnTo>
                    <a:pt x="13677" y="5448"/>
                  </a:lnTo>
                  <a:lnTo>
                    <a:pt x="13665" y="5575"/>
                  </a:lnTo>
                  <a:lnTo>
                    <a:pt x="13512" y="5702"/>
                  </a:lnTo>
                  <a:lnTo>
                    <a:pt x="17995" y="5702"/>
                  </a:lnTo>
                  <a:lnTo>
                    <a:pt x="18046" y="5194"/>
                  </a:lnTo>
                  <a:close/>
                </a:path>
                <a:path w="31750" h="30480">
                  <a:moveTo>
                    <a:pt x="18161" y="16116"/>
                  </a:moveTo>
                  <a:lnTo>
                    <a:pt x="18059" y="15735"/>
                  </a:lnTo>
                  <a:lnTo>
                    <a:pt x="17957" y="15481"/>
                  </a:lnTo>
                  <a:lnTo>
                    <a:pt x="17830" y="15227"/>
                  </a:lnTo>
                  <a:lnTo>
                    <a:pt x="17767" y="15100"/>
                  </a:lnTo>
                  <a:lnTo>
                    <a:pt x="17640" y="14846"/>
                  </a:lnTo>
                  <a:lnTo>
                    <a:pt x="17576" y="14719"/>
                  </a:lnTo>
                  <a:lnTo>
                    <a:pt x="17487" y="14592"/>
                  </a:lnTo>
                  <a:lnTo>
                    <a:pt x="17411" y="14465"/>
                  </a:lnTo>
                  <a:lnTo>
                    <a:pt x="17284" y="14338"/>
                  </a:lnTo>
                  <a:lnTo>
                    <a:pt x="17170" y="14211"/>
                  </a:lnTo>
                  <a:lnTo>
                    <a:pt x="16281" y="14211"/>
                  </a:lnTo>
                  <a:lnTo>
                    <a:pt x="16129" y="14338"/>
                  </a:lnTo>
                  <a:lnTo>
                    <a:pt x="15976" y="14338"/>
                  </a:lnTo>
                  <a:lnTo>
                    <a:pt x="15925" y="14465"/>
                  </a:lnTo>
                  <a:lnTo>
                    <a:pt x="15836" y="14719"/>
                  </a:lnTo>
                  <a:lnTo>
                    <a:pt x="15532" y="14592"/>
                  </a:lnTo>
                  <a:lnTo>
                    <a:pt x="15468" y="14211"/>
                  </a:lnTo>
                  <a:lnTo>
                    <a:pt x="11176" y="14211"/>
                  </a:lnTo>
                  <a:lnTo>
                    <a:pt x="11188" y="14719"/>
                  </a:lnTo>
                  <a:lnTo>
                    <a:pt x="10934" y="14973"/>
                  </a:lnTo>
                  <a:lnTo>
                    <a:pt x="10934" y="15227"/>
                  </a:lnTo>
                  <a:lnTo>
                    <a:pt x="10718" y="15354"/>
                  </a:lnTo>
                  <a:lnTo>
                    <a:pt x="10147" y="15481"/>
                  </a:lnTo>
                  <a:lnTo>
                    <a:pt x="10223" y="15735"/>
                  </a:lnTo>
                  <a:lnTo>
                    <a:pt x="10337" y="16116"/>
                  </a:lnTo>
                  <a:lnTo>
                    <a:pt x="16611" y="16116"/>
                  </a:lnTo>
                  <a:lnTo>
                    <a:pt x="16598" y="15989"/>
                  </a:lnTo>
                  <a:lnTo>
                    <a:pt x="17018" y="15735"/>
                  </a:lnTo>
                  <a:lnTo>
                    <a:pt x="16383" y="15227"/>
                  </a:lnTo>
                  <a:lnTo>
                    <a:pt x="16256" y="15100"/>
                  </a:lnTo>
                  <a:lnTo>
                    <a:pt x="16243" y="14846"/>
                  </a:lnTo>
                  <a:lnTo>
                    <a:pt x="16433" y="14719"/>
                  </a:lnTo>
                  <a:lnTo>
                    <a:pt x="16611" y="14719"/>
                  </a:lnTo>
                  <a:lnTo>
                    <a:pt x="16713" y="14846"/>
                  </a:lnTo>
                  <a:lnTo>
                    <a:pt x="17043" y="14973"/>
                  </a:lnTo>
                  <a:lnTo>
                    <a:pt x="17145" y="14846"/>
                  </a:lnTo>
                  <a:lnTo>
                    <a:pt x="17208" y="15100"/>
                  </a:lnTo>
                  <a:lnTo>
                    <a:pt x="17411" y="15227"/>
                  </a:lnTo>
                  <a:lnTo>
                    <a:pt x="17538" y="15481"/>
                  </a:lnTo>
                  <a:lnTo>
                    <a:pt x="17614" y="15735"/>
                  </a:lnTo>
                  <a:lnTo>
                    <a:pt x="17665" y="15989"/>
                  </a:lnTo>
                  <a:lnTo>
                    <a:pt x="17792" y="16116"/>
                  </a:lnTo>
                  <a:lnTo>
                    <a:pt x="18161" y="16116"/>
                  </a:lnTo>
                  <a:close/>
                </a:path>
                <a:path w="31750" h="30480">
                  <a:moveTo>
                    <a:pt x="18300" y="24422"/>
                  </a:moveTo>
                  <a:lnTo>
                    <a:pt x="18275" y="24549"/>
                  </a:lnTo>
                  <a:lnTo>
                    <a:pt x="18300" y="24422"/>
                  </a:lnTo>
                  <a:close/>
                </a:path>
                <a:path w="31750" h="30480">
                  <a:moveTo>
                    <a:pt x="18300" y="17322"/>
                  </a:moveTo>
                  <a:lnTo>
                    <a:pt x="18173" y="17360"/>
                  </a:lnTo>
                  <a:lnTo>
                    <a:pt x="18300" y="17322"/>
                  </a:lnTo>
                  <a:close/>
                </a:path>
                <a:path w="31750" h="30480">
                  <a:moveTo>
                    <a:pt x="18313" y="4813"/>
                  </a:moveTo>
                  <a:lnTo>
                    <a:pt x="18249" y="4686"/>
                  </a:lnTo>
                  <a:lnTo>
                    <a:pt x="18110" y="4686"/>
                  </a:lnTo>
                  <a:lnTo>
                    <a:pt x="18097" y="4813"/>
                  </a:lnTo>
                  <a:lnTo>
                    <a:pt x="18313" y="4813"/>
                  </a:lnTo>
                  <a:close/>
                </a:path>
                <a:path w="31750" h="30480">
                  <a:moveTo>
                    <a:pt x="18351" y="28092"/>
                  </a:moveTo>
                  <a:lnTo>
                    <a:pt x="18326" y="27901"/>
                  </a:lnTo>
                  <a:lnTo>
                    <a:pt x="18161" y="27698"/>
                  </a:lnTo>
                  <a:lnTo>
                    <a:pt x="18199" y="28067"/>
                  </a:lnTo>
                  <a:lnTo>
                    <a:pt x="18249" y="27940"/>
                  </a:lnTo>
                  <a:lnTo>
                    <a:pt x="18300" y="28143"/>
                  </a:lnTo>
                  <a:close/>
                </a:path>
                <a:path w="31750" h="30480">
                  <a:moveTo>
                    <a:pt x="18389" y="17894"/>
                  </a:moveTo>
                  <a:lnTo>
                    <a:pt x="18249" y="17894"/>
                  </a:lnTo>
                  <a:lnTo>
                    <a:pt x="18148" y="17767"/>
                  </a:lnTo>
                  <a:lnTo>
                    <a:pt x="18046" y="17640"/>
                  </a:lnTo>
                  <a:lnTo>
                    <a:pt x="18008" y="17513"/>
                  </a:lnTo>
                  <a:lnTo>
                    <a:pt x="17741" y="17767"/>
                  </a:lnTo>
                  <a:lnTo>
                    <a:pt x="17691" y="17894"/>
                  </a:lnTo>
                  <a:lnTo>
                    <a:pt x="17589" y="18148"/>
                  </a:lnTo>
                  <a:lnTo>
                    <a:pt x="17449" y="18148"/>
                  </a:lnTo>
                  <a:lnTo>
                    <a:pt x="17424" y="18275"/>
                  </a:lnTo>
                  <a:lnTo>
                    <a:pt x="18046" y="18275"/>
                  </a:lnTo>
                  <a:lnTo>
                    <a:pt x="18059" y="18148"/>
                  </a:lnTo>
                  <a:lnTo>
                    <a:pt x="18351" y="18148"/>
                  </a:lnTo>
                  <a:lnTo>
                    <a:pt x="18389" y="17894"/>
                  </a:lnTo>
                  <a:close/>
                </a:path>
                <a:path w="31750" h="30480">
                  <a:moveTo>
                    <a:pt x="18402" y="15735"/>
                  </a:moveTo>
                  <a:lnTo>
                    <a:pt x="18300" y="14719"/>
                  </a:lnTo>
                  <a:lnTo>
                    <a:pt x="18275" y="14592"/>
                  </a:lnTo>
                  <a:lnTo>
                    <a:pt x="18148" y="14465"/>
                  </a:lnTo>
                  <a:lnTo>
                    <a:pt x="18034" y="14338"/>
                  </a:lnTo>
                  <a:lnTo>
                    <a:pt x="18161" y="14973"/>
                  </a:lnTo>
                  <a:lnTo>
                    <a:pt x="18275" y="15354"/>
                  </a:lnTo>
                  <a:lnTo>
                    <a:pt x="18402" y="15735"/>
                  </a:lnTo>
                  <a:close/>
                </a:path>
                <a:path w="31750" h="30480">
                  <a:moveTo>
                    <a:pt x="18453" y="16243"/>
                  </a:moveTo>
                  <a:lnTo>
                    <a:pt x="18440" y="16116"/>
                  </a:lnTo>
                  <a:lnTo>
                    <a:pt x="18161" y="16116"/>
                  </a:lnTo>
                  <a:lnTo>
                    <a:pt x="18199" y="16243"/>
                  </a:lnTo>
                  <a:lnTo>
                    <a:pt x="18453" y="16243"/>
                  </a:lnTo>
                  <a:close/>
                </a:path>
                <a:path w="31750" h="30480">
                  <a:moveTo>
                    <a:pt x="18465" y="5702"/>
                  </a:moveTo>
                  <a:lnTo>
                    <a:pt x="17995" y="5702"/>
                  </a:lnTo>
                  <a:lnTo>
                    <a:pt x="17983" y="5829"/>
                  </a:lnTo>
                  <a:lnTo>
                    <a:pt x="18465" y="5829"/>
                  </a:lnTo>
                  <a:lnTo>
                    <a:pt x="18465" y="5702"/>
                  </a:lnTo>
                  <a:close/>
                </a:path>
                <a:path w="31750" h="30480">
                  <a:moveTo>
                    <a:pt x="18465" y="5067"/>
                  </a:moveTo>
                  <a:lnTo>
                    <a:pt x="18059" y="5067"/>
                  </a:lnTo>
                  <a:lnTo>
                    <a:pt x="18046" y="5194"/>
                  </a:lnTo>
                  <a:lnTo>
                    <a:pt x="18465" y="5194"/>
                  </a:lnTo>
                  <a:lnTo>
                    <a:pt x="18465" y="5067"/>
                  </a:lnTo>
                  <a:close/>
                </a:path>
                <a:path w="31750" h="30480">
                  <a:moveTo>
                    <a:pt x="18478" y="7861"/>
                  </a:moveTo>
                  <a:lnTo>
                    <a:pt x="17805" y="7861"/>
                  </a:lnTo>
                  <a:lnTo>
                    <a:pt x="17792" y="7988"/>
                  </a:lnTo>
                  <a:lnTo>
                    <a:pt x="18478" y="7988"/>
                  </a:lnTo>
                  <a:lnTo>
                    <a:pt x="18478" y="7861"/>
                  </a:lnTo>
                  <a:close/>
                </a:path>
                <a:path w="31750" h="30480">
                  <a:moveTo>
                    <a:pt x="18478" y="7099"/>
                  </a:moveTo>
                  <a:lnTo>
                    <a:pt x="17868" y="7099"/>
                  </a:lnTo>
                  <a:lnTo>
                    <a:pt x="17856" y="7353"/>
                  </a:lnTo>
                  <a:lnTo>
                    <a:pt x="18478" y="7353"/>
                  </a:lnTo>
                  <a:lnTo>
                    <a:pt x="18478" y="7099"/>
                  </a:lnTo>
                  <a:close/>
                </a:path>
                <a:path w="31750" h="30480">
                  <a:moveTo>
                    <a:pt x="18491" y="8242"/>
                  </a:moveTo>
                  <a:lnTo>
                    <a:pt x="17780" y="8242"/>
                  </a:lnTo>
                  <a:lnTo>
                    <a:pt x="17767" y="8369"/>
                  </a:lnTo>
                  <a:lnTo>
                    <a:pt x="18491" y="8369"/>
                  </a:lnTo>
                  <a:lnTo>
                    <a:pt x="18491" y="8242"/>
                  </a:lnTo>
                  <a:close/>
                </a:path>
                <a:path w="31750" h="30480">
                  <a:moveTo>
                    <a:pt x="18554" y="25501"/>
                  </a:moveTo>
                  <a:lnTo>
                    <a:pt x="18427" y="25501"/>
                  </a:lnTo>
                  <a:lnTo>
                    <a:pt x="18554" y="25501"/>
                  </a:lnTo>
                  <a:close/>
                </a:path>
                <a:path w="31750" h="30480">
                  <a:moveTo>
                    <a:pt x="18618" y="7353"/>
                  </a:moveTo>
                  <a:lnTo>
                    <a:pt x="18478" y="7353"/>
                  </a:lnTo>
                  <a:lnTo>
                    <a:pt x="18478" y="7607"/>
                  </a:lnTo>
                  <a:lnTo>
                    <a:pt x="18605" y="7480"/>
                  </a:lnTo>
                  <a:lnTo>
                    <a:pt x="18618" y="7353"/>
                  </a:lnTo>
                  <a:close/>
                </a:path>
                <a:path w="31750" h="30480">
                  <a:moveTo>
                    <a:pt x="18681" y="27279"/>
                  </a:moveTo>
                  <a:lnTo>
                    <a:pt x="18656" y="27152"/>
                  </a:lnTo>
                  <a:lnTo>
                    <a:pt x="18605" y="27279"/>
                  </a:lnTo>
                  <a:close/>
                </a:path>
                <a:path w="31750" h="30480">
                  <a:moveTo>
                    <a:pt x="18694" y="29959"/>
                  </a:moveTo>
                  <a:lnTo>
                    <a:pt x="18656" y="29705"/>
                  </a:lnTo>
                  <a:lnTo>
                    <a:pt x="18656" y="29959"/>
                  </a:lnTo>
                  <a:close/>
                </a:path>
                <a:path w="31750" h="30480">
                  <a:moveTo>
                    <a:pt x="18707" y="5829"/>
                  </a:moveTo>
                  <a:lnTo>
                    <a:pt x="18465" y="5829"/>
                  </a:lnTo>
                  <a:lnTo>
                    <a:pt x="18478" y="7099"/>
                  </a:lnTo>
                  <a:lnTo>
                    <a:pt x="18630" y="7099"/>
                  </a:lnTo>
                  <a:lnTo>
                    <a:pt x="18707" y="5829"/>
                  </a:lnTo>
                  <a:close/>
                </a:path>
                <a:path w="31750" h="30480">
                  <a:moveTo>
                    <a:pt x="18732" y="13449"/>
                  </a:moveTo>
                  <a:lnTo>
                    <a:pt x="17945" y="13449"/>
                  </a:lnTo>
                  <a:lnTo>
                    <a:pt x="17932" y="13576"/>
                  </a:lnTo>
                  <a:lnTo>
                    <a:pt x="18732" y="13576"/>
                  </a:lnTo>
                  <a:lnTo>
                    <a:pt x="18732" y="13449"/>
                  </a:lnTo>
                  <a:close/>
                </a:path>
                <a:path w="31750" h="30480">
                  <a:moveTo>
                    <a:pt x="18745" y="17005"/>
                  </a:moveTo>
                  <a:lnTo>
                    <a:pt x="18656" y="16624"/>
                  </a:lnTo>
                  <a:lnTo>
                    <a:pt x="18503" y="16624"/>
                  </a:lnTo>
                  <a:lnTo>
                    <a:pt x="18427" y="16497"/>
                  </a:lnTo>
                  <a:lnTo>
                    <a:pt x="18364" y="16370"/>
                  </a:lnTo>
                  <a:lnTo>
                    <a:pt x="18199" y="16243"/>
                  </a:lnTo>
                  <a:lnTo>
                    <a:pt x="17919" y="16243"/>
                  </a:lnTo>
                  <a:lnTo>
                    <a:pt x="17856" y="16624"/>
                  </a:lnTo>
                  <a:lnTo>
                    <a:pt x="17754" y="16751"/>
                  </a:lnTo>
                  <a:lnTo>
                    <a:pt x="17551" y="16878"/>
                  </a:lnTo>
                  <a:lnTo>
                    <a:pt x="17399" y="16751"/>
                  </a:lnTo>
                  <a:lnTo>
                    <a:pt x="17411" y="17005"/>
                  </a:lnTo>
                  <a:lnTo>
                    <a:pt x="17754" y="17005"/>
                  </a:lnTo>
                  <a:lnTo>
                    <a:pt x="17716" y="17513"/>
                  </a:lnTo>
                  <a:lnTo>
                    <a:pt x="17894" y="17386"/>
                  </a:lnTo>
                  <a:lnTo>
                    <a:pt x="17970" y="16878"/>
                  </a:lnTo>
                  <a:lnTo>
                    <a:pt x="18745" y="17005"/>
                  </a:lnTo>
                  <a:close/>
                </a:path>
                <a:path w="31750" h="30480">
                  <a:moveTo>
                    <a:pt x="18796" y="26022"/>
                  </a:moveTo>
                  <a:lnTo>
                    <a:pt x="18757" y="25857"/>
                  </a:lnTo>
                  <a:lnTo>
                    <a:pt x="18757" y="26022"/>
                  </a:lnTo>
                  <a:close/>
                </a:path>
                <a:path w="31750" h="30480">
                  <a:moveTo>
                    <a:pt x="18935" y="26847"/>
                  </a:moveTo>
                  <a:close/>
                </a:path>
                <a:path w="31750" h="30480">
                  <a:moveTo>
                    <a:pt x="19050" y="21323"/>
                  </a:moveTo>
                  <a:lnTo>
                    <a:pt x="17360" y="21323"/>
                  </a:lnTo>
                  <a:lnTo>
                    <a:pt x="17360" y="21450"/>
                  </a:lnTo>
                  <a:lnTo>
                    <a:pt x="18884" y="21450"/>
                  </a:lnTo>
                  <a:lnTo>
                    <a:pt x="19050" y="21323"/>
                  </a:lnTo>
                  <a:close/>
                </a:path>
                <a:path w="31750" h="30480">
                  <a:moveTo>
                    <a:pt x="19050" y="20815"/>
                  </a:moveTo>
                  <a:lnTo>
                    <a:pt x="17411" y="20815"/>
                  </a:lnTo>
                  <a:lnTo>
                    <a:pt x="17386" y="21069"/>
                  </a:lnTo>
                  <a:lnTo>
                    <a:pt x="19050" y="21069"/>
                  </a:lnTo>
                  <a:lnTo>
                    <a:pt x="19050" y="20815"/>
                  </a:lnTo>
                  <a:close/>
                </a:path>
                <a:path w="31750" h="30480">
                  <a:moveTo>
                    <a:pt x="19050" y="20307"/>
                  </a:moveTo>
                  <a:lnTo>
                    <a:pt x="17449" y="20307"/>
                  </a:lnTo>
                  <a:lnTo>
                    <a:pt x="17424" y="20688"/>
                  </a:lnTo>
                  <a:lnTo>
                    <a:pt x="19050" y="20688"/>
                  </a:lnTo>
                  <a:lnTo>
                    <a:pt x="19050" y="20307"/>
                  </a:lnTo>
                  <a:close/>
                </a:path>
                <a:path w="31750" h="30480">
                  <a:moveTo>
                    <a:pt x="19050" y="19926"/>
                  </a:moveTo>
                  <a:lnTo>
                    <a:pt x="17500" y="19926"/>
                  </a:lnTo>
                  <a:lnTo>
                    <a:pt x="17462" y="20180"/>
                  </a:lnTo>
                  <a:lnTo>
                    <a:pt x="19050" y="20180"/>
                  </a:lnTo>
                  <a:lnTo>
                    <a:pt x="19050" y="19926"/>
                  </a:lnTo>
                  <a:close/>
                </a:path>
                <a:path w="31750" h="30480">
                  <a:moveTo>
                    <a:pt x="19050" y="19164"/>
                  </a:moveTo>
                  <a:lnTo>
                    <a:pt x="17691" y="19164"/>
                  </a:lnTo>
                  <a:lnTo>
                    <a:pt x="17640" y="19291"/>
                  </a:lnTo>
                  <a:lnTo>
                    <a:pt x="19050" y="19291"/>
                  </a:lnTo>
                  <a:lnTo>
                    <a:pt x="19050" y="19164"/>
                  </a:lnTo>
                  <a:close/>
                </a:path>
                <a:path w="31750" h="30480">
                  <a:moveTo>
                    <a:pt x="19050" y="18529"/>
                  </a:moveTo>
                  <a:lnTo>
                    <a:pt x="18034" y="18529"/>
                  </a:lnTo>
                  <a:lnTo>
                    <a:pt x="17843" y="18656"/>
                  </a:lnTo>
                  <a:lnTo>
                    <a:pt x="17741" y="19037"/>
                  </a:lnTo>
                  <a:lnTo>
                    <a:pt x="19050" y="19037"/>
                  </a:lnTo>
                  <a:lnTo>
                    <a:pt x="19050" y="18529"/>
                  </a:lnTo>
                  <a:close/>
                </a:path>
                <a:path w="31750" h="30480">
                  <a:moveTo>
                    <a:pt x="19050" y="18275"/>
                  </a:moveTo>
                  <a:lnTo>
                    <a:pt x="18046" y="18275"/>
                  </a:lnTo>
                  <a:lnTo>
                    <a:pt x="18046" y="18402"/>
                  </a:lnTo>
                  <a:lnTo>
                    <a:pt x="19050" y="18402"/>
                  </a:lnTo>
                  <a:lnTo>
                    <a:pt x="19050" y="18275"/>
                  </a:lnTo>
                  <a:close/>
                </a:path>
                <a:path w="31750" h="30480">
                  <a:moveTo>
                    <a:pt x="19075" y="9639"/>
                  </a:moveTo>
                  <a:lnTo>
                    <a:pt x="18846" y="9512"/>
                  </a:lnTo>
                  <a:lnTo>
                    <a:pt x="18732" y="9766"/>
                  </a:lnTo>
                  <a:lnTo>
                    <a:pt x="19075" y="9639"/>
                  </a:lnTo>
                  <a:close/>
                </a:path>
                <a:path w="31750" h="30480">
                  <a:moveTo>
                    <a:pt x="19100" y="29133"/>
                  </a:moveTo>
                  <a:close/>
                </a:path>
                <a:path w="31750" h="30480">
                  <a:moveTo>
                    <a:pt x="19151" y="25692"/>
                  </a:moveTo>
                  <a:lnTo>
                    <a:pt x="19024" y="25768"/>
                  </a:lnTo>
                  <a:lnTo>
                    <a:pt x="19151" y="25692"/>
                  </a:lnTo>
                  <a:close/>
                </a:path>
                <a:path w="31750" h="30480">
                  <a:moveTo>
                    <a:pt x="19215" y="19672"/>
                  </a:moveTo>
                  <a:lnTo>
                    <a:pt x="19189" y="19291"/>
                  </a:lnTo>
                  <a:lnTo>
                    <a:pt x="19050" y="19291"/>
                  </a:lnTo>
                  <a:lnTo>
                    <a:pt x="19050" y="19672"/>
                  </a:lnTo>
                  <a:lnTo>
                    <a:pt x="19215" y="19672"/>
                  </a:lnTo>
                  <a:close/>
                </a:path>
                <a:path w="31750" h="30480">
                  <a:moveTo>
                    <a:pt x="19215" y="9385"/>
                  </a:moveTo>
                  <a:lnTo>
                    <a:pt x="19138" y="9131"/>
                  </a:lnTo>
                  <a:lnTo>
                    <a:pt x="18935" y="9004"/>
                  </a:lnTo>
                  <a:lnTo>
                    <a:pt x="18872" y="9385"/>
                  </a:lnTo>
                  <a:lnTo>
                    <a:pt x="19215" y="9385"/>
                  </a:lnTo>
                  <a:close/>
                </a:path>
                <a:path w="31750" h="30480">
                  <a:moveTo>
                    <a:pt x="19227" y="27559"/>
                  </a:moveTo>
                  <a:lnTo>
                    <a:pt x="19088" y="27432"/>
                  </a:lnTo>
                  <a:lnTo>
                    <a:pt x="19100" y="27673"/>
                  </a:lnTo>
                  <a:lnTo>
                    <a:pt x="19227" y="27559"/>
                  </a:lnTo>
                  <a:close/>
                </a:path>
                <a:path w="31750" h="30480">
                  <a:moveTo>
                    <a:pt x="19227" y="19926"/>
                  </a:moveTo>
                  <a:lnTo>
                    <a:pt x="19215" y="19799"/>
                  </a:lnTo>
                  <a:lnTo>
                    <a:pt x="19050" y="19799"/>
                  </a:lnTo>
                  <a:lnTo>
                    <a:pt x="19050" y="19926"/>
                  </a:lnTo>
                  <a:lnTo>
                    <a:pt x="19227" y="19926"/>
                  </a:lnTo>
                  <a:close/>
                </a:path>
                <a:path w="31750" h="30480">
                  <a:moveTo>
                    <a:pt x="19278" y="20815"/>
                  </a:moveTo>
                  <a:lnTo>
                    <a:pt x="19265" y="20688"/>
                  </a:lnTo>
                  <a:lnTo>
                    <a:pt x="19050" y="20688"/>
                  </a:lnTo>
                  <a:lnTo>
                    <a:pt x="19050" y="20815"/>
                  </a:lnTo>
                  <a:lnTo>
                    <a:pt x="19278" y="20815"/>
                  </a:lnTo>
                  <a:close/>
                </a:path>
                <a:path w="31750" h="30480">
                  <a:moveTo>
                    <a:pt x="19278" y="17132"/>
                  </a:moveTo>
                  <a:lnTo>
                    <a:pt x="19050" y="17132"/>
                  </a:lnTo>
                  <a:lnTo>
                    <a:pt x="19050" y="17513"/>
                  </a:lnTo>
                  <a:lnTo>
                    <a:pt x="19240" y="17513"/>
                  </a:lnTo>
                  <a:lnTo>
                    <a:pt x="19278" y="17132"/>
                  </a:lnTo>
                  <a:close/>
                </a:path>
                <a:path w="31750" h="30480">
                  <a:moveTo>
                    <a:pt x="19304" y="21323"/>
                  </a:moveTo>
                  <a:lnTo>
                    <a:pt x="19291" y="21069"/>
                  </a:lnTo>
                  <a:lnTo>
                    <a:pt x="19050" y="21069"/>
                  </a:lnTo>
                  <a:lnTo>
                    <a:pt x="19050" y="21323"/>
                  </a:lnTo>
                  <a:lnTo>
                    <a:pt x="19304" y="21323"/>
                  </a:lnTo>
                  <a:close/>
                </a:path>
                <a:path w="31750" h="30480">
                  <a:moveTo>
                    <a:pt x="19304" y="16751"/>
                  </a:moveTo>
                  <a:lnTo>
                    <a:pt x="19050" y="16751"/>
                  </a:lnTo>
                  <a:lnTo>
                    <a:pt x="19050" y="17005"/>
                  </a:lnTo>
                  <a:lnTo>
                    <a:pt x="19291" y="17005"/>
                  </a:lnTo>
                  <a:lnTo>
                    <a:pt x="19304" y="16751"/>
                  </a:lnTo>
                  <a:close/>
                </a:path>
                <a:path w="31750" h="30480">
                  <a:moveTo>
                    <a:pt x="19304" y="16497"/>
                  </a:moveTo>
                  <a:lnTo>
                    <a:pt x="19050" y="16497"/>
                  </a:lnTo>
                  <a:lnTo>
                    <a:pt x="19050" y="16624"/>
                  </a:lnTo>
                  <a:lnTo>
                    <a:pt x="19304" y="16624"/>
                  </a:lnTo>
                  <a:lnTo>
                    <a:pt x="19304" y="16497"/>
                  </a:lnTo>
                  <a:close/>
                </a:path>
                <a:path w="31750" h="30480">
                  <a:moveTo>
                    <a:pt x="19329" y="15862"/>
                  </a:moveTo>
                  <a:lnTo>
                    <a:pt x="19050" y="15862"/>
                  </a:lnTo>
                  <a:lnTo>
                    <a:pt x="19050" y="16116"/>
                  </a:lnTo>
                  <a:lnTo>
                    <a:pt x="18580" y="16116"/>
                  </a:lnTo>
                  <a:lnTo>
                    <a:pt x="19050" y="16243"/>
                  </a:lnTo>
                  <a:lnTo>
                    <a:pt x="19050" y="16370"/>
                  </a:lnTo>
                  <a:lnTo>
                    <a:pt x="19316" y="16370"/>
                  </a:lnTo>
                  <a:lnTo>
                    <a:pt x="19329" y="15862"/>
                  </a:lnTo>
                  <a:close/>
                </a:path>
                <a:path w="31750" h="30480">
                  <a:moveTo>
                    <a:pt x="19354" y="14973"/>
                  </a:moveTo>
                  <a:lnTo>
                    <a:pt x="19050" y="14973"/>
                  </a:lnTo>
                  <a:lnTo>
                    <a:pt x="19050" y="15735"/>
                  </a:lnTo>
                  <a:lnTo>
                    <a:pt x="19329" y="15735"/>
                  </a:lnTo>
                  <a:lnTo>
                    <a:pt x="19354" y="14973"/>
                  </a:lnTo>
                  <a:close/>
                </a:path>
                <a:path w="31750" h="30480">
                  <a:moveTo>
                    <a:pt x="19367" y="21831"/>
                  </a:moveTo>
                  <a:lnTo>
                    <a:pt x="19202" y="21704"/>
                  </a:lnTo>
                  <a:lnTo>
                    <a:pt x="17119" y="21704"/>
                  </a:lnTo>
                  <a:lnTo>
                    <a:pt x="17119" y="21831"/>
                  </a:lnTo>
                  <a:lnTo>
                    <a:pt x="19367" y="21831"/>
                  </a:lnTo>
                  <a:close/>
                </a:path>
                <a:path w="31750" h="30480">
                  <a:moveTo>
                    <a:pt x="19469" y="5829"/>
                  </a:moveTo>
                  <a:lnTo>
                    <a:pt x="19253" y="5702"/>
                  </a:lnTo>
                  <a:lnTo>
                    <a:pt x="18732" y="5702"/>
                  </a:lnTo>
                  <a:lnTo>
                    <a:pt x="18707" y="5829"/>
                  </a:lnTo>
                  <a:lnTo>
                    <a:pt x="19469" y="5829"/>
                  </a:lnTo>
                  <a:close/>
                </a:path>
                <a:path w="31750" h="30480">
                  <a:moveTo>
                    <a:pt x="19507" y="5194"/>
                  </a:moveTo>
                  <a:lnTo>
                    <a:pt x="18465" y="5194"/>
                  </a:lnTo>
                  <a:lnTo>
                    <a:pt x="18465" y="5702"/>
                  </a:lnTo>
                  <a:lnTo>
                    <a:pt x="18732" y="5702"/>
                  </a:lnTo>
                  <a:lnTo>
                    <a:pt x="18796" y="5321"/>
                  </a:lnTo>
                  <a:lnTo>
                    <a:pt x="18859" y="5448"/>
                  </a:lnTo>
                  <a:lnTo>
                    <a:pt x="19291" y="5448"/>
                  </a:lnTo>
                  <a:lnTo>
                    <a:pt x="19253" y="5702"/>
                  </a:lnTo>
                  <a:lnTo>
                    <a:pt x="19469" y="5702"/>
                  </a:lnTo>
                  <a:lnTo>
                    <a:pt x="19494" y="5321"/>
                  </a:lnTo>
                  <a:lnTo>
                    <a:pt x="19507" y="5194"/>
                  </a:lnTo>
                  <a:close/>
                </a:path>
                <a:path w="31750" h="30480">
                  <a:moveTo>
                    <a:pt x="19545" y="28003"/>
                  </a:moveTo>
                  <a:close/>
                </a:path>
                <a:path w="31750" h="30480">
                  <a:moveTo>
                    <a:pt x="19659" y="27393"/>
                  </a:moveTo>
                  <a:lnTo>
                    <a:pt x="19570" y="27520"/>
                  </a:lnTo>
                  <a:lnTo>
                    <a:pt x="19659" y="27393"/>
                  </a:lnTo>
                  <a:close/>
                </a:path>
                <a:path w="31750" h="30480">
                  <a:moveTo>
                    <a:pt x="19685" y="28575"/>
                  </a:moveTo>
                  <a:lnTo>
                    <a:pt x="19596" y="28448"/>
                  </a:lnTo>
                  <a:lnTo>
                    <a:pt x="19672" y="28676"/>
                  </a:lnTo>
                  <a:close/>
                </a:path>
                <a:path w="31750" h="30480">
                  <a:moveTo>
                    <a:pt x="19786" y="29502"/>
                  </a:moveTo>
                  <a:close/>
                </a:path>
                <a:path w="31750" h="30480">
                  <a:moveTo>
                    <a:pt x="19913" y="5194"/>
                  </a:moveTo>
                  <a:lnTo>
                    <a:pt x="19532" y="5194"/>
                  </a:lnTo>
                  <a:lnTo>
                    <a:pt x="19558" y="5321"/>
                  </a:lnTo>
                  <a:lnTo>
                    <a:pt x="19875" y="5321"/>
                  </a:lnTo>
                  <a:lnTo>
                    <a:pt x="19913" y="5194"/>
                  </a:lnTo>
                  <a:close/>
                </a:path>
                <a:path w="31750" h="30480">
                  <a:moveTo>
                    <a:pt x="19926" y="12560"/>
                  </a:moveTo>
                  <a:lnTo>
                    <a:pt x="19913" y="12306"/>
                  </a:lnTo>
                  <a:lnTo>
                    <a:pt x="16586" y="12306"/>
                  </a:lnTo>
                  <a:lnTo>
                    <a:pt x="17106" y="12687"/>
                  </a:lnTo>
                  <a:lnTo>
                    <a:pt x="17233" y="12560"/>
                  </a:lnTo>
                  <a:lnTo>
                    <a:pt x="17538" y="12560"/>
                  </a:lnTo>
                  <a:lnTo>
                    <a:pt x="17513" y="13322"/>
                  </a:lnTo>
                  <a:lnTo>
                    <a:pt x="17780" y="13449"/>
                  </a:lnTo>
                  <a:lnTo>
                    <a:pt x="17945" y="13449"/>
                  </a:lnTo>
                  <a:lnTo>
                    <a:pt x="18046" y="13068"/>
                  </a:lnTo>
                  <a:lnTo>
                    <a:pt x="18097" y="12941"/>
                  </a:lnTo>
                  <a:lnTo>
                    <a:pt x="18237" y="12941"/>
                  </a:lnTo>
                  <a:lnTo>
                    <a:pt x="18249" y="12814"/>
                  </a:lnTo>
                  <a:lnTo>
                    <a:pt x="18618" y="12687"/>
                  </a:lnTo>
                  <a:lnTo>
                    <a:pt x="18745" y="12560"/>
                  </a:lnTo>
                  <a:lnTo>
                    <a:pt x="18732" y="13195"/>
                  </a:lnTo>
                  <a:lnTo>
                    <a:pt x="18897" y="13068"/>
                  </a:lnTo>
                  <a:lnTo>
                    <a:pt x="19011" y="12560"/>
                  </a:lnTo>
                  <a:lnTo>
                    <a:pt x="19215" y="12560"/>
                  </a:lnTo>
                  <a:lnTo>
                    <a:pt x="19291" y="12687"/>
                  </a:lnTo>
                  <a:lnTo>
                    <a:pt x="19138" y="12814"/>
                  </a:lnTo>
                  <a:lnTo>
                    <a:pt x="19469" y="12814"/>
                  </a:lnTo>
                  <a:lnTo>
                    <a:pt x="19558" y="12687"/>
                  </a:lnTo>
                  <a:lnTo>
                    <a:pt x="19659" y="12560"/>
                  </a:lnTo>
                  <a:lnTo>
                    <a:pt x="19761" y="13068"/>
                  </a:lnTo>
                  <a:lnTo>
                    <a:pt x="19888" y="13322"/>
                  </a:lnTo>
                  <a:lnTo>
                    <a:pt x="19926" y="12560"/>
                  </a:lnTo>
                  <a:close/>
                </a:path>
                <a:path w="31750" h="30480">
                  <a:moveTo>
                    <a:pt x="19977" y="13576"/>
                  </a:moveTo>
                  <a:lnTo>
                    <a:pt x="19926" y="13449"/>
                  </a:lnTo>
                  <a:lnTo>
                    <a:pt x="18796" y="13449"/>
                  </a:lnTo>
                  <a:lnTo>
                    <a:pt x="18770" y="13576"/>
                  </a:lnTo>
                  <a:lnTo>
                    <a:pt x="19977" y="13576"/>
                  </a:lnTo>
                  <a:close/>
                </a:path>
                <a:path w="31750" h="30480">
                  <a:moveTo>
                    <a:pt x="20015" y="4559"/>
                  </a:moveTo>
                  <a:lnTo>
                    <a:pt x="20002" y="4305"/>
                  </a:lnTo>
                  <a:lnTo>
                    <a:pt x="19951" y="3543"/>
                  </a:lnTo>
                  <a:lnTo>
                    <a:pt x="18402" y="3543"/>
                  </a:lnTo>
                  <a:lnTo>
                    <a:pt x="18453" y="2654"/>
                  </a:lnTo>
                  <a:lnTo>
                    <a:pt x="18630" y="2273"/>
                  </a:lnTo>
                  <a:lnTo>
                    <a:pt x="18427" y="2019"/>
                  </a:lnTo>
                  <a:lnTo>
                    <a:pt x="17995" y="2273"/>
                  </a:lnTo>
                  <a:lnTo>
                    <a:pt x="18059" y="2019"/>
                  </a:lnTo>
                  <a:lnTo>
                    <a:pt x="18148" y="1638"/>
                  </a:lnTo>
                  <a:lnTo>
                    <a:pt x="18046" y="1511"/>
                  </a:lnTo>
                  <a:lnTo>
                    <a:pt x="17399" y="1638"/>
                  </a:lnTo>
                  <a:lnTo>
                    <a:pt x="17475" y="1130"/>
                  </a:lnTo>
                  <a:lnTo>
                    <a:pt x="17043" y="749"/>
                  </a:lnTo>
                  <a:lnTo>
                    <a:pt x="17043" y="0"/>
                  </a:lnTo>
                  <a:lnTo>
                    <a:pt x="13893" y="2273"/>
                  </a:lnTo>
                  <a:lnTo>
                    <a:pt x="13550" y="2273"/>
                  </a:lnTo>
                  <a:lnTo>
                    <a:pt x="8305" y="3543"/>
                  </a:lnTo>
                  <a:lnTo>
                    <a:pt x="4318" y="3543"/>
                  </a:lnTo>
                  <a:lnTo>
                    <a:pt x="0" y="3797"/>
                  </a:lnTo>
                  <a:lnTo>
                    <a:pt x="2197" y="3797"/>
                  </a:lnTo>
                  <a:lnTo>
                    <a:pt x="2286" y="4051"/>
                  </a:lnTo>
                  <a:lnTo>
                    <a:pt x="2387" y="4559"/>
                  </a:lnTo>
                  <a:lnTo>
                    <a:pt x="2692" y="4559"/>
                  </a:lnTo>
                  <a:lnTo>
                    <a:pt x="2641" y="4051"/>
                  </a:lnTo>
                  <a:lnTo>
                    <a:pt x="2895" y="4051"/>
                  </a:lnTo>
                  <a:lnTo>
                    <a:pt x="3378" y="3797"/>
                  </a:lnTo>
                  <a:lnTo>
                    <a:pt x="3327" y="4051"/>
                  </a:lnTo>
                  <a:lnTo>
                    <a:pt x="3136" y="4051"/>
                  </a:lnTo>
                  <a:lnTo>
                    <a:pt x="3035" y="4241"/>
                  </a:lnTo>
                  <a:lnTo>
                    <a:pt x="2908" y="4178"/>
                  </a:lnTo>
                  <a:lnTo>
                    <a:pt x="2857" y="4305"/>
                  </a:lnTo>
                  <a:lnTo>
                    <a:pt x="3009" y="4305"/>
                  </a:lnTo>
                  <a:lnTo>
                    <a:pt x="3441" y="4533"/>
                  </a:lnTo>
                  <a:lnTo>
                    <a:pt x="3670" y="4559"/>
                  </a:lnTo>
                  <a:lnTo>
                    <a:pt x="3619" y="4686"/>
                  </a:lnTo>
                  <a:lnTo>
                    <a:pt x="3403" y="4813"/>
                  </a:lnTo>
                  <a:lnTo>
                    <a:pt x="3263" y="4940"/>
                  </a:lnTo>
                  <a:lnTo>
                    <a:pt x="3060" y="5067"/>
                  </a:lnTo>
                  <a:lnTo>
                    <a:pt x="3200" y="5067"/>
                  </a:lnTo>
                  <a:lnTo>
                    <a:pt x="3238" y="5194"/>
                  </a:lnTo>
                  <a:lnTo>
                    <a:pt x="3340" y="5448"/>
                  </a:lnTo>
                  <a:lnTo>
                    <a:pt x="3492" y="5575"/>
                  </a:lnTo>
                  <a:lnTo>
                    <a:pt x="3492" y="5702"/>
                  </a:lnTo>
                  <a:lnTo>
                    <a:pt x="11963" y="5702"/>
                  </a:lnTo>
                  <a:lnTo>
                    <a:pt x="12268" y="5448"/>
                  </a:lnTo>
                  <a:lnTo>
                    <a:pt x="12636" y="5321"/>
                  </a:lnTo>
                  <a:lnTo>
                    <a:pt x="12738" y="5194"/>
                  </a:lnTo>
                  <a:lnTo>
                    <a:pt x="12852" y="5067"/>
                  </a:lnTo>
                  <a:lnTo>
                    <a:pt x="18059" y="5067"/>
                  </a:lnTo>
                  <a:lnTo>
                    <a:pt x="18097" y="4813"/>
                  </a:lnTo>
                  <a:lnTo>
                    <a:pt x="3835" y="4813"/>
                  </a:lnTo>
                  <a:lnTo>
                    <a:pt x="3835" y="4559"/>
                  </a:lnTo>
                  <a:lnTo>
                    <a:pt x="20015" y="4559"/>
                  </a:lnTo>
                  <a:close/>
                </a:path>
                <a:path w="31750" h="30480">
                  <a:moveTo>
                    <a:pt x="20027" y="4813"/>
                  </a:moveTo>
                  <a:lnTo>
                    <a:pt x="18313" y="4813"/>
                  </a:lnTo>
                  <a:lnTo>
                    <a:pt x="18465" y="4940"/>
                  </a:lnTo>
                  <a:lnTo>
                    <a:pt x="18465" y="5067"/>
                  </a:lnTo>
                  <a:lnTo>
                    <a:pt x="19951" y="5067"/>
                  </a:lnTo>
                  <a:lnTo>
                    <a:pt x="20027" y="4813"/>
                  </a:lnTo>
                  <a:close/>
                </a:path>
                <a:path w="31750" h="30480">
                  <a:moveTo>
                    <a:pt x="20078" y="14846"/>
                  </a:moveTo>
                  <a:lnTo>
                    <a:pt x="19367" y="14846"/>
                  </a:lnTo>
                  <a:lnTo>
                    <a:pt x="19354" y="14973"/>
                  </a:lnTo>
                  <a:lnTo>
                    <a:pt x="20078" y="14973"/>
                  </a:lnTo>
                  <a:lnTo>
                    <a:pt x="20078" y="14846"/>
                  </a:lnTo>
                  <a:close/>
                </a:path>
                <a:path w="31750" h="30480">
                  <a:moveTo>
                    <a:pt x="20091" y="15735"/>
                  </a:moveTo>
                  <a:lnTo>
                    <a:pt x="19329" y="15735"/>
                  </a:lnTo>
                  <a:lnTo>
                    <a:pt x="19329" y="15862"/>
                  </a:lnTo>
                  <a:lnTo>
                    <a:pt x="20091" y="15862"/>
                  </a:lnTo>
                  <a:lnTo>
                    <a:pt x="20091" y="15735"/>
                  </a:lnTo>
                  <a:close/>
                </a:path>
                <a:path w="31750" h="30480">
                  <a:moveTo>
                    <a:pt x="20142" y="16497"/>
                  </a:moveTo>
                  <a:lnTo>
                    <a:pt x="20129" y="16370"/>
                  </a:lnTo>
                  <a:lnTo>
                    <a:pt x="19316" y="16370"/>
                  </a:lnTo>
                  <a:lnTo>
                    <a:pt x="19304" y="16497"/>
                  </a:lnTo>
                  <a:lnTo>
                    <a:pt x="20142" y="16497"/>
                  </a:lnTo>
                  <a:close/>
                </a:path>
                <a:path w="31750" h="30480">
                  <a:moveTo>
                    <a:pt x="20180" y="16751"/>
                  </a:moveTo>
                  <a:lnTo>
                    <a:pt x="20154" y="16624"/>
                  </a:lnTo>
                  <a:lnTo>
                    <a:pt x="19304" y="16624"/>
                  </a:lnTo>
                  <a:lnTo>
                    <a:pt x="19304" y="16751"/>
                  </a:lnTo>
                  <a:lnTo>
                    <a:pt x="20180" y="16751"/>
                  </a:lnTo>
                  <a:close/>
                </a:path>
                <a:path w="31750" h="30480">
                  <a:moveTo>
                    <a:pt x="20180" y="12306"/>
                  </a:moveTo>
                  <a:lnTo>
                    <a:pt x="19913" y="12306"/>
                  </a:lnTo>
                  <a:lnTo>
                    <a:pt x="19951" y="12560"/>
                  </a:lnTo>
                  <a:lnTo>
                    <a:pt x="20180" y="12306"/>
                  </a:lnTo>
                  <a:close/>
                </a:path>
                <a:path w="31750" h="30480">
                  <a:moveTo>
                    <a:pt x="20218" y="17132"/>
                  </a:moveTo>
                  <a:lnTo>
                    <a:pt x="20205" y="17005"/>
                  </a:lnTo>
                  <a:lnTo>
                    <a:pt x="19291" y="17005"/>
                  </a:lnTo>
                  <a:lnTo>
                    <a:pt x="19278" y="17132"/>
                  </a:lnTo>
                  <a:lnTo>
                    <a:pt x="20218" y="17132"/>
                  </a:lnTo>
                  <a:close/>
                </a:path>
                <a:path w="31750" h="30480">
                  <a:moveTo>
                    <a:pt x="20218" y="14592"/>
                  </a:moveTo>
                  <a:lnTo>
                    <a:pt x="20078" y="14719"/>
                  </a:lnTo>
                  <a:lnTo>
                    <a:pt x="20078" y="14846"/>
                  </a:lnTo>
                  <a:lnTo>
                    <a:pt x="20218" y="14846"/>
                  </a:lnTo>
                  <a:lnTo>
                    <a:pt x="20218" y="14592"/>
                  </a:lnTo>
                  <a:close/>
                </a:path>
                <a:path w="31750" h="30480">
                  <a:moveTo>
                    <a:pt x="20256" y="15735"/>
                  </a:moveTo>
                  <a:lnTo>
                    <a:pt x="20231" y="14973"/>
                  </a:lnTo>
                  <a:lnTo>
                    <a:pt x="20078" y="14973"/>
                  </a:lnTo>
                  <a:lnTo>
                    <a:pt x="20091" y="15735"/>
                  </a:lnTo>
                  <a:lnTo>
                    <a:pt x="20256" y="15735"/>
                  </a:lnTo>
                  <a:close/>
                </a:path>
                <a:path w="31750" h="30480">
                  <a:moveTo>
                    <a:pt x="20294" y="19926"/>
                  </a:moveTo>
                  <a:lnTo>
                    <a:pt x="19227" y="19926"/>
                  </a:lnTo>
                  <a:lnTo>
                    <a:pt x="19240" y="20307"/>
                  </a:lnTo>
                  <a:lnTo>
                    <a:pt x="20294" y="20307"/>
                  </a:lnTo>
                  <a:lnTo>
                    <a:pt x="20294" y="19926"/>
                  </a:lnTo>
                  <a:close/>
                </a:path>
                <a:path w="31750" h="30480">
                  <a:moveTo>
                    <a:pt x="20294" y="19672"/>
                  </a:moveTo>
                  <a:lnTo>
                    <a:pt x="19215" y="19672"/>
                  </a:lnTo>
                  <a:lnTo>
                    <a:pt x="19215" y="19799"/>
                  </a:lnTo>
                  <a:lnTo>
                    <a:pt x="20294" y="19799"/>
                  </a:lnTo>
                  <a:lnTo>
                    <a:pt x="20294" y="19672"/>
                  </a:lnTo>
                  <a:close/>
                </a:path>
                <a:path w="31750" h="30480">
                  <a:moveTo>
                    <a:pt x="20294" y="18910"/>
                  </a:moveTo>
                  <a:lnTo>
                    <a:pt x="20142" y="18910"/>
                  </a:lnTo>
                  <a:lnTo>
                    <a:pt x="20129" y="19037"/>
                  </a:lnTo>
                  <a:lnTo>
                    <a:pt x="20129" y="18910"/>
                  </a:lnTo>
                  <a:lnTo>
                    <a:pt x="19304" y="18910"/>
                  </a:lnTo>
                  <a:lnTo>
                    <a:pt x="19291" y="18783"/>
                  </a:lnTo>
                  <a:lnTo>
                    <a:pt x="19265" y="18910"/>
                  </a:lnTo>
                  <a:lnTo>
                    <a:pt x="19189" y="19291"/>
                  </a:lnTo>
                  <a:lnTo>
                    <a:pt x="20294" y="19291"/>
                  </a:lnTo>
                  <a:lnTo>
                    <a:pt x="20294" y="19164"/>
                  </a:lnTo>
                  <a:lnTo>
                    <a:pt x="20294" y="18910"/>
                  </a:lnTo>
                  <a:close/>
                </a:path>
                <a:path w="31750" h="30480">
                  <a:moveTo>
                    <a:pt x="20294" y="17894"/>
                  </a:moveTo>
                  <a:lnTo>
                    <a:pt x="20053" y="17894"/>
                  </a:lnTo>
                  <a:lnTo>
                    <a:pt x="20053" y="18148"/>
                  </a:lnTo>
                  <a:lnTo>
                    <a:pt x="20294" y="18148"/>
                  </a:lnTo>
                  <a:lnTo>
                    <a:pt x="20294" y="17894"/>
                  </a:lnTo>
                  <a:close/>
                </a:path>
                <a:path w="31750" h="30480">
                  <a:moveTo>
                    <a:pt x="20383" y="18529"/>
                  </a:moveTo>
                  <a:lnTo>
                    <a:pt x="20358" y="18275"/>
                  </a:lnTo>
                  <a:lnTo>
                    <a:pt x="20053" y="18275"/>
                  </a:lnTo>
                  <a:lnTo>
                    <a:pt x="20053" y="18148"/>
                  </a:lnTo>
                  <a:lnTo>
                    <a:pt x="19342" y="18148"/>
                  </a:lnTo>
                  <a:lnTo>
                    <a:pt x="19291" y="18783"/>
                  </a:lnTo>
                  <a:lnTo>
                    <a:pt x="20129" y="18783"/>
                  </a:lnTo>
                  <a:lnTo>
                    <a:pt x="20154" y="18529"/>
                  </a:lnTo>
                  <a:lnTo>
                    <a:pt x="20142" y="18783"/>
                  </a:lnTo>
                  <a:lnTo>
                    <a:pt x="20294" y="18783"/>
                  </a:lnTo>
                  <a:lnTo>
                    <a:pt x="20383" y="18529"/>
                  </a:lnTo>
                  <a:close/>
                </a:path>
                <a:path w="31750" h="30480">
                  <a:moveTo>
                    <a:pt x="20408" y="20688"/>
                  </a:moveTo>
                  <a:lnTo>
                    <a:pt x="20294" y="20434"/>
                  </a:lnTo>
                  <a:lnTo>
                    <a:pt x="19253" y="20434"/>
                  </a:lnTo>
                  <a:lnTo>
                    <a:pt x="19265" y="20688"/>
                  </a:lnTo>
                  <a:lnTo>
                    <a:pt x="20408" y="20688"/>
                  </a:lnTo>
                  <a:close/>
                </a:path>
                <a:path w="31750" h="30480">
                  <a:moveTo>
                    <a:pt x="20434" y="21577"/>
                  </a:moveTo>
                  <a:lnTo>
                    <a:pt x="19469" y="21577"/>
                  </a:lnTo>
                  <a:lnTo>
                    <a:pt x="19380" y="21450"/>
                  </a:lnTo>
                  <a:lnTo>
                    <a:pt x="18884" y="21450"/>
                  </a:lnTo>
                  <a:lnTo>
                    <a:pt x="19202" y="21704"/>
                  </a:lnTo>
                  <a:lnTo>
                    <a:pt x="20332" y="21704"/>
                  </a:lnTo>
                  <a:lnTo>
                    <a:pt x="20434" y="21577"/>
                  </a:lnTo>
                  <a:close/>
                </a:path>
                <a:path w="31750" h="30480">
                  <a:moveTo>
                    <a:pt x="20459" y="21323"/>
                  </a:moveTo>
                  <a:lnTo>
                    <a:pt x="19304" y="21323"/>
                  </a:lnTo>
                  <a:lnTo>
                    <a:pt x="19380" y="21450"/>
                  </a:lnTo>
                  <a:lnTo>
                    <a:pt x="20421" y="21450"/>
                  </a:lnTo>
                  <a:lnTo>
                    <a:pt x="20459" y="21323"/>
                  </a:lnTo>
                  <a:close/>
                </a:path>
                <a:path w="31750" h="30480">
                  <a:moveTo>
                    <a:pt x="20497" y="10020"/>
                  </a:moveTo>
                  <a:lnTo>
                    <a:pt x="20383" y="9893"/>
                  </a:lnTo>
                  <a:lnTo>
                    <a:pt x="19392" y="9893"/>
                  </a:lnTo>
                  <a:lnTo>
                    <a:pt x="19494" y="9512"/>
                  </a:lnTo>
                  <a:lnTo>
                    <a:pt x="19532" y="9385"/>
                  </a:lnTo>
                  <a:lnTo>
                    <a:pt x="19735" y="9131"/>
                  </a:lnTo>
                  <a:lnTo>
                    <a:pt x="19837" y="9004"/>
                  </a:lnTo>
                  <a:lnTo>
                    <a:pt x="19939" y="8877"/>
                  </a:lnTo>
                  <a:lnTo>
                    <a:pt x="20066" y="8877"/>
                  </a:lnTo>
                  <a:lnTo>
                    <a:pt x="19900" y="8750"/>
                  </a:lnTo>
                  <a:lnTo>
                    <a:pt x="19723" y="8877"/>
                  </a:lnTo>
                  <a:lnTo>
                    <a:pt x="19392" y="8750"/>
                  </a:lnTo>
                  <a:lnTo>
                    <a:pt x="19278" y="9512"/>
                  </a:lnTo>
                  <a:lnTo>
                    <a:pt x="19075" y="9639"/>
                  </a:lnTo>
                  <a:lnTo>
                    <a:pt x="19050" y="10020"/>
                  </a:lnTo>
                  <a:lnTo>
                    <a:pt x="18846" y="10020"/>
                  </a:lnTo>
                  <a:lnTo>
                    <a:pt x="18821" y="9766"/>
                  </a:lnTo>
                  <a:lnTo>
                    <a:pt x="18630" y="9893"/>
                  </a:lnTo>
                  <a:lnTo>
                    <a:pt x="18542" y="10020"/>
                  </a:lnTo>
                  <a:lnTo>
                    <a:pt x="18453" y="9893"/>
                  </a:lnTo>
                  <a:lnTo>
                    <a:pt x="18288" y="10020"/>
                  </a:lnTo>
                  <a:lnTo>
                    <a:pt x="18262" y="10147"/>
                  </a:lnTo>
                  <a:lnTo>
                    <a:pt x="18008" y="10020"/>
                  </a:lnTo>
                  <a:lnTo>
                    <a:pt x="17767" y="9893"/>
                  </a:lnTo>
                  <a:lnTo>
                    <a:pt x="17348" y="9766"/>
                  </a:lnTo>
                  <a:lnTo>
                    <a:pt x="17424" y="9639"/>
                  </a:lnTo>
                  <a:lnTo>
                    <a:pt x="17170" y="9766"/>
                  </a:lnTo>
                  <a:lnTo>
                    <a:pt x="17195" y="9131"/>
                  </a:lnTo>
                  <a:lnTo>
                    <a:pt x="17208" y="9004"/>
                  </a:lnTo>
                  <a:lnTo>
                    <a:pt x="17348" y="9004"/>
                  </a:lnTo>
                  <a:lnTo>
                    <a:pt x="17297" y="9131"/>
                  </a:lnTo>
                  <a:lnTo>
                    <a:pt x="17475" y="9004"/>
                  </a:lnTo>
                  <a:lnTo>
                    <a:pt x="17589" y="8877"/>
                  </a:lnTo>
                  <a:lnTo>
                    <a:pt x="17564" y="9004"/>
                  </a:lnTo>
                  <a:lnTo>
                    <a:pt x="17729" y="8877"/>
                  </a:lnTo>
                  <a:lnTo>
                    <a:pt x="17741" y="8750"/>
                  </a:lnTo>
                  <a:lnTo>
                    <a:pt x="17754" y="8496"/>
                  </a:lnTo>
                  <a:lnTo>
                    <a:pt x="17767" y="8369"/>
                  </a:lnTo>
                  <a:lnTo>
                    <a:pt x="13487" y="8369"/>
                  </a:lnTo>
                  <a:lnTo>
                    <a:pt x="13474" y="8496"/>
                  </a:lnTo>
                  <a:lnTo>
                    <a:pt x="13487" y="8369"/>
                  </a:lnTo>
                  <a:lnTo>
                    <a:pt x="13258" y="8369"/>
                  </a:lnTo>
                  <a:lnTo>
                    <a:pt x="13246" y="8496"/>
                  </a:lnTo>
                  <a:lnTo>
                    <a:pt x="13169" y="8369"/>
                  </a:lnTo>
                  <a:lnTo>
                    <a:pt x="12636" y="8369"/>
                  </a:lnTo>
                  <a:lnTo>
                    <a:pt x="12649" y="8242"/>
                  </a:lnTo>
                  <a:lnTo>
                    <a:pt x="12369" y="8242"/>
                  </a:lnTo>
                  <a:lnTo>
                    <a:pt x="12357" y="8623"/>
                  </a:lnTo>
                  <a:lnTo>
                    <a:pt x="12039" y="8623"/>
                  </a:lnTo>
                  <a:lnTo>
                    <a:pt x="11950" y="8369"/>
                  </a:lnTo>
                  <a:lnTo>
                    <a:pt x="11633" y="8369"/>
                  </a:lnTo>
                  <a:lnTo>
                    <a:pt x="4432" y="8369"/>
                  </a:lnTo>
                  <a:lnTo>
                    <a:pt x="4279" y="8369"/>
                  </a:lnTo>
                  <a:lnTo>
                    <a:pt x="4279" y="8623"/>
                  </a:lnTo>
                  <a:lnTo>
                    <a:pt x="4102" y="8750"/>
                  </a:lnTo>
                  <a:lnTo>
                    <a:pt x="4038" y="8623"/>
                  </a:lnTo>
                  <a:lnTo>
                    <a:pt x="4279" y="8623"/>
                  </a:lnTo>
                  <a:lnTo>
                    <a:pt x="4279" y="8369"/>
                  </a:lnTo>
                  <a:lnTo>
                    <a:pt x="4279" y="8242"/>
                  </a:lnTo>
                  <a:lnTo>
                    <a:pt x="12026" y="8242"/>
                  </a:lnTo>
                  <a:lnTo>
                    <a:pt x="11899" y="8115"/>
                  </a:lnTo>
                  <a:lnTo>
                    <a:pt x="12128" y="8115"/>
                  </a:lnTo>
                  <a:lnTo>
                    <a:pt x="12217" y="8242"/>
                  </a:lnTo>
                  <a:lnTo>
                    <a:pt x="12319" y="8115"/>
                  </a:lnTo>
                  <a:lnTo>
                    <a:pt x="12687" y="7988"/>
                  </a:lnTo>
                  <a:lnTo>
                    <a:pt x="12661" y="8115"/>
                  </a:lnTo>
                  <a:lnTo>
                    <a:pt x="12827" y="7988"/>
                  </a:lnTo>
                  <a:lnTo>
                    <a:pt x="12941" y="7734"/>
                  </a:lnTo>
                  <a:lnTo>
                    <a:pt x="13131" y="7734"/>
                  </a:lnTo>
                  <a:lnTo>
                    <a:pt x="13119" y="7861"/>
                  </a:lnTo>
                  <a:lnTo>
                    <a:pt x="13385" y="7861"/>
                  </a:lnTo>
                  <a:lnTo>
                    <a:pt x="13449" y="7480"/>
                  </a:lnTo>
                  <a:lnTo>
                    <a:pt x="13716" y="7480"/>
                  </a:lnTo>
                  <a:lnTo>
                    <a:pt x="13716" y="7861"/>
                  </a:lnTo>
                  <a:lnTo>
                    <a:pt x="17805" y="7861"/>
                  </a:lnTo>
                  <a:lnTo>
                    <a:pt x="17830" y="7607"/>
                  </a:lnTo>
                  <a:lnTo>
                    <a:pt x="17856" y="7353"/>
                  </a:lnTo>
                  <a:lnTo>
                    <a:pt x="14211" y="7353"/>
                  </a:lnTo>
                  <a:lnTo>
                    <a:pt x="14160" y="7607"/>
                  </a:lnTo>
                  <a:lnTo>
                    <a:pt x="14122" y="7480"/>
                  </a:lnTo>
                  <a:lnTo>
                    <a:pt x="14097" y="7353"/>
                  </a:lnTo>
                  <a:lnTo>
                    <a:pt x="4432" y="7353"/>
                  </a:lnTo>
                  <a:lnTo>
                    <a:pt x="4432" y="7988"/>
                  </a:lnTo>
                  <a:lnTo>
                    <a:pt x="4152" y="8115"/>
                  </a:lnTo>
                  <a:lnTo>
                    <a:pt x="4330" y="7988"/>
                  </a:lnTo>
                  <a:lnTo>
                    <a:pt x="4432" y="7353"/>
                  </a:lnTo>
                  <a:lnTo>
                    <a:pt x="3721" y="7353"/>
                  </a:lnTo>
                  <a:lnTo>
                    <a:pt x="3683" y="7607"/>
                  </a:lnTo>
                  <a:lnTo>
                    <a:pt x="3302" y="7607"/>
                  </a:lnTo>
                  <a:lnTo>
                    <a:pt x="3340" y="7480"/>
                  </a:lnTo>
                  <a:lnTo>
                    <a:pt x="3403" y="7353"/>
                  </a:lnTo>
                  <a:lnTo>
                    <a:pt x="3568" y="7226"/>
                  </a:lnTo>
                  <a:lnTo>
                    <a:pt x="3873" y="7226"/>
                  </a:lnTo>
                  <a:lnTo>
                    <a:pt x="3911" y="7099"/>
                  </a:lnTo>
                  <a:lnTo>
                    <a:pt x="17868" y="7099"/>
                  </a:lnTo>
                  <a:lnTo>
                    <a:pt x="17881" y="6972"/>
                  </a:lnTo>
                  <a:lnTo>
                    <a:pt x="17983" y="5829"/>
                  </a:lnTo>
                  <a:lnTo>
                    <a:pt x="13093" y="5829"/>
                  </a:lnTo>
                  <a:lnTo>
                    <a:pt x="13512" y="5702"/>
                  </a:lnTo>
                  <a:lnTo>
                    <a:pt x="13017" y="5702"/>
                  </a:lnTo>
                  <a:lnTo>
                    <a:pt x="13017" y="6845"/>
                  </a:lnTo>
                  <a:lnTo>
                    <a:pt x="12827" y="6972"/>
                  </a:lnTo>
                  <a:lnTo>
                    <a:pt x="12890" y="6718"/>
                  </a:lnTo>
                  <a:lnTo>
                    <a:pt x="13017" y="6845"/>
                  </a:lnTo>
                  <a:lnTo>
                    <a:pt x="13017" y="5702"/>
                  </a:lnTo>
                  <a:lnTo>
                    <a:pt x="11963" y="5702"/>
                  </a:lnTo>
                  <a:lnTo>
                    <a:pt x="11823" y="5829"/>
                  </a:lnTo>
                  <a:lnTo>
                    <a:pt x="12865" y="5829"/>
                  </a:lnTo>
                  <a:lnTo>
                    <a:pt x="12268" y="6337"/>
                  </a:lnTo>
                  <a:lnTo>
                    <a:pt x="12255" y="6718"/>
                  </a:lnTo>
                  <a:lnTo>
                    <a:pt x="12179" y="6591"/>
                  </a:lnTo>
                  <a:lnTo>
                    <a:pt x="12065" y="6845"/>
                  </a:lnTo>
                  <a:lnTo>
                    <a:pt x="11899" y="6845"/>
                  </a:lnTo>
                  <a:lnTo>
                    <a:pt x="11899" y="6972"/>
                  </a:lnTo>
                  <a:lnTo>
                    <a:pt x="11823" y="5829"/>
                  </a:lnTo>
                  <a:lnTo>
                    <a:pt x="3810" y="5829"/>
                  </a:lnTo>
                  <a:lnTo>
                    <a:pt x="3898" y="6591"/>
                  </a:lnTo>
                  <a:lnTo>
                    <a:pt x="3225" y="7099"/>
                  </a:lnTo>
                  <a:lnTo>
                    <a:pt x="3124" y="7226"/>
                  </a:lnTo>
                  <a:lnTo>
                    <a:pt x="3009" y="7353"/>
                  </a:lnTo>
                  <a:lnTo>
                    <a:pt x="2908" y="7480"/>
                  </a:lnTo>
                  <a:lnTo>
                    <a:pt x="2806" y="7607"/>
                  </a:lnTo>
                  <a:lnTo>
                    <a:pt x="2705" y="7734"/>
                  </a:lnTo>
                  <a:lnTo>
                    <a:pt x="2628" y="9131"/>
                  </a:lnTo>
                  <a:lnTo>
                    <a:pt x="2730" y="8877"/>
                  </a:lnTo>
                  <a:lnTo>
                    <a:pt x="2806" y="8750"/>
                  </a:lnTo>
                  <a:lnTo>
                    <a:pt x="2908" y="8496"/>
                  </a:lnTo>
                  <a:lnTo>
                    <a:pt x="2959" y="8623"/>
                  </a:lnTo>
                  <a:lnTo>
                    <a:pt x="2933" y="9131"/>
                  </a:lnTo>
                  <a:lnTo>
                    <a:pt x="3048" y="9004"/>
                  </a:lnTo>
                  <a:lnTo>
                    <a:pt x="2984" y="9385"/>
                  </a:lnTo>
                  <a:lnTo>
                    <a:pt x="2717" y="9512"/>
                  </a:lnTo>
                  <a:lnTo>
                    <a:pt x="2832" y="9893"/>
                  </a:lnTo>
                  <a:lnTo>
                    <a:pt x="2933" y="9766"/>
                  </a:lnTo>
                  <a:lnTo>
                    <a:pt x="2971" y="9639"/>
                  </a:lnTo>
                  <a:lnTo>
                    <a:pt x="3086" y="9512"/>
                  </a:lnTo>
                  <a:lnTo>
                    <a:pt x="4419" y="9512"/>
                  </a:lnTo>
                  <a:lnTo>
                    <a:pt x="4406" y="9385"/>
                  </a:lnTo>
                  <a:lnTo>
                    <a:pt x="4686" y="9512"/>
                  </a:lnTo>
                  <a:lnTo>
                    <a:pt x="4686" y="9766"/>
                  </a:lnTo>
                  <a:lnTo>
                    <a:pt x="4635" y="9512"/>
                  </a:lnTo>
                  <a:lnTo>
                    <a:pt x="4457" y="9639"/>
                  </a:lnTo>
                  <a:lnTo>
                    <a:pt x="3086" y="9639"/>
                  </a:lnTo>
                  <a:lnTo>
                    <a:pt x="3086" y="9893"/>
                  </a:lnTo>
                  <a:lnTo>
                    <a:pt x="2882" y="10020"/>
                  </a:lnTo>
                  <a:lnTo>
                    <a:pt x="2946" y="10147"/>
                  </a:lnTo>
                  <a:lnTo>
                    <a:pt x="3175" y="10020"/>
                  </a:lnTo>
                  <a:lnTo>
                    <a:pt x="3276" y="10528"/>
                  </a:lnTo>
                  <a:lnTo>
                    <a:pt x="3390" y="10655"/>
                  </a:lnTo>
                  <a:lnTo>
                    <a:pt x="3505" y="10782"/>
                  </a:lnTo>
                  <a:lnTo>
                    <a:pt x="3619" y="10909"/>
                  </a:lnTo>
                  <a:lnTo>
                    <a:pt x="3733" y="11036"/>
                  </a:lnTo>
                  <a:lnTo>
                    <a:pt x="3975" y="11036"/>
                  </a:lnTo>
                  <a:lnTo>
                    <a:pt x="4127" y="11163"/>
                  </a:lnTo>
                  <a:lnTo>
                    <a:pt x="4902" y="11163"/>
                  </a:lnTo>
                  <a:lnTo>
                    <a:pt x="4279" y="11290"/>
                  </a:lnTo>
                  <a:lnTo>
                    <a:pt x="5029" y="11290"/>
                  </a:lnTo>
                  <a:lnTo>
                    <a:pt x="4914" y="11671"/>
                  </a:lnTo>
                  <a:lnTo>
                    <a:pt x="5448" y="11925"/>
                  </a:lnTo>
                  <a:lnTo>
                    <a:pt x="5410" y="12077"/>
                  </a:lnTo>
                  <a:lnTo>
                    <a:pt x="5245" y="12052"/>
                  </a:lnTo>
                  <a:lnTo>
                    <a:pt x="5397" y="12179"/>
                  </a:lnTo>
                  <a:lnTo>
                    <a:pt x="6197" y="12179"/>
                  </a:lnTo>
                  <a:lnTo>
                    <a:pt x="6096" y="12306"/>
                  </a:lnTo>
                  <a:lnTo>
                    <a:pt x="5918" y="12306"/>
                  </a:lnTo>
                  <a:lnTo>
                    <a:pt x="6311" y="12433"/>
                  </a:lnTo>
                  <a:lnTo>
                    <a:pt x="6261" y="11925"/>
                  </a:lnTo>
                  <a:lnTo>
                    <a:pt x="6223" y="11798"/>
                  </a:lnTo>
                  <a:lnTo>
                    <a:pt x="6083" y="11925"/>
                  </a:lnTo>
                  <a:lnTo>
                    <a:pt x="6134" y="11798"/>
                  </a:lnTo>
                  <a:lnTo>
                    <a:pt x="6184" y="11671"/>
                  </a:lnTo>
                  <a:lnTo>
                    <a:pt x="6515" y="11417"/>
                  </a:lnTo>
                  <a:lnTo>
                    <a:pt x="6146" y="11417"/>
                  </a:lnTo>
                  <a:lnTo>
                    <a:pt x="6248" y="11290"/>
                  </a:lnTo>
                  <a:lnTo>
                    <a:pt x="5778" y="11417"/>
                  </a:lnTo>
                  <a:lnTo>
                    <a:pt x="5727" y="11798"/>
                  </a:lnTo>
                  <a:lnTo>
                    <a:pt x="5791" y="10909"/>
                  </a:lnTo>
                  <a:lnTo>
                    <a:pt x="5956" y="10782"/>
                  </a:lnTo>
                  <a:lnTo>
                    <a:pt x="6134" y="10655"/>
                  </a:lnTo>
                  <a:lnTo>
                    <a:pt x="5740" y="10655"/>
                  </a:lnTo>
                  <a:lnTo>
                    <a:pt x="5943" y="10782"/>
                  </a:lnTo>
                  <a:lnTo>
                    <a:pt x="5765" y="10782"/>
                  </a:lnTo>
                  <a:lnTo>
                    <a:pt x="5740" y="10655"/>
                  </a:lnTo>
                  <a:lnTo>
                    <a:pt x="3594" y="10655"/>
                  </a:lnTo>
                  <a:lnTo>
                    <a:pt x="3441" y="10528"/>
                  </a:lnTo>
                  <a:lnTo>
                    <a:pt x="3733" y="10528"/>
                  </a:lnTo>
                  <a:lnTo>
                    <a:pt x="3606" y="10401"/>
                  </a:lnTo>
                  <a:lnTo>
                    <a:pt x="6400" y="10401"/>
                  </a:lnTo>
                  <a:lnTo>
                    <a:pt x="6553" y="10528"/>
                  </a:lnTo>
                  <a:lnTo>
                    <a:pt x="6819" y="10401"/>
                  </a:lnTo>
                  <a:lnTo>
                    <a:pt x="6731" y="10528"/>
                  </a:lnTo>
                  <a:lnTo>
                    <a:pt x="20320" y="10528"/>
                  </a:lnTo>
                  <a:lnTo>
                    <a:pt x="19951" y="10401"/>
                  </a:lnTo>
                  <a:lnTo>
                    <a:pt x="19913" y="10147"/>
                  </a:lnTo>
                  <a:lnTo>
                    <a:pt x="19900" y="10020"/>
                  </a:lnTo>
                  <a:lnTo>
                    <a:pt x="20497" y="10020"/>
                  </a:lnTo>
                  <a:close/>
                </a:path>
                <a:path w="31750" h="30480">
                  <a:moveTo>
                    <a:pt x="20510" y="21069"/>
                  </a:moveTo>
                  <a:lnTo>
                    <a:pt x="20472" y="20815"/>
                  </a:lnTo>
                  <a:lnTo>
                    <a:pt x="19278" y="20815"/>
                  </a:lnTo>
                  <a:lnTo>
                    <a:pt x="19291" y="21069"/>
                  </a:lnTo>
                  <a:lnTo>
                    <a:pt x="20510" y="21069"/>
                  </a:lnTo>
                  <a:close/>
                </a:path>
                <a:path w="31750" h="30480">
                  <a:moveTo>
                    <a:pt x="20510" y="20307"/>
                  </a:moveTo>
                  <a:lnTo>
                    <a:pt x="20294" y="20307"/>
                  </a:lnTo>
                  <a:lnTo>
                    <a:pt x="20294" y="20434"/>
                  </a:lnTo>
                  <a:lnTo>
                    <a:pt x="20510" y="20434"/>
                  </a:lnTo>
                  <a:lnTo>
                    <a:pt x="20510" y="20307"/>
                  </a:lnTo>
                  <a:close/>
                </a:path>
                <a:path w="31750" h="30480">
                  <a:moveTo>
                    <a:pt x="20523" y="19672"/>
                  </a:moveTo>
                  <a:lnTo>
                    <a:pt x="20459" y="19291"/>
                  </a:lnTo>
                  <a:lnTo>
                    <a:pt x="20294" y="19291"/>
                  </a:lnTo>
                  <a:lnTo>
                    <a:pt x="20294" y="19672"/>
                  </a:lnTo>
                  <a:lnTo>
                    <a:pt x="20523" y="19672"/>
                  </a:lnTo>
                  <a:close/>
                </a:path>
                <a:path w="31750" h="30480">
                  <a:moveTo>
                    <a:pt x="20535" y="22085"/>
                  </a:moveTo>
                  <a:lnTo>
                    <a:pt x="18567" y="22085"/>
                  </a:lnTo>
                  <a:lnTo>
                    <a:pt x="19126" y="22212"/>
                  </a:lnTo>
                  <a:lnTo>
                    <a:pt x="20523" y="22212"/>
                  </a:lnTo>
                  <a:lnTo>
                    <a:pt x="20535" y="22085"/>
                  </a:lnTo>
                  <a:close/>
                </a:path>
                <a:path w="31750" h="30480">
                  <a:moveTo>
                    <a:pt x="20586" y="21831"/>
                  </a:moveTo>
                  <a:lnTo>
                    <a:pt x="20574" y="21704"/>
                  </a:lnTo>
                  <a:lnTo>
                    <a:pt x="20332" y="21704"/>
                  </a:lnTo>
                  <a:lnTo>
                    <a:pt x="20231" y="21831"/>
                  </a:lnTo>
                  <a:lnTo>
                    <a:pt x="20586" y="21831"/>
                  </a:lnTo>
                  <a:close/>
                </a:path>
                <a:path w="31750" h="30480">
                  <a:moveTo>
                    <a:pt x="20612" y="21704"/>
                  </a:moveTo>
                  <a:lnTo>
                    <a:pt x="20561" y="21450"/>
                  </a:lnTo>
                  <a:lnTo>
                    <a:pt x="20421" y="21450"/>
                  </a:lnTo>
                  <a:lnTo>
                    <a:pt x="20434" y="21577"/>
                  </a:lnTo>
                  <a:lnTo>
                    <a:pt x="20612" y="21704"/>
                  </a:lnTo>
                  <a:close/>
                </a:path>
                <a:path w="31750" h="30480">
                  <a:moveTo>
                    <a:pt x="20624" y="18910"/>
                  </a:moveTo>
                  <a:lnTo>
                    <a:pt x="20421" y="18910"/>
                  </a:lnTo>
                  <a:lnTo>
                    <a:pt x="20459" y="19291"/>
                  </a:lnTo>
                  <a:lnTo>
                    <a:pt x="20612" y="19291"/>
                  </a:lnTo>
                  <a:lnTo>
                    <a:pt x="20624" y="18910"/>
                  </a:lnTo>
                  <a:close/>
                </a:path>
                <a:path w="31750" h="30480">
                  <a:moveTo>
                    <a:pt x="20637" y="18656"/>
                  </a:moveTo>
                  <a:lnTo>
                    <a:pt x="20396" y="18656"/>
                  </a:lnTo>
                  <a:lnTo>
                    <a:pt x="20408" y="18783"/>
                  </a:lnTo>
                  <a:lnTo>
                    <a:pt x="20624" y="18783"/>
                  </a:lnTo>
                  <a:lnTo>
                    <a:pt x="20637" y="18656"/>
                  </a:lnTo>
                  <a:close/>
                </a:path>
                <a:path w="31750" h="30480">
                  <a:moveTo>
                    <a:pt x="20675" y="12306"/>
                  </a:moveTo>
                  <a:lnTo>
                    <a:pt x="20294" y="12306"/>
                  </a:lnTo>
                  <a:lnTo>
                    <a:pt x="20434" y="12560"/>
                  </a:lnTo>
                  <a:lnTo>
                    <a:pt x="20599" y="12395"/>
                  </a:lnTo>
                  <a:lnTo>
                    <a:pt x="20523" y="12941"/>
                  </a:lnTo>
                  <a:lnTo>
                    <a:pt x="20675" y="13068"/>
                  </a:lnTo>
                  <a:lnTo>
                    <a:pt x="20612" y="12369"/>
                  </a:lnTo>
                  <a:close/>
                </a:path>
                <a:path w="31750" h="30480">
                  <a:moveTo>
                    <a:pt x="20701" y="10655"/>
                  </a:moveTo>
                  <a:lnTo>
                    <a:pt x="20320" y="10528"/>
                  </a:lnTo>
                  <a:lnTo>
                    <a:pt x="20421" y="10655"/>
                  </a:lnTo>
                  <a:lnTo>
                    <a:pt x="20701" y="10655"/>
                  </a:lnTo>
                  <a:close/>
                </a:path>
                <a:path w="31750" h="30480">
                  <a:moveTo>
                    <a:pt x="20726" y="17132"/>
                  </a:moveTo>
                  <a:lnTo>
                    <a:pt x="20688" y="17005"/>
                  </a:lnTo>
                  <a:lnTo>
                    <a:pt x="20294" y="17005"/>
                  </a:lnTo>
                  <a:lnTo>
                    <a:pt x="20294" y="17132"/>
                  </a:lnTo>
                  <a:lnTo>
                    <a:pt x="20726" y="17132"/>
                  </a:lnTo>
                  <a:close/>
                </a:path>
                <a:path w="31750" h="30480">
                  <a:moveTo>
                    <a:pt x="20739" y="19799"/>
                  </a:moveTo>
                  <a:lnTo>
                    <a:pt x="20294" y="19799"/>
                  </a:lnTo>
                  <a:lnTo>
                    <a:pt x="20294" y="19926"/>
                  </a:lnTo>
                  <a:lnTo>
                    <a:pt x="20726" y="19926"/>
                  </a:lnTo>
                  <a:lnTo>
                    <a:pt x="20739" y="19799"/>
                  </a:lnTo>
                  <a:close/>
                </a:path>
                <a:path w="31750" h="30480">
                  <a:moveTo>
                    <a:pt x="20777" y="16624"/>
                  </a:moveTo>
                  <a:lnTo>
                    <a:pt x="20281" y="16624"/>
                  </a:lnTo>
                  <a:lnTo>
                    <a:pt x="20193" y="16878"/>
                  </a:lnTo>
                  <a:lnTo>
                    <a:pt x="20650" y="16878"/>
                  </a:lnTo>
                  <a:lnTo>
                    <a:pt x="20777" y="16624"/>
                  </a:lnTo>
                  <a:close/>
                </a:path>
                <a:path w="31750" h="30480">
                  <a:moveTo>
                    <a:pt x="20802" y="19291"/>
                  </a:moveTo>
                  <a:lnTo>
                    <a:pt x="20612" y="19291"/>
                  </a:lnTo>
                  <a:lnTo>
                    <a:pt x="20586" y="19672"/>
                  </a:lnTo>
                  <a:lnTo>
                    <a:pt x="20751" y="19672"/>
                  </a:lnTo>
                  <a:lnTo>
                    <a:pt x="20802" y="19291"/>
                  </a:lnTo>
                  <a:close/>
                </a:path>
                <a:path w="31750" h="30480">
                  <a:moveTo>
                    <a:pt x="20866" y="18402"/>
                  </a:moveTo>
                  <a:lnTo>
                    <a:pt x="20370" y="18402"/>
                  </a:lnTo>
                  <a:lnTo>
                    <a:pt x="20383" y="18529"/>
                  </a:lnTo>
                  <a:lnTo>
                    <a:pt x="20751" y="18529"/>
                  </a:lnTo>
                  <a:lnTo>
                    <a:pt x="20866" y="18402"/>
                  </a:lnTo>
                  <a:close/>
                </a:path>
                <a:path w="31750" h="30480">
                  <a:moveTo>
                    <a:pt x="20878" y="18148"/>
                  </a:moveTo>
                  <a:lnTo>
                    <a:pt x="20777" y="17259"/>
                  </a:lnTo>
                  <a:lnTo>
                    <a:pt x="20231" y="17259"/>
                  </a:lnTo>
                  <a:lnTo>
                    <a:pt x="20256" y="17513"/>
                  </a:lnTo>
                  <a:lnTo>
                    <a:pt x="19050" y="17640"/>
                  </a:lnTo>
                  <a:lnTo>
                    <a:pt x="19050" y="18148"/>
                  </a:lnTo>
                  <a:lnTo>
                    <a:pt x="19342" y="18148"/>
                  </a:lnTo>
                  <a:lnTo>
                    <a:pt x="19354" y="17894"/>
                  </a:lnTo>
                  <a:lnTo>
                    <a:pt x="19367" y="17767"/>
                  </a:lnTo>
                  <a:lnTo>
                    <a:pt x="19202" y="17894"/>
                  </a:lnTo>
                  <a:lnTo>
                    <a:pt x="19215" y="17767"/>
                  </a:lnTo>
                  <a:lnTo>
                    <a:pt x="19367" y="17767"/>
                  </a:lnTo>
                  <a:lnTo>
                    <a:pt x="20281" y="17767"/>
                  </a:lnTo>
                  <a:lnTo>
                    <a:pt x="20294" y="17894"/>
                  </a:lnTo>
                  <a:lnTo>
                    <a:pt x="20332" y="18148"/>
                  </a:lnTo>
                  <a:lnTo>
                    <a:pt x="20878" y="18148"/>
                  </a:lnTo>
                  <a:close/>
                </a:path>
                <a:path w="31750" h="30480">
                  <a:moveTo>
                    <a:pt x="20891" y="15989"/>
                  </a:moveTo>
                  <a:lnTo>
                    <a:pt x="20256" y="15989"/>
                  </a:lnTo>
                  <a:lnTo>
                    <a:pt x="20256" y="15862"/>
                  </a:lnTo>
                  <a:lnTo>
                    <a:pt x="20091" y="15862"/>
                  </a:lnTo>
                  <a:lnTo>
                    <a:pt x="20129" y="16370"/>
                  </a:lnTo>
                  <a:lnTo>
                    <a:pt x="20269" y="16370"/>
                  </a:lnTo>
                  <a:lnTo>
                    <a:pt x="20281" y="16497"/>
                  </a:lnTo>
                  <a:lnTo>
                    <a:pt x="20840" y="16497"/>
                  </a:lnTo>
                  <a:lnTo>
                    <a:pt x="20866" y="16243"/>
                  </a:lnTo>
                  <a:lnTo>
                    <a:pt x="20269" y="16243"/>
                  </a:lnTo>
                  <a:lnTo>
                    <a:pt x="20269" y="16116"/>
                  </a:lnTo>
                  <a:lnTo>
                    <a:pt x="20878" y="16116"/>
                  </a:lnTo>
                  <a:lnTo>
                    <a:pt x="20891" y="15989"/>
                  </a:lnTo>
                  <a:close/>
                </a:path>
                <a:path w="31750" h="30480">
                  <a:moveTo>
                    <a:pt x="20993" y="16878"/>
                  </a:moveTo>
                  <a:lnTo>
                    <a:pt x="20650" y="16878"/>
                  </a:lnTo>
                  <a:lnTo>
                    <a:pt x="20688" y="17005"/>
                  </a:lnTo>
                  <a:lnTo>
                    <a:pt x="20866" y="17005"/>
                  </a:lnTo>
                  <a:lnTo>
                    <a:pt x="20993" y="16878"/>
                  </a:lnTo>
                  <a:close/>
                </a:path>
                <a:path w="31750" h="30480">
                  <a:moveTo>
                    <a:pt x="21005" y="18783"/>
                  </a:moveTo>
                  <a:lnTo>
                    <a:pt x="20624" y="18783"/>
                  </a:lnTo>
                  <a:lnTo>
                    <a:pt x="20624" y="18910"/>
                  </a:lnTo>
                  <a:lnTo>
                    <a:pt x="20916" y="18910"/>
                  </a:lnTo>
                  <a:lnTo>
                    <a:pt x="21005" y="18783"/>
                  </a:lnTo>
                  <a:close/>
                </a:path>
                <a:path w="31750" h="30480">
                  <a:moveTo>
                    <a:pt x="21005" y="14846"/>
                  </a:moveTo>
                  <a:lnTo>
                    <a:pt x="20218" y="14846"/>
                  </a:lnTo>
                  <a:lnTo>
                    <a:pt x="20231" y="14973"/>
                  </a:lnTo>
                  <a:lnTo>
                    <a:pt x="20993" y="14973"/>
                  </a:lnTo>
                  <a:lnTo>
                    <a:pt x="21005" y="14846"/>
                  </a:lnTo>
                  <a:close/>
                </a:path>
                <a:path w="31750" h="30480">
                  <a:moveTo>
                    <a:pt x="21018" y="10655"/>
                  </a:moveTo>
                  <a:lnTo>
                    <a:pt x="20853" y="10528"/>
                  </a:lnTo>
                  <a:lnTo>
                    <a:pt x="20396" y="10528"/>
                  </a:lnTo>
                  <a:lnTo>
                    <a:pt x="20701" y="10655"/>
                  </a:lnTo>
                  <a:lnTo>
                    <a:pt x="21018" y="10655"/>
                  </a:lnTo>
                  <a:close/>
                </a:path>
                <a:path w="31750" h="30480">
                  <a:moveTo>
                    <a:pt x="21043" y="16116"/>
                  </a:moveTo>
                  <a:lnTo>
                    <a:pt x="20878" y="16116"/>
                  </a:lnTo>
                  <a:lnTo>
                    <a:pt x="20866" y="16243"/>
                  </a:lnTo>
                  <a:lnTo>
                    <a:pt x="21031" y="16243"/>
                  </a:lnTo>
                  <a:lnTo>
                    <a:pt x="21043" y="16116"/>
                  </a:lnTo>
                  <a:close/>
                </a:path>
                <a:path w="31750" h="30480">
                  <a:moveTo>
                    <a:pt x="21094" y="13957"/>
                  </a:moveTo>
                  <a:lnTo>
                    <a:pt x="16738" y="13957"/>
                  </a:lnTo>
                  <a:lnTo>
                    <a:pt x="17170" y="14211"/>
                  </a:lnTo>
                  <a:lnTo>
                    <a:pt x="21069" y="14211"/>
                  </a:lnTo>
                  <a:lnTo>
                    <a:pt x="21094" y="13957"/>
                  </a:lnTo>
                  <a:close/>
                </a:path>
                <a:path w="31750" h="30480">
                  <a:moveTo>
                    <a:pt x="21107" y="18275"/>
                  </a:moveTo>
                  <a:lnTo>
                    <a:pt x="20866" y="18402"/>
                  </a:lnTo>
                  <a:lnTo>
                    <a:pt x="21069" y="18402"/>
                  </a:lnTo>
                  <a:lnTo>
                    <a:pt x="21107" y="18275"/>
                  </a:lnTo>
                  <a:close/>
                </a:path>
                <a:path w="31750" h="30480">
                  <a:moveTo>
                    <a:pt x="21145" y="18148"/>
                  </a:moveTo>
                  <a:lnTo>
                    <a:pt x="20980" y="18148"/>
                  </a:lnTo>
                  <a:lnTo>
                    <a:pt x="20993" y="18275"/>
                  </a:lnTo>
                  <a:lnTo>
                    <a:pt x="21145" y="18148"/>
                  </a:lnTo>
                  <a:close/>
                </a:path>
                <a:path w="31750" h="30480">
                  <a:moveTo>
                    <a:pt x="21145" y="14973"/>
                  </a:moveTo>
                  <a:lnTo>
                    <a:pt x="20993" y="14973"/>
                  </a:lnTo>
                  <a:lnTo>
                    <a:pt x="20942" y="15481"/>
                  </a:lnTo>
                  <a:lnTo>
                    <a:pt x="21069" y="15481"/>
                  </a:lnTo>
                  <a:lnTo>
                    <a:pt x="21145" y="14973"/>
                  </a:lnTo>
                  <a:close/>
                </a:path>
                <a:path w="31750" h="30480">
                  <a:moveTo>
                    <a:pt x="21209" y="18783"/>
                  </a:moveTo>
                  <a:lnTo>
                    <a:pt x="21005" y="18656"/>
                  </a:lnTo>
                  <a:lnTo>
                    <a:pt x="21005" y="18783"/>
                  </a:lnTo>
                  <a:lnTo>
                    <a:pt x="21209" y="18783"/>
                  </a:lnTo>
                  <a:close/>
                </a:path>
                <a:path w="31750" h="30480">
                  <a:moveTo>
                    <a:pt x="21310" y="14211"/>
                  </a:moveTo>
                  <a:lnTo>
                    <a:pt x="21069" y="14211"/>
                  </a:lnTo>
                  <a:lnTo>
                    <a:pt x="21005" y="14846"/>
                  </a:lnTo>
                  <a:lnTo>
                    <a:pt x="21183" y="14846"/>
                  </a:lnTo>
                  <a:lnTo>
                    <a:pt x="21196" y="14338"/>
                  </a:lnTo>
                  <a:lnTo>
                    <a:pt x="21310" y="14211"/>
                  </a:lnTo>
                  <a:close/>
                </a:path>
                <a:path w="31750" h="30480">
                  <a:moveTo>
                    <a:pt x="21348" y="13449"/>
                  </a:moveTo>
                  <a:lnTo>
                    <a:pt x="20002" y="13449"/>
                  </a:lnTo>
                  <a:lnTo>
                    <a:pt x="20015" y="13576"/>
                  </a:lnTo>
                  <a:lnTo>
                    <a:pt x="21234" y="13576"/>
                  </a:lnTo>
                  <a:lnTo>
                    <a:pt x="21348" y="13449"/>
                  </a:lnTo>
                  <a:close/>
                </a:path>
                <a:path w="31750" h="30480">
                  <a:moveTo>
                    <a:pt x="21424" y="16243"/>
                  </a:moveTo>
                  <a:lnTo>
                    <a:pt x="21031" y="16243"/>
                  </a:lnTo>
                  <a:lnTo>
                    <a:pt x="21399" y="16370"/>
                  </a:lnTo>
                  <a:lnTo>
                    <a:pt x="21424" y="16243"/>
                  </a:lnTo>
                  <a:close/>
                </a:path>
                <a:path w="31750" h="30480">
                  <a:moveTo>
                    <a:pt x="21463" y="18656"/>
                  </a:moveTo>
                  <a:lnTo>
                    <a:pt x="21259" y="18529"/>
                  </a:lnTo>
                  <a:lnTo>
                    <a:pt x="20751" y="18529"/>
                  </a:lnTo>
                  <a:lnTo>
                    <a:pt x="20637" y="18656"/>
                  </a:lnTo>
                  <a:lnTo>
                    <a:pt x="21005" y="18656"/>
                  </a:lnTo>
                  <a:lnTo>
                    <a:pt x="21463" y="18656"/>
                  </a:lnTo>
                  <a:close/>
                </a:path>
                <a:path w="31750" h="30480">
                  <a:moveTo>
                    <a:pt x="21475" y="14084"/>
                  </a:moveTo>
                  <a:lnTo>
                    <a:pt x="21310" y="14211"/>
                  </a:lnTo>
                  <a:lnTo>
                    <a:pt x="21463" y="14211"/>
                  </a:lnTo>
                  <a:lnTo>
                    <a:pt x="21475" y="14084"/>
                  </a:lnTo>
                  <a:close/>
                </a:path>
                <a:path w="31750" h="30480">
                  <a:moveTo>
                    <a:pt x="21488" y="15989"/>
                  </a:moveTo>
                  <a:lnTo>
                    <a:pt x="21043" y="15989"/>
                  </a:lnTo>
                  <a:lnTo>
                    <a:pt x="21043" y="16116"/>
                  </a:lnTo>
                  <a:lnTo>
                    <a:pt x="21450" y="16116"/>
                  </a:lnTo>
                  <a:lnTo>
                    <a:pt x="21488" y="15989"/>
                  </a:lnTo>
                  <a:close/>
                </a:path>
                <a:path w="31750" h="30480">
                  <a:moveTo>
                    <a:pt x="21551" y="13576"/>
                  </a:moveTo>
                  <a:lnTo>
                    <a:pt x="21234" y="13576"/>
                  </a:lnTo>
                  <a:lnTo>
                    <a:pt x="21120" y="13703"/>
                  </a:lnTo>
                  <a:lnTo>
                    <a:pt x="21094" y="13957"/>
                  </a:lnTo>
                  <a:lnTo>
                    <a:pt x="21488" y="13957"/>
                  </a:lnTo>
                  <a:lnTo>
                    <a:pt x="21551" y="13576"/>
                  </a:lnTo>
                  <a:close/>
                </a:path>
                <a:path w="31750" h="30480">
                  <a:moveTo>
                    <a:pt x="21577" y="20307"/>
                  </a:moveTo>
                  <a:lnTo>
                    <a:pt x="21297" y="20053"/>
                  </a:lnTo>
                  <a:lnTo>
                    <a:pt x="20497" y="20053"/>
                  </a:lnTo>
                  <a:lnTo>
                    <a:pt x="20510" y="20307"/>
                  </a:lnTo>
                  <a:lnTo>
                    <a:pt x="21577" y="20307"/>
                  </a:lnTo>
                  <a:close/>
                </a:path>
                <a:path w="31750" h="30480">
                  <a:moveTo>
                    <a:pt x="21640" y="13322"/>
                  </a:moveTo>
                  <a:lnTo>
                    <a:pt x="21463" y="13322"/>
                  </a:lnTo>
                  <a:lnTo>
                    <a:pt x="21348" y="13449"/>
                  </a:lnTo>
                  <a:lnTo>
                    <a:pt x="21602" y="13449"/>
                  </a:lnTo>
                  <a:lnTo>
                    <a:pt x="21640" y="13322"/>
                  </a:lnTo>
                  <a:close/>
                </a:path>
                <a:path w="31750" h="30480">
                  <a:moveTo>
                    <a:pt x="21653" y="18910"/>
                  </a:moveTo>
                  <a:lnTo>
                    <a:pt x="21564" y="18783"/>
                  </a:lnTo>
                  <a:lnTo>
                    <a:pt x="21209" y="18783"/>
                  </a:lnTo>
                  <a:lnTo>
                    <a:pt x="21336" y="18910"/>
                  </a:lnTo>
                  <a:lnTo>
                    <a:pt x="21653" y="18910"/>
                  </a:lnTo>
                  <a:close/>
                </a:path>
                <a:path w="31750" h="30480">
                  <a:moveTo>
                    <a:pt x="21666" y="368"/>
                  </a:moveTo>
                  <a:lnTo>
                    <a:pt x="21272" y="0"/>
                  </a:lnTo>
                  <a:lnTo>
                    <a:pt x="20802" y="0"/>
                  </a:lnTo>
                  <a:lnTo>
                    <a:pt x="20726" y="368"/>
                  </a:lnTo>
                  <a:lnTo>
                    <a:pt x="21666" y="368"/>
                  </a:lnTo>
                  <a:close/>
                </a:path>
                <a:path w="31750" h="30480">
                  <a:moveTo>
                    <a:pt x="21717" y="20815"/>
                  </a:moveTo>
                  <a:lnTo>
                    <a:pt x="20535" y="20815"/>
                  </a:lnTo>
                  <a:lnTo>
                    <a:pt x="20548" y="21069"/>
                  </a:lnTo>
                  <a:lnTo>
                    <a:pt x="21717" y="21069"/>
                  </a:lnTo>
                  <a:lnTo>
                    <a:pt x="21717" y="20815"/>
                  </a:lnTo>
                  <a:close/>
                </a:path>
                <a:path w="31750" h="30480">
                  <a:moveTo>
                    <a:pt x="21717" y="16878"/>
                  </a:moveTo>
                  <a:lnTo>
                    <a:pt x="21640" y="16497"/>
                  </a:lnTo>
                  <a:lnTo>
                    <a:pt x="20840" y="16497"/>
                  </a:lnTo>
                  <a:lnTo>
                    <a:pt x="20777" y="16624"/>
                  </a:lnTo>
                  <a:lnTo>
                    <a:pt x="21247" y="16624"/>
                  </a:lnTo>
                  <a:lnTo>
                    <a:pt x="21120" y="16751"/>
                  </a:lnTo>
                  <a:lnTo>
                    <a:pt x="20993" y="16878"/>
                  </a:lnTo>
                  <a:lnTo>
                    <a:pt x="21717" y="16878"/>
                  </a:lnTo>
                  <a:close/>
                </a:path>
                <a:path w="31750" h="30480">
                  <a:moveTo>
                    <a:pt x="21755" y="19291"/>
                  </a:moveTo>
                  <a:lnTo>
                    <a:pt x="21666" y="19164"/>
                  </a:lnTo>
                  <a:lnTo>
                    <a:pt x="21577" y="19037"/>
                  </a:lnTo>
                  <a:lnTo>
                    <a:pt x="21336" y="18910"/>
                  </a:lnTo>
                  <a:lnTo>
                    <a:pt x="20916" y="18910"/>
                  </a:lnTo>
                  <a:lnTo>
                    <a:pt x="20802" y="19291"/>
                  </a:lnTo>
                  <a:lnTo>
                    <a:pt x="21755" y="19291"/>
                  </a:lnTo>
                  <a:close/>
                </a:path>
                <a:path w="31750" h="30480">
                  <a:moveTo>
                    <a:pt x="21818" y="16116"/>
                  </a:moveTo>
                  <a:lnTo>
                    <a:pt x="21590" y="16243"/>
                  </a:lnTo>
                  <a:lnTo>
                    <a:pt x="21818" y="16243"/>
                  </a:lnTo>
                  <a:lnTo>
                    <a:pt x="21818" y="16116"/>
                  </a:lnTo>
                  <a:close/>
                </a:path>
                <a:path w="31750" h="30480">
                  <a:moveTo>
                    <a:pt x="21882" y="15100"/>
                  </a:moveTo>
                  <a:lnTo>
                    <a:pt x="21666" y="15227"/>
                  </a:lnTo>
                  <a:lnTo>
                    <a:pt x="21602" y="15481"/>
                  </a:lnTo>
                  <a:lnTo>
                    <a:pt x="21488" y="15989"/>
                  </a:lnTo>
                  <a:lnTo>
                    <a:pt x="21678" y="15989"/>
                  </a:lnTo>
                  <a:lnTo>
                    <a:pt x="21780" y="15481"/>
                  </a:lnTo>
                  <a:lnTo>
                    <a:pt x="21882" y="15100"/>
                  </a:lnTo>
                  <a:close/>
                </a:path>
                <a:path w="31750" h="30480">
                  <a:moveTo>
                    <a:pt x="21958" y="17259"/>
                  </a:moveTo>
                  <a:lnTo>
                    <a:pt x="20866" y="17259"/>
                  </a:lnTo>
                  <a:lnTo>
                    <a:pt x="20866" y="17640"/>
                  </a:lnTo>
                  <a:lnTo>
                    <a:pt x="21183" y="17767"/>
                  </a:lnTo>
                  <a:lnTo>
                    <a:pt x="21640" y="17513"/>
                  </a:lnTo>
                  <a:lnTo>
                    <a:pt x="21780" y="17640"/>
                  </a:lnTo>
                  <a:lnTo>
                    <a:pt x="21894" y="17513"/>
                  </a:lnTo>
                  <a:lnTo>
                    <a:pt x="21958" y="17259"/>
                  </a:lnTo>
                  <a:close/>
                </a:path>
                <a:path w="31750" h="30480">
                  <a:moveTo>
                    <a:pt x="21983" y="19799"/>
                  </a:moveTo>
                  <a:lnTo>
                    <a:pt x="21958" y="19672"/>
                  </a:lnTo>
                  <a:lnTo>
                    <a:pt x="20751" y="19672"/>
                  </a:lnTo>
                  <a:lnTo>
                    <a:pt x="20739" y="19799"/>
                  </a:lnTo>
                  <a:lnTo>
                    <a:pt x="21983" y="19799"/>
                  </a:lnTo>
                  <a:close/>
                </a:path>
                <a:path w="31750" h="30480">
                  <a:moveTo>
                    <a:pt x="22021" y="17005"/>
                  </a:moveTo>
                  <a:lnTo>
                    <a:pt x="20866" y="17005"/>
                  </a:lnTo>
                  <a:lnTo>
                    <a:pt x="20866" y="17132"/>
                  </a:lnTo>
                  <a:lnTo>
                    <a:pt x="21996" y="17132"/>
                  </a:lnTo>
                  <a:lnTo>
                    <a:pt x="22021" y="17005"/>
                  </a:lnTo>
                  <a:close/>
                </a:path>
                <a:path w="31750" h="30480">
                  <a:moveTo>
                    <a:pt x="22047" y="13322"/>
                  </a:moveTo>
                  <a:lnTo>
                    <a:pt x="21717" y="13322"/>
                  </a:lnTo>
                  <a:lnTo>
                    <a:pt x="21653" y="13449"/>
                  </a:lnTo>
                  <a:lnTo>
                    <a:pt x="21958" y="13449"/>
                  </a:lnTo>
                  <a:lnTo>
                    <a:pt x="22047" y="13322"/>
                  </a:lnTo>
                  <a:close/>
                </a:path>
                <a:path w="31750" h="30480">
                  <a:moveTo>
                    <a:pt x="22059" y="20815"/>
                  </a:moveTo>
                  <a:lnTo>
                    <a:pt x="21729" y="20815"/>
                  </a:lnTo>
                  <a:lnTo>
                    <a:pt x="21717" y="21069"/>
                  </a:lnTo>
                  <a:lnTo>
                    <a:pt x="22034" y="21069"/>
                  </a:lnTo>
                  <a:lnTo>
                    <a:pt x="22059" y="20815"/>
                  </a:lnTo>
                  <a:close/>
                </a:path>
                <a:path w="31750" h="30480">
                  <a:moveTo>
                    <a:pt x="22059" y="18148"/>
                  </a:moveTo>
                  <a:lnTo>
                    <a:pt x="22034" y="17894"/>
                  </a:lnTo>
                  <a:lnTo>
                    <a:pt x="21450" y="17640"/>
                  </a:lnTo>
                  <a:lnTo>
                    <a:pt x="21399" y="17767"/>
                  </a:lnTo>
                  <a:lnTo>
                    <a:pt x="21272" y="18148"/>
                  </a:lnTo>
                  <a:lnTo>
                    <a:pt x="22059" y="18148"/>
                  </a:lnTo>
                  <a:close/>
                </a:path>
                <a:path w="31750" h="30480">
                  <a:moveTo>
                    <a:pt x="22059" y="12941"/>
                  </a:moveTo>
                  <a:lnTo>
                    <a:pt x="21805" y="12941"/>
                  </a:lnTo>
                  <a:lnTo>
                    <a:pt x="21691" y="13195"/>
                  </a:lnTo>
                  <a:lnTo>
                    <a:pt x="21831" y="13195"/>
                  </a:lnTo>
                  <a:lnTo>
                    <a:pt x="21945" y="13068"/>
                  </a:lnTo>
                  <a:lnTo>
                    <a:pt x="22059" y="12941"/>
                  </a:lnTo>
                  <a:close/>
                </a:path>
                <a:path w="31750" h="30480">
                  <a:moveTo>
                    <a:pt x="22072" y="20434"/>
                  </a:moveTo>
                  <a:lnTo>
                    <a:pt x="21678" y="20434"/>
                  </a:lnTo>
                  <a:lnTo>
                    <a:pt x="20510" y="20434"/>
                  </a:lnTo>
                  <a:lnTo>
                    <a:pt x="20523" y="20688"/>
                  </a:lnTo>
                  <a:lnTo>
                    <a:pt x="21717" y="20688"/>
                  </a:lnTo>
                  <a:lnTo>
                    <a:pt x="21691" y="20523"/>
                  </a:lnTo>
                  <a:lnTo>
                    <a:pt x="21742" y="20688"/>
                  </a:lnTo>
                  <a:lnTo>
                    <a:pt x="22059" y="20688"/>
                  </a:lnTo>
                  <a:lnTo>
                    <a:pt x="22072" y="20434"/>
                  </a:lnTo>
                  <a:close/>
                </a:path>
                <a:path w="31750" h="30480">
                  <a:moveTo>
                    <a:pt x="22085" y="20307"/>
                  </a:moveTo>
                  <a:lnTo>
                    <a:pt x="22009" y="19926"/>
                  </a:lnTo>
                  <a:lnTo>
                    <a:pt x="21564" y="19926"/>
                  </a:lnTo>
                  <a:lnTo>
                    <a:pt x="21653" y="20307"/>
                  </a:lnTo>
                  <a:lnTo>
                    <a:pt x="22085" y="20307"/>
                  </a:lnTo>
                  <a:close/>
                </a:path>
                <a:path w="31750" h="30480">
                  <a:moveTo>
                    <a:pt x="22085" y="16751"/>
                  </a:moveTo>
                  <a:lnTo>
                    <a:pt x="21717" y="16878"/>
                  </a:lnTo>
                  <a:lnTo>
                    <a:pt x="22047" y="16878"/>
                  </a:lnTo>
                  <a:lnTo>
                    <a:pt x="22085" y="16751"/>
                  </a:lnTo>
                  <a:close/>
                </a:path>
                <a:path w="31750" h="30480">
                  <a:moveTo>
                    <a:pt x="22174" y="495"/>
                  </a:moveTo>
                  <a:lnTo>
                    <a:pt x="21894" y="368"/>
                  </a:lnTo>
                  <a:lnTo>
                    <a:pt x="21983" y="495"/>
                  </a:lnTo>
                  <a:lnTo>
                    <a:pt x="22174" y="495"/>
                  </a:lnTo>
                  <a:close/>
                </a:path>
                <a:path w="31750" h="30480">
                  <a:moveTo>
                    <a:pt x="22199" y="16878"/>
                  </a:moveTo>
                  <a:lnTo>
                    <a:pt x="22047" y="16878"/>
                  </a:lnTo>
                  <a:lnTo>
                    <a:pt x="22021" y="17005"/>
                  </a:lnTo>
                  <a:lnTo>
                    <a:pt x="22199" y="16878"/>
                  </a:lnTo>
                  <a:close/>
                </a:path>
                <a:path w="31750" h="30480">
                  <a:moveTo>
                    <a:pt x="22313" y="13296"/>
                  </a:moveTo>
                  <a:lnTo>
                    <a:pt x="22136" y="13195"/>
                  </a:lnTo>
                  <a:lnTo>
                    <a:pt x="22313" y="13296"/>
                  </a:lnTo>
                  <a:close/>
                </a:path>
                <a:path w="31750" h="30480">
                  <a:moveTo>
                    <a:pt x="22631" y="22085"/>
                  </a:moveTo>
                  <a:lnTo>
                    <a:pt x="20599" y="22085"/>
                  </a:lnTo>
                  <a:lnTo>
                    <a:pt x="20599" y="22212"/>
                  </a:lnTo>
                  <a:lnTo>
                    <a:pt x="22529" y="22212"/>
                  </a:lnTo>
                  <a:lnTo>
                    <a:pt x="22631" y="22085"/>
                  </a:lnTo>
                  <a:close/>
                </a:path>
                <a:path w="31750" h="30480">
                  <a:moveTo>
                    <a:pt x="22707" y="13576"/>
                  </a:moveTo>
                  <a:lnTo>
                    <a:pt x="22644" y="13449"/>
                  </a:lnTo>
                  <a:lnTo>
                    <a:pt x="21958" y="13449"/>
                  </a:lnTo>
                  <a:lnTo>
                    <a:pt x="21628" y="13576"/>
                  </a:lnTo>
                  <a:lnTo>
                    <a:pt x="22707" y="13576"/>
                  </a:lnTo>
                  <a:close/>
                </a:path>
                <a:path w="31750" h="30480">
                  <a:moveTo>
                    <a:pt x="22720" y="21704"/>
                  </a:moveTo>
                  <a:lnTo>
                    <a:pt x="20612" y="21704"/>
                  </a:lnTo>
                  <a:lnTo>
                    <a:pt x="20586" y="21831"/>
                  </a:lnTo>
                  <a:lnTo>
                    <a:pt x="20561" y="21958"/>
                  </a:lnTo>
                  <a:lnTo>
                    <a:pt x="22644" y="21958"/>
                  </a:lnTo>
                  <a:lnTo>
                    <a:pt x="22720" y="21704"/>
                  </a:lnTo>
                  <a:close/>
                </a:path>
                <a:path w="31750" h="30480">
                  <a:moveTo>
                    <a:pt x="22821" y="16878"/>
                  </a:moveTo>
                  <a:lnTo>
                    <a:pt x="22669" y="16751"/>
                  </a:lnTo>
                  <a:lnTo>
                    <a:pt x="22491" y="16751"/>
                  </a:lnTo>
                  <a:lnTo>
                    <a:pt x="22567" y="16624"/>
                  </a:lnTo>
                  <a:lnTo>
                    <a:pt x="21691" y="16624"/>
                  </a:lnTo>
                  <a:lnTo>
                    <a:pt x="22085" y="16751"/>
                  </a:lnTo>
                  <a:lnTo>
                    <a:pt x="22339" y="16751"/>
                  </a:lnTo>
                  <a:lnTo>
                    <a:pt x="22199" y="16878"/>
                  </a:lnTo>
                  <a:lnTo>
                    <a:pt x="22821" y="16878"/>
                  </a:lnTo>
                  <a:close/>
                </a:path>
                <a:path w="31750" h="30480">
                  <a:moveTo>
                    <a:pt x="22847" y="10655"/>
                  </a:moveTo>
                  <a:lnTo>
                    <a:pt x="22834" y="10528"/>
                  </a:lnTo>
                  <a:lnTo>
                    <a:pt x="20891" y="10528"/>
                  </a:lnTo>
                  <a:lnTo>
                    <a:pt x="21082" y="10655"/>
                  </a:lnTo>
                  <a:lnTo>
                    <a:pt x="22466" y="10655"/>
                  </a:lnTo>
                  <a:lnTo>
                    <a:pt x="22847" y="10655"/>
                  </a:lnTo>
                  <a:close/>
                </a:path>
                <a:path w="31750" h="30480">
                  <a:moveTo>
                    <a:pt x="22860" y="21323"/>
                  </a:moveTo>
                  <a:lnTo>
                    <a:pt x="20561" y="21323"/>
                  </a:lnTo>
                  <a:lnTo>
                    <a:pt x="20561" y="21450"/>
                  </a:lnTo>
                  <a:lnTo>
                    <a:pt x="22834" y="21450"/>
                  </a:lnTo>
                  <a:lnTo>
                    <a:pt x="22860" y="21323"/>
                  </a:lnTo>
                  <a:close/>
                </a:path>
                <a:path w="31750" h="30480">
                  <a:moveTo>
                    <a:pt x="22860" y="17132"/>
                  </a:moveTo>
                  <a:lnTo>
                    <a:pt x="22834" y="17005"/>
                  </a:lnTo>
                  <a:lnTo>
                    <a:pt x="22072" y="17005"/>
                  </a:lnTo>
                  <a:lnTo>
                    <a:pt x="22009" y="17132"/>
                  </a:lnTo>
                  <a:lnTo>
                    <a:pt x="22860" y="17132"/>
                  </a:lnTo>
                  <a:close/>
                </a:path>
                <a:path w="31750" h="30480">
                  <a:moveTo>
                    <a:pt x="22898" y="16116"/>
                  </a:moveTo>
                  <a:lnTo>
                    <a:pt x="22796" y="15989"/>
                  </a:lnTo>
                  <a:lnTo>
                    <a:pt x="21856" y="15989"/>
                  </a:lnTo>
                  <a:lnTo>
                    <a:pt x="21678" y="15989"/>
                  </a:lnTo>
                  <a:lnTo>
                    <a:pt x="21526" y="16116"/>
                  </a:lnTo>
                  <a:lnTo>
                    <a:pt x="21717" y="16116"/>
                  </a:lnTo>
                  <a:lnTo>
                    <a:pt x="22898" y="16116"/>
                  </a:lnTo>
                  <a:close/>
                </a:path>
                <a:path w="31750" h="30480">
                  <a:moveTo>
                    <a:pt x="22923" y="18656"/>
                  </a:moveTo>
                  <a:lnTo>
                    <a:pt x="21463" y="18656"/>
                  </a:lnTo>
                  <a:lnTo>
                    <a:pt x="21564" y="18783"/>
                  </a:lnTo>
                  <a:lnTo>
                    <a:pt x="22923" y="18783"/>
                  </a:lnTo>
                  <a:lnTo>
                    <a:pt x="22923" y="18656"/>
                  </a:lnTo>
                  <a:close/>
                </a:path>
                <a:path w="31750" h="30480">
                  <a:moveTo>
                    <a:pt x="22923" y="12306"/>
                  </a:moveTo>
                  <a:lnTo>
                    <a:pt x="22707" y="12179"/>
                  </a:lnTo>
                  <a:lnTo>
                    <a:pt x="21932" y="12179"/>
                  </a:lnTo>
                  <a:lnTo>
                    <a:pt x="21869" y="12306"/>
                  </a:lnTo>
                  <a:lnTo>
                    <a:pt x="22923" y="12306"/>
                  </a:lnTo>
                  <a:close/>
                </a:path>
                <a:path w="31750" h="30480">
                  <a:moveTo>
                    <a:pt x="22936" y="18402"/>
                  </a:moveTo>
                  <a:lnTo>
                    <a:pt x="21069" y="18402"/>
                  </a:lnTo>
                  <a:lnTo>
                    <a:pt x="21259" y="18529"/>
                  </a:lnTo>
                  <a:lnTo>
                    <a:pt x="22923" y="18529"/>
                  </a:lnTo>
                  <a:lnTo>
                    <a:pt x="22936" y="18402"/>
                  </a:lnTo>
                  <a:close/>
                </a:path>
                <a:path w="31750" h="30480">
                  <a:moveTo>
                    <a:pt x="22936" y="13957"/>
                  </a:moveTo>
                  <a:lnTo>
                    <a:pt x="22860" y="13830"/>
                  </a:lnTo>
                  <a:lnTo>
                    <a:pt x="22694" y="13830"/>
                  </a:lnTo>
                  <a:lnTo>
                    <a:pt x="22466" y="13830"/>
                  </a:lnTo>
                  <a:lnTo>
                    <a:pt x="22555" y="13957"/>
                  </a:lnTo>
                  <a:lnTo>
                    <a:pt x="21551" y="13957"/>
                  </a:lnTo>
                  <a:lnTo>
                    <a:pt x="21475" y="14211"/>
                  </a:lnTo>
                  <a:lnTo>
                    <a:pt x="22771" y="14211"/>
                  </a:lnTo>
                  <a:lnTo>
                    <a:pt x="22707" y="13957"/>
                  </a:lnTo>
                  <a:lnTo>
                    <a:pt x="22936" y="13957"/>
                  </a:lnTo>
                  <a:close/>
                </a:path>
                <a:path w="31750" h="30480">
                  <a:moveTo>
                    <a:pt x="22961" y="17894"/>
                  </a:moveTo>
                  <a:lnTo>
                    <a:pt x="22885" y="17259"/>
                  </a:lnTo>
                  <a:lnTo>
                    <a:pt x="21958" y="17259"/>
                  </a:lnTo>
                  <a:lnTo>
                    <a:pt x="22047" y="17716"/>
                  </a:lnTo>
                  <a:lnTo>
                    <a:pt x="21869" y="17640"/>
                  </a:lnTo>
                  <a:lnTo>
                    <a:pt x="21920" y="17767"/>
                  </a:lnTo>
                  <a:lnTo>
                    <a:pt x="22072" y="17894"/>
                  </a:lnTo>
                  <a:lnTo>
                    <a:pt x="22072" y="18148"/>
                  </a:lnTo>
                  <a:lnTo>
                    <a:pt x="22910" y="18148"/>
                  </a:lnTo>
                  <a:lnTo>
                    <a:pt x="22961" y="17894"/>
                  </a:lnTo>
                  <a:close/>
                </a:path>
                <a:path w="31750" h="30480">
                  <a:moveTo>
                    <a:pt x="22987" y="20815"/>
                  </a:moveTo>
                  <a:lnTo>
                    <a:pt x="22098" y="20815"/>
                  </a:lnTo>
                  <a:lnTo>
                    <a:pt x="22047" y="21069"/>
                  </a:lnTo>
                  <a:lnTo>
                    <a:pt x="22923" y="21069"/>
                  </a:lnTo>
                  <a:lnTo>
                    <a:pt x="22987" y="20815"/>
                  </a:lnTo>
                  <a:close/>
                </a:path>
                <a:path w="31750" h="30480">
                  <a:moveTo>
                    <a:pt x="22999" y="14211"/>
                  </a:moveTo>
                  <a:lnTo>
                    <a:pt x="22771" y="14211"/>
                  </a:lnTo>
                  <a:lnTo>
                    <a:pt x="22923" y="14338"/>
                  </a:lnTo>
                  <a:lnTo>
                    <a:pt x="22999" y="14211"/>
                  </a:lnTo>
                  <a:close/>
                </a:path>
                <a:path w="31750" h="30480">
                  <a:moveTo>
                    <a:pt x="23012" y="18910"/>
                  </a:moveTo>
                  <a:lnTo>
                    <a:pt x="21653" y="18910"/>
                  </a:lnTo>
                  <a:lnTo>
                    <a:pt x="21755" y="19037"/>
                  </a:lnTo>
                  <a:lnTo>
                    <a:pt x="21856" y="19164"/>
                  </a:lnTo>
                  <a:lnTo>
                    <a:pt x="21907" y="19291"/>
                  </a:lnTo>
                  <a:lnTo>
                    <a:pt x="22898" y="19291"/>
                  </a:lnTo>
                  <a:lnTo>
                    <a:pt x="23012" y="18910"/>
                  </a:lnTo>
                  <a:close/>
                </a:path>
                <a:path w="31750" h="30480">
                  <a:moveTo>
                    <a:pt x="23075" y="14973"/>
                  </a:moveTo>
                  <a:lnTo>
                    <a:pt x="23050" y="14846"/>
                  </a:lnTo>
                  <a:lnTo>
                    <a:pt x="21183" y="14846"/>
                  </a:lnTo>
                  <a:lnTo>
                    <a:pt x="21145" y="14973"/>
                  </a:lnTo>
                  <a:lnTo>
                    <a:pt x="23075" y="14973"/>
                  </a:lnTo>
                  <a:close/>
                </a:path>
                <a:path w="31750" h="30480">
                  <a:moveTo>
                    <a:pt x="23114" y="17259"/>
                  </a:moveTo>
                  <a:lnTo>
                    <a:pt x="23075" y="17132"/>
                  </a:lnTo>
                  <a:lnTo>
                    <a:pt x="22860" y="17132"/>
                  </a:lnTo>
                  <a:lnTo>
                    <a:pt x="22885" y="17259"/>
                  </a:lnTo>
                  <a:lnTo>
                    <a:pt x="23114" y="17259"/>
                  </a:lnTo>
                  <a:close/>
                </a:path>
                <a:path w="31750" h="30480">
                  <a:moveTo>
                    <a:pt x="23139" y="12179"/>
                  </a:moveTo>
                  <a:lnTo>
                    <a:pt x="22898" y="12179"/>
                  </a:lnTo>
                  <a:lnTo>
                    <a:pt x="23050" y="12306"/>
                  </a:lnTo>
                  <a:lnTo>
                    <a:pt x="23139" y="12179"/>
                  </a:lnTo>
                  <a:close/>
                </a:path>
                <a:path w="31750" h="30480">
                  <a:moveTo>
                    <a:pt x="23190" y="19926"/>
                  </a:moveTo>
                  <a:lnTo>
                    <a:pt x="22085" y="19926"/>
                  </a:lnTo>
                  <a:lnTo>
                    <a:pt x="22085" y="20307"/>
                  </a:lnTo>
                  <a:lnTo>
                    <a:pt x="22110" y="20688"/>
                  </a:lnTo>
                  <a:lnTo>
                    <a:pt x="23012" y="20688"/>
                  </a:lnTo>
                  <a:lnTo>
                    <a:pt x="23126" y="20180"/>
                  </a:lnTo>
                  <a:lnTo>
                    <a:pt x="23190" y="19926"/>
                  </a:lnTo>
                  <a:close/>
                </a:path>
                <a:path w="31750" h="30480">
                  <a:moveTo>
                    <a:pt x="23190" y="19672"/>
                  </a:moveTo>
                  <a:lnTo>
                    <a:pt x="22047" y="19672"/>
                  </a:lnTo>
                  <a:lnTo>
                    <a:pt x="22059" y="19799"/>
                  </a:lnTo>
                  <a:lnTo>
                    <a:pt x="23177" y="19799"/>
                  </a:lnTo>
                  <a:lnTo>
                    <a:pt x="23190" y="19672"/>
                  </a:lnTo>
                  <a:close/>
                </a:path>
                <a:path w="31750" h="30480">
                  <a:moveTo>
                    <a:pt x="23215" y="12560"/>
                  </a:moveTo>
                  <a:lnTo>
                    <a:pt x="23164" y="12306"/>
                  </a:lnTo>
                  <a:lnTo>
                    <a:pt x="22923" y="12306"/>
                  </a:lnTo>
                  <a:lnTo>
                    <a:pt x="22847" y="12687"/>
                  </a:lnTo>
                  <a:lnTo>
                    <a:pt x="23025" y="12560"/>
                  </a:lnTo>
                  <a:lnTo>
                    <a:pt x="23215" y="12560"/>
                  </a:lnTo>
                  <a:close/>
                </a:path>
                <a:path w="31750" h="30480">
                  <a:moveTo>
                    <a:pt x="23228" y="19037"/>
                  </a:moveTo>
                  <a:lnTo>
                    <a:pt x="22987" y="19037"/>
                  </a:lnTo>
                  <a:lnTo>
                    <a:pt x="22948" y="19291"/>
                  </a:lnTo>
                  <a:lnTo>
                    <a:pt x="23215" y="19291"/>
                  </a:lnTo>
                  <a:lnTo>
                    <a:pt x="23228" y="19037"/>
                  </a:lnTo>
                  <a:close/>
                </a:path>
                <a:path w="31750" h="30480">
                  <a:moveTo>
                    <a:pt x="23241" y="15100"/>
                  </a:moveTo>
                  <a:lnTo>
                    <a:pt x="23228" y="14973"/>
                  </a:lnTo>
                  <a:lnTo>
                    <a:pt x="23075" y="14973"/>
                  </a:lnTo>
                  <a:lnTo>
                    <a:pt x="23241" y="15100"/>
                  </a:lnTo>
                  <a:close/>
                </a:path>
                <a:path w="31750" h="30480">
                  <a:moveTo>
                    <a:pt x="23241" y="14719"/>
                  </a:moveTo>
                  <a:lnTo>
                    <a:pt x="23088" y="14592"/>
                  </a:lnTo>
                  <a:lnTo>
                    <a:pt x="23050" y="14846"/>
                  </a:lnTo>
                  <a:lnTo>
                    <a:pt x="23228" y="14846"/>
                  </a:lnTo>
                  <a:lnTo>
                    <a:pt x="23241" y="14719"/>
                  </a:lnTo>
                  <a:close/>
                </a:path>
                <a:path w="31750" h="30480">
                  <a:moveTo>
                    <a:pt x="23253" y="18656"/>
                  </a:moveTo>
                  <a:lnTo>
                    <a:pt x="23012" y="18656"/>
                  </a:lnTo>
                  <a:lnTo>
                    <a:pt x="23037" y="18783"/>
                  </a:lnTo>
                  <a:lnTo>
                    <a:pt x="23241" y="18783"/>
                  </a:lnTo>
                  <a:lnTo>
                    <a:pt x="23253" y="18656"/>
                  </a:lnTo>
                  <a:close/>
                </a:path>
                <a:path w="31750" h="30480">
                  <a:moveTo>
                    <a:pt x="23329" y="18402"/>
                  </a:moveTo>
                  <a:lnTo>
                    <a:pt x="22961" y="18402"/>
                  </a:lnTo>
                  <a:lnTo>
                    <a:pt x="22987" y="18529"/>
                  </a:lnTo>
                  <a:lnTo>
                    <a:pt x="23291" y="18529"/>
                  </a:lnTo>
                  <a:lnTo>
                    <a:pt x="23329" y="18402"/>
                  </a:lnTo>
                  <a:close/>
                </a:path>
                <a:path w="31750" h="30480">
                  <a:moveTo>
                    <a:pt x="23329" y="16878"/>
                  </a:moveTo>
                  <a:lnTo>
                    <a:pt x="22821" y="16878"/>
                  </a:lnTo>
                  <a:lnTo>
                    <a:pt x="22834" y="17005"/>
                  </a:lnTo>
                  <a:lnTo>
                    <a:pt x="23050" y="17005"/>
                  </a:lnTo>
                  <a:lnTo>
                    <a:pt x="23329" y="16878"/>
                  </a:lnTo>
                  <a:close/>
                </a:path>
                <a:path w="31750" h="30480">
                  <a:moveTo>
                    <a:pt x="23368" y="15989"/>
                  </a:moveTo>
                  <a:lnTo>
                    <a:pt x="23329" y="15735"/>
                  </a:lnTo>
                  <a:lnTo>
                    <a:pt x="23050" y="15481"/>
                  </a:lnTo>
                  <a:lnTo>
                    <a:pt x="22974" y="15354"/>
                  </a:lnTo>
                  <a:lnTo>
                    <a:pt x="22898" y="15227"/>
                  </a:lnTo>
                  <a:lnTo>
                    <a:pt x="22098" y="15354"/>
                  </a:lnTo>
                  <a:lnTo>
                    <a:pt x="22047" y="15481"/>
                  </a:lnTo>
                  <a:lnTo>
                    <a:pt x="21932" y="15735"/>
                  </a:lnTo>
                  <a:lnTo>
                    <a:pt x="21882" y="15862"/>
                  </a:lnTo>
                  <a:lnTo>
                    <a:pt x="22123" y="15735"/>
                  </a:lnTo>
                  <a:lnTo>
                    <a:pt x="22402" y="15481"/>
                  </a:lnTo>
                  <a:lnTo>
                    <a:pt x="22593" y="15735"/>
                  </a:lnTo>
                  <a:lnTo>
                    <a:pt x="22694" y="15862"/>
                  </a:lnTo>
                  <a:lnTo>
                    <a:pt x="22796" y="15989"/>
                  </a:lnTo>
                  <a:lnTo>
                    <a:pt x="23368" y="15989"/>
                  </a:lnTo>
                  <a:close/>
                </a:path>
                <a:path w="31750" h="30480">
                  <a:moveTo>
                    <a:pt x="23380" y="16243"/>
                  </a:moveTo>
                  <a:lnTo>
                    <a:pt x="23368" y="16116"/>
                  </a:lnTo>
                  <a:lnTo>
                    <a:pt x="22898" y="16116"/>
                  </a:lnTo>
                  <a:lnTo>
                    <a:pt x="22821" y="16243"/>
                  </a:lnTo>
                  <a:lnTo>
                    <a:pt x="23380" y="16243"/>
                  </a:lnTo>
                  <a:close/>
                </a:path>
                <a:path w="31750" h="30480">
                  <a:moveTo>
                    <a:pt x="23393" y="18783"/>
                  </a:moveTo>
                  <a:lnTo>
                    <a:pt x="23241" y="18783"/>
                  </a:lnTo>
                  <a:lnTo>
                    <a:pt x="23241" y="18910"/>
                  </a:lnTo>
                  <a:lnTo>
                    <a:pt x="23380" y="18910"/>
                  </a:lnTo>
                  <a:lnTo>
                    <a:pt x="23393" y="18783"/>
                  </a:lnTo>
                  <a:close/>
                </a:path>
                <a:path w="31750" h="30480">
                  <a:moveTo>
                    <a:pt x="23418" y="18529"/>
                  </a:moveTo>
                  <a:lnTo>
                    <a:pt x="23253" y="18656"/>
                  </a:lnTo>
                  <a:lnTo>
                    <a:pt x="23406" y="18656"/>
                  </a:lnTo>
                  <a:lnTo>
                    <a:pt x="23418" y="18529"/>
                  </a:lnTo>
                  <a:close/>
                </a:path>
                <a:path w="31750" h="30480">
                  <a:moveTo>
                    <a:pt x="23583" y="16497"/>
                  </a:moveTo>
                  <a:lnTo>
                    <a:pt x="22669" y="16497"/>
                  </a:lnTo>
                  <a:lnTo>
                    <a:pt x="22745" y="16370"/>
                  </a:lnTo>
                  <a:lnTo>
                    <a:pt x="22821" y="16243"/>
                  </a:lnTo>
                  <a:lnTo>
                    <a:pt x="21818" y="16243"/>
                  </a:lnTo>
                  <a:lnTo>
                    <a:pt x="21805" y="16497"/>
                  </a:lnTo>
                  <a:lnTo>
                    <a:pt x="22644" y="16497"/>
                  </a:lnTo>
                  <a:lnTo>
                    <a:pt x="22567" y="16624"/>
                  </a:lnTo>
                  <a:lnTo>
                    <a:pt x="23545" y="16624"/>
                  </a:lnTo>
                  <a:lnTo>
                    <a:pt x="23583" y="16497"/>
                  </a:lnTo>
                  <a:close/>
                </a:path>
                <a:path w="31750" h="30480">
                  <a:moveTo>
                    <a:pt x="23660" y="17132"/>
                  </a:moveTo>
                  <a:lnTo>
                    <a:pt x="23164" y="17132"/>
                  </a:lnTo>
                  <a:lnTo>
                    <a:pt x="23190" y="17259"/>
                  </a:lnTo>
                  <a:lnTo>
                    <a:pt x="23596" y="17259"/>
                  </a:lnTo>
                  <a:lnTo>
                    <a:pt x="23660" y="17132"/>
                  </a:lnTo>
                  <a:close/>
                </a:path>
                <a:path w="31750" h="30480">
                  <a:moveTo>
                    <a:pt x="23736" y="16624"/>
                  </a:moveTo>
                  <a:lnTo>
                    <a:pt x="23545" y="16624"/>
                  </a:lnTo>
                  <a:lnTo>
                    <a:pt x="23507" y="16751"/>
                  </a:lnTo>
                  <a:lnTo>
                    <a:pt x="23634" y="16751"/>
                  </a:lnTo>
                  <a:lnTo>
                    <a:pt x="23736" y="16624"/>
                  </a:lnTo>
                  <a:close/>
                </a:path>
                <a:path w="31750" h="30480">
                  <a:moveTo>
                    <a:pt x="23774" y="16116"/>
                  </a:moveTo>
                  <a:lnTo>
                    <a:pt x="23761" y="15989"/>
                  </a:lnTo>
                  <a:lnTo>
                    <a:pt x="23368" y="15989"/>
                  </a:lnTo>
                  <a:lnTo>
                    <a:pt x="23368" y="16116"/>
                  </a:lnTo>
                  <a:lnTo>
                    <a:pt x="23774" y="16116"/>
                  </a:lnTo>
                  <a:close/>
                </a:path>
                <a:path w="31750" h="30480">
                  <a:moveTo>
                    <a:pt x="23799" y="17259"/>
                  </a:moveTo>
                  <a:lnTo>
                    <a:pt x="23596" y="17259"/>
                  </a:lnTo>
                  <a:lnTo>
                    <a:pt x="23495" y="17386"/>
                  </a:lnTo>
                  <a:lnTo>
                    <a:pt x="23393" y="17513"/>
                  </a:lnTo>
                  <a:lnTo>
                    <a:pt x="23291" y="17386"/>
                  </a:lnTo>
                  <a:lnTo>
                    <a:pt x="23190" y="17259"/>
                  </a:lnTo>
                  <a:lnTo>
                    <a:pt x="23139" y="17767"/>
                  </a:lnTo>
                  <a:lnTo>
                    <a:pt x="22999" y="17767"/>
                  </a:lnTo>
                  <a:lnTo>
                    <a:pt x="22948" y="18148"/>
                  </a:lnTo>
                  <a:lnTo>
                    <a:pt x="23406" y="18148"/>
                  </a:lnTo>
                  <a:lnTo>
                    <a:pt x="23520" y="17767"/>
                  </a:lnTo>
                  <a:lnTo>
                    <a:pt x="23495" y="17894"/>
                  </a:lnTo>
                  <a:lnTo>
                    <a:pt x="23749" y="17894"/>
                  </a:lnTo>
                  <a:lnTo>
                    <a:pt x="23660" y="17767"/>
                  </a:lnTo>
                  <a:lnTo>
                    <a:pt x="23787" y="17767"/>
                  </a:lnTo>
                  <a:lnTo>
                    <a:pt x="23799" y="17513"/>
                  </a:lnTo>
                  <a:lnTo>
                    <a:pt x="23799" y="17259"/>
                  </a:lnTo>
                  <a:close/>
                </a:path>
                <a:path w="31750" h="30480">
                  <a:moveTo>
                    <a:pt x="23837" y="16497"/>
                  </a:moveTo>
                  <a:lnTo>
                    <a:pt x="23799" y="16243"/>
                  </a:lnTo>
                  <a:lnTo>
                    <a:pt x="23380" y="16243"/>
                  </a:lnTo>
                  <a:lnTo>
                    <a:pt x="23482" y="16370"/>
                  </a:lnTo>
                  <a:lnTo>
                    <a:pt x="23583" y="16497"/>
                  </a:lnTo>
                  <a:lnTo>
                    <a:pt x="23837" y="16497"/>
                  </a:lnTo>
                  <a:close/>
                </a:path>
                <a:path w="31750" h="30480">
                  <a:moveTo>
                    <a:pt x="23990" y="15862"/>
                  </a:moveTo>
                  <a:lnTo>
                    <a:pt x="23761" y="15989"/>
                  </a:lnTo>
                  <a:lnTo>
                    <a:pt x="23977" y="15989"/>
                  </a:lnTo>
                  <a:lnTo>
                    <a:pt x="23990" y="15862"/>
                  </a:lnTo>
                  <a:close/>
                </a:path>
                <a:path w="31750" h="30480">
                  <a:moveTo>
                    <a:pt x="24053" y="17132"/>
                  </a:moveTo>
                  <a:lnTo>
                    <a:pt x="23812" y="17132"/>
                  </a:lnTo>
                  <a:lnTo>
                    <a:pt x="23799" y="17259"/>
                  </a:lnTo>
                  <a:lnTo>
                    <a:pt x="24028" y="17259"/>
                  </a:lnTo>
                  <a:lnTo>
                    <a:pt x="24053" y="17132"/>
                  </a:lnTo>
                  <a:close/>
                </a:path>
                <a:path w="31750" h="30480">
                  <a:moveTo>
                    <a:pt x="24117" y="10274"/>
                  </a:moveTo>
                  <a:lnTo>
                    <a:pt x="24104" y="10147"/>
                  </a:lnTo>
                  <a:lnTo>
                    <a:pt x="23672" y="9893"/>
                  </a:lnTo>
                  <a:lnTo>
                    <a:pt x="23609" y="10020"/>
                  </a:lnTo>
                  <a:lnTo>
                    <a:pt x="23545" y="10401"/>
                  </a:lnTo>
                  <a:lnTo>
                    <a:pt x="23202" y="10401"/>
                  </a:lnTo>
                  <a:lnTo>
                    <a:pt x="22923" y="10274"/>
                  </a:lnTo>
                  <a:lnTo>
                    <a:pt x="22745" y="10147"/>
                  </a:lnTo>
                  <a:lnTo>
                    <a:pt x="22694" y="10020"/>
                  </a:lnTo>
                  <a:lnTo>
                    <a:pt x="22821" y="10401"/>
                  </a:lnTo>
                  <a:lnTo>
                    <a:pt x="22834" y="10528"/>
                  </a:lnTo>
                  <a:lnTo>
                    <a:pt x="23622" y="10528"/>
                  </a:lnTo>
                  <a:lnTo>
                    <a:pt x="23787" y="10401"/>
                  </a:lnTo>
                  <a:lnTo>
                    <a:pt x="23812" y="10274"/>
                  </a:lnTo>
                  <a:lnTo>
                    <a:pt x="24117" y="10274"/>
                  </a:lnTo>
                  <a:close/>
                </a:path>
                <a:path w="31750" h="30480">
                  <a:moveTo>
                    <a:pt x="24168" y="22085"/>
                  </a:moveTo>
                  <a:lnTo>
                    <a:pt x="24091" y="21297"/>
                  </a:lnTo>
                  <a:lnTo>
                    <a:pt x="23952" y="20104"/>
                  </a:lnTo>
                  <a:lnTo>
                    <a:pt x="23952" y="19100"/>
                  </a:lnTo>
                  <a:lnTo>
                    <a:pt x="23926" y="20180"/>
                  </a:lnTo>
                  <a:lnTo>
                    <a:pt x="24015" y="21297"/>
                  </a:lnTo>
                  <a:lnTo>
                    <a:pt x="24168" y="22085"/>
                  </a:lnTo>
                  <a:close/>
                </a:path>
                <a:path w="31750" h="30480">
                  <a:moveTo>
                    <a:pt x="24168" y="17005"/>
                  </a:moveTo>
                  <a:lnTo>
                    <a:pt x="24117" y="16878"/>
                  </a:lnTo>
                  <a:lnTo>
                    <a:pt x="23329" y="16878"/>
                  </a:lnTo>
                  <a:lnTo>
                    <a:pt x="23139" y="17005"/>
                  </a:lnTo>
                  <a:lnTo>
                    <a:pt x="24168" y="17005"/>
                  </a:lnTo>
                  <a:close/>
                </a:path>
                <a:path w="31750" h="30480">
                  <a:moveTo>
                    <a:pt x="24168" y="14973"/>
                  </a:moveTo>
                  <a:lnTo>
                    <a:pt x="24155" y="14846"/>
                  </a:lnTo>
                  <a:lnTo>
                    <a:pt x="23228" y="14846"/>
                  </a:lnTo>
                  <a:lnTo>
                    <a:pt x="23228" y="14973"/>
                  </a:lnTo>
                  <a:lnTo>
                    <a:pt x="24168" y="14973"/>
                  </a:lnTo>
                  <a:close/>
                </a:path>
                <a:path w="31750" h="30480">
                  <a:moveTo>
                    <a:pt x="24218" y="10528"/>
                  </a:moveTo>
                  <a:lnTo>
                    <a:pt x="23622" y="10528"/>
                  </a:lnTo>
                  <a:lnTo>
                    <a:pt x="23710" y="10655"/>
                  </a:lnTo>
                  <a:lnTo>
                    <a:pt x="24218" y="10655"/>
                  </a:lnTo>
                  <a:lnTo>
                    <a:pt x="24218" y="10528"/>
                  </a:lnTo>
                  <a:close/>
                </a:path>
                <a:path w="31750" h="30480">
                  <a:moveTo>
                    <a:pt x="24257" y="9131"/>
                  </a:moveTo>
                  <a:lnTo>
                    <a:pt x="23926" y="9385"/>
                  </a:lnTo>
                  <a:lnTo>
                    <a:pt x="24104" y="9385"/>
                  </a:lnTo>
                  <a:lnTo>
                    <a:pt x="24257" y="9131"/>
                  </a:lnTo>
                  <a:close/>
                </a:path>
                <a:path w="31750" h="30480">
                  <a:moveTo>
                    <a:pt x="24333" y="22085"/>
                  </a:moveTo>
                  <a:lnTo>
                    <a:pt x="24180" y="22085"/>
                  </a:lnTo>
                  <a:lnTo>
                    <a:pt x="22682" y="22085"/>
                  </a:lnTo>
                  <a:lnTo>
                    <a:pt x="22529" y="22212"/>
                  </a:lnTo>
                  <a:lnTo>
                    <a:pt x="22428" y="22339"/>
                  </a:lnTo>
                  <a:lnTo>
                    <a:pt x="20497" y="22339"/>
                  </a:lnTo>
                  <a:lnTo>
                    <a:pt x="19126" y="22212"/>
                  </a:lnTo>
                  <a:lnTo>
                    <a:pt x="16649" y="22212"/>
                  </a:lnTo>
                  <a:lnTo>
                    <a:pt x="16611" y="22339"/>
                  </a:lnTo>
                  <a:lnTo>
                    <a:pt x="15913" y="22466"/>
                  </a:lnTo>
                  <a:lnTo>
                    <a:pt x="15836" y="22212"/>
                  </a:lnTo>
                  <a:lnTo>
                    <a:pt x="15125" y="22212"/>
                  </a:lnTo>
                  <a:lnTo>
                    <a:pt x="15074" y="22466"/>
                  </a:lnTo>
                  <a:lnTo>
                    <a:pt x="14998" y="22212"/>
                  </a:lnTo>
                  <a:lnTo>
                    <a:pt x="15125" y="22212"/>
                  </a:lnTo>
                  <a:lnTo>
                    <a:pt x="15201" y="22085"/>
                  </a:lnTo>
                  <a:lnTo>
                    <a:pt x="14998" y="22085"/>
                  </a:lnTo>
                  <a:lnTo>
                    <a:pt x="14986" y="20688"/>
                  </a:lnTo>
                  <a:lnTo>
                    <a:pt x="14693" y="20688"/>
                  </a:lnTo>
                  <a:lnTo>
                    <a:pt x="14732" y="21450"/>
                  </a:lnTo>
                  <a:lnTo>
                    <a:pt x="14859" y="22212"/>
                  </a:lnTo>
                  <a:lnTo>
                    <a:pt x="14262" y="22212"/>
                  </a:lnTo>
                  <a:lnTo>
                    <a:pt x="14173" y="21831"/>
                  </a:lnTo>
                  <a:lnTo>
                    <a:pt x="14325" y="21704"/>
                  </a:lnTo>
                  <a:lnTo>
                    <a:pt x="14274" y="22085"/>
                  </a:lnTo>
                  <a:lnTo>
                    <a:pt x="14643" y="22085"/>
                  </a:lnTo>
                  <a:lnTo>
                    <a:pt x="14605" y="21450"/>
                  </a:lnTo>
                  <a:lnTo>
                    <a:pt x="14579" y="20942"/>
                  </a:lnTo>
                  <a:lnTo>
                    <a:pt x="14490" y="20561"/>
                  </a:lnTo>
                  <a:lnTo>
                    <a:pt x="14452" y="20307"/>
                  </a:lnTo>
                  <a:lnTo>
                    <a:pt x="14160" y="20307"/>
                  </a:lnTo>
                  <a:lnTo>
                    <a:pt x="14160" y="21577"/>
                  </a:lnTo>
                  <a:lnTo>
                    <a:pt x="14160" y="21704"/>
                  </a:lnTo>
                  <a:lnTo>
                    <a:pt x="14033" y="21577"/>
                  </a:lnTo>
                  <a:lnTo>
                    <a:pt x="14160" y="21577"/>
                  </a:lnTo>
                  <a:lnTo>
                    <a:pt x="14160" y="20307"/>
                  </a:lnTo>
                  <a:lnTo>
                    <a:pt x="14109" y="20561"/>
                  </a:lnTo>
                  <a:lnTo>
                    <a:pt x="14020" y="20815"/>
                  </a:lnTo>
                  <a:lnTo>
                    <a:pt x="13970" y="21323"/>
                  </a:lnTo>
                  <a:lnTo>
                    <a:pt x="13970" y="21551"/>
                  </a:lnTo>
                  <a:lnTo>
                    <a:pt x="13817" y="21450"/>
                  </a:lnTo>
                  <a:lnTo>
                    <a:pt x="13703" y="20815"/>
                  </a:lnTo>
                  <a:lnTo>
                    <a:pt x="14020" y="20815"/>
                  </a:lnTo>
                  <a:lnTo>
                    <a:pt x="14033" y="20688"/>
                  </a:lnTo>
                  <a:lnTo>
                    <a:pt x="13995" y="20561"/>
                  </a:lnTo>
                  <a:lnTo>
                    <a:pt x="14109" y="20307"/>
                  </a:lnTo>
                  <a:lnTo>
                    <a:pt x="14058" y="20434"/>
                  </a:lnTo>
                  <a:lnTo>
                    <a:pt x="13881" y="20535"/>
                  </a:lnTo>
                  <a:lnTo>
                    <a:pt x="13855" y="20307"/>
                  </a:lnTo>
                  <a:lnTo>
                    <a:pt x="13817" y="20053"/>
                  </a:lnTo>
                  <a:lnTo>
                    <a:pt x="13868" y="20180"/>
                  </a:lnTo>
                  <a:lnTo>
                    <a:pt x="14439" y="20180"/>
                  </a:lnTo>
                  <a:lnTo>
                    <a:pt x="14427" y="20053"/>
                  </a:lnTo>
                  <a:lnTo>
                    <a:pt x="14414" y="19926"/>
                  </a:lnTo>
                  <a:lnTo>
                    <a:pt x="14287" y="19926"/>
                  </a:lnTo>
                  <a:lnTo>
                    <a:pt x="14236" y="19672"/>
                  </a:lnTo>
                  <a:lnTo>
                    <a:pt x="14097" y="19418"/>
                  </a:lnTo>
                  <a:lnTo>
                    <a:pt x="14008" y="19291"/>
                  </a:lnTo>
                  <a:lnTo>
                    <a:pt x="13919" y="18910"/>
                  </a:lnTo>
                  <a:lnTo>
                    <a:pt x="14097" y="18783"/>
                  </a:lnTo>
                  <a:lnTo>
                    <a:pt x="14033" y="18529"/>
                  </a:lnTo>
                  <a:lnTo>
                    <a:pt x="14820" y="18529"/>
                  </a:lnTo>
                  <a:lnTo>
                    <a:pt x="14846" y="18275"/>
                  </a:lnTo>
                  <a:lnTo>
                    <a:pt x="15151" y="18148"/>
                  </a:lnTo>
                  <a:lnTo>
                    <a:pt x="15278" y="18148"/>
                  </a:lnTo>
                  <a:lnTo>
                    <a:pt x="15341" y="17767"/>
                  </a:lnTo>
                  <a:lnTo>
                    <a:pt x="14605" y="17767"/>
                  </a:lnTo>
                  <a:lnTo>
                    <a:pt x="14605" y="18402"/>
                  </a:lnTo>
                  <a:lnTo>
                    <a:pt x="14376" y="18402"/>
                  </a:lnTo>
                  <a:lnTo>
                    <a:pt x="14478" y="18148"/>
                  </a:lnTo>
                  <a:lnTo>
                    <a:pt x="14605" y="18402"/>
                  </a:lnTo>
                  <a:lnTo>
                    <a:pt x="14605" y="17767"/>
                  </a:lnTo>
                  <a:lnTo>
                    <a:pt x="13754" y="17767"/>
                  </a:lnTo>
                  <a:lnTo>
                    <a:pt x="13779" y="18148"/>
                  </a:lnTo>
                  <a:lnTo>
                    <a:pt x="13589" y="18148"/>
                  </a:lnTo>
                  <a:lnTo>
                    <a:pt x="13525" y="17894"/>
                  </a:lnTo>
                  <a:lnTo>
                    <a:pt x="13500" y="17767"/>
                  </a:lnTo>
                  <a:lnTo>
                    <a:pt x="13741" y="17767"/>
                  </a:lnTo>
                  <a:lnTo>
                    <a:pt x="13741" y="17640"/>
                  </a:lnTo>
                  <a:lnTo>
                    <a:pt x="15862" y="17640"/>
                  </a:lnTo>
                  <a:lnTo>
                    <a:pt x="16116" y="17513"/>
                  </a:lnTo>
                  <a:lnTo>
                    <a:pt x="16230" y="17386"/>
                  </a:lnTo>
                  <a:lnTo>
                    <a:pt x="16383" y="17259"/>
                  </a:lnTo>
                  <a:lnTo>
                    <a:pt x="16484" y="17132"/>
                  </a:lnTo>
                  <a:lnTo>
                    <a:pt x="16598" y="17005"/>
                  </a:lnTo>
                  <a:lnTo>
                    <a:pt x="16725" y="17513"/>
                  </a:lnTo>
                  <a:lnTo>
                    <a:pt x="17068" y="17513"/>
                  </a:lnTo>
                  <a:lnTo>
                    <a:pt x="17106" y="17005"/>
                  </a:lnTo>
                  <a:lnTo>
                    <a:pt x="17119" y="16878"/>
                  </a:lnTo>
                  <a:lnTo>
                    <a:pt x="17322" y="16751"/>
                  </a:lnTo>
                  <a:lnTo>
                    <a:pt x="17284" y="16624"/>
                  </a:lnTo>
                  <a:lnTo>
                    <a:pt x="17183" y="16497"/>
                  </a:lnTo>
                  <a:lnTo>
                    <a:pt x="17094" y="16370"/>
                  </a:lnTo>
                  <a:lnTo>
                    <a:pt x="16764" y="16370"/>
                  </a:lnTo>
                  <a:lnTo>
                    <a:pt x="16687" y="16243"/>
                  </a:lnTo>
                  <a:lnTo>
                    <a:pt x="10375" y="16243"/>
                  </a:lnTo>
                  <a:lnTo>
                    <a:pt x="10452" y="16497"/>
                  </a:lnTo>
                  <a:lnTo>
                    <a:pt x="10566" y="16878"/>
                  </a:lnTo>
                  <a:lnTo>
                    <a:pt x="10655" y="17640"/>
                  </a:lnTo>
                  <a:lnTo>
                    <a:pt x="10414" y="17767"/>
                  </a:lnTo>
                  <a:lnTo>
                    <a:pt x="9944" y="17894"/>
                  </a:lnTo>
                  <a:lnTo>
                    <a:pt x="9194" y="18148"/>
                  </a:lnTo>
                  <a:lnTo>
                    <a:pt x="9271" y="18910"/>
                  </a:lnTo>
                  <a:lnTo>
                    <a:pt x="9753" y="19037"/>
                  </a:lnTo>
                  <a:lnTo>
                    <a:pt x="9766" y="18275"/>
                  </a:lnTo>
                  <a:lnTo>
                    <a:pt x="9931" y="18148"/>
                  </a:lnTo>
                  <a:lnTo>
                    <a:pt x="10248" y="18148"/>
                  </a:lnTo>
                  <a:lnTo>
                    <a:pt x="10477" y="17894"/>
                  </a:lnTo>
                  <a:lnTo>
                    <a:pt x="11366" y="18148"/>
                  </a:lnTo>
                  <a:lnTo>
                    <a:pt x="11061" y="18148"/>
                  </a:lnTo>
                  <a:lnTo>
                    <a:pt x="11099" y="18402"/>
                  </a:lnTo>
                  <a:lnTo>
                    <a:pt x="10731" y="18402"/>
                  </a:lnTo>
                  <a:lnTo>
                    <a:pt x="10629" y="18783"/>
                  </a:lnTo>
                  <a:lnTo>
                    <a:pt x="10566" y="18529"/>
                  </a:lnTo>
                  <a:lnTo>
                    <a:pt x="10363" y="18529"/>
                  </a:lnTo>
                  <a:lnTo>
                    <a:pt x="10248" y="19037"/>
                  </a:lnTo>
                  <a:lnTo>
                    <a:pt x="10172" y="19164"/>
                  </a:lnTo>
                  <a:lnTo>
                    <a:pt x="10109" y="19291"/>
                  </a:lnTo>
                  <a:lnTo>
                    <a:pt x="10236" y="19291"/>
                  </a:lnTo>
                  <a:lnTo>
                    <a:pt x="10350" y="19418"/>
                  </a:lnTo>
                  <a:lnTo>
                    <a:pt x="10477" y="19418"/>
                  </a:lnTo>
                  <a:lnTo>
                    <a:pt x="10477" y="19570"/>
                  </a:lnTo>
                  <a:lnTo>
                    <a:pt x="10680" y="19672"/>
                  </a:lnTo>
                  <a:lnTo>
                    <a:pt x="10807" y="22212"/>
                  </a:lnTo>
                  <a:lnTo>
                    <a:pt x="10871" y="22339"/>
                  </a:lnTo>
                  <a:lnTo>
                    <a:pt x="10947" y="23101"/>
                  </a:lnTo>
                  <a:lnTo>
                    <a:pt x="10477" y="23355"/>
                  </a:lnTo>
                  <a:lnTo>
                    <a:pt x="10566" y="23609"/>
                  </a:lnTo>
                  <a:lnTo>
                    <a:pt x="10655" y="23863"/>
                  </a:lnTo>
                  <a:lnTo>
                    <a:pt x="10744" y="24117"/>
                  </a:lnTo>
                  <a:lnTo>
                    <a:pt x="11214" y="24117"/>
                  </a:lnTo>
                  <a:lnTo>
                    <a:pt x="11264" y="24498"/>
                  </a:lnTo>
                  <a:lnTo>
                    <a:pt x="11442" y="24371"/>
                  </a:lnTo>
                  <a:lnTo>
                    <a:pt x="12103" y="24244"/>
                  </a:lnTo>
                  <a:lnTo>
                    <a:pt x="11785" y="24371"/>
                  </a:lnTo>
                  <a:lnTo>
                    <a:pt x="11582" y="24498"/>
                  </a:lnTo>
                  <a:lnTo>
                    <a:pt x="11633" y="25006"/>
                  </a:lnTo>
                  <a:lnTo>
                    <a:pt x="16471" y="25006"/>
                  </a:lnTo>
                  <a:lnTo>
                    <a:pt x="16471" y="24879"/>
                  </a:lnTo>
                  <a:lnTo>
                    <a:pt x="16662" y="24879"/>
                  </a:lnTo>
                  <a:lnTo>
                    <a:pt x="16929" y="24625"/>
                  </a:lnTo>
                  <a:lnTo>
                    <a:pt x="17284" y="24625"/>
                  </a:lnTo>
                  <a:lnTo>
                    <a:pt x="17170" y="24371"/>
                  </a:lnTo>
                  <a:lnTo>
                    <a:pt x="16624" y="24371"/>
                  </a:lnTo>
                  <a:lnTo>
                    <a:pt x="16802" y="24244"/>
                  </a:lnTo>
                  <a:lnTo>
                    <a:pt x="17246" y="24244"/>
                  </a:lnTo>
                  <a:lnTo>
                    <a:pt x="17322" y="24117"/>
                  </a:lnTo>
                  <a:lnTo>
                    <a:pt x="17068" y="23863"/>
                  </a:lnTo>
                  <a:lnTo>
                    <a:pt x="16992" y="23736"/>
                  </a:lnTo>
                  <a:lnTo>
                    <a:pt x="16357" y="23990"/>
                  </a:lnTo>
                  <a:lnTo>
                    <a:pt x="16217" y="23863"/>
                  </a:lnTo>
                  <a:lnTo>
                    <a:pt x="16827" y="23736"/>
                  </a:lnTo>
                  <a:lnTo>
                    <a:pt x="16992" y="23609"/>
                  </a:lnTo>
                  <a:lnTo>
                    <a:pt x="17627" y="23609"/>
                  </a:lnTo>
                  <a:lnTo>
                    <a:pt x="18643" y="23482"/>
                  </a:lnTo>
                  <a:lnTo>
                    <a:pt x="18999" y="23533"/>
                  </a:lnTo>
                  <a:lnTo>
                    <a:pt x="19253" y="23431"/>
                  </a:lnTo>
                  <a:lnTo>
                    <a:pt x="19024" y="23456"/>
                  </a:lnTo>
                  <a:lnTo>
                    <a:pt x="18808" y="23418"/>
                  </a:lnTo>
                  <a:lnTo>
                    <a:pt x="18986" y="23355"/>
                  </a:lnTo>
                  <a:lnTo>
                    <a:pt x="17640" y="23228"/>
                  </a:lnTo>
                  <a:lnTo>
                    <a:pt x="13398" y="23228"/>
                  </a:lnTo>
                  <a:lnTo>
                    <a:pt x="11442" y="23609"/>
                  </a:lnTo>
                  <a:lnTo>
                    <a:pt x="11341" y="23863"/>
                  </a:lnTo>
                  <a:lnTo>
                    <a:pt x="11150" y="23736"/>
                  </a:lnTo>
                  <a:lnTo>
                    <a:pt x="10883" y="23736"/>
                  </a:lnTo>
                  <a:lnTo>
                    <a:pt x="10947" y="23355"/>
                  </a:lnTo>
                  <a:lnTo>
                    <a:pt x="11912" y="23355"/>
                  </a:lnTo>
                  <a:lnTo>
                    <a:pt x="11963" y="23228"/>
                  </a:lnTo>
                  <a:lnTo>
                    <a:pt x="12242" y="23101"/>
                  </a:lnTo>
                  <a:lnTo>
                    <a:pt x="12941" y="23101"/>
                  </a:lnTo>
                  <a:lnTo>
                    <a:pt x="14160" y="22974"/>
                  </a:lnTo>
                  <a:lnTo>
                    <a:pt x="14300" y="22847"/>
                  </a:lnTo>
                  <a:lnTo>
                    <a:pt x="14732" y="22847"/>
                  </a:lnTo>
                  <a:lnTo>
                    <a:pt x="14770" y="22593"/>
                  </a:lnTo>
                  <a:lnTo>
                    <a:pt x="15519" y="22593"/>
                  </a:lnTo>
                  <a:lnTo>
                    <a:pt x="14859" y="22974"/>
                  </a:lnTo>
                  <a:lnTo>
                    <a:pt x="15354" y="22974"/>
                  </a:lnTo>
                  <a:lnTo>
                    <a:pt x="15506" y="22847"/>
                  </a:lnTo>
                  <a:lnTo>
                    <a:pt x="15468" y="23101"/>
                  </a:lnTo>
                  <a:lnTo>
                    <a:pt x="15849" y="22847"/>
                  </a:lnTo>
                  <a:lnTo>
                    <a:pt x="16065" y="22593"/>
                  </a:lnTo>
                  <a:lnTo>
                    <a:pt x="16217" y="22593"/>
                  </a:lnTo>
                  <a:lnTo>
                    <a:pt x="16383" y="22847"/>
                  </a:lnTo>
                  <a:lnTo>
                    <a:pt x="16852" y="22847"/>
                  </a:lnTo>
                  <a:lnTo>
                    <a:pt x="17030" y="22593"/>
                  </a:lnTo>
                  <a:lnTo>
                    <a:pt x="17119" y="22466"/>
                  </a:lnTo>
                  <a:lnTo>
                    <a:pt x="17640" y="22466"/>
                  </a:lnTo>
                  <a:lnTo>
                    <a:pt x="17500" y="22593"/>
                  </a:lnTo>
                  <a:lnTo>
                    <a:pt x="20154" y="22466"/>
                  </a:lnTo>
                  <a:lnTo>
                    <a:pt x="20078" y="22593"/>
                  </a:lnTo>
                  <a:lnTo>
                    <a:pt x="24091" y="22593"/>
                  </a:lnTo>
                  <a:lnTo>
                    <a:pt x="23964" y="22466"/>
                  </a:lnTo>
                  <a:lnTo>
                    <a:pt x="23850" y="22339"/>
                  </a:lnTo>
                  <a:lnTo>
                    <a:pt x="23050" y="22339"/>
                  </a:lnTo>
                  <a:lnTo>
                    <a:pt x="22771" y="22212"/>
                  </a:lnTo>
                  <a:lnTo>
                    <a:pt x="24193" y="22212"/>
                  </a:lnTo>
                  <a:lnTo>
                    <a:pt x="24320" y="22212"/>
                  </a:lnTo>
                  <a:lnTo>
                    <a:pt x="24333" y="22085"/>
                  </a:lnTo>
                  <a:close/>
                </a:path>
                <a:path w="31750" h="30480">
                  <a:moveTo>
                    <a:pt x="24345" y="13449"/>
                  </a:moveTo>
                  <a:lnTo>
                    <a:pt x="23977" y="13322"/>
                  </a:lnTo>
                  <a:lnTo>
                    <a:pt x="23571" y="13322"/>
                  </a:lnTo>
                  <a:lnTo>
                    <a:pt x="23469" y="13195"/>
                  </a:lnTo>
                  <a:lnTo>
                    <a:pt x="23050" y="13068"/>
                  </a:lnTo>
                  <a:lnTo>
                    <a:pt x="22948" y="12941"/>
                  </a:lnTo>
                  <a:lnTo>
                    <a:pt x="22872" y="13068"/>
                  </a:lnTo>
                  <a:lnTo>
                    <a:pt x="22809" y="13195"/>
                  </a:lnTo>
                  <a:lnTo>
                    <a:pt x="22542" y="13322"/>
                  </a:lnTo>
                  <a:lnTo>
                    <a:pt x="22390" y="13322"/>
                  </a:lnTo>
                  <a:lnTo>
                    <a:pt x="22644" y="13449"/>
                  </a:lnTo>
                  <a:lnTo>
                    <a:pt x="24345" y="13449"/>
                  </a:lnTo>
                  <a:close/>
                </a:path>
                <a:path w="31750" h="30480">
                  <a:moveTo>
                    <a:pt x="24409" y="9512"/>
                  </a:moveTo>
                  <a:lnTo>
                    <a:pt x="24104" y="9385"/>
                  </a:lnTo>
                  <a:lnTo>
                    <a:pt x="24180" y="9512"/>
                  </a:lnTo>
                  <a:lnTo>
                    <a:pt x="24282" y="9639"/>
                  </a:lnTo>
                  <a:lnTo>
                    <a:pt x="24384" y="9766"/>
                  </a:lnTo>
                  <a:lnTo>
                    <a:pt x="24409" y="9512"/>
                  </a:lnTo>
                  <a:close/>
                </a:path>
                <a:path w="31750" h="30480">
                  <a:moveTo>
                    <a:pt x="24472" y="10401"/>
                  </a:moveTo>
                  <a:lnTo>
                    <a:pt x="24218" y="10274"/>
                  </a:lnTo>
                  <a:lnTo>
                    <a:pt x="24218" y="10528"/>
                  </a:lnTo>
                  <a:lnTo>
                    <a:pt x="24460" y="10528"/>
                  </a:lnTo>
                  <a:lnTo>
                    <a:pt x="24472" y="10401"/>
                  </a:lnTo>
                  <a:close/>
                </a:path>
                <a:path w="31750" h="30480">
                  <a:moveTo>
                    <a:pt x="24498" y="17132"/>
                  </a:moveTo>
                  <a:lnTo>
                    <a:pt x="24434" y="17005"/>
                  </a:lnTo>
                  <a:lnTo>
                    <a:pt x="24168" y="17005"/>
                  </a:lnTo>
                  <a:lnTo>
                    <a:pt x="24218" y="17132"/>
                  </a:lnTo>
                  <a:lnTo>
                    <a:pt x="24498" y="17132"/>
                  </a:lnTo>
                  <a:close/>
                </a:path>
                <a:path w="31750" h="30480">
                  <a:moveTo>
                    <a:pt x="24612" y="16116"/>
                  </a:moveTo>
                  <a:lnTo>
                    <a:pt x="23774" y="16116"/>
                  </a:lnTo>
                  <a:lnTo>
                    <a:pt x="23799" y="16243"/>
                  </a:lnTo>
                  <a:lnTo>
                    <a:pt x="24612" y="16243"/>
                  </a:lnTo>
                  <a:lnTo>
                    <a:pt x="24612" y="16116"/>
                  </a:lnTo>
                  <a:close/>
                </a:path>
                <a:path w="31750" h="30480">
                  <a:moveTo>
                    <a:pt x="24625" y="15735"/>
                  </a:moveTo>
                  <a:lnTo>
                    <a:pt x="24142" y="15735"/>
                  </a:lnTo>
                  <a:lnTo>
                    <a:pt x="24028" y="15989"/>
                  </a:lnTo>
                  <a:lnTo>
                    <a:pt x="24612" y="15989"/>
                  </a:lnTo>
                  <a:lnTo>
                    <a:pt x="24625" y="15735"/>
                  </a:lnTo>
                  <a:close/>
                </a:path>
                <a:path w="31750" h="30480">
                  <a:moveTo>
                    <a:pt x="24625" y="8369"/>
                  </a:moveTo>
                  <a:lnTo>
                    <a:pt x="24612" y="8242"/>
                  </a:lnTo>
                  <a:lnTo>
                    <a:pt x="18554" y="8242"/>
                  </a:lnTo>
                  <a:lnTo>
                    <a:pt x="18529" y="8369"/>
                  </a:lnTo>
                  <a:lnTo>
                    <a:pt x="24625" y="8369"/>
                  </a:lnTo>
                  <a:close/>
                </a:path>
                <a:path w="31750" h="30480">
                  <a:moveTo>
                    <a:pt x="24650" y="12179"/>
                  </a:moveTo>
                  <a:lnTo>
                    <a:pt x="23139" y="12179"/>
                  </a:lnTo>
                  <a:lnTo>
                    <a:pt x="23164" y="12306"/>
                  </a:lnTo>
                  <a:lnTo>
                    <a:pt x="23761" y="12306"/>
                  </a:lnTo>
                  <a:lnTo>
                    <a:pt x="24599" y="12306"/>
                  </a:lnTo>
                  <a:lnTo>
                    <a:pt x="24650" y="12179"/>
                  </a:lnTo>
                  <a:close/>
                </a:path>
                <a:path w="31750" h="30480">
                  <a:moveTo>
                    <a:pt x="24663" y="7861"/>
                  </a:moveTo>
                  <a:lnTo>
                    <a:pt x="18592" y="7861"/>
                  </a:lnTo>
                  <a:lnTo>
                    <a:pt x="18580" y="7988"/>
                  </a:lnTo>
                  <a:lnTo>
                    <a:pt x="24625" y="7988"/>
                  </a:lnTo>
                  <a:lnTo>
                    <a:pt x="24663" y="7861"/>
                  </a:lnTo>
                  <a:close/>
                </a:path>
                <a:path w="31750" h="30480">
                  <a:moveTo>
                    <a:pt x="24701" y="13957"/>
                  </a:moveTo>
                  <a:lnTo>
                    <a:pt x="24523" y="13957"/>
                  </a:lnTo>
                  <a:lnTo>
                    <a:pt x="24180" y="13830"/>
                  </a:lnTo>
                  <a:lnTo>
                    <a:pt x="23914" y="13830"/>
                  </a:lnTo>
                  <a:lnTo>
                    <a:pt x="24003" y="13957"/>
                  </a:lnTo>
                  <a:lnTo>
                    <a:pt x="22936" y="13957"/>
                  </a:lnTo>
                  <a:lnTo>
                    <a:pt x="22999" y="14211"/>
                  </a:lnTo>
                  <a:lnTo>
                    <a:pt x="24688" y="14211"/>
                  </a:lnTo>
                  <a:lnTo>
                    <a:pt x="24701" y="13957"/>
                  </a:lnTo>
                  <a:close/>
                </a:path>
                <a:path w="31750" h="30480">
                  <a:moveTo>
                    <a:pt x="24803" y="8750"/>
                  </a:moveTo>
                  <a:lnTo>
                    <a:pt x="24536" y="8623"/>
                  </a:lnTo>
                  <a:lnTo>
                    <a:pt x="24371" y="8496"/>
                  </a:lnTo>
                  <a:lnTo>
                    <a:pt x="24295" y="8623"/>
                  </a:lnTo>
                  <a:lnTo>
                    <a:pt x="24206" y="9004"/>
                  </a:lnTo>
                  <a:lnTo>
                    <a:pt x="24549" y="9004"/>
                  </a:lnTo>
                  <a:lnTo>
                    <a:pt x="24739" y="9131"/>
                  </a:lnTo>
                  <a:lnTo>
                    <a:pt x="24803" y="8750"/>
                  </a:lnTo>
                  <a:close/>
                </a:path>
                <a:path w="31750" h="30480">
                  <a:moveTo>
                    <a:pt x="24853" y="17386"/>
                  </a:moveTo>
                  <a:lnTo>
                    <a:pt x="24676" y="17259"/>
                  </a:lnTo>
                  <a:lnTo>
                    <a:pt x="24028" y="17259"/>
                  </a:lnTo>
                  <a:lnTo>
                    <a:pt x="24015" y="17386"/>
                  </a:lnTo>
                  <a:lnTo>
                    <a:pt x="24853" y="17386"/>
                  </a:lnTo>
                  <a:close/>
                </a:path>
                <a:path w="31750" h="30480">
                  <a:moveTo>
                    <a:pt x="24853" y="7607"/>
                  </a:moveTo>
                  <a:lnTo>
                    <a:pt x="24714" y="7734"/>
                  </a:lnTo>
                  <a:lnTo>
                    <a:pt x="24663" y="7861"/>
                  </a:lnTo>
                  <a:lnTo>
                    <a:pt x="24853" y="7861"/>
                  </a:lnTo>
                  <a:lnTo>
                    <a:pt x="24853" y="7607"/>
                  </a:lnTo>
                  <a:close/>
                </a:path>
                <a:path w="31750" h="30480">
                  <a:moveTo>
                    <a:pt x="24879" y="17132"/>
                  </a:moveTo>
                  <a:lnTo>
                    <a:pt x="24498" y="17132"/>
                  </a:lnTo>
                  <a:lnTo>
                    <a:pt x="24676" y="17259"/>
                  </a:lnTo>
                  <a:lnTo>
                    <a:pt x="24866" y="17259"/>
                  </a:lnTo>
                  <a:lnTo>
                    <a:pt x="24879" y="17132"/>
                  </a:lnTo>
                  <a:close/>
                </a:path>
                <a:path w="31750" h="30480">
                  <a:moveTo>
                    <a:pt x="24892" y="16624"/>
                  </a:moveTo>
                  <a:lnTo>
                    <a:pt x="24866" y="16497"/>
                  </a:lnTo>
                  <a:lnTo>
                    <a:pt x="23837" y="16497"/>
                  </a:lnTo>
                  <a:lnTo>
                    <a:pt x="23736" y="16624"/>
                  </a:lnTo>
                  <a:lnTo>
                    <a:pt x="24892" y="16624"/>
                  </a:lnTo>
                  <a:close/>
                </a:path>
                <a:path w="31750" h="30480">
                  <a:moveTo>
                    <a:pt x="24955" y="7353"/>
                  </a:moveTo>
                  <a:lnTo>
                    <a:pt x="24815" y="7353"/>
                  </a:lnTo>
                  <a:lnTo>
                    <a:pt x="24803" y="7480"/>
                  </a:lnTo>
                  <a:lnTo>
                    <a:pt x="24955" y="7353"/>
                  </a:lnTo>
                  <a:close/>
                </a:path>
                <a:path w="31750" h="30480">
                  <a:moveTo>
                    <a:pt x="24980" y="14338"/>
                  </a:moveTo>
                  <a:lnTo>
                    <a:pt x="24955" y="14211"/>
                  </a:lnTo>
                  <a:lnTo>
                    <a:pt x="24688" y="14211"/>
                  </a:lnTo>
                  <a:lnTo>
                    <a:pt x="24688" y="14338"/>
                  </a:lnTo>
                  <a:lnTo>
                    <a:pt x="24384" y="14338"/>
                  </a:lnTo>
                  <a:lnTo>
                    <a:pt x="24269" y="14592"/>
                  </a:lnTo>
                  <a:lnTo>
                    <a:pt x="24155" y="14846"/>
                  </a:lnTo>
                  <a:lnTo>
                    <a:pt x="24739" y="14846"/>
                  </a:lnTo>
                  <a:lnTo>
                    <a:pt x="24739" y="14338"/>
                  </a:lnTo>
                  <a:lnTo>
                    <a:pt x="24980" y="14338"/>
                  </a:lnTo>
                  <a:close/>
                </a:path>
                <a:path w="31750" h="30480">
                  <a:moveTo>
                    <a:pt x="24980" y="7099"/>
                  </a:moveTo>
                  <a:lnTo>
                    <a:pt x="18630" y="7099"/>
                  </a:lnTo>
                  <a:lnTo>
                    <a:pt x="18618" y="7353"/>
                  </a:lnTo>
                  <a:lnTo>
                    <a:pt x="24815" y="7353"/>
                  </a:lnTo>
                  <a:lnTo>
                    <a:pt x="24841" y="7226"/>
                  </a:lnTo>
                  <a:lnTo>
                    <a:pt x="24980" y="7099"/>
                  </a:lnTo>
                  <a:close/>
                </a:path>
                <a:path w="31750" h="30480">
                  <a:moveTo>
                    <a:pt x="24993" y="10782"/>
                  </a:moveTo>
                  <a:lnTo>
                    <a:pt x="24841" y="10909"/>
                  </a:lnTo>
                  <a:lnTo>
                    <a:pt x="24739" y="11036"/>
                  </a:lnTo>
                  <a:lnTo>
                    <a:pt x="24993" y="10909"/>
                  </a:lnTo>
                  <a:lnTo>
                    <a:pt x="24993" y="10782"/>
                  </a:lnTo>
                  <a:close/>
                </a:path>
                <a:path w="31750" h="30480">
                  <a:moveTo>
                    <a:pt x="25069" y="15354"/>
                  </a:moveTo>
                  <a:lnTo>
                    <a:pt x="24739" y="15227"/>
                  </a:lnTo>
                  <a:lnTo>
                    <a:pt x="24739" y="14973"/>
                  </a:lnTo>
                  <a:lnTo>
                    <a:pt x="24168" y="14973"/>
                  </a:lnTo>
                  <a:lnTo>
                    <a:pt x="24206" y="15481"/>
                  </a:lnTo>
                  <a:lnTo>
                    <a:pt x="24612" y="15735"/>
                  </a:lnTo>
                  <a:lnTo>
                    <a:pt x="24638" y="15354"/>
                  </a:lnTo>
                  <a:lnTo>
                    <a:pt x="25069" y="15354"/>
                  </a:lnTo>
                  <a:close/>
                </a:path>
                <a:path w="31750" h="30480">
                  <a:moveTo>
                    <a:pt x="25069" y="13449"/>
                  </a:moveTo>
                  <a:lnTo>
                    <a:pt x="25019" y="13195"/>
                  </a:lnTo>
                  <a:lnTo>
                    <a:pt x="24879" y="13195"/>
                  </a:lnTo>
                  <a:lnTo>
                    <a:pt x="24815" y="13322"/>
                  </a:lnTo>
                  <a:lnTo>
                    <a:pt x="24752" y="13449"/>
                  </a:lnTo>
                  <a:lnTo>
                    <a:pt x="25069" y="13449"/>
                  </a:lnTo>
                  <a:close/>
                </a:path>
                <a:path w="31750" h="30480">
                  <a:moveTo>
                    <a:pt x="25120" y="10528"/>
                  </a:moveTo>
                  <a:lnTo>
                    <a:pt x="24866" y="10528"/>
                  </a:lnTo>
                  <a:lnTo>
                    <a:pt x="24460" y="10528"/>
                  </a:lnTo>
                  <a:lnTo>
                    <a:pt x="24460" y="10655"/>
                  </a:lnTo>
                  <a:lnTo>
                    <a:pt x="24777" y="10655"/>
                  </a:lnTo>
                  <a:lnTo>
                    <a:pt x="25019" y="10655"/>
                  </a:lnTo>
                  <a:lnTo>
                    <a:pt x="25120" y="10528"/>
                  </a:lnTo>
                  <a:close/>
                </a:path>
                <a:path w="31750" h="30480">
                  <a:moveTo>
                    <a:pt x="25222" y="17132"/>
                  </a:moveTo>
                  <a:lnTo>
                    <a:pt x="24892" y="17005"/>
                  </a:lnTo>
                  <a:lnTo>
                    <a:pt x="24879" y="17132"/>
                  </a:lnTo>
                  <a:lnTo>
                    <a:pt x="25222" y="17132"/>
                  </a:lnTo>
                  <a:close/>
                </a:path>
                <a:path w="31750" h="30480">
                  <a:moveTo>
                    <a:pt x="25298" y="16878"/>
                  </a:moveTo>
                  <a:lnTo>
                    <a:pt x="24117" y="16878"/>
                  </a:lnTo>
                  <a:lnTo>
                    <a:pt x="24434" y="17005"/>
                  </a:lnTo>
                  <a:lnTo>
                    <a:pt x="24892" y="17005"/>
                  </a:lnTo>
                  <a:lnTo>
                    <a:pt x="25260" y="17005"/>
                  </a:lnTo>
                  <a:lnTo>
                    <a:pt x="25298" y="16878"/>
                  </a:lnTo>
                  <a:close/>
                </a:path>
                <a:path w="31750" h="30480">
                  <a:moveTo>
                    <a:pt x="25349" y="10655"/>
                  </a:moveTo>
                  <a:lnTo>
                    <a:pt x="25019" y="10655"/>
                  </a:lnTo>
                  <a:lnTo>
                    <a:pt x="24930" y="10782"/>
                  </a:lnTo>
                  <a:lnTo>
                    <a:pt x="25120" y="10782"/>
                  </a:lnTo>
                  <a:lnTo>
                    <a:pt x="25349" y="10655"/>
                  </a:lnTo>
                  <a:close/>
                </a:path>
                <a:path w="31750" h="30480">
                  <a:moveTo>
                    <a:pt x="25387" y="8369"/>
                  </a:moveTo>
                  <a:lnTo>
                    <a:pt x="25361" y="8242"/>
                  </a:lnTo>
                  <a:lnTo>
                    <a:pt x="24726" y="8242"/>
                  </a:lnTo>
                  <a:lnTo>
                    <a:pt x="24701" y="8369"/>
                  </a:lnTo>
                  <a:lnTo>
                    <a:pt x="25387" y="8369"/>
                  </a:lnTo>
                  <a:close/>
                </a:path>
                <a:path w="31750" h="30480">
                  <a:moveTo>
                    <a:pt x="25438" y="13449"/>
                  </a:moveTo>
                  <a:lnTo>
                    <a:pt x="25069" y="13449"/>
                  </a:lnTo>
                  <a:lnTo>
                    <a:pt x="25107" y="13576"/>
                  </a:lnTo>
                  <a:lnTo>
                    <a:pt x="22707" y="13576"/>
                  </a:lnTo>
                  <a:lnTo>
                    <a:pt x="22783" y="13703"/>
                  </a:lnTo>
                  <a:lnTo>
                    <a:pt x="22860" y="13830"/>
                  </a:lnTo>
                  <a:lnTo>
                    <a:pt x="23914" y="13830"/>
                  </a:lnTo>
                  <a:lnTo>
                    <a:pt x="23837" y="13703"/>
                  </a:lnTo>
                  <a:lnTo>
                    <a:pt x="24180" y="13830"/>
                  </a:lnTo>
                  <a:lnTo>
                    <a:pt x="25082" y="13830"/>
                  </a:lnTo>
                  <a:lnTo>
                    <a:pt x="25107" y="13703"/>
                  </a:lnTo>
                  <a:lnTo>
                    <a:pt x="25120" y="13576"/>
                  </a:lnTo>
                  <a:lnTo>
                    <a:pt x="25438" y="13449"/>
                  </a:lnTo>
                  <a:close/>
                </a:path>
                <a:path w="31750" h="30480">
                  <a:moveTo>
                    <a:pt x="25476" y="9893"/>
                  </a:moveTo>
                  <a:lnTo>
                    <a:pt x="25450" y="9766"/>
                  </a:lnTo>
                  <a:lnTo>
                    <a:pt x="25323" y="9893"/>
                  </a:lnTo>
                  <a:lnTo>
                    <a:pt x="25285" y="10020"/>
                  </a:lnTo>
                  <a:lnTo>
                    <a:pt x="25476" y="9893"/>
                  </a:lnTo>
                  <a:close/>
                </a:path>
                <a:path w="31750" h="30480">
                  <a:moveTo>
                    <a:pt x="25539" y="15481"/>
                  </a:moveTo>
                  <a:lnTo>
                    <a:pt x="25450" y="15354"/>
                  </a:lnTo>
                  <a:lnTo>
                    <a:pt x="25069" y="15354"/>
                  </a:lnTo>
                  <a:lnTo>
                    <a:pt x="25539" y="15481"/>
                  </a:lnTo>
                  <a:close/>
                </a:path>
                <a:path w="31750" h="30480">
                  <a:moveTo>
                    <a:pt x="25565" y="12560"/>
                  </a:moveTo>
                  <a:lnTo>
                    <a:pt x="24968" y="12484"/>
                  </a:lnTo>
                  <a:lnTo>
                    <a:pt x="25057" y="12306"/>
                  </a:lnTo>
                  <a:lnTo>
                    <a:pt x="24599" y="12306"/>
                  </a:lnTo>
                  <a:lnTo>
                    <a:pt x="23761" y="12306"/>
                  </a:lnTo>
                  <a:lnTo>
                    <a:pt x="23634" y="12560"/>
                  </a:lnTo>
                  <a:lnTo>
                    <a:pt x="24523" y="12560"/>
                  </a:lnTo>
                  <a:lnTo>
                    <a:pt x="24701" y="12560"/>
                  </a:lnTo>
                  <a:lnTo>
                    <a:pt x="24752" y="12687"/>
                  </a:lnTo>
                  <a:lnTo>
                    <a:pt x="24930" y="12560"/>
                  </a:lnTo>
                  <a:lnTo>
                    <a:pt x="25565" y="12560"/>
                  </a:lnTo>
                  <a:close/>
                </a:path>
                <a:path w="31750" h="30480">
                  <a:moveTo>
                    <a:pt x="25577" y="9766"/>
                  </a:moveTo>
                  <a:lnTo>
                    <a:pt x="25450" y="9639"/>
                  </a:lnTo>
                  <a:lnTo>
                    <a:pt x="25323" y="9766"/>
                  </a:lnTo>
                  <a:lnTo>
                    <a:pt x="25450" y="9766"/>
                  </a:lnTo>
                  <a:lnTo>
                    <a:pt x="25577" y="9766"/>
                  </a:lnTo>
                  <a:close/>
                </a:path>
                <a:path w="31750" h="30480">
                  <a:moveTo>
                    <a:pt x="25603" y="8369"/>
                  </a:moveTo>
                  <a:lnTo>
                    <a:pt x="25387" y="8369"/>
                  </a:lnTo>
                  <a:lnTo>
                    <a:pt x="25336" y="9639"/>
                  </a:lnTo>
                  <a:lnTo>
                    <a:pt x="25514" y="9512"/>
                  </a:lnTo>
                  <a:lnTo>
                    <a:pt x="25603" y="8369"/>
                  </a:lnTo>
                  <a:close/>
                </a:path>
                <a:path w="31750" h="30480">
                  <a:moveTo>
                    <a:pt x="25628" y="13576"/>
                  </a:moveTo>
                  <a:lnTo>
                    <a:pt x="25527" y="13449"/>
                  </a:lnTo>
                  <a:lnTo>
                    <a:pt x="25120" y="13576"/>
                  </a:lnTo>
                  <a:lnTo>
                    <a:pt x="25628" y="13576"/>
                  </a:lnTo>
                  <a:close/>
                </a:path>
                <a:path w="31750" h="30480">
                  <a:moveTo>
                    <a:pt x="25704" y="10528"/>
                  </a:moveTo>
                  <a:lnTo>
                    <a:pt x="25349" y="10528"/>
                  </a:lnTo>
                  <a:lnTo>
                    <a:pt x="25349" y="10655"/>
                  </a:lnTo>
                  <a:lnTo>
                    <a:pt x="25552" y="10655"/>
                  </a:lnTo>
                  <a:lnTo>
                    <a:pt x="25704" y="10528"/>
                  </a:lnTo>
                  <a:close/>
                </a:path>
                <a:path w="31750" h="30480">
                  <a:moveTo>
                    <a:pt x="25768" y="9893"/>
                  </a:moveTo>
                  <a:lnTo>
                    <a:pt x="25590" y="10020"/>
                  </a:lnTo>
                  <a:lnTo>
                    <a:pt x="25476" y="10248"/>
                  </a:lnTo>
                  <a:lnTo>
                    <a:pt x="25374" y="10020"/>
                  </a:lnTo>
                  <a:lnTo>
                    <a:pt x="25234" y="10147"/>
                  </a:lnTo>
                  <a:lnTo>
                    <a:pt x="25120" y="10528"/>
                  </a:lnTo>
                  <a:lnTo>
                    <a:pt x="25349" y="10528"/>
                  </a:lnTo>
                  <a:lnTo>
                    <a:pt x="25361" y="10401"/>
                  </a:lnTo>
                  <a:lnTo>
                    <a:pt x="25514" y="10274"/>
                  </a:lnTo>
                  <a:lnTo>
                    <a:pt x="25666" y="10147"/>
                  </a:lnTo>
                  <a:lnTo>
                    <a:pt x="25768" y="9893"/>
                  </a:lnTo>
                  <a:close/>
                </a:path>
                <a:path w="31750" h="30480">
                  <a:moveTo>
                    <a:pt x="25781" y="13322"/>
                  </a:moveTo>
                  <a:lnTo>
                    <a:pt x="25438" y="13449"/>
                  </a:lnTo>
                  <a:lnTo>
                    <a:pt x="25755" y="13449"/>
                  </a:lnTo>
                  <a:lnTo>
                    <a:pt x="25781" y="13322"/>
                  </a:lnTo>
                  <a:close/>
                </a:path>
                <a:path w="31750" h="30480">
                  <a:moveTo>
                    <a:pt x="25793" y="18910"/>
                  </a:moveTo>
                  <a:lnTo>
                    <a:pt x="25641" y="18935"/>
                  </a:lnTo>
                  <a:lnTo>
                    <a:pt x="25793" y="18910"/>
                  </a:lnTo>
                  <a:close/>
                </a:path>
                <a:path w="31750" h="30480">
                  <a:moveTo>
                    <a:pt x="25831" y="12306"/>
                  </a:moveTo>
                  <a:lnTo>
                    <a:pt x="25590" y="12560"/>
                  </a:lnTo>
                  <a:lnTo>
                    <a:pt x="25742" y="12560"/>
                  </a:lnTo>
                  <a:lnTo>
                    <a:pt x="25831" y="12306"/>
                  </a:lnTo>
                  <a:close/>
                </a:path>
                <a:path w="31750" h="30480">
                  <a:moveTo>
                    <a:pt x="25869" y="18402"/>
                  </a:moveTo>
                  <a:lnTo>
                    <a:pt x="25628" y="18186"/>
                  </a:lnTo>
                  <a:lnTo>
                    <a:pt x="25285" y="18440"/>
                  </a:lnTo>
                  <a:lnTo>
                    <a:pt x="25247" y="18669"/>
                  </a:lnTo>
                  <a:lnTo>
                    <a:pt x="25387" y="18542"/>
                  </a:lnTo>
                  <a:lnTo>
                    <a:pt x="25514" y="18288"/>
                  </a:lnTo>
                  <a:lnTo>
                    <a:pt x="25869" y="18402"/>
                  </a:lnTo>
                  <a:close/>
                </a:path>
                <a:path w="31750" h="30480">
                  <a:moveTo>
                    <a:pt x="26009" y="9512"/>
                  </a:moveTo>
                  <a:lnTo>
                    <a:pt x="25819" y="9512"/>
                  </a:lnTo>
                  <a:lnTo>
                    <a:pt x="25768" y="9639"/>
                  </a:lnTo>
                  <a:lnTo>
                    <a:pt x="25641" y="9893"/>
                  </a:lnTo>
                  <a:lnTo>
                    <a:pt x="25844" y="9766"/>
                  </a:lnTo>
                  <a:lnTo>
                    <a:pt x="25920" y="9639"/>
                  </a:lnTo>
                  <a:lnTo>
                    <a:pt x="26009" y="9512"/>
                  </a:lnTo>
                  <a:close/>
                </a:path>
                <a:path w="31750" h="30480">
                  <a:moveTo>
                    <a:pt x="26174" y="4559"/>
                  </a:moveTo>
                  <a:lnTo>
                    <a:pt x="20015" y="4559"/>
                  </a:lnTo>
                  <a:lnTo>
                    <a:pt x="20027" y="4813"/>
                  </a:lnTo>
                  <a:lnTo>
                    <a:pt x="26136" y="4813"/>
                  </a:lnTo>
                  <a:lnTo>
                    <a:pt x="26174" y="4559"/>
                  </a:lnTo>
                  <a:close/>
                </a:path>
                <a:path w="31750" h="30480">
                  <a:moveTo>
                    <a:pt x="26200" y="8242"/>
                  </a:moveTo>
                  <a:lnTo>
                    <a:pt x="25603" y="8242"/>
                  </a:lnTo>
                  <a:lnTo>
                    <a:pt x="25603" y="8369"/>
                  </a:lnTo>
                  <a:lnTo>
                    <a:pt x="26174" y="8369"/>
                  </a:lnTo>
                  <a:lnTo>
                    <a:pt x="26200" y="8242"/>
                  </a:lnTo>
                  <a:close/>
                </a:path>
                <a:path w="31750" h="30480">
                  <a:moveTo>
                    <a:pt x="26250" y="7861"/>
                  </a:moveTo>
                  <a:lnTo>
                    <a:pt x="25488" y="7861"/>
                  </a:lnTo>
                  <a:lnTo>
                    <a:pt x="24853" y="7861"/>
                  </a:lnTo>
                  <a:lnTo>
                    <a:pt x="25146" y="7988"/>
                  </a:lnTo>
                  <a:lnTo>
                    <a:pt x="25323" y="7988"/>
                  </a:lnTo>
                  <a:lnTo>
                    <a:pt x="25146" y="7988"/>
                  </a:lnTo>
                  <a:lnTo>
                    <a:pt x="24625" y="7988"/>
                  </a:lnTo>
                  <a:lnTo>
                    <a:pt x="24612" y="8242"/>
                  </a:lnTo>
                  <a:lnTo>
                    <a:pt x="24765" y="8115"/>
                  </a:lnTo>
                  <a:lnTo>
                    <a:pt x="25349" y="8115"/>
                  </a:lnTo>
                  <a:lnTo>
                    <a:pt x="25527" y="8115"/>
                  </a:lnTo>
                  <a:lnTo>
                    <a:pt x="25501" y="7988"/>
                  </a:lnTo>
                  <a:lnTo>
                    <a:pt x="26238" y="7988"/>
                  </a:lnTo>
                  <a:lnTo>
                    <a:pt x="26250" y="7861"/>
                  </a:lnTo>
                  <a:close/>
                </a:path>
                <a:path w="31750" h="30480">
                  <a:moveTo>
                    <a:pt x="26365" y="5702"/>
                  </a:moveTo>
                  <a:lnTo>
                    <a:pt x="19469" y="5702"/>
                  </a:lnTo>
                  <a:lnTo>
                    <a:pt x="19469" y="5829"/>
                  </a:lnTo>
                  <a:lnTo>
                    <a:pt x="26047" y="5829"/>
                  </a:lnTo>
                  <a:lnTo>
                    <a:pt x="26365" y="5702"/>
                  </a:lnTo>
                  <a:close/>
                </a:path>
                <a:path w="31750" h="30480">
                  <a:moveTo>
                    <a:pt x="26377" y="7988"/>
                  </a:moveTo>
                  <a:lnTo>
                    <a:pt x="26238" y="7988"/>
                  </a:lnTo>
                  <a:lnTo>
                    <a:pt x="26212" y="8115"/>
                  </a:lnTo>
                  <a:lnTo>
                    <a:pt x="26377" y="7988"/>
                  </a:lnTo>
                  <a:close/>
                </a:path>
                <a:path w="31750" h="30480">
                  <a:moveTo>
                    <a:pt x="26581" y="14846"/>
                  </a:moveTo>
                  <a:lnTo>
                    <a:pt x="24739" y="14846"/>
                  </a:lnTo>
                  <a:lnTo>
                    <a:pt x="24739" y="14973"/>
                  </a:lnTo>
                  <a:lnTo>
                    <a:pt x="26581" y="14973"/>
                  </a:lnTo>
                  <a:lnTo>
                    <a:pt x="26581" y="14846"/>
                  </a:lnTo>
                  <a:close/>
                </a:path>
                <a:path w="31750" h="30480">
                  <a:moveTo>
                    <a:pt x="26581" y="13830"/>
                  </a:moveTo>
                  <a:lnTo>
                    <a:pt x="25082" y="13830"/>
                  </a:lnTo>
                  <a:lnTo>
                    <a:pt x="25044" y="14211"/>
                  </a:lnTo>
                  <a:lnTo>
                    <a:pt x="26581" y="14211"/>
                  </a:lnTo>
                  <a:lnTo>
                    <a:pt x="26581" y="13830"/>
                  </a:lnTo>
                  <a:close/>
                </a:path>
                <a:path w="31750" h="30480">
                  <a:moveTo>
                    <a:pt x="26581" y="13449"/>
                  </a:moveTo>
                  <a:lnTo>
                    <a:pt x="25755" y="13449"/>
                  </a:lnTo>
                  <a:lnTo>
                    <a:pt x="25742" y="13576"/>
                  </a:lnTo>
                  <a:lnTo>
                    <a:pt x="26581" y="13576"/>
                  </a:lnTo>
                  <a:lnTo>
                    <a:pt x="26581" y="13449"/>
                  </a:lnTo>
                  <a:close/>
                </a:path>
                <a:path w="31750" h="30480">
                  <a:moveTo>
                    <a:pt x="26593" y="12179"/>
                  </a:moveTo>
                  <a:lnTo>
                    <a:pt x="25958" y="12179"/>
                  </a:lnTo>
                  <a:lnTo>
                    <a:pt x="25831" y="12306"/>
                  </a:lnTo>
                  <a:lnTo>
                    <a:pt x="26593" y="12306"/>
                  </a:lnTo>
                  <a:lnTo>
                    <a:pt x="26593" y="12179"/>
                  </a:lnTo>
                  <a:close/>
                </a:path>
                <a:path w="31750" h="30480">
                  <a:moveTo>
                    <a:pt x="26695" y="9512"/>
                  </a:moveTo>
                  <a:lnTo>
                    <a:pt x="26365" y="9512"/>
                  </a:lnTo>
                  <a:lnTo>
                    <a:pt x="26200" y="9639"/>
                  </a:lnTo>
                  <a:lnTo>
                    <a:pt x="26085" y="9893"/>
                  </a:lnTo>
                  <a:lnTo>
                    <a:pt x="26301" y="9766"/>
                  </a:lnTo>
                  <a:lnTo>
                    <a:pt x="26441" y="9639"/>
                  </a:lnTo>
                  <a:lnTo>
                    <a:pt x="26644" y="9639"/>
                  </a:lnTo>
                  <a:lnTo>
                    <a:pt x="26695" y="9512"/>
                  </a:lnTo>
                  <a:close/>
                </a:path>
                <a:path w="31750" h="30480">
                  <a:moveTo>
                    <a:pt x="26784" y="14211"/>
                  </a:moveTo>
                  <a:lnTo>
                    <a:pt x="26581" y="14211"/>
                  </a:lnTo>
                  <a:lnTo>
                    <a:pt x="26581" y="14719"/>
                  </a:lnTo>
                  <a:lnTo>
                    <a:pt x="26720" y="14592"/>
                  </a:lnTo>
                  <a:lnTo>
                    <a:pt x="26784" y="14211"/>
                  </a:lnTo>
                  <a:close/>
                </a:path>
                <a:path w="31750" h="30480">
                  <a:moveTo>
                    <a:pt x="26784" y="7861"/>
                  </a:moveTo>
                  <a:lnTo>
                    <a:pt x="26479" y="7861"/>
                  </a:lnTo>
                  <a:lnTo>
                    <a:pt x="26746" y="7988"/>
                  </a:lnTo>
                  <a:lnTo>
                    <a:pt x="26784" y="7861"/>
                  </a:lnTo>
                  <a:close/>
                </a:path>
                <a:path w="31750" h="30480">
                  <a:moveTo>
                    <a:pt x="26822" y="13576"/>
                  </a:moveTo>
                  <a:lnTo>
                    <a:pt x="26581" y="13576"/>
                  </a:lnTo>
                  <a:lnTo>
                    <a:pt x="26581" y="13830"/>
                  </a:lnTo>
                  <a:lnTo>
                    <a:pt x="26809" y="13830"/>
                  </a:lnTo>
                  <a:lnTo>
                    <a:pt x="26822" y="13576"/>
                  </a:lnTo>
                  <a:close/>
                </a:path>
                <a:path w="31750" h="30480">
                  <a:moveTo>
                    <a:pt x="26885" y="9131"/>
                  </a:moveTo>
                  <a:lnTo>
                    <a:pt x="26543" y="9385"/>
                  </a:lnTo>
                  <a:lnTo>
                    <a:pt x="26784" y="9385"/>
                  </a:lnTo>
                  <a:lnTo>
                    <a:pt x="26885" y="9131"/>
                  </a:lnTo>
                  <a:close/>
                </a:path>
                <a:path w="31750" h="30480">
                  <a:moveTo>
                    <a:pt x="26936" y="7988"/>
                  </a:moveTo>
                  <a:lnTo>
                    <a:pt x="26746" y="7988"/>
                  </a:lnTo>
                  <a:lnTo>
                    <a:pt x="26581" y="7988"/>
                  </a:lnTo>
                  <a:lnTo>
                    <a:pt x="26682" y="8115"/>
                  </a:lnTo>
                  <a:lnTo>
                    <a:pt x="26847" y="8242"/>
                  </a:lnTo>
                  <a:lnTo>
                    <a:pt x="26936" y="7988"/>
                  </a:lnTo>
                  <a:close/>
                </a:path>
                <a:path w="31750" h="30480">
                  <a:moveTo>
                    <a:pt x="27012" y="22593"/>
                  </a:moveTo>
                  <a:lnTo>
                    <a:pt x="25082" y="22466"/>
                  </a:lnTo>
                  <a:lnTo>
                    <a:pt x="24853" y="22466"/>
                  </a:lnTo>
                  <a:lnTo>
                    <a:pt x="24726" y="22339"/>
                  </a:lnTo>
                  <a:lnTo>
                    <a:pt x="24460" y="22212"/>
                  </a:lnTo>
                  <a:lnTo>
                    <a:pt x="24320" y="22212"/>
                  </a:lnTo>
                  <a:lnTo>
                    <a:pt x="24307" y="22466"/>
                  </a:lnTo>
                  <a:lnTo>
                    <a:pt x="24091" y="22593"/>
                  </a:lnTo>
                  <a:lnTo>
                    <a:pt x="27012" y="22593"/>
                  </a:lnTo>
                  <a:close/>
                </a:path>
                <a:path w="31750" h="30480">
                  <a:moveTo>
                    <a:pt x="27228" y="8115"/>
                  </a:moveTo>
                  <a:lnTo>
                    <a:pt x="27178" y="7988"/>
                  </a:lnTo>
                  <a:lnTo>
                    <a:pt x="26936" y="7988"/>
                  </a:lnTo>
                  <a:lnTo>
                    <a:pt x="27000" y="8115"/>
                  </a:lnTo>
                  <a:lnTo>
                    <a:pt x="27228" y="8115"/>
                  </a:lnTo>
                  <a:close/>
                </a:path>
                <a:path w="31750" h="30480">
                  <a:moveTo>
                    <a:pt x="27305" y="22885"/>
                  </a:moveTo>
                  <a:lnTo>
                    <a:pt x="26974" y="22809"/>
                  </a:lnTo>
                  <a:lnTo>
                    <a:pt x="27305" y="22885"/>
                  </a:lnTo>
                  <a:close/>
                </a:path>
                <a:path w="31750" h="30480">
                  <a:moveTo>
                    <a:pt x="27686" y="13576"/>
                  </a:moveTo>
                  <a:lnTo>
                    <a:pt x="27597" y="13449"/>
                  </a:lnTo>
                  <a:lnTo>
                    <a:pt x="26835" y="13449"/>
                  </a:lnTo>
                  <a:lnTo>
                    <a:pt x="26822" y="13576"/>
                  </a:lnTo>
                  <a:lnTo>
                    <a:pt x="27686" y="13576"/>
                  </a:lnTo>
                  <a:close/>
                </a:path>
                <a:path w="31750" h="30480">
                  <a:moveTo>
                    <a:pt x="27901" y="14211"/>
                  </a:moveTo>
                  <a:lnTo>
                    <a:pt x="27787" y="13830"/>
                  </a:lnTo>
                  <a:lnTo>
                    <a:pt x="26809" y="13830"/>
                  </a:lnTo>
                  <a:lnTo>
                    <a:pt x="26784" y="14211"/>
                  </a:lnTo>
                  <a:lnTo>
                    <a:pt x="27901" y="14211"/>
                  </a:lnTo>
                  <a:close/>
                </a:path>
                <a:path w="31750" h="30480">
                  <a:moveTo>
                    <a:pt x="27901" y="7353"/>
                  </a:moveTo>
                  <a:lnTo>
                    <a:pt x="25527" y="7353"/>
                  </a:lnTo>
                  <a:lnTo>
                    <a:pt x="25514" y="7480"/>
                  </a:lnTo>
                  <a:lnTo>
                    <a:pt x="26009" y="7480"/>
                  </a:lnTo>
                  <a:lnTo>
                    <a:pt x="25984" y="7607"/>
                  </a:lnTo>
                  <a:lnTo>
                    <a:pt x="26200" y="7607"/>
                  </a:lnTo>
                  <a:lnTo>
                    <a:pt x="26314" y="7480"/>
                  </a:lnTo>
                  <a:lnTo>
                    <a:pt x="26250" y="7861"/>
                  </a:lnTo>
                  <a:lnTo>
                    <a:pt x="26454" y="7861"/>
                  </a:lnTo>
                  <a:lnTo>
                    <a:pt x="26504" y="7480"/>
                  </a:lnTo>
                  <a:lnTo>
                    <a:pt x="26657" y="7607"/>
                  </a:lnTo>
                  <a:lnTo>
                    <a:pt x="26720" y="7734"/>
                  </a:lnTo>
                  <a:lnTo>
                    <a:pt x="26784" y="7861"/>
                  </a:lnTo>
                  <a:lnTo>
                    <a:pt x="26987" y="7861"/>
                  </a:lnTo>
                  <a:lnTo>
                    <a:pt x="26962" y="7734"/>
                  </a:lnTo>
                  <a:lnTo>
                    <a:pt x="27190" y="7607"/>
                  </a:lnTo>
                  <a:lnTo>
                    <a:pt x="27343" y="7480"/>
                  </a:lnTo>
                  <a:lnTo>
                    <a:pt x="27241" y="7607"/>
                  </a:lnTo>
                  <a:lnTo>
                    <a:pt x="27139" y="7734"/>
                  </a:lnTo>
                  <a:lnTo>
                    <a:pt x="27406" y="7607"/>
                  </a:lnTo>
                  <a:lnTo>
                    <a:pt x="27546" y="7480"/>
                  </a:lnTo>
                  <a:lnTo>
                    <a:pt x="27774" y="7607"/>
                  </a:lnTo>
                  <a:lnTo>
                    <a:pt x="27901" y="7353"/>
                  </a:lnTo>
                  <a:close/>
                </a:path>
                <a:path w="31750" h="30480">
                  <a:moveTo>
                    <a:pt x="27927" y="13576"/>
                  </a:moveTo>
                  <a:lnTo>
                    <a:pt x="27686" y="13576"/>
                  </a:lnTo>
                  <a:lnTo>
                    <a:pt x="27787" y="13830"/>
                  </a:lnTo>
                  <a:lnTo>
                    <a:pt x="27927" y="13830"/>
                  </a:lnTo>
                  <a:lnTo>
                    <a:pt x="27927" y="13576"/>
                  </a:lnTo>
                  <a:close/>
                </a:path>
                <a:path w="31750" h="30480">
                  <a:moveTo>
                    <a:pt x="27940" y="10401"/>
                  </a:moveTo>
                  <a:lnTo>
                    <a:pt x="27851" y="10147"/>
                  </a:lnTo>
                  <a:lnTo>
                    <a:pt x="27546" y="9893"/>
                  </a:lnTo>
                  <a:lnTo>
                    <a:pt x="27571" y="9639"/>
                  </a:lnTo>
                  <a:lnTo>
                    <a:pt x="27686" y="9512"/>
                  </a:lnTo>
                  <a:lnTo>
                    <a:pt x="27876" y="9512"/>
                  </a:lnTo>
                  <a:lnTo>
                    <a:pt x="27787" y="9385"/>
                  </a:lnTo>
                  <a:lnTo>
                    <a:pt x="27444" y="9512"/>
                  </a:lnTo>
                  <a:lnTo>
                    <a:pt x="27457" y="9385"/>
                  </a:lnTo>
                  <a:lnTo>
                    <a:pt x="27292" y="9512"/>
                  </a:lnTo>
                  <a:lnTo>
                    <a:pt x="27000" y="9385"/>
                  </a:lnTo>
                  <a:lnTo>
                    <a:pt x="26974" y="9766"/>
                  </a:lnTo>
                  <a:lnTo>
                    <a:pt x="26847" y="10528"/>
                  </a:lnTo>
                  <a:lnTo>
                    <a:pt x="27368" y="10528"/>
                  </a:lnTo>
                  <a:lnTo>
                    <a:pt x="27317" y="10401"/>
                  </a:lnTo>
                  <a:lnTo>
                    <a:pt x="27597" y="10147"/>
                  </a:lnTo>
                  <a:lnTo>
                    <a:pt x="27940" y="10401"/>
                  </a:lnTo>
                  <a:close/>
                </a:path>
                <a:path w="31750" h="30480">
                  <a:moveTo>
                    <a:pt x="28028" y="22923"/>
                  </a:moveTo>
                  <a:lnTo>
                    <a:pt x="27774" y="22910"/>
                  </a:lnTo>
                  <a:lnTo>
                    <a:pt x="27901" y="22987"/>
                  </a:lnTo>
                  <a:lnTo>
                    <a:pt x="28028" y="22923"/>
                  </a:lnTo>
                  <a:close/>
                </a:path>
                <a:path w="31750" h="30480">
                  <a:moveTo>
                    <a:pt x="28054" y="22567"/>
                  </a:moveTo>
                  <a:lnTo>
                    <a:pt x="27914" y="22466"/>
                  </a:lnTo>
                  <a:lnTo>
                    <a:pt x="28054" y="22567"/>
                  </a:lnTo>
                  <a:close/>
                </a:path>
                <a:path w="31750" h="30480">
                  <a:moveTo>
                    <a:pt x="28067" y="10655"/>
                  </a:moveTo>
                  <a:lnTo>
                    <a:pt x="28003" y="10528"/>
                  </a:lnTo>
                  <a:lnTo>
                    <a:pt x="27368" y="10528"/>
                  </a:lnTo>
                  <a:lnTo>
                    <a:pt x="27419" y="10655"/>
                  </a:lnTo>
                  <a:lnTo>
                    <a:pt x="28067" y="10655"/>
                  </a:lnTo>
                  <a:close/>
                </a:path>
                <a:path w="31750" h="30480">
                  <a:moveTo>
                    <a:pt x="28092" y="7988"/>
                  </a:moveTo>
                  <a:lnTo>
                    <a:pt x="28067" y="7861"/>
                  </a:lnTo>
                  <a:lnTo>
                    <a:pt x="27127" y="7861"/>
                  </a:lnTo>
                  <a:lnTo>
                    <a:pt x="27178" y="7988"/>
                  </a:lnTo>
                  <a:lnTo>
                    <a:pt x="28092" y="7988"/>
                  </a:lnTo>
                  <a:close/>
                </a:path>
                <a:path w="31750" h="30480">
                  <a:moveTo>
                    <a:pt x="28130" y="11290"/>
                  </a:moveTo>
                  <a:lnTo>
                    <a:pt x="27940" y="11163"/>
                  </a:lnTo>
                  <a:lnTo>
                    <a:pt x="27838" y="11036"/>
                  </a:lnTo>
                  <a:lnTo>
                    <a:pt x="27736" y="10909"/>
                  </a:lnTo>
                  <a:lnTo>
                    <a:pt x="27609" y="11163"/>
                  </a:lnTo>
                  <a:lnTo>
                    <a:pt x="27432" y="11163"/>
                  </a:lnTo>
                  <a:lnTo>
                    <a:pt x="27482" y="11290"/>
                  </a:lnTo>
                  <a:lnTo>
                    <a:pt x="27559" y="11417"/>
                  </a:lnTo>
                  <a:lnTo>
                    <a:pt x="28130" y="11417"/>
                  </a:lnTo>
                  <a:lnTo>
                    <a:pt x="28130" y="11290"/>
                  </a:lnTo>
                  <a:close/>
                </a:path>
                <a:path w="31750" h="30480">
                  <a:moveTo>
                    <a:pt x="28130" y="7480"/>
                  </a:moveTo>
                  <a:lnTo>
                    <a:pt x="27914" y="7607"/>
                  </a:lnTo>
                  <a:lnTo>
                    <a:pt x="27965" y="7734"/>
                  </a:lnTo>
                  <a:lnTo>
                    <a:pt x="28041" y="7607"/>
                  </a:lnTo>
                  <a:lnTo>
                    <a:pt x="28130" y="7480"/>
                  </a:lnTo>
                  <a:close/>
                </a:path>
                <a:path w="31750" h="30480">
                  <a:moveTo>
                    <a:pt x="28232" y="12179"/>
                  </a:moveTo>
                  <a:lnTo>
                    <a:pt x="27520" y="11671"/>
                  </a:lnTo>
                  <a:lnTo>
                    <a:pt x="27711" y="11544"/>
                  </a:lnTo>
                  <a:lnTo>
                    <a:pt x="27330" y="11290"/>
                  </a:lnTo>
                  <a:lnTo>
                    <a:pt x="27254" y="11163"/>
                  </a:lnTo>
                  <a:lnTo>
                    <a:pt x="27178" y="11036"/>
                  </a:lnTo>
                  <a:lnTo>
                    <a:pt x="27101" y="10909"/>
                  </a:lnTo>
                  <a:lnTo>
                    <a:pt x="27736" y="10909"/>
                  </a:lnTo>
                  <a:lnTo>
                    <a:pt x="27482" y="10782"/>
                  </a:lnTo>
                  <a:lnTo>
                    <a:pt x="27419" y="10655"/>
                  </a:lnTo>
                  <a:lnTo>
                    <a:pt x="27000" y="10655"/>
                  </a:lnTo>
                  <a:lnTo>
                    <a:pt x="27000" y="11036"/>
                  </a:lnTo>
                  <a:lnTo>
                    <a:pt x="26962" y="11163"/>
                  </a:lnTo>
                  <a:lnTo>
                    <a:pt x="26873" y="11544"/>
                  </a:lnTo>
                  <a:lnTo>
                    <a:pt x="26543" y="11544"/>
                  </a:lnTo>
                  <a:lnTo>
                    <a:pt x="26416" y="11417"/>
                  </a:lnTo>
                  <a:lnTo>
                    <a:pt x="25831" y="11417"/>
                  </a:lnTo>
                  <a:lnTo>
                    <a:pt x="26390" y="11544"/>
                  </a:lnTo>
                  <a:lnTo>
                    <a:pt x="26390" y="11798"/>
                  </a:lnTo>
                  <a:lnTo>
                    <a:pt x="25806" y="11544"/>
                  </a:lnTo>
                  <a:lnTo>
                    <a:pt x="25717" y="11417"/>
                  </a:lnTo>
                  <a:lnTo>
                    <a:pt x="26212" y="11303"/>
                  </a:lnTo>
                  <a:lnTo>
                    <a:pt x="26416" y="11417"/>
                  </a:lnTo>
                  <a:lnTo>
                    <a:pt x="26416" y="11290"/>
                  </a:lnTo>
                  <a:lnTo>
                    <a:pt x="26416" y="11036"/>
                  </a:lnTo>
                  <a:lnTo>
                    <a:pt x="27000" y="11036"/>
                  </a:lnTo>
                  <a:lnTo>
                    <a:pt x="27000" y="10655"/>
                  </a:lnTo>
                  <a:lnTo>
                    <a:pt x="26835" y="10655"/>
                  </a:lnTo>
                  <a:lnTo>
                    <a:pt x="26847" y="10528"/>
                  </a:lnTo>
                  <a:lnTo>
                    <a:pt x="25717" y="10528"/>
                  </a:lnTo>
                  <a:lnTo>
                    <a:pt x="25552" y="10655"/>
                  </a:lnTo>
                  <a:lnTo>
                    <a:pt x="26492" y="10655"/>
                  </a:lnTo>
                  <a:lnTo>
                    <a:pt x="26377" y="10782"/>
                  </a:lnTo>
                  <a:lnTo>
                    <a:pt x="26263" y="10909"/>
                  </a:lnTo>
                  <a:lnTo>
                    <a:pt x="25463" y="11036"/>
                  </a:lnTo>
                  <a:lnTo>
                    <a:pt x="25031" y="11290"/>
                  </a:lnTo>
                  <a:lnTo>
                    <a:pt x="24574" y="11417"/>
                  </a:lnTo>
                  <a:lnTo>
                    <a:pt x="24866" y="11417"/>
                  </a:lnTo>
                  <a:lnTo>
                    <a:pt x="24739" y="11544"/>
                  </a:lnTo>
                  <a:lnTo>
                    <a:pt x="24358" y="11290"/>
                  </a:lnTo>
                  <a:lnTo>
                    <a:pt x="24625" y="11290"/>
                  </a:lnTo>
                  <a:lnTo>
                    <a:pt x="24739" y="11163"/>
                  </a:lnTo>
                  <a:lnTo>
                    <a:pt x="24676" y="10909"/>
                  </a:lnTo>
                  <a:lnTo>
                    <a:pt x="24282" y="11163"/>
                  </a:lnTo>
                  <a:lnTo>
                    <a:pt x="24396" y="10909"/>
                  </a:lnTo>
                  <a:lnTo>
                    <a:pt x="24460" y="10655"/>
                  </a:lnTo>
                  <a:lnTo>
                    <a:pt x="24218" y="10655"/>
                  </a:lnTo>
                  <a:lnTo>
                    <a:pt x="24142" y="11036"/>
                  </a:lnTo>
                  <a:lnTo>
                    <a:pt x="24066" y="11544"/>
                  </a:lnTo>
                  <a:lnTo>
                    <a:pt x="23558" y="11544"/>
                  </a:lnTo>
                  <a:lnTo>
                    <a:pt x="23571" y="11290"/>
                  </a:lnTo>
                  <a:lnTo>
                    <a:pt x="23787" y="11417"/>
                  </a:lnTo>
                  <a:lnTo>
                    <a:pt x="24015" y="11290"/>
                  </a:lnTo>
                  <a:lnTo>
                    <a:pt x="23926" y="11163"/>
                  </a:lnTo>
                  <a:lnTo>
                    <a:pt x="23990" y="11036"/>
                  </a:lnTo>
                  <a:lnTo>
                    <a:pt x="23888" y="10909"/>
                  </a:lnTo>
                  <a:lnTo>
                    <a:pt x="23799" y="10782"/>
                  </a:lnTo>
                  <a:lnTo>
                    <a:pt x="23710" y="10655"/>
                  </a:lnTo>
                  <a:lnTo>
                    <a:pt x="23355" y="10655"/>
                  </a:lnTo>
                  <a:lnTo>
                    <a:pt x="23355" y="11671"/>
                  </a:lnTo>
                  <a:lnTo>
                    <a:pt x="23114" y="11671"/>
                  </a:lnTo>
                  <a:lnTo>
                    <a:pt x="23126" y="11544"/>
                  </a:lnTo>
                  <a:lnTo>
                    <a:pt x="23241" y="11036"/>
                  </a:lnTo>
                  <a:lnTo>
                    <a:pt x="23355" y="11671"/>
                  </a:lnTo>
                  <a:lnTo>
                    <a:pt x="23355" y="10655"/>
                  </a:lnTo>
                  <a:lnTo>
                    <a:pt x="22847" y="10655"/>
                  </a:lnTo>
                  <a:lnTo>
                    <a:pt x="22872" y="10782"/>
                  </a:lnTo>
                  <a:lnTo>
                    <a:pt x="22466" y="10655"/>
                  </a:lnTo>
                  <a:lnTo>
                    <a:pt x="22809" y="10909"/>
                  </a:lnTo>
                  <a:lnTo>
                    <a:pt x="22885" y="11290"/>
                  </a:lnTo>
                  <a:lnTo>
                    <a:pt x="22987" y="11544"/>
                  </a:lnTo>
                  <a:lnTo>
                    <a:pt x="22606" y="11544"/>
                  </a:lnTo>
                  <a:lnTo>
                    <a:pt x="22225" y="11417"/>
                  </a:lnTo>
                  <a:lnTo>
                    <a:pt x="22313" y="11544"/>
                  </a:lnTo>
                  <a:lnTo>
                    <a:pt x="22161" y="11544"/>
                  </a:lnTo>
                  <a:lnTo>
                    <a:pt x="22047" y="11417"/>
                  </a:lnTo>
                  <a:lnTo>
                    <a:pt x="21805" y="11417"/>
                  </a:lnTo>
                  <a:lnTo>
                    <a:pt x="21463" y="11290"/>
                  </a:lnTo>
                  <a:lnTo>
                    <a:pt x="20891" y="10909"/>
                  </a:lnTo>
                  <a:lnTo>
                    <a:pt x="20485" y="10909"/>
                  </a:lnTo>
                  <a:lnTo>
                    <a:pt x="20421" y="10655"/>
                  </a:lnTo>
                  <a:lnTo>
                    <a:pt x="10693" y="10655"/>
                  </a:lnTo>
                  <a:lnTo>
                    <a:pt x="10693" y="13322"/>
                  </a:lnTo>
                  <a:lnTo>
                    <a:pt x="10617" y="13576"/>
                  </a:lnTo>
                  <a:lnTo>
                    <a:pt x="10617" y="13449"/>
                  </a:lnTo>
                  <a:lnTo>
                    <a:pt x="10617" y="13322"/>
                  </a:lnTo>
                  <a:lnTo>
                    <a:pt x="10693" y="10655"/>
                  </a:lnTo>
                  <a:lnTo>
                    <a:pt x="10033" y="10655"/>
                  </a:lnTo>
                  <a:lnTo>
                    <a:pt x="10033" y="13449"/>
                  </a:lnTo>
                  <a:lnTo>
                    <a:pt x="9944" y="13703"/>
                  </a:lnTo>
                  <a:lnTo>
                    <a:pt x="9944" y="13449"/>
                  </a:lnTo>
                  <a:lnTo>
                    <a:pt x="10033" y="10655"/>
                  </a:lnTo>
                  <a:lnTo>
                    <a:pt x="6515" y="10655"/>
                  </a:lnTo>
                  <a:lnTo>
                    <a:pt x="6159" y="10655"/>
                  </a:lnTo>
                  <a:lnTo>
                    <a:pt x="6184" y="10782"/>
                  </a:lnTo>
                  <a:lnTo>
                    <a:pt x="6959" y="10782"/>
                  </a:lnTo>
                  <a:lnTo>
                    <a:pt x="7073" y="10909"/>
                  </a:lnTo>
                  <a:lnTo>
                    <a:pt x="7188" y="11036"/>
                  </a:lnTo>
                  <a:lnTo>
                    <a:pt x="7569" y="11036"/>
                  </a:lnTo>
                  <a:lnTo>
                    <a:pt x="7683" y="11163"/>
                  </a:lnTo>
                  <a:lnTo>
                    <a:pt x="7785" y="11290"/>
                  </a:lnTo>
                  <a:lnTo>
                    <a:pt x="7975" y="11290"/>
                  </a:lnTo>
                  <a:lnTo>
                    <a:pt x="8051" y="11417"/>
                  </a:lnTo>
                  <a:lnTo>
                    <a:pt x="8140" y="11544"/>
                  </a:lnTo>
                  <a:lnTo>
                    <a:pt x="8318" y="11417"/>
                  </a:lnTo>
                  <a:lnTo>
                    <a:pt x="8343" y="11544"/>
                  </a:lnTo>
                  <a:lnTo>
                    <a:pt x="8661" y="11798"/>
                  </a:lnTo>
                  <a:lnTo>
                    <a:pt x="9042" y="11925"/>
                  </a:lnTo>
                  <a:lnTo>
                    <a:pt x="8813" y="11798"/>
                  </a:lnTo>
                  <a:lnTo>
                    <a:pt x="9093" y="11925"/>
                  </a:lnTo>
                  <a:lnTo>
                    <a:pt x="9296" y="11925"/>
                  </a:lnTo>
                  <a:lnTo>
                    <a:pt x="9347" y="12052"/>
                  </a:lnTo>
                  <a:lnTo>
                    <a:pt x="10020" y="12560"/>
                  </a:lnTo>
                  <a:lnTo>
                    <a:pt x="9791" y="12560"/>
                  </a:lnTo>
                  <a:lnTo>
                    <a:pt x="9791" y="12941"/>
                  </a:lnTo>
                  <a:lnTo>
                    <a:pt x="8191" y="12814"/>
                  </a:lnTo>
                  <a:lnTo>
                    <a:pt x="6515" y="14084"/>
                  </a:lnTo>
                  <a:lnTo>
                    <a:pt x="6578" y="14592"/>
                  </a:lnTo>
                  <a:lnTo>
                    <a:pt x="7289" y="15735"/>
                  </a:lnTo>
                  <a:lnTo>
                    <a:pt x="7607" y="15862"/>
                  </a:lnTo>
                  <a:lnTo>
                    <a:pt x="7340" y="15862"/>
                  </a:lnTo>
                  <a:lnTo>
                    <a:pt x="7531" y="15989"/>
                  </a:lnTo>
                  <a:lnTo>
                    <a:pt x="8039" y="16116"/>
                  </a:lnTo>
                  <a:lnTo>
                    <a:pt x="8128" y="15989"/>
                  </a:lnTo>
                  <a:lnTo>
                    <a:pt x="7924" y="15862"/>
                  </a:lnTo>
                  <a:lnTo>
                    <a:pt x="7975" y="15227"/>
                  </a:lnTo>
                  <a:lnTo>
                    <a:pt x="7988" y="15100"/>
                  </a:lnTo>
                  <a:lnTo>
                    <a:pt x="7810" y="15227"/>
                  </a:lnTo>
                  <a:lnTo>
                    <a:pt x="7721" y="14973"/>
                  </a:lnTo>
                  <a:lnTo>
                    <a:pt x="7620" y="14592"/>
                  </a:lnTo>
                  <a:lnTo>
                    <a:pt x="7505" y="14084"/>
                  </a:lnTo>
                  <a:lnTo>
                    <a:pt x="8039" y="13703"/>
                  </a:lnTo>
                  <a:lnTo>
                    <a:pt x="8610" y="13449"/>
                  </a:lnTo>
                  <a:lnTo>
                    <a:pt x="8648" y="13322"/>
                  </a:lnTo>
                  <a:lnTo>
                    <a:pt x="9118" y="13322"/>
                  </a:lnTo>
                  <a:lnTo>
                    <a:pt x="9131" y="14338"/>
                  </a:lnTo>
                  <a:lnTo>
                    <a:pt x="9245" y="15227"/>
                  </a:lnTo>
                  <a:lnTo>
                    <a:pt x="9829" y="15354"/>
                  </a:lnTo>
                  <a:lnTo>
                    <a:pt x="9779" y="15227"/>
                  </a:lnTo>
                  <a:lnTo>
                    <a:pt x="9398" y="14846"/>
                  </a:lnTo>
                  <a:lnTo>
                    <a:pt x="9525" y="14846"/>
                  </a:lnTo>
                  <a:lnTo>
                    <a:pt x="9525" y="14465"/>
                  </a:lnTo>
                  <a:lnTo>
                    <a:pt x="9563" y="14592"/>
                  </a:lnTo>
                  <a:lnTo>
                    <a:pt x="9652" y="14973"/>
                  </a:lnTo>
                  <a:lnTo>
                    <a:pt x="9766" y="14846"/>
                  </a:lnTo>
                  <a:lnTo>
                    <a:pt x="9817" y="14592"/>
                  </a:lnTo>
                  <a:lnTo>
                    <a:pt x="10147" y="14846"/>
                  </a:lnTo>
                  <a:lnTo>
                    <a:pt x="10121" y="14592"/>
                  </a:lnTo>
                  <a:lnTo>
                    <a:pt x="10121" y="14465"/>
                  </a:lnTo>
                  <a:lnTo>
                    <a:pt x="10261" y="14592"/>
                  </a:lnTo>
                  <a:lnTo>
                    <a:pt x="10287" y="14338"/>
                  </a:lnTo>
                  <a:lnTo>
                    <a:pt x="10553" y="14338"/>
                  </a:lnTo>
                  <a:lnTo>
                    <a:pt x="10553" y="14211"/>
                  </a:lnTo>
                  <a:lnTo>
                    <a:pt x="10160" y="14211"/>
                  </a:lnTo>
                  <a:lnTo>
                    <a:pt x="10109" y="14084"/>
                  </a:lnTo>
                  <a:lnTo>
                    <a:pt x="10553" y="14084"/>
                  </a:lnTo>
                  <a:lnTo>
                    <a:pt x="10655" y="13830"/>
                  </a:lnTo>
                  <a:lnTo>
                    <a:pt x="10693" y="13703"/>
                  </a:lnTo>
                  <a:lnTo>
                    <a:pt x="10731" y="13830"/>
                  </a:lnTo>
                  <a:lnTo>
                    <a:pt x="10883" y="13703"/>
                  </a:lnTo>
                  <a:lnTo>
                    <a:pt x="10896" y="13576"/>
                  </a:lnTo>
                  <a:lnTo>
                    <a:pt x="10934" y="13322"/>
                  </a:lnTo>
                  <a:lnTo>
                    <a:pt x="10998" y="13576"/>
                  </a:lnTo>
                  <a:lnTo>
                    <a:pt x="11163" y="13576"/>
                  </a:lnTo>
                  <a:lnTo>
                    <a:pt x="11176" y="14084"/>
                  </a:lnTo>
                  <a:lnTo>
                    <a:pt x="12509" y="14084"/>
                  </a:lnTo>
                  <a:lnTo>
                    <a:pt x="12420" y="13957"/>
                  </a:lnTo>
                  <a:lnTo>
                    <a:pt x="12331" y="13830"/>
                  </a:lnTo>
                  <a:lnTo>
                    <a:pt x="12230" y="13576"/>
                  </a:lnTo>
                  <a:lnTo>
                    <a:pt x="12204" y="13449"/>
                  </a:lnTo>
                  <a:lnTo>
                    <a:pt x="12179" y="13322"/>
                  </a:lnTo>
                  <a:lnTo>
                    <a:pt x="11899" y="13068"/>
                  </a:lnTo>
                  <a:lnTo>
                    <a:pt x="11811" y="13195"/>
                  </a:lnTo>
                  <a:lnTo>
                    <a:pt x="11734" y="13322"/>
                  </a:lnTo>
                  <a:lnTo>
                    <a:pt x="11328" y="13195"/>
                  </a:lnTo>
                  <a:lnTo>
                    <a:pt x="11226" y="13449"/>
                  </a:lnTo>
                  <a:lnTo>
                    <a:pt x="11239" y="13322"/>
                  </a:lnTo>
                  <a:lnTo>
                    <a:pt x="11290" y="13068"/>
                  </a:lnTo>
                  <a:lnTo>
                    <a:pt x="11442" y="12941"/>
                  </a:lnTo>
                  <a:lnTo>
                    <a:pt x="11531" y="12814"/>
                  </a:lnTo>
                  <a:lnTo>
                    <a:pt x="11620" y="12687"/>
                  </a:lnTo>
                  <a:lnTo>
                    <a:pt x="11722" y="12560"/>
                  </a:lnTo>
                  <a:lnTo>
                    <a:pt x="12039" y="12560"/>
                  </a:lnTo>
                  <a:lnTo>
                    <a:pt x="12153" y="12179"/>
                  </a:lnTo>
                  <a:lnTo>
                    <a:pt x="13322" y="12179"/>
                  </a:lnTo>
                  <a:lnTo>
                    <a:pt x="13385" y="12052"/>
                  </a:lnTo>
                  <a:lnTo>
                    <a:pt x="13398" y="12560"/>
                  </a:lnTo>
                  <a:lnTo>
                    <a:pt x="13309" y="12687"/>
                  </a:lnTo>
                  <a:lnTo>
                    <a:pt x="13169" y="12687"/>
                  </a:lnTo>
                  <a:lnTo>
                    <a:pt x="13195" y="12560"/>
                  </a:lnTo>
                  <a:lnTo>
                    <a:pt x="13398" y="12560"/>
                  </a:lnTo>
                  <a:lnTo>
                    <a:pt x="13398" y="12166"/>
                  </a:lnTo>
                  <a:lnTo>
                    <a:pt x="13233" y="12306"/>
                  </a:lnTo>
                  <a:lnTo>
                    <a:pt x="12585" y="12306"/>
                  </a:lnTo>
                  <a:lnTo>
                    <a:pt x="13182" y="12496"/>
                  </a:lnTo>
                  <a:lnTo>
                    <a:pt x="12992" y="12560"/>
                  </a:lnTo>
                  <a:lnTo>
                    <a:pt x="13004" y="12687"/>
                  </a:lnTo>
                  <a:lnTo>
                    <a:pt x="13131" y="13576"/>
                  </a:lnTo>
                  <a:lnTo>
                    <a:pt x="12979" y="13576"/>
                  </a:lnTo>
                  <a:lnTo>
                    <a:pt x="12877" y="13703"/>
                  </a:lnTo>
                  <a:lnTo>
                    <a:pt x="12801" y="13449"/>
                  </a:lnTo>
                  <a:lnTo>
                    <a:pt x="12750" y="13322"/>
                  </a:lnTo>
                  <a:lnTo>
                    <a:pt x="12598" y="13195"/>
                  </a:lnTo>
                  <a:lnTo>
                    <a:pt x="12611" y="14084"/>
                  </a:lnTo>
                  <a:lnTo>
                    <a:pt x="14465" y="14084"/>
                  </a:lnTo>
                  <a:lnTo>
                    <a:pt x="14427" y="13957"/>
                  </a:lnTo>
                  <a:lnTo>
                    <a:pt x="15290" y="13957"/>
                  </a:lnTo>
                  <a:lnTo>
                    <a:pt x="15570" y="13830"/>
                  </a:lnTo>
                  <a:lnTo>
                    <a:pt x="16294" y="13830"/>
                  </a:lnTo>
                  <a:lnTo>
                    <a:pt x="16281" y="13957"/>
                  </a:lnTo>
                  <a:lnTo>
                    <a:pt x="16738" y="13957"/>
                  </a:lnTo>
                  <a:lnTo>
                    <a:pt x="16522" y="13830"/>
                  </a:lnTo>
                  <a:lnTo>
                    <a:pt x="16522" y="13703"/>
                  </a:lnTo>
                  <a:lnTo>
                    <a:pt x="16522" y="13576"/>
                  </a:lnTo>
                  <a:lnTo>
                    <a:pt x="16090" y="13576"/>
                  </a:lnTo>
                  <a:lnTo>
                    <a:pt x="15976" y="13703"/>
                  </a:lnTo>
                  <a:lnTo>
                    <a:pt x="15709" y="13576"/>
                  </a:lnTo>
                  <a:lnTo>
                    <a:pt x="13462" y="13576"/>
                  </a:lnTo>
                  <a:lnTo>
                    <a:pt x="13576" y="13195"/>
                  </a:lnTo>
                  <a:lnTo>
                    <a:pt x="13677" y="12687"/>
                  </a:lnTo>
                  <a:lnTo>
                    <a:pt x="13601" y="12560"/>
                  </a:lnTo>
                  <a:lnTo>
                    <a:pt x="13423" y="12560"/>
                  </a:lnTo>
                  <a:lnTo>
                    <a:pt x="13423" y="12306"/>
                  </a:lnTo>
                  <a:lnTo>
                    <a:pt x="13843" y="12306"/>
                  </a:lnTo>
                  <a:lnTo>
                    <a:pt x="13627" y="12179"/>
                  </a:lnTo>
                  <a:lnTo>
                    <a:pt x="20701" y="12179"/>
                  </a:lnTo>
                  <a:lnTo>
                    <a:pt x="20675" y="12306"/>
                  </a:lnTo>
                  <a:lnTo>
                    <a:pt x="20916" y="12306"/>
                  </a:lnTo>
                  <a:lnTo>
                    <a:pt x="21793" y="12306"/>
                  </a:lnTo>
                  <a:lnTo>
                    <a:pt x="21805" y="12179"/>
                  </a:lnTo>
                  <a:lnTo>
                    <a:pt x="20916" y="12179"/>
                  </a:lnTo>
                  <a:lnTo>
                    <a:pt x="20853" y="12052"/>
                  </a:lnTo>
                  <a:lnTo>
                    <a:pt x="21031" y="11798"/>
                  </a:lnTo>
                  <a:lnTo>
                    <a:pt x="21145" y="11671"/>
                  </a:lnTo>
                  <a:lnTo>
                    <a:pt x="21691" y="11671"/>
                  </a:lnTo>
                  <a:lnTo>
                    <a:pt x="21805" y="12179"/>
                  </a:lnTo>
                  <a:lnTo>
                    <a:pt x="21932" y="12179"/>
                  </a:lnTo>
                  <a:lnTo>
                    <a:pt x="22491" y="12052"/>
                  </a:lnTo>
                  <a:lnTo>
                    <a:pt x="22707" y="12179"/>
                  </a:lnTo>
                  <a:lnTo>
                    <a:pt x="22898" y="12179"/>
                  </a:lnTo>
                  <a:lnTo>
                    <a:pt x="22987" y="12052"/>
                  </a:lnTo>
                  <a:lnTo>
                    <a:pt x="23495" y="12052"/>
                  </a:lnTo>
                  <a:lnTo>
                    <a:pt x="23812" y="11925"/>
                  </a:lnTo>
                  <a:lnTo>
                    <a:pt x="23876" y="11798"/>
                  </a:lnTo>
                  <a:lnTo>
                    <a:pt x="24155" y="11798"/>
                  </a:lnTo>
                  <a:lnTo>
                    <a:pt x="24472" y="11925"/>
                  </a:lnTo>
                  <a:lnTo>
                    <a:pt x="24498" y="12052"/>
                  </a:lnTo>
                  <a:lnTo>
                    <a:pt x="24650" y="12179"/>
                  </a:lnTo>
                  <a:lnTo>
                    <a:pt x="25069" y="12179"/>
                  </a:lnTo>
                  <a:lnTo>
                    <a:pt x="25057" y="12306"/>
                  </a:lnTo>
                  <a:lnTo>
                    <a:pt x="25628" y="12306"/>
                  </a:lnTo>
                  <a:lnTo>
                    <a:pt x="25577" y="12179"/>
                  </a:lnTo>
                  <a:lnTo>
                    <a:pt x="25958" y="12179"/>
                  </a:lnTo>
                  <a:lnTo>
                    <a:pt x="25958" y="12052"/>
                  </a:lnTo>
                  <a:lnTo>
                    <a:pt x="26136" y="11925"/>
                  </a:lnTo>
                  <a:lnTo>
                    <a:pt x="26212" y="11798"/>
                  </a:lnTo>
                  <a:lnTo>
                    <a:pt x="26593" y="11925"/>
                  </a:lnTo>
                  <a:lnTo>
                    <a:pt x="26593" y="12179"/>
                  </a:lnTo>
                  <a:lnTo>
                    <a:pt x="28232" y="12179"/>
                  </a:lnTo>
                  <a:close/>
                </a:path>
                <a:path w="31750" h="30480">
                  <a:moveTo>
                    <a:pt x="28232" y="7099"/>
                  </a:moveTo>
                  <a:lnTo>
                    <a:pt x="28016" y="7099"/>
                  </a:lnTo>
                  <a:lnTo>
                    <a:pt x="27901" y="7353"/>
                  </a:lnTo>
                  <a:lnTo>
                    <a:pt x="28219" y="7353"/>
                  </a:lnTo>
                  <a:lnTo>
                    <a:pt x="28232" y="7099"/>
                  </a:lnTo>
                  <a:close/>
                </a:path>
                <a:path w="31750" h="30480">
                  <a:moveTo>
                    <a:pt x="28257" y="5829"/>
                  </a:moveTo>
                  <a:lnTo>
                    <a:pt x="28016" y="5702"/>
                  </a:lnTo>
                  <a:lnTo>
                    <a:pt x="27990" y="5829"/>
                  </a:lnTo>
                  <a:lnTo>
                    <a:pt x="27863" y="5829"/>
                  </a:lnTo>
                  <a:lnTo>
                    <a:pt x="26047" y="5829"/>
                  </a:lnTo>
                  <a:lnTo>
                    <a:pt x="25552" y="6210"/>
                  </a:lnTo>
                  <a:lnTo>
                    <a:pt x="25463" y="6718"/>
                  </a:lnTo>
                  <a:lnTo>
                    <a:pt x="25247" y="6845"/>
                  </a:lnTo>
                  <a:lnTo>
                    <a:pt x="25107" y="6972"/>
                  </a:lnTo>
                  <a:lnTo>
                    <a:pt x="25069" y="7099"/>
                  </a:lnTo>
                  <a:lnTo>
                    <a:pt x="24955" y="7353"/>
                  </a:lnTo>
                  <a:lnTo>
                    <a:pt x="25527" y="7353"/>
                  </a:lnTo>
                  <a:lnTo>
                    <a:pt x="25539" y="7226"/>
                  </a:lnTo>
                  <a:lnTo>
                    <a:pt x="25361" y="7099"/>
                  </a:lnTo>
                  <a:lnTo>
                    <a:pt x="28016" y="7099"/>
                  </a:lnTo>
                  <a:lnTo>
                    <a:pt x="28130" y="6718"/>
                  </a:lnTo>
                  <a:lnTo>
                    <a:pt x="28130" y="6591"/>
                  </a:lnTo>
                  <a:lnTo>
                    <a:pt x="28117" y="5956"/>
                  </a:lnTo>
                  <a:lnTo>
                    <a:pt x="28003" y="5829"/>
                  </a:lnTo>
                  <a:lnTo>
                    <a:pt x="28257" y="5829"/>
                  </a:lnTo>
                  <a:close/>
                </a:path>
                <a:path w="31750" h="30480">
                  <a:moveTo>
                    <a:pt x="28384" y="11417"/>
                  </a:moveTo>
                  <a:lnTo>
                    <a:pt x="28282" y="11163"/>
                  </a:lnTo>
                  <a:lnTo>
                    <a:pt x="28219" y="11036"/>
                  </a:lnTo>
                  <a:lnTo>
                    <a:pt x="28143" y="11417"/>
                  </a:lnTo>
                  <a:lnTo>
                    <a:pt x="28384" y="11417"/>
                  </a:lnTo>
                  <a:close/>
                </a:path>
                <a:path w="31750" h="30480">
                  <a:moveTo>
                    <a:pt x="28435" y="11544"/>
                  </a:moveTo>
                  <a:lnTo>
                    <a:pt x="28270" y="11544"/>
                  </a:lnTo>
                  <a:lnTo>
                    <a:pt x="28409" y="11671"/>
                  </a:lnTo>
                  <a:lnTo>
                    <a:pt x="28435" y="11544"/>
                  </a:lnTo>
                  <a:close/>
                </a:path>
                <a:path w="31750" h="30480">
                  <a:moveTo>
                    <a:pt x="28473" y="6921"/>
                  </a:moveTo>
                  <a:lnTo>
                    <a:pt x="28232" y="7099"/>
                  </a:lnTo>
                  <a:lnTo>
                    <a:pt x="28422" y="7099"/>
                  </a:lnTo>
                  <a:lnTo>
                    <a:pt x="28473" y="6921"/>
                  </a:lnTo>
                  <a:close/>
                </a:path>
                <a:path w="31750" h="30480">
                  <a:moveTo>
                    <a:pt x="28536" y="14973"/>
                  </a:moveTo>
                  <a:lnTo>
                    <a:pt x="28524" y="14846"/>
                  </a:lnTo>
                  <a:lnTo>
                    <a:pt x="26670" y="14846"/>
                  </a:lnTo>
                  <a:lnTo>
                    <a:pt x="26631" y="14973"/>
                  </a:lnTo>
                  <a:lnTo>
                    <a:pt x="28536" y="14973"/>
                  </a:lnTo>
                  <a:close/>
                </a:path>
                <a:path w="31750" h="30480">
                  <a:moveTo>
                    <a:pt x="28727" y="22860"/>
                  </a:moveTo>
                  <a:lnTo>
                    <a:pt x="28511" y="22809"/>
                  </a:lnTo>
                  <a:lnTo>
                    <a:pt x="28270" y="22783"/>
                  </a:lnTo>
                  <a:lnTo>
                    <a:pt x="28206" y="22593"/>
                  </a:lnTo>
                  <a:lnTo>
                    <a:pt x="28219" y="22860"/>
                  </a:lnTo>
                  <a:lnTo>
                    <a:pt x="28562" y="22948"/>
                  </a:lnTo>
                  <a:lnTo>
                    <a:pt x="28727" y="22860"/>
                  </a:lnTo>
                  <a:close/>
                </a:path>
                <a:path w="31750" h="30480">
                  <a:moveTo>
                    <a:pt x="28841" y="4305"/>
                  </a:moveTo>
                  <a:lnTo>
                    <a:pt x="27597" y="4051"/>
                  </a:lnTo>
                  <a:lnTo>
                    <a:pt x="26263" y="4051"/>
                  </a:lnTo>
                  <a:lnTo>
                    <a:pt x="26174" y="4559"/>
                  </a:lnTo>
                  <a:lnTo>
                    <a:pt x="28587" y="4559"/>
                  </a:lnTo>
                  <a:lnTo>
                    <a:pt x="28651" y="4305"/>
                  </a:lnTo>
                  <a:lnTo>
                    <a:pt x="28841" y="4305"/>
                  </a:lnTo>
                  <a:close/>
                </a:path>
                <a:path w="31750" h="30480">
                  <a:moveTo>
                    <a:pt x="28879" y="12179"/>
                  </a:moveTo>
                  <a:lnTo>
                    <a:pt x="28473" y="11925"/>
                  </a:lnTo>
                  <a:lnTo>
                    <a:pt x="28422" y="11798"/>
                  </a:lnTo>
                  <a:lnTo>
                    <a:pt x="28333" y="11671"/>
                  </a:lnTo>
                  <a:lnTo>
                    <a:pt x="28244" y="11544"/>
                  </a:lnTo>
                  <a:lnTo>
                    <a:pt x="27736" y="11544"/>
                  </a:lnTo>
                  <a:lnTo>
                    <a:pt x="28003" y="11671"/>
                  </a:lnTo>
                  <a:lnTo>
                    <a:pt x="28041" y="11798"/>
                  </a:lnTo>
                  <a:lnTo>
                    <a:pt x="28143" y="12052"/>
                  </a:lnTo>
                  <a:lnTo>
                    <a:pt x="28270" y="12179"/>
                  </a:lnTo>
                  <a:lnTo>
                    <a:pt x="28879" y="12179"/>
                  </a:lnTo>
                  <a:close/>
                </a:path>
                <a:path w="31750" h="30480">
                  <a:moveTo>
                    <a:pt x="28943" y="12560"/>
                  </a:moveTo>
                  <a:lnTo>
                    <a:pt x="28676" y="12560"/>
                  </a:lnTo>
                  <a:lnTo>
                    <a:pt x="28752" y="12687"/>
                  </a:lnTo>
                  <a:lnTo>
                    <a:pt x="28829" y="12814"/>
                  </a:lnTo>
                  <a:lnTo>
                    <a:pt x="28943" y="12560"/>
                  </a:lnTo>
                  <a:close/>
                </a:path>
                <a:path w="31750" h="30480">
                  <a:moveTo>
                    <a:pt x="28981" y="13576"/>
                  </a:moveTo>
                  <a:lnTo>
                    <a:pt x="28968" y="13449"/>
                  </a:lnTo>
                  <a:lnTo>
                    <a:pt x="28054" y="13449"/>
                  </a:lnTo>
                  <a:lnTo>
                    <a:pt x="27927" y="13576"/>
                  </a:lnTo>
                  <a:lnTo>
                    <a:pt x="28981" y="13576"/>
                  </a:lnTo>
                  <a:close/>
                </a:path>
                <a:path w="31750" h="30480">
                  <a:moveTo>
                    <a:pt x="29006" y="13830"/>
                  </a:moveTo>
                  <a:lnTo>
                    <a:pt x="27927" y="13830"/>
                  </a:lnTo>
                  <a:lnTo>
                    <a:pt x="27927" y="14211"/>
                  </a:lnTo>
                  <a:lnTo>
                    <a:pt x="28968" y="14211"/>
                  </a:lnTo>
                  <a:lnTo>
                    <a:pt x="29006" y="13830"/>
                  </a:lnTo>
                  <a:close/>
                </a:path>
                <a:path w="31750" h="30480">
                  <a:moveTo>
                    <a:pt x="29019" y="14592"/>
                  </a:moveTo>
                  <a:lnTo>
                    <a:pt x="29006" y="14338"/>
                  </a:lnTo>
                  <a:lnTo>
                    <a:pt x="28841" y="14465"/>
                  </a:lnTo>
                  <a:lnTo>
                    <a:pt x="28740" y="14592"/>
                  </a:lnTo>
                  <a:lnTo>
                    <a:pt x="28625" y="14719"/>
                  </a:lnTo>
                  <a:lnTo>
                    <a:pt x="28524" y="14846"/>
                  </a:lnTo>
                  <a:lnTo>
                    <a:pt x="28752" y="14846"/>
                  </a:lnTo>
                  <a:lnTo>
                    <a:pt x="29019" y="14592"/>
                  </a:lnTo>
                  <a:close/>
                </a:path>
                <a:path w="31750" h="30480">
                  <a:moveTo>
                    <a:pt x="29057" y="12052"/>
                  </a:moveTo>
                  <a:lnTo>
                    <a:pt x="28879" y="12179"/>
                  </a:lnTo>
                  <a:lnTo>
                    <a:pt x="29057" y="12179"/>
                  </a:lnTo>
                  <a:lnTo>
                    <a:pt x="29057" y="12052"/>
                  </a:lnTo>
                  <a:close/>
                </a:path>
                <a:path w="31750" h="30480">
                  <a:moveTo>
                    <a:pt x="29070" y="12306"/>
                  </a:moveTo>
                  <a:lnTo>
                    <a:pt x="26593" y="12306"/>
                  </a:lnTo>
                  <a:lnTo>
                    <a:pt x="26581" y="13449"/>
                  </a:lnTo>
                  <a:lnTo>
                    <a:pt x="26835" y="13449"/>
                  </a:lnTo>
                  <a:lnTo>
                    <a:pt x="26962" y="12687"/>
                  </a:lnTo>
                  <a:lnTo>
                    <a:pt x="26987" y="12560"/>
                  </a:lnTo>
                  <a:lnTo>
                    <a:pt x="27152" y="12560"/>
                  </a:lnTo>
                  <a:lnTo>
                    <a:pt x="27152" y="12814"/>
                  </a:lnTo>
                  <a:lnTo>
                    <a:pt x="27355" y="12814"/>
                  </a:lnTo>
                  <a:lnTo>
                    <a:pt x="27305" y="13195"/>
                  </a:lnTo>
                  <a:lnTo>
                    <a:pt x="27508" y="13322"/>
                  </a:lnTo>
                  <a:lnTo>
                    <a:pt x="27597" y="13449"/>
                  </a:lnTo>
                  <a:lnTo>
                    <a:pt x="27749" y="13449"/>
                  </a:lnTo>
                  <a:lnTo>
                    <a:pt x="28054" y="13449"/>
                  </a:lnTo>
                  <a:lnTo>
                    <a:pt x="28308" y="13195"/>
                  </a:lnTo>
                  <a:lnTo>
                    <a:pt x="28244" y="12941"/>
                  </a:lnTo>
                  <a:lnTo>
                    <a:pt x="28562" y="12814"/>
                  </a:lnTo>
                  <a:lnTo>
                    <a:pt x="28244" y="12814"/>
                  </a:lnTo>
                  <a:lnTo>
                    <a:pt x="28295" y="12687"/>
                  </a:lnTo>
                  <a:lnTo>
                    <a:pt x="28498" y="12687"/>
                  </a:lnTo>
                  <a:lnTo>
                    <a:pt x="28498" y="12560"/>
                  </a:lnTo>
                  <a:lnTo>
                    <a:pt x="29070" y="12306"/>
                  </a:lnTo>
                  <a:close/>
                </a:path>
                <a:path w="31750" h="30480">
                  <a:moveTo>
                    <a:pt x="29146" y="11417"/>
                  </a:moveTo>
                  <a:lnTo>
                    <a:pt x="28384" y="11417"/>
                  </a:lnTo>
                  <a:lnTo>
                    <a:pt x="28435" y="11544"/>
                  </a:lnTo>
                  <a:lnTo>
                    <a:pt x="29146" y="11544"/>
                  </a:lnTo>
                  <a:lnTo>
                    <a:pt x="29146" y="11417"/>
                  </a:lnTo>
                  <a:close/>
                </a:path>
                <a:path w="31750" h="30480">
                  <a:moveTo>
                    <a:pt x="29349" y="27139"/>
                  </a:moveTo>
                  <a:lnTo>
                    <a:pt x="29298" y="26797"/>
                  </a:lnTo>
                  <a:lnTo>
                    <a:pt x="29324" y="27241"/>
                  </a:lnTo>
                  <a:lnTo>
                    <a:pt x="29273" y="27851"/>
                  </a:lnTo>
                  <a:lnTo>
                    <a:pt x="29324" y="28219"/>
                  </a:lnTo>
                  <a:lnTo>
                    <a:pt x="29311" y="27762"/>
                  </a:lnTo>
                  <a:lnTo>
                    <a:pt x="29349" y="27139"/>
                  </a:lnTo>
                  <a:close/>
                </a:path>
                <a:path w="31750" h="30480">
                  <a:moveTo>
                    <a:pt x="29387" y="11417"/>
                  </a:moveTo>
                  <a:lnTo>
                    <a:pt x="29311" y="11290"/>
                  </a:lnTo>
                  <a:lnTo>
                    <a:pt x="29159" y="11290"/>
                  </a:lnTo>
                  <a:lnTo>
                    <a:pt x="29146" y="11417"/>
                  </a:lnTo>
                  <a:lnTo>
                    <a:pt x="29387" y="11417"/>
                  </a:lnTo>
                  <a:close/>
                </a:path>
                <a:path w="31750" h="30480">
                  <a:moveTo>
                    <a:pt x="29464" y="5448"/>
                  </a:moveTo>
                  <a:lnTo>
                    <a:pt x="29438" y="5321"/>
                  </a:lnTo>
                  <a:lnTo>
                    <a:pt x="29210" y="5321"/>
                  </a:lnTo>
                  <a:lnTo>
                    <a:pt x="29171" y="5194"/>
                  </a:lnTo>
                  <a:lnTo>
                    <a:pt x="29057" y="5067"/>
                  </a:lnTo>
                  <a:lnTo>
                    <a:pt x="28943" y="4940"/>
                  </a:lnTo>
                  <a:lnTo>
                    <a:pt x="28841" y="4813"/>
                  </a:lnTo>
                  <a:lnTo>
                    <a:pt x="26136" y="4813"/>
                  </a:lnTo>
                  <a:lnTo>
                    <a:pt x="26098" y="5067"/>
                  </a:lnTo>
                  <a:lnTo>
                    <a:pt x="19951" y="5067"/>
                  </a:lnTo>
                  <a:lnTo>
                    <a:pt x="19913" y="5194"/>
                  </a:lnTo>
                  <a:lnTo>
                    <a:pt x="26428" y="5194"/>
                  </a:lnTo>
                  <a:lnTo>
                    <a:pt x="26390" y="5067"/>
                  </a:lnTo>
                  <a:lnTo>
                    <a:pt x="26733" y="5067"/>
                  </a:lnTo>
                  <a:lnTo>
                    <a:pt x="26568" y="5194"/>
                  </a:lnTo>
                  <a:lnTo>
                    <a:pt x="26428" y="5194"/>
                  </a:lnTo>
                  <a:lnTo>
                    <a:pt x="26479" y="5321"/>
                  </a:lnTo>
                  <a:lnTo>
                    <a:pt x="26746" y="5194"/>
                  </a:lnTo>
                  <a:lnTo>
                    <a:pt x="27012" y="5194"/>
                  </a:lnTo>
                  <a:lnTo>
                    <a:pt x="27089" y="5067"/>
                  </a:lnTo>
                  <a:lnTo>
                    <a:pt x="26860" y="4940"/>
                  </a:lnTo>
                  <a:lnTo>
                    <a:pt x="27368" y="5067"/>
                  </a:lnTo>
                  <a:lnTo>
                    <a:pt x="27343" y="5194"/>
                  </a:lnTo>
                  <a:lnTo>
                    <a:pt x="27343" y="5575"/>
                  </a:lnTo>
                  <a:lnTo>
                    <a:pt x="27152" y="5575"/>
                  </a:lnTo>
                  <a:lnTo>
                    <a:pt x="27305" y="5448"/>
                  </a:lnTo>
                  <a:lnTo>
                    <a:pt x="27343" y="5575"/>
                  </a:lnTo>
                  <a:lnTo>
                    <a:pt x="27343" y="5194"/>
                  </a:lnTo>
                  <a:lnTo>
                    <a:pt x="27317" y="5321"/>
                  </a:lnTo>
                  <a:lnTo>
                    <a:pt x="26962" y="5321"/>
                  </a:lnTo>
                  <a:lnTo>
                    <a:pt x="26962" y="5448"/>
                  </a:lnTo>
                  <a:lnTo>
                    <a:pt x="26809" y="5448"/>
                  </a:lnTo>
                  <a:lnTo>
                    <a:pt x="26860" y="5702"/>
                  </a:lnTo>
                  <a:lnTo>
                    <a:pt x="27787" y="5702"/>
                  </a:lnTo>
                  <a:lnTo>
                    <a:pt x="27813" y="5575"/>
                  </a:lnTo>
                  <a:lnTo>
                    <a:pt x="27838" y="5448"/>
                  </a:lnTo>
                  <a:lnTo>
                    <a:pt x="29464" y="5448"/>
                  </a:lnTo>
                  <a:close/>
                </a:path>
                <a:path w="31750" h="30480">
                  <a:moveTo>
                    <a:pt x="29476" y="11544"/>
                  </a:moveTo>
                  <a:lnTo>
                    <a:pt x="29146" y="11544"/>
                  </a:lnTo>
                  <a:lnTo>
                    <a:pt x="29235" y="11671"/>
                  </a:lnTo>
                  <a:lnTo>
                    <a:pt x="29324" y="11798"/>
                  </a:lnTo>
                  <a:lnTo>
                    <a:pt x="29425" y="11925"/>
                  </a:lnTo>
                  <a:lnTo>
                    <a:pt x="29476" y="11544"/>
                  </a:lnTo>
                  <a:close/>
                </a:path>
                <a:path w="31750" h="30480">
                  <a:moveTo>
                    <a:pt x="29489" y="11925"/>
                  </a:moveTo>
                  <a:lnTo>
                    <a:pt x="29095" y="12052"/>
                  </a:lnTo>
                  <a:lnTo>
                    <a:pt x="29235" y="12052"/>
                  </a:lnTo>
                  <a:lnTo>
                    <a:pt x="29057" y="12179"/>
                  </a:lnTo>
                  <a:lnTo>
                    <a:pt x="29489" y="12179"/>
                  </a:lnTo>
                  <a:lnTo>
                    <a:pt x="29489" y="11925"/>
                  </a:lnTo>
                  <a:close/>
                </a:path>
                <a:path w="31750" h="30480">
                  <a:moveTo>
                    <a:pt x="29502" y="5702"/>
                  </a:moveTo>
                  <a:lnTo>
                    <a:pt x="29489" y="5575"/>
                  </a:lnTo>
                  <a:lnTo>
                    <a:pt x="27952" y="5575"/>
                  </a:lnTo>
                  <a:lnTo>
                    <a:pt x="27787" y="5702"/>
                  </a:lnTo>
                  <a:lnTo>
                    <a:pt x="28016" y="5702"/>
                  </a:lnTo>
                  <a:lnTo>
                    <a:pt x="29502" y="5702"/>
                  </a:lnTo>
                  <a:close/>
                </a:path>
                <a:path w="31750" h="30480">
                  <a:moveTo>
                    <a:pt x="29540" y="23202"/>
                  </a:moveTo>
                  <a:lnTo>
                    <a:pt x="29375" y="23101"/>
                  </a:lnTo>
                  <a:lnTo>
                    <a:pt x="29540" y="23202"/>
                  </a:lnTo>
                  <a:close/>
                </a:path>
                <a:path w="31750" h="30480">
                  <a:moveTo>
                    <a:pt x="29552" y="5956"/>
                  </a:moveTo>
                  <a:lnTo>
                    <a:pt x="29527" y="5829"/>
                  </a:lnTo>
                  <a:lnTo>
                    <a:pt x="28257" y="5829"/>
                  </a:lnTo>
                  <a:lnTo>
                    <a:pt x="28295" y="5956"/>
                  </a:lnTo>
                  <a:lnTo>
                    <a:pt x="28384" y="6845"/>
                  </a:lnTo>
                  <a:lnTo>
                    <a:pt x="28613" y="6845"/>
                  </a:lnTo>
                  <a:lnTo>
                    <a:pt x="28524" y="5956"/>
                  </a:lnTo>
                  <a:lnTo>
                    <a:pt x="29552" y="5956"/>
                  </a:lnTo>
                  <a:close/>
                </a:path>
                <a:path w="31750" h="30480">
                  <a:moveTo>
                    <a:pt x="29629" y="13068"/>
                  </a:moveTo>
                  <a:lnTo>
                    <a:pt x="29540" y="12687"/>
                  </a:lnTo>
                  <a:lnTo>
                    <a:pt x="29337" y="12306"/>
                  </a:lnTo>
                  <a:lnTo>
                    <a:pt x="29070" y="12306"/>
                  </a:lnTo>
                  <a:lnTo>
                    <a:pt x="29324" y="12560"/>
                  </a:lnTo>
                  <a:lnTo>
                    <a:pt x="29413" y="12687"/>
                  </a:lnTo>
                  <a:lnTo>
                    <a:pt x="29502" y="12814"/>
                  </a:lnTo>
                  <a:lnTo>
                    <a:pt x="29565" y="12941"/>
                  </a:lnTo>
                  <a:lnTo>
                    <a:pt x="29629" y="13068"/>
                  </a:lnTo>
                  <a:close/>
                </a:path>
                <a:path w="31750" h="30480">
                  <a:moveTo>
                    <a:pt x="29692" y="11544"/>
                  </a:moveTo>
                  <a:lnTo>
                    <a:pt x="29489" y="11417"/>
                  </a:lnTo>
                  <a:lnTo>
                    <a:pt x="29476" y="11544"/>
                  </a:lnTo>
                  <a:lnTo>
                    <a:pt x="29692" y="11544"/>
                  </a:lnTo>
                  <a:close/>
                </a:path>
                <a:path w="31750" h="30480">
                  <a:moveTo>
                    <a:pt x="29705" y="11417"/>
                  </a:moveTo>
                  <a:lnTo>
                    <a:pt x="29654" y="11290"/>
                  </a:lnTo>
                  <a:lnTo>
                    <a:pt x="29337" y="11290"/>
                  </a:lnTo>
                  <a:lnTo>
                    <a:pt x="29489" y="11417"/>
                  </a:lnTo>
                  <a:lnTo>
                    <a:pt x="29705" y="11417"/>
                  </a:lnTo>
                  <a:close/>
                </a:path>
                <a:path w="31750" h="30480">
                  <a:moveTo>
                    <a:pt x="30175" y="12306"/>
                  </a:moveTo>
                  <a:lnTo>
                    <a:pt x="29629" y="12255"/>
                  </a:lnTo>
                  <a:lnTo>
                    <a:pt x="29489" y="12230"/>
                  </a:lnTo>
                  <a:lnTo>
                    <a:pt x="29337" y="12306"/>
                  </a:lnTo>
                  <a:lnTo>
                    <a:pt x="29502" y="12306"/>
                  </a:lnTo>
                  <a:lnTo>
                    <a:pt x="29845" y="12306"/>
                  </a:lnTo>
                  <a:lnTo>
                    <a:pt x="29895" y="12560"/>
                  </a:lnTo>
                  <a:lnTo>
                    <a:pt x="30073" y="12560"/>
                  </a:lnTo>
                  <a:lnTo>
                    <a:pt x="30175" y="12306"/>
                  </a:lnTo>
                  <a:close/>
                </a:path>
                <a:path w="31750" h="30480">
                  <a:moveTo>
                    <a:pt x="30365" y="11544"/>
                  </a:moveTo>
                  <a:lnTo>
                    <a:pt x="29692" y="11544"/>
                  </a:lnTo>
                  <a:lnTo>
                    <a:pt x="29679" y="11671"/>
                  </a:lnTo>
                  <a:lnTo>
                    <a:pt x="29895" y="11798"/>
                  </a:lnTo>
                  <a:lnTo>
                    <a:pt x="30010" y="11925"/>
                  </a:lnTo>
                  <a:lnTo>
                    <a:pt x="30111" y="12052"/>
                  </a:lnTo>
                  <a:lnTo>
                    <a:pt x="30226" y="12179"/>
                  </a:lnTo>
                  <a:lnTo>
                    <a:pt x="30340" y="11798"/>
                  </a:lnTo>
                  <a:lnTo>
                    <a:pt x="30365" y="11544"/>
                  </a:lnTo>
                  <a:close/>
                </a:path>
                <a:path w="31750" h="30480">
                  <a:moveTo>
                    <a:pt x="30454" y="10782"/>
                  </a:moveTo>
                  <a:lnTo>
                    <a:pt x="30276" y="10909"/>
                  </a:lnTo>
                  <a:lnTo>
                    <a:pt x="30175" y="11036"/>
                  </a:lnTo>
                  <a:lnTo>
                    <a:pt x="29933" y="11163"/>
                  </a:lnTo>
                  <a:lnTo>
                    <a:pt x="29806" y="11417"/>
                  </a:lnTo>
                  <a:lnTo>
                    <a:pt x="30378" y="11417"/>
                  </a:lnTo>
                  <a:lnTo>
                    <a:pt x="30454" y="10782"/>
                  </a:lnTo>
                  <a:close/>
                </a:path>
                <a:path w="31750" h="30480">
                  <a:moveTo>
                    <a:pt x="30670" y="19011"/>
                  </a:moveTo>
                  <a:lnTo>
                    <a:pt x="30543" y="18783"/>
                  </a:lnTo>
                  <a:lnTo>
                    <a:pt x="30543" y="18935"/>
                  </a:lnTo>
                  <a:lnTo>
                    <a:pt x="30670" y="19011"/>
                  </a:lnTo>
                  <a:close/>
                </a:path>
                <a:path w="31750" h="30480">
                  <a:moveTo>
                    <a:pt x="30911" y="19596"/>
                  </a:moveTo>
                  <a:lnTo>
                    <a:pt x="30784" y="19583"/>
                  </a:lnTo>
                  <a:lnTo>
                    <a:pt x="30911" y="19596"/>
                  </a:lnTo>
                  <a:close/>
                </a:path>
                <a:path w="31750" h="30480">
                  <a:moveTo>
                    <a:pt x="31013" y="19900"/>
                  </a:moveTo>
                  <a:lnTo>
                    <a:pt x="30911" y="19646"/>
                  </a:lnTo>
                  <a:lnTo>
                    <a:pt x="31013" y="19900"/>
                  </a:lnTo>
                  <a:close/>
                </a:path>
                <a:path w="31750" h="30480">
                  <a:moveTo>
                    <a:pt x="31470" y="18745"/>
                  </a:moveTo>
                  <a:lnTo>
                    <a:pt x="31394" y="18923"/>
                  </a:lnTo>
                  <a:lnTo>
                    <a:pt x="31267" y="19100"/>
                  </a:lnTo>
                  <a:lnTo>
                    <a:pt x="31153" y="19265"/>
                  </a:lnTo>
                  <a:lnTo>
                    <a:pt x="31356" y="19037"/>
                  </a:lnTo>
                  <a:lnTo>
                    <a:pt x="31470" y="187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3" name="object 83"/>
            <p:cNvSpPr/>
            <p:nvPr/>
          </p:nvSpPr>
          <p:spPr>
            <a:xfrm>
              <a:off x="4092918" y="1185760"/>
              <a:ext cx="38735" cy="29845"/>
            </a:xfrm>
            <a:custGeom>
              <a:avLst/>
              <a:gdLst/>
              <a:ahLst/>
              <a:cxnLst/>
              <a:rect l="l" t="t" r="r" b="b"/>
              <a:pathLst>
                <a:path w="38735" h="29844">
                  <a:moveTo>
                    <a:pt x="3314" y="5448"/>
                  </a:moveTo>
                  <a:lnTo>
                    <a:pt x="2946" y="5321"/>
                  </a:lnTo>
                  <a:lnTo>
                    <a:pt x="2819" y="5194"/>
                  </a:lnTo>
                  <a:lnTo>
                    <a:pt x="2692" y="5067"/>
                  </a:lnTo>
                  <a:lnTo>
                    <a:pt x="2717" y="5321"/>
                  </a:lnTo>
                  <a:lnTo>
                    <a:pt x="3314" y="5448"/>
                  </a:lnTo>
                  <a:close/>
                </a:path>
                <a:path w="38735" h="29844">
                  <a:moveTo>
                    <a:pt x="3759" y="5829"/>
                  </a:moveTo>
                  <a:lnTo>
                    <a:pt x="3505" y="5702"/>
                  </a:lnTo>
                  <a:lnTo>
                    <a:pt x="3505" y="5829"/>
                  </a:lnTo>
                  <a:lnTo>
                    <a:pt x="3759" y="5829"/>
                  </a:lnTo>
                  <a:close/>
                </a:path>
                <a:path w="38735" h="29844">
                  <a:moveTo>
                    <a:pt x="5219" y="12052"/>
                  </a:moveTo>
                  <a:lnTo>
                    <a:pt x="5181" y="11925"/>
                  </a:lnTo>
                  <a:lnTo>
                    <a:pt x="5041" y="11798"/>
                  </a:lnTo>
                  <a:lnTo>
                    <a:pt x="5041" y="11925"/>
                  </a:lnTo>
                  <a:lnTo>
                    <a:pt x="5219" y="12052"/>
                  </a:lnTo>
                  <a:close/>
                </a:path>
                <a:path w="38735" h="29844">
                  <a:moveTo>
                    <a:pt x="6400" y="10414"/>
                  </a:moveTo>
                  <a:lnTo>
                    <a:pt x="6134" y="10528"/>
                  </a:lnTo>
                  <a:lnTo>
                    <a:pt x="6375" y="10528"/>
                  </a:lnTo>
                  <a:close/>
                </a:path>
                <a:path w="38735" h="29844">
                  <a:moveTo>
                    <a:pt x="6553" y="10528"/>
                  </a:moveTo>
                  <a:lnTo>
                    <a:pt x="6375" y="10528"/>
                  </a:lnTo>
                  <a:lnTo>
                    <a:pt x="6515" y="10655"/>
                  </a:lnTo>
                  <a:lnTo>
                    <a:pt x="6553" y="10528"/>
                  </a:lnTo>
                  <a:close/>
                </a:path>
                <a:path w="38735" h="29844">
                  <a:moveTo>
                    <a:pt x="7937" y="16370"/>
                  </a:moveTo>
                  <a:lnTo>
                    <a:pt x="7658" y="16116"/>
                  </a:lnTo>
                  <a:lnTo>
                    <a:pt x="7632" y="16243"/>
                  </a:lnTo>
                  <a:lnTo>
                    <a:pt x="7937" y="16370"/>
                  </a:lnTo>
                  <a:close/>
                </a:path>
                <a:path w="38735" h="29844">
                  <a:moveTo>
                    <a:pt x="8547" y="14287"/>
                  </a:moveTo>
                  <a:lnTo>
                    <a:pt x="8293" y="14655"/>
                  </a:lnTo>
                  <a:lnTo>
                    <a:pt x="8509" y="14668"/>
                  </a:lnTo>
                  <a:lnTo>
                    <a:pt x="8521" y="14414"/>
                  </a:lnTo>
                  <a:lnTo>
                    <a:pt x="8547" y="14287"/>
                  </a:lnTo>
                  <a:close/>
                </a:path>
                <a:path w="38735" h="29844">
                  <a:moveTo>
                    <a:pt x="9639" y="19164"/>
                  </a:moveTo>
                  <a:lnTo>
                    <a:pt x="9271" y="18910"/>
                  </a:lnTo>
                  <a:lnTo>
                    <a:pt x="9334" y="19291"/>
                  </a:lnTo>
                  <a:lnTo>
                    <a:pt x="9639" y="19164"/>
                  </a:lnTo>
                  <a:close/>
                </a:path>
                <a:path w="38735" h="29844">
                  <a:moveTo>
                    <a:pt x="10236" y="19291"/>
                  </a:moveTo>
                  <a:lnTo>
                    <a:pt x="10045" y="19418"/>
                  </a:lnTo>
                  <a:lnTo>
                    <a:pt x="10210" y="19418"/>
                  </a:lnTo>
                  <a:lnTo>
                    <a:pt x="10236" y="19291"/>
                  </a:lnTo>
                  <a:close/>
                </a:path>
                <a:path w="38735" h="29844">
                  <a:moveTo>
                    <a:pt x="10375" y="19519"/>
                  </a:moveTo>
                  <a:lnTo>
                    <a:pt x="10210" y="19418"/>
                  </a:lnTo>
                  <a:lnTo>
                    <a:pt x="10375" y="19519"/>
                  </a:lnTo>
                  <a:close/>
                </a:path>
                <a:path w="38735" h="29844">
                  <a:moveTo>
                    <a:pt x="10871" y="14719"/>
                  </a:moveTo>
                  <a:lnTo>
                    <a:pt x="10566" y="14592"/>
                  </a:lnTo>
                  <a:lnTo>
                    <a:pt x="10655" y="14719"/>
                  </a:lnTo>
                  <a:lnTo>
                    <a:pt x="10693" y="14846"/>
                  </a:lnTo>
                  <a:lnTo>
                    <a:pt x="10871" y="14719"/>
                  </a:lnTo>
                  <a:close/>
                </a:path>
                <a:path w="38735" h="29844">
                  <a:moveTo>
                    <a:pt x="11176" y="14084"/>
                  </a:moveTo>
                  <a:lnTo>
                    <a:pt x="10553" y="14084"/>
                  </a:lnTo>
                  <a:lnTo>
                    <a:pt x="10553" y="14211"/>
                  </a:lnTo>
                  <a:lnTo>
                    <a:pt x="11176" y="14211"/>
                  </a:lnTo>
                  <a:lnTo>
                    <a:pt x="11176" y="14084"/>
                  </a:lnTo>
                  <a:close/>
                </a:path>
                <a:path w="38735" h="29844">
                  <a:moveTo>
                    <a:pt x="12319" y="8369"/>
                  </a:moveTo>
                  <a:lnTo>
                    <a:pt x="12217" y="8242"/>
                  </a:lnTo>
                  <a:lnTo>
                    <a:pt x="12026" y="8242"/>
                  </a:lnTo>
                  <a:lnTo>
                    <a:pt x="11950" y="8369"/>
                  </a:lnTo>
                  <a:lnTo>
                    <a:pt x="12319" y="8369"/>
                  </a:lnTo>
                  <a:close/>
                </a:path>
                <a:path w="38735" h="29844">
                  <a:moveTo>
                    <a:pt x="12941" y="8115"/>
                  </a:moveTo>
                  <a:lnTo>
                    <a:pt x="12661" y="8115"/>
                  </a:lnTo>
                  <a:lnTo>
                    <a:pt x="12649" y="8242"/>
                  </a:lnTo>
                  <a:lnTo>
                    <a:pt x="12941" y="8242"/>
                  </a:lnTo>
                  <a:lnTo>
                    <a:pt x="12941" y="8115"/>
                  </a:lnTo>
                  <a:close/>
                </a:path>
                <a:path w="38735" h="29844">
                  <a:moveTo>
                    <a:pt x="13271" y="8115"/>
                  </a:moveTo>
                  <a:lnTo>
                    <a:pt x="13119" y="7988"/>
                  </a:lnTo>
                  <a:lnTo>
                    <a:pt x="13093" y="8115"/>
                  </a:lnTo>
                  <a:lnTo>
                    <a:pt x="13271" y="8115"/>
                  </a:lnTo>
                  <a:close/>
                </a:path>
                <a:path w="38735" h="29844">
                  <a:moveTo>
                    <a:pt x="13449" y="7988"/>
                  </a:moveTo>
                  <a:lnTo>
                    <a:pt x="13233" y="7861"/>
                  </a:lnTo>
                  <a:lnTo>
                    <a:pt x="13106" y="7988"/>
                  </a:lnTo>
                  <a:lnTo>
                    <a:pt x="13449" y="7988"/>
                  </a:lnTo>
                  <a:close/>
                </a:path>
                <a:path w="38735" h="29844">
                  <a:moveTo>
                    <a:pt x="13716" y="7861"/>
                  </a:moveTo>
                  <a:lnTo>
                    <a:pt x="13487" y="7861"/>
                  </a:lnTo>
                  <a:lnTo>
                    <a:pt x="13716" y="7988"/>
                  </a:lnTo>
                  <a:lnTo>
                    <a:pt x="13716" y="7861"/>
                  </a:lnTo>
                  <a:close/>
                </a:path>
                <a:path w="38735" h="29844">
                  <a:moveTo>
                    <a:pt x="13804" y="12687"/>
                  </a:moveTo>
                  <a:lnTo>
                    <a:pt x="13677" y="12687"/>
                  </a:lnTo>
                  <a:lnTo>
                    <a:pt x="13677" y="12814"/>
                  </a:lnTo>
                  <a:lnTo>
                    <a:pt x="13804" y="12687"/>
                  </a:lnTo>
                  <a:close/>
                </a:path>
                <a:path w="38735" h="29844">
                  <a:moveTo>
                    <a:pt x="14020" y="5194"/>
                  </a:moveTo>
                  <a:lnTo>
                    <a:pt x="13792" y="5194"/>
                  </a:lnTo>
                  <a:lnTo>
                    <a:pt x="13881" y="5321"/>
                  </a:lnTo>
                  <a:lnTo>
                    <a:pt x="14020" y="5194"/>
                  </a:lnTo>
                  <a:close/>
                </a:path>
                <a:path w="38735" h="29844">
                  <a:moveTo>
                    <a:pt x="15138" y="20688"/>
                  </a:moveTo>
                  <a:lnTo>
                    <a:pt x="14986" y="20688"/>
                  </a:lnTo>
                  <a:lnTo>
                    <a:pt x="15138" y="20815"/>
                  </a:lnTo>
                  <a:lnTo>
                    <a:pt x="15138" y="20688"/>
                  </a:lnTo>
                  <a:close/>
                </a:path>
                <a:path w="38735" h="29844">
                  <a:moveTo>
                    <a:pt x="15227" y="18529"/>
                  </a:moveTo>
                  <a:lnTo>
                    <a:pt x="14820" y="18529"/>
                  </a:lnTo>
                  <a:lnTo>
                    <a:pt x="14808" y="18656"/>
                  </a:lnTo>
                  <a:lnTo>
                    <a:pt x="15227" y="18529"/>
                  </a:lnTo>
                  <a:close/>
                </a:path>
                <a:path w="38735" h="29844">
                  <a:moveTo>
                    <a:pt x="15303" y="18910"/>
                  </a:moveTo>
                  <a:lnTo>
                    <a:pt x="15278" y="18783"/>
                  </a:lnTo>
                  <a:lnTo>
                    <a:pt x="15252" y="18656"/>
                  </a:lnTo>
                  <a:lnTo>
                    <a:pt x="14986" y="18656"/>
                  </a:lnTo>
                  <a:lnTo>
                    <a:pt x="14986" y="19037"/>
                  </a:lnTo>
                  <a:lnTo>
                    <a:pt x="14922" y="18910"/>
                  </a:lnTo>
                  <a:lnTo>
                    <a:pt x="14770" y="18910"/>
                  </a:lnTo>
                  <a:lnTo>
                    <a:pt x="14922" y="18796"/>
                  </a:lnTo>
                  <a:lnTo>
                    <a:pt x="14986" y="19037"/>
                  </a:lnTo>
                  <a:lnTo>
                    <a:pt x="14986" y="18656"/>
                  </a:lnTo>
                  <a:lnTo>
                    <a:pt x="14833" y="18656"/>
                  </a:lnTo>
                  <a:lnTo>
                    <a:pt x="14922" y="18783"/>
                  </a:lnTo>
                  <a:lnTo>
                    <a:pt x="14795" y="18783"/>
                  </a:lnTo>
                  <a:lnTo>
                    <a:pt x="14808" y="18656"/>
                  </a:lnTo>
                  <a:lnTo>
                    <a:pt x="14147" y="18656"/>
                  </a:lnTo>
                  <a:lnTo>
                    <a:pt x="14198" y="18783"/>
                  </a:lnTo>
                  <a:lnTo>
                    <a:pt x="14300" y="19037"/>
                  </a:lnTo>
                  <a:lnTo>
                    <a:pt x="14427" y="19164"/>
                  </a:lnTo>
                  <a:lnTo>
                    <a:pt x="14427" y="19342"/>
                  </a:lnTo>
                  <a:lnTo>
                    <a:pt x="14579" y="19672"/>
                  </a:lnTo>
                  <a:lnTo>
                    <a:pt x="14668" y="20180"/>
                  </a:lnTo>
                  <a:lnTo>
                    <a:pt x="14439" y="20180"/>
                  </a:lnTo>
                  <a:lnTo>
                    <a:pt x="14681" y="20307"/>
                  </a:lnTo>
                  <a:lnTo>
                    <a:pt x="14693" y="20561"/>
                  </a:lnTo>
                  <a:lnTo>
                    <a:pt x="15138" y="20561"/>
                  </a:lnTo>
                  <a:lnTo>
                    <a:pt x="15138" y="20053"/>
                  </a:lnTo>
                  <a:lnTo>
                    <a:pt x="14986" y="20053"/>
                  </a:lnTo>
                  <a:lnTo>
                    <a:pt x="15125" y="19926"/>
                  </a:lnTo>
                  <a:lnTo>
                    <a:pt x="15227" y="19418"/>
                  </a:lnTo>
                  <a:lnTo>
                    <a:pt x="15227" y="19291"/>
                  </a:lnTo>
                  <a:lnTo>
                    <a:pt x="15227" y="19164"/>
                  </a:lnTo>
                  <a:lnTo>
                    <a:pt x="15189" y="19037"/>
                  </a:lnTo>
                  <a:lnTo>
                    <a:pt x="15214" y="18846"/>
                  </a:lnTo>
                  <a:close/>
                </a:path>
                <a:path w="38735" h="29844">
                  <a:moveTo>
                    <a:pt x="15417" y="20561"/>
                  </a:moveTo>
                  <a:lnTo>
                    <a:pt x="15138" y="20561"/>
                  </a:lnTo>
                  <a:lnTo>
                    <a:pt x="15138" y="20688"/>
                  </a:lnTo>
                  <a:lnTo>
                    <a:pt x="15405" y="20688"/>
                  </a:lnTo>
                  <a:lnTo>
                    <a:pt x="15417" y="20561"/>
                  </a:lnTo>
                  <a:close/>
                </a:path>
                <a:path w="38735" h="29844">
                  <a:moveTo>
                    <a:pt x="15506" y="19431"/>
                  </a:moveTo>
                  <a:lnTo>
                    <a:pt x="15455" y="19659"/>
                  </a:lnTo>
                  <a:lnTo>
                    <a:pt x="15506" y="19431"/>
                  </a:lnTo>
                  <a:close/>
                </a:path>
                <a:path w="38735" h="29844">
                  <a:moveTo>
                    <a:pt x="15519" y="19773"/>
                  </a:moveTo>
                  <a:lnTo>
                    <a:pt x="15392" y="19646"/>
                  </a:lnTo>
                  <a:lnTo>
                    <a:pt x="15455" y="19799"/>
                  </a:lnTo>
                  <a:close/>
                </a:path>
                <a:path w="38735" h="29844">
                  <a:moveTo>
                    <a:pt x="15621" y="17767"/>
                  </a:moveTo>
                  <a:lnTo>
                    <a:pt x="15341" y="17767"/>
                  </a:lnTo>
                  <a:lnTo>
                    <a:pt x="15392" y="18148"/>
                  </a:lnTo>
                  <a:lnTo>
                    <a:pt x="15621" y="18148"/>
                  </a:lnTo>
                  <a:lnTo>
                    <a:pt x="15621" y="17767"/>
                  </a:lnTo>
                  <a:close/>
                </a:path>
                <a:path w="38735" h="29844">
                  <a:moveTo>
                    <a:pt x="15697" y="19799"/>
                  </a:moveTo>
                  <a:lnTo>
                    <a:pt x="15684" y="19291"/>
                  </a:lnTo>
                  <a:lnTo>
                    <a:pt x="15468" y="19291"/>
                  </a:lnTo>
                  <a:lnTo>
                    <a:pt x="15227" y="19291"/>
                  </a:lnTo>
                  <a:lnTo>
                    <a:pt x="15354" y="19418"/>
                  </a:lnTo>
                  <a:lnTo>
                    <a:pt x="15506" y="19418"/>
                  </a:lnTo>
                  <a:lnTo>
                    <a:pt x="15557" y="19799"/>
                  </a:lnTo>
                  <a:lnTo>
                    <a:pt x="15697" y="19799"/>
                  </a:lnTo>
                  <a:close/>
                </a:path>
                <a:path w="38735" h="29844">
                  <a:moveTo>
                    <a:pt x="16205" y="13449"/>
                  </a:moveTo>
                  <a:lnTo>
                    <a:pt x="15354" y="13449"/>
                  </a:lnTo>
                  <a:lnTo>
                    <a:pt x="15709" y="13576"/>
                  </a:lnTo>
                  <a:lnTo>
                    <a:pt x="16090" y="13576"/>
                  </a:lnTo>
                  <a:lnTo>
                    <a:pt x="16205" y="13449"/>
                  </a:lnTo>
                  <a:close/>
                </a:path>
                <a:path w="38735" h="29844">
                  <a:moveTo>
                    <a:pt x="16281" y="18783"/>
                  </a:moveTo>
                  <a:lnTo>
                    <a:pt x="15671" y="18783"/>
                  </a:lnTo>
                  <a:lnTo>
                    <a:pt x="15671" y="18529"/>
                  </a:lnTo>
                  <a:lnTo>
                    <a:pt x="15227" y="18529"/>
                  </a:lnTo>
                  <a:lnTo>
                    <a:pt x="15455" y="18656"/>
                  </a:lnTo>
                  <a:lnTo>
                    <a:pt x="15455" y="19164"/>
                  </a:lnTo>
                  <a:lnTo>
                    <a:pt x="15684" y="19164"/>
                  </a:lnTo>
                  <a:lnTo>
                    <a:pt x="15671" y="18910"/>
                  </a:lnTo>
                  <a:lnTo>
                    <a:pt x="16281" y="18910"/>
                  </a:lnTo>
                  <a:lnTo>
                    <a:pt x="16281" y="18783"/>
                  </a:lnTo>
                  <a:close/>
                </a:path>
                <a:path w="38735" h="29844">
                  <a:moveTo>
                    <a:pt x="16281" y="13957"/>
                  </a:moveTo>
                  <a:lnTo>
                    <a:pt x="15430" y="13957"/>
                  </a:lnTo>
                  <a:lnTo>
                    <a:pt x="15468" y="14211"/>
                  </a:lnTo>
                  <a:lnTo>
                    <a:pt x="16281" y="14211"/>
                  </a:lnTo>
                  <a:lnTo>
                    <a:pt x="16281" y="13957"/>
                  </a:lnTo>
                  <a:close/>
                </a:path>
                <a:path w="38735" h="29844">
                  <a:moveTo>
                    <a:pt x="16535" y="21831"/>
                  </a:moveTo>
                  <a:lnTo>
                    <a:pt x="15760" y="21704"/>
                  </a:lnTo>
                  <a:lnTo>
                    <a:pt x="15748" y="21450"/>
                  </a:lnTo>
                  <a:lnTo>
                    <a:pt x="16446" y="21450"/>
                  </a:lnTo>
                  <a:lnTo>
                    <a:pt x="15748" y="21323"/>
                  </a:lnTo>
                  <a:lnTo>
                    <a:pt x="15735" y="21069"/>
                  </a:lnTo>
                  <a:lnTo>
                    <a:pt x="16433" y="21069"/>
                  </a:lnTo>
                  <a:lnTo>
                    <a:pt x="15735" y="20942"/>
                  </a:lnTo>
                  <a:lnTo>
                    <a:pt x="15722" y="20688"/>
                  </a:lnTo>
                  <a:lnTo>
                    <a:pt x="15405" y="20688"/>
                  </a:lnTo>
                  <a:lnTo>
                    <a:pt x="15328" y="21450"/>
                  </a:lnTo>
                  <a:lnTo>
                    <a:pt x="15201" y="22085"/>
                  </a:lnTo>
                  <a:lnTo>
                    <a:pt x="15798" y="22085"/>
                  </a:lnTo>
                  <a:lnTo>
                    <a:pt x="15760" y="21831"/>
                  </a:lnTo>
                  <a:lnTo>
                    <a:pt x="16535" y="21831"/>
                  </a:lnTo>
                  <a:close/>
                </a:path>
                <a:path w="38735" h="29844">
                  <a:moveTo>
                    <a:pt x="16586" y="12306"/>
                  </a:moveTo>
                  <a:lnTo>
                    <a:pt x="13843" y="12306"/>
                  </a:lnTo>
                  <a:lnTo>
                    <a:pt x="13804" y="12687"/>
                  </a:lnTo>
                  <a:lnTo>
                    <a:pt x="13754" y="13195"/>
                  </a:lnTo>
                  <a:lnTo>
                    <a:pt x="13677" y="13449"/>
                  </a:lnTo>
                  <a:lnTo>
                    <a:pt x="15354" y="13449"/>
                  </a:lnTo>
                  <a:lnTo>
                    <a:pt x="15481" y="13068"/>
                  </a:lnTo>
                  <a:lnTo>
                    <a:pt x="15697" y="13068"/>
                  </a:lnTo>
                  <a:lnTo>
                    <a:pt x="16040" y="13195"/>
                  </a:lnTo>
                  <a:lnTo>
                    <a:pt x="16040" y="13068"/>
                  </a:lnTo>
                  <a:lnTo>
                    <a:pt x="16065" y="12560"/>
                  </a:lnTo>
                  <a:lnTo>
                    <a:pt x="15570" y="12560"/>
                  </a:lnTo>
                  <a:lnTo>
                    <a:pt x="16586" y="12306"/>
                  </a:lnTo>
                  <a:close/>
                </a:path>
                <a:path w="38735" h="29844">
                  <a:moveTo>
                    <a:pt x="16637" y="20180"/>
                  </a:moveTo>
                  <a:lnTo>
                    <a:pt x="16624" y="20053"/>
                  </a:lnTo>
                  <a:lnTo>
                    <a:pt x="16395" y="20053"/>
                  </a:lnTo>
                  <a:lnTo>
                    <a:pt x="16395" y="20180"/>
                  </a:lnTo>
                  <a:lnTo>
                    <a:pt x="16637" y="20180"/>
                  </a:lnTo>
                  <a:close/>
                </a:path>
                <a:path w="38735" h="29844">
                  <a:moveTo>
                    <a:pt x="16649" y="22212"/>
                  </a:moveTo>
                  <a:lnTo>
                    <a:pt x="16611" y="22085"/>
                  </a:lnTo>
                  <a:lnTo>
                    <a:pt x="15798" y="22085"/>
                  </a:lnTo>
                  <a:lnTo>
                    <a:pt x="15836" y="22212"/>
                  </a:lnTo>
                  <a:lnTo>
                    <a:pt x="16649" y="22212"/>
                  </a:lnTo>
                  <a:close/>
                </a:path>
                <a:path w="38735" h="29844">
                  <a:moveTo>
                    <a:pt x="16929" y="26149"/>
                  </a:moveTo>
                  <a:lnTo>
                    <a:pt x="16789" y="26276"/>
                  </a:lnTo>
                  <a:lnTo>
                    <a:pt x="16751" y="26403"/>
                  </a:lnTo>
                  <a:lnTo>
                    <a:pt x="16929" y="26276"/>
                  </a:lnTo>
                  <a:lnTo>
                    <a:pt x="16929" y="26149"/>
                  </a:lnTo>
                  <a:close/>
                </a:path>
                <a:path w="38735" h="29844">
                  <a:moveTo>
                    <a:pt x="16979" y="21069"/>
                  </a:moveTo>
                  <a:lnTo>
                    <a:pt x="16433" y="21069"/>
                  </a:lnTo>
                  <a:lnTo>
                    <a:pt x="16446" y="21323"/>
                  </a:lnTo>
                  <a:lnTo>
                    <a:pt x="16979" y="21323"/>
                  </a:lnTo>
                  <a:lnTo>
                    <a:pt x="16979" y="21069"/>
                  </a:lnTo>
                  <a:close/>
                </a:path>
                <a:path w="38735" h="29844">
                  <a:moveTo>
                    <a:pt x="17018" y="13449"/>
                  </a:moveTo>
                  <a:lnTo>
                    <a:pt x="16878" y="13322"/>
                  </a:lnTo>
                  <a:lnTo>
                    <a:pt x="16713" y="13322"/>
                  </a:lnTo>
                  <a:lnTo>
                    <a:pt x="16129" y="13322"/>
                  </a:lnTo>
                  <a:lnTo>
                    <a:pt x="16205" y="13449"/>
                  </a:lnTo>
                  <a:lnTo>
                    <a:pt x="16522" y="13449"/>
                  </a:lnTo>
                  <a:lnTo>
                    <a:pt x="16675" y="13347"/>
                  </a:lnTo>
                  <a:lnTo>
                    <a:pt x="17018" y="13449"/>
                  </a:lnTo>
                  <a:close/>
                </a:path>
                <a:path w="38735" h="29844">
                  <a:moveTo>
                    <a:pt x="17043" y="18402"/>
                  </a:moveTo>
                  <a:lnTo>
                    <a:pt x="16700" y="18402"/>
                  </a:lnTo>
                  <a:lnTo>
                    <a:pt x="16700" y="18529"/>
                  </a:lnTo>
                  <a:lnTo>
                    <a:pt x="17030" y="18529"/>
                  </a:lnTo>
                  <a:lnTo>
                    <a:pt x="17043" y="18402"/>
                  </a:lnTo>
                  <a:close/>
                </a:path>
                <a:path w="38735" h="29844">
                  <a:moveTo>
                    <a:pt x="17056" y="20942"/>
                  </a:moveTo>
                  <a:lnTo>
                    <a:pt x="16992" y="20688"/>
                  </a:lnTo>
                  <a:lnTo>
                    <a:pt x="16421" y="20688"/>
                  </a:lnTo>
                  <a:lnTo>
                    <a:pt x="16433" y="20942"/>
                  </a:lnTo>
                  <a:lnTo>
                    <a:pt x="17056" y="20942"/>
                  </a:lnTo>
                  <a:close/>
                </a:path>
                <a:path w="38735" h="29844">
                  <a:moveTo>
                    <a:pt x="17056" y="17640"/>
                  </a:moveTo>
                  <a:lnTo>
                    <a:pt x="15862" y="17640"/>
                  </a:lnTo>
                  <a:lnTo>
                    <a:pt x="15621" y="17767"/>
                  </a:lnTo>
                  <a:lnTo>
                    <a:pt x="16713" y="17767"/>
                  </a:lnTo>
                  <a:lnTo>
                    <a:pt x="16700" y="18275"/>
                  </a:lnTo>
                  <a:lnTo>
                    <a:pt x="17043" y="18275"/>
                  </a:lnTo>
                  <a:lnTo>
                    <a:pt x="17056" y="17640"/>
                  </a:lnTo>
                  <a:close/>
                </a:path>
                <a:path w="38735" h="29844">
                  <a:moveTo>
                    <a:pt x="17106" y="20053"/>
                  </a:moveTo>
                  <a:lnTo>
                    <a:pt x="16662" y="20053"/>
                  </a:lnTo>
                  <a:lnTo>
                    <a:pt x="16649" y="20434"/>
                  </a:lnTo>
                  <a:lnTo>
                    <a:pt x="16637" y="20307"/>
                  </a:lnTo>
                  <a:lnTo>
                    <a:pt x="16408" y="20281"/>
                  </a:lnTo>
                  <a:lnTo>
                    <a:pt x="16408" y="20434"/>
                  </a:lnTo>
                  <a:lnTo>
                    <a:pt x="15722" y="20434"/>
                  </a:lnTo>
                  <a:lnTo>
                    <a:pt x="15709" y="20307"/>
                  </a:lnTo>
                  <a:lnTo>
                    <a:pt x="16408" y="20307"/>
                  </a:lnTo>
                  <a:lnTo>
                    <a:pt x="15709" y="20180"/>
                  </a:lnTo>
                  <a:lnTo>
                    <a:pt x="15709" y="20053"/>
                  </a:lnTo>
                  <a:lnTo>
                    <a:pt x="16395" y="20053"/>
                  </a:lnTo>
                  <a:lnTo>
                    <a:pt x="16370" y="19799"/>
                  </a:lnTo>
                  <a:lnTo>
                    <a:pt x="15697" y="19799"/>
                  </a:lnTo>
                  <a:lnTo>
                    <a:pt x="15709" y="19926"/>
                  </a:lnTo>
                  <a:lnTo>
                    <a:pt x="15544" y="19926"/>
                  </a:lnTo>
                  <a:lnTo>
                    <a:pt x="15468" y="20053"/>
                  </a:lnTo>
                  <a:lnTo>
                    <a:pt x="15417" y="20561"/>
                  </a:lnTo>
                  <a:lnTo>
                    <a:pt x="15722" y="20561"/>
                  </a:lnTo>
                  <a:lnTo>
                    <a:pt x="15722" y="20688"/>
                  </a:lnTo>
                  <a:lnTo>
                    <a:pt x="16421" y="20688"/>
                  </a:lnTo>
                  <a:lnTo>
                    <a:pt x="16408" y="20561"/>
                  </a:lnTo>
                  <a:lnTo>
                    <a:pt x="17094" y="20561"/>
                  </a:lnTo>
                  <a:lnTo>
                    <a:pt x="17094" y="20434"/>
                  </a:lnTo>
                  <a:lnTo>
                    <a:pt x="17005" y="20180"/>
                  </a:lnTo>
                  <a:lnTo>
                    <a:pt x="17106" y="20053"/>
                  </a:lnTo>
                  <a:close/>
                </a:path>
                <a:path w="38735" h="29844">
                  <a:moveTo>
                    <a:pt x="17119" y="21831"/>
                  </a:moveTo>
                  <a:lnTo>
                    <a:pt x="16535" y="21831"/>
                  </a:lnTo>
                  <a:lnTo>
                    <a:pt x="16611" y="22085"/>
                  </a:lnTo>
                  <a:lnTo>
                    <a:pt x="17106" y="22085"/>
                  </a:lnTo>
                  <a:lnTo>
                    <a:pt x="17119" y="21831"/>
                  </a:lnTo>
                  <a:close/>
                </a:path>
                <a:path w="38735" h="29844">
                  <a:moveTo>
                    <a:pt x="17157" y="26022"/>
                  </a:moveTo>
                  <a:lnTo>
                    <a:pt x="16929" y="26022"/>
                  </a:lnTo>
                  <a:lnTo>
                    <a:pt x="16929" y="26149"/>
                  </a:lnTo>
                  <a:lnTo>
                    <a:pt x="17132" y="26149"/>
                  </a:lnTo>
                  <a:lnTo>
                    <a:pt x="17157" y="26022"/>
                  </a:lnTo>
                  <a:close/>
                </a:path>
                <a:path w="38735" h="29844">
                  <a:moveTo>
                    <a:pt x="17233" y="19164"/>
                  </a:moveTo>
                  <a:lnTo>
                    <a:pt x="17018" y="19164"/>
                  </a:lnTo>
                  <a:lnTo>
                    <a:pt x="17030" y="19037"/>
                  </a:lnTo>
                  <a:lnTo>
                    <a:pt x="16687" y="19037"/>
                  </a:lnTo>
                  <a:lnTo>
                    <a:pt x="16662" y="19799"/>
                  </a:lnTo>
                  <a:lnTo>
                    <a:pt x="17005" y="19799"/>
                  </a:lnTo>
                  <a:lnTo>
                    <a:pt x="17018" y="19291"/>
                  </a:lnTo>
                  <a:lnTo>
                    <a:pt x="17195" y="19291"/>
                  </a:lnTo>
                  <a:lnTo>
                    <a:pt x="17233" y="19164"/>
                  </a:lnTo>
                  <a:close/>
                </a:path>
                <a:path w="38735" h="29844">
                  <a:moveTo>
                    <a:pt x="17297" y="18910"/>
                  </a:moveTo>
                  <a:lnTo>
                    <a:pt x="17030" y="18910"/>
                  </a:lnTo>
                  <a:lnTo>
                    <a:pt x="17030" y="19037"/>
                  </a:lnTo>
                  <a:lnTo>
                    <a:pt x="17259" y="19037"/>
                  </a:lnTo>
                  <a:lnTo>
                    <a:pt x="17297" y="18910"/>
                  </a:lnTo>
                  <a:close/>
                </a:path>
                <a:path w="38735" h="29844">
                  <a:moveTo>
                    <a:pt x="17360" y="21450"/>
                  </a:moveTo>
                  <a:lnTo>
                    <a:pt x="16446" y="21450"/>
                  </a:lnTo>
                  <a:lnTo>
                    <a:pt x="16497" y="21704"/>
                  </a:lnTo>
                  <a:lnTo>
                    <a:pt x="17119" y="21704"/>
                  </a:lnTo>
                  <a:lnTo>
                    <a:pt x="17132" y="21577"/>
                  </a:lnTo>
                  <a:lnTo>
                    <a:pt x="17348" y="21577"/>
                  </a:lnTo>
                  <a:lnTo>
                    <a:pt x="17360" y="21450"/>
                  </a:lnTo>
                  <a:close/>
                </a:path>
                <a:path w="38735" h="29844">
                  <a:moveTo>
                    <a:pt x="17360" y="13449"/>
                  </a:moveTo>
                  <a:lnTo>
                    <a:pt x="17246" y="13068"/>
                  </a:lnTo>
                  <a:lnTo>
                    <a:pt x="16802" y="13068"/>
                  </a:lnTo>
                  <a:lnTo>
                    <a:pt x="16751" y="13195"/>
                  </a:lnTo>
                  <a:lnTo>
                    <a:pt x="16878" y="13322"/>
                  </a:lnTo>
                  <a:lnTo>
                    <a:pt x="17106" y="13322"/>
                  </a:lnTo>
                  <a:lnTo>
                    <a:pt x="17360" y="13449"/>
                  </a:lnTo>
                  <a:close/>
                </a:path>
                <a:path w="38735" h="29844">
                  <a:moveTo>
                    <a:pt x="17373" y="18529"/>
                  </a:moveTo>
                  <a:lnTo>
                    <a:pt x="17030" y="18529"/>
                  </a:lnTo>
                  <a:lnTo>
                    <a:pt x="17030" y="18656"/>
                  </a:lnTo>
                  <a:lnTo>
                    <a:pt x="16687" y="18656"/>
                  </a:lnTo>
                  <a:lnTo>
                    <a:pt x="16687" y="18783"/>
                  </a:lnTo>
                  <a:lnTo>
                    <a:pt x="16446" y="18783"/>
                  </a:lnTo>
                  <a:lnTo>
                    <a:pt x="16484" y="18910"/>
                  </a:lnTo>
                  <a:lnTo>
                    <a:pt x="16281" y="18910"/>
                  </a:lnTo>
                  <a:lnTo>
                    <a:pt x="16370" y="19799"/>
                  </a:lnTo>
                  <a:lnTo>
                    <a:pt x="16611" y="19799"/>
                  </a:lnTo>
                  <a:lnTo>
                    <a:pt x="16522" y="19037"/>
                  </a:lnTo>
                  <a:lnTo>
                    <a:pt x="16687" y="19037"/>
                  </a:lnTo>
                  <a:lnTo>
                    <a:pt x="16687" y="18910"/>
                  </a:lnTo>
                  <a:lnTo>
                    <a:pt x="17030" y="18910"/>
                  </a:lnTo>
                  <a:lnTo>
                    <a:pt x="17030" y="18783"/>
                  </a:lnTo>
                  <a:lnTo>
                    <a:pt x="17335" y="18783"/>
                  </a:lnTo>
                  <a:lnTo>
                    <a:pt x="17373" y="18529"/>
                  </a:lnTo>
                  <a:close/>
                </a:path>
                <a:path w="38735" h="29844">
                  <a:moveTo>
                    <a:pt x="17386" y="21069"/>
                  </a:moveTo>
                  <a:lnTo>
                    <a:pt x="17030" y="21069"/>
                  </a:lnTo>
                  <a:lnTo>
                    <a:pt x="16992" y="21323"/>
                  </a:lnTo>
                  <a:lnTo>
                    <a:pt x="17360" y="21323"/>
                  </a:lnTo>
                  <a:lnTo>
                    <a:pt x="17386" y="21069"/>
                  </a:lnTo>
                  <a:close/>
                </a:path>
                <a:path w="38735" h="29844">
                  <a:moveTo>
                    <a:pt x="17411" y="16243"/>
                  </a:moveTo>
                  <a:lnTo>
                    <a:pt x="17335" y="16116"/>
                  </a:lnTo>
                  <a:lnTo>
                    <a:pt x="16611" y="16116"/>
                  </a:lnTo>
                  <a:lnTo>
                    <a:pt x="16687" y="16243"/>
                  </a:lnTo>
                  <a:lnTo>
                    <a:pt x="17411" y="16243"/>
                  </a:lnTo>
                  <a:close/>
                </a:path>
                <a:path w="38735" h="29844">
                  <a:moveTo>
                    <a:pt x="17424" y="20688"/>
                  </a:moveTo>
                  <a:lnTo>
                    <a:pt x="17094" y="20688"/>
                  </a:lnTo>
                  <a:lnTo>
                    <a:pt x="17068" y="20815"/>
                  </a:lnTo>
                  <a:lnTo>
                    <a:pt x="17411" y="20815"/>
                  </a:lnTo>
                  <a:lnTo>
                    <a:pt x="17424" y="20688"/>
                  </a:lnTo>
                  <a:close/>
                </a:path>
                <a:path w="38735" h="29844">
                  <a:moveTo>
                    <a:pt x="17424" y="18275"/>
                  </a:moveTo>
                  <a:lnTo>
                    <a:pt x="17043" y="18275"/>
                  </a:lnTo>
                  <a:lnTo>
                    <a:pt x="17043" y="18402"/>
                  </a:lnTo>
                  <a:lnTo>
                    <a:pt x="17399" y="18402"/>
                  </a:lnTo>
                  <a:lnTo>
                    <a:pt x="17424" y="18275"/>
                  </a:lnTo>
                  <a:close/>
                </a:path>
                <a:path w="38735" h="29844">
                  <a:moveTo>
                    <a:pt x="17462" y="20180"/>
                  </a:moveTo>
                  <a:lnTo>
                    <a:pt x="17106" y="20180"/>
                  </a:lnTo>
                  <a:lnTo>
                    <a:pt x="17106" y="20307"/>
                  </a:lnTo>
                  <a:lnTo>
                    <a:pt x="17449" y="20307"/>
                  </a:lnTo>
                  <a:lnTo>
                    <a:pt x="17462" y="20180"/>
                  </a:lnTo>
                  <a:close/>
                </a:path>
                <a:path w="38735" h="29844">
                  <a:moveTo>
                    <a:pt x="17475" y="13576"/>
                  </a:moveTo>
                  <a:lnTo>
                    <a:pt x="17360" y="13449"/>
                  </a:lnTo>
                  <a:lnTo>
                    <a:pt x="17043" y="13449"/>
                  </a:lnTo>
                  <a:lnTo>
                    <a:pt x="16522" y="13449"/>
                  </a:lnTo>
                  <a:lnTo>
                    <a:pt x="16522" y="13576"/>
                  </a:lnTo>
                  <a:lnTo>
                    <a:pt x="17221" y="13576"/>
                  </a:lnTo>
                  <a:lnTo>
                    <a:pt x="17475" y="13576"/>
                  </a:lnTo>
                  <a:close/>
                </a:path>
                <a:path w="38735" h="29844">
                  <a:moveTo>
                    <a:pt x="17576" y="16116"/>
                  </a:moveTo>
                  <a:lnTo>
                    <a:pt x="17475" y="15862"/>
                  </a:lnTo>
                  <a:lnTo>
                    <a:pt x="17424" y="15735"/>
                  </a:lnTo>
                  <a:lnTo>
                    <a:pt x="17018" y="15735"/>
                  </a:lnTo>
                  <a:lnTo>
                    <a:pt x="17272" y="15989"/>
                  </a:lnTo>
                  <a:lnTo>
                    <a:pt x="17335" y="16116"/>
                  </a:lnTo>
                  <a:lnTo>
                    <a:pt x="17576" y="16116"/>
                  </a:lnTo>
                  <a:close/>
                </a:path>
                <a:path w="38735" h="29844">
                  <a:moveTo>
                    <a:pt x="17602" y="16243"/>
                  </a:moveTo>
                  <a:lnTo>
                    <a:pt x="17411" y="16243"/>
                  </a:lnTo>
                  <a:lnTo>
                    <a:pt x="17589" y="16370"/>
                  </a:lnTo>
                  <a:lnTo>
                    <a:pt x="17602" y="16243"/>
                  </a:lnTo>
                  <a:close/>
                </a:path>
                <a:path w="38735" h="29844">
                  <a:moveTo>
                    <a:pt x="17640" y="19291"/>
                  </a:moveTo>
                  <a:lnTo>
                    <a:pt x="17195" y="19291"/>
                  </a:lnTo>
                  <a:lnTo>
                    <a:pt x="17119" y="19926"/>
                  </a:lnTo>
                  <a:lnTo>
                    <a:pt x="17500" y="19926"/>
                  </a:lnTo>
                  <a:lnTo>
                    <a:pt x="17602" y="19418"/>
                  </a:lnTo>
                  <a:lnTo>
                    <a:pt x="17640" y="19291"/>
                  </a:lnTo>
                  <a:close/>
                </a:path>
                <a:path w="38735" h="29844">
                  <a:moveTo>
                    <a:pt x="17653" y="25895"/>
                  </a:moveTo>
                  <a:lnTo>
                    <a:pt x="17348" y="26149"/>
                  </a:lnTo>
                  <a:lnTo>
                    <a:pt x="17640" y="26149"/>
                  </a:lnTo>
                  <a:lnTo>
                    <a:pt x="17653" y="25895"/>
                  </a:lnTo>
                  <a:close/>
                </a:path>
                <a:path w="38735" h="29844">
                  <a:moveTo>
                    <a:pt x="17665" y="26403"/>
                  </a:moveTo>
                  <a:lnTo>
                    <a:pt x="17399" y="26403"/>
                  </a:lnTo>
                  <a:lnTo>
                    <a:pt x="17373" y="26657"/>
                  </a:lnTo>
                  <a:lnTo>
                    <a:pt x="17373" y="26530"/>
                  </a:lnTo>
                  <a:lnTo>
                    <a:pt x="17373" y="26403"/>
                  </a:lnTo>
                  <a:lnTo>
                    <a:pt x="16751" y="26403"/>
                  </a:lnTo>
                  <a:lnTo>
                    <a:pt x="15976" y="26403"/>
                  </a:lnTo>
                  <a:lnTo>
                    <a:pt x="15951" y="26657"/>
                  </a:lnTo>
                  <a:lnTo>
                    <a:pt x="15849" y="26403"/>
                  </a:lnTo>
                  <a:lnTo>
                    <a:pt x="15976" y="26403"/>
                  </a:lnTo>
                  <a:lnTo>
                    <a:pt x="15989" y="26276"/>
                  </a:lnTo>
                  <a:lnTo>
                    <a:pt x="16141" y="26276"/>
                  </a:lnTo>
                  <a:lnTo>
                    <a:pt x="16141" y="26149"/>
                  </a:lnTo>
                  <a:lnTo>
                    <a:pt x="16827" y="26149"/>
                  </a:lnTo>
                  <a:lnTo>
                    <a:pt x="16878" y="26022"/>
                  </a:lnTo>
                  <a:lnTo>
                    <a:pt x="16992" y="25768"/>
                  </a:lnTo>
                  <a:lnTo>
                    <a:pt x="16814" y="25641"/>
                  </a:lnTo>
                  <a:lnTo>
                    <a:pt x="16675" y="25768"/>
                  </a:lnTo>
                  <a:lnTo>
                    <a:pt x="16611" y="26022"/>
                  </a:lnTo>
                  <a:lnTo>
                    <a:pt x="16497" y="25768"/>
                  </a:lnTo>
                  <a:lnTo>
                    <a:pt x="16408" y="25895"/>
                  </a:lnTo>
                  <a:lnTo>
                    <a:pt x="16306" y="25641"/>
                  </a:lnTo>
                  <a:lnTo>
                    <a:pt x="16065" y="25641"/>
                  </a:lnTo>
                  <a:lnTo>
                    <a:pt x="16141" y="25387"/>
                  </a:lnTo>
                  <a:lnTo>
                    <a:pt x="16217" y="25133"/>
                  </a:lnTo>
                  <a:lnTo>
                    <a:pt x="15900" y="25133"/>
                  </a:lnTo>
                  <a:lnTo>
                    <a:pt x="15900" y="26149"/>
                  </a:lnTo>
                  <a:lnTo>
                    <a:pt x="15494" y="26022"/>
                  </a:lnTo>
                  <a:lnTo>
                    <a:pt x="15519" y="25895"/>
                  </a:lnTo>
                  <a:lnTo>
                    <a:pt x="15836" y="25895"/>
                  </a:lnTo>
                  <a:lnTo>
                    <a:pt x="15900" y="26149"/>
                  </a:lnTo>
                  <a:lnTo>
                    <a:pt x="15900" y="25133"/>
                  </a:lnTo>
                  <a:lnTo>
                    <a:pt x="11620" y="25133"/>
                  </a:lnTo>
                  <a:lnTo>
                    <a:pt x="11595" y="26530"/>
                  </a:lnTo>
                  <a:lnTo>
                    <a:pt x="11468" y="29832"/>
                  </a:lnTo>
                  <a:lnTo>
                    <a:pt x="17526" y="29832"/>
                  </a:lnTo>
                  <a:lnTo>
                    <a:pt x="17526" y="29197"/>
                  </a:lnTo>
                  <a:lnTo>
                    <a:pt x="17513" y="29070"/>
                  </a:lnTo>
                  <a:lnTo>
                    <a:pt x="17500" y="28689"/>
                  </a:lnTo>
                  <a:lnTo>
                    <a:pt x="17487" y="28181"/>
                  </a:lnTo>
                  <a:lnTo>
                    <a:pt x="17360" y="28181"/>
                  </a:lnTo>
                  <a:lnTo>
                    <a:pt x="16281" y="28181"/>
                  </a:lnTo>
                  <a:lnTo>
                    <a:pt x="16281" y="28308"/>
                  </a:lnTo>
                  <a:lnTo>
                    <a:pt x="16281" y="28435"/>
                  </a:lnTo>
                  <a:lnTo>
                    <a:pt x="16281" y="28308"/>
                  </a:lnTo>
                  <a:lnTo>
                    <a:pt x="16281" y="28181"/>
                  </a:lnTo>
                  <a:lnTo>
                    <a:pt x="16370" y="27927"/>
                  </a:lnTo>
                  <a:lnTo>
                    <a:pt x="17487" y="27927"/>
                  </a:lnTo>
                  <a:lnTo>
                    <a:pt x="17386" y="27292"/>
                  </a:lnTo>
                  <a:lnTo>
                    <a:pt x="17551" y="27165"/>
                  </a:lnTo>
                  <a:lnTo>
                    <a:pt x="17589" y="26911"/>
                  </a:lnTo>
                  <a:lnTo>
                    <a:pt x="17602" y="26784"/>
                  </a:lnTo>
                  <a:lnTo>
                    <a:pt x="17627" y="26657"/>
                  </a:lnTo>
                  <a:lnTo>
                    <a:pt x="17665" y="26403"/>
                  </a:lnTo>
                  <a:close/>
                </a:path>
                <a:path w="38735" h="29844">
                  <a:moveTo>
                    <a:pt x="17741" y="19037"/>
                  </a:moveTo>
                  <a:lnTo>
                    <a:pt x="17259" y="19037"/>
                  </a:lnTo>
                  <a:lnTo>
                    <a:pt x="17233" y="19164"/>
                  </a:lnTo>
                  <a:lnTo>
                    <a:pt x="17691" y="19164"/>
                  </a:lnTo>
                  <a:lnTo>
                    <a:pt x="17741" y="19037"/>
                  </a:lnTo>
                  <a:close/>
                </a:path>
                <a:path w="38735" h="29844">
                  <a:moveTo>
                    <a:pt x="17780" y="13449"/>
                  </a:moveTo>
                  <a:lnTo>
                    <a:pt x="17526" y="13449"/>
                  </a:lnTo>
                  <a:lnTo>
                    <a:pt x="17564" y="13576"/>
                  </a:lnTo>
                  <a:lnTo>
                    <a:pt x="17741" y="13576"/>
                  </a:lnTo>
                  <a:lnTo>
                    <a:pt x="17780" y="13449"/>
                  </a:lnTo>
                  <a:close/>
                </a:path>
                <a:path w="38735" h="29844">
                  <a:moveTo>
                    <a:pt x="17792" y="7988"/>
                  </a:moveTo>
                  <a:lnTo>
                    <a:pt x="13716" y="7988"/>
                  </a:lnTo>
                  <a:lnTo>
                    <a:pt x="13449" y="7988"/>
                  </a:lnTo>
                  <a:lnTo>
                    <a:pt x="13500" y="8115"/>
                  </a:lnTo>
                  <a:lnTo>
                    <a:pt x="13309" y="8115"/>
                  </a:lnTo>
                  <a:lnTo>
                    <a:pt x="13284" y="8242"/>
                  </a:lnTo>
                  <a:lnTo>
                    <a:pt x="13804" y="8242"/>
                  </a:lnTo>
                  <a:lnTo>
                    <a:pt x="13728" y="8115"/>
                  </a:lnTo>
                  <a:lnTo>
                    <a:pt x="13855" y="8115"/>
                  </a:lnTo>
                  <a:lnTo>
                    <a:pt x="13804" y="8242"/>
                  </a:lnTo>
                  <a:lnTo>
                    <a:pt x="17780" y="8242"/>
                  </a:lnTo>
                  <a:lnTo>
                    <a:pt x="17792" y="7988"/>
                  </a:lnTo>
                  <a:close/>
                </a:path>
                <a:path w="38735" h="29844">
                  <a:moveTo>
                    <a:pt x="17830" y="29451"/>
                  </a:moveTo>
                  <a:lnTo>
                    <a:pt x="17564" y="29324"/>
                  </a:lnTo>
                  <a:lnTo>
                    <a:pt x="17538" y="29832"/>
                  </a:lnTo>
                  <a:lnTo>
                    <a:pt x="17830" y="29832"/>
                  </a:lnTo>
                  <a:lnTo>
                    <a:pt x="17830" y="29451"/>
                  </a:lnTo>
                  <a:close/>
                </a:path>
                <a:path w="38735" h="29844">
                  <a:moveTo>
                    <a:pt x="17919" y="16243"/>
                  </a:moveTo>
                  <a:lnTo>
                    <a:pt x="17792" y="16116"/>
                  </a:lnTo>
                  <a:lnTo>
                    <a:pt x="17576" y="16116"/>
                  </a:lnTo>
                  <a:lnTo>
                    <a:pt x="17602" y="16243"/>
                  </a:lnTo>
                  <a:lnTo>
                    <a:pt x="17919" y="16243"/>
                  </a:lnTo>
                  <a:close/>
                </a:path>
                <a:path w="38735" h="29844">
                  <a:moveTo>
                    <a:pt x="18046" y="18402"/>
                  </a:moveTo>
                  <a:lnTo>
                    <a:pt x="17399" y="18402"/>
                  </a:lnTo>
                  <a:lnTo>
                    <a:pt x="17373" y="18529"/>
                  </a:lnTo>
                  <a:lnTo>
                    <a:pt x="18034" y="18529"/>
                  </a:lnTo>
                  <a:lnTo>
                    <a:pt x="18046" y="18402"/>
                  </a:lnTo>
                  <a:close/>
                </a:path>
                <a:path w="38735" h="29844">
                  <a:moveTo>
                    <a:pt x="18046" y="5194"/>
                  </a:moveTo>
                  <a:lnTo>
                    <a:pt x="14058" y="5194"/>
                  </a:lnTo>
                  <a:lnTo>
                    <a:pt x="14122" y="5321"/>
                  </a:lnTo>
                  <a:lnTo>
                    <a:pt x="14185" y="5448"/>
                  </a:lnTo>
                  <a:lnTo>
                    <a:pt x="13677" y="5448"/>
                  </a:lnTo>
                  <a:lnTo>
                    <a:pt x="13665" y="5575"/>
                  </a:lnTo>
                  <a:lnTo>
                    <a:pt x="13512" y="5702"/>
                  </a:lnTo>
                  <a:lnTo>
                    <a:pt x="17995" y="5702"/>
                  </a:lnTo>
                  <a:lnTo>
                    <a:pt x="18046" y="5194"/>
                  </a:lnTo>
                  <a:close/>
                </a:path>
                <a:path w="38735" h="29844">
                  <a:moveTo>
                    <a:pt x="18161" y="16116"/>
                  </a:moveTo>
                  <a:lnTo>
                    <a:pt x="18059" y="15735"/>
                  </a:lnTo>
                  <a:lnTo>
                    <a:pt x="17957" y="15481"/>
                  </a:lnTo>
                  <a:lnTo>
                    <a:pt x="17830" y="15227"/>
                  </a:lnTo>
                  <a:lnTo>
                    <a:pt x="17767" y="15100"/>
                  </a:lnTo>
                  <a:lnTo>
                    <a:pt x="17640" y="14846"/>
                  </a:lnTo>
                  <a:lnTo>
                    <a:pt x="17576" y="14719"/>
                  </a:lnTo>
                  <a:lnTo>
                    <a:pt x="17487" y="14592"/>
                  </a:lnTo>
                  <a:lnTo>
                    <a:pt x="17411" y="14465"/>
                  </a:lnTo>
                  <a:lnTo>
                    <a:pt x="17284" y="14338"/>
                  </a:lnTo>
                  <a:lnTo>
                    <a:pt x="17170" y="14211"/>
                  </a:lnTo>
                  <a:lnTo>
                    <a:pt x="16281" y="14211"/>
                  </a:lnTo>
                  <a:lnTo>
                    <a:pt x="16129" y="14338"/>
                  </a:lnTo>
                  <a:lnTo>
                    <a:pt x="15976" y="14338"/>
                  </a:lnTo>
                  <a:lnTo>
                    <a:pt x="15925" y="14465"/>
                  </a:lnTo>
                  <a:lnTo>
                    <a:pt x="15836" y="14719"/>
                  </a:lnTo>
                  <a:lnTo>
                    <a:pt x="15532" y="14592"/>
                  </a:lnTo>
                  <a:lnTo>
                    <a:pt x="15468" y="14211"/>
                  </a:lnTo>
                  <a:lnTo>
                    <a:pt x="11176" y="14211"/>
                  </a:lnTo>
                  <a:lnTo>
                    <a:pt x="11188" y="14719"/>
                  </a:lnTo>
                  <a:lnTo>
                    <a:pt x="10934" y="14973"/>
                  </a:lnTo>
                  <a:lnTo>
                    <a:pt x="10934" y="15227"/>
                  </a:lnTo>
                  <a:lnTo>
                    <a:pt x="10718" y="15354"/>
                  </a:lnTo>
                  <a:lnTo>
                    <a:pt x="10147" y="15481"/>
                  </a:lnTo>
                  <a:lnTo>
                    <a:pt x="10223" y="15735"/>
                  </a:lnTo>
                  <a:lnTo>
                    <a:pt x="10337" y="16116"/>
                  </a:lnTo>
                  <a:lnTo>
                    <a:pt x="16611" y="16116"/>
                  </a:lnTo>
                  <a:lnTo>
                    <a:pt x="16598" y="15989"/>
                  </a:lnTo>
                  <a:lnTo>
                    <a:pt x="17018" y="15735"/>
                  </a:lnTo>
                  <a:lnTo>
                    <a:pt x="16383" y="15227"/>
                  </a:lnTo>
                  <a:lnTo>
                    <a:pt x="16256" y="15100"/>
                  </a:lnTo>
                  <a:lnTo>
                    <a:pt x="16243" y="14846"/>
                  </a:lnTo>
                  <a:lnTo>
                    <a:pt x="16433" y="14719"/>
                  </a:lnTo>
                  <a:lnTo>
                    <a:pt x="16611" y="14719"/>
                  </a:lnTo>
                  <a:lnTo>
                    <a:pt x="16713" y="14846"/>
                  </a:lnTo>
                  <a:lnTo>
                    <a:pt x="17043" y="14973"/>
                  </a:lnTo>
                  <a:lnTo>
                    <a:pt x="17145" y="14846"/>
                  </a:lnTo>
                  <a:lnTo>
                    <a:pt x="17208" y="15100"/>
                  </a:lnTo>
                  <a:lnTo>
                    <a:pt x="17411" y="15227"/>
                  </a:lnTo>
                  <a:lnTo>
                    <a:pt x="17538" y="15481"/>
                  </a:lnTo>
                  <a:lnTo>
                    <a:pt x="17614" y="15735"/>
                  </a:lnTo>
                  <a:lnTo>
                    <a:pt x="17665" y="15989"/>
                  </a:lnTo>
                  <a:lnTo>
                    <a:pt x="17792" y="16116"/>
                  </a:lnTo>
                  <a:lnTo>
                    <a:pt x="18161" y="16116"/>
                  </a:lnTo>
                  <a:close/>
                </a:path>
                <a:path w="38735" h="29844">
                  <a:moveTo>
                    <a:pt x="18313" y="4813"/>
                  </a:moveTo>
                  <a:lnTo>
                    <a:pt x="18249" y="4686"/>
                  </a:lnTo>
                  <a:lnTo>
                    <a:pt x="18110" y="4686"/>
                  </a:lnTo>
                  <a:lnTo>
                    <a:pt x="18097" y="4813"/>
                  </a:lnTo>
                  <a:lnTo>
                    <a:pt x="18313" y="4813"/>
                  </a:lnTo>
                  <a:close/>
                </a:path>
                <a:path w="38735" h="29844">
                  <a:moveTo>
                    <a:pt x="18389" y="17894"/>
                  </a:moveTo>
                  <a:lnTo>
                    <a:pt x="18249" y="17894"/>
                  </a:lnTo>
                  <a:lnTo>
                    <a:pt x="18148" y="17767"/>
                  </a:lnTo>
                  <a:lnTo>
                    <a:pt x="18046" y="17640"/>
                  </a:lnTo>
                  <a:lnTo>
                    <a:pt x="18008" y="17513"/>
                  </a:lnTo>
                  <a:lnTo>
                    <a:pt x="17741" y="17767"/>
                  </a:lnTo>
                  <a:lnTo>
                    <a:pt x="17691" y="17894"/>
                  </a:lnTo>
                  <a:lnTo>
                    <a:pt x="17589" y="18148"/>
                  </a:lnTo>
                  <a:lnTo>
                    <a:pt x="17449" y="18148"/>
                  </a:lnTo>
                  <a:lnTo>
                    <a:pt x="17424" y="18275"/>
                  </a:lnTo>
                  <a:lnTo>
                    <a:pt x="18046" y="18275"/>
                  </a:lnTo>
                  <a:lnTo>
                    <a:pt x="18059" y="18148"/>
                  </a:lnTo>
                  <a:lnTo>
                    <a:pt x="18351" y="18148"/>
                  </a:lnTo>
                  <a:lnTo>
                    <a:pt x="18389" y="17894"/>
                  </a:lnTo>
                  <a:close/>
                </a:path>
                <a:path w="38735" h="29844">
                  <a:moveTo>
                    <a:pt x="18402" y="15735"/>
                  </a:moveTo>
                  <a:lnTo>
                    <a:pt x="18300" y="14719"/>
                  </a:lnTo>
                  <a:lnTo>
                    <a:pt x="18275" y="14592"/>
                  </a:lnTo>
                  <a:lnTo>
                    <a:pt x="18148" y="14465"/>
                  </a:lnTo>
                  <a:lnTo>
                    <a:pt x="18034" y="14338"/>
                  </a:lnTo>
                  <a:lnTo>
                    <a:pt x="18161" y="14973"/>
                  </a:lnTo>
                  <a:lnTo>
                    <a:pt x="18275" y="15354"/>
                  </a:lnTo>
                  <a:lnTo>
                    <a:pt x="18402" y="15735"/>
                  </a:lnTo>
                  <a:close/>
                </a:path>
                <a:path w="38735" h="29844">
                  <a:moveTo>
                    <a:pt x="18453" y="16243"/>
                  </a:moveTo>
                  <a:lnTo>
                    <a:pt x="18440" y="16116"/>
                  </a:lnTo>
                  <a:lnTo>
                    <a:pt x="18161" y="16116"/>
                  </a:lnTo>
                  <a:lnTo>
                    <a:pt x="18199" y="16243"/>
                  </a:lnTo>
                  <a:lnTo>
                    <a:pt x="18453" y="16243"/>
                  </a:lnTo>
                  <a:close/>
                </a:path>
                <a:path w="38735" h="29844">
                  <a:moveTo>
                    <a:pt x="18465" y="5702"/>
                  </a:moveTo>
                  <a:lnTo>
                    <a:pt x="17995" y="5702"/>
                  </a:lnTo>
                  <a:lnTo>
                    <a:pt x="17983" y="5829"/>
                  </a:lnTo>
                  <a:lnTo>
                    <a:pt x="18465" y="5829"/>
                  </a:lnTo>
                  <a:lnTo>
                    <a:pt x="18465" y="5702"/>
                  </a:lnTo>
                  <a:close/>
                </a:path>
                <a:path w="38735" h="29844">
                  <a:moveTo>
                    <a:pt x="18465" y="5067"/>
                  </a:moveTo>
                  <a:lnTo>
                    <a:pt x="18059" y="5067"/>
                  </a:lnTo>
                  <a:lnTo>
                    <a:pt x="18046" y="5194"/>
                  </a:lnTo>
                  <a:lnTo>
                    <a:pt x="18465" y="5194"/>
                  </a:lnTo>
                  <a:lnTo>
                    <a:pt x="18465" y="5067"/>
                  </a:lnTo>
                  <a:close/>
                </a:path>
                <a:path w="38735" h="29844">
                  <a:moveTo>
                    <a:pt x="18478" y="7861"/>
                  </a:moveTo>
                  <a:lnTo>
                    <a:pt x="17805" y="7861"/>
                  </a:lnTo>
                  <a:lnTo>
                    <a:pt x="17792" y="7988"/>
                  </a:lnTo>
                  <a:lnTo>
                    <a:pt x="18478" y="7988"/>
                  </a:lnTo>
                  <a:lnTo>
                    <a:pt x="18478" y="7861"/>
                  </a:lnTo>
                  <a:close/>
                </a:path>
                <a:path w="38735" h="29844">
                  <a:moveTo>
                    <a:pt x="18478" y="7099"/>
                  </a:moveTo>
                  <a:lnTo>
                    <a:pt x="17868" y="7099"/>
                  </a:lnTo>
                  <a:lnTo>
                    <a:pt x="17856" y="7353"/>
                  </a:lnTo>
                  <a:lnTo>
                    <a:pt x="18478" y="7353"/>
                  </a:lnTo>
                  <a:lnTo>
                    <a:pt x="18478" y="7099"/>
                  </a:lnTo>
                  <a:close/>
                </a:path>
                <a:path w="38735" h="29844">
                  <a:moveTo>
                    <a:pt x="18491" y="8242"/>
                  </a:moveTo>
                  <a:lnTo>
                    <a:pt x="17780" y="8242"/>
                  </a:lnTo>
                  <a:lnTo>
                    <a:pt x="17767" y="8369"/>
                  </a:lnTo>
                  <a:lnTo>
                    <a:pt x="18491" y="8369"/>
                  </a:lnTo>
                  <a:lnTo>
                    <a:pt x="18491" y="8242"/>
                  </a:lnTo>
                  <a:close/>
                </a:path>
                <a:path w="38735" h="29844">
                  <a:moveTo>
                    <a:pt x="18618" y="7353"/>
                  </a:moveTo>
                  <a:lnTo>
                    <a:pt x="18478" y="7353"/>
                  </a:lnTo>
                  <a:lnTo>
                    <a:pt x="18478" y="7607"/>
                  </a:lnTo>
                  <a:lnTo>
                    <a:pt x="18605" y="7480"/>
                  </a:lnTo>
                  <a:lnTo>
                    <a:pt x="18618" y="7353"/>
                  </a:lnTo>
                  <a:close/>
                </a:path>
                <a:path w="38735" h="29844">
                  <a:moveTo>
                    <a:pt x="18707" y="5829"/>
                  </a:moveTo>
                  <a:lnTo>
                    <a:pt x="18465" y="5829"/>
                  </a:lnTo>
                  <a:lnTo>
                    <a:pt x="18478" y="7099"/>
                  </a:lnTo>
                  <a:lnTo>
                    <a:pt x="18630" y="7099"/>
                  </a:lnTo>
                  <a:lnTo>
                    <a:pt x="18707" y="5829"/>
                  </a:lnTo>
                  <a:close/>
                </a:path>
                <a:path w="38735" h="29844">
                  <a:moveTo>
                    <a:pt x="18732" y="13449"/>
                  </a:moveTo>
                  <a:lnTo>
                    <a:pt x="17945" y="13449"/>
                  </a:lnTo>
                  <a:lnTo>
                    <a:pt x="17932" y="13576"/>
                  </a:lnTo>
                  <a:lnTo>
                    <a:pt x="18732" y="13576"/>
                  </a:lnTo>
                  <a:lnTo>
                    <a:pt x="18732" y="13449"/>
                  </a:lnTo>
                  <a:close/>
                </a:path>
                <a:path w="38735" h="29844">
                  <a:moveTo>
                    <a:pt x="18745" y="17005"/>
                  </a:moveTo>
                  <a:lnTo>
                    <a:pt x="18656" y="16624"/>
                  </a:lnTo>
                  <a:lnTo>
                    <a:pt x="18503" y="16624"/>
                  </a:lnTo>
                  <a:lnTo>
                    <a:pt x="18427" y="16497"/>
                  </a:lnTo>
                  <a:lnTo>
                    <a:pt x="18364" y="16370"/>
                  </a:lnTo>
                  <a:lnTo>
                    <a:pt x="18199" y="16243"/>
                  </a:lnTo>
                  <a:lnTo>
                    <a:pt x="17919" y="16243"/>
                  </a:lnTo>
                  <a:lnTo>
                    <a:pt x="17856" y="16624"/>
                  </a:lnTo>
                  <a:lnTo>
                    <a:pt x="17754" y="16751"/>
                  </a:lnTo>
                  <a:lnTo>
                    <a:pt x="17551" y="16878"/>
                  </a:lnTo>
                  <a:lnTo>
                    <a:pt x="17399" y="16751"/>
                  </a:lnTo>
                  <a:lnTo>
                    <a:pt x="17411" y="17005"/>
                  </a:lnTo>
                  <a:lnTo>
                    <a:pt x="17754" y="17005"/>
                  </a:lnTo>
                  <a:lnTo>
                    <a:pt x="17716" y="17513"/>
                  </a:lnTo>
                  <a:lnTo>
                    <a:pt x="17894" y="17386"/>
                  </a:lnTo>
                  <a:lnTo>
                    <a:pt x="17970" y="16878"/>
                  </a:lnTo>
                  <a:lnTo>
                    <a:pt x="18745" y="17005"/>
                  </a:lnTo>
                  <a:close/>
                </a:path>
                <a:path w="38735" h="29844">
                  <a:moveTo>
                    <a:pt x="19050" y="21323"/>
                  </a:moveTo>
                  <a:lnTo>
                    <a:pt x="17360" y="21323"/>
                  </a:lnTo>
                  <a:lnTo>
                    <a:pt x="17360" y="21450"/>
                  </a:lnTo>
                  <a:lnTo>
                    <a:pt x="18884" y="21450"/>
                  </a:lnTo>
                  <a:lnTo>
                    <a:pt x="19050" y="21323"/>
                  </a:lnTo>
                  <a:close/>
                </a:path>
                <a:path w="38735" h="29844">
                  <a:moveTo>
                    <a:pt x="19050" y="20815"/>
                  </a:moveTo>
                  <a:lnTo>
                    <a:pt x="17411" y="20815"/>
                  </a:lnTo>
                  <a:lnTo>
                    <a:pt x="17386" y="21069"/>
                  </a:lnTo>
                  <a:lnTo>
                    <a:pt x="19050" y="21069"/>
                  </a:lnTo>
                  <a:lnTo>
                    <a:pt x="19050" y="20815"/>
                  </a:lnTo>
                  <a:close/>
                </a:path>
                <a:path w="38735" h="29844">
                  <a:moveTo>
                    <a:pt x="19050" y="20307"/>
                  </a:moveTo>
                  <a:lnTo>
                    <a:pt x="17449" y="20307"/>
                  </a:lnTo>
                  <a:lnTo>
                    <a:pt x="17424" y="20688"/>
                  </a:lnTo>
                  <a:lnTo>
                    <a:pt x="19050" y="20688"/>
                  </a:lnTo>
                  <a:lnTo>
                    <a:pt x="19050" y="20307"/>
                  </a:lnTo>
                  <a:close/>
                </a:path>
                <a:path w="38735" h="29844">
                  <a:moveTo>
                    <a:pt x="19050" y="19926"/>
                  </a:moveTo>
                  <a:lnTo>
                    <a:pt x="17500" y="19926"/>
                  </a:lnTo>
                  <a:lnTo>
                    <a:pt x="17462" y="20180"/>
                  </a:lnTo>
                  <a:lnTo>
                    <a:pt x="19050" y="20180"/>
                  </a:lnTo>
                  <a:lnTo>
                    <a:pt x="19050" y="19926"/>
                  </a:lnTo>
                  <a:close/>
                </a:path>
                <a:path w="38735" h="29844">
                  <a:moveTo>
                    <a:pt x="19050" y="19164"/>
                  </a:moveTo>
                  <a:lnTo>
                    <a:pt x="17691" y="19164"/>
                  </a:lnTo>
                  <a:lnTo>
                    <a:pt x="17640" y="19291"/>
                  </a:lnTo>
                  <a:lnTo>
                    <a:pt x="19050" y="19291"/>
                  </a:lnTo>
                  <a:lnTo>
                    <a:pt x="19050" y="19164"/>
                  </a:lnTo>
                  <a:close/>
                </a:path>
                <a:path w="38735" h="29844">
                  <a:moveTo>
                    <a:pt x="19050" y="18529"/>
                  </a:moveTo>
                  <a:lnTo>
                    <a:pt x="18034" y="18529"/>
                  </a:lnTo>
                  <a:lnTo>
                    <a:pt x="17843" y="18656"/>
                  </a:lnTo>
                  <a:lnTo>
                    <a:pt x="17741" y="19037"/>
                  </a:lnTo>
                  <a:lnTo>
                    <a:pt x="19050" y="19037"/>
                  </a:lnTo>
                  <a:lnTo>
                    <a:pt x="19050" y="18529"/>
                  </a:lnTo>
                  <a:close/>
                </a:path>
                <a:path w="38735" h="29844">
                  <a:moveTo>
                    <a:pt x="19050" y="18275"/>
                  </a:moveTo>
                  <a:lnTo>
                    <a:pt x="18046" y="18275"/>
                  </a:lnTo>
                  <a:lnTo>
                    <a:pt x="18046" y="18402"/>
                  </a:lnTo>
                  <a:lnTo>
                    <a:pt x="19050" y="18402"/>
                  </a:lnTo>
                  <a:lnTo>
                    <a:pt x="19050" y="18275"/>
                  </a:lnTo>
                  <a:close/>
                </a:path>
                <a:path w="38735" h="29844">
                  <a:moveTo>
                    <a:pt x="19075" y="9639"/>
                  </a:moveTo>
                  <a:lnTo>
                    <a:pt x="18846" y="9512"/>
                  </a:lnTo>
                  <a:lnTo>
                    <a:pt x="18732" y="9766"/>
                  </a:lnTo>
                  <a:lnTo>
                    <a:pt x="19075" y="9639"/>
                  </a:lnTo>
                  <a:close/>
                </a:path>
                <a:path w="38735" h="29844">
                  <a:moveTo>
                    <a:pt x="19215" y="19672"/>
                  </a:moveTo>
                  <a:lnTo>
                    <a:pt x="19189" y="19291"/>
                  </a:lnTo>
                  <a:lnTo>
                    <a:pt x="19050" y="19291"/>
                  </a:lnTo>
                  <a:lnTo>
                    <a:pt x="19050" y="19672"/>
                  </a:lnTo>
                  <a:lnTo>
                    <a:pt x="19215" y="19672"/>
                  </a:lnTo>
                  <a:close/>
                </a:path>
                <a:path w="38735" h="29844">
                  <a:moveTo>
                    <a:pt x="19215" y="9385"/>
                  </a:moveTo>
                  <a:lnTo>
                    <a:pt x="19138" y="9131"/>
                  </a:lnTo>
                  <a:lnTo>
                    <a:pt x="18935" y="9004"/>
                  </a:lnTo>
                  <a:lnTo>
                    <a:pt x="18872" y="9385"/>
                  </a:lnTo>
                  <a:lnTo>
                    <a:pt x="19215" y="9385"/>
                  </a:lnTo>
                  <a:close/>
                </a:path>
                <a:path w="38735" h="29844">
                  <a:moveTo>
                    <a:pt x="19227" y="19926"/>
                  </a:moveTo>
                  <a:lnTo>
                    <a:pt x="19215" y="19799"/>
                  </a:lnTo>
                  <a:lnTo>
                    <a:pt x="19050" y="19799"/>
                  </a:lnTo>
                  <a:lnTo>
                    <a:pt x="19050" y="19926"/>
                  </a:lnTo>
                  <a:lnTo>
                    <a:pt x="19227" y="19926"/>
                  </a:lnTo>
                  <a:close/>
                </a:path>
                <a:path w="38735" h="29844">
                  <a:moveTo>
                    <a:pt x="19278" y="20815"/>
                  </a:moveTo>
                  <a:lnTo>
                    <a:pt x="19265" y="20688"/>
                  </a:lnTo>
                  <a:lnTo>
                    <a:pt x="19050" y="20688"/>
                  </a:lnTo>
                  <a:lnTo>
                    <a:pt x="19050" y="20815"/>
                  </a:lnTo>
                  <a:lnTo>
                    <a:pt x="19278" y="20815"/>
                  </a:lnTo>
                  <a:close/>
                </a:path>
                <a:path w="38735" h="29844">
                  <a:moveTo>
                    <a:pt x="19278" y="17132"/>
                  </a:moveTo>
                  <a:lnTo>
                    <a:pt x="19050" y="17132"/>
                  </a:lnTo>
                  <a:lnTo>
                    <a:pt x="19050" y="17513"/>
                  </a:lnTo>
                  <a:lnTo>
                    <a:pt x="19240" y="17513"/>
                  </a:lnTo>
                  <a:lnTo>
                    <a:pt x="19278" y="17132"/>
                  </a:lnTo>
                  <a:close/>
                </a:path>
                <a:path w="38735" h="29844">
                  <a:moveTo>
                    <a:pt x="19304" y="21323"/>
                  </a:moveTo>
                  <a:lnTo>
                    <a:pt x="19291" y="21069"/>
                  </a:lnTo>
                  <a:lnTo>
                    <a:pt x="19050" y="21069"/>
                  </a:lnTo>
                  <a:lnTo>
                    <a:pt x="19050" y="21323"/>
                  </a:lnTo>
                  <a:lnTo>
                    <a:pt x="19304" y="21323"/>
                  </a:lnTo>
                  <a:close/>
                </a:path>
                <a:path w="38735" h="29844">
                  <a:moveTo>
                    <a:pt x="19304" y="16751"/>
                  </a:moveTo>
                  <a:lnTo>
                    <a:pt x="19050" y="16751"/>
                  </a:lnTo>
                  <a:lnTo>
                    <a:pt x="19050" y="17005"/>
                  </a:lnTo>
                  <a:lnTo>
                    <a:pt x="19291" y="17005"/>
                  </a:lnTo>
                  <a:lnTo>
                    <a:pt x="19304" y="16751"/>
                  </a:lnTo>
                  <a:close/>
                </a:path>
                <a:path w="38735" h="29844">
                  <a:moveTo>
                    <a:pt x="19304" y="16497"/>
                  </a:moveTo>
                  <a:lnTo>
                    <a:pt x="19050" y="16497"/>
                  </a:lnTo>
                  <a:lnTo>
                    <a:pt x="19050" y="16624"/>
                  </a:lnTo>
                  <a:lnTo>
                    <a:pt x="19304" y="16624"/>
                  </a:lnTo>
                  <a:lnTo>
                    <a:pt x="19304" y="16497"/>
                  </a:lnTo>
                  <a:close/>
                </a:path>
                <a:path w="38735" h="29844">
                  <a:moveTo>
                    <a:pt x="19329" y="15862"/>
                  </a:moveTo>
                  <a:lnTo>
                    <a:pt x="19050" y="15862"/>
                  </a:lnTo>
                  <a:lnTo>
                    <a:pt x="19050" y="16116"/>
                  </a:lnTo>
                  <a:lnTo>
                    <a:pt x="18580" y="16116"/>
                  </a:lnTo>
                  <a:lnTo>
                    <a:pt x="19050" y="16243"/>
                  </a:lnTo>
                  <a:lnTo>
                    <a:pt x="19050" y="16370"/>
                  </a:lnTo>
                  <a:lnTo>
                    <a:pt x="19316" y="16370"/>
                  </a:lnTo>
                  <a:lnTo>
                    <a:pt x="19329" y="15862"/>
                  </a:lnTo>
                  <a:close/>
                </a:path>
                <a:path w="38735" h="29844">
                  <a:moveTo>
                    <a:pt x="19354" y="14973"/>
                  </a:moveTo>
                  <a:lnTo>
                    <a:pt x="19050" y="14973"/>
                  </a:lnTo>
                  <a:lnTo>
                    <a:pt x="19050" y="15735"/>
                  </a:lnTo>
                  <a:lnTo>
                    <a:pt x="19329" y="15735"/>
                  </a:lnTo>
                  <a:lnTo>
                    <a:pt x="19354" y="14973"/>
                  </a:lnTo>
                  <a:close/>
                </a:path>
                <a:path w="38735" h="29844">
                  <a:moveTo>
                    <a:pt x="19367" y="21831"/>
                  </a:moveTo>
                  <a:lnTo>
                    <a:pt x="19202" y="21704"/>
                  </a:lnTo>
                  <a:lnTo>
                    <a:pt x="17119" y="21704"/>
                  </a:lnTo>
                  <a:lnTo>
                    <a:pt x="17119" y="21831"/>
                  </a:lnTo>
                  <a:lnTo>
                    <a:pt x="19367" y="21831"/>
                  </a:lnTo>
                  <a:close/>
                </a:path>
                <a:path w="38735" h="29844">
                  <a:moveTo>
                    <a:pt x="19469" y="5829"/>
                  </a:moveTo>
                  <a:lnTo>
                    <a:pt x="19253" y="5702"/>
                  </a:lnTo>
                  <a:lnTo>
                    <a:pt x="18732" y="5702"/>
                  </a:lnTo>
                  <a:lnTo>
                    <a:pt x="18707" y="5829"/>
                  </a:lnTo>
                  <a:lnTo>
                    <a:pt x="19469" y="5829"/>
                  </a:lnTo>
                  <a:close/>
                </a:path>
                <a:path w="38735" h="29844">
                  <a:moveTo>
                    <a:pt x="19507" y="5194"/>
                  </a:moveTo>
                  <a:lnTo>
                    <a:pt x="18465" y="5194"/>
                  </a:lnTo>
                  <a:lnTo>
                    <a:pt x="18465" y="5702"/>
                  </a:lnTo>
                  <a:lnTo>
                    <a:pt x="18732" y="5702"/>
                  </a:lnTo>
                  <a:lnTo>
                    <a:pt x="18796" y="5321"/>
                  </a:lnTo>
                  <a:lnTo>
                    <a:pt x="18859" y="5448"/>
                  </a:lnTo>
                  <a:lnTo>
                    <a:pt x="19291" y="5448"/>
                  </a:lnTo>
                  <a:lnTo>
                    <a:pt x="19253" y="5702"/>
                  </a:lnTo>
                  <a:lnTo>
                    <a:pt x="19469" y="5702"/>
                  </a:lnTo>
                  <a:lnTo>
                    <a:pt x="19494" y="5321"/>
                  </a:lnTo>
                  <a:lnTo>
                    <a:pt x="19507" y="5194"/>
                  </a:lnTo>
                  <a:close/>
                </a:path>
                <a:path w="38735" h="29844">
                  <a:moveTo>
                    <a:pt x="19621" y="457"/>
                  </a:moveTo>
                  <a:close/>
                </a:path>
                <a:path w="38735" h="29844">
                  <a:moveTo>
                    <a:pt x="19634" y="6489"/>
                  </a:moveTo>
                  <a:lnTo>
                    <a:pt x="19596" y="6680"/>
                  </a:lnTo>
                  <a:lnTo>
                    <a:pt x="19634" y="6489"/>
                  </a:lnTo>
                  <a:close/>
                </a:path>
                <a:path w="38735" h="29844">
                  <a:moveTo>
                    <a:pt x="19634" y="6426"/>
                  </a:moveTo>
                  <a:close/>
                </a:path>
                <a:path w="38735" h="29844">
                  <a:moveTo>
                    <a:pt x="19913" y="5194"/>
                  </a:moveTo>
                  <a:lnTo>
                    <a:pt x="19532" y="5194"/>
                  </a:lnTo>
                  <a:lnTo>
                    <a:pt x="19558" y="5321"/>
                  </a:lnTo>
                  <a:lnTo>
                    <a:pt x="19875" y="5321"/>
                  </a:lnTo>
                  <a:lnTo>
                    <a:pt x="19913" y="5194"/>
                  </a:lnTo>
                  <a:close/>
                </a:path>
                <a:path w="38735" h="29844">
                  <a:moveTo>
                    <a:pt x="19926" y="12560"/>
                  </a:moveTo>
                  <a:lnTo>
                    <a:pt x="19913" y="12306"/>
                  </a:lnTo>
                  <a:lnTo>
                    <a:pt x="16586" y="12306"/>
                  </a:lnTo>
                  <a:lnTo>
                    <a:pt x="17106" y="12687"/>
                  </a:lnTo>
                  <a:lnTo>
                    <a:pt x="17233" y="12560"/>
                  </a:lnTo>
                  <a:lnTo>
                    <a:pt x="17538" y="12560"/>
                  </a:lnTo>
                  <a:lnTo>
                    <a:pt x="17513" y="13322"/>
                  </a:lnTo>
                  <a:lnTo>
                    <a:pt x="17780" y="13449"/>
                  </a:lnTo>
                  <a:lnTo>
                    <a:pt x="17945" y="13449"/>
                  </a:lnTo>
                  <a:lnTo>
                    <a:pt x="18046" y="13068"/>
                  </a:lnTo>
                  <a:lnTo>
                    <a:pt x="18097" y="12941"/>
                  </a:lnTo>
                  <a:lnTo>
                    <a:pt x="18237" y="12941"/>
                  </a:lnTo>
                  <a:lnTo>
                    <a:pt x="18249" y="12814"/>
                  </a:lnTo>
                  <a:lnTo>
                    <a:pt x="18618" y="12687"/>
                  </a:lnTo>
                  <a:lnTo>
                    <a:pt x="18745" y="12560"/>
                  </a:lnTo>
                  <a:lnTo>
                    <a:pt x="18732" y="13195"/>
                  </a:lnTo>
                  <a:lnTo>
                    <a:pt x="18897" y="13068"/>
                  </a:lnTo>
                  <a:lnTo>
                    <a:pt x="19011" y="12560"/>
                  </a:lnTo>
                  <a:lnTo>
                    <a:pt x="19215" y="12560"/>
                  </a:lnTo>
                  <a:lnTo>
                    <a:pt x="19291" y="12687"/>
                  </a:lnTo>
                  <a:lnTo>
                    <a:pt x="19138" y="12814"/>
                  </a:lnTo>
                  <a:lnTo>
                    <a:pt x="19469" y="12814"/>
                  </a:lnTo>
                  <a:lnTo>
                    <a:pt x="19558" y="12687"/>
                  </a:lnTo>
                  <a:lnTo>
                    <a:pt x="19659" y="12560"/>
                  </a:lnTo>
                  <a:lnTo>
                    <a:pt x="19761" y="13068"/>
                  </a:lnTo>
                  <a:lnTo>
                    <a:pt x="19888" y="13322"/>
                  </a:lnTo>
                  <a:lnTo>
                    <a:pt x="19926" y="12560"/>
                  </a:lnTo>
                  <a:close/>
                </a:path>
                <a:path w="38735" h="29844">
                  <a:moveTo>
                    <a:pt x="19977" y="13576"/>
                  </a:moveTo>
                  <a:lnTo>
                    <a:pt x="19926" y="13449"/>
                  </a:lnTo>
                  <a:lnTo>
                    <a:pt x="18796" y="13449"/>
                  </a:lnTo>
                  <a:lnTo>
                    <a:pt x="18770" y="13576"/>
                  </a:lnTo>
                  <a:lnTo>
                    <a:pt x="19977" y="13576"/>
                  </a:lnTo>
                  <a:close/>
                </a:path>
                <a:path w="38735" h="29844">
                  <a:moveTo>
                    <a:pt x="20015" y="4559"/>
                  </a:moveTo>
                  <a:lnTo>
                    <a:pt x="20002" y="4305"/>
                  </a:lnTo>
                  <a:lnTo>
                    <a:pt x="19951" y="3543"/>
                  </a:lnTo>
                  <a:lnTo>
                    <a:pt x="18402" y="3543"/>
                  </a:lnTo>
                  <a:lnTo>
                    <a:pt x="18453" y="2654"/>
                  </a:lnTo>
                  <a:lnTo>
                    <a:pt x="18630" y="2273"/>
                  </a:lnTo>
                  <a:lnTo>
                    <a:pt x="18427" y="2019"/>
                  </a:lnTo>
                  <a:lnTo>
                    <a:pt x="17995" y="2273"/>
                  </a:lnTo>
                  <a:lnTo>
                    <a:pt x="18059" y="2019"/>
                  </a:lnTo>
                  <a:lnTo>
                    <a:pt x="18148" y="1638"/>
                  </a:lnTo>
                  <a:lnTo>
                    <a:pt x="18046" y="1511"/>
                  </a:lnTo>
                  <a:lnTo>
                    <a:pt x="17399" y="1638"/>
                  </a:lnTo>
                  <a:lnTo>
                    <a:pt x="17475" y="1130"/>
                  </a:lnTo>
                  <a:lnTo>
                    <a:pt x="17043" y="749"/>
                  </a:lnTo>
                  <a:lnTo>
                    <a:pt x="17043" y="0"/>
                  </a:lnTo>
                  <a:lnTo>
                    <a:pt x="13893" y="2273"/>
                  </a:lnTo>
                  <a:lnTo>
                    <a:pt x="13550" y="2273"/>
                  </a:lnTo>
                  <a:lnTo>
                    <a:pt x="8305" y="3543"/>
                  </a:lnTo>
                  <a:lnTo>
                    <a:pt x="4318" y="3543"/>
                  </a:lnTo>
                  <a:lnTo>
                    <a:pt x="0" y="3797"/>
                  </a:lnTo>
                  <a:lnTo>
                    <a:pt x="2197" y="3797"/>
                  </a:lnTo>
                  <a:lnTo>
                    <a:pt x="2286" y="4051"/>
                  </a:lnTo>
                  <a:lnTo>
                    <a:pt x="2387" y="4559"/>
                  </a:lnTo>
                  <a:lnTo>
                    <a:pt x="2692" y="4559"/>
                  </a:lnTo>
                  <a:lnTo>
                    <a:pt x="2641" y="4051"/>
                  </a:lnTo>
                  <a:lnTo>
                    <a:pt x="2895" y="4051"/>
                  </a:lnTo>
                  <a:lnTo>
                    <a:pt x="3378" y="3797"/>
                  </a:lnTo>
                  <a:lnTo>
                    <a:pt x="3327" y="4051"/>
                  </a:lnTo>
                  <a:lnTo>
                    <a:pt x="3136" y="4051"/>
                  </a:lnTo>
                  <a:lnTo>
                    <a:pt x="3035" y="4241"/>
                  </a:lnTo>
                  <a:lnTo>
                    <a:pt x="2908" y="4178"/>
                  </a:lnTo>
                  <a:lnTo>
                    <a:pt x="2819" y="4330"/>
                  </a:lnTo>
                  <a:lnTo>
                    <a:pt x="3009" y="4305"/>
                  </a:lnTo>
                  <a:lnTo>
                    <a:pt x="3441" y="4533"/>
                  </a:lnTo>
                  <a:lnTo>
                    <a:pt x="3670" y="4559"/>
                  </a:lnTo>
                  <a:lnTo>
                    <a:pt x="3619" y="4686"/>
                  </a:lnTo>
                  <a:lnTo>
                    <a:pt x="3403" y="4813"/>
                  </a:lnTo>
                  <a:lnTo>
                    <a:pt x="3263" y="4940"/>
                  </a:lnTo>
                  <a:lnTo>
                    <a:pt x="3060" y="5067"/>
                  </a:lnTo>
                  <a:lnTo>
                    <a:pt x="3200" y="5067"/>
                  </a:lnTo>
                  <a:lnTo>
                    <a:pt x="3238" y="5194"/>
                  </a:lnTo>
                  <a:lnTo>
                    <a:pt x="3340" y="5448"/>
                  </a:lnTo>
                  <a:lnTo>
                    <a:pt x="3492" y="5575"/>
                  </a:lnTo>
                  <a:lnTo>
                    <a:pt x="3492" y="5702"/>
                  </a:lnTo>
                  <a:lnTo>
                    <a:pt x="11963" y="5702"/>
                  </a:lnTo>
                  <a:lnTo>
                    <a:pt x="12268" y="5448"/>
                  </a:lnTo>
                  <a:lnTo>
                    <a:pt x="12636" y="5321"/>
                  </a:lnTo>
                  <a:lnTo>
                    <a:pt x="12738" y="5194"/>
                  </a:lnTo>
                  <a:lnTo>
                    <a:pt x="12852" y="5067"/>
                  </a:lnTo>
                  <a:lnTo>
                    <a:pt x="18059" y="5067"/>
                  </a:lnTo>
                  <a:lnTo>
                    <a:pt x="18097" y="4813"/>
                  </a:lnTo>
                  <a:lnTo>
                    <a:pt x="3835" y="4813"/>
                  </a:lnTo>
                  <a:lnTo>
                    <a:pt x="3835" y="4559"/>
                  </a:lnTo>
                  <a:lnTo>
                    <a:pt x="20015" y="4559"/>
                  </a:lnTo>
                  <a:close/>
                </a:path>
                <a:path w="38735" h="29844">
                  <a:moveTo>
                    <a:pt x="20027" y="4813"/>
                  </a:moveTo>
                  <a:lnTo>
                    <a:pt x="18313" y="4813"/>
                  </a:lnTo>
                  <a:lnTo>
                    <a:pt x="18465" y="4940"/>
                  </a:lnTo>
                  <a:lnTo>
                    <a:pt x="18465" y="5067"/>
                  </a:lnTo>
                  <a:lnTo>
                    <a:pt x="19951" y="5067"/>
                  </a:lnTo>
                  <a:lnTo>
                    <a:pt x="20027" y="4813"/>
                  </a:lnTo>
                  <a:close/>
                </a:path>
                <a:path w="38735" h="29844">
                  <a:moveTo>
                    <a:pt x="20078" y="14846"/>
                  </a:moveTo>
                  <a:lnTo>
                    <a:pt x="19367" y="14846"/>
                  </a:lnTo>
                  <a:lnTo>
                    <a:pt x="19354" y="14973"/>
                  </a:lnTo>
                  <a:lnTo>
                    <a:pt x="20078" y="14973"/>
                  </a:lnTo>
                  <a:lnTo>
                    <a:pt x="20078" y="14846"/>
                  </a:lnTo>
                  <a:close/>
                </a:path>
                <a:path w="38735" h="29844">
                  <a:moveTo>
                    <a:pt x="20091" y="15735"/>
                  </a:moveTo>
                  <a:lnTo>
                    <a:pt x="19329" y="15735"/>
                  </a:lnTo>
                  <a:lnTo>
                    <a:pt x="19329" y="15862"/>
                  </a:lnTo>
                  <a:lnTo>
                    <a:pt x="20091" y="15862"/>
                  </a:lnTo>
                  <a:lnTo>
                    <a:pt x="20091" y="15735"/>
                  </a:lnTo>
                  <a:close/>
                </a:path>
                <a:path w="38735" h="29844">
                  <a:moveTo>
                    <a:pt x="20142" y="16497"/>
                  </a:moveTo>
                  <a:lnTo>
                    <a:pt x="20129" y="16370"/>
                  </a:lnTo>
                  <a:lnTo>
                    <a:pt x="19316" y="16370"/>
                  </a:lnTo>
                  <a:lnTo>
                    <a:pt x="19304" y="16497"/>
                  </a:lnTo>
                  <a:lnTo>
                    <a:pt x="20142" y="16497"/>
                  </a:lnTo>
                  <a:close/>
                </a:path>
                <a:path w="38735" h="29844">
                  <a:moveTo>
                    <a:pt x="20180" y="16751"/>
                  </a:moveTo>
                  <a:lnTo>
                    <a:pt x="20154" y="16624"/>
                  </a:lnTo>
                  <a:lnTo>
                    <a:pt x="19304" y="16624"/>
                  </a:lnTo>
                  <a:lnTo>
                    <a:pt x="19304" y="16751"/>
                  </a:lnTo>
                  <a:lnTo>
                    <a:pt x="20180" y="16751"/>
                  </a:lnTo>
                  <a:close/>
                </a:path>
                <a:path w="38735" h="29844">
                  <a:moveTo>
                    <a:pt x="20180" y="12306"/>
                  </a:moveTo>
                  <a:lnTo>
                    <a:pt x="19913" y="12306"/>
                  </a:lnTo>
                  <a:lnTo>
                    <a:pt x="19951" y="12560"/>
                  </a:lnTo>
                  <a:lnTo>
                    <a:pt x="20180" y="12306"/>
                  </a:lnTo>
                  <a:close/>
                </a:path>
                <a:path w="38735" h="29844">
                  <a:moveTo>
                    <a:pt x="20218" y="17132"/>
                  </a:moveTo>
                  <a:lnTo>
                    <a:pt x="20205" y="17005"/>
                  </a:lnTo>
                  <a:lnTo>
                    <a:pt x="19291" y="17005"/>
                  </a:lnTo>
                  <a:lnTo>
                    <a:pt x="19278" y="17132"/>
                  </a:lnTo>
                  <a:lnTo>
                    <a:pt x="20218" y="17132"/>
                  </a:lnTo>
                  <a:close/>
                </a:path>
                <a:path w="38735" h="29844">
                  <a:moveTo>
                    <a:pt x="20218" y="14592"/>
                  </a:moveTo>
                  <a:lnTo>
                    <a:pt x="20078" y="14719"/>
                  </a:lnTo>
                  <a:lnTo>
                    <a:pt x="20078" y="14846"/>
                  </a:lnTo>
                  <a:lnTo>
                    <a:pt x="20218" y="14846"/>
                  </a:lnTo>
                  <a:lnTo>
                    <a:pt x="20218" y="14592"/>
                  </a:lnTo>
                  <a:close/>
                </a:path>
                <a:path w="38735" h="29844">
                  <a:moveTo>
                    <a:pt x="20256" y="15735"/>
                  </a:moveTo>
                  <a:lnTo>
                    <a:pt x="20231" y="14973"/>
                  </a:lnTo>
                  <a:lnTo>
                    <a:pt x="20078" y="14973"/>
                  </a:lnTo>
                  <a:lnTo>
                    <a:pt x="20091" y="15735"/>
                  </a:lnTo>
                  <a:lnTo>
                    <a:pt x="20256" y="15735"/>
                  </a:lnTo>
                  <a:close/>
                </a:path>
                <a:path w="38735" h="29844">
                  <a:moveTo>
                    <a:pt x="20294" y="19926"/>
                  </a:moveTo>
                  <a:lnTo>
                    <a:pt x="19227" y="19926"/>
                  </a:lnTo>
                  <a:lnTo>
                    <a:pt x="19240" y="20307"/>
                  </a:lnTo>
                  <a:lnTo>
                    <a:pt x="20294" y="20307"/>
                  </a:lnTo>
                  <a:lnTo>
                    <a:pt x="20294" y="19926"/>
                  </a:lnTo>
                  <a:close/>
                </a:path>
                <a:path w="38735" h="29844">
                  <a:moveTo>
                    <a:pt x="20294" y="19672"/>
                  </a:moveTo>
                  <a:lnTo>
                    <a:pt x="19215" y="19672"/>
                  </a:lnTo>
                  <a:lnTo>
                    <a:pt x="19215" y="19799"/>
                  </a:lnTo>
                  <a:lnTo>
                    <a:pt x="20294" y="19799"/>
                  </a:lnTo>
                  <a:lnTo>
                    <a:pt x="20294" y="19672"/>
                  </a:lnTo>
                  <a:close/>
                </a:path>
                <a:path w="38735" h="29844">
                  <a:moveTo>
                    <a:pt x="20294" y="18910"/>
                  </a:moveTo>
                  <a:lnTo>
                    <a:pt x="20142" y="18910"/>
                  </a:lnTo>
                  <a:lnTo>
                    <a:pt x="20129" y="19037"/>
                  </a:lnTo>
                  <a:lnTo>
                    <a:pt x="20129" y="18910"/>
                  </a:lnTo>
                  <a:lnTo>
                    <a:pt x="19304" y="18910"/>
                  </a:lnTo>
                  <a:lnTo>
                    <a:pt x="19291" y="18783"/>
                  </a:lnTo>
                  <a:lnTo>
                    <a:pt x="19265" y="18910"/>
                  </a:lnTo>
                  <a:lnTo>
                    <a:pt x="19189" y="19291"/>
                  </a:lnTo>
                  <a:lnTo>
                    <a:pt x="20294" y="19291"/>
                  </a:lnTo>
                  <a:lnTo>
                    <a:pt x="20294" y="19164"/>
                  </a:lnTo>
                  <a:lnTo>
                    <a:pt x="20294" y="18910"/>
                  </a:lnTo>
                  <a:close/>
                </a:path>
                <a:path w="38735" h="29844">
                  <a:moveTo>
                    <a:pt x="20294" y="17894"/>
                  </a:moveTo>
                  <a:lnTo>
                    <a:pt x="20053" y="17894"/>
                  </a:lnTo>
                  <a:lnTo>
                    <a:pt x="20053" y="18148"/>
                  </a:lnTo>
                  <a:lnTo>
                    <a:pt x="20294" y="18148"/>
                  </a:lnTo>
                  <a:lnTo>
                    <a:pt x="20294" y="17894"/>
                  </a:lnTo>
                  <a:close/>
                </a:path>
                <a:path w="38735" h="29844">
                  <a:moveTo>
                    <a:pt x="20383" y="18529"/>
                  </a:moveTo>
                  <a:lnTo>
                    <a:pt x="20358" y="18275"/>
                  </a:lnTo>
                  <a:lnTo>
                    <a:pt x="20053" y="18275"/>
                  </a:lnTo>
                  <a:lnTo>
                    <a:pt x="20053" y="18148"/>
                  </a:lnTo>
                  <a:lnTo>
                    <a:pt x="19342" y="18148"/>
                  </a:lnTo>
                  <a:lnTo>
                    <a:pt x="19291" y="18783"/>
                  </a:lnTo>
                  <a:lnTo>
                    <a:pt x="20129" y="18783"/>
                  </a:lnTo>
                  <a:lnTo>
                    <a:pt x="20154" y="18529"/>
                  </a:lnTo>
                  <a:lnTo>
                    <a:pt x="20142" y="18783"/>
                  </a:lnTo>
                  <a:lnTo>
                    <a:pt x="20294" y="18783"/>
                  </a:lnTo>
                  <a:lnTo>
                    <a:pt x="20383" y="18529"/>
                  </a:lnTo>
                  <a:close/>
                </a:path>
                <a:path w="38735" h="29844">
                  <a:moveTo>
                    <a:pt x="20408" y="20688"/>
                  </a:moveTo>
                  <a:lnTo>
                    <a:pt x="20294" y="20434"/>
                  </a:lnTo>
                  <a:lnTo>
                    <a:pt x="19253" y="20434"/>
                  </a:lnTo>
                  <a:lnTo>
                    <a:pt x="19265" y="20688"/>
                  </a:lnTo>
                  <a:lnTo>
                    <a:pt x="20408" y="20688"/>
                  </a:lnTo>
                  <a:close/>
                </a:path>
                <a:path w="38735" h="29844">
                  <a:moveTo>
                    <a:pt x="20434" y="21577"/>
                  </a:moveTo>
                  <a:lnTo>
                    <a:pt x="19469" y="21577"/>
                  </a:lnTo>
                  <a:lnTo>
                    <a:pt x="19380" y="21450"/>
                  </a:lnTo>
                  <a:lnTo>
                    <a:pt x="18884" y="21450"/>
                  </a:lnTo>
                  <a:lnTo>
                    <a:pt x="19202" y="21704"/>
                  </a:lnTo>
                  <a:lnTo>
                    <a:pt x="20332" y="21704"/>
                  </a:lnTo>
                  <a:lnTo>
                    <a:pt x="20434" y="21577"/>
                  </a:lnTo>
                  <a:close/>
                </a:path>
                <a:path w="38735" h="29844">
                  <a:moveTo>
                    <a:pt x="20459" y="21323"/>
                  </a:moveTo>
                  <a:lnTo>
                    <a:pt x="19304" y="21323"/>
                  </a:lnTo>
                  <a:lnTo>
                    <a:pt x="19380" y="21450"/>
                  </a:lnTo>
                  <a:lnTo>
                    <a:pt x="20421" y="21450"/>
                  </a:lnTo>
                  <a:lnTo>
                    <a:pt x="20459" y="21323"/>
                  </a:lnTo>
                  <a:close/>
                </a:path>
                <a:path w="38735" h="29844">
                  <a:moveTo>
                    <a:pt x="20497" y="10020"/>
                  </a:moveTo>
                  <a:lnTo>
                    <a:pt x="20383" y="9893"/>
                  </a:lnTo>
                  <a:lnTo>
                    <a:pt x="19392" y="9893"/>
                  </a:lnTo>
                  <a:lnTo>
                    <a:pt x="19494" y="9512"/>
                  </a:lnTo>
                  <a:lnTo>
                    <a:pt x="19532" y="9385"/>
                  </a:lnTo>
                  <a:lnTo>
                    <a:pt x="19735" y="9131"/>
                  </a:lnTo>
                  <a:lnTo>
                    <a:pt x="19837" y="9004"/>
                  </a:lnTo>
                  <a:lnTo>
                    <a:pt x="19939" y="8877"/>
                  </a:lnTo>
                  <a:lnTo>
                    <a:pt x="20066" y="8877"/>
                  </a:lnTo>
                  <a:lnTo>
                    <a:pt x="19900" y="8750"/>
                  </a:lnTo>
                  <a:lnTo>
                    <a:pt x="19723" y="8877"/>
                  </a:lnTo>
                  <a:lnTo>
                    <a:pt x="19392" y="8750"/>
                  </a:lnTo>
                  <a:lnTo>
                    <a:pt x="19329" y="8991"/>
                  </a:lnTo>
                  <a:lnTo>
                    <a:pt x="19278" y="9512"/>
                  </a:lnTo>
                  <a:lnTo>
                    <a:pt x="19075" y="9639"/>
                  </a:lnTo>
                  <a:lnTo>
                    <a:pt x="19050" y="10020"/>
                  </a:lnTo>
                  <a:lnTo>
                    <a:pt x="18846" y="10020"/>
                  </a:lnTo>
                  <a:lnTo>
                    <a:pt x="18821" y="9766"/>
                  </a:lnTo>
                  <a:lnTo>
                    <a:pt x="18630" y="9893"/>
                  </a:lnTo>
                  <a:lnTo>
                    <a:pt x="18542" y="10020"/>
                  </a:lnTo>
                  <a:lnTo>
                    <a:pt x="18453" y="9893"/>
                  </a:lnTo>
                  <a:lnTo>
                    <a:pt x="18288" y="10020"/>
                  </a:lnTo>
                  <a:lnTo>
                    <a:pt x="18262" y="10147"/>
                  </a:lnTo>
                  <a:lnTo>
                    <a:pt x="18008" y="10020"/>
                  </a:lnTo>
                  <a:lnTo>
                    <a:pt x="17767" y="9893"/>
                  </a:lnTo>
                  <a:lnTo>
                    <a:pt x="17348" y="9766"/>
                  </a:lnTo>
                  <a:lnTo>
                    <a:pt x="17424" y="9639"/>
                  </a:lnTo>
                  <a:lnTo>
                    <a:pt x="17170" y="9766"/>
                  </a:lnTo>
                  <a:lnTo>
                    <a:pt x="17195" y="9131"/>
                  </a:lnTo>
                  <a:lnTo>
                    <a:pt x="17208" y="9004"/>
                  </a:lnTo>
                  <a:lnTo>
                    <a:pt x="17348" y="9004"/>
                  </a:lnTo>
                  <a:lnTo>
                    <a:pt x="17297" y="9131"/>
                  </a:lnTo>
                  <a:lnTo>
                    <a:pt x="17475" y="9004"/>
                  </a:lnTo>
                  <a:lnTo>
                    <a:pt x="17589" y="8877"/>
                  </a:lnTo>
                  <a:lnTo>
                    <a:pt x="17564" y="9004"/>
                  </a:lnTo>
                  <a:lnTo>
                    <a:pt x="17729" y="8877"/>
                  </a:lnTo>
                  <a:lnTo>
                    <a:pt x="17741" y="8750"/>
                  </a:lnTo>
                  <a:lnTo>
                    <a:pt x="17754" y="8496"/>
                  </a:lnTo>
                  <a:lnTo>
                    <a:pt x="17767" y="8369"/>
                  </a:lnTo>
                  <a:lnTo>
                    <a:pt x="13487" y="8369"/>
                  </a:lnTo>
                  <a:lnTo>
                    <a:pt x="13474" y="8496"/>
                  </a:lnTo>
                  <a:lnTo>
                    <a:pt x="13487" y="8369"/>
                  </a:lnTo>
                  <a:lnTo>
                    <a:pt x="13258" y="8369"/>
                  </a:lnTo>
                  <a:lnTo>
                    <a:pt x="13246" y="8496"/>
                  </a:lnTo>
                  <a:lnTo>
                    <a:pt x="13169" y="8369"/>
                  </a:lnTo>
                  <a:lnTo>
                    <a:pt x="12636" y="8369"/>
                  </a:lnTo>
                  <a:lnTo>
                    <a:pt x="12649" y="8242"/>
                  </a:lnTo>
                  <a:lnTo>
                    <a:pt x="12369" y="8242"/>
                  </a:lnTo>
                  <a:lnTo>
                    <a:pt x="12357" y="8623"/>
                  </a:lnTo>
                  <a:lnTo>
                    <a:pt x="12039" y="8623"/>
                  </a:lnTo>
                  <a:lnTo>
                    <a:pt x="11950" y="8369"/>
                  </a:lnTo>
                  <a:lnTo>
                    <a:pt x="11633" y="8369"/>
                  </a:lnTo>
                  <a:lnTo>
                    <a:pt x="4432" y="8369"/>
                  </a:lnTo>
                  <a:lnTo>
                    <a:pt x="4279" y="8369"/>
                  </a:lnTo>
                  <a:lnTo>
                    <a:pt x="4279" y="8623"/>
                  </a:lnTo>
                  <a:lnTo>
                    <a:pt x="4102" y="8750"/>
                  </a:lnTo>
                  <a:lnTo>
                    <a:pt x="4038" y="8623"/>
                  </a:lnTo>
                  <a:lnTo>
                    <a:pt x="4279" y="8623"/>
                  </a:lnTo>
                  <a:lnTo>
                    <a:pt x="4279" y="8369"/>
                  </a:lnTo>
                  <a:lnTo>
                    <a:pt x="4279" y="8242"/>
                  </a:lnTo>
                  <a:lnTo>
                    <a:pt x="12026" y="8242"/>
                  </a:lnTo>
                  <a:lnTo>
                    <a:pt x="11899" y="8115"/>
                  </a:lnTo>
                  <a:lnTo>
                    <a:pt x="12128" y="8115"/>
                  </a:lnTo>
                  <a:lnTo>
                    <a:pt x="12217" y="8242"/>
                  </a:lnTo>
                  <a:lnTo>
                    <a:pt x="12319" y="8115"/>
                  </a:lnTo>
                  <a:lnTo>
                    <a:pt x="12687" y="7988"/>
                  </a:lnTo>
                  <a:lnTo>
                    <a:pt x="12661" y="8115"/>
                  </a:lnTo>
                  <a:lnTo>
                    <a:pt x="12827" y="7988"/>
                  </a:lnTo>
                  <a:lnTo>
                    <a:pt x="12941" y="7734"/>
                  </a:lnTo>
                  <a:lnTo>
                    <a:pt x="13131" y="7734"/>
                  </a:lnTo>
                  <a:lnTo>
                    <a:pt x="13119" y="7861"/>
                  </a:lnTo>
                  <a:lnTo>
                    <a:pt x="13385" y="7861"/>
                  </a:lnTo>
                  <a:lnTo>
                    <a:pt x="13449" y="7480"/>
                  </a:lnTo>
                  <a:lnTo>
                    <a:pt x="13716" y="7480"/>
                  </a:lnTo>
                  <a:lnTo>
                    <a:pt x="13716" y="7861"/>
                  </a:lnTo>
                  <a:lnTo>
                    <a:pt x="17805" y="7861"/>
                  </a:lnTo>
                  <a:lnTo>
                    <a:pt x="17830" y="7607"/>
                  </a:lnTo>
                  <a:lnTo>
                    <a:pt x="17856" y="7353"/>
                  </a:lnTo>
                  <a:lnTo>
                    <a:pt x="14211" y="7353"/>
                  </a:lnTo>
                  <a:lnTo>
                    <a:pt x="14160" y="7607"/>
                  </a:lnTo>
                  <a:lnTo>
                    <a:pt x="14122" y="7480"/>
                  </a:lnTo>
                  <a:lnTo>
                    <a:pt x="14097" y="7353"/>
                  </a:lnTo>
                  <a:lnTo>
                    <a:pt x="4432" y="7353"/>
                  </a:lnTo>
                  <a:lnTo>
                    <a:pt x="4432" y="7988"/>
                  </a:lnTo>
                  <a:lnTo>
                    <a:pt x="4152" y="8115"/>
                  </a:lnTo>
                  <a:lnTo>
                    <a:pt x="4330" y="7988"/>
                  </a:lnTo>
                  <a:lnTo>
                    <a:pt x="4432" y="7353"/>
                  </a:lnTo>
                  <a:lnTo>
                    <a:pt x="3721" y="7353"/>
                  </a:lnTo>
                  <a:lnTo>
                    <a:pt x="3683" y="7607"/>
                  </a:lnTo>
                  <a:lnTo>
                    <a:pt x="3302" y="7607"/>
                  </a:lnTo>
                  <a:lnTo>
                    <a:pt x="3340" y="7480"/>
                  </a:lnTo>
                  <a:lnTo>
                    <a:pt x="3403" y="7353"/>
                  </a:lnTo>
                  <a:lnTo>
                    <a:pt x="3568" y="7226"/>
                  </a:lnTo>
                  <a:lnTo>
                    <a:pt x="3873" y="7226"/>
                  </a:lnTo>
                  <a:lnTo>
                    <a:pt x="3911" y="7099"/>
                  </a:lnTo>
                  <a:lnTo>
                    <a:pt x="17868" y="7099"/>
                  </a:lnTo>
                  <a:lnTo>
                    <a:pt x="17881" y="6972"/>
                  </a:lnTo>
                  <a:lnTo>
                    <a:pt x="17983" y="5829"/>
                  </a:lnTo>
                  <a:lnTo>
                    <a:pt x="13093" y="5829"/>
                  </a:lnTo>
                  <a:lnTo>
                    <a:pt x="13512" y="5702"/>
                  </a:lnTo>
                  <a:lnTo>
                    <a:pt x="13017" y="5702"/>
                  </a:lnTo>
                  <a:lnTo>
                    <a:pt x="13017" y="6845"/>
                  </a:lnTo>
                  <a:lnTo>
                    <a:pt x="12827" y="6972"/>
                  </a:lnTo>
                  <a:lnTo>
                    <a:pt x="12890" y="6718"/>
                  </a:lnTo>
                  <a:lnTo>
                    <a:pt x="13017" y="6845"/>
                  </a:lnTo>
                  <a:lnTo>
                    <a:pt x="13017" y="5702"/>
                  </a:lnTo>
                  <a:lnTo>
                    <a:pt x="11963" y="5702"/>
                  </a:lnTo>
                  <a:lnTo>
                    <a:pt x="11823" y="5829"/>
                  </a:lnTo>
                  <a:lnTo>
                    <a:pt x="12865" y="5829"/>
                  </a:lnTo>
                  <a:lnTo>
                    <a:pt x="12268" y="6337"/>
                  </a:lnTo>
                  <a:lnTo>
                    <a:pt x="12255" y="6718"/>
                  </a:lnTo>
                  <a:lnTo>
                    <a:pt x="12179" y="6591"/>
                  </a:lnTo>
                  <a:lnTo>
                    <a:pt x="12065" y="6845"/>
                  </a:lnTo>
                  <a:lnTo>
                    <a:pt x="11899" y="6845"/>
                  </a:lnTo>
                  <a:lnTo>
                    <a:pt x="11899" y="6972"/>
                  </a:lnTo>
                  <a:lnTo>
                    <a:pt x="11823" y="5829"/>
                  </a:lnTo>
                  <a:lnTo>
                    <a:pt x="3810" y="5829"/>
                  </a:lnTo>
                  <a:lnTo>
                    <a:pt x="3898" y="6591"/>
                  </a:lnTo>
                  <a:lnTo>
                    <a:pt x="3225" y="7099"/>
                  </a:lnTo>
                  <a:lnTo>
                    <a:pt x="3124" y="7226"/>
                  </a:lnTo>
                  <a:lnTo>
                    <a:pt x="3009" y="7353"/>
                  </a:lnTo>
                  <a:lnTo>
                    <a:pt x="2908" y="7480"/>
                  </a:lnTo>
                  <a:lnTo>
                    <a:pt x="2806" y="7607"/>
                  </a:lnTo>
                  <a:lnTo>
                    <a:pt x="2705" y="7734"/>
                  </a:lnTo>
                  <a:lnTo>
                    <a:pt x="2628" y="9131"/>
                  </a:lnTo>
                  <a:lnTo>
                    <a:pt x="2730" y="8877"/>
                  </a:lnTo>
                  <a:lnTo>
                    <a:pt x="2806" y="8750"/>
                  </a:lnTo>
                  <a:lnTo>
                    <a:pt x="2908" y="8496"/>
                  </a:lnTo>
                  <a:lnTo>
                    <a:pt x="2959" y="8623"/>
                  </a:lnTo>
                  <a:lnTo>
                    <a:pt x="2933" y="9131"/>
                  </a:lnTo>
                  <a:lnTo>
                    <a:pt x="3048" y="9004"/>
                  </a:lnTo>
                  <a:lnTo>
                    <a:pt x="2984" y="9385"/>
                  </a:lnTo>
                  <a:lnTo>
                    <a:pt x="2717" y="9512"/>
                  </a:lnTo>
                  <a:lnTo>
                    <a:pt x="2832" y="9893"/>
                  </a:lnTo>
                  <a:lnTo>
                    <a:pt x="2933" y="9766"/>
                  </a:lnTo>
                  <a:lnTo>
                    <a:pt x="2971" y="9639"/>
                  </a:lnTo>
                  <a:lnTo>
                    <a:pt x="3086" y="9512"/>
                  </a:lnTo>
                  <a:lnTo>
                    <a:pt x="4419" y="9512"/>
                  </a:lnTo>
                  <a:lnTo>
                    <a:pt x="4406" y="9385"/>
                  </a:lnTo>
                  <a:lnTo>
                    <a:pt x="4686" y="9512"/>
                  </a:lnTo>
                  <a:lnTo>
                    <a:pt x="4686" y="9766"/>
                  </a:lnTo>
                  <a:lnTo>
                    <a:pt x="4635" y="9512"/>
                  </a:lnTo>
                  <a:lnTo>
                    <a:pt x="4457" y="9639"/>
                  </a:lnTo>
                  <a:lnTo>
                    <a:pt x="3086" y="9639"/>
                  </a:lnTo>
                  <a:lnTo>
                    <a:pt x="3086" y="9893"/>
                  </a:lnTo>
                  <a:lnTo>
                    <a:pt x="2882" y="10020"/>
                  </a:lnTo>
                  <a:lnTo>
                    <a:pt x="2946" y="10147"/>
                  </a:lnTo>
                  <a:lnTo>
                    <a:pt x="3175" y="10020"/>
                  </a:lnTo>
                  <a:lnTo>
                    <a:pt x="3276" y="10528"/>
                  </a:lnTo>
                  <a:lnTo>
                    <a:pt x="3390" y="10655"/>
                  </a:lnTo>
                  <a:lnTo>
                    <a:pt x="3505" y="10782"/>
                  </a:lnTo>
                  <a:lnTo>
                    <a:pt x="3619" y="10909"/>
                  </a:lnTo>
                  <a:lnTo>
                    <a:pt x="3733" y="11036"/>
                  </a:lnTo>
                  <a:lnTo>
                    <a:pt x="3975" y="11036"/>
                  </a:lnTo>
                  <a:lnTo>
                    <a:pt x="4127" y="11163"/>
                  </a:lnTo>
                  <a:lnTo>
                    <a:pt x="4902" y="11163"/>
                  </a:lnTo>
                  <a:lnTo>
                    <a:pt x="4279" y="11290"/>
                  </a:lnTo>
                  <a:lnTo>
                    <a:pt x="5029" y="11290"/>
                  </a:lnTo>
                  <a:lnTo>
                    <a:pt x="4914" y="11671"/>
                  </a:lnTo>
                  <a:lnTo>
                    <a:pt x="5448" y="11925"/>
                  </a:lnTo>
                  <a:lnTo>
                    <a:pt x="5410" y="12077"/>
                  </a:lnTo>
                  <a:lnTo>
                    <a:pt x="5245" y="12052"/>
                  </a:lnTo>
                  <a:lnTo>
                    <a:pt x="5397" y="12179"/>
                  </a:lnTo>
                  <a:lnTo>
                    <a:pt x="6197" y="12179"/>
                  </a:lnTo>
                  <a:lnTo>
                    <a:pt x="6096" y="12306"/>
                  </a:lnTo>
                  <a:lnTo>
                    <a:pt x="5918" y="12306"/>
                  </a:lnTo>
                  <a:lnTo>
                    <a:pt x="6311" y="12433"/>
                  </a:lnTo>
                  <a:lnTo>
                    <a:pt x="6261" y="11925"/>
                  </a:lnTo>
                  <a:lnTo>
                    <a:pt x="6223" y="11798"/>
                  </a:lnTo>
                  <a:lnTo>
                    <a:pt x="6083" y="11925"/>
                  </a:lnTo>
                  <a:lnTo>
                    <a:pt x="6134" y="11798"/>
                  </a:lnTo>
                  <a:lnTo>
                    <a:pt x="6184" y="11671"/>
                  </a:lnTo>
                  <a:lnTo>
                    <a:pt x="6515" y="11417"/>
                  </a:lnTo>
                  <a:lnTo>
                    <a:pt x="6146" y="11417"/>
                  </a:lnTo>
                  <a:lnTo>
                    <a:pt x="6248" y="11290"/>
                  </a:lnTo>
                  <a:lnTo>
                    <a:pt x="5778" y="11417"/>
                  </a:lnTo>
                  <a:lnTo>
                    <a:pt x="5727" y="11798"/>
                  </a:lnTo>
                  <a:lnTo>
                    <a:pt x="5791" y="10909"/>
                  </a:lnTo>
                  <a:lnTo>
                    <a:pt x="5956" y="10782"/>
                  </a:lnTo>
                  <a:lnTo>
                    <a:pt x="6134" y="10655"/>
                  </a:lnTo>
                  <a:lnTo>
                    <a:pt x="5740" y="10655"/>
                  </a:lnTo>
                  <a:lnTo>
                    <a:pt x="5943" y="10782"/>
                  </a:lnTo>
                  <a:lnTo>
                    <a:pt x="5765" y="10782"/>
                  </a:lnTo>
                  <a:lnTo>
                    <a:pt x="5740" y="10655"/>
                  </a:lnTo>
                  <a:lnTo>
                    <a:pt x="3594" y="10655"/>
                  </a:lnTo>
                  <a:lnTo>
                    <a:pt x="3441" y="10528"/>
                  </a:lnTo>
                  <a:lnTo>
                    <a:pt x="3733" y="10528"/>
                  </a:lnTo>
                  <a:lnTo>
                    <a:pt x="3606" y="10401"/>
                  </a:lnTo>
                  <a:lnTo>
                    <a:pt x="6400" y="10401"/>
                  </a:lnTo>
                  <a:lnTo>
                    <a:pt x="6553" y="10528"/>
                  </a:lnTo>
                  <a:lnTo>
                    <a:pt x="6819" y="10401"/>
                  </a:lnTo>
                  <a:lnTo>
                    <a:pt x="6731" y="10528"/>
                  </a:lnTo>
                  <a:lnTo>
                    <a:pt x="20320" y="10528"/>
                  </a:lnTo>
                  <a:lnTo>
                    <a:pt x="19951" y="10401"/>
                  </a:lnTo>
                  <a:lnTo>
                    <a:pt x="19913" y="10147"/>
                  </a:lnTo>
                  <a:lnTo>
                    <a:pt x="19900" y="10020"/>
                  </a:lnTo>
                  <a:lnTo>
                    <a:pt x="20497" y="10020"/>
                  </a:lnTo>
                  <a:close/>
                </a:path>
                <a:path w="38735" h="29844">
                  <a:moveTo>
                    <a:pt x="20510" y="21069"/>
                  </a:moveTo>
                  <a:lnTo>
                    <a:pt x="20472" y="20815"/>
                  </a:lnTo>
                  <a:lnTo>
                    <a:pt x="19278" y="20815"/>
                  </a:lnTo>
                  <a:lnTo>
                    <a:pt x="19291" y="21069"/>
                  </a:lnTo>
                  <a:lnTo>
                    <a:pt x="20510" y="21069"/>
                  </a:lnTo>
                  <a:close/>
                </a:path>
                <a:path w="38735" h="29844">
                  <a:moveTo>
                    <a:pt x="20510" y="20307"/>
                  </a:moveTo>
                  <a:lnTo>
                    <a:pt x="20294" y="20307"/>
                  </a:lnTo>
                  <a:lnTo>
                    <a:pt x="20294" y="20434"/>
                  </a:lnTo>
                  <a:lnTo>
                    <a:pt x="20510" y="20434"/>
                  </a:lnTo>
                  <a:lnTo>
                    <a:pt x="20510" y="20307"/>
                  </a:lnTo>
                  <a:close/>
                </a:path>
                <a:path w="38735" h="29844">
                  <a:moveTo>
                    <a:pt x="20523" y="19672"/>
                  </a:moveTo>
                  <a:lnTo>
                    <a:pt x="20459" y="19291"/>
                  </a:lnTo>
                  <a:lnTo>
                    <a:pt x="20294" y="19291"/>
                  </a:lnTo>
                  <a:lnTo>
                    <a:pt x="20294" y="19672"/>
                  </a:lnTo>
                  <a:lnTo>
                    <a:pt x="20523" y="19672"/>
                  </a:lnTo>
                  <a:close/>
                </a:path>
                <a:path w="38735" h="29844">
                  <a:moveTo>
                    <a:pt x="20535" y="22085"/>
                  </a:moveTo>
                  <a:lnTo>
                    <a:pt x="18567" y="22085"/>
                  </a:lnTo>
                  <a:lnTo>
                    <a:pt x="19126" y="22212"/>
                  </a:lnTo>
                  <a:lnTo>
                    <a:pt x="20523" y="22212"/>
                  </a:lnTo>
                  <a:lnTo>
                    <a:pt x="20535" y="22085"/>
                  </a:lnTo>
                  <a:close/>
                </a:path>
                <a:path w="38735" h="29844">
                  <a:moveTo>
                    <a:pt x="20586" y="21831"/>
                  </a:moveTo>
                  <a:lnTo>
                    <a:pt x="20574" y="21704"/>
                  </a:lnTo>
                  <a:lnTo>
                    <a:pt x="20332" y="21704"/>
                  </a:lnTo>
                  <a:lnTo>
                    <a:pt x="20231" y="21831"/>
                  </a:lnTo>
                  <a:lnTo>
                    <a:pt x="20586" y="21831"/>
                  </a:lnTo>
                  <a:close/>
                </a:path>
                <a:path w="38735" h="29844">
                  <a:moveTo>
                    <a:pt x="20612" y="21704"/>
                  </a:moveTo>
                  <a:lnTo>
                    <a:pt x="20561" y="21450"/>
                  </a:lnTo>
                  <a:lnTo>
                    <a:pt x="20421" y="21450"/>
                  </a:lnTo>
                  <a:lnTo>
                    <a:pt x="20434" y="21577"/>
                  </a:lnTo>
                  <a:lnTo>
                    <a:pt x="20612" y="21704"/>
                  </a:lnTo>
                  <a:close/>
                </a:path>
                <a:path w="38735" h="29844">
                  <a:moveTo>
                    <a:pt x="20624" y="18910"/>
                  </a:moveTo>
                  <a:lnTo>
                    <a:pt x="20421" y="18910"/>
                  </a:lnTo>
                  <a:lnTo>
                    <a:pt x="20459" y="19291"/>
                  </a:lnTo>
                  <a:lnTo>
                    <a:pt x="20612" y="19291"/>
                  </a:lnTo>
                  <a:lnTo>
                    <a:pt x="20624" y="18910"/>
                  </a:lnTo>
                  <a:close/>
                </a:path>
                <a:path w="38735" h="29844">
                  <a:moveTo>
                    <a:pt x="20637" y="18656"/>
                  </a:moveTo>
                  <a:lnTo>
                    <a:pt x="20396" y="18656"/>
                  </a:lnTo>
                  <a:lnTo>
                    <a:pt x="20408" y="18783"/>
                  </a:lnTo>
                  <a:lnTo>
                    <a:pt x="20624" y="18783"/>
                  </a:lnTo>
                  <a:lnTo>
                    <a:pt x="20637" y="18656"/>
                  </a:lnTo>
                  <a:close/>
                </a:path>
                <a:path w="38735" h="29844">
                  <a:moveTo>
                    <a:pt x="20675" y="12306"/>
                  </a:moveTo>
                  <a:lnTo>
                    <a:pt x="20294" y="12306"/>
                  </a:lnTo>
                  <a:lnTo>
                    <a:pt x="20434" y="12560"/>
                  </a:lnTo>
                  <a:lnTo>
                    <a:pt x="20599" y="12395"/>
                  </a:lnTo>
                  <a:lnTo>
                    <a:pt x="20523" y="12941"/>
                  </a:lnTo>
                  <a:lnTo>
                    <a:pt x="20675" y="13068"/>
                  </a:lnTo>
                  <a:lnTo>
                    <a:pt x="20637" y="12674"/>
                  </a:lnTo>
                  <a:lnTo>
                    <a:pt x="20612" y="12369"/>
                  </a:lnTo>
                  <a:close/>
                </a:path>
                <a:path w="38735" h="29844">
                  <a:moveTo>
                    <a:pt x="20701" y="10655"/>
                  </a:moveTo>
                  <a:lnTo>
                    <a:pt x="20320" y="10528"/>
                  </a:lnTo>
                  <a:lnTo>
                    <a:pt x="20421" y="10655"/>
                  </a:lnTo>
                  <a:lnTo>
                    <a:pt x="20701" y="10655"/>
                  </a:lnTo>
                  <a:close/>
                </a:path>
                <a:path w="38735" h="29844">
                  <a:moveTo>
                    <a:pt x="20726" y="17132"/>
                  </a:moveTo>
                  <a:lnTo>
                    <a:pt x="20688" y="17005"/>
                  </a:lnTo>
                  <a:lnTo>
                    <a:pt x="20294" y="17005"/>
                  </a:lnTo>
                  <a:lnTo>
                    <a:pt x="20294" y="17132"/>
                  </a:lnTo>
                  <a:lnTo>
                    <a:pt x="20726" y="17132"/>
                  </a:lnTo>
                  <a:close/>
                </a:path>
                <a:path w="38735" h="29844">
                  <a:moveTo>
                    <a:pt x="20739" y="19799"/>
                  </a:moveTo>
                  <a:lnTo>
                    <a:pt x="20294" y="19799"/>
                  </a:lnTo>
                  <a:lnTo>
                    <a:pt x="20294" y="19926"/>
                  </a:lnTo>
                  <a:lnTo>
                    <a:pt x="20726" y="19926"/>
                  </a:lnTo>
                  <a:lnTo>
                    <a:pt x="20739" y="19799"/>
                  </a:lnTo>
                  <a:close/>
                </a:path>
                <a:path w="38735" h="29844">
                  <a:moveTo>
                    <a:pt x="20777" y="16624"/>
                  </a:moveTo>
                  <a:lnTo>
                    <a:pt x="20281" y="16624"/>
                  </a:lnTo>
                  <a:lnTo>
                    <a:pt x="20193" y="16878"/>
                  </a:lnTo>
                  <a:lnTo>
                    <a:pt x="20650" y="16878"/>
                  </a:lnTo>
                  <a:lnTo>
                    <a:pt x="20777" y="16624"/>
                  </a:lnTo>
                  <a:close/>
                </a:path>
                <a:path w="38735" h="29844">
                  <a:moveTo>
                    <a:pt x="20802" y="19291"/>
                  </a:moveTo>
                  <a:lnTo>
                    <a:pt x="20612" y="19291"/>
                  </a:lnTo>
                  <a:lnTo>
                    <a:pt x="20586" y="19672"/>
                  </a:lnTo>
                  <a:lnTo>
                    <a:pt x="20751" y="19672"/>
                  </a:lnTo>
                  <a:lnTo>
                    <a:pt x="20802" y="19291"/>
                  </a:lnTo>
                  <a:close/>
                </a:path>
                <a:path w="38735" h="29844">
                  <a:moveTo>
                    <a:pt x="20866" y="18402"/>
                  </a:moveTo>
                  <a:lnTo>
                    <a:pt x="20370" y="18402"/>
                  </a:lnTo>
                  <a:lnTo>
                    <a:pt x="20383" y="18529"/>
                  </a:lnTo>
                  <a:lnTo>
                    <a:pt x="20751" y="18529"/>
                  </a:lnTo>
                  <a:lnTo>
                    <a:pt x="20866" y="18402"/>
                  </a:lnTo>
                  <a:close/>
                </a:path>
                <a:path w="38735" h="29844">
                  <a:moveTo>
                    <a:pt x="20878" y="18148"/>
                  </a:moveTo>
                  <a:lnTo>
                    <a:pt x="20777" y="17259"/>
                  </a:lnTo>
                  <a:lnTo>
                    <a:pt x="20231" y="17259"/>
                  </a:lnTo>
                  <a:lnTo>
                    <a:pt x="20256" y="17513"/>
                  </a:lnTo>
                  <a:lnTo>
                    <a:pt x="19050" y="17640"/>
                  </a:lnTo>
                  <a:lnTo>
                    <a:pt x="19050" y="18148"/>
                  </a:lnTo>
                  <a:lnTo>
                    <a:pt x="19342" y="18148"/>
                  </a:lnTo>
                  <a:lnTo>
                    <a:pt x="19354" y="17894"/>
                  </a:lnTo>
                  <a:lnTo>
                    <a:pt x="19367" y="17767"/>
                  </a:lnTo>
                  <a:lnTo>
                    <a:pt x="19202" y="17894"/>
                  </a:lnTo>
                  <a:lnTo>
                    <a:pt x="19215" y="17767"/>
                  </a:lnTo>
                  <a:lnTo>
                    <a:pt x="19367" y="17767"/>
                  </a:lnTo>
                  <a:lnTo>
                    <a:pt x="20281" y="17767"/>
                  </a:lnTo>
                  <a:lnTo>
                    <a:pt x="20294" y="17894"/>
                  </a:lnTo>
                  <a:lnTo>
                    <a:pt x="20332" y="18148"/>
                  </a:lnTo>
                  <a:lnTo>
                    <a:pt x="20878" y="18148"/>
                  </a:lnTo>
                  <a:close/>
                </a:path>
                <a:path w="38735" h="29844">
                  <a:moveTo>
                    <a:pt x="20891" y="15989"/>
                  </a:moveTo>
                  <a:lnTo>
                    <a:pt x="20256" y="15989"/>
                  </a:lnTo>
                  <a:lnTo>
                    <a:pt x="20256" y="15862"/>
                  </a:lnTo>
                  <a:lnTo>
                    <a:pt x="20091" y="15862"/>
                  </a:lnTo>
                  <a:lnTo>
                    <a:pt x="20129" y="16370"/>
                  </a:lnTo>
                  <a:lnTo>
                    <a:pt x="20269" y="16370"/>
                  </a:lnTo>
                  <a:lnTo>
                    <a:pt x="20281" y="16497"/>
                  </a:lnTo>
                  <a:lnTo>
                    <a:pt x="20840" y="16497"/>
                  </a:lnTo>
                  <a:lnTo>
                    <a:pt x="20866" y="16243"/>
                  </a:lnTo>
                  <a:lnTo>
                    <a:pt x="20269" y="16243"/>
                  </a:lnTo>
                  <a:lnTo>
                    <a:pt x="20269" y="16116"/>
                  </a:lnTo>
                  <a:lnTo>
                    <a:pt x="20878" y="16116"/>
                  </a:lnTo>
                  <a:lnTo>
                    <a:pt x="20891" y="15989"/>
                  </a:lnTo>
                  <a:close/>
                </a:path>
                <a:path w="38735" h="29844">
                  <a:moveTo>
                    <a:pt x="20993" y="16878"/>
                  </a:moveTo>
                  <a:lnTo>
                    <a:pt x="20650" y="16878"/>
                  </a:lnTo>
                  <a:lnTo>
                    <a:pt x="20688" y="17005"/>
                  </a:lnTo>
                  <a:lnTo>
                    <a:pt x="20866" y="17005"/>
                  </a:lnTo>
                  <a:lnTo>
                    <a:pt x="20993" y="16878"/>
                  </a:lnTo>
                  <a:close/>
                </a:path>
                <a:path w="38735" h="29844">
                  <a:moveTo>
                    <a:pt x="21005" y="18783"/>
                  </a:moveTo>
                  <a:lnTo>
                    <a:pt x="20624" y="18783"/>
                  </a:lnTo>
                  <a:lnTo>
                    <a:pt x="20624" y="18910"/>
                  </a:lnTo>
                  <a:lnTo>
                    <a:pt x="20916" y="18910"/>
                  </a:lnTo>
                  <a:lnTo>
                    <a:pt x="21005" y="18783"/>
                  </a:lnTo>
                  <a:close/>
                </a:path>
                <a:path w="38735" h="29844">
                  <a:moveTo>
                    <a:pt x="21005" y="14846"/>
                  </a:moveTo>
                  <a:lnTo>
                    <a:pt x="20218" y="14846"/>
                  </a:lnTo>
                  <a:lnTo>
                    <a:pt x="20231" y="14973"/>
                  </a:lnTo>
                  <a:lnTo>
                    <a:pt x="20993" y="14973"/>
                  </a:lnTo>
                  <a:lnTo>
                    <a:pt x="21005" y="14846"/>
                  </a:lnTo>
                  <a:close/>
                </a:path>
                <a:path w="38735" h="29844">
                  <a:moveTo>
                    <a:pt x="21018" y="10655"/>
                  </a:moveTo>
                  <a:lnTo>
                    <a:pt x="20853" y="10528"/>
                  </a:lnTo>
                  <a:lnTo>
                    <a:pt x="20396" y="10528"/>
                  </a:lnTo>
                  <a:lnTo>
                    <a:pt x="20701" y="10655"/>
                  </a:lnTo>
                  <a:lnTo>
                    <a:pt x="21018" y="10655"/>
                  </a:lnTo>
                  <a:close/>
                </a:path>
                <a:path w="38735" h="29844">
                  <a:moveTo>
                    <a:pt x="21043" y="16116"/>
                  </a:moveTo>
                  <a:lnTo>
                    <a:pt x="20878" y="16116"/>
                  </a:lnTo>
                  <a:lnTo>
                    <a:pt x="20866" y="16243"/>
                  </a:lnTo>
                  <a:lnTo>
                    <a:pt x="21031" y="16243"/>
                  </a:lnTo>
                  <a:lnTo>
                    <a:pt x="21043" y="16116"/>
                  </a:lnTo>
                  <a:close/>
                </a:path>
                <a:path w="38735" h="29844">
                  <a:moveTo>
                    <a:pt x="21094" y="13957"/>
                  </a:moveTo>
                  <a:lnTo>
                    <a:pt x="16738" y="13957"/>
                  </a:lnTo>
                  <a:lnTo>
                    <a:pt x="17170" y="14211"/>
                  </a:lnTo>
                  <a:lnTo>
                    <a:pt x="18681" y="14211"/>
                  </a:lnTo>
                  <a:lnTo>
                    <a:pt x="21069" y="14211"/>
                  </a:lnTo>
                  <a:lnTo>
                    <a:pt x="21094" y="13957"/>
                  </a:lnTo>
                  <a:close/>
                </a:path>
                <a:path w="38735" h="29844">
                  <a:moveTo>
                    <a:pt x="21107" y="18275"/>
                  </a:moveTo>
                  <a:lnTo>
                    <a:pt x="20866" y="18402"/>
                  </a:lnTo>
                  <a:lnTo>
                    <a:pt x="21069" y="18402"/>
                  </a:lnTo>
                  <a:lnTo>
                    <a:pt x="21107" y="18275"/>
                  </a:lnTo>
                  <a:close/>
                </a:path>
                <a:path w="38735" h="29844">
                  <a:moveTo>
                    <a:pt x="21145" y="18148"/>
                  </a:moveTo>
                  <a:lnTo>
                    <a:pt x="20980" y="18148"/>
                  </a:lnTo>
                  <a:lnTo>
                    <a:pt x="20993" y="18275"/>
                  </a:lnTo>
                  <a:lnTo>
                    <a:pt x="21145" y="18148"/>
                  </a:lnTo>
                  <a:close/>
                </a:path>
                <a:path w="38735" h="29844">
                  <a:moveTo>
                    <a:pt x="21145" y="14973"/>
                  </a:moveTo>
                  <a:lnTo>
                    <a:pt x="20993" y="14973"/>
                  </a:lnTo>
                  <a:lnTo>
                    <a:pt x="20942" y="15481"/>
                  </a:lnTo>
                  <a:lnTo>
                    <a:pt x="21069" y="15481"/>
                  </a:lnTo>
                  <a:lnTo>
                    <a:pt x="21145" y="14973"/>
                  </a:lnTo>
                  <a:close/>
                </a:path>
                <a:path w="38735" h="29844">
                  <a:moveTo>
                    <a:pt x="21209" y="18783"/>
                  </a:moveTo>
                  <a:lnTo>
                    <a:pt x="21005" y="18656"/>
                  </a:lnTo>
                  <a:lnTo>
                    <a:pt x="21005" y="18783"/>
                  </a:lnTo>
                  <a:lnTo>
                    <a:pt x="21209" y="18783"/>
                  </a:lnTo>
                  <a:close/>
                </a:path>
                <a:path w="38735" h="29844">
                  <a:moveTo>
                    <a:pt x="21310" y="14211"/>
                  </a:moveTo>
                  <a:lnTo>
                    <a:pt x="21069" y="14211"/>
                  </a:lnTo>
                  <a:lnTo>
                    <a:pt x="21005" y="14846"/>
                  </a:lnTo>
                  <a:lnTo>
                    <a:pt x="21183" y="14846"/>
                  </a:lnTo>
                  <a:lnTo>
                    <a:pt x="21196" y="14338"/>
                  </a:lnTo>
                  <a:lnTo>
                    <a:pt x="21310" y="14211"/>
                  </a:lnTo>
                  <a:close/>
                </a:path>
                <a:path w="38735" h="29844">
                  <a:moveTo>
                    <a:pt x="21348" y="13449"/>
                  </a:moveTo>
                  <a:lnTo>
                    <a:pt x="20002" y="13449"/>
                  </a:lnTo>
                  <a:lnTo>
                    <a:pt x="20015" y="13576"/>
                  </a:lnTo>
                  <a:lnTo>
                    <a:pt x="21234" y="13576"/>
                  </a:lnTo>
                  <a:lnTo>
                    <a:pt x="21348" y="13449"/>
                  </a:lnTo>
                  <a:close/>
                </a:path>
                <a:path w="38735" h="29844">
                  <a:moveTo>
                    <a:pt x="21424" y="16243"/>
                  </a:moveTo>
                  <a:lnTo>
                    <a:pt x="21031" y="16243"/>
                  </a:lnTo>
                  <a:lnTo>
                    <a:pt x="21399" y="16370"/>
                  </a:lnTo>
                  <a:lnTo>
                    <a:pt x="21424" y="16243"/>
                  </a:lnTo>
                  <a:close/>
                </a:path>
                <a:path w="38735" h="29844">
                  <a:moveTo>
                    <a:pt x="21463" y="18656"/>
                  </a:moveTo>
                  <a:lnTo>
                    <a:pt x="21259" y="18529"/>
                  </a:lnTo>
                  <a:lnTo>
                    <a:pt x="20751" y="18529"/>
                  </a:lnTo>
                  <a:lnTo>
                    <a:pt x="20637" y="18656"/>
                  </a:lnTo>
                  <a:lnTo>
                    <a:pt x="21005" y="18656"/>
                  </a:lnTo>
                  <a:lnTo>
                    <a:pt x="21463" y="18656"/>
                  </a:lnTo>
                  <a:close/>
                </a:path>
                <a:path w="38735" h="29844">
                  <a:moveTo>
                    <a:pt x="21475" y="14084"/>
                  </a:moveTo>
                  <a:lnTo>
                    <a:pt x="21310" y="14211"/>
                  </a:lnTo>
                  <a:lnTo>
                    <a:pt x="21463" y="14211"/>
                  </a:lnTo>
                  <a:lnTo>
                    <a:pt x="21475" y="14084"/>
                  </a:lnTo>
                  <a:close/>
                </a:path>
                <a:path w="38735" h="29844">
                  <a:moveTo>
                    <a:pt x="21488" y="15989"/>
                  </a:moveTo>
                  <a:lnTo>
                    <a:pt x="21043" y="15989"/>
                  </a:lnTo>
                  <a:lnTo>
                    <a:pt x="21043" y="16116"/>
                  </a:lnTo>
                  <a:lnTo>
                    <a:pt x="21450" y="16116"/>
                  </a:lnTo>
                  <a:lnTo>
                    <a:pt x="21488" y="15989"/>
                  </a:lnTo>
                  <a:close/>
                </a:path>
                <a:path w="38735" h="29844">
                  <a:moveTo>
                    <a:pt x="21551" y="13576"/>
                  </a:moveTo>
                  <a:lnTo>
                    <a:pt x="21234" y="13576"/>
                  </a:lnTo>
                  <a:lnTo>
                    <a:pt x="21120" y="13703"/>
                  </a:lnTo>
                  <a:lnTo>
                    <a:pt x="21094" y="13957"/>
                  </a:lnTo>
                  <a:lnTo>
                    <a:pt x="21488" y="13957"/>
                  </a:lnTo>
                  <a:lnTo>
                    <a:pt x="21551" y="13576"/>
                  </a:lnTo>
                  <a:close/>
                </a:path>
                <a:path w="38735" h="29844">
                  <a:moveTo>
                    <a:pt x="21577" y="20307"/>
                  </a:moveTo>
                  <a:lnTo>
                    <a:pt x="21297" y="20053"/>
                  </a:lnTo>
                  <a:lnTo>
                    <a:pt x="20497" y="20053"/>
                  </a:lnTo>
                  <a:lnTo>
                    <a:pt x="20510" y="20307"/>
                  </a:lnTo>
                  <a:lnTo>
                    <a:pt x="21577" y="20307"/>
                  </a:lnTo>
                  <a:close/>
                </a:path>
                <a:path w="38735" h="29844">
                  <a:moveTo>
                    <a:pt x="21640" y="13322"/>
                  </a:moveTo>
                  <a:lnTo>
                    <a:pt x="21463" y="13322"/>
                  </a:lnTo>
                  <a:lnTo>
                    <a:pt x="21348" y="13449"/>
                  </a:lnTo>
                  <a:lnTo>
                    <a:pt x="21602" y="13449"/>
                  </a:lnTo>
                  <a:lnTo>
                    <a:pt x="21640" y="13322"/>
                  </a:lnTo>
                  <a:close/>
                </a:path>
                <a:path w="38735" h="29844">
                  <a:moveTo>
                    <a:pt x="21653" y="18910"/>
                  </a:moveTo>
                  <a:lnTo>
                    <a:pt x="21564" y="18783"/>
                  </a:lnTo>
                  <a:lnTo>
                    <a:pt x="21209" y="18783"/>
                  </a:lnTo>
                  <a:lnTo>
                    <a:pt x="21336" y="18910"/>
                  </a:lnTo>
                  <a:lnTo>
                    <a:pt x="21653" y="18910"/>
                  </a:lnTo>
                  <a:close/>
                </a:path>
                <a:path w="38735" h="29844">
                  <a:moveTo>
                    <a:pt x="21666" y="368"/>
                  </a:moveTo>
                  <a:lnTo>
                    <a:pt x="21272" y="0"/>
                  </a:lnTo>
                  <a:lnTo>
                    <a:pt x="20802" y="0"/>
                  </a:lnTo>
                  <a:lnTo>
                    <a:pt x="20726" y="368"/>
                  </a:lnTo>
                  <a:lnTo>
                    <a:pt x="21666" y="368"/>
                  </a:lnTo>
                  <a:close/>
                </a:path>
                <a:path w="38735" h="29844">
                  <a:moveTo>
                    <a:pt x="21678" y="7569"/>
                  </a:moveTo>
                  <a:lnTo>
                    <a:pt x="21551" y="7556"/>
                  </a:lnTo>
                  <a:lnTo>
                    <a:pt x="21513" y="7861"/>
                  </a:lnTo>
                  <a:lnTo>
                    <a:pt x="21678" y="7569"/>
                  </a:lnTo>
                  <a:close/>
                </a:path>
                <a:path w="38735" h="29844">
                  <a:moveTo>
                    <a:pt x="21717" y="20815"/>
                  </a:moveTo>
                  <a:lnTo>
                    <a:pt x="20535" y="20815"/>
                  </a:lnTo>
                  <a:lnTo>
                    <a:pt x="20548" y="21069"/>
                  </a:lnTo>
                  <a:lnTo>
                    <a:pt x="21717" y="21069"/>
                  </a:lnTo>
                  <a:lnTo>
                    <a:pt x="21717" y="20815"/>
                  </a:lnTo>
                  <a:close/>
                </a:path>
                <a:path w="38735" h="29844">
                  <a:moveTo>
                    <a:pt x="21717" y="16878"/>
                  </a:moveTo>
                  <a:lnTo>
                    <a:pt x="21640" y="16497"/>
                  </a:lnTo>
                  <a:lnTo>
                    <a:pt x="20840" y="16497"/>
                  </a:lnTo>
                  <a:lnTo>
                    <a:pt x="20777" y="16624"/>
                  </a:lnTo>
                  <a:lnTo>
                    <a:pt x="21247" y="16624"/>
                  </a:lnTo>
                  <a:lnTo>
                    <a:pt x="21120" y="16751"/>
                  </a:lnTo>
                  <a:lnTo>
                    <a:pt x="20993" y="16878"/>
                  </a:lnTo>
                  <a:lnTo>
                    <a:pt x="21717" y="16878"/>
                  </a:lnTo>
                  <a:close/>
                </a:path>
                <a:path w="38735" h="29844">
                  <a:moveTo>
                    <a:pt x="21755" y="19291"/>
                  </a:moveTo>
                  <a:lnTo>
                    <a:pt x="21666" y="19164"/>
                  </a:lnTo>
                  <a:lnTo>
                    <a:pt x="21577" y="19037"/>
                  </a:lnTo>
                  <a:lnTo>
                    <a:pt x="21336" y="18910"/>
                  </a:lnTo>
                  <a:lnTo>
                    <a:pt x="20916" y="18910"/>
                  </a:lnTo>
                  <a:lnTo>
                    <a:pt x="20802" y="19291"/>
                  </a:lnTo>
                  <a:lnTo>
                    <a:pt x="21755" y="19291"/>
                  </a:lnTo>
                  <a:close/>
                </a:path>
                <a:path w="38735" h="29844">
                  <a:moveTo>
                    <a:pt x="21818" y="16116"/>
                  </a:moveTo>
                  <a:lnTo>
                    <a:pt x="21590" y="16243"/>
                  </a:lnTo>
                  <a:lnTo>
                    <a:pt x="21818" y="16243"/>
                  </a:lnTo>
                  <a:lnTo>
                    <a:pt x="21818" y="16116"/>
                  </a:lnTo>
                  <a:close/>
                </a:path>
                <a:path w="38735" h="29844">
                  <a:moveTo>
                    <a:pt x="21869" y="15087"/>
                  </a:moveTo>
                  <a:lnTo>
                    <a:pt x="21666" y="15227"/>
                  </a:lnTo>
                  <a:lnTo>
                    <a:pt x="21602" y="15481"/>
                  </a:lnTo>
                  <a:lnTo>
                    <a:pt x="21488" y="15989"/>
                  </a:lnTo>
                  <a:lnTo>
                    <a:pt x="21678" y="15989"/>
                  </a:lnTo>
                  <a:lnTo>
                    <a:pt x="21780" y="15481"/>
                  </a:lnTo>
                  <a:lnTo>
                    <a:pt x="21844" y="15227"/>
                  </a:lnTo>
                  <a:lnTo>
                    <a:pt x="21869" y="15087"/>
                  </a:lnTo>
                  <a:close/>
                </a:path>
                <a:path w="38735" h="29844">
                  <a:moveTo>
                    <a:pt x="21958" y="17259"/>
                  </a:moveTo>
                  <a:lnTo>
                    <a:pt x="20866" y="17259"/>
                  </a:lnTo>
                  <a:lnTo>
                    <a:pt x="20866" y="17640"/>
                  </a:lnTo>
                  <a:lnTo>
                    <a:pt x="21183" y="17767"/>
                  </a:lnTo>
                  <a:lnTo>
                    <a:pt x="21640" y="17513"/>
                  </a:lnTo>
                  <a:lnTo>
                    <a:pt x="21780" y="17640"/>
                  </a:lnTo>
                  <a:lnTo>
                    <a:pt x="21894" y="17513"/>
                  </a:lnTo>
                  <a:lnTo>
                    <a:pt x="21958" y="17259"/>
                  </a:lnTo>
                  <a:close/>
                </a:path>
                <a:path w="38735" h="29844">
                  <a:moveTo>
                    <a:pt x="21983" y="19799"/>
                  </a:moveTo>
                  <a:lnTo>
                    <a:pt x="21958" y="19672"/>
                  </a:lnTo>
                  <a:lnTo>
                    <a:pt x="20751" y="19672"/>
                  </a:lnTo>
                  <a:lnTo>
                    <a:pt x="20739" y="19799"/>
                  </a:lnTo>
                  <a:lnTo>
                    <a:pt x="21983" y="19799"/>
                  </a:lnTo>
                  <a:close/>
                </a:path>
                <a:path w="38735" h="29844">
                  <a:moveTo>
                    <a:pt x="22021" y="17005"/>
                  </a:moveTo>
                  <a:lnTo>
                    <a:pt x="20866" y="17005"/>
                  </a:lnTo>
                  <a:lnTo>
                    <a:pt x="20866" y="17132"/>
                  </a:lnTo>
                  <a:lnTo>
                    <a:pt x="21996" y="17132"/>
                  </a:lnTo>
                  <a:lnTo>
                    <a:pt x="22021" y="17005"/>
                  </a:lnTo>
                  <a:close/>
                </a:path>
                <a:path w="38735" h="29844">
                  <a:moveTo>
                    <a:pt x="22047" y="13322"/>
                  </a:moveTo>
                  <a:lnTo>
                    <a:pt x="21717" y="13322"/>
                  </a:lnTo>
                  <a:lnTo>
                    <a:pt x="21653" y="13449"/>
                  </a:lnTo>
                  <a:lnTo>
                    <a:pt x="21958" y="13449"/>
                  </a:lnTo>
                  <a:lnTo>
                    <a:pt x="22047" y="13322"/>
                  </a:lnTo>
                  <a:close/>
                </a:path>
                <a:path w="38735" h="29844">
                  <a:moveTo>
                    <a:pt x="22059" y="20815"/>
                  </a:moveTo>
                  <a:lnTo>
                    <a:pt x="21729" y="20815"/>
                  </a:lnTo>
                  <a:lnTo>
                    <a:pt x="21717" y="21069"/>
                  </a:lnTo>
                  <a:lnTo>
                    <a:pt x="22034" y="21069"/>
                  </a:lnTo>
                  <a:lnTo>
                    <a:pt x="22059" y="20815"/>
                  </a:lnTo>
                  <a:close/>
                </a:path>
                <a:path w="38735" h="29844">
                  <a:moveTo>
                    <a:pt x="22059" y="12941"/>
                  </a:moveTo>
                  <a:lnTo>
                    <a:pt x="21805" y="12941"/>
                  </a:lnTo>
                  <a:lnTo>
                    <a:pt x="21691" y="13195"/>
                  </a:lnTo>
                  <a:lnTo>
                    <a:pt x="21831" y="13195"/>
                  </a:lnTo>
                  <a:lnTo>
                    <a:pt x="21945" y="13068"/>
                  </a:lnTo>
                  <a:lnTo>
                    <a:pt x="22059" y="12941"/>
                  </a:lnTo>
                  <a:close/>
                </a:path>
                <a:path w="38735" h="29844">
                  <a:moveTo>
                    <a:pt x="22072" y="20434"/>
                  </a:moveTo>
                  <a:lnTo>
                    <a:pt x="21678" y="20434"/>
                  </a:lnTo>
                  <a:lnTo>
                    <a:pt x="20510" y="20434"/>
                  </a:lnTo>
                  <a:lnTo>
                    <a:pt x="20523" y="20688"/>
                  </a:lnTo>
                  <a:lnTo>
                    <a:pt x="21717" y="20688"/>
                  </a:lnTo>
                  <a:lnTo>
                    <a:pt x="21691" y="20523"/>
                  </a:lnTo>
                  <a:lnTo>
                    <a:pt x="21742" y="20688"/>
                  </a:lnTo>
                  <a:lnTo>
                    <a:pt x="22059" y="20688"/>
                  </a:lnTo>
                  <a:lnTo>
                    <a:pt x="22072" y="20434"/>
                  </a:lnTo>
                  <a:close/>
                </a:path>
                <a:path w="38735" h="29844">
                  <a:moveTo>
                    <a:pt x="22085" y="20307"/>
                  </a:moveTo>
                  <a:lnTo>
                    <a:pt x="22009" y="19926"/>
                  </a:lnTo>
                  <a:lnTo>
                    <a:pt x="21564" y="19926"/>
                  </a:lnTo>
                  <a:lnTo>
                    <a:pt x="21653" y="20307"/>
                  </a:lnTo>
                  <a:lnTo>
                    <a:pt x="22085" y="20307"/>
                  </a:lnTo>
                  <a:close/>
                </a:path>
                <a:path w="38735" h="29844">
                  <a:moveTo>
                    <a:pt x="22085" y="16751"/>
                  </a:moveTo>
                  <a:lnTo>
                    <a:pt x="21717" y="16878"/>
                  </a:lnTo>
                  <a:lnTo>
                    <a:pt x="22047" y="16878"/>
                  </a:lnTo>
                  <a:lnTo>
                    <a:pt x="22085" y="16751"/>
                  </a:lnTo>
                  <a:close/>
                </a:path>
                <a:path w="38735" h="29844">
                  <a:moveTo>
                    <a:pt x="22174" y="495"/>
                  </a:moveTo>
                  <a:lnTo>
                    <a:pt x="21894" y="368"/>
                  </a:lnTo>
                  <a:lnTo>
                    <a:pt x="21983" y="495"/>
                  </a:lnTo>
                  <a:lnTo>
                    <a:pt x="22174" y="495"/>
                  </a:lnTo>
                  <a:close/>
                </a:path>
                <a:path w="38735" h="29844">
                  <a:moveTo>
                    <a:pt x="22199" y="16878"/>
                  </a:moveTo>
                  <a:lnTo>
                    <a:pt x="22047" y="16878"/>
                  </a:lnTo>
                  <a:lnTo>
                    <a:pt x="22021" y="17005"/>
                  </a:lnTo>
                  <a:lnTo>
                    <a:pt x="22199" y="16878"/>
                  </a:lnTo>
                  <a:close/>
                </a:path>
                <a:path w="38735" h="29844">
                  <a:moveTo>
                    <a:pt x="22313" y="13296"/>
                  </a:moveTo>
                  <a:lnTo>
                    <a:pt x="22136" y="13195"/>
                  </a:lnTo>
                  <a:lnTo>
                    <a:pt x="22313" y="13296"/>
                  </a:lnTo>
                  <a:close/>
                </a:path>
                <a:path w="38735" h="29844">
                  <a:moveTo>
                    <a:pt x="22529" y="9017"/>
                  </a:moveTo>
                  <a:lnTo>
                    <a:pt x="22504" y="8877"/>
                  </a:lnTo>
                  <a:lnTo>
                    <a:pt x="22326" y="8915"/>
                  </a:lnTo>
                  <a:lnTo>
                    <a:pt x="22174" y="9080"/>
                  </a:lnTo>
                  <a:lnTo>
                    <a:pt x="22263" y="9283"/>
                  </a:lnTo>
                  <a:lnTo>
                    <a:pt x="22529" y="9017"/>
                  </a:lnTo>
                  <a:close/>
                </a:path>
                <a:path w="38735" h="29844">
                  <a:moveTo>
                    <a:pt x="22631" y="22085"/>
                  </a:moveTo>
                  <a:lnTo>
                    <a:pt x="20599" y="22085"/>
                  </a:lnTo>
                  <a:lnTo>
                    <a:pt x="20599" y="22212"/>
                  </a:lnTo>
                  <a:lnTo>
                    <a:pt x="22529" y="22212"/>
                  </a:lnTo>
                  <a:lnTo>
                    <a:pt x="22631" y="22085"/>
                  </a:lnTo>
                  <a:close/>
                </a:path>
                <a:path w="38735" h="29844">
                  <a:moveTo>
                    <a:pt x="22707" y="13576"/>
                  </a:moveTo>
                  <a:lnTo>
                    <a:pt x="22644" y="13449"/>
                  </a:lnTo>
                  <a:lnTo>
                    <a:pt x="21958" y="13449"/>
                  </a:lnTo>
                  <a:lnTo>
                    <a:pt x="21628" y="13576"/>
                  </a:lnTo>
                  <a:lnTo>
                    <a:pt x="22707" y="13576"/>
                  </a:lnTo>
                  <a:close/>
                </a:path>
                <a:path w="38735" h="29844">
                  <a:moveTo>
                    <a:pt x="22720" y="21704"/>
                  </a:moveTo>
                  <a:lnTo>
                    <a:pt x="20612" y="21704"/>
                  </a:lnTo>
                  <a:lnTo>
                    <a:pt x="20586" y="21831"/>
                  </a:lnTo>
                  <a:lnTo>
                    <a:pt x="20561" y="21958"/>
                  </a:lnTo>
                  <a:lnTo>
                    <a:pt x="22644" y="21958"/>
                  </a:lnTo>
                  <a:lnTo>
                    <a:pt x="22720" y="21704"/>
                  </a:lnTo>
                  <a:close/>
                </a:path>
                <a:path w="38735" h="29844">
                  <a:moveTo>
                    <a:pt x="22821" y="16878"/>
                  </a:moveTo>
                  <a:lnTo>
                    <a:pt x="22669" y="16751"/>
                  </a:lnTo>
                  <a:lnTo>
                    <a:pt x="22491" y="16751"/>
                  </a:lnTo>
                  <a:lnTo>
                    <a:pt x="22567" y="16624"/>
                  </a:lnTo>
                  <a:lnTo>
                    <a:pt x="21691" y="16624"/>
                  </a:lnTo>
                  <a:lnTo>
                    <a:pt x="22085" y="16751"/>
                  </a:lnTo>
                  <a:lnTo>
                    <a:pt x="22339" y="16751"/>
                  </a:lnTo>
                  <a:lnTo>
                    <a:pt x="22199" y="16878"/>
                  </a:lnTo>
                  <a:lnTo>
                    <a:pt x="22821" y="16878"/>
                  </a:lnTo>
                  <a:close/>
                </a:path>
                <a:path w="38735" h="29844">
                  <a:moveTo>
                    <a:pt x="22847" y="10655"/>
                  </a:moveTo>
                  <a:lnTo>
                    <a:pt x="22834" y="10528"/>
                  </a:lnTo>
                  <a:lnTo>
                    <a:pt x="20891" y="10528"/>
                  </a:lnTo>
                  <a:lnTo>
                    <a:pt x="21082" y="10655"/>
                  </a:lnTo>
                  <a:lnTo>
                    <a:pt x="22466" y="10655"/>
                  </a:lnTo>
                  <a:lnTo>
                    <a:pt x="22847" y="10655"/>
                  </a:lnTo>
                  <a:close/>
                </a:path>
                <a:path w="38735" h="29844">
                  <a:moveTo>
                    <a:pt x="22860" y="21323"/>
                  </a:moveTo>
                  <a:lnTo>
                    <a:pt x="20561" y="21323"/>
                  </a:lnTo>
                  <a:lnTo>
                    <a:pt x="20561" y="21450"/>
                  </a:lnTo>
                  <a:lnTo>
                    <a:pt x="22834" y="21450"/>
                  </a:lnTo>
                  <a:lnTo>
                    <a:pt x="22860" y="21323"/>
                  </a:lnTo>
                  <a:close/>
                </a:path>
                <a:path w="38735" h="29844">
                  <a:moveTo>
                    <a:pt x="22860" y="17132"/>
                  </a:moveTo>
                  <a:lnTo>
                    <a:pt x="22834" y="17005"/>
                  </a:lnTo>
                  <a:lnTo>
                    <a:pt x="22072" y="17005"/>
                  </a:lnTo>
                  <a:lnTo>
                    <a:pt x="22009" y="17132"/>
                  </a:lnTo>
                  <a:lnTo>
                    <a:pt x="22860" y="17132"/>
                  </a:lnTo>
                  <a:close/>
                </a:path>
                <a:path w="38735" h="29844">
                  <a:moveTo>
                    <a:pt x="22898" y="16116"/>
                  </a:moveTo>
                  <a:lnTo>
                    <a:pt x="22796" y="15989"/>
                  </a:lnTo>
                  <a:lnTo>
                    <a:pt x="21856" y="15989"/>
                  </a:lnTo>
                  <a:lnTo>
                    <a:pt x="21678" y="15989"/>
                  </a:lnTo>
                  <a:lnTo>
                    <a:pt x="21526" y="16116"/>
                  </a:lnTo>
                  <a:lnTo>
                    <a:pt x="21717" y="16116"/>
                  </a:lnTo>
                  <a:lnTo>
                    <a:pt x="22898" y="16116"/>
                  </a:lnTo>
                  <a:close/>
                </a:path>
                <a:path w="38735" h="29844">
                  <a:moveTo>
                    <a:pt x="22923" y="12306"/>
                  </a:moveTo>
                  <a:lnTo>
                    <a:pt x="22707" y="12179"/>
                  </a:lnTo>
                  <a:lnTo>
                    <a:pt x="21932" y="12179"/>
                  </a:lnTo>
                  <a:lnTo>
                    <a:pt x="21869" y="12306"/>
                  </a:lnTo>
                  <a:lnTo>
                    <a:pt x="22923" y="12306"/>
                  </a:lnTo>
                  <a:close/>
                </a:path>
                <a:path w="38735" h="29844">
                  <a:moveTo>
                    <a:pt x="22936" y="13957"/>
                  </a:moveTo>
                  <a:lnTo>
                    <a:pt x="22860" y="13830"/>
                  </a:lnTo>
                  <a:lnTo>
                    <a:pt x="22694" y="13830"/>
                  </a:lnTo>
                  <a:lnTo>
                    <a:pt x="22466" y="13830"/>
                  </a:lnTo>
                  <a:lnTo>
                    <a:pt x="22555" y="13957"/>
                  </a:lnTo>
                  <a:lnTo>
                    <a:pt x="21551" y="13957"/>
                  </a:lnTo>
                  <a:lnTo>
                    <a:pt x="21475" y="14211"/>
                  </a:lnTo>
                  <a:lnTo>
                    <a:pt x="22771" y="14211"/>
                  </a:lnTo>
                  <a:lnTo>
                    <a:pt x="22707" y="13957"/>
                  </a:lnTo>
                  <a:lnTo>
                    <a:pt x="22936" y="13957"/>
                  </a:lnTo>
                  <a:close/>
                </a:path>
                <a:path w="38735" h="29844">
                  <a:moveTo>
                    <a:pt x="22961" y="17894"/>
                  </a:moveTo>
                  <a:lnTo>
                    <a:pt x="22885" y="17259"/>
                  </a:lnTo>
                  <a:lnTo>
                    <a:pt x="21958" y="17259"/>
                  </a:lnTo>
                  <a:lnTo>
                    <a:pt x="22047" y="17716"/>
                  </a:lnTo>
                  <a:lnTo>
                    <a:pt x="21869" y="17640"/>
                  </a:lnTo>
                  <a:lnTo>
                    <a:pt x="21920" y="17767"/>
                  </a:lnTo>
                  <a:lnTo>
                    <a:pt x="22072" y="17894"/>
                  </a:lnTo>
                  <a:lnTo>
                    <a:pt x="22072" y="18148"/>
                  </a:lnTo>
                  <a:lnTo>
                    <a:pt x="22910" y="18148"/>
                  </a:lnTo>
                  <a:lnTo>
                    <a:pt x="22961" y="17894"/>
                  </a:lnTo>
                  <a:close/>
                </a:path>
                <a:path w="38735" h="29844">
                  <a:moveTo>
                    <a:pt x="22999" y="14211"/>
                  </a:moveTo>
                  <a:lnTo>
                    <a:pt x="22771" y="14211"/>
                  </a:lnTo>
                  <a:lnTo>
                    <a:pt x="22923" y="14338"/>
                  </a:lnTo>
                  <a:lnTo>
                    <a:pt x="22999" y="14211"/>
                  </a:lnTo>
                  <a:close/>
                </a:path>
                <a:path w="38735" h="29844">
                  <a:moveTo>
                    <a:pt x="23025" y="8204"/>
                  </a:moveTo>
                  <a:close/>
                </a:path>
                <a:path w="38735" h="29844">
                  <a:moveTo>
                    <a:pt x="23075" y="14973"/>
                  </a:moveTo>
                  <a:lnTo>
                    <a:pt x="23050" y="14846"/>
                  </a:lnTo>
                  <a:lnTo>
                    <a:pt x="22682" y="14846"/>
                  </a:lnTo>
                  <a:lnTo>
                    <a:pt x="22682" y="14706"/>
                  </a:lnTo>
                  <a:lnTo>
                    <a:pt x="22821" y="14706"/>
                  </a:lnTo>
                  <a:lnTo>
                    <a:pt x="22694" y="14605"/>
                  </a:lnTo>
                  <a:lnTo>
                    <a:pt x="22656" y="14478"/>
                  </a:lnTo>
                  <a:lnTo>
                    <a:pt x="22529" y="14376"/>
                  </a:lnTo>
                  <a:lnTo>
                    <a:pt x="22491" y="14820"/>
                  </a:lnTo>
                  <a:lnTo>
                    <a:pt x="22263" y="14846"/>
                  </a:lnTo>
                  <a:lnTo>
                    <a:pt x="22491" y="14820"/>
                  </a:lnTo>
                  <a:lnTo>
                    <a:pt x="22491" y="14427"/>
                  </a:lnTo>
                  <a:lnTo>
                    <a:pt x="22313" y="14617"/>
                  </a:lnTo>
                  <a:lnTo>
                    <a:pt x="21996" y="14795"/>
                  </a:lnTo>
                  <a:lnTo>
                    <a:pt x="21183" y="14846"/>
                  </a:lnTo>
                  <a:lnTo>
                    <a:pt x="21145" y="14973"/>
                  </a:lnTo>
                  <a:lnTo>
                    <a:pt x="21907" y="14973"/>
                  </a:lnTo>
                  <a:lnTo>
                    <a:pt x="21882" y="15100"/>
                  </a:lnTo>
                  <a:lnTo>
                    <a:pt x="22047" y="15087"/>
                  </a:lnTo>
                  <a:lnTo>
                    <a:pt x="23075" y="14973"/>
                  </a:lnTo>
                  <a:close/>
                </a:path>
                <a:path w="38735" h="29844">
                  <a:moveTo>
                    <a:pt x="23114" y="17259"/>
                  </a:moveTo>
                  <a:lnTo>
                    <a:pt x="23075" y="17132"/>
                  </a:lnTo>
                  <a:lnTo>
                    <a:pt x="22860" y="17132"/>
                  </a:lnTo>
                  <a:lnTo>
                    <a:pt x="22885" y="17259"/>
                  </a:lnTo>
                  <a:lnTo>
                    <a:pt x="23114" y="17259"/>
                  </a:lnTo>
                  <a:close/>
                </a:path>
                <a:path w="38735" h="29844">
                  <a:moveTo>
                    <a:pt x="23139" y="12179"/>
                  </a:moveTo>
                  <a:lnTo>
                    <a:pt x="22898" y="12179"/>
                  </a:lnTo>
                  <a:lnTo>
                    <a:pt x="23050" y="12306"/>
                  </a:lnTo>
                  <a:lnTo>
                    <a:pt x="23139" y="12179"/>
                  </a:lnTo>
                  <a:close/>
                </a:path>
                <a:path w="38735" h="29844">
                  <a:moveTo>
                    <a:pt x="23190" y="19672"/>
                  </a:moveTo>
                  <a:lnTo>
                    <a:pt x="22326" y="19672"/>
                  </a:lnTo>
                  <a:lnTo>
                    <a:pt x="22288" y="19291"/>
                  </a:lnTo>
                  <a:lnTo>
                    <a:pt x="22898" y="19291"/>
                  </a:lnTo>
                  <a:lnTo>
                    <a:pt x="23012" y="18910"/>
                  </a:lnTo>
                  <a:lnTo>
                    <a:pt x="22225" y="18910"/>
                  </a:lnTo>
                  <a:lnTo>
                    <a:pt x="22186" y="18783"/>
                  </a:lnTo>
                  <a:lnTo>
                    <a:pt x="22923" y="18783"/>
                  </a:lnTo>
                  <a:lnTo>
                    <a:pt x="22923" y="18656"/>
                  </a:lnTo>
                  <a:lnTo>
                    <a:pt x="22148" y="18656"/>
                  </a:lnTo>
                  <a:lnTo>
                    <a:pt x="22110" y="18529"/>
                  </a:lnTo>
                  <a:lnTo>
                    <a:pt x="22923" y="18529"/>
                  </a:lnTo>
                  <a:lnTo>
                    <a:pt x="22936" y="18402"/>
                  </a:lnTo>
                  <a:lnTo>
                    <a:pt x="22072" y="18402"/>
                  </a:lnTo>
                  <a:lnTo>
                    <a:pt x="21983" y="18148"/>
                  </a:lnTo>
                  <a:lnTo>
                    <a:pt x="22034" y="17894"/>
                  </a:lnTo>
                  <a:lnTo>
                    <a:pt x="21450" y="17640"/>
                  </a:lnTo>
                  <a:lnTo>
                    <a:pt x="21399" y="17767"/>
                  </a:lnTo>
                  <a:lnTo>
                    <a:pt x="21272" y="18148"/>
                  </a:lnTo>
                  <a:lnTo>
                    <a:pt x="21856" y="18148"/>
                  </a:lnTo>
                  <a:lnTo>
                    <a:pt x="21996" y="18389"/>
                  </a:lnTo>
                  <a:lnTo>
                    <a:pt x="21069" y="18402"/>
                  </a:lnTo>
                  <a:lnTo>
                    <a:pt x="21259" y="18529"/>
                  </a:lnTo>
                  <a:lnTo>
                    <a:pt x="22034" y="18529"/>
                  </a:lnTo>
                  <a:lnTo>
                    <a:pt x="22085" y="18656"/>
                  </a:lnTo>
                  <a:lnTo>
                    <a:pt x="21463" y="18656"/>
                  </a:lnTo>
                  <a:lnTo>
                    <a:pt x="21564" y="18783"/>
                  </a:lnTo>
                  <a:lnTo>
                    <a:pt x="22123" y="18783"/>
                  </a:lnTo>
                  <a:lnTo>
                    <a:pt x="22161" y="18910"/>
                  </a:lnTo>
                  <a:lnTo>
                    <a:pt x="21653" y="18910"/>
                  </a:lnTo>
                  <a:lnTo>
                    <a:pt x="21755" y="19037"/>
                  </a:lnTo>
                  <a:lnTo>
                    <a:pt x="21856" y="19164"/>
                  </a:lnTo>
                  <a:lnTo>
                    <a:pt x="21907" y="19291"/>
                  </a:lnTo>
                  <a:lnTo>
                    <a:pt x="22237" y="19291"/>
                  </a:lnTo>
                  <a:lnTo>
                    <a:pt x="22263" y="19672"/>
                  </a:lnTo>
                  <a:lnTo>
                    <a:pt x="22047" y="19672"/>
                  </a:lnTo>
                  <a:lnTo>
                    <a:pt x="22059" y="19799"/>
                  </a:lnTo>
                  <a:lnTo>
                    <a:pt x="22275" y="19799"/>
                  </a:lnTo>
                  <a:lnTo>
                    <a:pt x="22288" y="19926"/>
                  </a:lnTo>
                  <a:lnTo>
                    <a:pt x="22085" y="19926"/>
                  </a:lnTo>
                  <a:lnTo>
                    <a:pt x="22085" y="20307"/>
                  </a:lnTo>
                  <a:lnTo>
                    <a:pt x="22110" y="20688"/>
                  </a:lnTo>
                  <a:lnTo>
                    <a:pt x="22313" y="20688"/>
                  </a:lnTo>
                  <a:lnTo>
                    <a:pt x="22313" y="20815"/>
                  </a:lnTo>
                  <a:lnTo>
                    <a:pt x="22098" y="20815"/>
                  </a:lnTo>
                  <a:lnTo>
                    <a:pt x="22047" y="21069"/>
                  </a:lnTo>
                  <a:lnTo>
                    <a:pt x="22923" y="21069"/>
                  </a:lnTo>
                  <a:lnTo>
                    <a:pt x="22987" y="20815"/>
                  </a:lnTo>
                  <a:lnTo>
                    <a:pt x="22339" y="20815"/>
                  </a:lnTo>
                  <a:lnTo>
                    <a:pt x="22364" y="20688"/>
                  </a:lnTo>
                  <a:lnTo>
                    <a:pt x="23012" y="20688"/>
                  </a:lnTo>
                  <a:lnTo>
                    <a:pt x="23126" y="20180"/>
                  </a:lnTo>
                  <a:lnTo>
                    <a:pt x="23190" y="19926"/>
                  </a:lnTo>
                  <a:lnTo>
                    <a:pt x="22339" y="19926"/>
                  </a:lnTo>
                  <a:lnTo>
                    <a:pt x="22326" y="19799"/>
                  </a:lnTo>
                  <a:lnTo>
                    <a:pt x="23177" y="19799"/>
                  </a:lnTo>
                  <a:lnTo>
                    <a:pt x="23190" y="19672"/>
                  </a:lnTo>
                  <a:close/>
                </a:path>
                <a:path w="38735" h="29844">
                  <a:moveTo>
                    <a:pt x="23215" y="12560"/>
                  </a:moveTo>
                  <a:lnTo>
                    <a:pt x="23164" y="12306"/>
                  </a:lnTo>
                  <a:lnTo>
                    <a:pt x="22923" y="12306"/>
                  </a:lnTo>
                  <a:lnTo>
                    <a:pt x="22847" y="12687"/>
                  </a:lnTo>
                  <a:lnTo>
                    <a:pt x="23025" y="12560"/>
                  </a:lnTo>
                  <a:lnTo>
                    <a:pt x="23215" y="12560"/>
                  </a:lnTo>
                  <a:close/>
                </a:path>
                <a:path w="38735" h="29844">
                  <a:moveTo>
                    <a:pt x="23228" y="19037"/>
                  </a:moveTo>
                  <a:lnTo>
                    <a:pt x="22987" y="19037"/>
                  </a:lnTo>
                  <a:lnTo>
                    <a:pt x="22948" y="19291"/>
                  </a:lnTo>
                  <a:lnTo>
                    <a:pt x="23215" y="19291"/>
                  </a:lnTo>
                  <a:lnTo>
                    <a:pt x="23228" y="19037"/>
                  </a:lnTo>
                  <a:close/>
                </a:path>
                <a:path w="38735" h="29844">
                  <a:moveTo>
                    <a:pt x="23241" y="15100"/>
                  </a:moveTo>
                  <a:lnTo>
                    <a:pt x="23228" y="14973"/>
                  </a:lnTo>
                  <a:lnTo>
                    <a:pt x="23075" y="14973"/>
                  </a:lnTo>
                  <a:lnTo>
                    <a:pt x="23241" y="15100"/>
                  </a:lnTo>
                  <a:close/>
                </a:path>
                <a:path w="38735" h="29844">
                  <a:moveTo>
                    <a:pt x="23241" y="14719"/>
                  </a:moveTo>
                  <a:lnTo>
                    <a:pt x="23088" y="14592"/>
                  </a:lnTo>
                  <a:lnTo>
                    <a:pt x="23050" y="14846"/>
                  </a:lnTo>
                  <a:lnTo>
                    <a:pt x="23228" y="14846"/>
                  </a:lnTo>
                  <a:lnTo>
                    <a:pt x="23241" y="14719"/>
                  </a:lnTo>
                  <a:close/>
                </a:path>
                <a:path w="38735" h="29844">
                  <a:moveTo>
                    <a:pt x="23253" y="18656"/>
                  </a:moveTo>
                  <a:lnTo>
                    <a:pt x="23012" y="18656"/>
                  </a:lnTo>
                  <a:lnTo>
                    <a:pt x="23037" y="18783"/>
                  </a:lnTo>
                  <a:lnTo>
                    <a:pt x="23241" y="18783"/>
                  </a:lnTo>
                  <a:lnTo>
                    <a:pt x="23253" y="18656"/>
                  </a:lnTo>
                  <a:close/>
                </a:path>
                <a:path w="38735" h="29844">
                  <a:moveTo>
                    <a:pt x="23329" y="18402"/>
                  </a:moveTo>
                  <a:lnTo>
                    <a:pt x="22961" y="18402"/>
                  </a:lnTo>
                  <a:lnTo>
                    <a:pt x="22987" y="18529"/>
                  </a:lnTo>
                  <a:lnTo>
                    <a:pt x="23291" y="18529"/>
                  </a:lnTo>
                  <a:lnTo>
                    <a:pt x="23329" y="18402"/>
                  </a:lnTo>
                  <a:close/>
                </a:path>
                <a:path w="38735" h="29844">
                  <a:moveTo>
                    <a:pt x="23329" y="16878"/>
                  </a:moveTo>
                  <a:lnTo>
                    <a:pt x="22821" y="16878"/>
                  </a:lnTo>
                  <a:lnTo>
                    <a:pt x="22834" y="17005"/>
                  </a:lnTo>
                  <a:lnTo>
                    <a:pt x="23050" y="17005"/>
                  </a:lnTo>
                  <a:lnTo>
                    <a:pt x="23329" y="16878"/>
                  </a:lnTo>
                  <a:close/>
                </a:path>
                <a:path w="38735" h="29844">
                  <a:moveTo>
                    <a:pt x="23368" y="15989"/>
                  </a:moveTo>
                  <a:lnTo>
                    <a:pt x="23329" y="15735"/>
                  </a:lnTo>
                  <a:lnTo>
                    <a:pt x="23050" y="15481"/>
                  </a:lnTo>
                  <a:lnTo>
                    <a:pt x="22974" y="15354"/>
                  </a:lnTo>
                  <a:lnTo>
                    <a:pt x="22898" y="15227"/>
                  </a:lnTo>
                  <a:lnTo>
                    <a:pt x="22098" y="15354"/>
                  </a:lnTo>
                  <a:lnTo>
                    <a:pt x="22047" y="15481"/>
                  </a:lnTo>
                  <a:lnTo>
                    <a:pt x="21932" y="15735"/>
                  </a:lnTo>
                  <a:lnTo>
                    <a:pt x="21882" y="15862"/>
                  </a:lnTo>
                  <a:lnTo>
                    <a:pt x="22123" y="15735"/>
                  </a:lnTo>
                  <a:lnTo>
                    <a:pt x="22402" y="15481"/>
                  </a:lnTo>
                  <a:lnTo>
                    <a:pt x="22593" y="15735"/>
                  </a:lnTo>
                  <a:lnTo>
                    <a:pt x="22694" y="15862"/>
                  </a:lnTo>
                  <a:lnTo>
                    <a:pt x="22796" y="15989"/>
                  </a:lnTo>
                  <a:lnTo>
                    <a:pt x="23368" y="15989"/>
                  </a:lnTo>
                  <a:close/>
                </a:path>
                <a:path w="38735" h="29844">
                  <a:moveTo>
                    <a:pt x="23380" y="16243"/>
                  </a:moveTo>
                  <a:lnTo>
                    <a:pt x="23368" y="16116"/>
                  </a:lnTo>
                  <a:lnTo>
                    <a:pt x="22898" y="16116"/>
                  </a:lnTo>
                  <a:lnTo>
                    <a:pt x="22821" y="16243"/>
                  </a:lnTo>
                  <a:lnTo>
                    <a:pt x="23380" y="16243"/>
                  </a:lnTo>
                  <a:close/>
                </a:path>
                <a:path w="38735" h="29844">
                  <a:moveTo>
                    <a:pt x="23393" y="18783"/>
                  </a:moveTo>
                  <a:lnTo>
                    <a:pt x="23241" y="18783"/>
                  </a:lnTo>
                  <a:lnTo>
                    <a:pt x="23241" y="18910"/>
                  </a:lnTo>
                  <a:lnTo>
                    <a:pt x="23380" y="18910"/>
                  </a:lnTo>
                  <a:lnTo>
                    <a:pt x="23393" y="18783"/>
                  </a:lnTo>
                  <a:close/>
                </a:path>
                <a:path w="38735" h="29844">
                  <a:moveTo>
                    <a:pt x="23418" y="18529"/>
                  </a:moveTo>
                  <a:lnTo>
                    <a:pt x="23253" y="18656"/>
                  </a:lnTo>
                  <a:lnTo>
                    <a:pt x="23406" y="18656"/>
                  </a:lnTo>
                  <a:lnTo>
                    <a:pt x="23418" y="18529"/>
                  </a:lnTo>
                  <a:close/>
                </a:path>
                <a:path w="38735" h="29844">
                  <a:moveTo>
                    <a:pt x="23583" y="16497"/>
                  </a:moveTo>
                  <a:lnTo>
                    <a:pt x="22669" y="16497"/>
                  </a:lnTo>
                  <a:lnTo>
                    <a:pt x="22745" y="16370"/>
                  </a:lnTo>
                  <a:lnTo>
                    <a:pt x="22821" y="16243"/>
                  </a:lnTo>
                  <a:lnTo>
                    <a:pt x="21818" y="16243"/>
                  </a:lnTo>
                  <a:lnTo>
                    <a:pt x="21805" y="16497"/>
                  </a:lnTo>
                  <a:lnTo>
                    <a:pt x="22644" y="16497"/>
                  </a:lnTo>
                  <a:lnTo>
                    <a:pt x="22567" y="16624"/>
                  </a:lnTo>
                  <a:lnTo>
                    <a:pt x="23545" y="16624"/>
                  </a:lnTo>
                  <a:lnTo>
                    <a:pt x="23583" y="16497"/>
                  </a:lnTo>
                  <a:close/>
                </a:path>
                <a:path w="38735" h="29844">
                  <a:moveTo>
                    <a:pt x="23660" y="17132"/>
                  </a:moveTo>
                  <a:lnTo>
                    <a:pt x="23164" y="17132"/>
                  </a:lnTo>
                  <a:lnTo>
                    <a:pt x="23190" y="17259"/>
                  </a:lnTo>
                  <a:lnTo>
                    <a:pt x="23596" y="17259"/>
                  </a:lnTo>
                  <a:lnTo>
                    <a:pt x="23660" y="17132"/>
                  </a:lnTo>
                  <a:close/>
                </a:path>
                <a:path w="38735" h="29844">
                  <a:moveTo>
                    <a:pt x="23736" y="16624"/>
                  </a:moveTo>
                  <a:lnTo>
                    <a:pt x="23545" y="16624"/>
                  </a:lnTo>
                  <a:lnTo>
                    <a:pt x="23507" y="16751"/>
                  </a:lnTo>
                  <a:lnTo>
                    <a:pt x="23634" y="16751"/>
                  </a:lnTo>
                  <a:lnTo>
                    <a:pt x="23736" y="16624"/>
                  </a:lnTo>
                  <a:close/>
                </a:path>
                <a:path w="38735" h="29844">
                  <a:moveTo>
                    <a:pt x="23774" y="16116"/>
                  </a:moveTo>
                  <a:lnTo>
                    <a:pt x="23761" y="15989"/>
                  </a:lnTo>
                  <a:lnTo>
                    <a:pt x="23368" y="15989"/>
                  </a:lnTo>
                  <a:lnTo>
                    <a:pt x="23368" y="16116"/>
                  </a:lnTo>
                  <a:lnTo>
                    <a:pt x="23774" y="16116"/>
                  </a:lnTo>
                  <a:close/>
                </a:path>
                <a:path w="38735" h="29844">
                  <a:moveTo>
                    <a:pt x="23799" y="17259"/>
                  </a:moveTo>
                  <a:lnTo>
                    <a:pt x="23596" y="17259"/>
                  </a:lnTo>
                  <a:lnTo>
                    <a:pt x="23495" y="17386"/>
                  </a:lnTo>
                  <a:lnTo>
                    <a:pt x="23393" y="17513"/>
                  </a:lnTo>
                  <a:lnTo>
                    <a:pt x="23291" y="17386"/>
                  </a:lnTo>
                  <a:lnTo>
                    <a:pt x="23190" y="17259"/>
                  </a:lnTo>
                  <a:lnTo>
                    <a:pt x="23139" y="17767"/>
                  </a:lnTo>
                  <a:lnTo>
                    <a:pt x="22999" y="17767"/>
                  </a:lnTo>
                  <a:lnTo>
                    <a:pt x="22948" y="18148"/>
                  </a:lnTo>
                  <a:lnTo>
                    <a:pt x="23406" y="18148"/>
                  </a:lnTo>
                  <a:lnTo>
                    <a:pt x="23520" y="17767"/>
                  </a:lnTo>
                  <a:lnTo>
                    <a:pt x="23495" y="17894"/>
                  </a:lnTo>
                  <a:lnTo>
                    <a:pt x="23749" y="17894"/>
                  </a:lnTo>
                  <a:lnTo>
                    <a:pt x="23660" y="17767"/>
                  </a:lnTo>
                  <a:lnTo>
                    <a:pt x="23787" y="17767"/>
                  </a:lnTo>
                  <a:lnTo>
                    <a:pt x="23799" y="17513"/>
                  </a:lnTo>
                  <a:lnTo>
                    <a:pt x="23799" y="17259"/>
                  </a:lnTo>
                  <a:close/>
                </a:path>
                <a:path w="38735" h="29844">
                  <a:moveTo>
                    <a:pt x="23837" y="16497"/>
                  </a:moveTo>
                  <a:lnTo>
                    <a:pt x="23799" y="16243"/>
                  </a:lnTo>
                  <a:lnTo>
                    <a:pt x="23380" y="16243"/>
                  </a:lnTo>
                  <a:lnTo>
                    <a:pt x="23482" y="16370"/>
                  </a:lnTo>
                  <a:lnTo>
                    <a:pt x="23583" y="16497"/>
                  </a:lnTo>
                  <a:lnTo>
                    <a:pt x="23837" y="16497"/>
                  </a:lnTo>
                  <a:close/>
                </a:path>
                <a:path w="38735" h="29844">
                  <a:moveTo>
                    <a:pt x="23990" y="15862"/>
                  </a:moveTo>
                  <a:lnTo>
                    <a:pt x="23761" y="15989"/>
                  </a:lnTo>
                  <a:lnTo>
                    <a:pt x="23977" y="15989"/>
                  </a:lnTo>
                  <a:lnTo>
                    <a:pt x="23990" y="15862"/>
                  </a:lnTo>
                  <a:close/>
                </a:path>
                <a:path w="38735" h="29844">
                  <a:moveTo>
                    <a:pt x="24053" y="17132"/>
                  </a:moveTo>
                  <a:lnTo>
                    <a:pt x="23812" y="17132"/>
                  </a:lnTo>
                  <a:lnTo>
                    <a:pt x="23799" y="17259"/>
                  </a:lnTo>
                  <a:lnTo>
                    <a:pt x="24028" y="17259"/>
                  </a:lnTo>
                  <a:lnTo>
                    <a:pt x="24053" y="17132"/>
                  </a:lnTo>
                  <a:close/>
                </a:path>
                <a:path w="38735" h="29844">
                  <a:moveTo>
                    <a:pt x="24117" y="10274"/>
                  </a:moveTo>
                  <a:lnTo>
                    <a:pt x="24104" y="10147"/>
                  </a:lnTo>
                  <a:lnTo>
                    <a:pt x="23672" y="9893"/>
                  </a:lnTo>
                  <a:lnTo>
                    <a:pt x="23609" y="10020"/>
                  </a:lnTo>
                  <a:lnTo>
                    <a:pt x="23545" y="10401"/>
                  </a:lnTo>
                  <a:lnTo>
                    <a:pt x="23202" y="10401"/>
                  </a:lnTo>
                  <a:lnTo>
                    <a:pt x="22923" y="10274"/>
                  </a:lnTo>
                  <a:lnTo>
                    <a:pt x="22745" y="10147"/>
                  </a:lnTo>
                  <a:lnTo>
                    <a:pt x="22694" y="10020"/>
                  </a:lnTo>
                  <a:lnTo>
                    <a:pt x="22821" y="10401"/>
                  </a:lnTo>
                  <a:lnTo>
                    <a:pt x="22834" y="10528"/>
                  </a:lnTo>
                  <a:lnTo>
                    <a:pt x="23622" y="10528"/>
                  </a:lnTo>
                  <a:lnTo>
                    <a:pt x="23787" y="10401"/>
                  </a:lnTo>
                  <a:lnTo>
                    <a:pt x="23812" y="10274"/>
                  </a:lnTo>
                  <a:lnTo>
                    <a:pt x="24117" y="10274"/>
                  </a:lnTo>
                  <a:close/>
                </a:path>
                <a:path w="38735" h="29844">
                  <a:moveTo>
                    <a:pt x="24168" y="17005"/>
                  </a:moveTo>
                  <a:lnTo>
                    <a:pt x="24117" y="16878"/>
                  </a:lnTo>
                  <a:lnTo>
                    <a:pt x="23329" y="16878"/>
                  </a:lnTo>
                  <a:lnTo>
                    <a:pt x="23139" y="17005"/>
                  </a:lnTo>
                  <a:lnTo>
                    <a:pt x="24168" y="17005"/>
                  </a:lnTo>
                  <a:close/>
                </a:path>
                <a:path w="38735" h="29844">
                  <a:moveTo>
                    <a:pt x="24168" y="14973"/>
                  </a:moveTo>
                  <a:lnTo>
                    <a:pt x="24155" y="14846"/>
                  </a:lnTo>
                  <a:lnTo>
                    <a:pt x="23228" y="14846"/>
                  </a:lnTo>
                  <a:lnTo>
                    <a:pt x="23228" y="14973"/>
                  </a:lnTo>
                  <a:lnTo>
                    <a:pt x="24168" y="14973"/>
                  </a:lnTo>
                  <a:close/>
                </a:path>
                <a:path w="38735" h="29844">
                  <a:moveTo>
                    <a:pt x="24218" y="10528"/>
                  </a:moveTo>
                  <a:lnTo>
                    <a:pt x="23622" y="10528"/>
                  </a:lnTo>
                  <a:lnTo>
                    <a:pt x="23710" y="10655"/>
                  </a:lnTo>
                  <a:lnTo>
                    <a:pt x="24218" y="10655"/>
                  </a:lnTo>
                  <a:lnTo>
                    <a:pt x="24218" y="10528"/>
                  </a:lnTo>
                  <a:close/>
                </a:path>
                <a:path w="38735" h="29844">
                  <a:moveTo>
                    <a:pt x="24257" y="9131"/>
                  </a:moveTo>
                  <a:lnTo>
                    <a:pt x="23926" y="9385"/>
                  </a:lnTo>
                  <a:lnTo>
                    <a:pt x="24104" y="9385"/>
                  </a:lnTo>
                  <a:lnTo>
                    <a:pt x="24257" y="9131"/>
                  </a:lnTo>
                  <a:close/>
                </a:path>
                <a:path w="38735" h="29844">
                  <a:moveTo>
                    <a:pt x="24333" y="22085"/>
                  </a:moveTo>
                  <a:lnTo>
                    <a:pt x="22682" y="22085"/>
                  </a:lnTo>
                  <a:lnTo>
                    <a:pt x="22529" y="22212"/>
                  </a:lnTo>
                  <a:lnTo>
                    <a:pt x="22428" y="22339"/>
                  </a:lnTo>
                  <a:lnTo>
                    <a:pt x="20497" y="22339"/>
                  </a:lnTo>
                  <a:lnTo>
                    <a:pt x="19126" y="22212"/>
                  </a:lnTo>
                  <a:lnTo>
                    <a:pt x="16649" y="22212"/>
                  </a:lnTo>
                  <a:lnTo>
                    <a:pt x="16611" y="22339"/>
                  </a:lnTo>
                  <a:lnTo>
                    <a:pt x="15913" y="22466"/>
                  </a:lnTo>
                  <a:lnTo>
                    <a:pt x="15836" y="22212"/>
                  </a:lnTo>
                  <a:lnTo>
                    <a:pt x="15125" y="22212"/>
                  </a:lnTo>
                  <a:lnTo>
                    <a:pt x="15074" y="22466"/>
                  </a:lnTo>
                  <a:lnTo>
                    <a:pt x="14998" y="22212"/>
                  </a:lnTo>
                  <a:lnTo>
                    <a:pt x="15125" y="22212"/>
                  </a:lnTo>
                  <a:lnTo>
                    <a:pt x="15201" y="22085"/>
                  </a:lnTo>
                  <a:lnTo>
                    <a:pt x="14998" y="22085"/>
                  </a:lnTo>
                  <a:lnTo>
                    <a:pt x="14986" y="20688"/>
                  </a:lnTo>
                  <a:lnTo>
                    <a:pt x="14693" y="20688"/>
                  </a:lnTo>
                  <a:lnTo>
                    <a:pt x="14732" y="21450"/>
                  </a:lnTo>
                  <a:lnTo>
                    <a:pt x="14859" y="22212"/>
                  </a:lnTo>
                  <a:lnTo>
                    <a:pt x="14262" y="22212"/>
                  </a:lnTo>
                  <a:lnTo>
                    <a:pt x="14173" y="21831"/>
                  </a:lnTo>
                  <a:lnTo>
                    <a:pt x="14325" y="21704"/>
                  </a:lnTo>
                  <a:lnTo>
                    <a:pt x="14274" y="22085"/>
                  </a:lnTo>
                  <a:lnTo>
                    <a:pt x="14643" y="22085"/>
                  </a:lnTo>
                  <a:lnTo>
                    <a:pt x="14605" y="21450"/>
                  </a:lnTo>
                  <a:lnTo>
                    <a:pt x="14579" y="20942"/>
                  </a:lnTo>
                  <a:lnTo>
                    <a:pt x="14490" y="20561"/>
                  </a:lnTo>
                  <a:lnTo>
                    <a:pt x="14452" y="20307"/>
                  </a:lnTo>
                  <a:lnTo>
                    <a:pt x="14160" y="20307"/>
                  </a:lnTo>
                  <a:lnTo>
                    <a:pt x="14160" y="21577"/>
                  </a:lnTo>
                  <a:lnTo>
                    <a:pt x="14160" y="21704"/>
                  </a:lnTo>
                  <a:lnTo>
                    <a:pt x="14033" y="21577"/>
                  </a:lnTo>
                  <a:lnTo>
                    <a:pt x="14160" y="21577"/>
                  </a:lnTo>
                  <a:lnTo>
                    <a:pt x="14160" y="20307"/>
                  </a:lnTo>
                  <a:lnTo>
                    <a:pt x="14109" y="20561"/>
                  </a:lnTo>
                  <a:lnTo>
                    <a:pt x="14020" y="20815"/>
                  </a:lnTo>
                  <a:lnTo>
                    <a:pt x="13970" y="21323"/>
                  </a:lnTo>
                  <a:lnTo>
                    <a:pt x="13970" y="21551"/>
                  </a:lnTo>
                  <a:lnTo>
                    <a:pt x="13817" y="21450"/>
                  </a:lnTo>
                  <a:lnTo>
                    <a:pt x="13703" y="20815"/>
                  </a:lnTo>
                  <a:lnTo>
                    <a:pt x="14020" y="20815"/>
                  </a:lnTo>
                  <a:lnTo>
                    <a:pt x="14033" y="20688"/>
                  </a:lnTo>
                  <a:lnTo>
                    <a:pt x="13995" y="20561"/>
                  </a:lnTo>
                  <a:lnTo>
                    <a:pt x="14109" y="20307"/>
                  </a:lnTo>
                  <a:lnTo>
                    <a:pt x="14058" y="20434"/>
                  </a:lnTo>
                  <a:lnTo>
                    <a:pt x="13881" y="20535"/>
                  </a:lnTo>
                  <a:lnTo>
                    <a:pt x="13855" y="20307"/>
                  </a:lnTo>
                  <a:lnTo>
                    <a:pt x="13817" y="20053"/>
                  </a:lnTo>
                  <a:lnTo>
                    <a:pt x="13868" y="20180"/>
                  </a:lnTo>
                  <a:lnTo>
                    <a:pt x="14439" y="20180"/>
                  </a:lnTo>
                  <a:lnTo>
                    <a:pt x="14427" y="20053"/>
                  </a:lnTo>
                  <a:lnTo>
                    <a:pt x="14414" y="19926"/>
                  </a:lnTo>
                  <a:lnTo>
                    <a:pt x="14287" y="19926"/>
                  </a:lnTo>
                  <a:lnTo>
                    <a:pt x="14236" y="19672"/>
                  </a:lnTo>
                  <a:lnTo>
                    <a:pt x="14097" y="19418"/>
                  </a:lnTo>
                  <a:lnTo>
                    <a:pt x="14008" y="19291"/>
                  </a:lnTo>
                  <a:lnTo>
                    <a:pt x="13919" y="18910"/>
                  </a:lnTo>
                  <a:lnTo>
                    <a:pt x="14097" y="18783"/>
                  </a:lnTo>
                  <a:lnTo>
                    <a:pt x="14033" y="18529"/>
                  </a:lnTo>
                  <a:lnTo>
                    <a:pt x="14820" y="18529"/>
                  </a:lnTo>
                  <a:lnTo>
                    <a:pt x="14846" y="18275"/>
                  </a:lnTo>
                  <a:lnTo>
                    <a:pt x="15151" y="18148"/>
                  </a:lnTo>
                  <a:lnTo>
                    <a:pt x="15278" y="18148"/>
                  </a:lnTo>
                  <a:lnTo>
                    <a:pt x="15341" y="17767"/>
                  </a:lnTo>
                  <a:lnTo>
                    <a:pt x="14605" y="17767"/>
                  </a:lnTo>
                  <a:lnTo>
                    <a:pt x="14605" y="18402"/>
                  </a:lnTo>
                  <a:lnTo>
                    <a:pt x="14376" y="18402"/>
                  </a:lnTo>
                  <a:lnTo>
                    <a:pt x="14478" y="18148"/>
                  </a:lnTo>
                  <a:lnTo>
                    <a:pt x="14605" y="18402"/>
                  </a:lnTo>
                  <a:lnTo>
                    <a:pt x="14605" y="17767"/>
                  </a:lnTo>
                  <a:lnTo>
                    <a:pt x="13754" y="17767"/>
                  </a:lnTo>
                  <a:lnTo>
                    <a:pt x="13779" y="18148"/>
                  </a:lnTo>
                  <a:lnTo>
                    <a:pt x="13589" y="18148"/>
                  </a:lnTo>
                  <a:lnTo>
                    <a:pt x="13525" y="17894"/>
                  </a:lnTo>
                  <a:lnTo>
                    <a:pt x="13500" y="17767"/>
                  </a:lnTo>
                  <a:lnTo>
                    <a:pt x="13741" y="17767"/>
                  </a:lnTo>
                  <a:lnTo>
                    <a:pt x="13741" y="17640"/>
                  </a:lnTo>
                  <a:lnTo>
                    <a:pt x="15862" y="17640"/>
                  </a:lnTo>
                  <a:lnTo>
                    <a:pt x="16116" y="17513"/>
                  </a:lnTo>
                  <a:lnTo>
                    <a:pt x="16230" y="17386"/>
                  </a:lnTo>
                  <a:lnTo>
                    <a:pt x="16383" y="17259"/>
                  </a:lnTo>
                  <a:lnTo>
                    <a:pt x="16484" y="17132"/>
                  </a:lnTo>
                  <a:lnTo>
                    <a:pt x="16598" y="17005"/>
                  </a:lnTo>
                  <a:lnTo>
                    <a:pt x="16725" y="17513"/>
                  </a:lnTo>
                  <a:lnTo>
                    <a:pt x="17068" y="17513"/>
                  </a:lnTo>
                  <a:lnTo>
                    <a:pt x="17106" y="17005"/>
                  </a:lnTo>
                  <a:lnTo>
                    <a:pt x="17119" y="16878"/>
                  </a:lnTo>
                  <a:lnTo>
                    <a:pt x="17322" y="16751"/>
                  </a:lnTo>
                  <a:lnTo>
                    <a:pt x="17284" y="16624"/>
                  </a:lnTo>
                  <a:lnTo>
                    <a:pt x="17183" y="16497"/>
                  </a:lnTo>
                  <a:lnTo>
                    <a:pt x="17094" y="16370"/>
                  </a:lnTo>
                  <a:lnTo>
                    <a:pt x="16764" y="16370"/>
                  </a:lnTo>
                  <a:lnTo>
                    <a:pt x="16687" y="16243"/>
                  </a:lnTo>
                  <a:lnTo>
                    <a:pt x="10375" y="16243"/>
                  </a:lnTo>
                  <a:lnTo>
                    <a:pt x="10452" y="16497"/>
                  </a:lnTo>
                  <a:lnTo>
                    <a:pt x="10566" y="16878"/>
                  </a:lnTo>
                  <a:lnTo>
                    <a:pt x="10655" y="17640"/>
                  </a:lnTo>
                  <a:lnTo>
                    <a:pt x="10414" y="17767"/>
                  </a:lnTo>
                  <a:lnTo>
                    <a:pt x="9944" y="17894"/>
                  </a:lnTo>
                  <a:lnTo>
                    <a:pt x="9194" y="18148"/>
                  </a:lnTo>
                  <a:lnTo>
                    <a:pt x="9271" y="18910"/>
                  </a:lnTo>
                  <a:lnTo>
                    <a:pt x="9753" y="19037"/>
                  </a:lnTo>
                  <a:lnTo>
                    <a:pt x="9766" y="18275"/>
                  </a:lnTo>
                  <a:lnTo>
                    <a:pt x="9931" y="18148"/>
                  </a:lnTo>
                  <a:lnTo>
                    <a:pt x="10248" y="18148"/>
                  </a:lnTo>
                  <a:lnTo>
                    <a:pt x="10477" y="17894"/>
                  </a:lnTo>
                  <a:lnTo>
                    <a:pt x="11366" y="18148"/>
                  </a:lnTo>
                  <a:lnTo>
                    <a:pt x="11061" y="18148"/>
                  </a:lnTo>
                  <a:lnTo>
                    <a:pt x="11099" y="18402"/>
                  </a:lnTo>
                  <a:lnTo>
                    <a:pt x="10731" y="18402"/>
                  </a:lnTo>
                  <a:lnTo>
                    <a:pt x="10629" y="18783"/>
                  </a:lnTo>
                  <a:lnTo>
                    <a:pt x="10566" y="18529"/>
                  </a:lnTo>
                  <a:lnTo>
                    <a:pt x="10363" y="18529"/>
                  </a:lnTo>
                  <a:lnTo>
                    <a:pt x="10248" y="19037"/>
                  </a:lnTo>
                  <a:lnTo>
                    <a:pt x="10172" y="19164"/>
                  </a:lnTo>
                  <a:lnTo>
                    <a:pt x="10109" y="19291"/>
                  </a:lnTo>
                  <a:lnTo>
                    <a:pt x="10236" y="19291"/>
                  </a:lnTo>
                  <a:lnTo>
                    <a:pt x="10350" y="19418"/>
                  </a:lnTo>
                  <a:lnTo>
                    <a:pt x="10477" y="19418"/>
                  </a:lnTo>
                  <a:lnTo>
                    <a:pt x="10477" y="19570"/>
                  </a:lnTo>
                  <a:lnTo>
                    <a:pt x="10680" y="19672"/>
                  </a:lnTo>
                  <a:lnTo>
                    <a:pt x="10807" y="22212"/>
                  </a:lnTo>
                  <a:lnTo>
                    <a:pt x="10871" y="22339"/>
                  </a:lnTo>
                  <a:lnTo>
                    <a:pt x="10947" y="23101"/>
                  </a:lnTo>
                  <a:lnTo>
                    <a:pt x="10477" y="23355"/>
                  </a:lnTo>
                  <a:lnTo>
                    <a:pt x="10566" y="23609"/>
                  </a:lnTo>
                  <a:lnTo>
                    <a:pt x="10655" y="23863"/>
                  </a:lnTo>
                  <a:lnTo>
                    <a:pt x="10744" y="24117"/>
                  </a:lnTo>
                  <a:lnTo>
                    <a:pt x="11214" y="24117"/>
                  </a:lnTo>
                  <a:lnTo>
                    <a:pt x="11264" y="24498"/>
                  </a:lnTo>
                  <a:lnTo>
                    <a:pt x="11442" y="24371"/>
                  </a:lnTo>
                  <a:lnTo>
                    <a:pt x="12103" y="24244"/>
                  </a:lnTo>
                  <a:lnTo>
                    <a:pt x="11785" y="24371"/>
                  </a:lnTo>
                  <a:lnTo>
                    <a:pt x="11582" y="24498"/>
                  </a:lnTo>
                  <a:lnTo>
                    <a:pt x="11633" y="25006"/>
                  </a:lnTo>
                  <a:lnTo>
                    <a:pt x="16471" y="25006"/>
                  </a:lnTo>
                  <a:lnTo>
                    <a:pt x="16471" y="24879"/>
                  </a:lnTo>
                  <a:lnTo>
                    <a:pt x="16662" y="24879"/>
                  </a:lnTo>
                  <a:lnTo>
                    <a:pt x="16929" y="24625"/>
                  </a:lnTo>
                  <a:lnTo>
                    <a:pt x="17284" y="24625"/>
                  </a:lnTo>
                  <a:lnTo>
                    <a:pt x="17170" y="24371"/>
                  </a:lnTo>
                  <a:lnTo>
                    <a:pt x="16624" y="24371"/>
                  </a:lnTo>
                  <a:lnTo>
                    <a:pt x="16802" y="24244"/>
                  </a:lnTo>
                  <a:lnTo>
                    <a:pt x="17246" y="24244"/>
                  </a:lnTo>
                  <a:lnTo>
                    <a:pt x="17322" y="24117"/>
                  </a:lnTo>
                  <a:lnTo>
                    <a:pt x="17068" y="23863"/>
                  </a:lnTo>
                  <a:lnTo>
                    <a:pt x="16992" y="23736"/>
                  </a:lnTo>
                  <a:lnTo>
                    <a:pt x="16357" y="23990"/>
                  </a:lnTo>
                  <a:lnTo>
                    <a:pt x="16217" y="23863"/>
                  </a:lnTo>
                  <a:lnTo>
                    <a:pt x="16827" y="23736"/>
                  </a:lnTo>
                  <a:lnTo>
                    <a:pt x="16992" y="23609"/>
                  </a:lnTo>
                  <a:lnTo>
                    <a:pt x="17627" y="23609"/>
                  </a:lnTo>
                  <a:lnTo>
                    <a:pt x="18643" y="23482"/>
                  </a:lnTo>
                  <a:lnTo>
                    <a:pt x="18986" y="23355"/>
                  </a:lnTo>
                  <a:lnTo>
                    <a:pt x="17640" y="23228"/>
                  </a:lnTo>
                  <a:lnTo>
                    <a:pt x="13398" y="23228"/>
                  </a:lnTo>
                  <a:lnTo>
                    <a:pt x="11442" y="23609"/>
                  </a:lnTo>
                  <a:lnTo>
                    <a:pt x="11341" y="23863"/>
                  </a:lnTo>
                  <a:lnTo>
                    <a:pt x="11150" y="23736"/>
                  </a:lnTo>
                  <a:lnTo>
                    <a:pt x="10883" y="23736"/>
                  </a:lnTo>
                  <a:lnTo>
                    <a:pt x="10947" y="23355"/>
                  </a:lnTo>
                  <a:lnTo>
                    <a:pt x="11912" y="23355"/>
                  </a:lnTo>
                  <a:lnTo>
                    <a:pt x="11963" y="23228"/>
                  </a:lnTo>
                  <a:lnTo>
                    <a:pt x="12242" y="23101"/>
                  </a:lnTo>
                  <a:lnTo>
                    <a:pt x="12941" y="23101"/>
                  </a:lnTo>
                  <a:lnTo>
                    <a:pt x="14160" y="22974"/>
                  </a:lnTo>
                  <a:lnTo>
                    <a:pt x="14300" y="22847"/>
                  </a:lnTo>
                  <a:lnTo>
                    <a:pt x="14732" y="22847"/>
                  </a:lnTo>
                  <a:lnTo>
                    <a:pt x="14770" y="22593"/>
                  </a:lnTo>
                  <a:lnTo>
                    <a:pt x="15519" y="22593"/>
                  </a:lnTo>
                  <a:lnTo>
                    <a:pt x="14859" y="22974"/>
                  </a:lnTo>
                  <a:lnTo>
                    <a:pt x="15354" y="22974"/>
                  </a:lnTo>
                  <a:lnTo>
                    <a:pt x="15506" y="22847"/>
                  </a:lnTo>
                  <a:lnTo>
                    <a:pt x="15468" y="23101"/>
                  </a:lnTo>
                  <a:lnTo>
                    <a:pt x="15849" y="22847"/>
                  </a:lnTo>
                  <a:lnTo>
                    <a:pt x="16065" y="22593"/>
                  </a:lnTo>
                  <a:lnTo>
                    <a:pt x="16217" y="22593"/>
                  </a:lnTo>
                  <a:lnTo>
                    <a:pt x="16383" y="22847"/>
                  </a:lnTo>
                  <a:lnTo>
                    <a:pt x="16852" y="22847"/>
                  </a:lnTo>
                  <a:lnTo>
                    <a:pt x="17030" y="22593"/>
                  </a:lnTo>
                  <a:lnTo>
                    <a:pt x="17119" y="22466"/>
                  </a:lnTo>
                  <a:lnTo>
                    <a:pt x="17640" y="22466"/>
                  </a:lnTo>
                  <a:lnTo>
                    <a:pt x="17500" y="22593"/>
                  </a:lnTo>
                  <a:lnTo>
                    <a:pt x="20154" y="22466"/>
                  </a:lnTo>
                  <a:lnTo>
                    <a:pt x="20078" y="22593"/>
                  </a:lnTo>
                  <a:lnTo>
                    <a:pt x="24091" y="22593"/>
                  </a:lnTo>
                  <a:lnTo>
                    <a:pt x="23964" y="22466"/>
                  </a:lnTo>
                  <a:lnTo>
                    <a:pt x="23850" y="22339"/>
                  </a:lnTo>
                  <a:lnTo>
                    <a:pt x="23050" y="22339"/>
                  </a:lnTo>
                  <a:lnTo>
                    <a:pt x="22771" y="22212"/>
                  </a:lnTo>
                  <a:lnTo>
                    <a:pt x="24320" y="22212"/>
                  </a:lnTo>
                  <a:lnTo>
                    <a:pt x="24333" y="22085"/>
                  </a:lnTo>
                  <a:close/>
                </a:path>
                <a:path w="38735" h="29844">
                  <a:moveTo>
                    <a:pt x="24345" y="13449"/>
                  </a:moveTo>
                  <a:lnTo>
                    <a:pt x="23977" y="13322"/>
                  </a:lnTo>
                  <a:lnTo>
                    <a:pt x="23571" y="13322"/>
                  </a:lnTo>
                  <a:lnTo>
                    <a:pt x="23469" y="13195"/>
                  </a:lnTo>
                  <a:lnTo>
                    <a:pt x="23050" y="13068"/>
                  </a:lnTo>
                  <a:lnTo>
                    <a:pt x="22948" y="12941"/>
                  </a:lnTo>
                  <a:lnTo>
                    <a:pt x="22872" y="13068"/>
                  </a:lnTo>
                  <a:lnTo>
                    <a:pt x="22809" y="13195"/>
                  </a:lnTo>
                  <a:lnTo>
                    <a:pt x="22542" y="13322"/>
                  </a:lnTo>
                  <a:lnTo>
                    <a:pt x="22390" y="13322"/>
                  </a:lnTo>
                  <a:lnTo>
                    <a:pt x="22644" y="13449"/>
                  </a:lnTo>
                  <a:lnTo>
                    <a:pt x="24345" y="13449"/>
                  </a:lnTo>
                  <a:close/>
                </a:path>
                <a:path w="38735" h="29844">
                  <a:moveTo>
                    <a:pt x="24409" y="9512"/>
                  </a:moveTo>
                  <a:lnTo>
                    <a:pt x="24104" y="9385"/>
                  </a:lnTo>
                  <a:lnTo>
                    <a:pt x="24180" y="9512"/>
                  </a:lnTo>
                  <a:lnTo>
                    <a:pt x="24282" y="9639"/>
                  </a:lnTo>
                  <a:lnTo>
                    <a:pt x="24384" y="9766"/>
                  </a:lnTo>
                  <a:lnTo>
                    <a:pt x="24409" y="9512"/>
                  </a:lnTo>
                  <a:close/>
                </a:path>
                <a:path w="38735" h="29844">
                  <a:moveTo>
                    <a:pt x="24472" y="10401"/>
                  </a:moveTo>
                  <a:lnTo>
                    <a:pt x="24218" y="10274"/>
                  </a:lnTo>
                  <a:lnTo>
                    <a:pt x="24218" y="10528"/>
                  </a:lnTo>
                  <a:lnTo>
                    <a:pt x="24460" y="10528"/>
                  </a:lnTo>
                  <a:lnTo>
                    <a:pt x="24472" y="10401"/>
                  </a:lnTo>
                  <a:close/>
                </a:path>
                <a:path w="38735" h="29844">
                  <a:moveTo>
                    <a:pt x="24498" y="17132"/>
                  </a:moveTo>
                  <a:lnTo>
                    <a:pt x="24434" y="17005"/>
                  </a:lnTo>
                  <a:lnTo>
                    <a:pt x="24168" y="17005"/>
                  </a:lnTo>
                  <a:lnTo>
                    <a:pt x="24218" y="17132"/>
                  </a:lnTo>
                  <a:lnTo>
                    <a:pt x="24498" y="17132"/>
                  </a:lnTo>
                  <a:close/>
                </a:path>
                <a:path w="38735" h="29844">
                  <a:moveTo>
                    <a:pt x="24612" y="16116"/>
                  </a:moveTo>
                  <a:lnTo>
                    <a:pt x="23774" y="16116"/>
                  </a:lnTo>
                  <a:lnTo>
                    <a:pt x="23799" y="16243"/>
                  </a:lnTo>
                  <a:lnTo>
                    <a:pt x="24612" y="16243"/>
                  </a:lnTo>
                  <a:lnTo>
                    <a:pt x="24612" y="16116"/>
                  </a:lnTo>
                  <a:close/>
                </a:path>
                <a:path w="38735" h="29844">
                  <a:moveTo>
                    <a:pt x="24625" y="15735"/>
                  </a:moveTo>
                  <a:lnTo>
                    <a:pt x="24142" y="15735"/>
                  </a:lnTo>
                  <a:lnTo>
                    <a:pt x="24028" y="15989"/>
                  </a:lnTo>
                  <a:lnTo>
                    <a:pt x="24612" y="15989"/>
                  </a:lnTo>
                  <a:lnTo>
                    <a:pt x="24625" y="15735"/>
                  </a:lnTo>
                  <a:close/>
                </a:path>
                <a:path w="38735" h="29844">
                  <a:moveTo>
                    <a:pt x="24625" y="8369"/>
                  </a:moveTo>
                  <a:lnTo>
                    <a:pt x="24612" y="8242"/>
                  </a:lnTo>
                  <a:lnTo>
                    <a:pt x="18554" y="8242"/>
                  </a:lnTo>
                  <a:lnTo>
                    <a:pt x="18529" y="8369"/>
                  </a:lnTo>
                  <a:lnTo>
                    <a:pt x="24625" y="8369"/>
                  </a:lnTo>
                  <a:close/>
                </a:path>
                <a:path w="38735" h="29844">
                  <a:moveTo>
                    <a:pt x="24650" y="12179"/>
                  </a:moveTo>
                  <a:lnTo>
                    <a:pt x="23139" y="12179"/>
                  </a:lnTo>
                  <a:lnTo>
                    <a:pt x="23164" y="12306"/>
                  </a:lnTo>
                  <a:lnTo>
                    <a:pt x="23761" y="12306"/>
                  </a:lnTo>
                  <a:lnTo>
                    <a:pt x="24599" y="12306"/>
                  </a:lnTo>
                  <a:lnTo>
                    <a:pt x="24650" y="12179"/>
                  </a:lnTo>
                  <a:close/>
                </a:path>
                <a:path w="38735" h="29844">
                  <a:moveTo>
                    <a:pt x="24663" y="7861"/>
                  </a:moveTo>
                  <a:lnTo>
                    <a:pt x="24066" y="7861"/>
                  </a:lnTo>
                  <a:lnTo>
                    <a:pt x="24218" y="7442"/>
                  </a:lnTo>
                  <a:lnTo>
                    <a:pt x="23901" y="7861"/>
                  </a:lnTo>
                  <a:lnTo>
                    <a:pt x="21513" y="7861"/>
                  </a:lnTo>
                  <a:lnTo>
                    <a:pt x="18592" y="7861"/>
                  </a:lnTo>
                  <a:lnTo>
                    <a:pt x="18580" y="7988"/>
                  </a:lnTo>
                  <a:lnTo>
                    <a:pt x="24625" y="7988"/>
                  </a:lnTo>
                  <a:lnTo>
                    <a:pt x="24663" y="7861"/>
                  </a:lnTo>
                  <a:close/>
                </a:path>
                <a:path w="38735" h="29844">
                  <a:moveTo>
                    <a:pt x="24701" y="13957"/>
                  </a:moveTo>
                  <a:lnTo>
                    <a:pt x="24523" y="13957"/>
                  </a:lnTo>
                  <a:lnTo>
                    <a:pt x="24180" y="13830"/>
                  </a:lnTo>
                  <a:lnTo>
                    <a:pt x="23914" y="13830"/>
                  </a:lnTo>
                  <a:lnTo>
                    <a:pt x="24003" y="13957"/>
                  </a:lnTo>
                  <a:lnTo>
                    <a:pt x="22936" y="13957"/>
                  </a:lnTo>
                  <a:lnTo>
                    <a:pt x="22999" y="14211"/>
                  </a:lnTo>
                  <a:lnTo>
                    <a:pt x="24688" y="14211"/>
                  </a:lnTo>
                  <a:lnTo>
                    <a:pt x="24701" y="13957"/>
                  </a:lnTo>
                  <a:close/>
                </a:path>
                <a:path w="38735" h="29844">
                  <a:moveTo>
                    <a:pt x="24803" y="8750"/>
                  </a:moveTo>
                  <a:lnTo>
                    <a:pt x="24536" y="8623"/>
                  </a:lnTo>
                  <a:lnTo>
                    <a:pt x="24371" y="8496"/>
                  </a:lnTo>
                  <a:lnTo>
                    <a:pt x="24295" y="8623"/>
                  </a:lnTo>
                  <a:lnTo>
                    <a:pt x="24206" y="9004"/>
                  </a:lnTo>
                  <a:lnTo>
                    <a:pt x="24549" y="9004"/>
                  </a:lnTo>
                  <a:lnTo>
                    <a:pt x="24739" y="9131"/>
                  </a:lnTo>
                  <a:lnTo>
                    <a:pt x="24803" y="8750"/>
                  </a:lnTo>
                  <a:close/>
                </a:path>
                <a:path w="38735" h="29844">
                  <a:moveTo>
                    <a:pt x="24853" y="17386"/>
                  </a:moveTo>
                  <a:lnTo>
                    <a:pt x="24676" y="17259"/>
                  </a:lnTo>
                  <a:lnTo>
                    <a:pt x="24028" y="17259"/>
                  </a:lnTo>
                  <a:lnTo>
                    <a:pt x="24015" y="17386"/>
                  </a:lnTo>
                  <a:lnTo>
                    <a:pt x="24853" y="17386"/>
                  </a:lnTo>
                  <a:close/>
                </a:path>
                <a:path w="38735" h="29844">
                  <a:moveTo>
                    <a:pt x="24853" y="7607"/>
                  </a:moveTo>
                  <a:lnTo>
                    <a:pt x="24714" y="7734"/>
                  </a:lnTo>
                  <a:lnTo>
                    <a:pt x="24663" y="7861"/>
                  </a:lnTo>
                  <a:lnTo>
                    <a:pt x="24853" y="7861"/>
                  </a:lnTo>
                  <a:lnTo>
                    <a:pt x="24853" y="7607"/>
                  </a:lnTo>
                  <a:close/>
                </a:path>
                <a:path w="38735" h="29844">
                  <a:moveTo>
                    <a:pt x="24879" y="17132"/>
                  </a:moveTo>
                  <a:lnTo>
                    <a:pt x="24498" y="17132"/>
                  </a:lnTo>
                  <a:lnTo>
                    <a:pt x="24676" y="17259"/>
                  </a:lnTo>
                  <a:lnTo>
                    <a:pt x="24866" y="17259"/>
                  </a:lnTo>
                  <a:lnTo>
                    <a:pt x="24879" y="17132"/>
                  </a:lnTo>
                  <a:close/>
                </a:path>
                <a:path w="38735" h="29844">
                  <a:moveTo>
                    <a:pt x="24892" y="16624"/>
                  </a:moveTo>
                  <a:lnTo>
                    <a:pt x="24866" y="16497"/>
                  </a:lnTo>
                  <a:lnTo>
                    <a:pt x="23837" y="16497"/>
                  </a:lnTo>
                  <a:lnTo>
                    <a:pt x="23736" y="16624"/>
                  </a:lnTo>
                  <a:lnTo>
                    <a:pt x="24892" y="16624"/>
                  </a:lnTo>
                  <a:close/>
                </a:path>
                <a:path w="38735" h="29844">
                  <a:moveTo>
                    <a:pt x="24955" y="7353"/>
                  </a:moveTo>
                  <a:lnTo>
                    <a:pt x="24815" y="7353"/>
                  </a:lnTo>
                  <a:lnTo>
                    <a:pt x="24803" y="7480"/>
                  </a:lnTo>
                  <a:lnTo>
                    <a:pt x="24955" y="7353"/>
                  </a:lnTo>
                  <a:close/>
                </a:path>
                <a:path w="38735" h="29844">
                  <a:moveTo>
                    <a:pt x="24980" y="14338"/>
                  </a:moveTo>
                  <a:lnTo>
                    <a:pt x="24955" y="14211"/>
                  </a:lnTo>
                  <a:lnTo>
                    <a:pt x="24688" y="14211"/>
                  </a:lnTo>
                  <a:lnTo>
                    <a:pt x="24688" y="14338"/>
                  </a:lnTo>
                  <a:lnTo>
                    <a:pt x="24384" y="14338"/>
                  </a:lnTo>
                  <a:lnTo>
                    <a:pt x="24269" y="14592"/>
                  </a:lnTo>
                  <a:lnTo>
                    <a:pt x="24155" y="14846"/>
                  </a:lnTo>
                  <a:lnTo>
                    <a:pt x="24739" y="14846"/>
                  </a:lnTo>
                  <a:lnTo>
                    <a:pt x="24739" y="14338"/>
                  </a:lnTo>
                  <a:lnTo>
                    <a:pt x="24980" y="14338"/>
                  </a:lnTo>
                  <a:close/>
                </a:path>
                <a:path w="38735" h="29844">
                  <a:moveTo>
                    <a:pt x="24980" y="7099"/>
                  </a:moveTo>
                  <a:lnTo>
                    <a:pt x="21336" y="7099"/>
                  </a:lnTo>
                  <a:lnTo>
                    <a:pt x="21437" y="6667"/>
                  </a:lnTo>
                  <a:lnTo>
                    <a:pt x="21297" y="6515"/>
                  </a:lnTo>
                  <a:lnTo>
                    <a:pt x="21170" y="6515"/>
                  </a:lnTo>
                  <a:lnTo>
                    <a:pt x="21094" y="6807"/>
                  </a:lnTo>
                  <a:lnTo>
                    <a:pt x="21132" y="7099"/>
                  </a:lnTo>
                  <a:lnTo>
                    <a:pt x="18630" y="7099"/>
                  </a:lnTo>
                  <a:lnTo>
                    <a:pt x="18618" y="7353"/>
                  </a:lnTo>
                  <a:lnTo>
                    <a:pt x="21145" y="7353"/>
                  </a:lnTo>
                  <a:lnTo>
                    <a:pt x="21056" y="7683"/>
                  </a:lnTo>
                  <a:lnTo>
                    <a:pt x="21386" y="7353"/>
                  </a:lnTo>
                  <a:lnTo>
                    <a:pt x="24815" y="7353"/>
                  </a:lnTo>
                  <a:lnTo>
                    <a:pt x="24841" y="7226"/>
                  </a:lnTo>
                  <a:lnTo>
                    <a:pt x="24980" y="7099"/>
                  </a:lnTo>
                  <a:close/>
                </a:path>
                <a:path w="38735" h="29844">
                  <a:moveTo>
                    <a:pt x="24993" y="10782"/>
                  </a:moveTo>
                  <a:lnTo>
                    <a:pt x="24841" y="10909"/>
                  </a:lnTo>
                  <a:lnTo>
                    <a:pt x="24739" y="11036"/>
                  </a:lnTo>
                  <a:lnTo>
                    <a:pt x="24993" y="10909"/>
                  </a:lnTo>
                  <a:lnTo>
                    <a:pt x="24993" y="10782"/>
                  </a:lnTo>
                  <a:close/>
                </a:path>
                <a:path w="38735" h="29844">
                  <a:moveTo>
                    <a:pt x="25069" y="15354"/>
                  </a:moveTo>
                  <a:lnTo>
                    <a:pt x="24739" y="15227"/>
                  </a:lnTo>
                  <a:lnTo>
                    <a:pt x="24739" y="14973"/>
                  </a:lnTo>
                  <a:lnTo>
                    <a:pt x="24168" y="14973"/>
                  </a:lnTo>
                  <a:lnTo>
                    <a:pt x="24206" y="15481"/>
                  </a:lnTo>
                  <a:lnTo>
                    <a:pt x="24612" y="15735"/>
                  </a:lnTo>
                  <a:lnTo>
                    <a:pt x="24638" y="15354"/>
                  </a:lnTo>
                  <a:lnTo>
                    <a:pt x="25069" y="15354"/>
                  </a:lnTo>
                  <a:close/>
                </a:path>
                <a:path w="38735" h="29844">
                  <a:moveTo>
                    <a:pt x="25069" y="13449"/>
                  </a:moveTo>
                  <a:lnTo>
                    <a:pt x="25019" y="13195"/>
                  </a:lnTo>
                  <a:lnTo>
                    <a:pt x="24879" y="13195"/>
                  </a:lnTo>
                  <a:lnTo>
                    <a:pt x="24815" y="13322"/>
                  </a:lnTo>
                  <a:lnTo>
                    <a:pt x="24752" y="13449"/>
                  </a:lnTo>
                  <a:lnTo>
                    <a:pt x="25069" y="13449"/>
                  </a:lnTo>
                  <a:close/>
                </a:path>
                <a:path w="38735" h="29844">
                  <a:moveTo>
                    <a:pt x="25120" y="10528"/>
                  </a:moveTo>
                  <a:lnTo>
                    <a:pt x="24866" y="10528"/>
                  </a:lnTo>
                  <a:lnTo>
                    <a:pt x="24460" y="10528"/>
                  </a:lnTo>
                  <a:lnTo>
                    <a:pt x="24460" y="10655"/>
                  </a:lnTo>
                  <a:lnTo>
                    <a:pt x="24777" y="10655"/>
                  </a:lnTo>
                  <a:lnTo>
                    <a:pt x="25019" y="10655"/>
                  </a:lnTo>
                  <a:lnTo>
                    <a:pt x="25120" y="10528"/>
                  </a:lnTo>
                  <a:close/>
                </a:path>
                <a:path w="38735" h="29844">
                  <a:moveTo>
                    <a:pt x="25222" y="17132"/>
                  </a:moveTo>
                  <a:lnTo>
                    <a:pt x="24892" y="17005"/>
                  </a:lnTo>
                  <a:lnTo>
                    <a:pt x="24879" y="17132"/>
                  </a:lnTo>
                  <a:lnTo>
                    <a:pt x="25222" y="17132"/>
                  </a:lnTo>
                  <a:close/>
                </a:path>
                <a:path w="38735" h="29844">
                  <a:moveTo>
                    <a:pt x="25298" y="16878"/>
                  </a:moveTo>
                  <a:lnTo>
                    <a:pt x="24117" y="16878"/>
                  </a:lnTo>
                  <a:lnTo>
                    <a:pt x="24434" y="17005"/>
                  </a:lnTo>
                  <a:lnTo>
                    <a:pt x="24892" y="17005"/>
                  </a:lnTo>
                  <a:lnTo>
                    <a:pt x="25260" y="17005"/>
                  </a:lnTo>
                  <a:lnTo>
                    <a:pt x="25298" y="16878"/>
                  </a:lnTo>
                  <a:close/>
                </a:path>
                <a:path w="38735" h="29844">
                  <a:moveTo>
                    <a:pt x="25349" y="10655"/>
                  </a:moveTo>
                  <a:lnTo>
                    <a:pt x="25019" y="10655"/>
                  </a:lnTo>
                  <a:lnTo>
                    <a:pt x="24930" y="10782"/>
                  </a:lnTo>
                  <a:lnTo>
                    <a:pt x="25120" y="10782"/>
                  </a:lnTo>
                  <a:lnTo>
                    <a:pt x="25349" y="10655"/>
                  </a:lnTo>
                  <a:close/>
                </a:path>
                <a:path w="38735" h="29844">
                  <a:moveTo>
                    <a:pt x="25387" y="8369"/>
                  </a:moveTo>
                  <a:lnTo>
                    <a:pt x="25361" y="8242"/>
                  </a:lnTo>
                  <a:lnTo>
                    <a:pt x="24726" y="8242"/>
                  </a:lnTo>
                  <a:lnTo>
                    <a:pt x="24701" y="8369"/>
                  </a:lnTo>
                  <a:lnTo>
                    <a:pt x="25387" y="8369"/>
                  </a:lnTo>
                  <a:close/>
                </a:path>
                <a:path w="38735" h="29844">
                  <a:moveTo>
                    <a:pt x="25438" y="13449"/>
                  </a:moveTo>
                  <a:lnTo>
                    <a:pt x="25069" y="13449"/>
                  </a:lnTo>
                  <a:lnTo>
                    <a:pt x="25107" y="13576"/>
                  </a:lnTo>
                  <a:lnTo>
                    <a:pt x="22707" y="13576"/>
                  </a:lnTo>
                  <a:lnTo>
                    <a:pt x="22783" y="13703"/>
                  </a:lnTo>
                  <a:lnTo>
                    <a:pt x="22860" y="13830"/>
                  </a:lnTo>
                  <a:lnTo>
                    <a:pt x="23914" y="13830"/>
                  </a:lnTo>
                  <a:lnTo>
                    <a:pt x="23837" y="13703"/>
                  </a:lnTo>
                  <a:lnTo>
                    <a:pt x="24180" y="13830"/>
                  </a:lnTo>
                  <a:lnTo>
                    <a:pt x="25082" y="13830"/>
                  </a:lnTo>
                  <a:lnTo>
                    <a:pt x="25107" y="13703"/>
                  </a:lnTo>
                  <a:lnTo>
                    <a:pt x="25120" y="13576"/>
                  </a:lnTo>
                  <a:lnTo>
                    <a:pt x="25438" y="13449"/>
                  </a:lnTo>
                  <a:close/>
                </a:path>
                <a:path w="38735" h="29844">
                  <a:moveTo>
                    <a:pt x="25476" y="9893"/>
                  </a:moveTo>
                  <a:lnTo>
                    <a:pt x="25450" y="9766"/>
                  </a:lnTo>
                  <a:lnTo>
                    <a:pt x="25323" y="9893"/>
                  </a:lnTo>
                  <a:lnTo>
                    <a:pt x="25285" y="10020"/>
                  </a:lnTo>
                  <a:lnTo>
                    <a:pt x="25476" y="9893"/>
                  </a:lnTo>
                  <a:close/>
                </a:path>
                <a:path w="38735" h="29844">
                  <a:moveTo>
                    <a:pt x="25539" y="15481"/>
                  </a:moveTo>
                  <a:lnTo>
                    <a:pt x="25450" y="15354"/>
                  </a:lnTo>
                  <a:lnTo>
                    <a:pt x="25069" y="15354"/>
                  </a:lnTo>
                  <a:lnTo>
                    <a:pt x="25539" y="15481"/>
                  </a:lnTo>
                  <a:close/>
                </a:path>
                <a:path w="38735" h="29844">
                  <a:moveTo>
                    <a:pt x="25565" y="12560"/>
                  </a:moveTo>
                  <a:lnTo>
                    <a:pt x="24968" y="12484"/>
                  </a:lnTo>
                  <a:lnTo>
                    <a:pt x="25057" y="12306"/>
                  </a:lnTo>
                  <a:lnTo>
                    <a:pt x="24599" y="12306"/>
                  </a:lnTo>
                  <a:lnTo>
                    <a:pt x="23761" y="12306"/>
                  </a:lnTo>
                  <a:lnTo>
                    <a:pt x="23634" y="12560"/>
                  </a:lnTo>
                  <a:lnTo>
                    <a:pt x="24523" y="12560"/>
                  </a:lnTo>
                  <a:lnTo>
                    <a:pt x="24701" y="12560"/>
                  </a:lnTo>
                  <a:lnTo>
                    <a:pt x="24752" y="12687"/>
                  </a:lnTo>
                  <a:lnTo>
                    <a:pt x="24930" y="12560"/>
                  </a:lnTo>
                  <a:lnTo>
                    <a:pt x="25565" y="12560"/>
                  </a:lnTo>
                  <a:close/>
                </a:path>
                <a:path w="38735" h="29844">
                  <a:moveTo>
                    <a:pt x="25577" y="9766"/>
                  </a:moveTo>
                  <a:lnTo>
                    <a:pt x="25450" y="9639"/>
                  </a:lnTo>
                  <a:lnTo>
                    <a:pt x="25323" y="9766"/>
                  </a:lnTo>
                  <a:lnTo>
                    <a:pt x="25450" y="9766"/>
                  </a:lnTo>
                  <a:lnTo>
                    <a:pt x="25577" y="9766"/>
                  </a:lnTo>
                  <a:close/>
                </a:path>
                <a:path w="38735" h="29844">
                  <a:moveTo>
                    <a:pt x="25603" y="8369"/>
                  </a:moveTo>
                  <a:lnTo>
                    <a:pt x="25387" y="8369"/>
                  </a:lnTo>
                  <a:lnTo>
                    <a:pt x="25336" y="9639"/>
                  </a:lnTo>
                  <a:lnTo>
                    <a:pt x="25514" y="9512"/>
                  </a:lnTo>
                  <a:lnTo>
                    <a:pt x="25603" y="8369"/>
                  </a:lnTo>
                  <a:close/>
                </a:path>
                <a:path w="38735" h="29844">
                  <a:moveTo>
                    <a:pt x="25628" y="13576"/>
                  </a:moveTo>
                  <a:lnTo>
                    <a:pt x="25527" y="13449"/>
                  </a:lnTo>
                  <a:lnTo>
                    <a:pt x="25120" y="13576"/>
                  </a:lnTo>
                  <a:lnTo>
                    <a:pt x="25628" y="13576"/>
                  </a:lnTo>
                  <a:close/>
                </a:path>
                <a:path w="38735" h="29844">
                  <a:moveTo>
                    <a:pt x="25704" y="10528"/>
                  </a:moveTo>
                  <a:lnTo>
                    <a:pt x="25349" y="10528"/>
                  </a:lnTo>
                  <a:lnTo>
                    <a:pt x="25349" y="10655"/>
                  </a:lnTo>
                  <a:lnTo>
                    <a:pt x="25552" y="10655"/>
                  </a:lnTo>
                  <a:lnTo>
                    <a:pt x="25704" y="10528"/>
                  </a:lnTo>
                  <a:close/>
                </a:path>
                <a:path w="38735" h="29844">
                  <a:moveTo>
                    <a:pt x="25768" y="9893"/>
                  </a:moveTo>
                  <a:lnTo>
                    <a:pt x="25590" y="10020"/>
                  </a:lnTo>
                  <a:lnTo>
                    <a:pt x="25476" y="10248"/>
                  </a:lnTo>
                  <a:lnTo>
                    <a:pt x="25374" y="10020"/>
                  </a:lnTo>
                  <a:lnTo>
                    <a:pt x="25234" y="10147"/>
                  </a:lnTo>
                  <a:lnTo>
                    <a:pt x="25120" y="10528"/>
                  </a:lnTo>
                  <a:lnTo>
                    <a:pt x="25349" y="10528"/>
                  </a:lnTo>
                  <a:lnTo>
                    <a:pt x="25361" y="10401"/>
                  </a:lnTo>
                  <a:lnTo>
                    <a:pt x="25514" y="10274"/>
                  </a:lnTo>
                  <a:lnTo>
                    <a:pt x="25666" y="10147"/>
                  </a:lnTo>
                  <a:lnTo>
                    <a:pt x="25768" y="9893"/>
                  </a:lnTo>
                  <a:close/>
                </a:path>
                <a:path w="38735" h="29844">
                  <a:moveTo>
                    <a:pt x="25781" y="13322"/>
                  </a:moveTo>
                  <a:lnTo>
                    <a:pt x="25438" y="13449"/>
                  </a:lnTo>
                  <a:lnTo>
                    <a:pt x="25755" y="13449"/>
                  </a:lnTo>
                  <a:lnTo>
                    <a:pt x="25781" y="13322"/>
                  </a:lnTo>
                  <a:close/>
                </a:path>
                <a:path w="38735" h="29844">
                  <a:moveTo>
                    <a:pt x="25831" y="12306"/>
                  </a:moveTo>
                  <a:lnTo>
                    <a:pt x="25590" y="12560"/>
                  </a:lnTo>
                  <a:lnTo>
                    <a:pt x="25742" y="12560"/>
                  </a:lnTo>
                  <a:lnTo>
                    <a:pt x="25831" y="12306"/>
                  </a:lnTo>
                  <a:close/>
                </a:path>
                <a:path w="38735" h="29844">
                  <a:moveTo>
                    <a:pt x="26009" y="9512"/>
                  </a:moveTo>
                  <a:lnTo>
                    <a:pt x="25819" y="9512"/>
                  </a:lnTo>
                  <a:lnTo>
                    <a:pt x="25768" y="9639"/>
                  </a:lnTo>
                  <a:lnTo>
                    <a:pt x="25641" y="9893"/>
                  </a:lnTo>
                  <a:lnTo>
                    <a:pt x="25844" y="9766"/>
                  </a:lnTo>
                  <a:lnTo>
                    <a:pt x="25920" y="9639"/>
                  </a:lnTo>
                  <a:lnTo>
                    <a:pt x="26009" y="9512"/>
                  </a:lnTo>
                  <a:close/>
                </a:path>
                <a:path w="38735" h="29844">
                  <a:moveTo>
                    <a:pt x="26162" y="10858"/>
                  </a:moveTo>
                  <a:close/>
                </a:path>
                <a:path w="38735" h="29844">
                  <a:moveTo>
                    <a:pt x="26174" y="4559"/>
                  </a:moveTo>
                  <a:lnTo>
                    <a:pt x="20015" y="4559"/>
                  </a:lnTo>
                  <a:lnTo>
                    <a:pt x="20027" y="4813"/>
                  </a:lnTo>
                  <a:lnTo>
                    <a:pt x="26136" y="4813"/>
                  </a:lnTo>
                  <a:lnTo>
                    <a:pt x="26174" y="4559"/>
                  </a:lnTo>
                  <a:close/>
                </a:path>
                <a:path w="38735" h="29844">
                  <a:moveTo>
                    <a:pt x="26200" y="8242"/>
                  </a:moveTo>
                  <a:lnTo>
                    <a:pt x="25603" y="8242"/>
                  </a:lnTo>
                  <a:lnTo>
                    <a:pt x="25603" y="8369"/>
                  </a:lnTo>
                  <a:lnTo>
                    <a:pt x="26174" y="8369"/>
                  </a:lnTo>
                  <a:lnTo>
                    <a:pt x="26200" y="8242"/>
                  </a:lnTo>
                  <a:close/>
                </a:path>
                <a:path w="38735" h="29844">
                  <a:moveTo>
                    <a:pt x="26250" y="7861"/>
                  </a:moveTo>
                  <a:lnTo>
                    <a:pt x="25488" y="7861"/>
                  </a:lnTo>
                  <a:lnTo>
                    <a:pt x="24853" y="7861"/>
                  </a:lnTo>
                  <a:lnTo>
                    <a:pt x="25146" y="7988"/>
                  </a:lnTo>
                  <a:lnTo>
                    <a:pt x="25323" y="7988"/>
                  </a:lnTo>
                  <a:lnTo>
                    <a:pt x="25146" y="7988"/>
                  </a:lnTo>
                  <a:lnTo>
                    <a:pt x="24625" y="7988"/>
                  </a:lnTo>
                  <a:lnTo>
                    <a:pt x="24612" y="8242"/>
                  </a:lnTo>
                  <a:lnTo>
                    <a:pt x="24765" y="8115"/>
                  </a:lnTo>
                  <a:lnTo>
                    <a:pt x="25349" y="8115"/>
                  </a:lnTo>
                  <a:lnTo>
                    <a:pt x="25527" y="8115"/>
                  </a:lnTo>
                  <a:lnTo>
                    <a:pt x="25501" y="7988"/>
                  </a:lnTo>
                  <a:lnTo>
                    <a:pt x="26238" y="7988"/>
                  </a:lnTo>
                  <a:lnTo>
                    <a:pt x="26250" y="7861"/>
                  </a:lnTo>
                  <a:close/>
                </a:path>
                <a:path w="38735" h="29844">
                  <a:moveTo>
                    <a:pt x="26365" y="5702"/>
                  </a:moveTo>
                  <a:lnTo>
                    <a:pt x="25209" y="5702"/>
                  </a:lnTo>
                  <a:lnTo>
                    <a:pt x="25488" y="5486"/>
                  </a:lnTo>
                  <a:lnTo>
                    <a:pt x="24904" y="5486"/>
                  </a:lnTo>
                  <a:lnTo>
                    <a:pt x="24815" y="5702"/>
                  </a:lnTo>
                  <a:lnTo>
                    <a:pt x="19469" y="5702"/>
                  </a:lnTo>
                  <a:lnTo>
                    <a:pt x="19469" y="5829"/>
                  </a:lnTo>
                  <a:lnTo>
                    <a:pt x="24765" y="5829"/>
                  </a:lnTo>
                  <a:lnTo>
                    <a:pt x="24650" y="6159"/>
                  </a:lnTo>
                  <a:lnTo>
                    <a:pt x="25057" y="5829"/>
                  </a:lnTo>
                  <a:lnTo>
                    <a:pt x="26047" y="5829"/>
                  </a:lnTo>
                  <a:lnTo>
                    <a:pt x="26365" y="5702"/>
                  </a:lnTo>
                  <a:close/>
                </a:path>
                <a:path w="38735" h="29844">
                  <a:moveTo>
                    <a:pt x="26377" y="7988"/>
                  </a:moveTo>
                  <a:lnTo>
                    <a:pt x="26238" y="7988"/>
                  </a:lnTo>
                  <a:lnTo>
                    <a:pt x="26212" y="8115"/>
                  </a:lnTo>
                  <a:lnTo>
                    <a:pt x="26377" y="7988"/>
                  </a:lnTo>
                  <a:close/>
                </a:path>
                <a:path w="38735" h="29844">
                  <a:moveTo>
                    <a:pt x="26517" y="18478"/>
                  </a:moveTo>
                  <a:lnTo>
                    <a:pt x="26352" y="19240"/>
                  </a:lnTo>
                  <a:lnTo>
                    <a:pt x="26390" y="19786"/>
                  </a:lnTo>
                  <a:lnTo>
                    <a:pt x="26441" y="19113"/>
                  </a:lnTo>
                  <a:lnTo>
                    <a:pt x="26517" y="18478"/>
                  </a:lnTo>
                  <a:close/>
                </a:path>
                <a:path w="38735" h="29844">
                  <a:moveTo>
                    <a:pt x="26568" y="17843"/>
                  </a:moveTo>
                  <a:lnTo>
                    <a:pt x="26517" y="18478"/>
                  </a:lnTo>
                  <a:lnTo>
                    <a:pt x="26568" y="17843"/>
                  </a:lnTo>
                  <a:close/>
                </a:path>
                <a:path w="38735" h="29844">
                  <a:moveTo>
                    <a:pt x="26581" y="14846"/>
                  </a:moveTo>
                  <a:lnTo>
                    <a:pt x="25057" y="14846"/>
                  </a:lnTo>
                  <a:lnTo>
                    <a:pt x="24739" y="14846"/>
                  </a:lnTo>
                  <a:lnTo>
                    <a:pt x="24739" y="14973"/>
                  </a:lnTo>
                  <a:lnTo>
                    <a:pt x="26581" y="14973"/>
                  </a:lnTo>
                  <a:lnTo>
                    <a:pt x="26581" y="14846"/>
                  </a:lnTo>
                  <a:close/>
                </a:path>
                <a:path w="38735" h="29844">
                  <a:moveTo>
                    <a:pt x="26581" y="13830"/>
                  </a:moveTo>
                  <a:lnTo>
                    <a:pt x="25082" y="13830"/>
                  </a:lnTo>
                  <a:lnTo>
                    <a:pt x="25044" y="14211"/>
                  </a:lnTo>
                  <a:lnTo>
                    <a:pt x="26581" y="14211"/>
                  </a:lnTo>
                  <a:lnTo>
                    <a:pt x="26581" y="13830"/>
                  </a:lnTo>
                  <a:close/>
                </a:path>
                <a:path w="38735" h="29844">
                  <a:moveTo>
                    <a:pt x="26581" y="13449"/>
                  </a:moveTo>
                  <a:lnTo>
                    <a:pt x="25755" y="13449"/>
                  </a:lnTo>
                  <a:lnTo>
                    <a:pt x="25742" y="13576"/>
                  </a:lnTo>
                  <a:lnTo>
                    <a:pt x="26581" y="13576"/>
                  </a:lnTo>
                  <a:lnTo>
                    <a:pt x="26581" y="13449"/>
                  </a:lnTo>
                  <a:close/>
                </a:path>
                <a:path w="38735" h="29844">
                  <a:moveTo>
                    <a:pt x="26593" y="12179"/>
                  </a:moveTo>
                  <a:lnTo>
                    <a:pt x="25958" y="12179"/>
                  </a:lnTo>
                  <a:lnTo>
                    <a:pt x="25831" y="12306"/>
                  </a:lnTo>
                  <a:lnTo>
                    <a:pt x="26593" y="12306"/>
                  </a:lnTo>
                  <a:lnTo>
                    <a:pt x="26593" y="12179"/>
                  </a:lnTo>
                  <a:close/>
                </a:path>
                <a:path w="38735" h="29844">
                  <a:moveTo>
                    <a:pt x="26784" y="14211"/>
                  </a:moveTo>
                  <a:lnTo>
                    <a:pt x="26581" y="14211"/>
                  </a:lnTo>
                  <a:lnTo>
                    <a:pt x="26581" y="14719"/>
                  </a:lnTo>
                  <a:lnTo>
                    <a:pt x="26720" y="14592"/>
                  </a:lnTo>
                  <a:lnTo>
                    <a:pt x="26784" y="14211"/>
                  </a:lnTo>
                  <a:close/>
                </a:path>
                <a:path w="38735" h="29844">
                  <a:moveTo>
                    <a:pt x="26784" y="7861"/>
                  </a:moveTo>
                  <a:lnTo>
                    <a:pt x="26479" y="7861"/>
                  </a:lnTo>
                  <a:lnTo>
                    <a:pt x="26746" y="7988"/>
                  </a:lnTo>
                  <a:lnTo>
                    <a:pt x="26784" y="7861"/>
                  </a:lnTo>
                  <a:close/>
                </a:path>
                <a:path w="38735" h="29844">
                  <a:moveTo>
                    <a:pt x="26784" y="2095"/>
                  </a:moveTo>
                  <a:lnTo>
                    <a:pt x="26606" y="2095"/>
                  </a:lnTo>
                  <a:lnTo>
                    <a:pt x="26758" y="2438"/>
                  </a:lnTo>
                  <a:lnTo>
                    <a:pt x="26784" y="2095"/>
                  </a:lnTo>
                  <a:close/>
                </a:path>
                <a:path w="38735" h="29844">
                  <a:moveTo>
                    <a:pt x="26809" y="8458"/>
                  </a:moveTo>
                  <a:lnTo>
                    <a:pt x="26784" y="8255"/>
                  </a:lnTo>
                  <a:lnTo>
                    <a:pt x="26758" y="8458"/>
                  </a:lnTo>
                  <a:close/>
                </a:path>
                <a:path w="38735" h="29844">
                  <a:moveTo>
                    <a:pt x="26822" y="13576"/>
                  </a:moveTo>
                  <a:lnTo>
                    <a:pt x="26581" y="13576"/>
                  </a:lnTo>
                  <a:lnTo>
                    <a:pt x="26581" y="13830"/>
                  </a:lnTo>
                  <a:lnTo>
                    <a:pt x="26809" y="13830"/>
                  </a:lnTo>
                  <a:lnTo>
                    <a:pt x="26822" y="13576"/>
                  </a:lnTo>
                  <a:close/>
                </a:path>
                <a:path w="38735" h="29844">
                  <a:moveTo>
                    <a:pt x="26885" y="9131"/>
                  </a:moveTo>
                  <a:lnTo>
                    <a:pt x="26543" y="9385"/>
                  </a:lnTo>
                  <a:lnTo>
                    <a:pt x="26784" y="9385"/>
                  </a:lnTo>
                  <a:lnTo>
                    <a:pt x="26885" y="9131"/>
                  </a:lnTo>
                  <a:close/>
                </a:path>
                <a:path w="38735" h="29844">
                  <a:moveTo>
                    <a:pt x="26936" y="7988"/>
                  </a:moveTo>
                  <a:lnTo>
                    <a:pt x="26746" y="7988"/>
                  </a:lnTo>
                  <a:lnTo>
                    <a:pt x="26581" y="7988"/>
                  </a:lnTo>
                  <a:lnTo>
                    <a:pt x="26682" y="8115"/>
                  </a:lnTo>
                  <a:lnTo>
                    <a:pt x="26847" y="8242"/>
                  </a:lnTo>
                  <a:lnTo>
                    <a:pt x="26936" y="7988"/>
                  </a:lnTo>
                  <a:close/>
                </a:path>
                <a:path w="38735" h="29844">
                  <a:moveTo>
                    <a:pt x="26987" y="8699"/>
                  </a:moveTo>
                  <a:lnTo>
                    <a:pt x="26771" y="8966"/>
                  </a:lnTo>
                  <a:lnTo>
                    <a:pt x="26441" y="9271"/>
                  </a:lnTo>
                  <a:lnTo>
                    <a:pt x="26327" y="9550"/>
                  </a:lnTo>
                  <a:lnTo>
                    <a:pt x="26200" y="9639"/>
                  </a:lnTo>
                  <a:lnTo>
                    <a:pt x="26085" y="9893"/>
                  </a:lnTo>
                  <a:lnTo>
                    <a:pt x="26301" y="9766"/>
                  </a:lnTo>
                  <a:lnTo>
                    <a:pt x="26441" y="9639"/>
                  </a:lnTo>
                  <a:lnTo>
                    <a:pt x="26644" y="9639"/>
                  </a:lnTo>
                  <a:lnTo>
                    <a:pt x="26695" y="9512"/>
                  </a:lnTo>
                  <a:lnTo>
                    <a:pt x="26365" y="9512"/>
                  </a:lnTo>
                  <a:lnTo>
                    <a:pt x="26504" y="9271"/>
                  </a:lnTo>
                  <a:lnTo>
                    <a:pt x="26847" y="8966"/>
                  </a:lnTo>
                  <a:lnTo>
                    <a:pt x="26987" y="8699"/>
                  </a:lnTo>
                  <a:close/>
                </a:path>
                <a:path w="38735" h="29844">
                  <a:moveTo>
                    <a:pt x="27012" y="22593"/>
                  </a:moveTo>
                  <a:lnTo>
                    <a:pt x="25082" y="22466"/>
                  </a:lnTo>
                  <a:lnTo>
                    <a:pt x="24853" y="22466"/>
                  </a:lnTo>
                  <a:lnTo>
                    <a:pt x="24726" y="22339"/>
                  </a:lnTo>
                  <a:lnTo>
                    <a:pt x="24460" y="22212"/>
                  </a:lnTo>
                  <a:lnTo>
                    <a:pt x="24320" y="22212"/>
                  </a:lnTo>
                  <a:lnTo>
                    <a:pt x="24307" y="22466"/>
                  </a:lnTo>
                  <a:lnTo>
                    <a:pt x="24091" y="22593"/>
                  </a:lnTo>
                  <a:lnTo>
                    <a:pt x="27012" y="22593"/>
                  </a:lnTo>
                  <a:close/>
                </a:path>
                <a:path w="38735" h="29844">
                  <a:moveTo>
                    <a:pt x="27228" y="8115"/>
                  </a:moveTo>
                  <a:lnTo>
                    <a:pt x="27178" y="7988"/>
                  </a:lnTo>
                  <a:lnTo>
                    <a:pt x="26936" y="7988"/>
                  </a:lnTo>
                  <a:lnTo>
                    <a:pt x="27000" y="8115"/>
                  </a:lnTo>
                  <a:lnTo>
                    <a:pt x="27228" y="8115"/>
                  </a:lnTo>
                  <a:close/>
                </a:path>
                <a:path w="38735" h="29844">
                  <a:moveTo>
                    <a:pt x="27686" y="13576"/>
                  </a:moveTo>
                  <a:lnTo>
                    <a:pt x="27597" y="13449"/>
                  </a:lnTo>
                  <a:lnTo>
                    <a:pt x="26835" y="13449"/>
                  </a:lnTo>
                  <a:lnTo>
                    <a:pt x="26822" y="13576"/>
                  </a:lnTo>
                  <a:lnTo>
                    <a:pt x="27686" y="13576"/>
                  </a:lnTo>
                  <a:close/>
                </a:path>
                <a:path w="38735" h="29844">
                  <a:moveTo>
                    <a:pt x="27901" y="14211"/>
                  </a:moveTo>
                  <a:lnTo>
                    <a:pt x="27787" y="13830"/>
                  </a:lnTo>
                  <a:lnTo>
                    <a:pt x="26809" y="13830"/>
                  </a:lnTo>
                  <a:lnTo>
                    <a:pt x="26784" y="14211"/>
                  </a:lnTo>
                  <a:lnTo>
                    <a:pt x="27901" y="14211"/>
                  </a:lnTo>
                  <a:close/>
                </a:path>
                <a:path w="38735" h="29844">
                  <a:moveTo>
                    <a:pt x="27901" y="7353"/>
                  </a:moveTo>
                  <a:lnTo>
                    <a:pt x="25527" y="7353"/>
                  </a:lnTo>
                  <a:lnTo>
                    <a:pt x="25514" y="7480"/>
                  </a:lnTo>
                  <a:lnTo>
                    <a:pt x="26009" y="7480"/>
                  </a:lnTo>
                  <a:lnTo>
                    <a:pt x="25933" y="7810"/>
                  </a:lnTo>
                  <a:lnTo>
                    <a:pt x="26009" y="7607"/>
                  </a:lnTo>
                  <a:lnTo>
                    <a:pt x="26200" y="7607"/>
                  </a:lnTo>
                  <a:lnTo>
                    <a:pt x="26314" y="7480"/>
                  </a:lnTo>
                  <a:lnTo>
                    <a:pt x="26250" y="7861"/>
                  </a:lnTo>
                  <a:lnTo>
                    <a:pt x="26454" y="7861"/>
                  </a:lnTo>
                  <a:lnTo>
                    <a:pt x="26504" y="7480"/>
                  </a:lnTo>
                  <a:lnTo>
                    <a:pt x="26657" y="7607"/>
                  </a:lnTo>
                  <a:lnTo>
                    <a:pt x="26720" y="7734"/>
                  </a:lnTo>
                  <a:lnTo>
                    <a:pt x="26784" y="7861"/>
                  </a:lnTo>
                  <a:lnTo>
                    <a:pt x="26987" y="7861"/>
                  </a:lnTo>
                  <a:lnTo>
                    <a:pt x="26962" y="7734"/>
                  </a:lnTo>
                  <a:lnTo>
                    <a:pt x="27190" y="7607"/>
                  </a:lnTo>
                  <a:lnTo>
                    <a:pt x="27343" y="7480"/>
                  </a:lnTo>
                  <a:lnTo>
                    <a:pt x="27241" y="7607"/>
                  </a:lnTo>
                  <a:lnTo>
                    <a:pt x="27139" y="7734"/>
                  </a:lnTo>
                  <a:lnTo>
                    <a:pt x="27406" y="7607"/>
                  </a:lnTo>
                  <a:lnTo>
                    <a:pt x="27546" y="7480"/>
                  </a:lnTo>
                  <a:lnTo>
                    <a:pt x="27774" y="7607"/>
                  </a:lnTo>
                  <a:lnTo>
                    <a:pt x="27901" y="7353"/>
                  </a:lnTo>
                  <a:close/>
                </a:path>
                <a:path w="38735" h="29844">
                  <a:moveTo>
                    <a:pt x="27927" y="13576"/>
                  </a:moveTo>
                  <a:lnTo>
                    <a:pt x="27686" y="13576"/>
                  </a:lnTo>
                  <a:lnTo>
                    <a:pt x="27787" y="13830"/>
                  </a:lnTo>
                  <a:lnTo>
                    <a:pt x="27927" y="13830"/>
                  </a:lnTo>
                  <a:lnTo>
                    <a:pt x="27927" y="13576"/>
                  </a:lnTo>
                  <a:close/>
                </a:path>
                <a:path w="38735" h="29844">
                  <a:moveTo>
                    <a:pt x="27940" y="10401"/>
                  </a:moveTo>
                  <a:lnTo>
                    <a:pt x="27851" y="10147"/>
                  </a:lnTo>
                  <a:lnTo>
                    <a:pt x="27546" y="9893"/>
                  </a:lnTo>
                  <a:lnTo>
                    <a:pt x="27571" y="9639"/>
                  </a:lnTo>
                  <a:lnTo>
                    <a:pt x="27686" y="9512"/>
                  </a:lnTo>
                  <a:lnTo>
                    <a:pt x="27876" y="9512"/>
                  </a:lnTo>
                  <a:lnTo>
                    <a:pt x="27787" y="9385"/>
                  </a:lnTo>
                  <a:lnTo>
                    <a:pt x="27444" y="9512"/>
                  </a:lnTo>
                  <a:lnTo>
                    <a:pt x="27457" y="9385"/>
                  </a:lnTo>
                  <a:lnTo>
                    <a:pt x="27292" y="9512"/>
                  </a:lnTo>
                  <a:lnTo>
                    <a:pt x="27000" y="9385"/>
                  </a:lnTo>
                  <a:lnTo>
                    <a:pt x="26974" y="9766"/>
                  </a:lnTo>
                  <a:lnTo>
                    <a:pt x="26847" y="10528"/>
                  </a:lnTo>
                  <a:lnTo>
                    <a:pt x="27368" y="10528"/>
                  </a:lnTo>
                  <a:lnTo>
                    <a:pt x="27317" y="10401"/>
                  </a:lnTo>
                  <a:lnTo>
                    <a:pt x="27597" y="10147"/>
                  </a:lnTo>
                  <a:lnTo>
                    <a:pt x="27940" y="10401"/>
                  </a:lnTo>
                  <a:close/>
                </a:path>
                <a:path w="38735" h="29844">
                  <a:moveTo>
                    <a:pt x="28041" y="18211"/>
                  </a:moveTo>
                  <a:lnTo>
                    <a:pt x="27901" y="18110"/>
                  </a:lnTo>
                  <a:lnTo>
                    <a:pt x="28028" y="18326"/>
                  </a:lnTo>
                  <a:close/>
                </a:path>
                <a:path w="38735" h="29844">
                  <a:moveTo>
                    <a:pt x="28067" y="10655"/>
                  </a:moveTo>
                  <a:lnTo>
                    <a:pt x="28003" y="10528"/>
                  </a:lnTo>
                  <a:lnTo>
                    <a:pt x="27368" y="10528"/>
                  </a:lnTo>
                  <a:lnTo>
                    <a:pt x="27419" y="10655"/>
                  </a:lnTo>
                  <a:lnTo>
                    <a:pt x="28067" y="10655"/>
                  </a:lnTo>
                  <a:close/>
                </a:path>
                <a:path w="38735" h="29844">
                  <a:moveTo>
                    <a:pt x="28092" y="7988"/>
                  </a:moveTo>
                  <a:lnTo>
                    <a:pt x="28067" y="7861"/>
                  </a:lnTo>
                  <a:lnTo>
                    <a:pt x="27127" y="7861"/>
                  </a:lnTo>
                  <a:lnTo>
                    <a:pt x="27178" y="7988"/>
                  </a:lnTo>
                  <a:lnTo>
                    <a:pt x="28092" y="7988"/>
                  </a:lnTo>
                  <a:close/>
                </a:path>
                <a:path w="38735" h="29844">
                  <a:moveTo>
                    <a:pt x="28130" y="11290"/>
                  </a:moveTo>
                  <a:lnTo>
                    <a:pt x="27940" y="11163"/>
                  </a:lnTo>
                  <a:lnTo>
                    <a:pt x="27838" y="11036"/>
                  </a:lnTo>
                  <a:lnTo>
                    <a:pt x="27736" y="10909"/>
                  </a:lnTo>
                  <a:lnTo>
                    <a:pt x="27609" y="11163"/>
                  </a:lnTo>
                  <a:lnTo>
                    <a:pt x="27432" y="11163"/>
                  </a:lnTo>
                  <a:lnTo>
                    <a:pt x="27482" y="11290"/>
                  </a:lnTo>
                  <a:lnTo>
                    <a:pt x="27559" y="11417"/>
                  </a:lnTo>
                  <a:lnTo>
                    <a:pt x="28130" y="11417"/>
                  </a:lnTo>
                  <a:lnTo>
                    <a:pt x="28130" y="11290"/>
                  </a:lnTo>
                  <a:close/>
                </a:path>
                <a:path w="38735" h="29844">
                  <a:moveTo>
                    <a:pt x="28130" y="7480"/>
                  </a:moveTo>
                  <a:lnTo>
                    <a:pt x="27914" y="7607"/>
                  </a:lnTo>
                  <a:lnTo>
                    <a:pt x="27965" y="7734"/>
                  </a:lnTo>
                  <a:lnTo>
                    <a:pt x="28041" y="7607"/>
                  </a:lnTo>
                  <a:lnTo>
                    <a:pt x="28130" y="7480"/>
                  </a:lnTo>
                  <a:close/>
                </a:path>
                <a:path w="38735" h="29844">
                  <a:moveTo>
                    <a:pt x="28232" y="12179"/>
                  </a:moveTo>
                  <a:lnTo>
                    <a:pt x="27520" y="11671"/>
                  </a:lnTo>
                  <a:lnTo>
                    <a:pt x="27711" y="11544"/>
                  </a:lnTo>
                  <a:lnTo>
                    <a:pt x="27330" y="11290"/>
                  </a:lnTo>
                  <a:lnTo>
                    <a:pt x="27254" y="11163"/>
                  </a:lnTo>
                  <a:lnTo>
                    <a:pt x="27178" y="11036"/>
                  </a:lnTo>
                  <a:lnTo>
                    <a:pt x="27101" y="10909"/>
                  </a:lnTo>
                  <a:lnTo>
                    <a:pt x="27736" y="10909"/>
                  </a:lnTo>
                  <a:lnTo>
                    <a:pt x="27482" y="10782"/>
                  </a:lnTo>
                  <a:lnTo>
                    <a:pt x="27419" y="10655"/>
                  </a:lnTo>
                  <a:lnTo>
                    <a:pt x="27000" y="10655"/>
                  </a:lnTo>
                  <a:lnTo>
                    <a:pt x="27000" y="11036"/>
                  </a:lnTo>
                  <a:lnTo>
                    <a:pt x="26962" y="11163"/>
                  </a:lnTo>
                  <a:lnTo>
                    <a:pt x="26873" y="11544"/>
                  </a:lnTo>
                  <a:lnTo>
                    <a:pt x="26543" y="11544"/>
                  </a:lnTo>
                  <a:lnTo>
                    <a:pt x="26416" y="11417"/>
                  </a:lnTo>
                  <a:lnTo>
                    <a:pt x="25831" y="11417"/>
                  </a:lnTo>
                  <a:lnTo>
                    <a:pt x="26390" y="11544"/>
                  </a:lnTo>
                  <a:lnTo>
                    <a:pt x="26390" y="11798"/>
                  </a:lnTo>
                  <a:lnTo>
                    <a:pt x="25806" y="11544"/>
                  </a:lnTo>
                  <a:lnTo>
                    <a:pt x="25717" y="11417"/>
                  </a:lnTo>
                  <a:lnTo>
                    <a:pt x="26212" y="11303"/>
                  </a:lnTo>
                  <a:lnTo>
                    <a:pt x="26416" y="11417"/>
                  </a:lnTo>
                  <a:lnTo>
                    <a:pt x="26416" y="11290"/>
                  </a:lnTo>
                  <a:lnTo>
                    <a:pt x="26416" y="11036"/>
                  </a:lnTo>
                  <a:lnTo>
                    <a:pt x="27000" y="11036"/>
                  </a:lnTo>
                  <a:lnTo>
                    <a:pt x="27000" y="10655"/>
                  </a:lnTo>
                  <a:lnTo>
                    <a:pt x="26835" y="10655"/>
                  </a:lnTo>
                  <a:lnTo>
                    <a:pt x="26847" y="10528"/>
                  </a:lnTo>
                  <a:lnTo>
                    <a:pt x="25717" y="10528"/>
                  </a:lnTo>
                  <a:lnTo>
                    <a:pt x="25552" y="10655"/>
                  </a:lnTo>
                  <a:lnTo>
                    <a:pt x="26492" y="10655"/>
                  </a:lnTo>
                  <a:lnTo>
                    <a:pt x="26377" y="10782"/>
                  </a:lnTo>
                  <a:lnTo>
                    <a:pt x="26263" y="10909"/>
                  </a:lnTo>
                  <a:lnTo>
                    <a:pt x="25463" y="11036"/>
                  </a:lnTo>
                  <a:lnTo>
                    <a:pt x="25031" y="11290"/>
                  </a:lnTo>
                  <a:lnTo>
                    <a:pt x="24574" y="11417"/>
                  </a:lnTo>
                  <a:lnTo>
                    <a:pt x="24866" y="11417"/>
                  </a:lnTo>
                  <a:lnTo>
                    <a:pt x="24739" y="11544"/>
                  </a:lnTo>
                  <a:lnTo>
                    <a:pt x="24358" y="11290"/>
                  </a:lnTo>
                  <a:lnTo>
                    <a:pt x="24625" y="11290"/>
                  </a:lnTo>
                  <a:lnTo>
                    <a:pt x="24739" y="11163"/>
                  </a:lnTo>
                  <a:lnTo>
                    <a:pt x="24676" y="10909"/>
                  </a:lnTo>
                  <a:lnTo>
                    <a:pt x="24282" y="11163"/>
                  </a:lnTo>
                  <a:lnTo>
                    <a:pt x="24396" y="10909"/>
                  </a:lnTo>
                  <a:lnTo>
                    <a:pt x="24460" y="10655"/>
                  </a:lnTo>
                  <a:lnTo>
                    <a:pt x="24218" y="10655"/>
                  </a:lnTo>
                  <a:lnTo>
                    <a:pt x="24142" y="11036"/>
                  </a:lnTo>
                  <a:lnTo>
                    <a:pt x="24066" y="11544"/>
                  </a:lnTo>
                  <a:lnTo>
                    <a:pt x="23558" y="11544"/>
                  </a:lnTo>
                  <a:lnTo>
                    <a:pt x="23571" y="11290"/>
                  </a:lnTo>
                  <a:lnTo>
                    <a:pt x="23787" y="11417"/>
                  </a:lnTo>
                  <a:lnTo>
                    <a:pt x="24015" y="11290"/>
                  </a:lnTo>
                  <a:lnTo>
                    <a:pt x="23926" y="11163"/>
                  </a:lnTo>
                  <a:lnTo>
                    <a:pt x="23990" y="11036"/>
                  </a:lnTo>
                  <a:lnTo>
                    <a:pt x="23888" y="10909"/>
                  </a:lnTo>
                  <a:lnTo>
                    <a:pt x="23799" y="10782"/>
                  </a:lnTo>
                  <a:lnTo>
                    <a:pt x="23710" y="10655"/>
                  </a:lnTo>
                  <a:lnTo>
                    <a:pt x="23355" y="10655"/>
                  </a:lnTo>
                  <a:lnTo>
                    <a:pt x="23355" y="11671"/>
                  </a:lnTo>
                  <a:lnTo>
                    <a:pt x="23114" y="11671"/>
                  </a:lnTo>
                  <a:lnTo>
                    <a:pt x="23126" y="11544"/>
                  </a:lnTo>
                  <a:lnTo>
                    <a:pt x="23241" y="11036"/>
                  </a:lnTo>
                  <a:lnTo>
                    <a:pt x="23355" y="11671"/>
                  </a:lnTo>
                  <a:lnTo>
                    <a:pt x="23355" y="10655"/>
                  </a:lnTo>
                  <a:lnTo>
                    <a:pt x="22847" y="10655"/>
                  </a:lnTo>
                  <a:lnTo>
                    <a:pt x="22872" y="10782"/>
                  </a:lnTo>
                  <a:lnTo>
                    <a:pt x="22466" y="10655"/>
                  </a:lnTo>
                  <a:lnTo>
                    <a:pt x="22809" y="10909"/>
                  </a:lnTo>
                  <a:lnTo>
                    <a:pt x="22885" y="11290"/>
                  </a:lnTo>
                  <a:lnTo>
                    <a:pt x="22987" y="11544"/>
                  </a:lnTo>
                  <a:lnTo>
                    <a:pt x="22606" y="11544"/>
                  </a:lnTo>
                  <a:lnTo>
                    <a:pt x="22225" y="11417"/>
                  </a:lnTo>
                  <a:lnTo>
                    <a:pt x="22313" y="11544"/>
                  </a:lnTo>
                  <a:lnTo>
                    <a:pt x="22161" y="11544"/>
                  </a:lnTo>
                  <a:lnTo>
                    <a:pt x="22047" y="11417"/>
                  </a:lnTo>
                  <a:lnTo>
                    <a:pt x="21805" y="11417"/>
                  </a:lnTo>
                  <a:lnTo>
                    <a:pt x="21463" y="11290"/>
                  </a:lnTo>
                  <a:lnTo>
                    <a:pt x="20891" y="10909"/>
                  </a:lnTo>
                  <a:lnTo>
                    <a:pt x="20485" y="10909"/>
                  </a:lnTo>
                  <a:lnTo>
                    <a:pt x="20421" y="10655"/>
                  </a:lnTo>
                  <a:lnTo>
                    <a:pt x="10693" y="10655"/>
                  </a:lnTo>
                  <a:lnTo>
                    <a:pt x="10693" y="13322"/>
                  </a:lnTo>
                  <a:lnTo>
                    <a:pt x="10617" y="13576"/>
                  </a:lnTo>
                  <a:lnTo>
                    <a:pt x="10617" y="13449"/>
                  </a:lnTo>
                  <a:lnTo>
                    <a:pt x="10617" y="13322"/>
                  </a:lnTo>
                  <a:lnTo>
                    <a:pt x="10693" y="10655"/>
                  </a:lnTo>
                  <a:lnTo>
                    <a:pt x="10033" y="10655"/>
                  </a:lnTo>
                  <a:lnTo>
                    <a:pt x="10033" y="13449"/>
                  </a:lnTo>
                  <a:lnTo>
                    <a:pt x="9944" y="13703"/>
                  </a:lnTo>
                  <a:lnTo>
                    <a:pt x="9944" y="13449"/>
                  </a:lnTo>
                  <a:lnTo>
                    <a:pt x="10033" y="10655"/>
                  </a:lnTo>
                  <a:lnTo>
                    <a:pt x="6515" y="10655"/>
                  </a:lnTo>
                  <a:lnTo>
                    <a:pt x="6159" y="10655"/>
                  </a:lnTo>
                  <a:lnTo>
                    <a:pt x="6184" y="10782"/>
                  </a:lnTo>
                  <a:lnTo>
                    <a:pt x="6959" y="10782"/>
                  </a:lnTo>
                  <a:lnTo>
                    <a:pt x="6616" y="10960"/>
                  </a:lnTo>
                  <a:lnTo>
                    <a:pt x="6438" y="11150"/>
                  </a:lnTo>
                  <a:lnTo>
                    <a:pt x="6629" y="11087"/>
                  </a:lnTo>
                  <a:lnTo>
                    <a:pt x="6997" y="10922"/>
                  </a:lnTo>
                  <a:lnTo>
                    <a:pt x="7188" y="11036"/>
                  </a:lnTo>
                  <a:lnTo>
                    <a:pt x="7569" y="11036"/>
                  </a:lnTo>
                  <a:lnTo>
                    <a:pt x="7683" y="11163"/>
                  </a:lnTo>
                  <a:lnTo>
                    <a:pt x="7785" y="11290"/>
                  </a:lnTo>
                  <a:lnTo>
                    <a:pt x="7975" y="11290"/>
                  </a:lnTo>
                  <a:lnTo>
                    <a:pt x="8051" y="11417"/>
                  </a:lnTo>
                  <a:lnTo>
                    <a:pt x="8140" y="11544"/>
                  </a:lnTo>
                  <a:lnTo>
                    <a:pt x="8318" y="11417"/>
                  </a:lnTo>
                  <a:lnTo>
                    <a:pt x="8343" y="11544"/>
                  </a:lnTo>
                  <a:lnTo>
                    <a:pt x="8661" y="11798"/>
                  </a:lnTo>
                  <a:lnTo>
                    <a:pt x="9042" y="11925"/>
                  </a:lnTo>
                  <a:lnTo>
                    <a:pt x="8813" y="11798"/>
                  </a:lnTo>
                  <a:lnTo>
                    <a:pt x="9093" y="11925"/>
                  </a:lnTo>
                  <a:lnTo>
                    <a:pt x="9296" y="11925"/>
                  </a:lnTo>
                  <a:lnTo>
                    <a:pt x="9347" y="12052"/>
                  </a:lnTo>
                  <a:lnTo>
                    <a:pt x="10020" y="12560"/>
                  </a:lnTo>
                  <a:lnTo>
                    <a:pt x="9791" y="12560"/>
                  </a:lnTo>
                  <a:lnTo>
                    <a:pt x="9791" y="12941"/>
                  </a:lnTo>
                  <a:lnTo>
                    <a:pt x="8191" y="12814"/>
                  </a:lnTo>
                  <a:lnTo>
                    <a:pt x="6515" y="14084"/>
                  </a:lnTo>
                  <a:lnTo>
                    <a:pt x="6578" y="14592"/>
                  </a:lnTo>
                  <a:lnTo>
                    <a:pt x="7289" y="15735"/>
                  </a:lnTo>
                  <a:lnTo>
                    <a:pt x="7607" y="15862"/>
                  </a:lnTo>
                  <a:lnTo>
                    <a:pt x="7340" y="15862"/>
                  </a:lnTo>
                  <a:lnTo>
                    <a:pt x="7531" y="15989"/>
                  </a:lnTo>
                  <a:lnTo>
                    <a:pt x="8039" y="16116"/>
                  </a:lnTo>
                  <a:lnTo>
                    <a:pt x="8128" y="15989"/>
                  </a:lnTo>
                  <a:lnTo>
                    <a:pt x="7924" y="15862"/>
                  </a:lnTo>
                  <a:lnTo>
                    <a:pt x="7975" y="15227"/>
                  </a:lnTo>
                  <a:lnTo>
                    <a:pt x="7988" y="15100"/>
                  </a:lnTo>
                  <a:lnTo>
                    <a:pt x="7810" y="15227"/>
                  </a:lnTo>
                  <a:lnTo>
                    <a:pt x="7721" y="14973"/>
                  </a:lnTo>
                  <a:lnTo>
                    <a:pt x="7620" y="14592"/>
                  </a:lnTo>
                  <a:lnTo>
                    <a:pt x="7505" y="14084"/>
                  </a:lnTo>
                  <a:lnTo>
                    <a:pt x="8039" y="13703"/>
                  </a:lnTo>
                  <a:lnTo>
                    <a:pt x="8610" y="13449"/>
                  </a:lnTo>
                  <a:lnTo>
                    <a:pt x="8648" y="13322"/>
                  </a:lnTo>
                  <a:lnTo>
                    <a:pt x="9118" y="13322"/>
                  </a:lnTo>
                  <a:lnTo>
                    <a:pt x="9131" y="14338"/>
                  </a:lnTo>
                  <a:lnTo>
                    <a:pt x="9245" y="15227"/>
                  </a:lnTo>
                  <a:lnTo>
                    <a:pt x="9829" y="15354"/>
                  </a:lnTo>
                  <a:lnTo>
                    <a:pt x="9779" y="15227"/>
                  </a:lnTo>
                  <a:lnTo>
                    <a:pt x="9398" y="14846"/>
                  </a:lnTo>
                  <a:lnTo>
                    <a:pt x="9525" y="14846"/>
                  </a:lnTo>
                  <a:lnTo>
                    <a:pt x="9525" y="14465"/>
                  </a:lnTo>
                  <a:lnTo>
                    <a:pt x="9563" y="14592"/>
                  </a:lnTo>
                  <a:lnTo>
                    <a:pt x="9652" y="14973"/>
                  </a:lnTo>
                  <a:lnTo>
                    <a:pt x="9766" y="14846"/>
                  </a:lnTo>
                  <a:lnTo>
                    <a:pt x="9817" y="14592"/>
                  </a:lnTo>
                  <a:lnTo>
                    <a:pt x="10147" y="14846"/>
                  </a:lnTo>
                  <a:lnTo>
                    <a:pt x="10121" y="14592"/>
                  </a:lnTo>
                  <a:lnTo>
                    <a:pt x="10121" y="14465"/>
                  </a:lnTo>
                  <a:lnTo>
                    <a:pt x="10261" y="14592"/>
                  </a:lnTo>
                  <a:lnTo>
                    <a:pt x="10287" y="14338"/>
                  </a:lnTo>
                  <a:lnTo>
                    <a:pt x="10553" y="14338"/>
                  </a:lnTo>
                  <a:lnTo>
                    <a:pt x="10553" y="14211"/>
                  </a:lnTo>
                  <a:lnTo>
                    <a:pt x="10160" y="14211"/>
                  </a:lnTo>
                  <a:lnTo>
                    <a:pt x="10109" y="14084"/>
                  </a:lnTo>
                  <a:lnTo>
                    <a:pt x="10553" y="14084"/>
                  </a:lnTo>
                  <a:lnTo>
                    <a:pt x="10655" y="13830"/>
                  </a:lnTo>
                  <a:lnTo>
                    <a:pt x="10693" y="13703"/>
                  </a:lnTo>
                  <a:lnTo>
                    <a:pt x="10731" y="13830"/>
                  </a:lnTo>
                  <a:lnTo>
                    <a:pt x="10883" y="13703"/>
                  </a:lnTo>
                  <a:lnTo>
                    <a:pt x="10896" y="13576"/>
                  </a:lnTo>
                  <a:lnTo>
                    <a:pt x="10934" y="13322"/>
                  </a:lnTo>
                  <a:lnTo>
                    <a:pt x="10998" y="13576"/>
                  </a:lnTo>
                  <a:lnTo>
                    <a:pt x="11163" y="13576"/>
                  </a:lnTo>
                  <a:lnTo>
                    <a:pt x="11176" y="14084"/>
                  </a:lnTo>
                  <a:lnTo>
                    <a:pt x="12509" y="14084"/>
                  </a:lnTo>
                  <a:lnTo>
                    <a:pt x="12420" y="13957"/>
                  </a:lnTo>
                  <a:lnTo>
                    <a:pt x="12331" y="13830"/>
                  </a:lnTo>
                  <a:lnTo>
                    <a:pt x="12230" y="13576"/>
                  </a:lnTo>
                  <a:lnTo>
                    <a:pt x="12204" y="13449"/>
                  </a:lnTo>
                  <a:lnTo>
                    <a:pt x="12179" y="13322"/>
                  </a:lnTo>
                  <a:lnTo>
                    <a:pt x="11899" y="13068"/>
                  </a:lnTo>
                  <a:lnTo>
                    <a:pt x="11811" y="13195"/>
                  </a:lnTo>
                  <a:lnTo>
                    <a:pt x="11734" y="13322"/>
                  </a:lnTo>
                  <a:lnTo>
                    <a:pt x="11328" y="13195"/>
                  </a:lnTo>
                  <a:lnTo>
                    <a:pt x="11226" y="13449"/>
                  </a:lnTo>
                  <a:lnTo>
                    <a:pt x="11239" y="13322"/>
                  </a:lnTo>
                  <a:lnTo>
                    <a:pt x="11290" y="13068"/>
                  </a:lnTo>
                  <a:lnTo>
                    <a:pt x="11442" y="12941"/>
                  </a:lnTo>
                  <a:lnTo>
                    <a:pt x="11531" y="12814"/>
                  </a:lnTo>
                  <a:lnTo>
                    <a:pt x="11620" y="12687"/>
                  </a:lnTo>
                  <a:lnTo>
                    <a:pt x="11722" y="12560"/>
                  </a:lnTo>
                  <a:lnTo>
                    <a:pt x="12039" y="12560"/>
                  </a:lnTo>
                  <a:lnTo>
                    <a:pt x="12153" y="12179"/>
                  </a:lnTo>
                  <a:lnTo>
                    <a:pt x="13322" y="12179"/>
                  </a:lnTo>
                  <a:lnTo>
                    <a:pt x="13385" y="12052"/>
                  </a:lnTo>
                  <a:lnTo>
                    <a:pt x="13398" y="12560"/>
                  </a:lnTo>
                  <a:lnTo>
                    <a:pt x="13309" y="12687"/>
                  </a:lnTo>
                  <a:lnTo>
                    <a:pt x="13169" y="12687"/>
                  </a:lnTo>
                  <a:lnTo>
                    <a:pt x="13195" y="12560"/>
                  </a:lnTo>
                  <a:lnTo>
                    <a:pt x="13398" y="12560"/>
                  </a:lnTo>
                  <a:lnTo>
                    <a:pt x="13398" y="12166"/>
                  </a:lnTo>
                  <a:lnTo>
                    <a:pt x="13233" y="12306"/>
                  </a:lnTo>
                  <a:lnTo>
                    <a:pt x="12585" y="12306"/>
                  </a:lnTo>
                  <a:lnTo>
                    <a:pt x="13182" y="12496"/>
                  </a:lnTo>
                  <a:lnTo>
                    <a:pt x="12992" y="12560"/>
                  </a:lnTo>
                  <a:lnTo>
                    <a:pt x="13004" y="12687"/>
                  </a:lnTo>
                  <a:lnTo>
                    <a:pt x="13131" y="13576"/>
                  </a:lnTo>
                  <a:lnTo>
                    <a:pt x="12979" y="13576"/>
                  </a:lnTo>
                  <a:lnTo>
                    <a:pt x="12877" y="13703"/>
                  </a:lnTo>
                  <a:lnTo>
                    <a:pt x="12801" y="13449"/>
                  </a:lnTo>
                  <a:lnTo>
                    <a:pt x="12750" y="13322"/>
                  </a:lnTo>
                  <a:lnTo>
                    <a:pt x="12598" y="13195"/>
                  </a:lnTo>
                  <a:lnTo>
                    <a:pt x="12611" y="14084"/>
                  </a:lnTo>
                  <a:lnTo>
                    <a:pt x="14465" y="14084"/>
                  </a:lnTo>
                  <a:lnTo>
                    <a:pt x="14427" y="13957"/>
                  </a:lnTo>
                  <a:lnTo>
                    <a:pt x="15290" y="13957"/>
                  </a:lnTo>
                  <a:lnTo>
                    <a:pt x="15570" y="13830"/>
                  </a:lnTo>
                  <a:lnTo>
                    <a:pt x="16294" y="13830"/>
                  </a:lnTo>
                  <a:lnTo>
                    <a:pt x="16281" y="13957"/>
                  </a:lnTo>
                  <a:lnTo>
                    <a:pt x="16738" y="13957"/>
                  </a:lnTo>
                  <a:lnTo>
                    <a:pt x="16522" y="13830"/>
                  </a:lnTo>
                  <a:lnTo>
                    <a:pt x="16522" y="13703"/>
                  </a:lnTo>
                  <a:lnTo>
                    <a:pt x="16522" y="13576"/>
                  </a:lnTo>
                  <a:lnTo>
                    <a:pt x="16090" y="13576"/>
                  </a:lnTo>
                  <a:lnTo>
                    <a:pt x="15976" y="13703"/>
                  </a:lnTo>
                  <a:lnTo>
                    <a:pt x="15709" y="13576"/>
                  </a:lnTo>
                  <a:lnTo>
                    <a:pt x="13462" y="13576"/>
                  </a:lnTo>
                  <a:lnTo>
                    <a:pt x="13576" y="13195"/>
                  </a:lnTo>
                  <a:lnTo>
                    <a:pt x="13677" y="12687"/>
                  </a:lnTo>
                  <a:lnTo>
                    <a:pt x="13601" y="12560"/>
                  </a:lnTo>
                  <a:lnTo>
                    <a:pt x="13423" y="12560"/>
                  </a:lnTo>
                  <a:lnTo>
                    <a:pt x="13423" y="12306"/>
                  </a:lnTo>
                  <a:lnTo>
                    <a:pt x="13843" y="12306"/>
                  </a:lnTo>
                  <a:lnTo>
                    <a:pt x="13627" y="12179"/>
                  </a:lnTo>
                  <a:lnTo>
                    <a:pt x="20701" y="12179"/>
                  </a:lnTo>
                  <a:lnTo>
                    <a:pt x="20675" y="12306"/>
                  </a:lnTo>
                  <a:lnTo>
                    <a:pt x="20916" y="12306"/>
                  </a:lnTo>
                  <a:lnTo>
                    <a:pt x="21793" y="12306"/>
                  </a:lnTo>
                  <a:lnTo>
                    <a:pt x="21805" y="12179"/>
                  </a:lnTo>
                  <a:lnTo>
                    <a:pt x="20916" y="12179"/>
                  </a:lnTo>
                  <a:lnTo>
                    <a:pt x="20853" y="12052"/>
                  </a:lnTo>
                  <a:lnTo>
                    <a:pt x="21031" y="11798"/>
                  </a:lnTo>
                  <a:lnTo>
                    <a:pt x="21145" y="11671"/>
                  </a:lnTo>
                  <a:lnTo>
                    <a:pt x="21691" y="11671"/>
                  </a:lnTo>
                  <a:lnTo>
                    <a:pt x="21805" y="12179"/>
                  </a:lnTo>
                  <a:lnTo>
                    <a:pt x="21932" y="12179"/>
                  </a:lnTo>
                  <a:lnTo>
                    <a:pt x="22491" y="12052"/>
                  </a:lnTo>
                  <a:lnTo>
                    <a:pt x="22707" y="12179"/>
                  </a:lnTo>
                  <a:lnTo>
                    <a:pt x="22898" y="12179"/>
                  </a:lnTo>
                  <a:lnTo>
                    <a:pt x="22987" y="12052"/>
                  </a:lnTo>
                  <a:lnTo>
                    <a:pt x="23495" y="12052"/>
                  </a:lnTo>
                  <a:lnTo>
                    <a:pt x="23812" y="11925"/>
                  </a:lnTo>
                  <a:lnTo>
                    <a:pt x="23876" y="11798"/>
                  </a:lnTo>
                  <a:lnTo>
                    <a:pt x="24155" y="11798"/>
                  </a:lnTo>
                  <a:lnTo>
                    <a:pt x="24472" y="11925"/>
                  </a:lnTo>
                  <a:lnTo>
                    <a:pt x="24498" y="12052"/>
                  </a:lnTo>
                  <a:lnTo>
                    <a:pt x="24650" y="12179"/>
                  </a:lnTo>
                  <a:lnTo>
                    <a:pt x="25069" y="12179"/>
                  </a:lnTo>
                  <a:lnTo>
                    <a:pt x="25057" y="12306"/>
                  </a:lnTo>
                  <a:lnTo>
                    <a:pt x="25628" y="12306"/>
                  </a:lnTo>
                  <a:lnTo>
                    <a:pt x="25577" y="12179"/>
                  </a:lnTo>
                  <a:lnTo>
                    <a:pt x="25958" y="12179"/>
                  </a:lnTo>
                  <a:lnTo>
                    <a:pt x="25958" y="12052"/>
                  </a:lnTo>
                  <a:lnTo>
                    <a:pt x="26136" y="11925"/>
                  </a:lnTo>
                  <a:lnTo>
                    <a:pt x="26212" y="11798"/>
                  </a:lnTo>
                  <a:lnTo>
                    <a:pt x="26593" y="11925"/>
                  </a:lnTo>
                  <a:lnTo>
                    <a:pt x="26593" y="12179"/>
                  </a:lnTo>
                  <a:lnTo>
                    <a:pt x="28232" y="12179"/>
                  </a:lnTo>
                  <a:close/>
                </a:path>
                <a:path w="38735" h="29844">
                  <a:moveTo>
                    <a:pt x="28232" y="7099"/>
                  </a:moveTo>
                  <a:lnTo>
                    <a:pt x="28016" y="7099"/>
                  </a:lnTo>
                  <a:lnTo>
                    <a:pt x="27901" y="7353"/>
                  </a:lnTo>
                  <a:lnTo>
                    <a:pt x="28219" y="7353"/>
                  </a:lnTo>
                  <a:lnTo>
                    <a:pt x="28232" y="7099"/>
                  </a:lnTo>
                  <a:close/>
                </a:path>
                <a:path w="38735" h="29844">
                  <a:moveTo>
                    <a:pt x="28257" y="5829"/>
                  </a:moveTo>
                  <a:lnTo>
                    <a:pt x="28016" y="5702"/>
                  </a:lnTo>
                  <a:lnTo>
                    <a:pt x="27990" y="5829"/>
                  </a:lnTo>
                  <a:lnTo>
                    <a:pt x="27863" y="5829"/>
                  </a:lnTo>
                  <a:lnTo>
                    <a:pt x="26047" y="5829"/>
                  </a:lnTo>
                  <a:lnTo>
                    <a:pt x="25552" y="6210"/>
                  </a:lnTo>
                  <a:lnTo>
                    <a:pt x="25463" y="6718"/>
                  </a:lnTo>
                  <a:lnTo>
                    <a:pt x="25247" y="6845"/>
                  </a:lnTo>
                  <a:lnTo>
                    <a:pt x="25107" y="6972"/>
                  </a:lnTo>
                  <a:lnTo>
                    <a:pt x="25069" y="7099"/>
                  </a:lnTo>
                  <a:lnTo>
                    <a:pt x="24955" y="7353"/>
                  </a:lnTo>
                  <a:lnTo>
                    <a:pt x="25527" y="7353"/>
                  </a:lnTo>
                  <a:lnTo>
                    <a:pt x="25539" y="7226"/>
                  </a:lnTo>
                  <a:lnTo>
                    <a:pt x="25361" y="7099"/>
                  </a:lnTo>
                  <a:lnTo>
                    <a:pt x="28016" y="7099"/>
                  </a:lnTo>
                  <a:lnTo>
                    <a:pt x="28130" y="6718"/>
                  </a:lnTo>
                  <a:lnTo>
                    <a:pt x="28130" y="6591"/>
                  </a:lnTo>
                  <a:lnTo>
                    <a:pt x="28117" y="5956"/>
                  </a:lnTo>
                  <a:lnTo>
                    <a:pt x="28003" y="5829"/>
                  </a:lnTo>
                  <a:lnTo>
                    <a:pt x="28257" y="5829"/>
                  </a:lnTo>
                  <a:close/>
                </a:path>
                <a:path w="38735" h="29844">
                  <a:moveTo>
                    <a:pt x="28384" y="11417"/>
                  </a:moveTo>
                  <a:lnTo>
                    <a:pt x="28282" y="11163"/>
                  </a:lnTo>
                  <a:lnTo>
                    <a:pt x="28219" y="11036"/>
                  </a:lnTo>
                  <a:lnTo>
                    <a:pt x="28143" y="11417"/>
                  </a:lnTo>
                  <a:lnTo>
                    <a:pt x="28384" y="11417"/>
                  </a:lnTo>
                  <a:close/>
                </a:path>
                <a:path w="38735" h="29844">
                  <a:moveTo>
                    <a:pt x="28435" y="11544"/>
                  </a:moveTo>
                  <a:lnTo>
                    <a:pt x="28270" y="11544"/>
                  </a:lnTo>
                  <a:lnTo>
                    <a:pt x="28409" y="11671"/>
                  </a:lnTo>
                  <a:lnTo>
                    <a:pt x="28435" y="11544"/>
                  </a:lnTo>
                  <a:close/>
                </a:path>
                <a:path w="38735" h="29844">
                  <a:moveTo>
                    <a:pt x="28473" y="6921"/>
                  </a:moveTo>
                  <a:lnTo>
                    <a:pt x="28232" y="7099"/>
                  </a:lnTo>
                  <a:lnTo>
                    <a:pt x="28422" y="7099"/>
                  </a:lnTo>
                  <a:lnTo>
                    <a:pt x="28473" y="6921"/>
                  </a:lnTo>
                  <a:close/>
                </a:path>
                <a:path w="38735" h="29844">
                  <a:moveTo>
                    <a:pt x="28536" y="14973"/>
                  </a:moveTo>
                  <a:lnTo>
                    <a:pt x="28524" y="14846"/>
                  </a:lnTo>
                  <a:lnTo>
                    <a:pt x="26987" y="14846"/>
                  </a:lnTo>
                  <a:lnTo>
                    <a:pt x="26974" y="14643"/>
                  </a:lnTo>
                  <a:lnTo>
                    <a:pt x="26924" y="14846"/>
                  </a:lnTo>
                  <a:lnTo>
                    <a:pt x="26670" y="14846"/>
                  </a:lnTo>
                  <a:lnTo>
                    <a:pt x="26631" y="14973"/>
                  </a:lnTo>
                  <a:lnTo>
                    <a:pt x="26898" y="14973"/>
                  </a:lnTo>
                  <a:lnTo>
                    <a:pt x="26847" y="15405"/>
                  </a:lnTo>
                  <a:lnTo>
                    <a:pt x="26822" y="15811"/>
                  </a:lnTo>
                  <a:lnTo>
                    <a:pt x="26847" y="15582"/>
                  </a:lnTo>
                  <a:lnTo>
                    <a:pt x="26962" y="14973"/>
                  </a:lnTo>
                  <a:lnTo>
                    <a:pt x="28536" y="14973"/>
                  </a:lnTo>
                  <a:close/>
                </a:path>
                <a:path w="38735" h="29844">
                  <a:moveTo>
                    <a:pt x="28740" y="18529"/>
                  </a:moveTo>
                  <a:lnTo>
                    <a:pt x="28676" y="18402"/>
                  </a:lnTo>
                  <a:lnTo>
                    <a:pt x="28448" y="18465"/>
                  </a:lnTo>
                  <a:lnTo>
                    <a:pt x="28270" y="18364"/>
                  </a:lnTo>
                  <a:lnTo>
                    <a:pt x="28117" y="18364"/>
                  </a:lnTo>
                  <a:lnTo>
                    <a:pt x="28054" y="18554"/>
                  </a:lnTo>
                  <a:lnTo>
                    <a:pt x="28003" y="18732"/>
                  </a:lnTo>
                  <a:lnTo>
                    <a:pt x="27901" y="19062"/>
                  </a:lnTo>
                  <a:lnTo>
                    <a:pt x="27851" y="19418"/>
                  </a:lnTo>
                  <a:lnTo>
                    <a:pt x="27647" y="19507"/>
                  </a:lnTo>
                  <a:lnTo>
                    <a:pt x="27749" y="19685"/>
                  </a:lnTo>
                  <a:lnTo>
                    <a:pt x="28079" y="19354"/>
                  </a:lnTo>
                  <a:lnTo>
                    <a:pt x="28168" y="19151"/>
                  </a:lnTo>
                  <a:lnTo>
                    <a:pt x="28194" y="19278"/>
                  </a:lnTo>
                  <a:lnTo>
                    <a:pt x="28219" y="18923"/>
                  </a:lnTo>
                  <a:lnTo>
                    <a:pt x="28346" y="18897"/>
                  </a:lnTo>
                  <a:lnTo>
                    <a:pt x="28562" y="18503"/>
                  </a:lnTo>
                  <a:lnTo>
                    <a:pt x="28740" y="18529"/>
                  </a:lnTo>
                  <a:close/>
                </a:path>
                <a:path w="38735" h="29844">
                  <a:moveTo>
                    <a:pt x="28841" y="4305"/>
                  </a:moveTo>
                  <a:lnTo>
                    <a:pt x="27597" y="4051"/>
                  </a:lnTo>
                  <a:lnTo>
                    <a:pt x="26263" y="4051"/>
                  </a:lnTo>
                  <a:lnTo>
                    <a:pt x="26174" y="4559"/>
                  </a:lnTo>
                  <a:lnTo>
                    <a:pt x="28587" y="4559"/>
                  </a:lnTo>
                  <a:lnTo>
                    <a:pt x="28651" y="4305"/>
                  </a:lnTo>
                  <a:lnTo>
                    <a:pt x="28841" y="4305"/>
                  </a:lnTo>
                  <a:close/>
                </a:path>
                <a:path w="38735" h="29844">
                  <a:moveTo>
                    <a:pt x="28879" y="12179"/>
                  </a:moveTo>
                  <a:lnTo>
                    <a:pt x="28473" y="11925"/>
                  </a:lnTo>
                  <a:lnTo>
                    <a:pt x="28422" y="11798"/>
                  </a:lnTo>
                  <a:lnTo>
                    <a:pt x="28333" y="11671"/>
                  </a:lnTo>
                  <a:lnTo>
                    <a:pt x="28244" y="11544"/>
                  </a:lnTo>
                  <a:lnTo>
                    <a:pt x="27736" y="11544"/>
                  </a:lnTo>
                  <a:lnTo>
                    <a:pt x="28003" y="11671"/>
                  </a:lnTo>
                  <a:lnTo>
                    <a:pt x="28041" y="11798"/>
                  </a:lnTo>
                  <a:lnTo>
                    <a:pt x="28143" y="12052"/>
                  </a:lnTo>
                  <a:lnTo>
                    <a:pt x="28270" y="12179"/>
                  </a:lnTo>
                  <a:lnTo>
                    <a:pt x="28879" y="12179"/>
                  </a:lnTo>
                  <a:close/>
                </a:path>
                <a:path w="38735" h="29844">
                  <a:moveTo>
                    <a:pt x="28943" y="12560"/>
                  </a:moveTo>
                  <a:lnTo>
                    <a:pt x="28676" y="12560"/>
                  </a:lnTo>
                  <a:lnTo>
                    <a:pt x="28752" y="12687"/>
                  </a:lnTo>
                  <a:lnTo>
                    <a:pt x="28829" y="12814"/>
                  </a:lnTo>
                  <a:lnTo>
                    <a:pt x="28943" y="12560"/>
                  </a:lnTo>
                  <a:close/>
                </a:path>
                <a:path w="38735" h="29844">
                  <a:moveTo>
                    <a:pt x="28981" y="13576"/>
                  </a:moveTo>
                  <a:lnTo>
                    <a:pt x="28968" y="13449"/>
                  </a:lnTo>
                  <a:lnTo>
                    <a:pt x="28054" y="13449"/>
                  </a:lnTo>
                  <a:lnTo>
                    <a:pt x="27927" y="13576"/>
                  </a:lnTo>
                  <a:lnTo>
                    <a:pt x="28981" y="13576"/>
                  </a:lnTo>
                  <a:close/>
                </a:path>
                <a:path w="38735" h="29844">
                  <a:moveTo>
                    <a:pt x="29006" y="13830"/>
                  </a:moveTo>
                  <a:lnTo>
                    <a:pt x="27927" y="13830"/>
                  </a:lnTo>
                  <a:lnTo>
                    <a:pt x="27927" y="14211"/>
                  </a:lnTo>
                  <a:lnTo>
                    <a:pt x="28968" y="14211"/>
                  </a:lnTo>
                  <a:lnTo>
                    <a:pt x="29006" y="13830"/>
                  </a:lnTo>
                  <a:close/>
                </a:path>
                <a:path w="38735" h="29844">
                  <a:moveTo>
                    <a:pt x="29019" y="14592"/>
                  </a:moveTo>
                  <a:lnTo>
                    <a:pt x="29006" y="14338"/>
                  </a:lnTo>
                  <a:lnTo>
                    <a:pt x="28841" y="14465"/>
                  </a:lnTo>
                  <a:lnTo>
                    <a:pt x="28740" y="14592"/>
                  </a:lnTo>
                  <a:lnTo>
                    <a:pt x="28625" y="14719"/>
                  </a:lnTo>
                  <a:lnTo>
                    <a:pt x="28524" y="14846"/>
                  </a:lnTo>
                  <a:lnTo>
                    <a:pt x="28752" y="14846"/>
                  </a:lnTo>
                  <a:lnTo>
                    <a:pt x="29019" y="14592"/>
                  </a:lnTo>
                  <a:close/>
                </a:path>
                <a:path w="38735" h="29844">
                  <a:moveTo>
                    <a:pt x="29057" y="12052"/>
                  </a:moveTo>
                  <a:lnTo>
                    <a:pt x="28879" y="12179"/>
                  </a:lnTo>
                  <a:lnTo>
                    <a:pt x="29057" y="12179"/>
                  </a:lnTo>
                  <a:lnTo>
                    <a:pt x="29057" y="12052"/>
                  </a:lnTo>
                  <a:close/>
                </a:path>
                <a:path w="38735" h="29844">
                  <a:moveTo>
                    <a:pt x="29070" y="12306"/>
                  </a:moveTo>
                  <a:lnTo>
                    <a:pt x="26593" y="12306"/>
                  </a:lnTo>
                  <a:lnTo>
                    <a:pt x="26581" y="13449"/>
                  </a:lnTo>
                  <a:lnTo>
                    <a:pt x="26835" y="13449"/>
                  </a:lnTo>
                  <a:lnTo>
                    <a:pt x="26962" y="12687"/>
                  </a:lnTo>
                  <a:lnTo>
                    <a:pt x="26987" y="12560"/>
                  </a:lnTo>
                  <a:lnTo>
                    <a:pt x="27152" y="12560"/>
                  </a:lnTo>
                  <a:lnTo>
                    <a:pt x="27152" y="12814"/>
                  </a:lnTo>
                  <a:lnTo>
                    <a:pt x="27355" y="12814"/>
                  </a:lnTo>
                  <a:lnTo>
                    <a:pt x="27305" y="13195"/>
                  </a:lnTo>
                  <a:lnTo>
                    <a:pt x="27508" y="13322"/>
                  </a:lnTo>
                  <a:lnTo>
                    <a:pt x="27597" y="13449"/>
                  </a:lnTo>
                  <a:lnTo>
                    <a:pt x="27749" y="13449"/>
                  </a:lnTo>
                  <a:lnTo>
                    <a:pt x="28054" y="13449"/>
                  </a:lnTo>
                  <a:lnTo>
                    <a:pt x="28308" y="13195"/>
                  </a:lnTo>
                  <a:lnTo>
                    <a:pt x="28244" y="12941"/>
                  </a:lnTo>
                  <a:lnTo>
                    <a:pt x="28562" y="12814"/>
                  </a:lnTo>
                  <a:lnTo>
                    <a:pt x="28244" y="12814"/>
                  </a:lnTo>
                  <a:lnTo>
                    <a:pt x="28295" y="12687"/>
                  </a:lnTo>
                  <a:lnTo>
                    <a:pt x="28498" y="12687"/>
                  </a:lnTo>
                  <a:lnTo>
                    <a:pt x="28498" y="12560"/>
                  </a:lnTo>
                  <a:lnTo>
                    <a:pt x="29070" y="12306"/>
                  </a:lnTo>
                  <a:close/>
                </a:path>
                <a:path w="38735" h="29844">
                  <a:moveTo>
                    <a:pt x="29121" y="9220"/>
                  </a:moveTo>
                  <a:lnTo>
                    <a:pt x="29083" y="9017"/>
                  </a:lnTo>
                  <a:lnTo>
                    <a:pt x="29006" y="9194"/>
                  </a:lnTo>
                  <a:close/>
                </a:path>
                <a:path w="38735" h="29844">
                  <a:moveTo>
                    <a:pt x="29146" y="11417"/>
                  </a:moveTo>
                  <a:lnTo>
                    <a:pt x="28524" y="11417"/>
                  </a:lnTo>
                  <a:lnTo>
                    <a:pt x="28562" y="11188"/>
                  </a:lnTo>
                  <a:lnTo>
                    <a:pt x="28473" y="10617"/>
                  </a:lnTo>
                  <a:lnTo>
                    <a:pt x="28244" y="10274"/>
                  </a:lnTo>
                  <a:lnTo>
                    <a:pt x="28244" y="10109"/>
                  </a:lnTo>
                  <a:lnTo>
                    <a:pt x="28219" y="9931"/>
                  </a:lnTo>
                  <a:lnTo>
                    <a:pt x="28079" y="9956"/>
                  </a:lnTo>
                  <a:lnTo>
                    <a:pt x="28041" y="9779"/>
                  </a:lnTo>
                  <a:lnTo>
                    <a:pt x="28270" y="10363"/>
                  </a:lnTo>
                  <a:lnTo>
                    <a:pt x="28359" y="11328"/>
                  </a:lnTo>
                  <a:lnTo>
                    <a:pt x="28435" y="11544"/>
                  </a:lnTo>
                  <a:lnTo>
                    <a:pt x="28562" y="11544"/>
                  </a:lnTo>
                  <a:lnTo>
                    <a:pt x="28765" y="11747"/>
                  </a:lnTo>
                  <a:lnTo>
                    <a:pt x="28702" y="11544"/>
                  </a:lnTo>
                  <a:lnTo>
                    <a:pt x="29146" y="11544"/>
                  </a:lnTo>
                  <a:lnTo>
                    <a:pt x="29146" y="11417"/>
                  </a:lnTo>
                  <a:close/>
                </a:path>
                <a:path w="38735" h="29844">
                  <a:moveTo>
                    <a:pt x="29235" y="16840"/>
                  </a:moveTo>
                  <a:close/>
                </a:path>
                <a:path w="38735" h="29844">
                  <a:moveTo>
                    <a:pt x="29260" y="10325"/>
                  </a:moveTo>
                  <a:lnTo>
                    <a:pt x="29210" y="10198"/>
                  </a:lnTo>
                  <a:lnTo>
                    <a:pt x="29083" y="10261"/>
                  </a:lnTo>
                  <a:lnTo>
                    <a:pt x="29070" y="10388"/>
                  </a:lnTo>
                  <a:lnTo>
                    <a:pt x="29235" y="10325"/>
                  </a:lnTo>
                  <a:close/>
                </a:path>
                <a:path w="38735" h="29844">
                  <a:moveTo>
                    <a:pt x="29387" y="18821"/>
                  </a:moveTo>
                  <a:lnTo>
                    <a:pt x="29311" y="18961"/>
                  </a:lnTo>
                  <a:lnTo>
                    <a:pt x="29387" y="18821"/>
                  </a:lnTo>
                  <a:close/>
                </a:path>
                <a:path w="38735" h="29844">
                  <a:moveTo>
                    <a:pt x="29387" y="11417"/>
                  </a:moveTo>
                  <a:lnTo>
                    <a:pt x="29311" y="11290"/>
                  </a:lnTo>
                  <a:lnTo>
                    <a:pt x="29159" y="11290"/>
                  </a:lnTo>
                  <a:lnTo>
                    <a:pt x="29146" y="11417"/>
                  </a:lnTo>
                  <a:lnTo>
                    <a:pt x="29387" y="11417"/>
                  </a:lnTo>
                  <a:close/>
                </a:path>
                <a:path w="38735" h="29844">
                  <a:moveTo>
                    <a:pt x="29387" y="9588"/>
                  </a:moveTo>
                  <a:lnTo>
                    <a:pt x="29324" y="9372"/>
                  </a:lnTo>
                  <a:lnTo>
                    <a:pt x="29184" y="9232"/>
                  </a:lnTo>
                  <a:lnTo>
                    <a:pt x="29210" y="9664"/>
                  </a:lnTo>
                  <a:lnTo>
                    <a:pt x="29387" y="9588"/>
                  </a:lnTo>
                  <a:close/>
                </a:path>
                <a:path w="38735" h="29844">
                  <a:moveTo>
                    <a:pt x="29464" y="5448"/>
                  </a:moveTo>
                  <a:lnTo>
                    <a:pt x="29438" y="5321"/>
                  </a:lnTo>
                  <a:lnTo>
                    <a:pt x="29210" y="5321"/>
                  </a:lnTo>
                  <a:lnTo>
                    <a:pt x="29171" y="5194"/>
                  </a:lnTo>
                  <a:lnTo>
                    <a:pt x="29057" y="5067"/>
                  </a:lnTo>
                  <a:lnTo>
                    <a:pt x="28943" y="4940"/>
                  </a:lnTo>
                  <a:lnTo>
                    <a:pt x="28841" y="4813"/>
                  </a:lnTo>
                  <a:lnTo>
                    <a:pt x="26136" y="4813"/>
                  </a:lnTo>
                  <a:lnTo>
                    <a:pt x="26098" y="5067"/>
                  </a:lnTo>
                  <a:lnTo>
                    <a:pt x="19951" y="5067"/>
                  </a:lnTo>
                  <a:lnTo>
                    <a:pt x="19913" y="5194"/>
                  </a:lnTo>
                  <a:lnTo>
                    <a:pt x="26428" y="5194"/>
                  </a:lnTo>
                  <a:lnTo>
                    <a:pt x="26390" y="5067"/>
                  </a:lnTo>
                  <a:lnTo>
                    <a:pt x="26733" y="5067"/>
                  </a:lnTo>
                  <a:lnTo>
                    <a:pt x="26568" y="5194"/>
                  </a:lnTo>
                  <a:lnTo>
                    <a:pt x="26428" y="5194"/>
                  </a:lnTo>
                  <a:lnTo>
                    <a:pt x="26479" y="5321"/>
                  </a:lnTo>
                  <a:lnTo>
                    <a:pt x="26746" y="5194"/>
                  </a:lnTo>
                  <a:lnTo>
                    <a:pt x="27012" y="5194"/>
                  </a:lnTo>
                  <a:lnTo>
                    <a:pt x="27089" y="5067"/>
                  </a:lnTo>
                  <a:lnTo>
                    <a:pt x="26860" y="4940"/>
                  </a:lnTo>
                  <a:lnTo>
                    <a:pt x="27368" y="5067"/>
                  </a:lnTo>
                  <a:lnTo>
                    <a:pt x="27343" y="5194"/>
                  </a:lnTo>
                  <a:lnTo>
                    <a:pt x="27343" y="5575"/>
                  </a:lnTo>
                  <a:lnTo>
                    <a:pt x="27152" y="5575"/>
                  </a:lnTo>
                  <a:lnTo>
                    <a:pt x="27305" y="5448"/>
                  </a:lnTo>
                  <a:lnTo>
                    <a:pt x="27343" y="5575"/>
                  </a:lnTo>
                  <a:lnTo>
                    <a:pt x="27343" y="5194"/>
                  </a:lnTo>
                  <a:lnTo>
                    <a:pt x="27317" y="5321"/>
                  </a:lnTo>
                  <a:lnTo>
                    <a:pt x="26962" y="5321"/>
                  </a:lnTo>
                  <a:lnTo>
                    <a:pt x="26962" y="5448"/>
                  </a:lnTo>
                  <a:lnTo>
                    <a:pt x="26809" y="5448"/>
                  </a:lnTo>
                  <a:lnTo>
                    <a:pt x="26860" y="5702"/>
                  </a:lnTo>
                  <a:lnTo>
                    <a:pt x="27787" y="5702"/>
                  </a:lnTo>
                  <a:lnTo>
                    <a:pt x="27813" y="5575"/>
                  </a:lnTo>
                  <a:lnTo>
                    <a:pt x="27838" y="5448"/>
                  </a:lnTo>
                  <a:lnTo>
                    <a:pt x="29464" y="5448"/>
                  </a:lnTo>
                  <a:close/>
                </a:path>
                <a:path w="38735" h="29844">
                  <a:moveTo>
                    <a:pt x="29476" y="11544"/>
                  </a:moveTo>
                  <a:lnTo>
                    <a:pt x="29146" y="11544"/>
                  </a:lnTo>
                  <a:lnTo>
                    <a:pt x="29235" y="11671"/>
                  </a:lnTo>
                  <a:lnTo>
                    <a:pt x="29324" y="11798"/>
                  </a:lnTo>
                  <a:lnTo>
                    <a:pt x="29425" y="11925"/>
                  </a:lnTo>
                  <a:lnTo>
                    <a:pt x="29476" y="11544"/>
                  </a:lnTo>
                  <a:close/>
                </a:path>
                <a:path w="38735" h="29844">
                  <a:moveTo>
                    <a:pt x="29489" y="11925"/>
                  </a:moveTo>
                  <a:lnTo>
                    <a:pt x="29095" y="12052"/>
                  </a:lnTo>
                  <a:lnTo>
                    <a:pt x="29235" y="12052"/>
                  </a:lnTo>
                  <a:lnTo>
                    <a:pt x="29057" y="12179"/>
                  </a:lnTo>
                  <a:lnTo>
                    <a:pt x="29489" y="12179"/>
                  </a:lnTo>
                  <a:lnTo>
                    <a:pt x="29489" y="11925"/>
                  </a:lnTo>
                  <a:close/>
                </a:path>
                <a:path w="38735" h="29844">
                  <a:moveTo>
                    <a:pt x="29502" y="5702"/>
                  </a:moveTo>
                  <a:lnTo>
                    <a:pt x="29489" y="5575"/>
                  </a:lnTo>
                  <a:lnTo>
                    <a:pt x="27952" y="5575"/>
                  </a:lnTo>
                  <a:lnTo>
                    <a:pt x="27787" y="5702"/>
                  </a:lnTo>
                  <a:lnTo>
                    <a:pt x="28016" y="5702"/>
                  </a:lnTo>
                  <a:lnTo>
                    <a:pt x="29502" y="5702"/>
                  </a:lnTo>
                  <a:close/>
                </a:path>
                <a:path w="38735" h="29844">
                  <a:moveTo>
                    <a:pt x="29552" y="5956"/>
                  </a:moveTo>
                  <a:lnTo>
                    <a:pt x="29527" y="5829"/>
                  </a:lnTo>
                  <a:lnTo>
                    <a:pt x="28257" y="5829"/>
                  </a:lnTo>
                  <a:lnTo>
                    <a:pt x="28295" y="5956"/>
                  </a:lnTo>
                  <a:lnTo>
                    <a:pt x="28384" y="6845"/>
                  </a:lnTo>
                  <a:lnTo>
                    <a:pt x="28613" y="6845"/>
                  </a:lnTo>
                  <a:lnTo>
                    <a:pt x="28524" y="5956"/>
                  </a:lnTo>
                  <a:lnTo>
                    <a:pt x="29552" y="5956"/>
                  </a:lnTo>
                  <a:close/>
                </a:path>
                <a:path w="38735" h="29844">
                  <a:moveTo>
                    <a:pt x="29629" y="13068"/>
                  </a:moveTo>
                  <a:lnTo>
                    <a:pt x="29540" y="12687"/>
                  </a:lnTo>
                  <a:lnTo>
                    <a:pt x="29337" y="12306"/>
                  </a:lnTo>
                  <a:lnTo>
                    <a:pt x="29070" y="12306"/>
                  </a:lnTo>
                  <a:lnTo>
                    <a:pt x="29324" y="12560"/>
                  </a:lnTo>
                  <a:lnTo>
                    <a:pt x="29413" y="12687"/>
                  </a:lnTo>
                  <a:lnTo>
                    <a:pt x="29502" y="12814"/>
                  </a:lnTo>
                  <a:lnTo>
                    <a:pt x="29565" y="12941"/>
                  </a:lnTo>
                  <a:lnTo>
                    <a:pt x="29629" y="13068"/>
                  </a:lnTo>
                  <a:close/>
                </a:path>
                <a:path w="38735" h="29844">
                  <a:moveTo>
                    <a:pt x="29692" y="11544"/>
                  </a:moveTo>
                  <a:lnTo>
                    <a:pt x="29489" y="11417"/>
                  </a:lnTo>
                  <a:lnTo>
                    <a:pt x="29476" y="11544"/>
                  </a:lnTo>
                  <a:lnTo>
                    <a:pt x="29692" y="11544"/>
                  </a:lnTo>
                  <a:close/>
                </a:path>
                <a:path w="38735" h="29844">
                  <a:moveTo>
                    <a:pt x="29705" y="11417"/>
                  </a:moveTo>
                  <a:lnTo>
                    <a:pt x="29654" y="11290"/>
                  </a:lnTo>
                  <a:lnTo>
                    <a:pt x="29337" y="11290"/>
                  </a:lnTo>
                  <a:lnTo>
                    <a:pt x="29489" y="11417"/>
                  </a:lnTo>
                  <a:lnTo>
                    <a:pt x="29705" y="11417"/>
                  </a:lnTo>
                  <a:close/>
                </a:path>
                <a:path w="38735" h="29844">
                  <a:moveTo>
                    <a:pt x="30073" y="10071"/>
                  </a:moveTo>
                  <a:lnTo>
                    <a:pt x="29845" y="10071"/>
                  </a:lnTo>
                  <a:lnTo>
                    <a:pt x="29946" y="10363"/>
                  </a:lnTo>
                  <a:lnTo>
                    <a:pt x="30073" y="10071"/>
                  </a:lnTo>
                  <a:close/>
                </a:path>
                <a:path w="38735" h="29844">
                  <a:moveTo>
                    <a:pt x="30124" y="16167"/>
                  </a:moveTo>
                  <a:lnTo>
                    <a:pt x="29959" y="16192"/>
                  </a:lnTo>
                  <a:lnTo>
                    <a:pt x="29768" y="16764"/>
                  </a:lnTo>
                  <a:lnTo>
                    <a:pt x="29476" y="17411"/>
                  </a:lnTo>
                  <a:lnTo>
                    <a:pt x="29476" y="18084"/>
                  </a:lnTo>
                  <a:lnTo>
                    <a:pt x="29514" y="17881"/>
                  </a:lnTo>
                  <a:lnTo>
                    <a:pt x="29781" y="17881"/>
                  </a:lnTo>
                  <a:lnTo>
                    <a:pt x="29921" y="17995"/>
                  </a:lnTo>
                  <a:lnTo>
                    <a:pt x="29819" y="17856"/>
                  </a:lnTo>
                  <a:lnTo>
                    <a:pt x="29883" y="17284"/>
                  </a:lnTo>
                  <a:lnTo>
                    <a:pt x="30022" y="16637"/>
                  </a:lnTo>
                  <a:lnTo>
                    <a:pt x="30124" y="16167"/>
                  </a:lnTo>
                  <a:close/>
                </a:path>
                <a:path w="38735" h="29844">
                  <a:moveTo>
                    <a:pt x="30175" y="12306"/>
                  </a:moveTo>
                  <a:lnTo>
                    <a:pt x="29629" y="12255"/>
                  </a:lnTo>
                  <a:lnTo>
                    <a:pt x="29489" y="12230"/>
                  </a:lnTo>
                  <a:lnTo>
                    <a:pt x="29337" y="12306"/>
                  </a:lnTo>
                  <a:lnTo>
                    <a:pt x="29502" y="12306"/>
                  </a:lnTo>
                  <a:lnTo>
                    <a:pt x="29845" y="12306"/>
                  </a:lnTo>
                  <a:lnTo>
                    <a:pt x="29895" y="12560"/>
                  </a:lnTo>
                  <a:lnTo>
                    <a:pt x="30073" y="12560"/>
                  </a:lnTo>
                  <a:lnTo>
                    <a:pt x="30175" y="12306"/>
                  </a:lnTo>
                  <a:close/>
                </a:path>
                <a:path w="38735" h="29844">
                  <a:moveTo>
                    <a:pt x="30365" y="11544"/>
                  </a:moveTo>
                  <a:lnTo>
                    <a:pt x="29692" y="11544"/>
                  </a:lnTo>
                  <a:lnTo>
                    <a:pt x="29679" y="11671"/>
                  </a:lnTo>
                  <a:lnTo>
                    <a:pt x="29895" y="11798"/>
                  </a:lnTo>
                  <a:lnTo>
                    <a:pt x="30010" y="11925"/>
                  </a:lnTo>
                  <a:lnTo>
                    <a:pt x="30111" y="12052"/>
                  </a:lnTo>
                  <a:lnTo>
                    <a:pt x="30226" y="12179"/>
                  </a:lnTo>
                  <a:lnTo>
                    <a:pt x="30340" y="11798"/>
                  </a:lnTo>
                  <a:lnTo>
                    <a:pt x="30365" y="11544"/>
                  </a:lnTo>
                  <a:close/>
                </a:path>
                <a:path w="38735" h="29844">
                  <a:moveTo>
                    <a:pt x="30454" y="10782"/>
                  </a:moveTo>
                  <a:lnTo>
                    <a:pt x="30276" y="10909"/>
                  </a:lnTo>
                  <a:lnTo>
                    <a:pt x="30175" y="11036"/>
                  </a:lnTo>
                  <a:lnTo>
                    <a:pt x="29946" y="11150"/>
                  </a:lnTo>
                  <a:lnTo>
                    <a:pt x="29718" y="11049"/>
                  </a:lnTo>
                  <a:lnTo>
                    <a:pt x="29565" y="10998"/>
                  </a:lnTo>
                  <a:lnTo>
                    <a:pt x="29730" y="10756"/>
                  </a:lnTo>
                  <a:lnTo>
                    <a:pt x="29603" y="10655"/>
                  </a:lnTo>
                  <a:lnTo>
                    <a:pt x="29565" y="10312"/>
                  </a:lnTo>
                  <a:lnTo>
                    <a:pt x="29298" y="10388"/>
                  </a:lnTo>
                  <a:lnTo>
                    <a:pt x="29451" y="10528"/>
                  </a:lnTo>
                  <a:lnTo>
                    <a:pt x="29425" y="11125"/>
                  </a:lnTo>
                  <a:lnTo>
                    <a:pt x="29641" y="11163"/>
                  </a:lnTo>
                  <a:lnTo>
                    <a:pt x="29794" y="11315"/>
                  </a:lnTo>
                  <a:lnTo>
                    <a:pt x="29768" y="11176"/>
                  </a:lnTo>
                  <a:lnTo>
                    <a:pt x="29933" y="11163"/>
                  </a:lnTo>
                  <a:lnTo>
                    <a:pt x="29806" y="11417"/>
                  </a:lnTo>
                  <a:lnTo>
                    <a:pt x="30378" y="11417"/>
                  </a:lnTo>
                  <a:lnTo>
                    <a:pt x="30454" y="10782"/>
                  </a:lnTo>
                  <a:close/>
                </a:path>
                <a:path w="38735" h="29844">
                  <a:moveTo>
                    <a:pt x="30848" y="8915"/>
                  </a:moveTo>
                  <a:lnTo>
                    <a:pt x="30657" y="8915"/>
                  </a:lnTo>
                  <a:lnTo>
                    <a:pt x="30302" y="9385"/>
                  </a:lnTo>
                  <a:lnTo>
                    <a:pt x="30467" y="9385"/>
                  </a:lnTo>
                  <a:lnTo>
                    <a:pt x="30848" y="8915"/>
                  </a:lnTo>
                  <a:close/>
                </a:path>
                <a:path w="38735" h="29844">
                  <a:moveTo>
                    <a:pt x="31191" y="13042"/>
                  </a:moveTo>
                  <a:lnTo>
                    <a:pt x="30924" y="13055"/>
                  </a:lnTo>
                  <a:lnTo>
                    <a:pt x="30784" y="13220"/>
                  </a:lnTo>
                  <a:lnTo>
                    <a:pt x="30581" y="13284"/>
                  </a:lnTo>
                  <a:lnTo>
                    <a:pt x="30429" y="13182"/>
                  </a:lnTo>
                  <a:lnTo>
                    <a:pt x="30759" y="13601"/>
                  </a:lnTo>
                  <a:lnTo>
                    <a:pt x="30784" y="13411"/>
                  </a:lnTo>
                  <a:lnTo>
                    <a:pt x="30937" y="13169"/>
                  </a:lnTo>
                  <a:lnTo>
                    <a:pt x="31191" y="13042"/>
                  </a:lnTo>
                  <a:close/>
                </a:path>
                <a:path w="38735" h="29844">
                  <a:moveTo>
                    <a:pt x="31280" y="8509"/>
                  </a:moveTo>
                  <a:lnTo>
                    <a:pt x="31013" y="8509"/>
                  </a:lnTo>
                  <a:lnTo>
                    <a:pt x="30759" y="8648"/>
                  </a:lnTo>
                  <a:lnTo>
                    <a:pt x="31115" y="8648"/>
                  </a:lnTo>
                  <a:lnTo>
                    <a:pt x="31280" y="8509"/>
                  </a:lnTo>
                  <a:close/>
                </a:path>
                <a:path w="38735" h="29844">
                  <a:moveTo>
                    <a:pt x="32219" y="10464"/>
                  </a:moveTo>
                  <a:lnTo>
                    <a:pt x="32207" y="10147"/>
                  </a:lnTo>
                  <a:lnTo>
                    <a:pt x="31762" y="10795"/>
                  </a:lnTo>
                  <a:lnTo>
                    <a:pt x="32219" y="10464"/>
                  </a:lnTo>
                  <a:close/>
                </a:path>
                <a:path w="38735" h="29844">
                  <a:moveTo>
                    <a:pt x="32296" y="7708"/>
                  </a:moveTo>
                  <a:lnTo>
                    <a:pt x="31851" y="7708"/>
                  </a:lnTo>
                  <a:lnTo>
                    <a:pt x="31572" y="7708"/>
                  </a:lnTo>
                  <a:lnTo>
                    <a:pt x="31013" y="8509"/>
                  </a:lnTo>
                  <a:lnTo>
                    <a:pt x="31356" y="8305"/>
                  </a:lnTo>
                  <a:lnTo>
                    <a:pt x="31280" y="8509"/>
                  </a:lnTo>
                  <a:lnTo>
                    <a:pt x="32054" y="8509"/>
                  </a:lnTo>
                  <a:lnTo>
                    <a:pt x="31902" y="7950"/>
                  </a:lnTo>
                  <a:lnTo>
                    <a:pt x="32296" y="7708"/>
                  </a:lnTo>
                  <a:close/>
                </a:path>
                <a:path w="38735" h="29844">
                  <a:moveTo>
                    <a:pt x="32918" y="13792"/>
                  </a:moveTo>
                  <a:lnTo>
                    <a:pt x="32689" y="13779"/>
                  </a:lnTo>
                  <a:lnTo>
                    <a:pt x="32893" y="13893"/>
                  </a:lnTo>
                  <a:close/>
                </a:path>
                <a:path w="38735" h="29844">
                  <a:moveTo>
                    <a:pt x="32994" y="8432"/>
                  </a:moveTo>
                  <a:lnTo>
                    <a:pt x="31127" y="9359"/>
                  </a:lnTo>
                  <a:lnTo>
                    <a:pt x="31026" y="9664"/>
                  </a:lnTo>
                  <a:lnTo>
                    <a:pt x="30911" y="9982"/>
                  </a:lnTo>
                  <a:lnTo>
                    <a:pt x="31788" y="9982"/>
                  </a:lnTo>
                  <a:lnTo>
                    <a:pt x="31711" y="10147"/>
                  </a:lnTo>
                  <a:lnTo>
                    <a:pt x="32207" y="10147"/>
                  </a:lnTo>
                  <a:lnTo>
                    <a:pt x="32194" y="9982"/>
                  </a:lnTo>
                  <a:lnTo>
                    <a:pt x="31889" y="9982"/>
                  </a:lnTo>
                  <a:lnTo>
                    <a:pt x="31927" y="9359"/>
                  </a:lnTo>
                  <a:lnTo>
                    <a:pt x="32169" y="9359"/>
                  </a:lnTo>
                  <a:lnTo>
                    <a:pt x="32194" y="9982"/>
                  </a:lnTo>
                  <a:lnTo>
                    <a:pt x="32359" y="9982"/>
                  </a:lnTo>
                  <a:lnTo>
                    <a:pt x="32423" y="9359"/>
                  </a:lnTo>
                  <a:lnTo>
                    <a:pt x="32880" y="9359"/>
                  </a:lnTo>
                  <a:lnTo>
                    <a:pt x="32994" y="8432"/>
                  </a:lnTo>
                  <a:close/>
                </a:path>
                <a:path w="38735" h="29844">
                  <a:moveTo>
                    <a:pt x="33108" y="7759"/>
                  </a:moveTo>
                  <a:lnTo>
                    <a:pt x="33070" y="7493"/>
                  </a:lnTo>
                  <a:lnTo>
                    <a:pt x="32867" y="7340"/>
                  </a:lnTo>
                  <a:lnTo>
                    <a:pt x="32626" y="7391"/>
                  </a:lnTo>
                  <a:lnTo>
                    <a:pt x="32600" y="7645"/>
                  </a:lnTo>
                  <a:lnTo>
                    <a:pt x="32740" y="7696"/>
                  </a:lnTo>
                  <a:lnTo>
                    <a:pt x="32854" y="7835"/>
                  </a:lnTo>
                  <a:lnTo>
                    <a:pt x="33007" y="7861"/>
                  </a:lnTo>
                  <a:close/>
                </a:path>
                <a:path w="38735" h="29844">
                  <a:moveTo>
                    <a:pt x="33426" y="16027"/>
                  </a:moveTo>
                  <a:lnTo>
                    <a:pt x="33350" y="16268"/>
                  </a:lnTo>
                  <a:lnTo>
                    <a:pt x="33426" y="16027"/>
                  </a:lnTo>
                  <a:close/>
                </a:path>
                <a:path w="38735" h="29844">
                  <a:moveTo>
                    <a:pt x="33667" y="8458"/>
                  </a:moveTo>
                  <a:close/>
                </a:path>
                <a:path w="38735" h="29844">
                  <a:moveTo>
                    <a:pt x="34963" y="8890"/>
                  </a:moveTo>
                  <a:lnTo>
                    <a:pt x="34607" y="8890"/>
                  </a:lnTo>
                  <a:lnTo>
                    <a:pt x="34963" y="9258"/>
                  </a:lnTo>
                  <a:lnTo>
                    <a:pt x="34963" y="8890"/>
                  </a:lnTo>
                  <a:close/>
                </a:path>
                <a:path w="38735" h="29844">
                  <a:moveTo>
                    <a:pt x="35445" y="8051"/>
                  </a:moveTo>
                  <a:lnTo>
                    <a:pt x="35382" y="7912"/>
                  </a:lnTo>
                  <a:lnTo>
                    <a:pt x="35306" y="7747"/>
                  </a:lnTo>
                  <a:lnTo>
                    <a:pt x="35445" y="8051"/>
                  </a:lnTo>
                  <a:close/>
                </a:path>
                <a:path w="38735" h="29844">
                  <a:moveTo>
                    <a:pt x="35623" y="12255"/>
                  </a:moveTo>
                  <a:lnTo>
                    <a:pt x="35420" y="12255"/>
                  </a:lnTo>
                  <a:lnTo>
                    <a:pt x="35407" y="12433"/>
                  </a:lnTo>
                  <a:lnTo>
                    <a:pt x="35585" y="12458"/>
                  </a:lnTo>
                  <a:lnTo>
                    <a:pt x="35623" y="12255"/>
                  </a:lnTo>
                  <a:close/>
                </a:path>
                <a:path w="38735" h="29844">
                  <a:moveTo>
                    <a:pt x="36360" y="10629"/>
                  </a:moveTo>
                  <a:lnTo>
                    <a:pt x="36144" y="10579"/>
                  </a:lnTo>
                  <a:lnTo>
                    <a:pt x="33756" y="10033"/>
                  </a:lnTo>
                  <a:lnTo>
                    <a:pt x="33248" y="10033"/>
                  </a:lnTo>
                  <a:lnTo>
                    <a:pt x="33477" y="9740"/>
                  </a:lnTo>
                  <a:lnTo>
                    <a:pt x="34340" y="9740"/>
                  </a:lnTo>
                  <a:lnTo>
                    <a:pt x="34239" y="8890"/>
                  </a:lnTo>
                  <a:lnTo>
                    <a:pt x="33756" y="8890"/>
                  </a:lnTo>
                  <a:lnTo>
                    <a:pt x="33451" y="9296"/>
                  </a:lnTo>
                  <a:lnTo>
                    <a:pt x="33439" y="8890"/>
                  </a:lnTo>
                  <a:lnTo>
                    <a:pt x="33375" y="9385"/>
                  </a:lnTo>
                  <a:lnTo>
                    <a:pt x="33121" y="9740"/>
                  </a:lnTo>
                  <a:lnTo>
                    <a:pt x="32715" y="10782"/>
                  </a:lnTo>
                  <a:lnTo>
                    <a:pt x="35814" y="10782"/>
                  </a:lnTo>
                  <a:lnTo>
                    <a:pt x="35953" y="10782"/>
                  </a:lnTo>
                  <a:lnTo>
                    <a:pt x="36360" y="10629"/>
                  </a:lnTo>
                  <a:close/>
                </a:path>
                <a:path w="38735" h="29844">
                  <a:moveTo>
                    <a:pt x="36360" y="4025"/>
                  </a:moveTo>
                  <a:lnTo>
                    <a:pt x="36207" y="4000"/>
                  </a:lnTo>
                  <a:lnTo>
                    <a:pt x="36360" y="4025"/>
                  </a:lnTo>
                  <a:close/>
                </a:path>
                <a:path w="38735" h="29844">
                  <a:moveTo>
                    <a:pt x="36690" y="3162"/>
                  </a:moveTo>
                  <a:lnTo>
                    <a:pt x="28651" y="2438"/>
                  </a:lnTo>
                  <a:lnTo>
                    <a:pt x="29400" y="2438"/>
                  </a:lnTo>
                  <a:lnTo>
                    <a:pt x="27178" y="2095"/>
                  </a:lnTo>
                  <a:lnTo>
                    <a:pt x="26784" y="2095"/>
                  </a:lnTo>
                  <a:lnTo>
                    <a:pt x="27114" y="2438"/>
                  </a:lnTo>
                  <a:lnTo>
                    <a:pt x="28321" y="2438"/>
                  </a:lnTo>
                  <a:lnTo>
                    <a:pt x="28155" y="3162"/>
                  </a:lnTo>
                  <a:lnTo>
                    <a:pt x="36690" y="3162"/>
                  </a:lnTo>
                  <a:close/>
                </a:path>
                <a:path w="38735" h="29844">
                  <a:moveTo>
                    <a:pt x="36906" y="6426"/>
                  </a:moveTo>
                  <a:lnTo>
                    <a:pt x="36855" y="6756"/>
                  </a:lnTo>
                  <a:lnTo>
                    <a:pt x="36906" y="6426"/>
                  </a:lnTo>
                  <a:close/>
                </a:path>
                <a:path w="38735" h="29844">
                  <a:moveTo>
                    <a:pt x="37007" y="4279"/>
                  </a:moveTo>
                  <a:lnTo>
                    <a:pt x="36817" y="4140"/>
                  </a:lnTo>
                  <a:lnTo>
                    <a:pt x="36639" y="4241"/>
                  </a:lnTo>
                  <a:lnTo>
                    <a:pt x="37007" y="4279"/>
                  </a:lnTo>
                  <a:close/>
                </a:path>
                <a:path w="38735" h="29844">
                  <a:moveTo>
                    <a:pt x="37096" y="10782"/>
                  </a:moveTo>
                  <a:lnTo>
                    <a:pt x="36372" y="10629"/>
                  </a:lnTo>
                  <a:lnTo>
                    <a:pt x="36537" y="10782"/>
                  </a:lnTo>
                  <a:lnTo>
                    <a:pt x="37096" y="10782"/>
                  </a:lnTo>
                  <a:close/>
                </a:path>
                <a:path w="38735" h="29844">
                  <a:moveTo>
                    <a:pt x="37299" y="4368"/>
                  </a:moveTo>
                  <a:lnTo>
                    <a:pt x="37147" y="4368"/>
                  </a:lnTo>
                  <a:lnTo>
                    <a:pt x="37299" y="4495"/>
                  </a:lnTo>
                  <a:lnTo>
                    <a:pt x="37299" y="4368"/>
                  </a:lnTo>
                  <a:close/>
                </a:path>
                <a:path w="38735" h="29844">
                  <a:moveTo>
                    <a:pt x="37668" y="7226"/>
                  </a:moveTo>
                  <a:close/>
                </a:path>
                <a:path w="38735" h="29844">
                  <a:moveTo>
                    <a:pt x="37719" y="8636"/>
                  </a:moveTo>
                  <a:close/>
                </a:path>
                <a:path w="38735" h="29844">
                  <a:moveTo>
                    <a:pt x="37795" y="6235"/>
                  </a:moveTo>
                  <a:lnTo>
                    <a:pt x="37528" y="6400"/>
                  </a:lnTo>
                  <a:lnTo>
                    <a:pt x="37490" y="6223"/>
                  </a:lnTo>
                  <a:lnTo>
                    <a:pt x="36957" y="6184"/>
                  </a:lnTo>
                  <a:lnTo>
                    <a:pt x="36830" y="6134"/>
                  </a:lnTo>
                  <a:lnTo>
                    <a:pt x="36690" y="6057"/>
                  </a:lnTo>
                  <a:lnTo>
                    <a:pt x="36525" y="6108"/>
                  </a:lnTo>
                  <a:lnTo>
                    <a:pt x="36309" y="6146"/>
                  </a:lnTo>
                  <a:lnTo>
                    <a:pt x="36169" y="6248"/>
                  </a:lnTo>
                  <a:lnTo>
                    <a:pt x="36385" y="6286"/>
                  </a:lnTo>
                  <a:lnTo>
                    <a:pt x="36715" y="6350"/>
                  </a:lnTo>
                  <a:lnTo>
                    <a:pt x="37007" y="6413"/>
                  </a:lnTo>
                  <a:lnTo>
                    <a:pt x="37198" y="6400"/>
                  </a:lnTo>
                  <a:lnTo>
                    <a:pt x="37655" y="6578"/>
                  </a:lnTo>
                  <a:lnTo>
                    <a:pt x="37795" y="6235"/>
                  </a:lnTo>
                  <a:close/>
                </a:path>
                <a:path w="38735" h="29844">
                  <a:moveTo>
                    <a:pt x="38112" y="8890"/>
                  </a:moveTo>
                  <a:lnTo>
                    <a:pt x="37693" y="8890"/>
                  </a:lnTo>
                  <a:lnTo>
                    <a:pt x="37642" y="9740"/>
                  </a:lnTo>
                  <a:lnTo>
                    <a:pt x="35483" y="9740"/>
                  </a:lnTo>
                  <a:lnTo>
                    <a:pt x="34988" y="9740"/>
                  </a:lnTo>
                  <a:lnTo>
                    <a:pt x="34988" y="10033"/>
                  </a:lnTo>
                  <a:lnTo>
                    <a:pt x="35763" y="10033"/>
                  </a:lnTo>
                  <a:lnTo>
                    <a:pt x="36245" y="10515"/>
                  </a:lnTo>
                  <a:lnTo>
                    <a:pt x="36372" y="10629"/>
                  </a:lnTo>
                  <a:lnTo>
                    <a:pt x="37922" y="10033"/>
                  </a:lnTo>
                  <a:lnTo>
                    <a:pt x="37655" y="10033"/>
                  </a:lnTo>
                  <a:lnTo>
                    <a:pt x="37896" y="9740"/>
                  </a:lnTo>
                  <a:lnTo>
                    <a:pt x="38074" y="9740"/>
                  </a:lnTo>
                  <a:lnTo>
                    <a:pt x="38112" y="88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4" name="object 84"/>
            <p:cNvSpPr/>
            <p:nvPr/>
          </p:nvSpPr>
          <p:spPr>
            <a:xfrm>
              <a:off x="4106938" y="1188897"/>
              <a:ext cx="24765" cy="32384"/>
            </a:xfrm>
            <a:custGeom>
              <a:avLst/>
              <a:gdLst/>
              <a:ahLst/>
              <a:cxnLst/>
              <a:rect l="l" t="t" r="r" b="b"/>
              <a:pathLst>
                <a:path w="24764" h="32384">
                  <a:moveTo>
                    <a:pt x="152" y="20040"/>
                  </a:moveTo>
                  <a:lnTo>
                    <a:pt x="0" y="20142"/>
                  </a:lnTo>
                  <a:lnTo>
                    <a:pt x="152" y="20091"/>
                  </a:lnTo>
                  <a:close/>
                </a:path>
                <a:path w="24764" h="32384">
                  <a:moveTo>
                    <a:pt x="1257" y="16662"/>
                  </a:moveTo>
                  <a:close/>
                </a:path>
                <a:path w="24764" h="32384">
                  <a:moveTo>
                    <a:pt x="1485" y="16294"/>
                  </a:moveTo>
                  <a:lnTo>
                    <a:pt x="1435" y="16522"/>
                  </a:lnTo>
                  <a:lnTo>
                    <a:pt x="1485" y="16294"/>
                  </a:lnTo>
                  <a:close/>
                </a:path>
                <a:path w="24764" h="32384">
                  <a:moveTo>
                    <a:pt x="1498" y="16637"/>
                  </a:moveTo>
                  <a:lnTo>
                    <a:pt x="1371" y="16510"/>
                  </a:lnTo>
                  <a:lnTo>
                    <a:pt x="1435" y="16662"/>
                  </a:lnTo>
                  <a:close/>
                </a:path>
                <a:path w="24764" h="32384">
                  <a:moveTo>
                    <a:pt x="1651" y="22694"/>
                  </a:moveTo>
                  <a:lnTo>
                    <a:pt x="1651" y="22834"/>
                  </a:lnTo>
                  <a:lnTo>
                    <a:pt x="1651" y="22694"/>
                  </a:lnTo>
                  <a:close/>
                </a:path>
                <a:path w="24764" h="32384">
                  <a:moveTo>
                    <a:pt x="2413" y="19126"/>
                  </a:moveTo>
                  <a:lnTo>
                    <a:pt x="2400" y="18986"/>
                  </a:lnTo>
                  <a:lnTo>
                    <a:pt x="2273" y="19088"/>
                  </a:lnTo>
                  <a:lnTo>
                    <a:pt x="2413" y="19126"/>
                  </a:lnTo>
                  <a:close/>
                </a:path>
                <a:path w="24764" h="32384">
                  <a:moveTo>
                    <a:pt x="2514" y="19062"/>
                  </a:moveTo>
                  <a:close/>
                </a:path>
                <a:path w="24764" h="32384">
                  <a:moveTo>
                    <a:pt x="2895" y="22555"/>
                  </a:moveTo>
                  <a:lnTo>
                    <a:pt x="2832" y="22720"/>
                  </a:lnTo>
                  <a:lnTo>
                    <a:pt x="2895" y="22555"/>
                  </a:lnTo>
                  <a:close/>
                </a:path>
                <a:path w="24764" h="32384">
                  <a:moveTo>
                    <a:pt x="3035" y="31242"/>
                  </a:moveTo>
                  <a:lnTo>
                    <a:pt x="2997" y="31369"/>
                  </a:lnTo>
                  <a:lnTo>
                    <a:pt x="3035" y="31242"/>
                  </a:lnTo>
                  <a:close/>
                </a:path>
                <a:path w="24764" h="32384">
                  <a:moveTo>
                    <a:pt x="3060" y="30873"/>
                  </a:moveTo>
                  <a:close/>
                </a:path>
                <a:path w="24764" h="32384">
                  <a:moveTo>
                    <a:pt x="3213" y="21602"/>
                  </a:moveTo>
                  <a:lnTo>
                    <a:pt x="3187" y="21742"/>
                  </a:lnTo>
                  <a:lnTo>
                    <a:pt x="3048" y="21742"/>
                  </a:lnTo>
                  <a:lnTo>
                    <a:pt x="3009" y="21920"/>
                  </a:lnTo>
                  <a:lnTo>
                    <a:pt x="3009" y="22098"/>
                  </a:lnTo>
                  <a:lnTo>
                    <a:pt x="3162" y="22136"/>
                  </a:lnTo>
                  <a:lnTo>
                    <a:pt x="3187" y="21780"/>
                  </a:lnTo>
                  <a:lnTo>
                    <a:pt x="3213" y="21602"/>
                  </a:lnTo>
                  <a:close/>
                </a:path>
                <a:path w="24764" h="32384">
                  <a:moveTo>
                    <a:pt x="3352" y="31838"/>
                  </a:moveTo>
                  <a:lnTo>
                    <a:pt x="3314" y="31699"/>
                  </a:lnTo>
                  <a:lnTo>
                    <a:pt x="3314" y="31826"/>
                  </a:lnTo>
                  <a:close/>
                </a:path>
                <a:path w="24764" h="32384">
                  <a:moveTo>
                    <a:pt x="3378" y="22301"/>
                  </a:moveTo>
                  <a:lnTo>
                    <a:pt x="3238" y="22098"/>
                  </a:lnTo>
                  <a:lnTo>
                    <a:pt x="3238" y="22250"/>
                  </a:lnTo>
                  <a:lnTo>
                    <a:pt x="3136" y="22529"/>
                  </a:lnTo>
                  <a:lnTo>
                    <a:pt x="3289" y="22529"/>
                  </a:lnTo>
                  <a:lnTo>
                    <a:pt x="3263" y="22352"/>
                  </a:lnTo>
                  <a:lnTo>
                    <a:pt x="3378" y="22567"/>
                  </a:lnTo>
                  <a:lnTo>
                    <a:pt x="3378" y="22301"/>
                  </a:lnTo>
                  <a:close/>
                </a:path>
                <a:path w="24764" h="32384">
                  <a:moveTo>
                    <a:pt x="3390" y="31661"/>
                  </a:moveTo>
                  <a:lnTo>
                    <a:pt x="3365" y="31457"/>
                  </a:lnTo>
                  <a:lnTo>
                    <a:pt x="3327" y="31686"/>
                  </a:lnTo>
                  <a:close/>
                </a:path>
                <a:path w="24764" h="32384">
                  <a:moveTo>
                    <a:pt x="3454" y="21297"/>
                  </a:moveTo>
                  <a:lnTo>
                    <a:pt x="3378" y="21526"/>
                  </a:lnTo>
                  <a:lnTo>
                    <a:pt x="3441" y="21729"/>
                  </a:lnTo>
                  <a:lnTo>
                    <a:pt x="3454" y="21297"/>
                  </a:lnTo>
                  <a:close/>
                </a:path>
                <a:path w="24764" h="32384">
                  <a:moveTo>
                    <a:pt x="3543" y="26174"/>
                  </a:moveTo>
                  <a:lnTo>
                    <a:pt x="3403" y="26098"/>
                  </a:lnTo>
                  <a:lnTo>
                    <a:pt x="3403" y="26263"/>
                  </a:lnTo>
                  <a:lnTo>
                    <a:pt x="3543" y="26289"/>
                  </a:lnTo>
                  <a:close/>
                </a:path>
                <a:path w="24764" h="32384">
                  <a:moveTo>
                    <a:pt x="3581" y="22275"/>
                  </a:moveTo>
                  <a:close/>
                </a:path>
                <a:path w="24764" h="32384">
                  <a:moveTo>
                    <a:pt x="3606" y="24625"/>
                  </a:moveTo>
                  <a:lnTo>
                    <a:pt x="3581" y="24447"/>
                  </a:lnTo>
                  <a:lnTo>
                    <a:pt x="3441" y="24472"/>
                  </a:lnTo>
                  <a:lnTo>
                    <a:pt x="3505" y="24625"/>
                  </a:lnTo>
                  <a:close/>
                </a:path>
                <a:path w="24764" h="32384">
                  <a:moveTo>
                    <a:pt x="3670" y="24358"/>
                  </a:moveTo>
                  <a:close/>
                </a:path>
                <a:path w="24764" h="32384">
                  <a:moveTo>
                    <a:pt x="3683" y="25920"/>
                  </a:moveTo>
                  <a:lnTo>
                    <a:pt x="3556" y="25882"/>
                  </a:lnTo>
                  <a:lnTo>
                    <a:pt x="3683" y="25958"/>
                  </a:lnTo>
                  <a:close/>
                </a:path>
                <a:path w="24764" h="32384">
                  <a:moveTo>
                    <a:pt x="3695" y="25704"/>
                  </a:moveTo>
                  <a:lnTo>
                    <a:pt x="3581" y="25552"/>
                  </a:lnTo>
                  <a:lnTo>
                    <a:pt x="3556" y="25806"/>
                  </a:lnTo>
                  <a:lnTo>
                    <a:pt x="3683" y="25781"/>
                  </a:lnTo>
                  <a:close/>
                </a:path>
                <a:path w="24764" h="32384">
                  <a:moveTo>
                    <a:pt x="3733" y="25082"/>
                  </a:moveTo>
                  <a:lnTo>
                    <a:pt x="3581" y="24866"/>
                  </a:lnTo>
                  <a:lnTo>
                    <a:pt x="3530" y="24993"/>
                  </a:lnTo>
                  <a:lnTo>
                    <a:pt x="3505" y="25298"/>
                  </a:lnTo>
                  <a:lnTo>
                    <a:pt x="3505" y="25539"/>
                  </a:lnTo>
                  <a:lnTo>
                    <a:pt x="3568" y="25374"/>
                  </a:lnTo>
                  <a:lnTo>
                    <a:pt x="3695" y="25425"/>
                  </a:lnTo>
                  <a:lnTo>
                    <a:pt x="3683" y="25082"/>
                  </a:lnTo>
                  <a:close/>
                </a:path>
                <a:path w="24764" h="32384">
                  <a:moveTo>
                    <a:pt x="3733" y="24066"/>
                  </a:moveTo>
                  <a:lnTo>
                    <a:pt x="3632" y="23901"/>
                  </a:lnTo>
                  <a:lnTo>
                    <a:pt x="3733" y="24066"/>
                  </a:lnTo>
                  <a:close/>
                </a:path>
                <a:path w="24764" h="32384">
                  <a:moveTo>
                    <a:pt x="3759" y="21259"/>
                  </a:moveTo>
                  <a:lnTo>
                    <a:pt x="3695" y="21412"/>
                  </a:lnTo>
                  <a:lnTo>
                    <a:pt x="3759" y="21259"/>
                  </a:lnTo>
                  <a:close/>
                </a:path>
                <a:path w="24764" h="32384">
                  <a:moveTo>
                    <a:pt x="3822" y="30975"/>
                  </a:moveTo>
                  <a:lnTo>
                    <a:pt x="3797" y="31127"/>
                  </a:lnTo>
                  <a:lnTo>
                    <a:pt x="3822" y="30975"/>
                  </a:lnTo>
                  <a:close/>
                </a:path>
                <a:path w="24764" h="32384">
                  <a:moveTo>
                    <a:pt x="3835" y="20612"/>
                  </a:moveTo>
                  <a:lnTo>
                    <a:pt x="3695" y="20662"/>
                  </a:lnTo>
                  <a:lnTo>
                    <a:pt x="3835" y="20612"/>
                  </a:lnTo>
                  <a:close/>
                </a:path>
                <a:path w="24764" h="32384">
                  <a:moveTo>
                    <a:pt x="3886" y="31229"/>
                  </a:moveTo>
                  <a:lnTo>
                    <a:pt x="3746" y="31305"/>
                  </a:lnTo>
                  <a:lnTo>
                    <a:pt x="3873" y="31305"/>
                  </a:lnTo>
                  <a:close/>
                </a:path>
                <a:path w="24764" h="32384">
                  <a:moveTo>
                    <a:pt x="3886" y="24599"/>
                  </a:moveTo>
                  <a:lnTo>
                    <a:pt x="3873" y="24726"/>
                  </a:lnTo>
                  <a:lnTo>
                    <a:pt x="3886" y="24599"/>
                  </a:lnTo>
                  <a:close/>
                </a:path>
                <a:path w="24764" h="32384">
                  <a:moveTo>
                    <a:pt x="3937" y="20612"/>
                  </a:moveTo>
                  <a:lnTo>
                    <a:pt x="3759" y="20650"/>
                  </a:lnTo>
                  <a:lnTo>
                    <a:pt x="3937" y="20612"/>
                  </a:lnTo>
                  <a:close/>
                </a:path>
                <a:path w="24764" h="32384">
                  <a:moveTo>
                    <a:pt x="3949" y="24409"/>
                  </a:moveTo>
                  <a:lnTo>
                    <a:pt x="3911" y="24269"/>
                  </a:lnTo>
                  <a:lnTo>
                    <a:pt x="3949" y="24409"/>
                  </a:lnTo>
                  <a:close/>
                </a:path>
                <a:path w="24764" h="32384">
                  <a:moveTo>
                    <a:pt x="4127" y="22479"/>
                  </a:moveTo>
                  <a:lnTo>
                    <a:pt x="4102" y="22606"/>
                  </a:lnTo>
                  <a:lnTo>
                    <a:pt x="4127" y="22479"/>
                  </a:lnTo>
                  <a:close/>
                </a:path>
                <a:path w="24764" h="32384">
                  <a:moveTo>
                    <a:pt x="4152" y="32346"/>
                  </a:moveTo>
                  <a:lnTo>
                    <a:pt x="4140" y="32219"/>
                  </a:lnTo>
                  <a:lnTo>
                    <a:pt x="4114" y="32346"/>
                  </a:lnTo>
                  <a:close/>
                </a:path>
                <a:path w="24764" h="32384">
                  <a:moveTo>
                    <a:pt x="4330" y="23228"/>
                  </a:moveTo>
                  <a:lnTo>
                    <a:pt x="4229" y="23075"/>
                  </a:lnTo>
                  <a:lnTo>
                    <a:pt x="4330" y="23228"/>
                  </a:lnTo>
                  <a:close/>
                </a:path>
                <a:path w="24764" h="32384">
                  <a:moveTo>
                    <a:pt x="4381" y="21056"/>
                  </a:moveTo>
                  <a:lnTo>
                    <a:pt x="4343" y="21348"/>
                  </a:lnTo>
                  <a:lnTo>
                    <a:pt x="4381" y="21056"/>
                  </a:lnTo>
                  <a:close/>
                </a:path>
                <a:path w="24764" h="32384">
                  <a:moveTo>
                    <a:pt x="4394" y="23050"/>
                  </a:moveTo>
                  <a:lnTo>
                    <a:pt x="4254" y="23050"/>
                  </a:lnTo>
                  <a:lnTo>
                    <a:pt x="4394" y="23050"/>
                  </a:lnTo>
                  <a:close/>
                </a:path>
                <a:path w="24764" h="32384">
                  <a:moveTo>
                    <a:pt x="4419" y="31267"/>
                  </a:moveTo>
                  <a:lnTo>
                    <a:pt x="4279" y="31267"/>
                  </a:lnTo>
                  <a:lnTo>
                    <a:pt x="4419" y="31267"/>
                  </a:lnTo>
                  <a:close/>
                </a:path>
                <a:path w="24764" h="32384">
                  <a:moveTo>
                    <a:pt x="4572" y="21056"/>
                  </a:moveTo>
                  <a:lnTo>
                    <a:pt x="4445" y="21107"/>
                  </a:lnTo>
                  <a:lnTo>
                    <a:pt x="4572" y="21056"/>
                  </a:lnTo>
                  <a:close/>
                </a:path>
                <a:path w="24764" h="32384">
                  <a:moveTo>
                    <a:pt x="4648" y="30746"/>
                  </a:moveTo>
                  <a:lnTo>
                    <a:pt x="4610" y="30924"/>
                  </a:lnTo>
                  <a:lnTo>
                    <a:pt x="4648" y="30746"/>
                  </a:lnTo>
                  <a:close/>
                </a:path>
                <a:path w="24764" h="32384">
                  <a:moveTo>
                    <a:pt x="4737" y="22440"/>
                  </a:moveTo>
                  <a:lnTo>
                    <a:pt x="4622" y="22313"/>
                  </a:lnTo>
                  <a:lnTo>
                    <a:pt x="4686" y="22555"/>
                  </a:lnTo>
                  <a:close/>
                </a:path>
                <a:path w="24764" h="32384">
                  <a:moveTo>
                    <a:pt x="5016" y="31089"/>
                  </a:moveTo>
                  <a:close/>
                </a:path>
                <a:path w="24764" h="32384">
                  <a:moveTo>
                    <a:pt x="5029" y="23190"/>
                  </a:moveTo>
                  <a:lnTo>
                    <a:pt x="4940" y="23012"/>
                  </a:lnTo>
                  <a:lnTo>
                    <a:pt x="4991" y="22860"/>
                  </a:lnTo>
                  <a:lnTo>
                    <a:pt x="4914" y="22656"/>
                  </a:lnTo>
                  <a:lnTo>
                    <a:pt x="4864" y="23114"/>
                  </a:lnTo>
                  <a:lnTo>
                    <a:pt x="4813" y="23317"/>
                  </a:lnTo>
                  <a:lnTo>
                    <a:pt x="4927" y="23190"/>
                  </a:lnTo>
                  <a:close/>
                </a:path>
                <a:path w="24764" h="32384">
                  <a:moveTo>
                    <a:pt x="5257" y="26365"/>
                  </a:moveTo>
                  <a:lnTo>
                    <a:pt x="5168" y="26657"/>
                  </a:lnTo>
                  <a:lnTo>
                    <a:pt x="5257" y="26365"/>
                  </a:lnTo>
                  <a:close/>
                </a:path>
                <a:path w="24764" h="32384">
                  <a:moveTo>
                    <a:pt x="5308" y="22948"/>
                  </a:moveTo>
                  <a:lnTo>
                    <a:pt x="5245" y="23075"/>
                  </a:lnTo>
                  <a:lnTo>
                    <a:pt x="5308" y="22948"/>
                  </a:lnTo>
                  <a:close/>
                </a:path>
                <a:path w="24764" h="32384">
                  <a:moveTo>
                    <a:pt x="5321" y="26339"/>
                  </a:moveTo>
                  <a:lnTo>
                    <a:pt x="5283" y="26111"/>
                  </a:lnTo>
                  <a:lnTo>
                    <a:pt x="5257" y="26365"/>
                  </a:lnTo>
                  <a:close/>
                </a:path>
                <a:path w="24764" h="32384">
                  <a:moveTo>
                    <a:pt x="5372" y="26746"/>
                  </a:moveTo>
                  <a:lnTo>
                    <a:pt x="5295" y="26593"/>
                  </a:lnTo>
                  <a:lnTo>
                    <a:pt x="5257" y="26720"/>
                  </a:lnTo>
                  <a:close/>
                </a:path>
                <a:path w="24764" h="32384">
                  <a:moveTo>
                    <a:pt x="5486" y="24892"/>
                  </a:moveTo>
                  <a:lnTo>
                    <a:pt x="5422" y="25260"/>
                  </a:lnTo>
                  <a:lnTo>
                    <a:pt x="5486" y="24892"/>
                  </a:lnTo>
                  <a:close/>
                </a:path>
                <a:path w="24764" h="32384">
                  <a:moveTo>
                    <a:pt x="5740" y="24612"/>
                  </a:moveTo>
                  <a:lnTo>
                    <a:pt x="5664" y="24942"/>
                  </a:lnTo>
                  <a:lnTo>
                    <a:pt x="5727" y="24765"/>
                  </a:lnTo>
                  <a:lnTo>
                    <a:pt x="5740" y="24612"/>
                  </a:lnTo>
                  <a:close/>
                </a:path>
                <a:path w="24764" h="32384">
                  <a:moveTo>
                    <a:pt x="5803" y="24384"/>
                  </a:moveTo>
                  <a:lnTo>
                    <a:pt x="5791" y="24142"/>
                  </a:lnTo>
                  <a:lnTo>
                    <a:pt x="5715" y="24434"/>
                  </a:lnTo>
                  <a:close/>
                </a:path>
                <a:path w="24764" h="32384">
                  <a:moveTo>
                    <a:pt x="6057" y="23317"/>
                  </a:moveTo>
                  <a:lnTo>
                    <a:pt x="6032" y="23672"/>
                  </a:lnTo>
                  <a:lnTo>
                    <a:pt x="6057" y="23317"/>
                  </a:lnTo>
                  <a:close/>
                </a:path>
                <a:path w="24764" h="32384">
                  <a:moveTo>
                    <a:pt x="6591" y="1600"/>
                  </a:moveTo>
                  <a:lnTo>
                    <a:pt x="6299" y="1371"/>
                  </a:lnTo>
                  <a:lnTo>
                    <a:pt x="6172" y="1714"/>
                  </a:lnTo>
                  <a:lnTo>
                    <a:pt x="6184" y="2247"/>
                  </a:lnTo>
                  <a:lnTo>
                    <a:pt x="6146" y="2692"/>
                  </a:lnTo>
                  <a:lnTo>
                    <a:pt x="6362" y="2273"/>
                  </a:lnTo>
                  <a:lnTo>
                    <a:pt x="6248" y="1714"/>
                  </a:lnTo>
                  <a:lnTo>
                    <a:pt x="6591" y="1600"/>
                  </a:lnTo>
                  <a:close/>
                </a:path>
                <a:path w="24764" h="32384">
                  <a:moveTo>
                    <a:pt x="7785" y="25704"/>
                  </a:moveTo>
                  <a:lnTo>
                    <a:pt x="7658" y="25692"/>
                  </a:lnTo>
                  <a:lnTo>
                    <a:pt x="7785" y="25704"/>
                  </a:lnTo>
                  <a:close/>
                </a:path>
                <a:path w="24764" h="32384">
                  <a:moveTo>
                    <a:pt x="8699" y="4000"/>
                  </a:moveTo>
                  <a:lnTo>
                    <a:pt x="8661" y="3733"/>
                  </a:lnTo>
                  <a:lnTo>
                    <a:pt x="8521" y="3517"/>
                  </a:lnTo>
                  <a:lnTo>
                    <a:pt x="8547" y="3924"/>
                  </a:lnTo>
                  <a:lnTo>
                    <a:pt x="8699" y="4000"/>
                  </a:lnTo>
                  <a:close/>
                </a:path>
                <a:path w="24764" h="32384">
                  <a:moveTo>
                    <a:pt x="10731" y="17767"/>
                  </a:moveTo>
                  <a:lnTo>
                    <a:pt x="10655" y="18021"/>
                  </a:lnTo>
                  <a:lnTo>
                    <a:pt x="10731" y="17767"/>
                  </a:lnTo>
                  <a:close/>
                </a:path>
                <a:path w="24764" h="32384">
                  <a:moveTo>
                    <a:pt x="11912" y="17500"/>
                  </a:moveTo>
                  <a:lnTo>
                    <a:pt x="11480" y="17551"/>
                  </a:lnTo>
                  <a:lnTo>
                    <a:pt x="11480" y="18427"/>
                  </a:lnTo>
                  <a:lnTo>
                    <a:pt x="11747" y="18757"/>
                  </a:lnTo>
                  <a:lnTo>
                    <a:pt x="11569" y="18415"/>
                  </a:lnTo>
                  <a:lnTo>
                    <a:pt x="11569" y="18034"/>
                  </a:lnTo>
                  <a:lnTo>
                    <a:pt x="11760" y="17716"/>
                  </a:lnTo>
                  <a:lnTo>
                    <a:pt x="11912" y="17500"/>
                  </a:lnTo>
                  <a:close/>
                </a:path>
                <a:path w="24764" h="32384">
                  <a:moveTo>
                    <a:pt x="14224" y="19837"/>
                  </a:moveTo>
                  <a:lnTo>
                    <a:pt x="14058" y="19773"/>
                  </a:lnTo>
                  <a:lnTo>
                    <a:pt x="14224" y="19837"/>
                  </a:lnTo>
                  <a:close/>
                </a:path>
                <a:path w="24764" h="32384">
                  <a:moveTo>
                    <a:pt x="15392" y="19850"/>
                  </a:moveTo>
                  <a:lnTo>
                    <a:pt x="15087" y="19786"/>
                  </a:lnTo>
                  <a:lnTo>
                    <a:pt x="14833" y="19773"/>
                  </a:lnTo>
                  <a:lnTo>
                    <a:pt x="14833" y="19951"/>
                  </a:lnTo>
                  <a:lnTo>
                    <a:pt x="15252" y="19964"/>
                  </a:lnTo>
                  <a:lnTo>
                    <a:pt x="15049" y="19951"/>
                  </a:lnTo>
                  <a:lnTo>
                    <a:pt x="15278" y="20027"/>
                  </a:lnTo>
                  <a:lnTo>
                    <a:pt x="15392" y="19850"/>
                  </a:lnTo>
                  <a:close/>
                </a:path>
                <a:path w="24764" h="32384">
                  <a:moveTo>
                    <a:pt x="15900" y="21082"/>
                  </a:moveTo>
                  <a:lnTo>
                    <a:pt x="15722" y="21170"/>
                  </a:lnTo>
                  <a:lnTo>
                    <a:pt x="15722" y="21526"/>
                  </a:lnTo>
                  <a:lnTo>
                    <a:pt x="15760" y="21209"/>
                  </a:lnTo>
                  <a:lnTo>
                    <a:pt x="15900" y="21082"/>
                  </a:lnTo>
                  <a:close/>
                </a:path>
                <a:path w="24764" h="32384">
                  <a:moveTo>
                    <a:pt x="16484" y="15074"/>
                  </a:moveTo>
                  <a:lnTo>
                    <a:pt x="16383" y="14846"/>
                  </a:lnTo>
                  <a:lnTo>
                    <a:pt x="16129" y="14859"/>
                  </a:lnTo>
                  <a:lnTo>
                    <a:pt x="16179" y="15214"/>
                  </a:lnTo>
                  <a:lnTo>
                    <a:pt x="16446" y="15367"/>
                  </a:lnTo>
                  <a:lnTo>
                    <a:pt x="16484" y="15074"/>
                  </a:lnTo>
                  <a:close/>
                </a:path>
                <a:path w="24764" h="32384">
                  <a:moveTo>
                    <a:pt x="17094" y="9169"/>
                  </a:moveTo>
                  <a:lnTo>
                    <a:pt x="16802" y="9220"/>
                  </a:lnTo>
                  <a:lnTo>
                    <a:pt x="16395" y="9436"/>
                  </a:lnTo>
                  <a:lnTo>
                    <a:pt x="16598" y="9601"/>
                  </a:lnTo>
                  <a:lnTo>
                    <a:pt x="16738" y="9461"/>
                  </a:lnTo>
                  <a:lnTo>
                    <a:pt x="17094" y="9321"/>
                  </a:lnTo>
                  <a:lnTo>
                    <a:pt x="17094" y="9169"/>
                  </a:lnTo>
                  <a:close/>
                </a:path>
                <a:path w="24764" h="32384">
                  <a:moveTo>
                    <a:pt x="20116" y="127"/>
                  </a:moveTo>
                  <a:lnTo>
                    <a:pt x="20002" y="254"/>
                  </a:lnTo>
                  <a:lnTo>
                    <a:pt x="20116" y="127"/>
                  </a:lnTo>
                  <a:close/>
                </a:path>
                <a:path w="24764" h="32384">
                  <a:moveTo>
                    <a:pt x="20370" y="0"/>
                  </a:moveTo>
                  <a:lnTo>
                    <a:pt x="20231" y="63"/>
                  </a:lnTo>
                  <a:lnTo>
                    <a:pt x="20231" y="292"/>
                  </a:lnTo>
                  <a:lnTo>
                    <a:pt x="20370" y="0"/>
                  </a:lnTo>
                  <a:close/>
                </a:path>
                <a:path w="24764" h="32384">
                  <a:moveTo>
                    <a:pt x="21704" y="8636"/>
                  </a:moveTo>
                  <a:lnTo>
                    <a:pt x="21539" y="8661"/>
                  </a:lnTo>
                  <a:lnTo>
                    <a:pt x="21513" y="8458"/>
                  </a:lnTo>
                  <a:lnTo>
                    <a:pt x="21386" y="8483"/>
                  </a:lnTo>
                  <a:lnTo>
                    <a:pt x="21272" y="8890"/>
                  </a:lnTo>
                  <a:lnTo>
                    <a:pt x="21704" y="8636"/>
                  </a:lnTo>
                  <a:close/>
                </a:path>
                <a:path w="24764" h="32384">
                  <a:moveTo>
                    <a:pt x="24231" y="4546"/>
                  </a:moveTo>
                  <a:lnTo>
                    <a:pt x="24079" y="4114"/>
                  </a:lnTo>
                  <a:lnTo>
                    <a:pt x="23990" y="4368"/>
                  </a:lnTo>
                  <a:lnTo>
                    <a:pt x="24117" y="4419"/>
                  </a:lnTo>
                  <a:lnTo>
                    <a:pt x="24104" y="4610"/>
                  </a:lnTo>
                  <a:lnTo>
                    <a:pt x="24231" y="45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5" name="object 85"/>
            <p:cNvSpPr/>
            <p:nvPr/>
          </p:nvSpPr>
          <p:spPr>
            <a:xfrm>
              <a:off x="4104360" y="1215732"/>
              <a:ext cx="18415" cy="11430"/>
            </a:xfrm>
            <a:custGeom>
              <a:avLst/>
              <a:gdLst/>
              <a:ahLst/>
              <a:cxnLst/>
              <a:rect l="l" t="t" r="r" b="b"/>
              <a:pathLst>
                <a:path w="18414" h="11430">
                  <a:moveTo>
                    <a:pt x="5613" y="9791"/>
                  </a:moveTo>
                  <a:lnTo>
                    <a:pt x="5575" y="9931"/>
                  </a:lnTo>
                  <a:lnTo>
                    <a:pt x="5613" y="9791"/>
                  </a:lnTo>
                  <a:close/>
                </a:path>
                <a:path w="18414" h="11430">
                  <a:moveTo>
                    <a:pt x="5664" y="4991"/>
                  </a:moveTo>
                  <a:lnTo>
                    <a:pt x="5613" y="4673"/>
                  </a:lnTo>
                  <a:lnTo>
                    <a:pt x="5461" y="4711"/>
                  </a:lnTo>
                  <a:lnTo>
                    <a:pt x="5549" y="4978"/>
                  </a:lnTo>
                  <a:lnTo>
                    <a:pt x="5397" y="5003"/>
                  </a:lnTo>
                  <a:lnTo>
                    <a:pt x="5626" y="5080"/>
                  </a:lnTo>
                  <a:lnTo>
                    <a:pt x="5651" y="5219"/>
                  </a:lnTo>
                  <a:lnTo>
                    <a:pt x="5664" y="4991"/>
                  </a:lnTo>
                  <a:close/>
                </a:path>
                <a:path w="18414" h="11430">
                  <a:moveTo>
                    <a:pt x="5930" y="10388"/>
                  </a:moveTo>
                  <a:lnTo>
                    <a:pt x="5892" y="10248"/>
                  </a:lnTo>
                  <a:lnTo>
                    <a:pt x="5892" y="10375"/>
                  </a:lnTo>
                  <a:close/>
                </a:path>
                <a:path w="18414" h="11430">
                  <a:moveTo>
                    <a:pt x="5930" y="5511"/>
                  </a:moveTo>
                  <a:lnTo>
                    <a:pt x="5892" y="5080"/>
                  </a:lnTo>
                  <a:lnTo>
                    <a:pt x="5829" y="5270"/>
                  </a:lnTo>
                  <a:lnTo>
                    <a:pt x="5930" y="5511"/>
                  </a:lnTo>
                  <a:close/>
                </a:path>
                <a:path w="18414" h="11430">
                  <a:moveTo>
                    <a:pt x="5969" y="10210"/>
                  </a:moveTo>
                  <a:lnTo>
                    <a:pt x="5943" y="10033"/>
                  </a:lnTo>
                  <a:lnTo>
                    <a:pt x="5905" y="10236"/>
                  </a:lnTo>
                  <a:close/>
                </a:path>
                <a:path w="18414" h="11430">
                  <a:moveTo>
                    <a:pt x="6007" y="520"/>
                  </a:moveTo>
                  <a:lnTo>
                    <a:pt x="5892" y="698"/>
                  </a:lnTo>
                  <a:lnTo>
                    <a:pt x="6007" y="520"/>
                  </a:lnTo>
                  <a:close/>
                </a:path>
                <a:path w="18414" h="11430">
                  <a:moveTo>
                    <a:pt x="6045" y="4521"/>
                  </a:moveTo>
                  <a:lnTo>
                    <a:pt x="5981" y="4660"/>
                  </a:lnTo>
                  <a:lnTo>
                    <a:pt x="6045" y="4521"/>
                  </a:lnTo>
                  <a:close/>
                </a:path>
                <a:path w="18414" h="11430">
                  <a:moveTo>
                    <a:pt x="6134" y="2438"/>
                  </a:moveTo>
                  <a:lnTo>
                    <a:pt x="6108" y="2565"/>
                  </a:lnTo>
                  <a:lnTo>
                    <a:pt x="6134" y="2438"/>
                  </a:lnTo>
                  <a:close/>
                </a:path>
                <a:path w="18414" h="11430">
                  <a:moveTo>
                    <a:pt x="6134" y="850"/>
                  </a:moveTo>
                  <a:lnTo>
                    <a:pt x="6007" y="850"/>
                  </a:lnTo>
                  <a:lnTo>
                    <a:pt x="6134" y="876"/>
                  </a:lnTo>
                  <a:close/>
                </a:path>
                <a:path w="18414" h="11430">
                  <a:moveTo>
                    <a:pt x="6134" y="63"/>
                  </a:moveTo>
                  <a:lnTo>
                    <a:pt x="5867" y="63"/>
                  </a:lnTo>
                  <a:lnTo>
                    <a:pt x="5880" y="495"/>
                  </a:lnTo>
                  <a:lnTo>
                    <a:pt x="6134" y="495"/>
                  </a:lnTo>
                  <a:lnTo>
                    <a:pt x="6134" y="63"/>
                  </a:lnTo>
                  <a:close/>
                </a:path>
                <a:path w="18414" h="11430">
                  <a:moveTo>
                    <a:pt x="6172" y="2730"/>
                  </a:moveTo>
                  <a:lnTo>
                    <a:pt x="6108" y="2908"/>
                  </a:lnTo>
                  <a:lnTo>
                    <a:pt x="6172" y="2730"/>
                  </a:lnTo>
                  <a:close/>
                </a:path>
                <a:path w="18414" h="11430">
                  <a:moveTo>
                    <a:pt x="6172" y="1092"/>
                  </a:moveTo>
                  <a:lnTo>
                    <a:pt x="6032" y="1028"/>
                  </a:lnTo>
                  <a:lnTo>
                    <a:pt x="6057" y="1244"/>
                  </a:lnTo>
                  <a:lnTo>
                    <a:pt x="6172" y="1092"/>
                  </a:lnTo>
                  <a:close/>
                </a:path>
                <a:path w="18414" h="11430">
                  <a:moveTo>
                    <a:pt x="6197" y="1739"/>
                  </a:moveTo>
                  <a:lnTo>
                    <a:pt x="6172" y="1397"/>
                  </a:lnTo>
                  <a:lnTo>
                    <a:pt x="6032" y="1422"/>
                  </a:lnTo>
                  <a:lnTo>
                    <a:pt x="6032" y="1727"/>
                  </a:lnTo>
                  <a:lnTo>
                    <a:pt x="6032" y="1422"/>
                  </a:lnTo>
                  <a:lnTo>
                    <a:pt x="6032" y="1270"/>
                  </a:lnTo>
                  <a:lnTo>
                    <a:pt x="6007" y="1574"/>
                  </a:lnTo>
                  <a:lnTo>
                    <a:pt x="5715" y="1612"/>
                  </a:lnTo>
                  <a:lnTo>
                    <a:pt x="5791" y="1295"/>
                  </a:lnTo>
                  <a:lnTo>
                    <a:pt x="5867" y="63"/>
                  </a:lnTo>
                  <a:lnTo>
                    <a:pt x="0" y="63"/>
                  </a:lnTo>
                  <a:lnTo>
                    <a:pt x="0" y="5257"/>
                  </a:lnTo>
                  <a:lnTo>
                    <a:pt x="4864" y="5257"/>
                  </a:lnTo>
                  <a:lnTo>
                    <a:pt x="4800" y="4445"/>
                  </a:lnTo>
                  <a:lnTo>
                    <a:pt x="4546" y="4445"/>
                  </a:lnTo>
                  <a:lnTo>
                    <a:pt x="4533" y="4254"/>
                  </a:lnTo>
                  <a:lnTo>
                    <a:pt x="5308" y="4254"/>
                  </a:lnTo>
                  <a:lnTo>
                    <a:pt x="5461" y="4254"/>
                  </a:lnTo>
                  <a:lnTo>
                    <a:pt x="5842" y="4254"/>
                  </a:lnTo>
                  <a:lnTo>
                    <a:pt x="5765" y="4419"/>
                  </a:lnTo>
                  <a:lnTo>
                    <a:pt x="5740" y="4292"/>
                  </a:lnTo>
                  <a:lnTo>
                    <a:pt x="5588" y="4292"/>
                  </a:lnTo>
                  <a:lnTo>
                    <a:pt x="5689" y="4546"/>
                  </a:lnTo>
                  <a:lnTo>
                    <a:pt x="5715" y="4711"/>
                  </a:lnTo>
                  <a:lnTo>
                    <a:pt x="5829" y="4521"/>
                  </a:lnTo>
                  <a:lnTo>
                    <a:pt x="5854" y="4254"/>
                  </a:lnTo>
                  <a:lnTo>
                    <a:pt x="6070" y="4254"/>
                  </a:lnTo>
                  <a:lnTo>
                    <a:pt x="5956" y="3111"/>
                  </a:lnTo>
                  <a:lnTo>
                    <a:pt x="6007" y="2387"/>
                  </a:lnTo>
                  <a:lnTo>
                    <a:pt x="6057" y="2222"/>
                  </a:lnTo>
                  <a:lnTo>
                    <a:pt x="6108" y="2044"/>
                  </a:lnTo>
                  <a:lnTo>
                    <a:pt x="4800" y="2120"/>
                  </a:lnTo>
                  <a:lnTo>
                    <a:pt x="4749" y="1943"/>
                  </a:lnTo>
                  <a:lnTo>
                    <a:pt x="6007" y="1943"/>
                  </a:lnTo>
                  <a:lnTo>
                    <a:pt x="6108" y="1765"/>
                  </a:lnTo>
                  <a:close/>
                </a:path>
                <a:path w="18414" h="11430">
                  <a:moveTo>
                    <a:pt x="6210" y="5511"/>
                  </a:moveTo>
                  <a:lnTo>
                    <a:pt x="6172" y="5384"/>
                  </a:lnTo>
                  <a:lnTo>
                    <a:pt x="6146" y="5511"/>
                  </a:lnTo>
                  <a:close/>
                </a:path>
                <a:path w="18414" h="11430">
                  <a:moveTo>
                    <a:pt x="6261" y="5511"/>
                  </a:moveTo>
                  <a:close/>
                </a:path>
                <a:path w="18414" h="11430">
                  <a:moveTo>
                    <a:pt x="6337" y="2209"/>
                  </a:moveTo>
                  <a:lnTo>
                    <a:pt x="6324" y="2082"/>
                  </a:lnTo>
                  <a:lnTo>
                    <a:pt x="6337" y="2209"/>
                  </a:lnTo>
                  <a:close/>
                </a:path>
                <a:path w="18414" h="11430">
                  <a:moveTo>
                    <a:pt x="6400" y="2413"/>
                  </a:moveTo>
                  <a:lnTo>
                    <a:pt x="6375" y="2540"/>
                  </a:lnTo>
                  <a:lnTo>
                    <a:pt x="6400" y="2413"/>
                  </a:lnTo>
                  <a:close/>
                </a:path>
                <a:path w="18414" h="11430">
                  <a:moveTo>
                    <a:pt x="6464" y="9779"/>
                  </a:moveTo>
                  <a:lnTo>
                    <a:pt x="6324" y="9842"/>
                  </a:lnTo>
                  <a:lnTo>
                    <a:pt x="6451" y="9842"/>
                  </a:lnTo>
                  <a:close/>
                </a:path>
                <a:path w="18414" h="11430">
                  <a:moveTo>
                    <a:pt x="6604" y="4330"/>
                  </a:moveTo>
                  <a:lnTo>
                    <a:pt x="6565" y="4191"/>
                  </a:lnTo>
                  <a:lnTo>
                    <a:pt x="6477" y="4356"/>
                  </a:lnTo>
                  <a:lnTo>
                    <a:pt x="6604" y="4330"/>
                  </a:lnTo>
                  <a:close/>
                </a:path>
                <a:path w="18414" h="11430">
                  <a:moveTo>
                    <a:pt x="6731" y="10909"/>
                  </a:moveTo>
                  <a:close/>
                </a:path>
                <a:path w="18414" h="11430">
                  <a:moveTo>
                    <a:pt x="6743" y="3619"/>
                  </a:moveTo>
                  <a:close/>
                </a:path>
                <a:path w="18414" h="11430">
                  <a:moveTo>
                    <a:pt x="6794" y="1841"/>
                  </a:moveTo>
                  <a:lnTo>
                    <a:pt x="6692" y="1981"/>
                  </a:lnTo>
                  <a:lnTo>
                    <a:pt x="6616" y="2235"/>
                  </a:lnTo>
                  <a:lnTo>
                    <a:pt x="6731" y="2044"/>
                  </a:lnTo>
                  <a:lnTo>
                    <a:pt x="6731" y="1892"/>
                  </a:lnTo>
                  <a:close/>
                </a:path>
                <a:path w="18414" h="11430">
                  <a:moveTo>
                    <a:pt x="6858" y="3771"/>
                  </a:moveTo>
                  <a:lnTo>
                    <a:pt x="6718" y="3771"/>
                  </a:lnTo>
                  <a:lnTo>
                    <a:pt x="6858" y="3771"/>
                  </a:lnTo>
                  <a:close/>
                </a:path>
                <a:path w="18414" h="11430">
                  <a:moveTo>
                    <a:pt x="6997" y="9829"/>
                  </a:moveTo>
                  <a:lnTo>
                    <a:pt x="6858" y="9829"/>
                  </a:lnTo>
                  <a:lnTo>
                    <a:pt x="6997" y="9829"/>
                  </a:lnTo>
                  <a:close/>
                </a:path>
                <a:path w="18414" h="11430">
                  <a:moveTo>
                    <a:pt x="7137" y="2654"/>
                  </a:moveTo>
                  <a:lnTo>
                    <a:pt x="7035" y="2781"/>
                  </a:lnTo>
                  <a:lnTo>
                    <a:pt x="7137" y="2654"/>
                  </a:lnTo>
                  <a:close/>
                </a:path>
                <a:path w="18414" h="11430">
                  <a:moveTo>
                    <a:pt x="7137" y="0"/>
                  </a:moveTo>
                  <a:lnTo>
                    <a:pt x="7099" y="254"/>
                  </a:lnTo>
                  <a:lnTo>
                    <a:pt x="7137" y="0"/>
                  </a:lnTo>
                  <a:close/>
                </a:path>
                <a:path w="18414" h="11430">
                  <a:moveTo>
                    <a:pt x="7378" y="3098"/>
                  </a:moveTo>
                  <a:close/>
                </a:path>
                <a:path w="18414" h="11430">
                  <a:moveTo>
                    <a:pt x="7493" y="3619"/>
                  </a:moveTo>
                  <a:lnTo>
                    <a:pt x="7264" y="3479"/>
                  </a:lnTo>
                  <a:lnTo>
                    <a:pt x="7226" y="3670"/>
                  </a:lnTo>
                  <a:lnTo>
                    <a:pt x="7277" y="4038"/>
                  </a:lnTo>
                  <a:lnTo>
                    <a:pt x="7315" y="3860"/>
                  </a:lnTo>
                  <a:lnTo>
                    <a:pt x="7467" y="3937"/>
                  </a:lnTo>
                  <a:lnTo>
                    <a:pt x="7404" y="3784"/>
                  </a:lnTo>
                  <a:lnTo>
                    <a:pt x="7493" y="3619"/>
                  </a:lnTo>
                  <a:close/>
                </a:path>
                <a:path w="18414" h="11430">
                  <a:moveTo>
                    <a:pt x="7531" y="711"/>
                  </a:moveTo>
                  <a:lnTo>
                    <a:pt x="7416" y="850"/>
                  </a:lnTo>
                  <a:lnTo>
                    <a:pt x="7531" y="711"/>
                  </a:lnTo>
                  <a:close/>
                </a:path>
                <a:path w="18414" h="11430">
                  <a:moveTo>
                    <a:pt x="7670" y="2387"/>
                  </a:moveTo>
                  <a:lnTo>
                    <a:pt x="7556" y="2260"/>
                  </a:lnTo>
                  <a:lnTo>
                    <a:pt x="7531" y="2489"/>
                  </a:lnTo>
                  <a:lnTo>
                    <a:pt x="7670" y="2387"/>
                  </a:lnTo>
                  <a:close/>
                </a:path>
                <a:path w="18414" h="11430">
                  <a:moveTo>
                    <a:pt x="7721" y="431"/>
                  </a:moveTo>
                  <a:lnTo>
                    <a:pt x="7620" y="127"/>
                  </a:lnTo>
                  <a:lnTo>
                    <a:pt x="7607" y="330"/>
                  </a:lnTo>
                  <a:close/>
                </a:path>
                <a:path w="18414" h="11430">
                  <a:moveTo>
                    <a:pt x="7772" y="3848"/>
                  </a:moveTo>
                  <a:close/>
                </a:path>
                <a:path w="18414" h="11430">
                  <a:moveTo>
                    <a:pt x="7785" y="444"/>
                  </a:moveTo>
                  <a:lnTo>
                    <a:pt x="7683" y="647"/>
                  </a:lnTo>
                  <a:lnTo>
                    <a:pt x="7785" y="444"/>
                  </a:lnTo>
                  <a:close/>
                </a:path>
                <a:path w="18414" h="11430">
                  <a:moveTo>
                    <a:pt x="7835" y="25"/>
                  </a:moveTo>
                  <a:lnTo>
                    <a:pt x="7772" y="228"/>
                  </a:lnTo>
                  <a:lnTo>
                    <a:pt x="7835" y="25"/>
                  </a:lnTo>
                  <a:close/>
                </a:path>
                <a:path w="18414" h="11430">
                  <a:moveTo>
                    <a:pt x="7962" y="1917"/>
                  </a:moveTo>
                  <a:lnTo>
                    <a:pt x="7899" y="1549"/>
                  </a:lnTo>
                  <a:lnTo>
                    <a:pt x="7924" y="1955"/>
                  </a:lnTo>
                  <a:close/>
                </a:path>
                <a:path w="18414" h="11430">
                  <a:moveTo>
                    <a:pt x="8001" y="1930"/>
                  </a:moveTo>
                  <a:lnTo>
                    <a:pt x="7924" y="2070"/>
                  </a:lnTo>
                  <a:lnTo>
                    <a:pt x="8001" y="1930"/>
                  </a:lnTo>
                  <a:close/>
                </a:path>
                <a:path w="18414" h="11430">
                  <a:moveTo>
                    <a:pt x="8115" y="2540"/>
                  </a:moveTo>
                  <a:lnTo>
                    <a:pt x="8077" y="2387"/>
                  </a:lnTo>
                  <a:lnTo>
                    <a:pt x="8051" y="2540"/>
                  </a:lnTo>
                  <a:close/>
                </a:path>
                <a:path w="18414" h="11430">
                  <a:moveTo>
                    <a:pt x="8115" y="1270"/>
                  </a:moveTo>
                  <a:lnTo>
                    <a:pt x="7975" y="1422"/>
                  </a:lnTo>
                  <a:lnTo>
                    <a:pt x="8115" y="1358"/>
                  </a:lnTo>
                  <a:close/>
                </a:path>
                <a:path w="18414" h="11430">
                  <a:moveTo>
                    <a:pt x="8229" y="457"/>
                  </a:moveTo>
                  <a:close/>
                </a:path>
                <a:path w="18414" h="11430">
                  <a:moveTo>
                    <a:pt x="8242" y="2362"/>
                  </a:moveTo>
                  <a:lnTo>
                    <a:pt x="8216" y="2197"/>
                  </a:lnTo>
                  <a:lnTo>
                    <a:pt x="8178" y="2044"/>
                  </a:lnTo>
                  <a:lnTo>
                    <a:pt x="8115" y="1866"/>
                  </a:lnTo>
                  <a:lnTo>
                    <a:pt x="8242" y="2362"/>
                  </a:lnTo>
                  <a:close/>
                </a:path>
                <a:path w="18414" h="11430">
                  <a:moveTo>
                    <a:pt x="8280" y="2425"/>
                  </a:moveTo>
                  <a:lnTo>
                    <a:pt x="8255" y="2667"/>
                  </a:lnTo>
                  <a:lnTo>
                    <a:pt x="8280" y="2425"/>
                  </a:lnTo>
                  <a:close/>
                </a:path>
                <a:path w="18414" h="11430">
                  <a:moveTo>
                    <a:pt x="8534" y="3136"/>
                  </a:moveTo>
                  <a:lnTo>
                    <a:pt x="8509" y="3479"/>
                  </a:lnTo>
                  <a:lnTo>
                    <a:pt x="8534" y="3136"/>
                  </a:lnTo>
                  <a:close/>
                </a:path>
                <a:path w="18414" h="11430">
                  <a:moveTo>
                    <a:pt x="10210" y="1092"/>
                  </a:moveTo>
                  <a:close/>
                </a:path>
                <a:path w="18414" h="11430">
                  <a:moveTo>
                    <a:pt x="17792" y="2794"/>
                  </a:moveTo>
                  <a:lnTo>
                    <a:pt x="17754" y="2197"/>
                  </a:lnTo>
                  <a:lnTo>
                    <a:pt x="17767" y="1727"/>
                  </a:lnTo>
                  <a:lnTo>
                    <a:pt x="17703" y="2070"/>
                  </a:lnTo>
                  <a:lnTo>
                    <a:pt x="17767" y="2692"/>
                  </a:lnTo>
                  <a:lnTo>
                    <a:pt x="17729" y="3136"/>
                  </a:lnTo>
                  <a:lnTo>
                    <a:pt x="17792" y="27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6" name="object 86"/>
            <p:cNvSpPr/>
            <p:nvPr/>
          </p:nvSpPr>
          <p:spPr>
            <a:xfrm>
              <a:off x="4104360" y="1221117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>
                  <a:moveTo>
                    <a:pt x="5664" y="5003"/>
                  </a:moveTo>
                  <a:lnTo>
                    <a:pt x="5613" y="4686"/>
                  </a:lnTo>
                  <a:lnTo>
                    <a:pt x="5461" y="4724"/>
                  </a:lnTo>
                  <a:lnTo>
                    <a:pt x="5549" y="4991"/>
                  </a:lnTo>
                  <a:lnTo>
                    <a:pt x="5397" y="5003"/>
                  </a:lnTo>
                  <a:lnTo>
                    <a:pt x="5626" y="5080"/>
                  </a:lnTo>
                  <a:lnTo>
                    <a:pt x="5651" y="5219"/>
                  </a:lnTo>
                  <a:lnTo>
                    <a:pt x="5664" y="5003"/>
                  </a:lnTo>
                  <a:close/>
                </a:path>
                <a:path w="18414" h="6984">
                  <a:moveTo>
                    <a:pt x="5930" y="5994"/>
                  </a:moveTo>
                  <a:lnTo>
                    <a:pt x="5892" y="6121"/>
                  </a:lnTo>
                  <a:lnTo>
                    <a:pt x="5930" y="5994"/>
                  </a:lnTo>
                  <a:close/>
                </a:path>
                <a:path w="18414" h="6984">
                  <a:moveTo>
                    <a:pt x="5930" y="5524"/>
                  </a:moveTo>
                  <a:lnTo>
                    <a:pt x="5892" y="5092"/>
                  </a:lnTo>
                  <a:lnTo>
                    <a:pt x="5829" y="5283"/>
                  </a:lnTo>
                  <a:lnTo>
                    <a:pt x="5930" y="5524"/>
                  </a:lnTo>
                  <a:close/>
                </a:path>
                <a:path w="18414" h="6984">
                  <a:moveTo>
                    <a:pt x="5969" y="6159"/>
                  </a:moveTo>
                  <a:lnTo>
                    <a:pt x="5943" y="6362"/>
                  </a:lnTo>
                  <a:lnTo>
                    <a:pt x="5969" y="6159"/>
                  </a:lnTo>
                  <a:close/>
                </a:path>
                <a:path w="18414" h="6984">
                  <a:moveTo>
                    <a:pt x="6007" y="520"/>
                  </a:moveTo>
                  <a:lnTo>
                    <a:pt x="5892" y="723"/>
                  </a:lnTo>
                  <a:lnTo>
                    <a:pt x="6007" y="520"/>
                  </a:lnTo>
                  <a:close/>
                </a:path>
                <a:path w="18414" h="6984">
                  <a:moveTo>
                    <a:pt x="6045" y="4521"/>
                  </a:moveTo>
                  <a:lnTo>
                    <a:pt x="5981" y="4660"/>
                  </a:lnTo>
                  <a:lnTo>
                    <a:pt x="6045" y="4521"/>
                  </a:lnTo>
                  <a:close/>
                </a:path>
                <a:path w="18414" h="6984">
                  <a:moveTo>
                    <a:pt x="6108" y="2057"/>
                  </a:moveTo>
                  <a:close/>
                </a:path>
                <a:path w="18414" h="6984">
                  <a:moveTo>
                    <a:pt x="6134" y="2476"/>
                  </a:moveTo>
                  <a:close/>
                </a:path>
                <a:path w="18414" h="6984">
                  <a:moveTo>
                    <a:pt x="6134" y="76"/>
                  </a:moveTo>
                  <a:lnTo>
                    <a:pt x="5867" y="76"/>
                  </a:lnTo>
                  <a:lnTo>
                    <a:pt x="5969" y="406"/>
                  </a:lnTo>
                  <a:lnTo>
                    <a:pt x="6134" y="406"/>
                  </a:lnTo>
                  <a:lnTo>
                    <a:pt x="6134" y="76"/>
                  </a:lnTo>
                  <a:close/>
                </a:path>
                <a:path w="18414" h="6984">
                  <a:moveTo>
                    <a:pt x="6172" y="2743"/>
                  </a:moveTo>
                  <a:lnTo>
                    <a:pt x="6108" y="2908"/>
                  </a:lnTo>
                  <a:lnTo>
                    <a:pt x="6172" y="2743"/>
                  </a:lnTo>
                  <a:close/>
                </a:path>
                <a:path w="18414" h="6984">
                  <a:moveTo>
                    <a:pt x="6172" y="1104"/>
                  </a:moveTo>
                  <a:lnTo>
                    <a:pt x="6032" y="1028"/>
                  </a:lnTo>
                  <a:lnTo>
                    <a:pt x="6057" y="1244"/>
                  </a:lnTo>
                  <a:lnTo>
                    <a:pt x="6172" y="1104"/>
                  </a:lnTo>
                  <a:close/>
                </a:path>
                <a:path w="18414" h="6984">
                  <a:moveTo>
                    <a:pt x="6184" y="5524"/>
                  </a:moveTo>
                  <a:close/>
                </a:path>
                <a:path w="18414" h="6984">
                  <a:moveTo>
                    <a:pt x="6197" y="1752"/>
                  </a:moveTo>
                  <a:lnTo>
                    <a:pt x="6172" y="1397"/>
                  </a:lnTo>
                  <a:lnTo>
                    <a:pt x="6032" y="1435"/>
                  </a:lnTo>
                  <a:lnTo>
                    <a:pt x="6032" y="1727"/>
                  </a:lnTo>
                  <a:lnTo>
                    <a:pt x="6032" y="1435"/>
                  </a:lnTo>
                  <a:lnTo>
                    <a:pt x="6032" y="1282"/>
                  </a:lnTo>
                  <a:lnTo>
                    <a:pt x="6007" y="1587"/>
                  </a:lnTo>
                  <a:lnTo>
                    <a:pt x="5715" y="1651"/>
                  </a:lnTo>
                  <a:lnTo>
                    <a:pt x="5791" y="1333"/>
                  </a:lnTo>
                  <a:lnTo>
                    <a:pt x="5867" y="76"/>
                  </a:lnTo>
                  <a:lnTo>
                    <a:pt x="0" y="76"/>
                  </a:lnTo>
                  <a:lnTo>
                    <a:pt x="0" y="5295"/>
                  </a:lnTo>
                  <a:lnTo>
                    <a:pt x="4864" y="5295"/>
                  </a:lnTo>
                  <a:lnTo>
                    <a:pt x="4826" y="4813"/>
                  </a:lnTo>
                  <a:lnTo>
                    <a:pt x="4572" y="4813"/>
                  </a:lnTo>
                  <a:lnTo>
                    <a:pt x="4533" y="4292"/>
                  </a:lnTo>
                  <a:lnTo>
                    <a:pt x="5588" y="4292"/>
                  </a:lnTo>
                  <a:lnTo>
                    <a:pt x="5689" y="4559"/>
                  </a:lnTo>
                  <a:lnTo>
                    <a:pt x="5715" y="4711"/>
                  </a:lnTo>
                  <a:lnTo>
                    <a:pt x="5829" y="4521"/>
                  </a:lnTo>
                  <a:lnTo>
                    <a:pt x="5854" y="4292"/>
                  </a:lnTo>
                  <a:lnTo>
                    <a:pt x="6096" y="4292"/>
                  </a:lnTo>
                  <a:lnTo>
                    <a:pt x="6007" y="2413"/>
                  </a:lnTo>
                  <a:lnTo>
                    <a:pt x="6057" y="2247"/>
                  </a:lnTo>
                  <a:lnTo>
                    <a:pt x="5829" y="2159"/>
                  </a:lnTo>
                  <a:lnTo>
                    <a:pt x="5829" y="4292"/>
                  </a:lnTo>
                  <a:lnTo>
                    <a:pt x="5765" y="4419"/>
                  </a:lnTo>
                  <a:lnTo>
                    <a:pt x="5727" y="4292"/>
                  </a:lnTo>
                  <a:lnTo>
                    <a:pt x="5829" y="2159"/>
                  </a:lnTo>
                  <a:lnTo>
                    <a:pt x="4800" y="2159"/>
                  </a:lnTo>
                  <a:lnTo>
                    <a:pt x="4749" y="1981"/>
                  </a:lnTo>
                  <a:lnTo>
                    <a:pt x="6007" y="1981"/>
                  </a:lnTo>
                  <a:lnTo>
                    <a:pt x="5994" y="1854"/>
                  </a:lnTo>
                  <a:lnTo>
                    <a:pt x="6172" y="1841"/>
                  </a:lnTo>
                  <a:close/>
                </a:path>
                <a:path w="18414" h="6984">
                  <a:moveTo>
                    <a:pt x="6197" y="990"/>
                  </a:moveTo>
                  <a:lnTo>
                    <a:pt x="6134" y="838"/>
                  </a:lnTo>
                  <a:lnTo>
                    <a:pt x="6007" y="838"/>
                  </a:lnTo>
                  <a:lnTo>
                    <a:pt x="6134" y="889"/>
                  </a:lnTo>
                  <a:close/>
                </a:path>
                <a:path w="18414" h="6984">
                  <a:moveTo>
                    <a:pt x="6261" y="5524"/>
                  </a:moveTo>
                  <a:close/>
                </a:path>
                <a:path w="18414" h="6984">
                  <a:moveTo>
                    <a:pt x="6337" y="2235"/>
                  </a:moveTo>
                  <a:lnTo>
                    <a:pt x="6324" y="2095"/>
                  </a:lnTo>
                  <a:lnTo>
                    <a:pt x="6337" y="2235"/>
                  </a:lnTo>
                  <a:close/>
                </a:path>
                <a:path w="18414" h="6984">
                  <a:moveTo>
                    <a:pt x="6400" y="4152"/>
                  </a:moveTo>
                  <a:lnTo>
                    <a:pt x="6375" y="4292"/>
                  </a:lnTo>
                  <a:lnTo>
                    <a:pt x="6400" y="4152"/>
                  </a:lnTo>
                  <a:close/>
                </a:path>
                <a:path w="18414" h="6984">
                  <a:moveTo>
                    <a:pt x="6400" y="2425"/>
                  </a:moveTo>
                  <a:close/>
                </a:path>
                <a:path w="18414" h="6984">
                  <a:moveTo>
                    <a:pt x="6604" y="4330"/>
                  </a:moveTo>
                  <a:lnTo>
                    <a:pt x="6565" y="4203"/>
                  </a:lnTo>
                  <a:lnTo>
                    <a:pt x="6477" y="4356"/>
                  </a:lnTo>
                  <a:lnTo>
                    <a:pt x="6604" y="4330"/>
                  </a:lnTo>
                  <a:close/>
                </a:path>
                <a:path w="18414" h="6984">
                  <a:moveTo>
                    <a:pt x="6731" y="5473"/>
                  </a:moveTo>
                  <a:close/>
                </a:path>
                <a:path w="18414" h="6984">
                  <a:moveTo>
                    <a:pt x="6794" y="3594"/>
                  </a:moveTo>
                  <a:lnTo>
                    <a:pt x="6654" y="3644"/>
                  </a:lnTo>
                  <a:lnTo>
                    <a:pt x="6794" y="3594"/>
                  </a:lnTo>
                  <a:close/>
                </a:path>
                <a:path w="18414" h="6984">
                  <a:moveTo>
                    <a:pt x="6794" y="1841"/>
                  </a:moveTo>
                  <a:lnTo>
                    <a:pt x="6692" y="2006"/>
                  </a:lnTo>
                  <a:lnTo>
                    <a:pt x="6616" y="2247"/>
                  </a:lnTo>
                  <a:lnTo>
                    <a:pt x="6731" y="2082"/>
                  </a:lnTo>
                  <a:lnTo>
                    <a:pt x="6731" y="1879"/>
                  </a:lnTo>
                  <a:close/>
                </a:path>
                <a:path w="18414" h="6984">
                  <a:moveTo>
                    <a:pt x="6858" y="3771"/>
                  </a:moveTo>
                  <a:lnTo>
                    <a:pt x="6718" y="3771"/>
                  </a:lnTo>
                  <a:lnTo>
                    <a:pt x="6858" y="3771"/>
                  </a:lnTo>
                  <a:close/>
                </a:path>
                <a:path w="18414" h="6984">
                  <a:moveTo>
                    <a:pt x="6997" y="4445"/>
                  </a:moveTo>
                  <a:lnTo>
                    <a:pt x="6858" y="4445"/>
                  </a:lnTo>
                  <a:lnTo>
                    <a:pt x="6997" y="4445"/>
                  </a:lnTo>
                  <a:close/>
                </a:path>
                <a:path w="18414" h="6984">
                  <a:moveTo>
                    <a:pt x="7137" y="2679"/>
                  </a:moveTo>
                  <a:lnTo>
                    <a:pt x="7035" y="2819"/>
                  </a:lnTo>
                  <a:lnTo>
                    <a:pt x="7137" y="2679"/>
                  </a:lnTo>
                  <a:close/>
                </a:path>
                <a:path w="18414" h="6984">
                  <a:moveTo>
                    <a:pt x="7137" y="0"/>
                  </a:moveTo>
                  <a:lnTo>
                    <a:pt x="7099" y="266"/>
                  </a:lnTo>
                  <a:lnTo>
                    <a:pt x="7137" y="0"/>
                  </a:lnTo>
                  <a:close/>
                </a:path>
                <a:path w="18414" h="6984">
                  <a:moveTo>
                    <a:pt x="7226" y="3924"/>
                  </a:moveTo>
                  <a:lnTo>
                    <a:pt x="7188" y="4102"/>
                  </a:lnTo>
                  <a:lnTo>
                    <a:pt x="7226" y="3924"/>
                  </a:lnTo>
                  <a:close/>
                </a:path>
                <a:path w="18414" h="6984">
                  <a:moveTo>
                    <a:pt x="7378" y="3111"/>
                  </a:moveTo>
                  <a:close/>
                </a:path>
                <a:path w="18414" h="6984">
                  <a:moveTo>
                    <a:pt x="7493" y="3619"/>
                  </a:moveTo>
                  <a:lnTo>
                    <a:pt x="7264" y="3505"/>
                  </a:lnTo>
                  <a:lnTo>
                    <a:pt x="7226" y="3695"/>
                  </a:lnTo>
                  <a:lnTo>
                    <a:pt x="7277" y="4051"/>
                  </a:lnTo>
                  <a:lnTo>
                    <a:pt x="7315" y="3886"/>
                  </a:lnTo>
                  <a:lnTo>
                    <a:pt x="7467" y="3975"/>
                  </a:lnTo>
                  <a:lnTo>
                    <a:pt x="7404" y="3797"/>
                  </a:lnTo>
                  <a:lnTo>
                    <a:pt x="7493" y="3619"/>
                  </a:lnTo>
                  <a:close/>
                </a:path>
                <a:path w="18414" h="6984">
                  <a:moveTo>
                    <a:pt x="7531" y="711"/>
                  </a:moveTo>
                  <a:lnTo>
                    <a:pt x="7416" y="838"/>
                  </a:lnTo>
                  <a:lnTo>
                    <a:pt x="7531" y="711"/>
                  </a:lnTo>
                  <a:close/>
                </a:path>
                <a:path w="18414" h="6984">
                  <a:moveTo>
                    <a:pt x="7594" y="4267"/>
                  </a:moveTo>
                  <a:close/>
                </a:path>
                <a:path w="18414" h="6984">
                  <a:moveTo>
                    <a:pt x="7670" y="2387"/>
                  </a:moveTo>
                  <a:lnTo>
                    <a:pt x="7556" y="2260"/>
                  </a:lnTo>
                  <a:lnTo>
                    <a:pt x="7531" y="2501"/>
                  </a:lnTo>
                  <a:lnTo>
                    <a:pt x="7670" y="2387"/>
                  </a:lnTo>
                  <a:close/>
                </a:path>
                <a:path w="18414" h="6984">
                  <a:moveTo>
                    <a:pt x="7721" y="431"/>
                  </a:moveTo>
                  <a:lnTo>
                    <a:pt x="7620" y="139"/>
                  </a:lnTo>
                  <a:lnTo>
                    <a:pt x="7607" y="330"/>
                  </a:lnTo>
                  <a:close/>
                </a:path>
                <a:path w="18414" h="6984">
                  <a:moveTo>
                    <a:pt x="7772" y="3873"/>
                  </a:moveTo>
                  <a:lnTo>
                    <a:pt x="7708" y="3746"/>
                  </a:lnTo>
                  <a:lnTo>
                    <a:pt x="7670" y="3886"/>
                  </a:lnTo>
                  <a:close/>
                </a:path>
                <a:path w="18414" h="6984">
                  <a:moveTo>
                    <a:pt x="7785" y="457"/>
                  </a:moveTo>
                  <a:lnTo>
                    <a:pt x="7683" y="660"/>
                  </a:lnTo>
                  <a:lnTo>
                    <a:pt x="7785" y="457"/>
                  </a:lnTo>
                  <a:close/>
                </a:path>
                <a:path w="18414" h="6984">
                  <a:moveTo>
                    <a:pt x="7835" y="38"/>
                  </a:moveTo>
                  <a:lnTo>
                    <a:pt x="7772" y="215"/>
                  </a:lnTo>
                  <a:lnTo>
                    <a:pt x="7835" y="38"/>
                  </a:lnTo>
                  <a:close/>
                </a:path>
                <a:path w="18414" h="6984">
                  <a:moveTo>
                    <a:pt x="7962" y="1917"/>
                  </a:moveTo>
                  <a:lnTo>
                    <a:pt x="7899" y="1562"/>
                  </a:lnTo>
                  <a:lnTo>
                    <a:pt x="7924" y="1955"/>
                  </a:lnTo>
                  <a:close/>
                </a:path>
                <a:path w="18414" h="6984">
                  <a:moveTo>
                    <a:pt x="8001" y="1943"/>
                  </a:moveTo>
                  <a:lnTo>
                    <a:pt x="7924" y="2082"/>
                  </a:lnTo>
                  <a:lnTo>
                    <a:pt x="8001" y="1943"/>
                  </a:lnTo>
                  <a:close/>
                </a:path>
                <a:path w="18414" h="6984">
                  <a:moveTo>
                    <a:pt x="8115" y="2540"/>
                  </a:moveTo>
                  <a:lnTo>
                    <a:pt x="8077" y="2387"/>
                  </a:lnTo>
                  <a:lnTo>
                    <a:pt x="8051" y="2540"/>
                  </a:lnTo>
                  <a:close/>
                </a:path>
                <a:path w="18414" h="6984">
                  <a:moveTo>
                    <a:pt x="8115" y="1270"/>
                  </a:moveTo>
                  <a:lnTo>
                    <a:pt x="7975" y="1422"/>
                  </a:lnTo>
                  <a:lnTo>
                    <a:pt x="8115" y="1371"/>
                  </a:lnTo>
                  <a:close/>
                </a:path>
                <a:path w="18414" h="6984">
                  <a:moveTo>
                    <a:pt x="8229" y="457"/>
                  </a:moveTo>
                  <a:close/>
                </a:path>
                <a:path w="18414" h="6984">
                  <a:moveTo>
                    <a:pt x="8242" y="2387"/>
                  </a:moveTo>
                  <a:lnTo>
                    <a:pt x="8216" y="2209"/>
                  </a:lnTo>
                  <a:lnTo>
                    <a:pt x="8178" y="2082"/>
                  </a:lnTo>
                  <a:lnTo>
                    <a:pt x="8115" y="1879"/>
                  </a:lnTo>
                  <a:lnTo>
                    <a:pt x="8242" y="2387"/>
                  </a:lnTo>
                  <a:close/>
                </a:path>
                <a:path w="18414" h="6984">
                  <a:moveTo>
                    <a:pt x="8280" y="2438"/>
                  </a:moveTo>
                  <a:lnTo>
                    <a:pt x="8255" y="2679"/>
                  </a:lnTo>
                  <a:lnTo>
                    <a:pt x="8280" y="2438"/>
                  </a:lnTo>
                  <a:close/>
                </a:path>
                <a:path w="18414" h="6984">
                  <a:moveTo>
                    <a:pt x="8534" y="3149"/>
                  </a:moveTo>
                  <a:lnTo>
                    <a:pt x="8509" y="3505"/>
                  </a:lnTo>
                  <a:lnTo>
                    <a:pt x="8534" y="3149"/>
                  </a:lnTo>
                  <a:close/>
                </a:path>
                <a:path w="18414" h="6984">
                  <a:moveTo>
                    <a:pt x="10210" y="1104"/>
                  </a:moveTo>
                  <a:close/>
                </a:path>
                <a:path w="18414" h="6984">
                  <a:moveTo>
                    <a:pt x="17792" y="0"/>
                  </a:moveTo>
                  <a:lnTo>
                    <a:pt x="17767" y="241"/>
                  </a:lnTo>
                  <a:lnTo>
                    <a:pt x="177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7" name="object 87"/>
            <p:cNvSpPr/>
            <p:nvPr/>
          </p:nvSpPr>
          <p:spPr>
            <a:xfrm>
              <a:off x="4104386" y="1226591"/>
              <a:ext cx="8890" cy="8255"/>
            </a:xfrm>
            <a:custGeom>
              <a:avLst/>
              <a:gdLst/>
              <a:ahLst/>
              <a:cxnLst/>
              <a:rect l="l" t="t" r="r" b="b"/>
              <a:pathLst>
                <a:path w="8889" h="8255">
                  <a:moveTo>
                    <a:pt x="4076" y="1409"/>
                  </a:moveTo>
                  <a:lnTo>
                    <a:pt x="4076" y="1549"/>
                  </a:lnTo>
                  <a:lnTo>
                    <a:pt x="4076" y="1409"/>
                  </a:lnTo>
                  <a:close/>
                </a:path>
                <a:path w="8889" h="8255">
                  <a:moveTo>
                    <a:pt x="5486" y="406"/>
                  </a:moveTo>
                  <a:lnTo>
                    <a:pt x="5473" y="76"/>
                  </a:lnTo>
                  <a:lnTo>
                    <a:pt x="0" y="76"/>
                  </a:lnTo>
                  <a:lnTo>
                    <a:pt x="0" y="622"/>
                  </a:lnTo>
                  <a:lnTo>
                    <a:pt x="4762" y="622"/>
                  </a:lnTo>
                  <a:lnTo>
                    <a:pt x="4889" y="622"/>
                  </a:lnTo>
                  <a:lnTo>
                    <a:pt x="5067" y="406"/>
                  </a:lnTo>
                  <a:lnTo>
                    <a:pt x="5486" y="406"/>
                  </a:lnTo>
                  <a:close/>
                </a:path>
                <a:path w="8889" h="8255">
                  <a:moveTo>
                    <a:pt x="5638" y="533"/>
                  </a:moveTo>
                  <a:lnTo>
                    <a:pt x="5626" y="304"/>
                  </a:lnTo>
                  <a:lnTo>
                    <a:pt x="5600" y="444"/>
                  </a:lnTo>
                  <a:lnTo>
                    <a:pt x="5372" y="520"/>
                  </a:lnTo>
                  <a:lnTo>
                    <a:pt x="5524" y="533"/>
                  </a:lnTo>
                  <a:lnTo>
                    <a:pt x="5435" y="812"/>
                  </a:lnTo>
                  <a:lnTo>
                    <a:pt x="5588" y="838"/>
                  </a:lnTo>
                  <a:lnTo>
                    <a:pt x="5600" y="482"/>
                  </a:lnTo>
                  <a:close/>
                </a:path>
                <a:path w="8889" h="8255">
                  <a:moveTo>
                    <a:pt x="5842" y="5511"/>
                  </a:moveTo>
                  <a:lnTo>
                    <a:pt x="5816" y="3187"/>
                  </a:lnTo>
                  <a:lnTo>
                    <a:pt x="0" y="3187"/>
                  </a:lnTo>
                  <a:lnTo>
                    <a:pt x="0" y="5511"/>
                  </a:lnTo>
                  <a:lnTo>
                    <a:pt x="5842" y="5511"/>
                  </a:lnTo>
                  <a:close/>
                </a:path>
                <a:path w="8889" h="8255">
                  <a:moveTo>
                    <a:pt x="5905" y="0"/>
                  </a:moveTo>
                  <a:lnTo>
                    <a:pt x="5803" y="228"/>
                  </a:lnTo>
                  <a:lnTo>
                    <a:pt x="5867" y="431"/>
                  </a:lnTo>
                  <a:lnTo>
                    <a:pt x="5905" y="0"/>
                  </a:lnTo>
                  <a:close/>
                </a:path>
                <a:path w="8889" h="8255">
                  <a:moveTo>
                    <a:pt x="5981" y="4914"/>
                  </a:moveTo>
                  <a:close/>
                </a:path>
                <a:path w="8889" h="8255">
                  <a:moveTo>
                    <a:pt x="6019" y="990"/>
                  </a:moveTo>
                  <a:lnTo>
                    <a:pt x="5778" y="939"/>
                  </a:lnTo>
                  <a:lnTo>
                    <a:pt x="5689" y="800"/>
                  </a:lnTo>
                  <a:lnTo>
                    <a:pt x="5676" y="939"/>
                  </a:lnTo>
                  <a:lnTo>
                    <a:pt x="4292" y="939"/>
                  </a:lnTo>
                  <a:lnTo>
                    <a:pt x="4178" y="1993"/>
                  </a:lnTo>
                  <a:lnTo>
                    <a:pt x="3759" y="939"/>
                  </a:lnTo>
                  <a:lnTo>
                    <a:pt x="0" y="939"/>
                  </a:lnTo>
                  <a:lnTo>
                    <a:pt x="0" y="2997"/>
                  </a:lnTo>
                  <a:lnTo>
                    <a:pt x="5816" y="2997"/>
                  </a:lnTo>
                  <a:lnTo>
                    <a:pt x="5791" y="2413"/>
                  </a:lnTo>
                  <a:lnTo>
                    <a:pt x="5943" y="2413"/>
                  </a:lnTo>
                  <a:lnTo>
                    <a:pt x="5956" y="1066"/>
                  </a:lnTo>
                  <a:close/>
                </a:path>
                <a:path w="8889" h="8255">
                  <a:moveTo>
                    <a:pt x="6045" y="3327"/>
                  </a:moveTo>
                  <a:lnTo>
                    <a:pt x="6032" y="3162"/>
                  </a:lnTo>
                  <a:lnTo>
                    <a:pt x="5905" y="3187"/>
                  </a:lnTo>
                  <a:lnTo>
                    <a:pt x="5956" y="3327"/>
                  </a:lnTo>
                  <a:close/>
                </a:path>
                <a:path w="8889" h="8255">
                  <a:moveTo>
                    <a:pt x="6083" y="7493"/>
                  </a:moveTo>
                  <a:close/>
                </a:path>
                <a:path w="8889" h="8255">
                  <a:moveTo>
                    <a:pt x="6083" y="3467"/>
                  </a:moveTo>
                  <a:close/>
                </a:path>
                <a:path w="8889" h="8255">
                  <a:moveTo>
                    <a:pt x="6108" y="3060"/>
                  </a:moveTo>
                  <a:close/>
                </a:path>
                <a:path w="8889" h="8255">
                  <a:moveTo>
                    <a:pt x="6146" y="4419"/>
                  </a:moveTo>
                  <a:lnTo>
                    <a:pt x="6032" y="4279"/>
                  </a:lnTo>
                  <a:lnTo>
                    <a:pt x="5994" y="4508"/>
                  </a:lnTo>
                  <a:lnTo>
                    <a:pt x="6146" y="4419"/>
                  </a:lnTo>
                  <a:close/>
                </a:path>
                <a:path w="8889" h="8255">
                  <a:moveTo>
                    <a:pt x="6146" y="2781"/>
                  </a:moveTo>
                  <a:lnTo>
                    <a:pt x="6083" y="2616"/>
                  </a:lnTo>
                  <a:lnTo>
                    <a:pt x="6146" y="2781"/>
                  </a:lnTo>
                  <a:close/>
                </a:path>
                <a:path w="8889" h="8255">
                  <a:moveTo>
                    <a:pt x="6172" y="4533"/>
                  </a:moveTo>
                  <a:lnTo>
                    <a:pt x="6007" y="4635"/>
                  </a:lnTo>
                  <a:lnTo>
                    <a:pt x="6172" y="4533"/>
                  </a:lnTo>
                  <a:close/>
                </a:path>
                <a:path w="8889" h="8255">
                  <a:moveTo>
                    <a:pt x="6172" y="3771"/>
                  </a:moveTo>
                  <a:lnTo>
                    <a:pt x="6032" y="3581"/>
                  </a:lnTo>
                  <a:lnTo>
                    <a:pt x="6007" y="3797"/>
                  </a:lnTo>
                  <a:lnTo>
                    <a:pt x="5956" y="4013"/>
                  </a:lnTo>
                  <a:lnTo>
                    <a:pt x="5956" y="4254"/>
                  </a:lnTo>
                  <a:lnTo>
                    <a:pt x="6007" y="4076"/>
                  </a:lnTo>
                  <a:lnTo>
                    <a:pt x="6146" y="4114"/>
                  </a:lnTo>
                  <a:lnTo>
                    <a:pt x="6108" y="3771"/>
                  </a:lnTo>
                  <a:close/>
                </a:path>
                <a:path w="8889" h="8255">
                  <a:moveTo>
                    <a:pt x="6184" y="0"/>
                  </a:moveTo>
                  <a:close/>
                </a:path>
                <a:path w="8889" h="8255">
                  <a:moveTo>
                    <a:pt x="6235" y="0"/>
                  </a:moveTo>
                  <a:close/>
                </a:path>
                <a:path w="8889" h="8255">
                  <a:moveTo>
                    <a:pt x="6311" y="3289"/>
                  </a:moveTo>
                  <a:lnTo>
                    <a:pt x="6299" y="3429"/>
                  </a:lnTo>
                  <a:lnTo>
                    <a:pt x="6311" y="3289"/>
                  </a:lnTo>
                  <a:close/>
                </a:path>
                <a:path w="8889" h="8255">
                  <a:moveTo>
                    <a:pt x="6375" y="3111"/>
                  </a:moveTo>
                  <a:lnTo>
                    <a:pt x="6350" y="2984"/>
                  </a:lnTo>
                  <a:lnTo>
                    <a:pt x="6375" y="3111"/>
                  </a:lnTo>
                  <a:close/>
                </a:path>
                <a:path w="8889" h="8255">
                  <a:moveTo>
                    <a:pt x="6375" y="1384"/>
                  </a:moveTo>
                  <a:lnTo>
                    <a:pt x="6350" y="1231"/>
                  </a:lnTo>
                  <a:lnTo>
                    <a:pt x="6375" y="1384"/>
                  </a:lnTo>
                  <a:close/>
                </a:path>
                <a:path w="8889" h="8255">
                  <a:moveTo>
                    <a:pt x="6438" y="1117"/>
                  </a:moveTo>
                  <a:lnTo>
                    <a:pt x="6299" y="1054"/>
                  </a:lnTo>
                  <a:lnTo>
                    <a:pt x="6324" y="1206"/>
                  </a:lnTo>
                  <a:close/>
                </a:path>
                <a:path w="8889" h="8255">
                  <a:moveTo>
                    <a:pt x="6578" y="1193"/>
                  </a:moveTo>
                  <a:lnTo>
                    <a:pt x="6451" y="1168"/>
                  </a:lnTo>
                  <a:lnTo>
                    <a:pt x="6540" y="1320"/>
                  </a:lnTo>
                  <a:lnTo>
                    <a:pt x="6578" y="1193"/>
                  </a:lnTo>
                  <a:close/>
                </a:path>
                <a:path w="8889" h="8255">
                  <a:moveTo>
                    <a:pt x="6705" y="7493"/>
                  </a:moveTo>
                  <a:lnTo>
                    <a:pt x="6629" y="7327"/>
                  </a:lnTo>
                  <a:lnTo>
                    <a:pt x="6591" y="7670"/>
                  </a:lnTo>
                  <a:lnTo>
                    <a:pt x="6705" y="7493"/>
                  </a:lnTo>
                  <a:close/>
                </a:path>
                <a:path w="8889" h="8255">
                  <a:moveTo>
                    <a:pt x="6769" y="3683"/>
                  </a:moveTo>
                  <a:lnTo>
                    <a:pt x="6743" y="3479"/>
                  </a:lnTo>
                  <a:lnTo>
                    <a:pt x="6591" y="3276"/>
                  </a:lnTo>
                  <a:lnTo>
                    <a:pt x="6629" y="3619"/>
                  </a:lnTo>
                  <a:lnTo>
                    <a:pt x="6769" y="3683"/>
                  </a:lnTo>
                  <a:close/>
                </a:path>
                <a:path w="8889" h="8255">
                  <a:moveTo>
                    <a:pt x="6769" y="1905"/>
                  </a:moveTo>
                  <a:lnTo>
                    <a:pt x="6667" y="1778"/>
                  </a:lnTo>
                  <a:lnTo>
                    <a:pt x="6769" y="1905"/>
                  </a:lnTo>
                  <a:close/>
                </a:path>
                <a:path w="8889" h="8255">
                  <a:moveTo>
                    <a:pt x="6781" y="0"/>
                  </a:moveTo>
                  <a:close/>
                </a:path>
                <a:path w="8889" h="8255">
                  <a:moveTo>
                    <a:pt x="6832" y="1752"/>
                  </a:moveTo>
                  <a:lnTo>
                    <a:pt x="6692" y="1752"/>
                  </a:lnTo>
                  <a:lnTo>
                    <a:pt x="6832" y="1752"/>
                  </a:lnTo>
                  <a:close/>
                </a:path>
                <a:path w="8889" h="8255">
                  <a:moveTo>
                    <a:pt x="6972" y="1079"/>
                  </a:moveTo>
                  <a:lnTo>
                    <a:pt x="6832" y="1079"/>
                  </a:lnTo>
                  <a:lnTo>
                    <a:pt x="6972" y="1079"/>
                  </a:lnTo>
                  <a:close/>
                </a:path>
                <a:path w="8889" h="8255">
                  <a:moveTo>
                    <a:pt x="7112" y="5499"/>
                  </a:moveTo>
                  <a:lnTo>
                    <a:pt x="7073" y="5257"/>
                  </a:lnTo>
                  <a:lnTo>
                    <a:pt x="7073" y="5499"/>
                  </a:lnTo>
                  <a:close/>
                </a:path>
                <a:path w="8889" h="8255">
                  <a:moveTo>
                    <a:pt x="7112" y="2857"/>
                  </a:moveTo>
                  <a:lnTo>
                    <a:pt x="7073" y="2717"/>
                  </a:lnTo>
                  <a:lnTo>
                    <a:pt x="7010" y="2857"/>
                  </a:lnTo>
                  <a:close/>
                </a:path>
                <a:path w="8889" h="8255">
                  <a:moveTo>
                    <a:pt x="7200" y="1600"/>
                  </a:moveTo>
                  <a:lnTo>
                    <a:pt x="7162" y="1422"/>
                  </a:lnTo>
                  <a:lnTo>
                    <a:pt x="7162" y="1600"/>
                  </a:lnTo>
                  <a:close/>
                </a:path>
                <a:path w="8889" h="8255">
                  <a:moveTo>
                    <a:pt x="7353" y="2413"/>
                  </a:moveTo>
                  <a:close/>
                </a:path>
                <a:path w="8889" h="8255">
                  <a:moveTo>
                    <a:pt x="7467" y="1905"/>
                  </a:moveTo>
                  <a:lnTo>
                    <a:pt x="7391" y="1739"/>
                  </a:lnTo>
                  <a:lnTo>
                    <a:pt x="7391" y="1879"/>
                  </a:lnTo>
                  <a:lnTo>
                    <a:pt x="7391" y="1739"/>
                  </a:lnTo>
                  <a:lnTo>
                    <a:pt x="7442" y="1562"/>
                  </a:lnTo>
                  <a:lnTo>
                    <a:pt x="7289" y="1638"/>
                  </a:lnTo>
                  <a:lnTo>
                    <a:pt x="7353" y="1397"/>
                  </a:lnTo>
                  <a:lnTo>
                    <a:pt x="7277" y="1816"/>
                  </a:lnTo>
                  <a:lnTo>
                    <a:pt x="7239" y="2019"/>
                  </a:lnTo>
                  <a:lnTo>
                    <a:pt x="7366" y="1905"/>
                  </a:lnTo>
                  <a:close/>
                </a:path>
                <a:path w="8889" h="8255">
                  <a:moveTo>
                    <a:pt x="7505" y="4699"/>
                  </a:moveTo>
                  <a:close/>
                </a:path>
                <a:path w="8889" h="8255">
                  <a:moveTo>
                    <a:pt x="7569" y="1257"/>
                  </a:moveTo>
                  <a:close/>
                </a:path>
                <a:path w="8889" h="8255">
                  <a:moveTo>
                    <a:pt x="7645" y="3149"/>
                  </a:moveTo>
                  <a:lnTo>
                    <a:pt x="7505" y="3022"/>
                  </a:lnTo>
                  <a:lnTo>
                    <a:pt x="7531" y="3251"/>
                  </a:lnTo>
                  <a:close/>
                </a:path>
                <a:path w="8889" h="8255">
                  <a:moveTo>
                    <a:pt x="7696" y="5067"/>
                  </a:moveTo>
                  <a:lnTo>
                    <a:pt x="7594" y="5372"/>
                  </a:lnTo>
                  <a:lnTo>
                    <a:pt x="7696" y="5067"/>
                  </a:lnTo>
                  <a:close/>
                </a:path>
                <a:path w="8889" h="8255">
                  <a:moveTo>
                    <a:pt x="7747" y="1651"/>
                  </a:moveTo>
                  <a:lnTo>
                    <a:pt x="7683" y="1778"/>
                  </a:lnTo>
                  <a:lnTo>
                    <a:pt x="7747" y="1651"/>
                  </a:lnTo>
                  <a:close/>
                </a:path>
                <a:path w="8889" h="8255">
                  <a:moveTo>
                    <a:pt x="7759" y="5054"/>
                  </a:moveTo>
                  <a:lnTo>
                    <a:pt x="7721" y="4826"/>
                  </a:lnTo>
                  <a:lnTo>
                    <a:pt x="7696" y="5067"/>
                  </a:lnTo>
                  <a:close/>
                </a:path>
                <a:path w="8889" h="8255">
                  <a:moveTo>
                    <a:pt x="7810" y="5486"/>
                  </a:moveTo>
                  <a:lnTo>
                    <a:pt x="7747" y="5308"/>
                  </a:lnTo>
                  <a:lnTo>
                    <a:pt x="7696" y="5435"/>
                  </a:lnTo>
                  <a:close/>
                </a:path>
                <a:path w="8889" h="8255">
                  <a:moveTo>
                    <a:pt x="7937" y="3594"/>
                  </a:moveTo>
                  <a:lnTo>
                    <a:pt x="7874" y="3975"/>
                  </a:lnTo>
                  <a:lnTo>
                    <a:pt x="7937" y="3594"/>
                  </a:lnTo>
                  <a:close/>
                </a:path>
                <a:path w="8889" h="8255">
                  <a:moveTo>
                    <a:pt x="7975" y="3581"/>
                  </a:moveTo>
                  <a:lnTo>
                    <a:pt x="7950" y="3454"/>
                  </a:lnTo>
                  <a:lnTo>
                    <a:pt x="7975" y="3581"/>
                  </a:lnTo>
                  <a:close/>
                </a:path>
                <a:path w="8889" h="8255">
                  <a:moveTo>
                    <a:pt x="8089" y="4152"/>
                  </a:moveTo>
                  <a:lnTo>
                    <a:pt x="8013" y="4025"/>
                  </a:lnTo>
                  <a:lnTo>
                    <a:pt x="8089" y="4254"/>
                  </a:lnTo>
                  <a:close/>
                </a:path>
                <a:path w="8889" h="8255">
                  <a:moveTo>
                    <a:pt x="8089" y="2984"/>
                  </a:moveTo>
                  <a:lnTo>
                    <a:pt x="8051" y="3136"/>
                  </a:lnTo>
                  <a:lnTo>
                    <a:pt x="8089" y="2984"/>
                  </a:lnTo>
                  <a:close/>
                </a:path>
                <a:path w="8889" h="8255">
                  <a:moveTo>
                    <a:pt x="8204" y="5054"/>
                  </a:moveTo>
                  <a:lnTo>
                    <a:pt x="8115" y="5181"/>
                  </a:lnTo>
                  <a:lnTo>
                    <a:pt x="8204" y="5054"/>
                  </a:lnTo>
                  <a:close/>
                </a:path>
                <a:path w="8889" h="8255">
                  <a:moveTo>
                    <a:pt x="8216" y="3149"/>
                  </a:moveTo>
                  <a:lnTo>
                    <a:pt x="8089" y="3644"/>
                  </a:lnTo>
                  <a:lnTo>
                    <a:pt x="8166" y="3467"/>
                  </a:lnTo>
                  <a:lnTo>
                    <a:pt x="8191" y="3314"/>
                  </a:lnTo>
                  <a:lnTo>
                    <a:pt x="8216" y="3149"/>
                  </a:lnTo>
                  <a:close/>
                </a:path>
                <a:path w="8889" h="8255">
                  <a:moveTo>
                    <a:pt x="8255" y="3086"/>
                  </a:moveTo>
                  <a:lnTo>
                    <a:pt x="8229" y="2857"/>
                  </a:lnTo>
                  <a:lnTo>
                    <a:pt x="8153" y="3124"/>
                  </a:lnTo>
                  <a:close/>
                </a:path>
                <a:path w="8889" h="8255">
                  <a:moveTo>
                    <a:pt x="8394" y="5499"/>
                  </a:moveTo>
                  <a:lnTo>
                    <a:pt x="8267" y="5308"/>
                  </a:lnTo>
                  <a:lnTo>
                    <a:pt x="8102" y="5334"/>
                  </a:lnTo>
                  <a:lnTo>
                    <a:pt x="8140" y="5499"/>
                  </a:lnTo>
                  <a:lnTo>
                    <a:pt x="8394" y="5499"/>
                  </a:lnTo>
                  <a:close/>
                </a:path>
                <a:path w="8889" h="8255">
                  <a:moveTo>
                    <a:pt x="8509" y="2374"/>
                  </a:moveTo>
                  <a:lnTo>
                    <a:pt x="8483" y="2019"/>
                  </a:lnTo>
                  <a:lnTo>
                    <a:pt x="8470" y="23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8" name="object 88"/>
            <p:cNvSpPr/>
            <p:nvPr/>
          </p:nvSpPr>
          <p:spPr>
            <a:xfrm>
              <a:off x="4104322" y="1215402"/>
              <a:ext cx="17780" cy="26034"/>
            </a:xfrm>
            <a:custGeom>
              <a:avLst/>
              <a:gdLst/>
              <a:ahLst/>
              <a:cxnLst/>
              <a:rect l="l" t="t" r="r" b="b"/>
              <a:pathLst>
                <a:path w="17779" h="26034">
                  <a:moveTo>
                    <a:pt x="5867" y="18719"/>
                  </a:moveTo>
                  <a:lnTo>
                    <a:pt x="0" y="18719"/>
                  </a:lnTo>
                  <a:lnTo>
                    <a:pt x="0" y="22136"/>
                  </a:lnTo>
                  <a:lnTo>
                    <a:pt x="63" y="24447"/>
                  </a:lnTo>
                  <a:lnTo>
                    <a:pt x="88" y="25476"/>
                  </a:lnTo>
                  <a:lnTo>
                    <a:pt x="927" y="25895"/>
                  </a:lnTo>
                  <a:lnTo>
                    <a:pt x="4191" y="22034"/>
                  </a:lnTo>
                  <a:lnTo>
                    <a:pt x="4711" y="21386"/>
                  </a:lnTo>
                  <a:lnTo>
                    <a:pt x="4584" y="20866"/>
                  </a:lnTo>
                  <a:lnTo>
                    <a:pt x="5473" y="20866"/>
                  </a:lnTo>
                  <a:lnTo>
                    <a:pt x="4965" y="19735"/>
                  </a:lnTo>
                  <a:lnTo>
                    <a:pt x="5867" y="19735"/>
                  </a:lnTo>
                  <a:lnTo>
                    <a:pt x="5867" y="18719"/>
                  </a:lnTo>
                  <a:close/>
                </a:path>
                <a:path w="17779" h="26034">
                  <a:moveTo>
                    <a:pt x="5867" y="18580"/>
                  </a:moveTo>
                  <a:lnTo>
                    <a:pt x="5791" y="18110"/>
                  </a:lnTo>
                  <a:lnTo>
                    <a:pt x="0" y="18110"/>
                  </a:lnTo>
                  <a:lnTo>
                    <a:pt x="0" y="18580"/>
                  </a:lnTo>
                  <a:lnTo>
                    <a:pt x="5867" y="18580"/>
                  </a:lnTo>
                  <a:close/>
                </a:path>
                <a:path w="17779" h="26034">
                  <a:moveTo>
                    <a:pt x="5880" y="16700"/>
                  </a:moveTo>
                  <a:lnTo>
                    <a:pt x="0" y="16700"/>
                  </a:lnTo>
                  <a:lnTo>
                    <a:pt x="0" y="17919"/>
                  </a:lnTo>
                  <a:lnTo>
                    <a:pt x="5880" y="17919"/>
                  </a:lnTo>
                  <a:lnTo>
                    <a:pt x="5880" y="16700"/>
                  </a:lnTo>
                  <a:close/>
                </a:path>
                <a:path w="17779" h="26034">
                  <a:moveTo>
                    <a:pt x="6045" y="17145"/>
                  </a:moveTo>
                  <a:lnTo>
                    <a:pt x="5930" y="17335"/>
                  </a:lnTo>
                  <a:lnTo>
                    <a:pt x="6045" y="17145"/>
                  </a:lnTo>
                  <a:close/>
                </a:path>
                <a:path w="17779" h="26034">
                  <a:moveTo>
                    <a:pt x="6108" y="18808"/>
                  </a:moveTo>
                  <a:lnTo>
                    <a:pt x="5969" y="18961"/>
                  </a:lnTo>
                  <a:lnTo>
                    <a:pt x="6096" y="18986"/>
                  </a:lnTo>
                  <a:lnTo>
                    <a:pt x="6096" y="18859"/>
                  </a:lnTo>
                  <a:close/>
                </a:path>
                <a:path w="17779" h="26034">
                  <a:moveTo>
                    <a:pt x="6146" y="18681"/>
                  </a:moveTo>
                  <a:close/>
                </a:path>
                <a:path w="17779" h="26034">
                  <a:moveTo>
                    <a:pt x="6146" y="16700"/>
                  </a:moveTo>
                  <a:lnTo>
                    <a:pt x="5880" y="16700"/>
                  </a:lnTo>
                  <a:lnTo>
                    <a:pt x="5892" y="17119"/>
                  </a:lnTo>
                  <a:lnTo>
                    <a:pt x="6146" y="17119"/>
                  </a:lnTo>
                  <a:lnTo>
                    <a:pt x="6146" y="16700"/>
                  </a:lnTo>
                  <a:close/>
                </a:path>
                <a:path w="17779" h="26034">
                  <a:moveTo>
                    <a:pt x="6172" y="19062"/>
                  </a:moveTo>
                  <a:lnTo>
                    <a:pt x="6146" y="19189"/>
                  </a:lnTo>
                  <a:lnTo>
                    <a:pt x="6172" y="19062"/>
                  </a:lnTo>
                  <a:close/>
                </a:path>
                <a:path w="17779" h="26034">
                  <a:moveTo>
                    <a:pt x="6172" y="17462"/>
                  </a:moveTo>
                  <a:lnTo>
                    <a:pt x="6045" y="17462"/>
                  </a:lnTo>
                  <a:lnTo>
                    <a:pt x="6172" y="17500"/>
                  </a:lnTo>
                  <a:close/>
                </a:path>
                <a:path w="17779" h="26034">
                  <a:moveTo>
                    <a:pt x="6210" y="19367"/>
                  </a:moveTo>
                  <a:lnTo>
                    <a:pt x="6146" y="19532"/>
                  </a:lnTo>
                  <a:lnTo>
                    <a:pt x="6210" y="19367"/>
                  </a:lnTo>
                  <a:close/>
                </a:path>
                <a:path w="17779" h="26034">
                  <a:moveTo>
                    <a:pt x="6210" y="17729"/>
                  </a:moveTo>
                  <a:lnTo>
                    <a:pt x="6070" y="17665"/>
                  </a:lnTo>
                  <a:lnTo>
                    <a:pt x="6096" y="17868"/>
                  </a:lnTo>
                  <a:lnTo>
                    <a:pt x="6210" y="17729"/>
                  </a:lnTo>
                  <a:close/>
                </a:path>
                <a:path w="17779" h="26034">
                  <a:moveTo>
                    <a:pt x="6235" y="18376"/>
                  </a:moveTo>
                  <a:lnTo>
                    <a:pt x="6210" y="18021"/>
                  </a:lnTo>
                  <a:lnTo>
                    <a:pt x="6070" y="18072"/>
                  </a:lnTo>
                  <a:lnTo>
                    <a:pt x="6070" y="17894"/>
                  </a:lnTo>
                  <a:lnTo>
                    <a:pt x="6045" y="18199"/>
                  </a:lnTo>
                  <a:lnTo>
                    <a:pt x="6019" y="18376"/>
                  </a:lnTo>
                  <a:lnTo>
                    <a:pt x="6096" y="18567"/>
                  </a:lnTo>
                  <a:lnTo>
                    <a:pt x="6146" y="18389"/>
                  </a:lnTo>
                  <a:close/>
                </a:path>
                <a:path w="17779" h="26034">
                  <a:moveTo>
                    <a:pt x="6311" y="18440"/>
                  </a:moveTo>
                  <a:lnTo>
                    <a:pt x="6223" y="18618"/>
                  </a:lnTo>
                  <a:lnTo>
                    <a:pt x="6159" y="18999"/>
                  </a:lnTo>
                  <a:lnTo>
                    <a:pt x="6261" y="18872"/>
                  </a:lnTo>
                  <a:lnTo>
                    <a:pt x="6311" y="18732"/>
                  </a:lnTo>
                  <a:lnTo>
                    <a:pt x="6261" y="18529"/>
                  </a:lnTo>
                  <a:close/>
                </a:path>
                <a:path w="17779" h="26034">
                  <a:moveTo>
                    <a:pt x="6375" y="18846"/>
                  </a:moveTo>
                  <a:lnTo>
                    <a:pt x="6362" y="18707"/>
                  </a:lnTo>
                  <a:lnTo>
                    <a:pt x="6375" y="18846"/>
                  </a:lnTo>
                  <a:close/>
                </a:path>
                <a:path w="17779" h="26034">
                  <a:moveTo>
                    <a:pt x="6438" y="19050"/>
                  </a:moveTo>
                  <a:close/>
                </a:path>
                <a:path w="17779" h="26034">
                  <a:moveTo>
                    <a:pt x="6451" y="18110"/>
                  </a:moveTo>
                  <a:lnTo>
                    <a:pt x="6273" y="18237"/>
                  </a:lnTo>
                  <a:lnTo>
                    <a:pt x="6311" y="18440"/>
                  </a:lnTo>
                  <a:lnTo>
                    <a:pt x="6388" y="18313"/>
                  </a:lnTo>
                  <a:lnTo>
                    <a:pt x="6451" y="18110"/>
                  </a:lnTo>
                  <a:close/>
                </a:path>
                <a:path w="17779" h="26034">
                  <a:moveTo>
                    <a:pt x="6832" y="18465"/>
                  </a:moveTo>
                  <a:lnTo>
                    <a:pt x="6731" y="18643"/>
                  </a:lnTo>
                  <a:lnTo>
                    <a:pt x="6769" y="18516"/>
                  </a:lnTo>
                  <a:close/>
                </a:path>
                <a:path w="17779" h="26034">
                  <a:moveTo>
                    <a:pt x="7175" y="16624"/>
                  </a:moveTo>
                  <a:lnTo>
                    <a:pt x="7137" y="16878"/>
                  </a:lnTo>
                  <a:lnTo>
                    <a:pt x="7175" y="16624"/>
                  </a:lnTo>
                  <a:close/>
                </a:path>
                <a:path w="17779" h="26034">
                  <a:moveTo>
                    <a:pt x="7569" y="17335"/>
                  </a:moveTo>
                  <a:lnTo>
                    <a:pt x="7454" y="17462"/>
                  </a:lnTo>
                  <a:lnTo>
                    <a:pt x="7569" y="17335"/>
                  </a:lnTo>
                  <a:close/>
                </a:path>
                <a:path w="17779" h="26034">
                  <a:moveTo>
                    <a:pt x="7759" y="17068"/>
                  </a:moveTo>
                  <a:lnTo>
                    <a:pt x="7658" y="16776"/>
                  </a:lnTo>
                  <a:lnTo>
                    <a:pt x="7645" y="16967"/>
                  </a:lnTo>
                  <a:close/>
                </a:path>
                <a:path w="17779" h="26034">
                  <a:moveTo>
                    <a:pt x="7823" y="17094"/>
                  </a:moveTo>
                  <a:lnTo>
                    <a:pt x="7721" y="17297"/>
                  </a:lnTo>
                  <a:lnTo>
                    <a:pt x="7823" y="17094"/>
                  </a:lnTo>
                  <a:close/>
                </a:path>
                <a:path w="17779" h="26034">
                  <a:moveTo>
                    <a:pt x="7874" y="16662"/>
                  </a:moveTo>
                  <a:lnTo>
                    <a:pt x="7810" y="16840"/>
                  </a:lnTo>
                  <a:lnTo>
                    <a:pt x="7874" y="16662"/>
                  </a:lnTo>
                  <a:close/>
                </a:path>
                <a:path w="17779" h="26034">
                  <a:moveTo>
                    <a:pt x="8267" y="17068"/>
                  </a:moveTo>
                  <a:close/>
                </a:path>
                <a:path w="17779" h="26034">
                  <a:moveTo>
                    <a:pt x="15862" y="8128"/>
                  </a:moveTo>
                  <a:lnTo>
                    <a:pt x="15659" y="8153"/>
                  </a:lnTo>
                  <a:lnTo>
                    <a:pt x="15786" y="8229"/>
                  </a:lnTo>
                  <a:close/>
                </a:path>
                <a:path w="17779" h="26034">
                  <a:moveTo>
                    <a:pt x="15875" y="5626"/>
                  </a:moveTo>
                  <a:lnTo>
                    <a:pt x="15697" y="5537"/>
                  </a:lnTo>
                  <a:lnTo>
                    <a:pt x="15570" y="5727"/>
                  </a:lnTo>
                  <a:lnTo>
                    <a:pt x="15786" y="5854"/>
                  </a:lnTo>
                  <a:lnTo>
                    <a:pt x="15875" y="5626"/>
                  </a:lnTo>
                  <a:close/>
                </a:path>
                <a:path w="17779" h="26034">
                  <a:moveTo>
                    <a:pt x="15875" y="2921"/>
                  </a:moveTo>
                  <a:lnTo>
                    <a:pt x="15748" y="2794"/>
                  </a:lnTo>
                  <a:lnTo>
                    <a:pt x="15608" y="2933"/>
                  </a:lnTo>
                  <a:lnTo>
                    <a:pt x="15760" y="3073"/>
                  </a:lnTo>
                  <a:lnTo>
                    <a:pt x="15875" y="2921"/>
                  </a:lnTo>
                  <a:close/>
                </a:path>
                <a:path w="17779" h="26034">
                  <a:moveTo>
                    <a:pt x="15887" y="7480"/>
                  </a:moveTo>
                  <a:lnTo>
                    <a:pt x="15722" y="7391"/>
                  </a:lnTo>
                  <a:lnTo>
                    <a:pt x="15621" y="7581"/>
                  </a:lnTo>
                  <a:lnTo>
                    <a:pt x="15824" y="7683"/>
                  </a:lnTo>
                  <a:lnTo>
                    <a:pt x="15887" y="7480"/>
                  </a:lnTo>
                  <a:close/>
                </a:path>
                <a:path w="17779" h="26034">
                  <a:moveTo>
                    <a:pt x="15887" y="952"/>
                  </a:moveTo>
                  <a:lnTo>
                    <a:pt x="15722" y="863"/>
                  </a:lnTo>
                  <a:lnTo>
                    <a:pt x="15582" y="1054"/>
                  </a:lnTo>
                  <a:lnTo>
                    <a:pt x="15773" y="1168"/>
                  </a:lnTo>
                  <a:lnTo>
                    <a:pt x="15887" y="952"/>
                  </a:lnTo>
                  <a:close/>
                </a:path>
                <a:path w="17779" h="26034">
                  <a:moveTo>
                    <a:pt x="15951" y="1308"/>
                  </a:moveTo>
                  <a:lnTo>
                    <a:pt x="15786" y="1219"/>
                  </a:lnTo>
                  <a:lnTo>
                    <a:pt x="15722" y="1371"/>
                  </a:lnTo>
                  <a:lnTo>
                    <a:pt x="15862" y="1447"/>
                  </a:lnTo>
                  <a:lnTo>
                    <a:pt x="15951" y="1308"/>
                  </a:lnTo>
                  <a:close/>
                </a:path>
                <a:path w="17779" h="26034">
                  <a:moveTo>
                    <a:pt x="16027" y="6578"/>
                  </a:moveTo>
                  <a:lnTo>
                    <a:pt x="15963" y="6451"/>
                  </a:lnTo>
                  <a:lnTo>
                    <a:pt x="15824" y="6515"/>
                  </a:lnTo>
                  <a:lnTo>
                    <a:pt x="15900" y="6654"/>
                  </a:lnTo>
                  <a:lnTo>
                    <a:pt x="16027" y="6578"/>
                  </a:lnTo>
                  <a:close/>
                </a:path>
                <a:path w="17779" h="26034">
                  <a:moveTo>
                    <a:pt x="16090" y="2019"/>
                  </a:moveTo>
                  <a:lnTo>
                    <a:pt x="15963" y="1917"/>
                  </a:lnTo>
                  <a:lnTo>
                    <a:pt x="15875" y="2044"/>
                  </a:lnTo>
                  <a:lnTo>
                    <a:pt x="16002" y="2146"/>
                  </a:lnTo>
                  <a:lnTo>
                    <a:pt x="16090" y="2019"/>
                  </a:lnTo>
                  <a:close/>
                </a:path>
                <a:path w="17779" h="26034">
                  <a:moveTo>
                    <a:pt x="16129" y="5346"/>
                  </a:moveTo>
                  <a:lnTo>
                    <a:pt x="16002" y="5156"/>
                  </a:lnTo>
                  <a:lnTo>
                    <a:pt x="15824" y="5295"/>
                  </a:lnTo>
                  <a:lnTo>
                    <a:pt x="15963" y="5473"/>
                  </a:lnTo>
                  <a:lnTo>
                    <a:pt x="16129" y="5346"/>
                  </a:lnTo>
                  <a:close/>
                </a:path>
                <a:path w="17779" h="26034">
                  <a:moveTo>
                    <a:pt x="16154" y="5981"/>
                  </a:moveTo>
                  <a:lnTo>
                    <a:pt x="16027" y="5854"/>
                  </a:lnTo>
                  <a:lnTo>
                    <a:pt x="15925" y="5994"/>
                  </a:lnTo>
                  <a:lnTo>
                    <a:pt x="16065" y="6108"/>
                  </a:lnTo>
                  <a:lnTo>
                    <a:pt x="16154" y="5981"/>
                  </a:lnTo>
                  <a:close/>
                </a:path>
                <a:path w="17779" h="26034">
                  <a:moveTo>
                    <a:pt x="16154" y="660"/>
                  </a:moveTo>
                  <a:lnTo>
                    <a:pt x="16002" y="596"/>
                  </a:lnTo>
                  <a:lnTo>
                    <a:pt x="15938" y="762"/>
                  </a:lnTo>
                  <a:lnTo>
                    <a:pt x="16090" y="825"/>
                  </a:lnTo>
                  <a:lnTo>
                    <a:pt x="16154" y="660"/>
                  </a:lnTo>
                  <a:close/>
                </a:path>
                <a:path w="17779" h="26034">
                  <a:moveTo>
                    <a:pt x="16167" y="7200"/>
                  </a:moveTo>
                  <a:lnTo>
                    <a:pt x="16014" y="7112"/>
                  </a:lnTo>
                  <a:lnTo>
                    <a:pt x="15951" y="7277"/>
                  </a:lnTo>
                  <a:lnTo>
                    <a:pt x="16090" y="7340"/>
                  </a:lnTo>
                  <a:lnTo>
                    <a:pt x="16167" y="7200"/>
                  </a:lnTo>
                  <a:close/>
                </a:path>
                <a:path w="17779" h="26034">
                  <a:moveTo>
                    <a:pt x="16167" y="901"/>
                  </a:moveTo>
                  <a:lnTo>
                    <a:pt x="15976" y="800"/>
                  </a:lnTo>
                  <a:lnTo>
                    <a:pt x="15887" y="952"/>
                  </a:lnTo>
                  <a:lnTo>
                    <a:pt x="16065" y="1092"/>
                  </a:lnTo>
                  <a:lnTo>
                    <a:pt x="16167" y="901"/>
                  </a:lnTo>
                  <a:close/>
                </a:path>
                <a:path w="17779" h="26034">
                  <a:moveTo>
                    <a:pt x="16205" y="7658"/>
                  </a:moveTo>
                  <a:lnTo>
                    <a:pt x="16052" y="7569"/>
                  </a:lnTo>
                  <a:lnTo>
                    <a:pt x="15976" y="7734"/>
                  </a:lnTo>
                  <a:lnTo>
                    <a:pt x="16129" y="7810"/>
                  </a:lnTo>
                  <a:lnTo>
                    <a:pt x="16205" y="7658"/>
                  </a:lnTo>
                  <a:close/>
                </a:path>
                <a:path w="17779" h="26034">
                  <a:moveTo>
                    <a:pt x="16395" y="2540"/>
                  </a:moveTo>
                  <a:lnTo>
                    <a:pt x="16256" y="2362"/>
                  </a:lnTo>
                  <a:lnTo>
                    <a:pt x="16078" y="2527"/>
                  </a:lnTo>
                  <a:lnTo>
                    <a:pt x="16129" y="2717"/>
                  </a:lnTo>
                  <a:lnTo>
                    <a:pt x="16306" y="2819"/>
                  </a:lnTo>
                  <a:lnTo>
                    <a:pt x="16370" y="2641"/>
                  </a:lnTo>
                  <a:close/>
                </a:path>
                <a:path w="17779" h="26034">
                  <a:moveTo>
                    <a:pt x="16421" y="3594"/>
                  </a:moveTo>
                  <a:lnTo>
                    <a:pt x="16256" y="3441"/>
                  </a:lnTo>
                  <a:lnTo>
                    <a:pt x="16116" y="3619"/>
                  </a:lnTo>
                  <a:lnTo>
                    <a:pt x="16078" y="3822"/>
                  </a:lnTo>
                  <a:lnTo>
                    <a:pt x="16192" y="3975"/>
                  </a:lnTo>
                  <a:lnTo>
                    <a:pt x="16332" y="3860"/>
                  </a:lnTo>
                  <a:lnTo>
                    <a:pt x="16421" y="3594"/>
                  </a:lnTo>
                  <a:close/>
                </a:path>
                <a:path w="17779" h="26034">
                  <a:moveTo>
                    <a:pt x="16433" y="7429"/>
                  </a:moveTo>
                  <a:lnTo>
                    <a:pt x="16306" y="7251"/>
                  </a:lnTo>
                  <a:lnTo>
                    <a:pt x="16129" y="7378"/>
                  </a:lnTo>
                  <a:lnTo>
                    <a:pt x="16268" y="7569"/>
                  </a:lnTo>
                  <a:lnTo>
                    <a:pt x="16433" y="7429"/>
                  </a:lnTo>
                  <a:close/>
                </a:path>
                <a:path w="17779" h="26034">
                  <a:moveTo>
                    <a:pt x="16560" y="6184"/>
                  </a:moveTo>
                  <a:lnTo>
                    <a:pt x="16446" y="6045"/>
                  </a:lnTo>
                  <a:lnTo>
                    <a:pt x="16306" y="6172"/>
                  </a:lnTo>
                  <a:lnTo>
                    <a:pt x="16421" y="6311"/>
                  </a:lnTo>
                  <a:lnTo>
                    <a:pt x="16560" y="6184"/>
                  </a:lnTo>
                  <a:close/>
                </a:path>
                <a:path w="17779" h="26034">
                  <a:moveTo>
                    <a:pt x="16598" y="6883"/>
                  </a:moveTo>
                  <a:lnTo>
                    <a:pt x="16497" y="6718"/>
                  </a:lnTo>
                  <a:lnTo>
                    <a:pt x="16357" y="6845"/>
                  </a:lnTo>
                  <a:lnTo>
                    <a:pt x="16446" y="7061"/>
                  </a:lnTo>
                  <a:lnTo>
                    <a:pt x="16535" y="6934"/>
                  </a:lnTo>
                  <a:close/>
                </a:path>
                <a:path w="17779" h="26034">
                  <a:moveTo>
                    <a:pt x="16624" y="1143"/>
                  </a:moveTo>
                  <a:lnTo>
                    <a:pt x="16497" y="1003"/>
                  </a:lnTo>
                  <a:lnTo>
                    <a:pt x="16370" y="1168"/>
                  </a:lnTo>
                  <a:lnTo>
                    <a:pt x="16522" y="1295"/>
                  </a:lnTo>
                  <a:lnTo>
                    <a:pt x="16624" y="1143"/>
                  </a:lnTo>
                  <a:close/>
                </a:path>
                <a:path w="17779" h="26034">
                  <a:moveTo>
                    <a:pt x="16637" y="5892"/>
                  </a:moveTo>
                  <a:lnTo>
                    <a:pt x="16421" y="5854"/>
                  </a:lnTo>
                  <a:lnTo>
                    <a:pt x="16497" y="5994"/>
                  </a:lnTo>
                  <a:lnTo>
                    <a:pt x="16637" y="5892"/>
                  </a:lnTo>
                  <a:close/>
                </a:path>
                <a:path w="17779" h="26034">
                  <a:moveTo>
                    <a:pt x="16713" y="5283"/>
                  </a:moveTo>
                  <a:lnTo>
                    <a:pt x="16637" y="5092"/>
                  </a:lnTo>
                  <a:lnTo>
                    <a:pt x="16446" y="5207"/>
                  </a:lnTo>
                  <a:lnTo>
                    <a:pt x="16560" y="5372"/>
                  </a:lnTo>
                  <a:lnTo>
                    <a:pt x="16713" y="5283"/>
                  </a:lnTo>
                  <a:close/>
                </a:path>
                <a:path w="17779" h="26034">
                  <a:moveTo>
                    <a:pt x="16713" y="355"/>
                  </a:moveTo>
                  <a:lnTo>
                    <a:pt x="16598" y="139"/>
                  </a:lnTo>
                  <a:lnTo>
                    <a:pt x="16421" y="76"/>
                  </a:lnTo>
                  <a:lnTo>
                    <a:pt x="16281" y="177"/>
                  </a:lnTo>
                  <a:lnTo>
                    <a:pt x="16383" y="342"/>
                  </a:lnTo>
                  <a:lnTo>
                    <a:pt x="16522" y="457"/>
                  </a:lnTo>
                  <a:lnTo>
                    <a:pt x="16713" y="355"/>
                  </a:lnTo>
                  <a:close/>
                </a:path>
                <a:path w="17779" h="26034">
                  <a:moveTo>
                    <a:pt x="16738" y="3314"/>
                  </a:moveTo>
                  <a:lnTo>
                    <a:pt x="16611" y="3276"/>
                  </a:lnTo>
                  <a:lnTo>
                    <a:pt x="16725" y="3124"/>
                  </a:lnTo>
                  <a:lnTo>
                    <a:pt x="16560" y="2997"/>
                  </a:lnTo>
                  <a:lnTo>
                    <a:pt x="16433" y="3175"/>
                  </a:lnTo>
                  <a:lnTo>
                    <a:pt x="16586" y="3302"/>
                  </a:lnTo>
                  <a:lnTo>
                    <a:pt x="16675" y="3467"/>
                  </a:lnTo>
                  <a:lnTo>
                    <a:pt x="16738" y="3314"/>
                  </a:lnTo>
                  <a:close/>
                </a:path>
                <a:path w="17779" h="26034">
                  <a:moveTo>
                    <a:pt x="16751" y="4775"/>
                  </a:moveTo>
                  <a:lnTo>
                    <a:pt x="16598" y="4635"/>
                  </a:lnTo>
                  <a:lnTo>
                    <a:pt x="16459" y="4787"/>
                  </a:lnTo>
                  <a:lnTo>
                    <a:pt x="16624" y="4927"/>
                  </a:lnTo>
                  <a:lnTo>
                    <a:pt x="16751" y="4775"/>
                  </a:lnTo>
                  <a:close/>
                </a:path>
                <a:path w="17779" h="26034">
                  <a:moveTo>
                    <a:pt x="16941" y="2133"/>
                  </a:moveTo>
                  <a:lnTo>
                    <a:pt x="16814" y="1981"/>
                  </a:lnTo>
                  <a:lnTo>
                    <a:pt x="16675" y="2108"/>
                  </a:lnTo>
                  <a:lnTo>
                    <a:pt x="16802" y="2247"/>
                  </a:lnTo>
                  <a:lnTo>
                    <a:pt x="16941" y="2133"/>
                  </a:lnTo>
                  <a:close/>
                </a:path>
                <a:path w="17779" h="26034">
                  <a:moveTo>
                    <a:pt x="17005" y="6629"/>
                  </a:moveTo>
                  <a:lnTo>
                    <a:pt x="16827" y="6553"/>
                  </a:lnTo>
                  <a:lnTo>
                    <a:pt x="16751" y="6731"/>
                  </a:lnTo>
                  <a:lnTo>
                    <a:pt x="16929" y="6807"/>
                  </a:lnTo>
                  <a:lnTo>
                    <a:pt x="17005" y="6629"/>
                  </a:lnTo>
                  <a:close/>
                </a:path>
                <a:path w="17779" h="26034">
                  <a:moveTo>
                    <a:pt x="17056" y="4965"/>
                  </a:moveTo>
                  <a:lnTo>
                    <a:pt x="16891" y="4876"/>
                  </a:lnTo>
                  <a:lnTo>
                    <a:pt x="16827" y="5029"/>
                  </a:lnTo>
                  <a:lnTo>
                    <a:pt x="16967" y="5105"/>
                  </a:lnTo>
                  <a:lnTo>
                    <a:pt x="17056" y="4965"/>
                  </a:lnTo>
                  <a:close/>
                </a:path>
                <a:path w="17779" h="26034">
                  <a:moveTo>
                    <a:pt x="17094" y="1676"/>
                  </a:moveTo>
                  <a:lnTo>
                    <a:pt x="16954" y="1587"/>
                  </a:lnTo>
                  <a:lnTo>
                    <a:pt x="16852" y="1739"/>
                  </a:lnTo>
                  <a:lnTo>
                    <a:pt x="16878" y="1993"/>
                  </a:lnTo>
                  <a:lnTo>
                    <a:pt x="17068" y="1854"/>
                  </a:lnTo>
                  <a:lnTo>
                    <a:pt x="17094" y="1676"/>
                  </a:lnTo>
                  <a:close/>
                </a:path>
                <a:path w="17779" h="26034">
                  <a:moveTo>
                    <a:pt x="17145" y="495"/>
                  </a:moveTo>
                  <a:lnTo>
                    <a:pt x="17081" y="355"/>
                  </a:lnTo>
                  <a:lnTo>
                    <a:pt x="16916" y="304"/>
                  </a:lnTo>
                  <a:lnTo>
                    <a:pt x="16852" y="457"/>
                  </a:lnTo>
                  <a:lnTo>
                    <a:pt x="17056" y="622"/>
                  </a:lnTo>
                  <a:lnTo>
                    <a:pt x="17145" y="495"/>
                  </a:lnTo>
                  <a:close/>
                </a:path>
                <a:path w="17779" h="26034">
                  <a:moveTo>
                    <a:pt x="17183" y="139"/>
                  </a:moveTo>
                  <a:lnTo>
                    <a:pt x="17094" y="0"/>
                  </a:lnTo>
                  <a:lnTo>
                    <a:pt x="16954" y="88"/>
                  </a:lnTo>
                  <a:lnTo>
                    <a:pt x="17043" y="228"/>
                  </a:lnTo>
                  <a:lnTo>
                    <a:pt x="17183" y="139"/>
                  </a:lnTo>
                  <a:close/>
                </a:path>
                <a:path w="17779" h="26034">
                  <a:moveTo>
                    <a:pt x="17195" y="4572"/>
                  </a:moveTo>
                  <a:lnTo>
                    <a:pt x="17056" y="4445"/>
                  </a:lnTo>
                  <a:lnTo>
                    <a:pt x="16941" y="4622"/>
                  </a:lnTo>
                  <a:lnTo>
                    <a:pt x="17094" y="4737"/>
                  </a:lnTo>
                  <a:lnTo>
                    <a:pt x="17195" y="4572"/>
                  </a:lnTo>
                  <a:close/>
                </a:path>
                <a:path w="17779" h="26034">
                  <a:moveTo>
                    <a:pt x="17208" y="5499"/>
                  </a:moveTo>
                  <a:lnTo>
                    <a:pt x="17106" y="5334"/>
                  </a:lnTo>
                  <a:lnTo>
                    <a:pt x="16954" y="5473"/>
                  </a:lnTo>
                  <a:lnTo>
                    <a:pt x="17094" y="5613"/>
                  </a:lnTo>
                  <a:close/>
                </a:path>
                <a:path w="17779" h="26034">
                  <a:moveTo>
                    <a:pt x="17221" y="1460"/>
                  </a:moveTo>
                  <a:lnTo>
                    <a:pt x="17030" y="1447"/>
                  </a:lnTo>
                  <a:lnTo>
                    <a:pt x="17221" y="1460"/>
                  </a:lnTo>
                  <a:close/>
                </a:path>
                <a:path w="17779" h="26034">
                  <a:moveTo>
                    <a:pt x="17386" y="4178"/>
                  </a:moveTo>
                  <a:lnTo>
                    <a:pt x="17272" y="4038"/>
                  </a:lnTo>
                  <a:lnTo>
                    <a:pt x="17132" y="4152"/>
                  </a:lnTo>
                  <a:lnTo>
                    <a:pt x="17081" y="4330"/>
                  </a:lnTo>
                  <a:lnTo>
                    <a:pt x="17170" y="4457"/>
                  </a:lnTo>
                  <a:lnTo>
                    <a:pt x="17233" y="4292"/>
                  </a:lnTo>
                  <a:lnTo>
                    <a:pt x="17386" y="4178"/>
                  </a:lnTo>
                  <a:close/>
                </a:path>
                <a:path w="17779" h="26034">
                  <a:moveTo>
                    <a:pt x="17437" y="6248"/>
                  </a:moveTo>
                  <a:lnTo>
                    <a:pt x="17297" y="6184"/>
                  </a:lnTo>
                  <a:lnTo>
                    <a:pt x="17195" y="6337"/>
                  </a:lnTo>
                  <a:lnTo>
                    <a:pt x="16992" y="6438"/>
                  </a:lnTo>
                  <a:lnTo>
                    <a:pt x="17157" y="6565"/>
                  </a:lnTo>
                  <a:lnTo>
                    <a:pt x="17284" y="6400"/>
                  </a:lnTo>
                  <a:lnTo>
                    <a:pt x="17437" y="6248"/>
                  </a:lnTo>
                  <a:close/>
                </a:path>
                <a:path w="17779" h="26034">
                  <a:moveTo>
                    <a:pt x="17526" y="2311"/>
                  </a:moveTo>
                  <a:lnTo>
                    <a:pt x="17373" y="2184"/>
                  </a:lnTo>
                  <a:lnTo>
                    <a:pt x="17233" y="2336"/>
                  </a:lnTo>
                  <a:lnTo>
                    <a:pt x="17386" y="2489"/>
                  </a:lnTo>
                  <a:lnTo>
                    <a:pt x="17526" y="2311"/>
                  </a:lnTo>
                  <a:close/>
                </a:path>
                <a:path w="17779" h="26034">
                  <a:moveTo>
                    <a:pt x="17551" y="4102"/>
                  </a:moveTo>
                  <a:lnTo>
                    <a:pt x="17462" y="3962"/>
                  </a:lnTo>
                  <a:lnTo>
                    <a:pt x="17322" y="4076"/>
                  </a:lnTo>
                  <a:lnTo>
                    <a:pt x="17437" y="4203"/>
                  </a:lnTo>
                  <a:close/>
                </a:path>
                <a:path w="17779" h="26034">
                  <a:moveTo>
                    <a:pt x="17576" y="4419"/>
                  </a:moveTo>
                  <a:lnTo>
                    <a:pt x="17386" y="4318"/>
                  </a:lnTo>
                  <a:lnTo>
                    <a:pt x="17272" y="4521"/>
                  </a:lnTo>
                  <a:lnTo>
                    <a:pt x="17449" y="4635"/>
                  </a:lnTo>
                  <a:lnTo>
                    <a:pt x="17576" y="44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9" name="object 89"/>
            <p:cNvSpPr/>
            <p:nvPr/>
          </p:nvSpPr>
          <p:spPr>
            <a:xfrm>
              <a:off x="4120019" y="1208392"/>
              <a:ext cx="1905" cy="7620"/>
            </a:xfrm>
            <a:custGeom>
              <a:avLst/>
              <a:gdLst/>
              <a:ahLst/>
              <a:cxnLst/>
              <a:rect l="l" t="t" r="r" b="b"/>
              <a:pathLst>
                <a:path w="1904" h="7619">
                  <a:moveTo>
                    <a:pt x="190" y="6743"/>
                  </a:moveTo>
                  <a:lnTo>
                    <a:pt x="63" y="6667"/>
                  </a:lnTo>
                  <a:lnTo>
                    <a:pt x="0" y="6794"/>
                  </a:lnTo>
                  <a:lnTo>
                    <a:pt x="139" y="6870"/>
                  </a:lnTo>
                  <a:lnTo>
                    <a:pt x="190" y="6743"/>
                  </a:lnTo>
                  <a:close/>
                </a:path>
                <a:path w="1904" h="7619">
                  <a:moveTo>
                    <a:pt x="279" y="2730"/>
                  </a:moveTo>
                  <a:lnTo>
                    <a:pt x="190" y="2590"/>
                  </a:lnTo>
                  <a:lnTo>
                    <a:pt x="50" y="2679"/>
                  </a:lnTo>
                  <a:lnTo>
                    <a:pt x="139" y="2819"/>
                  </a:lnTo>
                  <a:lnTo>
                    <a:pt x="279" y="2730"/>
                  </a:lnTo>
                  <a:close/>
                </a:path>
                <a:path w="1904" h="7619">
                  <a:moveTo>
                    <a:pt x="304" y="4381"/>
                  </a:moveTo>
                  <a:lnTo>
                    <a:pt x="279" y="4127"/>
                  </a:lnTo>
                  <a:lnTo>
                    <a:pt x="114" y="4064"/>
                  </a:lnTo>
                  <a:lnTo>
                    <a:pt x="38" y="4229"/>
                  </a:lnTo>
                  <a:lnTo>
                    <a:pt x="38" y="4495"/>
                  </a:lnTo>
                  <a:lnTo>
                    <a:pt x="228" y="4572"/>
                  </a:lnTo>
                  <a:lnTo>
                    <a:pt x="304" y="4381"/>
                  </a:lnTo>
                  <a:close/>
                </a:path>
                <a:path w="1904" h="7619">
                  <a:moveTo>
                    <a:pt x="406" y="266"/>
                  </a:moveTo>
                  <a:lnTo>
                    <a:pt x="266" y="203"/>
                  </a:lnTo>
                  <a:lnTo>
                    <a:pt x="203" y="342"/>
                  </a:lnTo>
                  <a:lnTo>
                    <a:pt x="342" y="406"/>
                  </a:lnTo>
                  <a:lnTo>
                    <a:pt x="406" y="266"/>
                  </a:lnTo>
                  <a:close/>
                </a:path>
                <a:path w="1904" h="7619">
                  <a:moveTo>
                    <a:pt x="419" y="2197"/>
                  </a:moveTo>
                  <a:lnTo>
                    <a:pt x="317" y="2019"/>
                  </a:lnTo>
                  <a:lnTo>
                    <a:pt x="152" y="2133"/>
                  </a:lnTo>
                  <a:lnTo>
                    <a:pt x="266" y="2311"/>
                  </a:lnTo>
                  <a:lnTo>
                    <a:pt x="419" y="2197"/>
                  </a:lnTo>
                  <a:close/>
                </a:path>
                <a:path w="1904" h="7619">
                  <a:moveTo>
                    <a:pt x="444" y="2870"/>
                  </a:moveTo>
                  <a:lnTo>
                    <a:pt x="317" y="2743"/>
                  </a:lnTo>
                  <a:lnTo>
                    <a:pt x="203" y="2870"/>
                  </a:lnTo>
                  <a:lnTo>
                    <a:pt x="330" y="2997"/>
                  </a:lnTo>
                  <a:lnTo>
                    <a:pt x="444" y="2870"/>
                  </a:lnTo>
                  <a:close/>
                </a:path>
                <a:path w="1904" h="7619">
                  <a:moveTo>
                    <a:pt x="622" y="3517"/>
                  </a:moveTo>
                  <a:lnTo>
                    <a:pt x="520" y="3390"/>
                  </a:lnTo>
                  <a:lnTo>
                    <a:pt x="393" y="3492"/>
                  </a:lnTo>
                  <a:lnTo>
                    <a:pt x="495" y="3619"/>
                  </a:lnTo>
                  <a:lnTo>
                    <a:pt x="622" y="3517"/>
                  </a:lnTo>
                  <a:close/>
                </a:path>
                <a:path w="1904" h="7619">
                  <a:moveTo>
                    <a:pt x="635" y="2095"/>
                  </a:moveTo>
                  <a:lnTo>
                    <a:pt x="520" y="1930"/>
                  </a:lnTo>
                  <a:lnTo>
                    <a:pt x="342" y="2044"/>
                  </a:lnTo>
                  <a:lnTo>
                    <a:pt x="482" y="2222"/>
                  </a:lnTo>
                  <a:lnTo>
                    <a:pt x="635" y="2095"/>
                  </a:lnTo>
                  <a:close/>
                </a:path>
                <a:path w="1904" h="7619">
                  <a:moveTo>
                    <a:pt x="660" y="1397"/>
                  </a:moveTo>
                  <a:lnTo>
                    <a:pt x="520" y="1244"/>
                  </a:lnTo>
                  <a:lnTo>
                    <a:pt x="368" y="1384"/>
                  </a:lnTo>
                  <a:lnTo>
                    <a:pt x="508" y="1536"/>
                  </a:lnTo>
                  <a:lnTo>
                    <a:pt x="660" y="1397"/>
                  </a:lnTo>
                  <a:close/>
                </a:path>
                <a:path w="1904" h="7619">
                  <a:moveTo>
                    <a:pt x="749" y="6959"/>
                  </a:moveTo>
                  <a:lnTo>
                    <a:pt x="571" y="6883"/>
                  </a:lnTo>
                  <a:lnTo>
                    <a:pt x="495" y="7073"/>
                  </a:lnTo>
                  <a:lnTo>
                    <a:pt x="673" y="7137"/>
                  </a:lnTo>
                  <a:lnTo>
                    <a:pt x="749" y="6959"/>
                  </a:lnTo>
                  <a:close/>
                </a:path>
                <a:path w="1904" h="7619">
                  <a:moveTo>
                    <a:pt x="825" y="5130"/>
                  </a:moveTo>
                  <a:lnTo>
                    <a:pt x="660" y="4953"/>
                  </a:lnTo>
                  <a:lnTo>
                    <a:pt x="508" y="5118"/>
                  </a:lnTo>
                  <a:lnTo>
                    <a:pt x="647" y="5270"/>
                  </a:lnTo>
                  <a:lnTo>
                    <a:pt x="825" y="5130"/>
                  </a:lnTo>
                  <a:close/>
                </a:path>
                <a:path w="1904" h="7619">
                  <a:moveTo>
                    <a:pt x="850" y="1511"/>
                  </a:moveTo>
                  <a:lnTo>
                    <a:pt x="723" y="1397"/>
                  </a:lnTo>
                  <a:lnTo>
                    <a:pt x="736" y="1638"/>
                  </a:lnTo>
                  <a:lnTo>
                    <a:pt x="850" y="1511"/>
                  </a:lnTo>
                  <a:close/>
                </a:path>
                <a:path w="1904" h="7619">
                  <a:moveTo>
                    <a:pt x="889" y="1079"/>
                  </a:moveTo>
                  <a:lnTo>
                    <a:pt x="762" y="990"/>
                  </a:lnTo>
                  <a:lnTo>
                    <a:pt x="660" y="1130"/>
                  </a:lnTo>
                  <a:lnTo>
                    <a:pt x="812" y="1231"/>
                  </a:lnTo>
                  <a:lnTo>
                    <a:pt x="889" y="1079"/>
                  </a:lnTo>
                  <a:close/>
                </a:path>
                <a:path w="1904" h="7619">
                  <a:moveTo>
                    <a:pt x="952" y="660"/>
                  </a:moveTo>
                  <a:lnTo>
                    <a:pt x="838" y="520"/>
                  </a:lnTo>
                  <a:lnTo>
                    <a:pt x="685" y="660"/>
                  </a:lnTo>
                  <a:lnTo>
                    <a:pt x="838" y="787"/>
                  </a:lnTo>
                  <a:lnTo>
                    <a:pt x="952" y="660"/>
                  </a:lnTo>
                  <a:close/>
                </a:path>
                <a:path w="1904" h="7619">
                  <a:moveTo>
                    <a:pt x="977" y="2540"/>
                  </a:moveTo>
                  <a:lnTo>
                    <a:pt x="876" y="2387"/>
                  </a:lnTo>
                  <a:lnTo>
                    <a:pt x="723" y="2489"/>
                  </a:lnTo>
                  <a:lnTo>
                    <a:pt x="850" y="2641"/>
                  </a:lnTo>
                  <a:lnTo>
                    <a:pt x="977" y="2540"/>
                  </a:lnTo>
                  <a:close/>
                </a:path>
                <a:path w="1904" h="7619">
                  <a:moveTo>
                    <a:pt x="1054" y="3784"/>
                  </a:moveTo>
                  <a:lnTo>
                    <a:pt x="838" y="3771"/>
                  </a:lnTo>
                  <a:lnTo>
                    <a:pt x="1054" y="3784"/>
                  </a:lnTo>
                  <a:close/>
                </a:path>
                <a:path w="1904" h="7619">
                  <a:moveTo>
                    <a:pt x="1066" y="1905"/>
                  </a:moveTo>
                  <a:lnTo>
                    <a:pt x="965" y="1739"/>
                  </a:lnTo>
                  <a:lnTo>
                    <a:pt x="812" y="1841"/>
                  </a:lnTo>
                  <a:lnTo>
                    <a:pt x="914" y="2006"/>
                  </a:lnTo>
                  <a:lnTo>
                    <a:pt x="1066" y="1905"/>
                  </a:lnTo>
                  <a:close/>
                </a:path>
                <a:path w="1904" h="7619">
                  <a:moveTo>
                    <a:pt x="1079" y="4000"/>
                  </a:moveTo>
                  <a:lnTo>
                    <a:pt x="977" y="3873"/>
                  </a:lnTo>
                  <a:lnTo>
                    <a:pt x="838" y="3975"/>
                  </a:lnTo>
                  <a:lnTo>
                    <a:pt x="952" y="4114"/>
                  </a:lnTo>
                  <a:lnTo>
                    <a:pt x="1079" y="4000"/>
                  </a:lnTo>
                  <a:close/>
                </a:path>
                <a:path w="1904" h="7619">
                  <a:moveTo>
                    <a:pt x="1155" y="5969"/>
                  </a:moveTo>
                  <a:lnTo>
                    <a:pt x="1028" y="5880"/>
                  </a:lnTo>
                  <a:lnTo>
                    <a:pt x="927" y="6007"/>
                  </a:lnTo>
                  <a:lnTo>
                    <a:pt x="1054" y="6108"/>
                  </a:lnTo>
                  <a:lnTo>
                    <a:pt x="1155" y="5969"/>
                  </a:lnTo>
                  <a:close/>
                </a:path>
                <a:path w="1904" h="7619">
                  <a:moveTo>
                    <a:pt x="1181" y="4889"/>
                  </a:moveTo>
                  <a:lnTo>
                    <a:pt x="990" y="4813"/>
                  </a:lnTo>
                  <a:lnTo>
                    <a:pt x="850" y="4711"/>
                  </a:lnTo>
                  <a:lnTo>
                    <a:pt x="685" y="4864"/>
                  </a:lnTo>
                  <a:lnTo>
                    <a:pt x="838" y="5029"/>
                  </a:lnTo>
                  <a:lnTo>
                    <a:pt x="1104" y="5080"/>
                  </a:lnTo>
                  <a:lnTo>
                    <a:pt x="1181" y="4889"/>
                  </a:lnTo>
                  <a:close/>
                </a:path>
                <a:path w="1904" h="7619">
                  <a:moveTo>
                    <a:pt x="1193" y="457"/>
                  </a:moveTo>
                  <a:lnTo>
                    <a:pt x="1028" y="368"/>
                  </a:lnTo>
                  <a:lnTo>
                    <a:pt x="952" y="533"/>
                  </a:lnTo>
                  <a:lnTo>
                    <a:pt x="1104" y="635"/>
                  </a:lnTo>
                  <a:lnTo>
                    <a:pt x="1193" y="457"/>
                  </a:lnTo>
                  <a:close/>
                </a:path>
                <a:path w="1904" h="7619">
                  <a:moveTo>
                    <a:pt x="1320" y="2654"/>
                  </a:moveTo>
                  <a:lnTo>
                    <a:pt x="1193" y="2501"/>
                  </a:lnTo>
                  <a:lnTo>
                    <a:pt x="1028" y="2616"/>
                  </a:lnTo>
                  <a:lnTo>
                    <a:pt x="1143" y="2781"/>
                  </a:lnTo>
                  <a:lnTo>
                    <a:pt x="1320" y="2654"/>
                  </a:lnTo>
                  <a:close/>
                </a:path>
                <a:path w="1904" h="7619">
                  <a:moveTo>
                    <a:pt x="1358" y="901"/>
                  </a:moveTo>
                  <a:lnTo>
                    <a:pt x="1231" y="762"/>
                  </a:lnTo>
                  <a:lnTo>
                    <a:pt x="1104" y="889"/>
                  </a:lnTo>
                  <a:lnTo>
                    <a:pt x="1231" y="1028"/>
                  </a:lnTo>
                  <a:lnTo>
                    <a:pt x="1358" y="901"/>
                  </a:lnTo>
                  <a:close/>
                </a:path>
                <a:path w="1904" h="7619">
                  <a:moveTo>
                    <a:pt x="1384" y="4521"/>
                  </a:moveTo>
                  <a:lnTo>
                    <a:pt x="1206" y="4419"/>
                  </a:lnTo>
                  <a:lnTo>
                    <a:pt x="1104" y="4572"/>
                  </a:lnTo>
                  <a:lnTo>
                    <a:pt x="1193" y="4800"/>
                  </a:lnTo>
                  <a:lnTo>
                    <a:pt x="1333" y="4711"/>
                  </a:lnTo>
                  <a:lnTo>
                    <a:pt x="1384" y="4521"/>
                  </a:lnTo>
                  <a:close/>
                </a:path>
                <a:path w="1904" h="7619">
                  <a:moveTo>
                    <a:pt x="1409" y="165"/>
                  </a:moveTo>
                  <a:lnTo>
                    <a:pt x="1270" y="0"/>
                  </a:lnTo>
                  <a:lnTo>
                    <a:pt x="1092" y="139"/>
                  </a:lnTo>
                  <a:lnTo>
                    <a:pt x="1244" y="304"/>
                  </a:lnTo>
                  <a:lnTo>
                    <a:pt x="1409" y="165"/>
                  </a:lnTo>
                  <a:close/>
                </a:path>
                <a:path w="1904" h="7619">
                  <a:moveTo>
                    <a:pt x="1447" y="3898"/>
                  </a:moveTo>
                  <a:lnTo>
                    <a:pt x="1346" y="3746"/>
                  </a:lnTo>
                  <a:lnTo>
                    <a:pt x="1206" y="3873"/>
                  </a:lnTo>
                  <a:lnTo>
                    <a:pt x="1346" y="4013"/>
                  </a:lnTo>
                  <a:close/>
                </a:path>
                <a:path w="1904" h="7619">
                  <a:moveTo>
                    <a:pt x="1460" y="1689"/>
                  </a:moveTo>
                  <a:lnTo>
                    <a:pt x="1308" y="1562"/>
                  </a:lnTo>
                  <a:lnTo>
                    <a:pt x="1168" y="1727"/>
                  </a:lnTo>
                  <a:lnTo>
                    <a:pt x="1333" y="1841"/>
                  </a:lnTo>
                  <a:lnTo>
                    <a:pt x="1460" y="1689"/>
                  </a:lnTo>
                  <a:close/>
                </a:path>
                <a:path w="1904" h="7619">
                  <a:moveTo>
                    <a:pt x="1485" y="7150"/>
                  </a:moveTo>
                  <a:lnTo>
                    <a:pt x="1397" y="7010"/>
                  </a:lnTo>
                  <a:lnTo>
                    <a:pt x="1257" y="7099"/>
                  </a:lnTo>
                  <a:lnTo>
                    <a:pt x="1346" y="7239"/>
                  </a:lnTo>
                  <a:lnTo>
                    <a:pt x="1485" y="7150"/>
                  </a:lnTo>
                  <a:close/>
                </a:path>
                <a:path w="1904" h="7619">
                  <a:moveTo>
                    <a:pt x="1536" y="5765"/>
                  </a:moveTo>
                  <a:lnTo>
                    <a:pt x="1320" y="5740"/>
                  </a:lnTo>
                  <a:lnTo>
                    <a:pt x="1397" y="5880"/>
                  </a:lnTo>
                  <a:lnTo>
                    <a:pt x="1536" y="5765"/>
                  </a:lnTo>
                  <a:close/>
                </a:path>
                <a:path w="1904" h="7619">
                  <a:moveTo>
                    <a:pt x="1562" y="6515"/>
                  </a:moveTo>
                  <a:lnTo>
                    <a:pt x="1422" y="6413"/>
                  </a:lnTo>
                  <a:lnTo>
                    <a:pt x="1295" y="6286"/>
                  </a:lnTo>
                  <a:lnTo>
                    <a:pt x="1168" y="6413"/>
                  </a:lnTo>
                  <a:lnTo>
                    <a:pt x="1295" y="6540"/>
                  </a:lnTo>
                  <a:lnTo>
                    <a:pt x="1447" y="6692"/>
                  </a:lnTo>
                  <a:lnTo>
                    <a:pt x="1562" y="6515"/>
                  </a:lnTo>
                  <a:close/>
                </a:path>
                <a:path w="1904" h="7619">
                  <a:moveTo>
                    <a:pt x="1574" y="2336"/>
                  </a:moveTo>
                  <a:lnTo>
                    <a:pt x="1435" y="2171"/>
                  </a:lnTo>
                  <a:lnTo>
                    <a:pt x="1282" y="2311"/>
                  </a:lnTo>
                  <a:lnTo>
                    <a:pt x="1422" y="2463"/>
                  </a:lnTo>
                  <a:lnTo>
                    <a:pt x="1574" y="2336"/>
                  </a:lnTo>
                  <a:close/>
                </a:path>
                <a:path w="1904" h="7619">
                  <a:moveTo>
                    <a:pt x="1600" y="3048"/>
                  </a:moveTo>
                  <a:lnTo>
                    <a:pt x="1447" y="2882"/>
                  </a:lnTo>
                  <a:lnTo>
                    <a:pt x="1308" y="3035"/>
                  </a:lnTo>
                  <a:lnTo>
                    <a:pt x="1447" y="3187"/>
                  </a:lnTo>
                  <a:lnTo>
                    <a:pt x="1600" y="3048"/>
                  </a:lnTo>
                  <a:close/>
                </a:path>
                <a:path w="1904" h="7619">
                  <a:moveTo>
                    <a:pt x="1612" y="6121"/>
                  </a:moveTo>
                  <a:lnTo>
                    <a:pt x="1485" y="6019"/>
                  </a:lnTo>
                  <a:lnTo>
                    <a:pt x="1358" y="6184"/>
                  </a:lnTo>
                  <a:lnTo>
                    <a:pt x="1511" y="6299"/>
                  </a:lnTo>
                  <a:lnTo>
                    <a:pt x="1612" y="6121"/>
                  </a:lnTo>
                  <a:close/>
                </a:path>
                <a:path w="1904" h="7619">
                  <a:moveTo>
                    <a:pt x="1765" y="3657"/>
                  </a:moveTo>
                  <a:lnTo>
                    <a:pt x="1676" y="3479"/>
                  </a:lnTo>
                  <a:lnTo>
                    <a:pt x="1498" y="3606"/>
                  </a:lnTo>
                  <a:lnTo>
                    <a:pt x="1612" y="3771"/>
                  </a:lnTo>
                  <a:lnTo>
                    <a:pt x="1765" y="3657"/>
                  </a:lnTo>
                  <a:close/>
                </a:path>
                <a:path w="1904" h="7619">
                  <a:moveTo>
                    <a:pt x="1778" y="5524"/>
                  </a:moveTo>
                  <a:lnTo>
                    <a:pt x="1663" y="5359"/>
                  </a:lnTo>
                  <a:lnTo>
                    <a:pt x="1485" y="5219"/>
                  </a:lnTo>
                  <a:lnTo>
                    <a:pt x="1409" y="5384"/>
                  </a:lnTo>
                  <a:lnTo>
                    <a:pt x="1549" y="5448"/>
                  </a:lnTo>
                  <a:lnTo>
                    <a:pt x="1625" y="5664"/>
                  </a:lnTo>
                  <a:lnTo>
                    <a:pt x="1778" y="5524"/>
                  </a:lnTo>
                  <a:close/>
                </a:path>
                <a:path w="1904" h="7619">
                  <a:moveTo>
                    <a:pt x="1790" y="3263"/>
                  </a:moveTo>
                  <a:lnTo>
                    <a:pt x="1663" y="3136"/>
                  </a:lnTo>
                  <a:lnTo>
                    <a:pt x="1511" y="3276"/>
                  </a:lnTo>
                  <a:lnTo>
                    <a:pt x="1663" y="3416"/>
                  </a:lnTo>
                  <a:lnTo>
                    <a:pt x="1790" y="32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0" name="object 90"/>
            <p:cNvSpPr/>
            <p:nvPr/>
          </p:nvSpPr>
          <p:spPr>
            <a:xfrm>
              <a:off x="3963144" y="1103623"/>
              <a:ext cx="184150" cy="211454"/>
            </a:xfrm>
            <a:custGeom>
              <a:avLst/>
              <a:gdLst/>
              <a:ahLst/>
              <a:cxnLst/>
              <a:rect l="l" t="t" r="r" b="b"/>
              <a:pathLst>
                <a:path w="184150" h="211455">
                  <a:moveTo>
                    <a:pt x="136969" y="0"/>
                  </a:moveTo>
                  <a:lnTo>
                    <a:pt x="596" y="0"/>
                  </a:lnTo>
                  <a:lnTo>
                    <a:pt x="470" y="44589"/>
                  </a:lnTo>
                  <a:lnTo>
                    <a:pt x="353" y="86004"/>
                  </a:lnTo>
                  <a:lnTo>
                    <a:pt x="233" y="128574"/>
                  </a:lnTo>
                  <a:lnTo>
                    <a:pt x="120" y="168452"/>
                  </a:lnTo>
                  <a:lnTo>
                    <a:pt x="0" y="210934"/>
                  </a:lnTo>
                  <a:lnTo>
                    <a:pt x="1830" y="208580"/>
                  </a:lnTo>
                  <a:lnTo>
                    <a:pt x="990" y="207911"/>
                  </a:lnTo>
                  <a:lnTo>
                    <a:pt x="203" y="207238"/>
                  </a:lnTo>
                  <a:lnTo>
                    <a:pt x="2089" y="205324"/>
                  </a:lnTo>
                  <a:lnTo>
                    <a:pt x="2210" y="161924"/>
                  </a:lnTo>
                  <a:lnTo>
                    <a:pt x="2303" y="128574"/>
                  </a:lnTo>
                  <a:lnTo>
                    <a:pt x="2428" y="83554"/>
                  </a:lnTo>
                  <a:lnTo>
                    <a:pt x="2554" y="38008"/>
                  </a:lnTo>
                  <a:lnTo>
                    <a:pt x="2654" y="2070"/>
                  </a:lnTo>
                  <a:lnTo>
                    <a:pt x="135268" y="2070"/>
                  </a:lnTo>
                  <a:lnTo>
                    <a:pt x="135102" y="1244"/>
                  </a:lnTo>
                  <a:lnTo>
                    <a:pt x="136118" y="1041"/>
                  </a:lnTo>
                  <a:lnTo>
                    <a:pt x="137178" y="1041"/>
                  </a:lnTo>
                  <a:lnTo>
                    <a:pt x="136969" y="0"/>
                  </a:lnTo>
                  <a:close/>
                </a:path>
                <a:path w="184150" h="211455">
                  <a:moveTo>
                    <a:pt x="2089" y="205324"/>
                  </a:moveTo>
                  <a:lnTo>
                    <a:pt x="203" y="207238"/>
                  </a:lnTo>
                  <a:lnTo>
                    <a:pt x="1934" y="208580"/>
                  </a:lnTo>
                  <a:lnTo>
                    <a:pt x="1781" y="208580"/>
                  </a:lnTo>
                  <a:lnTo>
                    <a:pt x="2460" y="207911"/>
                  </a:lnTo>
                  <a:lnTo>
                    <a:pt x="2082" y="207911"/>
                  </a:lnTo>
                  <a:lnTo>
                    <a:pt x="2089" y="205324"/>
                  </a:lnTo>
                  <a:close/>
                </a:path>
                <a:path w="184150" h="211455">
                  <a:moveTo>
                    <a:pt x="126415" y="128574"/>
                  </a:moveTo>
                  <a:lnTo>
                    <a:pt x="98641" y="155689"/>
                  </a:lnTo>
                  <a:lnTo>
                    <a:pt x="66535" y="173151"/>
                  </a:lnTo>
                  <a:lnTo>
                    <a:pt x="66865" y="174129"/>
                  </a:lnTo>
                  <a:lnTo>
                    <a:pt x="63981" y="174129"/>
                  </a:lnTo>
                  <a:lnTo>
                    <a:pt x="33764" y="185698"/>
                  </a:lnTo>
                  <a:lnTo>
                    <a:pt x="13490" y="196562"/>
                  </a:lnTo>
                  <a:lnTo>
                    <a:pt x="3155" y="204243"/>
                  </a:lnTo>
                  <a:lnTo>
                    <a:pt x="2089" y="205324"/>
                  </a:lnTo>
                  <a:lnTo>
                    <a:pt x="2082" y="207911"/>
                  </a:lnTo>
                  <a:lnTo>
                    <a:pt x="2460" y="207911"/>
                  </a:lnTo>
                  <a:lnTo>
                    <a:pt x="5087" y="205324"/>
                  </a:lnTo>
                  <a:lnTo>
                    <a:pt x="15514" y="197756"/>
                  </a:lnTo>
                  <a:lnTo>
                    <a:pt x="35411" y="187252"/>
                  </a:lnTo>
                  <a:lnTo>
                    <a:pt x="67144" y="175171"/>
                  </a:lnTo>
                  <a:lnTo>
                    <a:pt x="69027" y="174404"/>
                  </a:lnTo>
                  <a:lnTo>
                    <a:pt x="69646" y="174129"/>
                  </a:lnTo>
                  <a:lnTo>
                    <a:pt x="66865" y="174129"/>
                  </a:lnTo>
                  <a:lnTo>
                    <a:pt x="66630" y="173151"/>
                  </a:lnTo>
                  <a:lnTo>
                    <a:pt x="71849" y="173151"/>
                  </a:lnTo>
                  <a:lnTo>
                    <a:pt x="73909" y="172237"/>
                  </a:lnTo>
                  <a:lnTo>
                    <a:pt x="109818" y="149775"/>
                  </a:lnTo>
                  <a:lnTo>
                    <a:pt x="127042" y="131221"/>
                  </a:lnTo>
                  <a:lnTo>
                    <a:pt x="126301" y="130848"/>
                  </a:lnTo>
                  <a:lnTo>
                    <a:pt x="126758" y="129933"/>
                  </a:lnTo>
                  <a:lnTo>
                    <a:pt x="129122" y="129933"/>
                  </a:lnTo>
                  <a:lnTo>
                    <a:pt x="126415" y="128574"/>
                  </a:lnTo>
                  <a:close/>
                </a:path>
                <a:path w="184150" h="211455">
                  <a:moveTo>
                    <a:pt x="129122" y="129933"/>
                  </a:moveTo>
                  <a:lnTo>
                    <a:pt x="126758" y="129933"/>
                  </a:lnTo>
                  <a:lnTo>
                    <a:pt x="127609" y="130517"/>
                  </a:lnTo>
                  <a:lnTo>
                    <a:pt x="127042" y="131221"/>
                  </a:lnTo>
                  <a:lnTo>
                    <a:pt x="142405" y="138963"/>
                  </a:lnTo>
                  <a:lnTo>
                    <a:pt x="144616" y="136347"/>
                  </a:lnTo>
                  <a:lnTo>
                    <a:pt x="141897" y="136347"/>
                  </a:lnTo>
                  <a:lnTo>
                    <a:pt x="129122" y="129933"/>
                  </a:lnTo>
                  <a:close/>
                </a:path>
                <a:path w="184150" h="211455">
                  <a:moveTo>
                    <a:pt x="182041" y="88861"/>
                  </a:moveTo>
                  <a:lnTo>
                    <a:pt x="141897" y="136347"/>
                  </a:lnTo>
                  <a:lnTo>
                    <a:pt x="144616" y="136347"/>
                  </a:lnTo>
                  <a:lnTo>
                    <a:pt x="183734" y="90068"/>
                  </a:lnTo>
                  <a:lnTo>
                    <a:pt x="181952" y="90068"/>
                  </a:lnTo>
                  <a:lnTo>
                    <a:pt x="181688" y="89636"/>
                  </a:lnTo>
                  <a:lnTo>
                    <a:pt x="182965" y="89636"/>
                  </a:lnTo>
                  <a:lnTo>
                    <a:pt x="182041" y="88861"/>
                  </a:lnTo>
                  <a:close/>
                </a:path>
                <a:path w="184150" h="211455">
                  <a:moveTo>
                    <a:pt x="126758" y="129933"/>
                  </a:moveTo>
                  <a:lnTo>
                    <a:pt x="126301" y="130848"/>
                  </a:lnTo>
                  <a:lnTo>
                    <a:pt x="127042" y="131221"/>
                  </a:lnTo>
                  <a:lnTo>
                    <a:pt x="127609" y="130517"/>
                  </a:lnTo>
                  <a:lnTo>
                    <a:pt x="126758" y="129933"/>
                  </a:lnTo>
                  <a:close/>
                </a:path>
                <a:path w="184150" h="211455">
                  <a:moveTo>
                    <a:pt x="136118" y="1041"/>
                  </a:moveTo>
                  <a:lnTo>
                    <a:pt x="135102" y="1244"/>
                  </a:lnTo>
                  <a:lnTo>
                    <a:pt x="136118" y="6286"/>
                  </a:lnTo>
                  <a:lnTo>
                    <a:pt x="139534" y="14223"/>
                  </a:lnTo>
                  <a:lnTo>
                    <a:pt x="168178" y="67157"/>
                  </a:lnTo>
                  <a:lnTo>
                    <a:pt x="181952" y="90068"/>
                  </a:lnTo>
                  <a:lnTo>
                    <a:pt x="182645" y="89636"/>
                  </a:lnTo>
                  <a:lnTo>
                    <a:pt x="181386" y="89636"/>
                  </a:lnTo>
                  <a:lnTo>
                    <a:pt x="182041" y="88861"/>
                  </a:lnTo>
                  <a:lnTo>
                    <a:pt x="183619" y="88861"/>
                  </a:lnTo>
                  <a:lnTo>
                    <a:pt x="181851" y="86004"/>
                  </a:lnTo>
                  <a:lnTo>
                    <a:pt x="177700" y="79149"/>
                  </a:lnTo>
                  <a:lnTo>
                    <a:pt x="157619" y="44589"/>
                  </a:lnTo>
                  <a:lnTo>
                    <a:pt x="137947" y="4876"/>
                  </a:lnTo>
                  <a:lnTo>
                    <a:pt x="137384" y="2070"/>
                  </a:lnTo>
                  <a:lnTo>
                    <a:pt x="136118" y="2070"/>
                  </a:lnTo>
                  <a:lnTo>
                    <a:pt x="136118" y="1041"/>
                  </a:lnTo>
                  <a:close/>
                </a:path>
                <a:path w="184150" h="211455">
                  <a:moveTo>
                    <a:pt x="183619" y="88861"/>
                  </a:moveTo>
                  <a:lnTo>
                    <a:pt x="182041" y="88861"/>
                  </a:lnTo>
                  <a:lnTo>
                    <a:pt x="182965" y="89636"/>
                  </a:lnTo>
                  <a:lnTo>
                    <a:pt x="182645" y="89636"/>
                  </a:lnTo>
                  <a:lnTo>
                    <a:pt x="181952" y="90068"/>
                  </a:lnTo>
                  <a:lnTo>
                    <a:pt x="183734" y="90068"/>
                  </a:lnTo>
                  <a:lnTo>
                    <a:pt x="184099" y="89636"/>
                  </a:lnTo>
                  <a:lnTo>
                    <a:pt x="183619" y="88861"/>
                  </a:lnTo>
                  <a:close/>
                </a:path>
                <a:path w="184150" h="211455">
                  <a:moveTo>
                    <a:pt x="137178" y="1041"/>
                  </a:moveTo>
                  <a:lnTo>
                    <a:pt x="136118" y="1041"/>
                  </a:lnTo>
                  <a:lnTo>
                    <a:pt x="136118" y="2070"/>
                  </a:lnTo>
                  <a:lnTo>
                    <a:pt x="137384" y="2070"/>
                  </a:lnTo>
                  <a:lnTo>
                    <a:pt x="137219" y="1244"/>
                  </a:lnTo>
                  <a:lnTo>
                    <a:pt x="137178" y="1041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1" name="object 91"/>
            <p:cNvSpPr/>
            <p:nvPr/>
          </p:nvSpPr>
          <p:spPr>
            <a:xfrm>
              <a:off x="3774445" y="1104144"/>
              <a:ext cx="181610" cy="207645"/>
            </a:xfrm>
            <a:custGeom>
              <a:avLst/>
              <a:gdLst/>
              <a:ahLst/>
              <a:cxnLst/>
              <a:rect l="l" t="t" r="r" b="b"/>
              <a:pathLst>
                <a:path w="181610" h="207644">
                  <a:moveTo>
                    <a:pt x="181203" y="0"/>
                  </a:moveTo>
                  <a:lnTo>
                    <a:pt x="46710" y="0"/>
                  </a:lnTo>
                  <a:lnTo>
                    <a:pt x="43816" y="12189"/>
                  </a:lnTo>
                  <a:lnTo>
                    <a:pt x="37985" y="25409"/>
                  </a:lnTo>
                  <a:lnTo>
                    <a:pt x="24840" y="47902"/>
                  </a:lnTo>
                  <a:lnTo>
                    <a:pt x="0" y="87909"/>
                  </a:lnTo>
                  <a:lnTo>
                    <a:pt x="40665" y="135737"/>
                  </a:lnTo>
                  <a:lnTo>
                    <a:pt x="56032" y="128041"/>
                  </a:lnTo>
                  <a:lnTo>
                    <a:pt x="67948" y="144808"/>
                  </a:lnTo>
                  <a:lnTo>
                    <a:pt x="78160" y="154976"/>
                  </a:lnTo>
                  <a:lnTo>
                    <a:pt x="92285" y="162665"/>
                  </a:lnTo>
                  <a:lnTo>
                    <a:pt x="115938" y="171996"/>
                  </a:lnTo>
                  <a:lnTo>
                    <a:pt x="146783" y="182136"/>
                  </a:lnTo>
                  <a:lnTo>
                    <a:pt x="163863" y="189203"/>
                  </a:lnTo>
                  <a:lnTo>
                    <a:pt x="173297" y="196515"/>
                  </a:lnTo>
                  <a:lnTo>
                    <a:pt x="181203" y="207390"/>
                  </a:lnTo>
                  <a:lnTo>
                    <a:pt x="181203" y="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2" name="object 92"/>
            <p:cNvSpPr/>
            <p:nvPr/>
          </p:nvSpPr>
          <p:spPr>
            <a:xfrm>
              <a:off x="3791135" y="1003413"/>
              <a:ext cx="29209" cy="27305"/>
            </a:xfrm>
            <a:custGeom>
              <a:avLst/>
              <a:gdLst/>
              <a:ahLst/>
              <a:cxnLst/>
              <a:rect l="l" t="t" r="r" b="b"/>
              <a:pathLst>
                <a:path w="29210" h="27305">
                  <a:moveTo>
                    <a:pt x="22352" y="0"/>
                  </a:moveTo>
                  <a:lnTo>
                    <a:pt x="17119" y="3467"/>
                  </a:lnTo>
                  <a:lnTo>
                    <a:pt x="15937" y="12132"/>
                  </a:lnTo>
                  <a:lnTo>
                    <a:pt x="13760" y="16116"/>
                  </a:lnTo>
                  <a:lnTo>
                    <a:pt x="8982" y="16404"/>
                  </a:lnTo>
                  <a:lnTo>
                    <a:pt x="0" y="13969"/>
                  </a:lnTo>
                  <a:lnTo>
                    <a:pt x="2832" y="19672"/>
                  </a:lnTo>
                  <a:lnTo>
                    <a:pt x="13004" y="26822"/>
                  </a:lnTo>
                  <a:lnTo>
                    <a:pt x="23723" y="24891"/>
                  </a:lnTo>
                  <a:lnTo>
                    <a:pt x="28676" y="17208"/>
                  </a:lnTo>
                  <a:lnTo>
                    <a:pt x="28676" y="8420"/>
                  </a:lnTo>
                  <a:lnTo>
                    <a:pt x="22352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3" name="object 93"/>
            <p:cNvSpPr/>
            <p:nvPr/>
          </p:nvSpPr>
          <p:spPr>
            <a:xfrm>
              <a:off x="3782518" y="949813"/>
              <a:ext cx="38735" cy="83820"/>
            </a:xfrm>
            <a:custGeom>
              <a:avLst/>
              <a:gdLst/>
              <a:ahLst/>
              <a:cxnLst/>
              <a:rect l="l" t="t" r="r" b="b"/>
              <a:pathLst>
                <a:path w="38735" h="83819">
                  <a:moveTo>
                    <a:pt x="7463" y="66521"/>
                  </a:moveTo>
                  <a:lnTo>
                    <a:pt x="9824" y="71207"/>
                  </a:lnTo>
                  <a:lnTo>
                    <a:pt x="11414" y="74305"/>
                  </a:lnTo>
                  <a:lnTo>
                    <a:pt x="18230" y="80911"/>
                  </a:lnTo>
                  <a:lnTo>
                    <a:pt x="26426" y="83574"/>
                  </a:lnTo>
                  <a:lnTo>
                    <a:pt x="32975" y="80429"/>
                  </a:lnTo>
                  <a:lnTo>
                    <a:pt x="21636" y="80429"/>
                  </a:lnTo>
                  <a:lnTo>
                    <a:pt x="7463" y="66521"/>
                  </a:lnTo>
                  <a:close/>
                </a:path>
                <a:path w="38735" h="83819">
                  <a:moveTo>
                    <a:pt x="17787" y="0"/>
                  </a:moveTo>
                  <a:lnTo>
                    <a:pt x="8893" y="4434"/>
                  </a:lnTo>
                  <a:lnTo>
                    <a:pt x="2808" y="10360"/>
                  </a:lnTo>
                  <a:lnTo>
                    <a:pt x="0" y="17566"/>
                  </a:lnTo>
                  <a:lnTo>
                    <a:pt x="935" y="25844"/>
                  </a:lnTo>
                  <a:lnTo>
                    <a:pt x="3271" y="32765"/>
                  </a:lnTo>
                  <a:lnTo>
                    <a:pt x="7716" y="38709"/>
                  </a:lnTo>
                  <a:lnTo>
                    <a:pt x="13127" y="43446"/>
                  </a:lnTo>
                  <a:lnTo>
                    <a:pt x="20619" y="50463"/>
                  </a:lnTo>
                  <a:lnTo>
                    <a:pt x="29429" y="60880"/>
                  </a:lnTo>
                  <a:lnTo>
                    <a:pt x="33317" y="71207"/>
                  </a:lnTo>
                  <a:lnTo>
                    <a:pt x="26042" y="77952"/>
                  </a:lnTo>
                  <a:lnTo>
                    <a:pt x="21636" y="80429"/>
                  </a:lnTo>
                  <a:lnTo>
                    <a:pt x="32975" y="80429"/>
                  </a:lnTo>
                  <a:lnTo>
                    <a:pt x="34615" y="79641"/>
                  </a:lnTo>
                  <a:lnTo>
                    <a:pt x="38428" y="73052"/>
                  </a:lnTo>
                  <a:lnTo>
                    <a:pt x="38184" y="66521"/>
                  </a:lnTo>
                  <a:lnTo>
                    <a:pt x="35158" y="60130"/>
                  </a:lnTo>
                  <a:lnTo>
                    <a:pt x="30627" y="53962"/>
                  </a:lnTo>
                  <a:lnTo>
                    <a:pt x="24464" y="47440"/>
                  </a:lnTo>
                  <a:lnTo>
                    <a:pt x="17433" y="40786"/>
                  </a:lnTo>
                  <a:lnTo>
                    <a:pt x="10948" y="33788"/>
                  </a:lnTo>
                  <a:lnTo>
                    <a:pt x="6421" y="26238"/>
                  </a:lnTo>
                  <a:lnTo>
                    <a:pt x="4198" y="20510"/>
                  </a:lnTo>
                  <a:lnTo>
                    <a:pt x="5253" y="14401"/>
                  </a:lnTo>
                  <a:lnTo>
                    <a:pt x="8859" y="9029"/>
                  </a:lnTo>
                  <a:lnTo>
                    <a:pt x="17826" y="393"/>
                  </a:lnTo>
                  <a:lnTo>
                    <a:pt x="177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4" name="object 94"/>
            <p:cNvSpPr/>
            <p:nvPr/>
          </p:nvSpPr>
          <p:spPr>
            <a:xfrm>
              <a:off x="3781663" y="949078"/>
              <a:ext cx="40640" cy="85090"/>
            </a:xfrm>
            <a:custGeom>
              <a:avLst/>
              <a:gdLst/>
              <a:ahLst/>
              <a:cxnLst/>
              <a:rect l="l" t="t" r="r" b="b"/>
              <a:pathLst>
                <a:path w="40639" h="85090">
                  <a:moveTo>
                    <a:pt x="7658" y="67703"/>
                  </a:moveTo>
                  <a:lnTo>
                    <a:pt x="22602" y="85090"/>
                  </a:lnTo>
                  <a:lnTo>
                    <a:pt x="30149" y="85090"/>
                  </a:lnTo>
                  <a:lnTo>
                    <a:pt x="33299" y="83820"/>
                  </a:lnTo>
                  <a:lnTo>
                    <a:pt x="33576" y="83527"/>
                  </a:lnTo>
                  <a:lnTo>
                    <a:pt x="23190" y="83527"/>
                  </a:lnTo>
                  <a:lnTo>
                    <a:pt x="19189" y="81267"/>
                  </a:lnTo>
                  <a:lnTo>
                    <a:pt x="12765" y="74917"/>
                  </a:lnTo>
                  <a:lnTo>
                    <a:pt x="12343" y="74345"/>
                  </a:lnTo>
                  <a:lnTo>
                    <a:pt x="10090" y="70675"/>
                  </a:lnTo>
                  <a:lnTo>
                    <a:pt x="9795" y="69788"/>
                  </a:lnTo>
                  <a:lnTo>
                    <a:pt x="7658" y="67703"/>
                  </a:lnTo>
                  <a:close/>
                </a:path>
                <a:path w="40639" h="85090">
                  <a:moveTo>
                    <a:pt x="19020" y="406"/>
                  </a:moveTo>
                  <a:lnTo>
                    <a:pt x="17970" y="406"/>
                  </a:lnTo>
                  <a:lnTo>
                    <a:pt x="18700" y="825"/>
                  </a:lnTo>
                  <a:lnTo>
                    <a:pt x="18816" y="1155"/>
                  </a:lnTo>
                  <a:lnTo>
                    <a:pt x="18923" y="1460"/>
                  </a:lnTo>
                  <a:lnTo>
                    <a:pt x="16076" y="2480"/>
                  </a:lnTo>
                  <a:lnTo>
                    <a:pt x="14376" y="4191"/>
                  </a:lnTo>
                  <a:lnTo>
                    <a:pt x="9055" y="9448"/>
                  </a:lnTo>
                  <a:lnTo>
                    <a:pt x="8877" y="9664"/>
                  </a:lnTo>
                  <a:lnTo>
                    <a:pt x="6616" y="13004"/>
                  </a:lnTo>
                  <a:lnTo>
                    <a:pt x="5346" y="16814"/>
                  </a:lnTo>
                  <a:lnTo>
                    <a:pt x="5346" y="22898"/>
                  </a:lnTo>
                  <a:lnTo>
                    <a:pt x="5590" y="24257"/>
                  </a:lnTo>
                  <a:lnTo>
                    <a:pt x="5651" y="24599"/>
                  </a:lnTo>
                  <a:lnTo>
                    <a:pt x="27470" y="50888"/>
                  </a:lnTo>
                  <a:lnTo>
                    <a:pt x="35090" y="60325"/>
                  </a:lnTo>
                  <a:lnTo>
                    <a:pt x="38874" y="65786"/>
                  </a:lnTo>
                  <a:lnTo>
                    <a:pt x="38766" y="74129"/>
                  </a:lnTo>
                  <a:lnTo>
                    <a:pt x="37952" y="76339"/>
                  </a:lnTo>
                  <a:lnTo>
                    <a:pt x="37830" y="76669"/>
                  </a:lnTo>
                  <a:lnTo>
                    <a:pt x="37769" y="76835"/>
                  </a:lnTo>
                  <a:lnTo>
                    <a:pt x="33547" y="81267"/>
                  </a:lnTo>
                  <a:lnTo>
                    <a:pt x="32237" y="82537"/>
                  </a:lnTo>
                  <a:lnTo>
                    <a:pt x="29743" y="83527"/>
                  </a:lnTo>
                  <a:lnTo>
                    <a:pt x="33576" y="83527"/>
                  </a:lnTo>
                  <a:lnTo>
                    <a:pt x="39116" y="77685"/>
                  </a:lnTo>
                  <a:lnTo>
                    <a:pt x="40398" y="74345"/>
                  </a:lnTo>
                  <a:lnTo>
                    <a:pt x="40373" y="65062"/>
                  </a:lnTo>
                  <a:lnTo>
                    <a:pt x="36296" y="59436"/>
                  </a:lnTo>
                  <a:lnTo>
                    <a:pt x="28536" y="49784"/>
                  </a:lnTo>
                  <a:lnTo>
                    <a:pt x="23482" y="45478"/>
                  </a:lnTo>
                  <a:lnTo>
                    <a:pt x="14211" y="36461"/>
                  </a:lnTo>
                  <a:lnTo>
                    <a:pt x="9994" y="31762"/>
                  </a:lnTo>
                  <a:lnTo>
                    <a:pt x="7264" y="24726"/>
                  </a:lnTo>
                  <a:lnTo>
                    <a:pt x="6938" y="22898"/>
                  </a:lnTo>
                  <a:lnTo>
                    <a:pt x="7033" y="16814"/>
                  </a:lnTo>
                  <a:lnTo>
                    <a:pt x="8064" y="13652"/>
                  </a:lnTo>
                  <a:lnTo>
                    <a:pt x="10146" y="10591"/>
                  </a:lnTo>
                  <a:lnTo>
                    <a:pt x="9753" y="10261"/>
                  </a:lnTo>
                  <a:lnTo>
                    <a:pt x="10479" y="10261"/>
                  </a:lnTo>
                  <a:lnTo>
                    <a:pt x="11620" y="9080"/>
                  </a:lnTo>
                  <a:lnTo>
                    <a:pt x="16585" y="4191"/>
                  </a:lnTo>
                  <a:lnTo>
                    <a:pt x="18576" y="2120"/>
                  </a:lnTo>
                  <a:lnTo>
                    <a:pt x="19149" y="1460"/>
                  </a:lnTo>
                  <a:lnTo>
                    <a:pt x="19367" y="1155"/>
                  </a:lnTo>
                  <a:lnTo>
                    <a:pt x="19457" y="825"/>
                  </a:lnTo>
                  <a:lnTo>
                    <a:pt x="19605" y="825"/>
                  </a:lnTo>
                  <a:lnTo>
                    <a:pt x="19020" y="406"/>
                  </a:lnTo>
                  <a:close/>
                </a:path>
                <a:path w="40639" h="85090">
                  <a:moveTo>
                    <a:pt x="9615" y="67348"/>
                  </a:moveTo>
                  <a:lnTo>
                    <a:pt x="9087" y="67348"/>
                  </a:lnTo>
                  <a:lnTo>
                    <a:pt x="9795" y="69788"/>
                  </a:lnTo>
                  <a:lnTo>
                    <a:pt x="24028" y="79743"/>
                  </a:lnTo>
                  <a:lnTo>
                    <a:pt x="26612" y="79743"/>
                  </a:lnTo>
                  <a:lnTo>
                    <a:pt x="27128" y="79438"/>
                  </a:lnTo>
                  <a:lnTo>
                    <a:pt x="26972" y="78930"/>
                  </a:lnTo>
                  <a:lnTo>
                    <a:pt x="26924" y="78740"/>
                  </a:lnTo>
                  <a:lnTo>
                    <a:pt x="29819" y="78740"/>
                  </a:lnTo>
                  <a:lnTo>
                    <a:pt x="30803" y="78206"/>
                  </a:lnTo>
                  <a:lnTo>
                    <a:pt x="24638" y="78206"/>
                  </a:lnTo>
                  <a:lnTo>
                    <a:pt x="22948" y="77546"/>
                  </a:lnTo>
                  <a:lnTo>
                    <a:pt x="18493" y="74917"/>
                  </a:lnTo>
                  <a:lnTo>
                    <a:pt x="17744" y="74345"/>
                  </a:lnTo>
                  <a:lnTo>
                    <a:pt x="15265" y="72364"/>
                  </a:lnTo>
                  <a:lnTo>
                    <a:pt x="11784" y="69329"/>
                  </a:lnTo>
                  <a:lnTo>
                    <a:pt x="9615" y="67348"/>
                  </a:lnTo>
                  <a:close/>
                </a:path>
                <a:path w="40639" h="85090">
                  <a:moveTo>
                    <a:pt x="27045" y="78930"/>
                  </a:moveTo>
                  <a:lnTo>
                    <a:pt x="27101" y="79438"/>
                  </a:lnTo>
                  <a:lnTo>
                    <a:pt x="27329" y="79438"/>
                  </a:lnTo>
                  <a:lnTo>
                    <a:pt x="27045" y="78930"/>
                  </a:lnTo>
                  <a:close/>
                </a:path>
                <a:path w="40639" h="85090">
                  <a:moveTo>
                    <a:pt x="29819" y="78740"/>
                  </a:moveTo>
                  <a:lnTo>
                    <a:pt x="26939" y="78740"/>
                  </a:lnTo>
                  <a:lnTo>
                    <a:pt x="27329" y="79438"/>
                  </a:lnTo>
                  <a:lnTo>
                    <a:pt x="27101" y="79438"/>
                  </a:lnTo>
                  <a:lnTo>
                    <a:pt x="29819" y="78740"/>
                  </a:lnTo>
                  <a:close/>
                </a:path>
                <a:path w="40639" h="85090">
                  <a:moveTo>
                    <a:pt x="18453" y="0"/>
                  </a:moveTo>
                  <a:lnTo>
                    <a:pt x="12839" y="1993"/>
                  </a:lnTo>
                  <a:lnTo>
                    <a:pt x="8242" y="4775"/>
                  </a:lnTo>
                  <a:lnTo>
                    <a:pt x="1816" y="11658"/>
                  </a:lnTo>
                  <a:lnTo>
                    <a:pt x="0" y="15798"/>
                  </a:lnTo>
                  <a:lnTo>
                    <a:pt x="71" y="22898"/>
                  </a:lnTo>
                  <a:lnTo>
                    <a:pt x="15944" y="46849"/>
                  </a:lnTo>
                  <a:lnTo>
                    <a:pt x="20878" y="51295"/>
                  </a:lnTo>
                  <a:lnTo>
                    <a:pt x="33338" y="73202"/>
                  </a:lnTo>
                  <a:lnTo>
                    <a:pt x="33095" y="73939"/>
                  </a:lnTo>
                  <a:lnTo>
                    <a:pt x="33032" y="74129"/>
                  </a:lnTo>
                  <a:lnTo>
                    <a:pt x="32029" y="75234"/>
                  </a:lnTo>
                  <a:lnTo>
                    <a:pt x="30988" y="76339"/>
                  </a:lnTo>
                  <a:lnTo>
                    <a:pt x="29324" y="77279"/>
                  </a:lnTo>
                  <a:lnTo>
                    <a:pt x="27714" y="77685"/>
                  </a:lnTo>
                  <a:lnTo>
                    <a:pt x="27321" y="77685"/>
                  </a:lnTo>
                  <a:lnTo>
                    <a:pt x="26106" y="78206"/>
                  </a:lnTo>
                  <a:lnTo>
                    <a:pt x="30803" y="78206"/>
                  </a:lnTo>
                  <a:lnTo>
                    <a:pt x="31764" y="77685"/>
                  </a:lnTo>
                  <a:lnTo>
                    <a:pt x="33084" y="76339"/>
                  </a:lnTo>
                  <a:lnTo>
                    <a:pt x="34417" y="74917"/>
                  </a:lnTo>
                  <a:lnTo>
                    <a:pt x="34988" y="73202"/>
                  </a:lnTo>
                  <a:lnTo>
                    <a:pt x="34975" y="68872"/>
                  </a:lnTo>
                  <a:lnTo>
                    <a:pt x="9194" y="38938"/>
                  </a:lnTo>
                  <a:lnTo>
                    <a:pt x="4851" y="33096"/>
                  </a:lnTo>
                  <a:lnTo>
                    <a:pt x="2138" y="25095"/>
                  </a:lnTo>
                  <a:lnTo>
                    <a:pt x="2013" y="24726"/>
                  </a:lnTo>
                  <a:lnTo>
                    <a:pt x="1970" y="24599"/>
                  </a:lnTo>
                  <a:lnTo>
                    <a:pt x="1854" y="24257"/>
                  </a:lnTo>
                  <a:lnTo>
                    <a:pt x="1626" y="22898"/>
                  </a:lnTo>
                  <a:lnTo>
                    <a:pt x="1524" y="16243"/>
                  </a:lnTo>
                  <a:lnTo>
                    <a:pt x="3149" y="12522"/>
                  </a:lnTo>
                  <a:lnTo>
                    <a:pt x="9118" y="6083"/>
                  </a:lnTo>
                  <a:lnTo>
                    <a:pt x="13500" y="3403"/>
                  </a:lnTo>
                  <a:lnTo>
                    <a:pt x="16076" y="2480"/>
                  </a:lnTo>
                  <a:lnTo>
                    <a:pt x="16433" y="2120"/>
                  </a:lnTo>
                  <a:lnTo>
                    <a:pt x="17634" y="825"/>
                  </a:lnTo>
                  <a:lnTo>
                    <a:pt x="17970" y="406"/>
                  </a:lnTo>
                  <a:lnTo>
                    <a:pt x="19020" y="406"/>
                  </a:lnTo>
                  <a:lnTo>
                    <a:pt x="18453" y="0"/>
                  </a:lnTo>
                  <a:close/>
                </a:path>
                <a:path w="40639" h="85090">
                  <a:moveTo>
                    <a:pt x="9070" y="66821"/>
                  </a:moveTo>
                  <a:lnTo>
                    <a:pt x="7493" y="67348"/>
                  </a:lnTo>
                  <a:lnTo>
                    <a:pt x="7658" y="67703"/>
                  </a:lnTo>
                  <a:lnTo>
                    <a:pt x="9795" y="69788"/>
                  </a:lnTo>
                  <a:lnTo>
                    <a:pt x="9191" y="67703"/>
                  </a:lnTo>
                  <a:lnTo>
                    <a:pt x="7721" y="67703"/>
                  </a:lnTo>
                  <a:lnTo>
                    <a:pt x="8073" y="67348"/>
                  </a:lnTo>
                  <a:lnTo>
                    <a:pt x="9615" y="67348"/>
                  </a:lnTo>
                  <a:lnTo>
                    <a:pt x="9070" y="66821"/>
                  </a:lnTo>
                  <a:close/>
                </a:path>
                <a:path w="40639" h="85090">
                  <a:moveTo>
                    <a:pt x="8882" y="66640"/>
                  </a:moveTo>
                  <a:lnTo>
                    <a:pt x="8593" y="66821"/>
                  </a:lnTo>
                  <a:lnTo>
                    <a:pt x="7721" y="67703"/>
                  </a:lnTo>
                  <a:lnTo>
                    <a:pt x="9191" y="67703"/>
                  </a:lnTo>
                  <a:lnTo>
                    <a:pt x="8934" y="66821"/>
                  </a:lnTo>
                  <a:lnTo>
                    <a:pt x="8882" y="66640"/>
                  </a:lnTo>
                  <a:close/>
                </a:path>
                <a:path w="40639" h="85090">
                  <a:moveTo>
                    <a:pt x="10479" y="10261"/>
                  </a:moveTo>
                  <a:lnTo>
                    <a:pt x="9753" y="10261"/>
                  </a:lnTo>
                  <a:lnTo>
                    <a:pt x="10227" y="10591"/>
                  </a:lnTo>
                  <a:lnTo>
                    <a:pt x="10479" y="10261"/>
                  </a:lnTo>
                  <a:close/>
                </a:path>
                <a:path w="40639" h="85090">
                  <a:moveTo>
                    <a:pt x="17970" y="406"/>
                  </a:moveTo>
                  <a:lnTo>
                    <a:pt x="17877" y="825"/>
                  </a:lnTo>
                  <a:lnTo>
                    <a:pt x="17634" y="825"/>
                  </a:lnTo>
                  <a:lnTo>
                    <a:pt x="16076" y="2480"/>
                  </a:lnTo>
                  <a:lnTo>
                    <a:pt x="18923" y="1460"/>
                  </a:lnTo>
                  <a:lnTo>
                    <a:pt x="18816" y="1155"/>
                  </a:lnTo>
                  <a:lnTo>
                    <a:pt x="18700" y="825"/>
                  </a:lnTo>
                  <a:lnTo>
                    <a:pt x="17877" y="825"/>
                  </a:lnTo>
                  <a:lnTo>
                    <a:pt x="17970" y="406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5" name="object 95"/>
            <p:cNvSpPr/>
            <p:nvPr/>
          </p:nvSpPr>
          <p:spPr>
            <a:xfrm>
              <a:off x="3800264" y="917975"/>
              <a:ext cx="155575" cy="179705"/>
            </a:xfrm>
            <a:custGeom>
              <a:avLst/>
              <a:gdLst/>
              <a:ahLst/>
              <a:cxnLst/>
              <a:rect l="l" t="t" r="r" b="b"/>
              <a:pathLst>
                <a:path w="155575" h="179705">
                  <a:moveTo>
                    <a:pt x="48840" y="0"/>
                  </a:moveTo>
                  <a:lnTo>
                    <a:pt x="37909" y="2258"/>
                  </a:lnTo>
                  <a:lnTo>
                    <a:pt x="0" y="31404"/>
                  </a:lnTo>
                  <a:lnTo>
                    <a:pt x="17230" y="34194"/>
                  </a:lnTo>
                  <a:lnTo>
                    <a:pt x="26636" y="37242"/>
                  </a:lnTo>
                  <a:lnTo>
                    <a:pt x="31516" y="42454"/>
                  </a:lnTo>
                  <a:lnTo>
                    <a:pt x="35166" y="51737"/>
                  </a:lnTo>
                  <a:lnTo>
                    <a:pt x="45460" y="72581"/>
                  </a:lnTo>
                  <a:lnTo>
                    <a:pt x="47461" y="92809"/>
                  </a:lnTo>
                  <a:lnTo>
                    <a:pt x="39882" y="124371"/>
                  </a:lnTo>
                  <a:lnTo>
                    <a:pt x="21437" y="179220"/>
                  </a:lnTo>
                  <a:lnTo>
                    <a:pt x="155384" y="179220"/>
                  </a:lnTo>
                  <a:lnTo>
                    <a:pt x="155384" y="51851"/>
                  </a:lnTo>
                  <a:lnTo>
                    <a:pt x="136283" y="30287"/>
                  </a:lnTo>
                  <a:lnTo>
                    <a:pt x="125275" y="30369"/>
                  </a:lnTo>
                  <a:lnTo>
                    <a:pt x="116225" y="28852"/>
                  </a:lnTo>
                  <a:lnTo>
                    <a:pt x="104292" y="24343"/>
                  </a:lnTo>
                  <a:lnTo>
                    <a:pt x="84632" y="15453"/>
                  </a:lnTo>
                  <a:lnTo>
                    <a:pt x="67822" y="5360"/>
                  </a:lnTo>
                  <a:lnTo>
                    <a:pt x="57351" y="621"/>
                  </a:lnTo>
                  <a:lnTo>
                    <a:pt x="48840" y="0"/>
                  </a:lnTo>
                  <a:close/>
                </a:path>
              </a:pathLst>
            </a:custGeom>
            <a:solidFill>
              <a:srgbClr val="0F1D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6" name="object 96"/>
            <p:cNvSpPr/>
            <p:nvPr/>
          </p:nvSpPr>
          <p:spPr>
            <a:xfrm>
              <a:off x="3809212" y="920889"/>
              <a:ext cx="147320" cy="176530"/>
            </a:xfrm>
            <a:custGeom>
              <a:avLst/>
              <a:gdLst/>
              <a:ahLst/>
              <a:cxnLst/>
              <a:rect l="l" t="t" r="r" b="b"/>
              <a:pathLst>
                <a:path w="147320" h="176530">
                  <a:moveTo>
                    <a:pt x="7708" y="29337"/>
                  </a:moveTo>
                  <a:lnTo>
                    <a:pt x="7505" y="29337"/>
                  </a:lnTo>
                  <a:lnTo>
                    <a:pt x="5511" y="31889"/>
                  </a:lnTo>
                  <a:lnTo>
                    <a:pt x="4597" y="33020"/>
                  </a:lnTo>
                  <a:lnTo>
                    <a:pt x="5105" y="33020"/>
                  </a:lnTo>
                  <a:lnTo>
                    <a:pt x="6959" y="30480"/>
                  </a:lnTo>
                  <a:lnTo>
                    <a:pt x="7708" y="29337"/>
                  </a:lnTo>
                  <a:close/>
                </a:path>
                <a:path w="147320" h="176530">
                  <a:moveTo>
                    <a:pt x="18173" y="19100"/>
                  </a:moveTo>
                  <a:lnTo>
                    <a:pt x="18046" y="19100"/>
                  </a:lnTo>
                  <a:lnTo>
                    <a:pt x="14770" y="21666"/>
                  </a:lnTo>
                  <a:lnTo>
                    <a:pt x="12941" y="24130"/>
                  </a:lnTo>
                  <a:lnTo>
                    <a:pt x="14020" y="22987"/>
                  </a:lnTo>
                  <a:lnTo>
                    <a:pt x="15125" y="21666"/>
                  </a:lnTo>
                  <a:lnTo>
                    <a:pt x="18173" y="19100"/>
                  </a:lnTo>
                  <a:close/>
                </a:path>
                <a:path w="147320" h="176530">
                  <a:moveTo>
                    <a:pt x="20904" y="176530"/>
                  </a:moveTo>
                  <a:lnTo>
                    <a:pt x="18465" y="175260"/>
                  </a:lnTo>
                  <a:lnTo>
                    <a:pt x="16675" y="172720"/>
                  </a:lnTo>
                  <a:lnTo>
                    <a:pt x="14655" y="171450"/>
                  </a:lnTo>
                  <a:lnTo>
                    <a:pt x="14389" y="171450"/>
                  </a:lnTo>
                  <a:lnTo>
                    <a:pt x="16103" y="173990"/>
                  </a:lnTo>
                  <a:lnTo>
                    <a:pt x="17627" y="175260"/>
                  </a:lnTo>
                  <a:lnTo>
                    <a:pt x="19545" y="176530"/>
                  </a:lnTo>
                  <a:lnTo>
                    <a:pt x="20904" y="176530"/>
                  </a:lnTo>
                  <a:close/>
                </a:path>
                <a:path w="147320" h="176530">
                  <a:moveTo>
                    <a:pt x="29210" y="114096"/>
                  </a:moveTo>
                  <a:lnTo>
                    <a:pt x="29197" y="113157"/>
                  </a:lnTo>
                  <a:lnTo>
                    <a:pt x="28638" y="113157"/>
                  </a:lnTo>
                  <a:lnTo>
                    <a:pt x="29210" y="114096"/>
                  </a:lnTo>
                  <a:close/>
                </a:path>
                <a:path w="147320" h="176530">
                  <a:moveTo>
                    <a:pt x="30099" y="115570"/>
                  </a:moveTo>
                  <a:lnTo>
                    <a:pt x="29210" y="114096"/>
                  </a:lnTo>
                  <a:lnTo>
                    <a:pt x="29184" y="114312"/>
                  </a:lnTo>
                  <a:lnTo>
                    <a:pt x="28968" y="114312"/>
                  </a:lnTo>
                  <a:lnTo>
                    <a:pt x="29222" y="115570"/>
                  </a:lnTo>
                  <a:lnTo>
                    <a:pt x="30099" y="115570"/>
                  </a:lnTo>
                  <a:close/>
                </a:path>
                <a:path w="147320" h="176530">
                  <a:moveTo>
                    <a:pt x="32562" y="80022"/>
                  </a:moveTo>
                  <a:lnTo>
                    <a:pt x="32169" y="80022"/>
                  </a:lnTo>
                  <a:lnTo>
                    <a:pt x="32169" y="80899"/>
                  </a:lnTo>
                  <a:lnTo>
                    <a:pt x="32359" y="80670"/>
                  </a:lnTo>
                  <a:lnTo>
                    <a:pt x="32562" y="80022"/>
                  </a:lnTo>
                  <a:close/>
                </a:path>
                <a:path w="147320" h="176530">
                  <a:moveTo>
                    <a:pt x="32727" y="119380"/>
                  </a:moveTo>
                  <a:lnTo>
                    <a:pt x="30683" y="119380"/>
                  </a:lnTo>
                  <a:lnTo>
                    <a:pt x="30480" y="118237"/>
                  </a:lnTo>
                  <a:lnTo>
                    <a:pt x="29705" y="119202"/>
                  </a:lnTo>
                  <a:lnTo>
                    <a:pt x="29591" y="119380"/>
                  </a:lnTo>
                  <a:lnTo>
                    <a:pt x="27787" y="119380"/>
                  </a:lnTo>
                  <a:lnTo>
                    <a:pt x="27749" y="119634"/>
                  </a:lnTo>
                  <a:lnTo>
                    <a:pt x="27622" y="120650"/>
                  </a:lnTo>
                  <a:lnTo>
                    <a:pt x="27495" y="121653"/>
                  </a:lnTo>
                  <a:lnTo>
                    <a:pt x="27457" y="121983"/>
                  </a:lnTo>
                  <a:lnTo>
                    <a:pt x="27647" y="121653"/>
                  </a:lnTo>
                  <a:lnTo>
                    <a:pt x="28384" y="120650"/>
                  </a:lnTo>
                  <a:lnTo>
                    <a:pt x="30149" y="120650"/>
                  </a:lnTo>
                  <a:lnTo>
                    <a:pt x="31381" y="121653"/>
                  </a:lnTo>
                  <a:lnTo>
                    <a:pt x="31724" y="121983"/>
                  </a:lnTo>
                  <a:lnTo>
                    <a:pt x="32207" y="123240"/>
                  </a:lnTo>
                  <a:lnTo>
                    <a:pt x="32334" y="122377"/>
                  </a:lnTo>
                  <a:lnTo>
                    <a:pt x="32385" y="121983"/>
                  </a:lnTo>
                  <a:lnTo>
                    <a:pt x="32080" y="121653"/>
                  </a:lnTo>
                  <a:lnTo>
                    <a:pt x="30886" y="120650"/>
                  </a:lnTo>
                  <a:lnTo>
                    <a:pt x="32727" y="119380"/>
                  </a:lnTo>
                  <a:close/>
                </a:path>
                <a:path w="147320" h="176530">
                  <a:moveTo>
                    <a:pt x="32854" y="125526"/>
                  </a:moveTo>
                  <a:lnTo>
                    <a:pt x="32715" y="124650"/>
                  </a:lnTo>
                  <a:lnTo>
                    <a:pt x="32689" y="124485"/>
                  </a:lnTo>
                  <a:lnTo>
                    <a:pt x="32207" y="123240"/>
                  </a:lnTo>
                  <a:lnTo>
                    <a:pt x="32169" y="123583"/>
                  </a:lnTo>
                  <a:lnTo>
                    <a:pt x="32067" y="124485"/>
                  </a:lnTo>
                  <a:lnTo>
                    <a:pt x="32854" y="125526"/>
                  </a:lnTo>
                  <a:close/>
                </a:path>
                <a:path w="147320" h="176530">
                  <a:moveTo>
                    <a:pt x="33108" y="57480"/>
                  </a:moveTo>
                  <a:lnTo>
                    <a:pt x="32143" y="58140"/>
                  </a:lnTo>
                  <a:lnTo>
                    <a:pt x="30289" y="59690"/>
                  </a:lnTo>
                  <a:lnTo>
                    <a:pt x="30429" y="60960"/>
                  </a:lnTo>
                  <a:lnTo>
                    <a:pt x="31927" y="58496"/>
                  </a:lnTo>
                  <a:lnTo>
                    <a:pt x="33108" y="57480"/>
                  </a:lnTo>
                  <a:close/>
                </a:path>
                <a:path w="147320" h="176530">
                  <a:moveTo>
                    <a:pt x="33756" y="56946"/>
                  </a:moveTo>
                  <a:lnTo>
                    <a:pt x="33108" y="57480"/>
                  </a:lnTo>
                  <a:lnTo>
                    <a:pt x="33591" y="57226"/>
                  </a:lnTo>
                  <a:lnTo>
                    <a:pt x="33756" y="56946"/>
                  </a:lnTo>
                  <a:close/>
                </a:path>
                <a:path w="147320" h="176530">
                  <a:moveTo>
                    <a:pt x="34937" y="83947"/>
                  </a:moveTo>
                  <a:lnTo>
                    <a:pt x="32359" y="82638"/>
                  </a:lnTo>
                  <a:lnTo>
                    <a:pt x="32169" y="82638"/>
                  </a:lnTo>
                  <a:lnTo>
                    <a:pt x="32131" y="83947"/>
                  </a:lnTo>
                  <a:lnTo>
                    <a:pt x="32308" y="83947"/>
                  </a:lnTo>
                  <a:lnTo>
                    <a:pt x="33870" y="85140"/>
                  </a:lnTo>
                  <a:lnTo>
                    <a:pt x="34937" y="83947"/>
                  </a:lnTo>
                  <a:close/>
                </a:path>
                <a:path w="147320" h="176530">
                  <a:moveTo>
                    <a:pt x="35890" y="118110"/>
                  </a:moveTo>
                  <a:lnTo>
                    <a:pt x="34569" y="118110"/>
                  </a:lnTo>
                  <a:lnTo>
                    <a:pt x="32727" y="119380"/>
                  </a:lnTo>
                  <a:lnTo>
                    <a:pt x="34658" y="119380"/>
                  </a:lnTo>
                  <a:lnTo>
                    <a:pt x="35763" y="118237"/>
                  </a:lnTo>
                  <a:lnTo>
                    <a:pt x="35890" y="118110"/>
                  </a:lnTo>
                  <a:close/>
                </a:path>
                <a:path w="147320" h="176530">
                  <a:moveTo>
                    <a:pt x="36106" y="131483"/>
                  </a:moveTo>
                  <a:lnTo>
                    <a:pt x="35877" y="129540"/>
                  </a:lnTo>
                  <a:lnTo>
                    <a:pt x="34226" y="128270"/>
                  </a:lnTo>
                  <a:lnTo>
                    <a:pt x="36029" y="127000"/>
                  </a:lnTo>
                  <a:lnTo>
                    <a:pt x="33985" y="127000"/>
                  </a:lnTo>
                  <a:lnTo>
                    <a:pt x="33096" y="127000"/>
                  </a:lnTo>
                  <a:lnTo>
                    <a:pt x="28016" y="129540"/>
                  </a:lnTo>
                  <a:lnTo>
                    <a:pt x="25361" y="130810"/>
                  </a:lnTo>
                  <a:lnTo>
                    <a:pt x="25069" y="132092"/>
                  </a:lnTo>
                  <a:lnTo>
                    <a:pt x="27940" y="130810"/>
                  </a:lnTo>
                  <a:lnTo>
                    <a:pt x="30924" y="129540"/>
                  </a:lnTo>
                  <a:lnTo>
                    <a:pt x="33820" y="128270"/>
                  </a:lnTo>
                  <a:lnTo>
                    <a:pt x="35394" y="129540"/>
                  </a:lnTo>
                  <a:lnTo>
                    <a:pt x="36106" y="131483"/>
                  </a:lnTo>
                  <a:close/>
                </a:path>
                <a:path w="147320" h="176530">
                  <a:moveTo>
                    <a:pt x="36982" y="110490"/>
                  </a:moveTo>
                  <a:lnTo>
                    <a:pt x="33413" y="111760"/>
                  </a:lnTo>
                  <a:lnTo>
                    <a:pt x="29222" y="111760"/>
                  </a:lnTo>
                  <a:lnTo>
                    <a:pt x="29197" y="113157"/>
                  </a:lnTo>
                  <a:lnTo>
                    <a:pt x="33350" y="113157"/>
                  </a:lnTo>
                  <a:lnTo>
                    <a:pt x="36982" y="110490"/>
                  </a:lnTo>
                  <a:close/>
                </a:path>
                <a:path w="147320" h="176530">
                  <a:moveTo>
                    <a:pt x="38379" y="99060"/>
                  </a:moveTo>
                  <a:lnTo>
                    <a:pt x="34759" y="97790"/>
                  </a:lnTo>
                  <a:lnTo>
                    <a:pt x="31178" y="97790"/>
                  </a:lnTo>
                  <a:lnTo>
                    <a:pt x="31051" y="99060"/>
                  </a:lnTo>
                  <a:lnTo>
                    <a:pt x="38379" y="99060"/>
                  </a:lnTo>
                  <a:close/>
                </a:path>
                <a:path w="147320" h="176530">
                  <a:moveTo>
                    <a:pt x="39408" y="93980"/>
                  </a:moveTo>
                  <a:lnTo>
                    <a:pt x="38417" y="91440"/>
                  </a:lnTo>
                  <a:lnTo>
                    <a:pt x="34836" y="91440"/>
                  </a:lnTo>
                  <a:lnTo>
                    <a:pt x="32092" y="90297"/>
                  </a:lnTo>
                  <a:lnTo>
                    <a:pt x="31762" y="90297"/>
                  </a:lnTo>
                  <a:lnTo>
                    <a:pt x="31724" y="91440"/>
                  </a:lnTo>
                  <a:lnTo>
                    <a:pt x="34150" y="91440"/>
                  </a:lnTo>
                  <a:lnTo>
                    <a:pt x="36309" y="92710"/>
                  </a:lnTo>
                  <a:lnTo>
                    <a:pt x="39408" y="93980"/>
                  </a:lnTo>
                  <a:close/>
                </a:path>
                <a:path w="147320" h="176530">
                  <a:moveTo>
                    <a:pt x="40068" y="86182"/>
                  </a:moveTo>
                  <a:lnTo>
                    <a:pt x="38138" y="85242"/>
                  </a:lnTo>
                  <a:lnTo>
                    <a:pt x="37655" y="85242"/>
                  </a:lnTo>
                  <a:lnTo>
                    <a:pt x="35013" y="83947"/>
                  </a:lnTo>
                  <a:lnTo>
                    <a:pt x="34683" y="85242"/>
                  </a:lnTo>
                  <a:lnTo>
                    <a:pt x="34455" y="85242"/>
                  </a:lnTo>
                  <a:lnTo>
                    <a:pt x="40068" y="86182"/>
                  </a:lnTo>
                  <a:close/>
                </a:path>
                <a:path w="147320" h="176530">
                  <a:moveTo>
                    <a:pt x="40284" y="50939"/>
                  </a:moveTo>
                  <a:lnTo>
                    <a:pt x="37744" y="52171"/>
                  </a:lnTo>
                  <a:lnTo>
                    <a:pt x="37782" y="52298"/>
                  </a:lnTo>
                  <a:lnTo>
                    <a:pt x="40284" y="50939"/>
                  </a:lnTo>
                  <a:close/>
                </a:path>
                <a:path w="147320" h="176530">
                  <a:moveTo>
                    <a:pt x="41021" y="102870"/>
                  </a:moveTo>
                  <a:lnTo>
                    <a:pt x="40919" y="102450"/>
                  </a:lnTo>
                  <a:lnTo>
                    <a:pt x="40779" y="101600"/>
                  </a:lnTo>
                  <a:lnTo>
                    <a:pt x="40944" y="100457"/>
                  </a:lnTo>
                  <a:lnTo>
                    <a:pt x="39624" y="101600"/>
                  </a:lnTo>
                  <a:lnTo>
                    <a:pt x="40995" y="102870"/>
                  </a:lnTo>
                  <a:close/>
                </a:path>
                <a:path w="147320" h="176530">
                  <a:moveTo>
                    <a:pt x="41122" y="107518"/>
                  </a:moveTo>
                  <a:lnTo>
                    <a:pt x="40982" y="106680"/>
                  </a:lnTo>
                  <a:lnTo>
                    <a:pt x="40589" y="105549"/>
                  </a:lnTo>
                  <a:lnTo>
                    <a:pt x="40373" y="106680"/>
                  </a:lnTo>
                  <a:lnTo>
                    <a:pt x="41122" y="107518"/>
                  </a:lnTo>
                  <a:close/>
                </a:path>
                <a:path w="147320" h="176530">
                  <a:moveTo>
                    <a:pt x="41325" y="86804"/>
                  </a:moveTo>
                  <a:lnTo>
                    <a:pt x="41109" y="86360"/>
                  </a:lnTo>
                  <a:lnTo>
                    <a:pt x="40068" y="86182"/>
                  </a:lnTo>
                  <a:lnTo>
                    <a:pt x="41325" y="86804"/>
                  </a:lnTo>
                  <a:close/>
                </a:path>
                <a:path w="147320" h="176530">
                  <a:moveTo>
                    <a:pt x="41465" y="49530"/>
                  </a:moveTo>
                  <a:lnTo>
                    <a:pt x="40944" y="50063"/>
                  </a:lnTo>
                  <a:lnTo>
                    <a:pt x="40271" y="50939"/>
                  </a:lnTo>
                  <a:lnTo>
                    <a:pt x="40754" y="50546"/>
                  </a:lnTo>
                  <a:lnTo>
                    <a:pt x="41465" y="49530"/>
                  </a:lnTo>
                  <a:close/>
                </a:path>
                <a:path w="147320" h="176530">
                  <a:moveTo>
                    <a:pt x="42240" y="91440"/>
                  </a:moveTo>
                  <a:lnTo>
                    <a:pt x="41554" y="91440"/>
                  </a:lnTo>
                  <a:lnTo>
                    <a:pt x="40119" y="92710"/>
                  </a:lnTo>
                  <a:lnTo>
                    <a:pt x="39484" y="92710"/>
                  </a:lnTo>
                  <a:lnTo>
                    <a:pt x="39408" y="93980"/>
                  </a:lnTo>
                  <a:lnTo>
                    <a:pt x="41567" y="92710"/>
                  </a:lnTo>
                  <a:lnTo>
                    <a:pt x="42240" y="91440"/>
                  </a:lnTo>
                  <a:close/>
                </a:path>
                <a:path w="147320" h="176530">
                  <a:moveTo>
                    <a:pt x="42392" y="111760"/>
                  </a:moveTo>
                  <a:lnTo>
                    <a:pt x="41821" y="111290"/>
                  </a:lnTo>
                  <a:lnTo>
                    <a:pt x="41719" y="111760"/>
                  </a:lnTo>
                  <a:lnTo>
                    <a:pt x="42151" y="112280"/>
                  </a:lnTo>
                  <a:lnTo>
                    <a:pt x="42392" y="111760"/>
                  </a:lnTo>
                  <a:close/>
                </a:path>
                <a:path w="147320" h="176530">
                  <a:moveTo>
                    <a:pt x="42456" y="99060"/>
                  </a:moveTo>
                  <a:lnTo>
                    <a:pt x="41186" y="97790"/>
                  </a:lnTo>
                  <a:lnTo>
                    <a:pt x="38379" y="99060"/>
                  </a:lnTo>
                  <a:lnTo>
                    <a:pt x="38595" y="99060"/>
                  </a:lnTo>
                  <a:lnTo>
                    <a:pt x="40944" y="100457"/>
                  </a:lnTo>
                  <a:lnTo>
                    <a:pt x="40779" y="99453"/>
                  </a:lnTo>
                  <a:lnTo>
                    <a:pt x="40728" y="99060"/>
                  </a:lnTo>
                  <a:lnTo>
                    <a:pt x="42456" y="99060"/>
                  </a:lnTo>
                  <a:close/>
                </a:path>
                <a:path w="147320" h="176530">
                  <a:moveTo>
                    <a:pt x="43954" y="85242"/>
                  </a:moveTo>
                  <a:lnTo>
                    <a:pt x="43332" y="85242"/>
                  </a:lnTo>
                  <a:lnTo>
                    <a:pt x="43395" y="86360"/>
                  </a:lnTo>
                  <a:lnTo>
                    <a:pt x="43256" y="86804"/>
                  </a:lnTo>
                  <a:lnTo>
                    <a:pt x="43548" y="86804"/>
                  </a:lnTo>
                  <a:lnTo>
                    <a:pt x="43954" y="85242"/>
                  </a:lnTo>
                  <a:close/>
                </a:path>
                <a:path w="147320" h="176530">
                  <a:moveTo>
                    <a:pt x="44361" y="104140"/>
                  </a:moveTo>
                  <a:lnTo>
                    <a:pt x="40919" y="104140"/>
                  </a:lnTo>
                  <a:lnTo>
                    <a:pt x="40995" y="102870"/>
                  </a:lnTo>
                  <a:lnTo>
                    <a:pt x="40449" y="104140"/>
                  </a:lnTo>
                  <a:lnTo>
                    <a:pt x="30276" y="104140"/>
                  </a:lnTo>
                  <a:lnTo>
                    <a:pt x="30099" y="105549"/>
                  </a:lnTo>
                  <a:lnTo>
                    <a:pt x="40132" y="105549"/>
                  </a:lnTo>
                  <a:lnTo>
                    <a:pt x="44361" y="104140"/>
                  </a:lnTo>
                  <a:close/>
                </a:path>
                <a:path w="147320" h="176530">
                  <a:moveTo>
                    <a:pt x="44513" y="119634"/>
                  </a:moveTo>
                  <a:lnTo>
                    <a:pt x="44310" y="118237"/>
                  </a:lnTo>
                  <a:lnTo>
                    <a:pt x="44208" y="119380"/>
                  </a:lnTo>
                  <a:lnTo>
                    <a:pt x="44513" y="119634"/>
                  </a:lnTo>
                  <a:close/>
                </a:path>
                <a:path w="147320" h="176530">
                  <a:moveTo>
                    <a:pt x="45466" y="82638"/>
                  </a:moveTo>
                  <a:lnTo>
                    <a:pt x="45250" y="82638"/>
                  </a:lnTo>
                  <a:lnTo>
                    <a:pt x="44450" y="83947"/>
                  </a:lnTo>
                  <a:lnTo>
                    <a:pt x="44602" y="83947"/>
                  </a:lnTo>
                  <a:lnTo>
                    <a:pt x="45275" y="85242"/>
                  </a:lnTo>
                  <a:lnTo>
                    <a:pt x="45135" y="83947"/>
                  </a:lnTo>
                  <a:lnTo>
                    <a:pt x="45466" y="82638"/>
                  </a:lnTo>
                  <a:close/>
                </a:path>
                <a:path w="147320" h="176530">
                  <a:moveTo>
                    <a:pt x="45935" y="62230"/>
                  </a:moveTo>
                  <a:lnTo>
                    <a:pt x="45110" y="62230"/>
                  </a:lnTo>
                  <a:lnTo>
                    <a:pt x="45173" y="63500"/>
                  </a:lnTo>
                  <a:lnTo>
                    <a:pt x="45758" y="63500"/>
                  </a:lnTo>
                  <a:lnTo>
                    <a:pt x="45808" y="63068"/>
                  </a:lnTo>
                  <a:lnTo>
                    <a:pt x="45935" y="62230"/>
                  </a:lnTo>
                  <a:close/>
                </a:path>
                <a:path w="147320" h="176530">
                  <a:moveTo>
                    <a:pt x="46075" y="45720"/>
                  </a:moveTo>
                  <a:lnTo>
                    <a:pt x="45694" y="45720"/>
                  </a:lnTo>
                  <a:lnTo>
                    <a:pt x="45402" y="46075"/>
                  </a:lnTo>
                  <a:lnTo>
                    <a:pt x="46075" y="45720"/>
                  </a:lnTo>
                  <a:close/>
                </a:path>
                <a:path w="147320" h="176530">
                  <a:moveTo>
                    <a:pt x="46189" y="16294"/>
                  </a:moveTo>
                  <a:lnTo>
                    <a:pt x="45567" y="16510"/>
                  </a:lnTo>
                  <a:lnTo>
                    <a:pt x="45224" y="16751"/>
                  </a:lnTo>
                  <a:lnTo>
                    <a:pt x="45935" y="16510"/>
                  </a:lnTo>
                  <a:lnTo>
                    <a:pt x="46189" y="16294"/>
                  </a:lnTo>
                  <a:close/>
                </a:path>
                <a:path w="147320" h="176530">
                  <a:moveTo>
                    <a:pt x="48590" y="59690"/>
                  </a:moveTo>
                  <a:lnTo>
                    <a:pt x="47244" y="60960"/>
                  </a:lnTo>
                  <a:lnTo>
                    <a:pt x="46062" y="62230"/>
                  </a:lnTo>
                  <a:lnTo>
                    <a:pt x="47599" y="62230"/>
                  </a:lnTo>
                  <a:lnTo>
                    <a:pt x="48590" y="59690"/>
                  </a:lnTo>
                  <a:close/>
                </a:path>
                <a:path w="147320" h="176530">
                  <a:moveTo>
                    <a:pt x="52108" y="73939"/>
                  </a:moveTo>
                  <a:lnTo>
                    <a:pt x="51384" y="74561"/>
                  </a:lnTo>
                  <a:lnTo>
                    <a:pt x="50952" y="75044"/>
                  </a:lnTo>
                  <a:lnTo>
                    <a:pt x="50355" y="76200"/>
                  </a:lnTo>
                  <a:lnTo>
                    <a:pt x="51358" y="75044"/>
                  </a:lnTo>
                  <a:lnTo>
                    <a:pt x="52108" y="73939"/>
                  </a:lnTo>
                  <a:close/>
                </a:path>
                <a:path w="147320" h="176530">
                  <a:moveTo>
                    <a:pt x="52705" y="57226"/>
                  </a:moveTo>
                  <a:lnTo>
                    <a:pt x="52514" y="57226"/>
                  </a:lnTo>
                  <a:lnTo>
                    <a:pt x="51435" y="58140"/>
                  </a:lnTo>
                  <a:lnTo>
                    <a:pt x="52705" y="57226"/>
                  </a:lnTo>
                  <a:close/>
                </a:path>
                <a:path w="147320" h="176530">
                  <a:moveTo>
                    <a:pt x="53822" y="96685"/>
                  </a:moveTo>
                  <a:lnTo>
                    <a:pt x="53530" y="96685"/>
                  </a:lnTo>
                  <a:lnTo>
                    <a:pt x="53047" y="97790"/>
                  </a:lnTo>
                  <a:lnTo>
                    <a:pt x="53568" y="97790"/>
                  </a:lnTo>
                  <a:lnTo>
                    <a:pt x="53822" y="96685"/>
                  </a:lnTo>
                  <a:close/>
                </a:path>
                <a:path w="147320" h="176530">
                  <a:moveTo>
                    <a:pt x="54254" y="109347"/>
                  </a:moveTo>
                  <a:lnTo>
                    <a:pt x="54127" y="107950"/>
                  </a:lnTo>
                  <a:lnTo>
                    <a:pt x="53936" y="109347"/>
                  </a:lnTo>
                  <a:lnTo>
                    <a:pt x="54254" y="109347"/>
                  </a:lnTo>
                  <a:close/>
                </a:path>
                <a:path w="147320" h="176530">
                  <a:moveTo>
                    <a:pt x="54419" y="26835"/>
                  </a:moveTo>
                  <a:lnTo>
                    <a:pt x="54025" y="26670"/>
                  </a:lnTo>
                  <a:lnTo>
                    <a:pt x="50673" y="29337"/>
                  </a:lnTo>
                  <a:lnTo>
                    <a:pt x="51714" y="29337"/>
                  </a:lnTo>
                  <a:lnTo>
                    <a:pt x="54419" y="26835"/>
                  </a:lnTo>
                  <a:close/>
                </a:path>
                <a:path w="147320" h="176530">
                  <a:moveTo>
                    <a:pt x="55206" y="56946"/>
                  </a:moveTo>
                  <a:lnTo>
                    <a:pt x="54813" y="57226"/>
                  </a:lnTo>
                  <a:lnTo>
                    <a:pt x="55029" y="57226"/>
                  </a:lnTo>
                  <a:lnTo>
                    <a:pt x="55206" y="56946"/>
                  </a:lnTo>
                  <a:close/>
                </a:path>
                <a:path w="147320" h="176530">
                  <a:moveTo>
                    <a:pt x="56095" y="90297"/>
                  </a:moveTo>
                  <a:lnTo>
                    <a:pt x="55308" y="90297"/>
                  </a:lnTo>
                  <a:lnTo>
                    <a:pt x="55219" y="90779"/>
                  </a:lnTo>
                  <a:lnTo>
                    <a:pt x="55118" y="91440"/>
                  </a:lnTo>
                  <a:lnTo>
                    <a:pt x="51625" y="90297"/>
                  </a:lnTo>
                  <a:lnTo>
                    <a:pt x="46228" y="88900"/>
                  </a:lnTo>
                  <a:lnTo>
                    <a:pt x="43345" y="87630"/>
                  </a:lnTo>
                  <a:lnTo>
                    <a:pt x="43027" y="87630"/>
                  </a:lnTo>
                  <a:lnTo>
                    <a:pt x="41744" y="87630"/>
                  </a:lnTo>
                  <a:lnTo>
                    <a:pt x="42379" y="88900"/>
                  </a:lnTo>
                  <a:lnTo>
                    <a:pt x="45745" y="88900"/>
                  </a:lnTo>
                  <a:lnTo>
                    <a:pt x="50723" y="91440"/>
                  </a:lnTo>
                  <a:lnTo>
                    <a:pt x="54737" y="92710"/>
                  </a:lnTo>
                  <a:lnTo>
                    <a:pt x="54521" y="93687"/>
                  </a:lnTo>
                  <a:lnTo>
                    <a:pt x="55308" y="92710"/>
                  </a:lnTo>
                  <a:lnTo>
                    <a:pt x="55753" y="91440"/>
                  </a:lnTo>
                  <a:lnTo>
                    <a:pt x="55956" y="90779"/>
                  </a:lnTo>
                  <a:lnTo>
                    <a:pt x="56032" y="90538"/>
                  </a:lnTo>
                  <a:lnTo>
                    <a:pt x="56095" y="90297"/>
                  </a:lnTo>
                  <a:close/>
                </a:path>
                <a:path w="147320" h="176530">
                  <a:moveTo>
                    <a:pt x="56222" y="113157"/>
                  </a:moveTo>
                  <a:lnTo>
                    <a:pt x="56134" y="112280"/>
                  </a:lnTo>
                  <a:lnTo>
                    <a:pt x="56095" y="111760"/>
                  </a:lnTo>
                  <a:lnTo>
                    <a:pt x="55384" y="110490"/>
                  </a:lnTo>
                  <a:lnTo>
                    <a:pt x="54775" y="109778"/>
                  </a:lnTo>
                  <a:lnTo>
                    <a:pt x="54368" y="109347"/>
                  </a:lnTo>
                  <a:lnTo>
                    <a:pt x="53644" y="109778"/>
                  </a:lnTo>
                  <a:lnTo>
                    <a:pt x="50838" y="111760"/>
                  </a:lnTo>
                  <a:lnTo>
                    <a:pt x="46456" y="113157"/>
                  </a:lnTo>
                  <a:lnTo>
                    <a:pt x="43357" y="114096"/>
                  </a:lnTo>
                  <a:lnTo>
                    <a:pt x="42621" y="114312"/>
                  </a:lnTo>
                  <a:lnTo>
                    <a:pt x="42722" y="114096"/>
                  </a:lnTo>
                  <a:lnTo>
                    <a:pt x="42786" y="113157"/>
                  </a:lnTo>
                  <a:lnTo>
                    <a:pt x="42151" y="112280"/>
                  </a:lnTo>
                  <a:lnTo>
                    <a:pt x="41770" y="113157"/>
                  </a:lnTo>
                  <a:lnTo>
                    <a:pt x="41897" y="113157"/>
                  </a:lnTo>
                  <a:lnTo>
                    <a:pt x="42608" y="114312"/>
                  </a:lnTo>
                  <a:lnTo>
                    <a:pt x="38379" y="115570"/>
                  </a:lnTo>
                  <a:lnTo>
                    <a:pt x="35890" y="118110"/>
                  </a:lnTo>
                  <a:lnTo>
                    <a:pt x="38582" y="118110"/>
                  </a:lnTo>
                  <a:lnTo>
                    <a:pt x="42392" y="115570"/>
                  </a:lnTo>
                  <a:lnTo>
                    <a:pt x="44132" y="116840"/>
                  </a:lnTo>
                  <a:lnTo>
                    <a:pt x="44272" y="117932"/>
                  </a:lnTo>
                  <a:lnTo>
                    <a:pt x="44450" y="116840"/>
                  </a:lnTo>
                  <a:lnTo>
                    <a:pt x="43307" y="115570"/>
                  </a:lnTo>
                  <a:lnTo>
                    <a:pt x="46990" y="114312"/>
                  </a:lnTo>
                  <a:lnTo>
                    <a:pt x="50609" y="113157"/>
                  </a:lnTo>
                  <a:lnTo>
                    <a:pt x="54610" y="111760"/>
                  </a:lnTo>
                  <a:lnTo>
                    <a:pt x="55740" y="111760"/>
                  </a:lnTo>
                  <a:lnTo>
                    <a:pt x="55359" y="113157"/>
                  </a:lnTo>
                  <a:lnTo>
                    <a:pt x="56222" y="113157"/>
                  </a:lnTo>
                  <a:close/>
                </a:path>
                <a:path w="147320" h="176530">
                  <a:moveTo>
                    <a:pt x="56794" y="69875"/>
                  </a:moveTo>
                  <a:lnTo>
                    <a:pt x="56019" y="71221"/>
                  </a:lnTo>
                  <a:lnTo>
                    <a:pt x="54368" y="71221"/>
                  </a:lnTo>
                  <a:lnTo>
                    <a:pt x="55994" y="72390"/>
                  </a:lnTo>
                  <a:lnTo>
                    <a:pt x="56794" y="69875"/>
                  </a:lnTo>
                  <a:close/>
                </a:path>
                <a:path w="147320" h="176530">
                  <a:moveTo>
                    <a:pt x="57162" y="29044"/>
                  </a:moveTo>
                  <a:lnTo>
                    <a:pt x="57137" y="27940"/>
                  </a:lnTo>
                  <a:lnTo>
                    <a:pt x="56438" y="27660"/>
                  </a:lnTo>
                  <a:lnTo>
                    <a:pt x="57162" y="29044"/>
                  </a:lnTo>
                  <a:close/>
                </a:path>
                <a:path w="147320" h="176530">
                  <a:moveTo>
                    <a:pt x="57531" y="40640"/>
                  </a:moveTo>
                  <a:lnTo>
                    <a:pt x="56870" y="40640"/>
                  </a:lnTo>
                  <a:lnTo>
                    <a:pt x="54419" y="41910"/>
                  </a:lnTo>
                  <a:lnTo>
                    <a:pt x="57531" y="40640"/>
                  </a:lnTo>
                  <a:close/>
                </a:path>
                <a:path w="147320" h="176530">
                  <a:moveTo>
                    <a:pt x="58191" y="86804"/>
                  </a:moveTo>
                  <a:lnTo>
                    <a:pt x="57962" y="87630"/>
                  </a:lnTo>
                  <a:lnTo>
                    <a:pt x="58140" y="87630"/>
                  </a:lnTo>
                  <a:lnTo>
                    <a:pt x="58191" y="86804"/>
                  </a:lnTo>
                  <a:close/>
                </a:path>
                <a:path w="147320" h="176530">
                  <a:moveTo>
                    <a:pt x="58623" y="11430"/>
                  </a:moveTo>
                  <a:lnTo>
                    <a:pt x="58407" y="11430"/>
                  </a:lnTo>
                  <a:lnTo>
                    <a:pt x="54089" y="12763"/>
                  </a:lnTo>
                  <a:lnTo>
                    <a:pt x="53733" y="13004"/>
                  </a:lnTo>
                  <a:lnTo>
                    <a:pt x="58623" y="11430"/>
                  </a:lnTo>
                  <a:close/>
                </a:path>
                <a:path w="147320" h="176530">
                  <a:moveTo>
                    <a:pt x="58978" y="25514"/>
                  </a:moveTo>
                  <a:lnTo>
                    <a:pt x="56095" y="25514"/>
                  </a:lnTo>
                  <a:lnTo>
                    <a:pt x="53467" y="22987"/>
                  </a:lnTo>
                  <a:lnTo>
                    <a:pt x="53289" y="21666"/>
                  </a:lnTo>
                  <a:lnTo>
                    <a:pt x="53162" y="19100"/>
                  </a:lnTo>
                  <a:lnTo>
                    <a:pt x="53111" y="17780"/>
                  </a:lnTo>
                  <a:lnTo>
                    <a:pt x="50482" y="15240"/>
                  </a:lnTo>
                  <a:lnTo>
                    <a:pt x="52324" y="13970"/>
                  </a:lnTo>
                  <a:lnTo>
                    <a:pt x="53733" y="13004"/>
                  </a:lnTo>
                  <a:lnTo>
                    <a:pt x="50736" y="13970"/>
                  </a:lnTo>
                  <a:lnTo>
                    <a:pt x="47752" y="10160"/>
                  </a:lnTo>
                  <a:lnTo>
                    <a:pt x="47028" y="6350"/>
                  </a:lnTo>
                  <a:lnTo>
                    <a:pt x="44450" y="2540"/>
                  </a:lnTo>
                  <a:lnTo>
                    <a:pt x="45364" y="2540"/>
                  </a:lnTo>
                  <a:lnTo>
                    <a:pt x="46342" y="1270"/>
                  </a:lnTo>
                  <a:lnTo>
                    <a:pt x="44310" y="1270"/>
                  </a:lnTo>
                  <a:lnTo>
                    <a:pt x="43637" y="0"/>
                  </a:lnTo>
                  <a:lnTo>
                    <a:pt x="41465" y="0"/>
                  </a:lnTo>
                  <a:lnTo>
                    <a:pt x="42341" y="1270"/>
                  </a:lnTo>
                  <a:lnTo>
                    <a:pt x="42824" y="2540"/>
                  </a:lnTo>
                  <a:lnTo>
                    <a:pt x="45313" y="6350"/>
                  </a:lnTo>
                  <a:lnTo>
                    <a:pt x="46824" y="10160"/>
                  </a:lnTo>
                  <a:lnTo>
                    <a:pt x="48983" y="13970"/>
                  </a:lnTo>
                  <a:lnTo>
                    <a:pt x="46189" y="16294"/>
                  </a:lnTo>
                  <a:lnTo>
                    <a:pt x="49237" y="15240"/>
                  </a:lnTo>
                  <a:lnTo>
                    <a:pt x="51600" y="18821"/>
                  </a:lnTo>
                  <a:lnTo>
                    <a:pt x="51752" y="19100"/>
                  </a:lnTo>
                  <a:lnTo>
                    <a:pt x="52247" y="21666"/>
                  </a:lnTo>
                  <a:lnTo>
                    <a:pt x="52552" y="22987"/>
                  </a:lnTo>
                  <a:lnTo>
                    <a:pt x="54610" y="26670"/>
                  </a:lnTo>
                  <a:lnTo>
                    <a:pt x="54419" y="26835"/>
                  </a:lnTo>
                  <a:lnTo>
                    <a:pt x="56438" y="27660"/>
                  </a:lnTo>
                  <a:lnTo>
                    <a:pt x="56007" y="26835"/>
                  </a:lnTo>
                  <a:lnTo>
                    <a:pt x="55930" y="26670"/>
                  </a:lnTo>
                  <a:lnTo>
                    <a:pt x="58978" y="25514"/>
                  </a:lnTo>
                  <a:close/>
                </a:path>
                <a:path w="147320" h="176530">
                  <a:moveTo>
                    <a:pt x="60172" y="149860"/>
                  </a:moveTo>
                  <a:lnTo>
                    <a:pt x="58991" y="149212"/>
                  </a:lnTo>
                  <a:lnTo>
                    <a:pt x="59563" y="149860"/>
                  </a:lnTo>
                  <a:lnTo>
                    <a:pt x="60172" y="149860"/>
                  </a:lnTo>
                  <a:close/>
                </a:path>
                <a:path w="147320" h="176530">
                  <a:moveTo>
                    <a:pt x="60667" y="83947"/>
                  </a:moveTo>
                  <a:lnTo>
                    <a:pt x="60350" y="83947"/>
                  </a:lnTo>
                  <a:lnTo>
                    <a:pt x="59728" y="85242"/>
                  </a:lnTo>
                  <a:lnTo>
                    <a:pt x="60363" y="85242"/>
                  </a:lnTo>
                  <a:lnTo>
                    <a:pt x="60667" y="83947"/>
                  </a:lnTo>
                  <a:close/>
                </a:path>
                <a:path w="147320" h="176530">
                  <a:moveTo>
                    <a:pt x="61277" y="68160"/>
                  </a:moveTo>
                  <a:lnTo>
                    <a:pt x="61175" y="67310"/>
                  </a:lnTo>
                  <a:lnTo>
                    <a:pt x="60413" y="67310"/>
                  </a:lnTo>
                  <a:lnTo>
                    <a:pt x="59486" y="68707"/>
                  </a:lnTo>
                  <a:lnTo>
                    <a:pt x="60731" y="68707"/>
                  </a:lnTo>
                  <a:lnTo>
                    <a:pt x="61277" y="68160"/>
                  </a:lnTo>
                  <a:close/>
                </a:path>
                <a:path w="147320" h="176530">
                  <a:moveTo>
                    <a:pt x="61785" y="67310"/>
                  </a:moveTo>
                  <a:lnTo>
                    <a:pt x="60769" y="63893"/>
                  </a:lnTo>
                  <a:lnTo>
                    <a:pt x="61023" y="66040"/>
                  </a:lnTo>
                  <a:lnTo>
                    <a:pt x="61087" y="66611"/>
                  </a:lnTo>
                  <a:lnTo>
                    <a:pt x="61175" y="67310"/>
                  </a:lnTo>
                  <a:lnTo>
                    <a:pt x="61785" y="67310"/>
                  </a:lnTo>
                  <a:close/>
                </a:path>
                <a:path w="147320" h="176530">
                  <a:moveTo>
                    <a:pt x="61912" y="53340"/>
                  </a:moveTo>
                  <a:lnTo>
                    <a:pt x="60109" y="53340"/>
                  </a:lnTo>
                  <a:lnTo>
                    <a:pt x="58026" y="54610"/>
                  </a:lnTo>
                  <a:lnTo>
                    <a:pt x="55702" y="50939"/>
                  </a:lnTo>
                  <a:lnTo>
                    <a:pt x="55511" y="50546"/>
                  </a:lnTo>
                  <a:lnTo>
                    <a:pt x="54152" y="46990"/>
                  </a:lnTo>
                  <a:lnTo>
                    <a:pt x="52412" y="43802"/>
                  </a:lnTo>
                  <a:lnTo>
                    <a:pt x="49466" y="39370"/>
                  </a:lnTo>
                  <a:lnTo>
                    <a:pt x="48183" y="35712"/>
                  </a:lnTo>
                  <a:lnTo>
                    <a:pt x="47282" y="34290"/>
                  </a:lnTo>
                  <a:lnTo>
                    <a:pt x="46431" y="33020"/>
                  </a:lnTo>
                  <a:lnTo>
                    <a:pt x="45681" y="31889"/>
                  </a:lnTo>
                  <a:lnTo>
                    <a:pt x="45300" y="31889"/>
                  </a:lnTo>
                  <a:lnTo>
                    <a:pt x="48171" y="30480"/>
                  </a:lnTo>
                  <a:lnTo>
                    <a:pt x="50571" y="29337"/>
                  </a:lnTo>
                  <a:lnTo>
                    <a:pt x="48310" y="29337"/>
                  </a:lnTo>
                  <a:lnTo>
                    <a:pt x="45669" y="30480"/>
                  </a:lnTo>
                  <a:lnTo>
                    <a:pt x="42811" y="27940"/>
                  </a:lnTo>
                  <a:lnTo>
                    <a:pt x="41186" y="24130"/>
                  </a:lnTo>
                  <a:lnTo>
                    <a:pt x="39624" y="21666"/>
                  </a:lnTo>
                  <a:lnTo>
                    <a:pt x="38785" y="20320"/>
                  </a:lnTo>
                  <a:lnTo>
                    <a:pt x="41935" y="19100"/>
                  </a:lnTo>
                  <a:lnTo>
                    <a:pt x="45224" y="16751"/>
                  </a:lnTo>
                  <a:lnTo>
                    <a:pt x="42252" y="17780"/>
                  </a:lnTo>
                  <a:lnTo>
                    <a:pt x="38849" y="19050"/>
                  </a:lnTo>
                  <a:lnTo>
                    <a:pt x="35407" y="16510"/>
                  </a:lnTo>
                  <a:lnTo>
                    <a:pt x="34226" y="13004"/>
                  </a:lnTo>
                  <a:lnTo>
                    <a:pt x="34150" y="12763"/>
                  </a:lnTo>
                  <a:lnTo>
                    <a:pt x="32766" y="11430"/>
                  </a:lnTo>
                  <a:lnTo>
                    <a:pt x="31407" y="10160"/>
                  </a:lnTo>
                  <a:lnTo>
                    <a:pt x="33197" y="8890"/>
                  </a:lnTo>
                  <a:lnTo>
                    <a:pt x="35001" y="7620"/>
                  </a:lnTo>
                  <a:lnTo>
                    <a:pt x="39116" y="5080"/>
                  </a:lnTo>
                  <a:lnTo>
                    <a:pt x="42824" y="2540"/>
                  </a:lnTo>
                  <a:lnTo>
                    <a:pt x="35217" y="6350"/>
                  </a:lnTo>
                  <a:lnTo>
                    <a:pt x="31191" y="8890"/>
                  </a:lnTo>
                  <a:lnTo>
                    <a:pt x="29260" y="6350"/>
                  </a:lnTo>
                  <a:lnTo>
                    <a:pt x="27546" y="5080"/>
                  </a:lnTo>
                  <a:lnTo>
                    <a:pt x="26073" y="2540"/>
                  </a:lnTo>
                  <a:lnTo>
                    <a:pt x="25031" y="3810"/>
                  </a:lnTo>
                  <a:lnTo>
                    <a:pt x="26593" y="5080"/>
                  </a:lnTo>
                  <a:lnTo>
                    <a:pt x="27863" y="7620"/>
                  </a:lnTo>
                  <a:lnTo>
                    <a:pt x="29679" y="8890"/>
                  </a:lnTo>
                  <a:lnTo>
                    <a:pt x="27520" y="11430"/>
                  </a:lnTo>
                  <a:lnTo>
                    <a:pt x="26314" y="12763"/>
                  </a:lnTo>
                  <a:lnTo>
                    <a:pt x="24574" y="13970"/>
                  </a:lnTo>
                  <a:lnTo>
                    <a:pt x="26479" y="12763"/>
                  </a:lnTo>
                  <a:lnTo>
                    <a:pt x="30035" y="10160"/>
                  </a:lnTo>
                  <a:lnTo>
                    <a:pt x="34442" y="16510"/>
                  </a:lnTo>
                  <a:lnTo>
                    <a:pt x="37160" y="20320"/>
                  </a:lnTo>
                  <a:lnTo>
                    <a:pt x="34302" y="22847"/>
                  </a:lnTo>
                  <a:lnTo>
                    <a:pt x="37223" y="21666"/>
                  </a:lnTo>
                  <a:lnTo>
                    <a:pt x="37490" y="21666"/>
                  </a:lnTo>
                  <a:lnTo>
                    <a:pt x="40360" y="24130"/>
                  </a:lnTo>
                  <a:lnTo>
                    <a:pt x="41643" y="27660"/>
                  </a:lnTo>
                  <a:lnTo>
                    <a:pt x="41757" y="27940"/>
                  </a:lnTo>
                  <a:lnTo>
                    <a:pt x="44386" y="31889"/>
                  </a:lnTo>
                  <a:lnTo>
                    <a:pt x="44081" y="31889"/>
                  </a:lnTo>
                  <a:lnTo>
                    <a:pt x="38874" y="35483"/>
                  </a:lnTo>
                  <a:lnTo>
                    <a:pt x="41643" y="34290"/>
                  </a:lnTo>
                  <a:lnTo>
                    <a:pt x="44335" y="33020"/>
                  </a:lnTo>
                  <a:lnTo>
                    <a:pt x="45580" y="34290"/>
                  </a:lnTo>
                  <a:lnTo>
                    <a:pt x="46926" y="35712"/>
                  </a:lnTo>
                  <a:lnTo>
                    <a:pt x="49161" y="39370"/>
                  </a:lnTo>
                  <a:lnTo>
                    <a:pt x="50546" y="43357"/>
                  </a:lnTo>
                  <a:lnTo>
                    <a:pt x="50152" y="43357"/>
                  </a:lnTo>
                  <a:lnTo>
                    <a:pt x="48082" y="44450"/>
                  </a:lnTo>
                  <a:lnTo>
                    <a:pt x="46075" y="45720"/>
                  </a:lnTo>
                  <a:lnTo>
                    <a:pt x="48425" y="45720"/>
                  </a:lnTo>
                  <a:lnTo>
                    <a:pt x="50622" y="43357"/>
                  </a:lnTo>
                  <a:lnTo>
                    <a:pt x="50901" y="43357"/>
                  </a:lnTo>
                  <a:lnTo>
                    <a:pt x="53060" y="46990"/>
                  </a:lnTo>
                  <a:lnTo>
                    <a:pt x="54749" y="50939"/>
                  </a:lnTo>
                  <a:lnTo>
                    <a:pt x="55968" y="53340"/>
                  </a:lnTo>
                  <a:lnTo>
                    <a:pt x="56553" y="54737"/>
                  </a:lnTo>
                  <a:lnTo>
                    <a:pt x="55206" y="56946"/>
                  </a:lnTo>
                  <a:lnTo>
                    <a:pt x="56692" y="55880"/>
                  </a:lnTo>
                  <a:lnTo>
                    <a:pt x="58953" y="59690"/>
                  </a:lnTo>
                  <a:lnTo>
                    <a:pt x="60718" y="63500"/>
                  </a:lnTo>
                  <a:lnTo>
                    <a:pt x="60261" y="59690"/>
                  </a:lnTo>
                  <a:lnTo>
                    <a:pt x="60147" y="58724"/>
                  </a:lnTo>
                  <a:lnTo>
                    <a:pt x="60121" y="58496"/>
                  </a:lnTo>
                  <a:lnTo>
                    <a:pt x="59982" y="58140"/>
                  </a:lnTo>
                  <a:lnTo>
                    <a:pt x="58851" y="55880"/>
                  </a:lnTo>
                  <a:lnTo>
                    <a:pt x="58280" y="54737"/>
                  </a:lnTo>
                  <a:lnTo>
                    <a:pt x="60274" y="54737"/>
                  </a:lnTo>
                  <a:lnTo>
                    <a:pt x="61912" y="53340"/>
                  </a:lnTo>
                  <a:close/>
                </a:path>
                <a:path w="147320" h="176530">
                  <a:moveTo>
                    <a:pt x="62826" y="68707"/>
                  </a:moveTo>
                  <a:lnTo>
                    <a:pt x="62128" y="67310"/>
                  </a:lnTo>
                  <a:lnTo>
                    <a:pt x="61277" y="68160"/>
                  </a:lnTo>
                  <a:lnTo>
                    <a:pt x="61341" y="68707"/>
                  </a:lnTo>
                  <a:lnTo>
                    <a:pt x="61442" y="69545"/>
                  </a:lnTo>
                  <a:lnTo>
                    <a:pt x="61480" y="69875"/>
                  </a:lnTo>
                  <a:lnTo>
                    <a:pt x="61823" y="69545"/>
                  </a:lnTo>
                  <a:lnTo>
                    <a:pt x="62826" y="68707"/>
                  </a:lnTo>
                  <a:close/>
                </a:path>
                <a:path w="147320" h="176530">
                  <a:moveTo>
                    <a:pt x="63474" y="25196"/>
                  </a:moveTo>
                  <a:lnTo>
                    <a:pt x="62560" y="25514"/>
                  </a:lnTo>
                  <a:lnTo>
                    <a:pt x="63093" y="25514"/>
                  </a:lnTo>
                  <a:lnTo>
                    <a:pt x="63474" y="25196"/>
                  </a:lnTo>
                  <a:close/>
                </a:path>
                <a:path w="147320" h="176530">
                  <a:moveTo>
                    <a:pt x="64897" y="80899"/>
                  </a:moveTo>
                  <a:lnTo>
                    <a:pt x="62509" y="77470"/>
                  </a:lnTo>
                  <a:lnTo>
                    <a:pt x="60921" y="73939"/>
                  </a:lnTo>
                  <a:lnTo>
                    <a:pt x="60807" y="73672"/>
                  </a:lnTo>
                  <a:lnTo>
                    <a:pt x="58242" y="69875"/>
                  </a:lnTo>
                  <a:lnTo>
                    <a:pt x="58483" y="69545"/>
                  </a:lnTo>
                  <a:lnTo>
                    <a:pt x="59245" y="68707"/>
                  </a:lnTo>
                  <a:lnTo>
                    <a:pt x="58280" y="68707"/>
                  </a:lnTo>
                  <a:lnTo>
                    <a:pt x="55219" y="66040"/>
                  </a:lnTo>
                  <a:lnTo>
                    <a:pt x="53682" y="62230"/>
                  </a:lnTo>
                  <a:lnTo>
                    <a:pt x="51320" y="58724"/>
                  </a:lnTo>
                  <a:lnTo>
                    <a:pt x="47980" y="54737"/>
                  </a:lnTo>
                  <a:lnTo>
                    <a:pt x="47244" y="53340"/>
                  </a:lnTo>
                  <a:lnTo>
                    <a:pt x="46736" y="52298"/>
                  </a:lnTo>
                  <a:lnTo>
                    <a:pt x="46659" y="52171"/>
                  </a:lnTo>
                  <a:lnTo>
                    <a:pt x="45732" y="50939"/>
                  </a:lnTo>
                  <a:lnTo>
                    <a:pt x="43637" y="48272"/>
                  </a:lnTo>
                  <a:lnTo>
                    <a:pt x="43865" y="47955"/>
                  </a:lnTo>
                  <a:lnTo>
                    <a:pt x="44653" y="46990"/>
                  </a:lnTo>
                  <a:lnTo>
                    <a:pt x="45402" y="46075"/>
                  </a:lnTo>
                  <a:lnTo>
                    <a:pt x="43688" y="46990"/>
                  </a:lnTo>
                  <a:lnTo>
                    <a:pt x="40322" y="44450"/>
                  </a:lnTo>
                  <a:lnTo>
                    <a:pt x="38925" y="40640"/>
                  </a:lnTo>
                  <a:lnTo>
                    <a:pt x="36182" y="38176"/>
                  </a:lnTo>
                  <a:lnTo>
                    <a:pt x="36004" y="38176"/>
                  </a:lnTo>
                  <a:lnTo>
                    <a:pt x="37388" y="36830"/>
                  </a:lnTo>
                  <a:lnTo>
                    <a:pt x="38544" y="35712"/>
                  </a:lnTo>
                  <a:lnTo>
                    <a:pt x="38341" y="35712"/>
                  </a:lnTo>
                  <a:lnTo>
                    <a:pt x="35737" y="36830"/>
                  </a:lnTo>
                  <a:lnTo>
                    <a:pt x="32905" y="34290"/>
                  </a:lnTo>
                  <a:lnTo>
                    <a:pt x="30619" y="30480"/>
                  </a:lnTo>
                  <a:lnTo>
                    <a:pt x="28016" y="27940"/>
                  </a:lnTo>
                  <a:lnTo>
                    <a:pt x="29489" y="26670"/>
                  </a:lnTo>
                  <a:lnTo>
                    <a:pt x="30822" y="25514"/>
                  </a:lnTo>
                  <a:lnTo>
                    <a:pt x="30632" y="25514"/>
                  </a:lnTo>
                  <a:lnTo>
                    <a:pt x="27622" y="26670"/>
                  </a:lnTo>
                  <a:lnTo>
                    <a:pt x="24625" y="24130"/>
                  </a:lnTo>
                  <a:lnTo>
                    <a:pt x="19646" y="17780"/>
                  </a:lnTo>
                  <a:lnTo>
                    <a:pt x="22745" y="15240"/>
                  </a:lnTo>
                  <a:lnTo>
                    <a:pt x="19304" y="17780"/>
                  </a:lnTo>
                  <a:lnTo>
                    <a:pt x="17348" y="15240"/>
                  </a:lnTo>
                  <a:lnTo>
                    <a:pt x="15671" y="13970"/>
                  </a:lnTo>
                  <a:lnTo>
                    <a:pt x="13906" y="11430"/>
                  </a:lnTo>
                  <a:lnTo>
                    <a:pt x="12712" y="12763"/>
                  </a:lnTo>
                  <a:lnTo>
                    <a:pt x="14541" y="15240"/>
                  </a:lnTo>
                  <a:lnTo>
                    <a:pt x="16370" y="16510"/>
                  </a:lnTo>
                  <a:lnTo>
                    <a:pt x="17983" y="18821"/>
                  </a:lnTo>
                  <a:lnTo>
                    <a:pt x="18173" y="19100"/>
                  </a:lnTo>
                  <a:lnTo>
                    <a:pt x="18313" y="19100"/>
                  </a:lnTo>
                  <a:lnTo>
                    <a:pt x="21386" y="21666"/>
                  </a:lnTo>
                  <a:lnTo>
                    <a:pt x="23901" y="25196"/>
                  </a:lnTo>
                  <a:lnTo>
                    <a:pt x="24155" y="25514"/>
                  </a:lnTo>
                  <a:lnTo>
                    <a:pt x="26441" y="27940"/>
                  </a:lnTo>
                  <a:lnTo>
                    <a:pt x="23660" y="31889"/>
                  </a:lnTo>
                  <a:lnTo>
                    <a:pt x="23914" y="31889"/>
                  </a:lnTo>
                  <a:lnTo>
                    <a:pt x="26924" y="27940"/>
                  </a:lnTo>
                  <a:lnTo>
                    <a:pt x="28689" y="30480"/>
                  </a:lnTo>
                  <a:lnTo>
                    <a:pt x="29730" y="31889"/>
                  </a:lnTo>
                  <a:lnTo>
                    <a:pt x="32346" y="34290"/>
                  </a:lnTo>
                  <a:lnTo>
                    <a:pt x="34569" y="38176"/>
                  </a:lnTo>
                  <a:lnTo>
                    <a:pt x="34429" y="38176"/>
                  </a:lnTo>
                  <a:lnTo>
                    <a:pt x="32067" y="40640"/>
                  </a:lnTo>
                  <a:lnTo>
                    <a:pt x="30048" y="42862"/>
                  </a:lnTo>
                  <a:lnTo>
                    <a:pt x="31076" y="41910"/>
                  </a:lnTo>
                  <a:lnTo>
                    <a:pt x="34975" y="38176"/>
                  </a:lnTo>
                  <a:lnTo>
                    <a:pt x="35115" y="38176"/>
                  </a:lnTo>
                  <a:lnTo>
                    <a:pt x="37807" y="41910"/>
                  </a:lnTo>
                  <a:lnTo>
                    <a:pt x="39751" y="44450"/>
                  </a:lnTo>
                  <a:lnTo>
                    <a:pt x="42125" y="47955"/>
                  </a:lnTo>
                  <a:lnTo>
                    <a:pt x="44526" y="50939"/>
                  </a:lnTo>
                  <a:lnTo>
                    <a:pt x="45478" y="52171"/>
                  </a:lnTo>
                  <a:lnTo>
                    <a:pt x="47129" y="55880"/>
                  </a:lnTo>
                  <a:lnTo>
                    <a:pt x="49771" y="58496"/>
                  </a:lnTo>
                  <a:lnTo>
                    <a:pt x="49644" y="58496"/>
                  </a:lnTo>
                  <a:lnTo>
                    <a:pt x="48628" y="59690"/>
                  </a:lnTo>
                  <a:lnTo>
                    <a:pt x="49911" y="59690"/>
                  </a:lnTo>
                  <a:lnTo>
                    <a:pt x="52463" y="62230"/>
                  </a:lnTo>
                  <a:lnTo>
                    <a:pt x="54546" y="66040"/>
                  </a:lnTo>
                  <a:lnTo>
                    <a:pt x="56603" y="69545"/>
                  </a:lnTo>
                  <a:lnTo>
                    <a:pt x="59880" y="73672"/>
                  </a:lnTo>
                  <a:lnTo>
                    <a:pt x="61671" y="77470"/>
                  </a:lnTo>
                  <a:lnTo>
                    <a:pt x="63563" y="80899"/>
                  </a:lnTo>
                  <a:lnTo>
                    <a:pt x="63652" y="81686"/>
                  </a:lnTo>
                  <a:lnTo>
                    <a:pt x="63360" y="82638"/>
                  </a:lnTo>
                  <a:lnTo>
                    <a:pt x="63500" y="82638"/>
                  </a:lnTo>
                  <a:lnTo>
                    <a:pt x="63830" y="81686"/>
                  </a:lnTo>
                  <a:lnTo>
                    <a:pt x="63893" y="81470"/>
                  </a:lnTo>
                  <a:lnTo>
                    <a:pt x="63957" y="81318"/>
                  </a:lnTo>
                  <a:lnTo>
                    <a:pt x="64897" y="80899"/>
                  </a:lnTo>
                  <a:close/>
                </a:path>
                <a:path w="147320" h="176530">
                  <a:moveTo>
                    <a:pt x="65278" y="66611"/>
                  </a:moveTo>
                  <a:lnTo>
                    <a:pt x="64516" y="66040"/>
                  </a:lnTo>
                  <a:lnTo>
                    <a:pt x="63398" y="67310"/>
                  </a:lnTo>
                  <a:lnTo>
                    <a:pt x="63766" y="67906"/>
                  </a:lnTo>
                  <a:lnTo>
                    <a:pt x="65278" y="66611"/>
                  </a:lnTo>
                  <a:close/>
                </a:path>
                <a:path w="147320" h="176530">
                  <a:moveTo>
                    <a:pt x="66040" y="75425"/>
                  </a:moveTo>
                  <a:lnTo>
                    <a:pt x="65976" y="73393"/>
                  </a:lnTo>
                  <a:lnTo>
                    <a:pt x="65887" y="72390"/>
                  </a:lnTo>
                  <a:lnTo>
                    <a:pt x="65786" y="71221"/>
                  </a:lnTo>
                  <a:lnTo>
                    <a:pt x="64998" y="69875"/>
                  </a:lnTo>
                  <a:lnTo>
                    <a:pt x="63766" y="67906"/>
                  </a:lnTo>
                  <a:lnTo>
                    <a:pt x="62826" y="68707"/>
                  </a:lnTo>
                  <a:lnTo>
                    <a:pt x="65735" y="74561"/>
                  </a:lnTo>
                  <a:lnTo>
                    <a:pt x="65951" y="75044"/>
                  </a:lnTo>
                  <a:lnTo>
                    <a:pt x="66040" y="75425"/>
                  </a:lnTo>
                  <a:close/>
                </a:path>
                <a:path w="147320" h="176530">
                  <a:moveTo>
                    <a:pt x="66319" y="136652"/>
                  </a:moveTo>
                  <a:lnTo>
                    <a:pt x="65176" y="135890"/>
                  </a:lnTo>
                  <a:lnTo>
                    <a:pt x="64782" y="135890"/>
                  </a:lnTo>
                  <a:lnTo>
                    <a:pt x="66319" y="136652"/>
                  </a:lnTo>
                  <a:close/>
                </a:path>
                <a:path w="147320" h="176530">
                  <a:moveTo>
                    <a:pt x="67538" y="137261"/>
                  </a:moveTo>
                  <a:lnTo>
                    <a:pt x="66319" y="136652"/>
                  </a:lnTo>
                  <a:lnTo>
                    <a:pt x="67208" y="137261"/>
                  </a:lnTo>
                  <a:lnTo>
                    <a:pt x="67538" y="137261"/>
                  </a:lnTo>
                  <a:close/>
                </a:path>
                <a:path w="147320" h="176530">
                  <a:moveTo>
                    <a:pt x="69075" y="50939"/>
                  </a:moveTo>
                  <a:lnTo>
                    <a:pt x="67017" y="52171"/>
                  </a:lnTo>
                  <a:lnTo>
                    <a:pt x="67411" y="52171"/>
                  </a:lnTo>
                  <a:lnTo>
                    <a:pt x="69075" y="50939"/>
                  </a:lnTo>
                  <a:close/>
                </a:path>
                <a:path w="147320" h="176530">
                  <a:moveTo>
                    <a:pt x="70180" y="124485"/>
                  </a:moveTo>
                  <a:lnTo>
                    <a:pt x="69710" y="124206"/>
                  </a:lnTo>
                  <a:lnTo>
                    <a:pt x="68795" y="123723"/>
                  </a:lnTo>
                  <a:lnTo>
                    <a:pt x="67551" y="127000"/>
                  </a:lnTo>
                  <a:lnTo>
                    <a:pt x="68935" y="125730"/>
                  </a:lnTo>
                  <a:lnTo>
                    <a:pt x="70180" y="124485"/>
                  </a:lnTo>
                  <a:close/>
                </a:path>
                <a:path w="147320" h="176530">
                  <a:moveTo>
                    <a:pt x="70599" y="79730"/>
                  </a:moveTo>
                  <a:lnTo>
                    <a:pt x="69926" y="78740"/>
                  </a:lnTo>
                  <a:lnTo>
                    <a:pt x="69850" y="79171"/>
                  </a:lnTo>
                  <a:lnTo>
                    <a:pt x="70548" y="80022"/>
                  </a:lnTo>
                  <a:lnTo>
                    <a:pt x="70599" y="79730"/>
                  </a:lnTo>
                  <a:close/>
                </a:path>
                <a:path w="147320" h="176530">
                  <a:moveTo>
                    <a:pt x="70878" y="124015"/>
                  </a:moveTo>
                  <a:lnTo>
                    <a:pt x="69938" y="123240"/>
                  </a:lnTo>
                  <a:lnTo>
                    <a:pt x="69684" y="123240"/>
                  </a:lnTo>
                  <a:lnTo>
                    <a:pt x="70777" y="124485"/>
                  </a:lnTo>
                  <a:lnTo>
                    <a:pt x="70878" y="124015"/>
                  </a:lnTo>
                  <a:close/>
                </a:path>
                <a:path w="147320" h="176530">
                  <a:moveTo>
                    <a:pt x="71107" y="124206"/>
                  </a:moveTo>
                  <a:lnTo>
                    <a:pt x="71094" y="123583"/>
                  </a:lnTo>
                  <a:lnTo>
                    <a:pt x="70954" y="123723"/>
                  </a:lnTo>
                  <a:lnTo>
                    <a:pt x="70878" y="124015"/>
                  </a:lnTo>
                  <a:lnTo>
                    <a:pt x="71107" y="124206"/>
                  </a:lnTo>
                  <a:close/>
                </a:path>
                <a:path w="147320" h="176530">
                  <a:moveTo>
                    <a:pt x="71424" y="114490"/>
                  </a:moveTo>
                  <a:lnTo>
                    <a:pt x="67779" y="121983"/>
                  </a:lnTo>
                  <a:lnTo>
                    <a:pt x="65481" y="121983"/>
                  </a:lnTo>
                  <a:lnTo>
                    <a:pt x="68795" y="123723"/>
                  </a:lnTo>
                  <a:lnTo>
                    <a:pt x="69316" y="122377"/>
                  </a:lnTo>
                  <a:lnTo>
                    <a:pt x="70396" y="118237"/>
                  </a:lnTo>
                  <a:lnTo>
                    <a:pt x="71424" y="114490"/>
                  </a:lnTo>
                  <a:close/>
                </a:path>
                <a:path w="147320" h="176530">
                  <a:moveTo>
                    <a:pt x="71983" y="64770"/>
                  </a:moveTo>
                  <a:lnTo>
                    <a:pt x="69049" y="64770"/>
                  </a:lnTo>
                  <a:lnTo>
                    <a:pt x="70713" y="66040"/>
                  </a:lnTo>
                  <a:lnTo>
                    <a:pt x="71983" y="64770"/>
                  </a:lnTo>
                  <a:close/>
                </a:path>
                <a:path w="147320" h="176530">
                  <a:moveTo>
                    <a:pt x="72085" y="85242"/>
                  </a:moveTo>
                  <a:lnTo>
                    <a:pt x="70815" y="85242"/>
                  </a:lnTo>
                  <a:lnTo>
                    <a:pt x="71056" y="86182"/>
                  </a:lnTo>
                  <a:lnTo>
                    <a:pt x="71107" y="86360"/>
                  </a:lnTo>
                  <a:lnTo>
                    <a:pt x="71894" y="86360"/>
                  </a:lnTo>
                  <a:lnTo>
                    <a:pt x="72085" y="85242"/>
                  </a:lnTo>
                  <a:close/>
                </a:path>
                <a:path w="147320" h="176530">
                  <a:moveTo>
                    <a:pt x="72821" y="137756"/>
                  </a:moveTo>
                  <a:lnTo>
                    <a:pt x="71882" y="137261"/>
                  </a:lnTo>
                  <a:lnTo>
                    <a:pt x="70167" y="137261"/>
                  </a:lnTo>
                  <a:lnTo>
                    <a:pt x="72110" y="138430"/>
                  </a:lnTo>
                  <a:lnTo>
                    <a:pt x="72821" y="137756"/>
                  </a:lnTo>
                  <a:close/>
                </a:path>
                <a:path w="147320" h="176530">
                  <a:moveTo>
                    <a:pt x="73088" y="85242"/>
                  </a:moveTo>
                  <a:lnTo>
                    <a:pt x="73012" y="82638"/>
                  </a:lnTo>
                  <a:lnTo>
                    <a:pt x="71805" y="78740"/>
                  </a:lnTo>
                  <a:lnTo>
                    <a:pt x="72199" y="78740"/>
                  </a:lnTo>
                  <a:lnTo>
                    <a:pt x="70586" y="73939"/>
                  </a:lnTo>
                  <a:lnTo>
                    <a:pt x="70497" y="73672"/>
                  </a:lnTo>
                  <a:lnTo>
                    <a:pt x="69824" y="69875"/>
                  </a:lnTo>
                  <a:lnTo>
                    <a:pt x="69646" y="68707"/>
                  </a:lnTo>
                  <a:lnTo>
                    <a:pt x="69519" y="67906"/>
                  </a:lnTo>
                  <a:lnTo>
                    <a:pt x="69430" y="67310"/>
                  </a:lnTo>
                  <a:lnTo>
                    <a:pt x="69329" y="66611"/>
                  </a:lnTo>
                  <a:lnTo>
                    <a:pt x="69240" y="66040"/>
                  </a:lnTo>
                  <a:lnTo>
                    <a:pt x="69049" y="64770"/>
                  </a:lnTo>
                  <a:lnTo>
                    <a:pt x="68541" y="64770"/>
                  </a:lnTo>
                  <a:lnTo>
                    <a:pt x="67564" y="60960"/>
                  </a:lnTo>
                  <a:lnTo>
                    <a:pt x="66598" y="57480"/>
                  </a:lnTo>
                  <a:lnTo>
                    <a:pt x="66522" y="57226"/>
                  </a:lnTo>
                  <a:lnTo>
                    <a:pt x="64998" y="53340"/>
                  </a:lnTo>
                  <a:lnTo>
                    <a:pt x="67017" y="52171"/>
                  </a:lnTo>
                  <a:lnTo>
                    <a:pt x="65455" y="52171"/>
                  </a:lnTo>
                  <a:lnTo>
                    <a:pt x="63360" y="48272"/>
                  </a:lnTo>
                  <a:lnTo>
                    <a:pt x="62331" y="43802"/>
                  </a:lnTo>
                  <a:lnTo>
                    <a:pt x="61214" y="39370"/>
                  </a:lnTo>
                  <a:lnTo>
                    <a:pt x="64008" y="39370"/>
                  </a:lnTo>
                  <a:lnTo>
                    <a:pt x="61036" y="38176"/>
                  </a:lnTo>
                  <a:lnTo>
                    <a:pt x="60896" y="38176"/>
                  </a:lnTo>
                  <a:lnTo>
                    <a:pt x="58801" y="35712"/>
                  </a:lnTo>
                  <a:lnTo>
                    <a:pt x="58483" y="34290"/>
                  </a:lnTo>
                  <a:lnTo>
                    <a:pt x="57912" y="30480"/>
                  </a:lnTo>
                  <a:lnTo>
                    <a:pt x="57162" y="29044"/>
                  </a:lnTo>
                  <a:lnTo>
                    <a:pt x="57226" y="31889"/>
                  </a:lnTo>
                  <a:lnTo>
                    <a:pt x="57353" y="36830"/>
                  </a:lnTo>
                  <a:lnTo>
                    <a:pt x="59575" y="39370"/>
                  </a:lnTo>
                  <a:lnTo>
                    <a:pt x="57531" y="40640"/>
                  </a:lnTo>
                  <a:lnTo>
                    <a:pt x="59385" y="40640"/>
                  </a:lnTo>
                  <a:lnTo>
                    <a:pt x="61925" y="43357"/>
                  </a:lnTo>
                  <a:lnTo>
                    <a:pt x="61760" y="43357"/>
                  </a:lnTo>
                  <a:lnTo>
                    <a:pt x="61798" y="43802"/>
                  </a:lnTo>
                  <a:lnTo>
                    <a:pt x="61912" y="45720"/>
                  </a:lnTo>
                  <a:lnTo>
                    <a:pt x="61988" y="46990"/>
                  </a:lnTo>
                  <a:lnTo>
                    <a:pt x="62077" y="48272"/>
                  </a:lnTo>
                  <a:lnTo>
                    <a:pt x="63893" y="52171"/>
                  </a:lnTo>
                  <a:lnTo>
                    <a:pt x="63728" y="52171"/>
                  </a:lnTo>
                  <a:lnTo>
                    <a:pt x="62230" y="53340"/>
                  </a:lnTo>
                  <a:lnTo>
                    <a:pt x="64096" y="53340"/>
                  </a:lnTo>
                  <a:lnTo>
                    <a:pt x="65252" y="56946"/>
                  </a:lnTo>
                  <a:lnTo>
                    <a:pt x="66319" y="60960"/>
                  </a:lnTo>
                  <a:lnTo>
                    <a:pt x="67449" y="64770"/>
                  </a:lnTo>
                  <a:lnTo>
                    <a:pt x="65278" y="66611"/>
                  </a:lnTo>
                  <a:lnTo>
                    <a:pt x="66192" y="67310"/>
                  </a:lnTo>
                  <a:lnTo>
                    <a:pt x="67373" y="66040"/>
                  </a:lnTo>
                  <a:lnTo>
                    <a:pt x="69227" y="69875"/>
                  </a:lnTo>
                  <a:lnTo>
                    <a:pt x="69316" y="73939"/>
                  </a:lnTo>
                  <a:lnTo>
                    <a:pt x="70802" y="78740"/>
                  </a:lnTo>
                  <a:lnTo>
                    <a:pt x="70713" y="79171"/>
                  </a:lnTo>
                  <a:lnTo>
                    <a:pt x="70599" y="79730"/>
                  </a:lnTo>
                  <a:lnTo>
                    <a:pt x="71958" y="81686"/>
                  </a:lnTo>
                  <a:lnTo>
                    <a:pt x="72529" y="82638"/>
                  </a:lnTo>
                  <a:lnTo>
                    <a:pt x="72085" y="85242"/>
                  </a:lnTo>
                  <a:lnTo>
                    <a:pt x="73088" y="85242"/>
                  </a:lnTo>
                  <a:close/>
                </a:path>
                <a:path w="147320" h="176530">
                  <a:moveTo>
                    <a:pt x="74714" y="137896"/>
                  </a:moveTo>
                  <a:lnTo>
                    <a:pt x="73647" y="137261"/>
                  </a:lnTo>
                  <a:lnTo>
                    <a:pt x="73342" y="137261"/>
                  </a:lnTo>
                  <a:lnTo>
                    <a:pt x="72821" y="137756"/>
                  </a:lnTo>
                  <a:lnTo>
                    <a:pt x="74129" y="138430"/>
                  </a:lnTo>
                  <a:lnTo>
                    <a:pt x="74714" y="137896"/>
                  </a:lnTo>
                  <a:close/>
                </a:path>
                <a:path w="147320" h="176530">
                  <a:moveTo>
                    <a:pt x="75095" y="86360"/>
                  </a:moveTo>
                  <a:lnTo>
                    <a:pt x="74815" y="85242"/>
                  </a:lnTo>
                  <a:lnTo>
                    <a:pt x="73088" y="85242"/>
                  </a:lnTo>
                  <a:lnTo>
                    <a:pt x="73126" y="86360"/>
                  </a:lnTo>
                  <a:lnTo>
                    <a:pt x="75095" y="86360"/>
                  </a:lnTo>
                  <a:close/>
                </a:path>
                <a:path w="147320" h="176530">
                  <a:moveTo>
                    <a:pt x="75996" y="78740"/>
                  </a:moveTo>
                  <a:lnTo>
                    <a:pt x="74917" y="73939"/>
                  </a:lnTo>
                  <a:lnTo>
                    <a:pt x="74815" y="73723"/>
                  </a:lnTo>
                  <a:lnTo>
                    <a:pt x="74701" y="73939"/>
                  </a:lnTo>
                  <a:lnTo>
                    <a:pt x="74091" y="78740"/>
                  </a:lnTo>
                  <a:lnTo>
                    <a:pt x="74625" y="78740"/>
                  </a:lnTo>
                  <a:lnTo>
                    <a:pt x="74498" y="79730"/>
                  </a:lnTo>
                  <a:lnTo>
                    <a:pt x="74396" y="80518"/>
                  </a:lnTo>
                  <a:lnTo>
                    <a:pt x="74282" y="81470"/>
                  </a:lnTo>
                  <a:lnTo>
                    <a:pt x="74168" y="82638"/>
                  </a:lnTo>
                  <a:lnTo>
                    <a:pt x="74815" y="85242"/>
                  </a:lnTo>
                  <a:lnTo>
                    <a:pt x="75628" y="85242"/>
                  </a:lnTo>
                  <a:lnTo>
                    <a:pt x="75717" y="79730"/>
                  </a:lnTo>
                  <a:lnTo>
                    <a:pt x="75844" y="78740"/>
                  </a:lnTo>
                  <a:lnTo>
                    <a:pt x="75996" y="78740"/>
                  </a:lnTo>
                  <a:close/>
                </a:path>
                <a:path w="147320" h="176530">
                  <a:moveTo>
                    <a:pt x="76936" y="85242"/>
                  </a:moveTo>
                  <a:lnTo>
                    <a:pt x="75628" y="85242"/>
                  </a:lnTo>
                  <a:lnTo>
                    <a:pt x="75628" y="86360"/>
                  </a:lnTo>
                  <a:lnTo>
                    <a:pt x="76403" y="86360"/>
                  </a:lnTo>
                  <a:lnTo>
                    <a:pt x="76936" y="85242"/>
                  </a:lnTo>
                  <a:close/>
                </a:path>
                <a:path w="147320" h="176530">
                  <a:moveTo>
                    <a:pt x="77254" y="78740"/>
                  </a:moveTo>
                  <a:lnTo>
                    <a:pt x="76454" y="77470"/>
                  </a:lnTo>
                  <a:lnTo>
                    <a:pt x="75996" y="78740"/>
                  </a:lnTo>
                  <a:lnTo>
                    <a:pt x="77254" y="78740"/>
                  </a:lnTo>
                  <a:close/>
                </a:path>
                <a:path w="147320" h="176530">
                  <a:moveTo>
                    <a:pt x="77736" y="63500"/>
                  </a:moveTo>
                  <a:lnTo>
                    <a:pt x="74612" y="63500"/>
                  </a:lnTo>
                  <a:lnTo>
                    <a:pt x="74574" y="59690"/>
                  </a:lnTo>
                  <a:lnTo>
                    <a:pt x="73304" y="55880"/>
                  </a:lnTo>
                  <a:lnTo>
                    <a:pt x="73342" y="50939"/>
                  </a:lnTo>
                  <a:lnTo>
                    <a:pt x="75692" y="50939"/>
                  </a:lnTo>
                  <a:lnTo>
                    <a:pt x="76898" y="50063"/>
                  </a:lnTo>
                  <a:lnTo>
                    <a:pt x="75831" y="49530"/>
                  </a:lnTo>
                  <a:lnTo>
                    <a:pt x="73634" y="49530"/>
                  </a:lnTo>
                  <a:lnTo>
                    <a:pt x="72136" y="45720"/>
                  </a:lnTo>
                  <a:lnTo>
                    <a:pt x="71323" y="41910"/>
                  </a:lnTo>
                  <a:lnTo>
                    <a:pt x="71272" y="36830"/>
                  </a:lnTo>
                  <a:lnTo>
                    <a:pt x="71031" y="36449"/>
                  </a:lnTo>
                  <a:lnTo>
                    <a:pt x="69303" y="33020"/>
                  </a:lnTo>
                  <a:lnTo>
                    <a:pt x="69024" y="30480"/>
                  </a:lnTo>
                  <a:lnTo>
                    <a:pt x="68897" y="29337"/>
                  </a:lnTo>
                  <a:lnTo>
                    <a:pt x="68859" y="29044"/>
                  </a:lnTo>
                  <a:lnTo>
                    <a:pt x="68745" y="27940"/>
                  </a:lnTo>
                  <a:lnTo>
                    <a:pt x="67919" y="24130"/>
                  </a:lnTo>
                  <a:lnTo>
                    <a:pt x="71831" y="24130"/>
                  </a:lnTo>
                  <a:lnTo>
                    <a:pt x="74841" y="21666"/>
                  </a:lnTo>
                  <a:lnTo>
                    <a:pt x="71551" y="21666"/>
                  </a:lnTo>
                  <a:lnTo>
                    <a:pt x="68237" y="22872"/>
                  </a:lnTo>
                  <a:lnTo>
                    <a:pt x="65646" y="19100"/>
                  </a:lnTo>
                  <a:lnTo>
                    <a:pt x="65773" y="13970"/>
                  </a:lnTo>
                  <a:lnTo>
                    <a:pt x="63715" y="10160"/>
                  </a:lnTo>
                  <a:lnTo>
                    <a:pt x="67017" y="10160"/>
                  </a:lnTo>
                  <a:lnTo>
                    <a:pt x="68707" y="8890"/>
                  </a:lnTo>
                  <a:lnTo>
                    <a:pt x="63258" y="8890"/>
                  </a:lnTo>
                  <a:lnTo>
                    <a:pt x="62572" y="7620"/>
                  </a:lnTo>
                  <a:lnTo>
                    <a:pt x="62014" y="6350"/>
                  </a:lnTo>
                  <a:lnTo>
                    <a:pt x="60807" y="5080"/>
                  </a:lnTo>
                  <a:lnTo>
                    <a:pt x="61683" y="7620"/>
                  </a:lnTo>
                  <a:lnTo>
                    <a:pt x="62230" y="10160"/>
                  </a:lnTo>
                  <a:lnTo>
                    <a:pt x="58623" y="11430"/>
                  </a:lnTo>
                  <a:lnTo>
                    <a:pt x="62763" y="11430"/>
                  </a:lnTo>
                  <a:lnTo>
                    <a:pt x="64858" y="18821"/>
                  </a:lnTo>
                  <a:lnTo>
                    <a:pt x="64947" y="19100"/>
                  </a:lnTo>
                  <a:lnTo>
                    <a:pt x="66332" y="22987"/>
                  </a:lnTo>
                  <a:lnTo>
                    <a:pt x="66141" y="22987"/>
                  </a:lnTo>
                  <a:lnTo>
                    <a:pt x="63474" y="25196"/>
                  </a:lnTo>
                  <a:lnTo>
                    <a:pt x="64109" y="24930"/>
                  </a:lnTo>
                  <a:lnTo>
                    <a:pt x="66243" y="24130"/>
                  </a:lnTo>
                  <a:lnTo>
                    <a:pt x="67462" y="27660"/>
                  </a:lnTo>
                  <a:lnTo>
                    <a:pt x="68300" y="30480"/>
                  </a:lnTo>
                  <a:lnTo>
                    <a:pt x="68681" y="31889"/>
                  </a:lnTo>
                  <a:lnTo>
                    <a:pt x="69075" y="35712"/>
                  </a:lnTo>
                  <a:lnTo>
                    <a:pt x="69151" y="36449"/>
                  </a:lnTo>
                  <a:lnTo>
                    <a:pt x="70472" y="41910"/>
                  </a:lnTo>
                  <a:lnTo>
                    <a:pt x="71589" y="45720"/>
                  </a:lnTo>
                  <a:lnTo>
                    <a:pt x="71462" y="50939"/>
                  </a:lnTo>
                  <a:lnTo>
                    <a:pt x="71996" y="50939"/>
                  </a:lnTo>
                  <a:lnTo>
                    <a:pt x="72085" y="52171"/>
                  </a:lnTo>
                  <a:lnTo>
                    <a:pt x="72161" y="53340"/>
                  </a:lnTo>
                  <a:lnTo>
                    <a:pt x="72250" y="54737"/>
                  </a:lnTo>
                  <a:lnTo>
                    <a:pt x="72339" y="55880"/>
                  </a:lnTo>
                  <a:lnTo>
                    <a:pt x="73520" y="59690"/>
                  </a:lnTo>
                  <a:lnTo>
                    <a:pt x="73444" y="60960"/>
                  </a:lnTo>
                  <a:lnTo>
                    <a:pt x="73342" y="63068"/>
                  </a:lnTo>
                  <a:lnTo>
                    <a:pt x="73253" y="64770"/>
                  </a:lnTo>
                  <a:lnTo>
                    <a:pt x="73761" y="64770"/>
                  </a:lnTo>
                  <a:lnTo>
                    <a:pt x="73723" y="66040"/>
                  </a:lnTo>
                  <a:lnTo>
                    <a:pt x="73621" y="69875"/>
                  </a:lnTo>
                  <a:lnTo>
                    <a:pt x="74777" y="73393"/>
                  </a:lnTo>
                  <a:lnTo>
                    <a:pt x="74980" y="72390"/>
                  </a:lnTo>
                  <a:lnTo>
                    <a:pt x="75450" y="69875"/>
                  </a:lnTo>
                  <a:lnTo>
                    <a:pt x="75476" y="67906"/>
                  </a:lnTo>
                  <a:lnTo>
                    <a:pt x="74536" y="64770"/>
                  </a:lnTo>
                  <a:lnTo>
                    <a:pt x="76098" y="64770"/>
                  </a:lnTo>
                  <a:lnTo>
                    <a:pt x="77736" y="63500"/>
                  </a:lnTo>
                  <a:close/>
                </a:path>
                <a:path w="147320" h="176530">
                  <a:moveTo>
                    <a:pt x="78714" y="124206"/>
                  </a:moveTo>
                  <a:lnTo>
                    <a:pt x="78676" y="124015"/>
                  </a:lnTo>
                  <a:lnTo>
                    <a:pt x="78282" y="123240"/>
                  </a:lnTo>
                  <a:lnTo>
                    <a:pt x="78143" y="123583"/>
                  </a:lnTo>
                  <a:lnTo>
                    <a:pt x="78714" y="124206"/>
                  </a:lnTo>
                  <a:close/>
                </a:path>
                <a:path w="147320" h="176530">
                  <a:moveTo>
                    <a:pt x="79146" y="50266"/>
                  </a:moveTo>
                  <a:lnTo>
                    <a:pt x="77635" y="49530"/>
                  </a:lnTo>
                  <a:lnTo>
                    <a:pt x="76898" y="50063"/>
                  </a:lnTo>
                  <a:lnTo>
                    <a:pt x="78409" y="50800"/>
                  </a:lnTo>
                  <a:lnTo>
                    <a:pt x="79146" y="50266"/>
                  </a:lnTo>
                  <a:close/>
                </a:path>
                <a:path w="147320" h="176530">
                  <a:moveTo>
                    <a:pt x="79883" y="85242"/>
                  </a:moveTo>
                  <a:lnTo>
                    <a:pt x="77978" y="85242"/>
                  </a:lnTo>
                  <a:lnTo>
                    <a:pt x="77495" y="86182"/>
                  </a:lnTo>
                  <a:lnTo>
                    <a:pt x="77406" y="86360"/>
                  </a:lnTo>
                  <a:lnTo>
                    <a:pt x="79463" y="86360"/>
                  </a:lnTo>
                  <a:lnTo>
                    <a:pt x="79883" y="85242"/>
                  </a:lnTo>
                  <a:close/>
                </a:path>
                <a:path w="147320" h="176530">
                  <a:moveTo>
                    <a:pt x="80302" y="152514"/>
                  </a:moveTo>
                  <a:lnTo>
                    <a:pt x="76365" y="152514"/>
                  </a:lnTo>
                  <a:lnTo>
                    <a:pt x="78651" y="153670"/>
                  </a:lnTo>
                  <a:lnTo>
                    <a:pt x="80302" y="152514"/>
                  </a:lnTo>
                  <a:close/>
                </a:path>
                <a:path w="147320" h="176530">
                  <a:moveTo>
                    <a:pt x="82257" y="87845"/>
                  </a:moveTo>
                  <a:lnTo>
                    <a:pt x="81368" y="88900"/>
                  </a:lnTo>
                  <a:lnTo>
                    <a:pt x="81127" y="90297"/>
                  </a:lnTo>
                  <a:lnTo>
                    <a:pt x="81089" y="90538"/>
                  </a:lnTo>
                  <a:lnTo>
                    <a:pt x="81343" y="90297"/>
                  </a:lnTo>
                  <a:lnTo>
                    <a:pt x="81775" y="89293"/>
                  </a:lnTo>
                  <a:lnTo>
                    <a:pt x="82257" y="87845"/>
                  </a:lnTo>
                  <a:close/>
                </a:path>
                <a:path w="147320" h="176530">
                  <a:moveTo>
                    <a:pt x="83515" y="86360"/>
                  </a:moveTo>
                  <a:lnTo>
                    <a:pt x="82753" y="86360"/>
                  </a:lnTo>
                  <a:lnTo>
                    <a:pt x="82334" y="87630"/>
                  </a:lnTo>
                  <a:lnTo>
                    <a:pt x="83146" y="86804"/>
                  </a:lnTo>
                  <a:lnTo>
                    <a:pt x="83515" y="86360"/>
                  </a:lnTo>
                  <a:close/>
                </a:path>
                <a:path w="147320" h="176530">
                  <a:moveTo>
                    <a:pt x="85725" y="64770"/>
                  </a:moveTo>
                  <a:lnTo>
                    <a:pt x="84137" y="63500"/>
                  </a:lnTo>
                  <a:lnTo>
                    <a:pt x="80937" y="63500"/>
                  </a:lnTo>
                  <a:lnTo>
                    <a:pt x="82651" y="64770"/>
                  </a:lnTo>
                  <a:lnTo>
                    <a:pt x="85725" y="64770"/>
                  </a:lnTo>
                  <a:close/>
                </a:path>
                <a:path w="147320" h="176530">
                  <a:moveTo>
                    <a:pt x="86575" y="93980"/>
                  </a:moveTo>
                  <a:lnTo>
                    <a:pt x="86423" y="93980"/>
                  </a:lnTo>
                  <a:lnTo>
                    <a:pt x="86169" y="93980"/>
                  </a:lnTo>
                  <a:lnTo>
                    <a:pt x="85940" y="94348"/>
                  </a:lnTo>
                  <a:lnTo>
                    <a:pt x="86575" y="93980"/>
                  </a:lnTo>
                  <a:close/>
                </a:path>
                <a:path w="147320" h="176530">
                  <a:moveTo>
                    <a:pt x="87718" y="135890"/>
                  </a:moveTo>
                  <a:lnTo>
                    <a:pt x="86448" y="135890"/>
                  </a:lnTo>
                  <a:lnTo>
                    <a:pt x="84848" y="137261"/>
                  </a:lnTo>
                  <a:lnTo>
                    <a:pt x="86855" y="137261"/>
                  </a:lnTo>
                  <a:lnTo>
                    <a:pt x="87718" y="135890"/>
                  </a:lnTo>
                  <a:close/>
                </a:path>
                <a:path w="147320" h="176530">
                  <a:moveTo>
                    <a:pt x="87884" y="81318"/>
                  </a:moveTo>
                  <a:lnTo>
                    <a:pt x="86563" y="81318"/>
                  </a:lnTo>
                  <a:lnTo>
                    <a:pt x="86537" y="81686"/>
                  </a:lnTo>
                  <a:lnTo>
                    <a:pt x="86702" y="82638"/>
                  </a:lnTo>
                  <a:lnTo>
                    <a:pt x="87757" y="82638"/>
                  </a:lnTo>
                  <a:lnTo>
                    <a:pt x="87871" y="81470"/>
                  </a:lnTo>
                  <a:lnTo>
                    <a:pt x="87884" y="81318"/>
                  </a:lnTo>
                  <a:close/>
                </a:path>
                <a:path w="147320" h="176530">
                  <a:moveTo>
                    <a:pt x="88366" y="36830"/>
                  </a:moveTo>
                  <a:lnTo>
                    <a:pt x="85255" y="35712"/>
                  </a:lnTo>
                  <a:lnTo>
                    <a:pt x="81953" y="35712"/>
                  </a:lnTo>
                  <a:lnTo>
                    <a:pt x="84823" y="36830"/>
                  </a:lnTo>
                  <a:lnTo>
                    <a:pt x="88366" y="36830"/>
                  </a:lnTo>
                  <a:close/>
                </a:path>
                <a:path w="147320" h="176530">
                  <a:moveTo>
                    <a:pt x="90512" y="151130"/>
                  </a:moveTo>
                  <a:lnTo>
                    <a:pt x="90093" y="151130"/>
                  </a:lnTo>
                  <a:lnTo>
                    <a:pt x="88277" y="152057"/>
                  </a:lnTo>
                  <a:lnTo>
                    <a:pt x="88671" y="151930"/>
                  </a:lnTo>
                  <a:lnTo>
                    <a:pt x="90512" y="151130"/>
                  </a:lnTo>
                  <a:close/>
                </a:path>
                <a:path w="147320" h="176530">
                  <a:moveTo>
                    <a:pt x="91211" y="85242"/>
                  </a:moveTo>
                  <a:lnTo>
                    <a:pt x="91046" y="83947"/>
                  </a:lnTo>
                  <a:lnTo>
                    <a:pt x="90551" y="83947"/>
                  </a:lnTo>
                  <a:lnTo>
                    <a:pt x="90246" y="85242"/>
                  </a:lnTo>
                  <a:lnTo>
                    <a:pt x="88366" y="85242"/>
                  </a:lnTo>
                  <a:lnTo>
                    <a:pt x="87757" y="86182"/>
                  </a:lnTo>
                  <a:lnTo>
                    <a:pt x="87642" y="86360"/>
                  </a:lnTo>
                  <a:lnTo>
                    <a:pt x="90347" y="86360"/>
                  </a:lnTo>
                  <a:lnTo>
                    <a:pt x="91211" y="85242"/>
                  </a:lnTo>
                  <a:close/>
                </a:path>
                <a:path w="147320" h="176530">
                  <a:moveTo>
                    <a:pt x="95504" y="69875"/>
                  </a:moveTo>
                  <a:lnTo>
                    <a:pt x="95148" y="69545"/>
                  </a:lnTo>
                  <a:lnTo>
                    <a:pt x="95275" y="69875"/>
                  </a:lnTo>
                  <a:lnTo>
                    <a:pt x="95504" y="69875"/>
                  </a:lnTo>
                  <a:close/>
                </a:path>
                <a:path w="147320" h="176530">
                  <a:moveTo>
                    <a:pt x="95554" y="90779"/>
                  </a:moveTo>
                  <a:lnTo>
                    <a:pt x="95542" y="90297"/>
                  </a:lnTo>
                  <a:lnTo>
                    <a:pt x="94907" y="90297"/>
                  </a:lnTo>
                  <a:lnTo>
                    <a:pt x="95554" y="90779"/>
                  </a:lnTo>
                  <a:close/>
                </a:path>
                <a:path w="147320" h="176530">
                  <a:moveTo>
                    <a:pt x="97040" y="97790"/>
                  </a:moveTo>
                  <a:lnTo>
                    <a:pt x="96621" y="96685"/>
                  </a:lnTo>
                  <a:lnTo>
                    <a:pt x="96329" y="96685"/>
                  </a:lnTo>
                  <a:lnTo>
                    <a:pt x="92659" y="97790"/>
                  </a:lnTo>
                  <a:lnTo>
                    <a:pt x="88773" y="99060"/>
                  </a:lnTo>
                  <a:lnTo>
                    <a:pt x="92951" y="99060"/>
                  </a:lnTo>
                  <a:lnTo>
                    <a:pt x="95377" y="97790"/>
                  </a:lnTo>
                  <a:lnTo>
                    <a:pt x="97040" y="97790"/>
                  </a:lnTo>
                  <a:close/>
                </a:path>
                <a:path w="147320" h="176530">
                  <a:moveTo>
                    <a:pt x="97472" y="97790"/>
                  </a:moveTo>
                  <a:lnTo>
                    <a:pt x="97040" y="97790"/>
                  </a:lnTo>
                  <a:lnTo>
                    <a:pt x="97256" y="98348"/>
                  </a:lnTo>
                  <a:lnTo>
                    <a:pt x="97472" y="97790"/>
                  </a:lnTo>
                  <a:close/>
                </a:path>
                <a:path w="147320" h="176530">
                  <a:moveTo>
                    <a:pt x="97523" y="99060"/>
                  </a:moveTo>
                  <a:lnTo>
                    <a:pt x="97256" y="98348"/>
                  </a:lnTo>
                  <a:lnTo>
                    <a:pt x="96989" y="99060"/>
                  </a:lnTo>
                  <a:lnTo>
                    <a:pt x="97523" y="99060"/>
                  </a:lnTo>
                  <a:close/>
                </a:path>
                <a:path w="147320" h="176530">
                  <a:moveTo>
                    <a:pt x="97904" y="99060"/>
                  </a:moveTo>
                  <a:lnTo>
                    <a:pt x="97523" y="99060"/>
                  </a:lnTo>
                  <a:lnTo>
                    <a:pt x="97675" y="99453"/>
                  </a:lnTo>
                  <a:lnTo>
                    <a:pt x="97904" y="99060"/>
                  </a:lnTo>
                  <a:close/>
                </a:path>
                <a:path w="147320" h="176530">
                  <a:moveTo>
                    <a:pt x="100558" y="95694"/>
                  </a:moveTo>
                  <a:lnTo>
                    <a:pt x="97574" y="95402"/>
                  </a:lnTo>
                  <a:lnTo>
                    <a:pt x="97472" y="96520"/>
                  </a:lnTo>
                  <a:lnTo>
                    <a:pt x="100558" y="95694"/>
                  </a:lnTo>
                  <a:close/>
                </a:path>
                <a:path w="147320" h="176530">
                  <a:moveTo>
                    <a:pt x="100838" y="91440"/>
                  </a:moveTo>
                  <a:lnTo>
                    <a:pt x="96469" y="91440"/>
                  </a:lnTo>
                  <a:lnTo>
                    <a:pt x="95554" y="90779"/>
                  </a:lnTo>
                  <a:lnTo>
                    <a:pt x="95529" y="91440"/>
                  </a:lnTo>
                  <a:lnTo>
                    <a:pt x="95707" y="92710"/>
                  </a:lnTo>
                  <a:lnTo>
                    <a:pt x="92176" y="95300"/>
                  </a:lnTo>
                  <a:lnTo>
                    <a:pt x="96494" y="93980"/>
                  </a:lnTo>
                  <a:lnTo>
                    <a:pt x="96418" y="94348"/>
                  </a:lnTo>
                  <a:lnTo>
                    <a:pt x="96126" y="95402"/>
                  </a:lnTo>
                  <a:lnTo>
                    <a:pt x="96621" y="96685"/>
                  </a:lnTo>
                  <a:lnTo>
                    <a:pt x="96837" y="96685"/>
                  </a:lnTo>
                  <a:lnTo>
                    <a:pt x="97155" y="95694"/>
                  </a:lnTo>
                  <a:lnTo>
                    <a:pt x="97243" y="95402"/>
                  </a:lnTo>
                  <a:lnTo>
                    <a:pt x="96659" y="95402"/>
                  </a:lnTo>
                  <a:lnTo>
                    <a:pt x="96875" y="94348"/>
                  </a:lnTo>
                  <a:lnTo>
                    <a:pt x="96951" y="93980"/>
                  </a:lnTo>
                  <a:lnTo>
                    <a:pt x="100838" y="91440"/>
                  </a:lnTo>
                  <a:close/>
                </a:path>
                <a:path w="147320" h="176530">
                  <a:moveTo>
                    <a:pt x="101803" y="176530"/>
                  </a:moveTo>
                  <a:lnTo>
                    <a:pt x="100977" y="172720"/>
                  </a:lnTo>
                  <a:lnTo>
                    <a:pt x="99174" y="166370"/>
                  </a:lnTo>
                  <a:lnTo>
                    <a:pt x="99441" y="165100"/>
                  </a:lnTo>
                  <a:lnTo>
                    <a:pt x="100812" y="165100"/>
                  </a:lnTo>
                  <a:lnTo>
                    <a:pt x="99847" y="163830"/>
                  </a:lnTo>
                  <a:lnTo>
                    <a:pt x="99110" y="165100"/>
                  </a:lnTo>
                  <a:lnTo>
                    <a:pt x="98704" y="163830"/>
                  </a:lnTo>
                  <a:lnTo>
                    <a:pt x="94792" y="149860"/>
                  </a:lnTo>
                  <a:lnTo>
                    <a:pt x="94526" y="149860"/>
                  </a:lnTo>
                  <a:lnTo>
                    <a:pt x="92748" y="144780"/>
                  </a:lnTo>
                  <a:lnTo>
                    <a:pt x="91528" y="139700"/>
                  </a:lnTo>
                  <a:lnTo>
                    <a:pt x="90081" y="135890"/>
                  </a:lnTo>
                  <a:lnTo>
                    <a:pt x="91351" y="134620"/>
                  </a:lnTo>
                  <a:lnTo>
                    <a:pt x="92938" y="133375"/>
                  </a:lnTo>
                  <a:lnTo>
                    <a:pt x="91300" y="133375"/>
                  </a:lnTo>
                  <a:lnTo>
                    <a:pt x="90004" y="134620"/>
                  </a:lnTo>
                  <a:lnTo>
                    <a:pt x="87922" y="130810"/>
                  </a:lnTo>
                  <a:lnTo>
                    <a:pt x="85229" y="122377"/>
                  </a:lnTo>
                  <a:lnTo>
                    <a:pt x="85102" y="121983"/>
                  </a:lnTo>
                  <a:lnTo>
                    <a:pt x="85267" y="121983"/>
                  </a:lnTo>
                  <a:lnTo>
                    <a:pt x="85890" y="121983"/>
                  </a:lnTo>
                  <a:lnTo>
                    <a:pt x="86702" y="120650"/>
                  </a:lnTo>
                  <a:lnTo>
                    <a:pt x="85737" y="120650"/>
                  </a:lnTo>
                  <a:lnTo>
                    <a:pt x="85153" y="121856"/>
                  </a:lnTo>
                  <a:lnTo>
                    <a:pt x="85001" y="121653"/>
                  </a:lnTo>
                  <a:lnTo>
                    <a:pt x="82080" y="118237"/>
                  </a:lnTo>
                  <a:lnTo>
                    <a:pt x="82423" y="119202"/>
                  </a:lnTo>
                  <a:lnTo>
                    <a:pt x="82499" y="119380"/>
                  </a:lnTo>
                  <a:lnTo>
                    <a:pt x="85026" y="123240"/>
                  </a:lnTo>
                  <a:lnTo>
                    <a:pt x="83896" y="123240"/>
                  </a:lnTo>
                  <a:lnTo>
                    <a:pt x="85267" y="127000"/>
                  </a:lnTo>
                  <a:lnTo>
                    <a:pt x="86842" y="130810"/>
                  </a:lnTo>
                  <a:lnTo>
                    <a:pt x="88519" y="134620"/>
                  </a:lnTo>
                  <a:lnTo>
                    <a:pt x="87718" y="135890"/>
                  </a:lnTo>
                  <a:lnTo>
                    <a:pt x="88366" y="135890"/>
                  </a:lnTo>
                  <a:lnTo>
                    <a:pt x="90906" y="139700"/>
                  </a:lnTo>
                  <a:lnTo>
                    <a:pt x="91020" y="140970"/>
                  </a:lnTo>
                  <a:lnTo>
                    <a:pt x="91147" y="142240"/>
                  </a:lnTo>
                  <a:lnTo>
                    <a:pt x="91262" y="143510"/>
                  </a:lnTo>
                  <a:lnTo>
                    <a:pt x="91389" y="144780"/>
                  </a:lnTo>
                  <a:lnTo>
                    <a:pt x="93281" y="149860"/>
                  </a:lnTo>
                  <a:lnTo>
                    <a:pt x="90512" y="151130"/>
                  </a:lnTo>
                  <a:lnTo>
                    <a:pt x="92925" y="151130"/>
                  </a:lnTo>
                  <a:lnTo>
                    <a:pt x="95681" y="154940"/>
                  </a:lnTo>
                  <a:lnTo>
                    <a:pt x="95783" y="156210"/>
                  </a:lnTo>
                  <a:lnTo>
                    <a:pt x="95885" y="157480"/>
                  </a:lnTo>
                  <a:lnTo>
                    <a:pt x="95986" y="158750"/>
                  </a:lnTo>
                  <a:lnTo>
                    <a:pt x="96100" y="160045"/>
                  </a:lnTo>
                  <a:lnTo>
                    <a:pt x="97751" y="165100"/>
                  </a:lnTo>
                  <a:lnTo>
                    <a:pt x="94030" y="166370"/>
                  </a:lnTo>
                  <a:lnTo>
                    <a:pt x="89776" y="167640"/>
                  </a:lnTo>
                  <a:lnTo>
                    <a:pt x="93548" y="167640"/>
                  </a:lnTo>
                  <a:lnTo>
                    <a:pt x="97548" y="166370"/>
                  </a:lnTo>
                  <a:lnTo>
                    <a:pt x="99326" y="168910"/>
                  </a:lnTo>
                  <a:lnTo>
                    <a:pt x="100622" y="176530"/>
                  </a:lnTo>
                  <a:lnTo>
                    <a:pt x="101803" y="176530"/>
                  </a:lnTo>
                  <a:close/>
                </a:path>
                <a:path w="147320" h="176530">
                  <a:moveTo>
                    <a:pt x="102158" y="57226"/>
                  </a:moveTo>
                  <a:lnTo>
                    <a:pt x="102019" y="56946"/>
                  </a:lnTo>
                  <a:lnTo>
                    <a:pt x="100876" y="54737"/>
                  </a:lnTo>
                  <a:lnTo>
                    <a:pt x="98031" y="54737"/>
                  </a:lnTo>
                  <a:lnTo>
                    <a:pt x="100418" y="55880"/>
                  </a:lnTo>
                  <a:lnTo>
                    <a:pt x="102158" y="57226"/>
                  </a:lnTo>
                  <a:close/>
                </a:path>
                <a:path w="147320" h="176530">
                  <a:moveTo>
                    <a:pt x="106781" y="142240"/>
                  </a:moveTo>
                  <a:lnTo>
                    <a:pt x="105371" y="142240"/>
                  </a:lnTo>
                  <a:lnTo>
                    <a:pt x="104673" y="143510"/>
                  </a:lnTo>
                  <a:lnTo>
                    <a:pt x="105727" y="143510"/>
                  </a:lnTo>
                  <a:lnTo>
                    <a:pt x="106781" y="142240"/>
                  </a:lnTo>
                  <a:close/>
                </a:path>
                <a:path w="147320" h="176530">
                  <a:moveTo>
                    <a:pt x="107099" y="54737"/>
                  </a:moveTo>
                  <a:lnTo>
                    <a:pt x="104584" y="57226"/>
                  </a:lnTo>
                  <a:lnTo>
                    <a:pt x="102171" y="57226"/>
                  </a:lnTo>
                  <a:lnTo>
                    <a:pt x="104394" y="58496"/>
                  </a:lnTo>
                  <a:lnTo>
                    <a:pt x="104216" y="58496"/>
                  </a:lnTo>
                  <a:lnTo>
                    <a:pt x="102031" y="62230"/>
                  </a:lnTo>
                  <a:lnTo>
                    <a:pt x="99656" y="66040"/>
                  </a:lnTo>
                  <a:lnTo>
                    <a:pt x="97332" y="69875"/>
                  </a:lnTo>
                  <a:lnTo>
                    <a:pt x="95516" y="69875"/>
                  </a:lnTo>
                  <a:lnTo>
                    <a:pt x="96723" y="71221"/>
                  </a:lnTo>
                  <a:lnTo>
                    <a:pt x="96570" y="71221"/>
                  </a:lnTo>
                  <a:lnTo>
                    <a:pt x="94145" y="75044"/>
                  </a:lnTo>
                  <a:lnTo>
                    <a:pt x="91528" y="78740"/>
                  </a:lnTo>
                  <a:lnTo>
                    <a:pt x="88988" y="82638"/>
                  </a:lnTo>
                  <a:lnTo>
                    <a:pt x="88417" y="82638"/>
                  </a:lnTo>
                  <a:lnTo>
                    <a:pt x="86626" y="85242"/>
                  </a:lnTo>
                  <a:lnTo>
                    <a:pt x="88366" y="85242"/>
                  </a:lnTo>
                  <a:lnTo>
                    <a:pt x="89217" y="83947"/>
                  </a:lnTo>
                  <a:lnTo>
                    <a:pt x="89712" y="83947"/>
                  </a:lnTo>
                  <a:lnTo>
                    <a:pt x="92011" y="78740"/>
                  </a:lnTo>
                  <a:lnTo>
                    <a:pt x="94983" y="76200"/>
                  </a:lnTo>
                  <a:lnTo>
                    <a:pt x="97421" y="71221"/>
                  </a:lnTo>
                  <a:lnTo>
                    <a:pt x="97637" y="71221"/>
                  </a:lnTo>
                  <a:lnTo>
                    <a:pt x="99542" y="72390"/>
                  </a:lnTo>
                  <a:lnTo>
                    <a:pt x="98145" y="71221"/>
                  </a:lnTo>
                  <a:lnTo>
                    <a:pt x="97967" y="71221"/>
                  </a:lnTo>
                  <a:lnTo>
                    <a:pt x="100736" y="66040"/>
                  </a:lnTo>
                  <a:lnTo>
                    <a:pt x="102844" y="62230"/>
                  </a:lnTo>
                  <a:lnTo>
                    <a:pt x="105727" y="58140"/>
                  </a:lnTo>
                  <a:lnTo>
                    <a:pt x="107099" y="54737"/>
                  </a:lnTo>
                  <a:close/>
                </a:path>
                <a:path w="147320" h="176530">
                  <a:moveTo>
                    <a:pt x="108280" y="140627"/>
                  </a:moveTo>
                  <a:lnTo>
                    <a:pt x="108127" y="140627"/>
                  </a:lnTo>
                  <a:lnTo>
                    <a:pt x="107772" y="140970"/>
                  </a:lnTo>
                  <a:lnTo>
                    <a:pt x="106921" y="142240"/>
                  </a:lnTo>
                  <a:lnTo>
                    <a:pt x="108051" y="140970"/>
                  </a:lnTo>
                  <a:lnTo>
                    <a:pt x="108280" y="140627"/>
                  </a:lnTo>
                  <a:close/>
                </a:path>
                <a:path w="147320" h="176530">
                  <a:moveTo>
                    <a:pt x="109080" y="139700"/>
                  </a:moveTo>
                  <a:lnTo>
                    <a:pt x="108915" y="139700"/>
                  </a:lnTo>
                  <a:lnTo>
                    <a:pt x="108585" y="140182"/>
                  </a:lnTo>
                  <a:lnTo>
                    <a:pt x="109080" y="139700"/>
                  </a:lnTo>
                  <a:close/>
                </a:path>
                <a:path w="147320" h="176530">
                  <a:moveTo>
                    <a:pt x="111709" y="157480"/>
                  </a:moveTo>
                  <a:lnTo>
                    <a:pt x="110705" y="158750"/>
                  </a:lnTo>
                  <a:lnTo>
                    <a:pt x="111645" y="158750"/>
                  </a:lnTo>
                  <a:lnTo>
                    <a:pt x="111709" y="157480"/>
                  </a:lnTo>
                  <a:close/>
                </a:path>
                <a:path w="147320" h="176530">
                  <a:moveTo>
                    <a:pt x="112115" y="85242"/>
                  </a:moveTo>
                  <a:lnTo>
                    <a:pt x="108826" y="85242"/>
                  </a:lnTo>
                  <a:lnTo>
                    <a:pt x="110210" y="86360"/>
                  </a:lnTo>
                  <a:lnTo>
                    <a:pt x="112115" y="85242"/>
                  </a:lnTo>
                  <a:close/>
                </a:path>
                <a:path w="147320" h="176530">
                  <a:moveTo>
                    <a:pt x="114935" y="86360"/>
                  </a:moveTo>
                  <a:lnTo>
                    <a:pt x="110210" y="86360"/>
                  </a:lnTo>
                  <a:lnTo>
                    <a:pt x="108966" y="86360"/>
                  </a:lnTo>
                  <a:lnTo>
                    <a:pt x="104927" y="88900"/>
                  </a:lnTo>
                  <a:lnTo>
                    <a:pt x="100787" y="91440"/>
                  </a:lnTo>
                  <a:lnTo>
                    <a:pt x="104775" y="90297"/>
                  </a:lnTo>
                  <a:lnTo>
                    <a:pt x="105003" y="90297"/>
                  </a:lnTo>
                  <a:lnTo>
                    <a:pt x="109435" y="87630"/>
                  </a:lnTo>
                  <a:lnTo>
                    <a:pt x="110680" y="88900"/>
                  </a:lnTo>
                  <a:lnTo>
                    <a:pt x="110490" y="87845"/>
                  </a:lnTo>
                  <a:lnTo>
                    <a:pt x="110477" y="87630"/>
                  </a:lnTo>
                  <a:lnTo>
                    <a:pt x="114935" y="86360"/>
                  </a:lnTo>
                  <a:close/>
                </a:path>
                <a:path w="147320" h="176530">
                  <a:moveTo>
                    <a:pt x="116979" y="143510"/>
                  </a:moveTo>
                  <a:lnTo>
                    <a:pt x="113411" y="141274"/>
                  </a:lnTo>
                  <a:lnTo>
                    <a:pt x="114668" y="143510"/>
                  </a:lnTo>
                  <a:lnTo>
                    <a:pt x="116801" y="146050"/>
                  </a:lnTo>
                  <a:lnTo>
                    <a:pt x="116890" y="144780"/>
                  </a:lnTo>
                  <a:lnTo>
                    <a:pt x="116979" y="143510"/>
                  </a:lnTo>
                  <a:close/>
                </a:path>
                <a:path w="147320" h="176530">
                  <a:moveTo>
                    <a:pt x="117995" y="30378"/>
                  </a:moveTo>
                  <a:lnTo>
                    <a:pt x="115087" y="27940"/>
                  </a:lnTo>
                  <a:lnTo>
                    <a:pt x="111213" y="26670"/>
                  </a:lnTo>
                  <a:lnTo>
                    <a:pt x="107200" y="25514"/>
                  </a:lnTo>
                  <a:lnTo>
                    <a:pt x="106857" y="25514"/>
                  </a:lnTo>
                  <a:lnTo>
                    <a:pt x="109791" y="27940"/>
                  </a:lnTo>
                  <a:lnTo>
                    <a:pt x="115239" y="29337"/>
                  </a:lnTo>
                  <a:lnTo>
                    <a:pt x="115100" y="29337"/>
                  </a:lnTo>
                  <a:lnTo>
                    <a:pt x="117995" y="30378"/>
                  </a:lnTo>
                  <a:close/>
                </a:path>
                <a:path w="147320" h="176530">
                  <a:moveTo>
                    <a:pt x="118224" y="172923"/>
                  </a:moveTo>
                  <a:lnTo>
                    <a:pt x="116484" y="173723"/>
                  </a:lnTo>
                  <a:lnTo>
                    <a:pt x="116586" y="172923"/>
                  </a:lnTo>
                  <a:lnTo>
                    <a:pt x="116649" y="172377"/>
                  </a:lnTo>
                  <a:lnTo>
                    <a:pt x="116713" y="171742"/>
                  </a:lnTo>
                  <a:lnTo>
                    <a:pt x="115277" y="171742"/>
                  </a:lnTo>
                  <a:lnTo>
                    <a:pt x="116141" y="172377"/>
                  </a:lnTo>
                  <a:lnTo>
                    <a:pt x="116243" y="173304"/>
                  </a:lnTo>
                  <a:lnTo>
                    <a:pt x="115658" y="174586"/>
                  </a:lnTo>
                  <a:lnTo>
                    <a:pt x="117043" y="174586"/>
                  </a:lnTo>
                  <a:lnTo>
                    <a:pt x="117132" y="176314"/>
                  </a:lnTo>
                  <a:lnTo>
                    <a:pt x="118046" y="176314"/>
                  </a:lnTo>
                  <a:lnTo>
                    <a:pt x="117665" y="175183"/>
                  </a:lnTo>
                  <a:lnTo>
                    <a:pt x="117030" y="173913"/>
                  </a:lnTo>
                  <a:lnTo>
                    <a:pt x="117259" y="173723"/>
                  </a:lnTo>
                  <a:lnTo>
                    <a:pt x="118224" y="172923"/>
                  </a:lnTo>
                  <a:close/>
                </a:path>
                <a:path w="147320" h="176530">
                  <a:moveTo>
                    <a:pt x="118630" y="82638"/>
                  </a:moveTo>
                  <a:lnTo>
                    <a:pt x="114109" y="83947"/>
                  </a:lnTo>
                  <a:lnTo>
                    <a:pt x="114338" y="83947"/>
                  </a:lnTo>
                  <a:lnTo>
                    <a:pt x="112115" y="85242"/>
                  </a:lnTo>
                  <a:lnTo>
                    <a:pt x="116039" y="85242"/>
                  </a:lnTo>
                  <a:lnTo>
                    <a:pt x="118630" y="82638"/>
                  </a:lnTo>
                  <a:close/>
                </a:path>
                <a:path w="147320" h="176530">
                  <a:moveTo>
                    <a:pt x="121107" y="75425"/>
                  </a:moveTo>
                  <a:lnTo>
                    <a:pt x="121056" y="75044"/>
                  </a:lnTo>
                  <a:lnTo>
                    <a:pt x="120700" y="74561"/>
                  </a:lnTo>
                  <a:lnTo>
                    <a:pt x="121107" y="75425"/>
                  </a:lnTo>
                  <a:close/>
                </a:path>
                <a:path w="147320" h="176530">
                  <a:moveTo>
                    <a:pt x="121754" y="149453"/>
                  </a:moveTo>
                  <a:lnTo>
                    <a:pt x="121716" y="148920"/>
                  </a:lnTo>
                  <a:lnTo>
                    <a:pt x="121310" y="149644"/>
                  </a:lnTo>
                  <a:lnTo>
                    <a:pt x="120167" y="148678"/>
                  </a:lnTo>
                  <a:lnTo>
                    <a:pt x="119697" y="149263"/>
                  </a:lnTo>
                  <a:lnTo>
                    <a:pt x="120218" y="149847"/>
                  </a:lnTo>
                  <a:lnTo>
                    <a:pt x="119634" y="150888"/>
                  </a:lnTo>
                  <a:lnTo>
                    <a:pt x="120802" y="151206"/>
                  </a:lnTo>
                  <a:lnTo>
                    <a:pt x="121323" y="150456"/>
                  </a:lnTo>
                  <a:lnTo>
                    <a:pt x="121754" y="149453"/>
                  </a:lnTo>
                  <a:close/>
                </a:path>
                <a:path w="147320" h="176530">
                  <a:moveTo>
                    <a:pt x="124587" y="137261"/>
                  </a:moveTo>
                  <a:lnTo>
                    <a:pt x="124256" y="136652"/>
                  </a:lnTo>
                  <a:lnTo>
                    <a:pt x="123266" y="134620"/>
                  </a:lnTo>
                  <a:lnTo>
                    <a:pt x="120815" y="133375"/>
                  </a:lnTo>
                  <a:lnTo>
                    <a:pt x="122428" y="134620"/>
                  </a:lnTo>
                  <a:lnTo>
                    <a:pt x="124587" y="137261"/>
                  </a:lnTo>
                  <a:close/>
                </a:path>
                <a:path w="147320" h="176530">
                  <a:moveTo>
                    <a:pt x="125082" y="86360"/>
                  </a:moveTo>
                  <a:lnTo>
                    <a:pt x="124993" y="85242"/>
                  </a:lnTo>
                  <a:lnTo>
                    <a:pt x="116039" y="85242"/>
                  </a:lnTo>
                  <a:lnTo>
                    <a:pt x="114935" y="86360"/>
                  </a:lnTo>
                  <a:lnTo>
                    <a:pt x="125082" y="86360"/>
                  </a:lnTo>
                  <a:close/>
                </a:path>
                <a:path w="147320" h="176530">
                  <a:moveTo>
                    <a:pt x="126060" y="115570"/>
                  </a:moveTo>
                  <a:lnTo>
                    <a:pt x="124841" y="116840"/>
                  </a:lnTo>
                  <a:lnTo>
                    <a:pt x="124472" y="119202"/>
                  </a:lnTo>
                  <a:lnTo>
                    <a:pt x="125171" y="118237"/>
                  </a:lnTo>
                  <a:lnTo>
                    <a:pt x="125272" y="118110"/>
                  </a:lnTo>
                  <a:lnTo>
                    <a:pt x="126060" y="115570"/>
                  </a:lnTo>
                  <a:close/>
                </a:path>
                <a:path w="147320" h="176530">
                  <a:moveTo>
                    <a:pt x="126453" y="113157"/>
                  </a:moveTo>
                  <a:lnTo>
                    <a:pt x="126199" y="113436"/>
                  </a:lnTo>
                  <a:lnTo>
                    <a:pt x="125641" y="114312"/>
                  </a:lnTo>
                  <a:lnTo>
                    <a:pt x="126453" y="114312"/>
                  </a:lnTo>
                  <a:lnTo>
                    <a:pt x="126453" y="113157"/>
                  </a:lnTo>
                  <a:close/>
                </a:path>
                <a:path w="147320" h="176530">
                  <a:moveTo>
                    <a:pt x="127495" y="109347"/>
                  </a:moveTo>
                  <a:lnTo>
                    <a:pt x="127482" y="107950"/>
                  </a:lnTo>
                  <a:lnTo>
                    <a:pt x="126403" y="107950"/>
                  </a:lnTo>
                  <a:lnTo>
                    <a:pt x="127190" y="109778"/>
                  </a:lnTo>
                  <a:lnTo>
                    <a:pt x="127495" y="109347"/>
                  </a:lnTo>
                  <a:close/>
                </a:path>
                <a:path w="147320" h="176530">
                  <a:moveTo>
                    <a:pt x="127508" y="110490"/>
                  </a:moveTo>
                  <a:lnTo>
                    <a:pt x="127190" y="109778"/>
                  </a:lnTo>
                  <a:lnTo>
                    <a:pt x="126682" y="110490"/>
                  </a:lnTo>
                  <a:lnTo>
                    <a:pt x="127508" y="110490"/>
                  </a:lnTo>
                  <a:close/>
                </a:path>
                <a:path w="147320" h="176530">
                  <a:moveTo>
                    <a:pt x="128181" y="102870"/>
                  </a:moveTo>
                  <a:lnTo>
                    <a:pt x="127812" y="102450"/>
                  </a:lnTo>
                  <a:lnTo>
                    <a:pt x="127571" y="102870"/>
                  </a:lnTo>
                  <a:lnTo>
                    <a:pt x="127914" y="103771"/>
                  </a:lnTo>
                  <a:lnTo>
                    <a:pt x="128181" y="102870"/>
                  </a:lnTo>
                  <a:close/>
                </a:path>
                <a:path w="147320" h="176530">
                  <a:moveTo>
                    <a:pt x="128612" y="105549"/>
                  </a:moveTo>
                  <a:lnTo>
                    <a:pt x="127914" y="103771"/>
                  </a:lnTo>
                  <a:lnTo>
                    <a:pt x="127431" y="105549"/>
                  </a:lnTo>
                  <a:lnTo>
                    <a:pt x="127228" y="106680"/>
                  </a:lnTo>
                  <a:lnTo>
                    <a:pt x="128409" y="105549"/>
                  </a:lnTo>
                  <a:lnTo>
                    <a:pt x="128612" y="105549"/>
                  </a:lnTo>
                  <a:close/>
                </a:path>
                <a:path w="147320" h="176530">
                  <a:moveTo>
                    <a:pt x="131356" y="76581"/>
                  </a:moveTo>
                  <a:lnTo>
                    <a:pt x="128206" y="77470"/>
                  </a:lnTo>
                  <a:lnTo>
                    <a:pt x="123875" y="80022"/>
                  </a:lnTo>
                  <a:lnTo>
                    <a:pt x="122097" y="77470"/>
                  </a:lnTo>
                  <a:lnTo>
                    <a:pt x="121107" y="75425"/>
                  </a:lnTo>
                  <a:lnTo>
                    <a:pt x="121208" y="76200"/>
                  </a:lnTo>
                  <a:lnTo>
                    <a:pt x="121246" y="76581"/>
                  </a:lnTo>
                  <a:lnTo>
                    <a:pt x="121373" y="77470"/>
                  </a:lnTo>
                  <a:lnTo>
                    <a:pt x="122783" y="79730"/>
                  </a:lnTo>
                  <a:lnTo>
                    <a:pt x="122948" y="80022"/>
                  </a:lnTo>
                  <a:lnTo>
                    <a:pt x="119113" y="82448"/>
                  </a:lnTo>
                  <a:lnTo>
                    <a:pt x="123291" y="81318"/>
                  </a:lnTo>
                  <a:lnTo>
                    <a:pt x="123431" y="81318"/>
                  </a:lnTo>
                  <a:lnTo>
                    <a:pt x="124206" y="82638"/>
                  </a:lnTo>
                  <a:lnTo>
                    <a:pt x="124891" y="83947"/>
                  </a:lnTo>
                  <a:lnTo>
                    <a:pt x="124993" y="85242"/>
                  </a:lnTo>
                  <a:lnTo>
                    <a:pt x="125260" y="85242"/>
                  </a:lnTo>
                  <a:lnTo>
                    <a:pt x="124155" y="81318"/>
                  </a:lnTo>
                  <a:lnTo>
                    <a:pt x="126390" y="80022"/>
                  </a:lnTo>
                  <a:lnTo>
                    <a:pt x="128676" y="78740"/>
                  </a:lnTo>
                  <a:lnTo>
                    <a:pt x="131356" y="76581"/>
                  </a:lnTo>
                  <a:close/>
                </a:path>
                <a:path w="147320" h="176530">
                  <a:moveTo>
                    <a:pt x="131572" y="140335"/>
                  </a:moveTo>
                  <a:lnTo>
                    <a:pt x="131330" y="139814"/>
                  </a:lnTo>
                  <a:lnTo>
                    <a:pt x="129743" y="139230"/>
                  </a:lnTo>
                  <a:lnTo>
                    <a:pt x="129438" y="140093"/>
                  </a:lnTo>
                  <a:lnTo>
                    <a:pt x="129882" y="140627"/>
                  </a:lnTo>
                  <a:lnTo>
                    <a:pt x="130073" y="141262"/>
                  </a:lnTo>
                  <a:lnTo>
                    <a:pt x="130314" y="140360"/>
                  </a:lnTo>
                  <a:lnTo>
                    <a:pt x="131445" y="141490"/>
                  </a:lnTo>
                  <a:lnTo>
                    <a:pt x="131572" y="140335"/>
                  </a:lnTo>
                  <a:close/>
                </a:path>
                <a:path w="147320" h="176530">
                  <a:moveTo>
                    <a:pt x="133883" y="75044"/>
                  </a:moveTo>
                  <a:lnTo>
                    <a:pt x="133273" y="75044"/>
                  </a:lnTo>
                  <a:lnTo>
                    <a:pt x="131356" y="76581"/>
                  </a:lnTo>
                  <a:lnTo>
                    <a:pt x="132740" y="76200"/>
                  </a:lnTo>
                  <a:lnTo>
                    <a:pt x="133883" y="75044"/>
                  </a:lnTo>
                  <a:close/>
                </a:path>
                <a:path w="147320" h="176530">
                  <a:moveTo>
                    <a:pt x="139217" y="127850"/>
                  </a:moveTo>
                  <a:lnTo>
                    <a:pt x="138899" y="126022"/>
                  </a:lnTo>
                  <a:lnTo>
                    <a:pt x="138633" y="126428"/>
                  </a:lnTo>
                  <a:lnTo>
                    <a:pt x="137134" y="127381"/>
                  </a:lnTo>
                  <a:lnTo>
                    <a:pt x="137134" y="128333"/>
                  </a:lnTo>
                  <a:lnTo>
                    <a:pt x="138747" y="129070"/>
                  </a:lnTo>
                  <a:lnTo>
                    <a:pt x="139217" y="127850"/>
                  </a:lnTo>
                  <a:close/>
                </a:path>
                <a:path w="147320" h="176530">
                  <a:moveTo>
                    <a:pt x="140195" y="114490"/>
                  </a:moveTo>
                  <a:lnTo>
                    <a:pt x="137718" y="113157"/>
                  </a:lnTo>
                  <a:lnTo>
                    <a:pt x="137033" y="113157"/>
                  </a:lnTo>
                  <a:lnTo>
                    <a:pt x="135902" y="113436"/>
                  </a:lnTo>
                  <a:lnTo>
                    <a:pt x="137934" y="115570"/>
                  </a:lnTo>
                  <a:lnTo>
                    <a:pt x="140195" y="114490"/>
                  </a:lnTo>
                  <a:close/>
                </a:path>
                <a:path w="147320" h="176530">
                  <a:moveTo>
                    <a:pt x="140741" y="81318"/>
                  </a:moveTo>
                  <a:lnTo>
                    <a:pt x="140601" y="80899"/>
                  </a:lnTo>
                  <a:lnTo>
                    <a:pt x="140665" y="81470"/>
                  </a:lnTo>
                  <a:lnTo>
                    <a:pt x="140741" y="81318"/>
                  </a:lnTo>
                  <a:close/>
                </a:path>
                <a:path w="147320" h="176530">
                  <a:moveTo>
                    <a:pt x="141008" y="85242"/>
                  </a:moveTo>
                  <a:lnTo>
                    <a:pt x="125260" y="85242"/>
                  </a:lnTo>
                  <a:lnTo>
                    <a:pt x="125374" y="86360"/>
                  </a:lnTo>
                  <a:lnTo>
                    <a:pt x="139115" y="86360"/>
                  </a:lnTo>
                  <a:lnTo>
                    <a:pt x="141008" y="85242"/>
                  </a:lnTo>
                  <a:close/>
                </a:path>
                <a:path w="147320" h="176530">
                  <a:moveTo>
                    <a:pt x="141922" y="176314"/>
                  </a:moveTo>
                  <a:close/>
                </a:path>
                <a:path w="147320" h="176530">
                  <a:moveTo>
                    <a:pt x="142824" y="85242"/>
                  </a:moveTo>
                  <a:lnTo>
                    <a:pt x="140792" y="81686"/>
                  </a:lnTo>
                  <a:lnTo>
                    <a:pt x="141287" y="85242"/>
                  </a:lnTo>
                  <a:lnTo>
                    <a:pt x="142824" y="85242"/>
                  </a:lnTo>
                  <a:close/>
                </a:path>
                <a:path w="147320" h="176530">
                  <a:moveTo>
                    <a:pt x="143548" y="90297"/>
                  </a:moveTo>
                  <a:lnTo>
                    <a:pt x="142900" y="89293"/>
                  </a:lnTo>
                  <a:lnTo>
                    <a:pt x="143027" y="90297"/>
                  </a:lnTo>
                  <a:lnTo>
                    <a:pt x="143357" y="91300"/>
                  </a:lnTo>
                  <a:lnTo>
                    <a:pt x="143459" y="90779"/>
                  </a:lnTo>
                  <a:lnTo>
                    <a:pt x="143548" y="90297"/>
                  </a:lnTo>
                  <a:close/>
                </a:path>
                <a:path w="147320" h="176530">
                  <a:moveTo>
                    <a:pt x="144068" y="98348"/>
                  </a:moveTo>
                  <a:lnTo>
                    <a:pt x="144043" y="96685"/>
                  </a:lnTo>
                  <a:lnTo>
                    <a:pt x="143586" y="96685"/>
                  </a:lnTo>
                  <a:lnTo>
                    <a:pt x="143268" y="96685"/>
                  </a:lnTo>
                  <a:lnTo>
                    <a:pt x="144068" y="98348"/>
                  </a:lnTo>
                  <a:close/>
                </a:path>
                <a:path w="147320" h="176530">
                  <a:moveTo>
                    <a:pt x="144068" y="86360"/>
                  </a:moveTo>
                  <a:lnTo>
                    <a:pt x="139115" y="86360"/>
                  </a:lnTo>
                  <a:lnTo>
                    <a:pt x="136969" y="87630"/>
                  </a:lnTo>
                  <a:lnTo>
                    <a:pt x="132092" y="88900"/>
                  </a:lnTo>
                  <a:lnTo>
                    <a:pt x="127419" y="90170"/>
                  </a:lnTo>
                  <a:lnTo>
                    <a:pt x="125501" y="87630"/>
                  </a:lnTo>
                  <a:lnTo>
                    <a:pt x="125374" y="86360"/>
                  </a:lnTo>
                  <a:lnTo>
                    <a:pt x="125082" y="86360"/>
                  </a:lnTo>
                  <a:lnTo>
                    <a:pt x="125183" y="87630"/>
                  </a:lnTo>
                  <a:lnTo>
                    <a:pt x="126365" y="90297"/>
                  </a:lnTo>
                  <a:lnTo>
                    <a:pt x="125857" y="90297"/>
                  </a:lnTo>
                  <a:lnTo>
                    <a:pt x="121932" y="91440"/>
                  </a:lnTo>
                  <a:lnTo>
                    <a:pt x="117195" y="92710"/>
                  </a:lnTo>
                  <a:lnTo>
                    <a:pt x="121500" y="92710"/>
                  </a:lnTo>
                  <a:lnTo>
                    <a:pt x="126631" y="91440"/>
                  </a:lnTo>
                  <a:lnTo>
                    <a:pt x="126555" y="92710"/>
                  </a:lnTo>
                  <a:lnTo>
                    <a:pt x="126492" y="93980"/>
                  </a:lnTo>
                  <a:lnTo>
                    <a:pt x="127863" y="96405"/>
                  </a:lnTo>
                  <a:lnTo>
                    <a:pt x="127800" y="95402"/>
                  </a:lnTo>
                  <a:lnTo>
                    <a:pt x="127698" y="93980"/>
                  </a:lnTo>
                  <a:lnTo>
                    <a:pt x="126987" y="91440"/>
                  </a:lnTo>
                  <a:lnTo>
                    <a:pt x="131203" y="90297"/>
                  </a:lnTo>
                  <a:lnTo>
                    <a:pt x="141630" y="87630"/>
                  </a:lnTo>
                  <a:lnTo>
                    <a:pt x="142900" y="89293"/>
                  </a:lnTo>
                  <a:lnTo>
                    <a:pt x="142862" y="88900"/>
                  </a:lnTo>
                  <a:lnTo>
                    <a:pt x="142748" y="87630"/>
                  </a:lnTo>
                  <a:lnTo>
                    <a:pt x="144068" y="86360"/>
                  </a:lnTo>
                  <a:close/>
                </a:path>
                <a:path w="147320" h="176530">
                  <a:moveTo>
                    <a:pt x="144246" y="93980"/>
                  </a:moveTo>
                  <a:lnTo>
                    <a:pt x="143408" y="91440"/>
                  </a:lnTo>
                  <a:lnTo>
                    <a:pt x="143090" y="92710"/>
                  </a:lnTo>
                  <a:lnTo>
                    <a:pt x="142862" y="93980"/>
                  </a:lnTo>
                  <a:lnTo>
                    <a:pt x="143586" y="96685"/>
                  </a:lnTo>
                  <a:lnTo>
                    <a:pt x="143764" y="95694"/>
                  </a:lnTo>
                  <a:lnTo>
                    <a:pt x="144145" y="94348"/>
                  </a:lnTo>
                  <a:lnTo>
                    <a:pt x="144246" y="93980"/>
                  </a:lnTo>
                  <a:close/>
                </a:path>
                <a:path w="147320" h="176530">
                  <a:moveTo>
                    <a:pt x="145262" y="115570"/>
                  </a:moveTo>
                  <a:lnTo>
                    <a:pt x="144500" y="114490"/>
                  </a:lnTo>
                  <a:lnTo>
                    <a:pt x="144373" y="114312"/>
                  </a:lnTo>
                  <a:lnTo>
                    <a:pt x="142887" y="114312"/>
                  </a:lnTo>
                  <a:lnTo>
                    <a:pt x="143116" y="113436"/>
                  </a:lnTo>
                  <a:lnTo>
                    <a:pt x="143192" y="113157"/>
                  </a:lnTo>
                  <a:lnTo>
                    <a:pt x="142976" y="113157"/>
                  </a:lnTo>
                  <a:lnTo>
                    <a:pt x="140195" y="114490"/>
                  </a:lnTo>
                  <a:lnTo>
                    <a:pt x="142201" y="115570"/>
                  </a:lnTo>
                  <a:lnTo>
                    <a:pt x="145262" y="115570"/>
                  </a:lnTo>
                  <a:close/>
                </a:path>
                <a:path w="147320" h="176530">
                  <a:moveTo>
                    <a:pt x="146837" y="83947"/>
                  </a:moveTo>
                  <a:lnTo>
                    <a:pt x="146697" y="83947"/>
                  </a:lnTo>
                  <a:lnTo>
                    <a:pt x="145326" y="85242"/>
                  </a:lnTo>
                  <a:lnTo>
                    <a:pt x="146837" y="85242"/>
                  </a:lnTo>
                  <a:lnTo>
                    <a:pt x="146837" y="83947"/>
                  </a:lnTo>
                  <a:close/>
                </a:path>
                <a:path w="147320" h="176530">
                  <a:moveTo>
                    <a:pt x="146837" y="54737"/>
                  </a:moveTo>
                  <a:lnTo>
                    <a:pt x="145973" y="53340"/>
                  </a:lnTo>
                  <a:lnTo>
                    <a:pt x="145275" y="52298"/>
                  </a:lnTo>
                  <a:lnTo>
                    <a:pt x="145186" y="52171"/>
                  </a:lnTo>
                  <a:lnTo>
                    <a:pt x="144195" y="50939"/>
                  </a:lnTo>
                  <a:lnTo>
                    <a:pt x="143941" y="50939"/>
                  </a:lnTo>
                  <a:lnTo>
                    <a:pt x="145211" y="49530"/>
                  </a:lnTo>
                  <a:lnTo>
                    <a:pt x="145783" y="48272"/>
                  </a:lnTo>
                  <a:lnTo>
                    <a:pt x="145542" y="47955"/>
                  </a:lnTo>
                  <a:lnTo>
                    <a:pt x="144754" y="46990"/>
                  </a:lnTo>
                  <a:lnTo>
                    <a:pt x="143141" y="49530"/>
                  </a:lnTo>
                  <a:lnTo>
                    <a:pt x="142201" y="48564"/>
                  </a:lnTo>
                  <a:lnTo>
                    <a:pt x="142201" y="49530"/>
                  </a:lnTo>
                  <a:lnTo>
                    <a:pt x="138607" y="53340"/>
                  </a:lnTo>
                  <a:lnTo>
                    <a:pt x="134696" y="57226"/>
                  </a:lnTo>
                  <a:lnTo>
                    <a:pt x="131102" y="60960"/>
                  </a:lnTo>
                  <a:lnTo>
                    <a:pt x="130187" y="60223"/>
                  </a:lnTo>
                  <a:lnTo>
                    <a:pt x="130187" y="60960"/>
                  </a:lnTo>
                  <a:lnTo>
                    <a:pt x="126644" y="64770"/>
                  </a:lnTo>
                  <a:lnTo>
                    <a:pt x="122682" y="67310"/>
                  </a:lnTo>
                  <a:lnTo>
                    <a:pt x="119011" y="71132"/>
                  </a:lnTo>
                  <a:lnTo>
                    <a:pt x="116725" y="68707"/>
                  </a:lnTo>
                  <a:lnTo>
                    <a:pt x="116357" y="68160"/>
                  </a:lnTo>
                  <a:lnTo>
                    <a:pt x="115125" y="66040"/>
                  </a:lnTo>
                  <a:lnTo>
                    <a:pt x="112941" y="64770"/>
                  </a:lnTo>
                  <a:lnTo>
                    <a:pt x="114020" y="63500"/>
                  </a:lnTo>
                  <a:lnTo>
                    <a:pt x="116192" y="60960"/>
                  </a:lnTo>
                  <a:lnTo>
                    <a:pt x="119100" y="55880"/>
                  </a:lnTo>
                  <a:lnTo>
                    <a:pt x="122415" y="53352"/>
                  </a:lnTo>
                  <a:lnTo>
                    <a:pt x="127457" y="58496"/>
                  </a:lnTo>
                  <a:lnTo>
                    <a:pt x="130187" y="60960"/>
                  </a:lnTo>
                  <a:lnTo>
                    <a:pt x="130187" y="60223"/>
                  </a:lnTo>
                  <a:lnTo>
                    <a:pt x="128079" y="58496"/>
                  </a:lnTo>
                  <a:lnTo>
                    <a:pt x="127812" y="58140"/>
                  </a:lnTo>
                  <a:lnTo>
                    <a:pt x="125793" y="54737"/>
                  </a:lnTo>
                  <a:lnTo>
                    <a:pt x="124193" y="53340"/>
                  </a:lnTo>
                  <a:lnTo>
                    <a:pt x="122783" y="52171"/>
                  </a:lnTo>
                  <a:lnTo>
                    <a:pt x="122593" y="52171"/>
                  </a:lnTo>
                  <a:lnTo>
                    <a:pt x="123532" y="50939"/>
                  </a:lnTo>
                  <a:lnTo>
                    <a:pt x="125590" y="48272"/>
                  </a:lnTo>
                  <a:lnTo>
                    <a:pt x="128651" y="44450"/>
                  </a:lnTo>
                  <a:lnTo>
                    <a:pt x="131419" y="39370"/>
                  </a:lnTo>
                  <a:lnTo>
                    <a:pt x="135039" y="42862"/>
                  </a:lnTo>
                  <a:lnTo>
                    <a:pt x="135509" y="43357"/>
                  </a:lnTo>
                  <a:lnTo>
                    <a:pt x="138353" y="46990"/>
                  </a:lnTo>
                  <a:lnTo>
                    <a:pt x="142201" y="49530"/>
                  </a:lnTo>
                  <a:lnTo>
                    <a:pt x="142201" y="48564"/>
                  </a:lnTo>
                  <a:lnTo>
                    <a:pt x="139471" y="45720"/>
                  </a:lnTo>
                  <a:lnTo>
                    <a:pt x="136271" y="41910"/>
                  </a:lnTo>
                  <a:lnTo>
                    <a:pt x="132346" y="39370"/>
                  </a:lnTo>
                  <a:lnTo>
                    <a:pt x="132981" y="38176"/>
                  </a:lnTo>
                  <a:lnTo>
                    <a:pt x="134315" y="35712"/>
                  </a:lnTo>
                  <a:lnTo>
                    <a:pt x="134518" y="35712"/>
                  </a:lnTo>
                  <a:lnTo>
                    <a:pt x="133324" y="34290"/>
                  </a:lnTo>
                  <a:lnTo>
                    <a:pt x="131292" y="38100"/>
                  </a:lnTo>
                  <a:lnTo>
                    <a:pt x="130213" y="37439"/>
                  </a:lnTo>
                  <a:lnTo>
                    <a:pt x="130213" y="39370"/>
                  </a:lnTo>
                  <a:lnTo>
                    <a:pt x="124726" y="46990"/>
                  </a:lnTo>
                  <a:lnTo>
                    <a:pt x="121589" y="50800"/>
                  </a:lnTo>
                  <a:lnTo>
                    <a:pt x="118872" y="49530"/>
                  </a:lnTo>
                  <a:lnTo>
                    <a:pt x="115760" y="45720"/>
                  </a:lnTo>
                  <a:lnTo>
                    <a:pt x="113233" y="45720"/>
                  </a:lnTo>
                  <a:lnTo>
                    <a:pt x="113449" y="44450"/>
                  </a:lnTo>
                  <a:lnTo>
                    <a:pt x="114122" y="40640"/>
                  </a:lnTo>
                  <a:lnTo>
                    <a:pt x="117475" y="36830"/>
                  </a:lnTo>
                  <a:lnTo>
                    <a:pt x="119113" y="31889"/>
                  </a:lnTo>
                  <a:lnTo>
                    <a:pt x="119354" y="31889"/>
                  </a:lnTo>
                  <a:lnTo>
                    <a:pt x="122669" y="34290"/>
                  </a:lnTo>
                  <a:lnTo>
                    <a:pt x="126873" y="36830"/>
                  </a:lnTo>
                  <a:lnTo>
                    <a:pt x="130213" y="39370"/>
                  </a:lnTo>
                  <a:lnTo>
                    <a:pt x="130213" y="37439"/>
                  </a:lnTo>
                  <a:lnTo>
                    <a:pt x="127406" y="35712"/>
                  </a:lnTo>
                  <a:lnTo>
                    <a:pt x="123748" y="33020"/>
                  </a:lnTo>
                  <a:lnTo>
                    <a:pt x="121983" y="31889"/>
                  </a:lnTo>
                  <a:lnTo>
                    <a:pt x="119786" y="30480"/>
                  </a:lnTo>
                  <a:lnTo>
                    <a:pt x="120942" y="27940"/>
                  </a:lnTo>
                  <a:lnTo>
                    <a:pt x="119087" y="27940"/>
                  </a:lnTo>
                  <a:lnTo>
                    <a:pt x="118706" y="29044"/>
                  </a:lnTo>
                  <a:lnTo>
                    <a:pt x="118148" y="30429"/>
                  </a:lnTo>
                  <a:lnTo>
                    <a:pt x="118313" y="30480"/>
                  </a:lnTo>
                  <a:lnTo>
                    <a:pt x="118135" y="30480"/>
                  </a:lnTo>
                  <a:lnTo>
                    <a:pt x="117944" y="30480"/>
                  </a:lnTo>
                  <a:lnTo>
                    <a:pt x="115798" y="35712"/>
                  </a:lnTo>
                  <a:lnTo>
                    <a:pt x="113931" y="39370"/>
                  </a:lnTo>
                  <a:lnTo>
                    <a:pt x="111899" y="44450"/>
                  </a:lnTo>
                  <a:lnTo>
                    <a:pt x="109054" y="43357"/>
                  </a:lnTo>
                  <a:lnTo>
                    <a:pt x="108800" y="43230"/>
                  </a:lnTo>
                  <a:lnTo>
                    <a:pt x="108585" y="43116"/>
                  </a:lnTo>
                  <a:lnTo>
                    <a:pt x="108737" y="43167"/>
                  </a:lnTo>
                  <a:lnTo>
                    <a:pt x="108292" y="42862"/>
                  </a:lnTo>
                  <a:lnTo>
                    <a:pt x="108534" y="43091"/>
                  </a:lnTo>
                  <a:lnTo>
                    <a:pt x="108127" y="42862"/>
                  </a:lnTo>
                  <a:lnTo>
                    <a:pt x="108292" y="42862"/>
                  </a:lnTo>
                  <a:lnTo>
                    <a:pt x="104927" y="40640"/>
                  </a:lnTo>
                  <a:lnTo>
                    <a:pt x="103009" y="39370"/>
                  </a:lnTo>
                  <a:lnTo>
                    <a:pt x="106629" y="25692"/>
                  </a:lnTo>
                  <a:lnTo>
                    <a:pt x="106692" y="24930"/>
                  </a:lnTo>
                  <a:lnTo>
                    <a:pt x="106464" y="24130"/>
                  </a:lnTo>
                  <a:lnTo>
                    <a:pt x="105537" y="24130"/>
                  </a:lnTo>
                  <a:lnTo>
                    <a:pt x="101765" y="22987"/>
                  </a:lnTo>
                  <a:lnTo>
                    <a:pt x="97904" y="22987"/>
                  </a:lnTo>
                  <a:lnTo>
                    <a:pt x="93472" y="21666"/>
                  </a:lnTo>
                  <a:lnTo>
                    <a:pt x="93218" y="21666"/>
                  </a:lnTo>
                  <a:lnTo>
                    <a:pt x="100939" y="24130"/>
                  </a:lnTo>
                  <a:lnTo>
                    <a:pt x="105321" y="25514"/>
                  </a:lnTo>
                  <a:lnTo>
                    <a:pt x="104940" y="25514"/>
                  </a:lnTo>
                  <a:lnTo>
                    <a:pt x="104178" y="29044"/>
                  </a:lnTo>
                  <a:lnTo>
                    <a:pt x="103276" y="34290"/>
                  </a:lnTo>
                  <a:lnTo>
                    <a:pt x="101384" y="39370"/>
                  </a:lnTo>
                  <a:lnTo>
                    <a:pt x="101333" y="40640"/>
                  </a:lnTo>
                  <a:lnTo>
                    <a:pt x="100266" y="44450"/>
                  </a:lnTo>
                  <a:lnTo>
                    <a:pt x="98183" y="50063"/>
                  </a:lnTo>
                  <a:lnTo>
                    <a:pt x="97878" y="50939"/>
                  </a:lnTo>
                  <a:lnTo>
                    <a:pt x="97345" y="53340"/>
                  </a:lnTo>
                  <a:lnTo>
                    <a:pt x="95300" y="53340"/>
                  </a:lnTo>
                  <a:lnTo>
                    <a:pt x="92570" y="50939"/>
                  </a:lnTo>
                  <a:lnTo>
                    <a:pt x="90411" y="50939"/>
                  </a:lnTo>
                  <a:lnTo>
                    <a:pt x="92951" y="52171"/>
                  </a:lnTo>
                  <a:lnTo>
                    <a:pt x="94234" y="53340"/>
                  </a:lnTo>
                  <a:lnTo>
                    <a:pt x="97078" y="54737"/>
                  </a:lnTo>
                  <a:lnTo>
                    <a:pt x="96774" y="54737"/>
                  </a:lnTo>
                  <a:lnTo>
                    <a:pt x="91871" y="67310"/>
                  </a:lnTo>
                  <a:lnTo>
                    <a:pt x="91655" y="67157"/>
                  </a:lnTo>
                  <a:lnTo>
                    <a:pt x="91655" y="67310"/>
                  </a:lnTo>
                  <a:lnTo>
                    <a:pt x="89687" y="72390"/>
                  </a:lnTo>
                  <a:lnTo>
                    <a:pt x="87668" y="76200"/>
                  </a:lnTo>
                  <a:lnTo>
                    <a:pt x="85725" y="80022"/>
                  </a:lnTo>
                  <a:lnTo>
                    <a:pt x="83134" y="78740"/>
                  </a:lnTo>
                  <a:lnTo>
                    <a:pt x="84251" y="74561"/>
                  </a:lnTo>
                  <a:lnTo>
                    <a:pt x="85686" y="69875"/>
                  </a:lnTo>
                  <a:lnTo>
                    <a:pt x="86829" y="64770"/>
                  </a:lnTo>
                  <a:lnTo>
                    <a:pt x="88315" y="66040"/>
                  </a:lnTo>
                  <a:lnTo>
                    <a:pt x="89674" y="67310"/>
                  </a:lnTo>
                  <a:lnTo>
                    <a:pt x="91655" y="67310"/>
                  </a:lnTo>
                  <a:lnTo>
                    <a:pt x="91655" y="67157"/>
                  </a:lnTo>
                  <a:lnTo>
                    <a:pt x="90182" y="66040"/>
                  </a:lnTo>
                  <a:lnTo>
                    <a:pt x="88087" y="64770"/>
                  </a:lnTo>
                  <a:lnTo>
                    <a:pt x="87287" y="64770"/>
                  </a:lnTo>
                  <a:lnTo>
                    <a:pt x="87401" y="63500"/>
                  </a:lnTo>
                  <a:lnTo>
                    <a:pt x="87515" y="62230"/>
                  </a:lnTo>
                  <a:lnTo>
                    <a:pt x="87630" y="60960"/>
                  </a:lnTo>
                  <a:lnTo>
                    <a:pt x="88849" y="55880"/>
                  </a:lnTo>
                  <a:lnTo>
                    <a:pt x="89725" y="52298"/>
                  </a:lnTo>
                  <a:lnTo>
                    <a:pt x="90868" y="46075"/>
                  </a:lnTo>
                  <a:lnTo>
                    <a:pt x="90995" y="43802"/>
                  </a:lnTo>
                  <a:lnTo>
                    <a:pt x="91046" y="41910"/>
                  </a:lnTo>
                  <a:lnTo>
                    <a:pt x="92024" y="36830"/>
                  </a:lnTo>
                  <a:lnTo>
                    <a:pt x="95529" y="38176"/>
                  </a:lnTo>
                  <a:lnTo>
                    <a:pt x="98132" y="38176"/>
                  </a:lnTo>
                  <a:lnTo>
                    <a:pt x="101333" y="40640"/>
                  </a:lnTo>
                  <a:lnTo>
                    <a:pt x="101333" y="39357"/>
                  </a:lnTo>
                  <a:lnTo>
                    <a:pt x="98577" y="38176"/>
                  </a:lnTo>
                  <a:lnTo>
                    <a:pt x="95059" y="36830"/>
                  </a:lnTo>
                  <a:lnTo>
                    <a:pt x="92329" y="35712"/>
                  </a:lnTo>
                  <a:lnTo>
                    <a:pt x="91948" y="35712"/>
                  </a:lnTo>
                  <a:lnTo>
                    <a:pt x="92443" y="30480"/>
                  </a:lnTo>
                  <a:lnTo>
                    <a:pt x="92544" y="29337"/>
                  </a:lnTo>
                  <a:lnTo>
                    <a:pt x="92570" y="29044"/>
                  </a:lnTo>
                  <a:lnTo>
                    <a:pt x="92671" y="27940"/>
                  </a:lnTo>
                  <a:lnTo>
                    <a:pt x="92798" y="26670"/>
                  </a:lnTo>
                  <a:lnTo>
                    <a:pt x="92887" y="24130"/>
                  </a:lnTo>
                  <a:lnTo>
                    <a:pt x="92976" y="21666"/>
                  </a:lnTo>
                  <a:lnTo>
                    <a:pt x="93218" y="21666"/>
                  </a:lnTo>
                  <a:lnTo>
                    <a:pt x="93268" y="20320"/>
                  </a:lnTo>
                  <a:lnTo>
                    <a:pt x="91922" y="20320"/>
                  </a:lnTo>
                  <a:lnTo>
                    <a:pt x="88315" y="21666"/>
                  </a:lnTo>
                  <a:lnTo>
                    <a:pt x="91300" y="21666"/>
                  </a:lnTo>
                  <a:lnTo>
                    <a:pt x="92011" y="24930"/>
                  </a:lnTo>
                  <a:lnTo>
                    <a:pt x="92036" y="25692"/>
                  </a:lnTo>
                  <a:lnTo>
                    <a:pt x="90678" y="30480"/>
                  </a:lnTo>
                  <a:lnTo>
                    <a:pt x="90766" y="33020"/>
                  </a:lnTo>
                  <a:lnTo>
                    <a:pt x="90855" y="35712"/>
                  </a:lnTo>
                  <a:lnTo>
                    <a:pt x="90563" y="35712"/>
                  </a:lnTo>
                  <a:lnTo>
                    <a:pt x="88366" y="36830"/>
                  </a:lnTo>
                  <a:lnTo>
                    <a:pt x="90665" y="36830"/>
                  </a:lnTo>
                  <a:lnTo>
                    <a:pt x="90017" y="40640"/>
                  </a:lnTo>
                  <a:lnTo>
                    <a:pt x="89916" y="41910"/>
                  </a:lnTo>
                  <a:lnTo>
                    <a:pt x="89839" y="42862"/>
                  </a:lnTo>
                  <a:lnTo>
                    <a:pt x="89725" y="44450"/>
                  </a:lnTo>
                  <a:lnTo>
                    <a:pt x="89636" y="45720"/>
                  </a:lnTo>
                  <a:lnTo>
                    <a:pt x="88912" y="49530"/>
                  </a:lnTo>
                  <a:lnTo>
                    <a:pt x="87020" y="50800"/>
                  </a:lnTo>
                  <a:lnTo>
                    <a:pt x="83870" y="49530"/>
                  </a:lnTo>
                  <a:lnTo>
                    <a:pt x="81470" y="49530"/>
                  </a:lnTo>
                  <a:lnTo>
                    <a:pt x="81508" y="42862"/>
                  </a:lnTo>
                  <a:lnTo>
                    <a:pt x="81165" y="40640"/>
                  </a:lnTo>
                  <a:lnTo>
                    <a:pt x="81267" y="39370"/>
                  </a:lnTo>
                  <a:lnTo>
                    <a:pt x="81356" y="38176"/>
                  </a:lnTo>
                  <a:lnTo>
                    <a:pt x="81470" y="36830"/>
                  </a:lnTo>
                  <a:lnTo>
                    <a:pt x="81572" y="35712"/>
                  </a:lnTo>
                  <a:lnTo>
                    <a:pt x="81800" y="35712"/>
                  </a:lnTo>
                  <a:lnTo>
                    <a:pt x="80505" y="30480"/>
                  </a:lnTo>
                  <a:lnTo>
                    <a:pt x="80505" y="22987"/>
                  </a:lnTo>
                  <a:lnTo>
                    <a:pt x="80378" y="21666"/>
                  </a:lnTo>
                  <a:lnTo>
                    <a:pt x="84683" y="21666"/>
                  </a:lnTo>
                  <a:lnTo>
                    <a:pt x="80213" y="20320"/>
                  </a:lnTo>
                  <a:lnTo>
                    <a:pt x="80137" y="18821"/>
                  </a:lnTo>
                  <a:lnTo>
                    <a:pt x="79590" y="15240"/>
                  </a:lnTo>
                  <a:lnTo>
                    <a:pt x="79006" y="15240"/>
                  </a:lnTo>
                  <a:lnTo>
                    <a:pt x="78003" y="13970"/>
                  </a:lnTo>
                  <a:lnTo>
                    <a:pt x="78143" y="15240"/>
                  </a:lnTo>
                  <a:lnTo>
                    <a:pt x="78257" y="16294"/>
                  </a:lnTo>
                  <a:lnTo>
                    <a:pt x="78308" y="16751"/>
                  </a:lnTo>
                  <a:lnTo>
                    <a:pt x="78422" y="17780"/>
                  </a:lnTo>
                  <a:lnTo>
                    <a:pt x="78549" y="18821"/>
                  </a:lnTo>
                  <a:lnTo>
                    <a:pt x="78587" y="19100"/>
                  </a:lnTo>
                  <a:lnTo>
                    <a:pt x="78981" y="20320"/>
                  </a:lnTo>
                  <a:lnTo>
                    <a:pt x="75438" y="21666"/>
                  </a:lnTo>
                  <a:lnTo>
                    <a:pt x="75184" y="21666"/>
                  </a:lnTo>
                  <a:lnTo>
                    <a:pt x="79413" y="22987"/>
                  </a:lnTo>
                  <a:lnTo>
                    <a:pt x="79044" y="22987"/>
                  </a:lnTo>
                  <a:lnTo>
                    <a:pt x="79209" y="24130"/>
                  </a:lnTo>
                  <a:lnTo>
                    <a:pt x="79311" y="24930"/>
                  </a:lnTo>
                  <a:lnTo>
                    <a:pt x="79349" y="25196"/>
                  </a:lnTo>
                  <a:lnTo>
                    <a:pt x="79451" y="30480"/>
                  </a:lnTo>
                  <a:lnTo>
                    <a:pt x="80086" y="34290"/>
                  </a:lnTo>
                  <a:lnTo>
                    <a:pt x="77050" y="35712"/>
                  </a:lnTo>
                  <a:lnTo>
                    <a:pt x="74333" y="36830"/>
                  </a:lnTo>
                  <a:lnTo>
                    <a:pt x="79565" y="36830"/>
                  </a:lnTo>
                  <a:lnTo>
                    <a:pt x="80797" y="39370"/>
                  </a:lnTo>
                  <a:lnTo>
                    <a:pt x="80276" y="42862"/>
                  </a:lnTo>
                  <a:lnTo>
                    <a:pt x="80200" y="43357"/>
                  </a:lnTo>
                  <a:lnTo>
                    <a:pt x="80149" y="49530"/>
                  </a:lnTo>
                  <a:lnTo>
                    <a:pt x="79146" y="50266"/>
                  </a:lnTo>
                  <a:lnTo>
                    <a:pt x="80568" y="50939"/>
                  </a:lnTo>
                  <a:lnTo>
                    <a:pt x="80264" y="50939"/>
                  </a:lnTo>
                  <a:lnTo>
                    <a:pt x="80149" y="54737"/>
                  </a:lnTo>
                  <a:lnTo>
                    <a:pt x="79883" y="56946"/>
                  </a:lnTo>
                  <a:lnTo>
                    <a:pt x="79768" y="63500"/>
                  </a:lnTo>
                  <a:lnTo>
                    <a:pt x="77736" y="63500"/>
                  </a:lnTo>
                  <a:lnTo>
                    <a:pt x="79705" y="64770"/>
                  </a:lnTo>
                  <a:lnTo>
                    <a:pt x="79171" y="67310"/>
                  </a:lnTo>
                  <a:lnTo>
                    <a:pt x="79082" y="73939"/>
                  </a:lnTo>
                  <a:lnTo>
                    <a:pt x="77889" y="78740"/>
                  </a:lnTo>
                  <a:lnTo>
                    <a:pt x="77749" y="78740"/>
                  </a:lnTo>
                  <a:lnTo>
                    <a:pt x="77800" y="79171"/>
                  </a:lnTo>
                  <a:lnTo>
                    <a:pt x="77876" y="79730"/>
                  </a:lnTo>
                  <a:lnTo>
                    <a:pt x="77978" y="80518"/>
                  </a:lnTo>
                  <a:lnTo>
                    <a:pt x="78092" y="81318"/>
                  </a:lnTo>
                  <a:lnTo>
                    <a:pt x="78206" y="82638"/>
                  </a:lnTo>
                  <a:lnTo>
                    <a:pt x="76936" y="85242"/>
                  </a:lnTo>
                  <a:lnTo>
                    <a:pt x="77978" y="85242"/>
                  </a:lnTo>
                  <a:lnTo>
                    <a:pt x="79324" y="82638"/>
                  </a:lnTo>
                  <a:lnTo>
                    <a:pt x="79209" y="80899"/>
                  </a:lnTo>
                  <a:lnTo>
                    <a:pt x="79095" y="79730"/>
                  </a:lnTo>
                  <a:lnTo>
                    <a:pt x="79006" y="78740"/>
                  </a:lnTo>
                  <a:lnTo>
                    <a:pt x="79438" y="78740"/>
                  </a:lnTo>
                  <a:lnTo>
                    <a:pt x="79565" y="77470"/>
                  </a:lnTo>
                  <a:lnTo>
                    <a:pt x="79641" y="76581"/>
                  </a:lnTo>
                  <a:lnTo>
                    <a:pt x="79768" y="75425"/>
                  </a:lnTo>
                  <a:lnTo>
                    <a:pt x="79844" y="74561"/>
                  </a:lnTo>
                  <a:lnTo>
                    <a:pt x="79959" y="73393"/>
                  </a:lnTo>
                  <a:lnTo>
                    <a:pt x="80022" y="72390"/>
                  </a:lnTo>
                  <a:lnTo>
                    <a:pt x="80086" y="71221"/>
                  </a:lnTo>
                  <a:lnTo>
                    <a:pt x="80187" y="69545"/>
                  </a:lnTo>
                  <a:lnTo>
                    <a:pt x="80302" y="68160"/>
                  </a:lnTo>
                  <a:lnTo>
                    <a:pt x="80759" y="64770"/>
                  </a:lnTo>
                  <a:lnTo>
                    <a:pt x="80873" y="63893"/>
                  </a:lnTo>
                  <a:lnTo>
                    <a:pt x="80949" y="62230"/>
                  </a:lnTo>
                  <a:lnTo>
                    <a:pt x="81038" y="60960"/>
                  </a:lnTo>
                  <a:lnTo>
                    <a:pt x="81127" y="59690"/>
                  </a:lnTo>
                  <a:lnTo>
                    <a:pt x="81254" y="55880"/>
                  </a:lnTo>
                  <a:lnTo>
                    <a:pt x="81356" y="53340"/>
                  </a:lnTo>
                  <a:lnTo>
                    <a:pt x="81432" y="52171"/>
                  </a:lnTo>
                  <a:lnTo>
                    <a:pt x="81508" y="50939"/>
                  </a:lnTo>
                  <a:lnTo>
                    <a:pt x="86817" y="50939"/>
                  </a:lnTo>
                  <a:lnTo>
                    <a:pt x="87388" y="50939"/>
                  </a:lnTo>
                  <a:lnTo>
                    <a:pt x="88671" y="50939"/>
                  </a:lnTo>
                  <a:lnTo>
                    <a:pt x="87553" y="55880"/>
                  </a:lnTo>
                  <a:lnTo>
                    <a:pt x="87464" y="56946"/>
                  </a:lnTo>
                  <a:lnTo>
                    <a:pt x="87376" y="58140"/>
                  </a:lnTo>
                  <a:lnTo>
                    <a:pt x="87274" y="59690"/>
                  </a:lnTo>
                  <a:lnTo>
                    <a:pt x="86106" y="63500"/>
                  </a:lnTo>
                  <a:lnTo>
                    <a:pt x="85979" y="63893"/>
                  </a:lnTo>
                  <a:lnTo>
                    <a:pt x="85775" y="64770"/>
                  </a:lnTo>
                  <a:lnTo>
                    <a:pt x="84366" y="69545"/>
                  </a:lnTo>
                  <a:lnTo>
                    <a:pt x="84264" y="69875"/>
                  </a:lnTo>
                  <a:lnTo>
                    <a:pt x="83731" y="73393"/>
                  </a:lnTo>
                  <a:lnTo>
                    <a:pt x="83680" y="73672"/>
                  </a:lnTo>
                  <a:lnTo>
                    <a:pt x="81737" y="78740"/>
                  </a:lnTo>
                  <a:lnTo>
                    <a:pt x="79781" y="78740"/>
                  </a:lnTo>
                  <a:lnTo>
                    <a:pt x="80937" y="80022"/>
                  </a:lnTo>
                  <a:lnTo>
                    <a:pt x="81889" y="80022"/>
                  </a:lnTo>
                  <a:lnTo>
                    <a:pt x="79883" y="85242"/>
                  </a:lnTo>
                  <a:lnTo>
                    <a:pt x="80835" y="85242"/>
                  </a:lnTo>
                  <a:lnTo>
                    <a:pt x="81102" y="83947"/>
                  </a:lnTo>
                  <a:lnTo>
                    <a:pt x="82867" y="80022"/>
                  </a:lnTo>
                  <a:lnTo>
                    <a:pt x="84480" y="80899"/>
                  </a:lnTo>
                  <a:lnTo>
                    <a:pt x="85140" y="81318"/>
                  </a:lnTo>
                  <a:lnTo>
                    <a:pt x="83083" y="85242"/>
                  </a:lnTo>
                  <a:lnTo>
                    <a:pt x="80835" y="85242"/>
                  </a:lnTo>
                  <a:lnTo>
                    <a:pt x="80645" y="86182"/>
                  </a:lnTo>
                  <a:lnTo>
                    <a:pt x="80619" y="86360"/>
                  </a:lnTo>
                  <a:lnTo>
                    <a:pt x="82753" y="86360"/>
                  </a:lnTo>
                  <a:lnTo>
                    <a:pt x="83108" y="85242"/>
                  </a:lnTo>
                  <a:lnTo>
                    <a:pt x="84455" y="85242"/>
                  </a:lnTo>
                  <a:lnTo>
                    <a:pt x="83515" y="86360"/>
                  </a:lnTo>
                  <a:lnTo>
                    <a:pt x="85864" y="86360"/>
                  </a:lnTo>
                  <a:lnTo>
                    <a:pt x="86626" y="85242"/>
                  </a:lnTo>
                  <a:lnTo>
                    <a:pt x="84505" y="85242"/>
                  </a:lnTo>
                  <a:lnTo>
                    <a:pt x="86652" y="80899"/>
                  </a:lnTo>
                  <a:lnTo>
                    <a:pt x="86766" y="80670"/>
                  </a:lnTo>
                  <a:lnTo>
                    <a:pt x="86842" y="80518"/>
                  </a:lnTo>
                  <a:lnTo>
                    <a:pt x="88404" y="76200"/>
                  </a:lnTo>
                  <a:lnTo>
                    <a:pt x="90665" y="72390"/>
                  </a:lnTo>
                  <a:lnTo>
                    <a:pt x="92379" y="68707"/>
                  </a:lnTo>
                  <a:lnTo>
                    <a:pt x="94221" y="68707"/>
                  </a:lnTo>
                  <a:lnTo>
                    <a:pt x="95148" y="69545"/>
                  </a:lnTo>
                  <a:lnTo>
                    <a:pt x="94640" y="68707"/>
                  </a:lnTo>
                  <a:lnTo>
                    <a:pt x="92710" y="67310"/>
                  </a:lnTo>
                  <a:lnTo>
                    <a:pt x="94322" y="63893"/>
                  </a:lnTo>
                  <a:lnTo>
                    <a:pt x="94399" y="63715"/>
                  </a:lnTo>
                  <a:lnTo>
                    <a:pt x="94513" y="63500"/>
                  </a:lnTo>
                  <a:lnTo>
                    <a:pt x="95821" y="59690"/>
                  </a:lnTo>
                  <a:lnTo>
                    <a:pt x="97751" y="54737"/>
                  </a:lnTo>
                  <a:lnTo>
                    <a:pt x="97993" y="54737"/>
                  </a:lnTo>
                  <a:lnTo>
                    <a:pt x="98513" y="53340"/>
                  </a:lnTo>
                  <a:lnTo>
                    <a:pt x="99936" y="49530"/>
                  </a:lnTo>
                  <a:lnTo>
                    <a:pt x="100876" y="46075"/>
                  </a:lnTo>
                  <a:lnTo>
                    <a:pt x="100977" y="45720"/>
                  </a:lnTo>
                  <a:lnTo>
                    <a:pt x="102628" y="40640"/>
                  </a:lnTo>
                  <a:lnTo>
                    <a:pt x="104838" y="41910"/>
                  </a:lnTo>
                  <a:lnTo>
                    <a:pt x="108635" y="43180"/>
                  </a:lnTo>
                  <a:lnTo>
                    <a:pt x="108851" y="43357"/>
                  </a:lnTo>
                  <a:lnTo>
                    <a:pt x="111506" y="45720"/>
                  </a:lnTo>
                  <a:lnTo>
                    <a:pt x="109080" y="49530"/>
                  </a:lnTo>
                  <a:lnTo>
                    <a:pt x="107683" y="53340"/>
                  </a:lnTo>
                  <a:lnTo>
                    <a:pt x="110210" y="50939"/>
                  </a:lnTo>
                  <a:lnTo>
                    <a:pt x="110464" y="50546"/>
                  </a:lnTo>
                  <a:lnTo>
                    <a:pt x="112280" y="45720"/>
                  </a:lnTo>
                  <a:lnTo>
                    <a:pt x="115760" y="48272"/>
                  </a:lnTo>
                  <a:lnTo>
                    <a:pt x="118427" y="49530"/>
                  </a:lnTo>
                  <a:lnTo>
                    <a:pt x="121297" y="52171"/>
                  </a:lnTo>
                  <a:lnTo>
                    <a:pt x="121107" y="52171"/>
                  </a:lnTo>
                  <a:lnTo>
                    <a:pt x="118135" y="55880"/>
                  </a:lnTo>
                  <a:lnTo>
                    <a:pt x="115303" y="59690"/>
                  </a:lnTo>
                  <a:lnTo>
                    <a:pt x="112179" y="63500"/>
                  </a:lnTo>
                  <a:lnTo>
                    <a:pt x="109816" y="62230"/>
                  </a:lnTo>
                  <a:lnTo>
                    <a:pt x="108267" y="59690"/>
                  </a:lnTo>
                  <a:lnTo>
                    <a:pt x="105803" y="58496"/>
                  </a:lnTo>
                  <a:lnTo>
                    <a:pt x="105638" y="58496"/>
                  </a:lnTo>
                  <a:lnTo>
                    <a:pt x="107696" y="60960"/>
                  </a:lnTo>
                  <a:lnTo>
                    <a:pt x="109131" y="62230"/>
                  </a:lnTo>
                  <a:lnTo>
                    <a:pt x="111633" y="63500"/>
                  </a:lnTo>
                  <a:lnTo>
                    <a:pt x="108788" y="67310"/>
                  </a:lnTo>
                  <a:lnTo>
                    <a:pt x="105333" y="71221"/>
                  </a:lnTo>
                  <a:lnTo>
                    <a:pt x="102412" y="74930"/>
                  </a:lnTo>
                  <a:lnTo>
                    <a:pt x="100609" y="73672"/>
                  </a:lnTo>
                  <a:lnTo>
                    <a:pt x="99542" y="72390"/>
                  </a:lnTo>
                  <a:lnTo>
                    <a:pt x="99644" y="73393"/>
                  </a:lnTo>
                  <a:lnTo>
                    <a:pt x="99669" y="73672"/>
                  </a:lnTo>
                  <a:lnTo>
                    <a:pt x="101701" y="75044"/>
                  </a:lnTo>
                  <a:lnTo>
                    <a:pt x="101434" y="75044"/>
                  </a:lnTo>
                  <a:lnTo>
                    <a:pt x="98590" y="78740"/>
                  </a:lnTo>
                  <a:lnTo>
                    <a:pt x="95973" y="81686"/>
                  </a:lnTo>
                  <a:lnTo>
                    <a:pt x="95097" y="82638"/>
                  </a:lnTo>
                  <a:lnTo>
                    <a:pt x="91592" y="85242"/>
                  </a:lnTo>
                  <a:lnTo>
                    <a:pt x="93675" y="85242"/>
                  </a:lnTo>
                  <a:lnTo>
                    <a:pt x="95770" y="82638"/>
                  </a:lnTo>
                  <a:lnTo>
                    <a:pt x="97015" y="81686"/>
                  </a:lnTo>
                  <a:lnTo>
                    <a:pt x="99301" y="80022"/>
                  </a:lnTo>
                  <a:lnTo>
                    <a:pt x="102514" y="76200"/>
                  </a:lnTo>
                  <a:lnTo>
                    <a:pt x="104038" y="77470"/>
                  </a:lnTo>
                  <a:lnTo>
                    <a:pt x="103759" y="76581"/>
                  </a:lnTo>
                  <a:lnTo>
                    <a:pt x="103619" y="76200"/>
                  </a:lnTo>
                  <a:lnTo>
                    <a:pt x="103174" y="75044"/>
                  </a:lnTo>
                  <a:lnTo>
                    <a:pt x="103035" y="75044"/>
                  </a:lnTo>
                  <a:lnTo>
                    <a:pt x="105994" y="71221"/>
                  </a:lnTo>
                  <a:lnTo>
                    <a:pt x="107696" y="69875"/>
                  </a:lnTo>
                  <a:lnTo>
                    <a:pt x="109245" y="68707"/>
                  </a:lnTo>
                  <a:lnTo>
                    <a:pt x="109728" y="68160"/>
                  </a:lnTo>
                  <a:lnTo>
                    <a:pt x="112344" y="64782"/>
                  </a:lnTo>
                  <a:lnTo>
                    <a:pt x="114795" y="66040"/>
                  </a:lnTo>
                  <a:lnTo>
                    <a:pt x="115697" y="67906"/>
                  </a:lnTo>
                  <a:lnTo>
                    <a:pt x="116116" y="68707"/>
                  </a:lnTo>
                  <a:lnTo>
                    <a:pt x="118173" y="71221"/>
                  </a:lnTo>
                  <a:lnTo>
                    <a:pt x="118008" y="71221"/>
                  </a:lnTo>
                  <a:lnTo>
                    <a:pt x="115658" y="73939"/>
                  </a:lnTo>
                  <a:lnTo>
                    <a:pt x="115189" y="74561"/>
                  </a:lnTo>
                  <a:lnTo>
                    <a:pt x="114401" y="75044"/>
                  </a:lnTo>
                  <a:lnTo>
                    <a:pt x="110667" y="77470"/>
                  </a:lnTo>
                  <a:lnTo>
                    <a:pt x="106997" y="80022"/>
                  </a:lnTo>
                  <a:lnTo>
                    <a:pt x="105765" y="78740"/>
                  </a:lnTo>
                  <a:lnTo>
                    <a:pt x="104101" y="77470"/>
                  </a:lnTo>
                  <a:lnTo>
                    <a:pt x="104381" y="78740"/>
                  </a:lnTo>
                  <a:lnTo>
                    <a:pt x="106172" y="80022"/>
                  </a:lnTo>
                  <a:lnTo>
                    <a:pt x="102641" y="83947"/>
                  </a:lnTo>
                  <a:lnTo>
                    <a:pt x="102336" y="83947"/>
                  </a:lnTo>
                  <a:lnTo>
                    <a:pt x="97980" y="85242"/>
                  </a:lnTo>
                  <a:lnTo>
                    <a:pt x="93675" y="85242"/>
                  </a:lnTo>
                  <a:lnTo>
                    <a:pt x="92786" y="86360"/>
                  </a:lnTo>
                  <a:lnTo>
                    <a:pt x="91960" y="86360"/>
                  </a:lnTo>
                  <a:lnTo>
                    <a:pt x="90347" y="86360"/>
                  </a:lnTo>
                  <a:lnTo>
                    <a:pt x="88392" y="88900"/>
                  </a:lnTo>
                  <a:lnTo>
                    <a:pt x="85356" y="91440"/>
                  </a:lnTo>
                  <a:lnTo>
                    <a:pt x="81800" y="93980"/>
                  </a:lnTo>
                  <a:lnTo>
                    <a:pt x="84035" y="90297"/>
                  </a:lnTo>
                  <a:lnTo>
                    <a:pt x="85039" y="89293"/>
                  </a:lnTo>
                  <a:lnTo>
                    <a:pt x="86817" y="87630"/>
                  </a:lnTo>
                  <a:lnTo>
                    <a:pt x="87642" y="86360"/>
                  </a:lnTo>
                  <a:lnTo>
                    <a:pt x="85864" y="86360"/>
                  </a:lnTo>
                  <a:lnTo>
                    <a:pt x="83312" y="90297"/>
                  </a:lnTo>
                  <a:lnTo>
                    <a:pt x="80518" y="93980"/>
                  </a:lnTo>
                  <a:lnTo>
                    <a:pt x="80721" y="92710"/>
                  </a:lnTo>
                  <a:lnTo>
                    <a:pt x="80937" y="91440"/>
                  </a:lnTo>
                  <a:lnTo>
                    <a:pt x="81051" y="90779"/>
                  </a:lnTo>
                  <a:lnTo>
                    <a:pt x="81089" y="90538"/>
                  </a:lnTo>
                  <a:lnTo>
                    <a:pt x="78701" y="92710"/>
                  </a:lnTo>
                  <a:lnTo>
                    <a:pt x="79108" y="91440"/>
                  </a:lnTo>
                  <a:lnTo>
                    <a:pt x="80289" y="87845"/>
                  </a:lnTo>
                  <a:lnTo>
                    <a:pt x="80365" y="87630"/>
                  </a:lnTo>
                  <a:lnTo>
                    <a:pt x="80530" y="86804"/>
                  </a:lnTo>
                  <a:lnTo>
                    <a:pt x="80619" y="86360"/>
                  </a:lnTo>
                  <a:lnTo>
                    <a:pt x="79463" y="86360"/>
                  </a:lnTo>
                  <a:lnTo>
                    <a:pt x="78994" y="87630"/>
                  </a:lnTo>
                  <a:lnTo>
                    <a:pt x="77889" y="91300"/>
                  </a:lnTo>
                  <a:lnTo>
                    <a:pt x="77851" y="91440"/>
                  </a:lnTo>
                  <a:lnTo>
                    <a:pt x="77647" y="90779"/>
                  </a:lnTo>
                  <a:lnTo>
                    <a:pt x="77584" y="90538"/>
                  </a:lnTo>
                  <a:lnTo>
                    <a:pt x="77520" y="90297"/>
                  </a:lnTo>
                  <a:lnTo>
                    <a:pt x="76809" y="87845"/>
                  </a:lnTo>
                  <a:lnTo>
                    <a:pt x="76758" y="87630"/>
                  </a:lnTo>
                  <a:lnTo>
                    <a:pt x="77406" y="86360"/>
                  </a:lnTo>
                  <a:lnTo>
                    <a:pt x="76403" y="86360"/>
                  </a:lnTo>
                  <a:lnTo>
                    <a:pt x="76377" y="90297"/>
                  </a:lnTo>
                  <a:lnTo>
                    <a:pt x="76123" y="90297"/>
                  </a:lnTo>
                  <a:lnTo>
                    <a:pt x="76123" y="114490"/>
                  </a:lnTo>
                  <a:lnTo>
                    <a:pt x="75184" y="119202"/>
                  </a:lnTo>
                  <a:lnTo>
                    <a:pt x="75196" y="119634"/>
                  </a:lnTo>
                  <a:lnTo>
                    <a:pt x="75793" y="123240"/>
                  </a:lnTo>
                  <a:lnTo>
                    <a:pt x="75704" y="124485"/>
                  </a:lnTo>
                  <a:lnTo>
                    <a:pt x="75641" y="134620"/>
                  </a:lnTo>
                  <a:lnTo>
                    <a:pt x="75539" y="136652"/>
                  </a:lnTo>
                  <a:lnTo>
                    <a:pt x="75399" y="137261"/>
                  </a:lnTo>
                  <a:lnTo>
                    <a:pt x="74714" y="137896"/>
                  </a:lnTo>
                  <a:lnTo>
                    <a:pt x="75628" y="138430"/>
                  </a:lnTo>
                  <a:lnTo>
                    <a:pt x="75463" y="139700"/>
                  </a:lnTo>
                  <a:lnTo>
                    <a:pt x="75336" y="140627"/>
                  </a:lnTo>
                  <a:lnTo>
                    <a:pt x="75260" y="141274"/>
                  </a:lnTo>
                  <a:lnTo>
                    <a:pt x="75133" y="142240"/>
                  </a:lnTo>
                  <a:lnTo>
                    <a:pt x="75120" y="147612"/>
                  </a:lnTo>
                  <a:lnTo>
                    <a:pt x="74688" y="151130"/>
                  </a:lnTo>
                  <a:lnTo>
                    <a:pt x="74587" y="151930"/>
                  </a:lnTo>
                  <a:lnTo>
                    <a:pt x="74549" y="152222"/>
                  </a:lnTo>
                  <a:lnTo>
                    <a:pt x="74549" y="153771"/>
                  </a:lnTo>
                  <a:lnTo>
                    <a:pt x="74295" y="153771"/>
                  </a:lnTo>
                  <a:lnTo>
                    <a:pt x="74282" y="153962"/>
                  </a:lnTo>
                  <a:lnTo>
                    <a:pt x="74168" y="156210"/>
                  </a:lnTo>
                  <a:lnTo>
                    <a:pt x="74091" y="157480"/>
                  </a:lnTo>
                  <a:lnTo>
                    <a:pt x="74028" y="158750"/>
                  </a:lnTo>
                  <a:lnTo>
                    <a:pt x="72694" y="167640"/>
                  </a:lnTo>
                  <a:lnTo>
                    <a:pt x="68821" y="166370"/>
                  </a:lnTo>
                  <a:lnTo>
                    <a:pt x="65417" y="166370"/>
                  </a:lnTo>
                  <a:lnTo>
                    <a:pt x="61455" y="165100"/>
                  </a:lnTo>
                  <a:lnTo>
                    <a:pt x="63817" y="160045"/>
                  </a:lnTo>
                  <a:lnTo>
                    <a:pt x="64084" y="157480"/>
                  </a:lnTo>
                  <a:lnTo>
                    <a:pt x="66078" y="152514"/>
                  </a:lnTo>
                  <a:lnTo>
                    <a:pt x="71577" y="152514"/>
                  </a:lnTo>
                  <a:lnTo>
                    <a:pt x="74549" y="153771"/>
                  </a:lnTo>
                  <a:lnTo>
                    <a:pt x="74549" y="152222"/>
                  </a:lnTo>
                  <a:lnTo>
                    <a:pt x="74510" y="152514"/>
                  </a:lnTo>
                  <a:lnTo>
                    <a:pt x="72504" y="152514"/>
                  </a:lnTo>
                  <a:lnTo>
                    <a:pt x="69176" y="151130"/>
                  </a:lnTo>
                  <a:lnTo>
                    <a:pt x="66421" y="151130"/>
                  </a:lnTo>
                  <a:lnTo>
                    <a:pt x="67335" y="147612"/>
                  </a:lnTo>
                  <a:lnTo>
                    <a:pt x="68541" y="142240"/>
                  </a:lnTo>
                  <a:lnTo>
                    <a:pt x="69773" y="137896"/>
                  </a:lnTo>
                  <a:lnTo>
                    <a:pt x="69875" y="137528"/>
                  </a:lnTo>
                  <a:lnTo>
                    <a:pt x="69989" y="136652"/>
                  </a:lnTo>
                  <a:lnTo>
                    <a:pt x="70827" y="133375"/>
                  </a:lnTo>
                  <a:lnTo>
                    <a:pt x="71983" y="128270"/>
                  </a:lnTo>
                  <a:lnTo>
                    <a:pt x="72250" y="125730"/>
                  </a:lnTo>
                  <a:lnTo>
                    <a:pt x="72364" y="124650"/>
                  </a:lnTo>
                  <a:lnTo>
                    <a:pt x="72377" y="124485"/>
                  </a:lnTo>
                  <a:lnTo>
                    <a:pt x="74002" y="124485"/>
                  </a:lnTo>
                  <a:lnTo>
                    <a:pt x="75704" y="124485"/>
                  </a:lnTo>
                  <a:lnTo>
                    <a:pt x="75704" y="123240"/>
                  </a:lnTo>
                  <a:lnTo>
                    <a:pt x="74891" y="123240"/>
                  </a:lnTo>
                  <a:lnTo>
                    <a:pt x="74015" y="124472"/>
                  </a:lnTo>
                  <a:lnTo>
                    <a:pt x="72809" y="123240"/>
                  </a:lnTo>
                  <a:lnTo>
                    <a:pt x="72923" y="122377"/>
                  </a:lnTo>
                  <a:lnTo>
                    <a:pt x="73469" y="119634"/>
                  </a:lnTo>
                  <a:lnTo>
                    <a:pt x="73545" y="119202"/>
                  </a:lnTo>
                  <a:lnTo>
                    <a:pt x="73939" y="115570"/>
                  </a:lnTo>
                  <a:lnTo>
                    <a:pt x="74434" y="112280"/>
                  </a:lnTo>
                  <a:lnTo>
                    <a:pt x="74510" y="111760"/>
                  </a:lnTo>
                  <a:lnTo>
                    <a:pt x="74587" y="111290"/>
                  </a:lnTo>
                  <a:lnTo>
                    <a:pt x="74714" y="110490"/>
                  </a:lnTo>
                  <a:lnTo>
                    <a:pt x="76073" y="114096"/>
                  </a:lnTo>
                  <a:lnTo>
                    <a:pt x="76123" y="114490"/>
                  </a:lnTo>
                  <a:lnTo>
                    <a:pt x="76123" y="90297"/>
                  </a:lnTo>
                  <a:lnTo>
                    <a:pt x="75476" y="90297"/>
                  </a:lnTo>
                  <a:lnTo>
                    <a:pt x="75603" y="87845"/>
                  </a:lnTo>
                  <a:lnTo>
                    <a:pt x="75628" y="86360"/>
                  </a:lnTo>
                  <a:lnTo>
                    <a:pt x="75095" y="86360"/>
                  </a:lnTo>
                  <a:lnTo>
                    <a:pt x="74523" y="90297"/>
                  </a:lnTo>
                  <a:lnTo>
                    <a:pt x="74460" y="90779"/>
                  </a:lnTo>
                  <a:lnTo>
                    <a:pt x="74371" y="91440"/>
                  </a:lnTo>
                  <a:lnTo>
                    <a:pt x="74155" y="90779"/>
                  </a:lnTo>
                  <a:lnTo>
                    <a:pt x="74079" y="90538"/>
                  </a:lnTo>
                  <a:lnTo>
                    <a:pt x="74002" y="90297"/>
                  </a:lnTo>
                  <a:lnTo>
                    <a:pt x="73228" y="87845"/>
                  </a:lnTo>
                  <a:lnTo>
                    <a:pt x="73126" y="86360"/>
                  </a:lnTo>
                  <a:lnTo>
                    <a:pt x="71894" y="86360"/>
                  </a:lnTo>
                  <a:lnTo>
                    <a:pt x="71780" y="87845"/>
                  </a:lnTo>
                  <a:lnTo>
                    <a:pt x="72999" y="90297"/>
                  </a:lnTo>
                  <a:lnTo>
                    <a:pt x="71793" y="90297"/>
                  </a:lnTo>
                  <a:lnTo>
                    <a:pt x="71462" y="87845"/>
                  </a:lnTo>
                  <a:lnTo>
                    <a:pt x="71437" y="87630"/>
                  </a:lnTo>
                  <a:lnTo>
                    <a:pt x="71221" y="86804"/>
                  </a:lnTo>
                  <a:lnTo>
                    <a:pt x="71107" y="86360"/>
                  </a:lnTo>
                  <a:lnTo>
                    <a:pt x="70777" y="86360"/>
                  </a:lnTo>
                  <a:lnTo>
                    <a:pt x="70142" y="83947"/>
                  </a:lnTo>
                  <a:lnTo>
                    <a:pt x="69405" y="82638"/>
                  </a:lnTo>
                  <a:lnTo>
                    <a:pt x="68707" y="81470"/>
                  </a:lnTo>
                  <a:lnTo>
                    <a:pt x="68795" y="80670"/>
                  </a:lnTo>
                  <a:lnTo>
                    <a:pt x="68999" y="80022"/>
                  </a:lnTo>
                  <a:lnTo>
                    <a:pt x="69697" y="80022"/>
                  </a:lnTo>
                  <a:lnTo>
                    <a:pt x="69748" y="79730"/>
                  </a:lnTo>
                  <a:lnTo>
                    <a:pt x="69850" y="79171"/>
                  </a:lnTo>
                  <a:lnTo>
                    <a:pt x="69494" y="78740"/>
                  </a:lnTo>
                  <a:lnTo>
                    <a:pt x="68834" y="78740"/>
                  </a:lnTo>
                  <a:lnTo>
                    <a:pt x="66230" y="76200"/>
                  </a:lnTo>
                  <a:lnTo>
                    <a:pt x="67094" y="79730"/>
                  </a:lnTo>
                  <a:lnTo>
                    <a:pt x="67132" y="80022"/>
                  </a:lnTo>
                  <a:lnTo>
                    <a:pt x="64897" y="80899"/>
                  </a:lnTo>
                  <a:lnTo>
                    <a:pt x="65176" y="81318"/>
                  </a:lnTo>
                  <a:lnTo>
                    <a:pt x="66687" y="81318"/>
                  </a:lnTo>
                  <a:lnTo>
                    <a:pt x="67132" y="80048"/>
                  </a:lnTo>
                  <a:lnTo>
                    <a:pt x="68668" y="82638"/>
                  </a:lnTo>
                  <a:lnTo>
                    <a:pt x="69380" y="83947"/>
                  </a:lnTo>
                  <a:lnTo>
                    <a:pt x="69697" y="86182"/>
                  </a:lnTo>
                  <a:lnTo>
                    <a:pt x="69786" y="86804"/>
                  </a:lnTo>
                  <a:lnTo>
                    <a:pt x="69913" y="87630"/>
                  </a:lnTo>
                  <a:lnTo>
                    <a:pt x="71361" y="91300"/>
                  </a:lnTo>
                  <a:lnTo>
                    <a:pt x="71424" y="91440"/>
                  </a:lnTo>
                  <a:lnTo>
                    <a:pt x="69913" y="91440"/>
                  </a:lnTo>
                  <a:lnTo>
                    <a:pt x="68795" y="87845"/>
                  </a:lnTo>
                  <a:lnTo>
                    <a:pt x="68732" y="87630"/>
                  </a:lnTo>
                  <a:lnTo>
                    <a:pt x="66471" y="82638"/>
                  </a:lnTo>
                  <a:lnTo>
                    <a:pt x="66611" y="82638"/>
                  </a:lnTo>
                  <a:lnTo>
                    <a:pt x="63995" y="81318"/>
                  </a:lnTo>
                  <a:lnTo>
                    <a:pt x="64084" y="81470"/>
                  </a:lnTo>
                  <a:lnTo>
                    <a:pt x="65620" y="83947"/>
                  </a:lnTo>
                  <a:lnTo>
                    <a:pt x="66395" y="85242"/>
                  </a:lnTo>
                  <a:lnTo>
                    <a:pt x="67830" y="88900"/>
                  </a:lnTo>
                  <a:lnTo>
                    <a:pt x="69938" y="92710"/>
                  </a:lnTo>
                  <a:lnTo>
                    <a:pt x="69075" y="92341"/>
                  </a:lnTo>
                  <a:lnTo>
                    <a:pt x="69075" y="109347"/>
                  </a:lnTo>
                  <a:lnTo>
                    <a:pt x="66586" y="111760"/>
                  </a:lnTo>
                  <a:lnTo>
                    <a:pt x="64008" y="115570"/>
                  </a:lnTo>
                  <a:lnTo>
                    <a:pt x="61366" y="118110"/>
                  </a:lnTo>
                  <a:lnTo>
                    <a:pt x="60401" y="118110"/>
                  </a:lnTo>
                  <a:lnTo>
                    <a:pt x="59677" y="116840"/>
                  </a:lnTo>
                  <a:lnTo>
                    <a:pt x="62865" y="114312"/>
                  </a:lnTo>
                  <a:lnTo>
                    <a:pt x="65595" y="110490"/>
                  </a:lnTo>
                  <a:lnTo>
                    <a:pt x="64414" y="111290"/>
                  </a:lnTo>
                  <a:lnTo>
                    <a:pt x="62877" y="112280"/>
                  </a:lnTo>
                  <a:lnTo>
                    <a:pt x="61633" y="113157"/>
                  </a:lnTo>
                  <a:lnTo>
                    <a:pt x="58966" y="116840"/>
                  </a:lnTo>
                  <a:lnTo>
                    <a:pt x="58191" y="115570"/>
                  </a:lnTo>
                  <a:lnTo>
                    <a:pt x="58343" y="114490"/>
                  </a:lnTo>
                  <a:lnTo>
                    <a:pt x="58369" y="114312"/>
                  </a:lnTo>
                  <a:lnTo>
                    <a:pt x="57391" y="114312"/>
                  </a:lnTo>
                  <a:lnTo>
                    <a:pt x="60515" y="111760"/>
                  </a:lnTo>
                  <a:lnTo>
                    <a:pt x="64084" y="110490"/>
                  </a:lnTo>
                  <a:lnTo>
                    <a:pt x="67398" y="107950"/>
                  </a:lnTo>
                  <a:lnTo>
                    <a:pt x="65659" y="110490"/>
                  </a:lnTo>
                  <a:lnTo>
                    <a:pt x="68846" y="109347"/>
                  </a:lnTo>
                  <a:lnTo>
                    <a:pt x="69075" y="109347"/>
                  </a:lnTo>
                  <a:lnTo>
                    <a:pt x="69075" y="92341"/>
                  </a:lnTo>
                  <a:lnTo>
                    <a:pt x="66967" y="91440"/>
                  </a:lnTo>
                  <a:lnTo>
                    <a:pt x="64985" y="86360"/>
                  </a:lnTo>
                  <a:lnTo>
                    <a:pt x="62230" y="83947"/>
                  </a:lnTo>
                  <a:lnTo>
                    <a:pt x="62052" y="83947"/>
                  </a:lnTo>
                  <a:lnTo>
                    <a:pt x="62433" y="82638"/>
                  </a:lnTo>
                  <a:lnTo>
                    <a:pt x="62128" y="82638"/>
                  </a:lnTo>
                  <a:lnTo>
                    <a:pt x="58864" y="80022"/>
                  </a:lnTo>
                  <a:lnTo>
                    <a:pt x="56591" y="76200"/>
                  </a:lnTo>
                  <a:lnTo>
                    <a:pt x="53644" y="73672"/>
                  </a:lnTo>
                  <a:lnTo>
                    <a:pt x="54013" y="72390"/>
                  </a:lnTo>
                  <a:lnTo>
                    <a:pt x="54368" y="71221"/>
                  </a:lnTo>
                  <a:lnTo>
                    <a:pt x="53606" y="72390"/>
                  </a:lnTo>
                  <a:lnTo>
                    <a:pt x="50177" y="69875"/>
                  </a:lnTo>
                  <a:lnTo>
                    <a:pt x="48031" y="67310"/>
                  </a:lnTo>
                  <a:lnTo>
                    <a:pt x="46075" y="64770"/>
                  </a:lnTo>
                  <a:lnTo>
                    <a:pt x="45097" y="63500"/>
                  </a:lnTo>
                  <a:lnTo>
                    <a:pt x="44234" y="63500"/>
                  </a:lnTo>
                  <a:lnTo>
                    <a:pt x="41795" y="59690"/>
                  </a:lnTo>
                  <a:lnTo>
                    <a:pt x="38722" y="56946"/>
                  </a:lnTo>
                  <a:lnTo>
                    <a:pt x="37592" y="55880"/>
                  </a:lnTo>
                  <a:lnTo>
                    <a:pt x="36372" y="54737"/>
                  </a:lnTo>
                  <a:lnTo>
                    <a:pt x="36156" y="54737"/>
                  </a:lnTo>
                  <a:lnTo>
                    <a:pt x="37096" y="53340"/>
                  </a:lnTo>
                  <a:lnTo>
                    <a:pt x="37782" y="52298"/>
                  </a:lnTo>
                  <a:lnTo>
                    <a:pt x="35852" y="53340"/>
                  </a:lnTo>
                  <a:lnTo>
                    <a:pt x="32715" y="50939"/>
                  </a:lnTo>
                  <a:lnTo>
                    <a:pt x="32334" y="50546"/>
                  </a:lnTo>
                  <a:lnTo>
                    <a:pt x="30607" y="48272"/>
                  </a:lnTo>
                  <a:lnTo>
                    <a:pt x="27292" y="45720"/>
                  </a:lnTo>
                  <a:lnTo>
                    <a:pt x="28524" y="44450"/>
                  </a:lnTo>
                  <a:lnTo>
                    <a:pt x="29591" y="43357"/>
                  </a:lnTo>
                  <a:lnTo>
                    <a:pt x="29933" y="43014"/>
                  </a:lnTo>
                  <a:lnTo>
                    <a:pt x="29184" y="43357"/>
                  </a:lnTo>
                  <a:lnTo>
                    <a:pt x="26873" y="44450"/>
                  </a:lnTo>
                  <a:lnTo>
                    <a:pt x="23583" y="41910"/>
                  </a:lnTo>
                  <a:lnTo>
                    <a:pt x="21501" y="39370"/>
                  </a:lnTo>
                  <a:lnTo>
                    <a:pt x="18173" y="36830"/>
                  </a:lnTo>
                  <a:lnTo>
                    <a:pt x="20777" y="33020"/>
                  </a:lnTo>
                  <a:lnTo>
                    <a:pt x="19748" y="34290"/>
                  </a:lnTo>
                  <a:lnTo>
                    <a:pt x="17818" y="36830"/>
                  </a:lnTo>
                  <a:lnTo>
                    <a:pt x="14668" y="33020"/>
                  </a:lnTo>
                  <a:lnTo>
                    <a:pt x="11760" y="30480"/>
                  </a:lnTo>
                  <a:lnTo>
                    <a:pt x="8928" y="27940"/>
                  </a:lnTo>
                  <a:lnTo>
                    <a:pt x="11874" y="25514"/>
                  </a:lnTo>
                  <a:lnTo>
                    <a:pt x="12090" y="25247"/>
                  </a:lnTo>
                  <a:lnTo>
                    <a:pt x="8483" y="27940"/>
                  </a:lnTo>
                  <a:lnTo>
                    <a:pt x="5765" y="25514"/>
                  </a:lnTo>
                  <a:lnTo>
                    <a:pt x="5321" y="25196"/>
                  </a:lnTo>
                  <a:lnTo>
                    <a:pt x="3619" y="24130"/>
                  </a:lnTo>
                  <a:lnTo>
                    <a:pt x="1320" y="21666"/>
                  </a:lnTo>
                  <a:lnTo>
                    <a:pt x="1181" y="21666"/>
                  </a:lnTo>
                  <a:lnTo>
                    <a:pt x="0" y="22987"/>
                  </a:lnTo>
                  <a:lnTo>
                    <a:pt x="368" y="22987"/>
                  </a:lnTo>
                  <a:lnTo>
                    <a:pt x="2794" y="24130"/>
                  </a:lnTo>
                  <a:lnTo>
                    <a:pt x="4927" y="26670"/>
                  </a:lnTo>
                  <a:lnTo>
                    <a:pt x="7708" y="29337"/>
                  </a:lnTo>
                  <a:lnTo>
                    <a:pt x="9334" y="30480"/>
                  </a:lnTo>
                  <a:lnTo>
                    <a:pt x="11239" y="31889"/>
                  </a:lnTo>
                  <a:lnTo>
                    <a:pt x="13614" y="34290"/>
                  </a:lnTo>
                  <a:lnTo>
                    <a:pt x="16852" y="36830"/>
                  </a:lnTo>
                  <a:lnTo>
                    <a:pt x="16040" y="38176"/>
                  </a:lnTo>
                  <a:lnTo>
                    <a:pt x="17475" y="38176"/>
                  </a:lnTo>
                  <a:lnTo>
                    <a:pt x="20167" y="40640"/>
                  </a:lnTo>
                  <a:lnTo>
                    <a:pt x="22923" y="42862"/>
                  </a:lnTo>
                  <a:lnTo>
                    <a:pt x="23520" y="43357"/>
                  </a:lnTo>
                  <a:lnTo>
                    <a:pt x="26136" y="45720"/>
                  </a:lnTo>
                  <a:lnTo>
                    <a:pt x="25425" y="46990"/>
                  </a:lnTo>
                  <a:lnTo>
                    <a:pt x="26327" y="46990"/>
                  </a:lnTo>
                  <a:lnTo>
                    <a:pt x="29768" y="49530"/>
                  </a:lnTo>
                  <a:lnTo>
                    <a:pt x="32232" y="52171"/>
                  </a:lnTo>
                  <a:lnTo>
                    <a:pt x="35242" y="54737"/>
                  </a:lnTo>
                  <a:lnTo>
                    <a:pt x="35026" y="54737"/>
                  </a:lnTo>
                  <a:lnTo>
                    <a:pt x="33756" y="56946"/>
                  </a:lnTo>
                  <a:lnTo>
                    <a:pt x="33604" y="57226"/>
                  </a:lnTo>
                  <a:lnTo>
                    <a:pt x="35293" y="55880"/>
                  </a:lnTo>
                  <a:lnTo>
                    <a:pt x="38227" y="58140"/>
                  </a:lnTo>
                  <a:lnTo>
                    <a:pt x="38658" y="58496"/>
                  </a:lnTo>
                  <a:lnTo>
                    <a:pt x="40932" y="60960"/>
                  </a:lnTo>
                  <a:lnTo>
                    <a:pt x="43929" y="63500"/>
                  </a:lnTo>
                  <a:lnTo>
                    <a:pt x="42506" y="66040"/>
                  </a:lnTo>
                  <a:lnTo>
                    <a:pt x="44043" y="64770"/>
                  </a:lnTo>
                  <a:lnTo>
                    <a:pt x="48526" y="69875"/>
                  </a:lnTo>
                  <a:lnTo>
                    <a:pt x="52666" y="73672"/>
                  </a:lnTo>
                  <a:lnTo>
                    <a:pt x="56756" y="78740"/>
                  </a:lnTo>
                  <a:lnTo>
                    <a:pt x="61087" y="83947"/>
                  </a:lnTo>
                  <a:lnTo>
                    <a:pt x="60871" y="83947"/>
                  </a:lnTo>
                  <a:lnTo>
                    <a:pt x="64249" y="86360"/>
                  </a:lnTo>
                  <a:lnTo>
                    <a:pt x="65278" y="89293"/>
                  </a:lnTo>
                  <a:lnTo>
                    <a:pt x="65684" y="90297"/>
                  </a:lnTo>
                  <a:lnTo>
                    <a:pt x="68440" y="93980"/>
                  </a:lnTo>
                  <a:lnTo>
                    <a:pt x="65214" y="92710"/>
                  </a:lnTo>
                  <a:lnTo>
                    <a:pt x="62865" y="87845"/>
                  </a:lnTo>
                  <a:lnTo>
                    <a:pt x="62763" y="87630"/>
                  </a:lnTo>
                  <a:lnTo>
                    <a:pt x="59270" y="86360"/>
                  </a:lnTo>
                  <a:lnTo>
                    <a:pt x="59524" y="85242"/>
                  </a:lnTo>
                  <a:lnTo>
                    <a:pt x="57492" y="83947"/>
                  </a:lnTo>
                  <a:lnTo>
                    <a:pt x="55524" y="82638"/>
                  </a:lnTo>
                  <a:lnTo>
                    <a:pt x="54521" y="81686"/>
                  </a:lnTo>
                  <a:lnTo>
                    <a:pt x="52870" y="80022"/>
                  </a:lnTo>
                  <a:lnTo>
                    <a:pt x="49542" y="77470"/>
                  </a:lnTo>
                  <a:lnTo>
                    <a:pt x="50368" y="76200"/>
                  </a:lnTo>
                  <a:lnTo>
                    <a:pt x="49022" y="76200"/>
                  </a:lnTo>
                  <a:lnTo>
                    <a:pt x="45732" y="75044"/>
                  </a:lnTo>
                  <a:lnTo>
                    <a:pt x="45453" y="75044"/>
                  </a:lnTo>
                  <a:lnTo>
                    <a:pt x="43053" y="71221"/>
                  </a:lnTo>
                  <a:lnTo>
                    <a:pt x="41300" y="69875"/>
                  </a:lnTo>
                  <a:lnTo>
                    <a:pt x="39700" y="68707"/>
                  </a:lnTo>
                  <a:lnTo>
                    <a:pt x="39560" y="68707"/>
                  </a:lnTo>
                  <a:lnTo>
                    <a:pt x="36563" y="66040"/>
                  </a:lnTo>
                  <a:lnTo>
                    <a:pt x="33451" y="63500"/>
                  </a:lnTo>
                  <a:lnTo>
                    <a:pt x="30670" y="62230"/>
                  </a:lnTo>
                  <a:lnTo>
                    <a:pt x="30861" y="63068"/>
                  </a:lnTo>
                  <a:lnTo>
                    <a:pt x="30975" y="63500"/>
                  </a:lnTo>
                  <a:lnTo>
                    <a:pt x="37160" y="68707"/>
                  </a:lnTo>
                  <a:lnTo>
                    <a:pt x="41668" y="72390"/>
                  </a:lnTo>
                  <a:lnTo>
                    <a:pt x="48171" y="77470"/>
                  </a:lnTo>
                  <a:lnTo>
                    <a:pt x="48412" y="77470"/>
                  </a:lnTo>
                  <a:lnTo>
                    <a:pt x="48107" y="78740"/>
                  </a:lnTo>
                  <a:lnTo>
                    <a:pt x="48564" y="77470"/>
                  </a:lnTo>
                  <a:lnTo>
                    <a:pt x="52209" y="81318"/>
                  </a:lnTo>
                  <a:lnTo>
                    <a:pt x="55130" y="83947"/>
                  </a:lnTo>
                  <a:lnTo>
                    <a:pt x="57912" y="86182"/>
                  </a:lnTo>
                  <a:lnTo>
                    <a:pt x="58229" y="86360"/>
                  </a:lnTo>
                  <a:lnTo>
                    <a:pt x="61861" y="88900"/>
                  </a:lnTo>
                  <a:lnTo>
                    <a:pt x="63868" y="92710"/>
                  </a:lnTo>
                  <a:lnTo>
                    <a:pt x="67259" y="93980"/>
                  </a:lnTo>
                  <a:lnTo>
                    <a:pt x="63893" y="93980"/>
                  </a:lnTo>
                  <a:lnTo>
                    <a:pt x="59855" y="90297"/>
                  </a:lnTo>
                  <a:lnTo>
                    <a:pt x="58013" y="89293"/>
                  </a:lnTo>
                  <a:lnTo>
                    <a:pt x="57251" y="88900"/>
                  </a:lnTo>
                  <a:lnTo>
                    <a:pt x="57404" y="87845"/>
                  </a:lnTo>
                  <a:lnTo>
                    <a:pt x="57442" y="87630"/>
                  </a:lnTo>
                  <a:lnTo>
                    <a:pt x="57150" y="87630"/>
                  </a:lnTo>
                  <a:lnTo>
                    <a:pt x="56908" y="88900"/>
                  </a:lnTo>
                  <a:lnTo>
                    <a:pt x="53314" y="86360"/>
                  </a:lnTo>
                  <a:lnTo>
                    <a:pt x="50393" y="83947"/>
                  </a:lnTo>
                  <a:lnTo>
                    <a:pt x="50634" y="83947"/>
                  </a:lnTo>
                  <a:lnTo>
                    <a:pt x="46583" y="82638"/>
                  </a:lnTo>
                  <a:lnTo>
                    <a:pt x="46215" y="82638"/>
                  </a:lnTo>
                  <a:lnTo>
                    <a:pt x="46469" y="81686"/>
                  </a:lnTo>
                  <a:lnTo>
                    <a:pt x="46570" y="81318"/>
                  </a:lnTo>
                  <a:lnTo>
                    <a:pt x="47358" y="81318"/>
                  </a:lnTo>
                  <a:lnTo>
                    <a:pt x="47472" y="80670"/>
                  </a:lnTo>
                  <a:lnTo>
                    <a:pt x="47586" y="80022"/>
                  </a:lnTo>
                  <a:lnTo>
                    <a:pt x="46913" y="80022"/>
                  </a:lnTo>
                  <a:lnTo>
                    <a:pt x="46482" y="81318"/>
                  </a:lnTo>
                  <a:lnTo>
                    <a:pt x="46126" y="81318"/>
                  </a:lnTo>
                  <a:lnTo>
                    <a:pt x="42202" y="80022"/>
                  </a:lnTo>
                  <a:lnTo>
                    <a:pt x="39116" y="77470"/>
                  </a:lnTo>
                  <a:lnTo>
                    <a:pt x="35725" y="75044"/>
                  </a:lnTo>
                  <a:lnTo>
                    <a:pt x="35966" y="75044"/>
                  </a:lnTo>
                  <a:lnTo>
                    <a:pt x="36042" y="74561"/>
                  </a:lnTo>
                  <a:lnTo>
                    <a:pt x="36156" y="73939"/>
                  </a:lnTo>
                  <a:lnTo>
                    <a:pt x="36195" y="73672"/>
                  </a:lnTo>
                  <a:lnTo>
                    <a:pt x="35572" y="73672"/>
                  </a:lnTo>
                  <a:lnTo>
                    <a:pt x="35560" y="75044"/>
                  </a:lnTo>
                  <a:lnTo>
                    <a:pt x="34315" y="75044"/>
                  </a:lnTo>
                  <a:lnTo>
                    <a:pt x="32080" y="73672"/>
                  </a:lnTo>
                  <a:lnTo>
                    <a:pt x="32118" y="75044"/>
                  </a:lnTo>
                  <a:lnTo>
                    <a:pt x="32321" y="75044"/>
                  </a:lnTo>
                  <a:lnTo>
                    <a:pt x="36474" y="77470"/>
                  </a:lnTo>
                  <a:lnTo>
                    <a:pt x="40728" y="80022"/>
                  </a:lnTo>
                  <a:lnTo>
                    <a:pt x="45466" y="82638"/>
                  </a:lnTo>
                  <a:lnTo>
                    <a:pt x="45643" y="82638"/>
                  </a:lnTo>
                  <a:lnTo>
                    <a:pt x="47701" y="83947"/>
                  </a:lnTo>
                  <a:lnTo>
                    <a:pt x="49682" y="85242"/>
                  </a:lnTo>
                  <a:lnTo>
                    <a:pt x="52285" y="87630"/>
                  </a:lnTo>
                  <a:lnTo>
                    <a:pt x="56172" y="88900"/>
                  </a:lnTo>
                  <a:lnTo>
                    <a:pt x="56248" y="89293"/>
                  </a:lnTo>
                  <a:lnTo>
                    <a:pt x="56515" y="90297"/>
                  </a:lnTo>
                  <a:lnTo>
                    <a:pt x="59766" y="91440"/>
                  </a:lnTo>
                  <a:lnTo>
                    <a:pt x="62966" y="93980"/>
                  </a:lnTo>
                  <a:lnTo>
                    <a:pt x="66624" y="96532"/>
                  </a:lnTo>
                  <a:lnTo>
                    <a:pt x="63639" y="95402"/>
                  </a:lnTo>
                  <a:lnTo>
                    <a:pt x="63487" y="95402"/>
                  </a:lnTo>
                  <a:lnTo>
                    <a:pt x="59055" y="92710"/>
                  </a:lnTo>
                  <a:lnTo>
                    <a:pt x="55308" y="92710"/>
                  </a:lnTo>
                  <a:lnTo>
                    <a:pt x="58458" y="95402"/>
                  </a:lnTo>
                  <a:lnTo>
                    <a:pt x="58762" y="95402"/>
                  </a:lnTo>
                  <a:lnTo>
                    <a:pt x="62801" y="96685"/>
                  </a:lnTo>
                  <a:lnTo>
                    <a:pt x="65963" y="97790"/>
                  </a:lnTo>
                  <a:lnTo>
                    <a:pt x="62636" y="97790"/>
                  </a:lnTo>
                  <a:lnTo>
                    <a:pt x="58864" y="96685"/>
                  </a:lnTo>
                  <a:lnTo>
                    <a:pt x="54851" y="95402"/>
                  </a:lnTo>
                  <a:lnTo>
                    <a:pt x="54305" y="95402"/>
                  </a:lnTo>
                  <a:lnTo>
                    <a:pt x="55130" y="93980"/>
                  </a:lnTo>
                  <a:lnTo>
                    <a:pt x="54470" y="93980"/>
                  </a:lnTo>
                  <a:lnTo>
                    <a:pt x="54317" y="93980"/>
                  </a:lnTo>
                  <a:lnTo>
                    <a:pt x="53670" y="95262"/>
                  </a:lnTo>
                  <a:lnTo>
                    <a:pt x="49568" y="93980"/>
                  </a:lnTo>
                  <a:lnTo>
                    <a:pt x="45656" y="93980"/>
                  </a:lnTo>
                  <a:lnTo>
                    <a:pt x="41579" y="92710"/>
                  </a:lnTo>
                  <a:lnTo>
                    <a:pt x="40741" y="95402"/>
                  </a:lnTo>
                  <a:lnTo>
                    <a:pt x="41363" y="93980"/>
                  </a:lnTo>
                  <a:lnTo>
                    <a:pt x="42760" y="93980"/>
                  </a:lnTo>
                  <a:lnTo>
                    <a:pt x="46024" y="95402"/>
                  </a:lnTo>
                  <a:lnTo>
                    <a:pt x="50546" y="95402"/>
                  </a:lnTo>
                  <a:lnTo>
                    <a:pt x="54076" y="96685"/>
                  </a:lnTo>
                  <a:lnTo>
                    <a:pt x="54330" y="96685"/>
                  </a:lnTo>
                  <a:lnTo>
                    <a:pt x="57302" y="97790"/>
                  </a:lnTo>
                  <a:lnTo>
                    <a:pt x="60655" y="97790"/>
                  </a:lnTo>
                  <a:lnTo>
                    <a:pt x="64223" y="99060"/>
                  </a:lnTo>
                  <a:lnTo>
                    <a:pt x="66128" y="100330"/>
                  </a:lnTo>
                  <a:lnTo>
                    <a:pt x="65303" y="100164"/>
                  </a:lnTo>
                  <a:lnTo>
                    <a:pt x="65303" y="101600"/>
                  </a:lnTo>
                  <a:lnTo>
                    <a:pt x="61480" y="101600"/>
                  </a:lnTo>
                  <a:lnTo>
                    <a:pt x="57429" y="102870"/>
                  </a:lnTo>
                  <a:lnTo>
                    <a:pt x="53416" y="102870"/>
                  </a:lnTo>
                  <a:lnTo>
                    <a:pt x="53441" y="101600"/>
                  </a:lnTo>
                  <a:lnTo>
                    <a:pt x="53213" y="101600"/>
                  </a:lnTo>
                  <a:lnTo>
                    <a:pt x="53606" y="100457"/>
                  </a:lnTo>
                  <a:lnTo>
                    <a:pt x="54089" y="100457"/>
                  </a:lnTo>
                  <a:lnTo>
                    <a:pt x="57785" y="101600"/>
                  </a:lnTo>
                  <a:lnTo>
                    <a:pt x="60794" y="100457"/>
                  </a:lnTo>
                  <a:lnTo>
                    <a:pt x="61582" y="100457"/>
                  </a:lnTo>
                  <a:lnTo>
                    <a:pt x="65303" y="101600"/>
                  </a:lnTo>
                  <a:lnTo>
                    <a:pt x="65303" y="100164"/>
                  </a:lnTo>
                  <a:lnTo>
                    <a:pt x="59969" y="99060"/>
                  </a:lnTo>
                  <a:lnTo>
                    <a:pt x="53428" y="99060"/>
                  </a:lnTo>
                  <a:lnTo>
                    <a:pt x="54051" y="97790"/>
                  </a:lnTo>
                  <a:lnTo>
                    <a:pt x="53733" y="97790"/>
                  </a:lnTo>
                  <a:lnTo>
                    <a:pt x="53022" y="99060"/>
                  </a:lnTo>
                  <a:lnTo>
                    <a:pt x="49339" y="97790"/>
                  </a:lnTo>
                  <a:lnTo>
                    <a:pt x="45783" y="99402"/>
                  </a:lnTo>
                  <a:lnTo>
                    <a:pt x="44729" y="99060"/>
                  </a:lnTo>
                  <a:lnTo>
                    <a:pt x="42456" y="99060"/>
                  </a:lnTo>
                  <a:lnTo>
                    <a:pt x="43713" y="100330"/>
                  </a:lnTo>
                  <a:lnTo>
                    <a:pt x="45656" y="99453"/>
                  </a:lnTo>
                  <a:lnTo>
                    <a:pt x="45974" y="99453"/>
                  </a:lnTo>
                  <a:lnTo>
                    <a:pt x="49187" y="100457"/>
                  </a:lnTo>
                  <a:lnTo>
                    <a:pt x="53124" y="100457"/>
                  </a:lnTo>
                  <a:lnTo>
                    <a:pt x="53086" y="101600"/>
                  </a:lnTo>
                  <a:lnTo>
                    <a:pt x="52768" y="101600"/>
                  </a:lnTo>
                  <a:lnTo>
                    <a:pt x="53009" y="102450"/>
                  </a:lnTo>
                  <a:lnTo>
                    <a:pt x="53136" y="102870"/>
                  </a:lnTo>
                  <a:lnTo>
                    <a:pt x="49288" y="104140"/>
                  </a:lnTo>
                  <a:lnTo>
                    <a:pt x="53200" y="104140"/>
                  </a:lnTo>
                  <a:lnTo>
                    <a:pt x="57683" y="104140"/>
                  </a:lnTo>
                  <a:lnTo>
                    <a:pt x="61302" y="102870"/>
                  </a:lnTo>
                  <a:lnTo>
                    <a:pt x="65659" y="102870"/>
                  </a:lnTo>
                  <a:lnTo>
                    <a:pt x="61849" y="104140"/>
                  </a:lnTo>
                  <a:lnTo>
                    <a:pt x="57124" y="106680"/>
                  </a:lnTo>
                  <a:lnTo>
                    <a:pt x="53949" y="105549"/>
                  </a:lnTo>
                  <a:lnTo>
                    <a:pt x="53594" y="105549"/>
                  </a:lnTo>
                  <a:lnTo>
                    <a:pt x="53200" y="104140"/>
                  </a:lnTo>
                  <a:lnTo>
                    <a:pt x="53009" y="105549"/>
                  </a:lnTo>
                  <a:lnTo>
                    <a:pt x="49555" y="106680"/>
                  </a:lnTo>
                  <a:lnTo>
                    <a:pt x="45504" y="109347"/>
                  </a:lnTo>
                  <a:lnTo>
                    <a:pt x="41363" y="109347"/>
                  </a:lnTo>
                  <a:lnTo>
                    <a:pt x="41262" y="108496"/>
                  </a:lnTo>
                  <a:lnTo>
                    <a:pt x="40855" y="109347"/>
                  </a:lnTo>
                  <a:lnTo>
                    <a:pt x="40525" y="109347"/>
                  </a:lnTo>
                  <a:lnTo>
                    <a:pt x="36982" y="110490"/>
                  </a:lnTo>
                  <a:lnTo>
                    <a:pt x="40868" y="110490"/>
                  </a:lnTo>
                  <a:lnTo>
                    <a:pt x="41821" y="111290"/>
                  </a:lnTo>
                  <a:lnTo>
                    <a:pt x="42024" y="110490"/>
                  </a:lnTo>
                  <a:lnTo>
                    <a:pt x="46113" y="110490"/>
                  </a:lnTo>
                  <a:lnTo>
                    <a:pt x="50444" y="106680"/>
                  </a:lnTo>
                  <a:lnTo>
                    <a:pt x="54178" y="107950"/>
                  </a:lnTo>
                  <a:lnTo>
                    <a:pt x="58077" y="106680"/>
                  </a:lnTo>
                  <a:lnTo>
                    <a:pt x="61404" y="105549"/>
                  </a:lnTo>
                  <a:lnTo>
                    <a:pt x="65900" y="104140"/>
                  </a:lnTo>
                  <a:lnTo>
                    <a:pt x="64338" y="105549"/>
                  </a:lnTo>
                  <a:lnTo>
                    <a:pt x="64185" y="105549"/>
                  </a:lnTo>
                  <a:lnTo>
                    <a:pt x="58953" y="107950"/>
                  </a:lnTo>
                  <a:lnTo>
                    <a:pt x="56667" y="109347"/>
                  </a:lnTo>
                  <a:lnTo>
                    <a:pt x="55473" y="110490"/>
                  </a:lnTo>
                  <a:lnTo>
                    <a:pt x="58610" y="109347"/>
                  </a:lnTo>
                  <a:lnTo>
                    <a:pt x="62928" y="107950"/>
                  </a:lnTo>
                  <a:lnTo>
                    <a:pt x="66306" y="105549"/>
                  </a:lnTo>
                  <a:lnTo>
                    <a:pt x="66433" y="105549"/>
                  </a:lnTo>
                  <a:lnTo>
                    <a:pt x="64630" y="109347"/>
                  </a:lnTo>
                  <a:lnTo>
                    <a:pt x="64211" y="109347"/>
                  </a:lnTo>
                  <a:lnTo>
                    <a:pt x="59931" y="110490"/>
                  </a:lnTo>
                  <a:lnTo>
                    <a:pt x="57010" y="113157"/>
                  </a:lnTo>
                  <a:lnTo>
                    <a:pt x="56222" y="113157"/>
                  </a:lnTo>
                  <a:lnTo>
                    <a:pt x="52971" y="115570"/>
                  </a:lnTo>
                  <a:lnTo>
                    <a:pt x="47180" y="119634"/>
                  </a:lnTo>
                  <a:lnTo>
                    <a:pt x="49263" y="119634"/>
                  </a:lnTo>
                  <a:lnTo>
                    <a:pt x="53149" y="116840"/>
                  </a:lnTo>
                  <a:lnTo>
                    <a:pt x="56946" y="114312"/>
                  </a:lnTo>
                  <a:lnTo>
                    <a:pt x="57950" y="115570"/>
                  </a:lnTo>
                  <a:lnTo>
                    <a:pt x="57746" y="115570"/>
                  </a:lnTo>
                  <a:lnTo>
                    <a:pt x="58534" y="116840"/>
                  </a:lnTo>
                  <a:lnTo>
                    <a:pt x="55587" y="119380"/>
                  </a:lnTo>
                  <a:lnTo>
                    <a:pt x="52184" y="121983"/>
                  </a:lnTo>
                  <a:lnTo>
                    <a:pt x="49098" y="124485"/>
                  </a:lnTo>
                  <a:lnTo>
                    <a:pt x="47599" y="124485"/>
                  </a:lnTo>
                  <a:lnTo>
                    <a:pt x="47472" y="123583"/>
                  </a:lnTo>
                  <a:lnTo>
                    <a:pt x="47421" y="123240"/>
                  </a:lnTo>
                  <a:lnTo>
                    <a:pt x="47294" y="122377"/>
                  </a:lnTo>
                  <a:lnTo>
                    <a:pt x="47244" y="121983"/>
                  </a:lnTo>
                  <a:lnTo>
                    <a:pt x="45897" y="121983"/>
                  </a:lnTo>
                  <a:lnTo>
                    <a:pt x="47815" y="120650"/>
                  </a:lnTo>
                  <a:lnTo>
                    <a:pt x="45732" y="120650"/>
                  </a:lnTo>
                  <a:lnTo>
                    <a:pt x="44691" y="120650"/>
                  </a:lnTo>
                  <a:lnTo>
                    <a:pt x="42252" y="122377"/>
                  </a:lnTo>
                  <a:lnTo>
                    <a:pt x="40970" y="123240"/>
                  </a:lnTo>
                  <a:lnTo>
                    <a:pt x="37566" y="124485"/>
                  </a:lnTo>
                  <a:lnTo>
                    <a:pt x="35788" y="125730"/>
                  </a:lnTo>
                  <a:lnTo>
                    <a:pt x="37846" y="125730"/>
                  </a:lnTo>
                  <a:lnTo>
                    <a:pt x="41529" y="123240"/>
                  </a:lnTo>
                  <a:lnTo>
                    <a:pt x="45212" y="121983"/>
                  </a:lnTo>
                  <a:lnTo>
                    <a:pt x="45466" y="121983"/>
                  </a:lnTo>
                  <a:lnTo>
                    <a:pt x="47091" y="123240"/>
                  </a:lnTo>
                  <a:lnTo>
                    <a:pt x="47180" y="123583"/>
                  </a:lnTo>
                  <a:lnTo>
                    <a:pt x="47269" y="124015"/>
                  </a:lnTo>
                  <a:lnTo>
                    <a:pt x="47396" y="124485"/>
                  </a:lnTo>
                  <a:lnTo>
                    <a:pt x="48196" y="125730"/>
                  </a:lnTo>
                  <a:lnTo>
                    <a:pt x="45072" y="128270"/>
                  </a:lnTo>
                  <a:lnTo>
                    <a:pt x="41630" y="130810"/>
                  </a:lnTo>
                  <a:lnTo>
                    <a:pt x="39789" y="132194"/>
                  </a:lnTo>
                  <a:lnTo>
                    <a:pt x="40855" y="132194"/>
                  </a:lnTo>
                  <a:lnTo>
                    <a:pt x="41998" y="130810"/>
                  </a:lnTo>
                  <a:lnTo>
                    <a:pt x="45758" y="129540"/>
                  </a:lnTo>
                  <a:lnTo>
                    <a:pt x="48920" y="125730"/>
                  </a:lnTo>
                  <a:lnTo>
                    <a:pt x="50393" y="127000"/>
                  </a:lnTo>
                  <a:lnTo>
                    <a:pt x="51155" y="128270"/>
                  </a:lnTo>
                  <a:lnTo>
                    <a:pt x="51117" y="127000"/>
                  </a:lnTo>
                  <a:lnTo>
                    <a:pt x="49707" y="125730"/>
                  </a:lnTo>
                  <a:lnTo>
                    <a:pt x="51142" y="124485"/>
                  </a:lnTo>
                  <a:lnTo>
                    <a:pt x="52590" y="123240"/>
                  </a:lnTo>
                  <a:lnTo>
                    <a:pt x="56159" y="120650"/>
                  </a:lnTo>
                  <a:lnTo>
                    <a:pt x="59258" y="118110"/>
                  </a:lnTo>
                  <a:lnTo>
                    <a:pt x="60210" y="118110"/>
                  </a:lnTo>
                  <a:lnTo>
                    <a:pt x="60833" y="119202"/>
                  </a:lnTo>
                  <a:lnTo>
                    <a:pt x="60934" y="119380"/>
                  </a:lnTo>
                  <a:lnTo>
                    <a:pt x="58318" y="123240"/>
                  </a:lnTo>
                  <a:lnTo>
                    <a:pt x="53886" y="128270"/>
                  </a:lnTo>
                  <a:lnTo>
                    <a:pt x="54851" y="128270"/>
                  </a:lnTo>
                  <a:lnTo>
                    <a:pt x="56235" y="127000"/>
                  </a:lnTo>
                  <a:lnTo>
                    <a:pt x="58966" y="123240"/>
                  </a:lnTo>
                  <a:lnTo>
                    <a:pt x="61645" y="119380"/>
                  </a:lnTo>
                  <a:lnTo>
                    <a:pt x="62814" y="120650"/>
                  </a:lnTo>
                  <a:lnTo>
                    <a:pt x="63144" y="120650"/>
                  </a:lnTo>
                  <a:lnTo>
                    <a:pt x="63284" y="119634"/>
                  </a:lnTo>
                  <a:lnTo>
                    <a:pt x="63322" y="119380"/>
                  </a:lnTo>
                  <a:lnTo>
                    <a:pt x="62242" y="119380"/>
                  </a:lnTo>
                  <a:lnTo>
                    <a:pt x="64820" y="115570"/>
                  </a:lnTo>
                  <a:lnTo>
                    <a:pt x="69837" y="109347"/>
                  </a:lnTo>
                  <a:lnTo>
                    <a:pt x="69519" y="111290"/>
                  </a:lnTo>
                  <a:lnTo>
                    <a:pt x="69430" y="111760"/>
                  </a:lnTo>
                  <a:lnTo>
                    <a:pt x="69316" y="112280"/>
                  </a:lnTo>
                  <a:lnTo>
                    <a:pt x="69075" y="113157"/>
                  </a:lnTo>
                  <a:lnTo>
                    <a:pt x="66255" y="116840"/>
                  </a:lnTo>
                  <a:lnTo>
                    <a:pt x="64389" y="120650"/>
                  </a:lnTo>
                  <a:lnTo>
                    <a:pt x="63423" y="120650"/>
                  </a:lnTo>
                  <a:lnTo>
                    <a:pt x="63969" y="121653"/>
                  </a:lnTo>
                  <a:lnTo>
                    <a:pt x="64084" y="121983"/>
                  </a:lnTo>
                  <a:lnTo>
                    <a:pt x="59867" y="129540"/>
                  </a:lnTo>
                  <a:lnTo>
                    <a:pt x="58661" y="130810"/>
                  </a:lnTo>
                  <a:lnTo>
                    <a:pt x="60071" y="130810"/>
                  </a:lnTo>
                  <a:lnTo>
                    <a:pt x="60820" y="129540"/>
                  </a:lnTo>
                  <a:lnTo>
                    <a:pt x="62966" y="125730"/>
                  </a:lnTo>
                  <a:lnTo>
                    <a:pt x="65341" y="121983"/>
                  </a:lnTo>
                  <a:lnTo>
                    <a:pt x="65481" y="121983"/>
                  </a:lnTo>
                  <a:lnTo>
                    <a:pt x="67348" y="118237"/>
                  </a:lnTo>
                  <a:lnTo>
                    <a:pt x="71513" y="110490"/>
                  </a:lnTo>
                  <a:lnTo>
                    <a:pt x="71488" y="114096"/>
                  </a:lnTo>
                  <a:lnTo>
                    <a:pt x="71894" y="113436"/>
                  </a:lnTo>
                  <a:lnTo>
                    <a:pt x="73291" y="110490"/>
                  </a:lnTo>
                  <a:lnTo>
                    <a:pt x="73355" y="111290"/>
                  </a:lnTo>
                  <a:lnTo>
                    <a:pt x="73444" y="112280"/>
                  </a:lnTo>
                  <a:lnTo>
                    <a:pt x="73558" y="114490"/>
                  </a:lnTo>
                  <a:lnTo>
                    <a:pt x="71983" y="119202"/>
                  </a:lnTo>
                  <a:lnTo>
                    <a:pt x="71882" y="120650"/>
                  </a:lnTo>
                  <a:lnTo>
                    <a:pt x="71767" y="123240"/>
                  </a:lnTo>
                  <a:lnTo>
                    <a:pt x="71678" y="123583"/>
                  </a:lnTo>
                  <a:lnTo>
                    <a:pt x="71551" y="124015"/>
                  </a:lnTo>
                  <a:lnTo>
                    <a:pt x="71488" y="124206"/>
                  </a:lnTo>
                  <a:lnTo>
                    <a:pt x="71412" y="124460"/>
                  </a:lnTo>
                  <a:lnTo>
                    <a:pt x="71107" y="124206"/>
                  </a:lnTo>
                  <a:lnTo>
                    <a:pt x="71120" y="127190"/>
                  </a:lnTo>
                  <a:lnTo>
                    <a:pt x="69761" y="133375"/>
                  </a:lnTo>
                  <a:lnTo>
                    <a:pt x="68694" y="136652"/>
                  </a:lnTo>
                  <a:lnTo>
                    <a:pt x="67602" y="142240"/>
                  </a:lnTo>
                  <a:lnTo>
                    <a:pt x="66535" y="146050"/>
                  </a:lnTo>
                  <a:lnTo>
                    <a:pt x="65024" y="151130"/>
                  </a:lnTo>
                  <a:lnTo>
                    <a:pt x="62890" y="149860"/>
                  </a:lnTo>
                  <a:lnTo>
                    <a:pt x="60172" y="149860"/>
                  </a:lnTo>
                  <a:lnTo>
                    <a:pt x="64947" y="152514"/>
                  </a:lnTo>
                  <a:lnTo>
                    <a:pt x="64731" y="152514"/>
                  </a:lnTo>
                  <a:lnTo>
                    <a:pt x="64147" y="156210"/>
                  </a:lnTo>
                  <a:lnTo>
                    <a:pt x="61582" y="161290"/>
                  </a:lnTo>
                  <a:lnTo>
                    <a:pt x="60515" y="165100"/>
                  </a:lnTo>
                  <a:lnTo>
                    <a:pt x="54406" y="162560"/>
                  </a:lnTo>
                  <a:lnTo>
                    <a:pt x="51358" y="161290"/>
                  </a:lnTo>
                  <a:lnTo>
                    <a:pt x="50533" y="161290"/>
                  </a:lnTo>
                  <a:lnTo>
                    <a:pt x="49834" y="161290"/>
                  </a:lnTo>
                  <a:lnTo>
                    <a:pt x="47447" y="166370"/>
                  </a:lnTo>
                  <a:lnTo>
                    <a:pt x="45021" y="170180"/>
                  </a:lnTo>
                  <a:lnTo>
                    <a:pt x="42456" y="173990"/>
                  </a:lnTo>
                  <a:lnTo>
                    <a:pt x="38696" y="171450"/>
                  </a:lnTo>
                  <a:lnTo>
                    <a:pt x="36144" y="170180"/>
                  </a:lnTo>
                  <a:lnTo>
                    <a:pt x="34391" y="168910"/>
                  </a:lnTo>
                  <a:lnTo>
                    <a:pt x="32651" y="167640"/>
                  </a:lnTo>
                  <a:lnTo>
                    <a:pt x="33566" y="166370"/>
                  </a:lnTo>
                  <a:lnTo>
                    <a:pt x="35420" y="163830"/>
                  </a:lnTo>
                  <a:lnTo>
                    <a:pt x="38620" y="161290"/>
                  </a:lnTo>
                  <a:lnTo>
                    <a:pt x="41529" y="157480"/>
                  </a:lnTo>
                  <a:lnTo>
                    <a:pt x="43891" y="158750"/>
                  </a:lnTo>
                  <a:lnTo>
                    <a:pt x="47193" y="160045"/>
                  </a:lnTo>
                  <a:lnTo>
                    <a:pt x="46177" y="158750"/>
                  </a:lnTo>
                  <a:lnTo>
                    <a:pt x="45224" y="157480"/>
                  </a:lnTo>
                  <a:lnTo>
                    <a:pt x="41948" y="157480"/>
                  </a:lnTo>
                  <a:lnTo>
                    <a:pt x="42532" y="156210"/>
                  </a:lnTo>
                  <a:lnTo>
                    <a:pt x="44234" y="152514"/>
                  </a:lnTo>
                  <a:lnTo>
                    <a:pt x="44729" y="152057"/>
                  </a:lnTo>
                  <a:lnTo>
                    <a:pt x="47548" y="149860"/>
                  </a:lnTo>
                  <a:lnTo>
                    <a:pt x="49872" y="146050"/>
                  </a:lnTo>
                  <a:lnTo>
                    <a:pt x="51714" y="146050"/>
                  </a:lnTo>
                  <a:lnTo>
                    <a:pt x="54978" y="147612"/>
                  </a:lnTo>
                  <a:lnTo>
                    <a:pt x="54775" y="147447"/>
                  </a:lnTo>
                  <a:lnTo>
                    <a:pt x="53416" y="146050"/>
                  </a:lnTo>
                  <a:lnTo>
                    <a:pt x="50787" y="144780"/>
                  </a:lnTo>
                  <a:lnTo>
                    <a:pt x="52933" y="140970"/>
                  </a:lnTo>
                  <a:lnTo>
                    <a:pt x="55753" y="138430"/>
                  </a:lnTo>
                  <a:lnTo>
                    <a:pt x="57988" y="133375"/>
                  </a:lnTo>
                  <a:lnTo>
                    <a:pt x="62915" y="135890"/>
                  </a:lnTo>
                  <a:lnTo>
                    <a:pt x="61175" y="139700"/>
                  </a:lnTo>
                  <a:lnTo>
                    <a:pt x="59245" y="144780"/>
                  </a:lnTo>
                  <a:lnTo>
                    <a:pt x="57162" y="148590"/>
                  </a:lnTo>
                  <a:lnTo>
                    <a:pt x="54978" y="147612"/>
                  </a:lnTo>
                  <a:lnTo>
                    <a:pt x="56921" y="148590"/>
                  </a:lnTo>
                  <a:lnTo>
                    <a:pt x="55346" y="152514"/>
                  </a:lnTo>
                  <a:lnTo>
                    <a:pt x="54787" y="153771"/>
                  </a:lnTo>
                  <a:lnTo>
                    <a:pt x="52527" y="156210"/>
                  </a:lnTo>
                  <a:lnTo>
                    <a:pt x="51015" y="160045"/>
                  </a:lnTo>
                  <a:lnTo>
                    <a:pt x="52057" y="160045"/>
                  </a:lnTo>
                  <a:lnTo>
                    <a:pt x="53505" y="157480"/>
                  </a:lnTo>
                  <a:lnTo>
                    <a:pt x="55676" y="153962"/>
                  </a:lnTo>
                  <a:lnTo>
                    <a:pt x="55791" y="153771"/>
                  </a:lnTo>
                  <a:lnTo>
                    <a:pt x="56502" y="152057"/>
                  </a:lnTo>
                  <a:lnTo>
                    <a:pt x="57823" y="148717"/>
                  </a:lnTo>
                  <a:lnTo>
                    <a:pt x="57886" y="148590"/>
                  </a:lnTo>
                  <a:lnTo>
                    <a:pt x="58991" y="149212"/>
                  </a:lnTo>
                  <a:lnTo>
                    <a:pt x="58572" y="148717"/>
                  </a:lnTo>
                  <a:lnTo>
                    <a:pt x="58470" y="148590"/>
                  </a:lnTo>
                  <a:lnTo>
                    <a:pt x="60109" y="144780"/>
                  </a:lnTo>
                  <a:lnTo>
                    <a:pt x="62204" y="140970"/>
                  </a:lnTo>
                  <a:lnTo>
                    <a:pt x="63754" y="135890"/>
                  </a:lnTo>
                  <a:lnTo>
                    <a:pt x="64173" y="135890"/>
                  </a:lnTo>
                  <a:lnTo>
                    <a:pt x="64655" y="134620"/>
                  </a:lnTo>
                  <a:lnTo>
                    <a:pt x="67475" y="127190"/>
                  </a:lnTo>
                  <a:lnTo>
                    <a:pt x="63893" y="130810"/>
                  </a:lnTo>
                  <a:lnTo>
                    <a:pt x="63182" y="134620"/>
                  </a:lnTo>
                  <a:lnTo>
                    <a:pt x="58699" y="133375"/>
                  </a:lnTo>
                  <a:lnTo>
                    <a:pt x="58572" y="133375"/>
                  </a:lnTo>
                  <a:lnTo>
                    <a:pt x="59258" y="132194"/>
                  </a:lnTo>
                  <a:lnTo>
                    <a:pt x="57365" y="132194"/>
                  </a:lnTo>
                  <a:lnTo>
                    <a:pt x="55816" y="132194"/>
                  </a:lnTo>
                  <a:lnTo>
                    <a:pt x="55460" y="132194"/>
                  </a:lnTo>
                  <a:lnTo>
                    <a:pt x="57200" y="133375"/>
                  </a:lnTo>
                  <a:lnTo>
                    <a:pt x="54724" y="137261"/>
                  </a:lnTo>
                  <a:lnTo>
                    <a:pt x="52184" y="140970"/>
                  </a:lnTo>
                  <a:lnTo>
                    <a:pt x="49644" y="144780"/>
                  </a:lnTo>
                  <a:lnTo>
                    <a:pt x="47675" y="143510"/>
                  </a:lnTo>
                  <a:lnTo>
                    <a:pt x="46393" y="142240"/>
                  </a:lnTo>
                  <a:lnTo>
                    <a:pt x="43954" y="140970"/>
                  </a:lnTo>
                  <a:lnTo>
                    <a:pt x="44869" y="139700"/>
                  </a:lnTo>
                  <a:lnTo>
                    <a:pt x="46609" y="137261"/>
                  </a:lnTo>
                  <a:lnTo>
                    <a:pt x="47358" y="136652"/>
                  </a:lnTo>
                  <a:lnTo>
                    <a:pt x="50025" y="134620"/>
                  </a:lnTo>
                  <a:lnTo>
                    <a:pt x="52895" y="130810"/>
                  </a:lnTo>
                  <a:lnTo>
                    <a:pt x="54521" y="130810"/>
                  </a:lnTo>
                  <a:lnTo>
                    <a:pt x="53479" y="129540"/>
                  </a:lnTo>
                  <a:lnTo>
                    <a:pt x="52781" y="129540"/>
                  </a:lnTo>
                  <a:lnTo>
                    <a:pt x="52197" y="129540"/>
                  </a:lnTo>
                  <a:lnTo>
                    <a:pt x="49390" y="133375"/>
                  </a:lnTo>
                  <a:lnTo>
                    <a:pt x="46240" y="135890"/>
                  </a:lnTo>
                  <a:lnTo>
                    <a:pt x="43383" y="139700"/>
                  </a:lnTo>
                  <a:lnTo>
                    <a:pt x="41287" y="138430"/>
                  </a:lnTo>
                  <a:lnTo>
                    <a:pt x="40601" y="135890"/>
                  </a:lnTo>
                  <a:lnTo>
                    <a:pt x="38874" y="134620"/>
                  </a:lnTo>
                  <a:lnTo>
                    <a:pt x="39890" y="133375"/>
                  </a:lnTo>
                  <a:lnTo>
                    <a:pt x="38341" y="133375"/>
                  </a:lnTo>
                  <a:lnTo>
                    <a:pt x="37401" y="133375"/>
                  </a:lnTo>
                  <a:lnTo>
                    <a:pt x="34277" y="137261"/>
                  </a:lnTo>
                  <a:lnTo>
                    <a:pt x="37973" y="134620"/>
                  </a:lnTo>
                  <a:lnTo>
                    <a:pt x="40246" y="135890"/>
                  </a:lnTo>
                  <a:lnTo>
                    <a:pt x="40322" y="136652"/>
                  </a:lnTo>
                  <a:lnTo>
                    <a:pt x="40424" y="137528"/>
                  </a:lnTo>
                  <a:lnTo>
                    <a:pt x="40525" y="138430"/>
                  </a:lnTo>
                  <a:lnTo>
                    <a:pt x="42608" y="139700"/>
                  </a:lnTo>
                  <a:lnTo>
                    <a:pt x="39712" y="143510"/>
                  </a:lnTo>
                  <a:lnTo>
                    <a:pt x="36106" y="146050"/>
                  </a:lnTo>
                  <a:lnTo>
                    <a:pt x="33020" y="148590"/>
                  </a:lnTo>
                  <a:lnTo>
                    <a:pt x="31203" y="147447"/>
                  </a:lnTo>
                  <a:lnTo>
                    <a:pt x="31064" y="147447"/>
                  </a:lnTo>
                  <a:lnTo>
                    <a:pt x="29730" y="144780"/>
                  </a:lnTo>
                  <a:lnTo>
                    <a:pt x="27381" y="142240"/>
                  </a:lnTo>
                  <a:lnTo>
                    <a:pt x="29083" y="140970"/>
                  </a:lnTo>
                  <a:lnTo>
                    <a:pt x="30784" y="139700"/>
                  </a:lnTo>
                  <a:lnTo>
                    <a:pt x="34277" y="137261"/>
                  </a:lnTo>
                  <a:lnTo>
                    <a:pt x="33896" y="137261"/>
                  </a:lnTo>
                  <a:lnTo>
                    <a:pt x="30492" y="138430"/>
                  </a:lnTo>
                  <a:lnTo>
                    <a:pt x="27178" y="140970"/>
                  </a:lnTo>
                  <a:lnTo>
                    <a:pt x="25755" y="139700"/>
                  </a:lnTo>
                  <a:lnTo>
                    <a:pt x="25019" y="138430"/>
                  </a:lnTo>
                  <a:lnTo>
                    <a:pt x="24193" y="137261"/>
                  </a:lnTo>
                  <a:lnTo>
                    <a:pt x="23990" y="137261"/>
                  </a:lnTo>
                  <a:lnTo>
                    <a:pt x="25412" y="139700"/>
                  </a:lnTo>
                  <a:lnTo>
                    <a:pt x="26390" y="140970"/>
                  </a:lnTo>
                  <a:lnTo>
                    <a:pt x="23685" y="143510"/>
                  </a:lnTo>
                  <a:lnTo>
                    <a:pt x="22288" y="144780"/>
                  </a:lnTo>
                  <a:lnTo>
                    <a:pt x="21932" y="146050"/>
                  </a:lnTo>
                  <a:lnTo>
                    <a:pt x="25171" y="143510"/>
                  </a:lnTo>
                  <a:lnTo>
                    <a:pt x="26644" y="142240"/>
                  </a:lnTo>
                  <a:lnTo>
                    <a:pt x="29083" y="144780"/>
                  </a:lnTo>
                  <a:lnTo>
                    <a:pt x="29679" y="146050"/>
                  </a:lnTo>
                  <a:lnTo>
                    <a:pt x="30365" y="147447"/>
                  </a:lnTo>
                  <a:lnTo>
                    <a:pt x="32283" y="149860"/>
                  </a:lnTo>
                  <a:lnTo>
                    <a:pt x="29464" y="153771"/>
                  </a:lnTo>
                  <a:lnTo>
                    <a:pt x="33134" y="151130"/>
                  </a:lnTo>
                  <a:lnTo>
                    <a:pt x="35610" y="152057"/>
                  </a:lnTo>
                  <a:lnTo>
                    <a:pt x="35788" y="152057"/>
                  </a:lnTo>
                  <a:lnTo>
                    <a:pt x="36017" y="152222"/>
                  </a:lnTo>
                  <a:lnTo>
                    <a:pt x="35928" y="152057"/>
                  </a:lnTo>
                  <a:lnTo>
                    <a:pt x="35852" y="151930"/>
                  </a:lnTo>
                  <a:lnTo>
                    <a:pt x="35026" y="151130"/>
                  </a:lnTo>
                  <a:lnTo>
                    <a:pt x="33705" y="149860"/>
                  </a:lnTo>
                  <a:lnTo>
                    <a:pt x="35229" y="148590"/>
                  </a:lnTo>
                  <a:lnTo>
                    <a:pt x="36614" y="147447"/>
                  </a:lnTo>
                  <a:lnTo>
                    <a:pt x="40170" y="144780"/>
                  </a:lnTo>
                  <a:lnTo>
                    <a:pt x="43180" y="140970"/>
                  </a:lnTo>
                  <a:lnTo>
                    <a:pt x="45212" y="142240"/>
                  </a:lnTo>
                  <a:lnTo>
                    <a:pt x="47510" y="143510"/>
                  </a:lnTo>
                  <a:lnTo>
                    <a:pt x="49072" y="144780"/>
                  </a:lnTo>
                  <a:lnTo>
                    <a:pt x="46545" y="148590"/>
                  </a:lnTo>
                  <a:lnTo>
                    <a:pt x="43599" y="152514"/>
                  </a:lnTo>
                  <a:lnTo>
                    <a:pt x="40970" y="156210"/>
                  </a:lnTo>
                  <a:lnTo>
                    <a:pt x="38303" y="153771"/>
                  </a:lnTo>
                  <a:lnTo>
                    <a:pt x="36499" y="152514"/>
                  </a:lnTo>
                  <a:lnTo>
                    <a:pt x="36195" y="152514"/>
                  </a:lnTo>
                  <a:lnTo>
                    <a:pt x="37617" y="154940"/>
                  </a:lnTo>
                  <a:lnTo>
                    <a:pt x="40411" y="156210"/>
                  </a:lnTo>
                  <a:lnTo>
                    <a:pt x="37642" y="160045"/>
                  </a:lnTo>
                  <a:lnTo>
                    <a:pt x="34531" y="162560"/>
                  </a:lnTo>
                  <a:lnTo>
                    <a:pt x="31648" y="166370"/>
                  </a:lnTo>
                  <a:lnTo>
                    <a:pt x="28384" y="165100"/>
                  </a:lnTo>
                  <a:lnTo>
                    <a:pt x="26289" y="161290"/>
                  </a:lnTo>
                  <a:lnTo>
                    <a:pt x="22796" y="160045"/>
                  </a:lnTo>
                  <a:lnTo>
                    <a:pt x="22631" y="160045"/>
                  </a:lnTo>
                  <a:lnTo>
                    <a:pt x="23850" y="158750"/>
                  </a:lnTo>
                  <a:lnTo>
                    <a:pt x="26314" y="156210"/>
                  </a:lnTo>
                  <a:lnTo>
                    <a:pt x="29451" y="153771"/>
                  </a:lnTo>
                  <a:lnTo>
                    <a:pt x="29083" y="153771"/>
                  </a:lnTo>
                  <a:lnTo>
                    <a:pt x="25704" y="154940"/>
                  </a:lnTo>
                  <a:lnTo>
                    <a:pt x="22606" y="158750"/>
                  </a:lnTo>
                  <a:lnTo>
                    <a:pt x="21310" y="157480"/>
                  </a:lnTo>
                  <a:lnTo>
                    <a:pt x="20383" y="156210"/>
                  </a:lnTo>
                  <a:lnTo>
                    <a:pt x="19507" y="154940"/>
                  </a:lnTo>
                  <a:lnTo>
                    <a:pt x="19304" y="154940"/>
                  </a:lnTo>
                  <a:lnTo>
                    <a:pt x="20853" y="157480"/>
                  </a:lnTo>
                  <a:lnTo>
                    <a:pt x="21691" y="158750"/>
                  </a:lnTo>
                  <a:lnTo>
                    <a:pt x="20256" y="160045"/>
                  </a:lnTo>
                  <a:lnTo>
                    <a:pt x="17335" y="162560"/>
                  </a:lnTo>
                  <a:lnTo>
                    <a:pt x="16789" y="163830"/>
                  </a:lnTo>
                  <a:lnTo>
                    <a:pt x="20574" y="161290"/>
                  </a:lnTo>
                  <a:lnTo>
                    <a:pt x="24117" y="161290"/>
                  </a:lnTo>
                  <a:lnTo>
                    <a:pt x="25641" y="162560"/>
                  </a:lnTo>
                  <a:lnTo>
                    <a:pt x="27965" y="165100"/>
                  </a:lnTo>
                  <a:lnTo>
                    <a:pt x="30797" y="167640"/>
                  </a:lnTo>
                  <a:lnTo>
                    <a:pt x="28117" y="171450"/>
                  </a:lnTo>
                  <a:lnTo>
                    <a:pt x="24638" y="173990"/>
                  </a:lnTo>
                  <a:lnTo>
                    <a:pt x="21691" y="176530"/>
                  </a:lnTo>
                  <a:lnTo>
                    <a:pt x="23469" y="176530"/>
                  </a:lnTo>
                  <a:lnTo>
                    <a:pt x="26289" y="173990"/>
                  </a:lnTo>
                  <a:lnTo>
                    <a:pt x="29210" y="171450"/>
                  </a:lnTo>
                  <a:lnTo>
                    <a:pt x="31851" y="168910"/>
                  </a:lnTo>
                  <a:lnTo>
                    <a:pt x="35407" y="170180"/>
                  </a:lnTo>
                  <a:lnTo>
                    <a:pt x="38341" y="172720"/>
                  </a:lnTo>
                  <a:lnTo>
                    <a:pt x="41859" y="175260"/>
                  </a:lnTo>
                  <a:lnTo>
                    <a:pt x="40881" y="176530"/>
                  </a:lnTo>
                  <a:lnTo>
                    <a:pt x="42379" y="176530"/>
                  </a:lnTo>
                  <a:lnTo>
                    <a:pt x="43027" y="175260"/>
                  </a:lnTo>
                  <a:lnTo>
                    <a:pt x="44208" y="176530"/>
                  </a:lnTo>
                  <a:lnTo>
                    <a:pt x="46850" y="176530"/>
                  </a:lnTo>
                  <a:lnTo>
                    <a:pt x="45250" y="175260"/>
                  </a:lnTo>
                  <a:lnTo>
                    <a:pt x="43738" y="175260"/>
                  </a:lnTo>
                  <a:lnTo>
                    <a:pt x="44361" y="173990"/>
                  </a:lnTo>
                  <a:lnTo>
                    <a:pt x="46240" y="170180"/>
                  </a:lnTo>
                  <a:lnTo>
                    <a:pt x="48717" y="166370"/>
                  </a:lnTo>
                  <a:lnTo>
                    <a:pt x="51244" y="162560"/>
                  </a:lnTo>
                  <a:lnTo>
                    <a:pt x="55118" y="163830"/>
                  </a:lnTo>
                  <a:lnTo>
                    <a:pt x="56159" y="165100"/>
                  </a:lnTo>
                  <a:lnTo>
                    <a:pt x="60274" y="166370"/>
                  </a:lnTo>
                  <a:lnTo>
                    <a:pt x="56032" y="176530"/>
                  </a:lnTo>
                  <a:lnTo>
                    <a:pt x="57543" y="176530"/>
                  </a:lnTo>
                  <a:lnTo>
                    <a:pt x="61722" y="166370"/>
                  </a:lnTo>
                  <a:lnTo>
                    <a:pt x="65544" y="167640"/>
                  </a:lnTo>
                  <a:lnTo>
                    <a:pt x="68821" y="167640"/>
                  </a:lnTo>
                  <a:lnTo>
                    <a:pt x="72313" y="168910"/>
                  </a:lnTo>
                  <a:lnTo>
                    <a:pt x="72656" y="171450"/>
                  </a:lnTo>
                  <a:lnTo>
                    <a:pt x="72174" y="173990"/>
                  </a:lnTo>
                  <a:lnTo>
                    <a:pt x="71539" y="176530"/>
                  </a:lnTo>
                  <a:lnTo>
                    <a:pt x="72834" y="176530"/>
                  </a:lnTo>
                  <a:lnTo>
                    <a:pt x="73304" y="173990"/>
                  </a:lnTo>
                  <a:lnTo>
                    <a:pt x="73710" y="171450"/>
                  </a:lnTo>
                  <a:lnTo>
                    <a:pt x="73825" y="170180"/>
                  </a:lnTo>
                  <a:lnTo>
                    <a:pt x="73952" y="168910"/>
                  </a:lnTo>
                  <a:lnTo>
                    <a:pt x="77495" y="168910"/>
                  </a:lnTo>
                  <a:lnTo>
                    <a:pt x="73952" y="167640"/>
                  </a:lnTo>
                  <a:lnTo>
                    <a:pt x="75057" y="162560"/>
                  </a:lnTo>
                  <a:lnTo>
                    <a:pt x="74942" y="160045"/>
                  </a:lnTo>
                  <a:lnTo>
                    <a:pt x="74841" y="157480"/>
                  </a:lnTo>
                  <a:lnTo>
                    <a:pt x="75984" y="152514"/>
                  </a:lnTo>
                  <a:lnTo>
                    <a:pt x="75907" y="147447"/>
                  </a:lnTo>
                  <a:lnTo>
                    <a:pt x="76504" y="142240"/>
                  </a:lnTo>
                  <a:lnTo>
                    <a:pt x="76974" y="138430"/>
                  </a:lnTo>
                  <a:lnTo>
                    <a:pt x="78447" y="138430"/>
                  </a:lnTo>
                  <a:lnTo>
                    <a:pt x="76758" y="137261"/>
                  </a:lnTo>
                  <a:lnTo>
                    <a:pt x="76733" y="135890"/>
                  </a:lnTo>
                  <a:lnTo>
                    <a:pt x="77000" y="133375"/>
                  </a:lnTo>
                  <a:lnTo>
                    <a:pt x="77127" y="132194"/>
                  </a:lnTo>
                  <a:lnTo>
                    <a:pt x="76936" y="130810"/>
                  </a:lnTo>
                  <a:lnTo>
                    <a:pt x="76530" y="128270"/>
                  </a:lnTo>
                  <a:lnTo>
                    <a:pt x="76873" y="125730"/>
                  </a:lnTo>
                  <a:lnTo>
                    <a:pt x="76898" y="125526"/>
                  </a:lnTo>
                  <a:lnTo>
                    <a:pt x="77012" y="124650"/>
                  </a:lnTo>
                  <a:lnTo>
                    <a:pt x="77038" y="124485"/>
                  </a:lnTo>
                  <a:lnTo>
                    <a:pt x="77825" y="124485"/>
                  </a:lnTo>
                  <a:lnTo>
                    <a:pt x="77914" y="124206"/>
                  </a:lnTo>
                  <a:lnTo>
                    <a:pt x="77990" y="124015"/>
                  </a:lnTo>
                  <a:lnTo>
                    <a:pt x="78079" y="123723"/>
                  </a:lnTo>
                  <a:lnTo>
                    <a:pt x="78130" y="123583"/>
                  </a:lnTo>
                  <a:lnTo>
                    <a:pt x="77838" y="123240"/>
                  </a:lnTo>
                  <a:lnTo>
                    <a:pt x="76885" y="123240"/>
                  </a:lnTo>
                  <a:lnTo>
                    <a:pt x="76784" y="119202"/>
                  </a:lnTo>
                  <a:lnTo>
                    <a:pt x="76682" y="118110"/>
                  </a:lnTo>
                  <a:lnTo>
                    <a:pt x="76593" y="110490"/>
                  </a:lnTo>
                  <a:lnTo>
                    <a:pt x="78066" y="114096"/>
                  </a:lnTo>
                  <a:lnTo>
                    <a:pt x="78155" y="114312"/>
                  </a:lnTo>
                  <a:lnTo>
                    <a:pt x="78270" y="119634"/>
                  </a:lnTo>
                  <a:lnTo>
                    <a:pt x="78892" y="121653"/>
                  </a:lnTo>
                  <a:lnTo>
                    <a:pt x="78968" y="124650"/>
                  </a:lnTo>
                  <a:lnTo>
                    <a:pt x="80416" y="128270"/>
                  </a:lnTo>
                  <a:lnTo>
                    <a:pt x="81026" y="132194"/>
                  </a:lnTo>
                  <a:lnTo>
                    <a:pt x="81051" y="137261"/>
                  </a:lnTo>
                  <a:lnTo>
                    <a:pt x="79311" y="137261"/>
                  </a:lnTo>
                  <a:lnTo>
                    <a:pt x="78447" y="138430"/>
                  </a:lnTo>
                  <a:lnTo>
                    <a:pt x="81216" y="138430"/>
                  </a:lnTo>
                  <a:lnTo>
                    <a:pt x="82499" y="142240"/>
                  </a:lnTo>
                  <a:lnTo>
                    <a:pt x="82448" y="143510"/>
                  </a:lnTo>
                  <a:lnTo>
                    <a:pt x="82359" y="147612"/>
                  </a:lnTo>
                  <a:lnTo>
                    <a:pt x="83108" y="151930"/>
                  </a:lnTo>
                  <a:lnTo>
                    <a:pt x="83210" y="152514"/>
                  </a:lnTo>
                  <a:lnTo>
                    <a:pt x="80708" y="152514"/>
                  </a:lnTo>
                  <a:lnTo>
                    <a:pt x="83591" y="153771"/>
                  </a:lnTo>
                  <a:lnTo>
                    <a:pt x="83350" y="153771"/>
                  </a:lnTo>
                  <a:lnTo>
                    <a:pt x="83324" y="158750"/>
                  </a:lnTo>
                  <a:lnTo>
                    <a:pt x="84391" y="162560"/>
                  </a:lnTo>
                  <a:lnTo>
                    <a:pt x="83629" y="167640"/>
                  </a:lnTo>
                  <a:lnTo>
                    <a:pt x="80352" y="167640"/>
                  </a:lnTo>
                  <a:lnTo>
                    <a:pt x="77495" y="168910"/>
                  </a:lnTo>
                  <a:lnTo>
                    <a:pt x="84213" y="168910"/>
                  </a:lnTo>
                  <a:lnTo>
                    <a:pt x="84328" y="171450"/>
                  </a:lnTo>
                  <a:lnTo>
                    <a:pt x="84416" y="176530"/>
                  </a:lnTo>
                  <a:lnTo>
                    <a:pt x="85686" y="176530"/>
                  </a:lnTo>
                  <a:lnTo>
                    <a:pt x="85636" y="171450"/>
                  </a:lnTo>
                  <a:lnTo>
                    <a:pt x="85547" y="170180"/>
                  </a:lnTo>
                  <a:lnTo>
                    <a:pt x="85458" y="168910"/>
                  </a:lnTo>
                  <a:lnTo>
                    <a:pt x="89446" y="167640"/>
                  </a:lnTo>
                  <a:lnTo>
                    <a:pt x="85356" y="167640"/>
                  </a:lnTo>
                  <a:lnTo>
                    <a:pt x="85229" y="163830"/>
                  </a:lnTo>
                  <a:lnTo>
                    <a:pt x="85191" y="162560"/>
                  </a:lnTo>
                  <a:lnTo>
                    <a:pt x="84493" y="157480"/>
                  </a:lnTo>
                  <a:lnTo>
                    <a:pt x="84543" y="152514"/>
                  </a:lnTo>
                  <a:lnTo>
                    <a:pt x="84328" y="152514"/>
                  </a:lnTo>
                  <a:lnTo>
                    <a:pt x="84213" y="151130"/>
                  </a:lnTo>
                  <a:lnTo>
                    <a:pt x="84099" y="149860"/>
                  </a:lnTo>
                  <a:lnTo>
                    <a:pt x="83985" y="148590"/>
                  </a:lnTo>
                  <a:lnTo>
                    <a:pt x="83883" y="147447"/>
                  </a:lnTo>
                  <a:lnTo>
                    <a:pt x="83134" y="142240"/>
                  </a:lnTo>
                  <a:lnTo>
                    <a:pt x="83032" y="139700"/>
                  </a:lnTo>
                  <a:lnTo>
                    <a:pt x="82943" y="137261"/>
                  </a:lnTo>
                  <a:lnTo>
                    <a:pt x="82397" y="137261"/>
                  </a:lnTo>
                  <a:lnTo>
                    <a:pt x="82308" y="134620"/>
                  </a:lnTo>
                  <a:lnTo>
                    <a:pt x="82219" y="132194"/>
                  </a:lnTo>
                  <a:lnTo>
                    <a:pt x="81915" y="130810"/>
                  </a:lnTo>
                  <a:lnTo>
                    <a:pt x="81330" y="128270"/>
                  </a:lnTo>
                  <a:lnTo>
                    <a:pt x="80721" y="124650"/>
                  </a:lnTo>
                  <a:lnTo>
                    <a:pt x="80606" y="124015"/>
                  </a:lnTo>
                  <a:lnTo>
                    <a:pt x="80543" y="123583"/>
                  </a:lnTo>
                  <a:lnTo>
                    <a:pt x="80479" y="123240"/>
                  </a:lnTo>
                  <a:lnTo>
                    <a:pt x="80810" y="123240"/>
                  </a:lnTo>
                  <a:lnTo>
                    <a:pt x="79476" y="119634"/>
                  </a:lnTo>
                  <a:lnTo>
                    <a:pt x="79375" y="119202"/>
                  </a:lnTo>
                  <a:lnTo>
                    <a:pt x="79260" y="116840"/>
                  </a:lnTo>
                  <a:lnTo>
                    <a:pt x="79146" y="114312"/>
                  </a:lnTo>
                  <a:lnTo>
                    <a:pt x="77978" y="110490"/>
                  </a:lnTo>
                  <a:lnTo>
                    <a:pt x="79006" y="110490"/>
                  </a:lnTo>
                  <a:lnTo>
                    <a:pt x="80010" y="113157"/>
                  </a:lnTo>
                  <a:lnTo>
                    <a:pt x="81127" y="115570"/>
                  </a:lnTo>
                  <a:lnTo>
                    <a:pt x="81965" y="117932"/>
                  </a:lnTo>
                  <a:lnTo>
                    <a:pt x="81902" y="113157"/>
                  </a:lnTo>
                  <a:lnTo>
                    <a:pt x="81381" y="112280"/>
                  </a:lnTo>
                  <a:lnTo>
                    <a:pt x="80137" y="110490"/>
                  </a:lnTo>
                  <a:lnTo>
                    <a:pt x="79336" y="109347"/>
                  </a:lnTo>
                  <a:lnTo>
                    <a:pt x="81864" y="111760"/>
                  </a:lnTo>
                  <a:lnTo>
                    <a:pt x="85382" y="116840"/>
                  </a:lnTo>
                  <a:lnTo>
                    <a:pt x="86741" y="120650"/>
                  </a:lnTo>
                  <a:lnTo>
                    <a:pt x="87376" y="120650"/>
                  </a:lnTo>
                  <a:lnTo>
                    <a:pt x="89992" y="124485"/>
                  </a:lnTo>
                  <a:lnTo>
                    <a:pt x="92100" y="128270"/>
                  </a:lnTo>
                  <a:lnTo>
                    <a:pt x="93573" y="130810"/>
                  </a:lnTo>
                  <a:lnTo>
                    <a:pt x="94462" y="132194"/>
                  </a:lnTo>
                  <a:lnTo>
                    <a:pt x="97396" y="137261"/>
                  </a:lnTo>
                  <a:lnTo>
                    <a:pt x="100088" y="140970"/>
                  </a:lnTo>
                  <a:lnTo>
                    <a:pt x="101003" y="143510"/>
                  </a:lnTo>
                  <a:lnTo>
                    <a:pt x="101447" y="144780"/>
                  </a:lnTo>
                  <a:lnTo>
                    <a:pt x="99110" y="146050"/>
                  </a:lnTo>
                  <a:lnTo>
                    <a:pt x="97091" y="148590"/>
                  </a:lnTo>
                  <a:lnTo>
                    <a:pt x="97218" y="148590"/>
                  </a:lnTo>
                  <a:lnTo>
                    <a:pt x="99250" y="147447"/>
                  </a:lnTo>
                  <a:lnTo>
                    <a:pt x="101892" y="146050"/>
                  </a:lnTo>
                  <a:lnTo>
                    <a:pt x="105384" y="149860"/>
                  </a:lnTo>
                  <a:lnTo>
                    <a:pt x="106197" y="152514"/>
                  </a:lnTo>
                  <a:lnTo>
                    <a:pt x="106616" y="153771"/>
                  </a:lnTo>
                  <a:lnTo>
                    <a:pt x="109232" y="157480"/>
                  </a:lnTo>
                  <a:lnTo>
                    <a:pt x="108775" y="158750"/>
                  </a:lnTo>
                  <a:lnTo>
                    <a:pt x="110020" y="160045"/>
                  </a:lnTo>
                  <a:lnTo>
                    <a:pt x="110210" y="161290"/>
                  </a:lnTo>
                  <a:lnTo>
                    <a:pt x="112090" y="161290"/>
                  </a:lnTo>
                  <a:lnTo>
                    <a:pt x="109588" y="158750"/>
                  </a:lnTo>
                  <a:lnTo>
                    <a:pt x="110705" y="158750"/>
                  </a:lnTo>
                  <a:lnTo>
                    <a:pt x="109893" y="157480"/>
                  </a:lnTo>
                  <a:lnTo>
                    <a:pt x="107746" y="153962"/>
                  </a:lnTo>
                  <a:lnTo>
                    <a:pt x="107632" y="153771"/>
                  </a:lnTo>
                  <a:lnTo>
                    <a:pt x="105854" y="149860"/>
                  </a:lnTo>
                  <a:lnTo>
                    <a:pt x="104013" y="146050"/>
                  </a:lnTo>
                  <a:lnTo>
                    <a:pt x="103403" y="144780"/>
                  </a:lnTo>
                  <a:lnTo>
                    <a:pt x="104432" y="143510"/>
                  </a:lnTo>
                  <a:lnTo>
                    <a:pt x="103339" y="143510"/>
                  </a:lnTo>
                  <a:lnTo>
                    <a:pt x="100393" y="139700"/>
                  </a:lnTo>
                  <a:lnTo>
                    <a:pt x="98590" y="135890"/>
                  </a:lnTo>
                  <a:lnTo>
                    <a:pt x="96189" y="132194"/>
                  </a:lnTo>
                  <a:lnTo>
                    <a:pt x="95999" y="132194"/>
                  </a:lnTo>
                  <a:lnTo>
                    <a:pt x="97383" y="130810"/>
                  </a:lnTo>
                  <a:lnTo>
                    <a:pt x="98755" y="129540"/>
                  </a:lnTo>
                  <a:lnTo>
                    <a:pt x="100253" y="128270"/>
                  </a:lnTo>
                  <a:lnTo>
                    <a:pt x="104051" y="130810"/>
                  </a:lnTo>
                  <a:lnTo>
                    <a:pt x="106946" y="134620"/>
                  </a:lnTo>
                  <a:lnTo>
                    <a:pt x="109994" y="138430"/>
                  </a:lnTo>
                  <a:lnTo>
                    <a:pt x="109080" y="139700"/>
                  </a:lnTo>
                  <a:lnTo>
                    <a:pt x="110058" y="139700"/>
                  </a:lnTo>
                  <a:lnTo>
                    <a:pt x="112369" y="140627"/>
                  </a:lnTo>
                  <a:lnTo>
                    <a:pt x="113411" y="141274"/>
                  </a:lnTo>
                  <a:lnTo>
                    <a:pt x="113245" y="140970"/>
                  </a:lnTo>
                  <a:lnTo>
                    <a:pt x="112928" y="140970"/>
                  </a:lnTo>
                  <a:lnTo>
                    <a:pt x="112814" y="140804"/>
                  </a:lnTo>
                  <a:lnTo>
                    <a:pt x="111252" y="138430"/>
                  </a:lnTo>
                  <a:lnTo>
                    <a:pt x="112166" y="137261"/>
                  </a:lnTo>
                  <a:lnTo>
                    <a:pt x="113258" y="135890"/>
                  </a:lnTo>
                  <a:lnTo>
                    <a:pt x="115455" y="134620"/>
                  </a:lnTo>
                  <a:lnTo>
                    <a:pt x="117233" y="132194"/>
                  </a:lnTo>
                  <a:lnTo>
                    <a:pt x="117652" y="132194"/>
                  </a:lnTo>
                  <a:lnTo>
                    <a:pt x="120726" y="133286"/>
                  </a:lnTo>
                  <a:lnTo>
                    <a:pt x="119735" y="132194"/>
                  </a:lnTo>
                  <a:lnTo>
                    <a:pt x="118491" y="130810"/>
                  </a:lnTo>
                  <a:lnTo>
                    <a:pt x="119303" y="129540"/>
                  </a:lnTo>
                  <a:lnTo>
                    <a:pt x="120116" y="128270"/>
                  </a:lnTo>
                  <a:lnTo>
                    <a:pt x="121640" y="124650"/>
                  </a:lnTo>
                  <a:lnTo>
                    <a:pt x="119405" y="128270"/>
                  </a:lnTo>
                  <a:lnTo>
                    <a:pt x="117716" y="129540"/>
                  </a:lnTo>
                  <a:lnTo>
                    <a:pt x="116560" y="128854"/>
                  </a:lnTo>
                  <a:lnTo>
                    <a:pt x="116560" y="130810"/>
                  </a:lnTo>
                  <a:lnTo>
                    <a:pt x="115074" y="134620"/>
                  </a:lnTo>
                  <a:lnTo>
                    <a:pt x="112852" y="135890"/>
                  </a:lnTo>
                  <a:lnTo>
                    <a:pt x="110921" y="137160"/>
                  </a:lnTo>
                  <a:lnTo>
                    <a:pt x="107175" y="134620"/>
                  </a:lnTo>
                  <a:lnTo>
                    <a:pt x="104660" y="130810"/>
                  </a:lnTo>
                  <a:lnTo>
                    <a:pt x="102336" y="128270"/>
                  </a:lnTo>
                  <a:lnTo>
                    <a:pt x="101180" y="127000"/>
                  </a:lnTo>
                  <a:lnTo>
                    <a:pt x="101625" y="125730"/>
                  </a:lnTo>
                  <a:lnTo>
                    <a:pt x="101993" y="124650"/>
                  </a:lnTo>
                  <a:lnTo>
                    <a:pt x="102057" y="124485"/>
                  </a:lnTo>
                  <a:lnTo>
                    <a:pt x="101828" y="124650"/>
                  </a:lnTo>
                  <a:lnTo>
                    <a:pt x="100774" y="125730"/>
                  </a:lnTo>
                  <a:lnTo>
                    <a:pt x="99593" y="124904"/>
                  </a:lnTo>
                  <a:lnTo>
                    <a:pt x="99593" y="127000"/>
                  </a:lnTo>
                  <a:lnTo>
                    <a:pt x="98374" y="128270"/>
                  </a:lnTo>
                  <a:lnTo>
                    <a:pt x="95478" y="130810"/>
                  </a:lnTo>
                  <a:lnTo>
                    <a:pt x="92989" y="127000"/>
                  </a:lnTo>
                  <a:lnTo>
                    <a:pt x="90627" y="123240"/>
                  </a:lnTo>
                  <a:lnTo>
                    <a:pt x="89001" y="119634"/>
                  </a:lnTo>
                  <a:lnTo>
                    <a:pt x="88887" y="119380"/>
                  </a:lnTo>
                  <a:lnTo>
                    <a:pt x="89382" y="119380"/>
                  </a:lnTo>
                  <a:lnTo>
                    <a:pt x="90081" y="118237"/>
                  </a:lnTo>
                  <a:lnTo>
                    <a:pt x="90170" y="118110"/>
                  </a:lnTo>
                  <a:lnTo>
                    <a:pt x="90766" y="118110"/>
                  </a:lnTo>
                  <a:lnTo>
                    <a:pt x="94030" y="120650"/>
                  </a:lnTo>
                  <a:lnTo>
                    <a:pt x="96469" y="124485"/>
                  </a:lnTo>
                  <a:lnTo>
                    <a:pt x="99593" y="127000"/>
                  </a:lnTo>
                  <a:lnTo>
                    <a:pt x="99593" y="124904"/>
                  </a:lnTo>
                  <a:lnTo>
                    <a:pt x="97256" y="123240"/>
                  </a:lnTo>
                  <a:lnTo>
                    <a:pt x="96774" y="122377"/>
                  </a:lnTo>
                  <a:lnTo>
                    <a:pt x="95275" y="119380"/>
                  </a:lnTo>
                  <a:lnTo>
                    <a:pt x="91808" y="116840"/>
                  </a:lnTo>
                  <a:lnTo>
                    <a:pt x="92214" y="115570"/>
                  </a:lnTo>
                  <a:lnTo>
                    <a:pt x="91998" y="115570"/>
                  </a:lnTo>
                  <a:lnTo>
                    <a:pt x="91389" y="116840"/>
                  </a:lnTo>
                  <a:lnTo>
                    <a:pt x="90551" y="115938"/>
                  </a:lnTo>
                  <a:lnTo>
                    <a:pt x="90551" y="116840"/>
                  </a:lnTo>
                  <a:lnTo>
                    <a:pt x="89941" y="117932"/>
                  </a:lnTo>
                  <a:lnTo>
                    <a:pt x="89852" y="118110"/>
                  </a:lnTo>
                  <a:lnTo>
                    <a:pt x="89115" y="118110"/>
                  </a:lnTo>
                  <a:lnTo>
                    <a:pt x="88442" y="119202"/>
                  </a:lnTo>
                  <a:lnTo>
                    <a:pt x="88341" y="119380"/>
                  </a:lnTo>
                  <a:lnTo>
                    <a:pt x="85534" y="115570"/>
                  </a:lnTo>
                  <a:lnTo>
                    <a:pt x="83667" y="111760"/>
                  </a:lnTo>
                  <a:lnTo>
                    <a:pt x="81940" y="109347"/>
                  </a:lnTo>
                  <a:lnTo>
                    <a:pt x="80949" y="107950"/>
                  </a:lnTo>
                  <a:lnTo>
                    <a:pt x="84531" y="110490"/>
                  </a:lnTo>
                  <a:lnTo>
                    <a:pt x="87261" y="114312"/>
                  </a:lnTo>
                  <a:lnTo>
                    <a:pt x="90551" y="116840"/>
                  </a:lnTo>
                  <a:lnTo>
                    <a:pt x="90551" y="115938"/>
                  </a:lnTo>
                  <a:lnTo>
                    <a:pt x="88011" y="113157"/>
                  </a:lnTo>
                  <a:lnTo>
                    <a:pt x="85826" y="110490"/>
                  </a:lnTo>
                  <a:lnTo>
                    <a:pt x="83337" y="107950"/>
                  </a:lnTo>
                  <a:lnTo>
                    <a:pt x="82092" y="106680"/>
                  </a:lnTo>
                  <a:lnTo>
                    <a:pt x="86042" y="107950"/>
                  </a:lnTo>
                  <a:lnTo>
                    <a:pt x="89255" y="111760"/>
                  </a:lnTo>
                  <a:lnTo>
                    <a:pt x="93078" y="114312"/>
                  </a:lnTo>
                  <a:lnTo>
                    <a:pt x="92710" y="115570"/>
                  </a:lnTo>
                  <a:lnTo>
                    <a:pt x="93230" y="115570"/>
                  </a:lnTo>
                  <a:lnTo>
                    <a:pt x="93586" y="114490"/>
                  </a:lnTo>
                  <a:lnTo>
                    <a:pt x="93637" y="114312"/>
                  </a:lnTo>
                  <a:lnTo>
                    <a:pt x="97409" y="116840"/>
                  </a:lnTo>
                  <a:lnTo>
                    <a:pt x="100482" y="119380"/>
                  </a:lnTo>
                  <a:lnTo>
                    <a:pt x="104432" y="121983"/>
                  </a:lnTo>
                  <a:lnTo>
                    <a:pt x="104305" y="121983"/>
                  </a:lnTo>
                  <a:lnTo>
                    <a:pt x="103327" y="123240"/>
                  </a:lnTo>
                  <a:lnTo>
                    <a:pt x="102501" y="124015"/>
                  </a:lnTo>
                  <a:lnTo>
                    <a:pt x="102260" y="124206"/>
                  </a:lnTo>
                  <a:lnTo>
                    <a:pt x="101993" y="124485"/>
                  </a:lnTo>
                  <a:lnTo>
                    <a:pt x="103695" y="124485"/>
                  </a:lnTo>
                  <a:lnTo>
                    <a:pt x="104736" y="123240"/>
                  </a:lnTo>
                  <a:lnTo>
                    <a:pt x="104863" y="123240"/>
                  </a:lnTo>
                  <a:lnTo>
                    <a:pt x="109397" y="125730"/>
                  </a:lnTo>
                  <a:lnTo>
                    <a:pt x="113322" y="128270"/>
                  </a:lnTo>
                  <a:lnTo>
                    <a:pt x="116560" y="130810"/>
                  </a:lnTo>
                  <a:lnTo>
                    <a:pt x="116560" y="128854"/>
                  </a:lnTo>
                  <a:lnTo>
                    <a:pt x="113474" y="127000"/>
                  </a:lnTo>
                  <a:lnTo>
                    <a:pt x="110248" y="124485"/>
                  </a:lnTo>
                  <a:lnTo>
                    <a:pt x="108153" y="123240"/>
                  </a:lnTo>
                  <a:lnTo>
                    <a:pt x="106032" y="121983"/>
                  </a:lnTo>
                  <a:lnTo>
                    <a:pt x="106032" y="121653"/>
                  </a:lnTo>
                  <a:lnTo>
                    <a:pt x="106413" y="120650"/>
                  </a:lnTo>
                  <a:lnTo>
                    <a:pt x="106781" y="119634"/>
                  </a:lnTo>
                  <a:lnTo>
                    <a:pt x="106883" y="119380"/>
                  </a:lnTo>
                  <a:lnTo>
                    <a:pt x="107848" y="118237"/>
                  </a:lnTo>
                  <a:lnTo>
                    <a:pt x="109143" y="116840"/>
                  </a:lnTo>
                  <a:lnTo>
                    <a:pt x="115303" y="119380"/>
                  </a:lnTo>
                  <a:lnTo>
                    <a:pt x="117106" y="120650"/>
                  </a:lnTo>
                  <a:lnTo>
                    <a:pt x="122656" y="121983"/>
                  </a:lnTo>
                  <a:lnTo>
                    <a:pt x="122402" y="121983"/>
                  </a:lnTo>
                  <a:lnTo>
                    <a:pt x="122085" y="123240"/>
                  </a:lnTo>
                  <a:lnTo>
                    <a:pt x="121983" y="123583"/>
                  </a:lnTo>
                  <a:lnTo>
                    <a:pt x="121881" y="124015"/>
                  </a:lnTo>
                  <a:lnTo>
                    <a:pt x="121754" y="124485"/>
                  </a:lnTo>
                  <a:lnTo>
                    <a:pt x="122110" y="124206"/>
                  </a:lnTo>
                  <a:lnTo>
                    <a:pt x="123571" y="123240"/>
                  </a:lnTo>
                  <a:lnTo>
                    <a:pt x="123799" y="123240"/>
                  </a:lnTo>
                  <a:lnTo>
                    <a:pt x="127914" y="124485"/>
                  </a:lnTo>
                  <a:lnTo>
                    <a:pt x="130086" y="125730"/>
                  </a:lnTo>
                  <a:lnTo>
                    <a:pt x="135115" y="127000"/>
                  </a:lnTo>
                  <a:lnTo>
                    <a:pt x="132448" y="124485"/>
                  </a:lnTo>
                  <a:lnTo>
                    <a:pt x="131521" y="124206"/>
                  </a:lnTo>
                  <a:lnTo>
                    <a:pt x="128117" y="123240"/>
                  </a:lnTo>
                  <a:lnTo>
                    <a:pt x="124345" y="121983"/>
                  </a:lnTo>
                  <a:lnTo>
                    <a:pt x="124167" y="121983"/>
                  </a:lnTo>
                  <a:lnTo>
                    <a:pt x="124256" y="120650"/>
                  </a:lnTo>
                  <a:lnTo>
                    <a:pt x="124320" y="119634"/>
                  </a:lnTo>
                  <a:lnTo>
                    <a:pt x="123532" y="120650"/>
                  </a:lnTo>
                  <a:lnTo>
                    <a:pt x="117944" y="119380"/>
                  </a:lnTo>
                  <a:lnTo>
                    <a:pt x="115557" y="116840"/>
                  </a:lnTo>
                  <a:lnTo>
                    <a:pt x="109943" y="115570"/>
                  </a:lnTo>
                  <a:lnTo>
                    <a:pt x="110337" y="114490"/>
                  </a:lnTo>
                  <a:lnTo>
                    <a:pt x="110401" y="114312"/>
                  </a:lnTo>
                  <a:lnTo>
                    <a:pt x="110718" y="113436"/>
                  </a:lnTo>
                  <a:lnTo>
                    <a:pt x="110680" y="111760"/>
                  </a:lnTo>
                  <a:lnTo>
                    <a:pt x="111747" y="109347"/>
                  </a:lnTo>
                  <a:lnTo>
                    <a:pt x="112268" y="109347"/>
                  </a:lnTo>
                  <a:lnTo>
                    <a:pt x="116497" y="110490"/>
                  </a:lnTo>
                  <a:lnTo>
                    <a:pt x="120840" y="111760"/>
                  </a:lnTo>
                  <a:lnTo>
                    <a:pt x="125895" y="113157"/>
                  </a:lnTo>
                  <a:lnTo>
                    <a:pt x="126453" y="113157"/>
                  </a:lnTo>
                  <a:lnTo>
                    <a:pt x="127444" y="113157"/>
                  </a:lnTo>
                  <a:lnTo>
                    <a:pt x="132651" y="114312"/>
                  </a:lnTo>
                  <a:lnTo>
                    <a:pt x="133400" y="114096"/>
                  </a:lnTo>
                  <a:lnTo>
                    <a:pt x="135902" y="113436"/>
                  </a:lnTo>
                  <a:lnTo>
                    <a:pt x="134315" y="111760"/>
                  </a:lnTo>
                  <a:lnTo>
                    <a:pt x="127749" y="111760"/>
                  </a:lnTo>
                  <a:lnTo>
                    <a:pt x="126682" y="110490"/>
                  </a:lnTo>
                  <a:lnTo>
                    <a:pt x="121996" y="110490"/>
                  </a:lnTo>
                  <a:lnTo>
                    <a:pt x="112001" y="107950"/>
                  </a:lnTo>
                  <a:lnTo>
                    <a:pt x="112255" y="106680"/>
                  </a:lnTo>
                  <a:lnTo>
                    <a:pt x="113131" y="104140"/>
                  </a:lnTo>
                  <a:lnTo>
                    <a:pt x="112776" y="102870"/>
                  </a:lnTo>
                  <a:lnTo>
                    <a:pt x="117322" y="101600"/>
                  </a:lnTo>
                  <a:lnTo>
                    <a:pt x="127088" y="101600"/>
                  </a:lnTo>
                  <a:lnTo>
                    <a:pt x="127812" y="102450"/>
                  </a:lnTo>
                  <a:lnTo>
                    <a:pt x="128333" y="101600"/>
                  </a:lnTo>
                  <a:lnTo>
                    <a:pt x="134378" y="101600"/>
                  </a:lnTo>
                  <a:lnTo>
                    <a:pt x="138887" y="100457"/>
                  </a:lnTo>
                  <a:lnTo>
                    <a:pt x="139890" y="100457"/>
                  </a:lnTo>
                  <a:lnTo>
                    <a:pt x="143941" y="101600"/>
                  </a:lnTo>
                  <a:lnTo>
                    <a:pt x="144868" y="100457"/>
                  </a:lnTo>
                  <a:lnTo>
                    <a:pt x="146837" y="100457"/>
                  </a:lnTo>
                  <a:lnTo>
                    <a:pt x="146837" y="99060"/>
                  </a:lnTo>
                  <a:lnTo>
                    <a:pt x="144411" y="99060"/>
                  </a:lnTo>
                  <a:lnTo>
                    <a:pt x="144068" y="98348"/>
                  </a:lnTo>
                  <a:lnTo>
                    <a:pt x="144246" y="99060"/>
                  </a:lnTo>
                  <a:lnTo>
                    <a:pt x="138404" y="99060"/>
                  </a:lnTo>
                  <a:lnTo>
                    <a:pt x="133134" y="100457"/>
                  </a:lnTo>
                  <a:lnTo>
                    <a:pt x="128168" y="100457"/>
                  </a:lnTo>
                  <a:lnTo>
                    <a:pt x="128066" y="99060"/>
                  </a:lnTo>
                  <a:lnTo>
                    <a:pt x="127977" y="97790"/>
                  </a:lnTo>
                  <a:lnTo>
                    <a:pt x="127889" y="96685"/>
                  </a:lnTo>
                  <a:lnTo>
                    <a:pt x="126987" y="100457"/>
                  </a:lnTo>
                  <a:lnTo>
                    <a:pt x="113233" y="100457"/>
                  </a:lnTo>
                  <a:lnTo>
                    <a:pt x="112356" y="99060"/>
                  </a:lnTo>
                  <a:lnTo>
                    <a:pt x="112433" y="98348"/>
                  </a:lnTo>
                  <a:lnTo>
                    <a:pt x="112496" y="97790"/>
                  </a:lnTo>
                  <a:lnTo>
                    <a:pt x="112610" y="96685"/>
                  </a:lnTo>
                  <a:lnTo>
                    <a:pt x="112369" y="95694"/>
                  </a:lnTo>
                  <a:lnTo>
                    <a:pt x="112280" y="95402"/>
                  </a:lnTo>
                  <a:lnTo>
                    <a:pt x="111975" y="95402"/>
                  </a:lnTo>
                  <a:lnTo>
                    <a:pt x="116636" y="92710"/>
                  </a:lnTo>
                  <a:lnTo>
                    <a:pt x="112382" y="92710"/>
                  </a:lnTo>
                  <a:lnTo>
                    <a:pt x="111264" y="91440"/>
                  </a:lnTo>
                  <a:lnTo>
                    <a:pt x="110959" y="90779"/>
                  </a:lnTo>
                  <a:lnTo>
                    <a:pt x="110845" y="90538"/>
                  </a:lnTo>
                  <a:lnTo>
                    <a:pt x="110794" y="91440"/>
                  </a:lnTo>
                  <a:lnTo>
                    <a:pt x="111277" y="92710"/>
                  </a:lnTo>
                  <a:lnTo>
                    <a:pt x="106870" y="95402"/>
                  </a:lnTo>
                  <a:lnTo>
                    <a:pt x="101663" y="95402"/>
                  </a:lnTo>
                  <a:lnTo>
                    <a:pt x="100558" y="95694"/>
                  </a:lnTo>
                  <a:lnTo>
                    <a:pt x="108775" y="96520"/>
                  </a:lnTo>
                  <a:lnTo>
                    <a:pt x="111264" y="95402"/>
                  </a:lnTo>
                  <a:lnTo>
                    <a:pt x="111645" y="95402"/>
                  </a:lnTo>
                  <a:lnTo>
                    <a:pt x="111721" y="95694"/>
                  </a:lnTo>
                  <a:lnTo>
                    <a:pt x="111937" y="96685"/>
                  </a:lnTo>
                  <a:lnTo>
                    <a:pt x="111912" y="98348"/>
                  </a:lnTo>
                  <a:lnTo>
                    <a:pt x="112344" y="100457"/>
                  </a:lnTo>
                  <a:lnTo>
                    <a:pt x="111887" y="100457"/>
                  </a:lnTo>
                  <a:lnTo>
                    <a:pt x="108140" y="101600"/>
                  </a:lnTo>
                  <a:lnTo>
                    <a:pt x="112179" y="101600"/>
                  </a:lnTo>
                  <a:lnTo>
                    <a:pt x="111594" y="103771"/>
                  </a:lnTo>
                  <a:lnTo>
                    <a:pt x="111506" y="104140"/>
                  </a:lnTo>
                  <a:lnTo>
                    <a:pt x="111785" y="105549"/>
                  </a:lnTo>
                  <a:lnTo>
                    <a:pt x="111226" y="107149"/>
                  </a:lnTo>
                  <a:lnTo>
                    <a:pt x="111226" y="109347"/>
                  </a:lnTo>
                  <a:lnTo>
                    <a:pt x="110744" y="109347"/>
                  </a:lnTo>
                  <a:lnTo>
                    <a:pt x="110426" y="111290"/>
                  </a:lnTo>
                  <a:lnTo>
                    <a:pt x="110363" y="111760"/>
                  </a:lnTo>
                  <a:lnTo>
                    <a:pt x="110172" y="112280"/>
                  </a:lnTo>
                  <a:lnTo>
                    <a:pt x="109829" y="113157"/>
                  </a:lnTo>
                  <a:lnTo>
                    <a:pt x="108991" y="114312"/>
                  </a:lnTo>
                  <a:lnTo>
                    <a:pt x="108496" y="114160"/>
                  </a:lnTo>
                  <a:lnTo>
                    <a:pt x="108496" y="116840"/>
                  </a:lnTo>
                  <a:lnTo>
                    <a:pt x="107276" y="116840"/>
                  </a:lnTo>
                  <a:lnTo>
                    <a:pt x="106591" y="119202"/>
                  </a:lnTo>
                  <a:lnTo>
                    <a:pt x="106540" y="119380"/>
                  </a:lnTo>
                  <a:lnTo>
                    <a:pt x="105422" y="120650"/>
                  </a:lnTo>
                  <a:lnTo>
                    <a:pt x="101981" y="118110"/>
                  </a:lnTo>
                  <a:lnTo>
                    <a:pt x="97472" y="115570"/>
                  </a:lnTo>
                  <a:lnTo>
                    <a:pt x="96050" y="114312"/>
                  </a:lnTo>
                  <a:lnTo>
                    <a:pt x="94742" y="113157"/>
                  </a:lnTo>
                  <a:lnTo>
                    <a:pt x="94589" y="113157"/>
                  </a:lnTo>
                  <a:lnTo>
                    <a:pt x="94729" y="112280"/>
                  </a:lnTo>
                  <a:lnTo>
                    <a:pt x="94818" y="111760"/>
                  </a:lnTo>
                  <a:lnTo>
                    <a:pt x="95618" y="111760"/>
                  </a:lnTo>
                  <a:lnTo>
                    <a:pt x="95872" y="110490"/>
                  </a:lnTo>
                  <a:lnTo>
                    <a:pt x="100355" y="113157"/>
                  </a:lnTo>
                  <a:lnTo>
                    <a:pt x="100596" y="113157"/>
                  </a:lnTo>
                  <a:lnTo>
                    <a:pt x="104863" y="114312"/>
                  </a:lnTo>
                  <a:lnTo>
                    <a:pt x="108496" y="116840"/>
                  </a:lnTo>
                  <a:lnTo>
                    <a:pt x="108496" y="114160"/>
                  </a:lnTo>
                  <a:lnTo>
                    <a:pt x="100926" y="111760"/>
                  </a:lnTo>
                  <a:lnTo>
                    <a:pt x="96608" y="109347"/>
                  </a:lnTo>
                  <a:lnTo>
                    <a:pt x="96316" y="109347"/>
                  </a:lnTo>
                  <a:lnTo>
                    <a:pt x="97104" y="107950"/>
                  </a:lnTo>
                  <a:lnTo>
                    <a:pt x="96393" y="107950"/>
                  </a:lnTo>
                  <a:lnTo>
                    <a:pt x="96062" y="107950"/>
                  </a:lnTo>
                  <a:lnTo>
                    <a:pt x="95694" y="109232"/>
                  </a:lnTo>
                  <a:lnTo>
                    <a:pt x="95300" y="109105"/>
                  </a:lnTo>
                  <a:lnTo>
                    <a:pt x="95300" y="110490"/>
                  </a:lnTo>
                  <a:lnTo>
                    <a:pt x="94589" y="111760"/>
                  </a:lnTo>
                  <a:lnTo>
                    <a:pt x="94246" y="113042"/>
                  </a:lnTo>
                  <a:lnTo>
                    <a:pt x="89966" y="110490"/>
                  </a:lnTo>
                  <a:lnTo>
                    <a:pt x="87160" y="107950"/>
                  </a:lnTo>
                  <a:lnTo>
                    <a:pt x="85115" y="106680"/>
                  </a:lnTo>
                  <a:lnTo>
                    <a:pt x="83299" y="105549"/>
                  </a:lnTo>
                  <a:lnTo>
                    <a:pt x="83464" y="105549"/>
                  </a:lnTo>
                  <a:lnTo>
                    <a:pt x="86677" y="106680"/>
                  </a:lnTo>
                  <a:lnTo>
                    <a:pt x="91300" y="109347"/>
                  </a:lnTo>
                  <a:lnTo>
                    <a:pt x="91465" y="109347"/>
                  </a:lnTo>
                  <a:lnTo>
                    <a:pt x="94983" y="110490"/>
                  </a:lnTo>
                  <a:lnTo>
                    <a:pt x="95300" y="110490"/>
                  </a:lnTo>
                  <a:lnTo>
                    <a:pt x="95300" y="109105"/>
                  </a:lnTo>
                  <a:lnTo>
                    <a:pt x="91846" y="107950"/>
                  </a:lnTo>
                  <a:lnTo>
                    <a:pt x="88277" y="105549"/>
                  </a:lnTo>
                  <a:lnTo>
                    <a:pt x="88531" y="105549"/>
                  </a:lnTo>
                  <a:lnTo>
                    <a:pt x="83743" y="104140"/>
                  </a:lnTo>
                  <a:lnTo>
                    <a:pt x="87668" y="104140"/>
                  </a:lnTo>
                  <a:lnTo>
                    <a:pt x="92837" y="105549"/>
                  </a:lnTo>
                  <a:lnTo>
                    <a:pt x="96748" y="106680"/>
                  </a:lnTo>
                  <a:lnTo>
                    <a:pt x="96393" y="107950"/>
                  </a:lnTo>
                  <a:lnTo>
                    <a:pt x="97104" y="106680"/>
                  </a:lnTo>
                  <a:lnTo>
                    <a:pt x="101523" y="107950"/>
                  </a:lnTo>
                  <a:lnTo>
                    <a:pt x="106108" y="107950"/>
                  </a:lnTo>
                  <a:lnTo>
                    <a:pt x="111226" y="109347"/>
                  </a:lnTo>
                  <a:lnTo>
                    <a:pt x="111226" y="107149"/>
                  </a:lnTo>
                  <a:lnTo>
                    <a:pt x="110947" y="107950"/>
                  </a:lnTo>
                  <a:lnTo>
                    <a:pt x="106464" y="106680"/>
                  </a:lnTo>
                  <a:lnTo>
                    <a:pt x="102349" y="106680"/>
                  </a:lnTo>
                  <a:lnTo>
                    <a:pt x="98221" y="105549"/>
                  </a:lnTo>
                  <a:lnTo>
                    <a:pt x="97713" y="105549"/>
                  </a:lnTo>
                  <a:lnTo>
                    <a:pt x="97739" y="102870"/>
                  </a:lnTo>
                  <a:lnTo>
                    <a:pt x="98259" y="101600"/>
                  </a:lnTo>
                  <a:lnTo>
                    <a:pt x="103060" y="102870"/>
                  </a:lnTo>
                  <a:lnTo>
                    <a:pt x="107353" y="101600"/>
                  </a:lnTo>
                  <a:lnTo>
                    <a:pt x="108140" y="101600"/>
                  </a:lnTo>
                  <a:lnTo>
                    <a:pt x="103327" y="100457"/>
                  </a:lnTo>
                  <a:lnTo>
                    <a:pt x="98069" y="100457"/>
                  </a:lnTo>
                  <a:lnTo>
                    <a:pt x="97675" y="99453"/>
                  </a:lnTo>
                  <a:lnTo>
                    <a:pt x="97332" y="100076"/>
                  </a:lnTo>
                  <a:lnTo>
                    <a:pt x="97332" y="102870"/>
                  </a:lnTo>
                  <a:lnTo>
                    <a:pt x="97269" y="104140"/>
                  </a:lnTo>
                  <a:lnTo>
                    <a:pt x="96926" y="105422"/>
                  </a:lnTo>
                  <a:lnTo>
                    <a:pt x="92405" y="104140"/>
                  </a:lnTo>
                  <a:lnTo>
                    <a:pt x="88061" y="102870"/>
                  </a:lnTo>
                  <a:lnTo>
                    <a:pt x="83388" y="101600"/>
                  </a:lnTo>
                  <a:lnTo>
                    <a:pt x="92506" y="101600"/>
                  </a:lnTo>
                  <a:lnTo>
                    <a:pt x="97332" y="102870"/>
                  </a:lnTo>
                  <a:lnTo>
                    <a:pt x="97332" y="100076"/>
                  </a:lnTo>
                  <a:lnTo>
                    <a:pt x="97116" y="100457"/>
                  </a:lnTo>
                  <a:lnTo>
                    <a:pt x="84594" y="100457"/>
                  </a:lnTo>
                  <a:lnTo>
                    <a:pt x="85915" y="99060"/>
                  </a:lnTo>
                  <a:lnTo>
                    <a:pt x="84416" y="99060"/>
                  </a:lnTo>
                  <a:lnTo>
                    <a:pt x="87960" y="96685"/>
                  </a:lnTo>
                  <a:lnTo>
                    <a:pt x="87693" y="96685"/>
                  </a:lnTo>
                  <a:lnTo>
                    <a:pt x="91592" y="95402"/>
                  </a:lnTo>
                  <a:lnTo>
                    <a:pt x="87490" y="95402"/>
                  </a:lnTo>
                  <a:lnTo>
                    <a:pt x="83832" y="97790"/>
                  </a:lnTo>
                  <a:lnTo>
                    <a:pt x="84505" y="96685"/>
                  </a:lnTo>
                  <a:lnTo>
                    <a:pt x="85940" y="94348"/>
                  </a:lnTo>
                  <a:lnTo>
                    <a:pt x="82918" y="96532"/>
                  </a:lnTo>
                  <a:lnTo>
                    <a:pt x="84086" y="93980"/>
                  </a:lnTo>
                  <a:lnTo>
                    <a:pt x="84658" y="92710"/>
                  </a:lnTo>
                  <a:lnTo>
                    <a:pt x="88988" y="90297"/>
                  </a:lnTo>
                  <a:lnTo>
                    <a:pt x="89128" y="90297"/>
                  </a:lnTo>
                  <a:lnTo>
                    <a:pt x="91948" y="86372"/>
                  </a:lnTo>
                  <a:lnTo>
                    <a:pt x="93459" y="87630"/>
                  </a:lnTo>
                  <a:lnTo>
                    <a:pt x="93433" y="87845"/>
                  </a:lnTo>
                  <a:lnTo>
                    <a:pt x="94043" y="88900"/>
                  </a:lnTo>
                  <a:lnTo>
                    <a:pt x="90385" y="91440"/>
                  </a:lnTo>
                  <a:lnTo>
                    <a:pt x="86588" y="93878"/>
                  </a:lnTo>
                  <a:lnTo>
                    <a:pt x="91008" y="92710"/>
                  </a:lnTo>
                  <a:lnTo>
                    <a:pt x="94411" y="90297"/>
                  </a:lnTo>
                  <a:lnTo>
                    <a:pt x="94564" y="90297"/>
                  </a:lnTo>
                  <a:lnTo>
                    <a:pt x="95326" y="88900"/>
                  </a:lnTo>
                  <a:lnTo>
                    <a:pt x="99187" y="86360"/>
                  </a:lnTo>
                  <a:lnTo>
                    <a:pt x="97294" y="86360"/>
                  </a:lnTo>
                  <a:lnTo>
                    <a:pt x="94894" y="88900"/>
                  </a:lnTo>
                  <a:lnTo>
                    <a:pt x="93675" y="87630"/>
                  </a:lnTo>
                  <a:lnTo>
                    <a:pt x="93700" y="86360"/>
                  </a:lnTo>
                  <a:lnTo>
                    <a:pt x="97294" y="86360"/>
                  </a:lnTo>
                  <a:lnTo>
                    <a:pt x="98348" y="85242"/>
                  </a:lnTo>
                  <a:lnTo>
                    <a:pt x="100876" y="85242"/>
                  </a:lnTo>
                  <a:lnTo>
                    <a:pt x="102857" y="83947"/>
                  </a:lnTo>
                  <a:lnTo>
                    <a:pt x="106768" y="81318"/>
                  </a:lnTo>
                  <a:lnTo>
                    <a:pt x="107162" y="81686"/>
                  </a:lnTo>
                  <a:lnTo>
                    <a:pt x="107911" y="82638"/>
                  </a:lnTo>
                  <a:lnTo>
                    <a:pt x="108381" y="85242"/>
                  </a:lnTo>
                  <a:lnTo>
                    <a:pt x="100876" y="85242"/>
                  </a:lnTo>
                  <a:lnTo>
                    <a:pt x="99187" y="86360"/>
                  </a:lnTo>
                  <a:lnTo>
                    <a:pt x="108966" y="86360"/>
                  </a:lnTo>
                  <a:lnTo>
                    <a:pt x="108419" y="85242"/>
                  </a:lnTo>
                  <a:lnTo>
                    <a:pt x="108623" y="85242"/>
                  </a:lnTo>
                  <a:lnTo>
                    <a:pt x="108686" y="83947"/>
                  </a:lnTo>
                  <a:lnTo>
                    <a:pt x="108762" y="82638"/>
                  </a:lnTo>
                  <a:lnTo>
                    <a:pt x="107759" y="81686"/>
                  </a:lnTo>
                  <a:lnTo>
                    <a:pt x="107315" y="81318"/>
                  </a:lnTo>
                  <a:lnTo>
                    <a:pt x="109156" y="80022"/>
                  </a:lnTo>
                  <a:lnTo>
                    <a:pt x="111074" y="78740"/>
                  </a:lnTo>
                  <a:lnTo>
                    <a:pt x="114706" y="75044"/>
                  </a:lnTo>
                  <a:lnTo>
                    <a:pt x="115379" y="74561"/>
                  </a:lnTo>
                  <a:lnTo>
                    <a:pt x="118694" y="72390"/>
                  </a:lnTo>
                  <a:lnTo>
                    <a:pt x="120700" y="74561"/>
                  </a:lnTo>
                  <a:lnTo>
                    <a:pt x="119761" y="72390"/>
                  </a:lnTo>
                  <a:lnTo>
                    <a:pt x="123215" y="68707"/>
                  </a:lnTo>
                  <a:lnTo>
                    <a:pt x="123977" y="68160"/>
                  </a:lnTo>
                  <a:lnTo>
                    <a:pt x="127228" y="66040"/>
                  </a:lnTo>
                  <a:lnTo>
                    <a:pt x="130797" y="62230"/>
                  </a:lnTo>
                  <a:lnTo>
                    <a:pt x="133273" y="64770"/>
                  </a:lnTo>
                  <a:lnTo>
                    <a:pt x="135001" y="68160"/>
                  </a:lnTo>
                  <a:lnTo>
                    <a:pt x="135267" y="68707"/>
                  </a:lnTo>
                  <a:lnTo>
                    <a:pt x="136563" y="72390"/>
                  </a:lnTo>
                  <a:lnTo>
                    <a:pt x="133883" y="75044"/>
                  </a:lnTo>
                  <a:lnTo>
                    <a:pt x="137756" y="75044"/>
                  </a:lnTo>
                  <a:lnTo>
                    <a:pt x="139369" y="77470"/>
                  </a:lnTo>
                  <a:lnTo>
                    <a:pt x="140462" y="80518"/>
                  </a:lnTo>
                  <a:lnTo>
                    <a:pt x="140385" y="78740"/>
                  </a:lnTo>
                  <a:lnTo>
                    <a:pt x="140296" y="77470"/>
                  </a:lnTo>
                  <a:lnTo>
                    <a:pt x="138480" y="73672"/>
                  </a:lnTo>
                  <a:lnTo>
                    <a:pt x="139725" y="72390"/>
                  </a:lnTo>
                  <a:lnTo>
                    <a:pt x="140881" y="71221"/>
                  </a:lnTo>
                  <a:lnTo>
                    <a:pt x="140754" y="71221"/>
                  </a:lnTo>
                  <a:lnTo>
                    <a:pt x="146545" y="68707"/>
                  </a:lnTo>
                  <a:lnTo>
                    <a:pt x="146837" y="68707"/>
                  </a:lnTo>
                  <a:lnTo>
                    <a:pt x="146837" y="67310"/>
                  </a:lnTo>
                  <a:lnTo>
                    <a:pt x="144957" y="68160"/>
                  </a:lnTo>
                  <a:lnTo>
                    <a:pt x="143840" y="68707"/>
                  </a:lnTo>
                  <a:lnTo>
                    <a:pt x="138150" y="72390"/>
                  </a:lnTo>
                  <a:lnTo>
                    <a:pt x="135547" y="68707"/>
                  </a:lnTo>
                  <a:lnTo>
                    <a:pt x="135305" y="68160"/>
                  </a:lnTo>
                  <a:lnTo>
                    <a:pt x="134086" y="64770"/>
                  </a:lnTo>
                  <a:lnTo>
                    <a:pt x="131927" y="62230"/>
                  </a:lnTo>
                  <a:lnTo>
                    <a:pt x="133108" y="60960"/>
                  </a:lnTo>
                  <a:lnTo>
                    <a:pt x="135394" y="58496"/>
                  </a:lnTo>
                  <a:lnTo>
                    <a:pt x="139369" y="54737"/>
                  </a:lnTo>
                  <a:lnTo>
                    <a:pt x="142900" y="50939"/>
                  </a:lnTo>
                  <a:lnTo>
                    <a:pt x="143129" y="50939"/>
                  </a:lnTo>
                  <a:lnTo>
                    <a:pt x="144640" y="53340"/>
                  </a:lnTo>
                  <a:lnTo>
                    <a:pt x="145897" y="54737"/>
                  </a:lnTo>
                  <a:lnTo>
                    <a:pt x="146837" y="55880"/>
                  </a:lnTo>
                  <a:lnTo>
                    <a:pt x="146837" y="547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7" name="object 97"/>
            <p:cNvSpPr/>
            <p:nvPr/>
          </p:nvSpPr>
          <p:spPr>
            <a:xfrm>
              <a:off x="3797532" y="918735"/>
              <a:ext cx="159385" cy="179705"/>
            </a:xfrm>
            <a:custGeom>
              <a:avLst/>
              <a:gdLst/>
              <a:ahLst/>
              <a:cxnLst/>
              <a:rect l="l" t="t" r="r" b="b"/>
              <a:pathLst>
                <a:path w="159385" h="179705">
                  <a:moveTo>
                    <a:pt x="5127" y="30082"/>
                  </a:moveTo>
                  <a:lnTo>
                    <a:pt x="3352" y="31445"/>
                  </a:lnTo>
                  <a:lnTo>
                    <a:pt x="997" y="31445"/>
                  </a:lnTo>
                  <a:lnTo>
                    <a:pt x="3145" y="31773"/>
                  </a:lnTo>
                  <a:lnTo>
                    <a:pt x="2984" y="31773"/>
                  </a:lnTo>
                  <a:lnTo>
                    <a:pt x="12476" y="33795"/>
                  </a:lnTo>
                  <a:lnTo>
                    <a:pt x="20321" y="36636"/>
                  </a:lnTo>
                  <a:lnTo>
                    <a:pt x="41254" y="64087"/>
                  </a:lnTo>
                  <a:lnTo>
                    <a:pt x="41357" y="64496"/>
                  </a:lnTo>
                  <a:lnTo>
                    <a:pt x="42330" y="72136"/>
                  </a:lnTo>
                  <a:lnTo>
                    <a:pt x="42355" y="72331"/>
                  </a:lnTo>
                  <a:lnTo>
                    <a:pt x="42659" y="80835"/>
                  </a:lnTo>
                  <a:lnTo>
                    <a:pt x="41824" y="96711"/>
                  </a:lnTo>
                  <a:lnTo>
                    <a:pt x="32905" y="144805"/>
                  </a:lnTo>
                  <a:lnTo>
                    <a:pt x="22707" y="179552"/>
                  </a:lnTo>
                  <a:lnTo>
                    <a:pt x="159321" y="179552"/>
                  </a:lnTo>
                  <a:lnTo>
                    <a:pt x="159321" y="178803"/>
                  </a:lnTo>
                  <a:lnTo>
                    <a:pt x="25146" y="178803"/>
                  </a:lnTo>
                  <a:lnTo>
                    <a:pt x="24313" y="178511"/>
                  </a:lnTo>
                  <a:lnTo>
                    <a:pt x="24168" y="178511"/>
                  </a:lnTo>
                  <a:lnTo>
                    <a:pt x="24168" y="177431"/>
                  </a:lnTo>
                  <a:lnTo>
                    <a:pt x="25615" y="177431"/>
                  </a:lnTo>
                  <a:lnTo>
                    <a:pt x="28056" y="170299"/>
                  </a:lnTo>
                  <a:lnTo>
                    <a:pt x="38521" y="129960"/>
                  </a:lnTo>
                  <a:lnTo>
                    <a:pt x="44740" y="80835"/>
                  </a:lnTo>
                  <a:lnTo>
                    <a:pt x="44429" y="72331"/>
                  </a:lnTo>
                  <a:lnTo>
                    <a:pt x="39019" y="50977"/>
                  </a:lnTo>
                  <a:lnTo>
                    <a:pt x="37909" y="50977"/>
                  </a:lnTo>
                  <a:lnTo>
                    <a:pt x="38798" y="50469"/>
                  </a:lnTo>
                  <a:lnTo>
                    <a:pt x="13050" y="31773"/>
                  </a:lnTo>
                  <a:lnTo>
                    <a:pt x="5127" y="30082"/>
                  </a:lnTo>
                  <a:close/>
                </a:path>
                <a:path w="159385" h="179705">
                  <a:moveTo>
                    <a:pt x="25615" y="177431"/>
                  </a:moveTo>
                  <a:lnTo>
                    <a:pt x="24168" y="177431"/>
                  </a:lnTo>
                  <a:lnTo>
                    <a:pt x="24168" y="178511"/>
                  </a:lnTo>
                  <a:lnTo>
                    <a:pt x="24313" y="178511"/>
                  </a:lnTo>
                  <a:lnTo>
                    <a:pt x="25146" y="178803"/>
                  </a:lnTo>
                  <a:lnTo>
                    <a:pt x="25615" y="177431"/>
                  </a:lnTo>
                  <a:close/>
                </a:path>
                <a:path w="159385" h="179705">
                  <a:moveTo>
                    <a:pt x="157226" y="177431"/>
                  </a:moveTo>
                  <a:lnTo>
                    <a:pt x="25615" y="177431"/>
                  </a:lnTo>
                  <a:lnTo>
                    <a:pt x="25246" y="178511"/>
                  </a:lnTo>
                  <a:lnTo>
                    <a:pt x="25146" y="178803"/>
                  </a:lnTo>
                  <a:lnTo>
                    <a:pt x="159321" y="178803"/>
                  </a:lnTo>
                  <a:lnTo>
                    <a:pt x="159321" y="178511"/>
                  </a:lnTo>
                  <a:lnTo>
                    <a:pt x="157226" y="178511"/>
                  </a:lnTo>
                  <a:lnTo>
                    <a:pt x="157226" y="177431"/>
                  </a:lnTo>
                  <a:close/>
                </a:path>
                <a:path w="159385" h="179705">
                  <a:moveTo>
                    <a:pt x="139016" y="29603"/>
                  </a:moveTo>
                  <a:lnTo>
                    <a:pt x="138569" y="29946"/>
                  </a:lnTo>
                  <a:lnTo>
                    <a:pt x="138239" y="30238"/>
                  </a:lnTo>
                  <a:lnTo>
                    <a:pt x="157226" y="51523"/>
                  </a:lnTo>
                  <a:lnTo>
                    <a:pt x="157226" y="178511"/>
                  </a:lnTo>
                  <a:lnTo>
                    <a:pt x="158280" y="178511"/>
                  </a:lnTo>
                  <a:lnTo>
                    <a:pt x="158280" y="177431"/>
                  </a:lnTo>
                  <a:lnTo>
                    <a:pt x="159321" y="177431"/>
                  </a:lnTo>
                  <a:lnTo>
                    <a:pt x="159321" y="50749"/>
                  </a:lnTo>
                  <a:lnTo>
                    <a:pt x="141397" y="30645"/>
                  </a:lnTo>
                  <a:lnTo>
                    <a:pt x="139054" y="30645"/>
                  </a:lnTo>
                  <a:lnTo>
                    <a:pt x="139016" y="29603"/>
                  </a:lnTo>
                  <a:close/>
                </a:path>
                <a:path w="159385" h="179705">
                  <a:moveTo>
                    <a:pt x="159321" y="177431"/>
                  </a:moveTo>
                  <a:lnTo>
                    <a:pt x="158280" y="177431"/>
                  </a:lnTo>
                  <a:lnTo>
                    <a:pt x="158280" y="178511"/>
                  </a:lnTo>
                  <a:lnTo>
                    <a:pt x="159321" y="178511"/>
                  </a:lnTo>
                  <a:lnTo>
                    <a:pt x="159321" y="177431"/>
                  </a:lnTo>
                  <a:close/>
                </a:path>
                <a:path w="159385" h="179705">
                  <a:moveTo>
                    <a:pt x="38817" y="50469"/>
                  </a:moveTo>
                  <a:lnTo>
                    <a:pt x="37909" y="50977"/>
                  </a:lnTo>
                  <a:lnTo>
                    <a:pt x="38553" y="50749"/>
                  </a:lnTo>
                  <a:lnTo>
                    <a:pt x="38914" y="50749"/>
                  </a:lnTo>
                  <a:lnTo>
                    <a:pt x="38817" y="50469"/>
                  </a:lnTo>
                  <a:close/>
                </a:path>
                <a:path w="159385" h="179705">
                  <a:moveTo>
                    <a:pt x="38920" y="50749"/>
                  </a:moveTo>
                  <a:lnTo>
                    <a:pt x="38553" y="50749"/>
                  </a:lnTo>
                  <a:lnTo>
                    <a:pt x="37909" y="50977"/>
                  </a:lnTo>
                  <a:lnTo>
                    <a:pt x="39019" y="50977"/>
                  </a:lnTo>
                  <a:lnTo>
                    <a:pt x="38920" y="50749"/>
                  </a:lnTo>
                  <a:close/>
                </a:path>
                <a:path w="159385" h="179705">
                  <a:moveTo>
                    <a:pt x="46405" y="0"/>
                  </a:moveTo>
                  <a:lnTo>
                    <a:pt x="42583" y="0"/>
                  </a:lnTo>
                  <a:lnTo>
                    <a:pt x="40182" y="571"/>
                  </a:lnTo>
                  <a:lnTo>
                    <a:pt x="0" y="31445"/>
                  </a:lnTo>
                  <a:lnTo>
                    <a:pt x="3352" y="31445"/>
                  </a:lnTo>
                  <a:lnTo>
                    <a:pt x="2730" y="30645"/>
                  </a:lnTo>
                  <a:lnTo>
                    <a:pt x="2832" y="29946"/>
                  </a:lnTo>
                  <a:lnTo>
                    <a:pt x="2883" y="29603"/>
                  </a:lnTo>
                  <a:lnTo>
                    <a:pt x="5751" y="29603"/>
                  </a:lnTo>
                  <a:lnTo>
                    <a:pt x="40917" y="2608"/>
                  </a:lnTo>
                  <a:lnTo>
                    <a:pt x="40640" y="1498"/>
                  </a:lnTo>
                  <a:lnTo>
                    <a:pt x="58164" y="1498"/>
                  </a:lnTo>
                  <a:lnTo>
                    <a:pt x="53770" y="571"/>
                  </a:lnTo>
                  <a:lnTo>
                    <a:pt x="54453" y="571"/>
                  </a:lnTo>
                  <a:lnTo>
                    <a:pt x="46405" y="0"/>
                  </a:lnTo>
                  <a:close/>
                </a:path>
                <a:path w="159385" h="179705">
                  <a:moveTo>
                    <a:pt x="2883" y="29603"/>
                  </a:moveTo>
                  <a:lnTo>
                    <a:pt x="2832" y="29946"/>
                  </a:lnTo>
                  <a:lnTo>
                    <a:pt x="2730" y="30645"/>
                  </a:lnTo>
                  <a:lnTo>
                    <a:pt x="3352" y="31445"/>
                  </a:lnTo>
                  <a:lnTo>
                    <a:pt x="5127" y="30082"/>
                  </a:lnTo>
                  <a:lnTo>
                    <a:pt x="2883" y="29603"/>
                  </a:lnTo>
                  <a:close/>
                </a:path>
                <a:path w="159385" h="179705">
                  <a:moveTo>
                    <a:pt x="63174" y="2608"/>
                  </a:moveTo>
                  <a:lnTo>
                    <a:pt x="53443" y="2608"/>
                  </a:lnTo>
                  <a:lnTo>
                    <a:pt x="62273" y="4468"/>
                  </a:lnTo>
                  <a:lnTo>
                    <a:pt x="73561" y="8569"/>
                  </a:lnTo>
                  <a:lnTo>
                    <a:pt x="113644" y="25847"/>
                  </a:lnTo>
                  <a:lnTo>
                    <a:pt x="138658" y="30645"/>
                  </a:lnTo>
                  <a:lnTo>
                    <a:pt x="138239" y="30238"/>
                  </a:lnTo>
                  <a:lnTo>
                    <a:pt x="138957" y="29603"/>
                  </a:lnTo>
                  <a:lnTo>
                    <a:pt x="140469" y="29603"/>
                  </a:lnTo>
                  <a:lnTo>
                    <a:pt x="139518" y="28536"/>
                  </a:lnTo>
                  <a:lnTo>
                    <a:pt x="138074" y="28536"/>
                  </a:lnTo>
                  <a:lnTo>
                    <a:pt x="130784" y="27911"/>
                  </a:lnTo>
                  <a:lnTo>
                    <a:pt x="91452" y="15405"/>
                  </a:lnTo>
                  <a:lnTo>
                    <a:pt x="89886" y="14719"/>
                  </a:lnTo>
                  <a:lnTo>
                    <a:pt x="87363" y="14719"/>
                  </a:lnTo>
                  <a:lnTo>
                    <a:pt x="87684" y="14020"/>
                  </a:lnTo>
                  <a:lnTo>
                    <a:pt x="87766" y="13843"/>
                  </a:lnTo>
                  <a:lnTo>
                    <a:pt x="87909" y="13843"/>
                  </a:lnTo>
                  <a:lnTo>
                    <a:pt x="74396" y="6686"/>
                  </a:lnTo>
                  <a:lnTo>
                    <a:pt x="63174" y="2608"/>
                  </a:lnTo>
                  <a:close/>
                </a:path>
                <a:path w="159385" h="179705">
                  <a:moveTo>
                    <a:pt x="140469" y="29603"/>
                  </a:moveTo>
                  <a:lnTo>
                    <a:pt x="139016" y="29603"/>
                  </a:lnTo>
                  <a:lnTo>
                    <a:pt x="139054" y="30645"/>
                  </a:lnTo>
                  <a:lnTo>
                    <a:pt x="141397" y="30645"/>
                  </a:lnTo>
                  <a:lnTo>
                    <a:pt x="140469" y="29603"/>
                  </a:lnTo>
                  <a:close/>
                </a:path>
                <a:path w="159385" h="179705">
                  <a:moveTo>
                    <a:pt x="5751" y="29603"/>
                  </a:moveTo>
                  <a:lnTo>
                    <a:pt x="2883" y="29603"/>
                  </a:lnTo>
                  <a:lnTo>
                    <a:pt x="5127" y="30082"/>
                  </a:lnTo>
                  <a:lnTo>
                    <a:pt x="5751" y="29603"/>
                  </a:lnTo>
                  <a:close/>
                </a:path>
                <a:path w="159385" h="179705">
                  <a:moveTo>
                    <a:pt x="87925" y="13843"/>
                  </a:moveTo>
                  <a:lnTo>
                    <a:pt x="87363" y="14719"/>
                  </a:lnTo>
                  <a:lnTo>
                    <a:pt x="89886" y="14719"/>
                  </a:lnTo>
                  <a:lnTo>
                    <a:pt x="88290" y="14020"/>
                  </a:lnTo>
                  <a:lnTo>
                    <a:pt x="87925" y="13843"/>
                  </a:lnTo>
                  <a:close/>
                </a:path>
                <a:path w="159385" h="179705">
                  <a:moveTo>
                    <a:pt x="87909" y="13843"/>
                  </a:moveTo>
                  <a:lnTo>
                    <a:pt x="87766" y="13843"/>
                  </a:lnTo>
                  <a:lnTo>
                    <a:pt x="87684" y="14020"/>
                  </a:lnTo>
                  <a:lnTo>
                    <a:pt x="87909" y="13843"/>
                  </a:lnTo>
                  <a:close/>
                </a:path>
                <a:path w="159385" h="179705">
                  <a:moveTo>
                    <a:pt x="40640" y="1498"/>
                  </a:moveTo>
                  <a:lnTo>
                    <a:pt x="40917" y="2608"/>
                  </a:lnTo>
                  <a:lnTo>
                    <a:pt x="41618" y="2070"/>
                  </a:lnTo>
                  <a:lnTo>
                    <a:pt x="41088" y="2070"/>
                  </a:lnTo>
                  <a:lnTo>
                    <a:pt x="40640" y="1498"/>
                  </a:lnTo>
                  <a:close/>
                </a:path>
                <a:path w="159385" h="179705">
                  <a:moveTo>
                    <a:pt x="43205" y="2070"/>
                  </a:moveTo>
                  <a:lnTo>
                    <a:pt x="41618" y="2070"/>
                  </a:lnTo>
                  <a:lnTo>
                    <a:pt x="40917" y="2608"/>
                  </a:lnTo>
                  <a:lnTo>
                    <a:pt x="40406" y="2608"/>
                  </a:lnTo>
                  <a:lnTo>
                    <a:pt x="43205" y="2070"/>
                  </a:lnTo>
                  <a:close/>
                </a:path>
                <a:path w="159385" h="179705">
                  <a:moveTo>
                    <a:pt x="58164" y="1498"/>
                  </a:moveTo>
                  <a:lnTo>
                    <a:pt x="40640" y="1498"/>
                  </a:lnTo>
                  <a:lnTo>
                    <a:pt x="41088" y="2070"/>
                  </a:lnTo>
                  <a:lnTo>
                    <a:pt x="46405" y="2070"/>
                  </a:lnTo>
                  <a:lnTo>
                    <a:pt x="54016" y="2608"/>
                  </a:lnTo>
                  <a:lnTo>
                    <a:pt x="63423" y="2608"/>
                  </a:lnTo>
                  <a:lnTo>
                    <a:pt x="58164" y="1498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8" name="object 98"/>
            <p:cNvSpPr/>
            <p:nvPr/>
          </p:nvSpPr>
          <p:spPr>
            <a:xfrm>
              <a:off x="3963958" y="917738"/>
              <a:ext cx="154940" cy="179705"/>
            </a:xfrm>
            <a:custGeom>
              <a:avLst/>
              <a:gdLst/>
              <a:ahLst/>
              <a:cxnLst/>
              <a:rect l="l" t="t" r="r" b="b"/>
              <a:pathLst>
                <a:path w="154939" h="179705">
                  <a:moveTo>
                    <a:pt x="105636" y="0"/>
                  </a:moveTo>
                  <a:lnTo>
                    <a:pt x="97128" y="619"/>
                  </a:lnTo>
                  <a:lnTo>
                    <a:pt x="86655" y="5360"/>
                  </a:lnTo>
                  <a:lnTo>
                    <a:pt x="69837" y="15460"/>
                  </a:lnTo>
                  <a:lnTo>
                    <a:pt x="50185" y="24350"/>
                  </a:lnTo>
                  <a:lnTo>
                    <a:pt x="38255" y="28859"/>
                  </a:lnTo>
                  <a:lnTo>
                    <a:pt x="29207" y="30377"/>
                  </a:lnTo>
                  <a:lnTo>
                    <a:pt x="18199" y="30294"/>
                  </a:lnTo>
                  <a:lnTo>
                    <a:pt x="0" y="52087"/>
                  </a:lnTo>
                  <a:lnTo>
                    <a:pt x="12" y="179252"/>
                  </a:lnTo>
                  <a:lnTo>
                    <a:pt x="133045" y="179252"/>
                  </a:lnTo>
                  <a:lnTo>
                    <a:pt x="114592" y="124396"/>
                  </a:lnTo>
                  <a:lnTo>
                    <a:pt x="107011" y="92830"/>
                  </a:lnTo>
                  <a:lnTo>
                    <a:pt x="109015" y="72601"/>
                  </a:lnTo>
                  <a:lnTo>
                    <a:pt x="119316" y="51757"/>
                  </a:lnTo>
                  <a:lnTo>
                    <a:pt x="122959" y="42474"/>
                  </a:lnTo>
                  <a:lnTo>
                    <a:pt x="127836" y="37261"/>
                  </a:lnTo>
                  <a:lnTo>
                    <a:pt x="137245" y="34214"/>
                  </a:lnTo>
                  <a:lnTo>
                    <a:pt x="154482" y="31424"/>
                  </a:lnTo>
                  <a:lnTo>
                    <a:pt x="116560" y="2265"/>
                  </a:lnTo>
                  <a:lnTo>
                    <a:pt x="105636" y="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9" name="object 99"/>
            <p:cNvSpPr/>
            <p:nvPr/>
          </p:nvSpPr>
          <p:spPr>
            <a:xfrm>
              <a:off x="3963718" y="918505"/>
              <a:ext cx="157480" cy="179705"/>
            </a:xfrm>
            <a:custGeom>
              <a:avLst/>
              <a:gdLst/>
              <a:ahLst/>
              <a:cxnLst/>
              <a:rect l="l" t="t" r="r" b="b"/>
              <a:pathLst>
                <a:path w="157479" h="179705">
                  <a:moveTo>
                    <a:pt x="69570" y="13830"/>
                  </a:moveTo>
                  <a:lnTo>
                    <a:pt x="69189" y="13982"/>
                  </a:lnTo>
                  <a:lnTo>
                    <a:pt x="68287" y="14414"/>
                  </a:lnTo>
                  <a:lnTo>
                    <a:pt x="56794" y="19443"/>
                  </a:lnTo>
                  <a:lnTo>
                    <a:pt x="19418" y="28740"/>
                  </a:lnTo>
                  <a:lnTo>
                    <a:pt x="17995" y="28740"/>
                  </a:lnTo>
                  <a:lnTo>
                    <a:pt x="0" y="50990"/>
                  </a:lnTo>
                  <a:lnTo>
                    <a:pt x="0" y="179527"/>
                  </a:lnTo>
                  <a:lnTo>
                    <a:pt x="990" y="179527"/>
                  </a:lnTo>
                  <a:lnTo>
                    <a:pt x="1015" y="177406"/>
                  </a:lnTo>
                  <a:lnTo>
                    <a:pt x="2070" y="177406"/>
                  </a:lnTo>
                  <a:lnTo>
                    <a:pt x="2070" y="51714"/>
                  </a:lnTo>
                  <a:lnTo>
                    <a:pt x="18973" y="30797"/>
                  </a:lnTo>
                  <a:lnTo>
                    <a:pt x="18453" y="30797"/>
                  </a:lnTo>
                  <a:lnTo>
                    <a:pt x="18478" y="29756"/>
                  </a:lnTo>
                  <a:lnTo>
                    <a:pt x="28892" y="29756"/>
                  </a:lnTo>
                  <a:lnTo>
                    <a:pt x="35353" y="28413"/>
                  </a:lnTo>
                  <a:lnTo>
                    <a:pt x="72361" y="14693"/>
                  </a:lnTo>
                  <a:lnTo>
                    <a:pt x="70116" y="14693"/>
                  </a:lnTo>
                  <a:lnTo>
                    <a:pt x="69666" y="13982"/>
                  </a:lnTo>
                  <a:lnTo>
                    <a:pt x="69570" y="13830"/>
                  </a:lnTo>
                  <a:close/>
                </a:path>
                <a:path w="157479" h="179705">
                  <a:moveTo>
                    <a:pt x="2070" y="177406"/>
                  </a:moveTo>
                  <a:lnTo>
                    <a:pt x="1015" y="177406"/>
                  </a:lnTo>
                  <a:lnTo>
                    <a:pt x="1028" y="179527"/>
                  </a:lnTo>
                  <a:lnTo>
                    <a:pt x="134746" y="179527"/>
                  </a:lnTo>
                  <a:lnTo>
                    <a:pt x="134507" y="178803"/>
                  </a:lnTo>
                  <a:lnTo>
                    <a:pt x="132346" y="178803"/>
                  </a:lnTo>
                  <a:lnTo>
                    <a:pt x="132242" y="178485"/>
                  </a:lnTo>
                  <a:lnTo>
                    <a:pt x="2070" y="178485"/>
                  </a:lnTo>
                  <a:lnTo>
                    <a:pt x="2070" y="177406"/>
                  </a:lnTo>
                  <a:close/>
                </a:path>
                <a:path w="157479" h="179705">
                  <a:moveTo>
                    <a:pt x="118682" y="50513"/>
                  </a:moveTo>
                  <a:lnTo>
                    <a:pt x="115954" y="56796"/>
                  </a:lnTo>
                  <a:lnTo>
                    <a:pt x="114122" y="64069"/>
                  </a:lnTo>
                  <a:lnTo>
                    <a:pt x="113099" y="72122"/>
                  </a:lnTo>
                  <a:lnTo>
                    <a:pt x="112776" y="80810"/>
                  </a:lnTo>
                  <a:lnTo>
                    <a:pt x="113616" y="96874"/>
                  </a:lnTo>
                  <a:lnTo>
                    <a:pt x="122567" y="145262"/>
                  </a:lnTo>
                  <a:lnTo>
                    <a:pt x="132346" y="178803"/>
                  </a:lnTo>
                  <a:lnTo>
                    <a:pt x="133263" y="178485"/>
                  </a:lnTo>
                  <a:lnTo>
                    <a:pt x="133337" y="177406"/>
                  </a:lnTo>
                  <a:lnTo>
                    <a:pt x="134022" y="177406"/>
                  </a:lnTo>
                  <a:lnTo>
                    <a:pt x="122721" y="137334"/>
                  </a:lnTo>
                  <a:lnTo>
                    <a:pt x="114795" y="80810"/>
                  </a:lnTo>
                  <a:lnTo>
                    <a:pt x="115114" y="72300"/>
                  </a:lnTo>
                  <a:lnTo>
                    <a:pt x="116119" y="64466"/>
                  </a:lnTo>
                  <a:lnTo>
                    <a:pt x="117881" y="57473"/>
                  </a:lnTo>
                  <a:lnTo>
                    <a:pt x="120677" y="50990"/>
                  </a:lnTo>
                  <a:lnTo>
                    <a:pt x="119630" y="50990"/>
                  </a:lnTo>
                  <a:lnTo>
                    <a:pt x="119132" y="50704"/>
                  </a:lnTo>
                  <a:lnTo>
                    <a:pt x="118682" y="50513"/>
                  </a:lnTo>
                  <a:close/>
                </a:path>
                <a:path w="157479" h="179705">
                  <a:moveTo>
                    <a:pt x="134022" y="177406"/>
                  </a:moveTo>
                  <a:lnTo>
                    <a:pt x="133337" y="177406"/>
                  </a:lnTo>
                  <a:lnTo>
                    <a:pt x="133263" y="178485"/>
                  </a:lnTo>
                  <a:lnTo>
                    <a:pt x="132346" y="178803"/>
                  </a:lnTo>
                  <a:lnTo>
                    <a:pt x="134507" y="178803"/>
                  </a:lnTo>
                  <a:lnTo>
                    <a:pt x="134022" y="177406"/>
                  </a:lnTo>
                  <a:close/>
                </a:path>
                <a:path w="157479" h="179705">
                  <a:moveTo>
                    <a:pt x="131887" y="177406"/>
                  </a:moveTo>
                  <a:lnTo>
                    <a:pt x="2070" y="177406"/>
                  </a:lnTo>
                  <a:lnTo>
                    <a:pt x="2070" y="178485"/>
                  </a:lnTo>
                  <a:lnTo>
                    <a:pt x="132242" y="178485"/>
                  </a:lnTo>
                  <a:lnTo>
                    <a:pt x="131887" y="177406"/>
                  </a:lnTo>
                  <a:close/>
                </a:path>
                <a:path w="157479" h="179705">
                  <a:moveTo>
                    <a:pt x="154635" y="29603"/>
                  </a:moveTo>
                  <a:lnTo>
                    <a:pt x="120141" y="46329"/>
                  </a:lnTo>
                  <a:lnTo>
                    <a:pt x="118666" y="50513"/>
                  </a:lnTo>
                  <a:lnTo>
                    <a:pt x="118798" y="50513"/>
                  </a:lnTo>
                  <a:lnTo>
                    <a:pt x="119063" y="50704"/>
                  </a:lnTo>
                  <a:lnTo>
                    <a:pt x="119633" y="50990"/>
                  </a:lnTo>
                  <a:lnTo>
                    <a:pt x="120678" y="50990"/>
                  </a:lnTo>
                  <a:lnTo>
                    <a:pt x="122199" y="47104"/>
                  </a:lnTo>
                  <a:lnTo>
                    <a:pt x="127190" y="42811"/>
                  </a:lnTo>
                  <a:lnTo>
                    <a:pt x="131632" y="39560"/>
                  </a:lnTo>
                  <a:lnTo>
                    <a:pt x="137591" y="36423"/>
                  </a:lnTo>
                  <a:lnTo>
                    <a:pt x="145274" y="33696"/>
                  </a:lnTo>
                  <a:lnTo>
                    <a:pt x="154452" y="31765"/>
                  </a:lnTo>
                  <a:lnTo>
                    <a:pt x="154265" y="31765"/>
                  </a:lnTo>
                  <a:lnTo>
                    <a:pt x="156526" y="31432"/>
                  </a:lnTo>
                  <a:lnTo>
                    <a:pt x="154152" y="31432"/>
                  </a:lnTo>
                  <a:lnTo>
                    <a:pt x="152470" y="30141"/>
                  </a:lnTo>
                  <a:lnTo>
                    <a:pt x="154707" y="30141"/>
                  </a:lnTo>
                  <a:lnTo>
                    <a:pt x="154635" y="29603"/>
                  </a:lnTo>
                  <a:close/>
                </a:path>
                <a:path w="157479" h="179705">
                  <a:moveTo>
                    <a:pt x="118490" y="1485"/>
                  </a:moveTo>
                  <a:lnTo>
                    <a:pt x="116865" y="1485"/>
                  </a:lnTo>
                  <a:lnTo>
                    <a:pt x="116533" y="2547"/>
                  </a:lnTo>
                  <a:lnTo>
                    <a:pt x="154152" y="31432"/>
                  </a:lnTo>
                  <a:lnTo>
                    <a:pt x="154654" y="30797"/>
                  </a:lnTo>
                  <a:lnTo>
                    <a:pt x="154707" y="30141"/>
                  </a:lnTo>
                  <a:lnTo>
                    <a:pt x="152106" y="30141"/>
                  </a:lnTo>
                  <a:lnTo>
                    <a:pt x="154635" y="29603"/>
                  </a:lnTo>
                  <a:lnTo>
                    <a:pt x="155071" y="29603"/>
                  </a:lnTo>
                  <a:lnTo>
                    <a:pt x="118490" y="1485"/>
                  </a:lnTo>
                  <a:close/>
                </a:path>
                <a:path w="157479" h="179705">
                  <a:moveTo>
                    <a:pt x="155071" y="29603"/>
                  </a:moveTo>
                  <a:lnTo>
                    <a:pt x="154635" y="29603"/>
                  </a:lnTo>
                  <a:lnTo>
                    <a:pt x="154654" y="30797"/>
                  </a:lnTo>
                  <a:lnTo>
                    <a:pt x="154152" y="31432"/>
                  </a:lnTo>
                  <a:lnTo>
                    <a:pt x="157450" y="31432"/>
                  </a:lnTo>
                  <a:lnTo>
                    <a:pt x="155071" y="29603"/>
                  </a:lnTo>
                  <a:close/>
                </a:path>
                <a:path w="157479" h="179705">
                  <a:moveTo>
                    <a:pt x="18478" y="29756"/>
                  </a:moveTo>
                  <a:lnTo>
                    <a:pt x="18453" y="30797"/>
                  </a:lnTo>
                  <a:lnTo>
                    <a:pt x="18973" y="30797"/>
                  </a:lnTo>
                  <a:lnTo>
                    <a:pt x="19291" y="30403"/>
                  </a:lnTo>
                  <a:lnTo>
                    <a:pt x="18478" y="29756"/>
                  </a:lnTo>
                  <a:close/>
                </a:path>
                <a:path w="157479" h="179705">
                  <a:moveTo>
                    <a:pt x="28892" y="29756"/>
                  </a:moveTo>
                  <a:lnTo>
                    <a:pt x="18478" y="29756"/>
                  </a:lnTo>
                  <a:lnTo>
                    <a:pt x="19291" y="30403"/>
                  </a:lnTo>
                  <a:lnTo>
                    <a:pt x="19096" y="30645"/>
                  </a:lnTo>
                  <a:lnTo>
                    <a:pt x="18973" y="30797"/>
                  </a:lnTo>
                  <a:lnTo>
                    <a:pt x="19430" y="30797"/>
                  </a:lnTo>
                  <a:lnTo>
                    <a:pt x="27041" y="30141"/>
                  </a:lnTo>
                  <a:lnTo>
                    <a:pt x="28892" y="29756"/>
                  </a:lnTo>
                  <a:close/>
                </a:path>
                <a:path w="157479" h="179705">
                  <a:moveTo>
                    <a:pt x="73994" y="13830"/>
                  </a:moveTo>
                  <a:lnTo>
                    <a:pt x="69726" y="13830"/>
                  </a:lnTo>
                  <a:lnTo>
                    <a:pt x="69990" y="14414"/>
                  </a:lnTo>
                  <a:lnTo>
                    <a:pt x="70116" y="14693"/>
                  </a:lnTo>
                  <a:lnTo>
                    <a:pt x="72361" y="14693"/>
                  </a:lnTo>
                  <a:lnTo>
                    <a:pt x="73994" y="13830"/>
                  </a:lnTo>
                  <a:close/>
                </a:path>
                <a:path w="157479" h="179705">
                  <a:moveTo>
                    <a:pt x="104311" y="2547"/>
                  </a:moveTo>
                  <a:lnTo>
                    <a:pt x="94463" y="2547"/>
                  </a:lnTo>
                  <a:lnTo>
                    <a:pt x="83077" y="6681"/>
                  </a:lnTo>
                  <a:lnTo>
                    <a:pt x="69570" y="13830"/>
                  </a:lnTo>
                  <a:lnTo>
                    <a:pt x="69940" y="14414"/>
                  </a:lnTo>
                  <a:lnTo>
                    <a:pt x="69795" y="13982"/>
                  </a:lnTo>
                  <a:lnTo>
                    <a:pt x="69726" y="13830"/>
                  </a:lnTo>
                  <a:lnTo>
                    <a:pt x="73994" y="13830"/>
                  </a:lnTo>
                  <a:lnTo>
                    <a:pt x="83942" y="8567"/>
                  </a:lnTo>
                  <a:lnTo>
                    <a:pt x="95240" y="4462"/>
                  </a:lnTo>
                  <a:lnTo>
                    <a:pt x="104311" y="2547"/>
                  </a:lnTo>
                  <a:close/>
                </a:path>
                <a:path w="157479" h="179705">
                  <a:moveTo>
                    <a:pt x="114909" y="0"/>
                  </a:moveTo>
                  <a:lnTo>
                    <a:pt x="111061" y="0"/>
                  </a:lnTo>
                  <a:lnTo>
                    <a:pt x="103196" y="558"/>
                  </a:lnTo>
                  <a:lnTo>
                    <a:pt x="103761" y="558"/>
                  </a:lnTo>
                  <a:lnTo>
                    <a:pt x="94332" y="2547"/>
                  </a:lnTo>
                  <a:lnTo>
                    <a:pt x="116077" y="2547"/>
                  </a:lnTo>
                  <a:lnTo>
                    <a:pt x="116865" y="1485"/>
                  </a:lnTo>
                  <a:lnTo>
                    <a:pt x="118490" y="1485"/>
                  </a:lnTo>
                  <a:lnTo>
                    <a:pt x="117284" y="558"/>
                  </a:lnTo>
                  <a:lnTo>
                    <a:pt x="114909" y="0"/>
                  </a:lnTo>
                  <a:close/>
                </a:path>
                <a:path w="157479" h="179705">
                  <a:moveTo>
                    <a:pt x="116865" y="1485"/>
                  </a:moveTo>
                  <a:lnTo>
                    <a:pt x="116077" y="2547"/>
                  </a:lnTo>
                  <a:lnTo>
                    <a:pt x="116533" y="2547"/>
                  </a:lnTo>
                  <a:lnTo>
                    <a:pt x="116865" y="1485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0" name="object 100"/>
            <p:cNvSpPr/>
            <p:nvPr/>
          </p:nvSpPr>
          <p:spPr>
            <a:xfrm>
              <a:off x="3972293" y="990180"/>
              <a:ext cx="118110" cy="106045"/>
            </a:xfrm>
            <a:custGeom>
              <a:avLst/>
              <a:gdLst/>
              <a:ahLst/>
              <a:cxnLst/>
              <a:rect l="l" t="t" r="r" b="b"/>
              <a:pathLst>
                <a:path w="118110" h="106044">
                  <a:moveTo>
                    <a:pt x="2641" y="36436"/>
                  </a:moveTo>
                  <a:lnTo>
                    <a:pt x="1676" y="36830"/>
                  </a:lnTo>
                  <a:lnTo>
                    <a:pt x="2641" y="36830"/>
                  </a:lnTo>
                  <a:lnTo>
                    <a:pt x="2641" y="36436"/>
                  </a:lnTo>
                  <a:close/>
                </a:path>
                <a:path w="118110" h="106044">
                  <a:moveTo>
                    <a:pt x="3035" y="43180"/>
                  </a:moveTo>
                  <a:lnTo>
                    <a:pt x="2997" y="42672"/>
                  </a:lnTo>
                  <a:lnTo>
                    <a:pt x="2768" y="43180"/>
                  </a:lnTo>
                  <a:lnTo>
                    <a:pt x="3035" y="43180"/>
                  </a:lnTo>
                  <a:close/>
                </a:path>
                <a:path w="118110" h="106044">
                  <a:moveTo>
                    <a:pt x="3733" y="50038"/>
                  </a:moveTo>
                  <a:lnTo>
                    <a:pt x="3352" y="50546"/>
                  </a:lnTo>
                  <a:lnTo>
                    <a:pt x="3670" y="50546"/>
                  </a:lnTo>
                  <a:lnTo>
                    <a:pt x="3733" y="50038"/>
                  </a:lnTo>
                  <a:close/>
                </a:path>
                <a:path w="118110" h="106044">
                  <a:moveTo>
                    <a:pt x="3771" y="50546"/>
                  </a:moveTo>
                  <a:lnTo>
                    <a:pt x="3238" y="51054"/>
                  </a:lnTo>
                  <a:lnTo>
                    <a:pt x="3644" y="51054"/>
                  </a:lnTo>
                  <a:lnTo>
                    <a:pt x="3771" y="50546"/>
                  </a:lnTo>
                  <a:close/>
                </a:path>
                <a:path w="118110" h="106044">
                  <a:moveTo>
                    <a:pt x="3810" y="37846"/>
                  </a:moveTo>
                  <a:lnTo>
                    <a:pt x="2946" y="37846"/>
                  </a:lnTo>
                  <a:lnTo>
                    <a:pt x="3530" y="38239"/>
                  </a:lnTo>
                  <a:lnTo>
                    <a:pt x="3810" y="37846"/>
                  </a:lnTo>
                  <a:close/>
                </a:path>
                <a:path w="118110" h="106044">
                  <a:moveTo>
                    <a:pt x="3924" y="42672"/>
                  </a:moveTo>
                  <a:lnTo>
                    <a:pt x="3810" y="42037"/>
                  </a:lnTo>
                  <a:lnTo>
                    <a:pt x="3721" y="41529"/>
                  </a:lnTo>
                  <a:lnTo>
                    <a:pt x="3784" y="41021"/>
                  </a:lnTo>
                  <a:lnTo>
                    <a:pt x="3263" y="41529"/>
                  </a:lnTo>
                  <a:lnTo>
                    <a:pt x="3136" y="41529"/>
                  </a:lnTo>
                  <a:lnTo>
                    <a:pt x="2565" y="42037"/>
                  </a:lnTo>
                  <a:lnTo>
                    <a:pt x="2921" y="42672"/>
                  </a:lnTo>
                  <a:lnTo>
                    <a:pt x="3314" y="42672"/>
                  </a:lnTo>
                  <a:lnTo>
                    <a:pt x="3454" y="42760"/>
                  </a:lnTo>
                  <a:lnTo>
                    <a:pt x="3924" y="42672"/>
                  </a:lnTo>
                  <a:close/>
                </a:path>
                <a:path w="118110" h="106044">
                  <a:moveTo>
                    <a:pt x="3962" y="35179"/>
                  </a:moveTo>
                  <a:lnTo>
                    <a:pt x="3733" y="35179"/>
                  </a:lnTo>
                  <a:lnTo>
                    <a:pt x="3771" y="34671"/>
                  </a:lnTo>
                  <a:lnTo>
                    <a:pt x="3530" y="34671"/>
                  </a:lnTo>
                  <a:lnTo>
                    <a:pt x="3441" y="34925"/>
                  </a:lnTo>
                  <a:lnTo>
                    <a:pt x="3378" y="34671"/>
                  </a:lnTo>
                  <a:lnTo>
                    <a:pt x="2819" y="35179"/>
                  </a:lnTo>
                  <a:lnTo>
                    <a:pt x="3048" y="35179"/>
                  </a:lnTo>
                  <a:lnTo>
                    <a:pt x="3467" y="35433"/>
                  </a:lnTo>
                  <a:lnTo>
                    <a:pt x="3632" y="35534"/>
                  </a:lnTo>
                  <a:lnTo>
                    <a:pt x="3962" y="35179"/>
                  </a:lnTo>
                  <a:close/>
                </a:path>
                <a:path w="118110" h="106044">
                  <a:moveTo>
                    <a:pt x="4051" y="43688"/>
                  </a:moveTo>
                  <a:lnTo>
                    <a:pt x="3644" y="43688"/>
                  </a:lnTo>
                  <a:lnTo>
                    <a:pt x="3568" y="43180"/>
                  </a:lnTo>
                  <a:lnTo>
                    <a:pt x="3429" y="43688"/>
                  </a:lnTo>
                  <a:lnTo>
                    <a:pt x="3340" y="44196"/>
                  </a:lnTo>
                  <a:lnTo>
                    <a:pt x="3746" y="44196"/>
                  </a:lnTo>
                  <a:lnTo>
                    <a:pt x="4051" y="43688"/>
                  </a:lnTo>
                  <a:close/>
                </a:path>
                <a:path w="118110" h="106044">
                  <a:moveTo>
                    <a:pt x="4089" y="32753"/>
                  </a:moveTo>
                  <a:lnTo>
                    <a:pt x="4038" y="32512"/>
                  </a:lnTo>
                  <a:lnTo>
                    <a:pt x="3467" y="32512"/>
                  </a:lnTo>
                  <a:lnTo>
                    <a:pt x="4089" y="32753"/>
                  </a:lnTo>
                  <a:close/>
                </a:path>
                <a:path w="118110" h="106044">
                  <a:moveTo>
                    <a:pt x="4940" y="52705"/>
                  </a:moveTo>
                  <a:lnTo>
                    <a:pt x="4800" y="52463"/>
                  </a:lnTo>
                  <a:lnTo>
                    <a:pt x="4711" y="52705"/>
                  </a:lnTo>
                  <a:lnTo>
                    <a:pt x="4940" y="52705"/>
                  </a:lnTo>
                  <a:close/>
                </a:path>
                <a:path w="118110" h="106044">
                  <a:moveTo>
                    <a:pt x="5130" y="32512"/>
                  </a:moveTo>
                  <a:lnTo>
                    <a:pt x="4724" y="32994"/>
                  </a:lnTo>
                  <a:lnTo>
                    <a:pt x="5105" y="33134"/>
                  </a:lnTo>
                  <a:lnTo>
                    <a:pt x="5130" y="32512"/>
                  </a:lnTo>
                  <a:close/>
                </a:path>
                <a:path w="118110" h="106044">
                  <a:moveTo>
                    <a:pt x="5511" y="45212"/>
                  </a:moveTo>
                  <a:lnTo>
                    <a:pt x="4546" y="45212"/>
                  </a:lnTo>
                  <a:lnTo>
                    <a:pt x="3136" y="45212"/>
                  </a:lnTo>
                  <a:lnTo>
                    <a:pt x="5397" y="45707"/>
                  </a:lnTo>
                  <a:lnTo>
                    <a:pt x="5511" y="45212"/>
                  </a:lnTo>
                  <a:close/>
                </a:path>
                <a:path w="118110" h="106044">
                  <a:moveTo>
                    <a:pt x="5994" y="57023"/>
                  </a:moveTo>
                  <a:lnTo>
                    <a:pt x="5943" y="56769"/>
                  </a:lnTo>
                  <a:lnTo>
                    <a:pt x="5791" y="56769"/>
                  </a:lnTo>
                  <a:lnTo>
                    <a:pt x="5803" y="57023"/>
                  </a:lnTo>
                  <a:lnTo>
                    <a:pt x="5994" y="57023"/>
                  </a:lnTo>
                  <a:close/>
                </a:path>
                <a:path w="118110" h="106044">
                  <a:moveTo>
                    <a:pt x="6121" y="57023"/>
                  </a:moveTo>
                  <a:lnTo>
                    <a:pt x="5994" y="57023"/>
                  </a:lnTo>
                  <a:lnTo>
                    <a:pt x="6045" y="57277"/>
                  </a:lnTo>
                  <a:lnTo>
                    <a:pt x="6121" y="57023"/>
                  </a:lnTo>
                  <a:close/>
                </a:path>
                <a:path w="118110" h="106044">
                  <a:moveTo>
                    <a:pt x="6451" y="52197"/>
                  </a:moveTo>
                  <a:lnTo>
                    <a:pt x="6045" y="52197"/>
                  </a:lnTo>
                  <a:lnTo>
                    <a:pt x="5664" y="52705"/>
                  </a:lnTo>
                  <a:lnTo>
                    <a:pt x="5410" y="53213"/>
                  </a:lnTo>
                  <a:lnTo>
                    <a:pt x="5880" y="52705"/>
                  </a:lnTo>
                  <a:lnTo>
                    <a:pt x="6451" y="52197"/>
                  </a:lnTo>
                  <a:close/>
                </a:path>
                <a:path w="118110" h="106044">
                  <a:moveTo>
                    <a:pt x="6718" y="56515"/>
                  </a:moveTo>
                  <a:lnTo>
                    <a:pt x="6286" y="56769"/>
                  </a:lnTo>
                  <a:lnTo>
                    <a:pt x="6502" y="56769"/>
                  </a:lnTo>
                  <a:lnTo>
                    <a:pt x="6718" y="56515"/>
                  </a:lnTo>
                  <a:close/>
                </a:path>
                <a:path w="118110" h="106044">
                  <a:moveTo>
                    <a:pt x="6731" y="56769"/>
                  </a:moveTo>
                  <a:lnTo>
                    <a:pt x="6502" y="56769"/>
                  </a:lnTo>
                  <a:lnTo>
                    <a:pt x="6324" y="56883"/>
                  </a:lnTo>
                  <a:lnTo>
                    <a:pt x="6324" y="57023"/>
                  </a:lnTo>
                  <a:lnTo>
                    <a:pt x="6731" y="56769"/>
                  </a:lnTo>
                  <a:close/>
                </a:path>
                <a:path w="118110" h="106044">
                  <a:moveTo>
                    <a:pt x="6756" y="33655"/>
                  </a:moveTo>
                  <a:lnTo>
                    <a:pt x="6718" y="33147"/>
                  </a:lnTo>
                  <a:lnTo>
                    <a:pt x="5435" y="33147"/>
                  </a:lnTo>
                  <a:lnTo>
                    <a:pt x="6756" y="33655"/>
                  </a:lnTo>
                  <a:close/>
                </a:path>
                <a:path w="118110" h="106044">
                  <a:moveTo>
                    <a:pt x="7213" y="42672"/>
                  </a:moveTo>
                  <a:lnTo>
                    <a:pt x="7099" y="42037"/>
                  </a:lnTo>
                  <a:lnTo>
                    <a:pt x="6769" y="42672"/>
                  </a:lnTo>
                  <a:lnTo>
                    <a:pt x="7213" y="42672"/>
                  </a:lnTo>
                  <a:close/>
                </a:path>
                <a:path w="118110" h="106044">
                  <a:moveTo>
                    <a:pt x="7645" y="40017"/>
                  </a:moveTo>
                  <a:lnTo>
                    <a:pt x="7480" y="40068"/>
                  </a:lnTo>
                  <a:lnTo>
                    <a:pt x="7645" y="40017"/>
                  </a:lnTo>
                  <a:close/>
                </a:path>
                <a:path w="118110" h="106044">
                  <a:moveTo>
                    <a:pt x="8928" y="59690"/>
                  </a:moveTo>
                  <a:lnTo>
                    <a:pt x="8699" y="59436"/>
                  </a:lnTo>
                  <a:lnTo>
                    <a:pt x="8420" y="59436"/>
                  </a:lnTo>
                  <a:lnTo>
                    <a:pt x="8407" y="59944"/>
                  </a:lnTo>
                  <a:lnTo>
                    <a:pt x="8928" y="59690"/>
                  </a:lnTo>
                  <a:close/>
                </a:path>
                <a:path w="118110" h="106044">
                  <a:moveTo>
                    <a:pt x="9067" y="28321"/>
                  </a:moveTo>
                  <a:lnTo>
                    <a:pt x="9017" y="28181"/>
                  </a:lnTo>
                  <a:lnTo>
                    <a:pt x="8547" y="27978"/>
                  </a:lnTo>
                  <a:lnTo>
                    <a:pt x="8712" y="28321"/>
                  </a:lnTo>
                  <a:lnTo>
                    <a:pt x="9067" y="28321"/>
                  </a:lnTo>
                  <a:close/>
                </a:path>
                <a:path w="118110" h="106044">
                  <a:moveTo>
                    <a:pt x="9372" y="58928"/>
                  </a:moveTo>
                  <a:lnTo>
                    <a:pt x="9017" y="58928"/>
                  </a:lnTo>
                  <a:lnTo>
                    <a:pt x="9271" y="59105"/>
                  </a:lnTo>
                  <a:lnTo>
                    <a:pt x="9372" y="58928"/>
                  </a:lnTo>
                  <a:close/>
                </a:path>
                <a:path w="118110" h="106044">
                  <a:moveTo>
                    <a:pt x="9880" y="29083"/>
                  </a:moveTo>
                  <a:close/>
                </a:path>
                <a:path w="118110" h="106044">
                  <a:moveTo>
                    <a:pt x="9982" y="29337"/>
                  </a:moveTo>
                  <a:lnTo>
                    <a:pt x="9804" y="29337"/>
                  </a:lnTo>
                  <a:lnTo>
                    <a:pt x="9944" y="29337"/>
                  </a:lnTo>
                  <a:close/>
                </a:path>
                <a:path w="118110" h="106044">
                  <a:moveTo>
                    <a:pt x="11176" y="59690"/>
                  </a:moveTo>
                  <a:lnTo>
                    <a:pt x="10337" y="59944"/>
                  </a:lnTo>
                  <a:lnTo>
                    <a:pt x="10782" y="59944"/>
                  </a:lnTo>
                  <a:lnTo>
                    <a:pt x="10858" y="60083"/>
                  </a:lnTo>
                  <a:lnTo>
                    <a:pt x="11176" y="59690"/>
                  </a:lnTo>
                  <a:close/>
                </a:path>
                <a:path w="118110" h="106044">
                  <a:moveTo>
                    <a:pt x="11290" y="61214"/>
                  </a:moveTo>
                  <a:lnTo>
                    <a:pt x="11125" y="61214"/>
                  </a:lnTo>
                  <a:lnTo>
                    <a:pt x="11290" y="61214"/>
                  </a:lnTo>
                  <a:close/>
                </a:path>
                <a:path w="118110" h="106044">
                  <a:moveTo>
                    <a:pt x="11544" y="24130"/>
                  </a:moveTo>
                  <a:lnTo>
                    <a:pt x="10795" y="23876"/>
                  </a:lnTo>
                  <a:lnTo>
                    <a:pt x="10795" y="24130"/>
                  </a:lnTo>
                  <a:lnTo>
                    <a:pt x="11366" y="24130"/>
                  </a:lnTo>
                  <a:lnTo>
                    <a:pt x="11493" y="24130"/>
                  </a:lnTo>
                  <a:close/>
                </a:path>
                <a:path w="118110" h="106044">
                  <a:moveTo>
                    <a:pt x="13423" y="24130"/>
                  </a:moveTo>
                  <a:lnTo>
                    <a:pt x="12496" y="23876"/>
                  </a:lnTo>
                  <a:lnTo>
                    <a:pt x="12674" y="24130"/>
                  </a:lnTo>
                  <a:lnTo>
                    <a:pt x="13030" y="24638"/>
                  </a:lnTo>
                  <a:lnTo>
                    <a:pt x="12941" y="24130"/>
                  </a:lnTo>
                  <a:lnTo>
                    <a:pt x="13423" y="24130"/>
                  </a:lnTo>
                  <a:close/>
                </a:path>
                <a:path w="118110" h="106044">
                  <a:moveTo>
                    <a:pt x="16154" y="95377"/>
                  </a:moveTo>
                  <a:lnTo>
                    <a:pt x="15913" y="95377"/>
                  </a:lnTo>
                  <a:lnTo>
                    <a:pt x="16154" y="95440"/>
                  </a:lnTo>
                  <a:close/>
                </a:path>
                <a:path w="118110" h="106044">
                  <a:moveTo>
                    <a:pt x="17729" y="97282"/>
                  </a:moveTo>
                  <a:lnTo>
                    <a:pt x="17208" y="97282"/>
                  </a:lnTo>
                  <a:lnTo>
                    <a:pt x="17106" y="97409"/>
                  </a:lnTo>
                  <a:lnTo>
                    <a:pt x="17272" y="97409"/>
                  </a:lnTo>
                  <a:lnTo>
                    <a:pt x="17729" y="97282"/>
                  </a:lnTo>
                  <a:close/>
                </a:path>
                <a:path w="118110" h="106044">
                  <a:moveTo>
                    <a:pt x="17754" y="96774"/>
                  </a:moveTo>
                  <a:lnTo>
                    <a:pt x="17437" y="96901"/>
                  </a:lnTo>
                  <a:lnTo>
                    <a:pt x="17716" y="97028"/>
                  </a:lnTo>
                  <a:lnTo>
                    <a:pt x="17754" y="96774"/>
                  </a:lnTo>
                  <a:close/>
                </a:path>
                <a:path w="118110" h="106044">
                  <a:moveTo>
                    <a:pt x="18338" y="94107"/>
                  </a:moveTo>
                  <a:lnTo>
                    <a:pt x="17792" y="94488"/>
                  </a:lnTo>
                  <a:lnTo>
                    <a:pt x="18122" y="94361"/>
                  </a:lnTo>
                  <a:lnTo>
                    <a:pt x="18249" y="94361"/>
                  </a:lnTo>
                  <a:lnTo>
                    <a:pt x="18338" y="94107"/>
                  </a:lnTo>
                  <a:close/>
                </a:path>
                <a:path w="118110" h="106044">
                  <a:moveTo>
                    <a:pt x="18338" y="66802"/>
                  </a:moveTo>
                  <a:lnTo>
                    <a:pt x="18122" y="66802"/>
                  </a:lnTo>
                  <a:lnTo>
                    <a:pt x="18173" y="66548"/>
                  </a:lnTo>
                  <a:lnTo>
                    <a:pt x="17957" y="66662"/>
                  </a:lnTo>
                  <a:lnTo>
                    <a:pt x="17665" y="66802"/>
                  </a:lnTo>
                  <a:lnTo>
                    <a:pt x="17843" y="66929"/>
                  </a:lnTo>
                  <a:lnTo>
                    <a:pt x="18034" y="67056"/>
                  </a:lnTo>
                  <a:lnTo>
                    <a:pt x="18262" y="67056"/>
                  </a:lnTo>
                  <a:lnTo>
                    <a:pt x="18338" y="66802"/>
                  </a:lnTo>
                  <a:close/>
                </a:path>
                <a:path w="118110" h="106044">
                  <a:moveTo>
                    <a:pt x="18757" y="94107"/>
                  </a:moveTo>
                  <a:lnTo>
                    <a:pt x="18580" y="94107"/>
                  </a:lnTo>
                  <a:lnTo>
                    <a:pt x="18516" y="94234"/>
                  </a:lnTo>
                  <a:lnTo>
                    <a:pt x="18757" y="94107"/>
                  </a:lnTo>
                  <a:close/>
                </a:path>
                <a:path w="118110" h="106044">
                  <a:moveTo>
                    <a:pt x="18846" y="20955"/>
                  </a:moveTo>
                  <a:lnTo>
                    <a:pt x="18351" y="20955"/>
                  </a:lnTo>
                  <a:lnTo>
                    <a:pt x="18275" y="21463"/>
                  </a:lnTo>
                  <a:lnTo>
                    <a:pt x="18846" y="20955"/>
                  </a:lnTo>
                  <a:close/>
                </a:path>
                <a:path w="118110" h="106044">
                  <a:moveTo>
                    <a:pt x="19685" y="18288"/>
                  </a:moveTo>
                  <a:lnTo>
                    <a:pt x="19367" y="18288"/>
                  </a:lnTo>
                  <a:lnTo>
                    <a:pt x="18961" y="18681"/>
                  </a:lnTo>
                  <a:lnTo>
                    <a:pt x="18834" y="18796"/>
                  </a:lnTo>
                  <a:lnTo>
                    <a:pt x="19265" y="18796"/>
                  </a:lnTo>
                  <a:lnTo>
                    <a:pt x="18846" y="19304"/>
                  </a:lnTo>
                  <a:lnTo>
                    <a:pt x="19405" y="19812"/>
                  </a:lnTo>
                  <a:lnTo>
                    <a:pt x="19532" y="19304"/>
                  </a:lnTo>
                  <a:lnTo>
                    <a:pt x="19558" y="18796"/>
                  </a:lnTo>
                  <a:lnTo>
                    <a:pt x="19570" y="18529"/>
                  </a:lnTo>
                  <a:lnTo>
                    <a:pt x="19685" y="18288"/>
                  </a:lnTo>
                  <a:close/>
                </a:path>
                <a:path w="118110" h="106044">
                  <a:moveTo>
                    <a:pt x="19697" y="67056"/>
                  </a:moveTo>
                  <a:lnTo>
                    <a:pt x="19596" y="67221"/>
                  </a:lnTo>
                  <a:lnTo>
                    <a:pt x="19697" y="67056"/>
                  </a:lnTo>
                  <a:close/>
                </a:path>
                <a:path w="118110" h="106044">
                  <a:moveTo>
                    <a:pt x="20662" y="95885"/>
                  </a:moveTo>
                  <a:lnTo>
                    <a:pt x="20256" y="95758"/>
                  </a:lnTo>
                  <a:lnTo>
                    <a:pt x="20205" y="96012"/>
                  </a:lnTo>
                  <a:lnTo>
                    <a:pt x="20662" y="95885"/>
                  </a:lnTo>
                  <a:close/>
                </a:path>
                <a:path w="118110" h="106044">
                  <a:moveTo>
                    <a:pt x="21869" y="94234"/>
                  </a:moveTo>
                  <a:lnTo>
                    <a:pt x="21818" y="94107"/>
                  </a:lnTo>
                  <a:lnTo>
                    <a:pt x="21310" y="94234"/>
                  </a:lnTo>
                  <a:lnTo>
                    <a:pt x="21450" y="94361"/>
                  </a:lnTo>
                  <a:lnTo>
                    <a:pt x="21450" y="94488"/>
                  </a:lnTo>
                  <a:lnTo>
                    <a:pt x="21869" y="94234"/>
                  </a:lnTo>
                  <a:close/>
                </a:path>
                <a:path w="118110" h="106044">
                  <a:moveTo>
                    <a:pt x="22694" y="95377"/>
                  </a:moveTo>
                  <a:lnTo>
                    <a:pt x="22275" y="95377"/>
                  </a:lnTo>
                  <a:lnTo>
                    <a:pt x="22275" y="95631"/>
                  </a:lnTo>
                  <a:lnTo>
                    <a:pt x="22694" y="95377"/>
                  </a:lnTo>
                  <a:close/>
                </a:path>
                <a:path w="118110" h="106044">
                  <a:moveTo>
                    <a:pt x="22771" y="16129"/>
                  </a:moveTo>
                  <a:lnTo>
                    <a:pt x="22186" y="16129"/>
                  </a:lnTo>
                  <a:lnTo>
                    <a:pt x="22542" y="16471"/>
                  </a:lnTo>
                  <a:lnTo>
                    <a:pt x="22771" y="16129"/>
                  </a:lnTo>
                  <a:close/>
                </a:path>
                <a:path w="118110" h="106044">
                  <a:moveTo>
                    <a:pt x="23114" y="95123"/>
                  </a:moveTo>
                  <a:lnTo>
                    <a:pt x="22694" y="95377"/>
                  </a:lnTo>
                  <a:lnTo>
                    <a:pt x="22987" y="95377"/>
                  </a:lnTo>
                  <a:lnTo>
                    <a:pt x="23114" y="95123"/>
                  </a:lnTo>
                  <a:close/>
                </a:path>
                <a:path w="118110" h="106044">
                  <a:moveTo>
                    <a:pt x="23710" y="95377"/>
                  </a:moveTo>
                  <a:lnTo>
                    <a:pt x="23317" y="95377"/>
                  </a:lnTo>
                  <a:lnTo>
                    <a:pt x="23482" y="95631"/>
                  </a:lnTo>
                  <a:lnTo>
                    <a:pt x="23609" y="95631"/>
                  </a:lnTo>
                  <a:lnTo>
                    <a:pt x="23710" y="95377"/>
                  </a:lnTo>
                  <a:close/>
                </a:path>
                <a:path w="118110" h="106044">
                  <a:moveTo>
                    <a:pt x="23863" y="94361"/>
                  </a:moveTo>
                  <a:lnTo>
                    <a:pt x="23749" y="93853"/>
                  </a:lnTo>
                  <a:lnTo>
                    <a:pt x="23355" y="94107"/>
                  </a:lnTo>
                  <a:lnTo>
                    <a:pt x="23647" y="94107"/>
                  </a:lnTo>
                  <a:lnTo>
                    <a:pt x="23685" y="94234"/>
                  </a:lnTo>
                  <a:lnTo>
                    <a:pt x="23863" y="94361"/>
                  </a:lnTo>
                  <a:close/>
                </a:path>
                <a:path w="118110" h="106044">
                  <a:moveTo>
                    <a:pt x="24587" y="94107"/>
                  </a:moveTo>
                  <a:lnTo>
                    <a:pt x="24180" y="94107"/>
                  </a:lnTo>
                  <a:lnTo>
                    <a:pt x="24345" y="94234"/>
                  </a:lnTo>
                  <a:lnTo>
                    <a:pt x="24384" y="94488"/>
                  </a:lnTo>
                  <a:lnTo>
                    <a:pt x="24511" y="94361"/>
                  </a:lnTo>
                  <a:lnTo>
                    <a:pt x="24587" y="94107"/>
                  </a:lnTo>
                  <a:close/>
                </a:path>
                <a:path w="118110" h="106044">
                  <a:moveTo>
                    <a:pt x="24701" y="93218"/>
                  </a:moveTo>
                  <a:lnTo>
                    <a:pt x="24688" y="92964"/>
                  </a:lnTo>
                  <a:lnTo>
                    <a:pt x="24130" y="92837"/>
                  </a:lnTo>
                  <a:lnTo>
                    <a:pt x="24041" y="92964"/>
                  </a:lnTo>
                  <a:lnTo>
                    <a:pt x="23952" y="93091"/>
                  </a:lnTo>
                  <a:lnTo>
                    <a:pt x="23863" y="93218"/>
                  </a:lnTo>
                  <a:lnTo>
                    <a:pt x="23774" y="93345"/>
                  </a:lnTo>
                  <a:lnTo>
                    <a:pt x="23253" y="93599"/>
                  </a:lnTo>
                  <a:lnTo>
                    <a:pt x="24206" y="93599"/>
                  </a:lnTo>
                  <a:lnTo>
                    <a:pt x="24269" y="93345"/>
                  </a:lnTo>
                  <a:lnTo>
                    <a:pt x="24447" y="93218"/>
                  </a:lnTo>
                  <a:lnTo>
                    <a:pt x="24409" y="93345"/>
                  </a:lnTo>
                  <a:lnTo>
                    <a:pt x="24701" y="93218"/>
                  </a:lnTo>
                  <a:close/>
                </a:path>
                <a:path w="118110" h="106044">
                  <a:moveTo>
                    <a:pt x="25260" y="94234"/>
                  </a:moveTo>
                  <a:lnTo>
                    <a:pt x="24409" y="94615"/>
                  </a:lnTo>
                  <a:lnTo>
                    <a:pt x="24422" y="94742"/>
                  </a:lnTo>
                  <a:lnTo>
                    <a:pt x="24638" y="94742"/>
                  </a:lnTo>
                  <a:lnTo>
                    <a:pt x="24625" y="94615"/>
                  </a:lnTo>
                  <a:lnTo>
                    <a:pt x="24942" y="94488"/>
                  </a:lnTo>
                  <a:lnTo>
                    <a:pt x="24853" y="94869"/>
                  </a:lnTo>
                  <a:lnTo>
                    <a:pt x="25082" y="94869"/>
                  </a:lnTo>
                  <a:lnTo>
                    <a:pt x="25196" y="94488"/>
                  </a:lnTo>
                  <a:lnTo>
                    <a:pt x="25260" y="94234"/>
                  </a:lnTo>
                  <a:close/>
                </a:path>
                <a:path w="118110" h="106044">
                  <a:moveTo>
                    <a:pt x="25857" y="94742"/>
                  </a:moveTo>
                  <a:lnTo>
                    <a:pt x="25514" y="94869"/>
                  </a:lnTo>
                  <a:lnTo>
                    <a:pt x="25768" y="94869"/>
                  </a:lnTo>
                  <a:lnTo>
                    <a:pt x="25857" y="94742"/>
                  </a:lnTo>
                  <a:close/>
                </a:path>
                <a:path w="118110" h="106044">
                  <a:moveTo>
                    <a:pt x="26403" y="21742"/>
                  </a:moveTo>
                  <a:lnTo>
                    <a:pt x="26365" y="21463"/>
                  </a:lnTo>
                  <a:lnTo>
                    <a:pt x="26187" y="21463"/>
                  </a:lnTo>
                  <a:lnTo>
                    <a:pt x="26403" y="21742"/>
                  </a:lnTo>
                  <a:close/>
                </a:path>
                <a:path w="118110" h="106044">
                  <a:moveTo>
                    <a:pt x="27203" y="94107"/>
                  </a:moveTo>
                  <a:lnTo>
                    <a:pt x="27012" y="93853"/>
                  </a:lnTo>
                  <a:lnTo>
                    <a:pt x="26924" y="93726"/>
                  </a:lnTo>
                  <a:lnTo>
                    <a:pt x="26835" y="93599"/>
                  </a:lnTo>
                  <a:lnTo>
                    <a:pt x="26644" y="93726"/>
                  </a:lnTo>
                  <a:lnTo>
                    <a:pt x="26543" y="93853"/>
                  </a:lnTo>
                  <a:lnTo>
                    <a:pt x="27203" y="94107"/>
                  </a:lnTo>
                  <a:close/>
                </a:path>
                <a:path w="118110" h="106044">
                  <a:moveTo>
                    <a:pt x="27228" y="93726"/>
                  </a:moveTo>
                  <a:lnTo>
                    <a:pt x="27165" y="93218"/>
                  </a:lnTo>
                  <a:lnTo>
                    <a:pt x="26987" y="93091"/>
                  </a:lnTo>
                  <a:lnTo>
                    <a:pt x="26860" y="93472"/>
                  </a:lnTo>
                  <a:lnTo>
                    <a:pt x="26530" y="93522"/>
                  </a:lnTo>
                  <a:lnTo>
                    <a:pt x="26403" y="93472"/>
                  </a:lnTo>
                  <a:lnTo>
                    <a:pt x="25958" y="93599"/>
                  </a:lnTo>
                  <a:lnTo>
                    <a:pt x="25908" y="93472"/>
                  </a:lnTo>
                  <a:lnTo>
                    <a:pt x="25869" y="93345"/>
                  </a:lnTo>
                  <a:lnTo>
                    <a:pt x="25285" y="93345"/>
                  </a:lnTo>
                  <a:lnTo>
                    <a:pt x="25209" y="92964"/>
                  </a:lnTo>
                  <a:lnTo>
                    <a:pt x="25082" y="92837"/>
                  </a:lnTo>
                  <a:lnTo>
                    <a:pt x="25031" y="92710"/>
                  </a:lnTo>
                  <a:lnTo>
                    <a:pt x="24917" y="92837"/>
                  </a:lnTo>
                  <a:lnTo>
                    <a:pt x="24815" y="92964"/>
                  </a:lnTo>
                  <a:lnTo>
                    <a:pt x="24701" y="93599"/>
                  </a:lnTo>
                  <a:lnTo>
                    <a:pt x="24942" y="93726"/>
                  </a:lnTo>
                  <a:lnTo>
                    <a:pt x="24587" y="93726"/>
                  </a:lnTo>
                  <a:lnTo>
                    <a:pt x="24485" y="93345"/>
                  </a:lnTo>
                  <a:lnTo>
                    <a:pt x="24371" y="93472"/>
                  </a:lnTo>
                  <a:lnTo>
                    <a:pt x="24295" y="93726"/>
                  </a:lnTo>
                  <a:lnTo>
                    <a:pt x="24180" y="94107"/>
                  </a:lnTo>
                  <a:lnTo>
                    <a:pt x="25006" y="93853"/>
                  </a:lnTo>
                  <a:lnTo>
                    <a:pt x="25107" y="93726"/>
                  </a:lnTo>
                  <a:lnTo>
                    <a:pt x="25095" y="93472"/>
                  </a:lnTo>
                  <a:lnTo>
                    <a:pt x="25374" y="93472"/>
                  </a:lnTo>
                  <a:lnTo>
                    <a:pt x="25273" y="93726"/>
                  </a:lnTo>
                  <a:lnTo>
                    <a:pt x="25222" y="93853"/>
                  </a:lnTo>
                  <a:lnTo>
                    <a:pt x="25006" y="93853"/>
                  </a:lnTo>
                  <a:lnTo>
                    <a:pt x="24968" y="94107"/>
                  </a:lnTo>
                  <a:lnTo>
                    <a:pt x="25146" y="94107"/>
                  </a:lnTo>
                  <a:lnTo>
                    <a:pt x="25120" y="93954"/>
                  </a:lnTo>
                  <a:lnTo>
                    <a:pt x="25146" y="94107"/>
                  </a:lnTo>
                  <a:lnTo>
                    <a:pt x="25450" y="94107"/>
                  </a:lnTo>
                  <a:lnTo>
                    <a:pt x="25323" y="94361"/>
                  </a:lnTo>
                  <a:lnTo>
                    <a:pt x="25209" y="94615"/>
                  </a:lnTo>
                  <a:lnTo>
                    <a:pt x="25692" y="94488"/>
                  </a:lnTo>
                  <a:lnTo>
                    <a:pt x="25755" y="94107"/>
                  </a:lnTo>
                  <a:lnTo>
                    <a:pt x="25920" y="94107"/>
                  </a:lnTo>
                  <a:lnTo>
                    <a:pt x="25920" y="94234"/>
                  </a:lnTo>
                  <a:lnTo>
                    <a:pt x="26276" y="94234"/>
                  </a:lnTo>
                  <a:lnTo>
                    <a:pt x="26289" y="94107"/>
                  </a:lnTo>
                  <a:lnTo>
                    <a:pt x="26581" y="94107"/>
                  </a:lnTo>
                  <a:lnTo>
                    <a:pt x="26543" y="93853"/>
                  </a:lnTo>
                  <a:lnTo>
                    <a:pt x="26289" y="94094"/>
                  </a:lnTo>
                  <a:lnTo>
                    <a:pt x="26377" y="93599"/>
                  </a:lnTo>
                  <a:lnTo>
                    <a:pt x="26771" y="93599"/>
                  </a:lnTo>
                  <a:lnTo>
                    <a:pt x="27228" y="93726"/>
                  </a:lnTo>
                  <a:close/>
                </a:path>
                <a:path w="118110" h="106044">
                  <a:moveTo>
                    <a:pt x="27571" y="92964"/>
                  </a:moveTo>
                  <a:lnTo>
                    <a:pt x="27343" y="93091"/>
                  </a:lnTo>
                  <a:lnTo>
                    <a:pt x="27546" y="93218"/>
                  </a:lnTo>
                  <a:lnTo>
                    <a:pt x="27571" y="92964"/>
                  </a:lnTo>
                  <a:close/>
                </a:path>
                <a:path w="118110" h="106044">
                  <a:moveTo>
                    <a:pt x="28638" y="93599"/>
                  </a:moveTo>
                  <a:lnTo>
                    <a:pt x="28295" y="93472"/>
                  </a:lnTo>
                  <a:lnTo>
                    <a:pt x="28067" y="93472"/>
                  </a:lnTo>
                  <a:lnTo>
                    <a:pt x="28130" y="93218"/>
                  </a:lnTo>
                  <a:lnTo>
                    <a:pt x="27965" y="93332"/>
                  </a:lnTo>
                  <a:lnTo>
                    <a:pt x="27660" y="93472"/>
                  </a:lnTo>
                  <a:lnTo>
                    <a:pt x="27635" y="93345"/>
                  </a:lnTo>
                  <a:lnTo>
                    <a:pt x="27241" y="93345"/>
                  </a:lnTo>
                  <a:lnTo>
                    <a:pt x="27343" y="93853"/>
                  </a:lnTo>
                  <a:lnTo>
                    <a:pt x="27711" y="93853"/>
                  </a:lnTo>
                  <a:lnTo>
                    <a:pt x="27800" y="93599"/>
                  </a:lnTo>
                  <a:lnTo>
                    <a:pt x="28003" y="93510"/>
                  </a:lnTo>
                  <a:lnTo>
                    <a:pt x="28079" y="93726"/>
                  </a:lnTo>
                  <a:lnTo>
                    <a:pt x="28638" y="93599"/>
                  </a:lnTo>
                  <a:close/>
                </a:path>
                <a:path w="118110" h="106044">
                  <a:moveTo>
                    <a:pt x="29603" y="15621"/>
                  </a:moveTo>
                  <a:lnTo>
                    <a:pt x="29451" y="15519"/>
                  </a:lnTo>
                  <a:lnTo>
                    <a:pt x="29603" y="15621"/>
                  </a:lnTo>
                  <a:close/>
                </a:path>
                <a:path w="118110" h="106044">
                  <a:moveTo>
                    <a:pt x="30086" y="11722"/>
                  </a:moveTo>
                  <a:lnTo>
                    <a:pt x="29527" y="11430"/>
                  </a:lnTo>
                  <a:lnTo>
                    <a:pt x="30086" y="11722"/>
                  </a:lnTo>
                  <a:close/>
                </a:path>
                <a:path w="118110" h="106044">
                  <a:moveTo>
                    <a:pt x="30391" y="93218"/>
                  </a:moveTo>
                  <a:lnTo>
                    <a:pt x="30213" y="93091"/>
                  </a:lnTo>
                  <a:lnTo>
                    <a:pt x="30276" y="93345"/>
                  </a:lnTo>
                  <a:lnTo>
                    <a:pt x="30391" y="93218"/>
                  </a:lnTo>
                  <a:close/>
                </a:path>
                <a:path w="118110" h="106044">
                  <a:moveTo>
                    <a:pt x="31419" y="11557"/>
                  </a:moveTo>
                  <a:lnTo>
                    <a:pt x="31394" y="11430"/>
                  </a:lnTo>
                  <a:lnTo>
                    <a:pt x="31305" y="10922"/>
                  </a:lnTo>
                  <a:lnTo>
                    <a:pt x="30607" y="11430"/>
                  </a:lnTo>
                  <a:lnTo>
                    <a:pt x="30403" y="11430"/>
                  </a:lnTo>
                  <a:lnTo>
                    <a:pt x="31229" y="11684"/>
                  </a:lnTo>
                  <a:lnTo>
                    <a:pt x="31419" y="11557"/>
                  </a:lnTo>
                  <a:close/>
                </a:path>
                <a:path w="118110" h="106044">
                  <a:moveTo>
                    <a:pt x="31457" y="11722"/>
                  </a:moveTo>
                  <a:lnTo>
                    <a:pt x="31267" y="11684"/>
                  </a:lnTo>
                  <a:lnTo>
                    <a:pt x="31457" y="11722"/>
                  </a:lnTo>
                  <a:close/>
                </a:path>
                <a:path w="118110" h="106044">
                  <a:moveTo>
                    <a:pt x="31584" y="14681"/>
                  </a:moveTo>
                  <a:close/>
                </a:path>
                <a:path w="118110" h="106044">
                  <a:moveTo>
                    <a:pt x="31915" y="71374"/>
                  </a:moveTo>
                  <a:lnTo>
                    <a:pt x="31826" y="71247"/>
                  </a:lnTo>
                  <a:lnTo>
                    <a:pt x="31673" y="71374"/>
                  </a:lnTo>
                  <a:lnTo>
                    <a:pt x="31915" y="71374"/>
                  </a:lnTo>
                  <a:close/>
                </a:path>
                <a:path w="118110" h="106044">
                  <a:moveTo>
                    <a:pt x="32194" y="72034"/>
                  </a:moveTo>
                  <a:lnTo>
                    <a:pt x="32169" y="71882"/>
                  </a:lnTo>
                  <a:lnTo>
                    <a:pt x="31991" y="71628"/>
                  </a:lnTo>
                  <a:lnTo>
                    <a:pt x="31965" y="71882"/>
                  </a:lnTo>
                  <a:lnTo>
                    <a:pt x="32194" y="72034"/>
                  </a:lnTo>
                  <a:close/>
                </a:path>
                <a:path w="118110" h="106044">
                  <a:moveTo>
                    <a:pt x="32232" y="72136"/>
                  </a:moveTo>
                  <a:lnTo>
                    <a:pt x="32042" y="72136"/>
                  </a:lnTo>
                  <a:lnTo>
                    <a:pt x="31915" y="72275"/>
                  </a:lnTo>
                  <a:lnTo>
                    <a:pt x="32232" y="72136"/>
                  </a:lnTo>
                  <a:close/>
                </a:path>
                <a:path w="118110" h="106044">
                  <a:moveTo>
                    <a:pt x="33134" y="71628"/>
                  </a:moveTo>
                  <a:lnTo>
                    <a:pt x="32639" y="71501"/>
                  </a:lnTo>
                  <a:lnTo>
                    <a:pt x="32334" y="71424"/>
                  </a:lnTo>
                  <a:lnTo>
                    <a:pt x="32169" y="71374"/>
                  </a:lnTo>
                  <a:lnTo>
                    <a:pt x="32194" y="71628"/>
                  </a:lnTo>
                  <a:lnTo>
                    <a:pt x="32664" y="71628"/>
                  </a:lnTo>
                  <a:lnTo>
                    <a:pt x="33134" y="71628"/>
                  </a:lnTo>
                  <a:close/>
                </a:path>
                <a:path w="118110" h="106044">
                  <a:moveTo>
                    <a:pt x="34302" y="70231"/>
                  </a:moveTo>
                  <a:lnTo>
                    <a:pt x="34264" y="69977"/>
                  </a:lnTo>
                  <a:lnTo>
                    <a:pt x="33934" y="69977"/>
                  </a:lnTo>
                  <a:lnTo>
                    <a:pt x="33997" y="70167"/>
                  </a:lnTo>
                  <a:lnTo>
                    <a:pt x="33858" y="70104"/>
                  </a:lnTo>
                  <a:lnTo>
                    <a:pt x="33934" y="70231"/>
                  </a:lnTo>
                  <a:lnTo>
                    <a:pt x="33858" y="70358"/>
                  </a:lnTo>
                  <a:lnTo>
                    <a:pt x="34302" y="70231"/>
                  </a:lnTo>
                  <a:close/>
                </a:path>
                <a:path w="118110" h="106044">
                  <a:moveTo>
                    <a:pt x="34480" y="71120"/>
                  </a:moveTo>
                  <a:lnTo>
                    <a:pt x="34264" y="70993"/>
                  </a:lnTo>
                  <a:lnTo>
                    <a:pt x="34290" y="71120"/>
                  </a:lnTo>
                  <a:lnTo>
                    <a:pt x="34480" y="71120"/>
                  </a:lnTo>
                  <a:close/>
                </a:path>
                <a:path w="118110" h="106044">
                  <a:moveTo>
                    <a:pt x="35306" y="6604"/>
                  </a:moveTo>
                  <a:lnTo>
                    <a:pt x="34861" y="6604"/>
                  </a:lnTo>
                  <a:lnTo>
                    <a:pt x="35280" y="6858"/>
                  </a:lnTo>
                  <a:lnTo>
                    <a:pt x="35306" y="6604"/>
                  </a:lnTo>
                  <a:close/>
                </a:path>
                <a:path w="118110" h="106044">
                  <a:moveTo>
                    <a:pt x="35331" y="91821"/>
                  </a:moveTo>
                  <a:lnTo>
                    <a:pt x="33705" y="91821"/>
                  </a:lnTo>
                  <a:lnTo>
                    <a:pt x="33566" y="91821"/>
                  </a:lnTo>
                  <a:lnTo>
                    <a:pt x="33680" y="91948"/>
                  </a:lnTo>
                  <a:lnTo>
                    <a:pt x="33794" y="92075"/>
                  </a:lnTo>
                  <a:lnTo>
                    <a:pt x="33909" y="92202"/>
                  </a:lnTo>
                  <a:lnTo>
                    <a:pt x="34023" y="92329"/>
                  </a:lnTo>
                  <a:lnTo>
                    <a:pt x="33616" y="92329"/>
                  </a:lnTo>
                  <a:lnTo>
                    <a:pt x="33680" y="92456"/>
                  </a:lnTo>
                  <a:lnTo>
                    <a:pt x="33477" y="92583"/>
                  </a:lnTo>
                  <a:lnTo>
                    <a:pt x="33794" y="92837"/>
                  </a:lnTo>
                  <a:lnTo>
                    <a:pt x="33439" y="92964"/>
                  </a:lnTo>
                  <a:lnTo>
                    <a:pt x="33439" y="92837"/>
                  </a:lnTo>
                  <a:lnTo>
                    <a:pt x="33451" y="92710"/>
                  </a:lnTo>
                  <a:lnTo>
                    <a:pt x="33083" y="92837"/>
                  </a:lnTo>
                  <a:lnTo>
                    <a:pt x="33096" y="92710"/>
                  </a:lnTo>
                  <a:lnTo>
                    <a:pt x="33286" y="92583"/>
                  </a:lnTo>
                  <a:lnTo>
                    <a:pt x="33083" y="92456"/>
                  </a:lnTo>
                  <a:lnTo>
                    <a:pt x="32994" y="92583"/>
                  </a:lnTo>
                  <a:lnTo>
                    <a:pt x="32905" y="92710"/>
                  </a:lnTo>
                  <a:lnTo>
                    <a:pt x="32854" y="93091"/>
                  </a:lnTo>
                  <a:lnTo>
                    <a:pt x="32385" y="93218"/>
                  </a:lnTo>
                  <a:lnTo>
                    <a:pt x="32219" y="93091"/>
                  </a:lnTo>
                  <a:lnTo>
                    <a:pt x="32169" y="92964"/>
                  </a:lnTo>
                  <a:lnTo>
                    <a:pt x="32042" y="93091"/>
                  </a:lnTo>
                  <a:lnTo>
                    <a:pt x="32004" y="93218"/>
                  </a:lnTo>
                  <a:lnTo>
                    <a:pt x="31902" y="93091"/>
                  </a:lnTo>
                  <a:lnTo>
                    <a:pt x="31800" y="92964"/>
                  </a:lnTo>
                  <a:lnTo>
                    <a:pt x="31699" y="92837"/>
                  </a:lnTo>
                  <a:lnTo>
                    <a:pt x="31597" y="92710"/>
                  </a:lnTo>
                  <a:lnTo>
                    <a:pt x="30911" y="92837"/>
                  </a:lnTo>
                  <a:lnTo>
                    <a:pt x="30810" y="93192"/>
                  </a:lnTo>
                  <a:lnTo>
                    <a:pt x="30556" y="93091"/>
                  </a:lnTo>
                  <a:lnTo>
                    <a:pt x="30454" y="93472"/>
                  </a:lnTo>
                  <a:lnTo>
                    <a:pt x="30111" y="93472"/>
                  </a:lnTo>
                  <a:lnTo>
                    <a:pt x="30149" y="93599"/>
                  </a:lnTo>
                  <a:lnTo>
                    <a:pt x="30429" y="93599"/>
                  </a:lnTo>
                  <a:lnTo>
                    <a:pt x="30619" y="93472"/>
                  </a:lnTo>
                  <a:lnTo>
                    <a:pt x="30911" y="93218"/>
                  </a:lnTo>
                  <a:lnTo>
                    <a:pt x="31305" y="93218"/>
                  </a:lnTo>
                  <a:lnTo>
                    <a:pt x="31356" y="93345"/>
                  </a:lnTo>
                  <a:lnTo>
                    <a:pt x="34378" y="93345"/>
                  </a:lnTo>
                  <a:lnTo>
                    <a:pt x="34455" y="92964"/>
                  </a:lnTo>
                  <a:lnTo>
                    <a:pt x="34480" y="92837"/>
                  </a:lnTo>
                  <a:lnTo>
                    <a:pt x="34747" y="92964"/>
                  </a:lnTo>
                  <a:lnTo>
                    <a:pt x="34747" y="92837"/>
                  </a:lnTo>
                  <a:lnTo>
                    <a:pt x="34747" y="92710"/>
                  </a:lnTo>
                  <a:lnTo>
                    <a:pt x="34480" y="92710"/>
                  </a:lnTo>
                  <a:lnTo>
                    <a:pt x="34582" y="92456"/>
                  </a:lnTo>
                  <a:lnTo>
                    <a:pt x="34645" y="92329"/>
                  </a:lnTo>
                  <a:lnTo>
                    <a:pt x="34848" y="92329"/>
                  </a:lnTo>
                  <a:lnTo>
                    <a:pt x="34315" y="92202"/>
                  </a:lnTo>
                  <a:lnTo>
                    <a:pt x="34239" y="92329"/>
                  </a:lnTo>
                  <a:lnTo>
                    <a:pt x="34048" y="92456"/>
                  </a:lnTo>
                  <a:lnTo>
                    <a:pt x="34315" y="92202"/>
                  </a:lnTo>
                  <a:lnTo>
                    <a:pt x="34188" y="92075"/>
                  </a:lnTo>
                  <a:lnTo>
                    <a:pt x="35229" y="92075"/>
                  </a:lnTo>
                  <a:lnTo>
                    <a:pt x="35331" y="91821"/>
                  </a:lnTo>
                  <a:close/>
                </a:path>
                <a:path w="118110" h="106044">
                  <a:moveTo>
                    <a:pt x="35877" y="91694"/>
                  </a:moveTo>
                  <a:lnTo>
                    <a:pt x="35623" y="91440"/>
                  </a:lnTo>
                  <a:lnTo>
                    <a:pt x="35560" y="91694"/>
                  </a:lnTo>
                  <a:lnTo>
                    <a:pt x="35877" y="91694"/>
                  </a:lnTo>
                  <a:close/>
                </a:path>
                <a:path w="118110" h="106044">
                  <a:moveTo>
                    <a:pt x="36360" y="70218"/>
                  </a:moveTo>
                  <a:close/>
                </a:path>
                <a:path w="118110" h="106044">
                  <a:moveTo>
                    <a:pt x="36868" y="70154"/>
                  </a:moveTo>
                  <a:lnTo>
                    <a:pt x="36588" y="69977"/>
                  </a:lnTo>
                  <a:lnTo>
                    <a:pt x="36283" y="69977"/>
                  </a:lnTo>
                  <a:lnTo>
                    <a:pt x="36334" y="70192"/>
                  </a:lnTo>
                  <a:lnTo>
                    <a:pt x="36576" y="70002"/>
                  </a:lnTo>
                  <a:lnTo>
                    <a:pt x="36868" y="70154"/>
                  </a:lnTo>
                  <a:close/>
                </a:path>
                <a:path w="118110" h="106044">
                  <a:moveTo>
                    <a:pt x="37960" y="91694"/>
                  </a:moveTo>
                  <a:lnTo>
                    <a:pt x="37947" y="91440"/>
                  </a:lnTo>
                  <a:lnTo>
                    <a:pt x="37807" y="91440"/>
                  </a:lnTo>
                  <a:lnTo>
                    <a:pt x="37655" y="91440"/>
                  </a:lnTo>
                  <a:lnTo>
                    <a:pt x="37642" y="91059"/>
                  </a:lnTo>
                  <a:lnTo>
                    <a:pt x="37541" y="91186"/>
                  </a:lnTo>
                  <a:lnTo>
                    <a:pt x="37160" y="91186"/>
                  </a:lnTo>
                  <a:lnTo>
                    <a:pt x="37249" y="91440"/>
                  </a:lnTo>
                  <a:lnTo>
                    <a:pt x="36931" y="91440"/>
                  </a:lnTo>
                  <a:lnTo>
                    <a:pt x="36995" y="91313"/>
                  </a:lnTo>
                  <a:lnTo>
                    <a:pt x="37071" y="91059"/>
                  </a:lnTo>
                  <a:lnTo>
                    <a:pt x="36804" y="91059"/>
                  </a:lnTo>
                  <a:lnTo>
                    <a:pt x="36576" y="91186"/>
                  </a:lnTo>
                  <a:lnTo>
                    <a:pt x="36449" y="91821"/>
                  </a:lnTo>
                  <a:lnTo>
                    <a:pt x="37630" y="91821"/>
                  </a:lnTo>
                  <a:lnTo>
                    <a:pt x="37630" y="91694"/>
                  </a:lnTo>
                  <a:lnTo>
                    <a:pt x="37960" y="91694"/>
                  </a:lnTo>
                  <a:close/>
                </a:path>
                <a:path w="118110" h="106044">
                  <a:moveTo>
                    <a:pt x="38163" y="91821"/>
                  </a:moveTo>
                  <a:lnTo>
                    <a:pt x="37998" y="92011"/>
                  </a:lnTo>
                  <a:lnTo>
                    <a:pt x="38163" y="91821"/>
                  </a:lnTo>
                  <a:close/>
                </a:path>
                <a:path w="118110" h="106044">
                  <a:moveTo>
                    <a:pt x="38811" y="91694"/>
                  </a:moveTo>
                  <a:lnTo>
                    <a:pt x="38392" y="91579"/>
                  </a:lnTo>
                  <a:lnTo>
                    <a:pt x="38481" y="91440"/>
                  </a:lnTo>
                  <a:lnTo>
                    <a:pt x="38265" y="91440"/>
                  </a:lnTo>
                  <a:lnTo>
                    <a:pt x="38036" y="91440"/>
                  </a:lnTo>
                  <a:lnTo>
                    <a:pt x="38011" y="91821"/>
                  </a:lnTo>
                  <a:lnTo>
                    <a:pt x="38163" y="91821"/>
                  </a:lnTo>
                  <a:lnTo>
                    <a:pt x="38265" y="91694"/>
                  </a:lnTo>
                  <a:lnTo>
                    <a:pt x="38328" y="91821"/>
                  </a:lnTo>
                  <a:lnTo>
                    <a:pt x="38506" y="91821"/>
                  </a:lnTo>
                  <a:lnTo>
                    <a:pt x="38785" y="91821"/>
                  </a:lnTo>
                  <a:lnTo>
                    <a:pt x="38531" y="91694"/>
                  </a:lnTo>
                  <a:lnTo>
                    <a:pt x="38811" y="91694"/>
                  </a:lnTo>
                  <a:close/>
                </a:path>
                <a:path w="118110" h="106044">
                  <a:moveTo>
                    <a:pt x="39116" y="70231"/>
                  </a:moveTo>
                  <a:lnTo>
                    <a:pt x="39052" y="69977"/>
                  </a:lnTo>
                  <a:lnTo>
                    <a:pt x="38620" y="69977"/>
                  </a:lnTo>
                  <a:lnTo>
                    <a:pt x="38646" y="70231"/>
                  </a:lnTo>
                  <a:lnTo>
                    <a:pt x="39116" y="70231"/>
                  </a:lnTo>
                  <a:close/>
                </a:path>
                <a:path w="118110" h="106044">
                  <a:moveTo>
                    <a:pt x="39154" y="70497"/>
                  </a:moveTo>
                  <a:close/>
                </a:path>
                <a:path w="118110" h="106044">
                  <a:moveTo>
                    <a:pt x="39751" y="71755"/>
                  </a:moveTo>
                  <a:lnTo>
                    <a:pt x="39725" y="71628"/>
                  </a:lnTo>
                  <a:lnTo>
                    <a:pt x="36144" y="71628"/>
                  </a:lnTo>
                  <a:lnTo>
                    <a:pt x="34759" y="71628"/>
                  </a:lnTo>
                  <a:lnTo>
                    <a:pt x="34632" y="71628"/>
                  </a:lnTo>
                  <a:lnTo>
                    <a:pt x="34353" y="71856"/>
                  </a:lnTo>
                  <a:lnTo>
                    <a:pt x="34226" y="71793"/>
                  </a:lnTo>
                  <a:lnTo>
                    <a:pt x="33845" y="71882"/>
                  </a:lnTo>
                  <a:lnTo>
                    <a:pt x="34150" y="72136"/>
                  </a:lnTo>
                  <a:lnTo>
                    <a:pt x="34582" y="72136"/>
                  </a:lnTo>
                  <a:lnTo>
                    <a:pt x="34671" y="71882"/>
                  </a:lnTo>
                  <a:lnTo>
                    <a:pt x="34709" y="71755"/>
                  </a:lnTo>
                  <a:lnTo>
                    <a:pt x="34759" y="71882"/>
                  </a:lnTo>
                  <a:lnTo>
                    <a:pt x="39471" y="71882"/>
                  </a:lnTo>
                  <a:lnTo>
                    <a:pt x="39624" y="71882"/>
                  </a:lnTo>
                  <a:lnTo>
                    <a:pt x="39751" y="71755"/>
                  </a:lnTo>
                  <a:close/>
                </a:path>
                <a:path w="118110" h="106044">
                  <a:moveTo>
                    <a:pt x="39878" y="91821"/>
                  </a:moveTo>
                  <a:lnTo>
                    <a:pt x="39814" y="91694"/>
                  </a:lnTo>
                  <a:lnTo>
                    <a:pt x="39712" y="91821"/>
                  </a:lnTo>
                  <a:lnTo>
                    <a:pt x="39878" y="91821"/>
                  </a:lnTo>
                  <a:close/>
                </a:path>
                <a:path w="118110" h="106044">
                  <a:moveTo>
                    <a:pt x="40233" y="71628"/>
                  </a:moveTo>
                  <a:lnTo>
                    <a:pt x="40043" y="71628"/>
                  </a:lnTo>
                  <a:lnTo>
                    <a:pt x="40220" y="71755"/>
                  </a:lnTo>
                  <a:lnTo>
                    <a:pt x="40233" y="71628"/>
                  </a:lnTo>
                  <a:close/>
                </a:path>
                <a:path w="118110" h="106044">
                  <a:moveTo>
                    <a:pt x="40259" y="91821"/>
                  </a:moveTo>
                  <a:lnTo>
                    <a:pt x="40195" y="91694"/>
                  </a:lnTo>
                  <a:lnTo>
                    <a:pt x="40132" y="91821"/>
                  </a:lnTo>
                  <a:lnTo>
                    <a:pt x="40259" y="91821"/>
                  </a:lnTo>
                  <a:close/>
                </a:path>
                <a:path w="118110" h="106044">
                  <a:moveTo>
                    <a:pt x="41008" y="91821"/>
                  </a:moveTo>
                  <a:lnTo>
                    <a:pt x="40944" y="91694"/>
                  </a:lnTo>
                  <a:lnTo>
                    <a:pt x="40881" y="91567"/>
                  </a:lnTo>
                  <a:lnTo>
                    <a:pt x="40767" y="91694"/>
                  </a:lnTo>
                  <a:lnTo>
                    <a:pt x="40640" y="91821"/>
                  </a:lnTo>
                  <a:lnTo>
                    <a:pt x="41008" y="91821"/>
                  </a:lnTo>
                  <a:close/>
                </a:path>
                <a:path w="118110" h="106044">
                  <a:moveTo>
                    <a:pt x="41605" y="91694"/>
                  </a:moveTo>
                  <a:lnTo>
                    <a:pt x="41579" y="91440"/>
                  </a:lnTo>
                  <a:lnTo>
                    <a:pt x="41414" y="91440"/>
                  </a:lnTo>
                  <a:lnTo>
                    <a:pt x="41605" y="91694"/>
                  </a:lnTo>
                  <a:close/>
                </a:path>
                <a:path w="118110" h="106044">
                  <a:moveTo>
                    <a:pt x="42151" y="13144"/>
                  </a:moveTo>
                  <a:close/>
                </a:path>
                <a:path w="118110" h="106044">
                  <a:moveTo>
                    <a:pt x="43053" y="70231"/>
                  </a:moveTo>
                  <a:lnTo>
                    <a:pt x="42951" y="70015"/>
                  </a:lnTo>
                  <a:lnTo>
                    <a:pt x="42799" y="69977"/>
                  </a:lnTo>
                  <a:lnTo>
                    <a:pt x="42862" y="70104"/>
                  </a:lnTo>
                  <a:lnTo>
                    <a:pt x="42799" y="69977"/>
                  </a:lnTo>
                  <a:lnTo>
                    <a:pt x="42316" y="69977"/>
                  </a:lnTo>
                  <a:lnTo>
                    <a:pt x="42037" y="69723"/>
                  </a:lnTo>
                  <a:lnTo>
                    <a:pt x="41922" y="69977"/>
                  </a:lnTo>
                  <a:lnTo>
                    <a:pt x="41770" y="69977"/>
                  </a:lnTo>
                  <a:lnTo>
                    <a:pt x="41770" y="70205"/>
                  </a:lnTo>
                  <a:lnTo>
                    <a:pt x="42799" y="70231"/>
                  </a:lnTo>
                  <a:lnTo>
                    <a:pt x="42964" y="70231"/>
                  </a:lnTo>
                  <a:lnTo>
                    <a:pt x="42900" y="70091"/>
                  </a:lnTo>
                  <a:lnTo>
                    <a:pt x="43053" y="70231"/>
                  </a:lnTo>
                  <a:close/>
                </a:path>
                <a:path w="118110" h="106044">
                  <a:moveTo>
                    <a:pt x="43167" y="5080"/>
                  </a:moveTo>
                  <a:lnTo>
                    <a:pt x="42900" y="5080"/>
                  </a:lnTo>
                  <a:lnTo>
                    <a:pt x="43129" y="5588"/>
                  </a:lnTo>
                  <a:lnTo>
                    <a:pt x="43167" y="5080"/>
                  </a:lnTo>
                  <a:close/>
                </a:path>
                <a:path w="118110" h="106044">
                  <a:moveTo>
                    <a:pt x="43180" y="6248"/>
                  </a:moveTo>
                  <a:lnTo>
                    <a:pt x="42951" y="6096"/>
                  </a:lnTo>
                  <a:lnTo>
                    <a:pt x="43116" y="6134"/>
                  </a:lnTo>
                  <a:lnTo>
                    <a:pt x="42875" y="5740"/>
                  </a:lnTo>
                  <a:lnTo>
                    <a:pt x="42989" y="5588"/>
                  </a:lnTo>
                  <a:lnTo>
                    <a:pt x="42837" y="5689"/>
                  </a:lnTo>
                  <a:lnTo>
                    <a:pt x="42989" y="5588"/>
                  </a:lnTo>
                  <a:lnTo>
                    <a:pt x="42608" y="5207"/>
                  </a:lnTo>
                  <a:lnTo>
                    <a:pt x="42532" y="5588"/>
                  </a:lnTo>
                  <a:lnTo>
                    <a:pt x="42481" y="5816"/>
                  </a:lnTo>
                  <a:lnTo>
                    <a:pt x="42456" y="5943"/>
                  </a:lnTo>
                  <a:lnTo>
                    <a:pt x="42227" y="6096"/>
                  </a:lnTo>
                  <a:lnTo>
                    <a:pt x="42392" y="6096"/>
                  </a:lnTo>
                  <a:lnTo>
                    <a:pt x="42595" y="6096"/>
                  </a:lnTo>
                  <a:lnTo>
                    <a:pt x="42684" y="5969"/>
                  </a:lnTo>
                  <a:lnTo>
                    <a:pt x="42875" y="6096"/>
                  </a:lnTo>
                  <a:lnTo>
                    <a:pt x="43180" y="6286"/>
                  </a:lnTo>
                  <a:close/>
                </a:path>
                <a:path w="118110" h="106044">
                  <a:moveTo>
                    <a:pt x="43218" y="2667"/>
                  </a:moveTo>
                  <a:lnTo>
                    <a:pt x="41694" y="2667"/>
                  </a:lnTo>
                  <a:lnTo>
                    <a:pt x="43078" y="3060"/>
                  </a:lnTo>
                  <a:lnTo>
                    <a:pt x="43218" y="2667"/>
                  </a:lnTo>
                  <a:close/>
                </a:path>
                <a:path w="118110" h="106044">
                  <a:moveTo>
                    <a:pt x="43268" y="91821"/>
                  </a:moveTo>
                  <a:lnTo>
                    <a:pt x="43243" y="91694"/>
                  </a:lnTo>
                  <a:lnTo>
                    <a:pt x="42710" y="91694"/>
                  </a:lnTo>
                  <a:lnTo>
                    <a:pt x="42989" y="91821"/>
                  </a:lnTo>
                  <a:lnTo>
                    <a:pt x="43268" y="91821"/>
                  </a:lnTo>
                  <a:close/>
                </a:path>
                <a:path w="118110" h="106044">
                  <a:moveTo>
                    <a:pt x="43599" y="2667"/>
                  </a:moveTo>
                  <a:lnTo>
                    <a:pt x="43218" y="2667"/>
                  </a:lnTo>
                  <a:lnTo>
                    <a:pt x="43129" y="2959"/>
                  </a:lnTo>
                  <a:lnTo>
                    <a:pt x="43535" y="3187"/>
                  </a:lnTo>
                  <a:lnTo>
                    <a:pt x="43561" y="3048"/>
                  </a:lnTo>
                  <a:lnTo>
                    <a:pt x="43599" y="2667"/>
                  </a:lnTo>
                  <a:close/>
                </a:path>
                <a:path w="118110" h="106044">
                  <a:moveTo>
                    <a:pt x="43802" y="91440"/>
                  </a:moveTo>
                  <a:lnTo>
                    <a:pt x="43230" y="91440"/>
                  </a:lnTo>
                  <a:lnTo>
                    <a:pt x="43738" y="91694"/>
                  </a:lnTo>
                  <a:lnTo>
                    <a:pt x="43802" y="91440"/>
                  </a:lnTo>
                  <a:close/>
                </a:path>
                <a:path w="118110" h="106044">
                  <a:moveTo>
                    <a:pt x="44119" y="91186"/>
                  </a:moveTo>
                  <a:lnTo>
                    <a:pt x="43903" y="91059"/>
                  </a:lnTo>
                  <a:lnTo>
                    <a:pt x="43802" y="91440"/>
                  </a:lnTo>
                  <a:lnTo>
                    <a:pt x="44119" y="91440"/>
                  </a:lnTo>
                  <a:lnTo>
                    <a:pt x="44119" y="91186"/>
                  </a:lnTo>
                  <a:close/>
                </a:path>
                <a:path w="118110" h="106044">
                  <a:moveTo>
                    <a:pt x="45224" y="13233"/>
                  </a:moveTo>
                  <a:close/>
                </a:path>
                <a:path w="118110" h="106044">
                  <a:moveTo>
                    <a:pt x="47625" y="2667"/>
                  </a:moveTo>
                  <a:lnTo>
                    <a:pt x="46926" y="2667"/>
                  </a:lnTo>
                  <a:lnTo>
                    <a:pt x="47485" y="3683"/>
                  </a:lnTo>
                  <a:lnTo>
                    <a:pt x="47625" y="2667"/>
                  </a:lnTo>
                  <a:close/>
                </a:path>
                <a:path w="118110" h="106044">
                  <a:moveTo>
                    <a:pt x="47726" y="1651"/>
                  </a:moveTo>
                  <a:lnTo>
                    <a:pt x="47421" y="1651"/>
                  </a:lnTo>
                  <a:lnTo>
                    <a:pt x="45897" y="1651"/>
                  </a:lnTo>
                  <a:lnTo>
                    <a:pt x="47459" y="2108"/>
                  </a:lnTo>
                  <a:lnTo>
                    <a:pt x="47510" y="2667"/>
                  </a:lnTo>
                  <a:lnTo>
                    <a:pt x="47561" y="2400"/>
                  </a:lnTo>
                  <a:lnTo>
                    <a:pt x="47510" y="2120"/>
                  </a:lnTo>
                  <a:lnTo>
                    <a:pt x="47726" y="1651"/>
                  </a:lnTo>
                  <a:close/>
                </a:path>
                <a:path w="118110" h="106044">
                  <a:moveTo>
                    <a:pt x="47904" y="91821"/>
                  </a:moveTo>
                  <a:lnTo>
                    <a:pt x="47739" y="91694"/>
                  </a:lnTo>
                  <a:lnTo>
                    <a:pt x="47256" y="91313"/>
                  </a:lnTo>
                  <a:lnTo>
                    <a:pt x="47129" y="91313"/>
                  </a:lnTo>
                  <a:lnTo>
                    <a:pt x="47231" y="90932"/>
                  </a:lnTo>
                  <a:lnTo>
                    <a:pt x="47078" y="90944"/>
                  </a:lnTo>
                  <a:lnTo>
                    <a:pt x="47078" y="91541"/>
                  </a:lnTo>
                  <a:lnTo>
                    <a:pt x="47040" y="91694"/>
                  </a:lnTo>
                  <a:lnTo>
                    <a:pt x="46913" y="91694"/>
                  </a:lnTo>
                  <a:lnTo>
                    <a:pt x="47078" y="91541"/>
                  </a:lnTo>
                  <a:lnTo>
                    <a:pt x="47078" y="90944"/>
                  </a:lnTo>
                  <a:lnTo>
                    <a:pt x="45643" y="91059"/>
                  </a:lnTo>
                  <a:lnTo>
                    <a:pt x="45707" y="91186"/>
                  </a:lnTo>
                  <a:lnTo>
                    <a:pt x="45770" y="91313"/>
                  </a:lnTo>
                  <a:lnTo>
                    <a:pt x="45834" y="91440"/>
                  </a:lnTo>
                  <a:lnTo>
                    <a:pt x="46024" y="91313"/>
                  </a:lnTo>
                  <a:lnTo>
                    <a:pt x="46799" y="91313"/>
                  </a:lnTo>
                  <a:lnTo>
                    <a:pt x="46837" y="91440"/>
                  </a:lnTo>
                  <a:lnTo>
                    <a:pt x="45961" y="91440"/>
                  </a:lnTo>
                  <a:lnTo>
                    <a:pt x="45910" y="91605"/>
                  </a:lnTo>
                  <a:lnTo>
                    <a:pt x="45910" y="91440"/>
                  </a:lnTo>
                  <a:lnTo>
                    <a:pt x="45631" y="91440"/>
                  </a:lnTo>
                  <a:lnTo>
                    <a:pt x="45021" y="91440"/>
                  </a:lnTo>
                  <a:lnTo>
                    <a:pt x="44615" y="91440"/>
                  </a:lnTo>
                  <a:lnTo>
                    <a:pt x="44170" y="91440"/>
                  </a:lnTo>
                  <a:lnTo>
                    <a:pt x="44272" y="91694"/>
                  </a:lnTo>
                  <a:lnTo>
                    <a:pt x="43738" y="91694"/>
                  </a:lnTo>
                  <a:lnTo>
                    <a:pt x="43268" y="91694"/>
                  </a:lnTo>
                  <a:lnTo>
                    <a:pt x="43268" y="91821"/>
                  </a:lnTo>
                  <a:lnTo>
                    <a:pt x="44907" y="91821"/>
                  </a:lnTo>
                  <a:lnTo>
                    <a:pt x="44869" y="91948"/>
                  </a:lnTo>
                  <a:lnTo>
                    <a:pt x="44983" y="91821"/>
                  </a:lnTo>
                  <a:lnTo>
                    <a:pt x="45351" y="91821"/>
                  </a:lnTo>
                  <a:lnTo>
                    <a:pt x="45110" y="91694"/>
                  </a:lnTo>
                  <a:lnTo>
                    <a:pt x="44983" y="91770"/>
                  </a:lnTo>
                  <a:lnTo>
                    <a:pt x="45110" y="91694"/>
                  </a:lnTo>
                  <a:lnTo>
                    <a:pt x="45351" y="91694"/>
                  </a:lnTo>
                  <a:lnTo>
                    <a:pt x="45351" y="91821"/>
                  </a:lnTo>
                  <a:lnTo>
                    <a:pt x="47459" y="91821"/>
                  </a:lnTo>
                  <a:lnTo>
                    <a:pt x="47904" y="91821"/>
                  </a:lnTo>
                  <a:close/>
                </a:path>
                <a:path w="118110" h="106044">
                  <a:moveTo>
                    <a:pt x="47917" y="1651"/>
                  </a:moveTo>
                  <a:lnTo>
                    <a:pt x="47726" y="1651"/>
                  </a:lnTo>
                  <a:lnTo>
                    <a:pt x="47675" y="2159"/>
                  </a:lnTo>
                  <a:lnTo>
                    <a:pt x="47879" y="2222"/>
                  </a:lnTo>
                  <a:lnTo>
                    <a:pt x="47917" y="1651"/>
                  </a:lnTo>
                  <a:close/>
                </a:path>
                <a:path w="118110" h="106044">
                  <a:moveTo>
                    <a:pt x="48577" y="91808"/>
                  </a:moveTo>
                  <a:lnTo>
                    <a:pt x="48107" y="91782"/>
                  </a:lnTo>
                  <a:lnTo>
                    <a:pt x="48082" y="91909"/>
                  </a:lnTo>
                  <a:lnTo>
                    <a:pt x="48260" y="91922"/>
                  </a:lnTo>
                  <a:lnTo>
                    <a:pt x="48107" y="91973"/>
                  </a:lnTo>
                  <a:lnTo>
                    <a:pt x="48323" y="91922"/>
                  </a:lnTo>
                  <a:lnTo>
                    <a:pt x="48463" y="91884"/>
                  </a:lnTo>
                  <a:close/>
                </a:path>
                <a:path w="118110" h="106044">
                  <a:moveTo>
                    <a:pt x="48717" y="91833"/>
                  </a:moveTo>
                  <a:lnTo>
                    <a:pt x="48577" y="91859"/>
                  </a:lnTo>
                  <a:lnTo>
                    <a:pt x="48717" y="91846"/>
                  </a:lnTo>
                  <a:close/>
                </a:path>
                <a:path w="118110" h="106044">
                  <a:moveTo>
                    <a:pt x="49809" y="69811"/>
                  </a:moveTo>
                  <a:lnTo>
                    <a:pt x="49263" y="69862"/>
                  </a:lnTo>
                  <a:lnTo>
                    <a:pt x="48806" y="69850"/>
                  </a:lnTo>
                  <a:lnTo>
                    <a:pt x="48221" y="69811"/>
                  </a:lnTo>
                  <a:lnTo>
                    <a:pt x="48399" y="69888"/>
                  </a:lnTo>
                  <a:lnTo>
                    <a:pt x="49364" y="69913"/>
                  </a:lnTo>
                  <a:lnTo>
                    <a:pt x="49809" y="69913"/>
                  </a:lnTo>
                  <a:close/>
                </a:path>
                <a:path w="118110" h="106044">
                  <a:moveTo>
                    <a:pt x="50634" y="69900"/>
                  </a:moveTo>
                  <a:lnTo>
                    <a:pt x="50419" y="69900"/>
                  </a:lnTo>
                  <a:lnTo>
                    <a:pt x="50634" y="69900"/>
                  </a:lnTo>
                  <a:close/>
                </a:path>
                <a:path w="118110" h="106044">
                  <a:moveTo>
                    <a:pt x="50660" y="508"/>
                  </a:moveTo>
                  <a:lnTo>
                    <a:pt x="50152" y="508"/>
                  </a:lnTo>
                  <a:lnTo>
                    <a:pt x="50507" y="1270"/>
                  </a:lnTo>
                  <a:lnTo>
                    <a:pt x="50660" y="508"/>
                  </a:lnTo>
                  <a:close/>
                </a:path>
                <a:path w="118110" h="106044">
                  <a:moveTo>
                    <a:pt x="50901" y="254"/>
                  </a:moveTo>
                  <a:lnTo>
                    <a:pt x="50774" y="0"/>
                  </a:lnTo>
                  <a:lnTo>
                    <a:pt x="50622" y="254"/>
                  </a:lnTo>
                  <a:lnTo>
                    <a:pt x="50901" y="254"/>
                  </a:lnTo>
                  <a:close/>
                </a:path>
                <a:path w="118110" h="106044">
                  <a:moveTo>
                    <a:pt x="51206" y="72136"/>
                  </a:moveTo>
                  <a:lnTo>
                    <a:pt x="34582" y="72136"/>
                  </a:lnTo>
                  <a:lnTo>
                    <a:pt x="34099" y="72263"/>
                  </a:lnTo>
                  <a:lnTo>
                    <a:pt x="34048" y="72136"/>
                  </a:lnTo>
                  <a:lnTo>
                    <a:pt x="32651" y="72136"/>
                  </a:lnTo>
                  <a:lnTo>
                    <a:pt x="32778" y="71882"/>
                  </a:lnTo>
                  <a:lnTo>
                    <a:pt x="32372" y="71882"/>
                  </a:lnTo>
                  <a:lnTo>
                    <a:pt x="32296" y="71628"/>
                  </a:lnTo>
                  <a:lnTo>
                    <a:pt x="32232" y="72059"/>
                  </a:lnTo>
                  <a:lnTo>
                    <a:pt x="32372" y="72136"/>
                  </a:lnTo>
                  <a:lnTo>
                    <a:pt x="32575" y="72136"/>
                  </a:lnTo>
                  <a:lnTo>
                    <a:pt x="32524" y="72275"/>
                  </a:lnTo>
                  <a:lnTo>
                    <a:pt x="32245" y="72136"/>
                  </a:lnTo>
                  <a:lnTo>
                    <a:pt x="32321" y="72390"/>
                  </a:lnTo>
                  <a:lnTo>
                    <a:pt x="32423" y="72644"/>
                  </a:lnTo>
                  <a:lnTo>
                    <a:pt x="32499" y="72390"/>
                  </a:lnTo>
                  <a:lnTo>
                    <a:pt x="32816" y="72390"/>
                  </a:lnTo>
                  <a:lnTo>
                    <a:pt x="33616" y="72390"/>
                  </a:lnTo>
                  <a:lnTo>
                    <a:pt x="34150" y="72390"/>
                  </a:lnTo>
                  <a:lnTo>
                    <a:pt x="51168" y="72390"/>
                  </a:lnTo>
                  <a:lnTo>
                    <a:pt x="51206" y="72136"/>
                  </a:lnTo>
                  <a:close/>
                </a:path>
                <a:path w="118110" h="106044">
                  <a:moveTo>
                    <a:pt x="56032" y="5588"/>
                  </a:moveTo>
                  <a:lnTo>
                    <a:pt x="55943" y="5715"/>
                  </a:lnTo>
                  <a:lnTo>
                    <a:pt x="56032" y="5588"/>
                  </a:lnTo>
                  <a:close/>
                </a:path>
                <a:path w="118110" h="106044">
                  <a:moveTo>
                    <a:pt x="56642" y="3683"/>
                  </a:moveTo>
                  <a:close/>
                </a:path>
                <a:path w="118110" h="106044">
                  <a:moveTo>
                    <a:pt x="56883" y="1651"/>
                  </a:moveTo>
                  <a:lnTo>
                    <a:pt x="56616" y="508"/>
                  </a:lnTo>
                  <a:lnTo>
                    <a:pt x="56172" y="508"/>
                  </a:lnTo>
                  <a:lnTo>
                    <a:pt x="56883" y="1651"/>
                  </a:lnTo>
                  <a:close/>
                </a:path>
                <a:path w="118110" h="106044">
                  <a:moveTo>
                    <a:pt x="58013" y="2667"/>
                  </a:moveTo>
                  <a:lnTo>
                    <a:pt x="57505" y="2667"/>
                  </a:lnTo>
                  <a:lnTo>
                    <a:pt x="57556" y="2832"/>
                  </a:lnTo>
                  <a:lnTo>
                    <a:pt x="58013" y="2667"/>
                  </a:lnTo>
                  <a:close/>
                </a:path>
                <a:path w="118110" h="106044">
                  <a:moveTo>
                    <a:pt x="60629" y="26416"/>
                  </a:moveTo>
                  <a:lnTo>
                    <a:pt x="60566" y="26187"/>
                  </a:lnTo>
                  <a:lnTo>
                    <a:pt x="60566" y="26466"/>
                  </a:lnTo>
                  <a:close/>
                </a:path>
                <a:path w="118110" h="106044">
                  <a:moveTo>
                    <a:pt x="62801" y="75946"/>
                  </a:moveTo>
                  <a:lnTo>
                    <a:pt x="62649" y="75933"/>
                  </a:lnTo>
                  <a:lnTo>
                    <a:pt x="62801" y="75946"/>
                  </a:lnTo>
                  <a:close/>
                </a:path>
                <a:path w="118110" h="106044">
                  <a:moveTo>
                    <a:pt x="62966" y="75844"/>
                  </a:moveTo>
                  <a:lnTo>
                    <a:pt x="62903" y="75476"/>
                  </a:lnTo>
                  <a:lnTo>
                    <a:pt x="62585" y="75565"/>
                  </a:lnTo>
                  <a:lnTo>
                    <a:pt x="62738" y="75641"/>
                  </a:lnTo>
                  <a:lnTo>
                    <a:pt x="62776" y="75895"/>
                  </a:lnTo>
                  <a:lnTo>
                    <a:pt x="62966" y="75844"/>
                  </a:lnTo>
                  <a:close/>
                </a:path>
                <a:path w="118110" h="106044">
                  <a:moveTo>
                    <a:pt x="63093" y="3683"/>
                  </a:moveTo>
                  <a:lnTo>
                    <a:pt x="62649" y="3683"/>
                  </a:lnTo>
                  <a:lnTo>
                    <a:pt x="62649" y="4114"/>
                  </a:lnTo>
                  <a:lnTo>
                    <a:pt x="63093" y="3683"/>
                  </a:lnTo>
                  <a:close/>
                </a:path>
                <a:path w="118110" h="106044">
                  <a:moveTo>
                    <a:pt x="63398" y="75768"/>
                  </a:moveTo>
                  <a:lnTo>
                    <a:pt x="62979" y="75844"/>
                  </a:lnTo>
                  <a:lnTo>
                    <a:pt x="63169" y="75946"/>
                  </a:lnTo>
                  <a:lnTo>
                    <a:pt x="63398" y="75768"/>
                  </a:lnTo>
                  <a:close/>
                </a:path>
                <a:path w="118110" h="106044">
                  <a:moveTo>
                    <a:pt x="63576" y="3683"/>
                  </a:moveTo>
                  <a:lnTo>
                    <a:pt x="63246" y="3683"/>
                  </a:lnTo>
                  <a:lnTo>
                    <a:pt x="63246" y="4572"/>
                  </a:lnTo>
                  <a:lnTo>
                    <a:pt x="63576" y="3683"/>
                  </a:lnTo>
                  <a:close/>
                </a:path>
                <a:path w="118110" h="106044">
                  <a:moveTo>
                    <a:pt x="64147" y="75565"/>
                  </a:moveTo>
                  <a:lnTo>
                    <a:pt x="63639" y="75501"/>
                  </a:lnTo>
                  <a:lnTo>
                    <a:pt x="63398" y="75755"/>
                  </a:lnTo>
                  <a:lnTo>
                    <a:pt x="63690" y="75692"/>
                  </a:lnTo>
                  <a:lnTo>
                    <a:pt x="63957" y="75615"/>
                  </a:lnTo>
                  <a:lnTo>
                    <a:pt x="64147" y="75565"/>
                  </a:lnTo>
                  <a:close/>
                </a:path>
                <a:path w="118110" h="106044">
                  <a:moveTo>
                    <a:pt x="64389" y="22479"/>
                  </a:moveTo>
                  <a:lnTo>
                    <a:pt x="64160" y="22479"/>
                  </a:lnTo>
                  <a:lnTo>
                    <a:pt x="64173" y="22987"/>
                  </a:lnTo>
                  <a:lnTo>
                    <a:pt x="64389" y="22479"/>
                  </a:lnTo>
                  <a:close/>
                </a:path>
                <a:path w="118110" h="106044">
                  <a:moveTo>
                    <a:pt x="64465" y="75107"/>
                  </a:moveTo>
                  <a:lnTo>
                    <a:pt x="63995" y="75120"/>
                  </a:lnTo>
                  <a:lnTo>
                    <a:pt x="63677" y="75158"/>
                  </a:lnTo>
                  <a:lnTo>
                    <a:pt x="63881" y="75311"/>
                  </a:lnTo>
                  <a:lnTo>
                    <a:pt x="64262" y="75323"/>
                  </a:lnTo>
                  <a:lnTo>
                    <a:pt x="64465" y="75107"/>
                  </a:lnTo>
                  <a:close/>
                </a:path>
                <a:path w="118110" h="106044">
                  <a:moveTo>
                    <a:pt x="65112" y="75311"/>
                  </a:moveTo>
                  <a:lnTo>
                    <a:pt x="64706" y="75057"/>
                  </a:lnTo>
                  <a:lnTo>
                    <a:pt x="64325" y="75311"/>
                  </a:lnTo>
                  <a:lnTo>
                    <a:pt x="65112" y="75311"/>
                  </a:lnTo>
                  <a:close/>
                </a:path>
                <a:path w="118110" h="106044">
                  <a:moveTo>
                    <a:pt x="65608" y="75323"/>
                  </a:moveTo>
                  <a:lnTo>
                    <a:pt x="65201" y="75069"/>
                  </a:lnTo>
                  <a:lnTo>
                    <a:pt x="64947" y="75069"/>
                  </a:lnTo>
                  <a:lnTo>
                    <a:pt x="65125" y="75158"/>
                  </a:lnTo>
                  <a:lnTo>
                    <a:pt x="65379" y="75247"/>
                  </a:lnTo>
                  <a:lnTo>
                    <a:pt x="65608" y="75323"/>
                  </a:lnTo>
                  <a:close/>
                </a:path>
                <a:path w="118110" h="106044">
                  <a:moveTo>
                    <a:pt x="66865" y="4368"/>
                  </a:moveTo>
                  <a:lnTo>
                    <a:pt x="66738" y="4432"/>
                  </a:lnTo>
                  <a:lnTo>
                    <a:pt x="66865" y="4368"/>
                  </a:lnTo>
                  <a:close/>
                </a:path>
                <a:path w="118110" h="106044">
                  <a:moveTo>
                    <a:pt x="67335" y="13462"/>
                  </a:moveTo>
                  <a:lnTo>
                    <a:pt x="66624" y="13093"/>
                  </a:lnTo>
                  <a:lnTo>
                    <a:pt x="66814" y="13462"/>
                  </a:lnTo>
                  <a:lnTo>
                    <a:pt x="67297" y="13462"/>
                  </a:lnTo>
                  <a:close/>
                </a:path>
                <a:path w="118110" h="106044">
                  <a:moveTo>
                    <a:pt x="72453" y="18300"/>
                  </a:moveTo>
                  <a:lnTo>
                    <a:pt x="72301" y="18288"/>
                  </a:lnTo>
                  <a:lnTo>
                    <a:pt x="72453" y="18313"/>
                  </a:lnTo>
                  <a:close/>
                </a:path>
                <a:path w="118110" h="106044">
                  <a:moveTo>
                    <a:pt x="73507" y="7747"/>
                  </a:moveTo>
                  <a:lnTo>
                    <a:pt x="73164" y="7137"/>
                  </a:lnTo>
                  <a:lnTo>
                    <a:pt x="73050" y="7518"/>
                  </a:lnTo>
                  <a:lnTo>
                    <a:pt x="73507" y="7747"/>
                  </a:lnTo>
                  <a:close/>
                </a:path>
                <a:path w="118110" h="106044">
                  <a:moveTo>
                    <a:pt x="73583" y="70485"/>
                  </a:moveTo>
                  <a:lnTo>
                    <a:pt x="72986" y="70485"/>
                  </a:lnTo>
                  <a:lnTo>
                    <a:pt x="72999" y="70739"/>
                  </a:lnTo>
                  <a:lnTo>
                    <a:pt x="73482" y="70739"/>
                  </a:lnTo>
                  <a:lnTo>
                    <a:pt x="73583" y="70485"/>
                  </a:lnTo>
                  <a:close/>
                </a:path>
                <a:path w="118110" h="106044">
                  <a:moveTo>
                    <a:pt x="73685" y="6096"/>
                  </a:moveTo>
                  <a:lnTo>
                    <a:pt x="73431" y="5588"/>
                  </a:lnTo>
                  <a:lnTo>
                    <a:pt x="73329" y="6096"/>
                  </a:lnTo>
                  <a:lnTo>
                    <a:pt x="73685" y="6096"/>
                  </a:lnTo>
                  <a:close/>
                </a:path>
                <a:path w="118110" h="106044">
                  <a:moveTo>
                    <a:pt x="74561" y="93218"/>
                  </a:moveTo>
                  <a:lnTo>
                    <a:pt x="74409" y="93345"/>
                  </a:lnTo>
                  <a:lnTo>
                    <a:pt x="74536" y="93395"/>
                  </a:lnTo>
                  <a:lnTo>
                    <a:pt x="74561" y="93218"/>
                  </a:lnTo>
                  <a:close/>
                </a:path>
                <a:path w="118110" h="106044">
                  <a:moveTo>
                    <a:pt x="74904" y="92456"/>
                  </a:moveTo>
                  <a:lnTo>
                    <a:pt x="74637" y="92583"/>
                  </a:lnTo>
                  <a:lnTo>
                    <a:pt x="74612" y="92837"/>
                  </a:lnTo>
                  <a:lnTo>
                    <a:pt x="74764" y="92710"/>
                  </a:lnTo>
                  <a:lnTo>
                    <a:pt x="74841" y="92583"/>
                  </a:lnTo>
                  <a:lnTo>
                    <a:pt x="74904" y="92456"/>
                  </a:lnTo>
                  <a:close/>
                </a:path>
                <a:path w="118110" h="106044">
                  <a:moveTo>
                    <a:pt x="75488" y="72136"/>
                  </a:moveTo>
                  <a:lnTo>
                    <a:pt x="75336" y="71882"/>
                  </a:lnTo>
                  <a:lnTo>
                    <a:pt x="75361" y="72136"/>
                  </a:lnTo>
                  <a:lnTo>
                    <a:pt x="75488" y="72136"/>
                  </a:lnTo>
                  <a:close/>
                </a:path>
                <a:path w="118110" h="106044">
                  <a:moveTo>
                    <a:pt x="75971" y="74676"/>
                  </a:moveTo>
                  <a:lnTo>
                    <a:pt x="75196" y="74803"/>
                  </a:lnTo>
                  <a:lnTo>
                    <a:pt x="75844" y="74803"/>
                  </a:lnTo>
                  <a:lnTo>
                    <a:pt x="75971" y="74676"/>
                  </a:lnTo>
                  <a:close/>
                </a:path>
                <a:path w="118110" h="106044">
                  <a:moveTo>
                    <a:pt x="76441" y="8115"/>
                  </a:moveTo>
                  <a:lnTo>
                    <a:pt x="75857" y="7937"/>
                  </a:lnTo>
                  <a:lnTo>
                    <a:pt x="76441" y="8128"/>
                  </a:lnTo>
                  <a:close/>
                </a:path>
                <a:path w="118110" h="106044">
                  <a:moveTo>
                    <a:pt x="76669" y="7112"/>
                  </a:moveTo>
                  <a:lnTo>
                    <a:pt x="76377" y="7747"/>
                  </a:lnTo>
                  <a:lnTo>
                    <a:pt x="76517" y="7747"/>
                  </a:lnTo>
                  <a:lnTo>
                    <a:pt x="76669" y="7112"/>
                  </a:lnTo>
                  <a:close/>
                </a:path>
                <a:path w="118110" h="106044">
                  <a:moveTo>
                    <a:pt x="76695" y="92837"/>
                  </a:moveTo>
                  <a:lnTo>
                    <a:pt x="76454" y="92837"/>
                  </a:lnTo>
                  <a:lnTo>
                    <a:pt x="76365" y="93218"/>
                  </a:lnTo>
                  <a:lnTo>
                    <a:pt x="76542" y="93091"/>
                  </a:lnTo>
                  <a:lnTo>
                    <a:pt x="76619" y="92964"/>
                  </a:lnTo>
                  <a:lnTo>
                    <a:pt x="76695" y="92837"/>
                  </a:lnTo>
                  <a:close/>
                </a:path>
                <a:path w="118110" h="106044">
                  <a:moveTo>
                    <a:pt x="77038" y="93218"/>
                  </a:moveTo>
                  <a:lnTo>
                    <a:pt x="76657" y="92964"/>
                  </a:lnTo>
                  <a:lnTo>
                    <a:pt x="76720" y="93091"/>
                  </a:lnTo>
                  <a:lnTo>
                    <a:pt x="76835" y="93345"/>
                  </a:lnTo>
                  <a:lnTo>
                    <a:pt x="77038" y="93218"/>
                  </a:lnTo>
                  <a:close/>
                </a:path>
                <a:path w="118110" h="106044">
                  <a:moveTo>
                    <a:pt x="77165" y="74803"/>
                  </a:moveTo>
                  <a:lnTo>
                    <a:pt x="76809" y="74803"/>
                  </a:lnTo>
                  <a:lnTo>
                    <a:pt x="76873" y="75057"/>
                  </a:lnTo>
                  <a:lnTo>
                    <a:pt x="77165" y="74803"/>
                  </a:lnTo>
                  <a:close/>
                </a:path>
                <a:path w="118110" h="106044">
                  <a:moveTo>
                    <a:pt x="77635" y="8356"/>
                  </a:moveTo>
                  <a:lnTo>
                    <a:pt x="77431" y="8255"/>
                  </a:lnTo>
                  <a:lnTo>
                    <a:pt x="77457" y="8432"/>
                  </a:lnTo>
                  <a:lnTo>
                    <a:pt x="77635" y="8356"/>
                  </a:lnTo>
                  <a:close/>
                </a:path>
                <a:path w="118110" h="106044">
                  <a:moveTo>
                    <a:pt x="78117" y="74803"/>
                  </a:moveTo>
                  <a:lnTo>
                    <a:pt x="78028" y="74549"/>
                  </a:lnTo>
                  <a:lnTo>
                    <a:pt x="77927" y="74803"/>
                  </a:lnTo>
                  <a:lnTo>
                    <a:pt x="77889" y="74930"/>
                  </a:lnTo>
                  <a:lnTo>
                    <a:pt x="78117" y="74803"/>
                  </a:lnTo>
                  <a:close/>
                </a:path>
                <a:path w="118110" h="106044">
                  <a:moveTo>
                    <a:pt x="79349" y="10287"/>
                  </a:moveTo>
                  <a:lnTo>
                    <a:pt x="79159" y="10287"/>
                  </a:lnTo>
                  <a:lnTo>
                    <a:pt x="78968" y="10922"/>
                  </a:lnTo>
                  <a:lnTo>
                    <a:pt x="79349" y="10287"/>
                  </a:lnTo>
                  <a:close/>
                </a:path>
                <a:path w="118110" h="106044">
                  <a:moveTo>
                    <a:pt x="79578" y="9779"/>
                  </a:moveTo>
                  <a:lnTo>
                    <a:pt x="79235" y="9779"/>
                  </a:lnTo>
                  <a:lnTo>
                    <a:pt x="79286" y="10287"/>
                  </a:lnTo>
                  <a:lnTo>
                    <a:pt x="79578" y="9779"/>
                  </a:lnTo>
                  <a:close/>
                </a:path>
                <a:path w="118110" h="106044">
                  <a:moveTo>
                    <a:pt x="80048" y="8255"/>
                  </a:moveTo>
                  <a:lnTo>
                    <a:pt x="80010" y="7747"/>
                  </a:lnTo>
                  <a:lnTo>
                    <a:pt x="79857" y="7747"/>
                  </a:lnTo>
                  <a:lnTo>
                    <a:pt x="80048" y="8255"/>
                  </a:lnTo>
                  <a:close/>
                </a:path>
                <a:path w="118110" h="106044">
                  <a:moveTo>
                    <a:pt x="81826" y="75565"/>
                  </a:moveTo>
                  <a:lnTo>
                    <a:pt x="81673" y="75311"/>
                  </a:lnTo>
                  <a:lnTo>
                    <a:pt x="81457" y="75311"/>
                  </a:lnTo>
                  <a:lnTo>
                    <a:pt x="81394" y="75311"/>
                  </a:lnTo>
                  <a:lnTo>
                    <a:pt x="71869" y="75311"/>
                  </a:lnTo>
                  <a:lnTo>
                    <a:pt x="71869" y="75565"/>
                  </a:lnTo>
                  <a:lnTo>
                    <a:pt x="72478" y="75692"/>
                  </a:lnTo>
                  <a:lnTo>
                    <a:pt x="72478" y="75565"/>
                  </a:lnTo>
                  <a:lnTo>
                    <a:pt x="72834" y="75565"/>
                  </a:lnTo>
                  <a:lnTo>
                    <a:pt x="72923" y="75438"/>
                  </a:lnTo>
                  <a:lnTo>
                    <a:pt x="72923" y="75565"/>
                  </a:lnTo>
                  <a:lnTo>
                    <a:pt x="72923" y="75692"/>
                  </a:lnTo>
                  <a:lnTo>
                    <a:pt x="73190" y="75692"/>
                  </a:lnTo>
                  <a:lnTo>
                    <a:pt x="73444" y="75565"/>
                  </a:lnTo>
                  <a:lnTo>
                    <a:pt x="80899" y="75565"/>
                  </a:lnTo>
                  <a:lnTo>
                    <a:pt x="81534" y="75565"/>
                  </a:lnTo>
                  <a:lnTo>
                    <a:pt x="81826" y="75565"/>
                  </a:lnTo>
                  <a:close/>
                </a:path>
                <a:path w="118110" h="106044">
                  <a:moveTo>
                    <a:pt x="83146" y="9271"/>
                  </a:moveTo>
                  <a:lnTo>
                    <a:pt x="82829" y="9105"/>
                  </a:lnTo>
                  <a:lnTo>
                    <a:pt x="82880" y="8763"/>
                  </a:lnTo>
                  <a:lnTo>
                    <a:pt x="82689" y="9017"/>
                  </a:lnTo>
                  <a:lnTo>
                    <a:pt x="82854" y="8763"/>
                  </a:lnTo>
                  <a:lnTo>
                    <a:pt x="82588" y="8763"/>
                  </a:lnTo>
                  <a:lnTo>
                    <a:pt x="82651" y="9004"/>
                  </a:lnTo>
                  <a:lnTo>
                    <a:pt x="82232" y="8763"/>
                  </a:lnTo>
                  <a:lnTo>
                    <a:pt x="82257" y="9067"/>
                  </a:lnTo>
                  <a:lnTo>
                    <a:pt x="82283" y="9271"/>
                  </a:lnTo>
                  <a:lnTo>
                    <a:pt x="82207" y="9042"/>
                  </a:lnTo>
                  <a:lnTo>
                    <a:pt x="82130" y="8763"/>
                  </a:lnTo>
                  <a:lnTo>
                    <a:pt x="81788" y="8763"/>
                  </a:lnTo>
                  <a:lnTo>
                    <a:pt x="82016" y="9271"/>
                  </a:lnTo>
                  <a:lnTo>
                    <a:pt x="82092" y="9779"/>
                  </a:lnTo>
                  <a:lnTo>
                    <a:pt x="82219" y="9779"/>
                  </a:lnTo>
                  <a:lnTo>
                    <a:pt x="82245" y="10287"/>
                  </a:lnTo>
                  <a:lnTo>
                    <a:pt x="82435" y="10287"/>
                  </a:lnTo>
                  <a:lnTo>
                    <a:pt x="82562" y="10147"/>
                  </a:lnTo>
                  <a:lnTo>
                    <a:pt x="82550" y="9931"/>
                  </a:lnTo>
                  <a:lnTo>
                    <a:pt x="82626" y="10083"/>
                  </a:lnTo>
                  <a:lnTo>
                    <a:pt x="82918" y="9779"/>
                  </a:lnTo>
                  <a:lnTo>
                    <a:pt x="82689" y="9271"/>
                  </a:lnTo>
                  <a:lnTo>
                    <a:pt x="82816" y="9271"/>
                  </a:lnTo>
                  <a:lnTo>
                    <a:pt x="83007" y="9271"/>
                  </a:lnTo>
                  <a:lnTo>
                    <a:pt x="83146" y="9271"/>
                  </a:lnTo>
                  <a:close/>
                </a:path>
                <a:path w="118110" h="106044">
                  <a:moveTo>
                    <a:pt x="83693" y="9779"/>
                  </a:moveTo>
                  <a:lnTo>
                    <a:pt x="83223" y="9779"/>
                  </a:lnTo>
                  <a:lnTo>
                    <a:pt x="83578" y="10033"/>
                  </a:lnTo>
                  <a:lnTo>
                    <a:pt x="83693" y="9779"/>
                  </a:lnTo>
                  <a:close/>
                </a:path>
                <a:path w="118110" h="106044">
                  <a:moveTo>
                    <a:pt x="84416" y="93853"/>
                  </a:moveTo>
                  <a:lnTo>
                    <a:pt x="84315" y="93599"/>
                  </a:lnTo>
                  <a:lnTo>
                    <a:pt x="84201" y="93726"/>
                  </a:lnTo>
                  <a:lnTo>
                    <a:pt x="84416" y="93853"/>
                  </a:lnTo>
                  <a:close/>
                </a:path>
                <a:path w="118110" h="106044">
                  <a:moveTo>
                    <a:pt x="85001" y="93218"/>
                  </a:moveTo>
                  <a:lnTo>
                    <a:pt x="84632" y="93218"/>
                  </a:lnTo>
                  <a:lnTo>
                    <a:pt x="84683" y="93345"/>
                  </a:lnTo>
                  <a:lnTo>
                    <a:pt x="84797" y="93599"/>
                  </a:lnTo>
                  <a:lnTo>
                    <a:pt x="84912" y="93472"/>
                  </a:lnTo>
                  <a:lnTo>
                    <a:pt x="85001" y="93218"/>
                  </a:lnTo>
                  <a:close/>
                </a:path>
                <a:path w="118110" h="106044">
                  <a:moveTo>
                    <a:pt x="85636" y="73761"/>
                  </a:moveTo>
                  <a:lnTo>
                    <a:pt x="85509" y="73660"/>
                  </a:lnTo>
                  <a:lnTo>
                    <a:pt x="85356" y="73660"/>
                  </a:lnTo>
                  <a:lnTo>
                    <a:pt x="85636" y="73761"/>
                  </a:lnTo>
                  <a:close/>
                </a:path>
                <a:path w="118110" h="106044">
                  <a:moveTo>
                    <a:pt x="86093" y="75311"/>
                  </a:moveTo>
                  <a:lnTo>
                    <a:pt x="85864" y="75311"/>
                  </a:lnTo>
                  <a:lnTo>
                    <a:pt x="85661" y="75565"/>
                  </a:lnTo>
                  <a:lnTo>
                    <a:pt x="85966" y="75565"/>
                  </a:lnTo>
                  <a:lnTo>
                    <a:pt x="86004" y="75692"/>
                  </a:lnTo>
                  <a:lnTo>
                    <a:pt x="86093" y="75311"/>
                  </a:lnTo>
                  <a:close/>
                </a:path>
                <a:path w="118110" h="106044">
                  <a:moveTo>
                    <a:pt x="86715" y="75565"/>
                  </a:moveTo>
                  <a:lnTo>
                    <a:pt x="86207" y="75311"/>
                  </a:lnTo>
                  <a:lnTo>
                    <a:pt x="86093" y="75565"/>
                  </a:lnTo>
                  <a:lnTo>
                    <a:pt x="86715" y="75565"/>
                  </a:lnTo>
                  <a:close/>
                </a:path>
                <a:path w="118110" h="106044">
                  <a:moveTo>
                    <a:pt x="87236" y="75082"/>
                  </a:moveTo>
                  <a:lnTo>
                    <a:pt x="87172" y="74866"/>
                  </a:lnTo>
                  <a:lnTo>
                    <a:pt x="87096" y="75247"/>
                  </a:lnTo>
                  <a:lnTo>
                    <a:pt x="87236" y="75082"/>
                  </a:lnTo>
                  <a:close/>
                </a:path>
                <a:path w="118110" h="106044">
                  <a:moveTo>
                    <a:pt x="88023" y="94361"/>
                  </a:moveTo>
                  <a:lnTo>
                    <a:pt x="87985" y="93853"/>
                  </a:lnTo>
                  <a:lnTo>
                    <a:pt x="87871" y="94107"/>
                  </a:lnTo>
                  <a:lnTo>
                    <a:pt x="87312" y="94107"/>
                  </a:lnTo>
                  <a:lnTo>
                    <a:pt x="87236" y="94234"/>
                  </a:lnTo>
                  <a:lnTo>
                    <a:pt x="87706" y="94488"/>
                  </a:lnTo>
                  <a:lnTo>
                    <a:pt x="87642" y="94361"/>
                  </a:lnTo>
                  <a:lnTo>
                    <a:pt x="87871" y="94488"/>
                  </a:lnTo>
                  <a:lnTo>
                    <a:pt x="87782" y="94361"/>
                  </a:lnTo>
                  <a:lnTo>
                    <a:pt x="88023" y="94361"/>
                  </a:lnTo>
                  <a:close/>
                </a:path>
                <a:path w="118110" h="106044">
                  <a:moveTo>
                    <a:pt x="88709" y="94107"/>
                  </a:moveTo>
                  <a:lnTo>
                    <a:pt x="88315" y="94107"/>
                  </a:lnTo>
                  <a:lnTo>
                    <a:pt x="88341" y="94361"/>
                  </a:lnTo>
                  <a:lnTo>
                    <a:pt x="88709" y="94107"/>
                  </a:lnTo>
                  <a:close/>
                </a:path>
                <a:path w="118110" h="106044">
                  <a:moveTo>
                    <a:pt x="90017" y="95377"/>
                  </a:moveTo>
                  <a:lnTo>
                    <a:pt x="89916" y="95250"/>
                  </a:lnTo>
                  <a:lnTo>
                    <a:pt x="89789" y="95123"/>
                  </a:lnTo>
                  <a:lnTo>
                    <a:pt x="89636" y="94996"/>
                  </a:lnTo>
                  <a:lnTo>
                    <a:pt x="89484" y="94869"/>
                  </a:lnTo>
                  <a:lnTo>
                    <a:pt x="89166" y="94615"/>
                  </a:lnTo>
                  <a:lnTo>
                    <a:pt x="89014" y="94488"/>
                  </a:lnTo>
                  <a:lnTo>
                    <a:pt x="89027" y="94234"/>
                  </a:lnTo>
                  <a:lnTo>
                    <a:pt x="88569" y="94361"/>
                  </a:lnTo>
                  <a:lnTo>
                    <a:pt x="88341" y="94361"/>
                  </a:lnTo>
                  <a:lnTo>
                    <a:pt x="88341" y="94488"/>
                  </a:lnTo>
                  <a:lnTo>
                    <a:pt x="88125" y="94361"/>
                  </a:lnTo>
                  <a:lnTo>
                    <a:pt x="88049" y="94869"/>
                  </a:lnTo>
                  <a:lnTo>
                    <a:pt x="87642" y="94869"/>
                  </a:lnTo>
                  <a:lnTo>
                    <a:pt x="87630" y="94488"/>
                  </a:lnTo>
                  <a:lnTo>
                    <a:pt x="87401" y="94488"/>
                  </a:lnTo>
                  <a:lnTo>
                    <a:pt x="87033" y="94361"/>
                  </a:lnTo>
                  <a:lnTo>
                    <a:pt x="87160" y="94234"/>
                  </a:lnTo>
                  <a:lnTo>
                    <a:pt x="87287" y="94107"/>
                  </a:lnTo>
                  <a:lnTo>
                    <a:pt x="86690" y="94107"/>
                  </a:lnTo>
                  <a:lnTo>
                    <a:pt x="86614" y="94488"/>
                  </a:lnTo>
                  <a:lnTo>
                    <a:pt x="86499" y="94742"/>
                  </a:lnTo>
                  <a:lnTo>
                    <a:pt x="86347" y="94869"/>
                  </a:lnTo>
                  <a:lnTo>
                    <a:pt x="86385" y="94615"/>
                  </a:lnTo>
                  <a:lnTo>
                    <a:pt x="86398" y="94488"/>
                  </a:lnTo>
                  <a:lnTo>
                    <a:pt x="86436" y="94107"/>
                  </a:lnTo>
                  <a:lnTo>
                    <a:pt x="86207" y="93853"/>
                  </a:lnTo>
                  <a:lnTo>
                    <a:pt x="86093" y="93726"/>
                  </a:lnTo>
                  <a:lnTo>
                    <a:pt x="85801" y="94107"/>
                  </a:lnTo>
                  <a:lnTo>
                    <a:pt x="85699" y="94234"/>
                  </a:lnTo>
                  <a:lnTo>
                    <a:pt x="85598" y="94488"/>
                  </a:lnTo>
                  <a:lnTo>
                    <a:pt x="85483" y="94361"/>
                  </a:lnTo>
                  <a:lnTo>
                    <a:pt x="85382" y="94234"/>
                  </a:lnTo>
                  <a:lnTo>
                    <a:pt x="85686" y="94234"/>
                  </a:lnTo>
                  <a:lnTo>
                    <a:pt x="85585" y="94107"/>
                  </a:lnTo>
                  <a:lnTo>
                    <a:pt x="85839" y="93853"/>
                  </a:lnTo>
                  <a:lnTo>
                    <a:pt x="85496" y="93853"/>
                  </a:lnTo>
                  <a:lnTo>
                    <a:pt x="85432" y="93599"/>
                  </a:lnTo>
                  <a:lnTo>
                    <a:pt x="85407" y="94107"/>
                  </a:lnTo>
                  <a:lnTo>
                    <a:pt x="85318" y="93980"/>
                  </a:lnTo>
                  <a:lnTo>
                    <a:pt x="85407" y="94107"/>
                  </a:lnTo>
                  <a:lnTo>
                    <a:pt x="85407" y="93586"/>
                  </a:lnTo>
                  <a:lnTo>
                    <a:pt x="85255" y="93472"/>
                  </a:lnTo>
                  <a:lnTo>
                    <a:pt x="85242" y="93802"/>
                  </a:lnTo>
                  <a:lnTo>
                    <a:pt x="85077" y="93599"/>
                  </a:lnTo>
                  <a:lnTo>
                    <a:pt x="85013" y="93992"/>
                  </a:lnTo>
                  <a:lnTo>
                    <a:pt x="84785" y="93853"/>
                  </a:lnTo>
                  <a:lnTo>
                    <a:pt x="84823" y="93726"/>
                  </a:lnTo>
                  <a:lnTo>
                    <a:pt x="84416" y="93853"/>
                  </a:lnTo>
                  <a:lnTo>
                    <a:pt x="84848" y="94107"/>
                  </a:lnTo>
                  <a:lnTo>
                    <a:pt x="84264" y="94107"/>
                  </a:lnTo>
                  <a:lnTo>
                    <a:pt x="84074" y="93853"/>
                  </a:lnTo>
                  <a:lnTo>
                    <a:pt x="83985" y="93726"/>
                  </a:lnTo>
                  <a:lnTo>
                    <a:pt x="83654" y="93980"/>
                  </a:lnTo>
                  <a:lnTo>
                    <a:pt x="83654" y="93853"/>
                  </a:lnTo>
                  <a:lnTo>
                    <a:pt x="83642" y="93599"/>
                  </a:lnTo>
                  <a:lnTo>
                    <a:pt x="83502" y="93726"/>
                  </a:lnTo>
                  <a:lnTo>
                    <a:pt x="83439" y="93853"/>
                  </a:lnTo>
                  <a:lnTo>
                    <a:pt x="82943" y="93472"/>
                  </a:lnTo>
                  <a:lnTo>
                    <a:pt x="82892" y="93599"/>
                  </a:lnTo>
                  <a:lnTo>
                    <a:pt x="82804" y="93853"/>
                  </a:lnTo>
                  <a:lnTo>
                    <a:pt x="82753" y="93980"/>
                  </a:lnTo>
                  <a:lnTo>
                    <a:pt x="81940" y="93472"/>
                  </a:lnTo>
                  <a:lnTo>
                    <a:pt x="81838" y="93726"/>
                  </a:lnTo>
                  <a:lnTo>
                    <a:pt x="81813" y="94107"/>
                  </a:lnTo>
                  <a:lnTo>
                    <a:pt x="81686" y="94107"/>
                  </a:lnTo>
                  <a:lnTo>
                    <a:pt x="81737" y="93980"/>
                  </a:lnTo>
                  <a:lnTo>
                    <a:pt x="81813" y="94107"/>
                  </a:lnTo>
                  <a:lnTo>
                    <a:pt x="81813" y="93751"/>
                  </a:lnTo>
                  <a:lnTo>
                    <a:pt x="81661" y="93853"/>
                  </a:lnTo>
                  <a:lnTo>
                    <a:pt x="81584" y="93726"/>
                  </a:lnTo>
                  <a:lnTo>
                    <a:pt x="81508" y="93599"/>
                  </a:lnTo>
                  <a:lnTo>
                    <a:pt x="81381" y="93472"/>
                  </a:lnTo>
                  <a:lnTo>
                    <a:pt x="81254" y="93345"/>
                  </a:lnTo>
                  <a:lnTo>
                    <a:pt x="81140" y="93218"/>
                  </a:lnTo>
                  <a:lnTo>
                    <a:pt x="80797" y="93091"/>
                  </a:lnTo>
                  <a:lnTo>
                    <a:pt x="80340" y="93345"/>
                  </a:lnTo>
                  <a:lnTo>
                    <a:pt x="79857" y="93345"/>
                  </a:lnTo>
                  <a:lnTo>
                    <a:pt x="79921" y="93472"/>
                  </a:lnTo>
                  <a:lnTo>
                    <a:pt x="79997" y="93599"/>
                  </a:lnTo>
                  <a:lnTo>
                    <a:pt x="80073" y="93726"/>
                  </a:lnTo>
                  <a:lnTo>
                    <a:pt x="79463" y="93726"/>
                  </a:lnTo>
                  <a:lnTo>
                    <a:pt x="79336" y="93853"/>
                  </a:lnTo>
                  <a:lnTo>
                    <a:pt x="79260" y="93573"/>
                  </a:lnTo>
                  <a:lnTo>
                    <a:pt x="79616" y="93345"/>
                  </a:lnTo>
                  <a:lnTo>
                    <a:pt x="79336" y="93218"/>
                  </a:lnTo>
                  <a:lnTo>
                    <a:pt x="79248" y="93472"/>
                  </a:lnTo>
                  <a:lnTo>
                    <a:pt x="79057" y="93345"/>
                  </a:lnTo>
                  <a:lnTo>
                    <a:pt x="79057" y="93726"/>
                  </a:lnTo>
                  <a:lnTo>
                    <a:pt x="78892" y="93599"/>
                  </a:lnTo>
                  <a:lnTo>
                    <a:pt x="78803" y="93472"/>
                  </a:lnTo>
                  <a:lnTo>
                    <a:pt x="78714" y="93345"/>
                  </a:lnTo>
                  <a:lnTo>
                    <a:pt x="78625" y="93218"/>
                  </a:lnTo>
                  <a:lnTo>
                    <a:pt x="78511" y="93345"/>
                  </a:lnTo>
                  <a:lnTo>
                    <a:pt x="78422" y="93599"/>
                  </a:lnTo>
                  <a:lnTo>
                    <a:pt x="78143" y="94107"/>
                  </a:lnTo>
                  <a:lnTo>
                    <a:pt x="77622" y="93726"/>
                  </a:lnTo>
                  <a:lnTo>
                    <a:pt x="77355" y="93472"/>
                  </a:lnTo>
                  <a:lnTo>
                    <a:pt x="77025" y="93599"/>
                  </a:lnTo>
                  <a:lnTo>
                    <a:pt x="76568" y="93345"/>
                  </a:lnTo>
                  <a:lnTo>
                    <a:pt x="76314" y="93345"/>
                  </a:lnTo>
                  <a:lnTo>
                    <a:pt x="76200" y="93218"/>
                  </a:lnTo>
                  <a:lnTo>
                    <a:pt x="76073" y="93091"/>
                  </a:lnTo>
                  <a:lnTo>
                    <a:pt x="75958" y="92964"/>
                  </a:lnTo>
                  <a:lnTo>
                    <a:pt x="75844" y="92837"/>
                  </a:lnTo>
                  <a:lnTo>
                    <a:pt x="75768" y="92964"/>
                  </a:lnTo>
                  <a:lnTo>
                    <a:pt x="75692" y="93091"/>
                  </a:lnTo>
                  <a:lnTo>
                    <a:pt x="75628" y="93218"/>
                  </a:lnTo>
                  <a:lnTo>
                    <a:pt x="75552" y="93345"/>
                  </a:lnTo>
                  <a:lnTo>
                    <a:pt x="75476" y="93472"/>
                  </a:lnTo>
                  <a:lnTo>
                    <a:pt x="75412" y="93599"/>
                  </a:lnTo>
                  <a:lnTo>
                    <a:pt x="74980" y="93472"/>
                  </a:lnTo>
                  <a:lnTo>
                    <a:pt x="75006" y="93218"/>
                  </a:lnTo>
                  <a:lnTo>
                    <a:pt x="75209" y="93091"/>
                  </a:lnTo>
                  <a:lnTo>
                    <a:pt x="74891" y="93091"/>
                  </a:lnTo>
                  <a:lnTo>
                    <a:pt x="74764" y="93472"/>
                  </a:lnTo>
                  <a:lnTo>
                    <a:pt x="74536" y="93472"/>
                  </a:lnTo>
                  <a:lnTo>
                    <a:pt x="74523" y="93599"/>
                  </a:lnTo>
                  <a:lnTo>
                    <a:pt x="73634" y="93599"/>
                  </a:lnTo>
                  <a:lnTo>
                    <a:pt x="72834" y="94107"/>
                  </a:lnTo>
                  <a:lnTo>
                    <a:pt x="72351" y="94107"/>
                  </a:lnTo>
                  <a:lnTo>
                    <a:pt x="72250" y="93853"/>
                  </a:lnTo>
                  <a:lnTo>
                    <a:pt x="72212" y="93726"/>
                  </a:lnTo>
                  <a:lnTo>
                    <a:pt x="68440" y="93599"/>
                  </a:lnTo>
                  <a:lnTo>
                    <a:pt x="64668" y="93472"/>
                  </a:lnTo>
                  <a:lnTo>
                    <a:pt x="65062" y="93091"/>
                  </a:lnTo>
                  <a:lnTo>
                    <a:pt x="64058" y="92964"/>
                  </a:lnTo>
                  <a:lnTo>
                    <a:pt x="63715" y="93218"/>
                  </a:lnTo>
                  <a:lnTo>
                    <a:pt x="63550" y="93294"/>
                  </a:lnTo>
                  <a:lnTo>
                    <a:pt x="63627" y="93091"/>
                  </a:lnTo>
                  <a:lnTo>
                    <a:pt x="63347" y="92964"/>
                  </a:lnTo>
                  <a:lnTo>
                    <a:pt x="62268" y="92456"/>
                  </a:lnTo>
                  <a:lnTo>
                    <a:pt x="62280" y="92786"/>
                  </a:lnTo>
                  <a:lnTo>
                    <a:pt x="62280" y="92964"/>
                  </a:lnTo>
                  <a:lnTo>
                    <a:pt x="62433" y="92964"/>
                  </a:lnTo>
                  <a:lnTo>
                    <a:pt x="62280" y="92964"/>
                  </a:lnTo>
                  <a:lnTo>
                    <a:pt x="61937" y="92964"/>
                  </a:lnTo>
                  <a:lnTo>
                    <a:pt x="61963" y="92837"/>
                  </a:lnTo>
                  <a:lnTo>
                    <a:pt x="62014" y="92583"/>
                  </a:lnTo>
                  <a:lnTo>
                    <a:pt x="61709" y="92710"/>
                  </a:lnTo>
                  <a:lnTo>
                    <a:pt x="61582" y="92837"/>
                  </a:lnTo>
                  <a:lnTo>
                    <a:pt x="61582" y="92456"/>
                  </a:lnTo>
                  <a:lnTo>
                    <a:pt x="61582" y="92329"/>
                  </a:lnTo>
                  <a:lnTo>
                    <a:pt x="61569" y="92202"/>
                  </a:lnTo>
                  <a:lnTo>
                    <a:pt x="61569" y="92075"/>
                  </a:lnTo>
                  <a:lnTo>
                    <a:pt x="43192" y="92075"/>
                  </a:lnTo>
                  <a:lnTo>
                    <a:pt x="42900" y="91909"/>
                  </a:lnTo>
                  <a:lnTo>
                    <a:pt x="42710" y="92075"/>
                  </a:lnTo>
                  <a:lnTo>
                    <a:pt x="42329" y="92075"/>
                  </a:lnTo>
                  <a:lnTo>
                    <a:pt x="42024" y="92075"/>
                  </a:lnTo>
                  <a:lnTo>
                    <a:pt x="41732" y="92202"/>
                  </a:lnTo>
                  <a:lnTo>
                    <a:pt x="41567" y="92075"/>
                  </a:lnTo>
                  <a:lnTo>
                    <a:pt x="42024" y="92075"/>
                  </a:lnTo>
                  <a:lnTo>
                    <a:pt x="42329" y="91948"/>
                  </a:lnTo>
                  <a:lnTo>
                    <a:pt x="42621" y="91821"/>
                  </a:lnTo>
                  <a:lnTo>
                    <a:pt x="42532" y="91694"/>
                  </a:lnTo>
                  <a:lnTo>
                    <a:pt x="42710" y="91694"/>
                  </a:lnTo>
                  <a:lnTo>
                    <a:pt x="42786" y="91440"/>
                  </a:lnTo>
                  <a:lnTo>
                    <a:pt x="42379" y="91440"/>
                  </a:lnTo>
                  <a:lnTo>
                    <a:pt x="42252" y="91440"/>
                  </a:lnTo>
                  <a:lnTo>
                    <a:pt x="42329" y="91821"/>
                  </a:lnTo>
                  <a:lnTo>
                    <a:pt x="41706" y="91821"/>
                  </a:lnTo>
                  <a:lnTo>
                    <a:pt x="41605" y="91694"/>
                  </a:lnTo>
                  <a:lnTo>
                    <a:pt x="41452" y="91694"/>
                  </a:lnTo>
                  <a:lnTo>
                    <a:pt x="41389" y="91821"/>
                  </a:lnTo>
                  <a:lnTo>
                    <a:pt x="41249" y="91821"/>
                  </a:lnTo>
                  <a:lnTo>
                    <a:pt x="41008" y="91821"/>
                  </a:lnTo>
                  <a:lnTo>
                    <a:pt x="41122" y="92075"/>
                  </a:lnTo>
                  <a:lnTo>
                    <a:pt x="40411" y="92075"/>
                  </a:lnTo>
                  <a:lnTo>
                    <a:pt x="40144" y="92075"/>
                  </a:lnTo>
                  <a:lnTo>
                    <a:pt x="40017" y="92049"/>
                  </a:lnTo>
                  <a:lnTo>
                    <a:pt x="39611" y="91948"/>
                  </a:lnTo>
                  <a:lnTo>
                    <a:pt x="39522" y="92075"/>
                  </a:lnTo>
                  <a:lnTo>
                    <a:pt x="39027" y="91948"/>
                  </a:lnTo>
                  <a:lnTo>
                    <a:pt x="39281" y="92075"/>
                  </a:lnTo>
                  <a:lnTo>
                    <a:pt x="38379" y="92075"/>
                  </a:lnTo>
                  <a:lnTo>
                    <a:pt x="37998" y="92075"/>
                  </a:lnTo>
                  <a:lnTo>
                    <a:pt x="37617" y="92075"/>
                  </a:lnTo>
                  <a:lnTo>
                    <a:pt x="36334" y="92075"/>
                  </a:lnTo>
                  <a:lnTo>
                    <a:pt x="36118" y="92075"/>
                  </a:lnTo>
                  <a:lnTo>
                    <a:pt x="36144" y="91821"/>
                  </a:lnTo>
                  <a:lnTo>
                    <a:pt x="35953" y="91909"/>
                  </a:lnTo>
                  <a:lnTo>
                    <a:pt x="35763" y="91960"/>
                  </a:lnTo>
                  <a:lnTo>
                    <a:pt x="35547" y="92075"/>
                  </a:lnTo>
                  <a:lnTo>
                    <a:pt x="35801" y="92075"/>
                  </a:lnTo>
                  <a:lnTo>
                    <a:pt x="35725" y="92329"/>
                  </a:lnTo>
                  <a:lnTo>
                    <a:pt x="35610" y="92202"/>
                  </a:lnTo>
                  <a:lnTo>
                    <a:pt x="35547" y="92075"/>
                  </a:lnTo>
                  <a:lnTo>
                    <a:pt x="35229" y="92075"/>
                  </a:lnTo>
                  <a:lnTo>
                    <a:pt x="35179" y="92202"/>
                  </a:lnTo>
                  <a:lnTo>
                    <a:pt x="35471" y="92100"/>
                  </a:lnTo>
                  <a:lnTo>
                    <a:pt x="35344" y="92329"/>
                  </a:lnTo>
                  <a:lnTo>
                    <a:pt x="35267" y="92456"/>
                  </a:lnTo>
                  <a:lnTo>
                    <a:pt x="35001" y="92583"/>
                  </a:lnTo>
                  <a:lnTo>
                    <a:pt x="34925" y="92456"/>
                  </a:lnTo>
                  <a:lnTo>
                    <a:pt x="34848" y="92329"/>
                  </a:lnTo>
                  <a:lnTo>
                    <a:pt x="34874" y="92837"/>
                  </a:lnTo>
                  <a:lnTo>
                    <a:pt x="35128" y="92837"/>
                  </a:lnTo>
                  <a:lnTo>
                    <a:pt x="35382" y="92583"/>
                  </a:lnTo>
                  <a:lnTo>
                    <a:pt x="35280" y="92710"/>
                  </a:lnTo>
                  <a:lnTo>
                    <a:pt x="35128" y="92837"/>
                  </a:lnTo>
                  <a:lnTo>
                    <a:pt x="34594" y="93345"/>
                  </a:lnTo>
                  <a:lnTo>
                    <a:pt x="34366" y="93472"/>
                  </a:lnTo>
                  <a:lnTo>
                    <a:pt x="31407" y="93472"/>
                  </a:lnTo>
                  <a:lnTo>
                    <a:pt x="30911" y="93472"/>
                  </a:lnTo>
                  <a:lnTo>
                    <a:pt x="30772" y="93472"/>
                  </a:lnTo>
                  <a:lnTo>
                    <a:pt x="30695" y="93599"/>
                  </a:lnTo>
                  <a:lnTo>
                    <a:pt x="30619" y="93726"/>
                  </a:lnTo>
                  <a:lnTo>
                    <a:pt x="30556" y="93853"/>
                  </a:lnTo>
                  <a:lnTo>
                    <a:pt x="30353" y="93853"/>
                  </a:lnTo>
                  <a:lnTo>
                    <a:pt x="30276" y="93726"/>
                  </a:lnTo>
                  <a:lnTo>
                    <a:pt x="29857" y="93726"/>
                  </a:lnTo>
                  <a:lnTo>
                    <a:pt x="29768" y="93472"/>
                  </a:lnTo>
                  <a:lnTo>
                    <a:pt x="29972" y="93472"/>
                  </a:lnTo>
                  <a:lnTo>
                    <a:pt x="30099" y="93345"/>
                  </a:lnTo>
                  <a:lnTo>
                    <a:pt x="30226" y="93218"/>
                  </a:lnTo>
                  <a:lnTo>
                    <a:pt x="29705" y="93332"/>
                  </a:lnTo>
                  <a:lnTo>
                    <a:pt x="29222" y="93027"/>
                  </a:lnTo>
                  <a:lnTo>
                    <a:pt x="29222" y="93726"/>
                  </a:lnTo>
                  <a:lnTo>
                    <a:pt x="29006" y="93853"/>
                  </a:lnTo>
                  <a:lnTo>
                    <a:pt x="29032" y="94107"/>
                  </a:lnTo>
                  <a:lnTo>
                    <a:pt x="28930" y="93611"/>
                  </a:lnTo>
                  <a:lnTo>
                    <a:pt x="29222" y="93726"/>
                  </a:lnTo>
                  <a:lnTo>
                    <a:pt x="29222" y="93027"/>
                  </a:lnTo>
                  <a:lnTo>
                    <a:pt x="29083" y="92964"/>
                  </a:lnTo>
                  <a:lnTo>
                    <a:pt x="28867" y="93091"/>
                  </a:lnTo>
                  <a:lnTo>
                    <a:pt x="28765" y="93218"/>
                  </a:lnTo>
                  <a:lnTo>
                    <a:pt x="28905" y="93281"/>
                  </a:lnTo>
                  <a:lnTo>
                    <a:pt x="29133" y="93345"/>
                  </a:lnTo>
                  <a:lnTo>
                    <a:pt x="28968" y="93472"/>
                  </a:lnTo>
                  <a:lnTo>
                    <a:pt x="28956" y="93345"/>
                  </a:lnTo>
                  <a:lnTo>
                    <a:pt x="28829" y="93472"/>
                  </a:lnTo>
                  <a:lnTo>
                    <a:pt x="28765" y="93599"/>
                  </a:lnTo>
                  <a:lnTo>
                    <a:pt x="28651" y="93853"/>
                  </a:lnTo>
                  <a:lnTo>
                    <a:pt x="28536" y="94107"/>
                  </a:lnTo>
                  <a:lnTo>
                    <a:pt x="28295" y="93853"/>
                  </a:lnTo>
                  <a:lnTo>
                    <a:pt x="28181" y="93726"/>
                  </a:lnTo>
                  <a:lnTo>
                    <a:pt x="28092" y="94107"/>
                  </a:lnTo>
                  <a:lnTo>
                    <a:pt x="27825" y="94107"/>
                  </a:lnTo>
                  <a:lnTo>
                    <a:pt x="27914" y="93853"/>
                  </a:lnTo>
                  <a:lnTo>
                    <a:pt x="28003" y="93599"/>
                  </a:lnTo>
                  <a:lnTo>
                    <a:pt x="27825" y="93726"/>
                  </a:lnTo>
                  <a:lnTo>
                    <a:pt x="27660" y="94005"/>
                  </a:lnTo>
                  <a:lnTo>
                    <a:pt x="27660" y="94361"/>
                  </a:lnTo>
                  <a:lnTo>
                    <a:pt x="27355" y="94488"/>
                  </a:lnTo>
                  <a:lnTo>
                    <a:pt x="27305" y="94361"/>
                  </a:lnTo>
                  <a:lnTo>
                    <a:pt x="27444" y="94361"/>
                  </a:lnTo>
                  <a:lnTo>
                    <a:pt x="27660" y="94361"/>
                  </a:lnTo>
                  <a:lnTo>
                    <a:pt x="27660" y="94005"/>
                  </a:lnTo>
                  <a:lnTo>
                    <a:pt x="27520" y="94234"/>
                  </a:lnTo>
                  <a:lnTo>
                    <a:pt x="27343" y="94310"/>
                  </a:lnTo>
                  <a:lnTo>
                    <a:pt x="27203" y="94107"/>
                  </a:lnTo>
                  <a:lnTo>
                    <a:pt x="27292" y="94234"/>
                  </a:lnTo>
                  <a:lnTo>
                    <a:pt x="27165" y="94272"/>
                  </a:lnTo>
                  <a:lnTo>
                    <a:pt x="26962" y="94310"/>
                  </a:lnTo>
                  <a:lnTo>
                    <a:pt x="27089" y="94107"/>
                  </a:lnTo>
                  <a:lnTo>
                    <a:pt x="26911" y="94107"/>
                  </a:lnTo>
                  <a:lnTo>
                    <a:pt x="26911" y="94361"/>
                  </a:lnTo>
                  <a:lnTo>
                    <a:pt x="26771" y="94488"/>
                  </a:lnTo>
                  <a:lnTo>
                    <a:pt x="26746" y="94361"/>
                  </a:lnTo>
                  <a:lnTo>
                    <a:pt x="26911" y="94361"/>
                  </a:lnTo>
                  <a:lnTo>
                    <a:pt x="26911" y="94107"/>
                  </a:lnTo>
                  <a:lnTo>
                    <a:pt x="26784" y="94234"/>
                  </a:lnTo>
                  <a:lnTo>
                    <a:pt x="26593" y="94361"/>
                  </a:lnTo>
                  <a:lnTo>
                    <a:pt x="26543" y="94488"/>
                  </a:lnTo>
                  <a:lnTo>
                    <a:pt x="26250" y="94488"/>
                  </a:lnTo>
                  <a:lnTo>
                    <a:pt x="26377" y="94234"/>
                  </a:lnTo>
                  <a:lnTo>
                    <a:pt x="25933" y="94361"/>
                  </a:lnTo>
                  <a:lnTo>
                    <a:pt x="25958" y="94538"/>
                  </a:lnTo>
                  <a:lnTo>
                    <a:pt x="25361" y="94615"/>
                  </a:lnTo>
                  <a:lnTo>
                    <a:pt x="25857" y="94742"/>
                  </a:lnTo>
                  <a:lnTo>
                    <a:pt x="25984" y="94627"/>
                  </a:lnTo>
                  <a:lnTo>
                    <a:pt x="26035" y="94869"/>
                  </a:lnTo>
                  <a:lnTo>
                    <a:pt x="25768" y="94869"/>
                  </a:lnTo>
                  <a:lnTo>
                    <a:pt x="25692" y="94996"/>
                  </a:lnTo>
                  <a:lnTo>
                    <a:pt x="25488" y="95123"/>
                  </a:lnTo>
                  <a:lnTo>
                    <a:pt x="25082" y="94869"/>
                  </a:lnTo>
                  <a:lnTo>
                    <a:pt x="25209" y="95250"/>
                  </a:lnTo>
                  <a:lnTo>
                    <a:pt x="24726" y="95250"/>
                  </a:lnTo>
                  <a:lnTo>
                    <a:pt x="24688" y="94996"/>
                  </a:lnTo>
                  <a:lnTo>
                    <a:pt x="24663" y="94869"/>
                  </a:lnTo>
                  <a:lnTo>
                    <a:pt x="24447" y="94869"/>
                  </a:lnTo>
                  <a:lnTo>
                    <a:pt x="24244" y="94869"/>
                  </a:lnTo>
                  <a:lnTo>
                    <a:pt x="24320" y="94996"/>
                  </a:lnTo>
                  <a:lnTo>
                    <a:pt x="24091" y="94996"/>
                  </a:lnTo>
                  <a:lnTo>
                    <a:pt x="24003" y="94869"/>
                  </a:lnTo>
                  <a:lnTo>
                    <a:pt x="23926" y="94742"/>
                  </a:lnTo>
                  <a:lnTo>
                    <a:pt x="24155" y="94615"/>
                  </a:lnTo>
                  <a:lnTo>
                    <a:pt x="23964" y="94615"/>
                  </a:lnTo>
                  <a:lnTo>
                    <a:pt x="23495" y="94869"/>
                  </a:lnTo>
                  <a:lnTo>
                    <a:pt x="24180" y="95123"/>
                  </a:lnTo>
                  <a:lnTo>
                    <a:pt x="24066" y="95250"/>
                  </a:lnTo>
                  <a:lnTo>
                    <a:pt x="23952" y="95377"/>
                  </a:lnTo>
                  <a:lnTo>
                    <a:pt x="90017" y="95377"/>
                  </a:lnTo>
                  <a:close/>
                </a:path>
                <a:path w="118110" h="106044">
                  <a:moveTo>
                    <a:pt x="90703" y="19812"/>
                  </a:moveTo>
                  <a:lnTo>
                    <a:pt x="90627" y="19329"/>
                  </a:lnTo>
                  <a:lnTo>
                    <a:pt x="90703" y="19812"/>
                  </a:lnTo>
                  <a:close/>
                </a:path>
                <a:path w="118110" h="106044">
                  <a:moveTo>
                    <a:pt x="90766" y="95377"/>
                  </a:moveTo>
                  <a:lnTo>
                    <a:pt x="90017" y="95377"/>
                  </a:lnTo>
                  <a:lnTo>
                    <a:pt x="90220" y="95631"/>
                  </a:lnTo>
                  <a:lnTo>
                    <a:pt x="90728" y="95631"/>
                  </a:lnTo>
                  <a:lnTo>
                    <a:pt x="90766" y="95377"/>
                  </a:lnTo>
                  <a:close/>
                </a:path>
                <a:path w="118110" h="106044">
                  <a:moveTo>
                    <a:pt x="90906" y="16129"/>
                  </a:moveTo>
                  <a:lnTo>
                    <a:pt x="90449" y="16129"/>
                  </a:lnTo>
                  <a:lnTo>
                    <a:pt x="90436" y="16256"/>
                  </a:lnTo>
                  <a:lnTo>
                    <a:pt x="90436" y="16383"/>
                  </a:lnTo>
                  <a:lnTo>
                    <a:pt x="90424" y="16637"/>
                  </a:lnTo>
                  <a:lnTo>
                    <a:pt x="90678" y="16637"/>
                  </a:lnTo>
                  <a:lnTo>
                    <a:pt x="90741" y="16471"/>
                  </a:lnTo>
                  <a:lnTo>
                    <a:pt x="90906" y="16129"/>
                  </a:lnTo>
                  <a:close/>
                </a:path>
                <a:path w="118110" h="106044">
                  <a:moveTo>
                    <a:pt x="92125" y="95250"/>
                  </a:moveTo>
                  <a:lnTo>
                    <a:pt x="92087" y="94996"/>
                  </a:lnTo>
                  <a:lnTo>
                    <a:pt x="91859" y="94996"/>
                  </a:lnTo>
                  <a:lnTo>
                    <a:pt x="92125" y="95250"/>
                  </a:lnTo>
                  <a:close/>
                </a:path>
                <a:path w="118110" h="106044">
                  <a:moveTo>
                    <a:pt x="92595" y="20955"/>
                  </a:moveTo>
                  <a:lnTo>
                    <a:pt x="92456" y="20637"/>
                  </a:lnTo>
                  <a:lnTo>
                    <a:pt x="92329" y="20739"/>
                  </a:lnTo>
                  <a:lnTo>
                    <a:pt x="92570" y="20955"/>
                  </a:lnTo>
                  <a:close/>
                </a:path>
                <a:path w="118110" h="106044">
                  <a:moveTo>
                    <a:pt x="93091" y="20624"/>
                  </a:moveTo>
                  <a:lnTo>
                    <a:pt x="93027" y="20447"/>
                  </a:lnTo>
                  <a:lnTo>
                    <a:pt x="92989" y="20599"/>
                  </a:lnTo>
                  <a:close/>
                </a:path>
                <a:path w="118110" h="106044">
                  <a:moveTo>
                    <a:pt x="93129" y="95250"/>
                  </a:moveTo>
                  <a:lnTo>
                    <a:pt x="92989" y="95250"/>
                  </a:lnTo>
                  <a:lnTo>
                    <a:pt x="93129" y="95250"/>
                  </a:lnTo>
                  <a:close/>
                </a:path>
                <a:path w="118110" h="106044">
                  <a:moveTo>
                    <a:pt x="93129" y="20688"/>
                  </a:moveTo>
                  <a:lnTo>
                    <a:pt x="92938" y="20840"/>
                  </a:lnTo>
                  <a:lnTo>
                    <a:pt x="93129" y="20713"/>
                  </a:lnTo>
                  <a:close/>
                </a:path>
                <a:path w="118110" h="106044">
                  <a:moveTo>
                    <a:pt x="93281" y="66802"/>
                  </a:moveTo>
                  <a:lnTo>
                    <a:pt x="93154" y="66548"/>
                  </a:lnTo>
                  <a:lnTo>
                    <a:pt x="93027" y="66802"/>
                  </a:lnTo>
                  <a:lnTo>
                    <a:pt x="92964" y="66929"/>
                  </a:lnTo>
                  <a:lnTo>
                    <a:pt x="93281" y="66802"/>
                  </a:lnTo>
                  <a:close/>
                </a:path>
                <a:path w="118110" h="106044">
                  <a:moveTo>
                    <a:pt x="93459" y="36233"/>
                  </a:moveTo>
                  <a:lnTo>
                    <a:pt x="93446" y="35687"/>
                  </a:lnTo>
                  <a:lnTo>
                    <a:pt x="93306" y="36258"/>
                  </a:lnTo>
                  <a:lnTo>
                    <a:pt x="93459" y="36233"/>
                  </a:lnTo>
                  <a:close/>
                </a:path>
                <a:path w="118110" h="106044">
                  <a:moveTo>
                    <a:pt x="93992" y="66802"/>
                  </a:moveTo>
                  <a:lnTo>
                    <a:pt x="93764" y="66802"/>
                  </a:lnTo>
                  <a:lnTo>
                    <a:pt x="93687" y="66954"/>
                  </a:lnTo>
                  <a:lnTo>
                    <a:pt x="93865" y="67056"/>
                  </a:lnTo>
                  <a:lnTo>
                    <a:pt x="93992" y="66802"/>
                  </a:lnTo>
                  <a:close/>
                </a:path>
                <a:path w="118110" h="106044">
                  <a:moveTo>
                    <a:pt x="94335" y="22479"/>
                  </a:moveTo>
                  <a:lnTo>
                    <a:pt x="93840" y="22085"/>
                  </a:lnTo>
                  <a:lnTo>
                    <a:pt x="93738" y="22479"/>
                  </a:lnTo>
                  <a:lnTo>
                    <a:pt x="94335" y="22479"/>
                  </a:lnTo>
                  <a:close/>
                </a:path>
                <a:path w="118110" h="106044">
                  <a:moveTo>
                    <a:pt x="95465" y="21196"/>
                  </a:moveTo>
                  <a:close/>
                </a:path>
                <a:path w="118110" h="106044">
                  <a:moveTo>
                    <a:pt x="95948" y="62522"/>
                  </a:moveTo>
                  <a:lnTo>
                    <a:pt x="95859" y="62357"/>
                  </a:lnTo>
                  <a:lnTo>
                    <a:pt x="95859" y="62585"/>
                  </a:lnTo>
                  <a:close/>
                </a:path>
                <a:path w="118110" h="106044">
                  <a:moveTo>
                    <a:pt x="96647" y="17272"/>
                  </a:moveTo>
                  <a:lnTo>
                    <a:pt x="95681" y="17272"/>
                  </a:lnTo>
                  <a:lnTo>
                    <a:pt x="94957" y="17475"/>
                  </a:lnTo>
                  <a:lnTo>
                    <a:pt x="94945" y="17272"/>
                  </a:lnTo>
                  <a:lnTo>
                    <a:pt x="95084" y="16637"/>
                  </a:lnTo>
                  <a:lnTo>
                    <a:pt x="94627" y="16637"/>
                  </a:lnTo>
                  <a:lnTo>
                    <a:pt x="94703" y="17272"/>
                  </a:lnTo>
                  <a:lnTo>
                    <a:pt x="94729" y="17538"/>
                  </a:lnTo>
                  <a:lnTo>
                    <a:pt x="94449" y="17614"/>
                  </a:lnTo>
                  <a:lnTo>
                    <a:pt x="94729" y="17564"/>
                  </a:lnTo>
                  <a:lnTo>
                    <a:pt x="94767" y="17780"/>
                  </a:lnTo>
                  <a:lnTo>
                    <a:pt x="94970" y="17780"/>
                  </a:lnTo>
                  <a:lnTo>
                    <a:pt x="94970" y="17526"/>
                  </a:lnTo>
                  <a:lnTo>
                    <a:pt x="96647" y="17272"/>
                  </a:lnTo>
                  <a:close/>
                </a:path>
                <a:path w="118110" h="106044">
                  <a:moveTo>
                    <a:pt x="97256" y="21463"/>
                  </a:moveTo>
                  <a:lnTo>
                    <a:pt x="97091" y="20955"/>
                  </a:lnTo>
                  <a:lnTo>
                    <a:pt x="96570" y="20955"/>
                  </a:lnTo>
                  <a:lnTo>
                    <a:pt x="96456" y="21399"/>
                  </a:lnTo>
                  <a:lnTo>
                    <a:pt x="97256" y="21463"/>
                  </a:lnTo>
                  <a:close/>
                </a:path>
                <a:path w="118110" h="106044">
                  <a:moveTo>
                    <a:pt x="97269" y="22479"/>
                  </a:moveTo>
                  <a:lnTo>
                    <a:pt x="96989" y="21971"/>
                  </a:lnTo>
                  <a:lnTo>
                    <a:pt x="96875" y="22479"/>
                  </a:lnTo>
                  <a:lnTo>
                    <a:pt x="97269" y="22479"/>
                  </a:lnTo>
                  <a:close/>
                </a:path>
                <a:path w="118110" h="106044">
                  <a:moveTo>
                    <a:pt x="97345" y="95250"/>
                  </a:moveTo>
                  <a:lnTo>
                    <a:pt x="96697" y="94996"/>
                  </a:lnTo>
                  <a:lnTo>
                    <a:pt x="97015" y="95250"/>
                  </a:lnTo>
                  <a:lnTo>
                    <a:pt x="97028" y="95377"/>
                  </a:lnTo>
                  <a:lnTo>
                    <a:pt x="97269" y="95377"/>
                  </a:lnTo>
                  <a:lnTo>
                    <a:pt x="97345" y="95250"/>
                  </a:lnTo>
                  <a:close/>
                </a:path>
                <a:path w="118110" h="106044">
                  <a:moveTo>
                    <a:pt x="97650" y="95377"/>
                  </a:moveTo>
                  <a:lnTo>
                    <a:pt x="97599" y="95250"/>
                  </a:lnTo>
                  <a:lnTo>
                    <a:pt x="97370" y="95250"/>
                  </a:lnTo>
                  <a:lnTo>
                    <a:pt x="97370" y="95377"/>
                  </a:lnTo>
                  <a:lnTo>
                    <a:pt x="97650" y="95377"/>
                  </a:lnTo>
                  <a:close/>
                </a:path>
                <a:path w="118110" h="106044">
                  <a:moveTo>
                    <a:pt x="98069" y="95377"/>
                  </a:moveTo>
                  <a:lnTo>
                    <a:pt x="97650" y="95377"/>
                  </a:lnTo>
                  <a:lnTo>
                    <a:pt x="97751" y="95631"/>
                  </a:lnTo>
                  <a:lnTo>
                    <a:pt x="98069" y="95377"/>
                  </a:lnTo>
                  <a:close/>
                </a:path>
                <a:path w="118110" h="106044">
                  <a:moveTo>
                    <a:pt x="98894" y="96520"/>
                  </a:moveTo>
                  <a:lnTo>
                    <a:pt x="98755" y="96393"/>
                  </a:lnTo>
                  <a:lnTo>
                    <a:pt x="98679" y="96266"/>
                  </a:lnTo>
                  <a:lnTo>
                    <a:pt x="98590" y="96139"/>
                  </a:lnTo>
                  <a:lnTo>
                    <a:pt x="98513" y="96012"/>
                  </a:lnTo>
                  <a:lnTo>
                    <a:pt x="98348" y="96139"/>
                  </a:lnTo>
                  <a:lnTo>
                    <a:pt x="98310" y="96266"/>
                  </a:lnTo>
                  <a:lnTo>
                    <a:pt x="98894" y="96520"/>
                  </a:lnTo>
                  <a:close/>
                </a:path>
                <a:path w="118110" h="106044">
                  <a:moveTo>
                    <a:pt x="99085" y="96139"/>
                  </a:moveTo>
                  <a:lnTo>
                    <a:pt x="98856" y="96266"/>
                  </a:lnTo>
                  <a:lnTo>
                    <a:pt x="98894" y="96393"/>
                  </a:lnTo>
                  <a:lnTo>
                    <a:pt x="99009" y="96266"/>
                  </a:lnTo>
                  <a:lnTo>
                    <a:pt x="99085" y="96139"/>
                  </a:lnTo>
                  <a:close/>
                </a:path>
                <a:path w="118110" h="106044">
                  <a:moveTo>
                    <a:pt x="99187" y="62865"/>
                  </a:moveTo>
                  <a:lnTo>
                    <a:pt x="98818" y="63119"/>
                  </a:lnTo>
                  <a:lnTo>
                    <a:pt x="98983" y="63119"/>
                  </a:lnTo>
                  <a:lnTo>
                    <a:pt x="99187" y="62865"/>
                  </a:lnTo>
                  <a:close/>
                </a:path>
                <a:path w="118110" h="106044">
                  <a:moveTo>
                    <a:pt x="100482" y="62865"/>
                  </a:moveTo>
                  <a:lnTo>
                    <a:pt x="100304" y="62865"/>
                  </a:lnTo>
                  <a:lnTo>
                    <a:pt x="100355" y="63119"/>
                  </a:lnTo>
                  <a:lnTo>
                    <a:pt x="100482" y="62865"/>
                  </a:lnTo>
                  <a:close/>
                </a:path>
                <a:path w="118110" h="106044">
                  <a:moveTo>
                    <a:pt x="101955" y="59436"/>
                  </a:moveTo>
                  <a:lnTo>
                    <a:pt x="101600" y="59436"/>
                  </a:lnTo>
                  <a:lnTo>
                    <a:pt x="101930" y="59690"/>
                  </a:lnTo>
                  <a:lnTo>
                    <a:pt x="101955" y="59436"/>
                  </a:lnTo>
                  <a:close/>
                </a:path>
                <a:path w="118110" h="106044">
                  <a:moveTo>
                    <a:pt x="102196" y="27813"/>
                  </a:moveTo>
                  <a:lnTo>
                    <a:pt x="101155" y="27647"/>
                  </a:lnTo>
                  <a:lnTo>
                    <a:pt x="101142" y="27813"/>
                  </a:lnTo>
                  <a:lnTo>
                    <a:pt x="102196" y="27813"/>
                  </a:lnTo>
                  <a:close/>
                </a:path>
                <a:path w="118110" h="106044">
                  <a:moveTo>
                    <a:pt x="103670" y="57277"/>
                  </a:moveTo>
                  <a:lnTo>
                    <a:pt x="103124" y="57404"/>
                  </a:lnTo>
                  <a:lnTo>
                    <a:pt x="103136" y="57023"/>
                  </a:lnTo>
                  <a:lnTo>
                    <a:pt x="102793" y="57023"/>
                  </a:lnTo>
                  <a:lnTo>
                    <a:pt x="102857" y="57785"/>
                  </a:lnTo>
                  <a:lnTo>
                    <a:pt x="102654" y="57785"/>
                  </a:lnTo>
                  <a:lnTo>
                    <a:pt x="102552" y="57912"/>
                  </a:lnTo>
                  <a:lnTo>
                    <a:pt x="102489" y="57785"/>
                  </a:lnTo>
                  <a:lnTo>
                    <a:pt x="102260" y="57404"/>
                  </a:lnTo>
                  <a:lnTo>
                    <a:pt x="102184" y="57277"/>
                  </a:lnTo>
                  <a:lnTo>
                    <a:pt x="102666" y="57277"/>
                  </a:lnTo>
                  <a:lnTo>
                    <a:pt x="102793" y="57023"/>
                  </a:lnTo>
                  <a:lnTo>
                    <a:pt x="102590" y="57111"/>
                  </a:lnTo>
                  <a:lnTo>
                    <a:pt x="102717" y="57023"/>
                  </a:lnTo>
                  <a:lnTo>
                    <a:pt x="102628" y="56769"/>
                  </a:lnTo>
                  <a:lnTo>
                    <a:pt x="102349" y="57023"/>
                  </a:lnTo>
                  <a:lnTo>
                    <a:pt x="101701" y="57023"/>
                  </a:lnTo>
                  <a:lnTo>
                    <a:pt x="101701" y="58039"/>
                  </a:lnTo>
                  <a:lnTo>
                    <a:pt x="101663" y="58407"/>
                  </a:lnTo>
                  <a:lnTo>
                    <a:pt x="101638" y="58674"/>
                  </a:lnTo>
                  <a:lnTo>
                    <a:pt x="101536" y="58420"/>
                  </a:lnTo>
                  <a:lnTo>
                    <a:pt x="101663" y="58420"/>
                  </a:lnTo>
                  <a:lnTo>
                    <a:pt x="101015" y="58039"/>
                  </a:lnTo>
                  <a:lnTo>
                    <a:pt x="101422" y="58039"/>
                  </a:lnTo>
                  <a:lnTo>
                    <a:pt x="101701" y="58039"/>
                  </a:lnTo>
                  <a:lnTo>
                    <a:pt x="101701" y="57023"/>
                  </a:lnTo>
                  <a:lnTo>
                    <a:pt x="101244" y="57023"/>
                  </a:lnTo>
                  <a:lnTo>
                    <a:pt x="101244" y="57404"/>
                  </a:lnTo>
                  <a:lnTo>
                    <a:pt x="101231" y="57785"/>
                  </a:lnTo>
                  <a:lnTo>
                    <a:pt x="100939" y="57785"/>
                  </a:lnTo>
                  <a:lnTo>
                    <a:pt x="100799" y="57785"/>
                  </a:lnTo>
                  <a:lnTo>
                    <a:pt x="100622" y="57785"/>
                  </a:lnTo>
                  <a:lnTo>
                    <a:pt x="100253" y="57404"/>
                  </a:lnTo>
                  <a:lnTo>
                    <a:pt x="100139" y="57277"/>
                  </a:lnTo>
                  <a:lnTo>
                    <a:pt x="100799" y="57785"/>
                  </a:lnTo>
                  <a:lnTo>
                    <a:pt x="100634" y="57404"/>
                  </a:lnTo>
                  <a:lnTo>
                    <a:pt x="101244" y="57404"/>
                  </a:lnTo>
                  <a:lnTo>
                    <a:pt x="101244" y="57023"/>
                  </a:lnTo>
                  <a:lnTo>
                    <a:pt x="18834" y="57023"/>
                  </a:lnTo>
                  <a:lnTo>
                    <a:pt x="18834" y="58039"/>
                  </a:lnTo>
                  <a:lnTo>
                    <a:pt x="18262" y="58420"/>
                  </a:lnTo>
                  <a:lnTo>
                    <a:pt x="18491" y="58039"/>
                  </a:lnTo>
                  <a:lnTo>
                    <a:pt x="18834" y="58039"/>
                  </a:lnTo>
                  <a:lnTo>
                    <a:pt x="18834" y="57023"/>
                  </a:lnTo>
                  <a:lnTo>
                    <a:pt x="14300" y="57023"/>
                  </a:lnTo>
                  <a:lnTo>
                    <a:pt x="14300" y="60579"/>
                  </a:lnTo>
                  <a:lnTo>
                    <a:pt x="13360" y="60452"/>
                  </a:lnTo>
                  <a:lnTo>
                    <a:pt x="14097" y="60452"/>
                  </a:lnTo>
                  <a:lnTo>
                    <a:pt x="14300" y="60579"/>
                  </a:lnTo>
                  <a:lnTo>
                    <a:pt x="14300" y="57023"/>
                  </a:lnTo>
                  <a:lnTo>
                    <a:pt x="13157" y="57023"/>
                  </a:lnTo>
                  <a:lnTo>
                    <a:pt x="13157" y="57404"/>
                  </a:lnTo>
                  <a:lnTo>
                    <a:pt x="12306" y="57670"/>
                  </a:lnTo>
                  <a:lnTo>
                    <a:pt x="12484" y="57404"/>
                  </a:lnTo>
                  <a:lnTo>
                    <a:pt x="12573" y="57277"/>
                  </a:lnTo>
                  <a:lnTo>
                    <a:pt x="12928" y="57277"/>
                  </a:lnTo>
                  <a:lnTo>
                    <a:pt x="13157" y="57404"/>
                  </a:lnTo>
                  <a:lnTo>
                    <a:pt x="13157" y="57023"/>
                  </a:lnTo>
                  <a:lnTo>
                    <a:pt x="11760" y="57023"/>
                  </a:lnTo>
                  <a:lnTo>
                    <a:pt x="11760" y="60452"/>
                  </a:lnTo>
                  <a:lnTo>
                    <a:pt x="11468" y="60604"/>
                  </a:lnTo>
                  <a:lnTo>
                    <a:pt x="11531" y="60452"/>
                  </a:lnTo>
                  <a:lnTo>
                    <a:pt x="11760" y="60452"/>
                  </a:lnTo>
                  <a:lnTo>
                    <a:pt x="11760" y="57023"/>
                  </a:lnTo>
                  <a:lnTo>
                    <a:pt x="10769" y="57023"/>
                  </a:lnTo>
                  <a:lnTo>
                    <a:pt x="10769" y="58928"/>
                  </a:lnTo>
                  <a:lnTo>
                    <a:pt x="10693" y="59055"/>
                  </a:lnTo>
                  <a:lnTo>
                    <a:pt x="10629" y="58928"/>
                  </a:lnTo>
                  <a:lnTo>
                    <a:pt x="10769" y="58928"/>
                  </a:lnTo>
                  <a:lnTo>
                    <a:pt x="10769" y="57023"/>
                  </a:lnTo>
                  <a:lnTo>
                    <a:pt x="8788" y="57023"/>
                  </a:lnTo>
                  <a:lnTo>
                    <a:pt x="8775" y="57150"/>
                  </a:lnTo>
                  <a:lnTo>
                    <a:pt x="8559" y="57023"/>
                  </a:lnTo>
                  <a:lnTo>
                    <a:pt x="8788" y="57023"/>
                  </a:lnTo>
                  <a:lnTo>
                    <a:pt x="8801" y="56769"/>
                  </a:lnTo>
                  <a:lnTo>
                    <a:pt x="8343" y="56515"/>
                  </a:lnTo>
                  <a:lnTo>
                    <a:pt x="8229" y="56769"/>
                  </a:lnTo>
                  <a:lnTo>
                    <a:pt x="8458" y="56769"/>
                  </a:lnTo>
                  <a:lnTo>
                    <a:pt x="8331" y="56896"/>
                  </a:lnTo>
                  <a:lnTo>
                    <a:pt x="8128" y="56769"/>
                  </a:lnTo>
                  <a:lnTo>
                    <a:pt x="8001" y="57404"/>
                  </a:lnTo>
                  <a:lnTo>
                    <a:pt x="7861" y="57785"/>
                  </a:lnTo>
                  <a:lnTo>
                    <a:pt x="8115" y="57785"/>
                  </a:lnTo>
                  <a:lnTo>
                    <a:pt x="8521" y="58039"/>
                  </a:lnTo>
                  <a:lnTo>
                    <a:pt x="8064" y="58039"/>
                  </a:lnTo>
                  <a:lnTo>
                    <a:pt x="7531" y="58674"/>
                  </a:lnTo>
                  <a:lnTo>
                    <a:pt x="7454" y="58889"/>
                  </a:lnTo>
                  <a:lnTo>
                    <a:pt x="8293" y="58674"/>
                  </a:lnTo>
                  <a:lnTo>
                    <a:pt x="8178" y="58420"/>
                  </a:lnTo>
                  <a:lnTo>
                    <a:pt x="8559" y="58420"/>
                  </a:lnTo>
                  <a:lnTo>
                    <a:pt x="8534" y="58039"/>
                  </a:lnTo>
                  <a:lnTo>
                    <a:pt x="8864" y="58039"/>
                  </a:lnTo>
                  <a:lnTo>
                    <a:pt x="8750" y="58420"/>
                  </a:lnTo>
                  <a:lnTo>
                    <a:pt x="9042" y="58039"/>
                  </a:lnTo>
                  <a:lnTo>
                    <a:pt x="9486" y="58039"/>
                  </a:lnTo>
                  <a:lnTo>
                    <a:pt x="9728" y="58420"/>
                  </a:lnTo>
                  <a:lnTo>
                    <a:pt x="8750" y="58420"/>
                  </a:lnTo>
                  <a:lnTo>
                    <a:pt x="8483" y="58547"/>
                  </a:lnTo>
                  <a:lnTo>
                    <a:pt x="8305" y="58674"/>
                  </a:lnTo>
                  <a:lnTo>
                    <a:pt x="8331" y="58928"/>
                  </a:lnTo>
                  <a:lnTo>
                    <a:pt x="8661" y="58928"/>
                  </a:lnTo>
                  <a:lnTo>
                    <a:pt x="8356" y="59436"/>
                  </a:lnTo>
                  <a:lnTo>
                    <a:pt x="8737" y="59182"/>
                  </a:lnTo>
                  <a:lnTo>
                    <a:pt x="9017" y="58928"/>
                  </a:lnTo>
                  <a:lnTo>
                    <a:pt x="8839" y="58928"/>
                  </a:lnTo>
                  <a:lnTo>
                    <a:pt x="8712" y="58674"/>
                  </a:lnTo>
                  <a:lnTo>
                    <a:pt x="8674" y="58826"/>
                  </a:lnTo>
                  <a:lnTo>
                    <a:pt x="8483" y="58674"/>
                  </a:lnTo>
                  <a:lnTo>
                    <a:pt x="8699" y="58674"/>
                  </a:lnTo>
                  <a:lnTo>
                    <a:pt x="9791" y="58674"/>
                  </a:lnTo>
                  <a:lnTo>
                    <a:pt x="9931" y="58928"/>
                  </a:lnTo>
                  <a:lnTo>
                    <a:pt x="10071" y="59055"/>
                  </a:lnTo>
                  <a:lnTo>
                    <a:pt x="10236" y="59182"/>
                  </a:lnTo>
                  <a:lnTo>
                    <a:pt x="10541" y="59436"/>
                  </a:lnTo>
                  <a:lnTo>
                    <a:pt x="10629" y="59182"/>
                  </a:lnTo>
                  <a:lnTo>
                    <a:pt x="10769" y="59182"/>
                  </a:lnTo>
                  <a:lnTo>
                    <a:pt x="10909" y="59436"/>
                  </a:lnTo>
                  <a:lnTo>
                    <a:pt x="10579" y="59436"/>
                  </a:lnTo>
                  <a:lnTo>
                    <a:pt x="10312" y="59436"/>
                  </a:lnTo>
                  <a:lnTo>
                    <a:pt x="10236" y="59563"/>
                  </a:lnTo>
                  <a:lnTo>
                    <a:pt x="10172" y="59690"/>
                  </a:lnTo>
                  <a:lnTo>
                    <a:pt x="10617" y="59690"/>
                  </a:lnTo>
                  <a:lnTo>
                    <a:pt x="11074" y="59690"/>
                  </a:lnTo>
                  <a:lnTo>
                    <a:pt x="11315" y="59486"/>
                  </a:lnTo>
                  <a:lnTo>
                    <a:pt x="11391" y="59944"/>
                  </a:lnTo>
                  <a:lnTo>
                    <a:pt x="11544" y="60096"/>
                  </a:lnTo>
                  <a:lnTo>
                    <a:pt x="11671" y="60198"/>
                  </a:lnTo>
                  <a:lnTo>
                    <a:pt x="11722" y="60375"/>
                  </a:lnTo>
                  <a:lnTo>
                    <a:pt x="11315" y="60248"/>
                  </a:lnTo>
                  <a:lnTo>
                    <a:pt x="11315" y="60680"/>
                  </a:lnTo>
                  <a:lnTo>
                    <a:pt x="11125" y="60706"/>
                  </a:lnTo>
                  <a:lnTo>
                    <a:pt x="10896" y="60706"/>
                  </a:lnTo>
                  <a:lnTo>
                    <a:pt x="10756" y="60921"/>
                  </a:lnTo>
                  <a:lnTo>
                    <a:pt x="10490" y="60490"/>
                  </a:lnTo>
                  <a:lnTo>
                    <a:pt x="10947" y="60591"/>
                  </a:lnTo>
                  <a:lnTo>
                    <a:pt x="10756" y="60452"/>
                  </a:lnTo>
                  <a:lnTo>
                    <a:pt x="11023" y="60452"/>
                  </a:lnTo>
                  <a:lnTo>
                    <a:pt x="11214" y="60236"/>
                  </a:lnTo>
                  <a:lnTo>
                    <a:pt x="11264" y="60667"/>
                  </a:lnTo>
                  <a:lnTo>
                    <a:pt x="11315" y="60248"/>
                  </a:lnTo>
                  <a:lnTo>
                    <a:pt x="9906" y="60452"/>
                  </a:lnTo>
                  <a:lnTo>
                    <a:pt x="10388" y="60452"/>
                  </a:lnTo>
                  <a:lnTo>
                    <a:pt x="10388" y="60706"/>
                  </a:lnTo>
                  <a:lnTo>
                    <a:pt x="10299" y="60960"/>
                  </a:lnTo>
                  <a:lnTo>
                    <a:pt x="10490" y="60960"/>
                  </a:lnTo>
                  <a:lnTo>
                    <a:pt x="10629" y="61099"/>
                  </a:lnTo>
                  <a:lnTo>
                    <a:pt x="10769" y="60985"/>
                  </a:lnTo>
                  <a:lnTo>
                    <a:pt x="11163" y="61087"/>
                  </a:lnTo>
                  <a:lnTo>
                    <a:pt x="11061" y="60960"/>
                  </a:lnTo>
                  <a:lnTo>
                    <a:pt x="11277" y="60960"/>
                  </a:lnTo>
                  <a:lnTo>
                    <a:pt x="11201" y="61087"/>
                  </a:lnTo>
                  <a:lnTo>
                    <a:pt x="11671" y="61214"/>
                  </a:lnTo>
                  <a:lnTo>
                    <a:pt x="11468" y="60960"/>
                  </a:lnTo>
                  <a:lnTo>
                    <a:pt x="14744" y="60960"/>
                  </a:lnTo>
                  <a:lnTo>
                    <a:pt x="14808" y="61214"/>
                  </a:lnTo>
                  <a:lnTo>
                    <a:pt x="11671" y="61214"/>
                  </a:lnTo>
                  <a:lnTo>
                    <a:pt x="11290" y="61214"/>
                  </a:lnTo>
                  <a:lnTo>
                    <a:pt x="11214" y="61595"/>
                  </a:lnTo>
                  <a:lnTo>
                    <a:pt x="10922" y="61595"/>
                  </a:lnTo>
                  <a:lnTo>
                    <a:pt x="10985" y="61214"/>
                  </a:lnTo>
                  <a:lnTo>
                    <a:pt x="10782" y="61214"/>
                  </a:lnTo>
                  <a:lnTo>
                    <a:pt x="10655" y="61214"/>
                  </a:lnTo>
                  <a:lnTo>
                    <a:pt x="10490" y="61214"/>
                  </a:lnTo>
                  <a:lnTo>
                    <a:pt x="10274" y="61214"/>
                  </a:lnTo>
                  <a:lnTo>
                    <a:pt x="10236" y="61087"/>
                  </a:lnTo>
                  <a:lnTo>
                    <a:pt x="10198" y="60960"/>
                  </a:lnTo>
                  <a:lnTo>
                    <a:pt x="10121" y="60706"/>
                  </a:lnTo>
                  <a:lnTo>
                    <a:pt x="9588" y="60960"/>
                  </a:lnTo>
                  <a:lnTo>
                    <a:pt x="9829" y="60960"/>
                  </a:lnTo>
                  <a:lnTo>
                    <a:pt x="10147" y="61214"/>
                  </a:lnTo>
                  <a:lnTo>
                    <a:pt x="10261" y="61849"/>
                  </a:lnTo>
                  <a:lnTo>
                    <a:pt x="10337" y="62230"/>
                  </a:lnTo>
                  <a:lnTo>
                    <a:pt x="9893" y="62103"/>
                  </a:lnTo>
                  <a:lnTo>
                    <a:pt x="9715" y="61849"/>
                  </a:lnTo>
                  <a:lnTo>
                    <a:pt x="9182" y="62103"/>
                  </a:lnTo>
                  <a:lnTo>
                    <a:pt x="9550" y="62103"/>
                  </a:lnTo>
                  <a:lnTo>
                    <a:pt x="9779" y="62357"/>
                  </a:lnTo>
                  <a:lnTo>
                    <a:pt x="12649" y="63792"/>
                  </a:lnTo>
                  <a:lnTo>
                    <a:pt x="9042" y="63157"/>
                  </a:lnTo>
                  <a:lnTo>
                    <a:pt x="10337" y="63715"/>
                  </a:lnTo>
                  <a:lnTo>
                    <a:pt x="11493" y="63715"/>
                  </a:lnTo>
                  <a:lnTo>
                    <a:pt x="12700" y="64744"/>
                  </a:lnTo>
                  <a:lnTo>
                    <a:pt x="15316" y="65112"/>
                  </a:lnTo>
                  <a:lnTo>
                    <a:pt x="15608" y="65252"/>
                  </a:lnTo>
                  <a:lnTo>
                    <a:pt x="15074" y="66319"/>
                  </a:lnTo>
                  <a:lnTo>
                    <a:pt x="15875" y="66040"/>
                  </a:lnTo>
                  <a:lnTo>
                    <a:pt x="16256" y="66040"/>
                  </a:lnTo>
                  <a:lnTo>
                    <a:pt x="16662" y="66929"/>
                  </a:lnTo>
                  <a:lnTo>
                    <a:pt x="16954" y="66497"/>
                  </a:lnTo>
                  <a:lnTo>
                    <a:pt x="17843" y="66548"/>
                  </a:lnTo>
                  <a:lnTo>
                    <a:pt x="17310" y="66090"/>
                  </a:lnTo>
                  <a:lnTo>
                    <a:pt x="18249" y="66548"/>
                  </a:lnTo>
                  <a:lnTo>
                    <a:pt x="18770" y="66802"/>
                  </a:lnTo>
                  <a:lnTo>
                    <a:pt x="18681" y="67056"/>
                  </a:lnTo>
                  <a:lnTo>
                    <a:pt x="18402" y="67056"/>
                  </a:lnTo>
                  <a:lnTo>
                    <a:pt x="19253" y="67830"/>
                  </a:lnTo>
                  <a:lnTo>
                    <a:pt x="19050" y="68199"/>
                  </a:lnTo>
                  <a:lnTo>
                    <a:pt x="17995" y="68199"/>
                  </a:lnTo>
                  <a:lnTo>
                    <a:pt x="22034" y="68795"/>
                  </a:lnTo>
                  <a:lnTo>
                    <a:pt x="21983" y="68618"/>
                  </a:lnTo>
                  <a:lnTo>
                    <a:pt x="21907" y="68389"/>
                  </a:lnTo>
                  <a:lnTo>
                    <a:pt x="21450" y="68199"/>
                  </a:lnTo>
                  <a:lnTo>
                    <a:pt x="21602" y="68199"/>
                  </a:lnTo>
                  <a:lnTo>
                    <a:pt x="21894" y="68351"/>
                  </a:lnTo>
                  <a:lnTo>
                    <a:pt x="21856" y="68199"/>
                  </a:lnTo>
                  <a:lnTo>
                    <a:pt x="21996" y="68199"/>
                  </a:lnTo>
                  <a:lnTo>
                    <a:pt x="22288" y="68199"/>
                  </a:lnTo>
                  <a:lnTo>
                    <a:pt x="22301" y="68541"/>
                  </a:lnTo>
                  <a:lnTo>
                    <a:pt x="22301" y="68707"/>
                  </a:lnTo>
                  <a:lnTo>
                    <a:pt x="22313" y="68834"/>
                  </a:lnTo>
                  <a:lnTo>
                    <a:pt x="22720" y="68884"/>
                  </a:lnTo>
                  <a:lnTo>
                    <a:pt x="23025" y="68910"/>
                  </a:lnTo>
                  <a:lnTo>
                    <a:pt x="22567" y="69100"/>
                  </a:lnTo>
                  <a:lnTo>
                    <a:pt x="22326" y="69189"/>
                  </a:lnTo>
                  <a:lnTo>
                    <a:pt x="22174" y="69240"/>
                  </a:lnTo>
                  <a:lnTo>
                    <a:pt x="21551" y="69481"/>
                  </a:lnTo>
                  <a:lnTo>
                    <a:pt x="20205" y="69723"/>
                  </a:lnTo>
                  <a:lnTo>
                    <a:pt x="20929" y="69723"/>
                  </a:lnTo>
                  <a:lnTo>
                    <a:pt x="21971" y="69723"/>
                  </a:lnTo>
                  <a:lnTo>
                    <a:pt x="25374" y="69723"/>
                  </a:lnTo>
                  <a:lnTo>
                    <a:pt x="25006" y="69977"/>
                  </a:lnTo>
                  <a:lnTo>
                    <a:pt x="25996" y="69977"/>
                  </a:lnTo>
                  <a:lnTo>
                    <a:pt x="26073" y="69723"/>
                  </a:lnTo>
                  <a:lnTo>
                    <a:pt x="25895" y="69723"/>
                  </a:lnTo>
                  <a:lnTo>
                    <a:pt x="25615" y="69723"/>
                  </a:lnTo>
                  <a:lnTo>
                    <a:pt x="25450" y="69596"/>
                  </a:lnTo>
                  <a:lnTo>
                    <a:pt x="25209" y="69532"/>
                  </a:lnTo>
                  <a:lnTo>
                    <a:pt x="25412" y="69570"/>
                  </a:lnTo>
                  <a:lnTo>
                    <a:pt x="25196" y="69418"/>
                  </a:lnTo>
                  <a:lnTo>
                    <a:pt x="25196" y="69253"/>
                  </a:lnTo>
                  <a:lnTo>
                    <a:pt x="28511" y="69723"/>
                  </a:lnTo>
                  <a:lnTo>
                    <a:pt x="26339" y="69723"/>
                  </a:lnTo>
                  <a:lnTo>
                    <a:pt x="26466" y="69977"/>
                  </a:lnTo>
                  <a:lnTo>
                    <a:pt x="27101" y="70345"/>
                  </a:lnTo>
                  <a:lnTo>
                    <a:pt x="27089" y="69977"/>
                  </a:lnTo>
                  <a:lnTo>
                    <a:pt x="27355" y="69977"/>
                  </a:lnTo>
                  <a:lnTo>
                    <a:pt x="27355" y="70485"/>
                  </a:lnTo>
                  <a:lnTo>
                    <a:pt x="27355" y="70739"/>
                  </a:lnTo>
                  <a:lnTo>
                    <a:pt x="27698" y="70485"/>
                  </a:lnTo>
                  <a:lnTo>
                    <a:pt x="28397" y="69977"/>
                  </a:lnTo>
                  <a:lnTo>
                    <a:pt x="28676" y="70485"/>
                  </a:lnTo>
                  <a:lnTo>
                    <a:pt x="28752" y="70231"/>
                  </a:lnTo>
                  <a:lnTo>
                    <a:pt x="28829" y="69977"/>
                  </a:lnTo>
                  <a:lnTo>
                    <a:pt x="28917" y="69723"/>
                  </a:lnTo>
                  <a:lnTo>
                    <a:pt x="29057" y="69723"/>
                  </a:lnTo>
                  <a:lnTo>
                    <a:pt x="29565" y="70358"/>
                  </a:lnTo>
                  <a:lnTo>
                    <a:pt x="29845" y="70231"/>
                  </a:lnTo>
                  <a:lnTo>
                    <a:pt x="30099" y="70231"/>
                  </a:lnTo>
                  <a:lnTo>
                    <a:pt x="30022" y="70612"/>
                  </a:lnTo>
                  <a:lnTo>
                    <a:pt x="30187" y="70485"/>
                  </a:lnTo>
                  <a:lnTo>
                    <a:pt x="30378" y="70485"/>
                  </a:lnTo>
                  <a:lnTo>
                    <a:pt x="30454" y="70739"/>
                  </a:lnTo>
                  <a:lnTo>
                    <a:pt x="30937" y="70485"/>
                  </a:lnTo>
                  <a:lnTo>
                    <a:pt x="31026" y="71120"/>
                  </a:lnTo>
                  <a:lnTo>
                    <a:pt x="31203" y="71120"/>
                  </a:lnTo>
                  <a:lnTo>
                    <a:pt x="31521" y="70739"/>
                  </a:lnTo>
                  <a:lnTo>
                    <a:pt x="31762" y="71120"/>
                  </a:lnTo>
                  <a:lnTo>
                    <a:pt x="31978" y="70739"/>
                  </a:lnTo>
                  <a:lnTo>
                    <a:pt x="32156" y="70739"/>
                  </a:lnTo>
                  <a:lnTo>
                    <a:pt x="32512" y="71120"/>
                  </a:lnTo>
                  <a:lnTo>
                    <a:pt x="32880" y="70764"/>
                  </a:lnTo>
                  <a:lnTo>
                    <a:pt x="32842" y="71120"/>
                  </a:lnTo>
                  <a:lnTo>
                    <a:pt x="32600" y="71120"/>
                  </a:lnTo>
                  <a:lnTo>
                    <a:pt x="32639" y="71475"/>
                  </a:lnTo>
                  <a:lnTo>
                    <a:pt x="32842" y="71374"/>
                  </a:lnTo>
                  <a:lnTo>
                    <a:pt x="33274" y="71120"/>
                  </a:lnTo>
                  <a:lnTo>
                    <a:pt x="32842" y="71374"/>
                  </a:lnTo>
                  <a:lnTo>
                    <a:pt x="33756" y="71374"/>
                  </a:lnTo>
                  <a:lnTo>
                    <a:pt x="33578" y="71120"/>
                  </a:lnTo>
                  <a:lnTo>
                    <a:pt x="33718" y="71120"/>
                  </a:lnTo>
                  <a:lnTo>
                    <a:pt x="33934" y="71120"/>
                  </a:lnTo>
                  <a:lnTo>
                    <a:pt x="33782" y="71031"/>
                  </a:lnTo>
                  <a:lnTo>
                    <a:pt x="33845" y="70739"/>
                  </a:lnTo>
                  <a:lnTo>
                    <a:pt x="34036" y="70739"/>
                  </a:lnTo>
                  <a:lnTo>
                    <a:pt x="34226" y="70739"/>
                  </a:lnTo>
                  <a:lnTo>
                    <a:pt x="36626" y="71120"/>
                  </a:lnTo>
                  <a:lnTo>
                    <a:pt x="36931" y="70789"/>
                  </a:lnTo>
                  <a:lnTo>
                    <a:pt x="36830" y="71120"/>
                  </a:lnTo>
                  <a:lnTo>
                    <a:pt x="36626" y="71120"/>
                  </a:lnTo>
                  <a:lnTo>
                    <a:pt x="34544" y="71120"/>
                  </a:lnTo>
                  <a:lnTo>
                    <a:pt x="34582" y="71247"/>
                  </a:lnTo>
                  <a:lnTo>
                    <a:pt x="34417" y="71234"/>
                  </a:lnTo>
                  <a:lnTo>
                    <a:pt x="34277" y="71208"/>
                  </a:lnTo>
                  <a:lnTo>
                    <a:pt x="33934" y="71158"/>
                  </a:lnTo>
                  <a:lnTo>
                    <a:pt x="33604" y="71120"/>
                  </a:lnTo>
                  <a:lnTo>
                    <a:pt x="33782" y="71374"/>
                  </a:lnTo>
                  <a:lnTo>
                    <a:pt x="34010" y="71374"/>
                  </a:lnTo>
                  <a:lnTo>
                    <a:pt x="34340" y="71374"/>
                  </a:lnTo>
                  <a:lnTo>
                    <a:pt x="34290" y="71628"/>
                  </a:lnTo>
                  <a:lnTo>
                    <a:pt x="34632" y="71628"/>
                  </a:lnTo>
                  <a:lnTo>
                    <a:pt x="34620" y="71374"/>
                  </a:lnTo>
                  <a:lnTo>
                    <a:pt x="35445" y="71374"/>
                  </a:lnTo>
                  <a:lnTo>
                    <a:pt x="39674" y="71374"/>
                  </a:lnTo>
                  <a:lnTo>
                    <a:pt x="39865" y="71513"/>
                  </a:lnTo>
                  <a:lnTo>
                    <a:pt x="40195" y="71628"/>
                  </a:lnTo>
                  <a:lnTo>
                    <a:pt x="40259" y="71374"/>
                  </a:lnTo>
                  <a:lnTo>
                    <a:pt x="39979" y="71247"/>
                  </a:lnTo>
                  <a:lnTo>
                    <a:pt x="39738" y="71120"/>
                  </a:lnTo>
                  <a:lnTo>
                    <a:pt x="39446" y="71120"/>
                  </a:lnTo>
                  <a:lnTo>
                    <a:pt x="39357" y="70878"/>
                  </a:lnTo>
                  <a:lnTo>
                    <a:pt x="39916" y="70739"/>
                  </a:lnTo>
                  <a:lnTo>
                    <a:pt x="40093" y="70739"/>
                  </a:lnTo>
                  <a:lnTo>
                    <a:pt x="40386" y="70739"/>
                  </a:lnTo>
                  <a:lnTo>
                    <a:pt x="40589" y="70485"/>
                  </a:lnTo>
                  <a:lnTo>
                    <a:pt x="40563" y="70777"/>
                  </a:lnTo>
                  <a:lnTo>
                    <a:pt x="41770" y="70739"/>
                  </a:lnTo>
                  <a:lnTo>
                    <a:pt x="43027" y="70739"/>
                  </a:lnTo>
                  <a:lnTo>
                    <a:pt x="43205" y="70637"/>
                  </a:lnTo>
                  <a:lnTo>
                    <a:pt x="43611" y="70739"/>
                  </a:lnTo>
                  <a:lnTo>
                    <a:pt x="47002" y="70739"/>
                  </a:lnTo>
                  <a:lnTo>
                    <a:pt x="47180" y="70485"/>
                  </a:lnTo>
                  <a:lnTo>
                    <a:pt x="43815" y="70485"/>
                  </a:lnTo>
                  <a:lnTo>
                    <a:pt x="43611" y="70231"/>
                  </a:lnTo>
                  <a:lnTo>
                    <a:pt x="43611" y="70485"/>
                  </a:lnTo>
                  <a:lnTo>
                    <a:pt x="43484" y="70485"/>
                  </a:lnTo>
                  <a:lnTo>
                    <a:pt x="43611" y="70231"/>
                  </a:lnTo>
                  <a:lnTo>
                    <a:pt x="44183" y="70231"/>
                  </a:lnTo>
                  <a:lnTo>
                    <a:pt x="45440" y="70231"/>
                  </a:lnTo>
                  <a:lnTo>
                    <a:pt x="45440" y="70104"/>
                  </a:lnTo>
                  <a:lnTo>
                    <a:pt x="45478" y="70231"/>
                  </a:lnTo>
                  <a:lnTo>
                    <a:pt x="47231" y="70231"/>
                  </a:lnTo>
                  <a:lnTo>
                    <a:pt x="47282" y="70510"/>
                  </a:lnTo>
                  <a:lnTo>
                    <a:pt x="47002" y="70739"/>
                  </a:lnTo>
                  <a:lnTo>
                    <a:pt x="47332" y="70739"/>
                  </a:lnTo>
                  <a:lnTo>
                    <a:pt x="50241" y="70739"/>
                  </a:lnTo>
                  <a:lnTo>
                    <a:pt x="50330" y="69723"/>
                  </a:lnTo>
                  <a:lnTo>
                    <a:pt x="51054" y="69723"/>
                  </a:lnTo>
                  <a:lnTo>
                    <a:pt x="51765" y="69723"/>
                  </a:lnTo>
                  <a:lnTo>
                    <a:pt x="51485" y="69850"/>
                  </a:lnTo>
                  <a:lnTo>
                    <a:pt x="51193" y="69773"/>
                  </a:lnTo>
                  <a:lnTo>
                    <a:pt x="51193" y="70167"/>
                  </a:lnTo>
                  <a:lnTo>
                    <a:pt x="51193" y="70485"/>
                  </a:lnTo>
                  <a:lnTo>
                    <a:pt x="51168" y="70231"/>
                  </a:lnTo>
                  <a:lnTo>
                    <a:pt x="51193" y="69773"/>
                  </a:lnTo>
                  <a:lnTo>
                    <a:pt x="51054" y="69723"/>
                  </a:lnTo>
                  <a:lnTo>
                    <a:pt x="50749" y="69977"/>
                  </a:lnTo>
                  <a:lnTo>
                    <a:pt x="50761" y="70104"/>
                  </a:lnTo>
                  <a:lnTo>
                    <a:pt x="50596" y="69977"/>
                  </a:lnTo>
                  <a:lnTo>
                    <a:pt x="50393" y="69977"/>
                  </a:lnTo>
                  <a:lnTo>
                    <a:pt x="50368" y="70231"/>
                  </a:lnTo>
                  <a:lnTo>
                    <a:pt x="50787" y="70231"/>
                  </a:lnTo>
                  <a:lnTo>
                    <a:pt x="50825" y="70485"/>
                  </a:lnTo>
                  <a:lnTo>
                    <a:pt x="50609" y="70485"/>
                  </a:lnTo>
                  <a:lnTo>
                    <a:pt x="50342" y="70485"/>
                  </a:lnTo>
                  <a:lnTo>
                    <a:pt x="50279" y="70637"/>
                  </a:lnTo>
                  <a:lnTo>
                    <a:pt x="50596" y="71120"/>
                  </a:lnTo>
                  <a:lnTo>
                    <a:pt x="50546" y="70739"/>
                  </a:lnTo>
                  <a:lnTo>
                    <a:pt x="51193" y="70739"/>
                  </a:lnTo>
                  <a:lnTo>
                    <a:pt x="51193" y="71120"/>
                  </a:lnTo>
                  <a:lnTo>
                    <a:pt x="50596" y="71120"/>
                  </a:lnTo>
                  <a:lnTo>
                    <a:pt x="40538" y="71120"/>
                  </a:lnTo>
                  <a:lnTo>
                    <a:pt x="40271" y="71374"/>
                  </a:lnTo>
                  <a:lnTo>
                    <a:pt x="51193" y="71374"/>
                  </a:lnTo>
                  <a:lnTo>
                    <a:pt x="51206" y="72136"/>
                  </a:lnTo>
                  <a:lnTo>
                    <a:pt x="73520" y="72136"/>
                  </a:lnTo>
                  <a:lnTo>
                    <a:pt x="73901" y="72263"/>
                  </a:lnTo>
                  <a:lnTo>
                    <a:pt x="73850" y="72136"/>
                  </a:lnTo>
                  <a:lnTo>
                    <a:pt x="74256" y="72136"/>
                  </a:lnTo>
                  <a:lnTo>
                    <a:pt x="74269" y="72339"/>
                  </a:lnTo>
                  <a:lnTo>
                    <a:pt x="73952" y="72390"/>
                  </a:lnTo>
                  <a:lnTo>
                    <a:pt x="73558" y="72390"/>
                  </a:lnTo>
                  <a:lnTo>
                    <a:pt x="73558" y="72771"/>
                  </a:lnTo>
                  <a:lnTo>
                    <a:pt x="72212" y="72644"/>
                  </a:lnTo>
                  <a:lnTo>
                    <a:pt x="73240" y="72644"/>
                  </a:lnTo>
                  <a:lnTo>
                    <a:pt x="73558" y="72771"/>
                  </a:lnTo>
                  <a:lnTo>
                    <a:pt x="73558" y="72390"/>
                  </a:lnTo>
                  <a:lnTo>
                    <a:pt x="51320" y="72390"/>
                  </a:lnTo>
                  <a:lnTo>
                    <a:pt x="51803" y="72644"/>
                  </a:lnTo>
                  <a:lnTo>
                    <a:pt x="51701" y="72898"/>
                  </a:lnTo>
                  <a:lnTo>
                    <a:pt x="51600" y="73152"/>
                  </a:lnTo>
                  <a:lnTo>
                    <a:pt x="51498" y="73406"/>
                  </a:lnTo>
                  <a:lnTo>
                    <a:pt x="51346" y="73660"/>
                  </a:lnTo>
                  <a:lnTo>
                    <a:pt x="51358" y="73914"/>
                  </a:lnTo>
                  <a:lnTo>
                    <a:pt x="51485" y="76073"/>
                  </a:lnTo>
                  <a:lnTo>
                    <a:pt x="51612" y="78740"/>
                  </a:lnTo>
                  <a:lnTo>
                    <a:pt x="50749" y="79629"/>
                  </a:lnTo>
                  <a:lnTo>
                    <a:pt x="51612" y="80772"/>
                  </a:lnTo>
                  <a:lnTo>
                    <a:pt x="51790" y="84074"/>
                  </a:lnTo>
                  <a:lnTo>
                    <a:pt x="50863" y="85979"/>
                  </a:lnTo>
                  <a:lnTo>
                    <a:pt x="50622" y="88011"/>
                  </a:lnTo>
                  <a:lnTo>
                    <a:pt x="51295" y="88773"/>
                  </a:lnTo>
                  <a:lnTo>
                    <a:pt x="51600" y="90424"/>
                  </a:lnTo>
                  <a:lnTo>
                    <a:pt x="52705" y="91059"/>
                  </a:lnTo>
                  <a:lnTo>
                    <a:pt x="52666" y="91440"/>
                  </a:lnTo>
                  <a:lnTo>
                    <a:pt x="52527" y="91440"/>
                  </a:lnTo>
                  <a:lnTo>
                    <a:pt x="52654" y="91579"/>
                  </a:lnTo>
                  <a:lnTo>
                    <a:pt x="52387" y="91313"/>
                  </a:lnTo>
                  <a:lnTo>
                    <a:pt x="52400" y="91694"/>
                  </a:lnTo>
                  <a:lnTo>
                    <a:pt x="52311" y="91440"/>
                  </a:lnTo>
                  <a:lnTo>
                    <a:pt x="52235" y="91313"/>
                  </a:lnTo>
                  <a:lnTo>
                    <a:pt x="52146" y="91440"/>
                  </a:lnTo>
                  <a:lnTo>
                    <a:pt x="52057" y="91567"/>
                  </a:lnTo>
                  <a:lnTo>
                    <a:pt x="51981" y="91440"/>
                  </a:lnTo>
                  <a:lnTo>
                    <a:pt x="51854" y="91605"/>
                  </a:lnTo>
                  <a:lnTo>
                    <a:pt x="51866" y="91440"/>
                  </a:lnTo>
                  <a:lnTo>
                    <a:pt x="51650" y="91440"/>
                  </a:lnTo>
                  <a:lnTo>
                    <a:pt x="51485" y="91313"/>
                  </a:lnTo>
                  <a:lnTo>
                    <a:pt x="51435" y="91440"/>
                  </a:lnTo>
                  <a:lnTo>
                    <a:pt x="50927" y="91440"/>
                  </a:lnTo>
                  <a:lnTo>
                    <a:pt x="51155" y="91694"/>
                  </a:lnTo>
                  <a:lnTo>
                    <a:pt x="50901" y="91694"/>
                  </a:lnTo>
                  <a:lnTo>
                    <a:pt x="50927" y="91440"/>
                  </a:lnTo>
                  <a:lnTo>
                    <a:pt x="49974" y="91440"/>
                  </a:lnTo>
                  <a:lnTo>
                    <a:pt x="49733" y="91440"/>
                  </a:lnTo>
                  <a:lnTo>
                    <a:pt x="49542" y="91414"/>
                  </a:lnTo>
                  <a:lnTo>
                    <a:pt x="49542" y="91744"/>
                  </a:lnTo>
                  <a:lnTo>
                    <a:pt x="49542" y="91414"/>
                  </a:lnTo>
                  <a:lnTo>
                    <a:pt x="49250" y="91440"/>
                  </a:lnTo>
                  <a:lnTo>
                    <a:pt x="48031" y="91440"/>
                  </a:lnTo>
                  <a:lnTo>
                    <a:pt x="47421" y="91440"/>
                  </a:lnTo>
                  <a:lnTo>
                    <a:pt x="47739" y="91694"/>
                  </a:lnTo>
                  <a:lnTo>
                    <a:pt x="47942" y="91694"/>
                  </a:lnTo>
                  <a:lnTo>
                    <a:pt x="47980" y="91567"/>
                  </a:lnTo>
                  <a:lnTo>
                    <a:pt x="48018" y="91694"/>
                  </a:lnTo>
                  <a:lnTo>
                    <a:pt x="49199" y="91694"/>
                  </a:lnTo>
                  <a:lnTo>
                    <a:pt x="48945" y="91821"/>
                  </a:lnTo>
                  <a:lnTo>
                    <a:pt x="49403" y="91795"/>
                  </a:lnTo>
                  <a:lnTo>
                    <a:pt x="49669" y="91795"/>
                  </a:lnTo>
                  <a:lnTo>
                    <a:pt x="49847" y="91694"/>
                  </a:lnTo>
                  <a:lnTo>
                    <a:pt x="49669" y="91795"/>
                  </a:lnTo>
                  <a:lnTo>
                    <a:pt x="50076" y="91821"/>
                  </a:lnTo>
                  <a:lnTo>
                    <a:pt x="50152" y="91694"/>
                  </a:lnTo>
                  <a:lnTo>
                    <a:pt x="50190" y="91821"/>
                  </a:lnTo>
                  <a:lnTo>
                    <a:pt x="50431" y="91821"/>
                  </a:lnTo>
                  <a:lnTo>
                    <a:pt x="61569" y="91821"/>
                  </a:lnTo>
                  <a:lnTo>
                    <a:pt x="61569" y="91694"/>
                  </a:lnTo>
                  <a:lnTo>
                    <a:pt x="61480" y="76835"/>
                  </a:lnTo>
                  <a:lnTo>
                    <a:pt x="61861" y="76835"/>
                  </a:lnTo>
                  <a:lnTo>
                    <a:pt x="61734" y="75565"/>
                  </a:lnTo>
                  <a:lnTo>
                    <a:pt x="61620" y="74295"/>
                  </a:lnTo>
                  <a:lnTo>
                    <a:pt x="61582" y="73914"/>
                  </a:lnTo>
                  <a:lnTo>
                    <a:pt x="62890" y="73914"/>
                  </a:lnTo>
                  <a:lnTo>
                    <a:pt x="64820" y="75057"/>
                  </a:lnTo>
                  <a:lnTo>
                    <a:pt x="67322" y="75057"/>
                  </a:lnTo>
                  <a:lnTo>
                    <a:pt x="70129" y="75158"/>
                  </a:lnTo>
                  <a:lnTo>
                    <a:pt x="67691" y="75298"/>
                  </a:lnTo>
                  <a:lnTo>
                    <a:pt x="65646" y="75336"/>
                  </a:lnTo>
                  <a:lnTo>
                    <a:pt x="64604" y="75336"/>
                  </a:lnTo>
                  <a:lnTo>
                    <a:pt x="64274" y="75323"/>
                  </a:lnTo>
                  <a:lnTo>
                    <a:pt x="64566" y="75399"/>
                  </a:lnTo>
                  <a:lnTo>
                    <a:pt x="64427" y="75476"/>
                  </a:lnTo>
                  <a:lnTo>
                    <a:pt x="64160" y="75565"/>
                  </a:lnTo>
                  <a:lnTo>
                    <a:pt x="64643" y="75628"/>
                  </a:lnTo>
                  <a:lnTo>
                    <a:pt x="68249" y="75806"/>
                  </a:lnTo>
                  <a:lnTo>
                    <a:pt x="70688" y="75882"/>
                  </a:lnTo>
                  <a:lnTo>
                    <a:pt x="70815" y="75946"/>
                  </a:lnTo>
                  <a:lnTo>
                    <a:pt x="70929" y="75615"/>
                  </a:lnTo>
                  <a:lnTo>
                    <a:pt x="71145" y="75565"/>
                  </a:lnTo>
                  <a:lnTo>
                    <a:pt x="71183" y="75692"/>
                  </a:lnTo>
                  <a:lnTo>
                    <a:pt x="71310" y="75565"/>
                  </a:lnTo>
                  <a:lnTo>
                    <a:pt x="71767" y="75565"/>
                  </a:lnTo>
                  <a:lnTo>
                    <a:pt x="71831" y="75311"/>
                  </a:lnTo>
                  <a:lnTo>
                    <a:pt x="71704" y="75311"/>
                  </a:lnTo>
                  <a:lnTo>
                    <a:pt x="71564" y="75311"/>
                  </a:lnTo>
                  <a:lnTo>
                    <a:pt x="71081" y="75311"/>
                  </a:lnTo>
                  <a:lnTo>
                    <a:pt x="70891" y="75488"/>
                  </a:lnTo>
                  <a:lnTo>
                    <a:pt x="70815" y="75247"/>
                  </a:lnTo>
                  <a:lnTo>
                    <a:pt x="71589" y="75209"/>
                  </a:lnTo>
                  <a:lnTo>
                    <a:pt x="71640" y="75057"/>
                  </a:lnTo>
                  <a:lnTo>
                    <a:pt x="71666" y="75209"/>
                  </a:lnTo>
                  <a:lnTo>
                    <a:pt x="74256" y="75298"/>
                  </a:lnTo>
                  <a:lnTo>
                    <a:pt x="74777" y="74295"/>
                  </a:lnTo>
                  <a:lnTo>
                    <a:pt x="74841" y="74803"/>
                  </a:lnTo>
                  <a:lnTo>
                    <a:pt x="75107" y="74549"/>
                  </a:lnTo>
                  <a:lnTo>
                    <a:pt x="75272" y="74295"/>
                  </a:lnTo>
                  <a:lnTo>
                    <a:pt x="75730" y="74295"/>
                  </a:lnTo>
                  <a:lnTo>
                    <a:pt x="75272" y="74688"/>
                  </a:lnTo>
                  <a:lnTo>
                    <a:pt x="76174" y="74295"/>
                  </a:lnTo>
                  <a:lnTo>
                    <a:pt x="76339" y="74295"/>
                  </a:lnTo>
                  <a:lnTo>
                    <a:pt x="76835" y="74295"/>
                  </a:lnTo>
                  <a:lnTo>
                    <a:pt x="76822" y="74422"/>
                  </a:lnTo>
                  <a:lnTo>
                    <a:pt x="76809" y="74549"/>
                  </a:lnTo>
                  <a:lnTo>
                    <a:pt x="77304" y="74549"/>
                  </a:lnTo>
                  <a:lnTo>
                    <a:pt x="77533" y="74295"/>
                  </a:lnTo>
                  <a:lnTo>
                    <a:pt x="77660" y="74549"/>
                  </a:lnTo>
                  <a:lnTo>
                    <a:pt x="77381" y="74803"/>
                  </a:lnTo>
                  <a:lnTo>
                    <a:pt x="77825" y="74549"/>
                  </a:lnTo>
                  <a:lnTo>
                    <a:pt x="77990" y="74549"/>
                  </a:lnTo>
                  <a:lnTo>
                    <a:pt x="78486" y="74549"/>
                  </a:lnTo>
                  <a:lnTo>
                    <a:pt x="78701" y="74676"/>
                  </a:lnTo>
                  <a:lnTo>
                    <a:pt x="79425" y="74295"/>
                  </a:lnTo>
                  <a:lnTo>
                    <a:pt x="79489" y="74549"/>
                  </a:lnTo>
                  <a:lnTo>
                    <a:pt x="79540" y="74803"/>
                  </a:lnTo>
                  <a:lnTo>
                    <a:pt x="78943" y="74803"/>
                  </a:lnTo>
                  <a:lnTo>
                    <a:pt x="78473" y="74803"/>
                  </a:lnTo>
                  <a:lnTo>
                    <a:pt x="78168" y="74803"/>
                  </a:lnTo>
                  <a:lnTo>
                    <a:pt x="77876" y="74955"/>
                  </a:lnTo>
                  <a:lnTo>
                    <a:pt x="77660" y="75057"/>
                  </a:lnTo>
                  <a:lnTo>
                    <a:pt x="78397" y="75184"/>
                  </a:lnTo>
                  <a:lnTo>
                    <a:pt x="78320" y="75057"/>
                  </a:lnTo>
                  <a:lnTo>
                    <a:pt x="79540" y="75057"/>
                  </a:lnTo>
                  <a:lnTo>
                    <a:pt x="79565" y="74930"/>
                  </a:lnTo>
                  <a:lnTo>
                    <a:pt x="79603" y="75057"/>
                  </a:lnTo>
                  <a:lnTo>
                    <a:pt x="79921" y="75057"/>
                  </a:lnTo>
                  <a:lnTo>
                    <a:pt x="79883" y="74803"/>
                  </a:lnTo>
                  <a:lnTo>
                    <a:pt x="79705" y="74803"/>
                  </a:lnTo>
                  <a:lnTo>
                    <a:pt x="79667" y="74549"/>
                  </a:lnTo>
                  <a:lnTo>
                    <a:pt x="79819" y="74549"/>
                  </a:lnTo>
                  <a:lnTo>
                    <a:pt x="79883" y="74752"/>
                  </a:lnTo>
                  <a:lnTo>
                    <a:pt x="80251" y="74688"/>
                  </a:lnTo>
                  <a:lnTo>
                    <a:pt x="80200" y="74549"/>
                  </a:lnTo>
                  <a:lnTo>
                    <a:pt x="80289" y="74688"/>
                  </a:lnTo>
                  <a:lnTo>
                    <a:pt x="80467" y="74650"/>
                  </a:lnTo>
                  <a:lnTo>
                    <a:pt x="80975" y="74561"/>
                  </a:lnTo>
                  <a:lnTo>
                    <a:pt x="80962" y="74803"/>
                  </a:lnTo>
                  <a:lnTo>
                    <a:pt x="80391" y="74803"/>
                  </a:lnTo>
                  <a:lnTo>
                    <a:pt x="80187" y="74803"/>
                  </a:lnTo>
                  <a:lnTo>
                    <a:pt x="79908" y="74803"/>
                  </a:lnTo>
                  <a:lnTo>
                    <a:pt x="79959" y="75057"/>
                  </a:lnTo>
                  <a:lnTo>
                    <a:pt x="80327" y="75057"/>
                  </a:lnTo>
                  <a:lnTo>
                    <a:pt x="80568" y="75057"/>
                  </a:lnTo>
                  <a:lnTo>
                    <a:pt x="80772" y="75057"/>
                  </a:lnTo>
                  <a:lnTo>
                    <a:pt x="81280" y="75057"/>
                  </a:lnTo>
                  <a:lnTo>
                    <a:pt x="81178" y="74803"/>
                  </a:lnTo>
                  <a:lnTo>
                    <a:pt x="80987" y="74561"/>
                  </a:lnTo>
                  <a:lnTo>
                    <a:pt x="81229" y="74549"/>
                  </a:lnTo>
                  <a:lnTo>
                    <a:pt x="81457" y="74549"/>
                  </a:lnTo>
                  <a:lnTo>
                    <a:pt x="81432" y="74891"/>
                  </a:lnTo>
                  <a:lnTo>
                    <a:pt x="81394" y="75311"/>
                  </a:lnTo>
                  <a:lnTo>
                    <a:pt x="81534" y="75057"/>
                  </a:lnTo>
                  <a:lnTo>
                    <a:pt x="81648" y="74930"/>
                  </a:lnTo>
                  <a:lnTo>
                    <a:pt x="81534" y="75057"/>
                  </a:lnTo>
                  <a:lnTo>
                    <a:pt x="81800" y="75311"/>
                  </a:lnTo>
                  <a:lnTo>
                    <a:pt x="81826" y="75565"/>
                  </a:lnTo>
                  <a:lnTo>
                    <a:pt x="85661" y="75565"/>
                  </a:lnTo>
                  <a:lnTo>
                    <a:pt x="85775" y="75311"/>
                  </a:lnTo>
                  <a:lnTo>
                    <a:pt x="83921" y="75311"/>
                  </a:lnTo>
                  <a:lnTo>
                    <a:pt x="84048" y="75057"/>
                  </a:lnTo>
                  <a:lnTo>
                    <a:pt x="85839" y="75057"/>
                  </a:lnTo>
                  <a:lnTo>
                    <a:pt x="86144" y="75057"/>
                  </a:lnTo>
                  <a:lnTo>
                    <a:pt x="86245" y="75311"/>
                  </a:lnTo>
                  <a:lnTo>
                    <a:pt x="86283" y="75057"/>
                  </a:lnTo>
                  <a:lnTo>
                    <a:pt x="86702" y="75057"/>
                  </a:lnTo>
                  <a:lnTo>
                    <a:pt x="86194" y="74891"/>
                  </a:lnTo>
                  <a:lnTo>
                    <a:pt x="86042" y="74841"/>
                  </a:lnTo>
                  <a:lnTo>
                    <a:pt x="85864" y="74803"/>
                  </a:lnTo>
                  <a:lnTo>
                    <a:pt x="85369" y="74803"/>
                  </a:lnTo>
                  <a:lnTo>
                    <a:pt x="85039" y="74803"/>
                  </a:lnTo>
                  <a:lnTo>
                    <a:pt x="84658" y="74803"/>
                  </a:lnTo>
                  <a:lnTo>
                    <a:pt x="84328" y="74803"/>
                  </a:lnTo>
                  <a:lnTo>
                    <a:pt x="83997" y="74549"/>
                  </a:lnTo>
                  <a:lnTo>
                    <a:pt x="83667" y="74295"/>
                  </a:lnTo>
                  <a:lnTo>
                    <a:pt x="84582" y="74803"/>
                  </a:lnTo>
                  <a:lnTo>
                    <a:pt x="84493" y="74549"/>
                  </a:lnTo>
                  <a:lnTo>
                    <a:pt x="84404" y="74295"/>
                  </a:lnTo>
                  <a:lnTo>
                    <a:pt x="84721" y="74295"/>
                  </a:lnTo>
                  <a:lnTo>
                    <a:pt x="84912" y="74295"/>
                  </a:lnTo>
                  <a:lnTo>
                    <a:pt x="84747" y="74396"/>
                  </a:lnTo>
                  <a:lnTo>
                    <a:pt x="84493" y="74549"/>
                  </a:lnTo>
                  <a:lnTo>
                    <a:pt x="84823" y="74549"/>
                  </a:lnTo>
                  <a:lnTo>
                    <a:pt x="84975" y="74549"/>
                  </a:lnTo>
                  <a:lnTo>
                    <a:pt x="85369" y="74549"/>
                  </a:lnTo>
                  <a:lnTo>
                    <a:pt x="85432" y="74295"/>
                  </a:lnTo>
                  <a:lnTo>
                    <a:pt x="85458" y="74142"/>
                  </a:lnTo>
                  <a:lnTo>
                    <a:pt x="85585" y="74104"/>
                  </a:lnTo>
                  <a:lnTo>
                    <a:pt x="85839" y="74295"/>
                  </a:lnTo>
                  <a:lnTo>
                    <a:pt x="85674" y="74295"/>
                  </a:lnTo>
                  <a:lnTo>
                    <a:pt x="85521" y="74295"/>
                  </a:lnTo>
                  <a:lnTo>
                    <a:pt x="85661" y="74549"/>
                  </a:lnTo>
                  <a:lnTo>
                    <a:pt x="85801" y="74803"/>
                  </a:lnTo>
                  <a:lnTo>
                    <a:pt x="85864" y="74549"/>
                  </a:lnTo>
                  <a:lnTo>
                    <a:pt x="85991" y="74549"/>
                  </a:lnTo>
                  <a:lnTo>
                    <a:pt x="85991" y="74295"/>
                  </a:lnTo>
                  <a:lnTo>
                    <a:pt x="85890" y="74066"/>
                  </a:lnTo>
                  <a:lnTo>
                    <a:pt x="85725" y="74129"/>
                  </a:lnTo>
                  <a:lnTo>
                    <a:pt x="85610" y="74002"/>
                  </a:lnTo>
                  <a:lnTo>
                    <a:pt x="85852" y="73914"/>
                  </a:lnTo>
                  <a:lnTo>
                    <a:pt x="85890" y="73914"/>
                  </a:lnTo>
                  <a:lnTo>
                    <a:pt x="86702" y="73914"/>
                  </a:lnTo>
                  <a:lnTo>
                    <a:pt x="86461" y="73787"/>
                  </a:lnTo>
                  <a:lnTo>
                    <a:pt x="86283" y="73685"/>
                  </a:lnTo>
                  <a:lnTo>
                    <a:pt x="86131" y="73710"/>
                  </a:lnTo>
                  <a:lnTo>
                    <a:pt x="85890" y="73748"/>
                  </a:lnTo>
                  <a:lnTo>
                    <a:pt x="85699" y="73787"/>
                  </a:lnTo>
                  <a:lnTo>
                    <a:pt x="85547" y="73825"/>
                  </a:lnTo>
                  <a:lnTo>
                    <a:pt x="85547" y="74028"/>
                  </a:lnTo>
                  <a:lnTo>
                    <a:pt x="85547" y="73825"/>
                  </a:lnTo>
                  <a:lnTo>
                    <a:pt x="85356" y="73863"/>
                  </a:lnTo>
                  <a:lnTo>
                    <a:pt x="85356" y="74091"/>
                  </a:lnTo>
                  <a:lnTo>
                    <a:pt x="85090" y="74180"/>
                  </a:lnTo>
                  <a:lnTo>
                    <a:pt x="85013" y="73952"/>
                  </a:lnTo>
                  <a:lnTo>
                    <a:pt x="85356" y="74091"/>
                  </a:lnTo>
                  <a:lnTo>
                    <a:pt x="85356" y="73863"/>
                  </a:lnTo>
                  <a:lnTo>
                    <a:pt x="85356" y="73660"/>
                  </a:lnTo>
                  <a:lnTo>
                    <a:pt x="83400" y="73660"/>
                  </a:lnTo>
                  <a:lnTo>
                    <a:pt x="83400" y="74803"/>
                  </a:lnTo>
                  <a:lnTo>
                    <a:pt x="83273" y="74866"/>
                  </a:lnTo>
                  <a:lnTo>
                    <a:pt x="83400" y="74803"/>
                  </a:lnTo>
                  <a:lnTo>
                    <a:pt x="83400" y="73660"/>
                  </a:lnTo>
                  <a:lnTo>
                    <a:pt x="83019" y="73660"/>
                  </a:lnTo>
                  <a:lnTo>
                    <a:pt x="83019" y="75057"/>
                  </a:lnTo>
                  <a:lnTo>
                    <a:pt x="82943" y="75311"/>
                  </a:lnTo>
                  <a:lnTo>
                    <a:pt x="82791" y="75311"/>
                  </a:lnTo>
                  <a:lnTo>
                    <a:pt x="82638" y="75361"/>
                  </a:lnTo>
                  <a:lnTo>
                    <a:pt x="82702" y="75057"/>
                  </a:lnTo>
                  <a:lnTo>
                    <a:pt x="82918" y="75057"/>
                  </a:lnTo>
                  <a:lnTo>
                    <a:pt x="83019" y="73660"/>
                  </a:lnTo>
                  <a:lnTo>
                    <a:pt x="82702" y="73660"/>
                  </a:lnTo>
                  <a:lnTo>
                    <a:pt x="82588" y="73787"/>
                  </a:lnTo>
                  <a:lnTo>
                    <a:pt x="82435" y="73748"/>
                  </a:lnTo>
                  <a:lnTo>
                    <a:pt x="82435" y="74803"/>
                  </a:lnTo>
                  <a:lnTo>
                    <a:pt x="82397" y="75311"/>
                  </a:lnTo>
                  <a:lnTo>
                    <a:pt x="82334" y="75438"/>
                  </a:lnTo>
                  <a:lnTo>
                    <a:pt x="82359" y="75057"/>
                  </a:lnTo>
                  <a:lnTo>
                    <a:pt x="82397" y="75311"/>
                  </a:lnTo>
                  <a:lnTo>
                    <a:pt x="82397" y="74803"/>
                  </a:lnTo>
                  <a:lnTo>
                    <a:pt x="81991" y="74803"/>
                  </a:lnTo>
                  <a:lnTo>
                    <a:pt x="81788" y="74549"/>
                  </a:lnTo>
                  <a:lnTo>
                    <a:pt x="82219" y="74549"/>
                  </a:lnTo>
                  <a:lnTo>
                    <a:pt x="82384" y="74549"/>
                  </a:lnTo>
                  <a:lnTo>
                    <a:pt x="82435" y="74803"/>
                  </a:lnTo>
                  <a:lnTo>
                    <a:pt x="82435" y="73748"/>
                  </a:lnTo>
                  <a:lnTo>
                    <a:pt x="82384" y="74295"/>
                  </a:lnTo>
                  <a:lnTo>
                    <a:pt x="82029" y="74295"/>
                  </a:lnTo>
                  <a:lnTo>
                    <a:pt x="81737" y="74396"/>
                  </a:lnTo>
                  <a:lnTo>
                    <a:pt x="81889" y="74295"/>
                  </a:lnTo>
                  <a:lnTo>
                    <a:pt x="82029" y="74295"/>
                  </a:lnTo>
                  <a:lnTo>
                    <a:pt x="82346" y="74295"/>
                  </a:lnTo>
                  <a:lnTo>
                    <a:pt x="82384" y="73736"/>
                  </a:lnTo>
                  <a:lnTo>
                    <a:pt x="82169" y="73660"/>
                  </a:lnTo>
                  <a:lnTo>
                    <a:pt x="82257" y="73914"/>
                  </a:lnTo>
                  <a:lnTo>
                    <a:pt x="82067" y="73660"/>
                  </a:lnTo>
                  <a:lnTo>
                    <a:pt x="81940" y="73660"/>
                  </a:lnTo>
                  <a:lnTo>
                    <a:pt x="81813" y="73406"/>
                  </a:lnTo>
                  <a:lnTo>
                    <a:pt x="82067" y="73660"/>
                  </a:lnTo>
                  <a:lnTo>
                    <a:pt x="82169" y="73406"/>
                  </a:lnTo>
                  <a:lnTo>
                    <a:pt x="82486" y="73406"/>
                  </a:lnTo>
                  <a:lnTo>
                    <a:pt x="85178" y="73406"/>
                  </a:lnTo>
                  <a:lnTo>
                    <a:pt x="85509" y="73660"/>
                  </a:lnTo>
                  <a:lnTo>
                    <a:pt x="85725" y="73406"/>
                  </a:lnTo>
                  <a:lnTo>
                    <a:pt x="86487" y="73406"/>
                  </a:lnTo>
                  <a:lnTo>
                    <a:pt x="86614" y="73406"/>
                  </a:lnTo>
                  <a:lnTo>
                    <a:pt x="86741" y="73406"/>
                  </a:lnTo>
                  <a:lnTo>
                    <a:pt x="89763" y="72136"/>
                  </a:lnTo>
                  <a:lnTo>
                    <a:pt x="90246" y="71882"/>
                  </a:lnTo>
                  <a:lnTo>
                    <a:pt x="90601" y="71628"/>
                  </a:lnTo>
                  <a:lnTo>
                    <a:pt x="92202" y="70485"/>
                  </a:lnTo>
                  <a:lnTo>
                    <a:pt x="92557" y="70231"/>
                  </a:lnTo>
                  <a:lnTo>
                    <a:pt x="92925" y="69977"/>
                  </a:lnTo>
                  <a:lnTo>
                    <a:pt x="93281" y="69723"/>
                  </a:lnTo>
                  <a:lnTo>
                    <a:pt x="89547" y="69723"/>
                  </a:lnTo>
                  <a:lnTo>
                    <a:pt x="89547" y="71882"/>
                  </a:lnTo>
                  <a:lnTo>
                    <a:pt x="88861" y="72123"/>
                  </a:lnTo>
                  <a:lnTo>
                    <a:pt x="87642" y="72009"/>
                  </a:lnTo>
                  <a:lnTo>
                    <a:pt x="87363" y="72136"/>
                  </a:lnTo>
                  <a:lnTo>
                    <a:pt x="88785" y="72136"/>
                  </a:lnTo>
                  <a:lnTo>
                    <a:pt x="86525" y="72898"/>
                  </a:lnTo>
                  <a:lnTo>
                    <a:pt x="87058" y="73152"/>
                  </a:lnTo>
                  <a:lnTo>
                    <a:pt x="86677" y="73152"/>
                  </a:lnTo>
                  <a:lnTo>
                    <a:pt x="86575" y="73279"/>
                  </a:lnTo>
                  <a:lnTo>
                    <a:pt x="86550" y="73152"/>
                  </a:lnTo>
                  <a:lnTo>
                    <a:pt x="86487" y="72898"/>
                  </a:lnTo>
                  <a:lnTo>
                    <a:pt x="86169" y="73025"/>
                  </a:lnTo>
                  <a:lnTo>
                    <a:pt x="86169" y="72644"/>
                  </a:lnTo>
                  <a:lnTo>
                    <a:pt x="86169" y="72390"/>
                  </a:lnTo>
                  <a:lnTo>
                    <a:pt x="86169" y="71882"/>
                  </a:lnTo>
                  <a:lnTo>
                    <a:pt x="87934" y="71882"/>
                  </a:lnTo>
                  <a:lnTo>
                    <a:pt x="89547" y="71882"/>
                  </a:lnTo>
                  <a:lnTo>
                    <a:pt x="89547" y="69723"/>
                  </a:lnTo>
                  <a:lnTo>
                    <a:pt x="88226" y="69723"/>
                  </a:lnTo>
                  <a:lnTo>
                    <a:pt x="88125" y="68808"/>
                  </a:lnTo>
                  <a:lnTo>
                    <a:pt x="88074" y="68427"/>
                  </a:lnTo>
                  <a:lnTo>
                    <a:pt x="87566" y="68834"/>
                  </a:lnTo>
                  <a:lnTo>
                    <a:pt x="86474" y="69723"/>
                  </a:lnTo>
                  <a:lnTo>
                    <a:pt x="85521" y="69723"/>
                  </a:lnTo>
                  <a:lnTo>
                    <a:pt x="85026" y="69456"/>
                  </a:lnTo>
                  <a:lnTo>
                    <a:pt x="85026" y="71882"/>
                  </a:lnTo>
                  <a:lnTo>
                    <a:pt x="85001" y="72390"/>
                  </a:lnTo>
                  <a:lnTo>
                    <a:pt x="83921" y="72263"/>
                  </a:lnTo>
                  <a:lnTo>
                    <a:pt x="82842" y="72136"/>
                  </a:lnTo>
                  <a:lnTo>
                    <a:pt x="83667" y="72136"/>
                  </a:lnTo>
                  <a:lnTo>
                    <a:pt x="84353" y="71882"/>
                  </a:lnTo>
                  <a:lnTo>
                    <a:pt x="85026" y="71882"/>
                  </a:lnTo>
                  <a:lnTo>
                    <a:pt x="85026" y="69456"/>
                  </a:lnTo>
                  <a:lnTo>
                    <a:pt x="84150" y="68961"/>
                  </a:lnTo>
                  <a:lnTo>
                    <a:pt x="84607" y="69723"/>
                  </a:lnTo>
                  <a:lnTo>
                    <a:pt x="82181" y="69723"/>
                  </a:lnTo>
                  <a:lnTo>
                    <a:pt x="82181" y="73152"/>
                  </a:lnTo>
                  <a:lnTo>
                    <a:pt x="82169" y="73279"/>
                  </a:lnTo>
                  <a:lnTo>
                    <a:pt x="81876" y="73152"/>
                  </a:lnTo>
                  <a:lnTo>
                    <a:pt x="81749" y="73279"/>
                  </a:lnTo>
                  <a:lnTo>
                    <a:pt x="81686" y="73152"/>
                  </a:lnTo>
                  <a:lnTo>
                    <a:pt x="81876" y="73152"/>
                  </a:lnTo>
                  <a:lnTo>
                    <a:pt x="82181" y="73152"/>
                  </a:lnTo>
                  <a:lnTo>
                    <a:pt x="82181" y="69723"/>
                  </a:lnTo>
                  <a:lnTo>
                    <a:pt x="81216" y="69723"/>
                  </a:lnTo>
                  <a:lnTo>
                    <a:pt x="81216" y="74295"/>
                  </a:lnTo>
                  <a:lnTo>
                    <a:pt x="80899" y="74422"/>
                  </a:lnTo>
                  <a:lnTo>
                    <a:pt x="80835" y="74295"/>
                  </a:lnTo>
                  <a:lnTo>
                    <a:pt x="81216" y="74295"/>
                  </a:lnTo>
                  <a:lnTo>
                    <a:pt x="81216" y="69723"/>
                  </a:lnTo>
                  <a:lnTo>
                    <a:pt x="80162" y="69723"/>
                  </a:lnTo>
                  <a:lnTo>
                    <a:pt x="79883" y="69723"/>
                  </a:lnTo>
                  <a:lnTo>
                    <a:pt x="79730" y="69723"/>
                  </a:lnTo>
                  <a:lnTo>
                    <a:pt x="79730" y="72136"/>
                  </a:lnTo>
                  <a:lnTo>
                    <a:pt x="79603" y="72186"/>
                  </a:lnTo>
                  <a:lnTo>
                    <a:pt x="79603" y="72390"/>
                  </a:lnTo>
                  <a:lnTo>
                    <a:pt x="79489" y="72644"/>
                  </a:lnTo>
                  <a:lnTo>
                    <a:pt x="78219" y="72644"/>
                  </a:lnTo>
                  <a:lnTo>
                    <a:pt x="78219" y="74295"/>
                  </a:lnTo>
                  <a:lnTo>
                    <a:pt x="78028" y="74295"/>
                  </a:lnTo>
                  <a:lnTo>
                    <a:pt x="78003" y="74434"/>
                  </a:lnTo>
                  <a:lnTo>
                    <a:pt x="77876" y="74295"/>
                  </a:lnTo>
                  <a:lnTo>
                    <a:pt x="78028" y="74295"/>
                  </a:lnTo>
                  <a:lnTo>
                    <a:pt x="78219" y="74295"/>
                  </a:lnTo>
                  <a:lnTo>
                    <a:pt x="78219" y="72644"/>
                  </a:lnTo>
                  <a:lnTo>
                    <a:pt x="78955" y="72390"/>
                  </a:lnTo>
                  <a:lnTo>
                    <a:pt x="78955" y="72263"/>
                  </a:lnTo>
                  <a:lnTo>
                    <a:pt x="78955" y="72390"/>
                  </a:lnTo>
                  <a:lnTo>
                    <a:pt x="79540" y="72390"/>
                  </a:lnTo>
                  <a:lnTo>
                    <a:pt x="79603" y="72186"/>
                  </a:lnTo>
                  <a:lnTo>
                    <a:pt x="79336" y="72263"/>
                  </a:lnTo>
                  <a:lnTo>
                    <a:pt x="79159" y="72136"/>
                  </a:lnTo>
                  <a:lnTo>
                    <a:pt x="78968" y="72136"/>
                  </a:lnTo>
                  <a:lnTo>
                    <a:pt x="78714" y="71882"/>
                  </a:lnTo>
                  <a:lnTo>
                    <a:pt x="78486" y="71882"/>
                  </a:lnTo>
                  <a:lnTo>
                    <a:pt x="78701" y="72136"/>
                  </a:lnTo>
                  <a:lnTo>
                    <a:pt x="78333" y="72136"/>
                  </a:lnTo>
                  <a:lnTo>
                    <a:pt x="78308" y="71882"/>
                  </a:lnTo>
                  <a:lnTo>
                    <a:pt x="78003" y="72136"/>
                  </a:lnTo>
                  <a:lnTo>
                    <a:pt x="77863" y="72136"/>
                  </a:lnTo>
                  <a:lnTo>
                    <a:pt x="77787" y="71882"/>
                  </a:lnTo>
                  <a:lnTo>
                    <a:pt x="78003" y="71882"/>
                  </a:lnTo>
                  <a:lnTo>
                    <a:pt x="78181" y="71882"/>
                  </a:lnTo>
                  <a:lnTo>
                    <a:pt x="78282" y="71729"/>
                  </a:lnTo>
                  <a:lnTo>
                    <a:pt x="78295" y="71882"/>
                  </a:lnTo>
                  <a:lnTo>
                    <a:pt x="78486" y="71882"/>
                  </a:lnTo>
                  <a:lnTo>
                    <a:pt x="78320" y="71678"/>
                  </a:lnTo>
                  <a:lnTo>
                    <a:pt x="78549" y="71628"/>
                  </a:lnTo>
                  <a:lnTo>
                    <a:pt x="78625" y="71755"/>
                  </a:lnTo>
                  <a:lnTo>
                    <a:pt x="78714" y="71882"/>
                  </a:lnTo>
                  <a:lnTo>
                    <a:pt x="78994" y="71882"/>
                  </a:lnTo>
                  <a:lnTo>
                    <a:pt x="79717" y="72136"/>
                  </a:lnTo>
                  <a:lnTo>
                    <a:pt x="79730" y="69723"/>
                  </a:lnTo>
                  <a:lnTo>
                    <a:pt x="78613" y="69723"/>
                  </a:lnTo>
                  <a:lnTo>
                    <a:pt x="78549" y="71374"/>
                  </a:lnTo>
                  <a:lnTo>
                    <a:pt x="78282" y="71628"/>
                  </a:lnTo>
                  <a:lnTo>
                    <a:pt x="78549" y="71374"/>
                  </a:lnTo>
                  <a:lnTo>
                    <a:pt x="78549" y="69723"/>
                  </a:lnTo>
                  <a:lnTo>
                    <a:pt x="77431" y="69723"/>
                  </a:lnTo>
                  <a:lnTo>
                    <a:pt x="77431" y="70485"/>
                  </a:lnTo>
                  <a:lnTo>
                    <a:pt x="77266" y="70612"/>
                  </a:lnTo>
                  <a:lnTo>
                    <a:pt x="77114" y="70485"/>
                  </a:lnTo>
                  <a:lnTo>
                    <a:pt x="77114" y="71120"/>
                  </a:lnTo>
                  <a:lnTo>
                    <a:pt x="77038" y="73152"/>
                  </a:lnTo>
                  <a:lnTo>
                    <a:pt x="76860" y="72898"/>
                  </a:lnTo>
                  <a:lnTo>
                    <a:pt x="76669" y="72898"/>
                  </a:lnTo>
                  <a:lnTo>
                    <a:pt x="76390" y="72898"/>
                  </a:lnTo>
                  <a:lnTo>
                    <a:pt x="76555" y="72834"/>
                  </a:lnTo>
                  <a:lnTo>
                    <a:pt x="76555" y="72644"/>
                  </a:lnTo>
                  <a:lnTo>
                    <a:pt x="76187" y="72898"/>
                  </a:lnTo>
                  <a:lnTo>
                    <a:pt x="75742" y="72644"/>
                  </a:lnTo>
                  <a:lnTo>
                    <a:pt x="75285" y="72428"/>
                  </a:lnTo>
                  <a:lnTo>
                    <a:pt x="75285" y="73152"/>
                  </a:lnTo>
                  <a:lnTo>
                    <a:pt x="74155" y="73152"/>
                  </a:lnTo>
                  <a:lnTo>
                    <a:pt x="73875" y="72898"/>
                  </a:lnTo>
                  <a:lnTo>
                    <a:pt x="74904" y="72898"/>
                  </a:lnTo>
                  <a:lnTo>
                    <a:pt x="75285" y="73152"/>
                  </a:lnTo>
                  <a:lnTo>
                    <a:pt x="75285" y="72428"/>
                  </a:lnTo>
                  <a:lnTo>
                    <a:pt x="74625" y="72644"/>
                  </a:lnTo>
                  <a:lnTo>
                    <a:pt x="74180" y="72390"/>
                  </a:lnTo>
                  <a:lnTo>
                    <a:pt x="75285" y="72390"/>
                  </a:lnTo>
                  <a:lnTo>
                    <a:pt x="75361" y="72174"/>
                  </a:lnTo>
                  <a:lnTo>
                    <a:pt x="75387" y="72390"/>
                  </a:lnTo>
                  <a:lnTo>
                    <a:pt x="75653" y="72390"/>
                  </a:lnTo>
                  <a:lnTo>
                    <a:pt x="75488" y="72148"/>
                  </a:lnTo>
                  <a:lnTo>
                    <a:pt x="75361" y="72161"/>
                  </a:lnTo>
                  <a:lnTo>
                    <a:pt x="75145" y="72199"/>
                  </a:lnTo>
                  <a:lnTo>
                    <a:pt x="74917" y="72224"/>
                  </a:lnTo>
                  <a:lnTo>
                    <a:pt x="74663" y="72085"/>
                  </a:lnTo>
                  <a:lnTo>
                    <a:pt x="74485" y="72136"/>
                  </a:lnTo>
                  <a:lnTo>
                    <a:pt x="74663" y="72136"/>
                  </a:lnTo>
                  <a:lnTo>
                    <a:pt x="74637" y="71882"/>
                  </a:lnTo>
                  <a:lnTo>
                    <a:pt x="74549" y="72034"/>
                  </a:lnTo>
                  <a:lnTo>
                    <a:pt x="74155" y="71882"/>
                  </a:lnTo>
                  <a:lnTo>
                    <a:pt x="74549" y="71882"/>
                  </a:lnTo>
                  <a:lnTo>
                    <a:pt x="74625" y="71628"/>
                  </a:lnTo>
                  <a:lnTo>
                    <a:pt x="74168" y="71628"/>
                  </a:lnTo>
                  <a:lnTo>
                    <a:pt x="74180" y="71374"/>
                  </a:lnTo>
                  <a:lnTo>
                    <a:pt x="74447" y="71374"/>
                  </a:lnTo>
                  <a:lnTo>
                    <a:pt x="74676" y="71374"/>
                  </a:lnTo>
                  <a:lnTo>
                    <a:pt x="74612" y="71247"/>
                  </a:lnTo>
                  <a:lnTo>
                    <a:pt x="74561" y="71120"/>
                  </a:lnTo>
                  <a:lnTo>
                    <a:pt x="74193" y="71120"/>
                  </a:lnTo>
                  <a:lnTo>
                    <a:pt x="74256" y="70231"/>
                  </a:lnTo>
                  <a:lnTo>
                    <a:pt x="74968" y="70231"/>
                  </a:lnTo>
                  <a:lnTo>
                    <a:pt x="74917" y="70485"/>
                  </a:lnTo>
                  <a:lnTo>
                    <a:pt x="74269" y="70485"/>
                  </a:lnTo>
                  <a:lnTo>
                    <a:pt x="74282" y="70739"/>
                  </a:lnTo>
                  <a:lnTo>
                    <a:pt x="74599" y="70739"/>
                  </a:lnTo>
                  <a:lnTo>
                    <a:pt x="74866" y="70739"/>
                  </a:lnTo>
                  <a:lnTo>
                    <a:pt x="75463" y="70739"/>
                  </a:lnTo>
                  <a:lnTo>
                    <a:pt x="75488" y="71120"/>
                  </a:lnTo>
                  <a:lnTo>
                    <a:pt x="75107" y="71120"/>
                  </a:lnTo>
                  <a:lnTo>
                    <a:pt x="74790" y="71120"/>
                  </a:lnTo>
                  <a:lnTo>
                    <a:pt x="74790" y="71374"/>
                  </a:lnTo>
                  <a:lnTo>
                    <a:pt x="74790" y="71628"/>
                  </a:lnTo>
                  <a:lnTo>
                    <a:pt x="74625" y="71628"/>
                  </a:lnTo>
                  <a:lnTo>
                    <a:pt x="74637" y="71882"/>
                  </a:lnTo>
                  <a:lnTo>
                    <a:pt x="74803" y="71882"/>
                  </a:lnTo>
                  <a:lnTo>
                    <a:pt x="74968" y="71882"/>
                  </a:lnTo>
                  <a:lnTo>
                    <a:pt x="74968" y="71628"/>
                  </a:lnTo>
                  <a:lnTo>
                    <a:pt x="74828" y="71831"/>
                  </a:lnTo>
                  <a:lnTo>
                    <a:pt x="74917" y="71628"/>
                  </a:lnTo>
                  <a:lnTo>
                    <a:pt x="75133" y="71628"/>
                  </a:lnTo>
                  <a:lnTo>
                    <a:pt x="75120" y="71374"/>
                  </a:lnTo>
                  <a:lnTo>
                    <a:pt x="75107" y="71247"/>
                  </a:lnTo>
                  <a:lnTo>
                    <a:pt x="75196" y="71374"/>
                  </a:lnTo>
                  <a:lnTo>
                    <a:pt x="75755" y="71374"/>
                  </a:lnTo>
                  <a:lnTo>
                    <a:pt x="75501" y="71628"/>
                  </a:lnTo>
                  <a:lnTo>
                    <a:pt x="75184" y="71628"/>
                  </a:lnTo>
                  <a:lnTo>
                    <a:pt x="75196" y="71882"/>
                  </a:lnTo>
                  <a:lnTo>
                    <a:pt x="75336" y="71882"/>
                  </a:lnTo>
                  <a:lnTo>
                    <a:pt x="75196" y="71653"/>
                  </a:lnTo>
                  <a:lnTo>
                    <a:pt x="75577" y="71882"/>
                  </a:lnTo>
                  <a:lnTo>
                    <a:pt x="75387" y="71882"/>
                  </a:lnTo>
                  <a:lnTo>
                    <a:pt x="75653" y="72136"/>
                  </a:lnTo>
                  <a:lnTo>
                    <a:pt x="75501" y="72136"/>
                  </a:lnTo>
                  <a:lnTo>
                    <a:pt x="75653" y="72390"/>
                  </a:lnTo>
                  <a:lnTo>
                    <a:pt x="75933" y="72390"/>
                  </a:lnTo>
                  <a:lnTo>
                    <a:pt x="75844" y="71869"/>
                  </a:lnTo>
                  <a:lnTo>
                    <a:pt x="76466" y="71628"/>
                  </a:lnTo>
                  <a:lnTo>
                    <a:pt x="75907" y="71882"/>
                  </a:lnTo>
                  <a:lnTo>
                    <a:pt x="76212" y="71882"/>
                  </a:lnTo>
                  <a:lnTo>
                    <a:pt x="76174" y="72136"/>
                  </a:lnTo>
                  <a:lnTo>
                    <a:pt x="75933" y="72136"/>
                  </a:lnTo>
                  <a:lnTo>
                    <a:pt x="75933" y="72390"/>
                  </a:lnTo>
                  <a:lnTo>
                    <a:pt x="76161" y="72186"/>
                  </a:lnTo>
                  <a:lnTo>
                    <a:pt x="76136" y="72390"/>
                  </a:lnTo>
                  <a:lnTo>
                    <a:pt x="76555" y="72644"/>
                  </a:lnTo>
                  <a:lnTo>
                    <a:pt x="76555" y="72390"/>
                  </a:lnTo>
                  <a:lnTo>
                    <a:pt x="76555" y="72136"/>
                  </a:lnTo>
                  <a:lnTo>
                    <a:pt x="76352" y="72136"/>
                  </a:lnTo>
                  <a:lnTo>
                    <a:pt x="76415" y="71882"/>
                  </a:lnTo>
                  <a:lnTo>
                    <a:pt x="76466" y="71653"/>
                  </a:lnTo>
                  <a:lnTo>
                    <a:pt x="76542" y="71882"/>
                  </a:lnTo>
                  <a:lnTo>
                    <a:pt x="76619" y="72136"/>
                  </a:lnTo>
                  <a:lnTo>
                    <a:pt x="76708" y="72390"/>
                  </a:lnTo>
                  <a:lnTo>
                    <a:pt x="77012" y="72390"/>
                  </a:lnTo>
                  <a:lnTo>
                    <a:pt x="77012" y="72644"/>
                  </a:lnTo>
                  <a:lnTo>
                    <a:pt x="76796" y="72390"/>
                  </a:lnTo>
                  <a:lnTo>
                    <a:pt x="76682" y="72644"/>
                  </a:lnTo>
                  <a:lnTo>
                    <a:pt x="76669" y="72796"/>
                  </a:lnTo>
                  <a:lnTo>
                    <a:pt x="77012" y="72656"/>
                  </a:lnTo>
                  <a:lnTo>
                    <a:pt x="77038" y="73152"/>
                  </a:lnTo>
                  <a:lnTo>
                    <a:pt x="77038" y="71120"/>
                  </a:lnTo>
                  <a:lnTo>
                    <a:pt x="76860" y="71120"/>
                  </a:lnTo>
                  <a:lnTo>
                    <a:pt x="76860" y="71628"/>
                  </a:lnTo>
                  <a:lnTo>
                    <a:pt x="76657" y="71628"/>
                  </a:lnTo>
                  <a:lnTo>
                    <a:pt x="76327" y="71374"/>
                  </a:lnTo>
                  <a:lnTo>
                    <a:pt x="76187" y="71628"/>
                  </a:lnTo>
                  <a:lnTo>
                    <a:pt x="76187" y="71374"/>
                  </a:lnTo>
                  <a:lnTo>
                    <a:pt x="76327" y="71374"/>
                  </a:lnTo>
                  <a:lnTo>
                    <a:pt x="76644" y="71374"/>
                  </a:lnTo>
                  <a:lnTo>
                    <a:pt x="76847" y="71374"/>
                  </a:lnTo>
                  <a:lnTo>
                    <a:pt x="76860" y="71628"/>
                  </a:lnTo>
                  <a:lnTo>
                    <a:pt x="76860" y="71120"/>
                  </a:lnTo>
                  <a:lnTo>
                    <a:pt x="76885" y="70739"/>
                  </a:lnTo>
                  <a:lnTo>
                    <a:pt x="77089" y="70739"/>
                  </a:lnTo>
                  <a:lnTo>
                    <a:pt x="77114" y="71120"/>
                  </a:lnTo>
                  <a:lnTo>
                    <a:pt x="77114" y="70485"/>
                  </a:lnTo>
                  <a:lnTo>
                    <a:pt x="76898" y="70612"/>
                  </a:lnTo>
                  <a:lnTo>
                    <a:pt x="76860" y="70485"/>
                  </a:lnTo>
                  <a:lnTo>
                    <a:pt x="77050" y="70485"/>
                  </a:lnTo>
                  <a:lnTo>
                    <a:pt x="77431" y="70485"/>
                  </a:lnTo>
                  <a:lnTo>
                    <a:pt x="77431" y="69723"/>
                  </a:lnTo>
                  <a:lnTo>
                    <a:pt x="73367" y="69723"/>
                  </a:lnTo>
                  <a:lnTo>
                    <a:pt x="72809" y="69723"/>
                  </a:lnTo>
                  <a:lnTo>
                    <a:pt x="72745" y="69977"/>
                  </a:lnTo>
                  <a:lnTo>
                    <a:pt x="73152" y="69977"/>
                  </a:lnTo>
                  <a:lnTo>
                    <a:pt x="73063" y="70231"/>
                  </a:lnTo>
                  <a:lnTo>
                    <a:pt x="73634" y="70231"/>
                  </a:lnTo>
                  <a:lnTo>
                    <a:pt x="73825" y="70231"/>
                  </a:lnTo>
                  <a:lnTo>
                    <a:pt x="73812" y="70485"/>
                  </a:lnTo>
                  <a:lnTo>
                    <a:pt x="73609" y="70485"/>
                  </a:lnTo>
                  <a:lnTo>
                    <a:pt x="73596" y="70739"/>
                  </a:lnTo>
                  <a:lnTo>
                    <a:pt x="73787" y="70739"/>
                  </a:lnTo>
                  <a:lnTo>
                    <a:pt x="73761" y="71120"/>
                  </a:lnTo>
                  <a:lnTo>
                    <a:pt x="73748" y="71374"/>
                  </a:lnTo>
                  <a:lnTo>
                    <a:pt x="73736" y="71628"/>
                  </a:lnTo>
                  <a:lnTo>
                    <a:pt x="73621" y="71374"/>
                  </a:lnTo>
                  <a:lnTo>
                    <a:pt x="73748" y="71374"/>
                  </a:lnTo>
                  <a:lnTo>
                    <a:pt x="73748" y="71120"/>
                  </a:lnTo>
                  <a:lnTo>
                    <a:pt x="73609" y="71120"/>
                  </a:lnTo>
                  <a:lnTo>
                    <a:pt x="73596" y="70739"/>
                  </a:lnTo>
                  <a:lnTo>
                    <a:pt x="73520" y="71716"/>
                  </a:lnTo>
                  <a:lnTo>
                    <a:pt x="73520" y="71882"/>
                  </a:lnTo>
                  <a:lnTo>
                    <a:pt x="73329" y="71882"/>
                  </a:lnTo>
                  <a:lnTo>
                    <a:pt x="73279" y="71628"/>
                  </a:lnTo>
                  <a:lnTo>
                    <a:pt x="73101" y="71374"/>
                  </a:lnTo>
                  <a:lnTo>
                    <a:pt x="73279" y="71183"/>
                  </a:lnTo>
                  <a:lnTo>
                    <a:pt x="73329" y="71882"/>
                  </a:lnTo>
                  <a:lnTo>
                    <a:pt x="73520" y="71716"/>
                  </a:lnTo>
                  <a:lnTo>
                    <a:pt x="73520" y="70840"/>
                  </a:lnTo>
                  <a:lnTo>
                    <a:pt x="73279" y="71120"/>
                  </a:lnTo>
                  <a:lnTo>
                    <a:pt x="73050" y="71120"/>
                  </a:lnTo>
                  <a:lnTo>
                    <a:pt x="72999" y="70739"/>
                  </a:lnTo>
                  <a:lnTo>
                    <a:pt x="72834" y="71120"/>
                  </a:lnTo>
                  <a:lnTo>
                    <a:pt x="72809" y="71374"/>
                  </a:lnTo>
                  <a:lnTo>
                    <a:pt x="72783" y="71882"/>
                  </a:lnTo>
                  <a:lnTo>
                    <a:pt x="72390" y="71628"/>
                  </a:lnTo>
                  <a:lnTo>
                    <a:pt x="72085" y="71374"/>
                  </a:lnTo>
                  <a:lnTo>
                    <a:pt x="72809" y="71374"/>
                  </a:lnTo>
                  <a:lnTo>
                    <a:pt x="72809" y="71120"/>
                  </a:lnTo>
                  <a:lnTo>
                    <a:pt x="72237" y="71120"/>
                  </a:lnTo>
                  <a:lnTo>
                    <a:pt x="72478" y="70739"/>
                  </a:lnTo>
                  <a:lnTo>
                    <a:pt x="72644" y="70739"/>
                  </a:lnTo>
                  <a:lnTo>
                    <a:pt x="72898" y="70739"/>
                  </a:lnTo>
                  <a:lnTo>
                    <a:pt x="72948" y="70485"/>
                  </a:lnTo>
                  <a:lnTo>
                    <a:pt x="72631" y="70485"/>
                  </a:lnTo>
                  <a:lnTo>
                    <a:pt x="72555" y="70612"/>
                  </a:lnTo>
                  <a:lnTo>
                    <a:pt x="72466" y="70485"/>
                  </a:lnTo>
                  <a:lnTo>
                    <a:pt x="72288" y="70231"/>
                  </a:lnTo>
                  <a:lnTo>
                    <a:pt x="72555" y="70231"/>
                  </a:lnTo>
                  <a:lnTo>
                    <a:pt x="72847" y="70231"/>
                  </a:lnTo>
                  <a:lnTo>
                    <a:pt x="72948" y="70485"/>
                  </a:lnTo>
                  <a:lnTo>
                    <a:pt x="73063" y="70231"/>
                  </a:lnTo>
                  <a:lnTo>
                    <a:pt x="72809" y="70167"/>
                  </a:lnTo>
                  <a:lnTo>
                    <a:pt x="72745" y="69977"/>
                  </a:lnTo>
                  <a:lnTo>
                    <a:pt x="72644" y="70116"/>
                  </a:lnTo>
                  <a:lnTo>
                    <a:pt x="72351" y="70027"/>
                  </a:lnTo>
                  <a:lnTo>
                    <a:pt x="72186" y="70104"/>
                  </a:lnTo>
                  <a:lnTo>
                    <a:pt x="72110" y="69977"/>
                  </a:lnTo>
                  <a:lnTo>
                    <a:pt x="72275" y="69723"/>
                  </a:lnTo>
                  <a:lnTo>
                    <a:pt x="72529" y="69723"/>
                  </a:lnTo>
                  <a:lnTo>
                    <a:pt x="72796" y="69723"/>
                  </a:lnTo>
                  <a:lnTo>
                    <a:pt x="73507" y="68199"/>
                  </a:lnTo>
                  <a:lnTo>
                    <a:pt x="95415" y="68199"/>
                  </a:lnTo>
                  <a:lnTo>
                    <a:pt x="100228" y="64770"/>
                  </a:lnTo>
                  <a:lnTo>
                    <a:pt x="101104" y="64770"/>
                  </a:lnTo>
                  <a:lnTo>
                    <a:pt x="100177" y="64287"/>
                  </a:lnTo>
                  <a:lnTo>
                    <a:pt x="100050" y="64363"/>
                  </a:lnTo>
                  <a:lnTo>
                    <a:pt x="100050" y="64770"/>
                  </a:lnTo>
                  <a:lnTo>
                    <a:pt x="99847" y="64770"/>
                  </a:lnTo>
                  <a:lnTo>
                    <a:pt x="99656" y="64770"/>
                  </a:lnTo>
                  <a:lnTo>
                    <a:pt x="99314" y="64770"/>
                  </a:lnTo>
                  <a:lnTo>
                    <a:pt x="97586" y="64770"/>
                  </a:lnTo>
                  <a:lnTo>
                    <a:pt x="97383" y="64135"/>
                  </a:lnTo>
                  <a:lnTo>
                    <a:pt x="97383" y="63881"/>
                  </a:lnTo>
                  <a:lnTo>
                    <a:pt x="97256" y="63969"/>
                  </a:lnTo>
                  <a:lnTo>
                    <a:pt x="97028" y="63881"/>
                  </a:lnTo>
                  <a:lnTo>
                    <a:pt x="96748" y="63627"/>
                  </a:lnTo>
                  <a:lnTo>
                    <a:pt x="97497" y="63627"/>
                  </a:lnTo>
                  <a:lnTo>
                    <a:pt x="97497" y="63881"/>
                  </a:lnTo>
                  <a:lnTo>
                    <a:pt x="97866" y="63881"/>
                  </a:lnTo>
                  <a:lnTo>
                    <a:pt x="97955" y="64135"/>
                  </a:lnTo>
                  <a:lnTo>
                    <a:pt x="98463" y="64135"/>
                  </a:lnTo>
                  <a:lnTo>
                    <a:pt x="99402" y="64516"/>
                  </a:lnTo>
                  <a:lnTo>
                    <a:pt x="99555" y="64135"/>
                  </a:lnTo>
                  <a:lnTo>
                    <a:pt x="99758" y="64528"/>
                  </a:lnTo>
                  <a:lnTo>
                    <a:pt x="99618" y="64604"/>
                  </a:lnTo>
                  <a:lnTo>
                    <a:pt x="99758" y="64655"/>
                  </a:lnTo>
                  <a:lnTo>
                    <a:pt x="100050" y="64770"/>
                  </a:lnTo>
                  <a:lnTo>
                    <a:pt x="100050" y="64363"/>
                  </a:lnTo>
                  <a:lnTo>
                    <a:pt x="99898" y="64135"/>
                  </a:lnTo>
                  <a:lnTo>
                    <a:pt x="100228" y="64135"/>
                  </a:lnTo>
                  <a:lnTo>
                    <a:pt x="100457" y="64135"/>
                  </a:lnTo>
                  <a:lnTo>
                    <a:pt x="101130" y="64135"/>
                  </a:lnTo>
                  <a:lnTo>
                    <a:pt x="101485" y="63881"/>
                  </a:lnTo>
                  <a:lnTo>
                    <a:pt x="101752" y="63881"/>
                  </a:lnTo>
                  <a:lnTo>
                    <a:pt x="101371" y="63373"/>
                  </a:lnTo>
                  <a:lnTo>
                    <a:pt x="100241" y="63881"/>
                  </a:lnTo>
                  <a:lnTo>
                    <a:pt x="100164" y="63627"/>
                  </a:lnTo>
                  <a:lnTo>
                    <a:pt x="100088" y="63373"/>
                  </a:lnTo>
                  <a:lnTo>
                    <a:pt x="100266" y="63627"/>
                  </a:lnTo>
                  <a:lnTo>
                    <a:pt x="100330" y="63373"/>
                  </a:lnTo>
                  <a:lnTo>
                    <a:pt x="100406" y="63119"/>
                  </a:lnTo>
                  <a:lnTo>
                    <a:pt x="100241" y="63119"/>
                  </a:lnTo>
                  <a:lnTo>
                    <a:pt x="100266" y="62611"/>
                  </a:lnTo>
                  <a:lnTo>
                    <a:pt x="99872" y="62611"/>
                  </a:lnTo>
                  <a:lnTo>
                    <a:pt x="99644" y="62865"/>
                  </a:lnTo>
                  <a:lnTo>
                    <a:pt x="99491" y="62738"/>
                  </a:lnTo>
                  <a:lnTo>
                    <a:pt x="99491" y="63373"/>
                  </a:lnTo>
                  <a:lnTo>
                    <a:pt x="99402" y="63881"/>
                  </a:lnTo>
                  <a:lnTo>
                    <a:pt x="99415" y="63627"/>
                  </a:lnTo>
                  <a:lnTo>
                    <a:pt x="99275" y="63373"/>
                  </a:lnTo>
                  <a:lnTo>
                    <a:pt x="99491" y="63373"/>
                  </a:lnTo>
                  <a:lnTo>
                    <a:pt x="99491" y="62738"/>
                  </a:lnTo>
                  <a:lnTo>
                    <a:pt x="99364" y="62636"/>
                  </a:lnTo>
                  <a:lnTo>
                    <a:pt x="99364" y="62865"/>
                  </a:lnTo>
                  <a:lnTo>
                    <a:pt x="99085" y="63119"/>
                  </a:lnTo>
                  <a:lnTo>
                    <a:pt x="99212" y="63119"/>
                  </a:lnTo>
                  <a:lnTo>
                    <a:pt x="98945" y="63347"/>
                  </a:lnTo>
                  <a:lnTo>
                    <a:pt x="98818" y="63373"/>
                  </a:lnTo>
                  <a:lnTo>
                    <a:pt x="98818" y="63119"/>
                  </a:lnTo>
                  <a:lnTo>
                    <a:pt x="98844" y="62865"/>
                  </a:lnTo>
                  <a:lnTo>
                    <a:pt x="99187" y="62865"/>
                  </a:lnTo>
                  <a:lnTo>
                    <a:pt x="99364" y="62865"/>
                  </a:lnTo>
                  <a:lnTo>
                    <a:pt x="99364" y="62636"/>
                  </a:lnTo>
                  <a:lnTo>
                    <a:pt x="99009" y="62458"/>
                  </a:lnTo>
                  <a:lnTo>
                    <a:pt x="99009" y="62611"/>
                  </a:lnTo>
                  <a:lnTo>
                    <a:pt x="98856" y="62725"/>
                  </a:lnTo>
                  <a:lnTo>
                    <a:pt x="99009" y="62611"/>
                  </a:lnTo>
                  <a:lnTo>
                    <a:pt x="99009" y="62458"/>
                  </a:lnTo>
                  <a:lnTo>
                    <a:pt x="98818" y="62357"/>
                  </a:lnTo>
                  <a:lnTo>
                    <a:pt x="98818" y="62865"/>
                  </a:lnTo>
                  <a:lnTo>
                    <a:pt x="98767" y="63119"/>
                  </a:lnTo>
                  <a:lnTo>
                    <a:pt x="98323" y="63119"/>
                  </a:lnTo>
                  <a:lnTo>
                    <a:pt x="98399" y="62865"/>
                  </a:lnTo>
                  <a:lnTo>
                    <a:pt x="98552" y="62865"/>
                  </a:lnTo>
                  <a:lnTo>
                    <a:pt x="98691" y="62865"/>
                  </a:lnTo>
                  <a:lnTo>
                    <a:pt x="98818" y="62865"/>
                  </a:lnTo>
                  <a:lnTo>
                    <a:pt x="98818" y="62357"/>
                  </a:lnTo>
                  <a:lnTo>
                    <a:pt x="99047" y="62103"/>
                  </a:lnTo>
                  <a:lnTo>
                    <a:pt x="99441" y="62103"/>
                  </a:lnTo>
                  <a:lnTo>
                    <a:pt x="100177" y="62611"/>
                  </a:lnTo>
                  <a:lnTo>
                    <a:pt x="100177" y="62103"/>
                  </a:lnTo>
                  <a:lnTo>
                    <a:pt x="100431" y="61849"/>
                  </a:lnTo>
                  <a:lnTo>
                    <a:pt x="98818" y="61849"/>
                  </a:lnTo>
                  <a:lnTo>
                    <a:pt x="98729" y="62611"/>
                  </a:lnTo>
                  <a:lnTo>
                    <a:pt x="98475" y="62611"/>
                  </a:lnTo>
                  <a:lnTo>
                    <a:pt x="98145" y="62865"/>
                  </a:lnTo>
                  <a:lnTo>
                    <a:pt x="98183" y="62611"/>
                  </a:lnTo>
                  <a:lnTo>
                    <a:pt x="98386" y="62611"/>
                  </a:lnTo>
                  <a:lnTo>
                    <a:pt x="98234" y="62357"/>
                  </a:lnTo>
                  <a:lnTo>
                    <a:pt x="98399" y="62103"/>
                  </a:lnTo>
                  <a:lnTo>
                    <a:pt x="98475" y="61963"/>
                  </a:lnTo>
                  <a:lnTo>
                    <a:pt x="98552" y="62611"/>
                  </a:lnTo>
                  <a:lnTo>
                    <a:pt x="98729" y="62611"/>
                  </a:lnTo>
                  <a:lnTo>
                    <a:pt x="98729" y="61849"/>
                  </a:lnTo>
                  <a:lnTo>
                    <a:pt x="98552" y="61849"/>
                  </a:lnTo>
                  <a:lnTo>
                    <a:pt x="98628" y="61722"/>
                  </a:lnTo>
                  <a:lnTo>
                    <a:pt x="98717" y="61595"/>
                  </a:lnTo>
                  <a:lnTo>
                    <a:pt x="100253" y="61595"/>
                  </a:lnTo>
                  <a:lnTo>
                    <a:pt x="100520" y="61849"/>
                  </a:lnTo>
                  <a:lnTo>
                    <a:pt x="100850" y="61849"/>
                  </a:lnTo>
                  <a:lnTo>
                    <a:pt x="100749" y="62077"/>
                  </a:lnTo>
                  <a:lnTo>
                    <a:pt x="100520" y="61849"/>
                  </a:lnTo>
                  <a:lnTo>
                    <a:pt x="100533" y="62103"/>
                  </a:lnTo>
                  <a:lnTo>
                    <a:pt x="100736" y="62103"/>
                  </a:lnTo>
                  <a:lnTo>
                    <a:pt x="100622" y="62357"/>
                  </a:lnTo>
                  <a:lnTo>
                    <a:pt x="101130" y="62357"/>
                  </a:lnTo>
                  <a:lnTo>
                    <a:pt x="101117" y="62103"/>
                  </a:lnTo>
                  <a:lnTo>
                    <a:pt x="101346" y="62103"/>
                  </a:lnTo>
                  <a:lnTo>
                    <a:pt x="101295" y="61976"/>
                  </a:lnTo>
                  <a:lnTo>
                    <a:pt x="101117" y="62052"/>
                  </a:lnTo>
                  <a:lnTo>
                    <a:pt x="101117" y="61849"/>
                  </a:lnTo>
                  <a:lnTo>
                    <a:pt x="101244" y="61849"/>
                  </a:lnTo>
                  <a:lnTo>
                    <a:pt x="101600" y="61849"/>
                  </a:lnTo>
                  <a:lnTo>
                    <a:pt x="100926" y="61671"/>
                  </a:lnTo>
                  <a:lnTo>
                    <a:pt x="100533" y="61595"/>
                  </a:lnTo>
                  <a:lnTo>
                    <a:pt x="100660" y="61595"/>
                  </a:lnTo>
                  <a:lnTo>
                    <a:pt x="100965" y="61595"/>
                  </a:lnTo>
                  <a:lnTo>
                    <a:pt x="101803" y="61595"/>
                  </a:lnTo>
                  <a:lnTo>
                    <a:pt x="101612" y="61214"/>
                  </a:lnTo>
                  <a:lnTo>
                    <a:pt x="98501" y="61214"/>
                  </a:lnTo>
                  <a:lnTo>
                    <a:pt x="98450" y="61544"/>
                  </a:lnTo>
                  <a:lnTo>
                    <a:pt x="97904" y="61214"/>
                  </a:lnTo>
                  <a:lnTo>
                    <a:pt x="97510" y="61214"/>
                  </a:lnTo>
                  <a:lnTo>
                    <a:pt x="97510" y="63119"/>
                  </a:lnTo>
                  <a:lnTo>
                    <a:pt x="97497" y="63373"/>
                  </a:lnTo>
                  <a:lnTo>
                    <a:pt x="97307" y="63119"/>
                  </a:lnTo>
                  <a:lnTo>
                    <a:pt x="97510" y="63119"/>
                  </a:lnTo>
                  <a:lnTo>
                    <a:pt x="97510" y="61214"/>
                  </a:lnTo>
                  <a:lnTo>
                    <a:pt x="96215" y="61214"/>
                  </a:lnTo>
                  <a:lnTo>
                    <a:pt x="96215" y="62357"/>
                  </a:lnTo>
                  <a:lnTo>
                    <a:pt x="96215" y="65024"/>
                  </a:lnTo>
                  <a:lnTo>
                    <a:pt x="95783" y="65138"/>
                  </a:lnTo>
                  <a:lnTo>
                    <a:pt x="95859" y="65405"/>
                  </a:lnTo>
                  <a:lnTo>
                    <a:pt x="95491" y="65405"/>
                  </a:lnTo>
                  <a:lnTo>
                    <a:pt x="95465" y="65151"/>
                  </a:lnTo>
                  <a:lnTo>
                    <a:pt x="95732" y="65151"/>
                  </a:lnTo>
                  <a:lnTo>
                    <a:pt x="95491" y="64770"/>
                  </a:lnTo>
                  <a:lnTo>
                    <a:pt x="95897" y="64770"/>
                  </a:lnTo>
                  <a:lnTo>
                    <a:pt x="95859" y="64897"/>
                  </a:lnTo>
                  <a:lnTo>
                    <a:pt x="95821" y="65024"/>
                  </a:lnTo>
                  <a:lnTo>
                    <a:pt x="96215" y="65024"/>
                  </a:lnTo>
                  <a:lnTo>
                    <a:pt x="96215" y="62357"/>
                  </a:lnTo>
                  <a:lnTo>
                    <a:pt x="96164" y="62865"/>
                  </a:lnTo>
                  <a:lnTo>
                    <a:pt x="96012" y="62611"/>
                  </a:lnTo>
                  <a:lnTo>
                    <a:pt x="95859" y="62611"/>
                  </a:lnTo>
                  <a:lnTo>
                    <a:pt x="95872" y="62865"/>
                  </a:lnTo>
                  <a:lnTo>
                    <a:pt x="95834" y="62611"/>
                  </a:lnTo>
                  <a:lnTo>
                    <a:pt x="95796" y="62357"/>
                  </a:lnTo>
                  <a:lnTo>
                    <a:pt x="95719" y="62103"/>
                  </a:lnTo>
                  <a:lnTo>
                    <a:pt x="95999" y="62496"/>
                  </a:lnTo>
                  <a:lnTo>
                    <a:pt x="96215" y="62357"/>
                  </a:lnTo>
                  <a:lnTo>
                    <a:pt x="96215" y="61214"/>
                  </a:lnTo>
                  <a:lnTo>
                    <a:pt x="94564" y="61214"/>
                  </a:lnTo>
                  <a:lnTo>
                    <a:pt x="94564" y="66802"/>
                  </a:lnTo>
                  <a:lnTo>
                    <a:pt x="93992" y="66802"/>
                  </a:lnTo>
                  <a:lnTo>
                    <a:pt x="93954" y="67665"/>
                  </a:lnTo>
                  <a:lnTo>
                    <a:pt x="93510" y="67056"/>
                  </a:lnTo>
                  <a:lnTo>
                    <a:pt x="92900" y="67056"/>
                  </a:lnTo>
                  <a:lnTo>
                    <a:pt x="92595" y="67056"/>
                  </a:lnTo>
                  <a:lnTo>
                    <a:pt x="92938" y="66929"/>
                  </a:lnTo>
                  <a:lnTo>
                    <a:pt x="92989" y="66802"/>
                  </a:lnTo>
                  <a:lnTo>
                    <a:pt x="92722" y="66802"/>
                  </a:lnTo>
                  <a:lnTo>
                    <a:pt x="92837" y="66548"/>
                  </a:lnTo>
                  <a:lnTo>
                    <a:pt x="93154" y="66548"/>
                  </a:lnTo>
                  <a:lnTo>
                    <a:pt x="93522" y="66548"/>
                  </a:lnTo>
                  <a:lnTo>
                    <a:pt x="93433" y="66802"/>
                  </a:lnTo>
                  <a:lnTo>
                    <a:pt x="93649" y="66802"/>
                  </a:lnTo>
                  <a:lnTo>
                    <a:pt x="93624" y="66573"/>
                  </a:lnTo>
                  <a:lnTo>
                    <a:pt x="94564" y="66802"/>
                  </a:lnTo>
                  <a:lnTo>
                    <a:pt x="94564" y="61214"/>
                  </a:lnTo>
                  <a:lnTo>
                    <a:pt x="84353" y="61214"/>
                  </a:lnTo>
                  <a:lnTo>
                    <a:pt x="84353" y="67056"/>
                  </a:lnTo>
                  <a:lnTo>
                    <a:pt x="83985" y="67576"/>
                  </a:lnTo>
                  <a:lnTo>
                    <a:pt x="84061" y="67056"/>
                  </a:lnTo>
                  <a:lnTo>
                    <a:pt x="84353" y="67056"/>
                  </a:lnTo>
                  <a:lnTo>
                    <a:pt x="84353" y="61214"/>
                  </a:lnTo>
                  <a:lnTo>
                    <a:pt x="83007" y="61214"/>
                  </a:lnTo>
                  <a:lnTo>
                    <a:pt x="83007" y="67056"/>
                  </a:lnTo>
                  <a:lnTo>
                    <a:pt x="81267" y="67056"/>
                  </a:lnTo>
                  <a:lnTo>
                    <a:pt x="81267" y="67691"/>
                  </a:lnTo>
                  <a:lnTo>
                    <a:pt x="80873" y="67551"/>
                  </a:lnTo>
                  <a:lnTo>
                    <a:pt x="81089" y="67119"/>
                  </a:lnTo>
                  <a:lnTo>
                    <a:pt x="81267" y="67691"/>
                  </a:lnTo>
                  <a:lnTo>
                    <a:pt x="81267" y="67056"/>
                  </a:lnTo>
                  <a:lnTo>
                    <a:pt x="81127" y="67056"/>
                  </a:lnTo>
                  <a:lnTo>
                    <a:pt x="80949" y="67056"/>
                  </a:lnTo>
                  <a:lnTo>
                    <a:pt x="80810" y="67437"/>
                  </a:lnTo>
                  <a:lnTo>
                    <a:pt x="80746" y="67056"/>
                  </a:lnTo>
                  <a:lnTo>
                    <a:pt x="80733" y="67500"/>
                  </a:lnTo>
                  <a:lnTo>
                    <a:pt x="79552" y="67056"/>
                  </a:lnTo>
                  <a:lnTo>
                    <a:pt x="72478" y="67056"/>
                  </a:lnTo>
                  <a:lnTo>
                    <a:pt x="72478" y="68199"/>
                  </a:lnTo>
                  <a:lnTo>
                    <a:pt x="72009" y="68630"/>
                  </a:lnTo>
                  <a:lnTo>
                    <a:pt x="71818" y="68275"/>
                  </a:lnTo>
                  <a:lnTo>
                    <a:pt x="71602" y="68821"/>
                  </a:lnTo>
                  <a:lnTo>
                    <a:pt x="71513" y="68199"/>
                  </a:lnTo>
                  <a:lnTo>
                    <a:pt x="71793" y="68199"/>
                  </a:lnTo>
                  <a:lnTo>
                    <a:pt x="72478" y="68199"/>
                  </a:lnTo>
                  <a:lnTo>
                    <a:pt x="72478" y="67056"/>
                  </a:lnTo>
                  <a:lnTo>
                    <a:pt x="68033" y="67056"/>
                  </a:lnTo>
                  <a:lnTo>
                    <a:pt x="68033" y="69977"/>
                  </a:lnTo>
                  <a:lnTo>
                    <a:pt x="68008" y="69850"/>
                  </a:lnTo>
                  <a:lnTo>
                    <a:pt x="68033" y="69977"/>
                  </a:lnTo>
                  <a:lnTo>
                    <a:pt x="68033" y="67056"/>
                  </a:lnTo>
                  <a:lnTo>
                    <a:pt x="66306" y="67056"/>
                  </a:lnTo>
                  <a:lnTo>
                    <a:pt x="66306" y="68199"/>
                  </a:lnTo>
                  <a:lnTo>
                    <a:pt x="66217" y="68884"/>
                  </a:lnTo>
                  <a:lnTo>
                    <a:pt x="66205" y="70739"/>
                  </a:lnTo>
                  <a:lnTo>
                    <a:pt x="66205" y="70993"/>
                  </a:lnTo>
                  <a:lnTo>
                    <a:pt x="65735" y="70866"/>
                  </a:lnTo>
                  <a:lnTo>
                    <a:pt x="65786" y="70739"/>
                  </a:lnTo>
                  <a:lnTo>
                    <a:pt x="66205" y="70739"/>
                  </a:lnTo>
                  <a:lnTo>
                    <a:pt x="66205" y="68884"/>
                  </a:lnTo>
                  <a:lnTo>
                    <a:pt x="66128" y="68668"/>
                  </a:lnTo>
                  <a:lnTo>
                    <a:pt x="66128" y="69723"/>
                  </a:lnTo>
                  <a:lnTo>
                    <a:pt x="65963" y="69977"/>
                  </a:lnTo>
                  <a:lnTo>
                    <a:pt x="65963" y="70485"/>
                  </a:lnTo>
                  <a:lnTo>
                    <a:pt x="65519" y="70485"/>
                  </a:lnTo>
                  <a:lnTo>
                    <a:pt x="65519" y="70739"/>
                  </a:lnTo>
                  <a:lnTo>
                    <a:pt x="65265" y="70739"/>
                  </a:lnTo>
                  <a:lnTo>
                    <a:pt x="65519" y="70739"/>
                  </a:lnTo>
                  <a:lnTo>
                    <a:pt x="65519" y="70485"/>
                  </a:lnTo>
                  <a:lnTo>
                    <a:pt x="65684" y="70231"/>
                  </a:lnTo>
                  <a:lnTo>
                    <a:pt x="65963" y="70485"/>
                  </a:lnTo>
                  <a:lnTo>
                    <a:pt x="65963" y="69977"/>
                  </a:lnTo>
                  <a:lnTo>
                    <a:pt x="65925" y="69723"/>
                  </a:lnTo>
                  <a:lnTo>
                    <a:pt x="66128" y="69723"/>
                  </a:lnTo>
                  <a:lnTo>
                    <a:pt x="66128" y="68668"/>
                  </a:lnTo>
                  <a:lnTo>
                    <a:pt x="66014" y="68199"/>
                  </a:lnTo>
                  <a:lnTo>
                    <a:pt x="66306" y="68199"/>
                  </a:lnTo>
                  <a:lnTo>
                    <a:pt x="66306" y="67056"/>
                  </a:lnTo>
                  <a:lnTo>
                    <a:pt x="65214" y="67056"/>
                  </a:lnTo>
                  <a:lnTo>
                    <a:pt x="65214" y="68503"/>
                  </a:lnTo>
                  <a:lnTo>
                    <a:pt x="64998" y="68427"/>
                  </a:lnTo>
                  <a:lnTo>
                    <a:pt x="64998" y="71374"/>
                  </a:lnTo>
                  <a:lnTo>
                    <a:pt x="64998" y="71501"/>
                  </a:lnTo>
                  <a:lnTo>
                    <a:pt x="64643" y="71374"/>
                  </a:lnTo>
                  <a:lnTo>
                    <a:pt x="64643" y="70739"/>
                  </a:lnTo>
                  <a:lnTo>
                    <a:pt x="64973" y="70739"/>
                  </a:lnTo>
                  <a:lnTo>
                    <a:pt x="64985" y="70993"/>
                  </a:lnTo>
                  <a:lnTo>
                    <a:pt x="64719" y="71120"/>
                  </a:lnTo>
                  <a:lnTo>
                    <a:pt x="64643" y="71374"/>
                  </a:lnTo>
                  <a:lnTo>
                    <a:pt x="64858" y="71374"/>
                  </a:lnTo>
                  <a:lnTo>
                    <a:pt x="64998" y="71374"/>
                  </a:lnTo>
                  <a:lnTo>
                    <a:pt x="64998" y="68427"/>
                  </a:lnTo>
                  <a:lnTo>
                    <a:pt x="64401" y="68199"/>
                  </a:lnTo>
                  <a:lnTo>
                    <a:pt x="64998" y="68199"/>
                  </a:lnTo>
                  <a:lnTo>
                    <a:pt x="65214" y="68503"/>
                  </a:lnTo>
                  <a:lnTo>
                    <a:pt x="65214" y="67056"/>
                  </a:lnTo>
                  <a:lnTo>
                    <a:pt x="58953" y="67056"/>
                  </a:lnTo>
                  <a:lnTo>
                    <a:pt x="59182" y="68199"/>
                  </a:lnTo>
                  <a:lnTo>
                    <a:pt x="58737" y="68199"/>
                  </a:lnTo>
                  <a:lnTo>
                    <a:pt x="58445" y="68199"/>
                  </a:lnTo>
                  <a:lnTo>
                    <a:pt x="58585" y="67056"/>
                  </a:lnTo>
                  <a:lnTo>
                    <a:pt x="57937" y="67056"/>
                  </a:lnTo>
                  <a:lnTo>
                    <a:pt x="57899" y="66802"/>
                  </a:lnTo>
                  <a:lnTo>
                    <a:pt x="57505" y="66941"/>
                  </a:lnTo>
                  <a:lnTo>
                    <a:pt x="57531" y="66802"/>
                  </a:lnTo>
                  <a:lnTo>
                    <a:pt x="57899" y="66802"/>
                  </a:lnTo>
                  <a:lnTo>
                    <a:pt x="58407" y="66802"/>
                  </a:lnTo>
                  <a:lnTo>
                    <a:pt x="58597" y="66929"/>
                  </a:lnTo>
                  <a:lnTo>
                    <a:pt x="58610" y="66802"/>
                  </a:lnTo>
                  <a:lnTo>
                    <a:pt x="82969" y="66802"/>
                  </a:lnTo>
                  <a:lnTo>
                    <a:pt x="83007" y="67056"/>
                  </a:lnTo>
                  <a:lnTo>
                    <a:pt x="83007" y="61214"/>
                  </a:lnTo>
                  <a:lnTo>
                    <a:pt x="54749" y="61214"/>
                  </a:lnTo>
                  <a:lnTo>
                    <a:pt x="54749" y="68199"/>
                  </a:lnTo>
                  <a:lnTo>
                    <a:pt x="52489" y="68846"/>
                  </a:lnTo>
                  <a:lnTo>
                    <a:pt x="52476" y="68199"/>
                  </a:lnTo>
                  <a:lnTo>
                    <a:pt x="52362" y="68884"/>
                  </a:lnTo>
                  <a:lnTo>
                    <a:pt x="52082" y="68961"/>
                  </a:lnTo>
                  <a:lnTo>
                    <a:pt x="52108" y="68199"/>
                  </a:lnTo>
                  <a:lnTo>
                    <a:pt x="52425" y="68199"/>
                  </a:lnTo>
                  <a:lnTo>
                    <a:pt x="54749" y="68199"/>
                  </a:lnTo>
                  <a:lnTo>
                    <a:pt x="54749" y="61214"/>
                  </a:lnTo>
                  <a:lnTo>
                    <a:pt x="52666" y="61214"/>
                  </a:lnTo>
                  <a:lnTo>
                    <a:pt x="52666" y="66929"/>
                  </a:lnTo>
                  <a:lnTo>
                    <a:pt x="52336" y="66916"/>
                  </a:lnTo>
                  <a:lnTo>
                    <a:pt x="52336" y="67056"/>
                  </a:lnTo>
                  <a:lnTo>
                    <a:pt x="52082" y="67551"/>
                  </a:lnTo>
                  <a:lnTo>
                    <a:pt x="51803" y="67056"/>
                  </a:lnTo>
                  <a:lnTo>
                    <a:pt x="52336" y="67056"/>
                  </a:lnTo>
                  <a:lnTo>
                    <a:pt x="52336" y="66916"/>
                  </a:lnTo>
                  <a:lnTo>
                    <a:pt x="51003" y="66840"/>
                  </a:lnTo>
                  <a:lnTo>
                    <a:pt x="51003" y="67056"/>
                  </a:lnTo>
                  <a:lnTo>
                    <a:pt x="50952" y="67183"/>
                  </a:lnTo>
                  <a:lnTo>
                    <a:pt x="50596" y="68199"/>
                  </a:lnTo>
                  <a:lnTo>
                    <a:pt x="50317" y="68199"/>
                  </a:lnTo>
                  <a:lnTo>
                    <a:pt x="50266" y="69481"/>
                  </a:lnTo>
                  <a:lnTo>
                    <a:pt x="50342" y="67056"/>
                  </a:lnTo>
                  <a:lnTo>
                    <a:pt x="50838" y="67056"/>
                  </a:lnTo>
                  <a:lnTo>
                    <a:pt x="51003" y="67056"/>
                  </a:lnTo>
                  <a:lnTo>
                    <a:pt x="51003" y="66840"/>
                  </a:lnTo>
                  <a:lnTo>
                    <a:pt x="50495" y="66802"/>
                  </a:lnTo>
                  <a:lnTo>
                    <a:pt x="52070" y="66802"/>
                  </a:lnTo>
                  <a:lnTo>
                    <a:pt x="52666" y="66929"/>
                  </a:lnTo>
                  <a:lnTo>
                    <a:pt x="52666" y="61214"/>
                  </a:lnTo>
                  <a:lnTo>
                    <a:pt x="50050" y="61214"/>
                  </a:lnTo>
                  <a:lnTo>
                    <a:pt x="50050" y="69723"/>
                  </a:lnTo>
                  <a:lnTo>
                    <a:pt x="49987" y="69977"/>
                  </a:lnTo>
                  <a:lnTo>
                    <a:pt x="49987" y="70485"/>
                  </a:lnTo>
                  <a:lnTo>
                    <a:pt x="49580" y="70485"/>
                  </a:lnTo>
                  <a:lnTo>
                    <a:pt x="49606" y="70231"/>
                  </a:lnTo>
                  <a:lnTo>
                    <a:pt x="49745" y="70231"/>
                  </a:lnTo>
                  <a:lnTo>
                    <a:pt x="49987" y="70485"/>
                  </a:lnTo>
                  <a:lnTo>
                    <a:pt x="49987" y="69977"/>
                  </a:lnTo>
                  <a:lnTo>
                    <a:pt x="49644" y="69977"/>
                  </a:lnTo>
                  <a:lnTo>
                    <a:pt x="49504" y="69977"/>
                  </a:lnTo>
                  <a:lnTo>
                    <a:pt x="48399" y="69977"/>
                  </a:lnTo>
                  <a:lnTo>
                    <a:pt x="48234" y="69977"/>
                  </a:lnTo>
                  <a:lnTo>
                    <a:pt x="48196" y="69723"/>
                  </a:lnTo>
                  <a:lnTo>
                    <a:pt x="48920" y="69723"/>
                  </a:lnTo>
                  <a:lnTo>
                    <a:pt x="49415" y="69723"/>
                  </a:lnTo>
                  <a:lnTo>
                    <a:pt x="50050" y="69723"/>
                  </a:lnTo>
                  <a:lnTo>
                    <a:pt x="50050" y="61214"/>
                  </a:lnTo>
                  <a:lnTo>
                    <a:pt x="48602" y="61214"/>
                  </a:lnTo>
                  <a:lnTo>
                    <a:pt x="48602" y="67056"/>
                  </a:lnTo>
                  <a:lnTo>
                    <a:pt x="48602" y="67449"/>
                  </a:lnTo>
                  <a:lnTo>
                    <a:pt x="48056" y="67056"/>
                  </a:lnTo>
                  <a:lnTo>
                    <a:pt x="48602" y="67056"/>
                  </a:lnTo>
                  <a:lnTo>
                    <a:pt x="48602" y="61214"/>
                  </a:lnTo>
                  <a:lnTo>
                    <a:pt x="47777" y="61214"/>
                  </a:lnTo>
                  <a:lnTo>
                    <a:pt x="47777" y="69723"/>
                  </a:lnTo>
                  <a:lnTo>
                    <a:pt x="47739" y="69875"/>
                  </a:lnTo>
                  <a:lnTo>
                    <a:pt x="45453" y="69977"/>
                  </a:lnTo>
                  <a:lnTo>
                    <a:pt x="44373" y="69977"/>
                  </a:lnTo>
                  <a:lnTo>
                    <a:pt x="44564" y="69723"/>
                  </a:lnTo>
                  <a:lnTo>
                    <a:pt x="44805" y="69723"/>
                  </a:lnTo>
                  <a:lnTo>
                    <a:pt x="45707" y="69723"/>
                  </a:lnTo>
                  <a:lnTo>
                    <a:pt x="46469" y="69723"/>
                  </a:lnTo>
                  <a:lnTo>
                    <a:pt x="46990" y="69723"/>
                  </a:lnTo>
                  <a:lnTo>
                    <a:pt x="47205" y="69799"/>
                  </a:lnTo>
                  <a:lnTo>
                    <a:pt x="46812" y="69799"/>
                  </a:lnTo>
                  <a:lnTo>
                    <a:pt x="46342" y="69811"/>
                  </a:lnTo>
                  <a:lnTo>
                    <a:pt x="47371" y="69862"/>
                  </a:lnTo>
                  <a:lnTo>
                    <a:pt x="47726" y="69977"/>
                  </a:lnTo>
                  <a:lnTo>
                    <a:pt x="47574" y="69875"/>
                  </a:lnTo>
                  <a:lnTo>
                    <a:pt x="47739" y="69875"/>
                  </a:lnTo>
                  <a:lnTo>
                    <a:pt x="47612" y="69799"/>
                  </a:lnTo>
                  <a:lnTo>
                    <a:pt x="47485" y="69799"/>
                  </a:lnTo>
                  <a:lnTo>
                    <a:pt x="47777" y="69723"/>
                  </a:lnTo>
                  <a:lnTo>
                    <a:pt x="47777" y="61214"/>
                  </a:lnTo>
                  <a:lnTo>
                    <a:pt x="47383" y="61214"/>
                  </a:lnTo>
                  <a:lnTo>
                    <a:pt x="47383" y="68199"/>
                  </a:lnTo>
                  <a:lnTo>
                    <a:pt x="47015" y="68541"/>
                  </a:lnTo>
                  <a:lnTo>
                    <a:pt x="46482" y="68199"/>
                  </a:lnTo>
                  <a:lnTo>
                    <a:pt x="47383" y="68199"/>
                  </a:lnTo>
                  <a:lnTo>
                    <a:pt x="47383" y="61214"/>
                  </a:lnTo>
                  <a:lnTo>
                    <a:pt x="46202" y="61214"/>
                  </a:lnTo>
                  <a:lnTo>
                    <a:pt x="46202" y="67056"/>
                  </a:lnTo>
                  <a:lnTo>
                    <a:pt x="46126" y="67500"/>
                  </a:lnTo>
                  <a:lnTo>
                    <a:pt x="45923" y="67056"/>
                  </a:lnTo>
                  <a:lnTo>
                    <a:pt x="46202" y="67056"/>
                  </a:lnTo>
                  <a:lnTo>
                    <a:pt x="46202" y="61214"/>
                  </a:lnTo>
                  <a:lnTo>
                    <a:pt x="45300" y="61214"/>
                  </a:lnTo>
                  <a:lnTo>
                    <a:pt x="45300" y="68199"/>
                  </a:lnTo>
                  <a:lnTo>
                    <a:pt x="45135" y="68199"/>
                  </a:lnTo>
                  <a:lnTo>
                    <a:pt x="45300" y="68199"/>
                  </a:lnTo>
                  <a:lnTo>
                    <a:pt x="45300" y="61214"/>
                  </a:lnTo>
                  <a:lnTo>
                    <a:pt x="44932" y="61214"/>
                  </a:lnTo>
                  <a:lnTo>
                    <a:pt x="44932" y="66802"/>
                  </a:lnTo>
                  <a:lnTo>
                    <a:pt x="44462" y="66802"/>
                  </a:lnTo>
                  <a:lnTo>
                    <a:pt x="44323" y="67056"/>
                  </a:lnTo>
                  <a:lnTo>
                    <a:pt x="44513" y="67056"/>
                  </a:lnTo>
                  <a:lnTo>
                    <a:pt x="44640" y="67056"/>
                  </a:lnTo>
                  <a:lnTo>
                    <a:pt x="44005" y="67691"/>
                  </a:lnTo>
                  <a:lnTo>
                    <a:pt x="44005" y="67310"/>
                  </a:lnTo>
                  <a:lnTo>
                    <a:pt x="43776" y="67424"/>
                  </a:lnTo>
                  <a:lnTo>
                    <a:pt x="43776" y="69977"/>
                  </a:lnTo>
                  <a:lnTo>
                    <a:pt x="43751" y="70104"/>
                  </a:lnTo>
                  <a:lnTo>
                    <a:pt x="43319" y="69977"/>
                  </a:lnTo>
                  <a:lnTo>
                    <a:pt x="43776" y="69977"/>
                  </a:lnTo>
                  <a:lnTo>
                    <a:pt x="43776" y="67424"/>
                  </a:lnTo>
                  <a:lnTo>
                    <a:pt x="43230" y="67691"/>
                  </a:lnTo>
                  <a:lnTo>
                    <a:pt x="43230" y="70612"/>
                  </a:lnTo>
                  <a:lnTo>
                    <a:pt x="42900" y="70485"/>
                  </a:lnTo>
                  <a:lnTo>
                    <a:pt x="41732" y="70485"/>
                  </a:lnTo>
                  <a:lnTo>
                    <a:pt x="41706" y="70231"/>
                  </a:lnTo>
                  <a:lnTo>
                    <a:pt x="41757" y="69723"/>
                  </a:lnTo>
                  <a:lnTo>
                    <a:pt x="41605" y="69977"/>
                  </a:lnTo>
                  <a:lnTo>
                    <a:pt x="41567" y="69723"/>
                  </a:lnTo>
                  <a:lnTo>
                    <a:pt x="41567" y="70104"/>
                  </a:lnTo>
                  <a:lnTo>
                    <a:pt x="41529" y="70231"/>
                  </a:lnTo>
                  <a:lnTo>
                    <a:pt x="41567" y="70104"/>
                  </a:lnTo>
                  <a:lnTo>
                    <a:pt x="41567" y="69723"/>
                  </a:lnTo>
                  <a:lnTo>
                    <a:pt x="41757" y="69723"/>
                  </a:lnTo>
                  <a:lnTo>
                    <a:pt x="41770" y="69977"/>
                  </a:lnTo>
                  <a:lnTo>
                    <a:pt x="42037" y="69723"/>
                  </a:lnTo>
                  <a:lnTo>
                    <a:pt x="43103" y="69723"/>
                  </a:lnTo>
                  <a:lnTo>
                    <a:pt x="43053" y="70231"/>
                  </a:lnTo>
                  <a:lnTo>
                    <a:pt x="43180" y="70485"/>
                  </a:lnTo>
                  <a:lnTo>
                    <a:pt x="43230" y="70612"/>
                  </a:lnTo>
                  <a:lnTo>
                    <a:pt x="43230" y="67691"/>
                  </a:lnTo>
                  <a:lnTo>
                    <a:pt x="43243" y="67538"/>
                  </a:lnTo>
                  <a:lnTo>
                    <a:pt x="43307" y="67056"/>
                  </a:lnTo>
                  <a:lnTo>
                    <a:pt x="43154" y="67056"/>
                  </a:lnTo>
                  <a:lnTo>
                    <a:pt x="43192" y="66802"/>
                  </a:lnTo>
                  <a:lnTo>
                    <a:pt x="43332" y="66802"/>
                  </a:lnTo>
                  <a:lnTo>
                    <a:pt x="43637" y="67056"/>
                  </a:lnTo>
                  <a:lnTo>
                    <a:pt x="43764" y="67056"/>
                  </a:lnTo>
                  <a:lnTo>
                    <a:pt x="44005" y="67056"/>
                  </a:lnTo>
                  <a:lnTo>
                    <a:pt x="44119" y="66802"/>
                  </a:lnTo>
                  <a:lnTo>
                    <a:pt x="44119" y="66548"/>
                  </a:lnTo>
                  <a:lnTo>
                    <a:pt x="44932" y="66802"/>
                  </a:lnTo>
                  <a:lnTo>
                    <a:pt x="44932" y="61214"/>
                  </a:lnTo>
                  <a:lnTo>
                    <a:pt x="42837" y="61214"/>
                  </a:lnTo>
                  <a:lnTo>
                    <a:pt x="42837" y="68973"/>
                  </a:lnTo>
                  <a:lnTo>
                    <a:pt x="40716" y="68529"/>
                  </a:lnTo>
                  <a:lnTo>
                    <a:pt x="40716" y="69723"/>
                  </a:lnTo>
                  <a:lnTo>
                    <a:pt x="40652" y="69977"/>
                  </a:lnTo>
                  <a:lnTo>
                    <a:pt x="40576" y="70231"/>
                  </a:lnTo>
                  <a:lnTo>
                    <a:pt x="40652" y="69977"/>
                  </a:lnTo>
                  <a:lnTo>
                    <a:pt x="40360" y="69977"/>
                  </a:lnTo>
                  <a:lnTo>
                    <a:pt x="40182" y="69977"/>
                  </a:lnTo>
                  <a:lnTo>
                    <a:pt x="40259" y="69723"/>
                  </a:lnTo>
                  <a:lnTo>
                    <a:pt x="40716" y="69723"/>
                  </a:lnTo>
                  <a:lnTo>
                    <a:pt x="40716" y="68529"/>
                  </a:lnTo>
                  <a:lnTo>
                    <a:pt x="40017" y="68389"/>
                  </a:lnTo>
                  <a:lnTo>
                    <a:pt x="40017" y="69977"/>
                  </a:lnTo>
                  <a:lnTo>
                    <a:pt x="39954" y="70231"/>
                  </a:lnTo>
                  <a:lnTo>
                    <a:pt x="39789" y="70485"/>
                  </a:lnTo>
                  <a:lnTo>
                    <a:pt x="39624" y="70675"/>
                  </a:lnTo>
                  <a:lnTo>
                    <a:pt x="39738" y="70485"/>
                  </a:lnTo>
                  <a:lnTo>
                    <a:pt x="39458" y="70624"/>
                  </a:lnTo>
                  <a:lnTo>
                    <a:pt x="39166" y="70510"/>
                  </a:lnTo>
                  <a:lnTo>
                    <a:pt x="39065" y="70739"/>
                  </a:lnTo>
                  <a:lnTo>
                    <a:pt x="39243" y="70739"/>
                  </a:lnTo>
                  <a:lnTo>
                    <a:pt x="39433" y="70739"/>
                  </a:lnTo>
                  <a:lnTo>
                    <a:pt x="39560" y="70739"/>
                  </a:lnTo>
                  <a:lnTo>
                    <a:pt x="39344" y="70827"/>
                  </a:lnTo>
                  <a:lnTo>
                    <a:pt x="38963" y="70878"/>
                  </a:lnTo>
                  <a:lnTo>
                    <a:pt x="38912" y="70739"/>
                  </a:lnTo>
                  <a:lnTo>
                    <a:pt x="38849" y="70916"/>
                  </a:lnTo>
                  <a:lnTo>
                    <a:pt x="38315" y="71120"/>
                  </a:lnTo>
                  <a:lnTo>
                    <a:pt x="38823" y="71005"/>
                  </a:lnTo>
                  <a:lnTo>
                    <a:pt x="38646" y="71120"/>
                  </a:lnTo>
                  <a:lnTo>
                    <a:pt x="38315" y="71120"/>
                  </a:lnTo>
                  <a:lnTo>
                    <a:pt x="38074" y="71120"/>
                  </a:lnTo>
                  <a:lnTo>
                    <a:pt x="37909" y="70739"/>
                  </a:lnTo>
                  <a:lnTo>
                    <a:pt x="37642" y="70878"/>
                  </a:lnTo>
                  <a:lnTo>
                    <a:pt x="37312" y="71043"/>
                  </a:lnTo>
                  <a:lnTo>
                    <a:pt x="37642" y="70866"/>
                  </a:lnTo>
                  <a:lnTo>
                    <a:pt x="37884" y="70739"/>
                  </a:lnTo>
                  <a:lnTo>
                    <a:pt x="38112" y="70739"/>
                  </a:lnTo>
                  <a:lnTo>
                    <a:pt x="39065" y="70739"/>
                  </a:lnTo>
                  <a:lnTo>
                    <a:pt x="39141" y="70485"/>
                  </a:lnTo>
                  <a:lnTo>
                    <a:pt x="38798" y="70485"/>
                  </a:lnTo>
                  <a:lnTo>
                    <a:pt x="38646" y="70231"/>
                  </a:lnTo>
                  <a:lnTo>
                    <a:pt x="38582" y="69723"/>
                  </a:lnTo>
                  <a:lnTo>
                    <a:pt x="39065" y="69723"/>
                  </a:lnTo>
                  <a:lnTo>
                    <a:pt x="39116" y="70231"/>
                  </a:lnTo>
                  <a:lnTo>
                    <a:pt x="39230" y="70040"/>
                  </a:lnTo>
                  <a:lnTo>
                    <a:pt x="39154" y="70231"/>
                  </a:lnTo>
                  <a:lnTo>
                    <a:pt x="39954" y="70231"/>
                  </a:lnTo>
                  <a:lnTo>
                    <a:pt x="39954" y="69977"/>
                  </a:lnTo>
                  <a:lnTo>
                    <a:pt x="39268" y="69977"/>
                  </a:lnTo>
                  <a:lnTo>
                    <a:pt x="39420" y="69723"/>
                  </a:lnTo>
                  <a:lnTo>
                    <a:pt x="39903" y="69723"/>
                  </a:lnTo>
                  <a:lnTo>
                    <a:pt x="40017" y="69977"/>
                  </a:lnTo>
                  <a:lnTo>
                    <a:pt x="40017" y="68389"/>
                  </a:lnTo>
                  <a:lnTo>
                    <a:pt x="39154" y="68199"/>
                  </a:lnTo>
                  <a:lnTo>
                    <a:pt x="41910" y="68199"/>
                  </a:lnTo>
                  <a:lnTo>
                    <a:pt x="42037" y="67424"/>
                  </a:lnTo>
                  <a:lnTo>
                    <a:pt x="42100" y="68199"/>
                  </a:lnTo>
                  <a:lnTo>
                    <a:pt x="42519" y="68199"/>
                  </a:lnTo>
                  <a:lnTo>
                    <a:pt x="42837" y="68973"/>
                  </a:lnTo>
                  <a:lnTo>
                    <a:pt x="42837" y="61214"/>
                  </a:lnTo>
                  <a:lnTo>
                    <a:pt x="38442" y="61214"/>
                  </a:lnTo>
                  <a:lnTo>
                    <a:pt x="38442" y="69723"/>
                  </a:lnTo>
                  <a:lnTo>
                    <a:pt x="38430" y="69977"/>
                  </a:lnTo>
                  <a:lnTo>
                    <a:pt x="38430" y="70231"/>
                  </a:lnTo>
                  <a:lnTo>
                    <a:pt x="38430" y="70485"/>
                  </a:lnTo>
                  <a:lnTo>
                    <a:pt x="38265" y="70650"/>
                  </a:lnTo>
                  <a:lnTo>
                    <a:pt x="38430" y="70485"/>
                  </a:lnTo>
                  <a:lnTo>
                    <a:pt x="38252" y="70485"/>
                  </a:lnTo>
                  <a:lnTo>
                    <a:pt x="37985" y="70485"/>
                  </a:lnTo>
                  <a:lnTo>
                    <a:pt x="37795" y="70485"/>
                  </a:lnTo>
                  <a:lnTo>
                    <a:pt x="37668" y="70485"/>
                  </a:lnTo>
                  <a:lnTo>
                    <a:pt x="37376" y="70485"/>
                  </a:lnTo>
                  <a:lnTo>
                    <a:pt x="37096" y="70485"/>
                  </a:lnTo>
                  <a:lnTo>
                    <a:pt x="37096" y="70866"/>
                  </a:lnTo>
                  <a:lnTo>
                    <a:pt x="36969" y="70751"/>
                  </a:lnTo>
                  <a:lnTo>
                    <a:pt x="37096" y="70866"/>
                  </a:lnTo>
                  <a:lnTo>
                    <a:pt x="37096" y="70485"/>
                  </a:lnTo>
                  <a:lnTo>
                    <a:pt x="36576" y="70485"/>
                  </a:lnTo>
                  <a:lnTo>
                    <a:pt x="37084" y="70256"/>
                  </a:lnTo>
                  <a:lnTo>
                    <a:pt x="37553" y="70485"/>
                  </a:lnTo>
                  <a:lnTo>
                    <a:pt x="37477" y="70231"/>
                  </a:lnTo>
                  <a:lnTo>
                    <a:pt x="37668" y="70485"/>
                  </a:lnTo>
                  <a:lnTo>
                    <a:pt x="37769" y="70231"/>
                  </a:lnTo>
                  <a:lnTo>
                    <a:pt x="38430" y="70231"/>
                  </a:lnTo>
                  <a:lnTo>
                    <a:pt x="38430" y="69977"/>
                  </a:lnTo>
                  <a:lnTo>
                    <a:pt x="37922" y="69977"/>
                  </a:lnTo>
                  <a:lnTo>
                    <a:pt x="37719" y="69977"/>
                  </a:lnTo>
                  <a:lnTo>
                    <a:pt x="37452" y="70091"/>
                  </a:lnTo>
                  <a:lnTo>
                    <a:pt x="37299" y="69977"/>
                  </a:lnTo>
                  <a:lnTo>
                    <a:pt x="37223" y="70142"/>
                  </a:lnTo>
                  <a:lnTo>
                    <a:pt x="36931" y="70142"/>
                  </a:lnTo>
                  <a:lnTo>
                    <a:pt x="36499" y="70231"/>
                  </a:lnTo>
                  <a:lnTo>
                    <a:pt x="36410" y="70485"/>
                  </a:lnTo>
                  <a:lnTo>
                    <a:pt x="36372" y="70358"/>
                  </a:lnTo>
                  <a:lnTo>
                    <a:pt x="36410" y="70485"/>
                  </a:lnTo>
                  <a:lnTo>
                    <a:pt x="36410" y="70231"/>
                  </a:lnTo>
                  <a:lnTo>
                    <a:pt x="36080" y="70231"/>
                  </a:lnTo>
                  <a:lnTo>
                    <a:pt x="36080" y="70485"/>
                  </a:lnTo>
                  <a:lnTo>
                    <a:pt x="35979" y="70358"/>
                  </a:lnTo>
                  <a:lnTo>
                    <a:pt x="36080" y="70485"/>
                  </a:lnTo>
                  <a:lnTo>
                    <a:pt x="36080" y="70231"/>
                  </a:lnTo>
                  <a:lnTo>
                    <a:pt x="35877" y="70078"/>
                  </a:lnTo>
                  <a:lnTo>
                    <a:pt x="36017" y="70104"/>
                  </a:lnTo>
                  <a:lnTo>
                    <a:pt x="36042" y="69977"/>
                  </a:lnTo>
                  <a:lnTo>
                    <a:pt x="35877" y="70015"/>
                  </a:lnTo>
                  <a:lnTo>
                    <a:pt x="36042" y="69977"/>
                  </a:lnTo>
                  <a:lnTo>
                    <a:pt x="36271" y="69723"/>
                  </a:lnTo>
                  <a:lnTo>
                    <a:pt x="35560" y="69977"/>
                  </a:lnTo>
                  <a:lnTo>
                    <a:pt x="35699" y="69977"/>
                  </a:lnTo>
                  <a:lnTo>
                    <a:pt x="35852" y="69977"/>
                  </a:lnTo>
                  <a:lnTo>
                    <a:pt x="35344" y="70104"/>
                  </a:lnTo>
                  <a:lnTo>
                    <a:pt x="35255" y="69977"/>
                  </a:lnTo>
                  <a:lnTo>
                    <a:pt x="35102" y="69977"/>
                  </a:lnTo>
                  <a:lnTo>
                    <a:pt x="35052" y="70154"/>
                  </a:lnTo>
                  <a:lnTo>
                    <a:pt x="34696" y="70218"/>
                  </a:lnTo>
                  <a:lnTo>
                    <a:pt x="35090" y="70485"/>
                  </a:lnTo>
                  <a:lnTo>
                    <a:pt x="35039" y="70231"/>
                  </a:lnTo>
                  <a:lnTo>
                    <a:pt x="35458" y="70231"/>
                  </a:lnTo>
                  <a:lnTo>
                    <a:pt x="35306" y="70485"/>
                  </a:lnTo>
                  <a:lnTo>
                    <a:pt x="35090" y="70485"/>
                  </a:lnTo>
                  <a:lnTo>
                    <a:pt x="34391" y="70485"/>
                  </a:lnTo>
                  <a:lnTo>
                    <a:pt x="34036" y="70573"/>
                  </a:lnTo>
                  <a:lnTo>
                    <a:pt x="33731" y="70485"/>
                  </a:lnTo>
                  <a:lnTo>
                    <a:pt x="33731" y="70993"/>
                  </a:lnTo>
                  <a:lnTo>
                    <a:pt x="33324" y="70739"/>
                  </a:lnTo>
                  <a:lnTo>
                    <a:pt x="33489" y="70739"/>
                  </a:lnTo>
                  <a:lnTo>
                    <a:pt x="33616" y="70739"/>
                  </a:lnTo>
                  <a:lnTo>
                    <a:pt x="33731" y="70993"/>
                  </a:lnTo>
                  <a:lnTo>
                    <a:pt x="33731" y="70485"/>
                  </a:lnTo>
                  <a:lnTo>
                    <a:pt x="33540" y="70485"/>
                  </a:lnTo>
                  <a:lnTo>
                    <a:pt x="33464" y="70675"/>
                  </a:lnTo>
                  <a:lnTo>
                    <a:pt x="32969" y="70523"/>
                  </a:lnTo>
                  <a:lnTo>
                    <a:pt x="33439" y="70662"/>
                  </a:lnTo>
                  <a:lnTo>
                    <a:pt x="33058" y="70485"/>
                  </a:lnTo>
                  <a:lnTo>
                    <a:pt x="32918" y="70485"/>
                  </a:lnTo>
                  <a:lnTo>
                    <a:pt x="32893" y="70650"/>
                  </a:lnTo>
                  <a:lnTo>
                    <a:pt x="32893" y="70485"/>
                  </a:lnTo>
                  <a:lnTo>
                    <a:pt x="32524" y="70485"/>
                  </a:lnTo>
                  <a:lnTo>
                    <a:pt x="33540" y="69977"/>
                  </a:lnTo>
                  <a:lnTo>
                    <a:pt x="33020" y="69977"/>
                  </a:lnTo>
                  <a:lnTo>
                    <a:pt x="33248" y="69723"/>
                  </a:lnTo>
                  <a:lnTo>
                    <a:pt x="34036" y="69723"/>
                  </a:lnTo>
                  <a:lnTo>
                    <a:pt x="34239" y="69723"/>
                  </a:lnTo>
                  <a:lnTo>
                    <a:pt x="34112" y="69621"/>
                  </a:lnTo>
                  <a:lnTo>
                    <a:pt x="33350" y="68961"/>
                  </a:lnTo>
                  <a:lnTo>
                    <a:pt x="32461" y="68199"/>
                  </a:lnTo>
                  <a:lnTo>
                    <a:pt x="33362" y="68935"/>
                  </a:lnTo>
                  <a:lnTo>
                    <a:pt x="34137" y="69570"/>
                  </a:lnTo>
                  <a:lnTo>
                    <a:pt x="34340" y="69723"/>
                  </a:lnTo>
                  <a:lnTo>
                    <a:pt x="34366" y="69977"/>
                  </a:lnTo>
                  <a:lnTo>
                    <a:pt x="34594" y="70154"/>
                  </a:lnTo>
                  <a:lnTo>
                    <a:pt x="34658" y="69723"/>
                  </a:lnTo>
                  <a:lnTo>
                    <a:pt x="34963" y="69723"/>
                  </a:lnTo>
                  <a:lnTo>
                    <a:pt x="37312" y="69723"/>
                  </a:lnTo>
                  <a:lnTo>
                    <a:pt x="36957" y="69977"/>
                  </a:lnTo>
                  <a:lnTo>
                    <a:pt x="37299" y="69977"/>
                  </a:lnTo>
                  <a:lnTo>
                    <a:pt x="37477" y="69977"/>
                  </a:lnTo>
                  <a:lnTo>
                    <a:pt x="37477" y="69723"/>
                  </a:lnTo>
                  <a:lnTo>
                    <a:pt x="37807" y="69723"/>
                  </a:lnTo>
                  <a:lnTo>
                    <a:pt x="37719" y="69977"/>
                  </a:lnTo>
                  <a:lnTo>
                    <a:pt x="38087" y="69723"/>
                  </a:lnTo>
                  <a:lnTo>
                    <a:pt x="38442" y="69723"/>
                  </a:lnTo>
                  <a:lnTo>
                    <a:pt x="38442" y="61214"/>
                  </a:lnTo>
                  <a:lnTo>
                    <a:pt x="35763" y="61214"/>
                  </a:lnTo>
                  <a:lnTo>
                    <a:pt x="35763" y="68199"/>
                  </a:lnTo>
                  <a:lnTo>
                    <a:pt x="35483" y="68719"/>
                  </a:lnTo>
                  <a:lnTo>
                    <a:pt x="35458" y="68199"/>
                  </a:lnTo>
                  <a:lnTo>
                    <a:pt x="35763" y="68199"/>
                  </a:lnTo>
                  <a:lnTo>
                    <a:pt x="35763" y="61214"/>
                  </a:lnTo>
                  <a:lnTo>
                    <a:pt x="30403" y="61214"/>
                  </a:lnTo>
                  <a:lnTo>
                    <a:pt x="30403" y="69977"/>
                  </a:lnTo>
                  <a:lnTo>
                    <a:pt x="30124" y="70104"/>
                  </a:lnTo>
                  <a:lnTo>
                    <a:pt x="30149" y="69977"/>
                  </a:lnTo>
                  <a:lnTo>
                    <a:pt x="30403" y="69977"/>
                  </a:lnTo>
                  <a:lnTo>
                    <a:pt x="30403" y="61214"/>
                  </a:lnTo>
                  <a:lnTo>
                    <a:pt x="28740" y="61214"/>
                  </a:lnTo>
                  <a:lnTo>
                    <a:pt x="28740" y="68199"/>
                  </a:lnTo>
                  <a:lnTo>
                    <a:pt x="25171" y="68846"/>
                  </a:lnTo>
                  <a:lnTo>
                    <a:pt x="25146" y="68199"/>
                  </a:lnTo>
                  <a:lnTo>
                    <a:pt x="28740" y="68199"/>
                  </a:lnTo>
                  <a:lnTo>
                    <a:pt x="28740" y="61214"/>
                  </a:lnTo>
                  <a:lnTo>
                    <a:pt x="24892" y="61214"/>
                  </a:lnTo>
                  <a:lnTo>
                    <a:pt x="24892" y="68199"/>
                  </a:lnTo>
                  <a:lnTo>
                    <a:pt x="24472" y="68364"/>
                  </a:lnTo>
                  <a:lnTo>
                    <a:pt x="24053" y="68529"/>
                  </a:lnTo>
                  <a:lnTo>
                    <a:pt x="23901" y="68199"/>
                  </a:lnTo>
                  <a:lnTo>
                    <a:pt x="23787" y="68326"/>
                  </a:lnTo>
                  <a:lnTo>
                    <a:pt x="23799" y="68199"/>
                  </a:lnTo>
                  <a:lnTo>
                    <a:pt x="23634" y="68199"/>
                  </a:lnTo>
                  <a:lnTo>
                    <a:pt x="23799" y="68199"/>
                  </a:lnTo>
                  <a:lnTo>
                    <a:pt x="23901" y="68199"/>
                  </a:lnTo>
                  <a:lnTo>
                    <a:pt x="24892" y="68199"/>
                  </a:lnTo>
                  <a:lnTo>
                    <a:pt x="24892" y="61214"/>
                  </a:lnTo>
                  <a:lnTo>
                    <a:pt x="23228" y="61214"/>
                  </a:lnTo>
                  <a:lnTo>
                    <a:pt x="23228" y="68821"/>
                  </a:lnTo>
                  <a:lnTo>
                    <a:pt x="22821" y="68757"/>
                  </a:lnTo>
                  <a:lnTo>
                    <a:pt x="23139" y="68326"/>
                  </a:lnTo>
                  <a:lnTo>
                    <a:pt x="23228" y="68821"/>
                  </a:lnTo>
                  <a:lnTo>
                    <a:pt x="23228" y="61214"/>
                  </a:lnTo>
                  <a:lnTo>
                    <a:pt x="22733" y="61214"/>
                  </a:lnTo>
                  <a:lnTo>
                    <a:pt x="22733" y="67056"/>
                  </a:lnTo>
                  <a:lnTo>
                    <a:pt x="22263" y="67246"/>
                  </a:lnTo>
                  <a:lnTo>
                    <a:pt x="22263" y="67056"/>
                  </a:lnTo>
                  <a:lnTo>
                    <a:pt x="22733" y="67056"/>
                  </a:lnTo>
                  <a:lnTo>
                    <a:pt x="22733" y="61214"/>
                  </a:lnTo>
                  <a:lnTo>
                    <a:pt x="21056" y="61214"/>
                  </a:lnTo>
                  <a:lnTo>
                    <a:pt x="21056" y="67729"/>
                  </a:lnTo>
                  <a:lnTo>
                    <a:pt x="20828" y="67818"/>
                  </a:lnTo>
                  <a:lnTo>
                    <a:pt x="20624" y="67906"/>
                  </a:lnTo>
                  <a:lnTo>
                    <a:pt x="20294" y="68033"/>
                  </a:lnTo>
                  <a:lnTo>
                    <a:pt x="20015" y="68148"/>
                  </a:lnTo>
                  <a:lnTo>
                    <a:pt x="19875" y="68199"/>
                  </a:lnTo>
                  <a:lnTo>
                    <a:pt x="19685" y="68199"/>
                  </a:lnTo>
                  <a:lnTo>
                    <a:pt x="19519" y="68199"/>
                  </a:lnTo>
                  <a:lnTo>
                    <a:pt x="19532" y="68072"/>
                  </a:lnTo>
                  <a:lnTo>
                    <a:pt x="19685" y="68199"/>
                  </a:lnTo>
                  <a:lnTo>
                    <a:pt x="19545" y="68021"/>
                  </a:lnTo>
                  <a:lnTo>
                    <a:pt x="19608" y="67564"/>
                  </a:lnTo>
                  <a:lnTo>
                    <a:pt x="19545" y="67322"/>
                  </a:lnTo>
                  <a:lnTo>
                    <a:pt x="19316" y="67716"/>
                  </a:lnTo>
                  <a:lnTo>
                    <a:pt x="18859" y="67056"/>
                  </a:lnTo>
                  <a:lnTo>
                    <a:pt x="19278" y="67056"/>
                  </a:lnTo>
                  <a:lnTo>
                    <a:pt x="19494" y="67170"/>
                  </a:lnTo>
                  <a:lnTo>
                    <a:pt x="19697" y="67056"/>
                  </a:lnTo>
                  <a:lnTo>
                    <a:pt x="19812" y="67322"/>
                  </a:lnTo>
                  <a:lnTo>
                    <a:pt x="20383" y="67602"/>
                  </a:lnTo>
                  <a:lnTo>
                    <a:pt x="20662" y="67741"/>
                  </a:lnTo>
                  <a:lnTo>
                    <a:pt x="20815" y="67056"/>
                  </a:lnTo>
                  <a:lnTo>
                    <a:pt x="21056" y="67729"/>
                  </a:lnTo>
                  <a:lnTo>
                    <a:pt x="21056" y="61214"/>
                  </a:lnTo>
                  <a:lnTo>
                    <a:pt x="17284" y="61214"/>
                  </a:lnTo>
                  <a:lnTo>
                    <a:pt x="17284" y="65405"/>
                  </a:lnTo>
                  <a:lnTo>
                    <a:pt x="17157" y="65798"/>
                  </a:lnTo>
                  <a:lnTo>
                    <a:pt x="16840" y="65405"/>
                  </a:lnTo>
                  <a:lnTo>
                    <a:pt x="17284" y="65405"/>
                  </a:lnTo>
                  <a:lnTo>
                    <a:pt x="17284" y="61214"/>
                  </a:lnTo>
                  <a:lnTo>
                    <a:pt x="15062" y="61214"/>
                  </a:lnTo>
                  <a:lnTo>
                    <a:pt x="15062" y="63373"/>
                  </a:lnTo>
                  <a:lnTo>
                    <a:pt x="14846" y="63373"/>
                  </a:lnTo>
                  <a:lnTo>
                    <a:pt x="14846" y="63627"/>
                  </a:lnTo>
                  <a:lnTo>
                    <a:pt x="14046" y="63627"/>
                  </a:lnTo>
                  <a:lnTo>
                    <a:pt x="14325" y="63119"/>
                  </a:lnTo>
                  <a:lnTo>
                    <a:pt x="14617" y="63119"/>
                  </a:lnTo>
                  <a:lnTo>
                    <a:pt x="14846" y="63258"/>
                  </a:lnTo>
                  <a:lnTo>
                    <a:pt x="15062" y="63373"/>
                  </a:lnTo>
                  <a:lnTo>
                    <a:pt x="15062" y="61214"/>
                  </a:lnTo>
                  <a:lnTo>
                    <a:pt x="15151" y="60960"/>
                  </a:lnTo>
                  <a:lnTo>
                    <a:pt x="14935" y="60960"/>
                  </a:lnTo>
                  <a:lnTo>
                    <a:pt x="14516" y="60706"/>
                  </a:lnTo>
                  <a:lnTo>
                    <a:pt x="15265" y="60706"/>
                  </a:lnTo>
                  <a:lnTo>
                    <a:pt x="15151" y="60960"/>
                  </a:lnTo>
                  <a:lnTo>
                    <a:pt x="98552" y="60960"/>
                  </a:lnTo>
                  <a:lnTo>
                    <a:pt x="98526" y="61099"/>
                  </a:lnTo>
                  <a:lnTo>
                    <a:pt x="98780" y="60960"/>
                  </a:lnTo>
                  <a:lnTo>
                    <a:pt x="101485" y="60960"/>
                  </a:lnTo>
                  <a:lnTo>
                    <a:pt x="101371" y="60706"/>
                  </a:lnTo>
                  <a:lnTo>
                    <a:pt x="101752" y="60706"/>
                  </a:lnTo>
                  <a:lnTo>
                    <a:pt x="102006" y="60706"/>
                  </a:lnTo>
                  <a:lnTo>
                    <a:pt x="102209" y="60706"/>
                  </a:lnTo>
                  <a:lnTo>
                    <a:pt x="102260" y="60452"/>
                  </a:lnTo>
                  <a:lnTo>
                    <a:pt x="102133" y="60452"/>
                  </a:lnTo>
                  <a:lnTo>
                    <a:pt x="101765" y="60452"/>
                  </a:lnTo>
                  <a:lnTo>
                    <a:pt x="101752" y="60579"/>
                  </a:lnTo>
                  <a:lnTo>
                    <a:pt x="101523" y="60452"/>
                  </a:lnTo>
                  <a:lnTo>
                    <a:pt x="101371" y="60198"/>
                  </a:lnTo>
                  <a:lnTo>
                    <a:pt x="101942" y="60198"/>
                  </a:lnTo>
                  <a:lnTo>
                    <a:pt x="102133" y="60452"/>
                  </a:lnTo>
                  <a:lnTo>
                    <a:pt x="102311" y="60198"/>
                  </a:lnTo>
                  <a:lnTo>
                    <a:pt x="102336" y="60071"/>
                  </a:lnTo>
                  <a:lnTo>
                    <a:pt x="102362" y="59944"/>
                  </a:lnTo>
                  <a:lnTo>
                    <a:pt x="102235" y="59969"/>
                  </a:lnTo>
                  <a:lnTo>
                    <a:pt x="101841" y="60071"/>
                  </a:lnTo>
                  <a:lnTo>
                    <a:pt x="101739" y="59944"/>
                  </a:lnTo>
                  <a:lnTo>
                    <a:pt x="101714" y="59690"/>
                  </a:lnTo>
                  <a:lnTo>
                    <a:pt x="101600" y="59436"/>
                  </a:lnTo>
                  <a:lnTo>
                    <a:pt x="101358" y="59436"/>
                  </a:lnTo>
                  <a:lnTo>
                    <a:pt x="101422" y="59182"/>
                  </a:lnTo>
                  <a:lnTo>
                    <a:pt x="101752" y="59182"/>
                  </a:lnTo>
                  <a:lnTo>
                    <a:pt x="101968" y="59321"/>
                  </a:lnTo>
                  <a:lnTo>
                    <a:pt x="102019" y="58928"/>
                  </a:lnTo>
                  <a:lnTo>
                    <a:pt x="102057" y="58674"/>
                  </a:lnTo>
                  <a:lnTo>
                    <a:pt x="101854" y="58928"/>
                  </a:lnTo>
                  <a:lnTo>
                    <a:pt x="101485" y="58928"/>
                  </a:lnTo>
                  <a:lnTo>
                    <a:pt x="101968" y="58674"/>
                  </a:lnTo>
                  <a:lnTo>
                    <a:pt x="102463" y="58039"/>
                  </a:lnTo>
                  <a:lnTo>
                    <a:pt x="102641" y="58039"/>
                  </a:lnTo>
                  <a:lnTo>
                    <a:pt x="102806" y="58039"/>
                  </a:lnTo>
                  <a:lnTo>
                    <a:pt x="102616" y="58420"/>
                  </a:lnTo>
                  <a:lnTo>
                    <a:pt x="103047" y="58420"/>
                  </a:lnTo>
                  <a:lnTo>
                    <a:pt x="102958" y="58039"/>
                  </a:lnTo>
                  <a:lnTo>
                    <a:pt x="102882" y="57873"/>
                  </a:lnTo>
                  <a:lnTo>
                    <a:pt x="103644" y="57785"/>
                  </a:lnTo>
                  <a:lnTo>
                    <a:pt x="103657" y="57404"/>
                  </a:lnTo>
                  <a:lnTo>
                    <a:pt x="103670" y="57277"/>
                  </a:lnTo>
                  <a:close/>
                </a:path>
                <a:path w="118110" h="106044">
                  <a:moveTo>
                    <a:pt x="103746" y="57023"/>
                  </a:moveTo>
                  <a:lnTo>
                    <a:pt x="103365" y="57023"/>
                  </a:lnTo>
                  <a:lnTo>
                    <a:pt x="103314" y="56769"/>
                  </a:lnTo>
                  <a:lnTo>
                    <a:pt x="103149" y="56769"/>
                  </a:lnTo>
                  <a:lnTo>
                    <a:pt x="103136" y="57023"/>
                  </a:lnTo>
                  <a:lnTo>
                    <a:pt x="103327" y="57023"/>
                  </a:lnTo>
                  <a:lnTo>
                    <a:pt x="103505" y="57162"/>
                  </a:lnTo>
                  <a:lnTo>
                    <a:pt x="103746" y="57023"/>
                  </a:lnTo>
                  <a:close/>
                </a:path>
                <a:path w="118110" h="106044">
                  <a:moveTo>
                    <a:pt x="104013" y="56769"/>
                  </a:moveTo>
                  <a:lnTo>
                    <a:pt x="103746" y="57023"/>
                  </a:lnTo>
                  <a:lnTo>
                    <a:pt x="103987" y="57150"/>
                  </a:lnTo>
                  <a:lnTo>
                    <a:pt x="104013" y="56769"/>
                  </a:lnTo>
                  <a:close/>
                </a:path>
                <a:path w="118110" h="106044">
                  <a:moveTo>
                    <a:pt x="104038" y="54229"/>
                  </a:moveTo>
                  <a:lnTo>
                    <a:pt x="103784" y="54737"/>
                  </a:lnTo>
                  <a:lnTo>
                    <a:pt x="104013" y="54635"/>
                  </a:lnTo>
                  <a:lnTo>
                    <a:pt x="104025" y="54330"/>
                  </a:lnTo>
                  <a:close/>
                </a:path>
                <a:path w="118110" h="106044">
                  <a:moveTo>
                    <a:pt x="104267" y="54495"/>
                  </a:moveTo>
                  <a:lnTo>
                    <a:pt x="104178" y="54292"/>
                  </a:lnTo>
                  <a:lnTo>
                    <a:pt x="104051" y="54610"/>
                  </a:lnTo>
                  <a:lnTo>
                    <a:pt x="104267" y="54495"/>
                  </a:lnTo>
                  <a:close/>
                </a:path>
                <a:path w="118110" h="106044">
                  <a:moveTo>
                    <a:pt x="104470" y="34163"/>
                  </a:moveTo>
                  <a:lnTo>
                    <a:pt x="103962" y="34163"/>
                  </a:lnTo>
                  <a:lnTo>
                    <a:pt x="104305" y="34518"/>
                  </a:lnTo>
                  <a:lnTo>
                    <a:pt x="104470" y="34163"/>
                  </a:lnTo>
                  <a:close/>
                </a:path>
                <a:path w="118110" h="106044">
                  <a:moveTo>
                    <a:pt x="106222" y="42037"/>
                  </a:moveTo>
                  <a:lnTo>
                    <a:pt x="106045" y="42037"/>
                  </a:lnTo>
                  <a:lnTo>
                    <a:pt x="105854" y="42037"/>
                  </a:lnTo>
                  <a:lnTo>
                    <a:pt x="105435" y="42418"/>
                  </a:lnTo>
                  <a:lnTo>
                    <a:pt x="104940" y="42037"/>
                  </a:lnTo>
                  <a:lnTo>
                    <a:pt x="105105" y="42672"/>
                  </a:lnTo>
                  <a:lnTo>
                    <a:pt x="105460" y="42672"/>
                  </a:lnTo>
                  <a:lnTo>
                    <a:pt x="105765" y="42672"/>
                  </a:lnTo>
                  <a:lnTo>
                    <a:pt x="105600" y="42557"/>
                  </a:lnTo>
                  <a:lnTo>
                    <a:pt x="106222" y="42037"/>
                  </a:lnTo>
                  <a:close/>
                </a:path>
                <a:path w="118110" h="106044">
                  <a:moveTo>
                    <a:pt x="106375" y="43180"/>
                  </a:moveTo>
                  <a:lnTo>
                    <a:pt x="105587" y="43180"/>
                  </a:lnTo>
                  <a:lnTo>
                    <a:pt x="106095" y="43688"/>
                  </a:lnTo>
                  <a:lnTo>
                    <a:pt x="106375" y="43180"/>
                  </a:lnTo>
                  <a:close/>
                </a:path>
                <a:path w="118110" h="106044">
                  <a:moveTo>
                    <a:pt x="106895" y="98298"/>
                  </a:moveTo>
                  <a:lnTo>
                    <a:pt x="106324" y="98552"/>
                  </a:lnTo>
                  <a:lnTo>
                    <a:pt x="106895" y="98806"/>
                  </a:lnTo>
                  <a:lnTo>
                    <a:pt x="106895" y="98298"/>
                  </a:lnTo>
                  <a:close/>
                </a:path>
                <a:path w="118110" h="106044">
                  <a:moveTo>
                    <a:pt x="108788" y="47371"/>
                  </a:moveTo>
                  <a:lnTo>
                    <a:pt x="106426" y="47117"/>
                  </a:lnTo>
                  <a:lnTo>
                    <a:pt x="106426" y="46863"/>
                  </a:lnTo>
                  <a:lnTo>
                    <a:pt x="106184" y="46863"/>
                  </a:lnTo>
                  <a:lnTo>
                    <a:pt x="106172" y="47002"/>
                  </a:lnTo>
                  <a:lnTo>
                    <a:pt x="105752" y="47053"/>
                  </a:lnTo>
                  <a:lnTo>
                    <a:pt x="105752" y="47371"/>
                  </a:lnTo>
                  <a:lnTo>
                    <a:pt x="105460" y="47752"/>
                  </a:lnTo>
                  <a:lnTo>
                    <a:pt x="105067" y="47371"/>
                  </a:lnTo>
                  <a:lnTo>
                    <a:pt x="105752" y="47371"/>
                  </a:lnTo>
                  <a:lnTo>
                    <a:pt x="105752" y="47053"/>
                  </a:lnTo>
                  <a:lnTo>
                    <a:pt x="104495" y="46913"/>
                  </a:lnTo>
                  <a:lnTo>
                    <a:pt x="104495" y="47879"/>
                  </a:lnTo>
                  <a:lnTo>
                    <a:pt x="104444" y="48031"/>
                  </a:lnTo>
                  <a:lnTo>
                    <a:pt x="103886" y="47879"/>
                  </a:lnTo>
                  <a:lnTo>
                    <a:pt x="104406" y="47879"/>
                  </a:lnTo>
                  <a:lnTo>
                    <a:pt x="104495" y="46913"/>
                  </a:lnTo>
                  <a:lnTo>
                    <a:pt x="104063" y="46863"/>
                  </a:lnTo>
                  <a:lnTo>
                    <a:pt x="104736" y="46863"/>
                  </a:lnTo>
                  <a:lnTo>
                    <a:pt x="104736" y="46355"/>
                  </a:lnTo>
                  <a:lnTo>
                    <a:pt x="105054" y="46355"/>
                  </a:lnTo>
                  <a:lnTo>
                    <a:pt x="105143" y="46863"/>
                  </a:lnTo>
                  <a:lnTo>
                    <a:pt x="105359" y="46863"/>
                  </a:lnTo>
                  <a:lnTo>
                    <a:pt x="105841" y="46355"/>
                  </a:lnTo>
                  <a:lnTo>
                    <a:pt x="106413" y="46355"/>
                  </a:lnTo>
                  <a:lnTo>
                    <a:pt x="106781" y="46355"/>
                  </a:lnTo>
                  <a:lnTo>
                    <a:pt x="106781" y="45847"/>
                  </a:lnTo>
                  <a:lnTo>
                    <a:pt x="107086" y="45847"/>
                  </a:lnTo>
                  <a:lnTo>
                    <a:pt x="106768" y="45466"/>
                  </a:lnTo>
                  <a:lnTo>
                    <a:pt x="106667" y="45681"/>
                  </a:lnTo>
                  <a:lnTo>
                    <a:pt x="105562" y="45212"/>
                  </a:lnTo>
                  <a:lnTo>
                    <a:pt x="105994" y="45212"/>
                  </a:lnTo>
                  <a:lnTo>
                    <a:pt x="106260" y="45212"/>
                  </a:lnTo>
                  <a:lnTo>
                    <a:pt x="106527" y="45212"/>
                  </a:lnTo>
                  <a:lnTo>
                    <a:pt x="106692" y="45212"/>
                  </a:lnTo>
                  <a:lnTo>
                    <a:pt x="106375" y="44704"/>
                  </a:lnTo>
                  <a:lnTo>
                    <a:pt x="106362" y="44196"/>
                  </a:lnTo>
                  <a:lnTo>
                    <a:pt x="106743" y="44196"/>
                  </a:lnTo>
                  <a:lnTo>
                    <a:pt x="106006" y="43688"/>
                  </a:lnTo>
                  <a:lnTo>
                    <a:pt x="105803" y="43688"/>
                  </a:lnTo>
                  <a:lnTo>
                    <a:pt x="105371" y="43942"/>
                  </a:lnTo>
                  <a:lnTo>
                    <a:pt x="105371" y="43688"/>
                  </a:lnTo>
                  <a:lnTo>
                    <a:pt x="104978" y="43180"/>
                  </a:lnTo>
                  <a:lnTo>
                    <a:pt x="104698" y="42672"/>
                  </a:lnTo>
                  <a:lnTo>
                    <a:pt x="104749" y="42037"/>
                  </a:lnTo>
                  <a:lnTo>
                    <a:pt x="104940" y="42037"/>
                  </a:lnTo>
                  <a:lnTo>
                    <a:pt x="105270" y="42037"/>
                  </a:lnTo>
                  <a:lnTo>
                    <a:pt x="105422" y="42037"/>
                  </a:lnTo>
                  <a:lnTo>
                    <a:pt x="105359" y="41808"/>
                  </a:lnTo>
                  <a:lnTo>
                    <a:pt x="105321" y="41681"/>
                  </a:lnTo>
                  <a:lnTo>
                    <a:pt x="105295" y="41529"/>
                  </a:lnTo>
                  <a:lnTo>
                    <a:pt x="104990" y="41529"/>
                  </a:lnTo>
                  <a:lnTo>
                    <a:pt x="104762" y="41021"/>
                  </a:lnTo>
                  <a:lnTo>
                    <a:pt x="104470" y="40005"/>
                  </a:lnTo>
                  <a:lnTo>
                    <a:pt x="104254" y="39573"/>
                  </a:lnTo>
                  <a:lnTo>
                    <a:pt x="104254" y="45212"/>
                  </a:lnTo>
                  <a:lnTo>
                    <a:pt x="104051" y="45847"/>
                  </a:lnTo>
                  <a:lnTo>
                    <a:pt x="103644" y="45847"/>
                  </a:lnTo>
                  <a:lnTo>
                    <a:pt x="103530" y="45212"/>
                  </a:lnTo>
                  <a:lnTo>
                    <a:pt x="104254" y="45212"/>
                  </a:lnTo>
                  <a:lnTo>
                    <a:pt x="104254" y="39573"/>
                  </a:lnTo>
                  <a:lnTo>
                    <a:pt x="105308" y="39497"/>
                  </a:lnTo>
                  <a:lnTo>
                    <a:pt x="105651" y="38862"/>
                  </a:lnTo>
                  <a:lnTo>
                    <a:pt x="105359" y="38709"/>
                  </a:lnTo>
                  <a:lnTo>
                    <a:pt x="105625" y="38354"/>
                  </a:lnTo>
                  <a:lnTo>
                    <a:pt x="105486" y="38354"/>
                  </a:lnTo>
                  <a:lnTo>
                    <a:pt x="105486" y="37846"/>
                  </a:lnTo>
                  <a:lnTo>
                    <a:pt x="105117" y="37846"/>
                  </a:lnTo>
                  <a:lnTo>
                    <a:pt x="105117" y="38608"/>
                  </a:lnTo>
                  <a:lnTo>
                    <a:pt x="104990" y="38569"/>
                  </a:lnTo>
                  <a:lnTo>
                    <a:pt x="104851" y="38354"/>
                  </a:lnTo>
                  <a:lnTo>
                    <a:pt x="104800" y="38493"/>
                  </a:lnTo>
                  <a:lnTo>
                    <a:pt x="104482" y="38354"/>
                  </a:lnTo>
                  <a:lnTo>
                    <a:pt x="104838" y="38354"/>
                  </a:lnTo>
                  <a:lnTo>
                    <a:pt x="104978" y="38354"/>
                  </a:lnTo>
                  <a:lnTo>
                    <a:pt x="105117" y="38608"/>
                  </a:lnTo>
                  <a:lnTo>
                    <a:pt x="105117" y="37846"/>
                  </a:lnTo>
                  <a:lnTo>
                    <a:pt x="104559" y="37846"/>
                  </a:lnTo>
                  <a:lnTo>
                    <a:pt x="104762" y="37338"/>
                  </a:lnTo>
                  <a:lnTo>
                    <a:pt x="104635" y="37338"/>
                  </a:lnTo>
                  <a:lnTo>
                    <a:pt x="104355" y="37198"/>
                  </a:lnTo>
                  <a:lnTo>
                    <a:pt x="104355" y="37566"/>
                  </a:lnTo>
                  <a:lnTo>
                    <a:pt x="104292" y="37846"/>
                  </a:lnTo>
                  <a:lnTo>
                    <a:pt x="104355" y="37566"/>
                  </a:lnTo>
                  <a:lnTo>
                    <a:pt x="104355" y="37198"/>
                  </a:lnTo>
                  <a:lnTo>
                    <a:pt x="103949" y="36982"/>
                  </a:lnTo>
                  <a:lnTo>
                    <a:pt x="103949" y="37338"/>
                  </a:lnTo>
                  <a:lnTo>
                    <a:pt x="103822" y="37490"/>
                  </a:lnTo>
                  <a:lnTo>
                    <a:pt x="103822" y="43180"/>
                  </a:lnTo>
                  <a:lnTo>
                    <a:pt x="103505" y="43294"/>
                  </a:lnTo>
                  <a:lnTo>
                    <a:pt x="103505" y="45097"/>
                  </a:lnTo>
                  <a:lnTo>
                    <a:pt x="103301" y="44704"/>
                  </a:lnTo>
                  <a:lnTo>
                    <a:pt x="103505" y="45097"/>
                  </a:lnTo>
                  <a:lnTo>
                    <a:pt x="103505" y="43294"/>
                  </a:lnTo>
                  <a:lnTo>
                    <a:pt x="103174" y="43395"/>
                  </a:lnTo>
                  <a:lnTo>
                    <a:pt x="103174" y="53213"/>
                  </a:lnTo>
                  <a:lnTo>
                    <a:pt x="102933" y="53467"/>
                  </a:lnTo>
                  <a:lnTo>
                    <a:pt x="102679" y="53213"/>
                  </a:lnTo>
                  <a:lnTo>
                    <a:pt x="103174" y="53213"/>
                  </a:lnTo>
                  <a:lnTo>
                    <a:pt x="103174" y="43395"/>
                  </a:lnTo>
                  <a:lnTo>
                    <a:pt x="103035" y="43434"/>
                  </a:lnTo>
                  <a:lnTo>
                    <a:pt x="102984" y="43180"/>
                  </a:lnTo>
                  <a:lnTo>
                    <a:pt x="103416" y="43180"/>
                  </a:lnTo>
                  <a:lnTo>
                    <a:pt x="103644" y="43180"/>
                  </a:lnTo>
                  <a:lnTo>
                    <a:pt x="103822" y="43180"/>
                  </a:lnTo>
                  <a:lnTo>
                    <a:pt x="103822" y="37490"/>
                  </a:lnTo>
                  <a:lnTo>
                    <a:pt x="103759" y="42037"/>
                  </a:lnTo>
                  <a:lnTo>
                    <a:pt x="103695" y="42672"/>
                  </a:lnTo>
                  <a:lnTo>
                    <a:pt x="103670" y="42926"/>
                  </a:lnTo>
                  <a:lnTo>
                    <a:pt x="103225" y="42735"/>
                  </a:lnTo>
                  <a:lnTo>
                    <a:pt x="103428" y="42037"/>
                  </a:lnTo>
                  <a:lnTo>
                    <a:pt x="103759" y="42037"/>
                  </a:lnTo>
                  <a:lnTo>
                    <a:pt x="103759" y="37553"/>
                  </a:lnTo>
                  <a:lnTo>
                    <a:pt x="103809" y="37338"/>
                  </a:lnTo>
                  <a:lnTo>
                    <a:pt x="103911" y="37071"/>
                  </a:lnTo>
                  <a:lnTo>
                    <a:pt x="103949" y="37338"/>
                  </a:lnTo>
                  <a:lnTo>
                    <a:pt x="103949" y="36982"/>
                  </a:lnTo>
                  <a:lnTo>
                    <a:pt x="104013" y="36830"/>
                  </a:lnTo>
                  <a:lnTo>
                    <a:pt x="104063" y="36322"/>
                  </a:lnTo>
                  <a:lnTo>
                    <a:pt x="103809" y="36322"/>
                  </a:lnTo>
                  <a:lnTo>
                    <a:pt x="103886" y="36830"/>
                  </a:lnTo>
                  <a:lnTo>
                    <a:pt x="103733" y="36855"/>
                  </a:lnTo>
                  <a:lnTo>
                    <a:pt x="103695" y="37338"/>
                  </a:lnTo>
                  <a:lnTo>
                    <a:pt x="103365" y="37338"/>
                  </a:lnTo>
                  <a:lnTo>
                    <a:pt x="103695" y="36918"/>
                  </a:lnTo>
                  <a:lnTo>
                    <a:pt x="103670" y="36322"/>
                  </a:lnTo>
                  <a:lnTo>
                    <a:pt x="103251" y="36715"/>
                  </a:lnTo>
                  <a:lnTo>
                    <a:pt x="103251" y="41021"/>
                  </a:lnTo>
                  <a:lnTo>
                    <a:pt x="103009" y="41529"/>
                  </a:lnTo>
                  <a:lnTo>
                    <a:pt x="102831" y="41529"/>
                  </a:lnTo>
                  <a:lnTo>
                    <a:pt x="102666" y="41529"/>
                  </a:lnTo>
                  <a:lnTo>
                    <a:pt x="102666" y="53721"/>
                  </a:lnTo>
                  <a:lnTo>
                    <a:pt x="102565" y="54114"/>
                  </a:lnTo>
                  <a:lnTo>
                    <a:pt x="102412" y="54140"/>
                  </a:lnTo>
                  <a:lnTo>
                    <a:pt x="102209" y="53848"/>
                  </a:lnTo>
                  <a:lnTo>
                    <a:pt x="102666" y="53721"/>
                  </a:lnTo>
                  <a:lnTo>
                    <a:pt x="102666" y="41529"/>
                  </a:lnTo>
                  <a:lnTo>
                    <a:pt x="102362" y="41529"/>
                  </a:lnTo>
                  <a:lnTo>
                    <a:pt x="102387" y="41783"/>
                  </a:lnTo>
                  <a:lnTo>
                    <a:pt x="102438" y="42037"/>
                  </a:lnTo>
                  <a:lnTo>
                    <a:pt x="102336" y="41783"/>
                  </a:lnTo>
                  <a:lnTo>
                    <a:pt x="102069" y="41021"/>
                  </a:lnTo>
                  <a:lnTo>
                    <a:pt x="103251" y="41021"/>
                  </a:lnTo>
                  <a:lnTo>
                    <a:pt x="103251" y="36715"/>
                  </a:lnTo>
                  <a:lnTo>
                    <a:pt x="103581" y="36322"/>
                  </a:lnTo>
                  <a:lnTo>
                    <a:pt x="103466" y="36195"/>
                  </a:lnTo>
                  <a:lnTo>
                    <a:pt x="103479" y="35687"/>
                  </a:lnTo>
                  <a:lnTo>
                    <a:pt x="103860" y="35687"/>
                  </a:lnTo>
                  <a:lnTo>
                    <a:pt x="104241" y="35687"/>
                  </a:lnTo>
                  <a:lnTo>
                    <a:pt x="104533" y="36322"/>
                  </a:lnTo>
                  <a:lnTo>
                    <a:pt x="104914" y="36322"/>
                  </a:lnTo>
                  <a:lnTo>
                    <a:pt x="104990" y="35687"/>
                  </a:lnTo>
                  <a:lnTo>
                    <a:pt x="104825" y="35687"/>
                  </a:lnTo>
                  <a:lnTo>
                    <a:pt x="104457" y="35394"/>
                  </a:lnTo>
                  <a:lnTo>
                    <a:pt x="104216" y="35179"/>
                  </a:lnTo>
                  <a:lnTo>
                    <a:pt x="103962" y="35534"/>
                  </a:lnTo>
                  <a:lnTo>
                    <a:pt x="104089" y="35179"/>
                  </a:lnTo>
                  <a:lnTo>
                    <a:pt x="104559" y="34671"/>
                  </a:lnTo>
                  <a:lnTo>
                    <a:pt x="103822" y="35179"/>
                  </a:lnTo>
                  <a:lnTo>
                    <a:pt x="103733" y="34671"/>
                  </a:lnTo>
                  <a:lnTo>
                    <a:pt x="103543" y="34671"/>
                  </a:lnTo>
                  <a:lnTo>
                    <a:pt x="102743" y="34544"/>
                  </a:lnTo>
                  <a:lnTo>
                    <a:pt x="103327" y="34671"/>
                  </a:lnTo>
                  <a:lnTo>
                    <a:pt x="103314" y="36029"/>
                  </a:lnTo>
                  <a:lnTo>
                    <a:pt x="103022" y="35687"/>
                  </a:lnTo>
                  <a:lnTo>
                    <a:pt x="103276" y="35687"/>
                  </a:lnTo>
                  <a:lnTo>
                    <a:pt x="103238" y="35179"/>
                  </a:lnTo>
                  <a:lnTo>
                    <a:pt x="102933" y="35179"/>
                  </a:lnTo>
                  <a:lnTo>
                    <a:pt x="102730" y="35179"/>
                  </a:lnTo>
                  <a:lnTo>
                    <a:pt x="102730" y="36322"/>
                  </a:lnTo>
                  <a:lnTo>
                    <a:pt x="102450" y="36449"/>
                  </a:lnTo>
                  <a:lnTo>
                    <a:pt x="102450" y="36322"/>
                  </a:lnTo>
                  <a:lnTo>
                    <a:pt x="102730" y="36322"/>
                  </a:lnTo>
                  <a:lnTo>
                    <a:pt x="102730" y="35179"/>
                  </a:lnTo>
                  <a:lnTo>
                    <a:pt x="102577" y="35179"/>
                  </a:lnTo>
                  <a:lnTo>
                    <a:pt x="102349" y="34671"/>
                  </a:lnTo>
                  <a:lnTo>
                    <a:pt x="102743" y="34671"/>
                  </a:lnTo>
                  <a:lnTo>
                    <a:pt x="103238" y="34671"/>
                  </a:lnTo>
                  <a:lnTo>
                    <a:pt x="102743" y="34544"/>
                  </a:lnTo>
                  <a:lnTo>
                    <a:pt x="102819" y="33655"/>
                  </a:lnTo>
                  <a:lnTo>
                    <a:pt x="102425" y="34163"/>
                  </a:lnTo>
                  <a:lnTo>
                    <a:pt x="102323" y="36322"/>
                  </a:lnTo>
                  <a:lnTo>
                    <a:pt x="102323" y="36512"/>
                  </a:lnTo>
                  <a:lnTo>
                    <a:pt x="102323" y="36322"/>
                  </a:lnTo>
                  <a:lnTo>
                    <a:pt x="102323" y="34163"/>
                  </a:lnTo>
                  <a:lnTo>
                    <a:pt x="102285" y="37338"/>
                  </a:lnTo>
                  <a:lnTo>
                    <a:pt x="102235" y="40513"/>
                  </a:lnTo>
                  <a:lnTo>
                    <a:pt x="101866" y="40513"/>
                  </a:lnTo>
                  <a:lnTo>
                    <a:pt x="101803" y="40005"/>
                  </a:lnTo>
                  <a:lnTo>
                    <a:pt x="102006" y="40005"/>
                  </a:lnTo>
                  <a:lnTo>
                    <a:pt x="102235" y="40513"/>
                  </a:lnTo>
                  <a:lnTo>
                    <a:pt x="102235" y="37338"/>
                  </a:lnTo>
                  <a:lnTo>
                    <a:pt x="101892" y="37338"/>
                  </a:lnTo>
                  <a:lnTo>
                    <a:pt x="101892" y="39751"/>
                  </a:lnTo>
                  <a:lnTo>
                    <a:pt x="101739" y="39611"/>
                  </a:lnTo>
                  <a:lnTo>
                    <a:pt x="101612" y="39497"/>
                  </a:lnTo>
                  <a:lnTo>
                    <a:pt x="101790" y="39497"/>
                  </a:lnTo>
                  <a:lnTo>
                    <a:pt x="101892" y="39751"/>
                  </a:lnTo>
                  <a:lnTo>
                    <a:pt x="101892" y="37338"/>
                  </a:lnTo>
                  <a:lnTo>
                    <a:pt x="101180" y="37338"/>
                  </a:lnTo>
                  <a:lnTo>
                    <a:pt x="101396" y="37172"/>
                  </a:lnTo>
                  <a:lnTo>
                    <a:pt x="101815" y="36830"/>
                  </a:lnTo>
                  <a:lnTo>
                    <a:pt x="102057" y="36830"/>
                  </a:lnTo>
                  <a:lnTo>
                    <a:pt x="102285" y="37338"/>
                  </a:lnTo>
                  <a:lnTo>
                    <a:pt x="102285" y="34163"/>
                  </a:lnTo>
                  <a:lnTo>
                    <a:pt x="102108" y="34163"/>
                  </a:lnTo>
                  <a:lnTo>
                    <a:pt x="101892" y="34163"/>
                  </a:lnTo>
                  <a:lnTo>
                    <a:pt x="101892" y="35687"/>
                  </a:lnTo>
                  <a:lnTo>
                    <a:pt x="101879" y="36449"/>
                  </a:lnTo>
                  <a:lnTo>
                    <a:pt x="101460" y="36322"/>
                  </a:lnTo>
                  <a:lnTo>
                    <a:pt x="101828" y="36322"/>
                  </a:lnTo>
                  <a:lnTo>
                    <a:pt x="101879" y="36449"/>
                  </a:lnTo>
                  <a:lnTo>
                    <a:pt x="101879" y="35699"/>
                  </a:lnTo>
                  <a:lnTo>
                    <a:pt x="101155" y="36080"/>
                  </a:lnTo>
                  <a:lnTo>
                    <a:pt x="101219" y="35687"/>
                  </a:lnTo>
                  <a:lnTo>
                    <a:pt x="101371" y="35687"/>
                  </a:lnTo>
                  <a:lnTo>
                    <a:pt x="101892" y="35687"/>
                  </a:lnTo>
                  <a:lnTo>
                    <a:pt x="101892" y="34163"/>
                  </a:lnTo>
                  <a:lnTo>
                    <a:pt x="101739" y="34277"/>
                  </a:lnTo>
                  <a:lnTo>
                    <a:pt x="101663" y="34429"/>
                  </a:lnTo>
                  <a:lnTo>
                    <a:pt x="101663" y="34302"/>
                  </a:lnTo>
                  <a:lnTo>
                    <a:pt x="101663" y="34163"/>
                  </a:lnTo>
                  <a:lnTo>
                    <a:pt x="101523" y="34163"/>
                  </a:lnTo>
                  <a:lnTo>
                    <a:pt x="101523" y="34671"/>
                  </a:lnTo>
                  <a:lnTo>
                    <a:pt x="101358" y="34899"/>
                  </a:lnTo>
                  <a:lnTo>
                    <a:pt x="101155" y="35179"/>
                  </a:lnTo>
                  <a:lnTo>
                    <a:pt x="101092" y="35471"/>
                  </a:lnTo>
                  <a:lnTo>
                    <a:pt x="101092" y="38862"/>
                  </a:lnTo>
                  <a:lnTo>
                    <a:pt x="100876" y="39382"/>
                  </a:lnTo>
                  <a:lnTo>
                    <a:pt x="100571" y="38862"/>
                  </a:lnTo>
                  <a:lnTo>
                    <a:pt x="100850" y="38862"/>
                  </a:lnTo>
                  <a:lnTo>
                    <a:pt x="101092" y="38862"/>
                  </a:lnTo>
                  <a:lnTo>
                    <a:pt x="101092" y="35471"/>
                  </a:lnTo>
                  <a:lnTo>
                    <a:pt x="101053" y="34671"/>
                  </a:lnTo>
                  <a:lnTo>
                    <a:pt x="101320" y="34671"/>
                  </a:lnTo>
                  <a:lnTo>
                    <a:pt x="101447" y="34671"/>
                  </a:lnTo>
                  <a:lnTo>
                    <a:pt x="101523" y="34163"/>
                  </a:lnTo>
                  <a:lnTo>
                    <a:pt x="101473" y="33807"/>
                  </a:lnTo>
                  <a:lnTo>
                    <a:pt x="101409" y="33655"/>
                  </a:lnTo>
                  <a:lnTo>
                    <a:pt x="101561" y="33147"/>
                  </a:lnTo>
                  <a:lnTo>
                    <a:pt x="101625" y="33655"/>
                  </a:lnTo>
                  <a:lnTo>
                    <a:pt x="101841" y="33655"/>
                  </a:lnTo>
                  <a:lnTo>
                    <a:pt x="101968" y="33655"/>
                  </a:lnTo>
                  <a:lnTo>
                    <a:pt x="101828" y="33401"/>
                  </a:lnTo>
                  <a:lnTo>
                    <a:pt x="101688" y="33147"/>
                  </a:lnTo>
                  <a:lnTo>
                    <a:pt x="101828" y="33020"/>
                  </a:lnTo>
                  <a:lnTo>
                    <a:pt x="101523" y="32512"/>
                  </a:lnTo>
                  <a:lnTo>
                    <a:pt x="101307" y="32575"/>
                  </a:lnTo>
                  <a:lnTo>
                    <a:pt x="101307" y="34226"/>
                  </a:lnTo>
                  <a:lnTo>
                    <a:pt x="101003" y="34163"/>
                  </a:lnTo>
                  <a:lnTo>
                    <a:pt x="101295" y="34163"/>
                  </a:lnTo>
                  <a:lnTo>
                    <a:pt x="101307" y="32575"/>
                  </a:lnTo>
                  <a:lnTo>
                    <a:pt x="100685" y="32740"/>
                  </a:lnTo>
                  <a:lnTo>
                    <a:pt x="101092" y="33147"/>
                  </a:lnTo>
                  <a:lnTo>
                    <a:pt x="100774" y="33147"/>
                  </a:lnTo>
                  <a:lnTo>
                    <a:pt x="100571" y="32791"/>
                  </a:lnTo>
                  <a:lnTo>
                    <a:pt x="100431" y="32512"/>
                  </a:lnTo>
                  <a:lnTo>
                    <a:pt x="100393" y="32829"/>
                  </a:lnTo>
                  <a:lnTo>
                    <a:pt x="100114" y="32893"/>
                  </a:lnTo>
                  <a:lnTo>
                    <a:pt x="100190" y="32512"/>
                  </a:lnTo>
                  <a:lnTo>
                    <a:pt x="100431" y="32512"/>
                  </a:lnTo>
                  <a:lnTo>
                    <a:pt x="100622" y="32677"/>
                  </a:lnTo>
                  <a:lnTo>
                    <a:pt x="100698" y="32512"/>
                  </a:lnTo>
                  <a:lnTo>
                    <a:pt x="101511" y="32512"/>
                  </a:lnTo>
                  <a:lnTo>
                    <a:pt x="101688" y="32512"/>
                  </a:lnTo>
                  <a:lnTo>
                    <a:pt x="102006" y="32867"/>
                  </a:lnTo>
                  <a:lnTo>
                    <a:pt x="102412" y="32512"/>
                  </a:lnTo>
                  <a:lnTo>
                    <a:pt x="101777" y="32512"/>
                  </a:lnTo>
                  <a:lnTo>
                    <a:pt x="101828" y="32004"/>
                  </a:lnTo>
                  <a:lnTo>
                    <a:pt x="101422" y="32004"/>
                  </a:lnTo>
                  <a:lnTo>
                    <a:pt x="101206" y="31496"/>
                  </a:lnTo>
                  <a:lnTo>
                    <a:pt x="101841" y="31838"/>
                  </a:lnTo>
                  <a:lnTo>
                    <a:pt x="101879" y="31496"/>
                  </a:lnTo>
                  <a:lnTo>
                    <a:pt x="102006" y="31496"/>
                  </a:lnTo>
                  <a:lnTo>
                    <a:pt x="102196" y="31496"/>
                  </a:lnTo>
                  <a:lnTo>
                    <a:pt x="102044" y="31457"/>
                  </a:lnTo>
                  <a:lnTo>
                    <a:pt x="102069" y="31127"/>
                  </a:lnTo>
                  <a:lnTo>
                    <a:pt x="102222" y="30988"/>
                  </a:lnTo>
                  <a:lnTo>
                    <a:pt x="101968" y="30988"/>
                  </a:lnTo>
                  <a:lnTo>
                    <a:pt x="101828" y="31089"/>
                  </a:lnTo>
                  <a:lnTo>
                    <a:pt x="102933" y="30480"/>
                  </a:lnTo>
                  <a:lnTo>
                    <a:pt x="102552" y="29337"/>
                  </a:lnTo>
                  <a:lnTo>
                    <a:pt x="102146" y="29337"/>
                  </a:lnTo>
                  <a:lnTo>
                    <a:pt x="102006" y="29337"/>
                  </a:lnTo>
                  <a:lnTo>
                    <a:pt x="102146" y="29146"/>
                  </a:lnTo>
                  <a:lnTo>
                    <a:pt x="102857" y="28829"/>
                  </a:lnTo>
                  <a:lnTo>
                    <a:pt x="102400" y="28829"/>
                  </a:lnTo>
                  <a:lnTo>
                    <a:pt x="102171" y="28829"/>
                  </a:lnTo>
                  <a:lnTo>
                    <a:pt x="102158" y="29083"/>
                  </a:lnTo>
                  <a:lnTo>
                    <a:pt x="102082" y="29210"/>
                  </a:lnTo>
                  <a:lnTo>
                    <a:pt x="102171" y="28829"/>
                  </a:lnTo>
                  <a:lnTo>
                    <a:pt x="101854" y="28829"/>
                  </a:lnTo>
                  <a:lnTo>
                    <a:pt x="101727" y="28790"/>
                  </a:lnTo>
                  <a:lnTo>
                    <a:pt x="101638" y="30480"/>
                  </a:lnTo>
                  <a:lnTo>
                    <a:pt x="101269" y="30988"/>
                  </a:lnTo>
                  <a:lnTo>
                    <a:pt x="101130" y="30988"/>
                  </a:lnTo>
                  <a:lnTo>
                    <a:pt x="101269" y="31178"/>
                  </a:lnTo>
                  <a:lnTo>
                    <a:pt x="100825" y="31115"/>
                  </a:lnTo>
                  <a:lnTo>
                    <a:pt x="100749" y="30988"/>
                  </a:lnTo>
                  <a:lnTo>
                    <a:pt x="100418" y="30988"/>
                  </a:lnTo>
                  <a:lnTo>
                    <a:pt x="100749" y="30988"/>
                  </a:lnTo>
                  <a:lnTo>
                    <a:pt x="101104" y="30988"/>
                  </a:lnTo>
                  <a:lnTo>
                    <a:pt x="101028" y="30480"/>
                  </a:lnTo>
                  <a:lnTo>
                    <a:pt x="101638" y="30480"/>
                  </a:lnTo>
                  <a:lnTo>
                    <a:pt x="101638" y="28854"/>
                  </a:lnTo>
                  <a:lnTo>
                    <a:pt x="101447" y="28905"/>
                  </a:lnTo>
                  <a:lnTo>
                    <a:pt x="101638" y="28829"/>
                  </a:lnTo>
                  <a:lnTo>
                    <a:pt x="101269" y="28321"/>
                  </a:lnTo>
                  <a:lnTo>
                    <a:pt x="101053" y="28321"/>
                  </a:lnTo>
                  <a:lnTo>
                    <a:pt x="101130" y="28575"/>
                  </a:lnTo>
                  <a:lnTo>
                    <a:pt x="101028" y="29337"/>
                  </a:lnTo>
                  <a:lnTo>
                    <a:pt x="100533" y="29654"/>
                  </a:lnTo>
                  <a:lnTo>
                    <a:pt x="100533" y="29337"/>
                  </a:lnTo>
                  <a:lnTo>
                    <a:pt x="100418" y="29718"/>
                  </a:lnTo>
                  <a:lnTo>
                    <a:pt x="99987" y="29997"/>
                  </a:lnTo>
                  <a:lnTo>
                    <a:pt x="99987" y="37973"/>
                  </a:lnTo>
                  <a:lnTo>
                    <a:pt x="99961" y="38354"/>
                  </a:lnTo>
                  <a:lnTo>
                    <a:pt x="99961" y="38862"/>
                  </a:lnTo>
                  <a:lnTo>
                    <a:pt x="99745" y="38862"/>
                  </a:lnTo>
                  <a:lnTo>
                    <a:pt x="99847" y="38354"/>
                  </a:lnTo>
                  <a:lnTo>
                    <a:pt x="99961" y="37973"/>
                  </a:lnTo>
                  <a:lnTo>
                    <a:pt x="99758" y="37922"/>
                  </a:lnTo>
                  <a:lnTo>
                    <a:pt x="99504" y="37846"/>
                  </a:lnTo>
                  <a:lnTo>
                    <a:pt x="99517" y="38862"/>
                  </a:lnTo>
                  <a:lnTo>
                    <a:pt x="99466" y="37846"/>
                  </a:lnTo>
                  <a:lnTo>
                    <a:pt x="99771" y="37846"/>
                  </a:lnTo>
                  <a:lnTo>
                    <a:pt x="99987" y="37973"/>
                  </a:lnTo>
                  <a:lnTo>
                    <a:pt x="99987" y="29997"/>
                  </a:lnTo>
                  <a:lnTo>
                    <a:pt x="99783" y="29806"/>
                  </a:lnTo>
                  <a:lnTo>
                    <a:pt x="99783" y="30111"/>
                  </a:lnTo>
                  <a:lnTo>
                    <a:pt x="99618" y="29972"/>
                  </a:lnTo>
                  <a:lnTo>
                    <a:pt x="99593" y="33655"/>
                  </a:lnTo>
                  <a:lnTo>
                    <a:pt x="99542" y="34048"/>
                  </a:lnTo>
                  <a:lnTo>
                    <a:pt x="99402" y="33782"/>
                  </a:lnTo>
                  <a:lnTo>
                    <a:pt x="99174" y="34163"/>
                  </a:lnTo>
                  <a:lnTo>
                    <a:pt x="99174" y="38862"/>
                  </a:lnTo>
                  <a:lnTo>
                    <a:pt x="99174" y="39230"/>
                  </a:lnTo>
                  <a:lnTo>
                    <a:pt x="98869" y="38862"/>
                  </a:lnTo>
                  <a:lnTo>
                    <a:pt x="98539" y="38862"/>
                  </a:lnTo>
                  <a:lnTo>
                    <a:pt x="97993" y="38862"/>
                  </a:lnTo>
                  <a:lnTo>
                    <a:pt x="97942" y="39497"/>
                  </a:lnTo>
                  <a:lnTo>
                    <a:pt x="97853" y="41021"/>
                  </a:lnTo>
                  <a:lnTo>
                    <a:pt x="97434" y="41122"/>
                  </a:lnTo>
                  <a:lnTo>
                    <a:pt x="97383" y="41529"/>
                  </a:lnTo>
                  <a:lnTo>
                    <a:pt x="97370" y="42037"/>
                  </a:lnTo>
                  <a:lnTo>
                    <a:pt x="97332" y="41529"/>
                  </a:lnTo>
                  <a:lnTo>
                    <a:pt x="97383" y="41148"/>
                  </a:lnTo>
                  <a:lnTo>
                    <a:pt x="96774" y="41287"/>
                  </a:lnTo>
                  <a:lnTo>
                    <a:pt x="97040" y="41021"/>
                  </a:lnTo>
                  <a:lnTo>
                    <a:pt x="97409" y="41021"/>
                  </a:lnTo>
                  <a:lnTo>
                    <a:pt x="97853" y="41021"/>
                  </a:lnTo>
                  <a:lnTo>
                    <a:pt x="97853" y="39497"/>
                  </a:lnTo>
                  <a:lnTo>
                    <a:pt x="97574" y="39497"/>
                  </a:lnTo>
                  <a:lnTo>
                    <a:pt x="97548" y="39751"/>
                  </a:lnTo>
                  <a:lnTo>
                    <a:pt x="97053" y="39497"/>
                  </a:lnTo>
                  <a:lnTo>
                    <a:pt x="97358" y="39497"/>
                  </a:lnTo>
                  <a:lnTo>
                    <a:pt x="97929" y="38925"/>
                  </a:lnTo>
                  <a:lnTo>
                    <a:pt x="97942" y="39497"/>
                  </a:lnTo>
                  <a:lnTo>
                    <a:pt x="97942" y="38862"/>
                  </a:lnTo>
                  <a:lnTo>
                    <a:pt x="97815" y="38862"/>
                  </a:lnTo>
                  <a:lnTo>
                    <a:pt x="97358" y="38354"/>
                  </a:lnTo>
                  <a:lnTo>
                    <a:pt x="97116" y="38087"/>
                  </a:lnTo>
                  <a:lnTo>
                    <a:pt x="96913" y="37846"/>
                  </a:lnTo>
                  <a:lnTo>
                    <a:pt x="97129" y="38061"/>
                  </a:lnTo>
                  <a:lnTo>
                    <a:pt x="97447" y="38354"/>
                  </a:lnTo>
                  <a:lnTo>
                    <a:pt x="97586" y="38354"/>
                  </a:lnTo>
                  <a:lnTo>
                    <a:pt x="98437" y="38354"/>
                  </a:lnTo>
                  <a:lnTo>
                    <a:pt x="98488" y="38646"/>
                  </a:lnTo>
                  <a:lnTo>
                    <a:pt x="98526" y="38468"/>
                  </a:lnTo>
                  <a:lnTo>
                    <a:pt x="98869" y="38862"/>
                  </a:lnTo>
                  <a:lnTo>
                    <a:pt x="99174" y="38862"/>
                  </a:lnTo>
                  <a:lnTo>
                    <a:pt x="99174" y="34163"/>
                  </a:lnTo>
                  <a:lnTo>
                    <a:pt x="99060" y="33655"/>
                  </a:lnTo>
                  <a:lnTo>
                    <a:pt x="99187" y="33655"/>
                  </a:lnTo>
                  <a:lnTo>
                    <a:pt x="99352" y="33655"/>
                  </a:lnTo>
                  <a:lnTo>
                    <a:pt x="99491" y="33655"/>
                  </a:lnTo>
                  <a:lnTo>
                    <a:pt x="99593" y="29908"/>
                  </a:lnTo>
                  <a:lnTo>
                    <a:pt x="99479" y="29578"/>
                  </a:lnTo>
                  <a:lnTo>
                    <a:pt x="99733" y="30035"/>
                  </a:lnTo>
                  <a:lnTo>
                    <a:pt x="99783" y="29806"/>
                  </a:lnTo>
                  <a:lnTo>
                    <a:pt x="99428" y="29425"/>
                  </a:lnTo>
                  <a:lnTo>
                    <a:pt x="99555" y="28829"/>
                  </a:lnTo>
                  <a:lnTo>
                    <a:pt x="99491" y="29337"/>
                  </a:lnTo>
                  <a:lnTo>
                    <a:pt x="99809" y="29337"/>
                  </a:lnTo>
                  <a:lnTo>
                    <a:pt x="101028" y="29337"/>
                  </a:lnTo>
                  <a:lnTo>
                    <a:pt x="101028" y="28536"/>
                  </a:lnTo>
                  <a:lnTo>
                    <a:pt x="100457" y="28321"/>
                  </a:lnTo>
                  <a:lnTo>
                    <a:pt x="100380" y="28575"/>
                  </a:lnTo>
                  <a:lnTo>
                    <a:pt x="100012" y="28321"/>
                  </a:lnTo>
                  <a:lnTo>
                    <a:pt x="99314" y="28321"/>
                  </a:lnTo>
                  <a:lnTo>
                    <a:pt x="99314" y="33375"/>
                  </a:lnTo>
                  <a:lnTo>
                    <a:pt x="99187" y="33299"/>
                  </a:lnTo>
                  <a:lnTo>
                    <a:pt x="98983" y="33197"/>
                  </a:lnTo>
                  <a:lnTo>
                    <a:pt x="99187" y="33147"/>
                  </a:lnTo>
                  <a:lnTo>
                    <a:pt x="99301" y="33350"/>
                  </a:lnTo>
                  <a:lnTo>
                    <a:pt x="99314" y="28321"/>
                  </a:lnTo>
                  <a:lnTo>
                    <a:pt x="99174" y="28321"/>
                  </a:lnTo>
                  <a:lnTo>
                    <a:pt x="99174" y="28829"/>
                  </a:lnTo>
                  <a:lnTo>
                    <a:pt x="99148" y="29133"/>
                  </a:lnTo>
                  <a:lnTo>
                    <a:pt x="99148" y="29337"/>
                  </a:lnTo>
                  <a:lnTo>
                    <a:pt x="99110" y="29095"/>
                  </a:lnTo>
                  <a:lnTo>
                    <a:pt x="99072" y="28829"/>
                  </a:lnTo>
                  <a:lnTo>
                    <a:pt x="99174" y="28321"/>
                  </a:lnTo>
                  <a:lnTo>
                    <a:pt x="98907" y="28460"/>
                  </a:lnTo>
                  <a:lnTo>
                    <a:pt x="98856" y="28829"/>
                  </a:lnTo>
                  <a:lnTo>
                    <a:pt x="98818" y="29337"/>
                  </a:lnTo>
                  <a:lnTo>
                    <a:pt x="98806" y="28829"/>
                  </a:lnTo>
                  <a:lnTo>
                    <a:pt x="98856" y="28448"/>
                  </a:lnTo>
                  <a:lnTo>
                    <a:pt x="98717" y="28384"/>
                  </a:lnTo>
                  <a:lnTo>
                    <a:pt x="98717" y="36830"/>
                  </a:lnTo>
                  <a:lnTo>
                    <a:pt x="98564" y="37338"/>
                  </a:lnTo>
                  <a:lnTo>
                    <a:pt x="98323" y="36830"/>
                  </a:lnTo>
                  <a:lnTo>
                    <a:pt x="98640" y="36830"/>
                  </a:lnTo>
                  <a:lnTo>
                    <a:pt x="98171" y="36449"/>
                  </a:lnTo>
                  <a:lnTo>
                    <a:pt x="98031" y="36322"/>
                  </a:lnTo>
                  <a:lnTo>
                    <a:pt x="98171" y="36436"/>
                  </a:lnTo>
                  <a:lnTo>
                    <a:pt x="98717" y="36830"/>
                  </a:lnTo>
                  <a:lnTo>
                    <a:pt x="98717" y="28384"/>
                  </a:lnTo>
                  <a:lnTo>
                    <a:pt x="98590" y="28321"/>
                  </a:lnTo>
                  <a:lnTo>
                    <a:pt x="98374" y="28321"/>
                  </a:lnTo>
                  <a:lnTo>
                    <a:pt x="98679" y="28651"/>
                  </a:lnTo>
                  <a:lnTo>
                    <a:pt x="97993" y="28321"/>
                  </a:lnTo>
                  <a:lnTo>
                    <a:pt x="97764" y="28321"/>
                  </a:lnTo>
                  <a:lnTo>
                    <a:pt x="97764" y="35687"/>
                  </a:lnTo>
                  <a:lnTo>
                    <a:pt x="96748" y="36118"/>
                  </a:lnTo>
                  <a:lnTo>
                    <a:pt x="96748" y="36830"/>
                  </a:lnTo>
                  <a:lnTo>
                    <a:pt x="96545" y="36944"/>
                  </a:lnTo>
                  <a:lnTo>
                    <a:pt x="96748" y="36830"/>
                  </a:lnTo>
                  <a:lnTo>
                    <a:pt x="96748" y="36118"/>
                  </a:lnTo>
                  <a:lnTo>
                    <a:pt x="96393" y="36258"/>
                  </a:lnTo>
                  <a:lnTo>
                    <a:pt x="96240" y="36322"/>
                  </a:lnTo>
                  <a:lnTo>
                    <a:pt x="95948" y="36322"/>
                  </a:lnTo>
                  <a:lnTo>
                    <a:pt x="95948" y="39751"/>
                  </a:lnTo>
                  <a:lnTo>
                    <a:pt x="95199" y="39573"/>
                  </a:lnTo>
                  <a:lnTo>
                    <a:pt x="95199" y="40513"/>
                  </a:lnTo>
                  <a:lnTo>
                    <a:pt x="94856" y="40513"/>
                  </a:lnTo>
                  <a:lnTo>
                    <a:pt x="94881" y="40005"/>
                  </a:lnTo>
                  <a:lnTo>
                    <a:pt x="95199" y="40513"/>
                  </a:lnTo>
                  <a:lnTo>
                    <a:pt x="95199" y="39573"/>
                  </a:lnTo>
                  <a:lnTo>
                    <a:pt x="95021" y="39522"/>
                  </a:lnTo>
                  <a:lnTo>
                    <a:pt x="94881" y="39585"/>
                  </a:lnTo>
                  <a:lnTo>
                    <a:pt x="94678" y="39497"/>
                  </a:lnTo>
                  <a:lnTo>
                    <a:pt x="94970" y="39497"/>
                  </a:lnTo>
                  <a:lnTo>
                    <a:pt x="95732" y="39497"/>
                  </a:lnTo>
                  <a:lnTo>
                    <a:pt x="95948" y="39751"/>
                  </a:lnTo>
                  <a:lnTo>
                    <a:pt x="95948" y="36322"/>
                  </a:lnTo>
                  <a:lnTo>
                    <a:pt x="95796" y="36322"/>
                  </a:lnTo>
                  <a:lnTo>
                    <a:pt x="95796" y="37846"/>
                  </a:lnTo>
                  <a:lnTo>
                    <a:pt x="95643" y="37338"/>
                  </a:lnTo>
                  <a:lnTo>
                    <a:pt x="95478" y="37592"/>
                  </a:lnTo>
                  <a:lnTo>
                    <a:pt x="95313" y="37846"/>
                  </a:lnTo>
                  <a:lnTo>
                    <a:pt x="95084" y="37846"/>
                  </a:lnTo>
                  <a:lnTo>
                    <a:pt x="94894" y="37338"/>
                  </a:lnTo>
                  <a:lnTo>
                    <a:pt x="95021" y="37338"/>
                  </a:lnTo>
                  <a:lnTo>
                    <a:pt x="94335" y="36830"/>
                  </a:lnTo>
                  <a:lnTo>
                    <a:pt x="94754" y="36830"/>
                  </a:lnTo>
                  <a:lnTo>
                    <a:pt x="95338" y="36830"/>
                  </a:lnTo>
                  <a:lnTo>
                    <a:pt x="95262" y="37071"/>
                  </a:lnTo>
                  <a:lnTo>
                    <a:pt x="95415" y="37147"/>
                  </a:lnTo>
                  <a:lnTo>
                    <a:pt x="95224" y="37211"/>
                  </a:lnTo>
                  <a:lnTo>
                    <a:pt x="95427" y="37160"/>
                  </a:lnTo>
                  <a:lnTo>
                    <a:pt x="95465" y="37338"/>
                  </a:lnTo>
                  <a:lnTo>
                    <a:pt x="95643" y="37338"/>
                  </a:lnTo>
                  <a:lnTo>
                    <a:pt x="95770" y="37338"/>
                  </a:lnTo>
                  <a:lnTo>
                    <a:pt x="95796" y="37846"/>
                  </a:lnTo>
                  <a:lnTo>
                    <a:pt x="95796" y="36322"/>
                  </a:lnTo>
                  <a:lnTo>
                    <a:pt x="95719" y="36830"/>
                  </a:lnTo>
                  <a:lnTo>
                    <a:pt x="95592" y="37084"/>
                  </a:lnTo>
                  <a:lnTo>
                    <a:pt x="95465" y="36830"/>
                  </a:lnTo>
                  <a:lnTo>
                    <a:pt x="95719" y="36830"/>
                  </a:lnTo>
                  <a:lnTo>
                    <a:pt x="95719" y="36322"/>
                  </a:lnTo>
                  <a:lnTo>
                    <a:pt x="92798" y="36322"/>
                  </a:lnTo>
                  <a:lnTo>
                    <a:pt x="93002" y="36296"/>
                  </a:lnTo>
                  <a:lnTo>
                    <a:pt x="93230" y="35687"/>
                  </a:lnTo>
                  <a:lnTo>
                    <a:pt x="93446" y="35687"/>
                  </a:lnTo>
                  <a:lnTo>
                    <a:pt x="93484" y="35179"/>
                  </a:lnTo>
                  <a:lnTo>
                    <a:pt x="93472" y="36233"/>
                  </a:lnTo>
                  <a:lnTo>
                    <a:pt x="93776" y="35750"/>
                  </a:lnTo>
                  <a:lnTo>
                    <a:pt x="93624" y="36207"/>
                  </a:lnTo>
                  <a:lnTo>
                    <a:pt x="94284" y="36118"/>
                  </a:lnTo>
                  <a:lnTo>
                    <a:pt x="95415" y="35953"/>
                  </a:lnTo>
                  <a:lnTo>
                    <a:pt x="96481" y="35801"/>
                  </a:lnTo>
                  <a:lnTo>
                    <a:pt x="97218" y="35687"/>
                  </a:lnTo>
                  <a:lnTo>
                    <a:pt x="97764" y="35687"/>
                  </a:lnTo>
                  <a:lnTo>
                    <a:pt x="97764" y="28321"/>
                  </a:lnTo>
                  <a:lnTo>
                    <a:pt x="96786" y="28321"/>
                  </a:lnTo>
                  <a:lnTo>
                    <a:pt x="96583" y="28079"/>
                  </a:lnTo>
                  <a:lnTo>
                    <a:pt x="96608" y="27889"/>
                  </a:lnTo>
                  <a:lnTo>
                    <a:pt x="96481" y="27952"/>
                  </a:lnTo>
                  <a:lnTo>
                    <a:pt x="96393" y="27813"/>
                  </a:lnTo>
                  <a:lnTo>
                    <a:pt x="96278" y="28829"/>
                  </a:lnTo>
                  <a:lnTo>
                    <a:pt x="96227" y="30988"/>
                  </a:lnTo>
                  <a:lnTo>
                    <a:pt x="95923" y="31369"/>
                  </a:lnTo>
                  <a:lnTo>
                    <a:pt x="95694" y="30988"/>
                  </a:lnTo>
                  <a:lnTo>
                    <a:pt x="96227" y="30988"/>
                  </a:lnTo>
                  <a:lnTo>
                    <a:pt x="96227" y="28879"/>
                  </a:lnTo>
                  <a:lnTo>
                    <a:pt x="95986" y="29108"/>
                  </a:lnTo>
                  <a:lnTo>
                    <a:pt x="95986" y="30873"/>
                  </a:lnTo>
                  <a:lnTo>
                    <a:pt x="94678" y="30480"/>
                  </a:lnTo>
                  <a:lnTo>
                    <a:pt x="95237" y="30480"/>
                  </a:lnTo>
                  <a:lnTo>
                    <a:pt x="95986" y="30873"/>
                  </a:lnTo>
                  <a:lnTo>
                    <a:pt x="95986" y="29108"/>
                  </a:lnTo>
                  <a:lnTo>
                    <a:pt x="95732" y="29337"/>
                  </a:lnTo>
                  <a:lnTo>
                    <a:pt x="96075" y="28956"/>
                  </a:lnTo>
                  <a:lnTo>
                    <a:pt x="96189" y="28829"/>
                  </a:lnTo>
                  <a:lnTo>
                    <a:pt x="95910" y="28460"/>
                  </a:lnTo>
                  <a:lnTo>
                    <a:pt x="95821" y="28321"/>
                  </a:lnTo>
                  <a:lnTo>
                    <a:pt x="95935" y="28460"/>
                  </a:lnTo>
                  <a:lnTo>
                    <a:pt x="96278" y="28829"/>
                  </a:lnTo>
                  <a:lnTo>
                    <a:pt x="96278" y="27813"/>
                  </a:lnTo>
                  <a:lnTo>
                    <a:pt x="95567" y="27813"/>
                  </a:lnTo>
                  <a:lnTo>
                    <a:pt x="97142" y="27330"/>
                  </a:lnTo>
                  <a:lnTo>
                    <a:pt x="97002" y="27813"/>
                  </a:lnTo>
                  <a:lnTo>
                    <a:pt x="100431" y="27813"/>
                  </a:lnTo>
                  <a:lnTo>
                    <a:pt x="100634" y="27813"/>
                  </a:lnTo>
                  <a:lnTo>
                    <a:pt x="100926" y="28067"/>
                  </a:lnTo>
                  <a:lnTo>
                    <a:pt x="100812" y="27813"/>
                  </a:lnTo>
                  <a:lnTo>
                    <a:pt x="101142" y="27813"/>
                  </a:lnTo>
                  <a:lnTo>
                    <a:pt x="101041" y="27635"/>
                  </a:lnTo>
                  <a:lnTo>
                    <a:pt x="100698" y="27584"/>
                  </a:lnTo>
                  <a:lnTo>
                    <a:pt x="100584" y="27305"/>
                  </a:lnTo>
                  <a:lnTo>
                    <a:pt x="100507" y="27546"/>
                  </a:lnTo>
                  <a:lnTo>
                    <a:pt x="99047" y="27305"/>
                  </a:lnTo>
                  <a:lnTo>
                    <a:pt x="99745" y="27305"/>
                  </a:lnTo>
                  <a:lnTo>
                    <a:pt x="99275" y="26797"/>
                  </a:lnTo>
                  <a:lnTo>
                    <a:pt x="99745" y="27305"/>
                  </a:lnTo>
                  <a:lnTo>
                    <a:pt x="100025" y="27305"/>
                  </a:lnTo>
                  <a:lnTo>
                    <a:pt x="100939" y="27305"/>
                  </a:lnTo>
                  <a:lnTo>
                    <a:pt x="101028" y="26936"/>
                  </a:lnTo>
                  <a:lnTo>
                    <a:pt x="101066" y="26797"/>
                  </a:lnTo>
                  <a:lnTo>
                    <a:pt x="100164" y="26797"/>
                  </a:lnTo>
                  <a:lnTo>
                    <a:pt x="100596" y="26162"/>
                  </a:lnTo>
                  <a:lnTo>
                    <a:pt x="100876" y="26162"/>
                  </a:lnTo>
                  <a:lnTo>
                    <a:pt x="100812" y="25539"/>
                  </a:lnTo>
                  <a:lnTo>
                    <a:pt x="100761" y="25146"/>
                  </a:lnTo>
                  <a:lnTo>
                    <a:pt x="100177" y="25146"/>
                  </a:lnTo>
                  <a:lnTo>
                    <a:pt x="99580" y="25146"/>
                  </a:lnTo>
                  <a:lnTo>
                    <a:pt x="99453" y="25146"/>
                  </a:lnTo>
                  <a:lnTo>
                    <a:pt x="99453" y="26568"/>
                  </a:lnTo>
                  <a:lnTo>
                    <a:pt x="98323" y="26162"/>
                  </a:lnTo>
                  <a:lnTo>
                    <a:pt x="98666" y="26162"/>
                  </a:lnTo>
                  <a:lnTo>
                    <a:pt x="98806" y="26162"/>
                  </a:lnTo>
                  <a:lnTo>
                    <a:pt x="99263" y="26162"/>
                  </a:lnTo>
                  <a:lnTo>
                    <a:pt x="99453" y="26568"/>
                  </a:lnTo>
                  <a:lnTo>
                    <a:pt x="99453" y="25146"/>
                  </a:lnTo>
                  <a:lnTo>
                    <a:pt x="99263" y="25146"/>
                  </a:lnTo>
                  <a:lnTo>
                    <a:pt x="99263" y="25476"/>
                  </a:lnTo>
                  <a:lnTo>
                    <a:pt x="99047" y="25146"/>
                  </a:lnTo>
                  <a:lnTo>
                    <a:pt x="98983" y="25476"/>
                  </a:lnTo>
                  <a:lnTo>
                    <a:pt x="98679" y="25361"/>
                  </a:lnTo>
                  <a:lnTo>
                    <a:pt x="98183" y="25171"/>
                  </a:lnTo>
                  <a:lnTo>
                    <a:pt x="98856" y="25146"/>
                  </a:lnTo>
                  <a:lnTo>
                    <a:pt x="98983" y="25476"/>
                  </a:lnTo>
                  <a:lnTo>
                    <a:pt x="98983" y="25133"/>
                  </a:lnTo>
                  <a:lnTo>
                    <a:pt x="97409" y="24765"/>
                  </a:lnTo>
                  <a:lnTo>
                    <a:pt x="97434" y="24638"/>
                  </a:lnTo>
                  <a:lnTo>
                    <a:pt x="97218" y="24638"/>
                  </a:lnTo>
                  <a:lnTo>
                    <a:pt x="96939" y="24650"/>
                  </a:lnTo>
                  <a:lnTo>
                    <a:pt x="97002" y="25146"/>
                  </a:lnTo>
                  <a:lnTo>
                    <a:pt x="97002" y="26797"/>
                  </a:lnTo>
                  <a:lnTo>
                    <a:pt x="96735" y="27305"/>
                  </a:lnTo>
                  <a:lnTo>
                    <a:pt x="97002" y="26797"/>
                  </a:lnTo>
                  <a:lnTo>
                    <a:pt x="97002" y="25146"/>
                  </a:lnTo>
                  <a:lnTo>
                    <a:pt x="96659" y="25146"/>
                  </a:lnTo>
                  <a:lnTo>
                    <a:pt x="96786" y="24701"/>
                  </a:lnTo>
                  <a:lnTo>
                    <a:pt x="96659" y="24638"/>
                  </a:lnTo>
                  <a:lnTo>
                    <a:pt x="95948" y="24638"/>
                  </a:lnTo>
                  <a:lnTo>
                    <a:pt x="95897" y="26797"/>
                  </a:lnTo>
                  <a:lnTo>
                    <a:pt x="95491" y="26797"/>
                  </a:lnTo>
                  <a:lnTo>
                    <a:pt x="95554" y="27305"/>
                  </a:lnTo>
                  <a:lnTo>
                    <a:pt x="95364" y="27305"/>
                  </a:lnTo>
                  <a:lnTo>
                    <a:pt x="95338" y="26162"/>
                  </a:lnTo>
                  <a:lnTo>
                    <a:pt x="95504" y="26162"/>
                  </a:lnTo>
                  <a:lnTo>
                    <a:pt x="95770" y="26162"/>
                  </a:lnTo>
                  <a:lnTo>
                    <a:pt x="95897" y="26797"/>
                  </a:lnTo>
                  <a:lnTo>
                    <a:pt x="95897" y="24536"/>
                  </a:lnTo>
                  <a:lnTo>
                    <a:pt x="95707" y="24130"/>
                  </a:lnTo>
                  <a:lnTo>
                    <a:pt x="95707" y="23926"/>
                  </a:lnTo>
                  <a:lnTo>
                    <a:pt x="95719" y="23736"/>
                  </a:lnTo>
                  <a:lnTo>
                    <a:pt x="95732" y="23901"/>
                  </a:lnTo>
                  <a:lnTo>
                    <a:pt x="95770" y="24130"/>
                  </a:lnTo>
                  <a:lnTo>
                    <a:pt x="97447" y="24574"/>
                  </a:lnTo>
                  <a:lnTo>
                    <a:pt x="97726" y="24472"/>
                  </a:lnTo>
                  <a:lnTo>
                    <a:pt x="98361" y="24130"/>
                  </a:lnTo>
                  <a:lnTo>
                    <a:pt x="97828" y="24130"/>
                  </a:lnTo>
                  <a:lnTo>
                    <a:pt x="97967" y="23622"/>
                  </a:lnTo>
                  <a:lnTo>
                    <a:pt x="97624" y="23622"/>
                  </a:lnTo>
                  <a:lnTo>
                    <a:pt x="97713" y="22479"/>
                  </a:lnTo>
                  <a:lnTo>
                    <a:pt x="97459" y="22479"/>
                  </a:lnTo>
                  <a:lnTo>
                    <a:pt x="97561" y="22987"/>
                  </a:lnTo>
                  <a:lnTo>
                    <a:pt x="97256" y="22987"/>
                  </a:lnTo>
                  <a:lnTo>
                    <a:pt x="97256" y="23622"/>
                  </a:lnTo>
                  <a:lnTo>
                    <a:pt x="96723" y="23876"/>
                  </a:lnTo>
                  <a:lnTo>
                    <a:pt x="96697" y="23622"/>
                  </a:lnTo>
                  <a:lnTo>
                    <a:pt x="97256" y="23622"/>
                  </a:lnTo>
                  <a:lnTo>
                    <a:pt x="97256" y="22987"/>
                  </a:lnTo>
                  <a:lnTo>
                    <a:pt x="96520" y="22987"/>
                  </a:lnTo>
                  <a:lnTo>
                    <a:pt x="96520" y="23469"/>
                  </a:lnTo>
                  <a:lnTo>
                    <a:pt x="95973" y="22987"/>
                  </a:lnTo>
                  <a:lnTo>
                    <a:pt x="95719" y="22987"/>
                  </a:lnTo>
                  <a:lnTo>
                    <a:pt x="95707" y="23622"/>
                  </a:lnTo>
                  <a:lnTo>
                    <a:pt x="95478" y="23622"/>
                  </a:lnTo>
                  <a:lnTo>
                    <a:pt x="95656" y="23152"/>
                  </a:lnTo>
                  <a:lnTo>
                    <a:pt x="95707" y="23622"/>
                  </a:lnTo>
                  <a:lnTo>
                    <a:pt x="95707" y="22987"/>
                  </a:lnTo>
                  <a:lnTo>
                    <a:pt x="95034" y="22987"/>
                  </a:lnTo>
                  <a:lnTo>
                    <a:pt x="95034" y="24638"/>
                  </a:lnTo>
                  <a:lnTo>
                    <a:pt x="94996" y="25031"/>
                  </a:lnTo>
                  <a:lnTo>
                    <a:pt x="94932" y="25387"/>
                  </a:lnTo>
                  <a:lnTo>
                    <a:pt x="94881" y="26797"/>
                  </a:lnTo>
                  <a:lnTo>
                    <a:pt x="94361" y="26797"/>
                  </a:lnTo>
                  <a:lnTo>
                    <a:pt x="94246" y="26162"/>
                  </a:lnTo>
                  <a:lnTo>
                    <a:pt x="94881" y="26797"/>
                  </a:lnTo>
                  <a:lnTo>
                    <a:pt x="94881" y="25361"/>
                  </a:lnTo>
                  <a:lnTo>
                    <a:pt x="94335" y="25146"/>
                  </a:lnTo>
                  <a:lnTo>
                    <a:pt x="94475" y="24892"/>
                  </a:lnTo>
                  <a:lnTo>
                    <a:pt x="94615" y="24638"/>
                  </a:lnTo>
                  <a:lnTo>
                    <a:pt x="94818" y="24638"/>
                  </a:lnTo>
                  <a:lnTo>
                    <a:pt x="95034" y="24638"/>
                  </a:lnTo>
                  <a:lnTo>
                    <a:pt x="95034" y="22987"/>
                  </a:lnTo>
                  <a:lnTo>
                    <a:pt x="94310" y="22987"/>
                  </a:lnTo>
                  <a:lnTo>
                    <a:pt x="94310" y="24130"/>
                  </a:lnTo>
                  <a:lnTo>
                    <a:pt x="94246" y="24257"/>
                  </a:lnTo>
                  <a:lnTo>
                    <a:pt x="94056" y="24130"/>
                  </a:lnTo>
                  <a:lnTo>
                    <a:pt x="94310" y="24130"/>
                  </a:lnTo>
                  <a:lnTo>
                    <a:pt x="94310" y="22987"/>
                  </a:lnTo>
                  <a:lnTo>
                    <a:pt x="93637" y="22987"/>
                  </a:lnTo>
                  <a:lnTo>
                    <a:pt x="93560" y="30480"/>
                  </a:lnTo>
                  <a:lnTo>
                    <a:pt x="93332" y="30988"/>
                  </a:lnTo>
                  <a:lnTo>
                    <a:pt x="93179" y="30988"/>
                  </a:lnTo>
                  <a:lnTo>
                    <a:pt x="93179" y="35687"/>
                  </a:lnTo>
                  <a:lnTo>
                    <a:pt x="92925" y="35458"/>
                  </a:lnTo>
                  <a:lnTo>
                    <a:pt x="93179" y="35687"/>
                  </a:lnTo>
                  <a:lnTo>
                    <a:pt x="93179" y="30988"/>
                  </a:lnTo>
                  <a:lnTo>
                    <a:pt x="93167" y="30480"/>
                  </a:lnTo>
                  <a:lnTo>
                    <a:pt x="93560" y="30480"/>
                  </a:lnTo>
                  <a:lnTo>
                    <a:pt x="93560" y="22987"/>
                  </a:lnTo>
                  <a:lnTo>
                    <a:pt x="93535" y="22606"/>
                  </a:lnTo>
                  <a:lnTo>
                    <a:pt x="93345" y="22720"/>
                  </a:lnTo>
                  <a:lnTo>
                    <a:pt x="93192" y="22821"/>
                  </a:lnTo>
                  <a:lnTo>
                    <a:pt x="93192" y="23622"/>
                  </a:lnTo>
                  <a:lnTo>
                    <a:pt x="93040" y="23622"/>
                  </a:lnTo>
                  <a:lnTo>
                    <a:pt x="93002" y="24130"/>
                  </a:lnTo>
                  <a:lnTo>
                    <a:pt x="92964" y="24638"/>
                  </a:lnTo>
                  <a:lnTo>
                    <a:pt x="92710" y="24638"/>
                  </a:lnTo>
                  <a:lnTo>
                    <a:pt x="92710" y="35255"/>
                  </a:lnTo>
                  <a:lnTo>
                    <a:pt x="92595" y="35458"/>
                  </a:lnTo>
                  <a:lnTo>
                    <a:pt x="92303" y="35306"/>
                  </a:lnTo>
                  <a:lnTo>
                    <a:pt x="92151" y="35687"/>
                  </a:lnTo>
                  <a:lnTo>
                    <a:pt x="91935" y="35179"/>
                  </a:lnTo>
                  <a:lnTo>
                    <a:pt x="92100" y="35179"/>
                  </a:lnTo>
                  <a:lnTo>
                    <a:pt x="92354" y="35179"/>
                  </a:lnTo>
                  <a:lnTo>
                    <a:pt x="92646" y="35179"/>
                  </a:lnTo>
                  <a:lnTo>
                    <a:pt x="92710" y="24638"/>
                  </a:lnTo>
                  <a:lnTo>
                    <a:pt x="92570" y="24638"/>
                  </a:lnTo>
                  <a:lnTo>
                    <a:pt x="92557" y="24130"/>
                  </a:lnTo>
                  <a:lnTo>
                    <a:pt x="93002" y="24130"/>
                  </a:lnTo>
                  <a:lnTo>
                    <a:pt x="93002" y="23152"/>
                  </a:lnTo>
                  <a:lnTo>
                    <a:pt x="93192" y="23622"/>
                  </a:lnTo>
                  <a:lnTo>
                    <a:pt x="93192" y="22821"/>
                  </a:lnTo>
                  <a:lnTo>
                    <a:pt x="93141" y="22987"/>
                  </a:lnTo>
                  <a:lnTo>
                    <a:pt x="93116" y="22860"/>
                  </a:lnTo>
                  <a:lnTo>
                    <a:pt x="92951" y="22948"/>
                  </a:lnTo>
                  <a:lnTo>
                    <a:pt x="93103" y="22733"/>
                  </a:lnTo>
                  <a:lnTo>
                    <a:pt x="93065" y="22479"/>
                  </a:lnTo>
                  <a:lnTo>
                    <a:pt x="93116" y="22707"/>
                  </a:lnTo>
                  <a:lnTo>
                    <a:pt x="93205" y="22580"/>
                  </a:lnTo>
                  <a:lnTo>
                    <a:pt x="93548" y="22479"/>
                  </a:lnTo>
                  <a:lnTo>
                    <a:pt x="93751" y="21996"/>
                  </a:lnTo>
                  <a:lnTo>
                    <a:pt x="93814" y="21717"/>
                  </a:lnTo>
                  <a:lnTo>
                    <a:pt x="93649" y="21463"/>
                  </a:lnTo>
                  <a:lnTo>
                    <a:pt x="93916" y="21463"/>
                  </a:lnTo>
                  <a:lnTo>
                    <a:pt x="94246" y="21463"/>
                  </a:lnTo>
                  <a:lnTo>
                    <a:pt x="94221" y="21640"/>
                  </a:lnTo>
                  <a:lnTo>
                    <a:pt x="94170" y="21971"/>
                  </a:lnTo>
                  <a:lnTo>
                    <a:pt x="94449" y="21971"/>
                  </a:lnTo>
                  <a:lnTo>
                    <a:pt x="94703" y="21971"/>
                  </a:lnTo>
                  <a:lnTo>
                    <a:pt x="94907" y="22479"/>
                  </a:lnTo>
                  <a:lnTo>
                    <a:pt x="95440" y="22479"/>
                  </a:lnTo>
                  <a:lnTo>
                    <a:pt x="96329" y="22479"/>
                  </a:lnTo>
                  <a:lnTo>
                    <a:pt x="96278" y="22987"/>
                  </a:lnTo>
                  <a:lnTo>
                    <a:pt x="96570" y="22479"/>
                  </a:lnTo>
                  <a:lnTo>
                    <a:pt x="96164" y="22364"/>
                  </a:lnTo>
                  <a:lnTo>
                    <a:pt x="96405" y="22174"/>
                  </a:lnTo>
                  <a:lnTo>
                    <a:pt x="96024" y="22313"/>
                  </a:lnTo>
                  <a:lnTo>
                    <a:pt x="95567" y="22098"/>
                  </a:lnTo>
                  <a:lnTo>
                    <a:pt x="94869" y="21971"/>
                  </a:lnTo>
                  <a:lnTo>
                    <a:pt x="95084" y="21488"/>
                  </a:lnTo>
                  <a:lnTo>
                    <a:pt x="95148" y="21323"/>
                  </a:lnTo>
                  <a:lnTo>
                    <a:pt x="94780" y="21463"/>
                  </a:lnTo>
                  <a:lnTo>
                    <a:pt x="94602" y="21463"/>
                  </a:lnTo>
                  <a:lnTo>
                    <a:pt x="94335" y="21463"/>
                  </a:lnTo>
                  <a:lnTo>
                    <a:pt x="94068" y="20955"/>
                  </a:lnTo>
                  <a:lnTo>
                    <a:pt x="93840" y="20955"/>
                  </a:lnTo>
                  <a:lnTo>
                    <a:pt x="93599" y="20955"/>
                  </a:lnTo>
                  <a:lnTo>
                    <a:pt x="93345" y="20955"/>
                  </a:lnTo>
                  <a:lnTo>
                    <a:pt x="93357" y="21209"/>
                  </a:lnTo>
                  <a:lnTo>
                    <a:pt x="92671" y="21018"/>
                  </a:lnTo>
                  <a:lnTo>
                    <a:pt x="93319" y="21463"/>
                  </a:lnTo>
                  <a:lnTo>
                    <a:pt x="93395" y="21831"/>
                  </a:lnTo>
                  <a:lnTo>
                    <a:pt x="93357" y="21971"/>
                  </a:lnTo>
                  <a:lnTo>
                    <a:pt x="93167" y="22377"/>
                  </a:lnTo>
                  <a:lnTo>
                    <a:pt x="93040" y="22225"/>
                  </a:lnTo>
                  <a:lnTo>
                    <a:pt x="93027" y="22098"/>
                  </a:lnTo>
                  <a:lnTo>
                    <a:pt x="92824" y="21971"/>
                  </a:lnTo>
                  <a:lnTo>
                    <a:pt x="92976" y="21463"/>
                  </a:lnTo>
                  <a:lnTo>
                    <a:pt x="92748" y="21463"/>
                  </a:lnTo>
                  <a:lnTo>
                    <a:pt x="92570" y="20993"/>
                  </a:lnTo>
                  <a:lnTo>
                    <a:pt x="92570" y="22479"/>
                  </a:lnTo>
                  <a:lnTo>
                    <a:pt x="92430" y="22529"/>
                  </a:lnTo>
                  <a:lnTo>
                    <a:pt x="92252" y="22593"/>
                  </a:lnTo>
                  <a:lnTo>
                    <a:pt x="92252" y="33655"/>
                  </a:lnTo>
                  <a:lnTo>
                    <a:pt x="90309" y="33883"/>
                  </a:lnTo>
                  <a:lnTo>
                    <a:pt x="90309" y="37338"/>
                  </a:lnTo>
                  <a:lnTo>
                    <a:pt x="89928" y="37338"/>
                  </a:lnTo>
                  <a:lnTo>
                    <a:pt x="89166" y="37338"/>
                  </a:lnTo>
                  <a:lnTo>
                    <a:pt x="89166" y="36830"/>
                  </a:lnTo>
                  <a:lnTo>
                    <a:pt x="89293" y="36830"/>
                  </a:lnTo>
                  <a:lnTo>
                    <a:pt x="89814" y="37338"/>
                  </a:lnTo>
                  <a:lnTo>
                    <a:pt x="89789" y="36830"/>
                  </a:lnTo>
                  <a:lnTo>
                    <a:pt x="90106" y="36830"/>
                  </a:lnTo>
                  <a:lnTo>
                    <a:pt x="90309" y="37338"/>
                  </a:lnTo>
                  <a:lnTo>
                    <a:pt x="90309" y="33883"/>
                  </a:lnTo>
                  <a:lnTo>
                    <a:pt x="89979" y="33921"/>
                  </a:lnTo>
                  <a:lnTo>
                    <a:pt x="90068" y="33655"/>
                  </a:lnTo>
                  <a:lnTo>
                    <a:pt x="90195" y="33655"/>
                  </a:lnTo>
                  <a:lnTo>
                    <a:pt x="92252" y="33655"/>
                  </a:lnTo>
                  <a:lnTo>
                    <a:pt x="92252" y="22593"/>
                  </a:lnTo>
                  <a:lnTo>
                    <a:pt x="92024" y="22644"/>
                  </a:lnTo>
                  <a:lnTo>
                    <a:pt x="92024" y="23545"/>
                  </a:lnTo>
                  <a:lnTo>
                    <a:pt x="91440" y="22987"/>
                  </a:lnTo>
                  <a:lnTo>
                    <a:pt x="91732" y="22987"/>
                  </a:lnTo>
                  <a:lnTo>
                    <a:pt x="92024" y="23545"/>
                  </a:lnTo>
                  <a:lnTo>
                    <a:pt x="92024" y="22644"/>
                  </a:lnTo>
                  <a:lnTo>
                    <a:pt x="91808" y="22720"/>
                  </a:lnTo>
                  <a:lnTo>
                    <a:pt x="91884" y="22479"/>
                  </a:lnTo>
                  <a:lnTo>
                    <a:pt x="91706" y="22479"/>
                  </a:lnTo>
                  <a:lnTo>
                    <a:pt x="91579" y="21971"/>
                  </a:lnTo>
                  <a:lnTo>
                    <a:pt x="91998" y="21971"/>
                  </a:lnTo>
                  <a:lnTo>
                    <a:pt x="91884" y="22479"/>
                  </a:lnTo>
                  <a:lnTo>
                    <a:pt x="92125" y="22479"/>
                  </a:lnTo>
                  <a:lnTo>
                    <a:pt x="92443" y="22479"/>
                  </a:lnTo>
                  <a:lnTo>
                    <a:pt x="92570" y="22479"/>
                  </a:lnTo>
                  <a:lnTo>
                    <a:pt x="92570" y="20993"/>
                  </a:lnTo>
                  <a:lnTo>
                    <a:pt x="92278" y="21056"/>
                  </a:lnTo>
                  <a:lnTo>
                    <a:pt x="91465" y="21348"/>
                  </a:lnTo>
                  <a:lnTo>
                    <a:pt x="91465" y="22479"/>
                  </a:lnTo>
                  <a:lnTo>
                    <a:pt x="91046" y="22479"/>
                  </a:lnTo>
                  <a:lnTo>
                    <a:pt x="90538" y="22479"/>
                  </a:lnTo>
                  <a:lnTo>
                    <a:pt x="90309" y="22479"/>
                  </a:lnTo>
                  <a:lnTo>
                    <a:pt x="90258" y="22326"/>
                  </a:lnTo>
                  <a:lnTo>
                    <a:pt x="90297" y="22174"/>
                  </a:lnTo>
                  <a:lnTo>
                    <a:pt x="90360" y="22009"/>
                  </a:lnTo>
                  <a:lnTo>
                    <a:pt x="91465" y="22479"/>
                  </a:lnTo>
                  <a:lnTo>
                    <a:pt x="91465" y="21348"/>
                  </a:lnTo>
                  <a:lnTo>
                    <a:pt x="91287" y="21412"/>
                  </a:lnTo>
                  <a:lnTo>
                    <a:pt x="92265" y="21043"/>
                  </a:lnTo>
                  <a:lnTo>
                    <a:pt x="92481" y="20967"/>
                  </a:lnTo>
                  <a:lnTo>
                    <a:pt x="92468" y="20955"/>
                  </a:lnTo>
                  <a:lnTo>
                    <a:pt x="91440" y="20955"/>
                  </a:lnTo>
                  <a:lnTo>
                    <a:pt x="91300" y="20904"/>
                  </a:lnTo>
                  <a:lnTo>
                    <a:pt x="91274" y="20751"/>
                  </a:lnTo>
                  <a:lnTo>
                    <a:pt x="90932" y="20586"/>
                  </a:lnTo>
                  <a:lnTo>
                    <a:pt x="90932" y="21971"/>
                  </a:lnTo>
                  <a:lnTo>
                    <a:pt x="90373" y="21971"/>
                  </a:lnTo>
                  <a:lnTo>
                    <a:pt x="90157" y="21971"/>
                  </a:lnTo>
                  <a:lnTo>
                    <a:pt x="89649" y="21971"/>
                  </a:lnTo>
                  <a:lnTo>
                    <a:pt x="89547" y="22987"/>
                  </a:lnTo>
                  <a:lnTo>
                    <a:pt x="89281" y="22987"/>
                  </a:lnTo>
                  <a:lnTo>
                    <a:pt x="89547" y="22987"/>
                  </a:lnTo>
                  <a:lnTo>
                    <a:pt x="89547" y="21971"/>
                  </a:lnTo>
                  <a:lnTo>
                    <a:pt x="89395" y="21971"/>
                  </a:lnTo>
                  <a:lnTo>
                    <a:pt x="89395" y="22479"/>
                  </a:lnTo>
                  <a:lnTo>
                    <a:pt x="89217" y="22720"/>
                  </a:lnTo>
                  <a:lnTo>
                    <a:pt x="89166" y="22479"/>
                  </a:lnTo>
                  <a:lnTo>
                    <a:pt x="89395" y="22479"/>
                  </a:lnTo>
                  <a:lnTo>
                    <a:pt x="89395" y="21971"/>
                  </a:lnTo>
                  <a:lnTo>
                    <a:pt x="88861" y="21971"/>
                  </a:lnTo>
                  <a:lnTo>
                    <a:pt x="88861" y="37338"/>
                  </a:lnTo>
                  <a:lnTo>
                    <a:pt x="88798" y="37592"/>
                  </a:lnTo>
                  <a:lnTo>
                    <a:pt x="88430" y="37338"/>
                  </a:lnTo>
                  <a:lnTo>
                    <a:pt x="88861" y="37338"/>
                  </a:lnTo>
                  <a:lnTo>
                    <a:pt x="88861" y="21971"/>
                  </a:lnTo>
                  <a:lnTo>
                    <a:pt x="88798" y="22479"/>
                  </a:lnTo>
                  <a:lnTo>
                    <a:pt x="88328" y="22479"/>
                  </a:lnTo>
                  <a:lnTo>
                    <a:pt x="88480" y="21971"/>
                  </a:lnTo>
                  <a:lnTo>
                    <a:pt x="88277" y="22136"/>
                  </a:lnTo>
                  <a:lnTo>
                    <a:pt x="88277" y="22479"/>
                  </a:lnTo>
                  <a:lnTo>
                    <a:pt x="87998" y="22987"/>
                  </a:lnTo>
                  <a:lnTo>
                    <a:pt x="88176" y="22479"/>
                  </a:lnTo>
                  <a:lnTo>
                    <a:pt x="88277" y="22136"/>
                  </a:lnTo>
                  <a:lnTo>
                    <a:pt x="88201" y="21971"/>
                  </a:lnTo>
                  <a:lnTo>
                    <a:pt x="87490" y="21971"/>
                  </a:lnTo>
                  <a:lnTo>
                    <a:pt x="87490" y="36322"/>
                  </a:lnTo>
                  <a:lnTo>
                    <a:pt x="87325" y="36830"/>
                  </a:lnTo>
                  <a:lnTo>
                    <a:pt x="87490" y="36322"/>
                  </a:lnTo>
                  <a:lnTo>
                    <a:pt x="87490" y="21971"/>
                  </a:lnTo>
                  <a:lnTo>
                    <a:pt x="86753" y="21971"/>
                  </a:lnTo>
                  <a:lnTo>
                    <a:pt x="86753" y="26162"/>
                  </a:lnTo>
                  <a:lnTo>
                    <a:pt x="86614" y="26162"/>
                  </a:lnTo>
                  <a:lnTo>
                    <a:pt x="86614" y="39497"/>
                  </a:lnTo>
                  <a:lnTo>
                    <a:pt x="85801" y="39751"/>
                  </a:lnTo>
                  <a:lnTo>
                    <a:pt x="85801" y="39497"/>
                  </a:lnTo>
                  <a:lnTo>
                    <a:pt x="86614" y="39497"/>
                  </a:lnTo>
                  <a:lnTo>
                    <a:pt x="86614" y="26162"/>
                  </a:lnTo>
                  <a:lnTo>
                    <a:pt x="86512" y="25387"/>
                  </a:lnTo>
                  <a:lnTo>
                    <a:pt x="86753" y="26162"/>
                  </a:lnTo>
                  <a:lnTo>
                    <a:pt x="86753" y="21971"/>
                  </a:lnTo>
                  <a:lnTo>
                    <a:pt x="86614" y="21971"/>
                  </a:lnTo>
                  <a:lnTo>
                    <a:pt x="86410" y="21971"/>
                  </a:lnTo>
                  <a:lnTo>
                    <a:pt x="86258" y="22225"/>
                  </a:lnTo>
                  <a:lnTo>
                    <a:pt x="86080" y="22174"/>
                  </a:lnTo>
                  <a:lnTo>
                    <a:pt x="86080" y="22987"/>
                  </a:lnTo>
                  <a:lnTo>
                    <a:pt x="85877" y="23164"/>
                  </a:lnTo>
                  <a:lnTo>
                    <a:pt x="85648" y="22987"/>
                  </a:lnTo>
                  <a:lnTo>
                    <a:pt x="85788" y="23253"/>
                  </a:lnTo>
                  <a:lnTo>
                    <a:pt x="85521" y="23507"/>
                  </a:lnTo>
                  <a:lnTo>
                    <a:pt x="85305" y="23952"/>
                  </a:lnTo>
                  <a:lnTo>
                    <a:pt x="85305" y="28321"/>
                  </a:lnTo>
                  <a:lnTo>
                    <a:pt x="85242" y="28829"/>
                  </a:lnTo>
                  <a:lnTo>
                    <a:pt x="84899" y="28829"/>
                  </a:lnTo>
                  <a:lnTo>
                    <a:pt x="84797" y="40513"/>
                  </a:lnTo>
                  <a:lnTo>
                    <a:pt x="84455" y="40513"/>
                  </a:lnTo>
                  <a:lnTo>
                    <a:pt x="84480" y="40005"/>
                  </a:lnTo>
                  <a:lnTo>
                    <a:pt x="84493" y="39751"/>
                  </a:lnTo>
                  <a:lnTo>
                    <a:pt x="84518" y="39497"/>
                  </a:lnTo>
                  <a:lnTo>
                    <a:pt x="84658" y="39839"/>
                  </a:lnTo>
                  <a:lnTo>
                    <a:pt x="84696" y="40005"/>
                  </a:lnTo>
                  <a:lnTo>
                    <a:pt x="84797" y="40513"/>
                  </a:lnTo>
                  <a:lnTo>
                    <a:pt x="84797" y="28778"/>
                  </a:lnTo>
                  <a:lnTo>
                    <a:pt x="84912" y="28321"/>
                  </a:lnTo>
                  <a:lnTo>
                    <a:pt x="84505" y="28600"/>
                  </a:lnTo>
                  <a:lnTo>
                    <a:pt x="84099" y="28333"/>
                  </a:lnTo>
                  <a:lnTo>
                    <a:pt x="84099" y="38354"/>
                  </a:lnTo>
                  <a:lnTo>
                    <a:pt x="83972" y="38354"/>
                  </a:lnTo>
                  <a:lnTo>
                    <a:pt x="83908" y="38100"/>
                  </a:lnTo>
                  <a:lnTo>
                    <a:pt x="84099" y="38354"/>
                  </a:lnTo>
                  <a:lnTo>
                    <a:pt x="84099" y="28333"/>
                  </a:lnTo>
                  <a:lnTo>
                    <a:pt x="84912" y="28321"/>
                  </a:lnTo>
                  <a:lnTo>
                    <a:pt x="85305" y="28321"/>
                  </a:lnTo>
                  <a:lnTo>
                    <a:pt x="85305" y="23952"/>
                  </a:lnTo>
                  <a:lnTo>
                    <a:pt x="85178" y="24130"/>
                  </a:lnTo>
                  <a:lnTo>
                    <a:pt x="85458" y="23622"/>
                  </a:lnTo>
                  <a:lnTo>
                    <a:pt x="84924" y="23622"/>
                  </a:lnTo>
                  <a:lnTo>
                    <a:pt x="84924" y="24130"/>
                  </a:lnTo>
                  <a:lnTo>
                    <a:pt x="84696" y="24269"/>
                  </a:lnTo>
                  <a:lnTo>
                    <a:pt x="84442" y="24384"/>
                  </a:lnTo>
                  <a:lnTo>
                    <a:pt x="84480" y="24180"/>
                  </a:lnTo>
                  <a:lnTo>
                    <a:pt x="84810" y="24130"/>
                  </a:lnTo>
                  <a:lnTo>
                    <a:pt x="84924" y="23622"/>
                  </a:lnTo>
                  <a:lnTo>
                    <a:pt x="85483" y="22987"/>
                  </a:lnTo>
                  <a:lnTo>
                    <a:pt x="85648" y="22987"/>
                  </a:lnTo>
                  <a:lnTo>
                    <a:pt x="86080" y="22987"/>
                  </a:lnTo>
                  <a:lnTo>
                    <a:pt x="86080" y="22174"/>
                  </a:lnTo>
                  <a:lnTo>
                    <a:pt x="85559" y="21996"/>
                  </a:lnTo>
                  <a:lnTo>
                    <a:pt x="85763" y="22479"/>
                  </a:lnTo>
                  <a:lnTo>
                    <a:pt x="85547" y="22415"/>
                  </a:lnTo>
                  <a:lnTo>
                    <a:pt x="85344" y="22479"/>
                  </a:lnTo>
                  <a:lnTo>
                    <a:pt x="85394" y="22352"/>
                  </a:lnTo>
                  <a:lnTo>
                    <a:pt x="85547" y="22479"/>
                  </a:lnTo>
                  <a:lnTo>
                    <a:pt x="85420" y="22313"/>
                  </a:lnTo>
                  <a:lnTo>
                    <a:pt x="85648" y="22479"/>
                  </a:lnTo>
                  <a:lnTo>
                    <a:pt x="85483" y="22174"/>
                  </a:lnTo>
                  <a:lnTo>
                    <a:pt x="85559" y="21996"/>
                  </a:lnTo>
                  <a:lnTo>
                    <a:pt x="85382" y="22034"/>
                  </a:lnTo>
                  <a:lnTo>
                    <a:pt x="85267" y="22199"/>
                  </a:lnTo>
                  <a:lnTo>
                    <a:pt x="85178" y="22479"/>
                  </a:lnTo>
                  <a:lnTo>
                    <a:pt x="85204" y="22186"/>
                  </a:lnTo>
                  <a:lnTo>
                    <a:pt x="85140" y="22631"/>
                  </a:lnTo>
                  <a:lnTo>
                    <a:pt x="85128" y="22987"/>
                  </a:lnTo>
                  <a:lnTo>
                    <a:pt x="85140" y="22631"/>
                  </a:lnTo>
                  <a:lnTo>
                    <a:pt x="85140" y="22098"/>
                  </a:lnTo>
                  <a:lnTo>
                    <a:pt x="85242" y="21971"/>
                  </a:lnTo>
                  <a:lnTo>
                    <a:pt x="85369" y="22021"/>
                  </a:lnTo>
                  <a:lnTo>
                    <a:pt x="85521" y="21971"/>
                  </a:lnTo>
                  <a:lnTo>
                    <a:pt x="85801" y="21971"/>
                  </a:lnTo>
                  <a:lnTo>
                    <a:pt x="85991" y="21971"/>
                  </a:lnTo>
                  <a:lnTo>
                    <a:pt x="86055" y="21717"/>
                  </a:lnTo>
                  <a:lnTo>
                    <a:pt x="86106" y="21501"/>
                  </a:lnTo>
                  <a:lnTo>
                    <a:pt x="85763" y="21526"/>
                  </a:lnTo>
                  <a:lnTo>
                    <a:pt x="85801" y="20955"/>
                  </a:lnTo>
                  <a:lnTo>
                    <a:pt x="86233" y="20955"/>
                  </a:lnTo>
                  <a:lnTo>
                    <a:pt x="86372" y="20447"/>
                  </a:lnTo>
                  <a:lnTo>
                    <a:pt x="86245" y="20955"/>
                  </a:lnTo>
                  <a:lnTo>
                    <a:pt x="86499" y="20447"/>
                  </a:lnTo>
                  <a:lnTo>
                    <a:pt x="87083" y="20447"/>
                  </a:lnTo>
                  <a:lnTo>
                    <a:pt x="86982" y="20955"/>
                  </a:lnTo>
                  <a:lnTo>
                    <a:pt x="87236" y="20955"/>
                  </a:lnTo>
                  <a:lnTo>
                    <a:pt x="87807" y="21196"/>
                  </a:lnTo>
                  <a:lnTo>
                    <a:pt x="87845" y="21463"/>
                  </a:lnTo>
                  <a:lnTo>
                    <a:pt x="88087" y="21463"/>
                  </a:lnTo>
                  <a:lnTo>
                    <a:pt x="87833" y="21209"/>
                  </a:lnTo>
                  <a:lnTo>
                    <a:pt x="88087" y="21310"/>
                  </a:lnTo>
                  <a:lnTo>
                    <a:pt x="88087" y="20955"/>
                  </a:lnTo>
                  <a:lnTo>
                    <a:pt x="88430" y="20955"/>
                  </a:lnTo>
                  <a:lnTo>
                    <a:pt x="88315" y="21412"/>
                  </a:lnTo>
                  <a:lnTo>
                    <a:pt x="88455" y="21463"/>
                  </a:lnTo>
                  <a:lnTo>
                    <a:pt x="88912" y="21463"/>
                  </a:lnTo>
                  <a:lnTo>
                    <a:pt x="88684" y="21209"/>
                  </a:lnTo>
                  <a:lnTo>
                    <a:pt x="88938" y="21463"/>
                  </a:lnTo>
                  <a:lnTo>
                    <a:pt x="89992" y="21463"/>
                  </a:lnTo>
                  <a:lnTo>
                    <a:pt x="90119" y="21463"/>
                  </a:lnTo>
                  <a:lnTo>
                    <a:pt x="90322" y="21602"/>
                  </a:lnTo>
                  <a:lnTo>
                    <a:pt x="90563" y="21463"/>
                  </a:lnTo>
                  <a:lnTo>
                    <a:pt x="90474" y="21704"/>
                  </a:lnTo>
                  <a:lnTo>
                    <a:pt x="90932" y="21971"/>
                  </a:lnTo>
                  <a:lnTo>
                    <a:pt x="90932" y="20586"/>
                  </a:lnTo>
                  <a:lnTo>
                    <a:pt x="90868" y="21310"/>
                  </a:lnTo>
                  <a:lnTo>
                    <a:pt x="90868" y="20701"/>
                  </a:lnTo>
                  <a:lnTo>
                    <a:pt x="90817" y="20955"/>
                  </a:lnTo>
                  <a:lnTo>
                    <a:pt x="90792" y="21374"/>
                  </a:lnTo>
                  <a:lnTo>
                    <a:pt x="90627" y="21323"/>
                  </a:lnTo>
                  <a:lnTo>
                    <a:pt x="90411" y="20955"/>
                  </a:lnTo>
                  <a:lnTo>
                    <a:pt x="90424" y="21272"/>
                  </a:lnTo>
                  <a:lnTo>
                    <a:pt x="90093" y="20955"/>
                  </a:lnTo>
                  <a:lnTo>
                    <a:pt x="90284" y="20955"/>
                  </a:lnTo>
                  <a:lnTo>
                    <a:pt x="90411" y="20955"/>
                  </a:lnTo>
                  <a:lnTo>
                    <a:pt x="90652" y="20955"/>
                  </a:lnTo>
                  <a:lnTo>
                    <a:pt x="90817" y="20955"/>
                  </a:lnTo>
                  <a:lnTo>
                    <a:pt x="90817" y="20675"/>
                  </a:lnTo>
                  <a:lnTo>
                    <a:pt x="90601" y="20586"/>
                  </a:lnTo>
                  <a:lnTo>
                    <a:pt x="90589" y="20447"/>
                  </a:lnTo>
                  <a:lnTo>
                    <a:pt x="90462" y="20523"/>
                  </a:lnTo>
                  <a:lnTo>
                    <a:pt x="90335" y="20459"/>
                  </a:lnTo>
                  <a:lnTo>
                    <a:pt x="90043" y="20561"/>
                  </a:lnTo>
                  <a:lnTo>
                    <a:pt x="90322" y="20447"/>
                  </a:lnTo>
                  <a:lnTo>
                    <a:pt x="90360" y="20447"/>
                  </a:lnTo>
                  <a:lnTo>
                    <a:pt x="91782" y="20447"/>
                  </a:lnTo>
                  <a:lnTo>
                    <a:pt x="91338" y="19812"/>
                  </a:lnTo>
                  <a:lnTo>
                    <a:pt x="91478" y="19812"/>
                  </a:lnTo>
                  <a:lnTo>
                    <a:pt x="91948" y="19812"/>
                  </a:lnTo>
                  <a:lnTo>
                    <a:pt x="91821" y="19545"/>
                  </a:lnTo>
                  <a:lnTo>
                    <a:pt x="91528" y="19710"/>
                  </a:lnTo>
                  <a:lnTo>
                    <a:pt x="91236" y="19659"/>
                  </a:lnTo>
                  <a:lnTo>
                    <a:pt x="91071" y="19570"/>
                  </a:lnTo>
                  <a:lnTo>
                    <a:pt x="90779" y="19812"/>
                  </a:lnTo>
                  <a:lnTo>
                    <a:pt x="90309" y="19812"/>
                  </a:lnTo>
                  <a:lnTo>
                    <a:pt x="90551" y="19304"/>
                  </a:lnTo>
                  <a:lnTo>
                    <a:pt x="90601" y="19050"/>
                  </a:lnTo>
                  <a:lnTo>
                    <a:pt x="90220" y="18796"/>
                  </a:lnTo>
                  <a:lnTo>
                    <a:pt x="90474" y="18796"/>
                  </a:lnTo>
                  <a:lnTo>
                    <a:pt x="90474" y="18669"/>
                  </a:lnTo>
                  <a:lnTo>
                    <a:pt x="90474" y="18288"/>
                  </a:lnTo>
                  <a:lnTo>
                    <a:pt x="90347" y="18288"/>
                  </a:lnTo>
                  <a:lnTo>
                    <a:pt x="90195" y="18376"/>
                  </a:lnTo>
                  <a:lnTo>
                    <a:pt x="89789" y="18288"/>
                  </a:lnTo>
                  <a:lnTo>
                    <a:pt x="89852" y="18529"/>
                  </a:lnTo>
                  <a:lnTo>
                    <a:pt x="89801" y="21082"/>
                  </a:lnTo>
                  <a:lnTo>
                    <a:pt x="89382" y="20955"/>
                  </a:lnTo>
                  <a:lnTo>
                    <a:pt x="89623" y="20955"/>
                  </a:lnTo>
                  <a:lnTo>
                    <a:pt x="89750" y="20955"/>
                  </a:lnTo>
                  <a:lnTo>
                    <a:pt x="89801" y="21082"/>
                  </a:lnTo>
                  <a:lnTo>
                    <a:pt x="89801" y="18516"/>
                  </a:lnTo>
                  <a:lnTo>
                    <a:pt x="89738" y="18288"/>
                  </a:lnTo>
                  <a:lnTo>
                    <a:pt x="89623" y="20447"/>
                  </a:lnTo>
                  <a:lnTo>
                    <a:pt x="88785" y="20637"/>
                  </a:lnTo>
                  <a:lnTo>
                    <a:pt x="88773" y="20447"/>
                  </a:lnTo>
                  <a:lnTo>
                    <a:pt x="89001" y="20447"/>
                  </a:lnTo>
                  <a:lnTo>
                    <a:pt x="89535" y="20447"/>
                  </a:lnTo>
                  <a:lnTo>
                    <a:pt x="89623" y="18288"/>
                  </a:lnTo>
                  <a:lnTo>
                    <a:pt x="89509" y="19812"/>
                  </a:lnTo>
                  <a:lnTo>
                    <a:pt x="88620" y="19812"/>
                  </a:lnTo>
                  <a:lnTo>
                    <a:pt x="88620" y="20662"/>
                  </a:lnTo>
                  <a:lnTo>
                    <a:pt x="88480" y="20447"/>
                  </a:lnTo>
                  <a:lnTo>
                    <a:pt x="88620" y="20662"/>
                  </a:lnTo>
                  <a:lnTo>
                    <a:pt x="88620" y="19812"/>
                  </a:lnTo>
                  <a:lnTo>
                    <a:pt x="88328" y="19812"/>
                  </a:lnTo>
                  <a:lnTo>
                    <a:pt x="88328" y="20599"/>
                  </a:lnTo>
                  <a:lnTo>
                    <a:pt x="88176" y="20447"/>
                  </a:lnTo>
                  <a:lnTo>
                    <a:pt x="88303" y="20447"/>
                  </a:lnTo>
                  <a:lnTo>
                    <a:pt x="88328" y="20599"/>
                  </a:lnTo>
                  <a:lnTo>
                    <a:pt x="88328" y="19812"/>
                  </a:lnTo>
                  <a:lnTo>
                    <a:pt x="88087" y="19812"/>
                  </a:lnTo>
                  <a:lnTo>
                    <a:pt x="88087" y="19583"/>
                  </a:lnTo>
                  <a:lnTo>
                    <a:pt x="89395" y="19812"/>
                  </a:lnTo>
                  <a:lnTo>
                    <a:pt x="89420" y="19558"/>
                  </a:lnTo>
                  <a:lnTo>
                    <a:pt x="89509" y="19812"/>
                  </a:lnTo>
                  <a:lnTo>
                    <a:pt x="89509" y="18288"/>
                  </a:lnTo>
                  <a:lnTo>
                    <a:pt x="88836" y="18288"/>
                  </a:lnTo>
                  <a:lnTo>
                    <a:pt x="88722" y="17907"/>
                  </a:lnTo>
                  <a:lnTo>
                    <a:pt x="88938" y="17780"/>
                  </a:lnTo>
                  <a:lnTo>
                    <a:pt x="88709" y="17856"/>
                  </a:lnTo>
                  <a:lnTo>
                    <a:pt x="88607" y="18796"/>
                  </a:lnTo>
                  <a:lnTo>
                    <a:pt x="88519" y="19062"/>
                  </a:lnTo>
                  <a:lnTo>
                    <a:pt x="88353" y="18796"/>
                  </a:lnTo>
                  <a:lnTo>
                    <a:pt x="88607" y="18796"/>
                  </a:lnTo>
                  <a:lnTo>
                    <a:pt x="88607" y="17894"/>
                  </a:lnTo>
                  <a:lnTo>
                    <a:pt x="88087" y="18059"/>
                  </a:lnTo>
                  <a:lnTo>
                    <a:pt x="88087" y="18796"/>
                  </a:lnTo>
                  <a:lnTo>
                    <a:pt x="87807" y="18796"/>
                  </a:lnTo>
                  <a:lnTo>
                    <a:pt x="87807" y="21183"/>
                  </a:lnTo>
                  <a:lnTo>
                    <a:pt x="87566" y="20955"/>
                  </a:lnTo>
                  <a:lnTo>
                    <a:pt x="87782" y="20955"/>
                  </a:lnTo>
                  <a:lnTo>
                    <a:pt x="87807" y="21183"/>
                  </a:lnTo>
                  <a:lnTo>
                    <a:pt x="87807" y="18796"/>
                  </a:lnTo>
                  <a:lnTo>
                    <a:pt x="87655" y="18796"/>
                  </a:lnTo>
                  <a:lnTo>
                    <a:pt x="87591" y="20447"/>
                  </a:lnTo>
                  <a:lnTo>
                    <a:pt x="87350" y="20447"/>
                  </a:lnTo>
                  <a:lnTo>
                    <a:pt x="87185" y="19812"/>
                  </a:lnTo>
                  <a:lnTo>
                    <a:pt x="86601" y="20053"/>
                  </a:lnTo>
                  <a:lnTo>
                    <a:pt x="86474" y="20104"/>
                  </a:lnTo>
                  <a:lnTo>
                    <a:pt x="86461" y="19812"/>
                  </a:lnTo>
                  <a:lnTo>
                    <a:pt x="86614" y="19812"/>
                  </a:lnTo>
                  <a:lnTo>
                    <a:pt x="86995" y="19812"/>
                  </a:lnTo>
                  <a:lnTo>
                    <a:pt x="87160" y="19812"/>
                  </a:lnTo>
                  <a:lnTo>
                    <a:pt x="87591" y="20447"/>
                  </a:lnTo>
                  <a:lnTo>
                    <a:pt x="87591" y="18796"/>
                  </a:lnTo>
                  <a:lnTo>
                    <a:pt x="87388" y="18796"/>
                  </a:lnTo>
                  <a:lnTo>
                    <a:pt x="87388" y="19418"/>
                  </a:lnTo>
                  <a:lnTo>
                    <a:pt x="87236" y="19443"/>
                  </a:lnTo>
                  <a:lnTo>
                    <a:pt x="87045" y="19469"/>
                  </a:lnTo>
                  <a:lnTo>
                    <a:pt x="86525" y="19558"/>
                  </a:lnTo>
                  <a:lnTo>
                    <a:pt x="86474" y="19405"/>
                  </a:lnTo>
                  <a:lnTo>
                    <a:pt x="86639" y="19304"/>
                  </a:lnTo>
                  <a:lnTo>
                    <a:pt x="86817" y="19304"/>
                  </a:lnTo>
                  <a:lnTo>
                    <a:pt x="86080" y="18897"/>
                  </a:lnTo>
                  <a:lnTo>
                    <a:pt x="86855" y="19304"/>
                  </a:lnTo>
                  <a:lnTo>
                    <a:pt x="87058" y="19342"/>
                  </a:lnTo>
                  <a:lnTo>
                    <a:pt x="87274" y="19392"/>
                  </a:lnTo>
                  <a:lnTo>
                    <a:pt x="87388" y="18796"/>
                  </a:lnTo>
                  <a:lnTo>
                    <a:pt x="87376" y="19304"/>
                  </a:lnTo>
                  <a:lnTo>
                    <a:pt x="87134" y="18808"/>
                  </a:lnTo>
                  <a:lnTo>
                    <a:pt x="87274" y="18796"/>
                  </a:lnTo>
                  <a:lnTo>
                    <a:pt x="87350" y="18656"/>
                  </a:lnTo>
                  <a:lnTo>
                    <a:pt x="87604" y="18542"/>
                  </a:lnTo>
                  <a:lnTo>
                    <a:pt x="87744" y="18465"/>
                  </a:lnTo>
                  <a:lnTo>
                    <a:pt x="87884" y="18288"/>
                  </a:lnTo>
                  <a:lnTo>
                    <a:pt x="87795" y="18440"/>
                  </a:lnTo>
                  <a:lnTo>
                    <a:pt x="87922" y="18415"/>
                  </a:lnTo>
                  <a:lnTo>
                    <a:pt x="88087" y="18796"/>
                  </a:lnTo>
                  <a:lnTo>
                    <a:pt x="88087" y="18059"/>
                  </a:lnTo>
                  <a:lnTo>
                    <a:pt x="88277" y="17780"/>
                  </a:lnTo>
                  <a:lnTo>
                    <a:pt x="88671" y="17780"/>
                  </a:lnTo>
                  <a:lnTo>
                    <a:pt x="88684" y="17272"/>
                  </a:lnTo>
                  <a:lnTo>
                    <a:pt x="88861" y="17272"/>
                  </a:lnTo>
                  <a:lnTo>
                    <a:pt x="88785" y="16637"/>
                  </a:lnTo>
                  <a:lnTo>
                    <a:pt x="89725" y="16637"/>
                  </a:lnTo>
                  <a:lnTo>
                    <a:pt x="89903" y="16637"/>
                  </a:lnTo>
                  <a:lnTo>
                    <a:pt x="90170" y="16637"/>
                  </a:lnTo>
                  <a:lnTo>
                    <a:pt x="90106" y="16789"/>
                  </a:lnTo>
                  <a:lnTo>
                    <a:pt x="89954" y="17272"/>
                  </a:lnTo>
                  <a:lnTo>
                    <a:pt x="89725" y="17538"/>
                  </a:lnTo>
                  <a:lnTo>
                    <a:pt x="89649" y="17272"/>
                  </a:lnTo>
                  <a:lnTo>
                    <a:pt x="89712" y="16916"/>
                  </a:lnTo>
                  <a:lnTo>
                    <a:pt x="89484" y="17272"/>
                  </a:lnTo>
                  <a:lnTo>
                    <a:pt x="89395" y="17449"/>
                  </a:lnTo>
                  <a:lnTo>
                    <a:pt x="89636" y="17653"/>
                  </a:lnTo>
                  <a:lnTo>
                    <a:pt x="89522" y="17780"/>
                  </a:lnTo>
                  <a:lnTo>
                    <a:pt x="89357" y="17526"/>
                  </a:lnTo>
                  <a:lnTo>
                    <a:pt x="89230" y="17780"/>
                  </a:lnTo>
                  <a:lnTo>
                    <a:pt x="89750" y="18262"/>
                  </a:lnTo>
                  <a:lnTo>
                    <a:pt x="89535" y="17780"/>
                  </a:lnTo>
                  <a:lnTo>
                    <a:pt x="89801" y="17780"/>
                  </a:lnTo>
                  <a:lnTo>
                    <a:pt x="89966" y="17780"/>
                  </a:lnTo>
                  <a:lnTo>
                    <a:pt x="90043" y="17907"/>
                  </a:lnTo>
                  <a:lnTo>
                    <a:pt x="90144" y="17780"/>
                  </a:lnTo>
                  <a:lnTo>
                    <a:pt x="90093" y="17272"/>
                  </a:lnTo>
                  <a:lnTo>
                    <a:pt x="90246" y="17780"/>
                  </a:lnTo>
                  <a:lnTo>
                    <a:pt x="90373" y="17780"/>
                  </a:lnTo>
                  <a:lnTo>
                    <a:pt x="90500" y="18288"/>
                  </a:lnTo>
                  <a:lnTo>
                    <a:pt x="90589" y="18796"/>
                  </a:lnTo>
                  <a:lnTo>
                    <a:pt x="90893" y="18796"/>
                  </a:lnTo>
                  <a:lnTo>
                    <a:pt x="90843" y="18542"/>
                  </a:lnTo>
                  <a:lnTo>
                    <a:pt x="90919" y="18796"/>
                  </a:lnTo>
                  <a:lnTo>
                    <a:pt x="91338" y="18796"/>
                  </a:lnTo>
                  <a:lnTo>
                    <a:pt x="91325" y="18288"/>
                  </a:lnTo>
                  <a:lnTo>
                    <a:pt x="91173" y="18288"/>
                  </a:lnTo>
                  <a:lnTo>
                    <a:pt x="91160" y="17780"/>
                  </a:lnTo>
                  <a:lnTo>
                    <a:pt x="90830" y="18224"/>
                  </a:lnTo>
                  <a:lnTo>
                    <a:pt x="91008" y="17780"/>
                  </a:lnTo>
                  <a:lnTo>
                    <a:pt x="91160" y="17780"/>
                  </a:lnTo>
                  <a:lnTo>
                    <a:pt x="91325" y="18288"/>
                  </a:lnTo>
                  <a:lnTo>
                    <a:pt x="91478" y="18796"/>
                  </a:lnTo>
                  <a:lnTo>
                    <a:pt x="91681" y="18796"/>
                  </a:lnTo>
                  <a:lnTo>
                    <a:pt x="91732" y="18935"/>
                  </a:lnTo>
                  <a:lnTo>
                    <a:pt x="91338" y="18796"/>
                  </a:lnTo>
                  <a:lnTo>
                    <a:pt x="91122" y="19113"/>
                  </a:lnTo>
                  <a:lnTo>
                    <a:pt x="91287" y="19304"/>
                  </a:lnTo>
                  <a:lnTo>
                    <a:pt x="91465" y="19304"/>
                  </a:lnTo>
                  <a:lnTo>
                    <a:pt x="91719" y="19304"/>
                  </a:lnTo>
                  <a:lnTo>
                    <a:pt x="91871" y="19304"/>
                  </a:lnTo>
                  <a:lnTo>
                    <a:pt x="92227" y="19304"/>
                  </a:lnTo>
                  <a:lnTo>
                    <a:pt x="91897" y="19494"/>
                  </a:lnTo>
                  <a:lnTo>
                    <a:pt x="91948" y="19812"/>
                  </a:lnTo>
                  <a:lnTo>
                    <a:pt x="92405" y="19304"/>
                  </a:lnTo>
                  <a:lnTo>
                    <a:pt x="92024" y="19812"/>
                  </a:lnTo>
                  <a:lnTo>
                    <a:pt x="92341" y="20243"/>
                  </a:lnTo>
                  <a:lnTo>
                    <a:pt x="92189" y="20447"/>
                  </a:lnTo>
                  <a:lnTo>
                    <a:pt x="92379" y="20472"/>
                  </a:lnTo>
                  <a:lnTo>
                    <a:pt x="92506" y="20447"/>
                  </a:lnTo>
                  <a:lnTo>
                    <a:pt x="92671" y="20535"/>
                  </a:lnTo>
                  <a:lnTo>
                    <a:pt x="92824" y="20561"/>
                  </a:lnTo>
                  <a:lnTo>
                    <a:pt x="93027" y="20447"/>
                  </a:lnTo>
                  <a:lnTo>
                    <a:pt x="93726" y="20078"/>
                  </a:lnTo>
                  <a:lnTo>
                    <a:pt x="94259" y="19888"/>
                  </a:lnTo>
                  <a:lnTo>
                    <a:pt x="94449" y="19812"/>
                  </a:lnTo>
                  <a:lnTo>
                    <a:pt x="95338" y="19812"/>
                  </a:lnTo>
                  <a:lnTo>
                    <a:pt x="94907" y="20447"/>
                  </a:lnTo>
                  <a:lnTo>
                    <a:pt x="94589" y="20447"/>
                  </a:lnTo>
                  <a:lnTo>
                    <a:pt x="94729" y="20662"/>
                  </a:lnTo>
                  <a:lnTo>
                    <a:pt x="94881" y="20853"/>
                  </a:lnTo>
                  <a:lnTo>
                    <a:pt x="94729" y="20701"/>
                  </a:lnTo>
                  <a:lnTo>
                    <a:pt x="94589" y="20447"/>
                  </a:lnTo>
                  <a:lnTo>
                    <a:pt x="94602" y="20701"/>
                  </a:lnTo>
                  <a:lnTo>
                    <a:pt x="94627" y="20840"/>
                  </a:lnTo>
                  <a:lnTo>
                    <a:pt x="94602" y="20701"/>
                  </a:lnTo>
                  <a:lnTo>
                    <a:pt x="94551" y="20447"/>
                  </a:lnTo>
                  <a:lnTo>
                    <a:pt x="93268" y="20447"/>
                  </a:lnTo>
                  <a:lnTo>
                    <a:pt x="93281" y="20574"/>
                  </a:lnTo>
                  <a:lnTo>
                    <a:pt x="93484" y="20701"/>
                  </a:lnTo>
                  <a:lnTo>
                    <a:pt x="93611" y="20739"/>
                  </a:lnTo>
                  <a:lnTo>
                    <a:pt x="94170" y="20853"/>
                  </a:lnTo>
                  <a:lnTo>
                    <a:pt x="94297" y="20878"/>
                  </a:lnTo>
                  <a:lnTo>
                    <a:pt x="94551" y="20929"/>
                  </a:lnTo>
                  <a:lnTo>
                    <a:pt x="94437" y="20955"/>
                  </a:lnTo>
                  <a:lnTo>
                    <a:pt x="94957" y="20955"/>
                  </a:lnTo>
                  <a:lnTo>
                    <a:pt x="95186" y="21094"/>
                  </a:lnTo>
                  <a:lnTo>
                    <a:pt x="95211" y="20955"/>
                  </a:lnTo>
                  <a:lnTo>
                    <a:pt x="95491" y="20955"/>
                  </a:lnTo>
                  <a:lnTo>
                    <a:pt x="96050" y="20955"/>
                  </a:lnTo>
                  <a:lnTo>
                    <a:pt x="96240" y="21170"/>
                  </a:lnTo>
                  <a:lnTo>
                    <a:pt x="96367" y="20955"/>
                  </a:lnTo>
                  <a:lnTo>
                    <a:pt x="96545" y="20650"/>
                  </a:lnTo>
                  <a:lnTo>
                    <a:pt x="97701" y="20447"/>
                  </a:lnTo>
                  <a:lnTo>
                    <a:pt x="97066" y="20447"/>
                  </a:lnTo>
                  <a:lnTo>
                    <a:pt x="96799" y="20497"/>
                  </a:lnTo>
                  <a:lnTo>
                    <a:pt x="96621" y="20535"/>
                  </a:lnTo>
                  <a:lnTo>
                    <a:pt x="95758" y="20662"/>
                  </a:lnTo>
                  <a:lnTo>
                    <a:pt x="95885" y="20447"/>
                  </a:lnTo>
                  <a:lnTo>
                    <a:pt x="96469" y="20447"/>
                  </a:lnTo>
                  <a:lnTo>
                    <a:pt x="96812" y="19812"/>
                  </a:lnTo>
                  <a:lnTo>
                    <a:pt x="97332" y="19304"/>
                  </a:lnTo>
                  <a:lnTo>
                    <a:pt x="97104" y="19304"/>
                  </a:lnTo>
                  <a:lnTo>
                    <a:pt x="96494" y="19304"/>
                  </a:lnTo>
                  <a:lnTo>
                    <a:pt x="96291" y="19431"/>
                  </a:lnTo>
                  <a:lnTo>
                    <a:pt x="96266" y="19304"/>
                  </a:lnTo>
                  <a:lnTo>
                    <a:pt x="96100" y="19304"/>
                  </a:lnTo>
                  <a:lnTo>
                    <a:pt x="95656" y="19304"/>
                  </a:lnTo>
                  <a:lnTo>
                    <a:pt x="95694" y="19812"/>
                  </a:lnTo>
                  <a:lnTo>
                    <a:pt x="95542" y="19812"/>
                  </a:lnTo>
                  <a:lnTo>
                    <a:pt x="95656" y="19304"/>
                  </a:lnTo>
                  <a:lnTo>
                    <a:pt x="95402" y="19304"/>
                  </a:lnTo>
                  <a:lnTo>
                    <a:pt x="95186" y="19304"/>
                  </a:lnTo>
                  <a:lnTo>
                    <a:pt x="95237" y="19164"/>
                  </a:lnTo>
                  <a:lnTo>
                    <a:pt x="95351" y="18872"/>
                  </a:lnTo>
                  <a:lnTo>
                    <a:pt x="95313" y="18300"/>
                  </a:lnTo>
                  <a:lnTo>
                    <a:pt x="95554" y="18288"/>
                  </a:lnTo>
                  <a:lnTo>
                    <a:pt x="95529" y="17780"/>
                  </a:lnTo>
                  <a:lnTo>
                    <a:pt x="95402" y="17780"/>
                  </a:lnTo>
                  <a:lnTo>
                    <a:pt x="95199" y="17983"/>
                  </a:lnTo>
                  <a:lnTo>
                    <a:pt x="95084" y="18796"/>
                  </a:lnTo>
                  <a:lnTo>
                    <a:pt x="94399" y="19011"/>
                  </a:lnTo>
                  <a:lnTo>
                    <a:pt x="94246" y="19050"/>
                  </a:lnTo>
                  <a:lnTo>
                    <a:pt x="94119" y="18796"/>
                  </a:lnTo>
                  <a:lnTo>
                    <a:pt x="94945" y="18796"/>
                  </a:lnTo>
                  <a:lnTo>
                    <a:pt x="95084" y="18796"/>
                  </a:lnTo>
                  <a:lnTo>
                    <a:pt x="95084" y="17919"/>
                  </a:lnTo>
                  <a:lnTo>
                    <a:pt x="94983" y="17792"/>
                  </a:lnTo>
                  <a:lnTo>
                    <a:pt x="94665" y="18135"/>
                  </a:lnTo>
                  <a:lnTo>
                    <a:pt x="94449" y="18237"/>
                  </a:lnTo>
                  <a:lnTo>
                    <a:pt x="94081" y="17780"/>
                  </a:lnTo>
                  <a:lnTo>
                    <a:pt x="94310" y="17780"/>
                  </a:lnTo>
                  <a:lnTo>
                    <a:pt x="94361" y="17627"/>
                  </a:lnTo>
                  <a:lnTo>
                    <a:pt x="93802" y="17780"/>
                  </a:lnTo>
                  <a:lnTo>
                    <a:pt x="93433" y="17780"/>
                  </a:lnTo>
                  <a:lnTo>
                    <a:pt x="94322" y="17640"/>
                  </a:lnTo>
                  <a:lnTo>
                    <a:pt x="94310" y="17272"/>
                  </a:lnTo>
                  <a:lnTo>
                    <a:pt x="94195" y="16637"/>
                  </a:lnTo>
                  <a:lnTo>
                    <a:pt x="94107" y="17233"/>
                  </a:lnTo>
                  <a:lnTo>
                    <a:pt x="93522" y="16637"/>
                  </a:lnTo>
                  <a:lnTo>
                    <a:pt x="94132" y="16637"/>
                  </a:lnTo>
                  <a:lnTo>
                    <a:pt x="94132" y="16129"/>
                  </a:lnTo>
                  <a:lnTo>
                    <a:pt x="93408" y="16129"/>
                  </a:lnTo>
                  <a:lnTo>
                    <a:pt x="93408" y="19304"/>
                  </a:lnTo>
                  <a:lnTo>
                    <a:pt x="93116" y="19304"/>
                  </a:lnTo>
                  <a:lnTo>
                    <a:pt x="93078" y="19812"/>
                  </a:lnTo>
                  <a:lnTo>
                    <a:pt x="93040" y="19545"/>
                  </a:lnTo>
                  <a:lnTo>
                    <a:pt x="93078" y="19812"/>
                  </a:lnTo>
                  <a:lnTo>
                    <a:pt x="93078" y="19202"/>
                  </a:lnTo>
                  <a:lnTo>
                    <a:pt x="93408" y="19304"/>
                  </a:lnTo>
                  <a:lnTo>
                    <a:pt x="93408" y="16129"/>
                  </a:lnTo>
                  <a:lnTo>
                    <a:pt x="93281" y="16129"/>
                  </a:lnTo>
                  <a:lnTo>
                    <a:pt x="93281" y="16637"/>
                  </a:lnTo>
                  <a:lnTo>
                    <a:pt x="93230" y="18796"/>
                  </a:lnTo>
                  <a:lnTo>
                    <a:pt x="93027" y="18897"/>
                  </a:lnTo>
                  <a:lnTo>
                    <a:pt x="93027" y="19304"/>
                  </a:lnTo>
                  <a:lnTo>
                    <a:pt x="92811" y="19304"/>
                  </a:lnTo>
                  <a:lnTo>
                    <a:pt x="92659" y="19265"/>
                  </a:lnTo>
                  <a:lnTo>
                    <a:pt x="92659" y="19812"/>
                  </a:lnTo>
                  <a:lnTo>
                    <a:pt x="92570" y="19964"/>
                  </a:lnTo>
                  <a:lnTo>
                    <a:pt x="92430" y="19812"/>
                  </a:lnTo>
                  <a:lnTo>
                    <a:pt x="92659" y="19812"/>
                  </a:lnTo>
                  <a:lnTo>
                    <a:pt x="92659" y="19265"/>
                  </a:lnTo>
                  <a:lnTo>
                    <a:pt x="92481" y="19202"/>
                  </a:lnTo>
                  <a:lnTo>
                    <a:pt x="92748" y="19050"/>
                  </a:lnTo>
                  <a:lnTo>
                    <a:pt x="92456" y="19189"/>
                  </a:lnTo>
                  <a:lnTo>
                    <a:pt x="92163" y="19088"/>
                  </a:lnTo>
                  <a:lnTo>
                    <a:pt x="91960" y="18796"/>
                  </a:lnTo>
                  <a:lnTo>
                    <a:pt x="92100" y="18796"/>
                  </a:lnTo>
                  <a:lnTo>
                    <a:pt x="92748" y="19050"/>
                  </a:lnTo>
                  <a:lnTo>
                    <a:pt x="93002" y="19138"/>
                  </a:lnTo>
                  <a:lnTo>
                    <a:pt x="93027" y="19304"/>
                  </a:lnTo>
                  <a:lnTo>
                    <a:pt x="93027" y="18897"/>
                  </a:lnTo>
                  <a:lnTo>
                    <a:pt x="93179" y="18796"/>
                  </a:lnTo>
                  <a:lnTo>
                    <a:pt x="93230" y="16675"/>
                  </a:lnTo>
                  <a:lnTo>
                    <a:pt x="92989" y="16814"/>
                  </a:lnTo>
                  <a:lnTo>
                    <a:pt x="92989" y="18910"/>
                  </a:lnTo>
                  <a:lnTo>
                    <a:pt x="92824" y="18999"/>
                  </a:lnTo>
                  <a:lnTo>
                    <a:pt x="92989" y="18910"/>
                  </a:lnTo>
                  <a:lnTo>
                    <a:pt x="92989" y="16814"/>
                  </a:lnTo>
                  <a:lnTo>
                    <a:pt x="92722" y="16954"/>
                  </a:lnTo>
                  <a:lnTo>
                    <a:pt x="92684" y="16802"/>
                  </a:lnTo>
                  <a:lnTo>
                    <a:pt x="92278" y="17068"/>
                  </a:lnTo>
                  <a:lnTo>
                    <a:pt x="92202" y="18122"/>
                  </a:lnTo>
                  <a:lnTo>
                    <a:pt x="92087" y="18288"/>
                  </a:lnTo>
                  <a:lnTo>
                    <a:pt x="92202" y="18122"/>
                  </a:lnTo>
                  <a:lnTo>
                    <a:pt x="92202" y="17056"/>
                  </a:lnTo>
                  <a:lnTo>
                    <a:pt x="91859" y="16979"/>
                  </a:lnTo>
                  <a:lnTo>
                    <a:pt x="91859" y="17272"/>
                  </a:lnTo>
                  <a:lnTo>
                    <a:pt x="91630" y="17500"/>
                  </a:lnTo>
                  <a:lnTo>
                    <a:pt x="91694" y="17322"/>
                  </a:lnTo>
                  <a:lnTo>
                    <a:pt x="91859" y="17272"/>
                  </a:lnTo>
                  <a:lnTo>
                    <a:pt x="91859" y="16979"/>
                  </a:lnTo>
                  <a:lnTo>
                    <a:pt x="91300" y="16840"/>
                  </a:lnTo>
                  <a:lnTo>
                    <a:pt x="91300" y="17272"/>
                  </a:lnTo>
                  <a:lnTo>
                    <a:pt x="91262" y="17437"/>
                  </a:lnTo>
                  <a:lnTo>
                    <a:pt x="91236" y="17272"/>
                  </a:lnTo>
                  <a:lnTo>
                    <a:pt x="91300" y="16840"/>
                  </a:lnTo>
                  <a:lnTo>
                    <a:pt x="91300" y="16637"/>
                  </a:lnTo>
                  <a:lnTo>
                    <a:pt x="91224" y="16814"/>
                  </a:lnTo>
                  <a:lnTo>
                    <a:pt x="90995" y="16764"/>
                  </a:lnTo>
                  <a:lnTo>
                    <a:pt x="91097" y="16637"/>
                  </a:lnTo>
                  <a:lnTo>
                    <a:pt x="91300" y="16637"/>
                  </a:lnTo>
                  <a:lnTo>
                    <a:pt x="91770" y="16637"/>
                  </a:lnTo>
                  <a:lnTo>
                    <a:pt x="92354" y="16243"/>
                  </a:lnTo>
                  <a:lnTo>
                    <a:pt x="91871" y="16637"/>
                  </a:lnTo>
                  <a:lnTo>
                    <a:pt x="92646" y="16637"/>
                  </a:lnTo>
                  <a:lnTo>
                    <a:pt x="92938" y="16637"/>
                  </a:lnTo>
                  <a:lnTo>
                    <a:pt x="93281" y="16637"/>
                  </a:lnTo>
                  <a:lnTo>
                    <a:pt x="93281" y="16129"/>
                  </a:lnTo>
                  <a:lnTo>
                    <a:pt x="92519" y="16129"/>
                  </a:lnTo>
                  <a:lnTo>
                    <a:pt x="90906" y="16129"/>
                  </a:lnTo>
                  <a:lnTo>
                    <a:pt x="90868" y="16383"/>
                  </a:lnTo>
                  <a:lnTo>
                    <a:pt x="90830" y="16637"/>
                  </a:lnTo>
                  <a:lnTo>
                    <a:pt x="90474" y="16637"/>
                  </a:lnTo>
                  <a:lnTo>
                    <a:pt x="90639" y="17272"/>
                  </a:lnTo>
                  <a:lnTo>
                    <a:pt x="90944" y="16852"/>
                  </a:lnTo>
                  <a:lnTo>
                    <a:pt x="91084" y="17132"/>
                  </a:lnTo>
                  <a:lnTo>
                    <a:pt x="91033" y="17272"/>
                  </a:lnTo>
                  <a:lnTo>
                    <a:pt x="90639" y="17272"/>
                  </a:lnTo>
                  <a:lnTo>
                    <a:pt x="90436" y="16967"/>
                  </a:lnTo>
                  <a:lnTo>
                    <a:pt x="90436" y="17272"/>
                  </a:lnTo>
                  <a:lnTo>
                    <a:pt x="90297" y="17284"/>
                  </a:lnTo>
                  <a:lnTo>
                    <a:pt x="90436" y="17272"/>
                  </a:lnTo>
                  <a:lnTo>
                    <a:pt x="90436" y="16967"/>
                  </a:lnTo>
                  <a:lnTo>
                    <a:pt x="90322" y="16687"/>
                  </a:lnTo>
                  <a:lnTo>
                    <a:pt x="90398" y="16383"/>
                  </a:lnTo>
                  <a:lnTo>
                    <a:pt x="90424" y="16243"/>
                  </a:lnTo>
                  <a:lnTo>
                    <a:pt x="90043" y="16129"/>
                  </a:lnTo>
                  <a:lnTo>
                    <a:pt x="89496" y="16129"/>
                  </a:lnTo>
                  <a:lnTo>
                    <a:pt x="88125" y="16129"/>
                  </a:lnTo>
                  <a:lnTo>
                    <a:pt x="87934" y="16243"/>
                  </a:lnTo>
                  <a:lnTo>
                    <a:pt x="87934" y="18097"/>
                  </a:lnTo>
                  <a:lnTo>
                    <a:pt x="87731" y="18173"/>
                  </a:lnTo>
                  <a:lnTo>
                    <a:pt x="87376" y="18288"/>
                  </a:lnTo>
                  <a:lnTo>
                    <a:pt x="87337" y="18643"/>
                  </a:lnTo>
                  <a:lnTo>
                    <a:pt x="87147" y="18415"/>
                  </a:lnTo>
                  <a:lnTo>
                    <a:pt x="87337" y="18643"/>
                  </a:lnTo>
                  <a:lnTo>
                    <a:pt x="87337" y="18288"/>
                  </a:lnTo>
                  <a:lnTo>
                    <a:pt x="87096" y="18288"/>
                  </a:lnTo>
                  <a:lnTo>
                    <a:pt x="86982" y="18542"/>
                  </a:lnTo>
                  <a:lnTo>
                    <a:pt x="86829" y="18288"/>
                  </a:lnTo>
                  <a:lnTo>
                    <a:pt x="87185" y="18046"/>
                  </a:lnTo>
                  <a:lnTo>
                    <a:pt x="87579" y="17780"/>
                  </a:lnTo>
                  <a:lnTo>
                    <a:pt x="87769" y="17780"/>
                  </a:lnTo>
                  <a:lnTo>
                    <a:pt x="87934" y="18097"/>
                  </a:lnTo>
                  <a:lnTo>
                    <a:pt x="87934" y="16243"/>
                  </a:lnTo>
                  <a:lnTo>
                    <a:pt x="87795" y="16281"/>
                  </a:lnTo>
                  <a:lnTo>
                    <a:pt x="87922" y="16129"/>
                  </a:lnTo>
                  <a:lnTo>
                    <a:pt x="87757" y="16192"/>
                  </a:lnTo>
                  <a:lnTo>
                    <a:pt x="87718" y="17272"/>
                  </a:lnTo>
                  <a:lnTo>
                    <a:pt x="87655" y="17424"/>
                  </a:lnTo>
                  <a:lnTo>
                    <a:pt x="87464" y="17272"/>
                  </a:lnTo>
                  <a:lnTo>
                    <a:pt x="86969" y="17272"/>
                  </a:lnTo>
                  <a:lnTo>
                    <a:pt x="86321" y="17272"/>
                  </a:lnTo>
                  <a:lnTo>
                    <a:pt x="85699" y="17272"/>
                  </a:lnTo>
                  <a:lnTo>
                    <a:pt x="86347" y="17513"/>
                  </a:lnTo>
                  <a:lnTo>
                    <a:pt x="86525" y="17576"/>
                  </a:lnTo>
                  <a:lnTo>
                    <a:pt x="87122" y="17780"/>
                  </a:lnTo>
                  <a:lnTo>
                    <a:pt x="87172" y="18034"/>
                  </a:lnTo>
                  <a:lnTo>
                    <a:pt x="86207" y="17780"/>
                  </a:lnTo>
                  <a:lnTo>
                    <a:pt x="86385" y="17780"/>
                  </a:lnTo>
                  <a:lnTo>
                    <a:pt x="87020" y="17780"/>
                  </a:lnTo>
                  <a:lnTo>
                    <a:pt x="86499" y="17589"/>
                  </a:lnTo>
                  <a:lnTo>
                    <a:pt x="86347" y="17526"/>
                  </a:lnTo>
                  <a:lnTo>
                    <a:pt x="85979" y="17386"/>
                  </a:lnTo>
                  <a:lnTo>
                    <a:pt x="85979" y="20307"/>
                  </a:lnTo>
                  <a:lnTo>
                    <a:pt x="85344" y="19900"/>
                  </a:lnTo>
                  <a:lnTo>
                    <a:pt x="85344" y="20701"/>
                  </a:lnTo>
                  <a:lnTo>
                    <a:pt x="85305" y="21463"/>
                  </a:lnTo>
                  <a:lnTo>
                    <a:pt x="85128" y="21526"/>
                  </a:lnTo>
                  <a:lnTo>
                    <a:pt x="85128" y="22098"/>
                  </a:lnTo>
                  <a:lnTo>
                    <a:pt x="83947" y="22479"/>
                  </a:lnTo>
                  <a:lnTo>
                    <a:pt x="85128" y="22098"/>
                  </a:lnTo>
                  <a:lnTo>
                    <a:pt x="85128" y="21526"/>
                  </a:lnTo>
                  <a:lnTo>
                    <a:pt x="84912" y="21602"/>
                  </a:lnTo>
                  <a:lnTo>
                    <a:pt x="83921" y="21678"/>
                  </a:lnTo>
                  <a:lnTo>
                    <a:pt x="84785" y="21463"/>
                  </a:lnTo>
                  <a:lnTo>
                    <a:pt x="85026" y="21463"/>
                  </a:lnTo>
                  <a:lnTo>
                    <a:pt x="85242" y="20955"/>
                  </a:lnTo>
                  <a:lnTo>
                    <a:pt x="85344" y="20701"/>
                  </a:lnTo>
                  <a:lnTo>
                    <a:pt x="85344" y="19900"/>
                  </a:lnTo>
                  <a:lnTo>
                    <a:pt x="85864" y="19812"/>
                  </a:lnTo>
                  <a:lnTo>
                    <a:pt x="85979" y="20307"/>
                  </a:lnTo>
                  <a:lnTo>
                    <a:pt x="85979" y="17386"/>
                  </a:lnTo>
                  <a:lnTo>
                    <a:pt x="85915" y="18796"/>
                  </a:lnTo>
                  <a:lnTo>
                    <a:pt x="85852" y="18948"/>
                  </a:lnTo>
                  <a:lnTo>
                    <a:pt x="85852" y="19558"/>
                  </a:lnTo>
                  <a:lnTo>
                    <a:pt x="85509" y="19646"/>
                  </a:lnTo>
                  <a:lnTo>
                    <a:pt x="85140" y="19748"/>
                  </a:lnTo>
                  <a:lnTo>
                    <a:pt x="85140" y="20002"/>
                  </a:lnTo>
                  <a:lnTo>
                    <a:pt x="85051" y="20167"/>
                  </a:lnTo>
                  <a:lnTo>
                    <a:pt x="85051" y="20447"/>
                  </a:lnTo>
                  <a:lnTo>
                    <a:pt x="84594" y="20701"/>
                  </a:lnTo>
                  <a:lnTo>
                    <a:pt x="84493" y="20955"/>
                  </a:lnTo>
                  <a:lnTo>
                    <a:pt x="84315" y="21463"/>
                  </a:lnTo>
                  <a:lnTo>
                    <a:pt x="84023" y="21463"/>
                  </a:lnTo>
                  <a:lnTo>
                    <a:pt x="83807" y="21577"/>
                  </a:lnTo>
                  <a:lnTo>
                    <a:pt x="83807" y="21971"/>
                  </a:lnTo>
                  <a:lnTo>
                    <a:pt x="83515" y="22186"/>
                  </a:lnTo>
                  <a:lnTo>
                    <a:pt x="83515" y="32004"/>
                  </a:lnTo>
                  <a:lnTo>
                    <a:pt x="83223" y="31534"/>
                  </a:lnTo>
                  <a:lnTo>
                    <a:pt x="83032" y="31572"/>
                  </a:lnTo>
                  <a:lnTo>
                    <a:pt x="83210" y="31496"/>
                  </a:lnTo>
                  <a:lnTo>
                    <a:pt x="83477" y="31496"/>
                  </a:lnTo>
                  <a:lnTo>
                    <a:pt x="83515" y="32004"/>
                  </a:lnTo>
                  <a:lnTo>
                    <a:pt x="83515" y="22186"/>
                  </a:lnTo>
                  <a:lnTo>
                    <a:pt x="83426" y="30988"/>
                  </a:lnTo>
                  <a:lnTo>
                    <a:pt x="83426" y="22250"/>
                  </a:lnTo>
                  <a:lnTo>
                    <a:pt x="83324" y="23622"/>
                  </a:lnTo>
                  <a:lnTo>
                    <a:pt x="83324" y="24638"/>
                  </a:lnTo>
                  <a:lnTo>
                    <a:pt x="83197" y="24638"/>
                  </a:lnTo>
                  <a:lnTo>
                    <a:pt x="83096" y="25006"/>
                  </a:lnTo>
                  <a:lnTo>
                    <a:pt x="83070" y="25146"/>
                  </a:lnTo>
                  <a:lnTo>
                    <a:pt x="83070" y="26162"/>
                  </a:lnTo>
                  <a:lnTo>
                    <a:pt x="82994" y="25146"/>
                  </a:lnTo>
                  <a:lnTo>
                    <a:pt x="82969" y="24638"/>
                  </a:lnTo>
                  <a:lnTo>
                    <a:pt x="83096" y="25006"/>
                  </a:lnTo>
                  <a:lnTo>
                    <a:pt x="83096" y="24599"/>
                  </a:lnTo>
                  <a:lnTo>
                    <a:pt x="82867" y="24511"/>
                  </a:lnTo>
                  <a:lnTo>
                    <a:pt x="82867" y="31496"/>
                  </a:lnTo>
                  <a:lnTo>
                    <a:pt x="82651" y="31610"/>
                  </a:lnTo>
                  <a:lnTo>
                    <a:pt x="82651" y="32512"/>
                  </a:lnTo>
                  <a:lnTo>
                    <a:pt x="82435" y="32512"/>
                  </a:lnTo>
                  <a:lnTo>
                    <a:pt x="82524" y="32054"/>
                  </a:lnTo>
                  <a:lnTo>
                    <a:pt x="82575" y="32270"/>
                  </a:lnTo>
                  <a:lnTo>
                    <a:pt x="82651" y="32512"/>
                  </a:lnTo>
                  <a:lnTo>
                    <a:pt x="82651" y="31610"/>
                  </a:lnTo>
                  <a:lnTo>
                    <a:pt x="82511" y="31267"/>
                  </a:lnTo>
                  <a:lnTo>
                    <a:pt x="82346" y="30988"/>
                  </a:lnTo>
                  <a:lnTo>
                    <a:pt x="82245" y="31356"/>
                  </a:lnTo>
                  <a:lnTo>
                    <a:pt x="82346" y="30988"/>
                  </a:lnTo>
                  <a:lnTo>
                    <a:pt x="82588" y="31229"/>
                  </a:lnTo>
                  <a:lnTo>
                    <a:pt x="82867" y="31496"/>
                  </a:lnTo>
                  <a:lnTo>
                    <a:pt x="82867" y="24511"/>
                  </a:lnTo>
                  <a:lnTo>
                    <a:pt x="82638" y="24422"/>
                  </a:lnTo>
                  <a:lnTo>
                    <a:pt x="83121" y="24168"/>
                  </a:lnTo>
                  <a:lnTo>
                    <a:pt x="83324" y="24638"/>
                  </a:lnTo>
                  <a:lnTo>
                    <a:pt x="83324" y="23622"/>
                  </a:lnTo>
                  <a:lnTo>
                    <a:pt x="83159" y="23876"/>
                  </a:lnTo>
                  <a:lnTo>
                    <a:pt x="83108" y="23622"/>
                  </a:lnTo>
                  <a:lnTo>
                    <a:pt x="83324" y="23622"/>
                  </a:lnTo>
                  <a:lnTo>
                    <a:pt x="83324" y="22326"/>
                  </a:lnTo>
                  <a:lnTo>
                    <a:pt x="83362" y="21971"/>
                  </a:lnTo>
                  <a:lnTo>
                    <a:pt x="83807" y="21971"/>
                  </a:lnTo>
                  <a:lnTo>
                    <a:pt x="83807" y="21577"/>
                  </a:lnTo>
                  <a:lnTo>
                    <a:pt x="83515" y="21717"/>
                  </a:lnTo>
                  <a:lnTo>
                    <a:pt x="83439" y="21463"/>
                  </a:lnTo>
                  <a:lnTo>
                    <a:pt x="84023" y="21463"/>
                  </a:lnTo>
                  <a:lnTo>
                    <a:pt x="84353" y="20955"/>
                  </a:lnTo>
                  <a:lnTo>
                    <a:pt x="84493" y="20955"/>
                  </a:lnTo>
                  <a:lnTo>
                    <a:pt x="84493" y="20764"/>
                  </a:lnTo>
                  <a:lnTo>
                    <a:pt x="84124" y="20955"/>
                  </a:lnTo>
                  <a:lnTo>
                    <a:pt x="84505" y="20713"/>
                  </a:lnTo>
                  <a:lnTo>
                    <a:pt x="85039" y="20447"/>
                  </a:lnTo>
                  <a:lnTo>
                    <a:pt x="85051" y="20167"/>
                  </a:lnTo>
                  <a:lnTo>
                    <a:pt x="84899" y="20447"/>
                  </a:lnTo>
                  <a:lnTo>
                    <a:pt x="84734" y="20447"/>
                  </a:lnTo>
                  <a:lnTo>
                    <a:pt x="85140" y="20002"/>
                  </a:lnTo>
                  <a:lnTo>
                    <a:pt x="85140" y="19748"/>
                  </a:lnTo>
                  <a:lnTo>
                    <a:pt x="84861" y="19812"/>
                  </a:lnTo>
                  <a:lnTo>
                    <a:pt x="84455" y="19812"/>
                  </a:lnTo>
                  <a:lnTo>
                    <a:pt x="84264" y="19812"/>
                  </a:lnTo>
                  <a:lnTo>
                    <a:pt x="82969" y="19812"/>
                  </a:lnTo>
                  <a:lnTo>
                    <a:pt x="82969" y="22479"/>
                  </a:lnTo>
                  <a:lnTo>
                    <a:pt x="82804" y="22847"/>
                  </a:lnTo>
                  <a:lnTo>
                    <a:pt x="82804" y="23215"/>
                  </a:lnTo>
                  <a:lnTo>
                    <a:pt x="82689" y="23622"/>
                  </a:lnTo>
                  <a:lnTo>
                    <a:pt x="82677" y="24130"/>
                  </a:lnTo>
                  <a:lnTo>
                    <a:pt x="82537" y="24384"/>
                  </a:lnTo>
                  <a:lnTo>
                    <a:pt x="82461" y="24523"/>
                  </a:lnTo>
                  <a:lnTo>
                    <a:pt x="82232" y="24638"/>
                  </a:lnTo>
                  <a:lnTo>
                    <a:pt x="82461" y="24523"/>
                  </a:lnTo>
                  <a:lnTo>
                    <a:pt x="82461" y="24358"/>
                  </a:lnTo>
                  <a:lnTo>
                    <a:pt x="82118" y="24218"/>
                  </a:lnTo>
                  <a:lnTo>
                    <a:pt x="82118" y="31242"/>
                  </a:lnTo>
                  <a:lnTo>
                    <a:pt x="81889" y="31013"/>
                  </a:lnTo>
                  <a:lnTo>
                    <a:pt x="81889" y="31496"/>
                  </a:lnTo>
                  <a:lnTo>
                    <a:pt x="81876" y="31877"/>
                  </a:lnTo>
                  <a:lnTo>
                    <a:pt x="81445" y="31496"/>
                  </a:lnTo>
                  <a:lnTo>
                    <a:pt x="81749" y="31496"/>
                  </a:lnTo>
                  <a:lnTo>
                    <a:pt x="81889" y="31496"/>
                  </a:lnTo>
                  <a:lnTo>
                    <a:pt x="81889" y="31013"/>
                  </a:lnTo>
                  <a:lnTo>
                    <a:pt x="81775" y="31394"/>
                  </a:lnTo>
                  <a:lnTo>
                    <a:pt x="81648" y="30988"/>
                  </a:lnTo>
                  <a:lnTo>
                    <a:pt x="81864" y="30988"/>
                  </a:lnTo>
                  <a:lnTo>
                    <a:pt x="82105" y="30988"/>
                  </a:lnTo>
                  <a:lnTo>
                    <a:pt x="82118" y="31242"/>
                  </a:lnTo>
                  <a:lnTo>
                    <a:pt x="82118" y="24218"/>
                  </a:lnTo>
                  <a:lnTo>
                    <a:pt x="81902" y="24130"/>
                  </a:lnTo>
                  <a:lnTo>
                    <a:pt x="82308" y="24130"/>
                  </a:lnTo>
                  <a:lnTo>
                    <a:pt x="82473" y="24130"/>
                  </a:lnTo>
                  <a:lnTo>
                    <a:pt x="82664" y="24130"/>
                  </a:lnTo>
                  <a:lnTo>
                    <a:pt x="82626" y="24003"/>
                  </a:lnTo>
                  <a:lnTo>
                    <a:pt x="82664" y="24130"/>
                  </a:lnTo>
                  <a:lnTo>
                    <a:pt x="82677" y="23622"/>
                  </a:lnTo>
                  <a:lnTo>
                    <a:pt x="82804" y="23215"/>
                  </a:lnTo>
                  <a:lnTo>
                    <a:pt x="82804" y="22847"/>
                  </a:lnTo>
                  <a:lnTo>
                    <a:pt x="82740" y="22987"/>
                  </a:lnTo>
                  <a:lnTo>
                    <a:pt x="82283" y="22987"/>
                  </a:lnTo>
                  <a:lnTo>
                    <a:pt x="82156" y="23622"/>
                  </a:lnTo>
                  <a:lnTo>
                    <a:pt x="81915" y="23622"/>
                  </a:lnTo>
                  <a:lnTo>
                    <a:pt x="81445" y="22987"/>
                  </a:lnTo>
                  <a:lnTo>
                    <a:pt x="80975" y="22987"/>
                  </a:lnTo>
                  <a:lnTo>
                    <a:pt x="80975" y="30988"/>
                  </a:lnTo>
                  <a:lnTo>
                    <a:pt x="80949" y="32512"/>
                  </a:lnTo>
                  <a:lnTo>
                    <a:pt x="80911" y="33401"/>
                  </a:lnTo>
                  <a:lnTo>
                    <a:pt x="80365" y="33147"/>
                  </a:lnTo>
                  <a:lnTo>
                    <a:pt x="80886" y="33147"/>
                  </a:lnTo>
                  <a:lnTo>
                    <a:pt x="80911" y="33401"/>
                  </a:lnTo>
                  <a:lnTo>
                    <a:pt x="80911" y="32537"/>
                  </a:lnTo>
                  <a:lnTo>
                    <a:pt x="80238" y="32778"/>
                  </a:lnTo>
                  <a:lnTo>
                    <a:pt x="80391" y="32512"/>
                  </a:lnTo>
                  <a:lnTo>
                    <a:pt x="80949" y="32512"/>
                  </a:lnTo>
                  <a:lnTo>
                    <a:pt x="80949" y="31064"/>
                  </a:lnTo>
                  <a:lnTo>
                    <a:pt x="80352" y="30988"/>
                  </a:lnTo>
                  <a:lnTo>
                    <a:pt x="80975" y="30988"/>
                  </a:lnTo>
                  <a:lnTo>
                    <a:pt x="80975" y="22987"/>
                  </a:lnTo>
                  <a:lnTo>
                    <a:pt x="80492" y="22987"/>
                  </a:lnTo>
                  <a:lnTo>
                    <a:pt x="80492" y="28321"/>
                  </a:lnTo>
                  <a:lnTo>
                    <a:pt x="80276" y="28575"/>
                  </a:lnTo>
                  <a:lnTo>
                    <a:pt x="79679" y="28384"/>
                  </a:lnTo>
                  <a:lnTo>
                    <a:pt x="79679" y="33655"/>
                  </a:lnTo>
                  <a:lnTo>
                    <a:pt x="76492" y="33655"/>
                  </a:lnTo>
                  <a:lnTo>
                    <a:pt x="76492" y="44196"/>
                  </a:lnTo>
                  <a:lnTo>
                    <a:pt x="76352" y="43688"/>
                  </a:lnTo>
                  <a:lnTo>
                    <a:pt x="76492" y="44196"/>
                  </a:lnTo>
                  <a:lnTo>
                    <a:pt x="76492" y="33655"/>
                  </a:lnTo>
                  <a:lnTo>
                    <a:pt x="76022" y="33655"/>
                  </a:lnTo>
                  <a:lnTo>
                    <a:pt x="76022" y="43688"/>
                  </a:lnTo>
                  <a:lnTo>
                    <a:pt x="75768" y="43954"/>
                  </a:lnTo>
                  <a:lnTo>
                    <a:pt x="75526" y="43751"/>
                  </a:lnTo>
                  <a:lnTo>
                    <a:pt x="75526" y="44196"/>
                  </a:lnTo>
                  <a:lnTo>
                    <a:pt x="75285" y="44450"/>
                  </a:lnTo>
                  <a:lnTo>
                    <a:pt x="74434" y="44196"/>
                  </a:lnTo>
                  <a:lnTo>
                    <a:pt x="74853" y="44196"/>
                  </a:lnTo>
                  <a:lnTo>
                    <a:pt x="75526" y="44196"/>
                  </a:lnTo>
                  <a:lnTo>
                    <a:pt x="75526" y="43751"/>
                  </a:lnTo>
                  <a:lnTo>
                    <a:pt x="75996" y="43688"/>
                  </a:lnTo>
                  <a:lnTo>
                    <a:pt x="76022" y="33655"/>
                  </a:lnTo>
                  <a:lnTo>
                    <a:pt x="75171" y="33655"/>
                  </a:lnTo>
                  <a:lnTo>
                    <a:pt x="75171" y="38862"/>
                  </a:lnTo>
                  <a:lnTo>
                    <a:pt x="75107" y="38989"/>
                  </a:lnTo>
                  <a:lnTo>
                    <a:pt x="74955" y="38862"/>
                  </a:lnTo>
                  <a:lnTo>
                    <a:pt x="74930" y="39179"/>
                  </a:lnTo>
                  <a:lnTo>
                    <a:pt x="74904" y="39471"/>
                  </a:lnTo>
                  <a:lnTo>
                    <a:pt x="74866" y="39154"/>
                  </a:lnTo>
                  <a:lnTo>
                    <a:pt x="74587" y="38862"/>
                  </a:lnTo>
                  <a:lnTo>
                    <a:pt x="74866" y="39116"/>
                  </a:lnTo>
                  <a:lnTo>
                    <a:pt x="74841" y="38862"/>
                  </a:lnTo>
                  <a:lnTo>
                    <a:pt x="75171" y="38862"/>
                  </a:lnTo>
                  <a:lnTo>
                    <a:pt x="75171" y="33655"/>
                  </a:lnTo>
                  <a:lnTo>
                    <a:pt x="74917" y="33655"/>
                  </a:lnTo>
                  <a:lnTo>
                    <a:pt x="74739" y="33655"/>
                  </a:lnTo>
                  <a:lnTo>
                    <a:pt x="74371" y="33286"/>
                  </a:lnTo>
                  <a:lnTo>
                    <a:pt x="74345" y="36830"/>
                  </a:lnTo>
                  <a:lnTo>
                    <a:pt x="74345" y="37058"/>
                  </a:lnTo>
                  <a:lnTo>
                    <a:pt x="73875" y="36830"/>
                  </a:lnTo>
                  <a:lnTo>
                    <a:pt x="73875" y="41021"/>
                  </a:lnTo>
                  <a:lnTo>
                    <a:pt x="73774" y="41414"/>
                  </a:lnTo>
                  <a:lnTo>
                    <a:pt x="73647" y="41275"/>
                  </a:lnTo>
                  <a:lnTo>
                    <a:pt x="73736" y="41529"/>
                  </a:lnTo>
                  <a:lnTo>
                    <a:pt x="73380" y="41021"/>
                  </a:lnTo>
                  <a:lnTo>
                    <a:pt x="73558" y="41021"/>
                  </a:lnTo>
                  <a:lnTo>
                    <a:pt x="73875" y="41021"/>
                  </a:lnTo>
                  <a:lnTo>
                    <a:pt x="73875" y="36830"/>
                  </a:lnTo>
                  <a:lnTo>
                    <a:pt x="74066" y="36830"/>
                  </a:lnTo>
                  <a:lnTo>
                    <a:pt x="74345" y="36830"/>
                  </a:lnTo>
                  <a:lnTo>
                    <a:pt x="74345" y="33261"/>
                  </a:lnTo>
                  <a:lnTo>
                    <a:pt x="74333" y="36322"/>
                  </a:lnTo>
                  <a:lnTo>
                    <a:pt x="74231" y="36512"/>
                  </a:lnTo>
                  <a:lnTo>
                    <a:pt x="74282" y="36322"/>
                  </a:lnTo>
                  <a:lnTo>
                    <a:pt x="74333" y="33248"/>
                  </a:lnTo>
                  <a:lnTo>
                    <a:pt x="74815" y="33210"/>
                  </a:lnTo>
                  <a:lnTo>
                    <a:pt x="79679" y="33655"/>
                  </a:lnTo>
                  <a:lnTo>
                    <a:pt x="79679" y="28384"/>
                  </a:lnTo>
                  <a:lnTo>
                    <a:pt x="79489" y="28321"/>
                  </a:lnTo>
                  <a:lnTo>
                    <a:pt x="79806" y="28321"/>
                  </a:lnTo>
                  <a:lnTo>
                    <a:pt x="80492" y="28321"/>
                  </a:lnTo>
                  <a:lnTo>
                    <a:pt x="80492" y="22987"/>
                  </a:lnTo>
                  <a:lnTo>
                    <a:pt x="80276" y="22987"/>
                  </a:lnTo>
                  <a:lnTo>
                    <a:pt x="80276" y="27305"/>
                  </a:lnTo>
                  <a:lnTo>
                    <a:pt x="79946" y="27813"/>
                  </a:lnTo>
                  <a:lnTo>
                    <a:pt x="79514" y="27813"/>
                  </a:lnTo>
                  <a:lnTo>
                    <a:pt x="79413" y="27635"/>
                  </a:lnTo>
                  <a:lnTo>
                    <a:pt x="79413" y="32639"/>
                  </a:lnTo>
                  <a:lnTo>
                    <a:pt x="78778" y="32512"/>
                  </a:lnTo>
                  <a:lnTo>
                    <a:pt x="78727" y="33147"/>
                  </a:lnTo>
                  <a:lnTo>
                    <a:pt x="78066" y="33147"/>
                  </a:lnTo>
                  <a:lnTo>
                    <a:pt x="77622" y="33147"/>
                  </a:lnTo>
                  <a:lnTo>
                    <a:pt x="77685" y="32512"/>
                  </a:lnTo>
                  <a:lnTo>
                    <a:pt x="78066" y="33147"/>
                  </a:lnTo>
                  <a:lnTo>
                    <a:pt x="78409" y="32512"/>
                  </a:lnTo>
                  <a:lnTo>
                    <a:pt x="78778" y="32512"/>
                  </a:lnTo>
                  <a:lnTo>
                    <a:pt x="79375" y="32512"/>
                  </a:lnTo>
                  <a:lnTo>
                    <a:pt x="79413" y="32639"/>
                  </a:lnTo>
                  <a:lnTo>
                    <a:pt x="79413" y="27635"/>
                  </a:lnTo>
                  <a:lnTo>
                    <a:pt x="79235" y="27305"/>
                  </a:lnTo>
                  <a:lnTo>
                    <a:pt x="79336" y="27813"/>
                  </a:lnTo>
                  <a:lnTo>
                    <a:pt x="78765" y="27813"/>
                  </a:lnTo>
                  <a:lnTo>
                    <a:pt x="78562" y="27813"/>
                  </a:lnTo>
                  <a:lnTo>
                    <a:pt x="78968" y="27305"/>
                  </a:lnTo>
                  <a:lnTo>
                    <a:pt x="79184" y="27305"/>
                  </a:lnTo>
                  <a:lnTo>
                    <a:pt x="80276" y="27305"/>
                  </a:lnTo>
                  <a:lnTo>
                    <a:pt x="80276" y="22987"/>
                  </a:lnTo>
                  <a:lnTo>
                    <a:pt x="79895" y="22987"/>
                  </a:lnTo>
                  <a:lnTo>
                    <a:pt x="79895" y="26797"/>
                  </a:lnTo>
                  <a:lnTo>
                    <a:pt x="79679" y="26949"/>
                  </a:lnTo>
                  <a:lnTo>
                    <a:pt x="79603" y="26797"/>
                  </a:lnTo>
                  <a:lnTo>
                    <a:pt x="79235" y="27152"/>
                  </a:lnTo>
                  <a:lnTo>
                    <a:pt x="79527" y="26797"/>
                  </a:lnTo>
                  <a:lnTo>
                    <a:pt x="79895" y="26797"/>
                  </a:lnTo>
                  <a:lnTo>
                    <a:pt x="79895" y="22987"/>
                  </a:lnTo>
                  <a:lnTo>
                    <a:pt x="79286" y="22987"/>
                  </a:lnTo>
                  <a:lnTo>
                    <a:pt x="79286" y="26797"/>
                  </a:lnTo>
                  <a:lnTo>
                    <a:pt x="79159" y="26822"/>
                  </a:lnTo>
                  <a:lnTo>
                    <a:pt x="78803" y="26873"/>
                  </a:lnTo>
                  <a:lnTo>
                    <a:pt x="78676" y="26885"/>
                  </a:lnTo>
                  <a:lnTo>
                    <a:pt x="78511" y="26797"/>
                  </a:lnTo>
                  <a:lnTo>
                    <a:pt x="78752" y="26797"/>
                  </a:lnTo>
                  <a:lnTo>
                    <a:pt x="79184" y="26797"/>
                  </a:lnTo>
                  <a:lnTo>
                    <a:pt x="79286" y="22987"/>
                  </a:lnTo>
                  <a:lnTo>
                    <a:pt x="78232" y="22987"/>
                  </a:lnTo>
                  <a:lnTo>
                    <a:pt x="78232" y="27305"/>
                  </a:lnTo>
                  <a:lnTo>
                    <a:pt x="77889" y="27813"/>
                  </a:lnTo>
                  <a:lnTo>
                    <a:pt x="77889" y="29337"/>
                  </a:lnTo>
                  <a:lnTo>
                    <a:pt x="77736" y="28829"/>
                  </a:lnTo>
                  <a:lnTo>
                    <a:pt x="77889" y="29337"/>
                  </a:lnTo>
                  <a:lnTo>
                    <a:pt x="77889" y="27813"/>
                  </a:lnTo>
                  <a:lnTo>
                    <a:pt x="77749" y="27305"/>
                  </a:lnTo>
                  <a:lnTo>
                    <a:pt x="78232" y="27305"/>
                  </a:lnTo>
                  <a:lnTo>
                    <a:pt x="78232" y="22987"/>
                  </a:lnTo>
                  <a:lnTo>
                    <a:pt x="77139" y="22987"/>
                  </a:lnTo>
                  <a:lnTo>
                    <a:pt x="77139" y="27305"/>
                  </a:lnTo>
                  <a:lnTo>
                    <a:pt x="76987" y="27546"/>
                  </a:lnTo>
                  <a:lnTo>
                    <a:pt x="76822" y="27381"/>
                  </a:lnTo>
                  <a:lnTo>
                    <a:pt x="76822" y="27813"/>
                  </a:lnTo>
                  <a:lnTo>
                    <a:pt x="76657" y="28067"/>
                  </a:lnTo>
                  <a:lnTo>
                    <a:pt x="76504" y="28321"/>
                  </a:lnTo>
                  <a:lnTo>
                    <a:pt x="76276" y="28321"/>
                  </a:lnTo>
                  <a:lnTo>
                    <a:pt x="74523" y="28321"/>
                  </a:lnTo>
                  <a:lnTo>
                    <a:pt x="74523" y="33147"/>
                  </a:lnTo>
                  <a:lnTo>
                    <a:pt x="74371" y="33147"/>
                  </a:lnTo>
                  <a:lnTo>
                    <a:pt x="74244" y="33147"/>
                  </a:lnTo>
                  <a:lnTo>
                    <a:pt x="74142" y="32804"/>
                  </a:lnTo>
                  <a:lnTo>
                    <a:pt x="74117" y="33655"/>
                  </a:lnTo>
                  <a:lnTo>
                    <a:pt x="74079" y="36322"/>
                  </a:lnTo>
                  <a:lnTo>
                    <a:pt x="73825" y="36398"/>
                  </a:lnTo>
                  <a:lnTo>
                    <a:pt x="73596" y="36322"/>
                  </a:lnTo>
                  <a:lnTo>
                    <a:pt x="74079" y="36322"/>
                  </a:lnTo>
                  <a:lnTo>
                    <a:pt x="74079" y="33731"/>
                  </a:lnTo>
                  <a:lnTo>
                    <a:pt x="73888" y="33655"/>
                  </a:lnTo>
                  <a:lnTo>
                    <a:pt x="74117" y="33655"/>
                  </a:lnTo>
                  <a:lnTo>
                    <a:pt x="74117" y="32854"/>
                  </a:lnTo>
                  <a:lnTo>
                    <a:pt x="73926" y="33147"/>
                  </a:lnTo>
                  <a:lnTo>
                    <a:pt x="73926" y="33375"/>
                  </a:lnTo>
                  <a:lnTo>
                    <a:pt x="73634" y="33147"/>
                  </a:lnTo>
                  <a:lnTo>
                    <a:pt x="73825" y="33147"/>
                  </a:lnTo>
                  <a:lnTo>
                    <a:pt x="73685" y="32512"/>
                  </a:lnTo>
                  <a:lnTo>
                    <a:pt x="74168" y="32512"/>
                  </a:lnTo>
                  <a:lnTo>
                    <a:pt x="74333" y="32512"/>
                  </a:lnTo>
                  <a:lnTo>
                    <a:pt x="74498" y="32512"/>
                  </a:lnTo>
                  <a:lnTo>
                    <a:pt x="74523" y="33147"/>
                  </a:lnTo>
                  <a:lnTo>
                    <a:pt x="74523" y="28321"/>
                  </a:lnTo>
                  <a:lnTo>
                    <a:pt x="73317" y="28321"/>
                  </a:lnTo>
                  <a:lnTo>
                    <a:pt x="73317" y="36322"/>
                  </a:lnTo>
                  <a:lnTo>
                    <a:pt x="72859" y="36322"/>
                  </a:lnTo>
                  <a:lnTo>
                    <a:pt x="73126" y="36601"/>
                  </a:lnTo>
                  <a:lnTo>
                    <a:pt x="72859" y="36322"/>
                  </a:lnTo>
                  <a:lnTo>
                    <a:pt x="72796" y="37211"/>
                  </a:lnTo>
                  <a:lnTo>
                    <a:pt x="71818" y="36830"/>
                  </a:lnTo>
                  <a:lnTo>
                    <a:pt x="72275" y="36830"/>
                  </a:lnTo>
                  <a:lnTo>
                    <a:pt x="72707" y="36830"/>
                  </a:lnTo>
                  <a:lnTo>
                    <a:pt x="72796" y="37211"/>
                  </a:lnTo>
                  <a:lnTo>
                    <a:pt x="72796" y="36258"/>
                  </a:lnTo>
                  <a:lnTo>
                    <a:pt x="72224" y="35687"/>
                  </a:lnTo>
                  <a:lnTo>
                    <a:pt x="73101" y="35687"/>
                  </a:lnTo>
                  <a:lnTo>
                    <a:pt x="73317" y="36322"/>
                  </a:lnTo>
                  <a:lnTo>
                    <a:pt x="73317" y="28321"/>
                  </a:lnTo>
                  <a:lnTo>
                    <a:pt x="70053" y="28321"/>
                  </a:lnTo>
                  <a:lnTo>
                    <a:pt x="70053" y="43688"/>
                  </a:lnTo>
                  <a:lnTo>
                    <a:pt x="69786" y="43827"/>
                  </a:lnTo>
                  <a:lnTo>
                    <a:pt x="69748" y="43688"/>
                  </a:lnTo>
                  <a:lnTo>
                    <a:pt x="70053" y="43688"/>
                  </a:lnTo>
                  <a:lnTo>
                    <a:pt x="70053" y="28321"/>
                  </a:lnTo>
                  <a:lnTo>
                    <a:pt x="69456" y="28321"/>
                  </a:lnTo>
                  <a:lnTo>
                    <a:pt x="69456" y="43180"/>
                  </a:lnTo>
                  <a:lnTo>
                    <a:pt x="69443" y="43688"/>
                  </a:lnTo>
                  <a:lnTo>
                    <a:pt x="69202" y="43688"/>
                  </a:lnTo>
                  <a:lnTo>
                    <a:pt x="69062" y="43688"/>
                  </a:lnTo>
                  <a:lnTo>
                    <a:pt x="68503" y="43180"/>
                  </a:lnTo>
                  <a:lnTo>
                    <a:pt x="68516" y="43027"/>
                  </a:lnTo>
                  <a:lnTo>
                    <a:pt x="68961" y="43180"/>
                  </a:lnTo>
                  <a:lnTo>
                    <a:pt x="69456" y="43180"/>
                  </a:lnTo>
                  <a:lnTo>
                    <a:pt x="69456" y="28321"/>
                  </a:lnTo>
                  <a:lnTo>
                    <a:pt x="68503" y="28321"/>
                  </a:lnTo>
                  <a:lnTo>
                    <a:pt x="68503" y="43027"/>
                  </a:lnTo>
                  <a:lnTo>
                    <a:pt x="68491" y="43180"/>
                  </a:lnTo>
                  <a:lnTo>
                    <a:pt x="31267" y="43180"/>
                  </a:lnTo>
                  <a:lnTo>
                    <a:pt x="31267" y="46355"/>
                  </a:lnTo>
                  <a:lnTo>
                    <a:pt x="31115" y="46863"/>
                  </a:lnTo>
                  <a:lnTo>
                    <a:pt x="30746" y="46863"/>
                  </a:lnTo>
                  <a:lnTo>
                    <a:pt x="30746" y="46355"/>
                  </a:lnTo>
                  <a:lnTo>
                    <a:pt x="31267" y="46355"/>
                  </a:lnTo>
                  <a:lnTo>
                    <a:pt x="31267" y="43180"/>
                  </a:lnTo>
                  <a:lnTo>
                    <a:pt x="29883" y="43180"/>
                  </a:lnTo>
                  <a:lnTo>
                    <a:pt x="29883" y="46863"/>
                  </a:lnTo>
                  <a:lnTo>
                    <a:pt x="26885" y="47117"/>
                  </a:lnTo>
                  <a:lnTo>
                    <a:pt x="27406" y="46863"/>
                  </a:lnTo>
                  <a:lnTo>
                    <a:pt x="29883" y="46863"/>
                  </a:lnTo>
                  <a:lnTo>
                    <a:pt x="29883" y="43180"/>
                  </a:lnTo>
                  <a:lnTo>
                    <a:pt x="29006" y="43180"/>
                  </a:lnTo>
                  <a:lnTo>
                    <a:pt x="29006" y="45212"/>
                  </a:lnTo>
                  <a:lnTo>
                    <a:pt x="27762" y="45466"/>
                  </a:lnTo>
                  <a:lnTo>
                    <a:pt x="28143" y="45212"/>
                  </a:lnTo>
                  <a:lnTo>
                    <a:pt x="28549" y="45212"/>
                  </a:lnTo>
                  <a:lnTo>
                    <a:pt x="29006" y="45212"/>
                  </a:lnTo>
                  <a:lnTo>
                    <a:pt x="29006" y="43180"/>
                  </a:lnTo>
                  <a:lnTo>
                    <a:pt x="26441" y="43180"/>
                  </a:lnTo>
                  <a:lnTo>
                    <a:pt x="26441" y="46863"/>
                  </a:lnTo>
                  <a:lnTo>
                    <a:pt x="26212" y="47002"/>
                  </a:lnTo>
                  <a:lnTo>
                    <a:pt x="26250" y="46863"/>
                  </a:lnTo>
                  <a:lnTo>
                    <a:pt x="26441" y="46863"/>
                  </a:lnTo>
                  <a:lnTo>
                    <a:pt x="26441" y="43180"/>
                  </a:lnTo>
                  <a:lnTo>
                    <a:pt x="9296" y="43180"/>
                  </a:lnTo>
                  <a:lnTo>
                    <a:pt x="9296" y="55753"/>
                  </a:lnTo>
                  <a:lnTo>
                    <a:pt x="8877" y="55753"/>
                  </a:lnTo>
                  <a:lnTo>
                    <a:pt x="8877" y="56007"/>
                  </a:lnTo>
                  <a:lnTo>
                    <a:pt x="8851" y="56261"/>
                  </a:lnTo>
                  <a:lnTo>
                    <a:pt x="8699" y="56261"/>
                  </a:lnTo>
                  <a:lnTo>
                    <a:pt x="8877" y="56007"/>
                  </a:lnTo>
                  <a:lnTo>
                    <a:pt x="8470" y="56261"/>
                  </a:lnTo>
                  <a:lnTo>
                    <a:pt x="8343" y="56464"/>
                  </a:lnTo>
                  <a:lnTo>
                    <a:pt x="8369" y="56261"/>
                  </a:lnTo>
                  <a:lnTo>
                    <a:pt x="7416" y="56261"/>
                  </a:lnTo>
                  <a:lnTo>
                    <a:pt x="7289" y="56197"/>
                  </a:lnTo>
                  <a:lnTo>
                    <a:pt x="7239" y="56388"/>
                  </a:lnTo>
                  <a:lnTo>
                    <a:pt x="7010" y="56261"/>
                  </a:lnTo>
                  <a:lnTo>
                    <a:pt x="6832" y="56261"/>
                  </a:lnTo>
                  <a:lnTo>
                    <a:pt x="6731" y="56007"/>
                  </a:lnTo>
                  <a:lnTo>
                    <a:pt x="6985" y="56007"/>
                  </a:lnTo>
                  <a:lnTo>
                    <a:pt x="7010" y="55753"/>
                  </a:lnTo>
                  <a:lnTo>
                    <a:pt x="7112" y="56007"/>
                  </a:lnTo>
                  <a:lnTo>
                    <a:pt x="7340" y="56007"/>
                  </a:lnTo>
                  <a:lnTo>
                    <a:pt x="8877" y="56007"/>
                  </a:lnTo>
                  <a:lnTo>
                    <a:pt x="8877" y="55753"/>
                  </a:lnTo>
                  <a:lnTo>
                    <a:pt x="8737" y="55753"/>
                  </a:lnTo>
                  <a:lnTo>
                    <a:pt x="8737" y="55981"/>
                  </a:lnTo>
                  <a:lnTo>
                    <a:pt x="8267" y="55880"/>
                  </a:lnTo>
                  <a:lnTo>
                    <a:pt x="8737" y="55981"/>
                  </a:lnTo>
                  <a:lnTo>
                    <a:pt x="8737" y="55753"/>
                  </a:lnTo>
                  <a:lnTo>
                    <a:pt x="8178" y="55753"/>
                  </a:lnTo>
                  <a:lnTo>
                    <a:pt x="8001" y="55499"/>
                  </a:lnTo>
                  <a:lnTo>
                    <a:pt x="9296" y="55753"/>
                  </a:lnTo>
                  <a:lnTo>
                    <a:pt x="9296" y="43180"/>
                  </a:lnTo>
                  <a:lnTo>
                    <a:pt x="7975" y="43180"/>
                  </a:lnTo>
                  <a:lnTo>
                    <a:pt x="7670" y="43688"/>
                  </a:lnTo>
                  <a:lnTo>
                    <a:pt x="7315" y="43688"/>
                  </a:lnTo>
                  <a:lnTo>
                    <a:pt x="7264" y="46863"/>
                  </a:lnTo>
                  <a:lnTo>
                    <a:pt x="7264" y="47117"/>
                  </a:lnTo>
                  <a:lnTo>
                    <a:pt x="7264" y="47282"/>
                  </a:lnTo>
                  <a:lnTo>
                    <a:pt x="7175" y="54737"/>
                  </a:lnTo>
                  <a:lnTo>
                    <a:pt x="6972" y="54991"/>
                  </a:lnTo>
                  <a:lnTo>
                    <a:pt x="6692" y="55245"/>
                  </a:lnTo>
                  <a:lnTo>
                    <a:pt x="6642" y="55499"/>
                  </a:lnTo>
                  <a:lnTo>
                    <a:pt x="6692" y="54737"/>
                  </a:lnTo>
                  <a:lnTo>
                    <a:pt x="6959" y="54737"/>
                  </a:lnTo>
                  <a:lnTo>
                    <a:pt x="7175" y="54737"/>
                  </a:lnTo>
                  <a:lnTo>
                    <a:pt x="7175" y="47256"/>
                  </a:lnTo>
                  <a:lnTo>
                    <a:pt x="7099" y="52705"/>
                  </a:lnTo>
                  <a:lnTo>
                    <a:pt x="6781" y="52832"/>
                  </a:lnTo>
                  <a:lnTo>
                    <a:pt x="6769" y="52705"/>
                  </a:lnTo>
                  <a:lnTo>
                    <a:pt x="7099" y="52705"/>
                  </a:lnTo>
                  <a:lnTo>
                    <a:pt x="7099" y="47193"/>
                  </a:lnTo>
                  <a:lnTo>
                    <a:pt x="6921" y="46939"/>
                  </a:lnTo>
                  <a:lnTo>
                    <a:pt x="6972" y="46355"/>
                  </a:lnTo>
                  <a:lnTo>
                    <a:pt x="7264" y="46863"/>
                  </a:lnTo>
                  <a:lnTo>
                    <a:pt x="7264" y="43688"/>
                  </a:lnTo>
                  <a:lnTo>
                    <a:pt x="7289" y="43497"/>
                  </a:lnTo>
                  <a:lnTo>
                    <a:pt x="7480" y="43230"/>
                  </a:lnTo>
                  <a:lnTo>
                    <a:pt x="7620" y="43180"/>
                  </a:lnTo>
                  <a:lnTo>
                    <a:pt x="7823" y="43180"/>
                  </a:lnTo>
                  <a:lnTo>
                    <a:pt x="8178" y="42672"/>
                  </a:lnTo>
                  <a:lnTo>
                    <a:pt x="67487" y="42672"/>
                  </a:lnTo>
                  <a:lnTo>
                    <a:pt x="68224" y="42926"/>
                  </a:lnTo>
                  <a:lnTo>
                    <a:pt x="68503" y="43027"/>
                  </a:lnTo>
                  <a:lnTo>
                    <a:pt x="68503" y="28321"/>
                  </a:lnTo>
                  <a:lnTo>
                    <a:pt x="67945" y="28321"/>
                  </a:lnTo>
                  <a:lnTo>
                    <a:pt x="67945" y="42672"/>
                  </a:lnTo>
                  <a:lnTo>
                    <a:pt x="67665" y="42303"/>
                  </a:lnTo>
                  <a:lnTo>
                    <a:pt x="67551" y="42037"/>
                  </a:lnTo>
                  <a:lnTo>
                    <a:pt x="67678" y="42252"/>
                  </a:lnTo>
                  <a:lnTo>
                    <a:pt x="67945" y="42672"/>
                  </a:lnTo>
                  <a:lnTo>
                    <a:pt x="67945" y="28321"/>
                  </a:lnTo>
                  <a:lnTo>
                    <a:pt x="66230" y="28321"/>
                  </a:lnTo>
                  <a:lnTo>
                    <a:pt x="66230" y="38354"/>
                  </a:lnTo>
                  <a:lnTo>
                    <a:pt x="65887" y="38354"/>
                  </a:lnTo>
                  <a:lnTo>
                    <a:pt x="65697" y="38112"/>
                  </a:lnTo>
                  <a:lnTo>
                    <a:pt x="65519" y="37846"/>
                  </a:lnTo>
                  <a:lnTo>
                    <a:pt x="66167" y="37846"/>
                  </a:lnTo>
                  <a:lnTo>
                    <a:pt x="66179" y="37985"/>
                  </a:lnTo>
                  <a:lnTo>
                    <a:pt x="66230" y="38354"/>
                  </a:lnTo>
                  <a:lnTo>
                    <a:pt x="66230" y="28321"/>
                  </a:lnTo>
                  <a:lnTo>
                    <a:pt x="66192" y="36830"/>
                  </a:lnTo>
                  <a:lnTo>
                    <a:pt x="66192" y="36957"/>
                  </a:lnTo>
                  <a:lnTo>
                    <a:pt x="66192" y="37122"/>
                  </a:lnTo>
                  <a:lnTo>
                    <a:pt x="66103" y="36982"/>
                  </a:lnTo>
                  <a:lnTo>
                    <a:pt x="66001" y="36830"/>
                  </a:lnTo>
                  <a:lnTo>
                    <a:pt x="66192" y="36830"/>
                  </a:lnTo>
                  <a:lnTo>
                    <a:pt x="66192" y="28321"/>
                  </a:lnTo>
                  <a:lnTo>
                    <a:pt x="65874" y="28321"/>
                  </a:lnTo>
                  <a:lnTo>
                    <a:pt x="65874" y="37338"/>
                  </a:lnTo>
                  <a:lnTo>
                    <a:pt x="65163" y="37338"/>
                  </a:lnTo>
                  <a:lnTo>
                    <a:pt x="65392" y="37680"/>
                  </a:lnTo>
                  <a:lnTo>
                    <a:pt x="65151" y="37338"/>
                  </a:lnTo>
                  <a:lnTo>
                    <a:pt x="64427" y="36322"/>
                  </a:lnTo>
                  <a:lnTo>
                    <a:pt x="64795" y="36830"/>
                  </a:lnTo>
                  <a:lnTo>
                    <a:pt x="65493" y="36830"/>
                  </a:lnTo>
                  <a:lnTo>
                    <a:pt x="65684" y="37084"/>
                  </a:lnTo>
                  <a:lnTo>
                    <a:pt x="65874" y="37338"/>
                  </a:lnTo>
                  <a:lnTo>
                    <a:pt x="65874" y="28321"/>
                  </a:lnTo>
                  <a:lnTo>
                    <a:pt x="62953" y="28321"/>
                  </a:lnTo>
                  <a:lnTo>
                    <a:pt x="62166" y="28829"/>
                  </a:lnTo>
                  <a:lnTo>
                    <a:pt x="61709" y="28829"/>
                  </a:lnTo>
                  <a:lnTo>
                    <a:pt x="62268" y="28321"/>
                  </a:lnTo>
                  <a:lnTo>
                    <a:pt x="61582" y="28321"/>
                  </a:lnTo>
                  <a:lnTo>
                    <a:pt x="61582" y="29337"/>
                  </a:lnTo>
                  <a:lnTo>
                    <a:pt x="61188" y="29591"/>
                  </a:lnTo>
                  <a:lnTo>
                    <a:pt x="61277" y="29337"/>
                  </a:lnTo>
                  <a:lnTo>
                    <a:pt x="61518" y="29337"/>
                  </a:lnTo>
                  <a:lnTo>
                    <a:pt x="61582" y="28321"/>
                  </a:lnTo>
                  <a:lnTo>
                    <a:pt x="61175" y="28321"/>
                  </a:lnTo>
                  <a:lnTo>
                    <a:pt x="61175" y="30480"/>
                  </a:lnTo>
                  <a:lnTo>
                    <a:pt x="60972" y="30988"/>
                  </a:lnTo>
                  <a:lnTo>
                    <a:pt x="60642" y="30988"/>
                  </a:lnTo>
                  <a:lnTo>
                    <a:pt x="60909" y="30480"/>
                  </a:lnTo>
                  <a:lnTo>
                    <a:pt x="61175" y="30480"/>
                  </a:lnTo>
                  <a:lnTo>
                    <a:pt x="61175" y="28321"/>
                  </a:lnTo>
                  <a:lnTo>
                    <a:pt x="60718" y="28321"/>
                  </a:lnTo>
                  <a:lnTo>
                    <a:pt x="60718" y="29337"/>
                  </a:lnTo>
                  <a:lnTo>
                    <a:pt x="60655" y="29641"/>
                  </a:lnTo>
                  <a:lnTo>
                    <a:pt x="59778" y="29337"/>
                  </a:lnTo>
                  <a:lnTo>
                    <a:pt x="60591" y="29337"/>
                  </a:lnTo>
                  <a:lnTo>
                    <a:pt x="60718" y="29337"/>
                  </a:lnTo>
                  <a:lnTo>
                    <a:pt x="60718" y="28321"/>
                  </a:lnTo>
                  <a:lnTo>
                    <a:pt x="58851" y="28321"/>
                  </a:lnTo>
                  <a:lnTo>
                    <a:pt x="58851" y="30480"/>
                  </a:lnTo>
                  <a:lnTo>
                    <a:pt x="58508" y="30480"/>
                  </a:lnTo>
                  <a:lnTo>
                    <a:pt x="58331" y="30988"/>
                  </a:lnTo>
                  <a:lnTo>
                    <a:pt x="58178" y="30988"/>
                  </a:lnTo>
                  <a:lnTo>
                    <a:pt x="58102" y="31242"/>
                  </a:lnTo>
                  <a:lnTo>
                    <a:pt x="58102" y="37846"/>
                  </a:lnTo>
                  <a:lnTo>
                    <a:pt x="58102" y="37973"/>
                  </a:lnTo>
                  <a:lnTo>
                    <a:pt x="58102" y="38201"/>
                  </a:lnTo>
                  <a:lnTo>
                    <a:pt x="58077" y="37985"/>
                  </a:lnTo>
                  <a:lnTo>
                    <a:pt x="58102" y="37846"/>
                  </a:lnTo>
                  <a:lnTo>
                    <a:pt x="58102" y="31242"/>
                  </a:lnTo>
                  <a:lnTo>
                    <a:pt x="57899" y="30988"/>
                  </a:lnTo>
                  <a:lnTo>
                    <a:pt x="57899" y="38100"/>
                  </a:lnTo>
                  <a:lnTo>
                    <a:pt x="57492" y="38354"/>
                  </a:lnTo>
                  <a:lnTo>
                    <a:pt x="56299" y="38354"/>
                  </a:lnTo>
                  <a:lnTo>
                    <a:pt x="56603" y="37846"/>
                  </a:lnTo>
                  <a:lnTo>
                    <a:pt x="56134" y="37846"/>
                  </a:lnTo>
                  <a:lnTo>
                    <a:pt x="56134" y="39497"/>
                  </a:lnTo>
                  <a:lnTo>
                    <a:pt x="55981" y="39535"/>
                  </a:lnTo>
                  <a:lnTo>
                    <a:pt x="56134" y="39497"/>
                  </a:lnTo>
                  <a:lnTo>
                    <a:pt x="56134" y="37846"/>
                  </a:lnTo>
                  <a:lnTo>
                    <a:pt x="55740" y="37693"/>
                  </a:lnTo>
                  <a:lnTo>
                    <a:pt x="55765" y="37553"/>
                  </a:lnTo>
                  <a:lnTo>
                    <a:pt x="56832" y="37846"/>
                  </a:lnTo>
                  <a:lnTo>
                    <a:pt x="57467" y="38354"/>
                  </a:lnTo>
                  <a:lnTo>
                    <a:pt x="57873" y="38112"/>
                  </a:lnTo>
                  <a:lnTo>
                    <a:pt x="57175" y="37846"/>
                  </a:lnTo>
                  <a:lnTo>
                    <a:pt x="57543" y="37846"/>
                  </a:lnTo>
                  <a:lnTo>
                    <a:pt x="57759" y="37846"/>
                  </a:lnTo>
                  <a:lnTo>
                    <a:pt x="57886" y="38100"/>
                  </a:lnTo>
                  <a:lnTo>
                    <a:pt x="57899" y="30988"/>
                  </a:lnTo>
                  <a:lnTo>
                    <a:pt x="57581" y="30988"/>
                  </a:lnTo>
                  <a:lnTo>
                    <a:pt x="57480" y="31242"/>
                  </a:lnTo>
                  <a:lnTo>
                    <a:pt x="57404" y="30988"/>
                  </a:lnTo>
                  <a:lnTo>
                    <a:pt x="56997" y="31153"/>
                  </a:lnTo>
                  <a:lnTo>
                    <a:pt x="57378" y="31496"/>
                  </a:lnTo>
                  <a:lnTo>
                    <a:pt x="57378" y="32004"/>
                  </a:lnTo>
                  <a:lnTo>
                    <a:pt x="57137" y="32004"/>
                  </a:lnTo>
                  <a:lnTo>
                    <a:pt x="57137" y="36322"/>
                  </a:lnTo>
                  <a:lnTo>
                    <a:pt x="57137" y="36830"/>
                  </a:lnTo>
                  <a:lnTo>
                    <a:pt x="56997" y="37338"/>
                  </a:lnTo>
                  <a:lnTo>
                    <a:pt x="56299" y="37338"/>
                  </a:lnTo>
                  <a:lnTo>
                    <a:pt x="55981" y="37338"/>
                  </a:lnTo>
                  <a:lnTo>
                    <a:pt x="56184" y="37249"/>
                  </a:lnTo>
                  <a:lnTo>
                    <a:pt x="57137" y="36830"/>
                  </a:lnTo>
                  <a:lnTo>
                    <a:pt x="57137" y="36322"/>
                  </a:lnTo>
                  <a:lnTo>
                    <a:pt x="56756" y="36423"/>
                  </a:lnTo>
                  <a:lnTo>
                    <a:pt x="57137" y="36322"/>
                  </a:lnTo>
                  <a:lnTo>
                    <a:pt x="57137" y="32004"/>
                  </a:lnTo>
                  <a:lnTo>
                    <a:pt x="57162" y="31496"/>
                  </a:lnTo>
                  <a:lnTo>
                    <a:pt x="56972" y="31165"/>
                  </a:lnTo>
                  <a:lnTo>
                    <a:pt x="57353" y="30988"/>
                  </a:lnTo>
                  <a:lnTo>
                    <a:pt x="57505" y="30480"/>
                  </a:lnTo>
                  <a:lnTo>
                    <a:pt x="58318" y="30480"/>
                  </a:lnTo>
                  <a:lnTo>
                    <a:pt x="58318" y="29337"/>
                  </a:lnTo>
                  <a:lnTo>
                    <a:pt x="58661" y="29337"/>
                  </a:lnTo>
                  <a:lnTo>
                    <a:pt x="58851" y="30480"/>
                  </a:lnTo>
                  <a:lnTo>
                    <a:pt x="58851" y="28321"/>
                  </a:lnTo>
                  <a:lnTo>
                    <a:pt x="56896" y="28321"/>
                  </a:lnTo>
                  <a:lnTo>
                    <a:pt x="56896" y="31064"/>
                  </a:lnTo>
                  <a:lnTo>
                    <a:pt x="56807" y="31216"/>
                  </a:lnTo>
                  <a:lnTo>
                    <a:pt x="56654" y="31496"/>
                  </a:lnTo>
                  <a:lnTo>
                    <a:pt x="56730" y="31254"/>
                  </a:lnTo>
                  <a:lnTo>
                    <a:pt x="56819" y="31013"/>
                  </a:lnTo>
                  <a:lnTo>
                    <a:pt x="56603" y="31140"/>
                  </a:lnTo>
                  <a:lnTo>
                    <a:pt x="56603" y="33134"/>
                  </a:lnTo>
                  <a:lnTo>
                    <a:pt x="56388" y="32512"/>
                  </a:lnTo>
                  <a:lnTo>
                    <a:pt x="56527" y="32512"/>
                  </a:lnTo>
                  <a:lnTo>
                    <a:pt x="56603" y="33134"/>
                  </a:lnTo>
                  <a:lnTo>
                    <a:pt x="56603" y="31140"/>
                  </a:lnTo>
                  <a:lnTo>
                    <a:pt x="56426" y="31242"/>
                  </a:lnTo>
                  <a:lnTo>
                    <a:pt x="56349" y="30988"/>
                  </a:lnTo>
                  <a:lnTo>
                    <a:pt x="56819" y="30988"/>
                  </a:lnTo>
                  <a:lnTo>
                    <a:pt x="56896" y="28321"/>
                  </a:lnTo>
                  <a:lnTo>
                    <a:pt x="56654" y="28511"/>
                  </a:lnTo>
                  <a:lnTo>
                    <a:pt x="56413" y="28752"/>
                  </a:lnTo>
                  <a:lnTo>
                    <a:pt x="56375" y="28435"/>
                  </a:lnTo>
                  <a:lnTo>
                    <a:pt x="56337" y="28829"/>
                  </a:lnTo>
                  <a:lnTo>
                    <a:pt x="56121" y="28867"/>
                  </a:lnTo>
                  <a:lnTo>
                    <a:pt x="56121" y="35179"/>
                  </a:lnTo>
                  <a:lnTo>
                    <a:pt x="55968" y="35179"/>
                  </a:lnTo>
                  <a:lnTo>
                    <a:pt x="55968" y="35979"/>
                  </a:lnTo>
                  <a:lnTo>
                    <a:pt x="55880" y="36322"/>
                  </a:lnTo>
                  <a:lnTo>
                    <a:pt x="55740" y="36385"/>
                  </a:lnTo>
                  <a:lnTo>
                    <a:pt x="55740" y="37553"/>
                  </a:lnTo>
                  <a:lnTo>
                    <a:pt x="55651" y="37846"/>
                  </a:lnTo>
                  <a:lnTo>
                    <a:pt x="55537" y="38862"/>
                  </a:lnTo>
                  <a:lnTo>
                    <a:pt x="55270" y="39014"/>
                  </a:lnTo>
                  <a:lnTo>
                    <a:pt x="55270" y="40005"/>
                  </a:lnTo>
                  <a:lnTo>
                    <a:pt x="55181" y="40513"/>
                  </a:lnTo>
                  <a:lnTo>
                    <a:pt x="54406" y="40513"/>
                  </a:lnTo>
                  <a:lnTo>
                    <a:pt x="53759" y="40513"/>
                  </a:lnTo>
                  <a:lnTo>
                    <a:pt x="52933" y="40513"/>
                  </a:lnTo>
                  <a:lnTo>
                    <a:pt x="52641" y="40513"/>
                  </a:lnTo>
                  <a:lnTo>
                    <a:pt x="53200" y="40005"/>
                  </a:lnTo>
                  <a:lnTo>
                    <a:pt x="50990" y="40005"/>
                  </a:lnTo>
                  <a:lnTo>
                    <a:pt x="50990" y="41021"/>
                  </a:lnTo>
                  <a:lnTo>
                    <a:pt x="50571" y="41402"/>
                  </a:lnTo>
                  <a:lnTo>
                    <a:pt x="50304" y="41021"/>
                  </a:lnTo>
                  <a:lnTo>
                    <a:pt x="50990" y="41021"/>
                  </a:lnTo>
                  <a:lnTo>
                    <a:pt x="50990" y="40005"/>
                  </a:lnTo>
                  <a:lnTo>
                    <a:pt x="50838" y="40005"/>
                  </a:lnTo>
                  <a:lnTo>
                    <a:pt x="49949" y="39763"/>
                  </a:lnTo>
                  <a:lnTo>
                    <a:pt x="49949" y="40513"/>
                  </a:lnTo>
                  <a:lnTo>
                    <a:pt x="49847" y="41021"/>
                  </a:lnTo>
                  <a:lnTo>
                    <a:pt x="49885" y="40513"/>
                  </a:lnTo>
                  <a:lnTo>
                    <a:pt x="49707" y="41021"/>
                  </a:lnTo>
                  <a:lnTo>
                    <a:pt x="49936" y="40259"/>
                  </a:lnTo>
                  <a:lnTo>
                    <a:pt x="49949" y="40513"/>
                  </a:lnTo>
                  <a:lnTo>
                    <a:pt x="49949" y="39763"/>
                  </a:lnTo>
                  <a:lnTo>
                    <a:pt x="49961" y="39497"/>
                  </a:lnTo>
                  <a:lnTo>
                    <a:pt x="53276" y="39497"/>
                  </a:lnTo>
                  <a:lnTo>
                    <a:pt x="53098" y="40005"/>
                  </a:lnTo>
                  <a:lnTo>
                    <a:pt x="54000" y="39535"/>
                  </a:lnTo>
                  <a:lnTo>
                    <a:pt x="53809" y="40005"/>
                  </a:lnTo>
                  <a:lnTo>
                    <a:pt x="54406" y="40513"/>
                  </a:lnTo>
                  <a:lnTo>
                    <a:pt x="54851" y="40005"/>
                  </a:lnTo>
                  <a:lnTo>
                    <a:pt x="55118" y="40005"/>
                  </a:lnTo>
                  <a:lnTo>
                    <a:pt x="55270" y="40005"/>
                  </a:lnTo>
                  <a:lnTo>
                    <a:pt x="55270" y="39014"/>
                  </a:lnTo>
                  <a:lnTo>
                    <a:pt x="55181" y="39497"/>
                  </a:lnTo>
                  <a:lnTo>
                    <a:pt x="54978" y="39497"/>
                  </a:lnTo>
                  <a:lnTo>
                    <a:pt x="55181" y="39497"/>
                  </a:lnTo>
                  <a:lnTo>
                    <a:pt x="55181" y="39065"/>
                  </a:lnTo>
                  <a:lnTo>
                    <a:pt x="55041" y="39128"/>
                  </a:lnTo>
                  <a:lnTo>
                    <a:pt x="54330" y="39497"/>
                  </a:lnTo>
                  <a:lnTo>
                    <a:pt x="54762" y="39497"/>
                  </a:lnTo>
                  <a:lnTo>
                    <a:pt x="54940" y="39751"/>
                  </a:lnTo>
                  <a:lnTo>
                    <a:pt x="54229" y="39497"/>
                  </a:lnTo>
                  <a:lnTo>
                    <a:pt x="55029" y="39116"/>
                  </a:lnTo>
                  <a:lnTo>
                    <a:pt x="55537" y="38862"/>
                  </a:lnTo>
                  <a:lnTo>
                    <a:pt x="55537" y="37960"/>
                  </a:lnTo>
                  <a:lnTo>
                    <a:pt x="55321" y="38176"/>
                  </a:lnTo>
                  <a:lnTo>
                    <a:pt x="55448" y="37846"/>
                  </a:lnTo>
                  <a:lnTo>
                    <a:pt x="55651" y="37846"/>
                  </a:lnTo>
                  <a:lnTo>
                    <a:pt x="55651" y="37655"/>
                  </a:lnTo>
                  <a:lnTo>
                    <a:pt x="55372" y="37515"/>
                  </a:lnTo>
                  <a:lnTo>
                    <a:pt x="54965" y="37338"/>
                  </a:lnTo>
                  <a:lnTo>
                    <a:pt x="55473" y="37338"/>
                  </a:lnTo>
                  <a:lnTo>
                    <a:pt x="55422" y="37465"/>
                  </a:lnTo>
                  <a:lnTo>
                    <a:pt x="55575" y="37503"/>
                  </a:lnTo>
                  <a:lnTo>
                    <a:pt x="55740" y="37553"/>
                  </a:lnTo>
                  <a:lnTo>
                    <a:pt x="55740" y="36385"/>
                  </a:lnTo>
                  <a:lnTo>
                    <a:pt x="55219" y="36588"/>
                  </a:lnTo>
                  <a:lnTo>
                    <a:pt x="54635" y="36830"/>
                  </a:lnTo>
                  <a:lnTo>
                    <a:pt x="55219" y="36576"/>
                  </a:lnTo>
                  <a:lnTo>
                    <a:pt x="55130" y="35712"/>
                  </a:lnTo>
                  <a:lnTo>
                    <a:pt x="55651" y="36322"/>
                  </a:lnTo>
                  <a:lnTo>
                    <a:pt x="55359" y="36322"/>
                  </a:lnTo>
                  <a:lnTo>
                    <a:pt x="55219" y="36576"/>
                  </a:lnTo>
                  <a:lnTo>
                    <a:pt x="55803" y="36322"/>
                  </a:lnTo>
                  <a:lnTo>
                    <a:pt x="55968" y="35979"/>
                  </a:lnTo>
                  <a:lnTo>
                    <a:pt x="55968" y="35179"/>
                  </a:lnTo>
                  <a:lnTo>
                    <a:pt x="55473" y="35179"/>
                  </a:lnTo>
                  <a:lnTo>
                    <a:pt x="55118" y="34201"/>
                  </a:lnTo>
                  <a:lnTo>
                    <a:pt x="55118" y="35687"/>
                  </a:lnTo>
                  <a:lnTo>
                    <a:pt x="55054" y="36322"/>
                  </a:lnTo>
                  <a:lnTo>
                    <a:pt x="54800" y="36322"/>
                  </a:lnTo>
                  <a:lnTo>
                    <a:pt x="55118" y="35687"/>
                  </a:lnTo>
                  <a:lnTo>
                    <a:pt x="55118" y="34201"/>
                  </a:lnTo>
                  <a:lnTo>
                    <a:pt x="55994" y="34163"/>
                  </a:lnTo>
                  <a:lnTo>
                    <a:pt x="56121" y="35179"/>
                  </a:lnTo>
                  <a:lnTo>
                    <a:pt x="56121" y="28867"/>
                  </a:lnTo>
                  <a:lnTo>
                    <a:pt x="55943" y="28829"/>
                  </a:lnTo>
                  <a:lnTo>
                    <a:pt x="56070" y="29044"/>
                  </a:lnTo>
                  <a:lnTo>
                    <a:pt x="55905" y="28905"/>
                  </a:lnTo>
                  <a:lnTo>
                    <a:pt x="56337" y="28829"/>
                  </a:lnTo>
                  <a:lnTo>
                    <a:pt x="56337" y="28409"/>
                  </a:lnTo>
                  <a:lnTo>
                    <a:pt x="55537" y="28321"/>
                  </a:lnTo>
                  <a:lnTo>
                    <a:pt x="55537" y="33147"/>
                  </a:lnTo>
                  <a:lnTo>
                    <a:pt x="55092" y="33147"/>
                  </a:lnTo>
                  <a:lnTo>
                    <a:pt x="55054" y="32512"/>
                  </a:lnTo>
                  <a:lnTo>
                    <a:pt x="55499" y="32512"/>
                  </a:lnTo>
                  <a:lnTo>
                    <a:pt x="55537" y="33147"/>
                  </a:lnTo>
                  <a:lnTo>
                    <a:pt x="55537" y="28321"/>
                  </a:lnTo>
                  <a:lnTo>
                    <a:pt x="54991" y="28321"/>
                  </a:lnTo>
                  <a:lnTo>
                    <a:pt x="54991" y="30480"/>
                  </a:lnTo>
                  <a:lnTo>
                    <a:pt x="54952" y="34163"/>
                  </a:lnTo>
                  <a:lnTo>
                    <a:pt x="54711" y="35052"/>
                  </a:lnTo>
                  <a:lnTo>
                    <a:pt x="53924" y="34671"/>
                  </a:lnTo>
                  <a:lnTo>
                    <a:pt x="53848" y="34823"/>
                  </a:lnTo>
                  <a:lnTo>
                    <a:pt x="53632" y="34721"/>
                  </a:lnTo>
                  <a:lnTo>
                    <a:pt x="53632" y="35179"/>
                  </a:lnTo>
                  <a:lnTo>
                    <a:pt x="53594" y="34912"/>
                  </a:lnTo>
                  <a:lnTo>
                    <a:pt x="53632" y="35179"/>
                  </a:lnTo>
                  <a:lnTo>
                    <a:pt x="53632" y="34721"/>
                  </a:lnTo>
                  <a:lnTo>
                    <a:pt x="53860" y="34671"/>
                  </a:lnTo>
                  <a:lnTo>
                    <a:pt x="54127" y="34671"/>
                  </a:lnTo>
                  <a:lnTo>
                    <a:pt x="54381" y="34671"/>
                  </a:lnTo>
                  <a:lnTo>
                    <a:pt x="54190" y="34544"/>
                  </a:lnTo>
                  <a:lnTo>
                    <a:pt x="54406" y="34163"/>
                  </a:lnTo>
                  <a:lnTo>
                    <a:pt x="54952" y="34163"/>
                  </a:lnTo>
                  <a:lnTo>
                    <a:pt x="54952" y="30492"/>
                  </a:lnTo>
                  <a:lnTo>
                    <a:pt x="54419" y="30632"/>
                  </a:lnTo>
                  <a:lnTo>
                    <a:pt x="54419" y="30480"/>
                  </a:lnTo>
                  <a:lnTo>
                    <a:pt x="54991" y="30480"/>
                  </a:lnTo>
                  <a:lnTo>
                    <a:pt x="54991" y="28321"/>
                  </a:lnTo>
                  <a:lnTo>
                    <a:pt x="54102" y="28321"/>
                  </a:lnTo>
                  <a:lnTo>
                    <a:pt x="54102" y="34163"/>
                  </a:lnTo>
                  <a:lnTo>
                    <a:pt x="53835" y="34302"/>
                  </a:lnTo>
                  <a:lnTo>
                    <a:pt x="53644" y="34163"/>
                  </a:lnTo>
                  <a:lnTo>
                    <a:pt x="54102" y="34163"/>
                  </a:lnTo>
                  <a:lnTo>
                    <a:pt x="54102" y="28321"/>
                  </a:lnTo>
                  <a:lnTo>
                    <a:pt x="49555" y="28321"/>
                  </a:lnTo>
                  <a:lnTo>
                    <a:pt x="49555" y="39852"/>
                  </a:lnTo>
                  <a:lnTo>
                    <a:pt x="49034" y="39497"/>
                  </a:lnTo>
                  <a:lnTo>
                    <a:pt x="49428" y="39497"/>
                  </a:lnTo>
                  <a:lnTo>
                    <a:pt x="49542" y="39649"/>
                  </a:lnTo>
                  <a:lnTo>
                    <a:pt x="49060" y="39497"/>
                  </a:lnTo>
                  <a:lnTo>
                    <a:pt x="49555" y="39852"/>
                  </a:lnTo>
                  <a:lnTo>
                    <a:pt x="49555" y="28321"/>
                  </a:lnTo>
                  <a:lnTo>
                    <a:pt x="47421" y="28321"/>
                  </a:lnTo>
                  <a:lnTo>
                    <a:pt x="47421" y="37846"/>
                  </a:lnTo>
                  <a:lnTo>
                    <a:pt x="47345" y="37668"/>
                  </a:lnTo>
                  <a:lnTo>
                    <a:pt x="47421" y="37846"/>
                  </a:lnTo>
                  <a:lnTo>
                    <a:pt x="47421" y="28321"/>
                  </a:lnTo>
                  <a:lnTo>
                    <a:pt x="47244" y="28321"/>
                  </a:lnTo>
                  <a:lnTo>
                    <a:pt x="47244" y="37376"/>
                  </a:lnTo>
                  <a:lnTo>
                    <a:pt x="46672" y="37706"/>
                  </a:lnTo>
                  <a:lnTo>
                    <a:pt x="47231" y="37338"/>
                  </a:lnTo>
                  <a:lnTo>
                    <a:pt x="47244" y="28321"/>
                  </a:lnTo>
                  <a:lnTo>
                    <a:pt x="46672" y="28321"/>
                  </a:lnTo>
                  <a:lnTo>
                    <a:pt x="46672" y="37338"/>
                  </a:lnTo>
                  <a:lnTo>
                    <a:pt x="46431" y="37604"/>
                  </a:lnTo>
                  <a:lnTo>
                    <a:pt x="46431" y="37338"/>
                  </a:lnTo>
                  <a:lnTo>
                    <a:pt x="46583" y="37338"/>
                  </a:lnTo>
                  <a:lnTo>
                    <a:pt x="46672" y="28321"/>
                  </a:lnTo>
                  <a:lnTo>
                    <a:pt x="46609" y="32512"/>
                  </a:lnTo>
                  <a:lnTo>
                    <a:pt x="46024" y="33147"/>
                  </a:lnTo>
                  <a:lnTo>
                    <a:pt x="45974" y="32512"/>
                  </a:lnTo>
                  <a:lnTo>
                    <a:pt x="46609" y="32512"/>
                  </a:lnTo>
                  <a:lnTo>
                    <a:pt x="46609" y="28321"/>
                  </a:lnTo>
                  <a:lnTo>
                    <a:pt x="45542" y="28321"/>
                  </a:lnTo>
                  <a:lnTo>
                    <a:pt x="45542" y="39497"/>
                  </a:lnTo>
                  <a:lnTo>
                    <a:pt x="44234" y="40005"/>
                  </a:lnTo>
                  <a:lnTo>
                    <a:pt x="45529" y="39497"/>
                  </a:lnTo>
                  <a:lnTo>
                    <a:pt x="45542" y="28321"/>
                  </a:lnTo>
                  <a:lnTo>
                    <a:pt x="45453" y="33147"/>
                  </a:lnTo>
                  <a:lnTo>
                    <a:pt x="45440" y="37338"/>
                  </a:lnTo>
                  <a:lnTo>
                    <a:pt x="45440" y="38354"/>
                  </a:lnTo>
                  <a:lnTo>
                    <a:pt x="43662" y="38608"/>
                  </a:lnTo>
                  <a:lnTo>
                    <a:pt x="43192" y="38684"/>
                  </a:lnTo>
                  <a:lnTo>
                    <a:pt x="43065" y="38354"/>
                  </a:lnTo>
                  <a:lnTo>
                    <a:pt x="45440" y="38354"/>
                  </a:lnTo>
                  <a:lnTo>
                    <a:pt x="45440" y="37338"/>
                  </a:lnTo>
                  <a:lnTo>
                    <a:pt x="44056" y="37338"/>
                  </a:lnTo>
                  <a:lnTo>
                    <a:pt x="44157" y="36830"/>
                  </a:lnTo>
                  <a:lnTo>
                    <a:pt x="44208" y="36690"/>
                  </a:lnTo>
                  <a:lnTo>
                    <a:pt x="43713" y="36830"/>
                  </a:lnTo>
                  <a:lnTo>
                    <a:pt x="21691" y="36830"/>
                  </a:lnTo>
                  <a:lnTo>
                    <a:pt x="21691" y="37846"/>
                  </a:lnTo>
                  <a:lnTo>
                    <a:pt x="21551" y="38227"/>
                  </a:lnTo>
                  <a:lnTo>
                    <a:pt x="21272" y="37338"/>
                  </a:lnTo>
                  <a:lnTo>
                    <a:pt x="21158" y="37630"/>
                  </a:lnTo>
                  <a:lnTo>
                    <a:pt x="20993" y="37338"/>
                  </a:lnTo>
                  <a:lnTo>
                    <a:pt x="21272" y="37338"/>
                  </a:lnTo>
                  <a:lnTo>
                    <a:pt x="21640" y="37338"/>
                  </a:lnTo>
                  <a:lnTo>
                    <a:pt x="21691" y="37846"/>
                  </a:lnTo>
                  <a:lnTo>
                    <a:pt x="21691" y="36830"/>
                  </a:lnTo>
                  <a:lnTo>
                    <a:pt x="19189" y="36830"/>
                  </a:lnTo>
                  <a:lnTo>
                    <a:pt x="19037" y="37338"/>
                  </a:lnTo>
                  <a:lnTo>
                    <a:pt x="18707" y="37338"/>
                  </a:lnTo>
                  <a:lnTo>
                    <a:pt x="18707" y="36830"/>
                  </a:lnTo>
                  <a:lnTo>
                    <a:pt x="18211" y="36830"/>
                  </a:lnTo>
                  <a:lnTo>
                    <a:pt x="18326" y="37312"/>
                  </a:lnTo>
                  <a:lnTo>
                    <a:pt x="17551" y="36830"/>
                  </a:lnTo>
                  <a:lnTo>
                    <a:pt x="17576" y="37185"/>
                  </a:lnTo>
                  <a:lnTo>
                    <a:pt x="16687" y="36830"/>
                  </a:lnTo>
                  <a:lnTo>
                    <a:pt x="17018" y="36830"/>
                  </a:lnTo>
                  <a:lnTo>
                    <a:pt x="17551" y="36830"/>
                  </a:lnTo>
                  <a:lnTo>
                    <a:pt x="18211" y="36830"/>
                  </a:lnTo>
                  <a:lnTo>
                    <a:pt x="18656" y="36601"/>
                  </a:lnTo>
                  <a:lnTo>
                    <a:pt x="18707" y="36779"/>
                  </a:lnTo>
                  <a:lnTo>
                    <a:pt x="18707" y="36576"/>
                  </a:lnTo>
                  <a:lnTo>
                    <a:pt x="19202" y="36322"/>
                  </a:lnTo>
                  <a:lnTo>
                    <a:pt x="43840" y="36322"/>
                  </a:lnTo>
                  <a:lnTo>
                    <a:pt x="44246" y="36576"/>
                  </a:lnTo>
                  <a:lnTo>
                    <a:pt x="44335" y="36322"/>
                  </a:lnTo>
                  <a:lnTo>
                    <a:pt x="44551" y="36576"/>
                  </a:lnTo>
                  <a:lnTo>
                    <a:pt x="44348" y="36639"/>
                  </a:lnTo>
                  <a:lnTo>
                    <a:pt x="44678" y="36830"/>
                  </a:lnTo>
                  <a:lnTo>
                    <a:pt x="45186" y="36830"/>
                  </a:lnTo>
                  <a:lnTo>
                    <a:pt x="45440" y="37338"/>
                  </a:lnTo>
                  <a:lnTo>
                    <a:pt x="45440" y="33147"/>
                  </a:lnTo>
                  <a:lnTo>
                    <a:pt x="45389" y="36322"/>
                  </a:lnTo>
                  <a:lnTo>
                    <a:pt x="44958" y="36461"/>
                  </a:lnTo>
                  <a:lnTo>
                    <a:pt x="44894" y="36322"/>
                  </a:lnTo>
                  <a:lnTo>
                    <a:pt x="45389" y="36322"/>
                  </a:lnTo>
                  <a:lnTo>
                    <a:pt x="45389" y="33147"/>
                  </a:lnTo>
                  <a:lnTo>
                    <a:pt x="45059" y="33147"/>
                  </a:lnTo>
                  <a:lnTo>
                    <a:pt x="44716" y="33147"/>
                  </a:lnTo>
                  <a:lnTo>
                    <a:pt x="45250" y="32512"/>
                  </a:lnTo>
                  <a:lnTo>
                    <a:pt x="45440" y="32512"/>
                  </a:lnTo>
                  <a:lnTo>
                    <a:pt x="45453" y="33147"/>
                  </a:lnTo>
                  <a:lnTo>
                    <a:pt x="45453" y="28321"/>
                  </a:lnTo>
                  <a:lnTo>
                    <a:pt x="36728" y="28321"/>
                  </a:lnTo>
                  <a:lnTo>
                    <a:pt x="36499" y="28829"/>
                  </a:lnTo>
                  <a:lnTo>
                    <a:pt x="36220" y="28321"/>
                  </a:lnTo>
                  <a:lnTo>
                    <a:pt x="35801" y="28714"/>
                  </a:lnTo>
                  <a:lnTo>
                    <a:pt x="35750" y="28321"/>
                  </a:lnTo>
                  <a:lnTo>
                    <a:pt x="36220" y="28321"/>
                  </a:lnTo>
                  <a:lnTo>
                    <a:pt x="36728" y="28321"/>
                  </a:lnTo>
                  <a:lnTo>
                    <a:pt x="36664" y="28067"/>
                  </a:lnTo>
                  <a:lnTo>
                    <a:pt x="36169" y="28206"/>
                  </a:lnTo>
                  <a:lnTo>
                    <a:pt x="35864" y="27813"/>
                  </a:lnTo>
                  <a:lnTo>
                    <a:pt x="35750" y="28308"/>
                  </a:lnTo>
                  <a:lnTo>
                    <a:pt x="35674" y="27813"/>
                  </a:lnTo>
                  <a:lnTo>
                    <a:pt x="35420" y="27813"/>
                  </a:lnTo>
                  <a:lnTo>
                    <a:pt x="35242" y="28321"/>
                  </a:lnTo>
                  <a:lnTo>
                    <a:pt x="29387" y="28321"/>
                  </a:lnTo>
                  <a:lnTo>
                    <a:pt x="29260" y="28829"/>
                  </a:lnTo>
                  <a:lnTo>
                    <a:pt x="28943" y="28829"/>
                  </a:lnTo>
                  <a:lnTo>
                    <a:pt x="29057" y="28321"/>
                  </a:lnTo>
                  <a:lnTo>
                    <a:pt x="29260" y="28321"/>
                  </a:lnTo>
                  <a:lnTo>
                    <a:pt x="29070" y="27940"/>
                  </a:lnTo>
                  <a:lnTo>
                    <a:pt x="28892" y="28028"/>
                  </a:lnTo>
                  <a:lnTo>
                    <a:pt x="28892" y="34163"/>
                  </a:lnTo>
                  <a:lnTo>
                    <a:pt x="28689" y="34163"/>
                  </a:lnTo>
                  <a:lnTo>
                    <a:pt x="28448" y="33655"/>
                  </a:lnTo>
                  <a:lnTo>
                    <a:pt x="28600" y="33655"/>
                  </a:lnTo>
                  <a:lnTo>
                    <a:pt x="28740" y="33655"/>
                  </a:lnTo>
                  <a:lnTo>
                    <a:pt x="28498" y="33147"/>
                  </a:lnTo>
                  <a:lnTo>
                    <a:pt x="28765" y="33655"/>
                  </a:lnTo>
                  <a:lnTo>
                    <a:pt x="28892" y="34163"/>
                  </a:lnTo>
                  <a:lnTo>
                    <a:pt x="28892" y="28028"/>
                  </a:lnTo>
                  <a:lnTo>
                    <a:pt x="28282" y="27813"/>
                  </a:lnTo>
                  <a:lnTo>
                    <a:pt x="29006" y="27813"/>
                  </a:lnTo>
                  <a:lnTo>
                    <a:pt x="29324" y="27813"/>
                  </a:lnTo>
                  <a:lnTo>
                    <a:pt x="35293" y="27813"/>
                  </a:lnTo>
                  <a:lnTo>
                    <a:pt x="35242" y="27305"/>
                  </a:lnTo>
                  <a:lnTo>
                    <a:pt x="35458" y="27305"/>
                  </a:lnTo>
                  <a:lnTo>
                    <a:pt x="35547" y="27432"/>
                  </a:lnTo>
                  <a:lnTo>
                    <a:pt x="35598" y="27305"/>
                  </a:lnTo>
                  <a:lnTo>
                    <a:pt x="35699" y="27051"/>
                  </a:lnTo>
                  <a:lnTo>
                    <a:pt x="35610" y="27305"/>
                  </a:lnTo>
                  <a:lnTo>
                    <a:pt x="35560" y="27444"/>
                  </a:lnTo>
                  <a:lnTo>
                    <a:pt x="35864" y="27813"/>
                  </a:lnTo>
                  <a:lnTo>
                    <a:pt x="36029" y="27813"/>
                  </a:lnTo>
                  <a:lnTo>
                    <a:pt x="36639" y="27305"/>
                  </a:lnTo>
                  <a:lnTo>
                    <a:pt x="37401" y="27305"/>
                  </a:lnTo>
                  <a:lnTo>
                    <a:pt x="37426" y="27051"/>
                  </a:lnTo>
                  <a:lnTo>
                    <a:pt x="37490" y="26301"/>
                  </a:lnTo>
                  <a:lnTo>
                    <a:pt x="37388" y="26162"/>
                  </a:lnTo>
                  <a:lnTo>
                    <a:pt x="37515" y="26162"/>
                  </a:lnTo>
                  <a:lnTo>
                    <a:pt x="37668" y="26162"/>
                  </a:lnTo>
                  <a:lnTo>
                    <a:pt x="37617" y="26441"/>
                  </a:lnTo>
                  <a:lnTo>
                    <a:pt x="37553" y="26797"/>
                  </a:lnTo>
                  <a:lnTo>
                    <a:pt x="37503" y="27025"/>
                  </a:lnTo>
                  <a:lnTo>
                    <a:pt x="37465" y="27305"/>
                  </a:lnTo>
                  <a:lnTo>
                    <a:pt x="37376" y="27813"/>
                  </a:lnTo>
                  <a:lnTo>
                    <a:pt x="55892" y="27813"/>
                  </a:lnTo>
                  <a:lnTo>
                    <a:pt x="55460" y="27559"/>
                  </a:lnTo>
                  <a:lnTo>
                    <a:pt x="55943" y="27305"/>
                  </a:lnTo>
                  <a:lnTo>
                    <a:pt x="56388" y="27305"/>
                  </a:lnTo>
                  <a:lnTo>
                    <a:pt x="56362" y="28003"/>
                  </a:lnTo>
                  <a:lnTo>
                    <a:pt x="56451" y="27813"/>
                  </a:lnTo>
                  <a:lnTo>
                    <a:pt x="62611" y="27813"/>
                  </a:lnTo>
                  <a:lnTo>
                    <a:pt x="62611" y="28016"/>
                  </a:lnTo>
                  <a:lnTo>
                    <a:pt x="62826" y="27813"/>
                  </a:lnTo>
                  <a:lnTo>
                    <a:pt x="75907" y="27813"/>
                  </a:lnTo>
                  <a:lnTo>
                    <a:pt x="76822" y="27813"/>
                  </a:lnTo>
                  <a:lnTo>
                    <a:pt x="76822" y="27381"/>
                  </a:lnTo>
                  <a:lnTo>
                    <a:pt x="77139" y="27305"/>
                  </a:lnTo>
                  <a:lnTo>
                    <a:pt x="77139" y="22987"/>
                  </a:lnTo>
                  <a:lnTo>
                    <a:pt x="76238" y="22987"/>
                  </a:lnTo>
                  <a:lnTo>
                    <a:pt x="76136" y="23622"/>
                  </a:lnTo>
                  <a:lnTo>
                    <a:pt x="75768" y="23622"/>
                  </a:lnTo>
                  <a:lnTo>
                    <a:pt x="75780" y="22987"/>
                  </a:lnTo>
                  <a:lnTo>
                    <a:pt x="69659" y="22987"/>
                  </a:lnTo>
                  <a:lnTo>
                    <a:pt x="69430" y="22987"/>
                  </a:lnTo>
                  <a:lnTo>
                    <a:pt x="69164" y="22987"/>
                  </a:lnTo>
                  <a:lnTo>
                    <a:pt x="68834" y="22987"/>
                  </a:lnTo>
                  <a:lnTo>
                    <a:pt x="67525" y="22987"/>
                  </a:lnTo>
                  <a:lnTo>
                    <a:pt x="67525" y="24638"/>
                  </a:lnTo>
                  <a:lnTo>
                    <a:pt x="66992" y="24638"/>
                  </a:lnTo>
                  <a:lnTo>
                    <a:pt x="66484" y="24130"/>
                  </a:lnTo>
                  <a:lnTo>
                    <a:pt x="66776" y="24130"/>
                  </a:lnTo>
                  <a:lnTo>
                    <a:pt x="67525" y="24638"/>
                  </a:lnTo>
                  <a:lnTo>
                    <a:pt x="67525" y="22987"/>
                  </a:lnTo>
                  <a:lnTo>
                    <a:pt x="66408" y="22987"/>
                  </a:lnTo>
                  <a:lnTo>
                    <a:pt x="66408" y="24066"/>
                  </a:lnTo>
                  <a:lnTo>
                    <a:pt x="66255" y="23914"/>
                  </a:lnTo>
                  <a:lnTo>
                    <a:pt x="66040" y="23685"/>
                  </a:lnTo>
                  <a:lnTo>
                    <a:pt x="66040" y="24130"/>
                  </a:lnTo>
                  <a:lnTo>
                    <a:pt x="65836" y="24384"/>
                  </a:lnTo>
                  <a:lnTo>
                    <a:pt x="65760" y="24130"/>
                  </a:lnTo>
                  <a:lnTo>
                    <a:pt x="66040" y="24130"/>
                  </a:lnTo>
                  <a:lnTo>
                    <a:pt x="66040" y="23685"/>
                  </a:lnTo>
                  <a:lnTo>
                    <a:pt x="66243" y="23876"/>
                  </a:lnTo>
                  <a:lnTo>
                    <a:pt x="66408" y="24066"/>
                  </a:lnTo>
                  <a:lnTo>
                    <a:pt x="66408" y="22987"/>
                  </a:lnTo>
                  <a:lnTo>
                    <a:pt x="66243" y="22987"/>
                  </a:lnTo>
                  <a:lnTo>
                    <a:pt x="65735" y="22987"/>
                  </a:lnTo>
                  <a:lnTo>
                    <a:pt x="65735" y="23622"/>
                  </a:lnTo>
                  <a:lnTo>
                    <a:pt x="65379" y="23876"/>
                  </a:lnTo>
                  <a:lnTo>
                    <a:pt x="64985" y="23622"/>
                  </a:lnTo>
                  <a:lnTo>
                    <a:pt x="65201" y="24003"/>
                  </a:lnTo>
                  <a:lnTo>
                    <a:pt x="64897" y="23622"/>
                  </a:lnTo>
                  <a:lnTo>
                    <a:pt x="65735" y="23622"/>
                  </a:lnTo>
                  <a:lnTo>
                    <a:pt x="65735" y="22987"/>
                  </a:lnTo>
                  <a:lnTo>
                    <a:pt x="64630" y="22987"/>
                  </a:lnTo>
                  <a:lnTo>
                    <a:pt x="64516" y="23114"/>
                  </a:lnTo>
                  <a:lnTo>
                    <a:pt x="64401" y="22987"/>
                  </a:lnTo>
                  <a:lnTo>
                    <a:pt x="64173" y="22987"/>
                  </a:lnTo>
                  <a:lnTo>
                    <a:pt x="63931" y="22987"/>
                  </a:lnTo>
                  <a:lnTo>
                    <a:pt x="63931" y="22479"/>
                  </a:lnTo>
                  <a:lnTo>
                    <a:pt x="63665" y="22479"/>
                  </a:lnTo>
                  <a:lnTo>
                    <a:pt x="63754" y="22987"/>
                  </a:lnTo>
                  <a:lnTo>
                    <a:pt x="63449" y="22987"/>
                  </a:lnTo>
                  <a:lnTo>
                    <a:pt x="63449" y="25654"/>
                  </a:lnTo>
                  <a:lnTo>
                    <a:pt x="62776" y="25158"/>
                  </a:lnTo>
                  <a:lnTo>
                    <a:pt x="62738" y="26162"/>
                  </a:lnTo>
                  <a:lnTo>
                    <a:pt x="62128" y="26797"/>
                  </a:lnTo>
                  <a:lnTo>
                    <a:pt x="62166" y="27051"/>
                  </a:lnTo>
                  <a:lnTo>
                    <a:pt x="62204" y="27266"/>
                  </a:lnTo>
                  <a:lnTo>
                    <a:pt x="62001" y="27178"/>
                  </a:lnTo>
                  <a:lnTo>
                    <a:pt x="61899" y="26162"/>
                  </a:lnTo>
                  <a:lnTo>
                    <a:pt x="61518" y="26797"/>
                  </a:lnTo>
                  <a:lnTo>
                    <a:pt x="61506" y="26924"/>
                  </a:lnTo>
                  <a:lnTo>
                    <a:pt x="61252" y="26797"/>
                  </a:lnTo>
                  <a:lnTo>
                    <a:pt x="60756" y="26797"/>
                  </a:lnTo>
                  <a:lnTo>
                    <a:pt x="60579" y="26797"/>
                  </a:lnTo>
                  <a:lnTo>
                    <a:pt x="60223" y="26797"/>
                  </a:lnTo>
                  <a:lnTo>
                    <a:pt x="60286" y="26670"/>
                  </a:lnTo>
                  <a:lnTo>
                    <a:pt x="60566" y="26187"/>
                  </a:lnTo>
                  <a:lnTo>
                    <a:pt x="60617" y="26162"/>
                  </a:lnTo>
                  <a:lnTo>
                    <a:pt x="62738" y="26162"/>
                  </a:lnTo>
                  <a:lnTo>
                    <a:pt x="62738" y="25196"/>
                  </a:lnTo>
                  <a:lnTo>
                    <a:pt x="62585" y="25311"/>
                  </a:lnTo>
                  <a:lnTo>
                    <a:pt x="62534" y="25146"/>
                  </a:lnTo>
                  <a:lnTo>
                    <a:pt x="62407" y="25222"/>
                  </a:lnTo>
                  <a:lnTo>
                    <a:pt x="62230" y="25311"/>
                  </a:lnTo>
                  <a:lnTo>
                    <a:pt x="62420" y="25146"/>
                  </a:lnTo>
                  <a:lnTo>
                    <a:pt x="62217" y="25146"/>
                  </a:lnTo>
                  <a:lnTo>
                    <a:pt x="62191" y="24980"/>
                  </a:lnTo>
                  <a:lnTo>
                    <a:pt x="62255" y="24828"/>
                  </a:lnTo>
                  <a:lnTo>
                    <a:pt x="62166" y="24638"/>
                  </a:lnTo>
                  <a:lnTo>
                    <a:pt x="62420" y="24638"/>
                  </a:lnTo>
                  <a:lnTo>
                    <a:pt x="62623" y="24638"/>
                  </a:lnTo>
                  <a:lnTo>
                    <a:pt x="62318" y="24790"/>
                  </a:lnTo>
                  <a:lnTo>
                    <a:pt x="62217" y="24955"/>
                  </a:lnTo>
                  <a:lnTo>
                    <a:pt x="62585" y="25146"/>
                  </a:lnTo>
                  <a:lnTo>
                    <a:pt x="62776" y="25146"/>
                  </a:lnTo>
                  <a:lnTo>
                    <a:pt x="63144" y="25146"/>
                  </a:lnTo>
                  <a:lnTo>
                    <a:pt x="63373" y="25146"/>
                  </a:lnTo>
                  <a:lnTo>
                    <a:pt x="63449" y="25654"/>
                  </a:lnTo>
                  <a:lnTo>
                    <a:pt x="63449" y="22987"/>
                  </a:lnTo>
                  <a:lnTo>
                    <a:pt x="63246" y="23152"/>
                  </a:lnTo>
                  <a:lnTo>
                    <a:pt x="63246" y="24638"/>
                  </a:lnTo>
                  <a:lnTo>
                    <a:pt x="63017" y="24638"/>
                  </a:lnTo>
                  <a:lnTo>
                    <a:pt x="62966" y="24130"/>
                  </a:lnTo>
                  <a:lnTo>
                    <a:pt x="63195" y="24130"/>
                  </a:lnTo>
                  <a:lnTo>
                    <a:pt x="63246" y="24638"/>
                  </a:lnTo>
                  <a:lnTo>
                    <a:pt x="63246" y="23152"/>
                  </a:lnTo>
                  <a:lnTo>
                    <a:pt x="62801" y="23495"/>
                  </a:lnTo>
                  <a:lnTo>
                    <a:pt x="62852" y="22987"/>
                  </a:lnTo>
                  <a:lnTo>
                    <a:pt x="62699" y="22987"/>
                  </a:lnTo>
                  <a:lnTo>
                    <a:pt x="62928" y="22644"/>
                  </a:lnTo>
                  <a:lnTo>
                    <a:pt x="63004" y="22796"/>
                  </a:lnTo>
                  <a:lnTo>
                    <a:pt x="62953" y="22618"/>
                  </a:lnTo>
                  <a:lnTo>
                    <a:pt x="63106" y="22479"/>
                  </a:lnTo>
                  <a:lnTo>
                    <a:pt x="63347" y="22479"/>
                  </a:lnTo>
                  <a:lnTo>
                    <a:pt x="63220" y="22377"/>
                  </a:lnTo>
                  <a:lnTo>
                    <a:pt x="63677" y="21971"/>
                  </a:lnTo>
                  <a:lnTo>
                    <a:pt x="63779" y="21729"/>
                  </a:lnTo>
                  <a:lnTo>
                    <a:pt x="63804" y="21971"/>
                  </a:lnTo>
                  <a:lnTo>
                    <a:pt x="63804" y="21729"/>
                  </a:lnTo>
                  <a:lnTo>
                    <a:pt x="63855" y="21551"/>
                  </a:lnTo>
                  <a:lnTo>
                    <a:pt x="64046" y="21463"/>
                  </a:lnTo>
                  <a:lnTo>
                    <a:pt x="64262" y="21463"/>
                  </a:lnTo>
                  <a:lnTo>
                    <a:pt x="64211" y="21856"/>
                  </a:lnTo>
                  <a:lnTo>
                    <a:pt x="63804" y="21729"/>
                  </a:lnTo>
                  <a:lnTo>
                    <a:pt x="64185" y="21945"/>
                  </a:lnTo>
                  <a:lnTo>
                    <a:pt x="64185" y="21971"/>
                  </a:lnTo>
                  <a:lnTo>
                    <a:pt x="64579" y="21971"/>
                  </a:lnTo>
                  <a:lnTo>
                    <a:pt x="64858" y="22085"/>
                  </a:lnTo>
                  <a:lnTo>
                    <a:pt x="65252" y="21971"/>
                  </a:lnTo>
                  <a:lnTo>
                    <a:pt x="66281" y="21971"/>
                  </a:lnTo>
                  <a:lnTo>
                    <a:pt x="66967" y="22352"/>
                  </a:lnTo>
                  <a:lnTo>
                    <a:pt x="65252" y="21971"/>
                  </a:lnTo>
                  <a:lnTo>
                    <a:pt x="66217" y="22479"/>
                  </a:lnTo>
                  <a:lnTo>
                    <a:pt x="65887" y="22479"/>
                  </a:lnTo>
                  <a:lnTo>
                    <a:pt x="66243" y="22987"/>
                  </a:lnTo>
                  <a:lnTo>
                    <a:pt x="66357" y="22479"/>
                  </a:lnTo>
                  <a:lnTo>
                    <a:pt x="67195" y="22479"/>
                  </a:lnTo>
                  <a:lnTo>
                    <a:pt x="67538" y="22479"/>
                  </a:lnTo>
                  <a:lnTo>
                    <a:pt x="75374" y="22479"/>
                  </a:lnTo>
                  <a:lnTo>
                    <a:pt x="75793" y="22733"/>
                  </a:lnTo>
                  <a:lnTo>
                    <a:pt x="75806" y="22479"/>
                  </a:lnTo>
                  <a:lnTo>
                    <a:pt x="82969" y="22479"/>
                  </a:lnTo>
                  <a:lnTo>
                    <a:pt x="82969" y="19812"/>
                  </a:lnTo>
                  <a:lnTo>
                    <a:pt x="82384" y="19812"/>
                  </a:lnTo>
                  <a:lnTo>
                    <a:pt x="82384" y="20955"/>
                  </a:lnTo>
                  <a:lnTo>
                    <a:pt x="82143" y="21463"/>
                  </a:lnTo>
                  <a:lnTo>
                    <a:pt x="82092" y="21831"/>
                  </a:lnTo>
                  <a:lnTo>
                    <a:pt x="81838" y="21844"/>
                  </a:lnTo>
                  <a:lnTo>
                    <a:pt x="81953" y="21971"/>
                  </a:lnTo>
                  <a:lnTo>
                    <a:pt x="81368" y="21971"/>
                  </a:lnTo>
                  <a:lnTo>
                    <a:pt x="81508" y="21869"/>
                  </a:lnTo>
                  <a:lnTo>
                    <a:pt x="81114" y="21907"/>
                  </a:lnTo>
                  <a:lnTo>
                    <a:pt x="81102" y="21463"/>
                  </a:lnTo>
                  <a:lnTo>
                    <a:pt x="80746" y="21463"/>
                  </a:lnTo>
                  <a:lnTo>
                    <a:pt x="81000" y="21856"/>
                  </a:lnTo>
                  <a:lnTo>
                    <a:pt x="80352" y="21526"/>
                  </a:lnTo>
                  <a:lnTo>
                    <a:pt x="80137" y="21602"/>
                  </a:lnTo>
                  <a:lnTo>
                    <a:pt x="79336" y="21844"/>
                  </a:lnTo>
                  <a:lnTo>
                    <a:pt x="78917" y="21463"/>
                  </a:lnTo>
                  <a:lnTo>
                    <a:pt x="79159" y="21463"/>
                  </a:lnTo>
                  <a:lnTo>
                    <a:pt x="79959" y="21463"/>
                  </a:lnTo>
                  <a:lnTo>
                    <a:pt x="80721" y="21463"/>
                  </a:lnTo>
                  <a:lnTo>
                    <a:pt x="80594" y="21374"/>
                  </a:lnTo>
                  <a:lnTo>
                    <a:pt x="80860" y="20955"/>
                  </a:lnTo>
                  <a:lnTo>
                    <a:pt x="81013" y="20955"/>
                  </a:lnTo>
                  <a:lnTo>
                    <a:pt x="81203" y="21463"/>
                  </a:lnTo>
                  <a:lnTo>
                    <a:pt x="81508" y="21463"/>
                  </a:lnTo>
                  <a:lnTo>
                    <a:pt x="81724" y="21717"/>
                  </a:lnTo>
                  <a:lnTo>
                    <a:pt x="82092" y="21463"/>
                  </a:lnTo>
                  <a:lnTo>
                    <a:pt x="81584" y="20955"/>
                  </a:lnTo>
                  <a:lnTo>
                    <a:pt x="82156" y="20955"/>
                  </a:lnTo>
                  <a:lnTo>
                    <a:pt x="82384" y="20955"/>
                  </a:lnTo>
                  <a:lnTo>
                    <a:pt x="82384" y="19812"/>
                  </a:lnTo>
                  <a:lnTo>
                    <a:pt x="81953" y="19812"/>
                  </a:lnTo>
                  <a:lnTo>
                    <a:pt x="81953" y="20447"/>
                  </a:lnTo>
                  <a:lnTo>
                    <a:pt x="81724" y="20574"/>
                  </a:lnTo>
                  <a:lnTo>
                    <a:pt x="81584" y="20447"/>
                  </a:lnTo>
                  <a:lnTo>
                    <a:pt x="81953" y="20447"/>
                  </a:lnTo>
                  <a:lnTo>
                    <a:pt x="81953" y="19812"/>
                  </a:lnTo>
                  <a:lnTo>
                    <a:pt x="80505" y="19812"/>
                  </a:lnTo>
                  <a:lnTo>
                    <a:pt x="80505" y="21310"/>
                  </a:lnTo>
                  <a:lnTo>
                    <a:pt x="80035" y="20955"/>
                  </a:lnTo>
                  <a:lnTo>
                    <a:pt x="80441" y="20955"/>
                  </a:lnTo>
                  <a:lnTo>
                    <a:pt x="80505" y="21310"/>
                  </a:lnTo>
                  <a:lnTo>
                    <a:pt x="80505" y="19812"/>
                  </a:lnTo>
                  <a:lnTo>
                    <a:pt x="80213" y="19812"/>
                  </a:lnTo>
                  <a:lnTo>
                    <a:pt x="79438" y="19812"/>
                  </a:lnTo>
                  <a:lnTo>
                    <a:pt x="79171" y="19812"/>
                  </a:lnTo>
                  <a:lnTo>
                    <a:pt x="78994" y="19773"/>
                  </a:lnTo>
                  <a:lnTo>
                    <a:pt x="78994" y="20447"/>
                  </a:lnTo>
                  <a:lnTo>
                    <a:pt x="78752" y="20447"/>
                  </a:lnTo>
                  <a:lnTo>
                    <a:pt x="78994" y="20447"/>
                  </a:lnTo>
                  <a:lnTo>
                    <a:pt x="78994" y="19773"/>
                  </a:lnTo>
                  <a:lnTo>
                    <a:pt x="78676" y="19710"/>
                  </a:lnTo>
                  <a:lnTo>
                    <a:pt x="78676" y="20675"/>
                  </a:lnTo>
                  <a:lnTo>
                    <a:pt x="78651" y="20955"/>
                  </a:lnTo>
                  <a:lnTo>
                    <a:pt x="78460" y="21209"/>
                  </a:lnTo>
                  <a:lnTo>
                    <a:pt x="77787" y="20955"/>
                  </a:lnTo>
                  <a:lnTo>
                    <a:pt x="78295" y="20955"/>
                  </a:lnTo>
                  <a:lnTo>
                    <a:pt x="78651" y="20955"/>
                  </a:lnTo>
                  <a:lnTo>
                    <a:pt x="78651" y="20701"/>
                  </a:lnTo>
                  <a:lnTo>
                    <a:pt x="78524" y="20447"/>
                  </a:lnTo>
                  <a:lnTo>
                    <a:pt x="78676" y="20675"/>
                  </a:lnTo>
                  <a:lnTo>
                    <a:pt x="78676" y="19710"/>
                  </a:lnTo>
                  <a:lnTo>
                    <a:pt x="78028" y="19558"/>
                  </a:lnTo>
                  <a:lnTo>
                    <a:pt x="78130" y="19304"/>
                  </a:lnTo>
                  <a:lnTo>
                    <a:pt x="79616" y="19304"/>
                  </a:lnTo>
                  <a:lnTo>
                    <a:pt x="79667" y="18796"/>
                  </a:lnTo>
                  <a:lnTo>
                    <a:pt x="79857" y="18796"/>
                  </a:lnTo>
                  <a:lnTo>
                    <a:pt x="80048" y="18796"/>
                  </a:lnTo>
                  <a:lnTo>
                    <a:pt x="80060" y="19278"/>
                  </a:lnTo>
                  <a:lnTo>
                    <a:pt x="80137" y="19570"/>
                  </a:lnTo>
                  <a:lnTo>
                    <a:pt x="80860" y="19304"/>
                  </a:lnTo>
                  <a:lnTo>
                    <a:pt x="85712" y="19304"/>
                  </a:lnTo>
                  <a:lnTo>
                    <a:pt x="85852" y="19558"/>
                  </a:lnTo>
                  <a:lnTo>
                    <a:pt x="85852" y="18948"/>
                  </a:lnTo>
                  <a:lnTo>
                    <a:pt x="85763" y="18796"/>
                  </a:lnTo>
                  <a:lnTo>
                    <a:pt x="85915" y="18796"/>
                  </a:lnTo>
                  <a:lnTo>
                    <a:pt x="85915" y="17360"/>
                  </a:lnTo>
                  <a:lnTo>
                    <a:pt x="85699" y="17272"/>
                  </a:lnTo>
                  <a:lnTo>
                    <a:pt x="85521" y="17272"/>
                  </a:lnTo>
                  <a:lnTo>
                    <a:pt x="85915" y="16637"/>
                  </a:lnTo>
                  <a:lnTo>
                    <a:pt x="87033" y="16637"/>
                  </a:lnTo>
                  <a:lnTo>
                    <a:pt x="87718" y="17272"/>
                  </a:lnTo>
                  <a:lnTo>
                    <a:pt x="87718" y="16217"/>
                  </a:lnTo>
                  <a:lnTo>
                    <a:pt x="87515" y="16129"/>
                  </a:lnTo>
                  <a:lnTo>
                    <a:pt x="87261" y="16129"/>
                  </a:lnTo>
                  <a:lnTo>
                    <a:pt x="87210" y="15621"/>
                  </a:lnTo>
                  <a:lnTo>
                    <a:pt x="87134" y="15367"/>
                  </a:lnTo>
                  <a:lnTo>
                    <a:pt x="87096" y="15214"/>
                  </a:lnTo>
                  <a:lnTo>
                    <a:pt x="87096" y="16129"/>
                  </a:lnTo>
                  <a:lnTo>
                    <a:pt x="86969" y="16179"/>
                  </a:lnTo>
                  <a:lnTo>
                    <a:pt x="87096" y="16129"/>
                  </a:lnTo>
                  <a:lnTo>
                    <a:pt x="87096" y="15214"/>
                  </a:lnTo>
                  <a:lnTo>
                    <a:pt x="87020" y="16040"/>
                  </a:lnTo>
                  <a:lnTo>
                    <a:pt x="86499" y="15748"/>
                  </a:lnTo>
                  <a:lnTo>
                    <a:pt x="86474" y="16129"/>
                  </a:lnTo>
                  <a:lnTo>
                    <a:pt x="86360" y="16383"/>
                  </a:lnTo>
                  <a:lnTo>
                    <a:pt x="86321" y="16129"/>
                  </a:lnTo>
                  <a:lnTo>
                    <a:pt x="86169" y="16268"/>
                  </a:lnTo>
                  <a:lnTo>
                    <a:pt x="86093" y="16129"/>
                  </a:lnTo>
                  <a:lnTo>
                    <a:pt x="86245" y="16129"/>
                  </a:lnTo>
                  <a:lnTo>
                    <a:pt x="86474" y="16129"/>
                  </a:lnTo>
                  <a:lnTo>
                    <a:pt x="85686" y="15697"/>
                  </a:lnTo>
                  <a:lnTo>
                    <a:pt x="85686" y="16383"/>
                  </a:lnTo>
                  <a:lnTo>
                    <a:pt x="85191" y="16129"/>
                  </a:lnTo>
                  <a:lnTo>
                    <a:pt x="84950" y="16179"/>
                  </a:lnTo>
                  <a:lnTo>
                    <a:pt x="84734" y="15938"/>
                  </a:lnTo>
                  <a:lnTo>
                    <a:pt x="84734" y="16637"/>
                  </a:lnTo>
                  <a:lnTo>
                    <a:pt x="84632" y="17272"/>
                  </a:lnTo>
                  <a:lnTo>
                    <a:pt x="83985" y="17272"/>
                  </a:lnTo>
                  <a:lnTo>
                    <a:pt x="84391" y="16637"/>
                  </a:lnTo>
                  <a:lnTo>
                    <a:pt x="84734" y="16637"/>
                  </a:lnTo>
                  <a:lnTo>
                    <a:pt x="84734" y="15938"/>
                  </a:lnTo>
                  <a:lnTo>
                    <a:pt x="84442" y="15621"/>
                  </a:lnTo>
                  <a:lnTo>
                    <a:pt x="84239" y="15252"/>
                  </a:lnTo>
                  <a:lnTo>
                    <a:pt x="84480" y="15621"/>
                  </a:lnTo>
                  <a:lnTo>
                    <a:pt x="84747" y="15621"/>
                  </a:lnTo>
                  <a:lnTo>
                    <a:pt x="85077" y="15621"/>
                  </a:lnTo>
                  <a:lnTo>
                    <a:pt x="85001" y="15379"/>
                  </a:lnTo>
                  <a:lnTo>
                    <a:pt x="84924" y="15113"/>
                  </a:lnTo>
                  <a:lnTo>
                    <a:pt x="85039" y="15367"/>
                  </a:lnTo>
                  <a:lnTo>
                    <a:pt x="85153" y="15621"/>
                  </a:lnTo>
                  <a:lnTo>
                    <a:pt x="85344" y="15621"/>
                  </a:lnTo>
                  <a:lnTo>
                    <a:pt x="85661" y="16129"/>
                  </a:lnTo>
                  <a:lnTo>
                    <a:pt x="85686" y="16383"/>
                  </a:lnTo>
                  <a:lnTo>
                    <a:pt x="85686" y="15697"/>
                  </a:lnTo>
                  <a:lnTo>
                    <a:pt x="85864" y="15621"/>
                  </a:lnTo>
                  <a:lnTo>
                    <a:pt x="86042" y="15621"/>
                  </a:lnTo>
                  <a:lnTo>
                    <a:pt x="86283" y="15621"/>
                  </a:lnTo>
                  <a:lnTo>
                    <a:pt x="86512" y="15621"/>
                  </a:lnTo>
                  <a:lnTo>
                    <a:pt x="86715" y="15621"/>
                  </a:lnTo>
                  <a:lnTo>
                    <a:pt x="87020" y="16040"/>
                  </a:lnTo>
                  <a:lnTo>
                    <a:pt x="87020" y="15113"/>
                  </a:lnTo>
                  <a:lnTo>
                    <a:pt x="86448" y="15113"/>
                  </a:lnTo>
                  <a:lnTo>
                    <a:pt x="86169" y="15113"/>
                  </a:lnTo>
                  <a:lnTo>
                    <a:pt x="86004" y="15113"/>
                  </a:lnTo>
                  <a:lnTo>
                    <a:pt x="85813" y="15113"/>
                  </a:lnTo>
                  <a:lnTo>
                    <a:pt x="85585" y="15113"/>
                  </a:lnTo>
                  <a:lnTo>
                    <a:pt x="85636" y="14935"/>
                  </a:lnTo>
                  <a:lnTo>
                    <a:pt x="85750" y="14605"/>
                  </a:lnTo>
                  <a:lnTo>
                    <a:pt x="86042" y="14605"/>
                  </a:lnTo>
                  <a:lnTo>
                    <a:pt x="86245" y="14871"/>
                  </a:lnTo>
                  <a:lnTo>
                    <a:pt x="86487" y="14097"/>
                  </a:lnTo>
                  <a:lnTo>
                    <a:pt x="85915" y="14097"/>
                  </a:lnTo>
                  <a:lnTo>
                    <a:pt x="85991" y="13944"/>
                  </a:lnTo>
                  <a:lnTo>
                    <a:pt x="86385" y="14097"/>
                  </a:lnTo>
                  <a:lnTo>
                    <a:pt x="86004" y="13919"/>
                  </a:lnTo>
                  <a:lnTo>
                    <a:pt x="86245" y="13462"/>
                  </a:lnTo>
                  <a:lnTo>
                    <a:pt x="85991" y="13462"/>
                  </a:lnTo>
                  <a:lnTo>
                    <a:pt x="85775" y="13843"/>
                  </a:lnTo>
                  <a:lnTo>
                    <a:pt x="85674" y="14020"/>
                  </a:lnTo>
                  <a:lnTo>
                    <a:pt x="85648" y="13817"/>
                  </a:lnTo>
                  <a:lnTo>
                    <a:pt x="85648" y="14071"/>
                  </a:lnTo>
                  <a:lnTo>
                    <a:pt x="85140" y="13614"/>
                  </a:lnTo>
                  <a:lnTo>
                    <a:pt x="85648" y="14071"/>
                  </a:lnTo>
                  <a:lnTo>
                    <a:pt x="85648" y="13817"/>
                  </a:lnTo>
                  <a:lnTo>
                    <a:pt x="85623" y="13462"/>
                  </a:lnTo>
                  <a:lnTo>
                    <a:pt x="85788" y="13462"/>
                  </a:lnTo>
                  <a:lnTo>
                    <a:pt x="85763" y="12954"/>
                  </a:lnTo>
                  <a:lnTo>
                    <a:pt x="85369" y="12954"/>
                  </a:lnTo>
                  <a:lnTo>
                    <a:pt x="85280" y="12446"/>
                  </a:lnTo>
                  <a:lnTo>
                    <a:pt x="85102" y="12954"/>
                  </a:lnTo>
                  <a:lnTo>
                    <a:pt x="85344" y="12954"/>
                  </a:lnTo>
                  <a:lnTo>
                    <a:pt x="85496" y="13462"/>
                  </a:lnTo>
                  <a:lnTo>
                    <a:pt x="85153" y="13322"/>
                  </a:lnTo>
                  <a:lnTo>
                    <a:pt x="85153" y="13601"/>
                  </a:lnTo>
                  <a:lnTo>
                    <a:pt x="85013" y="13462"/>
                  </a:lnTo>
                  <a:lnTo>
                    <a:pt x="85153" y="13601"/>
                  </a:lnTo>
                  <a:lnTo>
                    <a:pt x="85153" y="13322"/>
                  </a:lnTo>
                  <a:lnTo>
                    <a:pt x="84886" y="13208"/>
                  </a:lnTo>
                  <a:lnTo>
                    <a:pt x="84620" y="12954"/>
                  </a:lnTo>
                  <a:lnTo>
                    <a:pt x="84467" y="13042"/>
                  </a:lnTo>
                  <a:lnTo>
                    <a:pt x="84277" y="12954"/>
                  </a:lnTo>
                  <a:lnTo>
                    <a:pt x="84213" y="13182"/>
                  </a:lnTo>
                  <a:lnTo>
                    <a:pt x="84175" y="12954"/>
                  </a:lnTo>
                  <a:lnTo>
                    <a:pt x="83832" y="12954"/>
                  </a:lnTo>
                  <a:lnTo>
                    <a:pt x="83832" y="17526"/>
                  </a:lnTo>
                  <a:lnTo>
                    <a:pt x="83718" y="17780"/>
                  </a:lnTo>
                  <a:lnTo>
                    <a:pt x="83832" y="17526"/>
                  </a:lnTo>
                  <a:lnTo>
                    <a:pt x="83832" y="12954"/>
                  </a:lnTo>
                  <a:lnTo>
                    <a:pt x="83616" y="12954"/>
                  </a:lnTo>
                  <a:lnTo>
                    <a:pt x="83616" y="13462"/>
                  </a:lnTo>
                  <a:lnTo>
                    <a:pt x="83439" y="13462"/>
                  </a:lnTo>
                  <a:lnTo>
                    <a:pt x="83464" y="13081"/>
                  </a:lnTo>
                  <a:lnTo>
                    <a:pt x="83616" y="13462"/>
                  </a:lnTo>
                  <a:lnTo>
                    <a:pt x="83616" y="12954"/>
                  </a:lnTo>
                  <a:lnTo>
                    <a:pt x="84404" y="12446"/>
                  </a:lnTo>
                  <a:lnTo>
                    <a:pt x="83947" y="12446"/>
                  </a:lnTo>
                  <a:lnTo>
                    <a:pt x="83858" y="11938"/>
                  </a:lnTo>
                  <a:lnTo>
                    <a:pt x="84328" y="11938"/>
                  </a:lnTo>
                  <a:lnTo>
                    <a:pt x="83680" y="11430"/>
                  </a:lnTo>
                  <a:lnTo>
                    <a:pt x="83337" y="11430"/>
                  </a:lnTo>
                  <a:lnTo>
                    <a:pt x="83337" y="12954"/>
                  </a:lnTo>
                  <a:lnTo>
                    <a:pt x="83273" y="16129"/>
                  </a:lnTo>
                  <a:lnTo>
                    <a:pt x="82753" y="16548"/>
                  </a:lnTo>
                  <a:lnTo>
                    <a:pt x="83159" y="16129"/>
                  </a:lnTo>
                  <a:lnTo>
                    <a:pt x="83273" y="13030"/>
                  </a:lnTo>
                  <a:lnTo>
                    <a:pt x="83121" y="13208"/>
                  </a:lnTo>
                  <a:lnTo>
                    <a:pt x="83121" y="12954"/>
                  </a:lnTo>
                  <a:lnTo>
                    <a:pt x="82664" y="13462"/>
                  </a:lnTo>
                  <a:lnTo>
                    <a:pt x="83045" y="12954"/>
                  </a:lnTo>
                  <a:lnTo>
                    <a:pt x="83337" y="12954"/>
                  </a:lnTo>
                  <a:lnTo>
                    <a:pt x="83337" y="11430"/>
                  </a:lnTo>
                  <a:lnTo>
                    <a:pt x="83273" y="11938"/>
                  </a:lnTo>
                  <a:lnTo>
                    <a:pt x="83007" y="12103"/>
                  </a:lnTo>
                  <a:lnTo>
                    <a:pt x="83083" y="11938"/>
                  </a:lnTo>
                  <a:lnTo>
                    <a:pt x="82892" y="11938"/>
                  </a:lnTo>
                  <a:lnTo>
                    <a:pt x="83045" y="11455"/>
                  </a:lnTo>
                  <a:lnTo>
                    <a:pt x="83273" y="11938"/>
                  </a:lnTo>
                  <a:lnTo>
                    <a:pt x="83273" y="11430"/>
                  </a:lnTo>
                  <a:lnTo>
                    <a:pt x="83058" y="11430"/>
                  </a:lnTo>
                  <a:lnTo>
                    <a:pt x="83235" y="10922"/>
                  </a:lnTo>
                  <a:lnTo>
                    <a:pt x="82715" y="10922"/>
                  </a:lnTo>
                  <a:lnTo>
                    <a:pt x="82715" y="11430"/>
                  </a:lnTo>
                  <a:lnTo>
                    <a:pt x="82702" y="11696"/>
                  </a:lnTo>
                  <a:lnTo>
                    <a:pt x="82537" y="11430"/>
                  </a:lnTo>
                  <a:lnTo>
                    <a:pt x="82715" y="11430"/>
                  </a:lnTo>
                  <a:lnTo>
                    <a:pt x="82715" y="10922"/>
                  </a:lnTo>
                  <a:lnTo>
                    <a:pt x="82245" y="10922"/>
                  </a:lnTo>
                  <a:lnTo>
                    <a:pt x="81737" y="10922"/>
                  </a:lnTo>
                  <a:lnTo>
                    <a:pt x="81838" y="10287"/>
                  </a:lnTo>
                  <a:lnTo>
                    <a:pt x="82092" y="10287"/>
                  </a:lnTo>
                  <a:lnTo>
                    <a:pt x="81635" y="9906"/>
                  </a:lnTo>
                  <a:lnTo>
                    <a:pt x="81584" y="10287"/>
                  </a:lnTo>
                  <a:lnTo>
                    <a:pt x="81280" y="10287"/>
                  </a:lnTo>
                  <a:lnTo>
                    <a:pt x="81280" y="11430"/>
                  </a:lnTo>
                  <a:lnTo>
                    <a:pt x="81216" y="11684"/>
                  </a:lnTo>
                  <a:lnTo>
                    <a:pt x="80581" y="11518"/>
                  </a:lnTo>
                  <a:lnTo>
                    <a:pt x="80581" y="15113"/>
                  </a:lnTo>
                  <a:lnTo>
                    <a:pt x="80175" y="15113"/>
                  </a:lnTo>
                  <a:lnTo>
                    <a:pt x="79984" y="14605"/>
                  </a:lnTo>
                  <a:lnTo>
                    <a:pt x="80187" y="14605"/>
                  </a:lnTo>
                  <a:lnTo>
                    <a:pt x="80454" y="14605"/>
                  </a:lnTo>
                  <a:lnTo>
                    <a:pt x="80581" y="15113"/>
                  </a:lnTo>
                  <a:lnTo>
                    <a:pt x="80581" y="11518"/>
                  </a:lnTo>
                  <a:lnTo>
                    <a:pt x="80264" y="11430"/>
                  </a:lnTo>
                  <a:lnTo>
                    <a:pt x="80721" y="11430"/>
                  </a:lnTo>
                  <a:lnTo>
                    <a:pt x="80899" y="11430"/>
                  </a:lnTo>
                  <a:lnTo>
                    <a:pt x="81280" y="11430"/>
                  </a:lnTo>
                  <a:lnTo>
                    <a:pt x="81280" y="10287"/>
                  </a:lnTo>
                  <a:lnTo>
                    <a:pt x="81191" y="10922"/>
                  </a:lnTo>
                  <a:lnTo>
                    <a:pt x="80975" y="10922"/>
                  </a:lnTo>
                  <a:lnTo>
                    <a:pt x="80835" y="11188"/>
                  </a:lnTo>
                  <a:lnTo>
                    <a:pt x="80784" y="10922"/>
                  </a:lnTo>
                  <a:lnTo>
                    <a:pt x="80238" y="10922"/>
                  </a:lnTo>
                  <a:lnTo>
                    <a:pt x="80848" y="10312"/>
                  </a:lnTo>
                  <a:lnTo>
                    <a:pt x="81191" y="10922"/>
                  </a:lnTo>
                  <a:lnTo>
                    <a:pt x="81191" y="10287"/>
                  </a:lnTo>
                  <a:lnTo>
                    <a:pt x="80873" y="10287"/>
                  </a:lnTo>
                  <a:lnTo>
                    <a:pt x="80683" y="10287"/>
                  </a:lnTo>
                  <a:lnTo>
                    <a:pt x="80454" y="9779"/>
                  </a:lnTo>
                  <a:lnTo>
                    <a:pt x="80251" y="10261"/>
                  </a:lnTo>
                  <a:lnTo>
                    <a:pt x="80238" y="9779"/>
                  </a:lnTo>
                  <a:lnTo>
                    <a:pt x="79768" y="9779"/>
                  </a:lnTo>
                  <a:lnTo>
                    <a:pt x="79768" y="18542"/>
                  </a:lnTo>
                  <a:lnTo>
                    <a:pt x="78790" y="18288"/>
                  </a:lnTo>
                  <a:lnTo>
                    <a:pt x="79692" y="18288"/>
                  </a:lnTo>
                  <a:lnTo>
                    <a:pt x="79768" y="18542"/>
                  </a:lnTo>
                  <a:lnTo>
                    <a:pt x="79768" y="9779"/>
                  </a:lnTo>
                  <a:lnTo>
                    <a:pt x="79349" y="10287"/>
                  </a:lnTo>
                  <a:lnTo>
                    <a:pt x="79743" y="10287"/>
                  </a:lnTo>
                  <a:lnTo>
                    <a:pt x="79260" y="10922"/>
                  </a:lnTo>
                  <a:lnTo>
                    <a:pt x="78968" y="10922"/>
                  </a:lnTo>
                  <a:lnTo>
                    <a:pt x="78714" y="10922"/>
                  </a:lnTo>
                  <a:lnTo>
                    <a:pt x="78714" y="17272"/>
                  </a:lnTo>
                  <a:lnTo>
                    <a:pt x="78193" y="17399"/>
                  </a:lnTo>
                  <a:lnTo>
                    <a:pt x="78092" y="17272"/>
                  </a:lnTo>
                  <a:lnTo>
                    <a:pt x="78016" y="17449"/>
                  </a:lnTo>
                  <a:lnTo>
                    <a:pt x="78003" y="17272"/>
                  </a:lnTo>
                  <a:lnTo>
                    <a:pt x="78714" y="17272"/>
                  </a:lnTo>
                  <a:lnTo>
                    <a:pt x="78714" y="10922"/>
                  </a:lnTo>
                  <a:lnTo>
                    <a:pt x="78574" y="10871"/>
                  </a:lnTo>
                  <a:lnTo>
                    <a:pt x="79006" y="10287"/>
                  </a:lnTo>
                  <a:lnTo>
                    <a:pt x="78536" y="10604"/>
                  </a:lnTo>
                  <a:lnTo>
                    <a:pt x="78536" y="12954"/>
                  </a:lnTo>
                  <a:lnTo>
                    <a:pt x="78320" y="13106"/>
                  </a:lnTo>
                  <a:lnTo>
                    <a:pt x="78320" y="12954"/>
                  </a:lnTo>
                  <a:lnTo>
                    <a:pt x="78536" y="12954"/>
                  </a:lnTo>
                  <a:lnTo>
                    <a:pt x="78536" y="10604"/>
                  </a:lnTo>
                  <a:lnTo>
                    <a:pt x="78435" y="10287"/>
                  </a:lnTo>
                  <a:lnTo>
                    <a:pt x="77939" y="10287"/>
                  </a:lnTo>
                  <a:lnTo>
                    <a:pt x="77774" y="10287"/>
                  </a:lnTo>
                  <a:lnTo>
                    <a:pt x="77774" y="13462"/>
                  </a:lnTo>
                  <a:lnTo>
                    <a:pt x="77762" y="17272"/>
                  </a:lnTo>
                  <a:lnTo>
                    <a:pt x="77685" y="17475"/>
                  </a:lnTo>
                  <a:lnTo>
                    <a:pt x="77685" y="19494"/>
                  </a:lnTo>
                  <a:lnTo>
                    <a:pt x="77457" y="19443"/>
                  </a:lnTo>
                  <a:lnTo>
                    <a:pt x="77254" y="19392"/>
                  </a:lnTo>
                  <a:lnTo>
                    <a:pt x="76885" y="19304"/>
                  </a:lnTo>
                  <a:lnTo>
                    <a:pt x="76771" y="19812"/>
                  </a:lnTo>
                  <a:lnTo>
                    <a:pt x="77444" y="20447"/>
                  </a:lnTo>
                  <a:lnTo>
                    <a:pt x="77012" y="20243"/>
                  </a:lnTo>
                  <a:lnTo>
                    <a:pt x="77012" y="20447"/>
                  </a:lnTo>
                  <a:lnTo>
                    <a:pt x="77012" y="20624"/>
                  </a:lnTo>
                  <a:lnTo>
                    <a:pt x="77012" y="20955"/>
                  </a:lnTo>
                  <a:lnTo>
                    <a:pt x="76657" y="20764"/>
                  </a:lnTo>
                  <a:lnTo>
                    <a:pt x="76123" y="20447"/>
                  </a:lnTo>
                  <a:lnTo>
                    <a:pt x="76288" y="20447"/>
                  </a:lnTo>
                  <a:lnTo>
                    <a:pt x="77012" y="20447"/>
                  </a:lnTo>
                  <a:lnTo>
                    <a:pt x="77012" y="20243"/>
                  </a:lnTo>
                  <a:lnTo>
                    <a:pt x="76149" y="19812"/>
                  </a:lnTo>
                  <a:lnTo>
                    <a:pt x="76301" y="19812"/>
                  </a:lnTo>
                  <a:lnTo>
                    <a:pt x="76111" y="19367"/>
                  </a:lnTo>
                  <a:lnTo>
                    <a:pt x="75844" y="19304"/>
                  </a:lnTo>
                  <a:lnTo>
                    <a:pt x="75844" y="20955"/>
                  </a:lnTo>
                  <a:lnTo>
                    <a:pt x="75742" y="22479"/>
                  </a:lnTo>
                  <a:lnTo>
                    <a:pt x="75577" y="22479"/>
                  </a:lnTo>
                  <a:lnTo>
                    <a:pt x="75526" y="21971"/>
                  </a:lnTo>
                  <a:lnTo>
                    <a:pt x="75742" y="21463"/>
                  </a:lnTo>
                  <a:lnTo>
                    <a:pt x="75349" y="21463"/>
                  </a:lnTo>
                  <a:lnTo>
                    <a:pt x="75577" y="20955"/>
                  </a:lnTo>
                  <a:lnTo>
                    <a:pt x="75844" y="20955"/>
                  </a:lnTo>
                  <a:lnTo>
                    <a:pt x="75844" y="19304"/>
                  </a:lnTo>
                  <a:lnTo>
                    <a:pt x="74676" y="19304"/>
                  </a:lnTo>
                  <a:lnTo>
                    <a:pt x="74625" y="20180"/>
                  </a:lnTo>
                  <a:lnTo>
                    <a:pt x="74625" y="20447"/>
                  </a:lnTo>
                  <a:lnTo>
                    <a:pt x="74625" y="20180"/>
                  </a:lnTo>
                  <a:lnTo>
                    <a:pt x="74625" y="19304"/>
                  </a:lnTo>
                  <a:lnTo>
                    <a:pt x="74409" y="19304"/>
                  </a:lnTo>
                  <a:lnTo>
                    <a:pt x="74091" y="19304"/>
                  </a:lnTo>
                  <a:lnTo>
                    <a:pt x="74091" y="20447"/>
                  </a:lnTo>
                  <a:lnTo>
                    <a:pt x="73596" y="19812"/>
                  </a:lnTo>
                  <a:lnTo>
                    <a:pt x="73482" y="19659"/>
                  </a:lnTo>
                  <a:lnTo>
                    <a:pt x="73647" y="19812"/>
                  </a:lnTo>
                  <a:lnTo>
                    <a:pt x="73583" y="19596"/>
                  </a:lnTo>
                  <a:lnTo>
                    <a:pt x="73469" y="19443"/>
                  </a:lnTo>
                  <a:lnTo>
                    <a:pt x="73596" y="19583"/>
                  </a:lnTo>
                  <a:lnTo>
                    <a:pt x="73812" y="19812"/>
                  </a:lnTo>
                  <a:lnTo>
                    <a:pt x="74091" y="20447"/>
                  </a:lnTo>
                  <a:lnTo>
                    <a:pt x="74091" y="19304"/>
                  </a:lnTo>
                  <a:lnTo>
                    <a:pt x="73952" y="19304"/>
                  </a:lnTo>
                  <a:lnTo>
                    <a:pt x="73685" y="19304"/>
                  </a:lnTo>
                  <a:lnTo>
                    <a:pt x="73482" y="19304"/>
                  </a:lnTo>
                  <a:lnTo>
                    <a:pt x="73253" y="19304"/>
                  </a:lnTo>
                  <a:lnTo>
                    <a:pt x="73393" y="19494"/>
                  </a:lnTo>
                  <a:lnTo>
                    <a:pt x="73253" y="19304"/>
                  </a:lnTo>
                  <a:lnTo>
                    <a:pt x="73075" y="19304"/>
                  </a:lnTo>
                  <a:lnTo>
                    <a:pt x="72872" y="19304"/>
                  </a:lnTo>
                  <a:lnTo>
                    <a:pt x="72644" y="19532"/>
                  </a:lnTo>
                  <a:lnTo>
                    <a:pt x="72694" y="19304"/>
                  </a:lnTo>
                  <a:lnTo>
                    <a:pt x="72809" y="19164"/>
                  </a:lnTo>
                  <a:lnTo>
                    <a:pt x="73075" y="19304"/>
                  </a:lnTo>
                  <a:lnTo>
                    <a:pt x="73050" y="18973"/>
                  </a:lnTo>
                  <a:lnTo>
                    <a:pt x="73164" y="18846"/>
                  </a:lnTo>
                  <a:lnTo>
                    <a:pt x="73304" y="18935"/>
                  </a:lnTo>
                  <a:lnTo>
                    <a:pt x="73799" y="19202"/>
                  </a:lnTo>
                  <a:lnTo>
                    <a:pt x="74269" y="18796"/>
                  </a:lnTo>
                  <a:lnTo>
                    <a:pt x="74472" y="18796"/>
                  </a:lnTo>
                  <a:lnTo>
                    <a:pt x="74422" y="18935"/>
                  </a:lnTo>
                  <a:lnTo>
                    <a:pt x="74612" y="18796"/>
                  </a:lnTo>
                  <a:lnTo>
                    <a:pt x="74752" y="18796"/>
                  </a:lnTo>
                  <a:lnTo>
                    <a:pt x="74955" y="18796"/>
                  </a:lnTo>
                  <a:lnTo>
                    <a:pt x="74726" y="19215"/>
                  </a:lnTo>
                  <a:lnTo>
                    <a:pt x="75590" y="18796"/>
                  </a:lnTo>
                  <a:lnTo>
                    <a:pt x="75984" y="18796"/>
                  </a:lnTo>
                  <a:lnTo>
                    <a:pt x="76161" y="18796"/>
                  </a:lnTo>
                  <a:lnTo>
                    <a:pt x="76555" y="19304"/>
                  </a:lnTo>
                  <a:lnTo>
                    <a:pt x="76885" y="19304"/>
                  </a:lnTo>
                  <a:lnTo>
                    <a:pt x="77216" y="19304"/>
                  </a:lnTo>
                  <a:lnTo>
                    <a:pt x="77444" y="19304"/>
                  </a:lnTo>
                  <a:lnTo>
                    <a:pt x="77571" y="19304"/>
                  </a:lnTo>
                  <a:lnTo>
                    <a:pt x="77685" y="19494"/>
                  </a:lnTo>
                  <a:lnTo>
                    <a:pt x="77685" y="17475"/>
                  </a:lnTo>
                  <a:lnTo>
                    <a:pt x="76949" y="17272"/>
                  </a:lnTo>
                  <a:lnTo>
                    <a:pt x="77266" y="17272"/>
                  </a:lnTo>
                  <a:lnTo>
                    <a:pt x="77762" y="17272"/>
                  </a:lnTo>
                  <a:lnTo>
                    <a:pt x="77762" y="13487"/>
                  </a:lnTo>
                  <a:lnTo>
                    <a:pt x="77457" y="14097"/>
                  </a:lnTo>
                  <a:lnTo>
                    <a:pt x="77304" y="14097"/>
                  </a:lnTo>
                  <a:lnTo>
                    <a:pt x="76962" y="14097"/>
                  </a:lnTo>
                  <a:lnTo>
                    <a:pt x="76784" y="14605"/>
                  </a:lnTo>
                  <a:lnTo>
                    <a:pt x="77025" y="14605"/>
                  </a:lnTo>
                  <a:lnTo>
                    <a:pt x="77165" y="14605"/>
                  </a:lnTo>
                  <a:lnTo>
                    <a:pt x="77406" y="15113"/>
                  </a:lnTo>
                  <a:lnTo>
                    <a:pt x="77076" y="15113"/>
                  </a:lnTo>
                  <a:lnTo>
                    <a:pt x="77025" y="14605"/>
                  </a:lnTo>
                  <a:lnTo>
                    <a:pt x="76504" y="14986"/>
                  </a:lnTo>
                  <a:lnTo>
                    <a:pt x="76327" y="14605"/>
                  </a:lnTo>
                  <a:lnTo>
                    <a:pt x="76784" y="14605"/>
                  </a:lnTo>
                  <a:lnTo>
                    <a:pt x="76847" y="14097"/>
                  </a:lnTo>
                  <a:lnTo>
                    <a:pt x="76301" y="14097"/>
                  </a:lnTo>
                  <a:lnTo>
                    <a:pt x="76301" y="16129"/>
                  </a:lnTo>
                  <a:lnTo>
                    <a:pt x="76073" y="16129"/>
                  </a:lnTo>
                  <a:lnTo>
                    <a:pt x="76073" y="17780"/>
                  </a:lnTo>
                  <a:lnTo>
                    <a:pt x="76022" y="17907"/>
                  </a:lnTo>
                  <a:lnTo>
                    <a:pt x="75933" y="17780"/>
                  </a:lnTo>
                  <a:lnTo>
                    <a:pt x="76073" y="17780"/>
                  </a:lnTo>
                  <a:lnTo>
                    <a:pt x="76073" y="16129"/>
                  </a:lnTo>
                  <a:lnTo>
                    <a:pt x="76060" y="17018"/>
                  </a:lnTo>
                  <a:lnTo>
                    <a:pt x="75222" y="16852"/>
                  </a:lnTo>
                  <a:lnTo>
                    <a:pt x="75222" y="18288"/>
                  </a:lnTo>
                  <a:lnTo>
                    <a:pt x="75145" y="18427"/>
                  </a:lnTo>
                  <a:lnTo>
                    <a:pt x="75006" y="18288"/>
                  </a:lnTo>
                  <a:lnTo>
                    <a:pt x="74866" y="18288"/>
                  </a:lnTo>
                  <a:lnTo>
                    <a:pt x="74625" y="18288"/>
                  </a:lnTo>
                  <a:lnTo>
                    <a:pt x="74587" y="18415"/>
                  </a:lnTo>
                  <a:lnTo>
                    <a:pt x="74358" y="18440"/>
                  </a:lnTo>
                  <a:lnTo>
                    <a:pt x="74269" y="18288"/>
                  </a:lnTo>
                  <a:lnTo>
                    <a:pt x="74269" y="17919"/>
                  </a:lnTo>
                  <a:lnTo>
                    <a:pt x="73901" y="18110"/>
                  </a:lnTo>
                  <a:lnTo>
                    <a:pt x="73901" y="18288"/>
                  </a:lnTo>
                  <a:lnTo>
                    <a:pt x="73901" y="18110"/>
                  </a:lnTo>
                  <a:lnTo>
                    <a:pt x="73533" y="18288"/>
                  </a:lnTo>
                  <a:lnTo>
                    <a:pt x="73685" y="18288"/>
                  </a:lnTo>
                  <a:lnTo>
                    <a:pt x="73317" y="18364"/>
                  </a:lnTo>
                  <a:lnTo>
                    <a:pt x="73152" y="18364"/>
                  </a:lnTo>
                  <a:lnTo>
                    <a:pt x="73152" y="18846"/>
                  </a:lnTo>
                  <a:lnTo>
                    <a:pt x="73152" y="18364"/>
                  </a:lnTo>
                  <a:lnTo>
                    <a:pt x="72453" y="18313"/>
                  </a:lnTo>
                  <a:lnTo>
                    <a:pt x="73101" y="18402"/>
                  </a:lnTo>
                  <a:lnTo>
                    <a:pt x="72771" y="18478"/>
                  </a:lnTo>
                  <a:lnTo>
                    <a:pt x="72771" y="19138"/>
                  </a:lnTo>
                  <a:lnTo>
                    <a:pt x="72593" y="19253"/>
                  </a:lnTo>
                  <a:lnTo>
                    <a:pt x="72326" y="19113"/>
                  </a:lnTo>
                  <a:lnTo>
                    <a:pt x="72326" y="19583"/>
                  </a:lnTo>
                  <a:lnTo>
                    <a:pt x="72161" y="19812"/>
                  </a:lnTo>
                  <a:lnTo>
                    <a:pt x="72326" y="19583"/>
                  </a:lnTo>
                  <a:lnTo>
                    <a:pt x="72326" y="19113"/>
                  </a:lnTo>
                  <a:lnTo>
                    <a:pt x="71996" y="18935"/>
                  </a:lnTo>
                  <a:lnTo>
                    <a:pt x="71996" y="19177"/>
                  </a:lnTo>
                  <a:lnTo>
                    <a:pt x="71996" y="19304"/>
                  </a:lnTo>
                  <a:lnTo>
                    <a:pt x="71869" y="19304"/>
                  </a:lnTo>
                  <a:lnTo>
                    <a:pt x="71767" y="18821"/>
                  </a:lnTo>
                  <a:lnTo>
                    <a:pt x="71996" y="18796"/>
                  </a:lnTo>
                  <a:lnTo>
                    <a:pt x="72199" y="18796"/>
                  </a:lnTo>
                  <a:lnTo>
                    <a:pt x="72631" y="19062"/>
                  </a:lnTo>
                  <a:lnTo>
                    <a:pt x="72771" y="19138"/>
                  </a:lnTo>
                  <a:lnTo>
                    <a:pt x="72771" y="18478"/>
                  </a:lnTo>
                  <a:lnTo>
                    <a:pt x="72517" y="18516"/>
                  </a:lnTo>
                  <a:lnTo>
                    <a:pt x="72390" y="18542"/>
                  </a:lnTo>
                  <a:lnTo>
                    <a:pt x="71970" y="17780"/>
                  </a:lnTo>
                  <a:lnTo>
                    <a:pt x="71970" y="18288"/>
                  </a:lnTo>
                  <a:lnTo>
                    <a:pt x="71297" y="18288"/>
                  </a:lnTo>
                  <a:lnTo>
                    <a:pt x="71158" y="18542"/>
                  </a:lnTo>
                  <a:lnTo>
                    <a:pt x="71005" y="18288"/>
                  </a:lnTo>
                  <a:lnTo>
                    <a:pt x="70866" y="18059"/>
                  </a:lnTo>
                  <a:lnTo>
                    <a:pt x="70866" y="21463"/>
                  </a:lnTo>
                  <a:lnTo>
                    <a:pt x="70383" y="21463"/>
                  </a:lnTo>
                  <a:lnTo>
                    <a:pt x="70231" y="21412"/>
                  </a:lnTo>
                  <a:lnTo>
                    <a:pt x="70180" y="20955"/>
                  </a:lnTo>
                  <a:lnTo>
                    <a:pt x="70866" y="21463"/>
                  </a:lnTo>
                  <a:lnTo>
                    <a:pt x="70866" y="18059"/>
                  </a:lnTo>
                  <a:lnTo>
                    <a:pt x="70700" y="17780"/>
                  </a:lnTo>
                  <a:lnTo>
                    <a:pt x="71234" y="17780"/>
                  </a:lnTo>
                  <a:lnTo>
                    <a:pt x="71805" y="17780"/>
                  </a:lnTo>
                  <a:lnTo>
                    <a:pt x="71970" y="18288"/>
                  </a:lnTo>
                  <a:lnTo>
                    <a:pt x="71970" y="17780"/>
                  </a:lnTo>
                  <a:lnTo>
                    <a:pt x="74079" y="17780"/>
                  </a:lnTo>
                  <a:lnTo>
                    <a:pt x="74269" y="17780"/>
                  </a:lnTo>
                  <a:lnTo>
                    <a:pt x="74498" y="17780"/>
                  </a:lnTo>
                  <a:lnTo>
                    <a:pt x="74295" y="17907"/>
                  </a:lnTo>
                  <a:lnTo>
                    <a:pt x="74371" y="18288"/>
                  </a:lnTo>
                  <a:lnTo>
                    <a:pt x="75158" y="17780"/>
                  </a:lnTo>
                  <a:lnTo>
                    <a:pt x="75222" y="18288"/>
                  </a:lnTo>
                  <a:lnTo>
                    <a:pt x="75222" y="16852"/>
                  </a:lnTo>
                  <a:lnTo>
                    <a:pt x="75196" y="16637"/>
                  </a:lnTo>
                  <a:lnTo>
                    <a:pt x="75438" y="16637"/>
                  </a:lnTo>
                  <a:lnTo>
                    <a:pt x="75666" y="16637"/>
                  </a:lnTo>
                  <a:lnTo>
                    <a:pt x="75946" y="16637"/>
                  </a:lnTo>
                  <a:lnTo>
                    <a:pt x="76060" y="17018"/>
                  </a:lnTo>
                  <a:lnTo>
                    <a:pt x="76060" y="16129"/>
                  </a:lnTo>
                  <a:lnTo>
                    <a:pt x="75844" y="16129"/>
                  </a:lnTo>
                  <a:lnTo>
                    <a:pt x="75476" y="16129"/>
                  </a:lnTo>
                  <a:lnTo>
                    <a:pt x="75450" y="16421"/>
                  </a:lnTo>
                  <a:lnTo>
                    <a:pt x="75374" y="16129"/>
                  </a:lnTo>
                  <a:lnTo>
                    <a:pt x="75145" y="16205"/>
                  </a:lnTo>
                  <a:lnTo>
                    <a:pt x="75057" y="16637"/>
                  </a:lnTo>
                  <a:lnTo>
                    <a:pt x="74993" y="16789"/>
                  </a:lnTo>
                  <a:lnTo>
                    <a:pt x="74637" y="16713"/>
                  </a:lnTo>
                  <a:lnTo>
                    <a:pt x="74637" y="17272"/>
                  </a:lnTo>
                  <a:lnTo>
                    <a:pt x="74599" y="17399"/>
                  </a:lnTo>
                  <a:lnTo>
                    <a:pt x="73799" y="17272"/>
                  </a:lnTo>
                  <a:lnTo>
                    <a:pt x="73926" y="17526"/>
                  </a:lnTo>
                  <a:lnTo>
                    <a:pt x="73787" y="17272"/>
                  </a:lnTo>
                  <a:lnTo>
                    <a:pt x="74625" y="17272"/>
                  </a:lnTo>
                  <a:lnTo>
                    <a:pt x="74637" y="16713"/>
                  </a:lnTo>
                  <a:lnTo>
                    <a:pt x="74282" y="16637"/>
                  </a:lnTo>
                  <a:lnTo>
                    <a:pt x="75057" y="16637"/>
                  </a:lnTo>
                  <a:lnTo>
                    <a:pt x="75057" y="16129"/>
                  </a:lnTo>
                  <a:lnTo>
                    <a:pt x="74930" y="16129"/>
                  </a:lnTo>
                  <a:lnTo>
                    <a:pt x="74853" y="15621"/>
                  </a:lnTo>
                  <a:lnTo>
                    <a:pt x="76263" y="15621"/>
                  </a:lnTo>
                  <a:lnTo>
                    <a:pt x="76301" y="16129"/>
                  </a:lnTo>
                  <a:lnTo>
                    <a:pt x="76301" y="14097"/>
                  </a:lnTo>
                  <a:lnTo>
                    <a:pt x="76174" y="14097"/>
                  </a:lnTo>
                  <a:lnTo>
                    <a:pt x="76149" y="14351"/>
                  </a:lnTo>
                  <a:lnTo>
                    <a:pt x="75907" y="14262"/>
                  </a:lnTo>
                  <a:lnTo>
                    <a:pt x="75907" y="15113"/>
                  </a:lnTo>
                  <a:lnTo>
                    <a:pt x="75819" y="15240"/>
                  </a:lnTo>
                  <a:lnTo>
                    <a:pt x="75717" y="15113"/>
                  </a:lnTo>
                  <a:lnTo>
                    <a:pt x="75907" y="15113"/>
                  </a:lnTo>
                  <a:lnTo>
                    <a:pt x="75907" y="14262"/>
                  </a:lnTo>
                  <a:lnTo>
                    <a:pt x="75514" y="14097"/>
                  </a:lnTo>
                  <a:lnTo>
                    <a:pt x="74625" y="14097"/>
                  </a:lnTo>
                  <a:lnTo>
                    <a:pt x="74625" y="16129"/>
                  </a:lnTo>
                  <a:lnTo>
                    <a:pt x="74422" y="16256"/>
                  </a:lnTo>
                  <a:lnTo>
                    <a:pt x="74218" y="16383"/>
                  </a:lnTo>
                  <a:lnTo>
                    <a:pt x="74218" y="16129"/>
                  </a:lnTo>
                  <a:lnTo>
                    <a:pt x="74523" y="16129"/>
                  </a:lnTo>
                  <a:lnTo>
                    <a:pt x="74625" y="14097"/>
                  </a:lnTo>
                  <a:lnTo>
                    <a:pt x="74117" y="14097"/>
                  </a:lnTo>
                  <a:lnTo>
                    <a:pt x="74117" y="15621"/>
                  </a:lnTo>
                  <a:lnTo>
                    <a:pt x="74117" y="16421"/>
                  </a:lnTo>
                  <a:lnTo>
                    <a:pt x="74091" y="16129"/>
                  </a:lnTo>
                  <a:lnTo>
                    <a:pt x="72986" y="16395"/>
                  </a:lnTo>
                  <a:lnTo>
                    <a:pt x="73088" y="16129"/>
                  </a:lnTo>
                  <a:lnTo>
                    <a:pt x="73317" y="16129"/>
                  </a:lnTo>
                  <a:lnTo>
                    <a:pt x="73571" y="16129"/>
                  </a:lnTo>
                  <a:lnTo>
                    <a:pt x="73355" y="16065"/>
                  </a:lnTo>
                  <a:lnTo>
                    <a:pt x="73621" y="15621"/>
                  </a:lnTo>
                  <a:lnTo>
                    <a:pt x="74117" y="15621"/>
                  </a:lnTo>
                  <a:lnTo>
                    <a:pt x="74117" y="14097"/>
                  </a:lnTo>
                  <a:lnTo>
                    <a:pt x="73342" y="14097"/>
                  </a:lnTo>
                  <a:lnTo>
                    <a:pt x="73253" y="13830"/>
                  </a:lnTo>
                  <a:lnTo>
                    <a:pt x="73164" y="13462"/>
                  </a:lnTo>
                  <a:lnTo>
                    <a:pt x="73901" y="13462"/>
                  </a:lnTo>
                  <a:lnTo>
                    <a:pt x="73736" y="13563"/>
                  </a:lnTo>
                  <a:lnTo>
                    <a:pt x="77304" y="14097"/>
                  </a:lnTo>
                  <a:lnTo>
                    <a:pt x="77571" y="13462"/>
                  </a:lnTo>
                  <a:lnTo>
                    <a:pt x="77774" y="13462"/>
                  </a:lnTo>
                  <a:lnTo>
                    <a:pt x="77774" y="10287"/>
                  </a:lnTo>
                  <a:lnTo>
                    <a:pt x="77711" y="10922"/>
                  </a:lnTo>
                  <a:lnTo>
                    <a:pt x="77711" y="12954"/>
                  </a:lnTo>
                  <a:lnTo>
                    <a:pt x="77609" y="13258"/>
                  </a:lnTo>
                  <a:lnTo>
                    <a:pt x="77673" y="12954"/>
                  </a:lnTo>
                  <a:lnTo>
                    <a:pt x="77711" y="10922"/>
                  </a:lnTo>
                  <a:lnTo>
                    <a:pt x="77635" y="11099"/>
                  </a:lnTo>
                  <a:lnTo>
                    <a:pt x="77533" y="11328"/>
                  </a:lnTo>
                  <a:lnTo>
                    <a:pt x="77546" y="11125"/>
                  </a:lnTo>
                  <a:lnTo>
                    <a:pt x="77584" y="10922"/>
                  </a:lnTo>
                  <a:lnTo>
                    <a:pt x="77355" y="11087"/>
                  </a:lnTo>
                  <a:lnTo>
                    <a:pt x="77355" y="11430"/>
                  </a:lnTo>
                  <a:lnTo>
                    <a:pt x="77190" y="11798"/>
                  </a:lnTo>
                  <a:lnTo>
                    <a:pt x="77190" y="11430"/>
                  </a:lnTo>
                  <a:lnTo>
                    <a:pt x="77355" y="11430"/>
                  </a:lnTo>
                  <a:lnTo>
                    <a:pt x="77355" y="11087"/>
                  </a:lnTo>
                  <a:lnTo>
                    <a:pt x="77203" y="10922"/>
                  </a:lnTo>
                  <a:lnTo>
                    <a:pt x="77190" y="11074"/>
                  </a:lnTo>
                  <a:lnTo>
                    <a:pt x="77190" y="10922"/>
                  </a:lnTo>
                  <a:lnTo>
                    <a:pt x="77520" y="10922"/>
                  </a:lnTo>
                  <a:lnTo>
                    <a:pt x="77711" y="10922"/>
                  </a:lnTo>
                  <a:lnTo>
                    <a:pt x="77711" y="10287"/>
                  </a:lnTo>
                  <a:lnTo>
                    <a:pt x="77508" y="10287"/>
                  </a:lnTo>
                  <a:lnTo>
                    <a:pt x="77355" y="10287"/>
                  </a:lnTo>
                  <a:lnTo>
                    <a:pt x="76987" y="10490"/>
                  </a:lnTo>
                  <a:lnTo>
                    <a:pt x="76987" y="11239"/>
                  </a:lnTo>
                  <a:lnTo>
                    <a:pt x="76987" y="10490"/>
                  </a:lnTo>
                  <a:lnTo>
                    <a:pt x="76974" y="10922"/>
                  </a:lnTo>
                  <a:lnTo>
                    <a:pt x="76974" y="11226"/>
                  </a:lnTo>
                  <a:lnTo>
                    <a:pt x="76923" y="10972"/>
                  </a:lnTo>
                  <a:lnTo>
                    <a:pt x="76974" y="10490"/>
                  </a:lnTo>
                  <a:lnTo>
                    <a:pt x="76466" y="10756"/>
                  </a:lnTo>
                  <a:lnTo>
                    <a:pt x="76517" y="10287"/>
                  </a:lnTo>
                  <a:lnTo>
                    <a:pt x="73113" y="10287"/>
                  </a:lnTo>
                  <a:lnTo>
                    <a:pt x="73113" y="12446"/>
                  </a:lnTo>
                  <a:lnTo>
                    <a:pt x="73101" y="15113"/>
                  </a:lnTo>
                  <a:lnTo>
                    <a:pt x="72809" y="15113"/>
                  </a:lnTo>
                  <a:lnTo>
                    <a:pt x="72809" y="15875"/>
                  </a:lnTo>
                  <a:lnTo>
                    <a:pt x="72047" y="15621"/>
                  </a:lnTo>
                  <a:lnTo>
                    <a:pt x="72174" y="15621"/>
                  </a:lnTo>
                  <a:lnTo>
                    <a:pt x="72517" y="15621"/>
                  </a:lnTo>
                  <a:lnTo>
                    <a:pt x="72694" y="15621"/>
                  </a:lnTo>
                  <a:lnTo>
                    <a:pt x="72809" y="15875"/>
                  </a:lnTo>
                  <a:lnTo>
                    <a:pt x="72809" y="15113"/>
                  </a:lnTo>
                  <a:lnTo>
                    <a:pt x="72466" y="15113"/>
                  </a:lnTo>
                  <a:lnTo>
                    <a:pt x="72377" y="15265"/>
                  </a:lnTo>
                  <a:lnTo>
                    <a:pt x="72110" y="15113"/>
                  </a:lnTo>
                  <a:lnTo>
                    <a:pt x="71755" y="15113"/>
                  </a:lnTo>
                  <a:lnTo>
                    <a:pt x="71602" y="15113"/>
                  </a:lnTo>
                  <a:lnTo>
                    <a:pt x="72250" y="15392"/>
                  </a:lnTo>
                  <a:lnTo>
                    <a:pt x="71564" y="15214"/>
                  </a:lnTo>
                  <a:lnTo>
                    <a:pt x="71450" y="15494"/>
                  </a:lnTo>
                  <a:lnTo>
                    <a:pt x="71424" y="17272"/>
                  </a:lnTo>
                  <a:lnTo>
                    <a:pt x="71374" y="17411"/>
                  </a:lnTo>
                  <a:lnTo>
                    <a:pt x="71170" y="17272"/>
                  </a:lnTo>
                  <a:lnTo>
                    <a:pt x="71424" y="17272"/>
                  </a:lnTo>
                  <a:lnTo>
                    <a:pt x="71424" y="15582"/>
                  </a:lnTo>
                  <a:lnTo>
                    <a:pt x="71272" y="15875"/>
                  </a:lnTo>
                  <a:lnTo>
                    <a:pt x="70904" y="15621"/>
                  </a:lnTo>
                  <a:lnTo>
                    <a:pt x="71081" y="15621"/>
                  </a:lnTo>
                  <a:lnTo>
                    <a:pt x="71335" y="15621"/>
                  </a:lnTo>
                  <a:lnTo>
                    <a:pt x="71323" y="15367"/>
                  </a:lnTo>
                  <a:lnTo>
                    <a:pt x="71285" y="14605"/>
                  </a:lnTo>
                  <a:lnTo>
                    <a:pt x="71755" y="15113"/>
                  </a:lnTo>
                  <a:lnTo>
                    <a:pt x="71996" y="14605"/>
                  </a:lnTo>
                  <a:lnTo>
                    <a:pt x="72313" y="14605"/>
                  </a:lnTo>
                  <a:lnTo>
                    <a:pt x="72351" y="15113"/>
                  </a:lnTo>
                  <a:lnTo>
                    <a:pt x="72732" y="14605"/>
                  </a:lnTo>
                  <a:lnTo>
                    <a:pt x="73101" y="15113"/>
                  </a:lnTo>
                  <a:lnTo>
                    <a:pt x="73101" y="12458"/>
                  </a:lnTo>
                  <a:lnTo>
                    <a:pt x="72783" y="12496"/>
                  </a:lnTo>
                  <a:lnTo>
                    <a:pt x="72783" y="14097"/>
                  </a:lnTo>
                  <a:lnTo>
                    <a:pt x="72682" y="14351"/>
                  </a:lnTo>
                  <a:lnTo>
                    <a:pt x="71170" y="14109"/>
                  </a:lnTo>
                  <a:lnTo>
                    <a:pt x="71869" y="14097"/>
                  </a:lnTo>
                  <a:lnTo>
                    <a:pt x="72034" y="14097"/>
                  </a:lnTo>
                  <a:lnTo>
                    <a:pt x="72390" y="14097"/>
                  </a:lnTo>
                  <a:lnTo>
                    <a:pt x="72631" y="14097"/>
                  </a:lnTo>
                  <a:lnTo>
                    <a:pt x="72783" y="14097"/>
                  </a:lnTo>
                  <a:lnTo>
                    <a:pt x="72783" y="12496"/>
                  </a:lnTo>
                  <a:lnTo>
                    <a:pt x="72453" y="12534"/>
                  </a:lnTo>
                  <a:lnTo>
                    <a:pt x="72453" y="12954"/>
                  </a:lnTo>
                  <a:lnTo>
                    <a:pt x="72047" y="13068"/>
                  </a:lnTo>
                  <a:lnTo>
                    <a:pt x="72047" y="13462"/>
                  </a:lnTo>
                  <a:lnTo>
                    <a:pt x="71831" y="13550"/>
                  </a:lnTo>
                  <a:lnTo>
                    <a:pt x="72047" y="13462"/>
                  </a:lnTo>
                  <a:lnTo>
                    <a:pt x="72047" y="13068"/>
                  </a:lnTo>
                  <a:lnTo>
                    <a:pt x="72453" y="12954"/>
                  </a:lnTo>
                  <a:lnTo>
                    <a:pt x="72453" y="12534"/>
                  </a:lnTo>
                  <a:lnTo>
                    <a:pt x="71856" y="12598"/>
                  </a:lnTo>
                  <a:lnTo>
                    <a:pt x="71856" y="12954"/>
                  </a:lnTo>
                  <a:lnTo>
                    <a:pt x="71716" y="13055"/>
                  </a:lnTo>
                  <a:lnTo>
                    <a:pt x="71716" y="13589"/>
                  </a:lnTo>
                  <a:lnTo>
                    <a:pt x="71462" y="13462"/>
                  </a:lnTo>
                  <a:lnTo>
                    <a:pt x="71615" y="13462"/>
                  </a:lnTo>
                  <a:lnTo>
                    <a:pt x="71716" y="13589"/>
                  </a:lnTo>
                  <a:lnTo>
                    <a:pt x="71716" y="13055"/>
                  </a:lnTo>
                  <a:lnTo>
                    <a:pt x="71513" y="13182"/>
                  </a:lnTo>
                  <a:lnTo>
                    <a:pt x="71208" y="13271"/>
                  </a:lnTo>
                  <a:lnTo>
                    <a:pt x="71069" y="13309"/>
                  </a:lnTo>
                  <a:lnTo>
                    <a:pt x="71043" y="13462"/>
                  </a:lnTo>
                  <a:lnTo>
                    <a:pt x="70853" y="13982"/>
                  </a:lnTo>
                  <a:lnTo>
                    <a:pt x="70751" y="14287"/>
                  </a:lnTo>
                  <a:lnTo>
                    <a:pt x="70637" y="14605"/>
                  </a:lnTo>
                  <a:lnTo>
                    <a:pt x="70548" y="15024"/>
                  </a:lnTo>
                  <a:lnTo>
                    <a:pt x="70472" y="17780"/>
                  </a:lnTo>
                  <a:lnTo>
                    <a:pt x="70421" y="17526"/>
                  </a:lnTo>
                  <a:lnTo>
                    <a:pt x="70472" y="17780"/>
                  </a:lnTo>
                  <a:lnTo>
                    <a:pt x="70472" y="15011"/>
                  </a:lnTo>
                  <a:lnTo>
                    <a:pt x="70446" y="16637"/>
                  </a:lnTo>
                  <a:lnTo>
                    <a:pt x="70307" y="16852"/>
                  </a:lnTo>
                  <a:lnTo>
                    <a:pt x="70243" y="16637"/>
                  </a:lnTo>
                  <a:lnTo>
                    <a:pt x="70446" y="16637"/>
                  </a:lnTo>
                  <a:lnTo>
                    <a:pt x="70446" y="15011"/>
                  </a:lnTo>
                  <a:lnTo>
                    <a:pt x="70142" y="14605"/>
                  </a:lnTo>
                  <a:lnTo>
                    <a:pt x="70129" y="17272"/>
                  </a:lnTo>
                  <a:lnTo>
                    <a:pt x="70065" y="20447"/>
                  </a:lnTo>
                  <a:lnTo>
                    <a:pt x="70040" y="20574"/>
                  </a:lnTo>
                  <a:lnTo>
                    <a:pt x="69748" y="20447"/>
                  </a:lnTo>
                  <a:lnTo>
                    <a:pt x="69926" y="20853"/>
                  </a:lnTo>
                  <a:lnTo>
                    <a:pt x="69697" y="20447"/>
                  </a:lnTo>
                  <a:lnTo>
                    <a:pt x="69697" y="21209"/>
                  </a:lnTo>
                  <a:lnTo>
                    <a:pt x="69011" y="20955"/>
                  </a:lnTo>
                  <a:lnTo>
                    <a:pt x="69621" y="20955"/>
                  </a:lnTo>
                  <a:lnTo>
                    <a:pt x="69697" y="21209"/>
                  </a:lnTo>
                  <a:lnTo>
                    <a:pt x="69697" y="20447"/>
                  </a:lnTo>
                  <a:lnTo>
                    <a:pt x="70065" y="20447"/>
                  </a:lnTo>
                  <a:lnTo>
                    <a:pt x="70065" y="17360"/>
                  </a:lnTo>
                  <a:lnTo>
                    <a:pt x="69938" y="17526"/>
                  </a:lnTo>
                  <a:lnTo>
                    <a:pt x="69888" y="17272"/>
                  </a:lnTo>
                  <a:lnTo>
                    <a:pt x="69634" y="17272"/>
                  </a:lnTo>
                  <a:lnTo>
                    <a:pt x="68795" y="17526"/>
                  </a:lnTo>
                  <a:lnTo>
                    <a:pt x="68707" y="17310"/>
                  </a:lnTo>
                  <a:lnTo>
                    <a:pt x="68707" y="17780"/>
                  </a:lnTo>
                  <a:lnTo>
                    <a:pt x="68427" y="18034"/>
                  </a:lnTo>
                  <a:lnTo>
                    <a:pt x="68453" y="17780"/>
                  </a:lnTo>
                  <a:lnTo>
                    <a:pt x="68707" y="17780"/>
                  </a:lnTo>
                  <a:lnTo>
                    <a:pt x="68707" y="17310"/>
                  </a:lnTo>
                  <a:lnTo>
                    <a:pt x="68884" y="17272"/>
                  </a:lnTo>
                  <a:lnTo>
                    <a:pt x="68834" y="16637"/>
                  </a:lnTo>
                  <a:lnTo>
                    <a:pt x="69037" y="16637"/>
                  </a:lnTo>
                  <a:lnTo>
                    <a:pt x="69621" y="16637"/>
                  </a:lnTo>
                  <a:lnTo>
                    <a:pt x="70078" y="17221"/>
                  </a:lnTo>
                  <a:lnTo>
                    <a:pt x="70129" y="14681"/>
                  </a:lnTo>
                  <a:lnTo>
                    <a:pt x="70078" y="14947"/>
                  </a:lnTo>
                  <a:lnTo>
                    <a:pt x="70027" y="14605"/>
                  </a:lnTo>
                  <a:lnTo>
                    <a:pt x="69761" y="14605"/>
                  </a:lnTo>
                  <a:lnTo>
                    <a:pt x="69761" y="14897"/>
                  </a:lnTo>
                  <a:lnTo>
                    <a:pt x="69253" y="14820"/>
                  </a:lnTo>
                  <a:lnTo>
                    <a:pt x="69253" y="15621"/>
                  </a:lnTo>
                  <a:lnTo>
                    <a:pt x="69024" y="16129"/>
                  </a:lnTo>
                  <a:lnTo>
                    <a:pt x="68694" y="15621"/>
                  </a:lnTo>
                  <a:lnTo>
                    <a:pt x="69075" y="15621"/>
                  </a:lnTo>
                  <a:lnTo>
                    <a:pt x="69253" y="15621"/>
                  </a:lnTo>
                  <a:lnTo>
                    <a:pt x="69253" y="14820"/>
                  </a:lnTo>
                  <a:lnTo>
                    <a:pt x="68808" y="14757"/>
                  </a:lnTo>
                  <a:lnTo>
                    <a:pt x="68808" y="15113"/>
                  </a:lnTo>
                  <a:lnTo>
                    <a:pt x="68541" y="15290"/>
                  </a:lnTo>
                  <a:lnTo>
                    <a:pt x="68478" y="15113"/>
                  </a:lnTo>
                  <a:lnTo>
                    <a:pt x="68719" y="15113"/>
                  </a:lnTo>
                  <a:lnTo>
                    <a:pt x="68808" y="14757"/>
                  </a:lnTo>
                  <a:lnTo>
                    <a:pt x="68580" y="14719"/>
                  </a:lnTo>
                  <a:lnTo>
                    <a:pt x="68834" y="14605"/>
                  </a:lnTo>
                  <a:lnTo>
                    <a:pt x="69405" y="14605"/>
                  </a:lnTo>
                  <a:lnTo>
                    <a:pt x="69570" y="14605"/>
                  </a:lnTo>
                  <a:lnTo>
                    <a:pt x="69354" y="14490"/>
                  </a:lnTo>
                  <a:lnTo>
                    <a:pt x="69291" y="14300"/>
                  </a:lnTo>
                  <a:lnTo>
                    <a:pt x="69138" y="14325"/>
                  </a:lnTo>
                  <a:lnTo>
                    <a:pt x="69291" y="14287"/>
                  </a:lnTo>
                  <a:lnTo>
                    <a:pt x="69227" y="14097"/>
                  </a:lnTo>
                  <a:lnTo>
                    <a:pt x="69062" y="14312"/>
                  </a:lnTo>
                  <a:lnTo>
                    <a:pt x="68719" y="14097"/>
                  </a:lnTo>
                  <a:lnTo>
                    <a:pt x="70675" y="14097"/>
                  </a:lnTo>
                  <a:lnTo>
                    <a:pt x="70637" y="14338"/>
                  </a:lnTo>
                  <a:lnTo>
                    <a:pt x="70599" y="14605"/>
                  </a:lnTo>
                  <a:lnTo>
                    <a:pt x="70726" y="14300"/>
                  </a:lnTo>
                  <a:lnTo>
                    <a:pt x="70815" y="14097"/>
                  </a:lnTo>
                  <a:lnTo>
                    <a:pt x="70675" y="14058"/>
                  </a:lnTo>
                  <a:lnTo>
                    <a:pt x="70764" y="13462"/>
                  </a:lnTo>
                  <a:lnTo>
                    <a:pt x="71043" y="13462"/>
                  </a:lnTo>
                  <a:lnTo>
                    <a:pt x="71043" y="13322"/>
                  </a:lnTo>
                  <a:lnTo>
                    <a:pt x="70853" y="13373"/>
                  </a:lnTo>
                  <a:lnTo>
                    <a:pt x="70472" y="13462"/>
                  </a:lnTo>
                  <a:lnTo>
                    <a:pt x="69545" y="13462"/>
                  </a:lnTo>
                  <a:lnTo>
                    <a:pt x="69062" y="13462"/>
                  </a:lnTo>
                  <a:lnTo>
                    <a:pt x="68605" y="13462"/>
                  </a:lnTo>
                  <a:lnTo>
                    <a:pt x="68478" y="13462"/>
                  </a:lnTo>
                  <a:lnTo>
                    <a:pt x="68478" y="14605"/>
                  </a:lnTo>
                  <a:lnTo>
                    <a:pt x="68351" y="14605"/>
                  </a:lnTo>
                  <a:lnTo>
                    <a:pt x="68186" y="14655"/>
                  </a:lnTo>
                  <a:lnTo>
                    <a:pt x="68186" y="16637"/>
                  </a:lnTo>
                  <a:lnTo>
                    <a:pt x="68148" y="16891"/>
                  </a:lnTo>
                  <a:lnTo>
                    <a:pt x="67678" y="16637"/>
                  </a:lnTo>
                  <a:lnTo>
                    <a:pt x="68186" y="16637"/>
                  </a:lnTo>
                  <a:lnTo>
                    <a:pt x="68186" y="14655"/>
                  </a:lnTo>
                  <a:lnTo>
                    <a:pt x="67932" y="14605"/>
                  </a:lnTo>
                  <a:lnTo>
                    <a:pt x="67767" y="14833"/>
                  </a:lnTo>
                  <a:lnTo>
                    <a:pt x="67703" y="14605"/>
                  </a:lnTo>
                  <a:lnTo>
                    <a:pt x="67894" y="14605"/>
                  </a:lnTo>
                  <a:lnTo>
                    <a:pt x="68173" y="14097"/>
                  </a:lnTo>
                  <a:lnTo>
                    <a:pt x="67640" y="14249"/>
                  </a:lnTo>
                  <a:lnTo>
                    <a:pt x="67627" y="14109"/>
                  </a:lnTo>
                  <a:lnTo>
                    <a:pt x="67779" y="14097"/>
                  </a:lnTo>
                  <a:lnTo>
                    <a:pt x="68097" y="14097"/>
                  </a:lnTo>
                  <a:lnTo>
                    <a:pt x="68402" y="14503"/>
                  </a:lnTo>
                  <a:lnTo>
                    <a:pt x="68478" y="13462"/>
                  </a:lnTo>
                  <a:lnTo>
                    <a:pt x="68313" y="13462"/>
                  </a:lnTo>
                  <a:lnTo>
                    <a:pt x="68313" y="13627"/>
                  </a:lnTo>
                  <a:lnTo>
                    <a:pt x="68313" y="13970"/>
                  </a:lnTo>
                  <a:lnTo>
                    <a:pt x="67297" y="13462"/>
                  </a:lnTo>
                  <a:lnTo>
                    <a:pt x="67627" y="13919"/>
                  </a:lnTo>
                  <a:lnTo>
                    <a:pt x="67449" y="13881"/>
                  </a:lnTo>
                  <a:lnTo>
                    <a:pt x="67449" y="14097"/>
                  </a:lnTo>
                  <a:lnTo>
                    <a:pt x="67119" y="14185"/>
                  </a:lnTo>
                  <a:lnTo>
                    <a:pt x="67449" y="14097"/>
                  </a:lnTo>
                  <a:lnTo>
                    <a:pt x="67449" y="13881"/>
                  </a:lnTo>
                  <a:lnTo>
                    <a:pt x="66776" y="13703"/>
                  </a:lnTo>
                  <a:lnTo>
                    <a:pt x="66776" y="14897"/>
                  </a:lnTo>
                  <a:lnTo>
                    <a:pt x="66763" y="21463"/>
                  </a:lnTo>
                  <a:lnTo>
                    <a:pt x="65824" y="21717"/>
                  </a:lnTo>
                  <a:lnTo>
                    <a:pt x="65417" y="21501"/>
                  </a:lnTo>
                  <a:lnTo>
                    <a:pt x="64884" y="21780"/>
                  </a:lnTo>
                  <a:lnTo>
                    <a:pt x="64897" y="21615"/>
                  </a:lnTo>
                  <a:lnTo>
                    <a:pt x="64909" y="21463"/>
                  </a:lnTo>
                  <a:lnTo>
                    <a:pt x="64719" y="21463"/>
                  </a:lnTo>
                  <a:lnTo>
                    <a:pt x="64579" y="21463"/>
                  </a:lnTo>
                  <a:lnTo>
                    <a:pt x="65201" y="21094"/>
                  </a:lnTo>
                  <a:lnTo>
                    <a:pt x="64655" y="21209"/>
                  </a:lnTo>
                  <a:lnTo>
                    <a:pt x="65049" y="20955"/>
                  </a:lnTo>
                  <a:lnTo>
                    <a:pt x="64871" y="20955"/>
                  </a:lnTo>
                  <a:lnTo>
                    <a:pt x="64731" y="20713"/>
                  </a:lnTo>
                  <a:lnTo>
                    <a:pt x="64655" y="20561"/>
                  </a:lnTo>
                  <a:lnTo>
                    <a:pt x="64541" y="20751"/>
                  </a:lnTo>
                  <a:lnTo>
                    <a:pt x="64617" y="20485"/>
                  </a:lnTo>
                  <a:lnTo>
                    <a:pt x="65062" y="20650"/>
                  </a:lnTo>
                  <a:lnTo>
                    <a:pt x="65773" y="20955"/>
                  </a:lnTo>
                  <a:lnTo>
                    <a:pt x="66027" y="21463"/>
                  </a:lnTo>
                  <a:lnTo>
                    <a:pt x="66763" y="21463"/>
                  </a:lnTo>
                  <a:lnTo>
                    <a:pt x="66763" y="14909"/>
                  </a:lnTo>
                  <a:lnTo>
                    <a:pt x="66598" y="14922"/>
                  </a:lnTo>
                  <a:lnTo>
                    <a:pt x="66598" y="15113"/>
                  </a:lnTo>
                  <a:lnTo>
                    <a:pt x="66548" y="14935"/>
                  </a:lnTo>
                  <a:lnTo>
                    <a:pt x="66268" y="14986"/>
                  </a:lnTo>
                  <a:lnTo>
                    <a:pt x="66268" y="15621"/>
                  </a:lnTo>
                  <a:lnTo>
                    <a:pt x="66192" y="16129"/>
                  </a:lnTo>
                  <a:lnTo>
                    <a:pt x="65925" y="16129"/>
                  </a:lnTo>
                  <a:lnTo>
                    <a:pt x="65722" y="15621"/>
                  </a:lnTo>
                  <a:lnTo>
                    <a:pt x="65608" y="16002"/>
                  </a:lnTo>
                  <a:lnTo>
                    <a:pt x="65392" y="15621"/>
                  </a:lnTo>
                  <a:lnTo>
                    <a:pt x="65417" y="16129"/>
                  </a:lnTo>
                  <a:lnTo>
                    <a:pt x="64427" y="16129"/>
                  </a:lnTo>
                  <a:lnTo>
                    <a:pt x="64465" y="15621"/>
                  </a:lnTo>
                  <a:lnTo>
                    <a:pt x="64630" y="15621"/>
                  </a:lnTo>
                  <a:lnTo>
                    <a:pt x="64973" y="15621"/>
                  </a:lnTo>
                  <a:lnTo>
                    <a:pt x="65316" y="15621"/>
                  </a:lnTo>
                  <a:lnTo>
                    <a:pt x="65722" y="15621"/>
                  </a:lnTo>
                  <a:lnTo>
                    <a:pt x="66268" y="15621"/>
                  </a:lnTo>
                  <a:lnTo>
                    <a:pt x="66268" y="14986"/>
                  </a:lnTo>
                  <a:lnTo>
                    <a:pt x="65773" y="15074"/>
                  </a:lnTo>
                  <a:lnTo>
                    <a:pt x="66040" y="14605"/>
                  </a:lnTo>
                  <a:lnTo>
                    <a:pt x="66294" y="14706"/>
                  </a:lnTo>
                  <a:lnTo>
                    <a:pt x="66522" y="14795"/>
                  </a:lnTo>
                  <a:lnTo>
                    <a:pt x="66484" y="14605"/>
                  </a:lnTo>
                  <a:lnTo>
                    <a:pt x="66624" y="14605"/>
                  </a:lnTo>
                  <a:lnTo>
                    <a:pt x="66611" y="14833"/>
                  </a:lnTo>
                  <a:lnTo>
                    <a:pt x="66776" y="14897"/>
                  </a:lnTo>
                  <a:lnTo>
                    <a:pt x="66776" y="13703"/>
                  </a:lnTo>
                  <a:lnTo>
                    <a:pt x="66497" y="13627"/>
                  </a:lnTo>
                  <a:lnTo>
                    <a:pt x="66497" y="14097"/>
                  </a:lnTo>
                  <a:lnTo>
                    <a:pt x="66497" y="14325"/>
                  </a:lnTo>
                  <a:lnTo>
                    <a:pt x="66382" y="14097"/>
                  </a:lnTo>
                  <a:lnTo>
                    <a:pt x="66497" y="13627"/>
                  </a:lnTo>
                  <a:lnTo>
                    <a:pt x="65887" y="13462"/>
                  </a:lnTo>
                  <a:lnTo>
                    <a:pt x="65620" y="13462"/>
                  </a:lnTo>
                  <a:lnTo>
                    <a:pt x="65620" y="15036"/>
                  </a:lnTo>
                  <a:lnTo>
                    <a:pt x="65265" y="14960"/>
                  </a:lnTo>
                  <a:lnTo>
                    <a:pt x="65265" y="15113"/>
                  </a:lnTo>
                  <a:lnTo>
                    <a:pt x="65112" y="15151"/>
                  </a:lnTo>
                  <a:lnTo>
                    <a:pt x="65265" y="15113"/>
                  </a:lnTo>
                  <a:lnTo>
                    <a:pt x="65265" y="14960"/>
                  </a:lnTo>
                  <a:lnTo>
                    <a:pt x="65049" y="14909"/>
                  </a:lnTo>
                  <a:lnTo>
                    <a:pt x="65087" y="14605"/>
                  </a:lnTo>
                  <a:lnTo>
                    <a:pt x="65316" y="14605"/>
                  </a:lnTo>
                  <a:lnTo>
                    <a:pt x="65620" y="15036"/>
                  </a:lnTo>
                  <a:lnTo>
                    <a:pt x="65620" y="13462"/>
                  </a:lnTo>
                  <a:lnTo>
                    <a:pt x="64795" y="13462"/>
                  </a:lnTo>
                  <a:lnTo>
                    <a:pt x="64503" y="13576"/>
                  </a:lnTo>
                  <a:lnTo>
                    <a:pt x="64503" y="15113"/>
                  </a:lnTo>
                  <a:lnTo>
                    <a:pt x="64490" y="15252"/>
                  </a:lnTo>
                  <a:lnTo>
                    <a:pt x="64262" y="15303"/>
                  </a:lnTo>
                  <a:lnTo>
                    <a:pt x="64236" y="20447"/>
                  </a:lnTo>
                  <a:lnTo>
                    <a:pt x="64173" y="20701"/>
                  </a:lnTo>
                  <a:lnTo>
                    <a:pt x="63766" y="20535"/>
                  </a:lnTo>
                  <a:lnTo>
                    <a:pt x="63766" y="21704"/>
                  </a:lnTo>
                  <a:lnTo>
                    <a:pt x="63563" y="21615"/>
                  </a:lnTo>
                  <a:lnTo>
                    <a:pt x="63538" y="21971"/>
                  </a:lnTo>
                  <a:lnTo>
                    <a:pt x="63398" y="21971"/>
                  </a:lnTo>
                  <a:lnTo>
                    <a:pt x="63055" y="22250"/>
                  </a:lnTo>
                  <a:lnTo>
                    <a:pt x="62865" y="22098"/>
                  </a:lnTo>
                  <a:lnTo>
                    <a:pt x="62865" y="22517"/>
                  </a:lnTo>
                  <a:lnTo>
                    <a:pt x="62611" y="22669"/>
                  </a:lnTo>
                  <a:lnTo>
                    <a:pt x="62572" y="22479"/>
                  </a:lnTo>
                  <a:lnTo>
                    <a:pt x="62090" y="22669"/>
                  </a:lnTo>
                  <a:lnTo>
                    <a:pt x="62090" y="25146"/>
                  </a:lnTo>
                  <a:lnTo>
                    <a:pt x="61480" y="25285"/>
                  </a:lnTo>
                  <a:lnTo>
                    <a:pt x="61506" y="25146"/>
                  </a:lnTo>
                  <a:lnTo>
                    <a:pt x="61188" y="25349"/>
                  </a:lnTo>
                  <a:lnTo>
                    <a:pt x="61074" y="25146"/>
                  </a:lnTo>
                  <a:lnTo>
                    <a:pt x="61315" y="25146"/>
                  </a:lnTo>
                  <a:lnTo>
                    <a:pt x="61214" y="24638"/>
                  </a:lnTo>
                  <a:lnTo>
                    <a:pt x="61633" y="24638"/>
                  </a:lnTo>
                  <a:lnTo>
                    <a:pt x="62077" y="24879"/>
                  </a:lnTo>
                  <a:lnTo>
                    <a:pt x="61506" y="25146"/>
                  </a:lnTo>
                  <a:lnTo>
                    <a:pt x="61963" y="25146"/>
                  </a:lnTo>
                  <a:lnTo>
                    <a:pt x="62090" y="25146"/>
                  </a:lnTo>
                  <a:lnTo>
                    <a:pt x="62090" y="22669"/>
                  </a:lnTo>
                  <a:lnTo>
                    <a:pt x="61861" y="22758"/>
                  </a:lnTo>
                  <a:lnTo>
                    <a:pt x="61988" y="22555"/>
                  </a:lnTo>
                  <a:lnTo>
                    <a:pt x="61544" y="22720"/>
                  </a:lnTo>
                  <a:lnTo>
                    <a:pt x="61506" y="22479"/>
                  </a:lnTo>
                  <a:lnTo>
                    <a:pt x="62039" y="22479"/>
                  </a:lnTo>
                  <a:lnTo>
                    <a:pt x="62852" y="22479"/>
                  </a:lnTo>
                  <a:lnTo>
                    <a:pt x="62865" y="22098"/>
                  </a:lnTo>
                  <a:lnTo>
                    <a:pt x="62306" y="22098"/>
                  </a:lnTo>
                  <a:lnTo>
                    <a:pt x="60972" y="22263"/>
                  </a:lnTo>
                  <a:lnTo>
                    <a:pt x="60972" y="25400"/>
                  </a:lnTo>
                  <a:lnTo>
                    <a:pt x="60883" y="25273"/>
                  </a:lnTo>
                  <a:lnTo>
                    <a:pt x="60972" y="25400"/>
                  </a:lnTo>
                  <a:lnTo>
                    <a:pt x="60972" y="22263"/>
                  </a:lnTo>
                  <a:lnTo>
                    <a:pt x="60540" y="22301"/>
                  </a:lnTo>
                  <a:lnTo>
                    <a:pt x="61696" y="21971"/>
                  </a:lnTo>
                  <a:lnTo>
                    <a:pt x="62166" y="21971"/>
                  </a:lnTo>
                  <a:lnTo>
                    <a:pt x="62357" y="21971"/>
                  </a:lnTo>
                  <a:lnTo>
                    <a:pt x="62623" y="21971"/>
                  </a:lnTo>
                  <a:lnTo>
                    <a:pt x="62318" y="21463"/>
                  </a:lnTo>
                  <a:lnTo>
                    <a:pt x="61442" y="21971"/>
                  </a:lnTo>
                  <a:lnTo>
                    <a:pt x="59347" y="21971"/>
                  </a:lnTo>
                  <a:lnTo>
                    <a:pt x="59347" y="25146"/>
                  </a:lnTo>
                  <a:lnTo>
                    <a:pt x="59347" y="25323"/>
                  </a:lnTo>
                  <a:lnTo>
                    <a:pt x="58597" y="25146"/>
                  </a:lnTo>
                  <a:lnTo>
                    <a:pt x="59321" y="25628"/>
                  </a:lnTo>
                  <a:lnTo>
                    <a:pt x="58534" y="25146"/>
                  </a:lnTo>
                  <a:lnTo>
                    <a:pt x="59321" y="25146"/>
                  </a:lnTo>
                  <a:lnTo>
                    <a:pt x="59347" y="21971"/>
                  </a:lnTo>
                  <a:lnTo>
                    <a:pt x="58039" y="21971"/>
                  </a:lnTo>
                  <a:lnTo>
                    <a:pt x="58039" y="26162"/>
                  </a:lnTo>
                  <a:lnTo>
                    <a:pt x="57746" y="26797"/>
                  </a:lnTo>
                  <a:lnTo>
                    <a:pt x="57708" y="26162"/>
                  </a:lnTo>
                  <a:lnTo>
                    <a:pt x="58039" y="26162"/>
                  </a:lnTo>
                  <a:lnTo>
                    <a:pt x="58039" y="21971"/>
                  </a:lnTo>
                  <a:lnTo>
                    <a:pt x="55549" y="21971"/>
                  </a:lnTo>
                  <a:lnTo>
                    <a:pt x="55549" y="25146"/>
                  </a:lnTo>
                  <a:lnTo>
                    <a:pt x="55537" y="27305"/>
                  </a:lnTo>
                  <a:lnTo>
                    <a:pt x="55257" y="27432"/>
                  </a:lnTo>
                  <a:lnTo>
                    <a:pt x="55054" y="27305"/>
                  </a:lnTo>
                  <a:lnTo>
                    <a:pt x="55219" y="27305"/>
                  </a:lnTo>
                  <a:lnTo>
                    <a:pt x="55537" y="27305"/>
                  </a:lnTo>
                  <a:lnTo>
                    <a:pt x="55537" y="25196"/>
                  </a:lnTo>
                  <a:lnTo>
                    <a:pt x="55232" y="26162"/>
                  </a:lnTo>
                  <a:lnTo>
                    <a:pt x="55422" y="25146"/>
                  </a:lnTo>
                  <a:lnTo>
                    <a:pt x="55549" y="25146"/>
                  </a:lnTo>
                  <a:lnTo>
                    <a:pt x="55549" y="21971"/>
                  </a:lnTo>
                  <a:lnTo>
                    <a:pt x="55422" y="21971"/>
                  </a:lnTo>
                  <a:lnTo>
                    <a:pt x="55422" y="24638"/>
                  </a:lnTo>
                  <a:lnTo>
                    <a:pt x="55257" y="24765"/>
                  </a:lnTo>
                  <a:lnTo>
                    <a:pt x="55283" y="24638"/>
                  </a:lnTo>
                  <a:lnTo>
                    <a:pt x="55422" y="24638"/>
                  </a:lnTo>
                  <a:lnTo>
                    <a:pt x="55422" y="21971"/>
                  </a:lnTo>
                  <a:lnTo>
                    <a:pt x="54800" y="21971"/>
                  </a:lnTo>
                  <a:lnTo>
                    <a:pt x="54800" y="27305"/>
                  </a:lnTo>
                  <a:lnTo>
                    <a:pt x="54762" y="27673"/>
                  </a:lnTo>
                  <a:lnTo>
                    <a:pt x="54470" y="27800"/>
                  </a:lnTo>
                  <a:lnTo>
                    <a:pt x="54432" y="27305"/>
                  </a:lnTo>
                  <a:lnTo>
                    <a:pt x="54800" y="27305"/>
                  </a:lnTo>
                  <a:lnTo>
                    <a:pt x="54800" y="21971"/>
                  </a:lnTo>
                  <a:lnTo>
                    <a:pt x="54762" y="25146"/>
                  </a:lnTo>
                  <a:lnTo>
                    <a:pt x="54394" y="25146"/>
                  </a:lnTo>
                  <a:lnTo>
                    <a:pt x="54343" y="24638"/>
                  </a:lnTo>
                  <a:lnTo>
                    <a:pt x="53797" y="25031"/>
                  </a:lnTo>
                  <a:lnTo>
                    <a:pt x="53822" y="24638"/>
                  </a:lnTo>
                  <a:lnTo>
                    <a:pt x="54000" y="24638"/>
                  </a:lnTo>
                  <a:lnTo>
                    <a:pt x="54559" y="24130"/>
                  </a:lnTo>
                  <a:lnTo>
                    <a:pt x="54660" y="24638"/>
                  </a:lnTo>
                  <a:lnTo>
                    <a:pt x="54762" y="25146"/>
                  </a:lnTo>
                  <a:lnTo>
                    <a:pt x="54762" y="21971"/>
                  </a:lnTo>
                  <a:lnTo>
                    <a:pt x="53911" y="21971"/>
                  </a:lnTo>
                  <a:lnTo>
                    <a:pt x="53911" y="24130"/>
                  </a:lnTo>
                  <a:lnTo>
                    <a:pt x="53784" y="24130"/>
                  </a:lnTo>
                  <a:lnTo>
                    <a:pt x="53911" y="24130"/>
                  </a:lnTo>
                  <a:lnTo>
                    <a:pt x="53911" y="21971"/>
                  </a:lnTo>
                  <a:lnTo>
                    <a:pt x="53403" y="21971"/>
                  </a:lnTo>
                  <a:lnTo>
                    <a:pt x="53403" y="25146"/>
                  </a:lnTo>
                  <a:lnTo>
                    <a:pt x="52857" y="25146"/>
                  </a:lnTo>
                  <a:lnTo>
                    <a:pt x="52603" y="25146"/>
                  </a:lnTo>
                  <a:lnTo>
                    <a:pt x="51765" y="25146"/>
                  </a:lnTo>
                  <a:lnTo>
                    <a:pt x="51765" y="24904"/>
                  </a:lnTo>
                  <a:lnTo>
                    <a:pt x="52552" y="25031"/>
                  </a:lnTo>
                  <a:lnTo>
                    <a:pt x="52247" y="24257"/>
                  </a:lnTo>
                  <a:lnTo>
                    <a:pt x="52565" y="24638"/>
                  </a:lnTo>
                  <a:lnTo>
                    <a:pt x="53035" y="24638"/>
                  </a:lnTo>
                  <a:lnTo>
                    <a:pt x="52882" y="25069"/>
                  </a:lnTo>
                  <a:lnTo>
                    <a:pt x="53403" y="25146"/>
                  </a:lnTo>
                  <a:lnTo>
                    <a:pt x="53403" y="21971"/>
                  </a:lnTo>
                  <a:lnTo>
                    <a:pt x="52197" y="21971"/>
                  </a:lnTo>
                  <a:lnTo>
                    <a:pt x="52197" y="24193"/>
                  </a:lnTo>
                  <a:lnTo>
                    <a:pt x="52197" y="24638"/>
                  </a:lnTo>
                  <a:lnTo>
                    <a:pt x="51790" y="24638"/>
                  </a:lnTo>
                  <a:lnTo>
                    <a:pt x="51638" y="24676"/>
                  </a:lnTo>
                  <a:lnTo>
                    <a:pt x="51409" y="24638"/>
                  </a:lnTo>
                  <a:lnTo>
                    <a:pt x="51308" y="24409"/>
                  </a:lnTo>
                  <a:lnTo>
                    <a:pt x="51663" y="24130"/>
                  </a:lnTo>
                  <a:lnTo>
                    <a:pt x="52158" y="24130"/>
                  </a:lnTo>
                  <a:lnTo>
                    <a:pt x="52197" y="21971"/>
                  </a:lnTo>
                  <a:lnTo>
                    <a:pt x="51358" y="21971"/>
                  </a:lnTo>
                  <a:lnTo>
                    <a:pt x="51358" y="24130"/>
                  </a:lnTo>
                  <a:lnTo>
                    <a:pt x="51206" y="24130"/>
                  </a:lnTo>
                  <a:lnTo>
                    <a:pt x="51181" y="24295"/>
                  </a:lnTo>
                  <a:lnTo>
                    <a:pt x="51168" y="24511"/>
                  </a:lnTo>
                  <a:lnTo>
                    <a:pt x="51155" y="24638"/>
                  </a:lnTo>
                  <a:lnTo>
                    <a:pt x="51041" y="24803"/>
                  </a:lnTo>
                  <a:lnTo>
                    <a:pt x="50571" y="24904"/>
                  </a:lnTo>
                  <a:lnTo>
                    <a:pt x="49390" y="25146"/>
                  </a:lnTo>
                  <a:lnTo>
                    <a:pt x="36550" y="25146"/>
                  </a:lnTo>
                  <a:lnTo>
                    <a:pt x="36880" y="24638"/>
                  </a:lnTo>
                  <a:lnTo>
                    <a:pt x="37350" y="24130"/>
                  </a:lnTo>
                  <a:lnTo>
                    <a:pt x="36842" y="24612"/>
                  </a:lnTo>
                  <a:lnTo>
                    <a:pt x="36309" y="24193"/>
                  </a:lnTo>
                  <a:lnTo>
                    <a:pt x="36309" y="24638"/>
                  </a:lnTo>
                  <a:lnTo>
                    <a:pt x="36004" y="24892"/>
                  </a:lnTo>
                  <a:lnTo>
                    <a:pt x="35458" y="24638"/>
                  </a:lnTo>
                  <a:lnTo>
                    <a:pt x="36309" y="24638"/>
                  </a:lnTo>
                  <a:lnTo>
                    <a:pt x="36309" y="24193"/>
                  </a:lnTo>
                  <a:lnTo>
                    <a:pt x="36080" y="24130"/>
                  </a:lnTo>
                  <a:lnTo>
                    <a:pt x="36182" y="23876"/>
                  </a:lnTo>
                  <a:lnTo>
                    <a:pt x="36423" y="23622"/>
                  </a:lnTo>
                  <a:lnTo>
                    <a:pt x="36855" y="23622"/>
                  </a:lnTo>
                  <a:lnTo>
                    <a:pt x="37096" y="24015"/>
                  </a:lnTo>
                  <a:lnTo>
                    <a:pt x="36715" y="24130"/>
                  </a:lnTo>
                  <a:lnTo>
                    <a:pt x="37185" y="24130"/>
                  </a:lnTo>
                  <a:lnTo>
                    <a:pt x="37350" y="24130"/>
                  </a:lnTo>
                  <a:lnTo>
                    <a:pt x="37388" y="24638"/>
                  </a:lnTo>
                  <a:lnTo>
                    <a:pt x="40132" y="24638"/>
                  </a:lnTo>
                  <a:lnTo>
                    <a:pt x="39776" y="24130"/>
                  </a:lnTo>
                  <a:lnTo>
                    <a:pt x="40068" y="24130"/>
                  </a:lnTo>
                  <a:lnTo>
                    <a:pt x="40170" y="24638"/>
                  </a:lnTo>
                  <a:lnTo>
                    <a:pt x="49999" y="24638"/>
                  </a:lnTo>
                  <a:lnTo>
                    <a:pt x="50723" y="24752"/>
                  </a:lnTo>
                  <a:lnTo>
                    <a:pt x="51041" y="24803"/>
                  </a:lnTo>
                  <a:lnTo>
                    <a:pt x="51041" y="24638"/>
                  </a:lnTo>
                  <a:lnTo>
                    <a:pt x="51168" y="24511"/>
                  </a:lnTo>
                  <a:lnTo>
                    <a:pt x="51168" y="24307"/>
                  </a:lnTo>
                  <a:lnTo>
                    <a:pt x="50838" y="24638"/>
                  </a:lnTo>
                  <a:lnTo>
                    <a:pt x="50698" y="24130"/>
                  </a:lnTo>
                  <a:lnTo>
                    <a:pt x="51206" y="24130"/>
                  </a:lnTo>
                  <a:lnTo>
                    <a:pt x="51358" y="24130"/>
                  </a:lnTo>
                  <a:lnTo>
                    <a:pt x="51358" y="21971"/>
                  </a:lnTo>
                  <a:lnTo>
                    <a:pt x="50761" y="21971"/>
                  </a:lnTo>
                  <a:lnTo>
                    <a:pt x="50761" y="22479"/>
                  </a:lnTo>
                  <a:lnTo>
                    <a:pt x="50761" y="23622"/>
                  </a:lnTo>
                  <a:lnTo>
                    <a:pt x="50596" y="23876"/>
                  </a:lnTo>
                  <a:lnTo>
                    <a:pt x="49517" y="23622"/>
                  </a:lnTo>
                  <a:lnTo>
                    <a:pt x="50761" y="23622"/>
                  </a:lnTo>
                  <a:lnTo>
                    <a:pt x="50761" y="22479"/>
                  </a:lnTo>
                  <a:lnTo>
                    <a:pt x="50609" y="22618"/>
                  </a:lnTo>
                  <a:lnTo>
                    <a:pt x="50507" y="22479"/>
                  </a:lnTo>
                  <a:lnTo>
                    <a:pt x="50761" y="22479"/>
                  </a:lnTo>
                  <a:lnTo>
                    <a:pt x="50761" y="21971"/>
                  </a:lnTo>
                  <a:lnTo>
                    <a:pt x="43192" y="21971"/>
                  </a:lnTo>
                  <a:lnTo>
                    <a:pt x="43116" y="21463"/>
                  </a:lnTo>
                  <a:lnTo>
                    <a:pt x="61988" y="21463"/>
                  </a:lnTo>
                  <a:lnTo>
                    <a:pt x="62318" y="21463"/>
                  </a:lnTo>
                  <a:lnTo>
                    <a:pt x="62661" y="21463"/>
                  </a:lnTo>
                  <a:lnTo>
                    <a:pt x="62979" y="21463"/>
                  </a:lnTo>
                  <a:lnTo>
                    <a:pt x="63258" y="20980"/>
                  </a:lnTo>
                  <a:lnTo>
                    <a:pt x="63703" y="21424"/>
                  </a:lnTo>
                  <a:lnTo>
                    <a:pt x="63576" y="21590"/>
                  </a:lnTo>
                  <a:lnTo>
                    <a:pt x="63766" y="21704"/>
                  </a:lnTo>
                  <a:lnTo>
                    <a:pt x="63766" y="20535"/>
                  </a:lnTo>
                  <a:lnTo>
                    <a:pt x="63563" y="20447"/>
                  </a:lnTo>
                  <a:lnTo>
                    <a:pt x="63449" y="20624"/>
                  </a:lnTo>
                  <a:lnTo>
                    <a:pt x="63157" y="20459"/>
                  </a:lnTo>
                  <a:lnTo>
                    <a:pt x="63550" y="20447"/>
                  </a:lnTo>
                  <a:lnTo>
                    <a:pt x="64084" y="20447"/>
                  </a:lnTo>
                  <a:lnTo>
                    <a:pt x="64236" y="20447"/>
                  </a:lnTo>
                  <a:lnTo>
                    <a:pt x="64236" y="15316"/>
                  </a:lnTo>
                  <a:lnTo>
                    <a:pt x="63919" y="15354"/>
                  </a:lnTo>
                  <a:lnTo>
                    <a:pt x="63944" y="15113"/>
                  </a:lnTo>
                  <a:lnTo>
                    <a:pt x="63842" y="15341"/>
                  </a:lnTo>
                  <a:lnTo>
                    <a:pt x="63715" y="15392"/>
                  </a:lnTo>
                  <a:lnTo>
                    <a:pt x="63271" y="15468"/>
                  </a:lnTo>
                  <a:lnTo>
                    <a:pt x="63665" y="15163"/>
                  </a:lnTo>
                  <a:lnTo>
                    <a:pt x="63665" y="15113"/>
                  </a:lnTo>
                  <a:lnTo>
                    <a:pt x="64503" y="15113"/>
                  </a:lnTo>
                  <a:lnTo>
                    <a:pt x="64503" y="13576"/>
                  </a:lnTo>
                  <a:lnTo>
                    <a:pt x="64135" y="13716"/>
                  </a:lnTo>
                  <a:lnTo>
                    <a:pt x="64135" y="14605"/>
                  </a:lnTo>
                  <a:lnTo>
                    <a:pt x="64008" y="14655"/>
                  </a:lnTo>
                  <a:lnTo>
                    <a:pt x="63830" y="14605"/>
                  </a:lnTo>
                  <a:lnTo>
                    <a:pt x="64033" y="14605"/>
                  </a:lnTo>
                  <a:lnTo>
                    <a:pt x="64135" y="13716"/>
                  </a:lnTo>
                  <a:lnTo>
                    <a:pt x="64147" y="13462"/>
                  </a:lnTo>
                  <a:lnTo>
                    <a:pt x="63080" y="13462"/>
                  </a:lnTo>
                  <a:lnTo>
                    <a:pt x="63080" y="15621"/>
                  </a:lnTo>
                  <a:lnTo>
                    <a:pt x="62903" y="15875"/>
                  </a:lnTo>
                  <a:lnTo>
                    <a:pt x="62636" y="15786"/>
                  </a:lnTo>
                  <a:lnTo>
                    <a:pt x="62636" y="19812"/>
                  </a:lnTo>
                  <a:lnTo>
                    <a:pt x="62560" y="20066"/>
                  </a:lnTo>
                  <a:lnTo>
                    <a:pt x="62445" y="20447"/>
                  </a:lnTo>
                  <a:lnTo>
                    <a:pt x="62369" y="20662"/>
                  </a:lnTo>
                  <a:lnTo>
                    <a:pt x="62293" y="20955"/>
                  </a:lnTo>
                  <a:lnTo>
                    <a:pt x="62204" y="21094"/>
                  </a:lnTo>
                  <a:lnTo>
                    <a:pt x="62064" y="20955"/>
                  </a:lnTo>
                  <a:lnTo>
                    <a:pt x="62280" y="20955"/>
                  </a:lnTo>
                  <a:lnTo>
                    <a:pt x="62293" y="20662"/>
                  </a:lnTo>
                  <a:lnTo>
                    <a:pt x="60591" y="20447"/>
                  </a:lnTo>
                  <a:lnTo>
                    <a:pt x="62445" y="20447"/>
                  </a:lnTo>
                  <a:lnTo>
                    <a:pt x="62445" y="20053"/>
                  </a:lnTo>
                  <a:lnTo>
                    <a:pt x="60452" y="19812"/>
                  </a:lnTo>
                  <a:lnTo>
                    <a:pt x="62636" y="19812"/>
                  </a:lnTo>
                  <a:lnTo>
                    <a:pt x="62636" y="15786"/>
                  </a:lnTo>
                  <a:lnTo>
                    <a:pt x="62166" y="15621"/>
                  </a:lnTo>
                  <a:lnTo>
                    <a:pt x="62191" y="15621"/>
                  </a:lnTo>
                  <a:lnTo>
                    <a:pt x="63080" y="15621"/>
                  </a:lnTo>
                  <a:lnTo>
                    <a:pt x="63080" y="13462"/>
                  </a:lnTo>
                  <a:lnTo>
                    <a:pt x="62915" y="13462"/>
                  </a:lnTo>
                  <a:lnTo>
                    <a:pt x="62915" y="15113"/>
                  </a:lnTo>
                  <a:lnTo>
                    <a:pt x="62522" y="15240"/>
                  </a:lnTo>
                  <a:lnTo>
                    <a:pt x="62420" y="15113"/>
                  </a:lnTo>
                  <a:lnTo>
                    <a:pt x="62915" y="15113"/>
                  </a:lnTo>
                  <a:lnTo>
                    <a:pt x="62915" y="13462"/>
                  </a:lnTo>
                  <a:lnTo>
                    <a:pt x="62357" y="13462"/>
                  </a:lnTo>
                  <a:lnTo>
                    <a:pt x="62357" y="15113"/>
                  </a:lnTo>
                  <a:lnTo>
                    <a:pt x="62293" y="15316"/>
                  </a:lnTo>
                  <a:lnTo>
                    <a:pt x="62357" y="15113"/>
                  </a:lnTo>
                  <a:lnTo>
                    <a:pt x="62357" y="13462"/>
                  </a:lnTo>
                  <a:lnTo>
                    <a:pt x="61861" y="13462"/>
                  </a:lnTo>
                  <a:lnTo>
                    <a:pt x="61696" y="12954"/>
                  </a:lnTo>
                  <a:lnTo>
                    <a:pt x="61302" y="13462"/>
                  </a:lnTo>
                  <a:lnTo>
                    <a:pt x="59740" y="13462"/>
                  </a:lnTo>
                  <a:lnTo>
                    <a:pt x="59778" y="13182"/>
                  </a:lnTo>
                  <a:lnTo>
                    <a:pt x="59461" y="13462"/>
                  </a:lnTo>
                  <a:lnTo>
                    <a:pt x="58445" y="13462"/>
                  </a:lnTo>
                  <a:lnTo>
                    <a:pt x="58102" y="13284"/>
                  </a:lnTo>
                  <a:lnTo>
                    <a:pt x="58102" y="17272"/>
                  </a:lnTo>
                  <a:lnTo>
                    <a:pt x="57619" y="17780"/>
                  </a:lnTo>
                  <a:lnTo>
                    <a:pt x="57988" y="17272"/>
                  </a:lnTo>
                  <a:lnTo>
                    <a:pt x="58102" y="13284"/>
                  </a:lnTo>
                  <a:lnTo>
                    <a:pt x="57848" y="13157"/>
                  </a:lnTo>
                  <a:lnTo>
                    <a:pt x="57848" y="16637"/>
                  </a:lnTo>
                  <a:lnTo>
                    <a:pt x="57645" y="17272"/>
                  </a:lnTo>
                  <a:lnTo>
                    <a:pt x="57391" y="17272"/>
                  </a:lnTo>
                  <a:lnTo>
                    <a:pt x="57442" y="16637"/>
                  </a:lnTo>
                  <a:lnTo>
                    <a:pt x="57607" y="16637"/>
                  </a:lnTo>
                  <a:lnTo>
                    <a:pt x="57848" y="16637"/>
                  </a:lnTo>
                  <a:lnTo>
                    <a:pt x="57848" y="13157"/>
                  </a:lnTo>
                  <a:lnTo>
                    <a:pt x="57480" y="12954"/>
                  </a:lnTo>
                  <a:lnTo>
                    <a:pt x="57823" y="13462"/>
                  </a:lnTo>
                  <a:lnTo>
                    <a:pt x="57759" y="15113"/>
                  </a:lnTo>
                  <a:lnTo>
                    <a:pt x="57581" y="15367"/>
                  </a:lnTo>
                  <a:lnTo>
                    <a:pt x="57213" y="15113"/>
                  </a:lnTo>
                  <a:lnTo>
                    <a:pt x="57111" y="15621"/>
                  </a:lnTo>
                  <a:lnTo>
                    <a:pt x="51790" y="15621"/>
                  </a:lnTo>
                  <a:lnTo>
                    <a:pt x="51892" y="16129"/>
                  </a:lnTo>
                  <a:lnTo>
                    <a:pt x="51320" y="16129"/>
                  </a:lnTo>
                  <a:lnTo>
                    <a:pt x="51358" y="15621"/>
                  </a:lnTo>
                  <a:lnTo>
                    <a:pt x="48107" y="15621"/>
                  </a:lnTo>
                  <a:lnTo>
                    <a:pt x="48107" y="19304"/>
                  </a:lnTo>
                  <a:lnTo>
                    <a:pt x="47879" y="19812"/>
                  </a:lnTo>
                  <a:lnTo>
                    <a:pt x="47980" y="19304"/>
                  </a:lnTo>
                  <a:lnTo>
                    <a:pt x="47625" y="19456"/>
                  </a:lnTo>
                  <a:lnTo>
                    <a:pt x="47612" y="19304"/>
                  </a:lnTo>
                  <a:lnTo>
                    <a:pt x="47447" y="19532"/>
                  </a:lnTo>
                  <a:lnTo>
                    <a:pt x="47498" y="19304"/>
                  </a:lnTo>
                  <a:lnTo>
                    <a:pt x="47980" y="19304"/>
                  </a:lnTo>
                  <a:lnTo>
                    <a:pt x="48107" y="19304"/>
                  </a:lnTo>
                  <a:lnTo>
                    <a:pt x="48107" y="15621"/>
                  </a:lnTo>
                  <a:lnTo>
                    <a:pt x="47828" y="15621"/>
                  </a:lnTo>
                  <a:lnTo>
                    <a:pt x="47828" y="17780"/>
                  </a:lnTo>
                  <a:lnTo>
                    <a:pt x="47523" y="18288"/>
                  </a:lnTo>
                  <a:lnTo>
                    <a:pt x="47498" y="18567"/>
                  </a:lnTo>
                  <a:lnTo>
                    <a:pt x="47548" y="17780"/>
                  </a:lnTo>
                  <a:lnTo>
                    <a:pt x="47828" y="17780"/>
                  </a:lnTo>
                  <a:lnTo>
                    <a:pt x="47828" y="15621"/>
                  </a:lnTo>
                  <a:lnTo>
                    <a:pt x="47345" y="15621"/>
                  </a:lnTo>
                  <a:lnTo>
                    <a:pt x="47345" y="19570"/>
                  </a:lnTo>
                  <a:lnTo>
                    <a:pt x="47091" y="19304"/>
                  </a:lnTo>
                  <a:lnTo>
                    <a:pt x="47332" y="19304"/>
                  </a:lnTo>
                  <a:lnTo>
                    <a:pt x="47345" y="19570"/>
                  </a:lnTo>
                  <a:lnTo>
                    <a:pt x="47345" y="15621"/>
                  </a:lnTo>
                  <a:lnTo>
                    <a:pt x="47307" y="18796"/>
                  </a:lnTo>
                  <a:lnTo>
                    <a:pt x="47307" y="18935"/>
                  </a:lnTo>
                  <a:lnTo>
                    <a:pt x="46863" y="18796"/>
                  </a:lnTo>
                  <a:lnTo>
                    <a:pt x="47307" y="18796"/>
                  </a:lnTo>
                  <a:lnTo>
                    <a:pt x="47307" y="15621"/>
                  </a:lnTo>
                  <a:lnTo>
                    <a:pt x="43040" y="15621"/>
                  </a:lnTo>
                  <a:lnTo>
                    <a:pt x="43040" y="22479"/>
                  </a:lnTo>
                  <a:lnTo>
                    <a:pt x="42748" y="22479"/>
                  </a:lnTo>
                  <a:lnTo>
                    <a:pt x="42786" y="21971"/>
                  </a:lnTo>
                  <a:lnTo>
                    <a:pt x="42913" y="21971"/>
                  </a:lnTo>
                  <a:lnTo>
                    <a:pt x="43040" y="22479"/>
                  </a:lnTo>
                  <a:lnTo>
                    <a:pt x="43040" y="15621"/>
                  </a:lnTo>
                  <a:lnTo>
                    <a:pt x="41757" y="15621"/>
                  </a:lnTo>
                  <a:lnTo>
                    <a:pt x="41757" y="20447"/>
                  </a:lnTo>
                  <a:lnTo>
                    <a:pt x="40894" y="20612"/>
                  </a:lnTo>
                  <a:lnTo>
                    <a:pt x="41122" y="20447"/>
                  </a:lnTo>
                  <a:lnTo>
                    <a:pt x="41757" y="20447"/>
                  </a:lnTo>
                  <a:lnTo>
                    <a:pt x="41757" y="15621"/>
                  </a:lnTo>
                  <a:lnTo>
                    <a:pt x="40843" y="15621"/>
                  </a:lnTo>
                  <a:lnTo>
                    <a:pt x="40843" y="20447"/>
                  </a:lnTo>
                  <a:lnTo>
                    <a:pt x="40690" y="20523"/>
                  </a:lnTo>
                  <a:lnTo>
                    <a:pt x="40690" y="20955"/>
                  </a:lnTo>
                  <a:lnTo>
                    <a:pt x="40576" y="21348"/>
                  </a:lnTo>
                  <a:lnTo>
                    <a:pt x="40309" y="21285"/>
                  </a:lnTo>
                  <a:lnTo>
                    <a:pt x="40309" y="21463"/>
                  </a:lnTo>
                  <a:lnTo>
                    <a:pt x="40055" y="21463"/>
                  </a:lnTo>
                  <a:lnTo>
                    <a:pt x="40106" y="21285"/>
                  </a:lnTo>
                  <a:lnTo>
                    <a:pt x="40309" y="21463"/>
                  </a:lnTo>
                  <a:lnTo>
                    <a:pt x="40309" y="21285"/>
                  </a:lnTo>
                  <a:lnTo>
                    <a:pt x="40119" y="21234"/>
                  </a:lnTo>
                  <a:lnTo>
                    <a:pt x="40220" y="20955"/>
                  </a:lnTo>
                  <a:lnTo>
                    <a:pt x="40411" y="20955"/>
                  </a:lnTo>
                  <a:lnTo>
                    <a:pt x="40690" y="20955"/>
                  </a:lnTo>
                  <a:lnTo>
                    <a:pt x="40690" y="20523"/>
                  </a:lnTo>
                  <a:lnTo>
                    <a:pt x="40373" y="20675"/>
                  </a:lnTo>
                  <a:lnTo>
                    <a:pt x="40386" y="20447"/>
                  </a:lnTo>
                  <a:lnTo>
                    <a:pt x="40830" y="20447"/>
                  </a:lnTo>
                  <a:lnTo>
                    <a:pt x="40843" y="15621"/>
                  </a:lnTo>
                  <a:lnTo>
                    <a:pt x="40043" y="15621"/>
                  </a:lnTo>
                  <a:lnTo>
                    <a:pt x="40043" y="21209"/>
                  </a:lnTo>
                  <a:lnTo>
                    <a:pt x="39814" y="21158"/>
                  </a:lnTo>
                  <a:lnTo>
                    <a:pt x="39814" y="23622"/>
                  </a:lnTo>
                  <a:lnTo>
                    <a:pt x="39687" y="23749"/>
                  </a:lnTo>
                  <a:lnTo>
                    <a:pt x="39357" y="23622"/>
                  </a:lnTo>
                  <a:lnTo>
                    <a:pt x="39814" y="23622"/>
                  </a:lnTo>
                  <a:lnTo>
                    <a:pt x="39814" y="21158"/>
                  </a:lnTo>
                  <a:lnTo>
                    <a:pt x="39052" y="20955"/>
                  </a:lnTo>
                  <a:lnTo>
                    <a:pt x="39776" y="20955"/>
                  </a:lnTo>
                  <a:lnTo>
                    <a:pt x="40043" y="21209"/>
                  </a:lnTo>
                  <a:lnTo>
                    <a:pt x="40043" y="15621"/>
                  </a:lnTo>
                  <a:lnTo>
                    <a:pt x="38290" y="15621"/>
                  </a:lnTo>
                  <a:lnTo>
                    <a:pt x="38290" y="23622"/>
                  </a:lnTo>
                  <a:lnTo>
                    <a:pt x="37503" y="23876"/>
                  </a:lnTo>
                  <a:lnTo>
                    <a:pt x="37249" y="23622"/>
                  </a:lnTo>
                  <a:lnTo>
                    <a:pt x="38290" y="23622"/>
                  </a:lnTo>
                  <a:lnTo>
                    <a:pt x="38290" y="15621"/>
                  </a:lnTo>
                  <a:lnTo>
                    <a:pt x="37579" y="15621"/>
                  </a:lnTo>
                  <a:lnTo>
                    <a:pt x="37579" y="22987"/>
                  </a:lnTo>
                  <a:lnTo>
                    <a:pt x="37401" y="22987"/>
                  </a:lnTo>
                  <a:lnTo>
                    <a:pt x="37134" y="22987"/>
                  </a:lnTo>
                  <a:lnTo>
                    <a:pt x="36042" y="22987"/>
                  </a:lnTo>
                  <a:lnTo>
                    <a:pt x="35902" y="22987"/>
                  </a:lnTo>
                  <a:lnTo>
                    <a:pt x="36334" y="22669"/>
                  </a:lnTo>
                  <a:lnTo>
                    <a:pt x="36588" y="22479"/>
                  </a:lnTo>
                  <a:lnTo>
                    <a:pt x="36830" y="22479"/>
                  </a:lnTo>
                  <a:lnTo>
                    <a:pt x="37134" y="22479"/>
                  </a:lnTo>
                  <a:lnTo>
                    <a:pt x="37350" y="22733"/>
                  </a:lnTo>
                  <a:lnTo>
                    <a:pt x="37579" y="22987"/>
                  </a:lnTo>
                  <a:lnTo>
                    <a:pt x="37579" y="15621"/>
                  </a:lnTo>
                  <a:lnTo>
                    <a:pt x="37045" y="15621"/>
                  </a:lnTo>
                  <a:lnTo>
                    <a:pt x="37045" y="19812"/>
                  </a:lnTo>
                  <a:lnTo>
                    <a:pt x="36893" y="19583"/>
                  </a:lnTo>
                  <a:lnTo>
                    <a:pt x="37045" y="19812"/>
                  </a:lnTo>
                  <a:lnTo>
                    <a:pt x="37045" y="15621"/>
                  </a:lnTo>
                  <a:lnTo>
                    <a:pt x="36068" y="15621"/>
                  </a:lnTo>
                  <a:lnTo>
                    <a:pt x="36169" y="16129"/>
                  </a:lnTo>
                  <a:lnTo>
                    <a:pt x="36169" y="20447"/>
                  </a:lnTo>
                  <a:lnTo>
                    <a:pt x="35775" y="20447"/>
                  </a:lnTo>
                  <a:lnTo>
                    <a:pt x="35775" y="21971"/>
                  </a:lnTo>
                  <a:lnTo>
                    <a:pt x="35699" y="22250"/>
                  </a:lnTo>
                  <a:lnTo>
                    <a:pt x="35699" y="23622"/>
                  </a:lnTo>
                  <a:lnTo>
                    <a:pt x="35699" y="23876"/>
                  </a:lnTo>
                  <a:lnTo>
                    <a:pt x="35699" y="24130"/>
                  </a:lnTo>
                  <a:lnTo>
                    <a:pt x="30264" y="24130"/>
                  </a:lnTo>
                  <a:lnTo>
                    <a:pt x="30264" y="25146"/>
                  </a:lnTo>
                  <a:lnTo>
                    <a:pt x="29451" y="25146"/>
                  </a:lnTo>
                  <a:lnTo>
                    <a:pt x="28841" y="24638"/>
                  </a:lnTo>
                  <a:lnTo>
                    <a:pt x="29146" y="24638"/>
                  </a:lnTo>
                  <a:lnTo>
                    <a:pt x="30264" y="25146"/>
                  </a:lnTo>
                  <a:lnTo>
                    <a:pt x="30264" y="24130"/>
                  </a:lnTo>
                  <a:lnTo>
                    <a:pt x="28181" y="24130"/>
                  </a:lnTo>
                  <a:lnTo>
                    <a:pt x="28181" y="34163"/>
                  </a:lnTo>
                  <a:lnTo>
                    <a:pt x="27698" y="34163"/>
                  </a:lnTo>
                  <a:lnTo>
                    <a:pt x="27749" y="33655"/>
                  </a:lnTo>
                  <a:lnTo>
                    <a:pt x="27609" y="33147"/>
                  </a:lnTo>
                  <a:lnTo>
                    <a:pt x="27851" y="33655"/>
                  </a:lnTo>
                  <a:lnTo>
                    <a:pt x="28181" y="34163"/>
                  </a:lnTo>
                  <a:lnTo>
                    <a:pt x="28181" y="24130"/>
                  </a:lnTo>
                  <a:lnTo>
                    <a:pt x="28105" y="26162"/>
                  </a:lnTo>
                  <a:lnTo>
                    <a:pt x="28105" y="33147"/>
                  </a:lnTo>
                  <a:lnTo>
                    <a:pt x="28054" y="33337"/>
                  </a:lnTo>
                  <a:lnTo>
                    <a:pt x="27762" y="33147"/>
                  </a:lnTo>
                  <a:lnTo>
                    <a:pt x="28105" y="33147"/>
                  </a:lnTo>
                  <a:lnTo>
                    <a:pt x="28105" y="26162"/>
                  </a:lnTo>
                  <a:lnTo>
                    <a:pt x="27978" y="26797"/>
                  </a:lnTo>
                  <a:lnTo>
                    <a:pt x="27851" y="26162"/>
                  </a:lnTo>
                  <a:lnTo>
                    <a:pt x="28105" y="26162"/>
                  </a:lnTo>
                  <a:lnTo>
                    <a:pt x="28105" y="24130"/>
                  </a:lnTo>
                  <a:lnTo>
                    <a:pt x="27533" y="24130"/>
                  </a:lnTo>
                  <a:lnTo>
                    <a:pt x="27533" y="30480"/>
                  </a:lnTo>
                  <a:lnTo>
                    <a:pt x="27508" y="30734"/>
                  </a:lnTo>
                  <a:lnTo>
                    <a:pt x="27305" y="30480"/>
                  </a:lnTo>
                  <a:lnTo>
                    <a:pt x="27457" y="30480"/>
                  </a:lnTo>
                  <a:lnTo>
                    <a:pt x="27533" y="24130"/>
                  </a:lnTo>
                  <a:lnTo>
                    <a:pt x="27114" y="24130"/>
                  </a:lnTo>
                  <a:lnTo>
                    <a:pt x="27114" y="29337"/>
                  </a:lnTo>
                  <a:lnTo>
                    <a:pt x="26695" y="28829"/>
                  </a:lnTo>
                  <a:lnTo>
                    <a:pt x="26682" y="29337"/>
                  </a:lnTo>
                  <a:lnTo>
                    <a:pt x="26593" y="28829"/>
                  </a:lnTo>
                  <a:lnTo>
                    <a:pt x="27114" y="29337"/>
                  </a:lnTo>
                  <a:lnTo>
                    <a:pt x="27114" y="24130"/>
                  </a:lnTo>
                  <a:lnTo>
                    <a:pt x="26771" y="24130"/>
                  </a:lnTo>
                  <a:lnTo>
                    <a:pt x="26771" y="25146"/>
                  </a:lnTo>
                  <a:lnTo>
                    <a:pt x="26606" y="25184"/>
                  </a:lnTo>
                  <a:lnTo>
                    <a:pt x="26771" y="25146"/>
                  </a:lnTo>
                  <a:lnTo>
                    <a:pt x="26771" y="24130"/>
                  </a:lnTo>
                  <a:lnTo>
                    <a:pt x="26454" y="24130"/>
                  </a:lnTo>
                  <a:lnTo>
                    <a:pt x="26454" y="31496"/>
                  </a:lnTo>
                  <a:lnTo>
                    <a:pt x="26403" y="31902"/>
                  </a:lnTo>
                  <a:lnTo>
                    <a:pt x="26403" y="34925"/>
                  </a:lnTo>
                  <a:lnTo>
                    <a:pt x="26060" y="34671"/>
                  </a:lnTo>
                  <a:lnTo>
                    <a:pt x="26009" y="34163"/>
                  </a:lnTo>
                  <a:lnTo>
                    <a:pt x="25501" y="34163"/>
                  </a:lnTo>
                  <a:lnTo>
                    <a:pt x="25730" y="33655"/>
                  </a:lnTo>
                  <a:lnTo>
                    <a:pt x="26162" y="34163"/>
                  </a:lnTo>
                  <a:lnTo>
                    <a:pt x="26352" y="34671"/>
                  </a:lnTo>
                  <a:lnTo>
                    <a:pt x="26403" y="34925"/>
                  </a:lnTo>
                  <a:lnTo>
                    <a:pt x="26403" y="31902"/>
                  </a:lnTo>
                  <a:lnTo>
                    <a:pt x="26060" y="32004"/>
                  </a:lnTo>
                  <a:lnTo>
                    <a:pt x="25996" y="31496"/>
                  </a:lnTo>
                  <a:lnTo>
                    <a:pt x="25984" y="31242"/>
                  </a:lnTo>
                  <a:lnTo>
                    <a:pt x="26111" y="31496"/>
                  </a:lnTo>
                  <a:lnTo>
                    <a:pt x="26454" y="31496"/>
                  </a:lnTo>
                  <a:lnTo>
                    <a:pt x="26454" y="24130"/>
                  </a:lnTo>
                  <a:lnTo>
                    <a:pt x="26377" y="26162"/>
                  </a:lnTo>
                  <a:lnTo>
                    <a:pt x="26276" y="26797"/>
                  </a:lnTo>
                  <a:lnTo>
                    <a:pt x="26250" y="28829"/>
                  </a:lnTo>
                  <a:lnTo>
                    <a:pt x="26047" y="28829"/>
                  </a:lnTo>
                  <a:lnTo>
                    <a:pt x="25857" y="28638"/>
                  </a:lnTo>
                  <a:lnTo>
                    <a:pt x="25857" y="30988"/>
                  </a:lnTo>
                  <a:lnTo>
                    <a:pt x="25628" y="30556"/>
                  </a:lnTo>
                  <a:lnTo>
                    <a:pt x="25857" y="30988"/>
                  </a:lnTo>
                  <a:lnTo>
                    <a:pt x="25857" y="28638"/>
                  </a:lnTo>
                  <a:lnTo>
                    <a:pt x="25755" y="28829"/>
                  </a:lnTo>
                  <a:lnTo>
                    <a:pt x="25552" y="28956"/>
                  </a:lnTo>
                  <a:lnTo>
                    <a:pt x="25501" y="28829"/>
                  </a:lnTo>
                  <a:lnTo>
                    <a:pt x="25692" y="28829"/>
                  </a:lnTo>
                  <a:lnTo>
                    <a:pt x="25755" y="28536"/>
                  </a:lnTo>
                  <a:lnTo>
                    <a:pt x="26250" y="28829"/>
                  </a:lnTo>
                  <a:lnTo>
                    <a:pt x="26250" y="26797"/>
                  </a:lnTo>
                  <a:lnTo>
                    <a:pt x="26047" y="26797"/>
                  </a:lnTo>
                  <a:lnTo>
                    <a:pt x="25971" y="27305"/>
                  </a:lnTo>
                  <a:lnTo>
                    <a:pt x="25387" y="27520"/>
                  </a:lnTo>
                  <a:lnTo>
                    <a:pt x="25387" y="30988"/>
                  </a:lnTo>
                  <a:lnTo>
                    <a:pt x="25361" y="31242"/>
                  </a:lnTo>
                  <a:lnTo>
                    <a:pt x="25336" y="31496"/>
                  </a:lnTo>
                  <a:lnTo>
                    <a:pt x="24257" y="31496"/>
                  </a:lnTo>
                  <a:lnTo>
                    <a:pt x="24180" y="32004"/>
                  </a:lnTo>
                  <a:lnTo>
                    <a:pt x="24142" y="32258"/>
                  </a:lnTo>
                  <a:lnTo>
                    <a:pt x="23647" y="31496"/>
                  </a:lnTo>
                  <a:lnTo>
                    <a:pt x="23469" y="31496"/>
                  </a:lnTo>
                  <a:lnTo>
                    <a:pt x="23241" y="32004"/>
                  </a:lnTo>
                  <a:lnTo>
                    <a:pt x="23228" y="32512"/>
                  </a:lnTo>
                  <a:lnTo>
                    <a:pt x="22783" y="32512"/>
                  </a:lnTo>
                  <a:lnTo>
                    <a:pt x="22961" y="32004"/>
                  </a:lnTo>
                  <a:lnTo>
                    <a:pt x="22987" y="31496"/>
                  </a:lnTo>
                  <a:lnTo>
                    <a:pt x="22821" y="31496"/>
                  </a:lnTo>
                  <a:lnTo>
                    <a:pt x="22606" y="31762"/>
                  </a:lnTo>
                  <a:lnTo>
                    <a:pt x="22415" y="31496"/>
                  </a:lnTo>
                  <a:lnTo>
                    <a:pt x="22821" y="31496"/>
                  </a:lnTo>
                  <a:lnTo>
                    <a:pt x="23228" y="30988"/>
                  </a:lnTo>
                  <a:lnTo>
                    <a:pt x="23215" y="30594"/>
                  </a:lnTo>
                  <a:lnTo>
                    <a:pt x="23660" y="30988"/>
                  </a:lnTo>
                  <a:lnTo>
                    <a:pt x="23723" y="31496"/>
                  </a:lnTo>
                  <a:lnTo>
                    <a:pt x="24155" y="31496"/>
                  </a:lnTo>
                  <a:lnTo>
                    <a:pt x="23812" y="30988"/>
                  </a:lnTo>
                  <a:lnTo>
                    <a:pt x="24726" y="30988"/>
                  </a:lnTo>
                  <a:lnTo>
                    <a:pt x="25387" y="30988"/>
                  </a:lnTo>
                  <a:lnTo>
                    <a:pt x="25387" y="27520"/>
                  </a:lnTo>
                  <a:lnTo>
                    <a:pt x="25209" y="27571"/>
                  </a:lnTo>
                  <a:lnTo>
                    <a:pt x="25285" y="27813"/>
                  </a:lnTo>
                  <a:lnTo>
                    <a:pt x="25069" y="27813"/>
                  </a:lnTo>
                  <a:lnTo>
                    <a:pt x="25196" y="27571"/>
                  </a:lnTo>
                  <a:lnTo>
                    <a:pt x="25031" y="27635"/>
                  </a:lnTo>
                  <a:lnTo>
                    <a:pt x="25031" y="28829"/>
                  </a:lnTo>
                  <a:lnTo>
                    <a:pt x="24561" y="28829"/>
                  </a:lnTo>
                  <a:lnTo>
                    <a:pt x="25031" y="28829"/>
                  </a:lnTo>
                  <a:lnTo>
                    <a:pt x="25031" y="27635"/>
                  </a:lnTo>
                  <a:lnTo>
                    <a:pt x="24904" y="27673"/>
                  </a:lnTo>
                  <a:lnTo>
                    <a:pt x="24866" y="27305"/>
                  </a:lnTo>
                  <a:lnTo>
                    <a:pt x="25133" y="27305"/>
                  </a:lnTo>
                  <a:lnTo>
                    <a:pt x="25209" y="27559"/>
                  </a:lnTo>
                  <a:lnTo>
                    <a:pt x="25349" y="27305"/>
                  </a:lnTo>
                  <a:lnTo>
                    <a:pt x="25971" y="27305"/>
                  </a:lnTo>
                  <a:lnTo>
                    <a:pt x="25971" y="26797"/>
                  </a:lnTo>
                  <a:lnTo>
                    <a:pt x="25666" y="26631"/>
                  </a:lnTo>
                  <a:lnTo>
                    <a:pt x="25615" y="26797"/>
                  </a:lnTo>
                  <a:lnTo>
                    <a:pt x="25400" y="26898"/>
                  </a:lnTo>
                  <a:lnTo>
                    <a:pt x="25019" y="26797"/>
                  </a:lnTo>
                  <a:lnTo>
                    <a:pt x="25069" y="27038"/>
                  </a:lnTo>
                  <a:lnTo>
                    <a:pt x="24980" y="26797"/>
                  </a:lnTo>
                  <a:lnTo>
                    <a:pt x="24904" y="27101"/>
                  </a:lnTo>
                  <a:lnTo>
                    <a:pt x="24815" y="26797"/>
                  </a:lnTo>
                  <a:lnTo>
                    <a:pt x="24422" y="26593"/>
                  </a:lnTo>
                  <a:lnTo>
                    <a:pt x="24422" y="27305"/>
                  </a:lnTo>
                  <a:lnTo>
                    <a:pt x="22936" y="27305"/>
                  </a:lnTo>
                  <a:lnTo>
                    <a:pt x="22936" y="30480"/>
                  </a:lnTo>
                  <a:lnTo>
                    <a:pt x="22834" y="30949"/>
                  </a:lnTo>
                  <a:lnTo>
                    <a:pt x="22529" y="30568"/>
                  </a:lnTo>
                  <a:lnTo>
                    <a:pt x="22529" y="30988"/>
                  </a:lnTo>
                  <a:lnTo>
                    <a:pt x="22250" y="31496"/>
                  </a:lnTo>
                  <a:lnTo>
                    <a:pt x="21945" y="31496"/>
                  </a:lnTo>
                  <a:lnTo>
                    <a:pt x="21945" y="33655"/>
                  </a:lnTo>
                  <a:lnTo>
                    <a:pt x="21869" y="34163"/>
                  </a:lnTo>
                  <a:lnTo>
                    <a:pt x="21221" y="34163"/>
                  </a:lnTo>
                  <a:lnTo>
                    <a:pt x="21729" y="33655"/>
                  </a:lnTo>
                  <a:lnTo>
                    <a:pt x="21945" y="33655"/>
                  </a:lnTo>
                  <a:lnTo>
                    <a:pt x="21945" y="31496"/>
                  </a:lnTo>
                  <a:lnTo>
                    <a:pt x="20218" y="31496"/>
                  </a:lnTo>
                  <a:lnTo>
                    <a:pt x="20218" y="33655"/>
                  </a:lnTo>
                  <a:lnTo>
                    <a:pt x="19735" y="34163"/>
                  </a:lnTo>
                  <a:lnTo>
                    <a:pt x="19570" y="34163"/>
                  </a:lnTo>
                  <a:lnTo>
                    <a:pt x="19748" y="33655"/>
                  </a:lnTo>
                  <a:lnTo>
                    <a:pt x="20027" y="33655"/>
                  </a:lnTo>
                  <a:lnTo>
                    <a:pt x="20218" y="33655"/>
                  </a:lnTo>
                  <a:lnTo>
                    <a:pt x="20218" y="31496"/>
                  </a:lnTo>
                  <a:lnTo>
                    <a:pt x="19494" y="31496"/>
                  </a:lnTo>
                  <a:lnTo>
                    <a:pt x="19494" y="35687"/>
                  </a:lnTo>
                  <a:lnTo>
                    <a:pt x="19177" y="35814"/>
                  </a:lnTo>
                  <a:lnTo>
                    <a:pt x="19215" y="35687"/>
                  </a:lnTo>
                  <a:lnTo>
                    <a:pt x="19494" y="35687"/>
                  </a:lnTo>
                  <a:lnTo>
                    <a:pt x="19494" y="31496"/>
                  </a:lnTo>
                  <a:lnTo>
                    <a:pt x="18732" y="31496"/>
                  </a:lnTo>
                  <a:lnTo>
                    <a:pt x="18732" y="34163"/>
                  </a:lnTo>
                  <a:lnTo>
                    <a:pt x="18580" y="34671"/>
                  </a:lnTo>
                  <a:lnTo>
                    <a:pt x="18465" y="35179"/>
                  </a:lnTo>
                  <a:lnTo>
                    <a:pt x="18300" y="35179"/>
                  </a:lnTo>
                  <a:lnTo>
                    <a:pt x="18605" y="35433"/>
                  </a:lnTo>
                  <a:lnTo>
                    <a:pt x="17653" y="35318"/>
                  </a:lnTo>
                  <a:lnTo>
                    <a:pt x="17653" y="36322"/>
                  </a:lnTo>
                  <a:lnTo>
                    <a:pt x="17018" y="36576"/>
                  </a:lnTo>
                  <a:lnTo>
                    <a:pt x="17018" y="36322"/>
                  </a:lnTo>
                  <a:lnTo>
                    <a:pt x="17653" y="36322"/>
                  </a:lnTo>
                  <a:lnTo>
                    <a:pt x="17653" y="35318"/>
                  </a:lnTo>
                  <a:lnTo>
                    <a:pt x="16637" y="35179"/>
                  </a:lnTo>
                  <a:lnTo>
                    <a:pt x="17602" y="35179"/>
                  </a:lnTo>
                  <a:lnTo>
                    <a:pt x="18173" y="35179"/>
                  </a:lnTo>
                  <a:lnTo>
                    <a:pt x="18148" y="35052"/>
                  </a:lnTo>
                  <a:lnTo>
                    <a:pt x="18084" y="34671"/>
                  </a:lnTo>
                  <a:lnTo>
                    <a:pt x="18237" y="34671"/>
                  </a:lnTo>
                  <a:lnTo>
                    <a:pt x="18097" y="34163"/>
                  </a:lnTo>
                  <a:lnTo>
                    <a:pt x="18732" y="34163"/>
                  </a:lnTo>
                  <a:lnTo>
                    <a:pt x="18732" y="31496"/>
                  </a:lnTo>
                  <a:lnTo>
                    <a:pt x="18161" y="31496"/>
                  </a:lnTo>
                  <a:lnTo>
                    <a:pt x="18465" y="30988"/>
                  </a:lnTo>
                  <a:lnTo>
                    <a:pt x="18592" y="30988"/>
                  </a:lnTo>
                  <a:lnTo>
                    <a:pt x="20713" y="30988"/>
                  </a:lnTo>
                  <a:lnTo>
                    <a:pt x="20916" y="30988"/>
                  </a:lnTo>
                  <a:lnTo>
                    <a:pt x="22529" y="30988"/>
                  </a:lnTo>
                  <a:lnTo>
                    <a:pt x="22529" y="30568"/>
                  </a:lnTo>
                  <a:lnTo>
                    <a:pt x="22936" y="30480"/>
                  </a:lnTo>
                  <a:lnTo>
                    <a:pt x="22936" y="27305"/>
                  </a:lnTo>
                  <a:lnTo>
                    <a:pt x="22250" y="27305"/>
                  </a:lnTo>
                  <a:lnTo>
                    <a:pt x="22250" y="29337"/>
                  </a:lnTo>
                  <a:lnTo>
                    <a:pt x="21793" y="30480"/>
                  </a:lnTo>
                  <a:lnTo>
                    <a:pt x="21056" y="30480"/>
                  </a:lnTo>
                  <a:lnTo>
                    <a:pt x="20789" y="30861"/>
                  </a:lnTo>
                  <a:lnTo>
                    <a:pt x="20459" y="30480"/>
                  </a:lnTo>
                  <a:lnTo>
                    <a:pt x="20815" y="29337"/>
                  </a:lnTo>
                  <a:lnTo>
                    <a:pt x="21031" y="29337"/>
                  </a:lnTo>
                  <a:lnTo>
                    <a:pt x="21526" y="29337"/>
                  </a:lnTo>
                  <a:lnTo>
                    <a:pt x="22250" y="29337"/>
                  </a:lnTo>
                  <a:lnTo>
                    <a:pt x="22250" y="27305"/>
                  </a:lnTo>
                  <a:lnTo>
                    <a:pt x="21323" y="27305"/>
                  </a:lnTo>
                  <a:lnTo>
                    <a:pt x="21323" y="28829"/>
                  </a:lnTo>
                  <a:lnTo>
                    <a:pt x="21018" y="28829"/>
                  </a:lnTo>
                  <a:lnTo>
                    <a:pt x="21005" y="28321"/>
                  </a:lnTo>
                  <a:lnTo>
                    <a:pt x="21323" y="28829"/>
                  </a:lnTo>
                  <a:lnTo>
                    <a:pt x="21323" y="27305"/>
                  </a:lnTo>
                  <a:lnTo>
                    <a:pt x="19164" y="27305"/>
                  </a:lnTo>
                  <a:lnTo>
                    <a:pt x="19164" y="30480"/>
                  </a:lnTo>
                  <a:lnTo>
                    <a:pt x="18592" y="30607"/>
                  </a:lnTo>
                  <a:lnTo>
                    <a:pt x="18605" y="30480"/>
                  </a:lnTo>
                  <a:lnTo>
                    <a:pt x="19164" y="30480"/>
                  </a:lnTo>
                  <a:lnTo>
                    <a:pt x="19164" y="27305"/>
                  </a:lnTo>
                  <a:lnTo>
                    <a:pt x="16090" y="27305"/>
                  </a:lnTo>
                  <a:lnTo>
                    <a:pt x="16446" y="27813"/>
                  </a:lnTo>
                  <a:lnTo>
                    <a:pt x="17894" y="27813"/>
                  </a:lnTo>
                  <a:lnTo>
                    <a:pt x="17348" y="27889"/>
                  </a:lnTo>
                  <a:lnTo>
                    <a:pt x="17348" y="28829"/>
                  </a:lnTo>
                  <a:lnTo>
                    <a:pt x="16306" y="29083"/>
                  </a:lnTo>
                  <a:lnTo>
                    <a:pt x="16217" y="28829"/>
                  </a:lnTo>
                  <a:lnTo>
                    <a:pt x="17348" y="28829"/>
                  </a:lnTo>
                  <a:lnTo>
                    <a:pt x="17348" y="27889"/>
                  </a:lnTo>
                  <a:lnTo>
                    <a:pt x="15875" y="28079"/>
                  </a:lnTo>
                  <a:lnTo>
                    <a:pt x="15875" y="29832"/>
                  </a:lnTo>
                  <a:lnTo>
                    <a:pt x="14846" y="29337"/>
                  </a:lnTo>
                  <a:lnTo>
                    <a:pt x="15265" y="29337"/>
                  </a:lnTo>
                  <a:lnTo>
                    <a:pt x="15798" y="29337"/>
                  </a:lnTo>
                  <a:lnTo>
                    <a:pt x="15875" y="29832"/>
                  </a:lnTo>
                  <a:lnTo>
                    <a:pt x="15875" y="28079"/>
                  </a:lnTo>
                  <a:lnTo>
                    <a:pt x="15684" y="27813"/>
                  </a:lnTo>
                  <a:lnTo>
                    <a:pt x="16014" y="27813"/>
                  </a:lnTo>
                  <a:lnTo>
                    <a:pt x="16090" y="27305"/>
                  </a:lnTo>
                  <a:lnTo>
                    <a:pt x="15836" y="27305"/>
                  </a:lnTo>
                  <a:lnTo>
                    <a:pt x="15633" y="27559"/>
                  </a:lnTo>
                  <a:lnTo>
                    <a:pt x="15659" y="27813"/>
                  </a:lnTo>
                  <a:lnTo>
                    <a:pt x="15443" y="27813"/>
                  </a:lnTo>
                  <a:lnTo>
                    <a:pt x="15011" y="27813"/>
                  </a:lnTo>
                  <a:lnTo>
                    <a:pt x="14681" y="28181"/>
                  </a:lnTo>
                  <a:lnTo>
                    <a:pt x="14973" y="27305"/>
                  </a:lnTo>
                  <a:lnTo>
                    <a:pt x="15621" y="27305"/>
                  </a:lnTo>
                  <a:lnTo>
                    <a:pt x="15773" y="27305"/>
                  </a:lnTo>
                  <a:lnTo>
                    <a:pt x="15595" y="27000"/>
                  </a:lnTo>
                  <a:lnTo>
                    <a:pt x="15595" y="26809"/>
                  </a:lnTo>
                  <a:lnTo>
                    <a:pt x="24422" y="27305"/>
                  </a:lnTo>
                  <a:lnTo>
                    <a:pt x="24422" y="26593"/>
                  </a:lnTo>
                  <a:lnTo>
                    <a:pt x="22936" y="26162"/>
                  </a:lnTo>
                  <a:lnTo>
                    <a:pt x="24587" y="26162"/>
                  </a:lnTo>
                  <a:lnTo>
                    <a:pt x="24777" y="26162"/>
                  </a:lnTo>
                  <a:lnTo>
                    <a:pt x="24980" y="26454"/>
                  </a:lnTo>
                  <a:lnTo>
                    <a:pt x="25120" y="26162"/>
                  </a:lnTo>
                  <a:lnTo>
                    <a:pt x="25336" y="26162"/>
                  </a:lnTo>
                  <a:lnTo>
                    <a:pt x="25349" y="26352"/>
                  </a:lnTo>
                  <a:lnTo>
                    <a:pt x="25323" y="26797"/>
                  </a:lnTo>
                  <a:lnTo>
                    <a:pt x="25539" y="26543"/>
                  </a:lnTo>
                  <a:lnTo>
                    <a:pt x="25806" y="26162"/>
                  </a:lnTo>
                  <a:lnTo>
                    <a:pt x="25755" y="26301"/>
                  </a:lnTo>
                  <a:lnTo>
                    <a:pt x="25882" y="26162"/>
                  </a:lnTo>
                  <a:lnTo>
                    <a:pt x="26162" y="26162"/>
                  </a:lnTo>
                  <a:lnTo>
                    <a:pt x="26377" y="26162"/>
                  </a:lnTo>
                  <a:lnTo>
                    <a:pt x="26377" y="24117"/>
                  </a:lnTo>
                  <a:lnTo>
                    <a:pt x="26047" y="23863"/>
                  </a:lnTo>
                  <a:lnTo>
                    <a:pt x="26047" y="24130"/>
                  </a:lnTo>
                  <a:lnTo>
                    <a:pt x="25971" y="24523"/>
                  </a:lnTo>
                  <a:lnTo>
                    <a:pt x="25501" y="24218"/>
                  </a:lnTo>
                  <a:lnTo>
                    <a:pt x="25501" y="24638"/>
                  </a:lnTo>
                  <a:lnTo>
                    <a:pt x="25438" y="25146"/>
                  </a:lnTo>
                  <a:lnTo>
                    <a:pt x="25425" y="25273"/>
                  </a:lnTo>
                  <a:lnTo>
                    <a:pt x="24879" y="25184"/>
                  </a:lnTo>
                  <a:lnTo>
                    <a:pt x="24879" y="25590"/>
                  </a:lnTo>
                  <a:lnTo>
                    <a:pt x="24561" y="25666"/>
                  </a:lnTo>
                  <a:lnTo>
                    <a:pt x="24091" y="25234"/>
                  </a:lnTo>
                  <a:lnTo>
                    <a:pt x="24879" y="25590"/>
                  </a:lnTo>
                  <a:lnTo>
                    <a:pt x="24879" y="25184"/>
                  </a:lnTo>
                  <a:lnTo>
                    <a:pt x="24739" y="25146"/>
                  </a:lnTo>
                  <a:lnTo>
                    <a:pt x="25260" y="25146"/>
                  </a:lnTo>
                  <a:lnTo>
                    <a:pt x="24638" y="24638"/>
                  </a:lnTo>
                  <a:lnTo>
                    <a:pt x="25031" y="24638"/>
                  </a:lnTo>
                  <a:lnTo>
                    <a:pt x="25501" y="24638"/>
                  </a:lnTo>
                  <a:lnTo>
                    <a:pt x="25501" y="24218"/>
                  </a:lnTo>
                  <a:lnTo>
                    <a:pt x="25425" y="24079"/>
                  </a:lnTo>
                  <a:lnTo>
                    <a:pt x="25184" y="23622"/>
                  </a:lnTo>
                  <a:lnTo>
                    <a:pt x="25463" y="23622"/>
                  </a:lnTo>
                  <a:lnTo>
                    <a:pt x="25514" y="23939"/>
                  </a:lnTo>
                  <a:lnTo>
                    <a:pt x="25717" y="23672"/>
                  </a:lnTo>
                  <a:lnTo>
                    <a:pt x="25679" y="24130"/>
                  </a:lnTo>
                  <a:lnTo>
                    <a:pt x="26047" y="24130"/>
                  </a:lnTo>
                  <a:lnTo>
                    <a:pt x="26047" y="23863"/>
                  </a:lnTo>
                  <a:lnTo>
                    <a:pt x="25742" y="23634"/>
                  </a:lnTo>
                  <a:lnTo>
                    <a:pt x="34734" y="23622"/>
                  </a:lnTo>
                  <a:lnTo>
                    <a:pt x="35013" y="23622"/>
                  </a:lnTo>
                  <a:lnTo>
                    <a:pt x="35318" y="23622"/>
                  </a:lnTo>
                  <a:lnTo>
                    <a:pt x="35699" y="23622"/>
                  </a:lnTo>
                  <a:lnTo>
                    <a:pt x="35699" y="22250"/>
                  </a:lnTo>
                  <a:lnTo>
                    <a:pt x="35648" y="22440"/>
                  </a:lnTo>
                  <a:lnTo>
                    <a:pt x="35648" y="22987"/>
                  </a:lnTo>
                  <a:lnTo>
                    <a:pt x="35102" y="23368"/>
                  </a:lnTo>
                  <a:lnTo>
                    <a:pt x="35229" y="22987"/>
                  </a:lnTo>
                  <a:lnTo>
                    <a:pt x="35318" y="22758"/>
                  </a:lnTo>
                  <a:lnTo>
                    <a:pt x="35331" y="22987"/>
                  </a:lnTo>
                  <a:lnTo>
                    <a:pt x="35648" y="22987"/>
                  </a:lnTo>
                  <a:lnTo>
                    <a:pt x="35648" y="22440"/>
                  </a:lnTo>
                  <a:lnTo>
                    <a:pt x="35420" y="22479"/>
                  </a:lnTo>
                  <a:lnTo>
                    <a:pt x="35318" y="21971"/>
                  </a:lnTo>
                  <a:lnTo>
                    <a:pt x="35255" y="22098"/>
                  </a:lnTo>
                  <a:lnTo>
                    <a:pt x="35267" y="21971"/>
                  </a:lnTo>
                  <a:lnTo>
                    <a:pt x="35496" y="21971"/>
                  </a:lnTo>
                  <a:lnTo>
                    <a:pt x="35775" y="21971"/>
                  </a:lnTo>
                  <a:lnTo>
                    <a:pt x="35775" y="20447"/>
                  </a:lnTo>
                  <a:lnTo>
                    <a:pt x="35585" y="20447"/>
                  </a:lnTo>
                  <a:lnTo>
                    <a:pt x="35420" y="19812"/>
                  </a:lnTo>
                  <a:lnTo>
                    <a:pt x="36169" y="20447"/>
                  </a:lnTo>
                  <a:lnTo>
                    <a:pt x="36169" y="16129"/>
                  </a:lnTo>
                  <a:lnTo>
                    <a:pt x="36080" y="19304"/>
                  </a:lnTo>
                  <a:lnTo>
                    <a:pt x="34912" y="19507"/>
                  </a:lnTo>
                  <a:lnTo>
                    <a:pt x="34912" y="19812"/>
                  </a:lnTo>
                  <a:lnTo>
                    <a:pt x="34848" y="20447"/>
                  </a:lnTo>
                  <a:lnTo>
                    <a:pt x="34798" y="21602"/>
                  </a:lnTo>
                  <a:lnTo>
                    <a:pt x="34556" y="21463"/>
                  </a:lnTo>
                  <a:lnTo>
                    <a:pt x="34709" y="21463"/>
                  </a:lnTo>
                  <a:lnTo>
                    <a:pt x="34798" y="21602"/>
                  </a:lnTo>
                  <a:lnTo>
                    <a:pt x="34798" y="20485"/>
                  </a:lnTo>
                  <a:lnTo>
                    <a:pt x="34544" y="20612"/>
                  </a:lnTo>
                  <a:lnTo>
                    <a:pt x="34544" y="21463"/>
                  </a:lnTo>
                  <a:lnTo>
                    <a:pt x="34010" y="21463"/>
                  </a:lnTo>
                  <a:lnTo>
                    <a:pt x="33858" y="21856"/>
                  </a:lnTo>
                  <a:lnTo>
                    <a:pt x="33807" y="21463"/>
                  </a:lnTo>
                  <a:lnTo>
                    <a:pt x="33489" y="21247"/>
                  </a:lnTo>
                  <a:lnTo>
                    <a:pt x="33489" y="21971"/>
                  </a:lnTo>
                  <a:lnTo>
                    <a:pt x="32931" y="22479"/>
                  </a:lnTo>
                  <a:lnTo>
                    <a:pt x="32689" y="22479"/>
                  </a:lnTo>
                  <a:lnTo>
                    <a:pt x="32994" y="21971"/>
                  </a:lnTo>
                  <a:lnTo>
                    <a:pt x="30213" y="21971"/>
                  </a:lnTo>
                  <a:lnTo>
                    <a:pt x="29946" y="22186"/>
                  </a:lnTo>
                  <a:lnTo>
                    <a:pt x="29997" y="21971"/>
                  </a:lnTo>
                  <a:lnTo>
                    <a:pt x="29032" y="21971"/>
                  </a:lnTo>
                  <a:lnTo>
                    <a:pt x="29121" y="22110"/>
                  </a:lnTo>
                  <a:lnTo>
                    <a:pt x="28740" y="21971"/>
                  </a:lnTo>
                  <a:lnTo>
                    <a:pt x="28346" y="21971"/>
                  </a:lnTo>
                  <a:lnTo>
                    <a:pt x="26606" y="21971"/>
                  </a:lnTo>
                  <a:lnTo>
                    <a:pt x="26606" y="22199"/>
                  </a:lnTo>
                  <a:lnTo>
                    <a:pt x="26606" y="22479"/>
                  </a:lnTo>
                  <a:lnTo>
                    <a:pt x="26606" y="22733"/>
                  </a:lnTo>
                  <a:lnTo>
                    <a:pt x="26606" y="22987"/>
                  </a:lnTo>
                  <a:lnTo>
                    <a:pt x="26123" y="22987"/>
                  </a:lnTo>
                  <a:lnTo>
                    <a:pt x="26098" y="22479"/>
                  </a:lnTo>
                  <a:lnTo>
                    <a:pt x="26606" y="22479"/>
                  </a:lnTo>
                  <a:lnTo>
                    <a:pt x="26606" y="22199"/>
                  </a:lnTo>
                  <a:lnTo>
                    <a:pt x="25755" y="21971"/>
                  </a:lnTo>
                  <a:lnTo>
                    <a:pt x="24904" y="21971"/>
                  </a:lnTo>
                  <a:lnTo>
                    <a:pt x="24904" y="23622"/>
                  </a:lnTo>
                  <a:lnTo>
                    <a:pt x="24650" y="23444"/>
                  </a:lnTo>
                  <a:lnTo>
                    <a:pt x="24650" y="24130"/>
                  </a:lnTo>
                  <a:lnTo>
                    <a:pt x="23888" y="24130"/>
                  </a:lnTo>
                  <a:lnTo>
                    <a:pt x="23939" y="23672"/>
                  </a:lnTo>
                  <a:lnTo>
                    <a:pt x="24142" y="23622"/>
                  </a:lnTo>
                  <a:lnTo>
                    <a:pt x="24549" y="23622"/>
                  </a:lnTo>
                  <a:lnTo>
                    <a:pt x="24650" y="24130"/>
                  </a:lnTo>
                  <a:lnTo>
                    <a:pt x="24650" y="23444"/>
                  </a:lnTo>
                  <a:lnTo>
                    <a:pt x="24384" y="23241"/>
                  </a:lnTo>
                  <a:lnTo>
                    <a:pt x="24485" y="22987"/>
                  </a:lnTo>
                  <a:lnTo>
                    <a:pt x="24218" y="23114"/>
                  </a:lnTo>
                  <a:lnTo>
                    <a:pt x="24053" y="22987"/>
                  </a:lnTo>
                  <a:lnTo>
                    <a:pt x="24257" y="22987"/>
                  </a:lnTo>
                  <a:lnTo>
                    <a:pt x="23609" y="22529"/>
                  </a:lnTo>
                  <a:lnTo>
                    <a:pt x="23609" y="25146"/>
                  </a:lnTo>
                  <a:lnTo>
                    <a:pt x="21932" y="25654"/>
                  </a:lnTo>
                  <a:lnTo>
                    <a:pt x="22999" y="25146"/>
                  </a:lnTo>
                  <a:lnTo>
                    <a:pt x="23609" y="25146"/>
                  </a:lnTo>
                  <a:lnTo>
                    <a:pt x="23609" y="22529"/>
                  </a:lnTo>
                  <a:lnTo>
                    <a:pt x="23837" y="22479"/>
                  </a:lnTo>
                  <a:lnTo>
                    <a:pt x="24257" y="22987"/>
                  </a:lnTo>
                  <a:lnTo>
                    <a:pt x="24485" y="22987"/>
                  </a:lnTo>
                  <a:lnTo>
                    <a:pt x="24726" y="22987"/>
                  </a:lnTo>
                  <a:lnTo>
                    <a:pt x="24904" y="23622"/>
                  </a:lnTo>
                  <a:lnTo>
                    <a:pt x="24904" y="21971"/>
                  </a:lnTo>
                  <a:lnTo>
                    <a:pt x="23393" y="21971"/>
                  </a:lnTo>
                  <a:lnTo>
                    <a:pt x="23393" y="24218"/>
                  </a:lnTo>
                  <a:lnTo>
                    <a:pt x="23101" y="24130"/>
                  </a:lnTo>
                  <a:lnTo>
                    <a:pt x="23380" y="24130"/>
                  </a:lnTo>
                  <a:lnTo>
                    <a:pt x="23393" y="21971"/>
                  </a:lnTo>
                  <a:lnTo>
                    <a:pt x="23355" y="22987"/>
                  </a:lnTo>
                  <a:lnTo>
                    <a:pt x="23215" y="22987"/>
                  </a:lnTo>
                  <a:lnTo>
                    <a:pt x="23139" y="22656"/>
                  </a:lnTo>
                  <a:lnTo>
                    <a:pt x="23139" y="23863"/>
                  </a:lnTo>
                  <a:lnTo>
                    <a:pt x="23139" y="22656"/>
                  </a:lnTo>
                  <a:lnTo>
                    <a:pt x="23101" y="22479"/>
                  </a:lnTo>
                  <a:lnTo>
                    <a:pt x="23355" y="22987"/>
                  </a:lnTo>
                  <a:lnTo>
                    <a:pt x="23241" y="22479"/>
                  </a:lnTo>
                  <a:lnTo>
                    <a:pt x="23355" y="22987"/>
                  </a:lnTo>
                  <a:lnTo>
                    <a:pt x="23355" y="21971"/>
                  </a:lnTo>
                  <a:lnTo>
                    <a:pt x="23050" y="21971"/>
                  </a:lnTo>
                  <a:lnTo>
                    <a:pt x="23050" y="23749"/>
                  </a:lnTo>
                  <a:lnTo>
                    <a:pt x="22974" y="23901"/>
                  </a:lnTo>
                  <a:lnTo>
                    <a:pt x="22821" y="23926"/>
                  </a:lnTo>
                  <a:lnTo>
                    <a:pt x="22047" y="23622"/>
                  </a:lnTo>
                  <a:lnTo>
                    <a:pt x="22123" y="23799"/>
                  </a:lnTo>
                  <a:lnTo>
                    <a:pt x="21920" y="23622"/>
                  </a:lnTo>
                  <a:lnTo>
                    <a:pt x="22148" y="24091"/>
                  </a:lnTo>
                  <a:lnTo>
                    <a:pt x="21996" y="24130"/>
                  </a:lnTo>
                  <a:lnTo>
                    <a:pt x="21742" y="24003"/>
                  </a:lnTo>
                  <a:lnTo>
                    <a:pt x="21856" y="23622"/>
                  </a:lnTo>
                  <a:lnTo>
                    <a:pt x="22047" y="23622"/>
                  </a:lnTo>
                  <a:lnTo>
                    <a:pt x="22364" y="23622"/>
                  </a:lnTo>
                  <a:lnTo>
                    <a:pt x="22961" y="23622"/>
                  </a:lnTo>
                  <a:lnTo>
                    <a:pt x="23050" y="23749"/>
                  </a:lnTo>
                  <a:lnTo>
                    <a:pt x="23050" y="21971"/>
                  </a:lnTo>
                  <a:lnTo>
                    <a:pt x="22809" y="21971"/>
                  </a:lnTo>
                  <a:lnTo>
                    <a:pt x="22809" y="22987"/>
                  </a:lnTo>
                  <a:lnTo>
                    <a:pt x="22618" y="23114"/>
                  </a:lnTo>
                  <a:lnTo>
                    <a:pt x="22542" y="22987"/>
                  </a:lnTo>
                  <a:lnTo>
                    <a:pt x="22809" y="22987"/>
                  </a:lnTo>
                  <a:lnTo>
                    <a:pt x="22809" y="21971"/>
                  </a:lnTo>
                  <a:lnTo>
                    <a:pt x="22517" y="21971"/>
                  </a:lnTo>
                  <a:lnTo>
                    <a:pt x="22618" y="22479"/>
                  </a:lnTo>
                  <a:lnTo>
                    <a:pt x="21831" y="22479"/>
                  </a:lnTo>
                  <a:lnTo>
                    <a:pt x="22440" y="21971"/>
                  </a:lnTo>
                  <a:lnTo>
                    <a:pt x="22123" y="21971"/>
                  </a:lnTo>
                  <a:lnTo>
                    <a:pt x="22326" y="21894"/>
                  </a:lnTo>
                  <a:lnTo>
                    <a:pt x="22212" y="21463"/>
                  </a:lnTo>
                  <a:lnTo>
                    <a:pt x="21755" y="21729"/>
                  </a:lnTo>
                  <a:lnTo>
                    <a:pt x="21729" y="21463"/>
                  </a:lnTo>
                  <a:lnTo>
                    <a:pt x="22212" y="21463"/>
                  </a:lnTo>
                  <a:lnTo>
                    <a:pt x="23050" y="21463"/>
                  </a:lnTo>
                  <a:lnTo>
                    <a:pt x="22809" y="21691"/>
                  </a:lnTo>
                  <a:lnTo>
                    <a:pt x="23355" y="21463"/>
                  </a:lnTo>
                  <a:lnTo>
                    <a:pt x="26047" y="21463"/>
                  </a:lnTo>
                  <a:lnTo>
                    <a:pt x="26047" y="21310"/>
                  </a:lnTo>
                  <a:lnTo>
                    <a:pt x="25755" y="20955"/>
                  </a:lnTo>
                  <a:lnTo>
                    <a:pt x="26047" y="21209"/>
                  </a:lnTo>
                  <a:lnTo>
                    <a:pt x="26047" y="20955"/>
                  </a:lnTo>
                  <a:lnTo>
                    <a:pt x="26212" y="20955"/>
                  </a:lnTo>
                  <a:lnTo>
                    <a:pt x="26365" y="21463"/>
                  </a:lnTo>
                  <a:lnTo>
                    <a:pt x="27724" y="21463"/>
                  </a:lnTo>
                  <a:lnTo>
                    <a:pt x="27647" y="20955"/>
                  </a:lnTo>
                  <a:lnTo>
                    <a:pt x="28270" y="20955"/>
                  </a:lnTo>
                  <a:lnTo>
                    <a:pt x="28321" y="21463"/>
                  </a:lnTo>
                  <a:lnTo>
                    <a:pt x="28181" y="21463"/>
                  </a:lnTo>
                  <a:lnTo>
                    <a:pt x="28346" y="21971"/>
                  </a:lnTo>
                  <a:lnTo>
                    <a:pt x="28702" y="21463"/>
                  </a:lnTo>
                  <a:lnTo>
                    <a:pt x="30035" y="21463"/>
                  </a:lnTo>
                  <a:lnTo>
                    <a:pt x="31800" y="21463"/>
                  </a:lnTo>
                  <a:lnTo>
                    <a:pt x="32118" y="21463"/>
                  </a:lnTo>
                  <a:lnTo>
                    <a:pt x="32435" y="21463"/>
                  </a:lnTo>
                  <a:lnTo>
                    <a:pt x="32905" y="21463"/>
                  </a:lnTo>
                  <a:lnTo>
                    <a:pt x="33134" y="21463"/>
                  </a:lnTo>
                  <a:lnTo>
                    <a:pt x="33108" y="21704"/>
                  </a:lnTo>
                  <a:lnTo>
                    <a:pt x="32994" y="21971"/>
                  </a:lnTo>
                  <a:lnTo>
                    <a:pt x="33172" y="21971"/>
                  </a:lnTo>
                  <a:lnTo>
                    <a:pt x="33489" y="21971"/>
                  </a:lnTo>
                  <a:lnTo>
                    <a:pt x="33489" y="21247"/>
                  </a:lnTo>
                  <a:lnTo>
                    <a:pt x="33070" y="20955"/>
                  </a:lnTo>
                  <a:lnTo>
                    <a:pt x="33248" y="20955"/>
                  </a:lnTo>
                  <a:lnTo>
                    <a:pt x="33578" y="20955"/>
                  </a:lnTo>
                  <a:lnTo>
                    <a:pt x="34201" y="20955"/>
                  </a:lnTo>
                  <a:lnTo>
                    <a:pt x="34544" y="21463"/>
                  </a:lnTo>
                  <a:lnTo>
                    <a:pt x="34544" y="20612"/>
                  </a:lnTo>
                  <a:lnTo>
                    <a:pt x="34417" y="20675"/>
                  </a:lnTo>
                  <a:lnTo>
                    <a:pt x="34150" y="20447"/>
                  </a:lnTo>
                  <a:lnTo>
                    <a:pt x="34912" y="19812"/>
                  </a:lnTo>
                  <a:lnTo>
                    <a:pt x="34912" y="19507"/>
                  </a:lnTo>
                  <a:lnTo>
                    <a:pt x="34772" y="19481"/>
                  </a:lnTo>
                  <a:lnTo>
                    <a:pt x="34607" y="19558"/>
                  </a:lnTo>
                  <a:lnTo>
                    <a:pt x="34645" y="19405"/>
                  </a:lnTo>
                  <a:lnTo>
                    <a:pt x="34772" y="19532"/>
                  </a:lnTo>
                  <a:lnTo>
                    <a:pt x="34658" y="19392"/>
                  </a:lnTo>
                  <a:lnTo>
                    <a:pt x="36080" y="19304"/>
                  </a:lnTo>
                  <a:lnTo>
                    <a:pt x="36080" y="16129"/>
                  </a:lnTo>
                  <a:lnTo>
                    <a:pt x="35852" y="16129"/>
                  </a:lnTo>
                  <a:lnTo>
                    <a:pt x="35445" y="15621"/>
                  </a:lnTo>
                  <a:lnTo>
                    <a:pt x="35636" y="15621"/>
                  </a:lnTo>
                  <a:lnTo>
                    <a:pt x="35344" y="15367"/>
                  </a:lnTo>
                  <a:lnTo>
                    <a:pt x="35204" y="15544"/>
                  </a:lnTo>
                  <a:lnTo>
                    <a:pt x="35204" y="16129"/>
                  </a:lnTo>
                  <a:lnTo>
                    <a:pt x="34925" y="15621"/>
                  </a:lnTo>
                  <a:lnTo>
                    <a:pt x="34886" y="15913"/>
                  </a:lnTo>
                  <a:lnTo>
                    <a:pt x="34798" y="18288"/>
                  </a:lnTo>
                  <a:lnTo>
                    <a:pt x="34429" y="18288"/>
                  </a:lnTo>
                  <a:lnTo>
                    <a:pt x="34251" y="17780"/>
                  </a:lnTo>
                  <a:lnTo>
                    <a:pt x="34721" y="17780"/>
                  </a:lnTo>
                  <a:lnTo>
                    <a:pt x="34798" y="18288"/>
                  </a:lnTo>
                  <a:lnTo>
                    <a:pt x="34798" y="15849"/>
                  </a:lnTo>
                  <a:lnTo>
                    <a:pt x="34493" y="15621"/>
                  </a:lnTo>
                  <a:lnTo>
                    <a:pt x="34823" y="15621"/>
                  </a:lnTo>
                  <a:lnTo>
                    <a:pt x="34798" y="15354"/>
                  </a:lnTo>
                  <a:lnTo>
                    <a:pt x="34925" y="15621"/>
                  </a:lnTo>
                  <a:lnTo>
                    <a:pt x="35153" y="15621"/>
                  </a:lnTo>
                  <a:lnTo>
                    <a:pt x="35204" y="16129"/>
                  </a:lnTo>
                  <a:lnTo>
                    <a:pt x="35204" y="15544"/>
                  </a:lnTo>
                  <a:lnTo>
                    <a:pt x="35128" y="15189"/>
                  </a:lnTo>
                  <a:lnTo>
                    <a:pt x="35420" y="15113"/>
                  </a:lnTo>
                  <a:lnTo>
                    <a:pt x="57111" y="15621"/>
                  </a:lnTo>
                  <a:lnTo>
                    <a:pt x="57111" y="15113"/>
                  </a:lnTo>
                  <a:lnTo>
                    <a:pt x="57442" y="15113"/>
                  </a:lnTo>
                  <a:lnTo>
                    <a:pt x="57759" y="15113"/>
                  </a:lnTo>
                  <a:lnTo>
                    <a:pt x="57759" y="13462"/>
                  </a:lnTo>
                  <a:lnTo>
                    <a:pt x="57607" y="13462"/>
                  </a:lnTo>
                  <a:lnTo>
                    <a:pt x="57607" y="14605"/>
                  </a:lnTo>
                  <a:lnTo>
                    <a:pt x="57365" y="14732"/>
                  </a:lnTo>
                  <a:lnTo>
                    <a:pt x="57340" y="14605"/>
                  </a:lnTo>
                  <a:lnTo>
                    <a:pt x="57607" y="14605"/>
                  </a:lnTo>
                  <a:lnTo>
                    <a:pt x="57607" y="13462"/>
                  </a:lnTo>
                  <a:lnTo>
                    <a:pt x="57327" y="13462"/>
                  </a:lnTo>
                  <a:lnTo>
                    <a:pt x="57073" y="12954"/>
                  </a:lnTo>
                  <a:lnTo>
                    <a:pt x="57480" y="12954"/>
                  </a:lnTo>
                  <a:lnTo>
                    <a:pt x="59207" y="12954"/>
                  </a:lnTo>
                  <a:lnTo>
                    <a:pt x="61696" y="12954"/>
                  </a:lnTo>
                  <a:lnTo>
                    <a:pt x="61544" y="12890"/>
                  </a:lnTo>
                  <a:lnTo>
                    <a:pt x="61569" y="12496"/>
                  </a:lnTo>
                  <a:lnTo>
                    <a:pt x="61772" y="12446"/>
                  </a:lnTo>
                  <a:lnTo>
                    <a:pt x="62141" y="12446"/>
                  </a:lnTo>
                  <a:lnTo>
                    <a:pt x="62293" y="12446"/>
                  </a:lnTo>
                  <a:lnTo>
                    <a:pt x="61810" y="12954"/>
                  </a:lnTo>
                  <a:lnTo>
                    <a:pt x="62649" y="12954"/>
                  </a:lnTo>
                  <a:lnTo>
                    <a:pt x="66382" y="12954"/>
                  </a:lnTo>
                  <a:lnTo>
                    <a:pt x="66560" y="12954"/>
                  </a:lnTo>
                  <a:lnTo>
                    <a:pt x="68846" y="12954"/>
                  </a:lnTo>
                  <a:lnTo>
                    <a:pt x="69888" y="12954"/>
                  </a:lnTo>
                  <a:lnTo>
                    <a:pt x="69786" y="13106"/>
                  </a:lnTo>
                  <a:lnTo>
                    <a:pt x="70078" y="12954"/>
                  </a:lnTo>
                  <a:lnTo>
                    <a:pt x="70827" y="13195"/>
                  </a:lnTo>
                  <a:lnTo>
                    <a:pt x="70904" y="12954"/>
                  </a:lnTo>
                  <a:lnTo>
                    <a:pt x="70878" y="13208"/>
                  </a:lnTo>
                  <a:lnTo>
                    <a:pt x="71069" y="13284"/>
                  </a:lnTo>
                  <a:lnTo>
                    <a:pt x="71107" y="13030"/>
                  </a:lnTo>
                  <a:lnTo>
                    <a:pt x="71424" y="13195"/>
                  </a:lnTo>
                  <a:lnTo>
                    <a:pt x="71551" y="12954"/>
                  </a:lnTo>
                  <a:lnTo>
                    <a:pt x="71856" y="12954"/>
                  </a:lnTo>
                  <a:lnTo>
                    <a:pt x="71856" y="12598"/>
                  </a:lnTo>
                  <a:lnTo>
                    <a:pt x="71323" y="12661"/>
                  </a:lnTo>
                  <a:lnTo>
                    <a:pt x="71335" y="12446"/>
                  </a:lnTo>
                  <a:lnTo>
                    <a:pt x="71805" y="12446"/>
                  </a:lnTo>
                  <a:lnTo>
                    <a:pt x="73113" y="12446"/>
                  </a:lnTo>
                  <a:lnTo>
                    <a:pt x="73113" y="10287"/>
                  </a:lnTo>
                  <a:lnTo>
                    <a:pt x="72237" y="10287"/>
                  </a:lnTo>
                  <a:lnTo>
                    <a:pt x="72072" y="9779"/>
                  </a:lnTo>
                  <a:lnTo>
                    <a:pt x="71869" y="10287"/>
                  </a:lnTo>
                  <a:lnTo>
                    <a:pt x="71374" y="10287"/>
                  </a:lnTo>
                  <a:lnTo>
                    <a:pt x="71374" y="11938"/>
                  </a:lnTo>
                  <a:lnTo>
                    <a:pt x="71145" y="12090"/>
                  </a:lnTo>
                  <a:lnTo>
                    <a:pt x="70878" y="11938"/>
                  </a:lnTo>
                  <a:lnTo>
                    <a:pt x="70967" y="12192"/>
                  </a:lnTo>
                  <a:lnTo>
                    <a:pt x="70853" y="11938"/>
                  </a:lnTo>
                  <a:lnTo>
                    <a:pt x="71361" y="11938"/>
                  </a:lnTo>
                  <a:lnTo>
                    <a:pt x="71374" y="10287"/>
                  </a:lnTo>
                  <a:lnTo>
                    <a:pt x="70434" y="10287"/>
                  </a:lnTo>
                  <a:lnTo>
                    <a:pt x="70434" y="12446"/>
                  </a:lnTo>
                  <a:lnTo>
                    <a:pt x="70154" y="12712"/>
                  </a:lnTo>
                  <a:lnTo>
                    <a:pt x="70027" y="12446"/>
                  </a:lnTo>
                  <a:lnTo>
                    <a:pt x="70434" y="12446"/>
                  </a:lnTo>
                  <a:lnTo>
                    <a:pt x="70434" y="10287"/>
                  </a:lnTo>
                  <a:lnTo>
                    <a:pt x="64147" y="10287"/>
                  </a:lnTo>
                  <a:lnTo>
                    <a:pt x="63906" y="9779"/>
                  </a:lnTo>
                  <a:lnTo>
                    <a:pt x="63919" y="10287"/>
                  </a:lnTo>
                  <a:lnTo>
                    <a:pt x="63627" y="10287"/>
                  </a:lnTo>
                  <a:lnTo>
                    <a:pt x="63500" y="9779"/>
                  </a:lnTo>
                  <a:lnTo>
                    <a:pt x="63906" y="9779"/>
                  </a:lnTo>
                  <a:lnTo>
                    <a:pt x="64325" y="9779"/>
                  </a:lnTo>
                  <a:lnTo>
                    <a:pt x="64325" y="9359"/>
                  </a:lnTo>
                  <a:lnTo>
                    <a:pt x="64897" y="9779"/>
                  </a:lnTo>
                  <a:lnTo>
                    <a:pt x="65036" y="9779"/>
                  </a:lnTo>
                  <a:lnTo>
                    <a:pt x="71450" y="9779"/>
                  </a:lnTo>
                  <a:lnTo>
                    <a:pt x="71869" y="9779"/>
                  </a:lnTo>
                  <a:lnTo>
                    <a:pt x="72072" y="9779"/>
                  </a:lnTo>
                  <a:lnTo>
                    <a:pt x="78117" y="9779"/>
                  </a:lnTo>
                  <a:lnTo>
                    <a:pt x="78066" y="9931"/>
                  </a:lnTo>
                  <a:lnTo>
                    <a:pt x="78282" y="9779"/>
                  </a:lnTo>
                  <a:lnTo>
                    <a:pt x="79235" y="9779"/>
                  </a:lnTo>
                  <a:lnTo>
                    <a:pt x="79197" y="9271"/>
                  </a:lnTo>
                  <a:lnTo>
                    <a:pt x="79349" y="9271"/>
                  </a:lnTo>
                  <a:lnTo>
                    <a:pt x="79476" y="9271"/>
                  </a:lnTo>
                  <a:lnTo>
                    <a:pt x="79603" y="9271"/>
                  </a:lnTo>
                  <a:lnTo>
                    <a:pt x="79883" y="9525"/>
                  </a:lnTo>
                  <a:lnTo>
                    <a:pt x="80162" y="9779"/>
                  </a:lnTo>
                  <a:lnTo>
                    <a:pt x="80048" y="9639"/>
                  </a:lnTo>
                  <a:lnTo>
                    <a:pt x="80289" y="9779"/>
                  </a:lnTo>
                  <a:lnTo>
                    <a:pt x="80454" y="9779"/>
                  </a:lnTo>
                  <a:lnTo>
                    <a:pt x="81495" y="9779"/>
                  </a:lnTo>
                  <a:lnTo>
                    <a:pt x="81661" y="9779"/>
                  </a:lnTo>
                  <a:lnTo>
                    <a:pt x="82003" y="9779"/>
                  </a:lnTo>
                  <a:lnTo>
                    <a:pt x="81902" y="9271"/>
                  </a:lnTo>
                  <a:lnTo>
                    <a:pt x="81800" y="8851"/>
                  </a:lnTo>
                  <a:lnTo>
                    <a:pt x="81635" y="8763"/>
                  </a:lnTo>
                  <a:lnTo>
                    <a:pt x="81330" y="8763"/>
                  </a:lnTo>
                  <a:lnTo>
                    <a:pt x="80835" y="8763"/>
                  </a:lnTo>
                  <a:lnTo>
                    <a:pt x="80467" y="9017"/>
                  </a:lnTo>
                  <a:lnTo>
                    <a:pt x="80467" y="8763"/>
                  </a:lnTo>
                  <a:lnTo>
                    <a:pt x="80276" y="8801"/>
                  </a:lnTo>
                  <a:lnTo>
                    <a:pt x="80276" y="9144"/>
                  </a:lnTo>
                  <a:lnTo>
                    <a:pt x="80251" y="8839"/>
                  </a:lnTo>
                  <a:lnTo>
                    <a:pt x="80276" y="9144"/>
                  </a:lnTo>
                  <a:lnTo>
                    <a:pt x="80276" y="8801"/>
                  </a:lnTo>
                  <a:lnTo>
                    <a:pt x="79997" y="8890"/>
                  </a:lnTo>
                  <a:lnTo>
                    <a:pt x="79971" y="8763"/>
                  </a:lnTo>
                  <a:lnTo>
                    <a:pt x="79895" y="8915"/>
                  </a:lnTo>
                  <a:lnTo>
                    <a:pt x="79959" y="8788"/>
                  </a:lnTo>
                  <a:lnTo>
                    <a:pt x="79540" y="8763"/>
                  </a:lnTo>
                  <a:lnTo>
                    <a:pt x="79578" y="9004"/>
                  </a:lnTo>
                  <a:lnTo>
                    <a:pt x="79362" y="8953"/>
                  </a:lnTo>
                  <a:lnTo>
                    <a:pt x="78701" y="8763"/>
                  </a:lnTo>
                  <a:lnTo>
                    <a:pt x="79159" y="8763"/>
                  </a:lnTo>
                  <a:lnTo>
                    <a:pt x="79387" y="8763"/>
                  </a:lnTo>
                  <a:lnTo>
                    <a:pt x="79540" y="8763"/>
                  </a:lnTo>
                  <a:lnTo>
                    <a:pt x="79997" y="8255"/>
                  </a:lnTo>
                  <a:lnTo>
                    <a:pt x="79857" y="7747"/>
                  </a:lnTo>
                  <a:lnTo>
                    <a:pt x="79616" y="8001"/>
                  </a:lnTo>
                  <a:lnTo>
                    <a:pt x="79463" y="7797"/>
                  </a:lnTo>
                  <a:lnTo>
                    <a:pt x="79463" y="8255"/>
                  </a:lnTo>
                  <a:lnTo>
                    <a:pt x="79222" y="8648"/>
                  </a:lnTo>
                  <a:lnTo>
                    <a:pt x="79184" y="8255"/>
                  </a:lnTo>
                  <a:lnTo>
                    <a:pt x="79463" y="8255"/>
                  </a:lnTo>
                  <a:lnTo>
                    <a:pt x="79463" y="7797"/>
                  </a:lnTo>
                  <a:lnTo>
                    <a:pt x="79336" y="7747"/>
                  </a:lnTo>
                  <a:lnTo>
                    <a:pt x="79057" y="7747"/>
                  </a:lnTo>
                  <a:lnTo>
                    <a:pt x="78803" y="8255"/>
                  </a:lnTo>
                  <a:lnTo>
                    <a:pt x="79032" y="7747"/>
                  </a:lnTo>
                  <a:lnTo>
                    <a:pt x="78981" y="7112"/>
                  </a:lnTo>
                  <a:lnTo>
                    <a:pt x="78536" y="7112"/>
                  </a:lnTo>
                  <a:lnTo>
                    <a:pt x="78384" y="7747"/>
                  </a:lnTo>
                  <a:lnTo>
                    <a:pt x="78181" y="7912"/>
                  </a:lnTo>
                  <a:lnTo>
                    <a:pt x="78244" y="7747"/>
                  </a:lnTo>
                  <a:lnTo>
                    <a:pt x="78359" y="7239"/>
                  </a:lnTo>
                  <a:lnTo>
                    <a:pt x="78054" y="7467"/>
                  </a:lnTo>
                  <a:lnTo>
                    <a:pt x="78054" y="8255"/>
                  </a:lnTo>
                  <a:lnTo>
                    <a:pt x="77952" y="8509"/>
                  </a:lnTo>
                  <a:lnTo>
                    <a:pt x="77685" y="8382"/>
                  </a:lnTo>
                  <a:lnTo>
                    <a:pt x="77533" y="8763"/>
                  </a:lnTo>
                  <a:lnTo>
                    <a:pt x="77266" y="8763"/>
                  </a:lnTo>
                  <a:lnTo>
                    <a:pt x="76733" y="8763"/>
                  </a:lnTo>
                  <a:lnTo>
                    <a:pt x="76542" y="8763"/>
                  </a:lnTo>
                  <a:lnTo>
                    <a:pt x="76720" y="8699"/>
                  </a:lnTo>
                  <a:lnTo>
                    <a:pt x="77216" y="8521"/>
                  </a:lnTo>
                  <a:lnTo>
                    <a:pt x="77177" y="8255"/>
                  </a:lnTo>
                  <a:lnTo>
                    <a:pt x="77431" y="8255"/>
                  </a:lnTo>
                  <a:lnTo>
                    <a:pt x="77558" y="8255"/>
                  </a:lnTo>
                  <a:lnTo>
                    <a:pt x="77749" y="8255"/>
                  </a:lnTo>
                  <a:lnTo>
                    <a:pt x="77914" y="8255"/>
                  </a:lnTo>
                  <a:lnTo>
                    <a:pt x="78054" y="8255"/>
                  </a:lnTo>
                  <a:lnTo>
                    <a:pt x="78054" y="7467"/>
                  </a:lnTo>
                  <a:lnTo>
                    <a:pt x="78003" y="7112"/>
                  </a:lnTo>
                  <a:lnTo>
                    <a:pt x="77724" y="7696"/>
                  </a:lnTo>
                  <a:lnTo>
                    <a:pt x="77673" y="7861"/>
                  </a:lnTo>
                  <a:lnTo>
                    <a:pt x="77406" y="7747"/>
                  </a:lnTo>
                  <a:lnTo>
                    <a:pt x="77216" y="8064"/>
                  </a:lnTo>
                  <a:lnTo>
                    <a:pt x="77571" y="8153"/>
                  </a:lnTo>
                  <a:lnTo>
                    <a:pt x="77203" y="8077"/>
                  </a:lnTo>
                  <a:lnTo>
                    <a:pt x="77101" y="8255"/>
                  </a:lnTo>
                  <a:lnTo>
                    <a:pt x="77190" y="8064"/>
                  </a:lnTo>
                  <a:lnTo>
                    <a:pt x="77355" y="7747"/>
                  </a:lnTo>
                  <a:lnTo>
                    <a:pt x="76936" y="7747"/>
                  </a:lnTo>
                  <a:lnTo>
                    <a:pt x="76885" y="7988"/>
                  </a:lnTo>
                  <a:lnTo>
                    <a:pt x="76835" y="8242"/>
                  </a:lnTo>
                  <a:lnTo>
                    <a:pt x="76454" y="8128"/>
                  </a:lnTo>
                  <a:lnTo>
                    <a:pt x="76835" y="8255"/>
                  </a:lnTo>
                  <a:lnTo>
                    <a:pt x="76415" y="8255"/>
                  </a:lnTo>
                  <a:lnTo>
                    <a:pt x="76276" y="8255"/>
                  </a:lnTo>
                  <a:lnTo>
                    <a:pt x="76187" y="8763"/>
                  </a:lnTo>
                  <a:lnTo>
                    <a:pt x="75603" y="8763"/>
                  </a:lnTo>
                  <a:lnTo>
                    <a:pt x="75234" y="8763"/>
                  </a:lnTo>
                  <a:lnTo>
                    <a:pt x="74803" y="8763"/>
                  </a:lnTo>
                  <a:lnTo>
                    <a:pt x="74460" y="8255"/>
                  </a:lnTo>
                  <a:lnTo>
                    <a:pt x="75666" y="8255"/>
                  </a:lnTo>
                  <a:lnTo>
                    <a:pt x="75577" y="8534"/>
                  </a:lnTo>
                  <a:lnTo>
                    <a:pt x="76009" y="8267"/>
                  </a:lnTo>
                  <a:lnTo>
                    <a:pt x="76187" y="8763"/>
                  </a:lnTo>
                  <a:lnTo>
                    <a:pt x="76187" y="8255"/>
                  </a:lnTo>
                  <a:lnTo>
                    <a:pt x="76022" y="8255"/>
                  </a:lnTo>
                  <a:lnTo>
                    <a:pt x="75831" y="8255"/>
                  </a:lnTo>
                  <a:lnTo>
                    <a:pt x="75857" y="7937"/>
                  </a:lnTo>
                  <a:lnTo>
                    <a:pt x="75958" y="7772"/>
                  </a:lnTo>
                  <a:lnTo>
                    <a:pt x="75780" y="7912"/>
                  </a:lnTo>
                  <a:lnTo>
                    <a:pt x="75666" y="8089"/>
                  </a:lnTo>
                  <a:lnTo>
                    <a:pt x="75653" y="7886"/>
                  </a:lnTo>
                  <a:lnTo>
                    <a:pt x="75730" y="7747"/>
                  </a:lnTo>
                  <a:lnTo>
                    <a:pt x="76034" y="6604"/>
                  </a:lnTo>
                  <a:lnTo>
                    <a:pt x="75755" y="6604"/>
                  </a:lnTo>
                  <a:lnTo>
                    <a:pt x="75755" y="7112"/>
                  </a:lnTo>
                  <a:lnTo>
                    <a:pt x="75298" y="7747"/>
                  </a:lnTo>
                  <a:lnTo>
                    <a:pt x="75653" y="7747"/>
                  </a:lnTo>
                  <a:lnTo>
                    <a:pt x="75552" y="8026"/>
                  </a:lnTo>
                  <a:lnTo>
                    <a:pt x="75222" y="7747"/>
                  </a:lnTo>
                  <a:lnTo>
                    <a:pt x="74904" y="7747"/>
                  </a:lnTo>
                  <a:lnTo>
                    <a:pt x="74777" y="7823"/>
                  </a:lnTo>
                  <a:lnTo>
                    <a:pt x="74422" y="7112"/>
                  </a:lnTo>
                  <a:lnTo>
                    <a:pt x="75755" y="7112"/>
                  </a:lnTo>
                  <a:lnTo>
                    <a:pt x="75755" y="6604"/>
                  </a:lnTo>
                  <a:lnTo>
                    <a:pt x="75171" y="6604"/>
                  </a:lnTo>
                  <a:lnTo>
                    <a:pt x="74307" y="6858"/>
                  </a:lnTo>
                  <a:lnTo>
                    <a:pt x="74193" y="6604"/>
                  </a:lnTo>
                  <a:lnTo>
                    <a:pt x="74104" y="7112"/>
                  </a:lnTo>
                  <a:lnTo>
                    <a:pt x="73952" y="7289"/>
                  </a:lnTo>
                  <a:lnTo>
                    <a:pt x="73952" y="8255"/>
                  </a:lnTo>
                  <a:lnTo>
                    <a:pt x="73799" y="8140"/>
                  </a:lnTo>
                  <a:lnTo>
                    <a:pt x="73825" y="7747"/>
                  </a:lnTo>
                  <a:lnTo>
                    <a:pt x="73952" y="8255"/>
                  </a:lnTo>
                  <a:lnTo>
                    <a:pt x="73952" y="7289"/>
                  </a:lnTo>
                  <a:lnTo>
                    <a:pt x="73685" y="7569"/>
                  </a:lnTo>
                  <a:lnTo>
                    <a:pt x="73355" y="7289"/>
                  </a:lnTo>
                  <a:lnTo>
                    <a:pt x="73545" y="7721"/>
                  </a:lnTo>
                  <a:lnTo>
                    <a:pt x="73507" y="7886"/>
                  </a:lnTo>
                  <a:lnTo>
                    <a:pt x="73355" y="7747"/>
                  </a:lnTo>
                  <a:lnTo>
                    <a:pt x="73355" y="8255"/>
                  </a:lnTo>
                  <a:lnTo>
                    <a:pt x="73126" y="8432"/>
                  </a:lnTo>
                  <a:lnTo>
                    <a:pt x="73075" y="8255"/>
                  </a:lnTo>
                  <a:lnTo>
                    <a:pt x="73355" y="8255"/>
                  </a:lnTo>
                  <a:lnTo>
                    <a:pt x="73355" y="7747"/>
                  </a:lnTo>
                  <a:lnTo>
                    <a:pt x="73037" y="7569"/>
                  </a:lnTo>
                  <a:lnTo>
                    <a:pt x="72910" y="7505"/>
                  </a:lnTo>
                  <a:lnTo>
                    <a:pt x="72910" y="8001"/>
                  </a:lnTo>
                  <a:lnTo>
                    <a:pt x="72847" y="8255"/>
                  </a:lnTo>
                  <a:lnTo>
                    <a:pt x="72910" y="8001"/>
                  </a:lnTo>
                  <a:lnTo>
                    <a:pt x="72910" y="7505"/>
                  </a:lnTo>
                  <a:lnTo>
                    <a:pt x="72885" y="7747"/>
                  </a:lnTo>
                  <a:lnTo>
                    <a:pt x="72504" y="8001"/>
                  </a:lnTo>
                  <a:lnTo>
                    <a:pt x="72529" y="7747"/>
                  </a:lnTo>
                  <a:lnTo>
                    <a:pt x="72885" y="7747"/>
                  </a:lnTo>
                  <a:lnTo>
                    <a:pt x="72885" y="7493"/>
                  </a:lnTo>
                  <a:lnTo>
                    <a:pt x="72288" y="7175"/>
                  </a:lnTo>
                  <a:lnTo>
                    <a:pt x="72288" y="9271"/>
                  </a:lnTo>
                  <a:lnTo>
                    <a:pt x="72072" y="9410"/>
                  </a:lnTo>
                  <a:lnTo>
                    <a:pt x="72072" y="9271"/>
                  </a:lnTo>
                  <a:lnTo>
                    <a:pt x="72288" y="9271"/>
                  </a:lnTo>
                  <a:lnTo>
                    <a:pt x="72288" y="7175"/>
                  </a:lnTo>
                  <a:lnTo>
                    <a:pt x="73037" y="7505"/>
                  </a:lnTo>
                  <a:lnTo>
                    <a:pt x="73063" y="7112"/>
                  </a:lnTo>
                  <a:lnTo>
                    <a:pt x="74104" y="7112"/>
                  </a:lnTo>
                  <a:lnTo>
                    <a:pt x="74104" y="6604"/>
                  </a:lnTo>
                  <a:lnTo>
                    <a:pt x="73710" y="6604"/>
                  </a:lnTo>
                  <a:lnTo>
                    <a:pt x="73152" y="6896"/>
                  </a:lnTo>
                  <a:lnTo>
                    <a:pt x="73113" y="6604"/>
                  </a:lnTo>
                  <a:lnTo>
                    <a:pt x="72694" y="6604"/>
                  </a:lnTo>
                  <a:lnTo>
                    <a:pt x="72529" y="6604"/>
                  </a:lnTo>
                  <a:lnTo>
                    <a:pt x="72275" y="6604"/>
                  </a:lnTo>
                  <a:lnTo>
                    <a:pt x="72301" y="6096"/>
                  </a:lnTo>
                  <a:lnTo>
                    <a:pt x="72313" y="5765"/>
                  </a:lnTo>
                  <a:lnTo>
                    <a:pt x="72390" y="6096"/>
                  </a:lnTo>
                  <a:lnTo>
                    <a:pt x="72542" y="6096"/>
                  </a:lnTo>
                  <a:lnTo>
                    <a:pt x="72644" y="6477"/>
                  </a:lnTo>
                  <a:lnTo>
                    <a:pt x="72999" y="6096"/>
                  </a:lnTo>
                  <a:lnTo>
                    <a:pt x="73253" y="6096"/>
                  </a:lnTo>
                  <a:lnTo>
                    <a:pt x="73367" y="5588"/>
                  </a:lnTo>
                  <a:lnTo>
                    <a:pt x="72682" y="5588"/>
                  </a:lnTo>
                  <a:lnTo>
                    <a:pt x="72631" y="5765"/>
                  </a:lnTo>
                  <a:lnTo>
                    <a:pt x="72313" y="5613"/>
                  </a:lnTo>
                  <a:lnTo>
                    <a:pt x="72110" y="5080"/>
                  </a:lnTo>
                  <a:lnTo>
                    <a:pt x="71894" y="5080"/>
                  </a:lnTo>
                  <a:lnTo>
                    <a:pt x="71894" y="5588"/>
                  </a:lnTo>
                  <a:lnTo>
                    <a:pt x="71653" y="5588"/>
                  </a:lnTo>
                  <a:lnTo>
                    <a:pt x="71005" y="5588"/>
                  </a:lnTo>
                  <a:lnTo>
                    <a:pt x="70726" y="5588"/>
                  </a:lnTo>
                  <a:lnTo>
                    <a:pt x="70116" y="5588"/>
                  </a:lnTo>
                  <a:lnTo>
                    <a:pt x="70053" y="7112"/>
                  </a:lnTo>
                  <a:lnTo>
                    <a:pt x="69850" y="7239"/>
                  </a:lnTo>
                  <a:lnTo>
                    <a:pt x="69862" y="7112"/>
                  </a:lnTo>
                  <a:lnTo>
                    <a:pt x="70053" y="7112"/>
                  </a:lnTo>
                  <a:lnTo>
                    <a:pt x="70053" y="5588"/>
                  </a:lnTo>
                  <a:lnTo>
                    <a:pt x="69799" y="5588"/>
                  </a:lnTo>
                  <a:lnTo>
                    <a:pt x="69799" y="7747"/>
                  </a:lnTo>
                  <a:lnTo>
                    <a:pt x="69773" y="8013"/>
                  </a:lnTo>
                  <a:lnTo>
                    <a:pt x="69761" y="8255"/>
                  </a:lnTo>
                  <a:lnTo>
                    <a:pt x="69710" y="8039"/>
                  </a:lnTo>
                  <a:lnTo>
                    <a:pt x="69799" y="7747"/>
                  </a:lnTo>
                  <a:lnTo>
                    <a:pt x="69799" y="5588"/>
                  </a:lnTo>
                  <a:lnTo>
                    <a:pt x="69570" y="5588"/>
                  </a:lnTo>
                  <a:lnTo>
                    <a:pt x="69405" y="6096"/>
                  </a:lnTo>
                  <a:lnTo>
                    <a:pt x="69697" y="6096"/>
                  </a:lnTo>
                  <a:lnTo>
                    <a:pt x="69278" y="6477"/>
                  </a:lnTo>
                  <a:lnTo>
                    <a:pt x="69405" y="6096"/>
                  </a:lnTo>
                  <a:lnTo>
                    <a:pt x="68999" y="6096"/>
                  </a:lnTo>
                  <a:lnTo>
                    <a:pt x="68999" y="7747"/>
                  </a:lnTo>
                  <a:lnTo>
                    <a:pt x="68580" y="8001"/>
                  </a:lnTo>
                  <a:lnTo>
                    <a:pt x="67881" y="7747"/>
                  </a:lnTo>
                  <a:lnTo>
                    <a:pt x="68999" y="7747"/>
                  </a:lnTo>
                  <a:lnTo>
                    <a:pt x="68999" y="6096"/>
                  </a:lnTo>
                  <a:lnTo>
                    <a:pt x="67995" y="6096"/>
                  </a:lnTo>
                  <a:lnTo>
                    <a:pt x="67741" y="5842"/>
                  </a:lnTo>
                  <a:lnTo>
                    <a:pt x="67741" y="6604"/>
                  </a:lnTo>
                  <a:lnTo>
                    <a:pt x="67665" y="6845"/>
                  </a:lnTo>
                  <a:lnTo>
                    <a:pt x="67627" y="6985"/>
                  </a:lnTo>
                  <a:lnTo>
                    <a:pt x="67627" y="8255"/>
                  </a:lnTo>
                  <a:lnTo>
                    <a:pt x="67475" y="8331"/>
                  </a:lnTo>
                  <a:lnTo>
                    <a:pt x="67627" y="8255"/>
                  </a:lnTo>
                  <a:lnTo>
                    <a:pt x="67627" y="6985"/>
                  </a:lnTo>
                  <a:lnTo>
                    <a:pt x="67589" y="7112"/>
                  </a:lnTo>
                  <a:lnTo>
                    <a:pt x="67640" y="6858"/>
                  </a:lnTo>
                  <a:lnTo>
                    <a:pt x="67691" y="6604"/>
                  </a:lnTo>
                  <a:lnTo>
                    <a:pt x="67373" y="6604"/>
                  </a:lnTo>
                  <a:lnTo>
                    <a:pt x="67373" y="8255"/>
                  </a:lnTo>
                  <a:lnTo>
                    <a:pt x="67297" y="8382"/>
                  </a:lnTo>
                  <a:lnTo>
                    <a:pt x="67221" y="8509"/>
                  </a:lnTo>
                  <a:lnTo>
                    <a:pt x="66916" y="8763"/>
                  </a:lnTo>
                  <a:lnTo>
                    <a:pt x="67157" y="8559"/>
                  </a:lnTo>
                  <a:lnTo>
                    <a:pt x="67259" y="8407"/>
                  </a:lnTo>
                  <a:lnTo>
                    <a:pt x="67094" y="8496"/>
                  </a:lnTo>
                  <a:lnTo>
                    <a:pt x="66865" y="8255"/>
                  </a:lnTo>
                  <a:lnTo>
                    <a:pt x="67195" y="8255"/>
                  </a:lnTo>
                  <a:lnTo>
                    <a:pt x="67373" y="8255"/>
                  </a:lnTo>
                  <a:lnTo>
                    <a:pt x="67373" y="6604"/>
                  </a:lnTo>
                  <a:lnTo>
                    <a:pt x="67233" y="6604"/>
                  </a:lnTo>
                  <a:lnTo>
                    <a:pt x="67576" y="6096"/>
                  </a:lnTo>
                  <a:lnTo>
                    <a:pt x="67741" y="6604"/>
                  </a:lnTo>
                  <a:lnTo>
                    <a:pt x="67741" y="5842"/>
                  </a:lnTo>
                  <a:lnTo>
                    <a:pt x="67487" y="5588"/>
                  </a:lnTo>
                  <a:lnTo>
                    <a:pt x="67906" y="5588"/>
                  </a:lnTo>
                  <a:lnTo>
                    <a:pt x="68097" y="5588"/>
                  </a:lnTo>
                  <a:lnTo>
                    <a:pt x="68326" y="5588"/>
                  </a:lnTo>
                  <a:lnTo>
                    <a:pt x="69329" y="5588"/>
                  </a:lnTo>
                  <a:lnTo>
                    <a:pt x="69888" y="5080"/>
                  </a:lnTo>
                  <a:lnTo>
                    <a:pt x="68199" y="5524"/>
                  </a:lnTo>
                  <a:lnTo>
                    <a:pt x="68999" y="5080"/>
                  </a:lnTo>
                  <a:lnTo>
                    <a:pt x="69405" y="5080"/>
                  </a:lnTo>
                  <a:lnTo>
                    <a:pt x="69888" y="5080"/>
                  </a:lnTo>
                  <a:lnTo>
                    <a:pt x="70091" y="5080"/>
                  </a:lnTo>
                  <a:lnTo>
                    <a:pt x="70866" y="5524"/>
                  </a:lnTo>
                  <a:lnTo>
                    <a:pt x="71793" y="5092"/>
                  </a:lnTo>
                  <a:lnTo>
                    <a:pt x="71894" y="5588"/>
                  </a:lnTo>
                  <a:lnTo>
                    <a:pt x="71894" y="5080"/>
                  </a:lnTo>
                  <a:lnTo>
                    <a:pt x="70129" y="5080"/>
                  </a:lnTo>
                  <a:lnTo>
                    <a:pt x="70332" y="4572"/>
                  </a:lnTo>
                  <a:lnTo>
                    <a:pt x="69354" y="4572"/>
                  </a:lnTo>
                  <a:lnTo>
                    <a:pt x="68834" y="4673"/>
                  </a:lnTo>
                  <a:lnTo>
                    <a:pt x="68707" y="4597"/>
                  </a:lnTo>
                  <a:lnTo>
                    <a:pt x="68478" y="4572"/>
                  </a:lnTo>
                  <a:lnTo>
                    <a:pt x="68326" y="4203"/>
                  </a:lnTo>
                  <a:lnTo>
                    <a:pt x="68605" y="3683"/>
                  </a:lnTo>
                  <a:lnTo>
                    <a:pt x="68211" y="3937"/>
                  </a:lnTo>
                  <a:lnTo>
                    <a:pt x="68122" y="3683"/>
                  </a:lnTo>
                  <a:lnTo>
                    <a:pt x="67805" y="3860"/>
                  </a:lnTo>
                  <a:lnTo>
                    <a:pt x="67779" y="3683"/>
                  </a:lnTo>
                  <a:lnTo>
                    <a:pt x="67640" y="3683"/>
                  </a:lnTo>
                  <a:lnTo>
                    <a:pt x="67500" y="3924"/>
                  </a:lnTo>
                  <a:lnTo>
                    <a:pt x="67360" y="3683"/>
                  </a:lnTo>
                  <a:lnTo>
                    <a:pt x="66357" y="3683"/>
                  </a:lnTo>
                  <a:lnTo>
                    <a:pt x="66662" y="4267"/>
                  </a:lnTo>
                  <a:lnTo>
                    <a:pt x="66878" y="3835"/>
                  </a:lnTo>
                  <a:lnTo>
                    <a:pt x="66979" y="4165"/>
                  </a:lnTo>
                  <a:lnTo>
                    <a:pt x="67195" y="3771"/>
                  </a:lnTo>
                  <a:lnTo>
                    <a:pt x="67424" y="4038"/>
                  </a:lnTo>
                  <a:lnTo>
                    <a:pt x="67017" y="4292"/>
                  </a:lnTo>
                  <a:lnTo>
                    <a:pt x="67106" y="4572"/>
                  </a:lnTo>
                  <a:lnTo>
                    <a:pt x="67017" y="4800"/>
                  </a:lnTo>
                  <a:lnTo>
                    <a:pt x="67017" y="7886"/>
                  </a:lnTo>
                  <a:lnTo>
                    <a:pt x="66509" y="7747"/>
                  </a:lnTo>
                  <a:lnTo>
                    <a:pt x="66903" y="7747"/>
                  </a:lnTo>
                  <a:lnTo>
                    <a:pt x="67017" y="7886"/>
                  </a:lnTo>
                  <a:lnTo>
                    <a:pt x="67017" y="4800"/>
                  </a:lnTo>
                  <a:lnTo>
                    <a:pt x="66878" y="4711"/>
                  </a:lnTo>
                  <a:lnTo>
                    <a:pt x="66751" y="4572"/>
                  </a:lnTo>
                  <a:lnTo>
                    <a:pt x="66509" y="4572"/>
                  </a:lnTo>
                  <a:lnTo>
                    <a:pt x="66243" y="4572"/>
                  </a:lnTo>
                  <a:lnTo>
                    <a:pt x="66243" y="5080"/>
                  </a:lnTo>
                  <a:lnTo>
                    <a:pt x="65671" y="5346"/>
                  </a:lnTo>
                  <a:lnTo>
                    <a:pt x="65557" y="5080"/>
                  </a:lnTo>
                  <a:lnTo>
                    <a:pt x="66014" y="5080"/>
                  </a:lnTo>
                  <a:lnTo>
                    <a:pt x="66243" y="5080"/>
                  </a:lnTo>
                  <a:lnTo>
                    <a:pt x="66243" y="4572"/>
                  </a:lnTo>
                  <a:lnTo>
                    <a:pt x="65468" y="4572"/>
                  </a:lnTo>
                  <a:lnTo>
                    <a:pt x="65468" y="5435"/>
                  </a:lnTo>
                  <a:lnTo>
                    <a:pt x="65316" y="5499"/>
                  </a:lnTo>
                  <a:lnTo>
                    <a:pt x="65062" y="5207"/>
                  </a:lnTo>
                  <a:lnTo>
                    <a:pt x="64998" y="5486"/>
                  </a:lnTo>
                  <a:lnTo>
                    <a:pt x="64909" y="9271"/>
                  </a:lnTo>
                  <a:lnTo>
                    <a:pt x="64897" y="9525"/>
                  </a:lnTo>
                  <a:lnTo>
                    <a:pt x="64770" y="9271"/>
                  </a:lnTo>
                  <a:lnTo>
                    <a:pt x="64909" y="9271"/>
                  </a:lnTo>
                  <a:lnTo>
                    <a:pt x="64909" y="5410"/>
                  </a:lnTo>
                  <a:lnTo>
                    <a:pt x="64554" y="5080"/>
                  </a:lnTo>
                  <a:lnTo>
                    <a:pt x="64566" y="5334"/>
                  </a:lnTo>
                  <a:lnTo>
                    <a:pt x="64350" y="5080"/>
                  </a:lnTo>
                  <a:lnTo>
                    <a:pt x="64287" y="5321"/>
                  </a:lnTo>
                  <a:lnTo>
                    <a:pt x="64287" y="8255"/>
                  </a:lnTo>
                  <a:lnTo>
                    <a:pt x="64185" y="8763"/>
                  </a:lnTo>
                  <a:lnTo>
                    <a:pt x="63969" y="8763"/>
                  </a:lnTo>
                  <a:lnTo>
                    <a:pt x="63969" y="8255"/>
                  </a:lnTo>
                  <a:lnTo>
                    <a:pt x="64287" y="8255"/>
                  </a:lnTo>
                  <a:lnTo>
                    <a:pt x="64287" y="5321"/>
                  </a:lnTo>
                  <a:lnTo>
                    <a:pt x="64211" y="5588"/>
                  </a:lnTo>
                  <a:lnTo>
                    <a:pt x="64262" y="5080"/>
                  </a:lnTo>
                  <a:lnTo>
                    <a:pt x="64554" y="5080"/>
                  </a:lnTo>
                  <a:lnTo>
                    <a:pt x="64960" y="5080"/>
                  </a:lnTo>
                  <a:lnTo>
                    <a:pt x="65100" y="5080"/>
                  </a:lnTo>
                  <a:lnTo>
                    <a:pt x="65430" y="5080"/>
                  </a:lnTo>
                  <a:lnTo>
                    <a:pt x="65468" y="5435"/>
                  </a:lnTo>
                  <a:lnTo>
                    <a:pt x="65468" y="4572"/>
                  </a:lnTo>
                  <a:lnTo>
                    <a:pt x="65316" y="4572"/>
                  </a:lnTo>
                  <a:lnTo>
                    <a:pt x="64147" y="4572"/>
                  </a:lnTo>
                  <a:lnTo>
                    <a:pt x="64147" y="6096"/>
                  </a:lnTo>
                  <a:lnTo>
                    <a:pt x="63982" y="6604"/>
                  </a:lnTo>
                  <a:lnTo>
                    <a:pt x="64096" y="6985"/>
                  </a:lnTo>
                  <a:lnTo>
                    <a:pt x="63804" y="6096"/>
                  </a:lnTo>
                  <a:lnTo>
                    <a:pt x="64147" y="6096"/>
                  </a:lnTo>
                  <a:lnTo>
                    <a:pt x="64147" y="4572"/>
                  </a:lnTo>
                  <a:lnTo>
                    <a:pt x="64020" y="4572"/>
                  </a:lnTo>
                  <a:lnTo>
                    <a:pt x="63931" y="5029"/>
                  </a:lnTo>
                  <a:lnTo>
                    <a:pt x="63881" y="5334"/>
                  </a:lnTo>
                  <a:lnTo>
                    <a:pt x="63842" y="5588"/>
                  </a:lnTo>
                  <a:lnTo>
                    <a:pt x="63881" y="5334"/>
                  </a:lnTo>
                  <a:lnTo>
                    <a:pt x="63881" y="5016"/>
                  </a:lnTo>
                  <a:lnTo>
                    <a:pt x="63512" y="4826"/>
                  </a:lnTo>
                  <a:lnTo>
                    <a:pt x="63258" y="4724"/>
                  </a:lnTo>
                  <a:lnTo>
                    <a:pt x="63080" y="4838"/>
                  </a:lnTo>
                  <a:lnTo>
                    <a:pt x="63080" y="9779"/>
                  </a:lnTo>
                  <a:lnTo>
                    <a:pt x="63017" y="10287"/>
                  </a:lnTo>
                  <a:lnTo>
                    <a:pt x="61125" y="10287"/>
                  </a:lnTo>
                  <a:lnTo>
                    <a:pt x="61125" y="12573"/>
                  </a:lnTo>
                  <a:lnTo>
                    <a:pt x="61125" y="12700"/>
                  </a:lnTo>
                  <a:lnTo>
                    <a:pt x="60934" y="12611"/>
                  </a:lnTo>
                  <a:lnTo>
                    <a:pt x="59880" y="12827"/>
                  </a:lnTo>
                  <a:lnTo>
                    <a:pt x="60020" y="12446"/>
                  </a:lnTo>
                  <a:lnTo>
                    <a:pt x="60248" y="12446"/>
                  </a:lnTo>
                  <a:lnTo>
                    <a:pt x="60579" y="12446"/>
                  </a:lnTo>
                  <a:lnTo>
                    <a:pt x="61048" y="12446"/>
                  </a:lnTo>
                  <a:lnTo>
                    <a:pt x="61125" y="12573"/>
                  </a:lnTo>
                  <a:lnTo>
                    <a:pt x="61125" y="10287"/>
                  </a:lnTo>
                  <a:lnTo>
                    <a:pt x="60960" y="10287"/>
                  </a:lnTo>
                  <a:lnTo>
                    <a:pt x="60960" y="12192"/>
                  </a:lnTo>
                  <a:lnTo>
                    <a:pt x="60452" y="11938"/>
                  </a:lnTo>
                  <a:lnTo>
                    <a:pt x="60883" y="11938"/>
                  </a:lnTo>
                  <a:lnTo>
                    <a:pt x="60947" y="12166"/>
                  </a:lnTo>
                  <a:lnTo>
                    <a:pt x="60960" y="10287"/>
                  </a:lnTo>
                  <a:lnTo>
                    <a:pt x="60007" y="10287"/>
                  </a:lnTo>
                  <a:lnTo>
                    <a:pt x="60007" y="12192"/>
                  </a:lnTo>
                  <a:lnTo>
                    <a:pt x="59461" y="11938"/>
                  </a:lnTo>
                  <a:lnTo>
                    <a:pt x="59778" y="11938"/>
                  </a:lnTo>
                  <a:lnTo>
                    <a:pt x="60007" y="12192"/>
                  </a:lnTo>
                  <a:lnTo>
                    <a:pt x="60007" y="10287"/>
                  </a:lnTo>
                  <a:lnTo>
                    <a:pt x="56896" y="10287"/>
                  </a:lnTo>
                  <a:lnTo>
                    <a:pt x="56896" y="13462"/>
                  </a:lnTo>
                  <a:lnTo>
                    <a:pt x="55892" y="13462"/>
                  </a:lnTo>
                  <a:lnTo>
                    <a:pt x="55892" y="14097"/>
                  </a:lnTo>
                  <a:lnTo>
                    <a:pt x="55892" y="14236"/>
                  </a:lnTo>
                  <a:lnTo>
                    <a:pt x="55791" y="14097"/>
                  </a:lnTo>
                  <a:lnTo>
                    <a:pt x="55892" y="13462"/>
                  </a:lnTo>
                  <a:lnTo>
                    <a:pt x="55575" y="13462"/>
                  </a:lnTo>
                  <a:lnTo>
                    <a:pt x="55575" y="12954"/>
                  </a:lnTo>
                  <a:lnTo>
                    <a:pt x="56794" y="12954"/>
                  </a:lnTo>
                  <a:lnTo>
                    <a:pt x="56896" y="13462"/>
                  </a:lnTo>
                  <a:lnTo>
                    <a:pt x="56896" y="10287"/>
                  </a:lnTo>
                  <a:lnTo>
                    <a:pt x="56553" y="10287"/>
                  </a:lnTo>
                  <a:lnTo>
                    <a:pt x="56553" y="11430"/>
                  </a:lnTo>
                  <a:lnTo>
                    <a:pt x="55384" y="11607"/>
                  </a:lnTo>
                  <a:lnTo>
                    <a:pt x="55384" y="14097"/>
                  </a:lnTo>
                  <a:lnTo>
                    <a:pt x="55295" y="13843"/>
                  </a:lnTo>
                  <a:lnTo>
                    <a:pt x="55384" y="14097"/>
                  </a:lnTo>
                  <a:lnTo>
                    <a:pt x="55384" y="11607"/>
                  </a:lnTo>
                  <a:lnTo>
                    <a:pt x="55181" y="11633"/>
                  </a:lnTo>
                  <a:lnTo>
                    <a:pt x="55181" y="13462"/>
                  </a:lnTo>
                  <a:lnTo>
                    <a:pt x="46151" y="13462"/>
                  </a:lnTo>
                  <a:lnTo>
                    <a:pt x="45262" y="13233"/>
                  </a:lnTo>
                  <a:lnTo>
                    <a:pt x="45364" y="13462"/>
                  </a:lnTo>
                  <a:lnTo>
                    <a:pt x="45275" y="13462"/>
                  </a:lnTo>
                  <a:lnTo>
                    <a:pt x="41567" y="13462"/>
                  </a:lnTo>
                  <a:lnTo>
                    <a:pt x="41630" y="14097"/>
                  </a:lnTo>
                  <a:lnTo>
                    <a:pt x="41262" y="14097"/>
                  </a:lnTo>
                  <a:lnTo>
                    <a:pt x="40982" y="13728"/>
                  </a:lnTo>
                  <a:lnTo>
                    <a:pt x="40982" y="14097"/>
                  </a:lnTo>
                  <a:lnTo>
                    <a:pt x="40779" y="14097"/>
                  </a:lnTo>
                  <a:lnTo>
                    <a:pt x="40538" y="13462"/>
                  </a:lnTo>
                  <a:lnTo>
                    <a:pt x="40144" y="13462"/>
                  </a:lnTo>
                  <a:lnTo>
                    <a:pt x="40233" y="13716"/>
                  </a:lnTo>
                  <a:lnTo>
                    <a:pt x="39890" y="13462"/>
                  </a:lnTo>
                  <a:lnTo>
                    <a:pt x="41732" y="13208"/>
                  </a:lnTo>
                  <a:lnTo>
                    <a:pt x="41592" y="12954"/>
                  </a:lnTo>
                  <a:lnTo>
                    <a:pt x="41960" y="12954"/>
                  </a:lnTo>
                  <a:lnTo>
                    <a:pt x="42138" y="12954"/>
                  </a:lnTo>
                  <a:lnTo>
                    <a:pt x="42557" y="12954"/>
                  </a:lnTo>
                  <a:lnTo>
                    <a:pt x="42608" y="13081"/>
                  </a:lnTo>
                  <a:lnTo>
                    <a:pt x="43497" y="12954"/>
                  </a:lnTo>
                  <a:lnTo>
                    <a:pt x="43395" y="12446"/>
                  </a:lnTo>
                  <a:lnTo>
                    <a:pt x="43637" y="12954"/>
                  </a:lnTo>
                  <a:lnTo>
                    <a:pt x="44221" y="12954"/>
                  </a:lnTo>
                  <a:lnTo>
                    <a:pt x="45097" y="12954"/>
                  </a:lnTo>
                  <a:lnTo>
                    <a:pt x="45250" y="13220"/>
                  </a:lnTo>
                  <a:lnTo>
                    <a:pt x="45758" y="12954"/>
                  </a:lnTo>
                  <a:lnTo>
                    <a:pt x="55029" y="12954"/>
                  </a:lnTo>
                  <a:lnTo>
                    <a:pt x="55181" y="13462"/>
                  </a:lnTo>
                  <a:lnTo>
                    <a:pt x="55181" y="11633"/>
                  </a:lnTo>
                  <a:lnTo>
                    <a:pt x="54775" y="11684"/>
                  </a:lnTo>
                  <a:lnTo>
                    <a:pt x="54813" y="11430"/>
                  </a:lnTo>
                  <a:lnTo>
                    <a:pt x="56553" y="11430"/>
                  </a:lnTo>
                  <a:lnTo>
                    <a:pt x="56553" y="10287"/>
                  </a:lnTo>
                  <a:lnTo>
                    <a:pt x="45097" y="10287"/>
                  </a:lnTo>
                  <a:lnTo>
                    <a:pt x="44780" y="10198"/>
                  </a:lnTo>
                  <a:lnTo>
                    <a:pt x="44653" y="9918"/>
                  </a:lnTo>
                  <a:lnTo>
                    <a:pt x="44577" y="10795"/>
                  </a:lnTo>
                  <a:lnTo>
                    <a:pt x="43942" y="10439"/>
                  </a:lnTo>
                  <a:lnTo>
                    <a:pt x="43942" y="11938"/>
                  </a:lnTo>
                  <a:lnTo>
                    <a:pt x="43751" y="11709"/>
                  </a:lnTo>
                  <a:lnTo>
                    <a:pt x="43942" y="11938"/>
                  </a:lnTo>
                  <a:lnTo>
                    <a:pt x="43942" y="10439"/>
                  </a:lnTo>
                  <a:lnTo>
                    <a:pt x="43675" y="10287"/>
                  </a:lnTo>
                  <a:lnTo>
                    <a:pt x="44462" y="10287"/>
                  </a:lnTo>
                  <a:lnTo>
                    <a:pt x="44577" y="10795"/>
                  </a:lnTo>
                  <a:lnTo>
                    <a:pt x="44577" y="9944"/>
                  </a:lnTo>
                  <a:lnTo>
                    <a:pt x="44234" y="10033"/>
                  </a:lnTo>
                  <a:lnTo>
                    <a:pt x="43611" y="9855"/>
                  </a:lnTo>
                  <a:lnTo>
                    <a:pt x="43611" y="11938"/>
                  </a:lnTo>
                  <a:lnTo>
                    <a:pt x="43599" y="12065"/>
                  </a:lnTo>
                  <a:lnTo>
                    <a:pt x="43484" y="11938"/>
                  </a:lnTo>
                  <a:lnTo>
                    <a:pt x="43611" y="11938"/>
                  </a:lnTo>
                  <a:lnTo>
                    <a:pt x="43611" y="9855"/>
                  </a:lnTo>
                  <a:lnTo>
                    <a:pt x="43586" y="11493"/>
                  </a:lnTo>
                  <a:lnTo>
                    <a:pt x="43243" y="11696"/>
                  </a:lnTo>
                  <a:lnTo>
                    <a:pt x="43243" y="11938"/>
                  </a:lnTo>
                  <a:lnTo>
                    <a:pt x="42989" y="11938"/>
                  </a:lnTo>
                  <a:lnTo>
                    <a:pt x="42722" y="11760"/>
                  </a:lnTo>
                  <a:lnTo>
                    <a:pt x="42887" y="11696"/>
                  </a:lnTo>
                  <a:lnTo>
                    <a:pt x="42799" y="11430"/>
                  </a:lnTo>
                  <a:lnTo>
                    <a:pt x="42926" y="11430"/>
                  </a:lnTo>
                  <a:lnTo>
                    <a:pt x="42862" y="10922"/>
                  </a:lnTo>
                  <a:lnTo>
                    <a:pt x="42735" y="11264"/>
                  </a:lnTo>
                  <a:lnTo>
                    <a:pt x="42621" y="10985"/>
                  </a:lnTo>
                  <a:lnTo>
                    <a:pt x="42862" y="10922"/>
                  </a:lnTo>
                  <a:lnTo>
                    <a:pt x="43167" y="10922"/>
                  </a:lnTo>
                  <a:lnTo>
                    <a:pt x="42672" y="10541"/>
                  </a:lnTo>
                  <a:lnTo>
                    <a:pt x="43268" y="10922"/>
                  </a:lnTo>
                  <a:lnTo>
                    <a:pt x="43014" y="11430"/>
                  </a:lnTo>
                  <a:lnTo>
                    <a:pt x="43256" y="11430"/>
                  </a:lnTo>
                  <a:lnTo>
                    <a:pt x="43484" y="11430"/>
                  </a:lnTo>
                  <a:lnTo>
                    <a:pt x="43586" y="9842"/>
                  </a:lnTo>
                  <a:lnTo>
                    <a:pt x="43370" y="9779"/>
                  </a:lnTo>
                  <a:lnTo>
                    <a:pt x="42722" y="10287"/>
                  </a:lnTo>
                  <a:lnTo>
                    <a:pt x="42595" y="10287"/>
                  </a:lnTo>
                  <a:lnTo>
                    <a:pt x="42595" y="11214"/>
                  </a:lnTo>
                  <a:lnTo>
                    <a:pt x="42595" y="11658"/>
                  </a:lnTo>
                  <a:lnTo>
                    <a:pt x="42595" y="11823"/>
                  </a:lnTo>
                  <a:lnTo>
                    <a:pt x="42316" y="11938"/>
                  </a:lnTo>
                  <a:lnTo>
                    <a:pt x="42595" y="11823"/>
                  </a:lnTo>
                  <a:lnTo>
                    <a:pt x="42595" y="11658"/>
                  </a:lnTo>
                  <a:lnTo>
                    <a:pt x="42291" y="11430"/>
                  </a:lnTo>
                  <a:lnTo>
                    <a:pt x="42583" y="11430"/>
                  </a:lnTo>
                  <a:lnTo>
                    <a:pt x="42595" y="11214"/>
                  </a:lnTo>
                  <a:lnTo>
                    <a:pt x="42595" y="10287"/>
                  </a:lnTo>
                  <a:lnTo>
                    <a:pt x="42341" y="10287"/>
                  </a:lnTo>
                  <a:lnTo>
                    <a:pt x="42494" y="10109"/>
                  </a:lnTo>
                  <a:lnTo>
                    <a:pt x="42773" y="9779"/>
                  </a:lnTo>
                  <a:lnTo>
                    <a:pt x="43370" y="9779"/>
                  </a:lnTo>
                  <a:lnTo>
                    <a:pt x="44234" y="9779"/>
                  </a:lnTo>
                  <a:lnTo>
                    <a:pt x="44361" y="9271"/>
                  </a:lnTo>
                  <a:lnTo>
                    <a:pt x="44551" y="9271"/>
                  </a:lnTo>
                  <a:lnTo>
                    <a:pt x="44869" y="9271"/>
                  </a:lnTo>
                  <a:lnTo>
                    <a:pt x="45123" y="9779"/>
                  </a:lnTo>
                  <a:lnTo>
                    <a:pt x="63080" y="9779"/>
                  </a:lnTo>
                  <a:lnTo>
                    <a:pt x="63080" y="4838"/>
                  </a:lnTo>
                  <a:lnTo>
                    <a:pt x="62903" y="4953"/>
                  </a:lnTo>
                  <a:lnTo>
                    <a:pt x="62865" y="4572"/>
                  </a:lnTo>
                  <a:lnTo>
                    <a:pt x="62687" y="5080"/>
                  </a:lnTo>
                  <a:lnTo>
                    <a:pt x="62788" y="4572"/>
                  </a:lnTo>
                  <a:lnTo>
                    <a:pt x="62318" y="5054"/>
                  </a:lnTo>
                  <a:lnTo>
                    <a:pt x="62776" y="4572"/>
                  </a:lnTo>
                  <a:lnTo>
                    <a:pt x="62649" y="4572"/>
                  </a:lnTo>
                  <a:lnTo>
                    <a:pt x="62153" y="4826"/>
                  </a:lnTo>
                  <a:lnTo>
                    <a:pt x="62001" y="4572"/>
                  </a:lnTo>
                  <a:lnTo>
                    <a:pt x="62001" y="4902"/>
                  </a:lnTo>
                  <a:lnTo>
                    <a:pt x="61887" y="4572"/>
                  </a:lnTo>
                  <a:lnTo>
                    <a:pt x="62166" y="4572"/>
                  </a:lnTo>
                  <a:lnTo>
                    <a:pt x="62293" y="4445"/>
                  </a:lnTo>
                  <a:lnTo>
                    <a:pt x="61810" y="3835"/>
                  </a:lnTo>
                  <a:lnTo>
                    <a:pt x="61645" y="4572"/>
                  </a:lnTo>
                  <a:lnTo>
                    <a:pt x="61544" y="6096"/>
                  </a:lnTo>
                  <a:lnTo>
                    <a:pt x="60693" y="6426"/>
                  </a:lnTo>
                  <a:lnTo>
                    <a:pt x="60858" y="6096"/>
                  </a:lnTo>
                  <a:lnTo>
                    <a:pt x="61264" y="6096"/>
                  </a:lnTo>
                  <a:lnTo>
                    <a:pt x="61544" y="6096"/>
                  </a:lnTo>
                  <a:lnTo>
                    <a:pt x="61544" y="4572"/>
                  </a:lnTo>
                  <a:lnTo>
                    <a:pt x="61023" y="4572"/>
                  </a:lnTo>
                  <a:lnTo>
                    <a:pt x="60934" y="5080"/>
                  </a:lnTo>
                  <a:lnTo>
                    <a:pt x="60693" y="5473"/>
                  </a:lnTo>
                  <a:lnTo>
                    <a:pt x="60617" y="5283"/>
                  </a:lnTo>
                  <a:lnTo>
                    <a:pt x="60617" y="5588"/>
                  </a:lnTo>
                  <a:lnTo>
                    <a:pt x="60617" y="5842"/>
                  </a:lnTo>
                  <a:lnTo>
                    <a:pt x="60375" y="5588"/>
                  </a:lnTo>
                  <a:lnTo>
                    <a:pt x="60617" y="5588"/>
                  </a:lnTo>
                  <a:lnTo>
                    <a:pt x="60617" y="5283"/>
                  </a:lnTo>
                  <a:lnTo>
                    <a:pt x="60540" y="5080"/>
                  </a:lnTo>
                  <a:lnTo>
                    <a:pt x="60934" y="5080"/>
                  </a:lnTo>
                  <a:lnTo>
                    <a:pt x="60934" y="4572"/>
                  </a:lnTo>
                  <a:lnTo>
                    <a:pt x="60909" y="4406"/>
                  </a:lnTo>
                  <a:lnTo>
                    <a:pt x="61175" y="3683"/>
                  </a:lnTo>
                  <a:lnTo>
                    <a:pt x="60642" y="3683"/>
                  </a:lnTo>
                  <a:lnTo>
                    <a:pt x="60439" y="3683"/>
                  </a:lnTo>
                  <a:lnTo>
                    <a:pt x="59804" y="3683"/>
                  </a:lnTo>
                  <a:lnTo>
                    <a:pt x="59715" y="5588"/>
                  </a:lnTo>
                  <a:lnTo>
                    <a:pt x="59309" y="5854"/>
                  </a:lnTo>
                  <a:lnTo>
                    <a:pt x="59664" y="5588"/>
                  </a:lnTo>
                  <a:lnTo>
                    <a:pt x="59715" y="3733"/>
                  </a:lnTo>
                  <a:lnTo>
                    <a:pt x="59499" y="3848"/>
                  </a:lnTo>
                  <a:lnTo>
                    <a:pt x="59499" y="5080"/>
                  </a:lnTo>
                  <a:lnTo>
                    <a:pt x="59486" y="5588"/>
                  </a:lnTo>
                  <a:lnTo>
                    <a:pt x="59296" y="5829"/>
                  </a:lnTo>
                  <a:lnTo>
                    <a:pt x="59080" y="5994"/>
                  </a:lnTo>
                  <a:lnTo>
                    <a:pt x="59270" y="5854"/>
                  </a:lnTo>
                  <a:lnTo>
                    <a:pt x="59220" y="5588"/>
                  </a:lnTo>
                  <a:lnTo>
                    <a:pt x="58928" y="5588"/>
                  </a:lnTo>
                  <a:lnTo>
                    <a:pt x="58572" y="5588"/>
                  </a:lnTo>
                  <a:lnTo>
                    <a:pt x="58610" y="5854"/>
                  </a:lnTo>
                  <a:lnTo>
                    <a:pt x="58648" y="6096"/>
                  </a:lnTo>
                  <a:lnTo>
                    <a:pt x="58585" y="5842"/>
                  </a:lnTo>
                  <a:lnTo>
                    <a:pt x="58534" y="5588"/>
                  </a:lnTo>
                  <a:lnTo>
                    <a:pt x="58432" y="5080"/>
                  </a:lnTo>
                  <a:lnTo>
                    <a:pt x="58788" y="5080"/>
                  </a:lnTo>
                  <a:lnTo>
                    <a:pt x="58966" y="5080"/>
                  </a:lnTo>
                  <a:lnTo>
                    <a:pt x="59499" y="5080"/>
                  </a:lnTo>
                  <a:lnTo>
                    <a:pt x="59499" y="3848"/>
                  </a:lnTo>
                  <a:lnTo>
                    <a:pt x="58839" y="4203"/>
                  </a:lnTo>
                  <a:lnTo>
                    <a:pt x="58839" y="4572"/>
                  </a:lnTo>
                  <a:lnTo>
                    <a:pt x="58801" y="4864"/>
                  </a:lnTo>
                  <a:lnTo>
                    <a:pt x="58597" y="4572"/>
                  </a:lnTo>
                  <a:lnTo>
                    <a:pt x="58788" y="4572"/>
                  </a:lnTo>
                  <a:lnTo>
                    <a:pt x="58839" y="4203"/>
                  </a:lnTo>
                  <a:lnTo>
                    <a:pt x="58928" y="3683"/>
                  </a:lnTo>
                  <a:lnTo>
                    <a:pt x="59690" y="3683"/>
                  </a:lnTo>
                  <a:lnTo>
                    <a:pt x="59194" y="3048"/>
                  </a:lnTo>
                  <a:lnTo>
                    <a:pt x="59359" y="2705"/>
                  </a:lnTo>
                  <a:lnTo>
                    <a:pt x="59016" y="2819"/>
                  </a:lnTo>
                  <a:lnTo>
                    <a:pt x="58915" y="2667"/>
                  </a:lnTo>
                  <a:lnTo>
                    <a:pt x="58762" y="2667"/>
                  </a:lnTo>
                  <a:lnTo>
                    <a:pt x="58762" y="3683"/>
                  </a:lnTo>
                  <a:lnTo>
                    <a:pt x="58674" y="4292"/>
                  </a:lnTo>
                  <a:lnTo>
                    <a:pt x="58280" y="4508"/>
                  </a:lnTo>
                  <a:lnTo>
                    <a:pt x="58407" y="3683"/>
                  </a:lnTo>
                  <a:lnTo>
                    <a:pt x="58762" y="3683"/>
                  </a:lnTo>
                  <a:lnTo>
                    <a:pt x="58762" y="2667"/>
                  </a:lnTo>
                  <a:lnTo>
                    <a:pt x="58445" y="2667"/>
                  </a:lnTo>
                  <a:lnTo>
                    <a:pt x="58356" y="3035"/>
                  </a:lnTo>
                  <a:lnTo>
                    <a:pt x="57708" y="3276"/>
                  </a:lnTo>
                  <a:lnTo>
                    <a:pt x="57302" y="3429"/>
                  </a:lnTo>
                  <a:lnTo>
                    <a:pt x="57251" y="3683"/>
                  </a:lnTo>
                  <a:lnTo>
                    <a:pt x="57569" y="3683"/>
                  </a:lnTo>
                  <a:lnTo>
                    <a:pt x="57416" y="3975"/>
                  </a:lnTo>
                  <a:lnTo>
                    <a:pt x="57416" y="7112"/>
                  </a:lnTo>
                  <a:lnTo>
                    <a:pt x="56743" y="7505"/>
                  </a:lnTo>
                  <a:lnTo>
                    <a:pt x="56819" y="7112"/>
                  </a:lnTo>
                  <a:lnTo>
                    <a:pt x="57416" y="7112"/>
                  </a:lnTo>
                  <a:lnTo>
                    <a:pt x="57416" y="3975"/>
                  </a:lnTo>
                  <a:lnTo>
                    <a:pt x="57327" y="4127"/>
                  </a:lnTo>
                  <a:lnTo>
                    <a:pt x="57099" y="4013"/>
                  </a:lnTo>
                  <a:lnTo>
                    <a:pt x="57099" y="3848"/>
                  </a:lnTo>
                  <a:lnTo>
                    <a:pt x="56845" y="3898"/>
                  </a:lnTo>
                  <a:lnTo>
                    <a:pt x="56845" y="5080"/>
                  </a:lnTo>
                  <a:lnTo>
                    <a:pt x="56845" y="5588"/>
                  </a:lnTo>
                  <a:lnTo>
                    <a:pt x="56642" y="5588"/>
                  </a:lnTo>
                  <a:lnTo>
                    <a:pt x="56553" y="6096"/>
                  </a:lnTo>
                  <a:lnTo>
                    <a:pt x="55918" y="6350"/>
                  </a:lnTo>
                  <a:lnTo>
                    <a:pt x="55918" y="6096"/>
                  </a:lnTo>
                  <a:lnTo>
                    <a:pt x="56172" y="6096"/>
                  </a:lnTo>
                  <a:lnTo>
                    <a:pt x="56553" y="6096"/>
                  </a:lnTo>
                  <a:lnTo>
                    <a:pt x="56553" y="5588"/>
                  </a:lnTo>
                  <a:lnTo>
                    <a:pt x="56172" y="5588"/>
                  </a:lnTo>
                  <a:lnTo>
                    <a:pt x="56057" y="5842"/>
                  </a:lnTo>
                  <a:lnTo>
                    <a:pt x="55994" y="5981"/>
                  </a:lnTo>
                  <a:lnTo>
                    <a:pt x="55803" y="5905"/>
                  </a:lnTo>
                  <a:lnTo>
                    <a:pt x="55918" y="5753"/>
                  </a:lnTo>
                  <a:lnTo>
                    <a:pt x="55918" y="5588"/>
                  </a:lnTo>
                  <a:lnTo>
                    <a:pt x="55638" y="5422"/>
                  </a:lnTo>
                  <a:lnTo>
                    <a:pt x="55460" y="5372"/>
                  </a:lnTo>
                  <a:lnTo>
                    <a:pt x="55422" y="5232"/>
                  </a:lnTo>
                  <a:lnTo>
                    <a:pt x="55257" y="5080"/>
                  </a:lnTo>
                  <a:lnTo>
                    <a:pt x="55245" y="5588"/>
                  </a:lnTo>
                  <a:lnTo>
                    <a:pt x="55105" y="5588"/>
                  </a:lnTo>
                  <a:lnTo>
                    <a:pt x="54978" y="5791"/>
                  </a:lnTo>
                  <a:lnTo>
                    <a:pt x="54584" y="5588"/>
                  </a:lnTo>
                  <a:lnTo>
                    <a:pt x="55016" y="5588"/>
                  </a:lnTo>
                  <a:lnTo>
                    <a:pt x="55245" y="5588"/>
                  </a:lnTo>
                  <a:lnTo>
                    <a:pt x="55245" y="5080"/>
                  </a:lnTo>
                  <a:lnTo>
                    <a:pt x="55016" y="5080"/>
                  </a:lnTo>
                  <a:lnTo>
                    <a:pt x="54762" y="4813"/>
                  </a:lnTo>
                  <a:lnTo>
                    <a:pt x="54356" y="5054"/>
                  </a:lnTo>
                  <a:lnTo>
                    <a:pt x="54241" y="4572"/>
                  </a:lnTo>
                  <a:lnTo>
                    <a:pt x="54114" y="5080"/>
                  </a:lnTo>
                  <a:lnTo>
                    <a:pt x="54317" y="5080"/>
                  </a:lnTo>
                  <a:lnTo>
                    <a:pt x="54051" y="5588"/>
                  </a:lnTo>
                  <a:lnTo>
                    <a:pt x="54114" y="5080"/>
                  </a:lnTo>
                  <a:lnTo>
                    <a:pt x="54190" y="4572"/>
                  </a:lnTo>
                  <a:lnTo>
                    <a:pt x="54343" y="4572"/>
                  </a:lnTo>
                  <a:lnTo>
                    <a:pt x="55054" y="4572"/>
                  </a:lnTo>
                  <a:lnTo>
                    <a:pt x="55245" y="4572"/>
                  </a:lnTo>
                  <a:lnTo>
                    <a:pt x="55321" y="4254"/>
                  </a:lnTo>
                  <a:lnTo>
                    <a:pt x="55295" y="4572"/>
                  </a:lnTo>
                  <a:lnTo>
                    <a:pt x="55613" y="4572"/>
                  </a:lnTo>
                  <a:lnTo>
                    <a:pt x="55562" y="4699"/>
                  </a:lnTo>
                  <a:lnTo>
                    <a:pt x="55727" y="4775"/>
                  </a:lnTo>
                  <a:lnTo>
                    <a:pt x="55473" y="4889"/>
                  </a:lnTo>
                  <a:lnTo>
                    <a:pt x="55384" y="5080"/>
                  </a:lnTo>
                  <a:lnTo>
                    <a:pt x="55511" y="5080"/>
                  </a:lnTo>
                  <a:lnTo>
                    <a:pt x="55765" y="5080"/>
                  </a:lnTo>
                  <a:lnTo>
                    <a:pt x="55956" y="4889"/>
                  </a:lnTo>
                  <a:lnTo>
                    <a:pt x="56134" y="4978"/>
                  </a:lnTo>
                  <a:lnTo>
                    <a:pt x="56375" y="5080"/>
                  </a:lnTo>
                  <a:lnTo>
                    <a:pt x="55867" y="5080"/>
                  </a:lnTo>
                  <a:lnTo>
                    <a:pt x="55740" y="5270"/>
                  </a:lnTo>
                  <a:lnTo>
                    <a:pt x="56642" y="5588"/>
                  </a:lnTo>
                  <a:lnTo>
                    <a:pt x="56565" y="5080"/>
                  </a:lnTo>
                  <a:lnTo>
                    <a:pt x="56845" y="5080"/>
                  </a:lnTo>
                  <a:lnTo>
                    <a:pt x="56845" y="3898"/>
                  </a:lnTo>
                  <a:lnTo>
                    <a:pt x="56464" y="3695"/>
                  </a:lnTo>
                  <a:lnTo>
                    <a:pt x="56413" y="4318"/>
                  </a:lnTo>
                  <a:lnTo>
                    <a:pt x="56400" y="4572"/>
                  </a:lnTo>
                  <a:lnTo>
                    <a:pt x="56349" y="4229"/>
                  </a:lnTo>
                  <a:lnTo>
                    <a:pt x="56413" y="3683"/>
                  </a:lnTo>
                  <a:lnTo>
                    <a:pt x="55994" y="3683"/>
                  </a:lnTo>
                  <a:lnTo>
                    <a:pt x="56070" y="3810"/>
                  </a:lnTo>
                  <a:lnTo>
                    <a:pt x="55676" y="3683"/>
                  </a:lnTo>
                  <a:lnTo>
                    <a:pt x="54508" y="3683"/>
                  </a:lnTo>
                  <a:lnTo>
                    <a:pt x="54825" y="3213"/>
                  </a:lnTo>
                  <a:lnTo>
                    <a:pt x="55295" y="3594"/>
                  </a:lnTo>
                  <a:lnTo>
                    <a:pt x="55537" y="3517"/>
                  </a:lnTo>
                  <a:lnTo>
                    <a:pt x="55041" y="2895"/>
                  </a:lnTo>
                  <a:lnTo>
                    <a:pt x="55194" y="2667"/>
                  </a:lnTo>
                  <a:lnTo>
                    <a:pt x="55549" y="2667"/>
                  </a:lnTo>
                  <a:lnTo>
                    <a:pt x="55664" y="3467"/>
                  </a:lnTo>
                  <a:lnTo>
                    <a:pt x="56527" y="3175"/>
                  </a:lnTo>
                  <a:lnTo>
                    <a:pt x="56438" y="2667"/>
                  </a:lnTo>
                  <a:lnTo>
                    <a:pt x="56654" y="2667"/>
                  </a:lnTo>
                  <a:lnTo>
                    <a:pt x="56769" y="3098"/>
                  </a:lnTo>
                  <a:lnTo>
                    <a:pt x="57035" y="2667"/>
                  </a:lnTo>
                  <a:lnTo>
                    <a:pt x="57175" y="2667"/>
                  </a:lnTo>
                  <a:lnTo>
                    <a:pt x="56616" y="1993"/>
                  </a:lnTo>
                  <a:lnTo>
                    <a:pt x="56489" y="1854"/>
                  </a:lnTo>
                  <a:lnTo>
                    <a:pt x="56337" y="1651"/>
                  </a:lnTo>
                  <a:lnTo>
                    <a:pt x="54991" y="1651"/>
                  </a:lnTo>
                  <a:lnTo>
                    <a:pt x="54991" y="2667"/>
                  </a:lnTo>
                  <a:lnTo>
                    <a:pt x="54864" y="2667"/>
                  </a:lnTo>
                  <a:lnTo>
                    <a:pt x="54991" y="2667"/>
                  </a:lnTo>
                  <a:lnTo>
                    <a:pt x="54991" y="1651"/>
                  </a:lnTo>
                  <a:lnTo>
                    <a:pt x="54610" y="1651"/>
                  </a:lnTo>
                  <a:lnTo>
                    <a:pt x="54610" y="3035"/>
                  </a:lnTo>
                  <a:lnTo>
                    <a:pt x="54305" y="3340"/>
                  </a:lnTo>
                  <a:lnTo>
                    <a:pt x="54292" y="3683"/>
                  </a:lnTo>
                  <a:lnTo>
                    <a:pt x="54127" y="4025"/>
                  </a:lnTo>
                  <a:lnTo>
                    <a:pt x="54013" y="3683"/>
                  </a:lnTo>
                  <a:lnTo>
                    <a:pt x="54292" y="3683"/>
                  </a:lnTo>
                  <a:lnTo>
                    <a:pt x="54292" y="3314"/>
                  </a:lnTo>
                  <a:lnTo>
                    <a:pt x="53987" y="2667"/>
                  </a:lnTo>
                  <a:lnTo>
                    <a:pt x="54165" y="2667"/>
                  </a:lnTo>
                  <a:lnTo>
                    <a:pt x="54610" y="3035"/>
                  </a:lnTo>
                  <a:lnTo>
                    <a:pt x="54610" y="1651"/>
                  </a:lnTo>
                  <a:lnTo>
                    <a:pt x="54419" y="1651"/>
                  </a:lnTo>
                  <a:lnTo>
                    <a:pt x="53949" y="1651"/>
                  </a:lnTo>
                  <a:lnTo>
                    <a:pt x="53962" y="3670"/>
                  </a:lnTo>
                  <a:lnTo>
                    <a:pt x="53962" y="4368"/>
                  </a:lnTo>
                  <a:lnTo>
                    <a:pt x="53873" y="4572"/>
                  </a:lnTo>
                  <a:lnTo>
                    <a:pt x="53555" y="4572"/>
                  </a:lnTo>
                  <a:lnTo>
                    <a:pt x="52971" y="3733"/>
                  </a:lnTo>
                  <a:lnTo>
                    <a:pt x="53162" y="3683"/>
                  </a:lnTo>
                  <a:lnTo>
                    <a:pt x="53340" y="2667"/>
                  </a:lnTo>
                  <a:lnTo>
                    <a:pt x="52717" y="3556"/>
                  </a:lnTo>
                  <a:lnTo>
                    <a:pt x="52717" y="4572"/>
                  </a:lnTo>
                  <a:lnTo>
                    <a:pt x="52705" y="4724"/>
                  </a:lnTo>
                  <a:lnTo>
                    <a:pt x="52552" y="4572"/>
                  </a:lnTo>
                  <a:lnTo>
                    <a:pt x="52514" y="4813"/>
                  </a:lnTo>
                  <a:lnTo>
                    <a:pt x="52273" y="4902"/>
                  </a:lnTo>
                  <a:lnTo>
                    <a:pt x="52247" y="5080"/>
                  </a:lnTo>
                  <a:lnTo>
                    <a:pt x="52133" y="4572"/>
                  </a:lnTo>
                  <a:lnTo>
                    <a:pt x="52260" y="4572"/>
                  </a:lnTo>
                  <a:lnTo>
                    <a:pt x="52476" y="4572"/>
                  </a:lnTo>
                  <a:lnTo>
                    <a:pt x="52717" y="4572"/>
                  </a:lnTo>
                  <a:lnTo>
                    <a:pt x="52717" y="3556"/>
                  </a:lnTo>
                  <a:lnTo>
                    <a:pt x="52628" y="3683"/>
                  </a:lnTo>
                  <a:lnTo>
                    <a:pt x="52476" y="3683"/>
                  </a:lnTo>
                  <a:lnTo>
                    <a:pt x="52209" y="2921"/>
                  </a:lnTo>
                  <a:lnTo>
                    <a:pt x="52108" y="3251"/>
                  </a:lnTo>
                  <a:lnTo>
                    <a:pt x="52158" y="3683"/>
                  </a:lnTo>
                  <a:lnTo>
                    <a:pt x="51993" y="4013"/>
                  </a:lnTo>
                  <a:lnTo>
                    <a:pt x="51866" y="3721"/>
                  </a:lnTo>
                  <a:lnTo>
                    <a:pt x="51511" y="3683"/>
                  </a:lnTo>
                  <a:lnTo>
                    <a:pt x="51346" y="3683"/>
                  </a:lnTo>
                  <a:lnTo>
                    <a:pt x="51346" y="3886"/>
                  </a:lnTo>
                  <a:lnTo>
                    <a:pt x="51282" y="4572"/>
                  </a:lnTo>
                  <a:lnTo>
                    <a:pt x="51244" y="8509"/>
                  </a:lnTo>
                  <a:lnTo>
                    <a:pt x="50990" y="8356"/>
                  </a:lnTo>
                  <a:lnTo>
                    <a:pt x="50520" y="8648"/>
                  </a:lnTo>
                  <a:lnTo>
                    <a:pt x="50469" y="8255"/>
                  </a:lnTo>
                  <a:lnTo>
                    <a:pt x="50850" y="8255"/>
                  </a:lnTo>
                  <a:lnTo>
                    <a:pt x="51142" y="8255"/>
                  </a:lnTo>
                  <a:lnTo>
                    <a:pt x="51244" y="8509"/>
                  </a:lnTo>
                  <a:lnTo>
                    <a:pt x="51244" y="4622"/>
                  </a:lnTo>
                  <a:lnTo>
                    <a:pt x="50825" y="5080"/>
                  </a:lnTo>
                  <a:lnTo>
                    <a:pt x="50977" y="4572"/>
                  </a:lnTo>
                  <a:lnTo>
                    <a:pt x="51130" y="4572"/>
                  </a:lnTo>
                  <a:lnTo>
                    <a:pt x="51282" y="4572"/>
                  </a:lnTo>
                  <a:lnTo>
                    <a:pt x="51282" y="3911"/>
                  </a:lnTo>
                  <a:lnTo>
                    <a:pt x="51257" y="3683"/>
                  </a:lnTo>
                  <a:lnTo>
                    <a:pt x="51346" y="3886"/>
                  </a:lnTo>
                  <a:lnTo>
                    <a:pt x="51346" y="3683"/>
                  </a:lnTo>
                  <a:lnTo>
                    <a:pt x="51219" y="3111"/>
                  </a:lnTo>
                  <a:lnTo>
                    <a:pt x="51168" y="2667"/>
                  </a:lnTo>
                  <a:lnTo>
                    <a:pt x="51422" y="2667"/>
                  </a:lnTo>
                  <a:lnTo>
                    <a:pt x="51485" y="2667"/>
                  </a:lnTo>
                  <a:lnTo>
                    <a:pt x="52603" y="2667"/>
                  </a:lnTo>
                  <a:lnTo>
                    <a:pt x="51396" y="2044"/>
                  </a:lnTo>
                  <a:lnTo>
                    <a:pt x="51371" y="1879"/>
                  </a:lnTo>
                  <a:lnTo>
                    <a:pt x="51219" y="1905"/>
                  </a:lnTo>
                  <a:lnTo>
                    <a:pt x="51308" y="1727"/>
                  </a:lnTo>
                  <a:lnTo>
                    <a:pt x="51142" y="1905"/>
                  </a:lnTo>
                  <a:lnTo>
                    <a:pt x="51079" y="3302"/>
                  </a:lnTo>
                  <a:lnTo>
                    <a:pt x="50863" y="3581"/>
                  </a:lnTo>
                  <a:lnTo>
                    <a:pt x="50673" y="3149"/>
                  </a:lnTo>
                  <a:lnTo>
                    <a:pt x="50673" y="6096"/>
                  </a:lnTo>
                  <a:lnTo>
                    <a:pt x="50609" y="6604"/>
                  </a:lnTo>
                  <a:lnTo>
                    <a:pt x="49936" y="6604"/>
                  </a:lnTo>
                  <a:lnTo>
                    <a:pt x="50495" y="6096"/>
                  </a:lnTo>
                  <a:lnTo>
                    <a:pt x="50673" y="6096"/>
                  </a:lnTo>
                  <a:lnTo>
                    <a:pt x="50673" y="3149"/>
                  </a:lnTo>
                  <a:lnTo>
                    <a:pt x="50469" y="2667"/>
                  </a:lnTo>
                  <a:lnTo>
                    <a:pt x="50622" y="2667"/>
                  </a:lnTo>
                  <a:lnTo>
                    <a:pt x="50825" y="2667"/>
                  </a:lnTo>
                  <a:lnTo>
                    <a:pt x="50990" y="2667"/>
                  </a:lnTo>
                  <a:lnTo>
                    <a:pt x="51066" y="3225"/>
                  </a:lnTo>
                  <a:lnTo>
                    <a:pt x="51079" y="1879"/>
                  </a:lnTo>
                  <a:lnTo>
                    <a:pt x="50761" y="1701"/>
                  </a:lnTo>
                  <a:lnTo>
                    <a:pt x="50596" y="2159"/>
                  </a:lnTo>
                  <a:lnTo>
                    <a:pt x="50139" y="1651"/>
                  </a:lnTo>
                  <a:lnTo>
                    <a:pt x="49110" y="1651"/>
                  </a:lnTo>
                  <a:lnTo>
                    <a:pt x="49987" y="2667"/>
                  </a:lnTo>
                  <a:lnTo>
                    <a:pt x="49949" y="3429"/>
                  </a:lnTo>
                  <a:lnTo>
                    <a:pt x="49695" y="2705"/>
                  </a:lnTo>
                  <a:lnTo>
                    <a:pt x="49695" y="5588"/>
                  </a:lnTo>
                  <a:lnTo>
                    <a:pt x="49618" y="5765"/>
                  </a:lnTo>
                  <a:lnTo>
                    <a:pt x="49466" y="5740"/>
                  </a:lnTo>
                  <a:lnTo>
                    <a:pt x="49466" y="6096"/>
                  </a:lnTo>
                  <a:lnTo>
                    <a:pt x="49047" y="6604"/>
                  </a:lnTo>
                  <a:lnTo>
                    <a:pt x="49364" y="6096"/>
                  </a:lnTo>
                  <a:lnTo>
                    <a:pt x="49466" y="5740"/>
                  </a:lnTo>
                  <a:lnTo>
                    <a:pt x="48793" y="5588"/>
                  </a:lnTo>
                  <a:lnTo>
                    <a:pt x="49695" y="5588"/>
                  </a:lnTo>
                  <a:lnTo>
                    <a:pt x="49695" y="2705"/>
                  </a:lnTo>
                  <a:lnTo>
                    <a:pt x="49187" y="2946"/>
                  </a:lnTo>
                  <a:lnTo>
                    <a:pt x="49301" y="2667"/>
                  </a:lnTo>
                  <a:lnTo>
                    <a:pt x="49149" y="2667"/>
                  </a:lnTo>
                  <a:lnTo>
                    <a:pt x="49149" y="3683"/>
                  </a:lnTo>
                  <a:lnTo>
                    <a:pt x="48729" y="4432"/>
                  </a:lnTo>
                  <a:lnTo>
                    <a:pt x="48755" y="3683"/>
                  </a:lnTo>
                  <a:lnTo>
                    <a:pt x="48425" y="4572"/>
                  </a:lnTo>
                  <a:lnTo>
                    <a:pt x="48196" y="4572"/>
                  </a:lnTo>
                  <a:lnTo>
                    <a:pt x="48641" y="3683"/>
                  </a:lnTo>
                  <a:lnTo>
                    <a:pt x="48895" y="3683"/>
                  </a:lnTo>
                  <a:lnTo>
                    <a:pt x="49060" y="3251"/>
                  </a:lnTo>
                  <a:lnTo>
                    <a:pt x="49149" y="3683"/>
                  </a:lnTo>
                  <a:lnTo>
                    <a:pt x="49149" y="2667"/>
                  </a:lnTo>
                  <a:lnTo>
                    <a:pt x="48971" y="2667"/>
                  </a:lnTo>
                  <a:lnTo>
                    <a:pt x="49034" y="3035"/>
                  </a:lnTo>
                  <a:lnTo>
                    <a:pt x="48729" y="3200"/>
                  </a:lnTo>
                  <a:lnTo>
                    <a:pt x="48742" y="2667"/>
                  </a:lnTo>
                  <a:lnTo>
                    <a:pt x="48310" y="2667"/>
                  </a:lnTo>
                  <a:lnTo>
                    <a:pt x="47752" y="3683"/>
                  </a:lnTo>
                  <a:lnTo>
                    <a:pt x="47485" y="3683"/>
                  </a:lnTo>
                  <a:lnTo>
                    <a:pt x="46761" y="3683"/>
                  </a:lnTo>
                  <a:lnTo>
                    <a:pt x="46520" y="4572"/>
                  </a:lnTo>
                  <a:lnTo>
                    <a:pt x="46723" y="4572"/>
                  </a:lnTo>
                  <a:lnTo>
                    <a:pt x="46710" y="5334"/>
                  </a:lnTo>
                  <a:lnTo>
                    <a:pt x="46532" y="5283"/>
                  </a:lnTo>
                  <a:lnTo>
                    <a:pt x="46570" y="5105"/>
                  </a:lnTo>
                  <a:lnTo>
                    <a:pt x="46685" y="5295"/>
                  </a:lnTo>
                  <a:lnTo>
                    <a:pt x="46710" y="4584"/>
                  </a:lnTo>
                  <a:lnTo>
                    <a:pt x="46570" y="4610"/>
                  </a:lnTo>
                  <a:lnTo>
                    <a:pt x="46570" y="5080"/>
                  </a:lnTo>
                  <a:lnTo>
                    <a:pt x="46520" y="5283"/>
                  </a:lnTo>
                  <a:lnTo>
                    <a:pt x="46177" y="5156"/>
                  </a:lnTo>
                  <a:lnTo>
                    <a:pt x="45745" y="5448"/>
                  </a:lnTo>
                  <a:lnTo>
                    <a:pt x="45478" y="5283"/>
                  </a:lnTo>
                  <a:lnTo>
                    <a:pt x="45478" y="5588"/>
                  </a:lnTo>
                  <a:lnTo>
                    <a:pt x="45275" y="5588"/>
                  </a:lnTo>
                  <a:lnTo>
                    <a:pt x="45288" y="5727"/>
                  </a:lnTo>
                  <a:lnTo>
                    <a:pt x="45059" y="5588"/>
                  </a:lnTo>
                  <a:lnTo>
                    <a:pt x="44869" y="5080"/>
                  </a:lnTo>
                  <a:lnTo>
                    <a:pt x="45478" y="5588"/>
                  </a:lnTo>
                  <a:lnTo>
                    <a:pt x="45478" y="5283"/>
                  </a:lnTo>
                  <a:lnTo>
                    <a:pt x="45186" y="5080"/>
                  </a:lnTo>
                  <a:lnTo>
                    <a:pt x="45339" y="5080"/>
                  </a:lnTo>
                  <a:lnTo>
                    <a:pt x="45516" y="5080"/>
                  </a:lnTo>
                  <a:lnTo>
                    <a:pt x="46570" y="5080"/>
                  </a:lnTo>
                  <a:lnTo>
                    <a:pt x="46570" y="4610"/>
                  </a:lnTo>
                  <a:lnTo>
                    <a:pt x="46405" y="4648"/>
                  </a:lnTo>
                  <a:lnTo>
                    <a:pt x="46113" y="4724"/>
                  </a:lnTo>
                  <a:lnTo>
                    <a:pt x="45974" y="4686"/>
                  </a:lnTo>
                  <a:lnTo>
                    <a:pt x="45707" y="4572"/>
                  </a:lnTo>
                  <a:lnTo>
                    <a:pt x="45631" y="4749"/>
                  </a:lnTo>
                  <a:lnTo>
                    <a:pt x="45339" y="4572"/>
                  </a:lnTo>
                  <a:lnTo>
                    <a:pt x="45339" y="4699"/>
                  </a:lnTo>
                  <a:lnTo>
                    <a:pt x="45339" y="4902"/>
                  </a:lnTo>
                  <a:lnTo>
                    <a:pt x="45250" y="4686"/>
                  </a:lnTo>
                  <a:lnTo>
                    <a:pt x="45123" y="4572"/>
                  </a:lnTo>
                  <a:lnTo>
                    <a:pt x="45123" y="4953"/>
                  </a:lnTo>
                  <a:lnTo>
                    <a:pt x="44958" y="4953"/>
                  </a:lnTo>
                  <a:lnTo>
                    <a:pt x="44780" y="4864"/>
                  </a:lnTo>
                  <a:lnTo>
                    <a:pt x="44577" y="4737"/>
                  </a:lnTo>
                  <a:lnTo>
                    <a:pt x="44284" y="4572"/>
                  </a:lnTo>
                  <a:lnTo>
                    <a:pt x="44526" y="4572"/>
                  </a:lnTo>
                  <a:lnTo>
                    <a:pt x="44780" y="4572"/>
                  </a:lnTo>
                  <a:lnTo>
                    <a:pt x="44843" y="4724"/>
                  </a:lnTo>
                  <a:lnTo>
                    <a:pt x="44970" y="4914"/>
                  </a:lnTo>
                  <a:lnTo>
                    <a:pt x="45123" y="4953"/>
                  </a:lnTo>
                  <a:lnTo>
                    <a:pt x="45123" y="4572"/>
                  </a:lnTo>
                  <a:lnTo>
                    <a:pt x="44843" y="4572"/>
                  </a:lnTo>
                  <a:lnTo>
                    <a:pt x="45034" y="4368"/>
                  </a:lnTo>
                  <a:lnTo>
                    <a:pt x="44843" y="3683"/>
                  </a:lnTo>
                  <a:lnTo>
                    <a:pt x="43497" y="3683"/>
                  </a:lnTo>
                  <a:lnTo>
                    <a:pt x="42938" y="3683"/>
                  </a:lnTo>
                  <a:lnTo>
                    <a:pt x="42189" y="4572"/>
                  </a:lnTo>
                  <a:lnTo>
                    <a:pt x="42456" y="4572"/>
                  </a:lnTo>
                  <a:lnTo>
                    <a:pt x="43091" y="5080"/>
                  </a:lnTo>
                  <a:lnTo>
                    <a:pt x="43167" y="4572"/>
                  </a:lnTo>
                  <a:lnTo>
                    <a:pt x="43802" y="4572"/>
                  </a:lnTo>
                  <a:lnTo>
                    <a:pt x="44030" y="4572"/>
                  </a:lnTo>
                  <a:lnTo>
                    <a:pt x="44488" y="4775"/>
                  </a:lnTo>
                  <a:lnTo>
                    <a:pt x="44450" y="5029"/>
                  </a:lnTo>
                  <a:lnTo>
                    <a:pt x="44094" y="4889"/>
                  </a:lnTo>
                  <a:lnTo>
                    <a:pt x="43967" y="4838"/>
                  </a:lnTo>
                  <a:lnTo>
                    <a:pt x="43853" y="5080"/>
                  </a:lnTo>
                  <a:lnTo>
                    <a:pt x="44094" y="5080"/>
                  </a:lnTo>
                  <a:lnTo>
                    <a:pt x="44246" y="5080"/>
                  </a:lnTo>
                  <a:lnTo>
                    <a:pt x="43942" y="5588"/>
                  </a:lnTo>
                  <a:lnTo>
                    <a:pt x="43662" y="5588"/>
                  </a:lnTo>
                  <a:lnTo>
                    <a:pt x="43853" y="5080"/>
                  </a:lnTo>
                  <a:lnTo>
                    <a:pt x="43268" y="5080"/>
                  </a:lnTo>
                  <a:lnTo>
                    <a:pt x="43141" y="5588"/>
                  </a:lnTo>
                  <a:lnTo>
                    <a:pt x="43319" y="6159"/>
                  </a:lnTo>
                  <a:lnTo>
                    <a:pt x="43459" y="6172"/>
                  </a:lnTo>
                  <a:lnTo>
                    <a:pt x="43637" y="6096"/>
                  </a:lnTo>
                  <a:lnTo>
                    <a:pt x="46355" y="6604"/>
                  </a:lnTo>
                  <a:lnTo>
                    <a:pt x="46609" y="6096"/>
                  </a:lnTo>
                  <a:lnTo>
                    <a:pt x="46824" y="6096"/>
                  </a:lnTo>
                  <a:lnTo>
                    <a:pt x="46850" y="5969"/>
                  </a:lnTo>
                  <a:lnTo>
                    <a:pt x="46850" y="6096"/>
                  </a:lnTo>
                  <a:lnTo>
                    <a:pt x="47053" y="6604"/>
                  </a:lnTo>
                  <a:lnTo>
                    <a:pt x="46355" y="6604"/>
                  </a:lnTo>
                  <a:lnTo>
                    <a:pt x="44805" y="6604"/>
                  </a:lnTo>
                  <a:lnTo>
                    <a:pt x="44805" y="8382"/>
                  </a:lnTo>
                  <a:lnTo>
                    <a:pt x="44615" y="8343"/>
                  </a:lnTo>
                  <a:lnTo>
                    <a:pt x="44615" y="8763"/>
                  </a:lnTo>
                  <a:lnTo>
                    <a:pt x="44348" y="9017"/>
                  </a:lnTo>
                  <a:lnTo>
                    <a:pt x="44030" y="8928"/>
                  </a:lnTo>
                  <a:lnTo>
                    <a:pt x="44018" y="8763"/>
                  </a:lnTo>
                  <a:lnTo>
                    <a:pt x="43738" y="8763"/>
                  </a:lnTo>
                  <a:lnTo>
                    <a:pt x="43561" y="8763"/>
                  </a:lnTo>
                  <a:lnTo>
                    <a:pt x="43738" y="8763"/>
                  </a:lnTo>
                  <a:lnTo>
                    <a:pt x="43891" y="8382"/>
                  </a:lnTo>
                  <a:lnTo>
                    <a:pt x="44018" y="8763"/>
                  </a:lnTo>
                  <a:lnTo>
                    <a:pt x="44615" y="8763"/>
                  </a:lnTo>
                  <a:lnTo>
                    <a:pt x="44615" y="8343"/>
                  </a:lnTo>
                  <a:lnTo>
                    <a:pt x="44323" y="8255"/>
                  </a:lnTo>
                  <a:lnTo>
                    <a:pt x="44208" y="8051"/>
                  </a:lnTo>
                  <a:lnTo>
                    <a:pt x="44056" y="7747"/>
                  </a:lnTo>
                  <a:lnTo>
                    <a:pt x="44234" y="8013"/>
                  </a:lnTo>
                  <a:lnTo>
                    <a:pt x="44424" y="8255"/>
                  </a:lnTo>
                  <a:lnTo>
                    <a:pt x="44767" y="8255"/>
                  </a:lnTo>
                  <a:lnTo>
                    <a:pt x="44805" y="8382"/>
                  </a:lnTo>
                  <a:lnTo>
                    <a:pt x="44805" y="6604"/>
                  </a:lnTo>
                  <a:lnTo>
                    <a:pt x="43345" y="6604"/>
                  </a:lnTo>
                  <a:lnTo>
                    <a:pt x="43218" y="7112"/>
                  </a:lnTo>
                  <a:lnTo>
                    <a:pt x="43510" y="7112"/>
                  </a:lnTo>
                  <a:lnTo>
                    <a:pt x="43688" y="7112"/>
                  </a:lnTo>
                  <a:lnTo>
                    <a:pt x="43395" y="7505"/>
                  </a:lnTo>
                  <a:lnTo>
                    <a:pt x="43167" y="7378"/>
                  </a:lnTo>
                  <a:lnTo>
                    <a:pt x="43307" y="7620"/>
                  </a:lnTo>
                  <a:lnTo>
                    <a:pt x="43205" y="7747"/>
                  </a:lnTo>
                  <a:lnTo>
                    <a:pt x="43154" y="7378"/>
                  </a:lnTo>
                  <a:lnTo>
                    <a:pt x="42697" y="7112"/>
                  </a:lnTo>
                  <a:lnTo>
                    <a:pt x="43014" y="7112"/>
                  </a:lnTo>
                  <a:lnTo>
                    <a:pt x="43154" y="7366"/>
                  </a:lnTo>
                  <a:lnTo>
                    <a:pt x="43167" y="7112"/>
                  </a:lnTo>
                  <a:lnTo>
                    <a:pt x="43332" y="6604"/>
                  </a:lnTo>
                  <a:lnTo>
                    <a:pt x="42824" y="6604"/>
                  </a:lnTo>
                  <a:lnTo>
                    <a:pt x="42418" y="6134"/>
                  </a:lnTo>
                  <a:lnTo>
                    <a:pt x="42456" y="6438"/>
                  </a:lnTo>
                  <a:lnTo>
                    <a:pt x="42329" y="6350"/>
                  </a:lnTo>
                  <a:lnTo>
                    <a:pt x="42227" y="6604"/>
                  </a:lnTo>
                  <a:lnTo>
                    <a:pt x="41884" y="6604"/>
                  </a:lnTo>
                  <a:lnTo>
                    <a:pt x="41884" y="10287"/>
                  </a:lnTo>
                  <a:lnTo>
                    <a:pt x="41846" y="11938"/>
                  </a:lnTo>
                  <a:lnTo>
                    <a:pt x="41656" y="11938"/>
                  </a:lnTo>
                  <a:lnTo>
                    <a:pt x="41046" y="11938"/>
                  </a:lnTo>
                  <a:lnTo>
                    <a:pt x="40944" y="11430"/>
                  </a:lnTo>
                  <a:lnTo>
                    <a:pt x="41630" y="11811"/>
                  </a:lnTo>
                  <a:lnTo>
                    <a:pt x="41592" y="11430"/>
                  </a:lnTo>
                  <a:lnTo>
                    <a:pt x="41719" y="11430"/>
                  </a:lnTo>
                  <a:lnTo>
                    <a:pt x="41846" y="11938"/>
                  </a:lnTo>
                  <a:lnTo>
                    <a:pt x="41846" y="10312"/>
                  </a:lnTo>
                  <a:lnTo>
                    <a:pt x="41516" y="10414"/>
                  </a:lnTo>
                  <a:lnTo>
                    <a:pt x="41376" y="10363"/>
                  </a:lnTo>
                  <a:lnTo>
                    <a:pt x="41236" y="10312"/>
                  </a:lnTo>
                  <a:lnTo>
                    <a:pt x="41071" y="10414"/>
                  </a:lnTo>
                  <a:lnTo>
                    <a:pt x="41046" y="10287"/>
                  </a:lnTo>
                  <a:lnTo>
                    <a:pt x="41198" y="10287"/>
                  </a:lnTo>
                  <a:lnTo>
                    <a:pt x="41402" y="10287"/>
                  </a:lnTo>
                  <a:lnTo>
                    <a:pt x="41884" y="10287"/>
                  </a:lnTo>
                  <a:lnTo>
                    <a:pt x="41884" y="6604"/>
                  </a:lnTo>
                  <a:lnTo>
                    <a:pt x="41630" y="6604"/>
                  </a:lnTo>
                  <a:lnTo>
                    <a:pt x="41478" y="6223"/>
                  </a:lnTo>
                  <a:lnTo>
                    <a:pt x="41630" y="6604"/>
                  </a:lnTo>
                  <a:lnTo>
                    <a:pt x="41744" y="6096"/>
                  </a:lnTo>
                  <a:lnTo>
                    <a:pt x="41948" y="6096"/>
                  </a:lnTo>
                  <a:lnTo>
                    <a:pt x="42164" y="6096"/>
                  </a:lnTo>
                  <a:lnTo>
                    <a:pt x="42252" y="5651"/>
                  </a:lnTo>
                  <a:lnTo>
                    <a:pt x="42443" y="5791"/>
                  </a:lnTo>
                  <a:lnTo>
                    <a:pt x="42354" y="5588"/>
                  </a:lnTo>
                  <a:lnTo>
                    <a:pt x="42176" y="5588"/>
                  </a:lnTo>
                  <a:lnTo>
                    <a:pt x="41427" y="5588"/>
                  </a:lnTo>
                  <a:lnTo>
                    <a:pt x="41427" y="6096"/>
                  </a:lnTo>
                  <a:lnTo>
                    <a:pt x="41351" y="6604"/>
                  </a:lnTo>
                  <a:lnTo>
                    <a:pt x="41109" y="6604"/>
                  </a:lnTo>
                  <a:lnTo>
                    <a:pt x="40944" y="6604"/>
                  </a:lnTo>
                  <a:lnTo>
                    <a:pt x="40970" y="6096"/>
                  </a:lnTo>
                  <a:lnTo>
                    <a:pt x="41287" y="6096"/>
                  </a:lnTo>
                  <a:lnTo>
                    <a:pt x="41427" y="6096"/>
                  </a:lnTo>
                  <a:lnTo>
                    <a:pt x="41427" y="5588"/>
                  </a:lnTo>
                  <a:lnTo>
                    <a:pt x="41046" y="5588"/>
                  </a:lnTo>
                  <a:lnTo>
                    <a:pt x="41046" y="5969"/>
                  </a:lnTo>
                  <a:lnTo>
                    <a:pt x="40982" y="5715"/>
                  </a:lnTo>
                  <a:lnTo>
                    <a:pt x="41046" y="5969"/>
                  </a:lnTo>
                  <a:lnTo>
                    <a:pt x="41046" y="5588"/>
                  </a:lnTo>
                  <a:lnTo>
                    <a:pt x="40830" y="5588"/>
                  </a:lnTo>
                  <a:lnTo>
                    <a:pt x="40817" y="5842"/>
                  </a:lnTo>
                  <a:lnTo>
                    <a:pt x="40652" y="5753"/>
                  </a:lnTo>
                  <a:lnTo>
                    <a:pt x="40678" y="6096"/>
                  </a:lnTo>
                  <a:lnTo>
                    <a:pt x="40817" y="6096"/>
                  </a:lnTo>
                  <a:lnTo>
                    <a:pt x="40805" y="6604"/>
                  </a:lnTo>
                  <a:lnTo>
                    <a:pt x="40665" y="6604"/>
                  </a:lnTo>
                  <a:lnTo>
                    <a:pt x="40665" y="7112"/>
                  </a:lnTo>
                  <a:lnTo>
                    <a:pt x="40640" y="8026"/>
                  </a:lnTo>
                  <a:lnTo>
                    <a:pt x="40551" y="8255"/>
                  </a:lnTo>
                  <a:lnTo>
                    <a:pt x="40640" y="8026"/>
                  </a:lnTo>
                  <a:lnTo>
                    <a:pt x="40640" y="7150"/>
                  </a:lnTo>
                  <a:lnTo>
                    <a:pt x="40373" y="7480"/>
                  </a:lnTo>
                  <a:lnTo>
                    <a:pt x="40411" y="7112"/>
                  </a:lnTo>
                  <a:lnTo>
                    <a:pt x="40665" y="7112"/>
                  </a:lnTo>
                  <a:lnTo>
                    <a:pt x="40665" y="6718"/>
                  </a:lnTo>
                  <a:lnTo>
                    <a:pt x="40500" y="6604"/>
                  </a:lnTo>
                  <a:lnTo>
                    <a:pt x="40220" y="6604"/>
                  </a:lnTo>
                  <a:lnTo>
                    <a:pt x="40030" y="6604"/>
                  </a:lnTo>
                  <a:lnTo>
                    <a:pt x="40055" y="7112"/>
                  </a:lnTo>
                  <a:lnTo>
                    <a:pt x="39789" y="7747"/>
                  </a:lnTo>
                  <a:lnTo>
                    <a:pt x="39370" y="7747"/>
                  </a:lnTo>
                  <a:lnTo>
                    <a:pt x="39370" y="12446"/>
                  </a:lnTo>
                  <a:lnTo>
                    <a:pt x="39014" y="12954"/>
                  </a:lnTo>
                  <a:lnTo>
                    <a:pt x="38823" y="12446"/>
                  </a:lnTo>
                  <a:lnTo>
                    <a:pt x="38989" y="12446"/>
                  </a:lnTo>
                  <a:lnTo>
                    <a:pt x="39370" y="12446"/>
                  </a:lnTo>
                  <a:lnTo>
                    <a:pt x="39370" y="7747"/>
                  </a:lnTo>
                  <a:lnTo>
                    <a:pt x="39141" y="7747"/>
                  </a:lnTo>
                  <a:lnTo>
                    <a:pt x="39141" y="8255"/>
                  </a:lnTo>
                  <a:lnTo>
                    <a:pt x="38989" y="7747"/>
                  </a:lnTo>
                  <a:lnTo>
                    <a:pt x="38785" y="7747"/>
                  </a:lnTo>
                  <a:lnTo>
                    <a:pt x="38595" y="7886"/>
                  </a:lnTo>
                  <a:lnTo>
                    <a:pt x="38595" y="11938"/>
                  </a:lnTo>
                  <a:lnTo>
                    <a:pt x="38531" y="12065"/>
                  </a:lnTo>
                  <a:lnTo>
                    <a:pt x="38442" y="11938"/>
                  </a:lnTo>
                  <a:lnTo>
                    <a:pt x="38595" y="11938"/>
                  </a:lnTo>
                  <a:lnTo>
                    <a:pt x="38595" y="7886"/>
                  </a:lnTo>
                  <a:lnTo>
                    <a:pt x="38430" y="8001"/>
                  </a:lnTo>
                  <a:lnTo>
                    <a:pt x="38049" y="7747"/>
                  </a:lnTo>
                  <a:lnTo>
                    <a:pt x="37655" y="7747"/>
                  </a:lnTo>
                  <a:lnTo>
                    <a:pt x="37503" y="7747"/>
                  </a:lnTo>
                  <a:lnTo>
                    <a:pt x="37503" y="12446"/>
                  </a:lnTo>
                  <a:lnTo>
                    <a:pt x="37274" y="12827"/>
                  </a:lnTo>
                  <a:lnTo>
                    <a:pt x="36563" y="12446"/>
                  </a:lnTo>
                  <a:lnTo>
                    <a:pt x="36791" y="12954"/>
                  </a:lnTo>
                  <a:lnTo>
                    <a:pt x="36537" y="12954"/>
                  </a:lnTo>
                  <a:lnTo>
                    <a:pt x="36525" y="13398"/>
                  </a:lnTo>
                  <a:lnTo>
                    <a:pt x="36118" y="12954"/>
                  </a:lnTo>
                  <a:lnTo>
                    <a:pt x="36537" y="12954"/>
                  </a:lnTo>
                  <a:lnTo>
                    <a:pt x="36550" y="12446"/>
                  </a:lnTo>
                  <a:lnTo>
                    <a:pt x="37503" y="12446"/>
                  </a:lnTo>
                  <a:lnTo>
                    <a:pt x="37503" y="7747"/>
                  </a:lnTo>
                  <a:lnTo>
                    <a:pt x="37388" y="8763"/>
                  </a:lnTo>
                  <a:lnTo>
                    <a:pt x="36982" y="9144"/>
                  </a:lnTo>
                  <a:lnTo>
                    <a:pt x="37134" y="8763"/>
                  </a:lnTo>
                  <a:lnTo>
                    <a:pt x="37261" y="8763"/>
                  </a:lnTo>
                  <a:lnTo>
                    <a:pt x="37388" y="8763"/>
                  </a:lnTo>
                  <a:lnTo>
                    <a:pt x="37388" y="7747"/>
                  </a:lnTo>
                  <a:lnTo>
                    <a:pt x="37261" y="7747"/>
                  </a:lnTo>
                  <a:lnTo>
                    <a:pt x="37261" y="8255"/>
                  </a:lnTo>
                  <a:lnTo>
                    <a:pt x="37261" y="8534"/>
                  </a:lnTo>
                  <a:lnTo>
                    <a:pt x="36931" y="8255"/>
                  </a:lnTo>
                  <a:lnTo>
                    <a:pt x="37211" y="8255"/>
                  </a:lnTo>
                  <a:lnTo>
                    <a:pt x="37261" y="7747"/>
                  </a:lnTo>
                  <a:lnTo>
                    <a:pt x="37007" y="7747"/>
                  </a:lnTo>
                  <a:lnTo>
                    <a:pt x="36842" y="7747"/>
                  </a:lnTo>
                  <a:lnTo>
                    <a:pt x="36398" y="7112"/>
                  </a:lnTo>
                  <a:lnTo>
                    <a:pt x="36664" y="7747"/>
                  </a:lnTo>
                  <a:lnTo>
                    <a:pt x="36372" y="7747"/>
                  </a:lnTo>
                  <a:lnTo>
                    <a:pt x="36334" y="7112"/>
                  </a:lnTo>
                  <a:lnTo>
                    <a:pt x="36791" y="7112"/>
                  </a:lnTo>
                  <a:lnTo>
                    <a:pt x="36982" y="7747"/>
                  </a:lnTo>
                  <a:lnTo>
                    <a:pt x="36944" y="7112"/>
                  </a:lnTo>
                  <a:lnTo>
                    <a:pt x="38061" y="7112"/>
                  </a:lnTo>
                  <a:lnTo>
                    <a:pt x="38087" y="7747"/>
                  </a:lnTo>
                  <a:lnTo>
                    <a:pt x="38227" y="7112"/>
                  </a:lnTo>
                  <a:lnTo>
                    <a:pt x="39979" y="7112"/>
                  </a:lnTo>
                  <a:lnTo>
                    <a:pt x="40030" y="6604"/>
                  </a:lnTo>
                  <a:lnTo>
                    <a:pt x="36258" y="6604"/>
                  </a:lnTo>
                  <a:lnTo>
                    <a:pt x="36106" y="6743"/>
                  </a:lnTo>
                  <a:lnTo>
                    <a:pt x="36106" y="8255"/>
                  </a:lnTo>
                  <a:lnTo>
                    <a:pt x="35788" y="8369"/>
                  </a:lnTo>
                  <a:lnTo>
                    <a:pt x="36093" y="8255"/>
                  </a:lnTo>
                  <a:lnTo>
                    <a:pt x="36106" y="6743"/>
                  </a:lnTo>
                  <a:lnTo>
                    <a:pt x="35979" y="6858"/>
                  </a:lnTo>
                  <a:lnTo>
                    <a:pt x="35979" y="7658"/>
                  </a:lnTo>
                  <a:lnTo>
                    <a:pt x="35775" y="7747"/>
                  </a:lnTo>
                  <a:lnTo>
                    <a:pt x="35775" y="7264"/>
                  </a:lnTo>
                  <a:lnTo>
                    <a:pt x="35979" y="7658"/>
                  </a:lnTo>
                  <a:lnTo>
                    <a:pt x="35979" y="6858"/>
                  </a:lnTo>
                  <a:lnTo>
                    <a:pt x="35699" y="7112"/>
                  </a:lnTo>
                  <a:lnTo>
                    <a:pt x="35699" y="7747"/>
                  </a:lnTo>
                  <a:lnTo>
                    <a:pt x="35509" y="8013"/>
                  </a:lnTo>
                  <a:lnTo>
                    <a:pt x="35433" y="7747"/>
                  </a:lnTo>
                  <a:lnTo>
                    <a:pt x="35648" y="7747"/>
                  </a:lnTo>
                  <a:lnTo>
                    <a:pt x="35699" y="7112"/>
                  </a:lnTo>
                  <a:lnTo>
                    <a:pt x="35255" y="7112"/>
                  </a:lnTo>
                  <a:lnTo>
                    <a:pt x="35191" y="7747"/>
                  </a:lnTo>
                  <a:lnTo>
                    <a:pt x="35166" y="8001"/>
                  </a:lnTo>
                  <a:lnTo>
                    <a:pt x="35140" y="8255"/>
                  </a:lnTo>
                  <a:lnTo>
                    <a:pt x="35306" y="8255"/>
                  </a:lnTo>
                  <a:lnTo>
                    <a:pt x="35052" y="8636"/>
                  </a:lnTo>
                  <a:lnTo>
                    <a:pt x="35775" y="8369"/>
                  </a:lnTo>
                  <a:lnTo>
                    <a:pt x="35052" y="8636"/>
                  </a:lnTo>
                  <a:lnTo>
                    <a:pt x="34963" y="8763"/>
                  </a:lnTo>
                  <a:lnTo>
                    <a:pt x="35420" y="8763"/>
                  </a:lnTo>
                  <a:lnTo>
                    <a:pt x="35661" y="8763"/>
                  </a:lnTo>
                  <a:lnTo>
                    <a:pt x="35826" y="8763"/>
                  </a:lnTo>
                  <a:lnTo>
                    <a:pt x="36106" y="8763"/>
                  </a:lnTo>
                  <a:lnTo>
                    <a:pt x="36118" y="9271"/>
                  </a:lnTo>
                  <a:lnTo>
                    <a:pt x="35979" y="9271"/>
                  </a:lnTo>
                  <a:lnTo>
                    <a:pt x="35420" y="8763"/>
                  </a:lnTo>
                  <a:lnTo>
                    <a:pt x="35547" y="9271"/>
                  </a:lnTo>
                  <a:lnTo>
                    <a:pt x="35852" y="9271"/>
                  </a:lnTo>
                  <a:lnTo>
                    <a:pt x="35890" y="9779"/>
                  </a:lnTo>
                  <a:lnTo>
                    <a:pt x="36245" y="9779"/>
                  </a:lnTo>
                  <a:lnTo>
                    <a:pt x="36017" y="10287"/>
                  </a:lnTo>
                  <a:lnTo>
                    <a:pt x="35864" y="10287"/>
                  </a:lnTo>
                  <a:lnTo>
                    <a:pt x="35839" y="13462"/>
                  </a:lnTo>
                  <a:lnTo>
                    <a:pt x="35585" y="13538"/>
                  </a:lnTo>
                  <a:lnTo>
                    <a:pt x="35585" y="14605"/>
                  </a:lnTo>
                  <a:lnTo>
                    <a:pt x="35496" y="14871"/>
                  </a:lnTo>
                  <a:lnTo>
                    <a:pt x="34759" y="14655"/>
                  </a:lnTo>
                  <a:lnTo>
                    <a:pt x="34213" y="14947"/>
                  </a:lnTo>
                  <a:lnTo>
                    <a:pt x="34290" y="14605"/>
                  </a:lnTo>
                  <a:lnTo>
                    <a:pt x="34353" y="14274"/>
                  </a:lnTo>
                  <a:lnTo>
                    <a:pt x="34404" y="14097"/>
                  </a:lnTo>
                  <a:lnTo>
                    <a:pt x="34848" y="14605"/>
                  </a:lnTo>
                  <a:lnTo>
                    <a:pt x="35102" y="14160"/>
                  </a:lnTo>
                  <a:lnTo>
                    <a:pt x="35179" y="14605"/>
                  </a:lnTo>
                  <a:lnTo>
                    <a:pt x="35585" y="14605"/>
                  </a:lnTo>
                  <a:lnTo>
                    <a:pt x="35585" y="13538"/>
                  </a:lnTo>
                  <a:lnTo>
                    <a:pt x="34912" y="13703"/>
                  </a:lnTo>
                  <a:lnTo>
                    <a:pt x="35407" y="13462"/>
                  </a:lnTo>
                  <a:lnTo>
                    <a:pt x="35585" y="13462"/>
                  </a:lnTo>
                  <a:lnTo>
                    <a:pt x="35839" y="13462"/>
                  </a:lnTo>
                  <a:lnTo>
                    <a:pt x="35839" y="10287"/>
                  </a:lnTo>
                  <a:lnTo>
                    <a:pt x="35775" y="12954"/>
                  </a:lnTo>
                  <a:lnTo>
                    <a:pt x="35674" y="13208"/>
                  </a:lnTo>
                  <a:lnTo>
                    <a:pt x="35521" y="13068"/>
                  </a:lnTo>
                  <a:lnTo>
                    <a:pt x="34823" y="13233"/>
                  </a:lnTo>
                  <a:lnTo>
                    <a:pt x="34455" y="13335"/>
                  </a:lnTo>
                  <a:lnTo>
                    <a:pt x="34455" y="13462"/>
                  </a:lnTo>
                  <a:lnTo>
                    <a:pt x="34353" y="13639"/>
                  </a:lnTo>
                  <a:lnTo>
                    <a:pt x="34226" y="13868"/>
                  </a:lnTo>
                  <a:lnTo>
                    <a:pt x="34074" y="13843"/>
                  </a:lnTo>
                  <a:lnTo>
                    <a:pt x="34213" y="13881"/>
                  </a:lnTo>
                  <a:lnTo>
                    <a:pt x="34188" y="15113"/>
                  </a:lnTo>
                  <a:lnTo>
                    <a:pt x="34188" y="19812"/>
                  </a:lnTo>
                  <a:lnTo>
                    <a:pt x="34048" y="20002"/>
                  </a:lnTo>
                  <a:lnTo>
                    <a:pt x="34048" y="20866"/>
                  </a:lnTo>
                  <a:lnTo>
                    <a:pt x="33756" y="20701"/>
                  </a:lnTo>
                  <a:lnTo>
                    <a:pt x="33578" y="20586"/>
                  </a:lnTo>
                  <a:lnTo>
                    <a:pt x="33401" y="20447"/>
                  </a:lnTo>
                  <a:lnTo>
                    <a:pt x="33350" y="20650"/>
                  </a:lnTo>
                  <a:lnTo>
                    <a:pt x="32956" y="20447"/>
                  </a:lnTo>
                  <a:lnTo>
                    <a:pt x="33401" y="20447"/>
                  </a:lnTo>
                  <a:lnTo>
                    <a:pt x="33566" y="20561"/>
                  </a:lnTo>
                  <a:lnTo>
                    <a:pt x="33705" y="20447"/>
                  </a:lnTo>
                  <a:lnTo>
                    <a:pt x="33591" y="20574"/>
                  </a:lnTo>
                  <a:lnTo>
                    <a:pt x="33743" y="20675"/>
                  </a:lnTo>
                  <a:lnTo>
                    <a:pt x="34048" y="20866"/>
                  </a:lnTo>
                  <a:lnTo>
                    <a:pt x="34048" y="20002"/>
                  </a:lnTo>
                  <a:lnTo>
                    <a:pt x="33718" y="20421"/>
                  </a:lnTo>
                  <a:lnTo>
                    <a:pt x="33528" y="20332"/>
                  </a:lnTo>
                  <a:lnTo>
                    <a:pt x="33743" y="19812"/>
                  </a:lnTo>
                  <a:lnTo>
                    <a:pt x="34188" y="19812"/>
                  </a:lnTo>
                  <a:lnTo>
                    <a:pt x="34188" y="15113"/>
                  </a:lnTo>
                  <a:lnTo>
                    <a:pt x="34137" y="15367"/>
                  </a:lnTo>
                  <a:lnTo>
                    <a:pt x="33782" y="15113"/>
                  </a:lnTo>
                  <a:lnTo>
                    <a:pt x="33909" y="15113"/>
                  </a:lnTo>
                  <a:lnTo>
                    <a:pt x="34188" y="15113"/>
                  </a:lnTo>
                  <a:lnTo>
                    <a:pt x="34188" y="13893"/>
                  </a:lnTo>
                  <a:lnTo>
                    <a:pt x="34048" y="13919"/>
                  </a:lnTo>
                  <a:lnTo>
                    <a:pt x="34188" y="13462"/>
                  </a:lnTo>
                  <a:lnTo>
                    <a:pt x="34315" y="13462"/>
                  </a:lnTo>
                  <a:lnTo>
                    <a:pt x="34455" y="13462"/>
                  </a:lnTo>
                  <a:lnTo>
                    <a:pt x="34455" y="13335"/>
                  </a:lnTo>
                  <a:lnTo>
                    <a:pt x="33997" y="13322"/>
                  </a:lnTo>
                  <a:lnTo>
                    <a:pt x="33997" y="13804"/>
                  </a:lnTo>
                  <a:lnTo>
                    <a:pt x="33997" y="13944"/>
                  </a:lnTo>
                  <a:lnTo>
                    <a:pt x="33858" y="14097"/>
                  </a:lnTo>
                  <a:lnTo>
                    <a:pt x="33832" y="13868"/>
                  </a:lnTo>
                  <a:lnTo>
                    <a:pt x="33794" y="13462"/>
                  </a:lnTo>
                  <a:lnTo>
                    <a:pt x="33985" y="13462"/>
                  </a:lnTo>
                  <a:lnTo>
                    <a:pt x="33997" y="13804"/>
                  </a:lnTo>
                  <a:lnTo>
                    <a:pt x="33997" y="13322"/>
                  </a:lnTo>
                  <a:lnTo>
                    <a:pt x="33604" y="13271"/>
                  </a:lnTo>
                  <a:lnTo>
                    <a:pt x="33591" y="14605"/>
                  </a:lnTo>
                  <a:lnTo>
                    <a:pt x="33299" y="14795"/>
                  </a:lnTo>
                  <a:lnTo>
                    <a:pt x="33261" y="15621"/>
                  </a:lnTo>
                  <a:lnTo>
                    <a:pt x="33134" y="15621"/>
                  </a:lnTo>
                  <a:lnTo>
                    <a:pt x="33134" y="19812"/>
                  </a:lnTo>
                  <a:lnTo>
                    <a:pt x="32956" y="20053"/>
                  </a:lnTo>
                  <a:lnTo>
                    <a:pt x="32740" y="19951"/>
                  </a:lnTo>
                  <a:lnTo>
                    <a:pt x="32778" y="20307"/>
                  </a:lnTo>
                  <a:lnTo>
                    <a:pt x="32677" y="20447"/>
                  </a:lnTo>
                  <a:lnTo>
                    <a:pt x="32486" y="19812"/>
                  </a:lnTo>
                  <a:lnTo>
                    <a:pt x="32740" y="19812"/>
                  </a:lnTo>
                  <a:lnTo>
                    <a:pt x="33134" y="19812"/>
                  </a:lnTo>
                  <a:lnTo>
                    <a:pt x="33134" y="15621"/>
                  </a:lnTo>
                  <a:lnTo>
                    <a:pt x="32829" y="15621"/>
                  </a:lnTo>
                  <a:lnTo>
                    <a:pt x="32651" y="15621"/>
                  </a:lnTo>
                  <a:lnTo>
                    <a:pt x="32423" y="15621"/>
                  </a:lnTo>
                  <a:lnTo>
                    <a:pt x="32423" y="20955"/>
                  </a:lnTo>
                  <a:lnTo>
                    <a:pt x="32067" y="21031"/>
                  </a:lnTo>
                  <a:lnTo>
                    <a:pt x="32423" y="20955"/>
                  </a:lnTo>
                  <a:lnTo>
                    <a:pt x="32423" y="15621"/>
                  </a:lnTo>
                  <a:lnTo>
                    <a:pt x="32156" y="15621"/>
                  </a:lnTo>
                  <a:lnTo>
                    <a:pt x="32042" y="17272"/>
                  </a:lnTo>
                  <a:lnTo>
                    <a:pt x="31851" y="17272"/>
                  </a:lnTo>
                  <a:lnTo>
                    <a:pt x="31851" y="21082"/>
                  </a:lnTo>
                  <a:lnTo>
                    <a:pt x="31851" y="17272"/>
                  </a:lnTo>
                  <a:lnTo>
                    <a:pt x="31305" y="17272"/>
                  </a:lnTo>
                  <a:lnTo>
                    <a:pt x="31305" y="18288"/>
                  </a:lnTo>
                  <a:lnTo>
                    <a:pt x="31013" y="17780"/>
                  </a:lnTo>
                  <a:lnTo>
                    <a:pt x="31242" y="17780"/>
                  </a:lnTo>
                  <a:lnTo>
                    <a:pt x="31305" y="18288"/>
                  </a:lnTo>
                  <a:lnTo>
                    <a:pt x="31305" y="17272"/>
                  </a:lnTo>
                  <a:lnTo>
                    <a:pt x="30187" y="17272"/>
                  </a:lnTo>
                  <a:lnTo>
                    <a:pt x="30899" y="16687"/>
                  </a:lnTo>
                  <a:lnTo>
                    <a:pt x="32042" y="17272"/>
                  </a:lnTo>
                  <a:lnTo>
                    <a:pt x="32042" y="15570"/>
                  </a:lnTo>
                  <a:lnTo>
                    <a:pt x="31102" y="15113"/>
                  </a:lnTo>
                  <a:lnTo>
                    <a:pt x="30619" y="15113"/>
                  </a:lnTo>
                  <a:lnTo>
                    <a:pt x="31381" y="14605"/>
                  </a:lnTo>
                  <a:lnTo>
                    <a:pt x="31521" y="14605"/>
                  </a:lnTo>
                  <a:lnTo>
                    <a:pt x="31813" y="14605"/>
                  </a:lnTo>
                  <a:lnTo>
                    <a:pt x="31864" y="14909"/>
                  </a:lnTo>
                  <a:lnTo>
                    <a:pt x="31826" y="15087"/>
                  </a:lnTo>
                  <a:lnTo>
                    <a:pt x="31762" y="14846"/>
                  </a:lnTo>
                  <a:lnTo>
                    <a:pt x="31572" y="14719"/>
                  </a:lnTo>
                  <a:lnTo>
                    <a:pt x="31369" y="14935"/>
                  </a:lnTo>
                  <a:lnTo>
                    <a:pt x="31661" y="15227"/>
                  </a:lnTo>
                  <a:lnTo>
                    <a:pt x="32016" y="15189"/>
                  </a:lnTo>
                  <a:lnTo>
                    <a:pt x="32499" y="15354"/>
                  </a:lnTo>
                  <a:lnTo>
                    <a:pt x="32766" y="15455"/>
                  </a:lnTo>
                  <a:lnTo>
                    <a:pt x="33261" y="15621"/>
                  </a:lnTo>
                  <a:lnTo>
                    <a:pt x="33261" y="14833"/>
                  </a:lnTo>
                  <a:lnTo>
                    <a:pt x="32956" y="15036"/>
                  </a:lnTo>
                  <a:lnTo>
                    <a:pt x="32829" y="15113"/>
                  </a:lnTo>
                  <a:lnTo>
                    <a:pt x="33299" y="14782"/>
                  </a:lnTo>
                  <a:lnTo>
                    <a:pt x="33591" y="14605"/>
                  </a:lnTo>
                  <a:lnTo>
                    <a:pt x="33591" y="13258"/>
                  </a:lnTo>
                  <a:lnTo>
                    <a:pt x="33439" y="13208"/>
                  </a:lnTo>
                  <a:lnTo>
                    <a:pt x="33591" y="12954"/>
                  </a:lnTo>
                  <a:lnTo>
                    <a:pt x="33248" y="13144"/>
                  </a:lnTo>
                  <a:lnTo>
                    <a:pt x="33210" y="14097"/>
                  </a:lnTo>
                  <a:lnTo>
                    <a:pt x="32842" y="14097"/>
                  </a:lnTo>
                  <a:lnTo>
                    <a:pt x="32004" y="13830"/>
                  </a:lnTo>
                  <a:lnTo>
                    <a:pt x="32308" y="13462"/>
                  </a:lnTo>
                  <a:lnTo>
                    <a:pt x="32473" y="13462"/>
                  </a:lnTo>
                  <a:lnTo>
                    <a:pt x="33210" y="14097"/>
                  </a:lnTo>
                  <a:lnTo>
                    <a:pt x="33210" y="13144"/>
                  </a:lnTo>
                  <a:lnTo>
                    <a:pt x="32969" y="13055"/>
                  </a:lnTo>
                  <a:lnTo>
                    <a:pt x="32918" y="13195"/>
                  </a:lnTo>
                  <a:lnTo>
                    <a:pt x="32473" y="13144"/>
                  </a:lnTo>
                  <a:lnTo>
                    <a:pt x="32372" y="12954"/>
                  </a:lnTo>
                  <a:lnTo>
                    <a:pt x="32181" y="12522"/>
                  </a:lnTo>
                  <a:lnTo>
                    <a:pt x="33007" y="12941"/>
                  </a:lnTo>
                  <a:lnTo>
                    <a:pt x="32232" y="12446"/>
                  </a:lnTo>
                  <a:lnTo>
                    <a:pt x="33083" y="12446"/>
                  </a:lnTo>
                  <a:lnTo>
                    <a:pt x="33058" y="12268"/>
                  </a:lnTo>
                  <a:lnTo>
                    <a:pt x="33032" y="11938"/>
                  </a:lnTo>
                  <a:lnTo>
                    <a:pt x="33134" y="12293"/>
                  </a:lnTo>
                  <a:lnTo>
                    <a:pt x="33185" y="12446"/>
                  </a:lnTo>
                  <a:lnTo>
                    <a:pt x="33007" y="12941"/>
                  </a:lnTo>
                  <a:lnTo>
                    <a:pt x="33591" y="12954"/>
                  </a:lnTo>
                  <a:lnTo>
                    <a:pt x="34518" y="12954"/>
                  </a:lnTo>
                  <a:lnTo>
                    <a:pt x="34721" y="12446"/>
                  </a:lnTo>
                  <a:lnTo>
                    <a:pt x="35052" y="12954"/>
                  </a:lnTo>
                  <a:lnTo>
                    <a:pt x="35407" y="12954"/>
                  </a:lnTo>
                  <a:lnTo>
                    <a:pt x="35560" y="12954"/>
                  </a:lnTo>
                  <a:lnTo>
                    <a:pt x="35775" y="12954"/>
                  </a:lnTo>
                  <a:lnTo>
                    <a:pt x="35775" y="10248"/>
                  </a:lnTo>
                  <a:lnTo>
                    <a:pt x="34988" y="9906"/>
                  </a:lnTo>
                  <a:lnTo>
                    <a:pt x="35242" y="10287"/>
                  </a:lnTo>
                  <a:lnTo>
                    <a:pt x="35496" y="10287"/>
                  </a:lnTo>
                  <a:lnTo>
                    <a:pt x="35636" y="10922"/>
                  </a:lnTo>
                  <a:lnTo>
                    <a:pt x="34937" y="10922"/>
                  </a:lnTo>
                  <a:lnTo>
                    <a:pt x="34937" y="11430"/>
                  </a:lnTo>
                  <a:lnTo>
                    <a:pt x="34328" y="11684"/>
                  </a:lnTo>
                  <a:lnTo>
                    <a:pt x="34277" y="11430"/>
                  </a:lnTo>
                  <a:lnTo>
                    <a:pt x="34937" y="11430"/>
                  </a:lnTo>
                  <a:lnTo>
                    <a:pt x="34937" y="10922"/>
                  </a:lnTo>
                  <a:lnTo>
                    <a:pt x="34556" y="10541"/>
                  </a:lnTo>
                  <a:lnTo>
                    <a:pt x="34175" y="10642"/>
                  </a:lnTo>
                  <a:lnTo>
                    <a:pt x="34175" y="10922"/>
                  </a:lnTo>
                  <a:lnTo>
                    <a:pt x="34124" y="11074"/>
                  </a:lnTo>
                  <a:lnTo>
                    <a:pt x="34074" y="11239"/>
                  </a:lnTo>
                  <a:lnTo>
                    <a:pt x="34023" y="11430"/>
                  </a:lnTo>
                  <a:lnTo>
                    <a:pt x="34048" y="11252"/>
                  </a:lnTo>
                  <a:lnTo>
                    <a:pt x="34086" y="11074"/>
                  </a:lnTo>
                  <a:lnTo>
                    <a:pt x="34124" y="10922"/>
                  </a:lnTo>
                  <a:lnTo>
                    <a:pt x="34175" y="10642"/>
                  </a:lnTo>
                  <a:lnTo>
                    <a:pt x="33985" y="10693"/>
                  </a:lnTo>
                  <a:lnTo>
                    <a:pt x="33845" y="10439"/>
                  </a:lnTo>
                  <a:lnTo>
                    <a:pt x="33604" y="10795"/>
                  </a:lnTo>
                  <a:lnTo>
                    <a:pt x="33108" y="10922"/>
                  </a:lnTo>
                  <a:lnTo>
                    <a:pt x="33286" y="10922"/>
                  </a:lnTo>
                  <a:lnTo>
                    <a:pt x="33528" y="10922"/>
                  </a:lnTo>
                  <a:lnTo>
                    <a:pt x="33210" y="11252"/>
                  </a:lnTo>
                  <a:lnTo>
                    <a:pt x="33248" y="11074"/>
                  </a:lnTo>
                  <a:lnTo>
                    <a:pt x="32689" y="11379"/>
                  </a:lnTo>
                  <a:lnTo>
                    <a:pt x="31915" y="11430"/>
                  </a:lnTo>
                  <a:lnTo>
                    <a:pt x="32219" y="11176"/>
                  </a:lnTo>
                  <a:lnTo>
                    <a:pt x="32524" y="10922"/>
                  </a:lnTo>
                  <a:lnTo>
                    <a:pt x="32092" y="10922"/>
                  </a:lnTo>
                  <a:lnTo>
                    <a:pt x="32321" y="10287"/>
                  </a:lnTo>
                  <a:lnTo>
                    <a:pt x="32105" y="10287"/>
                  </a:lnTo>
                  <a:lnTo>
                    <a:pt x="31597" y="10922"/>
                  </a:lnTo>
                  <a:lnTo>
                    <a:pt x="31724" y="11176"/>
                  </a:lnTo>
                  <a:lnTo>
                    <a:pt x="31902" y="11430"/>
                  </a:lnTo>
                  <a:lnTo>
                    <a:pt x="31940" y="11811"/>
                  </a:lnTo>
                  <a:lnTo>
                    <a:pt x="32245" y="11874"/>
                  </a:lnTo>
                  <a:lnTo>
                    <a:pt x="32842" y="11430"/>
                  </a:lnTo>
                  <a:lnTo>
                    <a:pt x="32905" y="11430"/>
                  </a:lnTo>
                  <a:lnTo>
                    <a:pt x="33858" y="11430"/>
                  </a:lnTo>
                  <a:lnTo>
                    <a:pt x="33642" y="11811"/>
                  </a:lnTo>
                  <a:lnTo>
                    <a:pt x="33528" y="11430"/>
                  </a:lnTo>
                  <a:lnTo>
                    <a:pt x="33274" y="11798"/>
                  </a:lnTo>
                  <a:lnTo>
                    <a:pt x="33286" y="11430"/>
                  </a:lnTo>
                  <a:lnTo>
                    <a:pt x="33134" y="11722"/>
                  </a:lnTo>
                  <a:lnTo>
                    <a:pt x="32905" y="11430"/>
                  </a:lnTo>
                  <a:lnTo>
                    <a:pt x="32905" y="11938"/>
                  </a:lnTo>
                  <a:lnTo>
                    <a:pt x="32639" y="11938"/>
                  </a:lnTo>
                  <a:lnTo>
                    <a:pt x="32397" y="11938"/>
                  </a:lnTo>
                  <a:lnTo>
                    <a:pt x="32181" y="12001"/>
                  </a:lnTo>
                  <a:lnTo>
                    <a:pt x="32042" y="12039"/>
                  </a:lnTo>
                  <a:lnTo>
                    <a:pt x="32029" y="12446"/>
                  </a:lnTo>
                  <a:lnTo>
                    <a:pt x="31788" y="12814"/>
                  </a:lnTo>
                  <a:lnTo>
                    <a:pt x="31724" y="12446"/>
                  </a:lnTo>
                  <a:lnTo>
                    <a:pt x="32029" y="12446"/>
                  </a:lnTo>
                  <a:lnTo>
                    <a:pt x="32029" y="11938"/>
                  </a:lnTo>
                  <a:lnTo>
                    <a:pt x="31610" y="11938"/>
                  </a:lnTo>
                  <a:lnTo>
                    <a:pt x="31559" y="12179"/>
                  </a:lnTo>
                  <a:lnTo>
                    <a:pt x="31559" y="11963"/>
                  </a:lnTo>
                  <a:lnTo>
                    <a:pt x="31318" y="12014"/>
                  </a:lnTo>
                  <a:lnTo>
                    <a:pt x="31318" y="14097"/>
                  </a:lnTo>
                  <a:lnTo>
                    <a:pt x="31089" y="14249"/>
                  </a:lnTo>
                  <a:lnTo>
                    <a:pt x="30924" y="14097"/>
                  </a:lnTo>
                  <a:lnTo>
                    <a:pt x="30886" y="14376"/>
                  </a:lnTo>
                  <a:lnTo>
                    <a:pt x="30924" y="14097"/>
                  </a:lnTo>
                  <a:lnTo>
                    <a:pt x="31318" y="14097"/>
                  </a:lnTo>
                  <a:lnTo>
                    <a:pt x="31318" y="12014"/>
                  </a:lnTo>
                  <a:lnTo>
                    <a:pt x="31305" y="13601"/>
                  </a:lnTo>
                  <a:lnTo>
                    <a:pt x="30886" y="13462"/>
                  </a:lnTo>
                  <a:lnTo>
                    <a:pt x="31267" y="13462"/>
                  </a:lnTo>
                  <a:lnTo>
                    <a:pt x="31305" y="13601"/>
                  </a:lnTo>
                  <a:lnTo>
                    <a:pt x="31305" y="12014"/>
                  </a:lnTo>
                  <a:lnTo>
                    <a:pt x="31292" y="12954"/>
                  </a:lnTo>
                  <a:lnTo>
                    <a:pt x="30886" y="12954"/>
                  </a:lnTo>
                  <a:lnTo>
                    <a:pt x="31229" y="12954"/>
                  </a:lnTo>
                  <a:lnTo>
                    <a:pt x="31292" y="12014"/>
                  </a:lnTo>
                  <a:lnTo>
                    <a:pt x="31115" y="12052"/>
                  </a:lnTo>
                  <a:lnTo>
                    <a:pt x="30835" y="11938"/>
                  </a:lnTo>
                  <a:lnTo>
                    <a:pt x="30797" y="12115"/>
                  </a:lnTo>
                  <a:lnTo>
                    <a:pt x="30810" y="11938"/>
                  </a:lnTo>
                  <a:lnTo>
                    <a:pt x="31153" y="11734"/>
                  </a:lnTo>
                  <a:lnTo>
                    <a:pt x="30645" y="11938"/>
                  </a:lnTo>
                  <a:lnTo>
                    <a:pt x="30607" y="14097"/>
                  </a:lnTo>
                  <a:lnTo>
                    <a:pt x="30594" y="14554"/>
                  </a:lnTo>
                  <a:lnTo>
                    <a:pt x="29781" y="14224"/>
                  </a:lnTo>
                  <a:lnTo>
                    <a:pt x="29705" y="14389"/>
                  </a:lnTo>
                  <a:lnTo>
                    <a:pt x="29654" y="14605"/>
                  </a:lnTo>
                  <a:lnTo>
                    <a:pt x="29794" y="15113"/>
                  </a:lnTo>
                  <a:lnTo>
                    <a:pt x="29591" y="15113"/>
                  </a:lnTo>
                  <a:lnTo>
                    <a:pt x="29514" y="15328"/>
                  </a:lnTo>
                  <a:lnTo>
                    <a:pt x="29464" y="15506"/>
                  </a:lnTo>
                  <a:lnTo>
                    <a:pt x="29641" y="15621"/>
                  </a:lnTo>
                  <a:lnTo>
                    <a:pt x="29387" y="15875"/>
                  </a:lnTo>
                  <a:lnTo>
                    <a:pt x="29425" y="15621"/>
                  </a:lnTo>
                  <a:lnTo>
                    <a:pt x="29146" y="15303"/>
                  </a:lnTo>
                  <a:lnTo>
                    <a:pt x="29146" y="15621"/>
                  </a:lnTo>
                  <a:lnTo>
                    <a:pt x="29121" y="16129"/>
                  </a:lnTo>
                  <a:lnTo>
                    <a:pt x="28854" y="16383"/>
                  </a:lnTo>
                  <a:lnTo>
                    <a:pt x="28600" y="16637"/>
                  </a:lnTo>
                  <a:lnTo>
                    <a:pt x="28854" y="16383"/>
                  </a:lnTo>
                  <a:lnTo>
                    <a:pt x="29108" y="16129"/>
                  </a:lnTo>
                  <a:lnTo>
                    <a:pt x="29121" y="15621"/>
                  </a:lnTo>
                  <a:lnTo>
                    <a:pt x="28956" y="15379"/>
                  </a:lnTo>
                  <a:lnTo>
                    <a:pt x="29146" y="15621"/>
                  </a:lnTo>
                  <a:lnTo>
                    <a:pt x="29146" y="15303"/>
                  </a:lnTo>
                  <a:lnTo>
                    <a:pt x="28892" y="15113"/>
                  </a:lnTo>
                  <a:lnTo>
                    <a:pt x="28867" y="15621"/>
                  </a:lnTo>
                  <a:lnTo>
                    <a:pt x="28524" y="16129"/>
                  </a:lnTo>
                  <a:lnTo>
                    <a:pt x="28867" y="15621"/>
                  </a:lnTo>
                  <a:lnTo>
                    <a:pt x="28867" y="15113"/>
                  </a:lnTo>
                  <a:lnTo>
                    <a:pt x="28714" y="14795"/>
                  </a:lnTo>
                  <a:lnTo>
                    <a:pt x="28714" y="15113"/>
                  </a:lnTo>
                  <a:lnTo>
                    <a:pt x="28473" y="15113"/>
                  </a:lnTo>
                  <a:lnTo>
                    <a:pt x="28333" y="15113"/>
                  </a:lnTo>
                  <a:lnTo>
                    <a:pt x="27635" y="15621"/>
                  </a:lnTo>
                  <a:lnTo>
                    <a:pt x="28295" y="15227"/>
                  </a:lnTo>
                  <a:lnTo>
                    <a:pt x="28194" y="15417"/>
                  </a:lnTo>
                  <a:lnTo>
                    <a:pt x="28194" y="18288"/>
                  </a:lnTo>
                  <a:lnTo>
                    <a:pt x="28067" y="18326"/>
                  </a:lnTo>
                  <a:lnTo>
                    <a:pt x="28067" y="19812"/>
                  </a:lnTo>
                  <a:lnTo>
                    <a:pt x="28003" y="20447"/>
                  </a:lnTo>
                  <a:lnTo>
                    <a:pt x="27660" y="20447"/>
                  </a:lnTo>
                  <a:lnTo>
                    <a:pt x="27749" y="19812"/>
                  </a:lnTo>
                  <a:lnTo>
                    <a:pt x="28067" y="19812"/>
                  </a:lnTo>
                  <a:lnTo>
                    <a:pt x="28067" y="18326"/>
                  </a:lnTo>
                  <a:lnTo>
                    <a:pt x="27813" y="18389"/>
                  </a:lnTo>
                  <a:lnTo>
                    <a:pt x="27813" y="19304"/>
                  </a:lnTo>
                  <a:lnTo>
                    <a:pt x="27774" y="19558"/>
                  </a:lnTo>
                  <a:lnTo>
                    <a:pt x="27635" y="19532"/>
                  </a:lnTo>
                  <a:lnTo>
                    <a:pt x="27673" y="19304"/>
                  </a:lnTo>
                  <a:lnTo>
                    <a:pt x="27813" y="19304"/>
                  </a:lnTo>
                  <a:lnTo>
                    <a:pt x="27813" y="18389"/>
                  </a:lnTo>
                  <a:lnTo>
                    <a:pt x="27800" y="18796"/>
                  </a:lnTo>
                  <a:lnTo>
                    <a:pt x="27609" y="19304"/>
                  </a:lnTo>
                  <a:lnTo>
                    <a:pt x="27406" y="18796"/>
                  </a:lnTo>
                  <a:lnTo>
                    <a:pt x="27571" y="18796"/>
                  </a:lnTo>
                  <a:lnTo>
                    <a:pt x="27800" y="18796"/>
                  </a:lnTo>
                  <a:lnTo>
                    <a:pt x="27800" y="18402"/>
                  </a:lnTo>
                  <a:lnTo>
                    <a:pt x="27406" y="18478"/>
                  </a:lnTo>
                  <a:lnTo>
                    <a:pt x="27305" y="18288"/>
                  </a:lnTo>
                  <a:lnTo>
                    <a:pt x="27330" y="18503"/>
                  </a:lnTo>
                  <a:lnTo>
                    <a:pt x="27279" y="18300"/>
                  </a:lnTo>
                  <a:lnTo>
                    <a:pt x="27457" y="18288"/>
                  </a:lnTo>
                  <a:lnTo>
                    <a:pt x="27914" y="17780"/>
                  </a:lnTo>
                  <a:lnTo>
                    <a:pt x="28194" y="18288"/>
                  </a:lnTo>
                  <a:lnTo>
                    <a:pt x="28194" y="15417"/>
                  </a:lnTo>
                  <a:lnTo>
                    <a:pt x="28079" y="15621"/>
                  </a:lnTo>
                  <a:lnTo>
                    <a:pt x="27635" y="15621"/>
                  </a:lnTo>
                  <a:lnTo>
                    <a:pt x="27254" y="15621"/>
                  </a:lnTo>
                  <a:lnTo>
                    <a:pt x="27254" y="17780"/>
                  </a:lnTo>
                  <a:lnTo>
                    <a:pt x="27216" y="18364"/>
                  </a:lnTo>
                  <a:lnTo>
                    <a:pt x="27076" y="18529"/>
                  </a:lnTo>
                  <a:lnTo>
                    <a:pt x="26987" y="19304"/>
                  </a:lnTo>
                  <a:lnTo>
                    <a:pt x="26835" y="19342"/>
                  </a:lnTo>
                  <a:lnTo>
                    <a:pt x="26479" y="19545"/>
                  </a:lnTo>
                  <a:lnTo>
                    <a:pt x="26479" y="19304"/>
                  </a:lnTo>
                  <a:lnTo>
                    <a:pt x="26720" y="19304"/>
                  </a:lnTo>
                  <a:lnTo>
                    <a:pt x="26898" y="19304"/>
                  </a:lnTo>
                  <a:lnTo>
                    <a:pt x="26987" y="18580"/>
                  </a:lnTo>
                  <a:lnTo>
                    <a:pt x="27216" y="18364"/>
                  </a:lnTo>
                  <a:lnTo>
                    <a:pt x="27216" y="17818"/>
                  </a:lnTo>
                  <a:lnTo>
                    <a:pt x="27051" y="17780"/>
                  </a:lnTo>
                  <a:lnTo>
                    <a:pt x="27254" y="17780"/>
                  </a:lnTo>
                  <a:lnTo>
                    <a:pt x="27254" y="15621"/>
                  </a:lnTo>
                  <a:lnTo>
                    <a:pt x="27089" y="15621"/>
                  </a:lnTo>
                  <a:lnTo>
                    <a:pt x="26682" y="15494"/>
                  </a:lnTo>
                  <a:lnTo>
                    <a:pt x="26911" y="15113"/>
                  </a:lnTo>
                  <a:lnTo>
                    <a:pt x="27279" y="15113"/>
                  </a:lnTo>
                  <a:lnTo>
                    <a:pt x="28092" y="15113"/>
                  </a:lnTo>
                  <a:lnTo>
                    <a:pt x="28371" y="14605"/>
                  </a:lnTo>
                  <a:lnTo>
                    <a:pt x="28714" y="15113"/>
                  </a:lnTo>
                  <a:lnTo>
                    <a:pt x="28714" y="14795"/>
                  </a:lnTo>
                  <a:lnTo>
                    <a:pt x="28638" y="14605"/>
                  </a:lnTo>
                  <a:lnTo>
                    <a:pt x="28867" y="14605"/>
                  </a:lnTo>
                  <a:lnTo>
                    <a:pt x="28892" y="15113"/>
                  </a:lnTo>
                  <a:lnTo>
                    <a:pt x="29438" y="15494"/>
                  </a:lnTo>
                  <a:lnTo>
                    <a:pt x="29464" y="15303"/>
                  </a:lnTo>
                  <a:lnTo>
                    <a:pt x="29502" y="15113"/>
                  </a:lnTo>
                  <a:lnTo>
                    <a:pt x="29235" y="14605"/>
                  </a:lnTo>
                  <a:lnTo>
                    <a:pt x="29260" y="15113"/>
                  </a:lnTo>
                  <a:lnTo>
                    <a:pt x="29133" y="15113"/>
                  </a:lnTo>
                  <a:lnTo>
                    <a:pt x="29184" y="14605"/>
                  </a:lnTo>
                  <a:lnTo>
                    <a:pt x="29222" y="14224"/>
                  </a:lnTo>
                  <a:lnTo>
                    <a:pt x="29235" y="14097"/>
                  </a:lnTo>
                  <a:lnTo>
                    <a:pt x="29235" y="14224"/>
                  </a:lnTo>
                  <a:lnTo>
                    <a:pt x="29235" y="14605"/>
                  </a:lnTo>
                  <a:lnTo>
                    <a:pt x="29654" y="14605"/>
                  </a:lnTo>
                  <a:lnTo>
                    <a:pt x="29578" y="14351"/>
                  </a:lnTo>
                  <a:lnTo>
                    <a:pt x="29514" y="14097"/>
                  </a:lnTo>
                  <a:lnTo>
                    <a:pt x="29794" y="14097"/>
                  </a:lnTo>
                  <a:lnTo>
                    <a:pt x="29781" y="14224"/>
                  </a:lnTo>
                  <a:lnTo>
                    <a:pt x="30594" y="14554"/>
                  </a:lnTo>
                  <a:lnTo>
                    <a:pt x="30594" y="14097"/>
                  </a:lnTo>
                  <a:lnTo>
                    <a:pt x="30454" y="14097"/>
                  </a:lnTo>
                  <a:lnTo>
                    <a:pt x="30327" y="14097"/>
                  </a:lnTo>
                  <a:lnTo>
                    <a:pt x="30086" y="14097"/>
                  </a:lnTo>
                  <a:lnTo>
                    <a:pt x="30251" y="13868"/>
                  </a:lnTo>
                  <a:lnTo>
                    <a:pt x="29908" y="13462"/>
                  </a:lnTo>
                  <a:lnTo>
                    <a:pt x="29565" y="13462"/>
                  </a:lnTo>
                  <a:lnTo>
                    <a:pt x="29603" y="13208"/>
                  </a:lnTo>
                  <a:lnTo>
                    <a:pt x="29654" y="12954"/>
                  </a:lnTo>
                  <a:lnTo>
                    <a:pt x="29756" y="12446"/>
                  </a:lnTo>
                  <a:lnTo>
                    <a:pt x="29908" y="12725"/>
                  </a:lnTo>
                  <a:lnTo>
                    <a:pt x="30022" y="12471"/>
                  </a:lnTo>
                  <a:lnTo>
                    <a:pt x="30289" y="12446"/>
                  </a:lnTo>
                  <a:lnTo>
                    <a:pt x="30365" y="12954"/>
                  </a:lnTo>
                  <a:lnTo>
                    <a:pt x="30022" y="12471"/>
                  </a:lnTo>
                  <a:lnTo>
                    <a:pt x="30048" y="12954"/>
                  </a:lnTo>
                  <a:lnTo>
                    <a:pt x="30060" y="13462"/>
                  </a:lnTo>
                  <a:lnTo>
                    <a:pt x="30251" y="13462"/>
                  </a:lnTo>
                  <a:lnTo>
                    <a:pt x="30365" y="13690"/>
                  </a:lnTo>
                  <a:lnTo>
                    <a:pt x="30607" y="14097"/>
                  </a:lnTo>
                  <a:lnTo>
                    <a:pt x="30607" y="11950"/>
                  </a:lnTo>
                  <a:lnTo>
                    <a:pt x="30454" y="12192"/>
                  </a:lnTo>
                  <a:lnTo>
                    <a:pt x="30530" y="11976"/>
                  </a:lnTo>
                  <a:lnTo>
                    <a:pt x="30289" y="12039"/>
                  </a:lnTo>
                  <a:lnTo>
                    <a:pt x="30022" y="11938"/>
                  </a:lnTo>
                  <a:lnTo>
                    <a:pt x="29883" y="11836"/>
                  </a:lnTo>
                  <a:lnTo>
                    <a:pt x="29819" y="12166"/>
                  </a:lnTo>
                  <a:lnTo>
                    <a:pt x="29883" y="11938"/>
                  </a:lnTo>
                  <a:lnTo>
                    <a:pt x="29603" y="11620"/>
                  </a:lnTo>
                  <a:lnTo>
                    <a:pt x="29603" y="12242"/>
                  </a:lnTo>
                  <a:lnTo>
                    <a:pt x="29603" y="11620"/>
                  </a:lnTo>
                  <a:lnTo>
                    <a:pt x="29527" y="12052"/>
                  </a:lnTo>
                  <a:lnTo>
                    <a:pt x="29451" y="12280"/>
                  </a:lnTo>
                  <a:lnTo>
                    <a:pt x="29502" y="12001"/>
                  </a:lnTo>
                  <a:lnTo>
                    <a:pt x="29527" y="11557"/>
                  </a:lnTo>
                  <a:lnTo>
                    <a:pt x="29489" y="11938"/>
                  </a:lnTo>
                  <a:lnTo>
                    <a:pt x="29286" y="12115"/>
                  </a:lnTo>
                  <a:lnTo>
                    <a:pt x="29171" y="11938"/>
                  </a:lnTo>
                  <a:lnTo>
                    <a:pt x="28905" y="11836"/>
                  </a:lnTo>
                  <a:lnTo>
                    <a:pt x="28790" y="12128"/>
                  </a:lnTo>
                  <a:lnTo>
                    <a:pt x="28867" y="11938"/>
                  </a:lnTo>
                  <a:lnTo>
                    <a:pt x="29070" y="11430"/>
                  </a:lnTo>
                  <a:lnTo>
                    <a:pt x="28778" y="11772"/>
                  </a:lnTo>
                  <a:lnTo>
                    <a:pt x="28638" y="11722"/>
                  </a:lnTo>
                  <a:lnTo>
                    <a:pt x="28524" y="11938"/>
                  </a:lnTo>
                  <a:lnTo>
                    <a:pt x="28651" y="11938"/>
                  </a:lnTo>
                  <a:lnTo>
                    <a:pt x="28168" y="12293"/>
                  </a:lnTo>
                  <a:lnTo>
                    <a:pt x="27584" y="12192"/>
                  </a:lnTo>
                  <a:lnTo>
                    <a:pt x="27584" y="11938"/>
                  </a:lnTo>
                  <a:lnTo>
                    <a:pt x="26809" y="11938"/>
                  </a:lnTo>
                  <a:lnTo>
                    <a:pt x="26835" y="12065"/>
                  </a:lnTo>
                  <a:lnTo>
                    <a:pt x="26657" y="12039"/>
                  </a:lnTo>
                  <a:lnTo>
                    <a:pt x="26606" y="12192"/>
                  </a:lnTo>
                  <a:lnTo>
                    <a:pt x="26416" y="12001"/>
                  </a:lnTo>
                  <a:lnTo>
                    <a:pt x="26187" y="12446"/>
                  </a:lnTo>
                  <a:lnTo>
                    <a:pt x="27965" y="12446"/>
                  </a:lnTo>
                  <a:lnTo>
                    <a:pt x="27584" y="12700"/>
                  </a:lnTo>
                  <a:lnTo>
                    <a:pt x="27584" y="12446"/>
                  </a:lnTo>
                  <a:lnTo>
                    <a:pt x="27051" y="12585"/>
                  </a:lnTo>
                  <a:lnTo>
                    <a:pt x="27051" y="13462"/>
                  </a:lnTo>
                  <a:lnTo>
                    <a:pt x="26949" y="13665"/>
                  </a:lnTo>
                  <a:lnTo>
                    <a:pt x="26911" y="13462"/>
                  </a:lnTo>
                  <a:lnTo>
                    <a:pt x="27051" y="13462"/>
                  </a:lnTo>
                  <a:lnTo>
                    <a:pt x="27051" y="12585"/>
                  </a:lnTo>
                  <a:lnTo>
                    <a:pt x="26530" y="12712"/>
                  </a:lnTo>
                  <a:lnTo>
                    <a:pt x="26479" y="12446"/>
                  </a:lnTo>
                  <a:lnTo>
                    <a:pt x="25755" y="12903"/>
                  </a:lnTo>
                  <a:lnTo>
                    <a:pt x="25514" y="12954"/>
                  </a:lnTo>
                  <a:lnTo>
                    <a:pt x="25666" y="12954"/>
                  </a:lnTo>
                  <a:lnTo>
                    <a:pt x="26162" y="12954"/>
                  </a:lnTo>
                  <a:lnTo>
                    <a:pt x="26149" y="13208"/>
                  </a:lnTo>
                  <a:lnTo>
                    <a:pt x="26136" y="13462"/>
                  </a:lnTo>
                  <a:lnTo>
                    <a:pt x="25679" y="13462"/>
                  </a:lnTo>
                  <a:lnTo>
                    <a:pt x="25336" y="13462"/>
                  </a:lnTo>
                  <a:lnTo>
                    <a:pt x="25768" y="13982"/>
                  </a:lnTo>
                  <a:lnTo>
                    <a:pt x="26123" y="13601"/>
                  </a:lnTo>
                  <a:lnTo>
                    <a:pt x="26111" y="14097"/>
                  </a:lnTo>
                  <a:lnTo>
                    <a:pt x="26250" y="14097"/>
                  </a:lnTo>
                  <a:lnTo>
                    <a:pt x="26339" y="14351"/>
                  </a:lnTo>
                  <a:lnTo>
                    <a:pt x="26441" y="14097"/>
                  </a:lnTo>
                  <a:lnTo>
                    <a:pt x="26746" y="14097"/>
                  </a:lnTo>
                  <a:lnTo>
                    <a:pt x="26339" y="14363"/>
                  </a:lnTo>
                  <a:lnTo>
                    <a:pt x="26416" y="14605"/>
                  </a:lnTo>
                  <a:lnTo>
                    <a:pt x="26657" y="14605"/>
                  </a:lnTo>
                  <a:lnTo>
                    <a:pt x="27279" y="14605"/>
                  </a:lnTo>
                  <a:lnTo>
                    <a:pt x="27012" y="15036"/>
                  </a:lnTo>
                  <a:lnTo>
                    <a:pt x="26746" y="14947"/>
                  </a:lnTo>
                  <a:lnTo>
                    <a:pt x="26657" y="14605"/>
                  </a:lnTo>
                  <a:lnTo>
                    <a:pt x="26593" y="14744"/>
                  </a:lnTo>
                  <a:lnTo>
                    <a:pt x="26593" y="18796"/>
                  </a:lnTo>
                  <a:lnTo>
                    <a:pt x="26200" y="18948"/>
                  </a:lnTo>
                  <a:lnTo>
                    <a:pt x="26200" y="20447"/>
                  </a:lnTo>
                  <a:lnTo>
                    <a:pt x="25933" y="20751"/>
                  </a:lnTo>
                  <a:lnTo>
                    <a:pt x="25552" y="20447"/>
                  </a:lnTo>
                  <a:lnTo>
                    <a:pt x="26073" y="20447"/>
                  </a:lnTo>
                  <a:lnTo>
                    <a:pt x="26200" y="20447"/>
                  </a:lnTo>
                  <a:lnTo>
                    <a:pt x="26200" y="18948"/>
                  </a:lnTo>
                  <a:lnTo>
                    <a:pt x="25882" y="19050"/>
                  </a:lnTo>
                  <a:lnTo>
                    <a:pt x="26047" y="18796"/>
                  </a:lnTo>
                  <a:lnTo>
                    <a:pt x="25819" y="18516"/>
                  </a:lnTo>
                  <a:lnTo>
                    <a:pt x="25654" y="18288"/>
                  </a:lnTo>
                  <a:lnTo>
                    <a:pt x="25679" y="18529"/>
                  </a:lnTo>
                  <a:lnTo>
                    <a:pt x="25730" y="18796"/>
                  </a:lnTo>
                  <a:lnTo>
                    <a:pt x="25603" y="18554"/>
                  </a:lnTo>
                  <a:lnTo>
                    <a:pt x="25514" y="18288"/>
                  </a:lnTo>
                  <a:lnTo>
                    <a:pt x="25654" y="18288"/>
                  </a:lnTo>
                  <a:lnTo>
                    <a:pt x="26238" y="18288"/>
                  </a:lnTo>
                  <a:lnTo>
                    <a:pt x="26327" y="18415"/>
                  </a:lnTo>
                  <a:lnTo>
                    <a:pt x="26517" y="18694"/>
                  </a:lnTo>
                  <a:lnTo>
                    <a:pt x="26085" y="18796"/>
                  </a:lnTo>
                  <a:lnTo>
                    <a:pt x="26593" y="18796"/>
                  </a:lnTo>
                  <a:lnTo>
                    <a:pt x="26593" y="14744"/>
                  </a:lnTo>
                  <a:lnTo>
                    <a:pt x="26238" y="14605"/>
                  </a:lnTo>
                  <a:lnTo>
                    <a:pt x="26327" y="14363"/>
                  </a:lnTo>
                  <a:lnTo>
                    <a:pt x="25933" y="14605"/>
                  </a:lnTo>
                  <a:lnTo>
                    <a:pt x="26009" y="15113"/>
                  </a:lnTo>
                  <a:lnTo>
                    <a:pt x="26555" y="15113"/>
                  </a:lnTo>
                  <a:lnTo>
                    <a:pt x="26428" y="15113"/>
                  </a:lnTo>
                  <a:lnTo>
                    <a:pt x="26149" y="15303"/>
                  </a:lnTo>
                  <a:lnTo>
                    <a:pt x="26047" y="15176"/>
                  </a:lnTo>
                  <a:lnTo>
                    <a:pt x="26047" y="17272"/>
                  </a:lnTo>
                  <a:lnTo>
                    <a:pt x="25387" y="17335"/>
                  </a:lnTo>
                  <a:lnTo>
                    <a:pt x="25285" y="19265"/>
                  </a:lnTo>
                  <a:lnTo>
                    <a:pt x="25057" y="18796"/>
                  </a:lnTo>
                  <a:lnTo>
                    <a:pt x="24904" y="18669"/>
                  </a:lnTo>
                  <a:lnTo>
                    <a:pt x="24790" y="18288"/>
                  </a:lnTo>
                  <a:lnTo>
                    <a:pt x="24307" y="18694"/>
                  </a:lnTo>
                  <a:lnTo>
                    <a:pt x="24257" y="18288"/>
                  </a:lnTo>
                  <a:lnTo>
                    <a:pt x="23914" y="18516"/>
                  </a:lnTo>
                  <a:lnTo>
                    <a:pt x="23609" y="18326"/>
                  </a:lnTo>
                  <a:lnTo>
                    <a:pt x="23355" y="18300"/>
                  </a:lnTo>
                  <a:lnTo>
                    <a:pt x="22936" y="18745"/>
                  </a:lnTo>
                  <a:lnTo>
                    <a:pt x="22834" y="18542"/>
                  </a:lnTo>
                  <a:lnTo>
                    <a:pt x="22758" y="18415"/>
                  </a:lnTo>
                  <a:lnTo>
                    <a:pt x="22694" y="18288"/>
                  </a:lnTo>
                  <a:lnTo>
                    <a:pt x="22339" y="18288"/>
                  </a:lnTo>
                  <a:lnTo>
                    <a:pt x="22098" y="18542"/>
                  </a:lnTo>
                  <a:lnTo>
                    <a:pt x="21958" y="18288"/>
                  </a:lnTo>
                  <a:lnTo>
                    <a:pt x="21780" y="18478"/>
                  </a:lnTo>
                  <a:lnTo>
                    <a:pt x="21780" y="19304"/>
                  </a:lnTo>
                  <a:lnTo>
                    <a:pt x="21729" y="19443"/>
                  </a:lnTo>
                  <a:lnTo>
                    <a:pt x="21590" y="19304"/>
                  </a:lnTo>
                  <a:lnTo>
                    <a:pt x="21780" y="19304"/>
                  </a:lnTo>
                  <a:lnTo>
                    <a:pt x="21780" y="18478"/>
                  </a:lnTo>
                  <a:lnTo>
                    <a:pt x="21475" y="18796"/>
                  </a:lnTo>
                  <a:lnTo>
                    <a:pt x="21844" y="18288"/>
                  </a:lnTo>
                  <a:lnTo>
                    <a:pt x="21691" y="17780"/>
                  </a:lnTo>
                  <a:lnTo>
                    <a:pt x="22860" y="17780"/>
                  </a:lnTo>
                  <a:lnTo>
                    <a:pt x="22809" y="17932"/>
                  </a:lnTo>
                  <a:lnTo>
                    <a:pt x="23114" y="17780"/>
                  </a:lnTo>
                  <a:lnTo>
                    <a:pt x="23279" y="17780"/>
                  </a:lnTo>
                  <a:lnTo>
                    <a:pt x="23939" y="17780"/>
                  </a:lnTo>
                  <a:lnTo>
                    <a:pt x="23812" y="18097"/>
                  </a:lnTo>
                  <a:lnTo>
                    <a:pt x="23520" y="17945"/>
                  </a:lnTo>
                  <a:lnTo>
                    <a:pt x="23202" y="17780"/>
                  </a:lnTo>
                  <a:lnTo>
                    <a:pt x="22707" y="18288"/>
                  </a:lnTo>
                  <a:lnTo>
                    <a:pt x="22936" y="18288"/>
                  </a:lnTo>
                  <a:lnTo>
                    <a:pt x="23342" y="18288"/>
                  </a:lnTo>
                  <a:lnTo>
                    <a:pt x="23368" y="18288"/>
                  </a:lnTo>
                  <a:lnTo>
                    <a:pt x="24218" y="18288"/>
                  </a:lnTo>
                  <a:lnTo>
                    <a:pt x="23901" y="18135"/>
                  </a:lnTo>
                  <a:lnTo>
                    <a:pt x="24282" y="17792"/>
                  </a:lnTo>
                  <a:lnTo>
                    <a:pt x="24485" y="17780"/>
                  </a:lnTo>
                  <a:lnTo>
                    <a:pt x="24663" y="18288"/>
                  </a:lnTo>
                  <a:lnTo>
                    <a:pt x="24790" y="18288"/>
                  </a:lnTo>
                  <a:lnTo>
                    <a:pt x="25006" y="18656"/>
                  </a:lnTo>
                  <a:lnTo>
                    <a:pt x="25057" y="18796"/>
                  </a:lnTo>
                  <a:lnTo>
                    <a:pt x="25285" y="19265"/>
                  </a:lnTo>
                  <a:lnTo>
                    <a:pt x="25285" y="17259"/>
                  </a:lnTo>
                  <a:lnTo>
                    <a:pt x="24980" y="17030"/>
                  </a:lnTo>
                  <a:lnTo>
                    <a:pt x="24980" y="17780"/>
                  </a:lnTo>
                  <a:lnTo>
                    <a:pt x="24917" y="18008"/>
                  </a:lnTo>
                  <a:lnTo>
                    <a:pt x="24980" y="17780"/>
                  </a:lnTo>
                  <a:lnTo>
                    <a:pt x="24980" y="17030"/>
                  </a:lnTo>
                  <a:lnTo>
                    <a:pt x="24803" y="16891"/>
                  </a:lnTo>
                  <a:lnTo>
                    <a:pt x="24612" y="17272"/>
                  </a:lnTo>
                  <a:lnTo>
                    <a:pt x="24841" y="17272"/>
                  </a:lnTo>
                  <a:lnTo>
                    <a:pt x="24561" y="17399"/>
                  </a:lnTo>
                  <a:lnTo>
                    <a:pt x="24307" y="17424"/>
                  </a:lnTo>
                  <a:lnTo>
                    <a:pt x="24244" y="17272"/>
                  </a:lnTo>
                  <a:lnTo>
                    <a:pt x="24333" y="16637"/>
                  </a:lnTo>
                  <a:lnTo>
                    <a:pt x="24485" y="16637"/>
                  </a:lnTo>
                  <a:lnTo>
                    <a:pt x="24942" y="16637"/>
                  </a:lnTo>
                  <a:lnTo>
                    <a:pt x="25374" y="16637"/>
                  </a:lnTo>
                  <a:lnTo>
                    <a:pt x="25501" y="16637"/>
                  </a:lnTo>
                  <a:lnTo>
                    <a:pt x="25730" y="17272"/>
                  </a:lnTo>
                  <a:lnTo>
                    <a:pt x="26047" y="17272"/>
                  </a:lnTo>
                  <a:lnTo>
                    <a:pt x="26047" y="15176"/>
                  </a:lnTo>
                  <a:lnTo>
                    <a:pt x="25996" y="15379"/>
                  </a:lnTo>
                  <a:lnTo>
                    <a:pt x="25819" y="15455"/>
                  </a:lnTo>
                  <a:lnTo>
                    <a:pt x="25742" y="15278"/>
                  </a:lnTo>
                  <a:lnTo>
                    <a:pt x="25996" y="15379"/>
                  </a:lnTo>
                  <a:lnTo>
                    <a:pt x="25781" y="15176"/>
                  </a:lnTo>
                  <a:lnTo>
                    <a:pt x="25615" y="15113"/>
                  </a:lnTo>
                  <a:lnTo>
                    <a:pt x="25654" y="15240"/>
                  </a:lnTo>
                  <a:lnTo>
                    <a:pt x="25527" y="15278"/>
                  </a:lnTo>
                  <a:lnTo>
                    <a:pt x="25527" y="15875"/>
                  </a:lnTo>
                  <a:lnTo>
                    <a:pt x="25184" y="15748"/>
                  </a:lnTo>
                  <a:lnTo>
                    <a:pt x="25019" y="16078"/>
                  </a:lnTo>
                  <a:lnTo>
                    <a:pt x="24917" y="15659"/>
                  </a:lnTo>
                  <a:lnTo>
                    <a:pt x="24828" y="15621"/>
                  </a:lnTo>
                  <a:lnTo>
                    <a:pt x="25476" y="15621"/>
                  </a:lnTo>
                  <a:lnTo>
                    <a:pt x="25527" y="15875"/>
                  </a:lnTo>
                  <a:lnTo>
                    <a:pt x="25527" y="15278"/>
                  </a:lnTo>
                  <a:lnTo>
                    <a:pt x="25425" y="15405"/>
                  </a:lnTo>
                  <a:lnTo>
                    <a:pt x="25361" y="15113"/>
                  </a:lnTo>
                  <a:lnTo>
                    <a:pt x="25209" y="15113"/>
                  </a:lnTo>
                  <a:lnTo>
                    <a:pt x="24688" y="15621"/>
                  </a:lnTo>
                  <a:lnTo>
                    <a:pt x="24650" y="15938"/>
                  </a:lnTo>
                  <a:lnTo>
                    <a:pt x="23926" y="15621"/>
                  </a:lnTo>
                  <a:lnTo>
                    <a:pt x="24384" y="16129"/>
                  </a:lnTo>
                  <a:lnTo>
                    <a:pt x="24638" y="16129"/>
                  </a:lnTo>
                  <a:lnTo>
                    <a:pt x="24345" y="16192"/>
                  </a:lnTo>
                  <a:lnTo>
                    <a:pt x="24053" y="15849"/>
                  </a:lnTo>
                  <a:lnTo>
                    <a:pt x="24053" y="17272"/>
                  </a:lnTo>
                  <a:lnTo>
                    <a:pt x="23596" y="17272"/>
                  </a:lnTo>
                  <a:lnTo>
                    <a:pt x="23456" y="17373"/>
                  </a:lnTo>
                  <a:lnTo>
                    <a:pt x="23304" y="17272"/>
                  </a:lnTo>
                  <a:lnTo>
                    <a:pt x="23037" y="17272"/>
                  </a:lnTo>
                  <a:lnTo>
                    <a:pt x="22809" y="17272"/>
                  </a:lnTo>
                  <a:lnTo>
                    <a:pt x="22987" y="17449"/>
                  </a:lnTo>
                  <a:lnTo>
                    <a:pt x="22783" y="17272"/>
                  </a:lnTo>
                  <a:lnTo>
                    <a:pt x="23037" y="16637"/>
                  </a:lnTo>
                  <a:lnTo>
                    <a:pt x="23317" y="16637"/>
                  </a:lnTo>
                  <a:lnTo>
                    <a:pt x="23647" y="16941"/>
                  </a:lnTo>
                  <a:lnTo>
                    <a:pt x="23787" y="16637"/>
                  </a:lnTo>
                  <a:lnTo>
                    <a:pt x="23926" y="16637"/>
                  </a:lnTo>
                  <a:lnTo>
                    <a:pt x="23736" y="17005"/>
                  </a:lnTo>
                  <a:lnTo>
                    <a:pt x="24053" y="17272"/>
                  </a:lnTo>
                  <a:lnTo>
                    <a:pt x="24053" y="15849"/>
                  </a:lnTo>
                  <a:lnTo>
                    <a:pt x="23926" y="15722"/>
                  </a:lnTo>
                  <a:lnTo>
                    <a:pt x="23787" y="15621"/>
                  </a:lnTo>
                  <a:lnTo>
                    <a:pt x="23749" y="15252"/>
                  </a:lnTo>
                  <a:lnTo>
                    <a:pt x="23609" y="15278"/>
                  </a:lnTo>
                  <a:lnTo>
                    <a:pt x="23749" y="15176"/>
                  </a:lnTo>
                  <a:lnTo>
                    <a:pt x="23571" y="15189"/>
                  </a:lnTo>
                  <a:lnTo>
                    <a:pt x="23228" y="15113"/>
                  </a:lnTo>
                  <a:lnTo>
                    <a:pt x="23228" y="15341"/>
                  </a:lnTo>
                  <a:lnTo>
                    <a:pt x="23101" y="15392"/>
                  </a:lnTo>
                  <a:lnTo>
                    <a:pt x="23088" y="15265"/>
                  </a:lnTo>
                  <a:lnTo>
                    <a:pt x="23228" y="15341"/>
                  </a:lnTo>
                  <a:lnTo>
                    <a:pt x="23228" y="15113"/>
                  </a:lnTo>
                  <a:lnTo>
                    <a:pt x="23075" y="15113"/>
                  </a:lnTo>
                  <a:lnTo>
                    <a:pt x="22834" y="15113"/>
                  </a:lnTo>
                  <a:lnTo>
                    <a:pt x="23037" y="15227"/>
                  </a:lnTo>
                  <a:lnTo>
                    <a:pt x="23063" y="15405"/>
                  </a:lnTo>
                  <a:lnTo>
                    <a:pt x="22123" y="15621"/>
                  </a:lnTo>
                  <a:lnTo>
                    <a:pt x="22555" y="15621"/>
                  </a:lnTo>
                  <a:lnTo>
                    <a:pt x="22682" y="15621"/>
                  </a:lnTo>
                  <a:lnTo>
                    <a:pt x="22923" y="15621"/>
                  </a:lnTo>
                  <a:lnTo>
                    <a:pt x="22872" y="16129"/>
                  </a:lnTo>
                  <a:lnTo>
                    <a:pt x="23075" y="16129"/>
                  </a:lnTo>
                  <a:lnTo>
                    <a:pt x="23545" y="16129"/>
                  </a:lnTo>
                  <a:lnTo>
                    <a:pt x="23431" y="15621"/>
                  </a:lnTo>
                  <a:lnTo>
                    <a:pt x="23164" y="16027"/>
                  </a:lnTo>
                  <a:lnTo>
                    <a:pt x="23126" y="15621"/>
                  </a:lnTo>
                  <a:lnTo>
                    <a:pt x="23329" y="15621"/>
                  </a:lnTo>
                  <a:lnTo>
                    <a:pt x="23723" y="15621"/>
                  </a:lnTo>
                  <a:lnTo>
                    <a:pt x="23723" y="16129"/>
                  </a:lnTo>
                  <a:lnTo>
                    <a:pt x="23876" y="16294"/>
                  </a:lnTo>
                  <a:lnTo>
                    <a:pt x="23418" y="16383"/>
                  </a:lnTo>
                  <a:lnTo>
                    <a:pt x="23075" y="16129"/>
                  </a:lnTo>
                  <a:lnTo>
                    <a:pt x="23202" y="16421"/>
                  </a:lnTo>
                  <a:lnTo>
                    <a:pt x="22847" y="16129"/>
                  </a:lnTo>
                  <a:lnTo>
                    <a:pt x="22834" y="16497"/>
                  </a:lnTo>
                  <a:lnTo>
                    <a:pt x="22631" y="16548"/>
                  </a:lnTo>
                  <a:lnTo>
                    <a:pt x="22479" y="16573"/>
                  </a:lnTo>
                  <a:lnTo>
                    <a:pt x="22148" y="16637"/>
                  </a:lnTo>
                  <a:lnTo>
                    <a:pt x="22440" y="16637"/>
                  </a:lnTo>
                  <a:lnTo>
                    <a:pt x="22339" y="17272"/>
                  </a:lnTo>
                  <a:lnTo>
                    <a:pt x="21577" y="17272"/>
                  </a:lnTo>
                  <a:lnTo>
                    <a:pt x="21551" y="17526"/>
                  </a:lnTo>
                  <a:lnTo>
                    <a:pt x="21412" y="17272"/>
                  </a:lnTo>
                  <a:lnTo>
                    <a:pt x="20599" y="17272"/>
                  </a:lnTo>
                  <a:lnTo>
                    <a:pt x="20561" y="17526"/>
                  </a:lnTo>
                  <a:lnTo>
                    <a:pt x="20218" y="17411"/>
                  </a:lnTo>
                  <a:lnTo>
                    <a:pt x="20167" y="17780"/>
                  </a:lnTo>
                  <a:lnTo>
                    <a:pt x="19672" y="17526"/>
                  </a:lnTo>
                  <a:lnTo>
                    <a:pt x="20027" y="17780"/>
                  </a:lnTo>
                  <a:lnTo>
                    <a:pt x="20269" y="18288"/>
                  </a:lnTo>
                  <a:lnTo>
                    <a:pt x="20447" y="18491"/>
                  </a:lnTo>
                  <a:lnTo>
                    <a:pt x="20574" y="18453"/>
                  </a:lnTo>
                  <a:lnTo>
                    <a:pt x="20675" y="18288"/>
                  </a:lnTo>
                  <a:lnTo>
                    <a:pt x="20866" y="17780"/>
                  </a:lnTo>
                  <a:lnTo>
                    <a:pt x="21272" y="17780"/>
                  </a:lnTo>
                  <a:lnTo>
                    <a:pt x="21526" y="17780"/>
                  </a:lnTo>
                  <a:lnTo>
                    <a:pt x="21475" y="18288"/>
                  </a:lnTo>
                  <a:lnTo>
                    <a:pt x="21336" y="18288"/>
                  </a:lnTo>
                  <a:lnTo>
                    <a:pt x="21209" y="18440"/>
                  </a:lnTo>
                  <a:lnTo>
                    <a:pt x="21145" y="19304"/>
                  </a:lnTo>
                  <a:lnTo>
                    <a:pt x="21005" y="19304"/>
                  </a:lnTo>
                  <a:lnTo>
                    <a:pt x="21132" y="19304"/>
                  </a:lnTo>
                  <a:lnTo>
                    <a:pt x="21145" y="18427"/>
                  </a:lnTo>
                  <a:lnTo>
                    <a:pt x="21082" y="18288"/>
                  </a:lnTo>
                  <a:lnTo>
                    <a:pt x="20916" y="18364"/>
                  </a:lnTo>
                  <a:lnTo>
                    <a:pt x="20916" y="18796"/>
                  </a:lnTo>
                  <a:lnTo>
                    <a:pt x="20789" y="18846"/>
                  </a:lnTo>
                  <a:lnTo>
                    <a:pt x="20789" y="19037"/>
                  </a:lnTo>
                  <a:lnTo>
                    <a:pt x="20789" y="18846"/>
                  </a:lnTo>
                  <a:lnTo>
                    <a:pt x="20916" y="18796"/>
                  </a:lnTo>
                  <a:lnTo>
                    <a:pt x="20916" y="18364"/>
                  </a:lnTo>
                  <a:lnTo>
                    <a:pt x="20764" y="18440"/>
                  </a:lnTo>
                  <a:lnTo>
                    <a:pt x="20764" y="18288"/>
                  </a:lnTo>
                  <a:lnTo>
                    <a:pt x="20650" y="18491"/>
                  </a:lnTo>
                  <a:lnTo>
                    <a:pt x="20523" y="18580"/>
                  </a:lnTo>
                  <a:lnTo>
                    <a:pt x="20231" y="18364"/>
                  </a:lnTo>
                  <a:lnTo>
                    <a:pt x="19735" y="18288"/>
                  </a:lnTo>
                  <a:lnTo>
                    <a:pt x="19710" y="18491"/>
                  </a:lnTo>
                  <a:lnTo>
                    <a:pt x="19685" y="18796"/>
                  </a:lnTo>
                  <a:lnTo>
                    <a:pt x="20142" y="18796"/>
                  </a:lnTo>
                  <a:lnTo>
                    <a:pt x="20383" y="18796"/>
                  </a:lnTo>
                  <a:lnTo>
                    <a:pt x="20624" y="18796"/>
                  </a:lnTo>
                  <a:lnTo>
                    <a:pt x="19621" y="19304"/>
                  </a:lnTo>
                  <a:lnTo>
                    <a:pt x="19812" y="19570"/>
                  </a:lnTo>
                  <a:lnTo>
                    <a:pt x="20066" y="19304"/>
                  </a:lnTo>
                  <a:lnTo>
                    <a:pt x="20459" y="19304"/>
                  </a:lnTo>
                  <a:lnTo>
                    <a:pt x="20637" y="19761"/>
                  </a:lnTo>
                  <a:lnTo>
                    <a:pt x="20853" y="19812"/>
                  </a:lnTo>
                  <a:lnTo>
                    <a:pt x="21221" y="19964"/>
                  </a:lnTo>
                  <a:lnTo>
                    <a:pt x="21272" y="19812"/>
                  </a:lnTo>
                  <a:lnTo>
                    <a:pt x="21628" y="19812"/>
                  </a:lnTo>
                  <a:lnTo>
                    <a:pt x="21958" y="19812"/>
                  </a:lnTo>
                  <a:lnTo>
                    <a:pt x="22034" y="20269"/>
                  </a:lnTo>
                  <a:lnTo>
                    <a:pt x="22504" y="20447"/>
                  </a:lnTo>
                  <a:lnTo>
                    <a:pt x="22072" y="20447"/>
                  </a:lnTo>
                  <a:lnTo>
                    <a:pt x="21678" y="20447"/>
                  </a:lnTo>
                  <a:lnTo>
                    <a:pt x="21678" y="21463"/>
                  </a:lnTo>
                  <a:lnTo>
                    <a:pt x="21539" y="21463"/>
                  </a:lnTo>
                  <a:lnTo>
                    <a:pt x="21539" y="22987"/>
                  </a:lnTo>
                  <a:lnTo>
                    <a:pt x="21513" y="23241"/>
                  </a:lnTo>
                  <a:lnTo>
                    <a:pt x="21488" y="23622"/>
                  </a:lnTo>
                  <a:lnTo>
                    <a:pt x="21463" y="23876"/>
                  </a:lnTo>
                  <a:lnTo>
                    <a:pt x="20916" y="23622"/>
                  </a:lnTo>
                  <a:lnTo>
                    <a:pt x="21488" y="23622"/>
                  </a:lnTo>
                  <a:lnTo>
                    <a:pt x="21488" y="23241"/>
                  </a:lnTo>
                  <a:lnTo>
                    <a:pt x="20967" y="22987"/>
                  </a:lnTo>
                  <a:lnTo>
                    <a:pt x="21539" y="22987"/>
                  </a:lnTo>
                  <a:lnTo>
                    <a:pt x="21539" y="21463"/>
                  </a:lnTo>
                  <a:lnTo>
                    <a:pt x="21310" y="20955"/>
                  </a:lnTo>
                  <a:lnTo>
                    <a:pt x="21653" y="20955"/>
                  </a:lnTo>
                  <a:lnTo>
                    <a:pt x="21678" y="21463"/>
                  </a:lnTo>
                  <a:lnTo>
                    <a:pt x="21678" y="20447"/>
                  </a:lnTo>
                  <a:lnTo>
                    <a:pt x="21539" y="20447"/>
                  </a:lnTo>
                  <a:lnTo>
                    <a:pt x="21094" y="20447"/>
                  </a:lnTo>
                  <a:lnTo>
                    <a:pt x="21158" y="20205"/>
                  </a:lnTo>
                  <a:lnTo>
                    <a:pt x="20777" y="20104"/>
                  </a:lnTo>
                  <a:lnTo>
                    <a:pt x="20777" y="20955"/>
                  </a:lnTo>
                  <a:lnTo>
                    <a:pt x="20751" y="21463"/>
                  </a:lnTo>
                  <a:lnTo>
                    <a:pt x="20434" y="21463"/>
                  </a:lnTo>
                  <a:lnTo>
                    <a:pt x="20434" y="20955"/>
                  </a:lnTo>
                  <a:lnTo>
                    <a:pt x="20777" y="20955"/>
                  </a:lnTo>
                  <a:lnTo>
                    <a:pt x="20777" y="20104"/>
                  </a:lnTo>
                  <a:lnTo>
                    <a:pt x="20599" y="20040"/>
                  </a:lnTo>
                  <a:lnTo>
                    <a:pt x="20624" y="20447"/>
                  </a:lnTo>
                  <a:lnTo>
                    <a:pt x="20434" y="20447"/>
                  </a:lnTo>
                  <a:lnTo>
                    <a:pt x="20256" y="20447"/>
                  </a:lnTo>
                  <a:lnTo>
                    <a:pt x="20193" y="19926"/>
                  </a:lnTo>
                  <a:lnTo>
                    <a:pt x="19824" y="19812"/>
                  </a:lnTo>
                  <a:lnTo>
                    <a:pt x="19583" y="19812"/>
                  </a:lnTo>
                  <a:lnTo>
                    <a:pt x="19405" y="19812"/>
                  </a:lnTo>
                  <a:lnTo>
                    <a:pt x="20040" y="20447"/>
                  </a:lnTo>
                  <a:lnTo>
                    <a:pt x="19545" y="20447"/>
                  </a:lnTo>
                  <a:lnTo>
                    <a:pt x="19545" y="21463"/>
                  </a:lnTo>
                  <a:lnTo>
                    <a:pt x="19202" y="21463"/>
                  </a:lnTo>
                  <a:lnTo>
                    <a:pt x="18884" y="21717"/>
                  </a:lnTo>
                  <a:lnTo>
                    <a:pt x="19062" y="21463"/>
                  </a:lnTo>
                  <a:lnTo>
                    <a:pt x="19126" y="20955"/>
                  </a:lnTo>
                  <a:lnTo>
                    <a:pt x="19392" y="20955"/>
                  </a:lnTo>
                  <a:lnTo>
                    <a:pt x="19545" y="21463"/>
                  </a:lnTo>
                  <a:lnTo>
                    <a:pt x="19545" y="20447"/>
                  </a:lnTo>
                  <a:lnTo>
                    <a:pt x="19050" y="20447"/>
                  </a:lnTo>
                  <a:lnTo>
                    <a:pt x="19011" y="20739"/>
                  </a:lnTo>
                  <a:lnTo>
                    <a:pt x="18986" y="20955"/>
                  </a:lnTo>
                  <a:lnTo>
                    <a:pt x="18503" y="21463"/>
                  </a:lnTo>
                  <a:lnTo>
                    <a:pt x="18884" y="21463"/>
                  </a:lnTo>
                  <a:lnTo>
                    <a:pt x="18491" y="21704"/>
                  </a:lnTo>
                  <a:lnTo>
                    <a:pt x="18618" y="21463"/>
                  </a:lnTo>
                  <a:lnTo>
                    <a:pt x="18402" y="21653"/>
                  </a:lnTo>
                  <a:lnTo>
                    <a:pt x="17907" y="21971"/>
                  </a:lnTo>
                  <a:lnTo>
                    <a:pt x="18034" y="21971"/>
                  </a:lnTo>
                  <a:lnTo>
                    <a:pt x="18351" y="21971"/>
                  </a:lnTo>
                  <a:lnTo>
                    <a:pt x="18478" y="21971"/>
                  </a:lnTo>
                  <a:lnTo>
                    <a:pt x="18415" y="25146"/>
                  </a:lnTo>
                  <a:lnTo>
                    <a:pt x="16967" y="25527"/>
                  </a:lnTo>
                  <a:lnTo>
                    <a:pt x="17513" y="25146"/>
                  </a:lnTo>
                  <a:lnTo>
                    <a:pt x="18415" y="25146"/>
                  </a:lnTo>
                  <a:lnTo>
                    <a:pt x="18415" y="22021"/>
                  </a:lnTo>
                  <a:lnTo>
                    <a:pt x="18034" y="22123"/>
                  </a:lnTo>
                  <a:lnTo>
                    <a:pt x="18034" y="22987"/>
                  </a:lnTo>
                  <a:lnTo>
                    <a:pt x="16713" y="23342"/>
                  </a:lnTo>
                  <a:lnTo>
                    <a:pt x="16827" y="22987"/>
                  </a:lnTo>
                  <a:lnTo>
                    <a:pt x="17106" y="22987"/>
                  </a:lnTo>
                  <a:lnTo>
                    <a:pt x="17551" y="22987"/>
                  </a:lnTo>
                  <a:lnTo>
                    <a:pt x="17729" y="22987"/>
                  </a:lnTo>
                  <a:lnTo>
                    <a:pt x="18034" y="22987"/>
                  </a:lnTo>
                  <a:lnTo>
                    <a:pt x="18034" y="22123"/>
                  </a:lnTo>
                  <a:lnTo>
                    <a:pt x="17703" y="22263"/>
                  </a:lnTo>
                  <a:lnTo>
                    <a:pt x="17487" y="22301"/>
                  </a:lnTo>
                  <a:lnTo>
                    <a:pt x="17170" y="22479"/>
                  </a:lnTo>
                  <a:lnTo>
                    <a:pt x="17043" y="22479"/>
                  </a:lnTo>
                  <a:lnTo>
                    <a:pt x="17297" y="22733"/>
                  </a:lnTo>
                  <a:lnTo>
                    <a:pt x="17030" y="22580"/>
                  </a:lnTo>
                  <a:lnTo>
                    <a:pt x="16865" y="22479"/>
                  </a:lnTo>
                  <a:lnTo>
                    <a:pt x="16510" y="22479"/>
                  </a:lnTo>
                  <a:lnTo>
                    <a:pt x="16357" y="22479"/>
                  </a:lnTo>
                  <a:lnTo>
                    <a:pt x="16014" y="22479"/>
                  </a:lnTo>
                  <a:lnTo>
                    <a:pt x="16446" y="22606"/>
                  </a:lnTo>
                  <a:lnTo>
                    <a:pt x="16281" y="22987"/>
                  </a:lnTo>
                  <a:lnTo>
                    <a:pt x="16129" y="22987"/>
                  </a:lnTo>
                  <a:lnTo>
                    <a:pt x="16129" y="26162"/>
                  </a:lnTo>
                  <a:lnTo>
                    <a:pt x="15760" y="26682"/>
                  </a:lnTo>
                  <a:lnTo>
                    <a:pt x="15506" y="26162"/>
                  </a:lnTo>
                  <a:lnTo>
                    <a:pt x="15341" y="26454"/>
                  </a:lnTo>
                  <a:lnTo>
                    <a:pt x="15151" y="26797"/>
                  </a:lnTo>
                  <a:lnTo>
                    <a:pt x="15316" y="26416"/>
                  </a:lnTo>
                  <a:lnTo>
                    <a:pt x="15443" y="26162"/>
                  </a:lnTo>
                  <a:lnTo>
                    <a:pt x="15684" y="26162"/>
                  </a:lnTo>
                  <a:lnTo>
                    <a:pt x="16065" y="26162"/>
                  </a:lnTo>
                  <a:lnTo>
                    <a:pt x="16129" y="22987"/>
                  </a:lnTo>
                  <a:lnTo>
                    <a:pt x="16090" y="25146"/>
                  </a:lnTo>
                  <a:lnTo>
                    <a:pt x="15887" y="25450"/>
                  </a:lnTo>
                  <a:lnTo>
                    <a:pt x="16027" y="25146"/>
                  </a:lnTo>
                  <a:lnTo>
                    <a:pt x="15849" y="25323"/>
                  </a:lnTo>
                  <a:lnTo>
                    <a:pt x="15798" y="25146"/>
                  </a:lnTo>
                  <a:lnTo>
                    <a:pt x="15989" y="25146"/>
                  </a:lnTo>
                  <a:lnTo>
                    <a:pt x="16090" y="22987"/>
                  </a:lnTo>
                  <a:lnTo>
                    <a:pt x="15773" y="22987"/>
                  </a:lnTo>
                  <a:lnTo>
                    <a:pt x="15773" y="24142"/>
                  </a:lnTo>
                  <a:lnTo>
                    <a:pt x="15582" y="24638"/>
                  </a:lnTo>
                  <a:lnTo>
                    <a:pt x="15341" y="24638"/>
                  </a:lnTo>
                  <a:lnTo>
                    <a:pt x="15341" y="25273"/>
                  </a:lnTo>
                  <a:lnTo>
                    <a:pt x="14986" y="25146"/>
                  </a:lnTo>
                  <a:lnTo>
                    <a:pt x="15303" y="25146"/>
                  </a:lnTo>
                  <a:lnTo>
                    <a:pt x="15341" y="25273"/>
                  </a:lnTo>
                  <a:lnTo>
                    <a:pt x="15341" y="24638"/>
                  </a:lnTo>
                  <a:lnTo>
                    <a:pt x="14884" y="24638"/>
                  </a:lnTo>
                  <a:lnTo>
                    <a:pt x="15773" y="24142"/>
                  </a:lnTo>
                  <a:lnTo>
                    <a:pt x="15773" y="22987"/>
                  </a:lnTo>
                  <a:lnTo>
                    <a:pt x="15494" y="22987"/>
                  </a:lnTo>
                  <a:lnTo>
                    <a:pt x="15468" y="22479"/>
                  </a:lnTo>
                  <a:lnTo>
                    <a:pt x="15417" y="22669"/>
                  </a:lnTo>
                  <a:lnTo>
                    <a:pt x="15417" y="24130"/>
                  </a:lnTo>
                  <a:lnTo>
                    <a:pt x="14605" y="24638"/>
                  </a:lnTo>
                  <a:lnTo>
                    <a:pt x="15176" y="24130"/>
                  </a:lnTo>
                  <a:lnTo>
                    <a:pt x="14579" y="24599"/>
                  </a:lnTo>
                  <a:lnTo>
                    <a:pt x="15417" y="24130"/>
                  </a:lnTo>
                  <a:lnTo>
                    <a:pt x="15417" y="22669"/>
                  </a:lnTo>
                  <a:lnTo>
                    <a:pt x="15328" y="22987"/>
                  </a:lnTo>
                  <a:lnTo>
                    <a:pt x="14617" y="23342"/>
                  </a:lnTo>
                  <a:lnTo>
                    <a:pt x="14287" y="23241"/>
                  </a:lnTo>
                  <a:lnTo>
                    <a:pt x="14325" y="23495"/>
                  </a:lnTo>
                  <a:lnTo>
                    <a:pt x="14058" y="23622"/>
                  </a:lnTo>
                  <a:lnTo>
                    <a:pt x="14351" y="23622"/>
                  </a:lnTo>
                  <a:lnTo>
                    <a:pt x="15087" y="23622"/>
                  </a:lnTo>
                  <a:lnTo>
                    <a:pt x="14516" y="24485"/>
                  </a:lnTo>
                  <a:lnTo>
                    <a:pt x="14401" y="24257"/>
                  </a:lnTo>
                  <a:lnTo>
                    <a:pt x="14084" y="24485"/>
                  </a:lnTo>
                  <a:lnTo>
                    <a:pt x="13792" y="24130"/>
                  </a:lnTo>
                  <a:lnTo>
                    <a:pt x="13462" y="24638"/>
                  </a:lnTo>
                  <a:lnTo>
                    <a:pt x="13881" y="24638"/>
                  </a:lnTo>
                  <a:lnTo>
                    <a:pt x="14224" y="24638"/>
                  </a:lnTo>
                  <a:lnTo>
                    <a:pt x="14287" y="25146"/>
                  </a:lnTo>
                  <a:lnTo>
                    <a:pt x="14020" y="25146"/>
                  </a:lnTo>
                  <a:lnTo>
                    <a:pt x="13830" y="25031"/>
                  </a:lnTo>
                  <a:lnTo>
                    <a:pt x="13830" y="26797"/>
                  </a:lnTo>
                  <a:lnTo>
                    <a:pt x="13436" y="26327"/>
                  </a:lnTo>
                  <a:lnTo>
                    <a:pt x="13830" y="26797"/>
                  </a:lnTo>
                  <a:lnTo>
                    <a:pt x="13830" y="25031"/>
                  </a:lnTo>
                  <a:lnTo>
                    <a:pt x="13538" y="24841"/>
                  </a:lnTo>
                  <a:lnTo>
                    <a:pt x="13538" y="26238"/>
                  </a:lnTo>
                  <a:lnTo>
                    <a:pt x="13347" y="26212"/>
                  </a:lnTo>
                  <a:lnTo>
                    <a:pt x="13347" y="27305"/>
                  </a:lnTo>
                  <a:lnTo>
                    <a:pt x="13258" y="27152"/>
                  </a:lnTo>
                  <a:lnTo>
                    <a:pt x="13347" y="27305"/>
                  </a:lnTo>
                  <a:lnTo>
                    <a:pt x="13347" y="26212"/>
                  </a:lnTo>
                  <a:lnTo>
                    <a:pt x="13512" y="26162"/>
                  </a:lnTo>
                  <a:lnTo>
                    <a:pt x="13538" y="24841"/>
                  </a:lnTo>
                  <a:lnTo>
                    <a:pt x="13360" y="25146"/>
                  </a:lnTo>
                  <a:lnTo>
                    <a:pt x="13106" y="24993"/>
                  </a:lnTo>
                  <a:lnTo>
                    <a:pt x="13106" y="26517"/>
                  </a:lnTo>
                  <a:lnTo>
                    <a:pt x="12776" y="26733"/>
                  </a:lnTo>
                  <a:lnTo>
                    <a:pt x="12623" y="26797"/>
                  </a:lnTo>
                  <a:lnTo>
                    <a:pt x="12776" y="26708"/>
                  </a:lnTo>
                  <a:lnTo>
                    <a:pt x="13106" y="26517"/>
                  </a:lnTo>
                  <a:lnTo>
                    <a:pt x="13106" y="24993"/>
                  </a:lnTo>
                  <a:lnTo>
                    <a:pt x="12522" y="24638"/>
                  </a:lnTo>
                  <a:lnTo>
                    <a:pt x="12357" y="24561"/>
                  </a:lnTo>
                  <a:lnTo>
                    <a:pt x="12674" y="24142"/>
                  </a:lnTo>
                  <a:lnTo>
                    <a:pt x="12344" y="24333"/>
                  </a:lnTo>
                  <a:lnTo>
                    <a:pt x="12344" y="25146"/>
                  </a:lnTo>
                  <a:lnTo>
                    <a:pt x="11976" y="24752"/>
                  </a:lnTo>
                  <a:lnTo>
                    <a:pt x="11976" y="26162"/>
                  </a:lnTo>
                  <a:lnTo>
                    <a:pt x="11912" y="26797"/>
                  </a:lnTo>
                  <a:lnTo>
                    <a:pt x="11455" y="26797"/>
                  </a:lnTo>
                  <a:lnTo>
                    <a:pt x="11404" y="26162"/>
                  </a:lnTo>
                  <a:lnTo>
                    <a:pt x="11976" y="26162"/>
                  </a:lnTo>
                  <a:lnTo>
                    <a:pt x="11976" y="24752"/>
                  </a:lnTo>
                  <a:lnTo>
                    <a:pt x="12230" y="24638"/>
                  </a:lnTo>
                  <a:lnTo>
                    <a:pt x="12344" y="25146"/>
                  </a:lnTo>
                  <a:lnTo>
                    <a:pt x="12344" y="24333"/>
                  </a:lnTo>
                  <a:lnTo>
                    <a:pt x="12166" y="24422"/>
                  </a:lnTo>
                  <a:lnTo>
                    <a:pt x="12065" y="24130"/>
                  </a:lnTo>
                  <a:lnTo>
                    <a:pt x="11874" y="24295"/>
                  </a:lnTo>
                  <a:lnTo>
                    <a:pt x="11569" y="24130"/>
                  </a:lnTo>
                  <a:lnTo>
                    <a:pt x="11836" y="24333"/>
                  </a:lnTo>
                  <a:lnTo>
                    <a:pt x="11772" y="24638"/>
                  </a:lnTo>
                  <a:lnTo>
                    <a:pt x="11671" y="24904"/>
                  </a:lnTo>
                  <a:lnTo>
                    <a:pt x="11569" y="24638"/>
                  </a:lnTo>
                  <a:lnTo>
                    <a:pt x="11772" y="24638"/>
                  </a:lnTo>
                  <a:lnTo>
                    <a:pt x="11772" y="24396"/>
                  </a:lnTo>
                  <a:lnTo>
                    <a:pt x="11544" y="24599"/>
                  </a:lnTo>
                  <a:lnTo>
                    <a:pt x="11404" y="24257"/>
                  </a:lnTo>
                  <a:lnTo>
                    <a:pt x="11379" y="28829"/>
                  </a:lnTo>
                  <a:lnTo>
                    <a:pt x="11239" y="28892"/>
                  </a:lnTo>
                  <a:lnTo>
                    <a:pt x="11239" y="29337"/>
                  </a:lnTo>
                  <a:lnTo>
                    <a:pt x="11036" y="29476"/>
                  </a:lnTo>
                  <a:lnTo>
                    <a:pt x="11099" y="29337"/>
                  </a:lnTo>
                  <a:lnTo>
                    <a:pt x="11239" y="29337"/>
                  </a:lnTo>
                  <a:lnTo>
                    <a:pt x="11239" y="28892"/>
                  </a:lnTo>
                  <a:lnTo>
                    <a:pt x="11049" y="28981"/>
                  </a:lnTo>
                  <a:lnTo>
                    <a:pt x="11049" y="29337"/>
                  </a:lnTo>
                  <a:lnTo>
                    <a:pt x="10820" y="29197"/>
                  </a:lnTo>
                  <a:lnTo>
                    <a:pt x="11049" y="29337"/>
                  </a:lnTo>
                  <a:lnTo>
                    <a:pt x="11049" y="28981"/>
                  </a:lnTo>
                  <a:lnTo>
                    <a:pt x="10858" y="29057"/>
                  </a:lnTo>
                  <a:lnTo>
                    <a:pt x="11379" y="28829"/>
                  </a:lnTo>
                  <a:lnTo>
                    <a:pt x="11379" y="24307"/>
                  </a:lnTo>
                  <a:lnTo>
                    <a:pt x="11226" y="24561"/>
                  </a:lnTo>
                  <a:lnTo>
                    <a:pt x="11226" y="28829"/>
                  </a:lnTo>
                  <a:lnTo>
                    <a:pt x="10896" y="28956"/>
                  </a:lnTo>
                  <a:lnTo>
                    <a:pt x="10934" y="28829"/>
                  </a:lnTo>
                  <a:lnTo>
                    <a:pt x="11226" y="28829"/>
                  </a:lnTo>
                  <a:lnTo>
                    <a:pt x="11226" y="24561"/>
                  </a:lnTo>
                  <a:lnTo>
                    <a:pt x="10845" y="24130"/>
                  </a:lnTo>
                  <a:lnTo>
                    <a:pt x="11061" y="24638"/>
                  </a:lnTo>
                  <a:lnTo>
                    <a:pt x="10782" y="24638"/>
                  </a:lnTo>
                  <a:lnTo>
                    <a:pt x="10782" y="28994"/>
                  </a:lnTo>
                  <a:lnTo>
                    <a:pt x="10693" y="29337"/>
                  </a:lnTo>
                  <a:lnTo>
                    <a:pt x="10655" y="29718"/>
                  </a:lnTo>
                  <a:lnTo>
                    <a:pt x="10287" y="29959"/>
                  </a:lnTo>
                  <a:lnTo>
                    <a:pt x="10172" y="29781"/>
                  </a:lnTo>
                  <a:lnTo>
                    <a:pt x="10337" y="29337"/>
                  </a:lnTo>
                  <a:lnTo>
                    <a:pt x="10185" y="29337"/>
                  </a:lnTo>
                  <a:lnTo>
                    <a:pt x="10071" y="29591"/>
                  </a:lnTo>
                  <a:lnTo>
                    <a:pt x="9906" y="29972"/>
                  </a:lnTo>
                  <a:lnTo>
                    <a:pt x="9766" y="29337"/>
                  </a:lnTo>
                  <a:lnTo>
                    <a:pt x="9575" y="29235"/>
                  </a:lnTo>
                  <a:lnTo>
                    <a:pt x="9448" y="29159"/>
                  </a:lnTo>
                  <a:lnTo>
                    <a:pt x="9664" y="29184"/>
                  </a:lnTo>
                  <a:lnTo>
                    <a:pt x="9893" y="29222"/>
                  </a:lnTo>
                  <a:lnTo>
                    <a:pt x="9855" y="29095"/>
                  </a:lnTo>
                  <a:lnTo>
                    <a:pt x="9779" y="28829"/>
                  </a:lnTo>
                  <a:lnTo>
                    <a:pt x="10020" y="28829"/>
                  </a:lnTo>
                  <a:lnTo>
                    <a:pt x="10121" y="28956"/>
                  </a:lnTo>
                  <a:lnTo>
                    <a:pt x="10312" y="29159"/>
                  </a:lnTo>
                  <a:lnTo>
                    <a:pt x="10083" y="29248"/>
                  </a:lnTo>
                  <a:lnTo>
                    <a:pt x="10287" y="29273"/>
                  </a:lnTo>
                  <a:lnTo>
                    <a:pt x="10426" y="29286"/>
                  </a:lnTo>
                  <a:lnTo>
                    <a:pt x="10642" y="29337"/>
                  </a:lnTo>
                  <a:lnTo>
                    <a:pt x="10693" y="29019"/>
                  </a:lnTo>
                  <a:lnTo>
                    <a:pt x="10541" y="28829"/>
                  </a:lnTo>
                  <a:lnTo>
                    <a:pt x="10668" y="28829"/>
                  </a:lnTo>
                  <a:lnTo>
                    <a:pt x="10782" y="28994"/>
                  </a:lnTo>
                  <a:lnTo>
                    <a:pt x="10782" y="24638"/>
                  </a:lnTo>
                  <a:lnTo>
                    <a:pt x="10452" y="24638"/>
                  </a:lnTo>
                  <a:lnTo>
                    <a:pt x="10350" y="25146"/>
                  </a:lnTo>
                  <a:lnTo>
                    <a:pt x="10134" y="24777"/>
                  </a:lnTo>
                  <a:lnTo>
                    <a:pt x="10134" y="27305"/>
                  </a:lnTo>
                  <a:lnTo>
                    <a:pt x="9093" y="27597"/>
                  </a:lnTo>
                  <a:lnTo>
                    <a:pt x="8813" y="27305"/>
                  </a:lnTo>
                  <a:lnTo>
                    <a:pt x="8724" y="27597"/>
                  </a:lnTo>
                  <a:lnTo>
                    <a:pt x="8407" y="27495"/>
                  </a:lnTo>
                  <a:lnTo>
                    <a:pt x="8178" y="27432"/>
                  </a:lnTo>
                  <a:lnTo>
                    <a:pt x="7747" y="27305"/>
                  </a:lnTo>
                  <a:lnTo>
                    <a:pt x="10134" y="27305"/>
                  </a:lnTo>
                  <a:lnTo>
                    <a:pt x="10134" y="24777"/>
                  </a:lnTo>
                  <a:lnTo>
                    <a:pt x="10058" y="24638"/>
                  </a:lnTo>
                  <a:lnTo>
                    <a:pt x="10350" y="24638"/>
                  </a:lnTo>
                  <a:lnTo>
                    <a:pt x="10629" y="24130"/>
                  </a:lnTo>
                  <a:lnTo>
                    <a:pt x="10325" y="24130"/>
                  </a:lnTo>
                  <a:lnTo>
                    <a:pt x="9652" y="24371"/>
                  </a:lnTo>
                  <a:lnTo>
                    <a:pt x="9652" y="24638"/>
                  </a:lnTo>
                  <a:lnTo>
                    <a:pt x="9550" y="26797"/>
                  </a:lnTo>
                  <a:lnTo>
                    <a:pt x="9169" y="27063"/>
                  </a:lnTo>
                  <a:lnTo>
                    <a:pt x="9194" y="26797"/>
                  </a:lnTo>
                  <a:lnTo>
                    <a:pt x="9550" y="26797"/>
                  </a:lnTo>
                  <a:lnTo>
                    <a:pt x="9550" y="24638"/>
                  </a:lnTo>
                  <a:lnTo>
                    <a:pt x="9512" y="24447"/>
                  </a:lnTo>
                  <a:lnTo>
                    <a:pt x="9652" y="24638"/>
                  </a:lnTo>
                  <a:lnTo>
                    <a:pt x="9652" y="24371"/>
                  </a:lnTo>
                  <a:lnTo>
                    <a:pt x="9512" y="24409"/>
                  </a:lnTo>
                  <a:lnTo>
                    <a:pt x="9512" y="24130"/>
                  </a:lnTo>
                  <a:lnTo>
                    <a:pt x="9296" y="24130"/>
                  </a:lnTo>
                  <a:lnTo>
                    <a:pt x="9486" y="24409"/>
                  </a:lnTo>
                  <a:lnTo>
                    <a:pt x="9055" y="24561"/>
                  </a:lnTo>
                  <a:lnTo>
                    <a:pt x="9182" y="24130"/>
                  </a:lnTo>
                  <a:lnTo>
                    <a:pt x="8978" y="24130"/>
                  </a:lnTo>
                  <a:lnTo>
                    <a:pt x="8978" y="25146"/>
                  </a:lnTo>
                  <a:lnTo>
                    <a:pt x="8966" y="25400"/>
                  </a:lnTo>
                  <a:lnTo>
                    <a:pt x="8813" y="25146"/>
                  </a:lnTo>
                  <a:lnTo>
                    <a:pt x="8940" y="25146"/>
                  </a:lnTo>
                  <a:lnTo>
                    <a:pt x="8978" y="24130"/>
                  </a:lnTo>
                  <a:lnTo>
                    <a:pt x="8432" y="24130"/>
                  </a:lnTo>
                  <a:lnTo>
                    <a:pt x="8572" y="24638"/>
                  </a:lnTo>
                  <a:lnTo>
                    <a:pt x="8318" y="25146"/>
                  </a:lnTo>
                  <a:lnTo>
                    <a:pt x="7696" y="25146"/>
                  </a:lnTo>
                  <a:lnTo>
                    <a:pt x="7366" y="25146"/>
                  </a:lnTo>
                  <a:lnTo>
                    <a:pt x="8509" y="25971"/>
                  </a:lnTo>
                  <a:lnTo>
                    <a:pt x="8394" y="26162"/>
                  </a:lnTo>
                  <a:lnTo>
                    <a:pt x="7708" y="26162"/>
                  </a:lnTo>
                  <a:lnTo>
                    <a:pt x="8064" y="26530"/>
                  </a:lnTo>
                  <a:lnTo>
                    <a:pt x="7239" y="26327"/>
                  </a:lnTo>
                  <a:lnTo>
                    <a:pt x="7048" y="26416"/>
                  </a:lnTo>
                  <a:lnTo>
                    <a:pt x="7010" y="26276"/>
                  </a:lnTo>
                  <a:lnTo>
                    <a:pt x="6807" y="26225"/>
                  </a:lnTo>
                  <a:lnTo>
                    <a:pt x="6756" y="26555"/>
                  </a:lnTo>
                  <a:lnTo>
                    <a:pt x="6235" y="26797"/>
                  </a:lnTo>
                  <a:lnTo>
                    <a:pt x="6731" y="26797"/>
                  </a:lnTo>
                  <a:lnTo>
                    <a:pt x="7073" y="26797"/>
                  </a:lnTo>
                  <a:lnTo>
                    <a:pt x="7086" y="27101"/>
                  </a:lnTo>
                  <a:lnTo>
                    <a:pt x="7340" y="26797"/>
                  </a:lnTo>
                  <a:lnTo>
                    <a:pt x="7734" y="26797"/>
                  </a:lnTo>
                  <a:lnTo>
                    <a:pt x="7975" y="26797"/>
                  </a:lnTo>
                  <a:lnTo>
                    <a:pt x="7366" y="27051"/>
                  </a:lnTo>
                  <a:lnTo>
                    <a:pt x="7086" y="27165"/>
                  </a:lnTo>
                  <a:lnTo>
                    <a:pt x="6756" y="27305"/>
                  </a:lnTo>
                  <a:lnTo>
                    <a:pt x="6883" y="27305"/>
                  </a:lnTo>
                  <a:lnTo>
                    <a:pt x="7086" y="27241"/>
                  </a:lnTo>
                  <a:lnTo>
                    <a:pt x="7251" y="27813"/>
                  </a:lnTo>
                  <a:lnTo>
                    <a:pt x="6985" y="27813"/>
                  </a:lnTo>
                  <a:lnTo>
                    <a:pt x="6883" y="27305"/>
                  </a:lnTo>
                  <a:lnTo>
                    <a:pt x="6489" y="27813"/>
                  </a:lnTo>
                  <a:lnTo>
                    <a:pt x="6883" y="27813"/>
                  </a:lnTo>
                  <a:lnTo>
                    <a:pt x="7391" y="28321"/>
                  </a:lnTo>
                  <a:lnTo>
                    <a:pt x="7670" y="27813"/>
                  </a:lnTo>
                  <a:lnTo>
                    <a:pt x="7899" y="27813"/>
                  </a:lnTo>
                  <a:lnTo>
                    <a:pt x="8153" y="28321"/>
                  </a:lnTo>
                  <a:lnTo>
                    <a:pt x="8293" y="27863"/>
                  </a:lnTo>
                  <a:lnTo>
                    <a:pt x="8483" y="27813"/>
                  </a:lnTo>
                  <a:lnTo>
                    <a:pt x="8661" y="27813"/>
                  </a:lnTo>
                  <a:lnTo>
                    <a:pt x="8801" y="27813"/>
                  </a:lnTo>
                  <a:lnTo>
                    <a:pt x="8953" y="27952"/>
                  </a:lnTo>
                  <a:lnTo>
                    <a:pt x="8915" y="27813"/>
                  </a:lnTo>
                  <a:lnTo>
                    <a:pt x="9042" y="27813"/>
                  </a:lnTo>
                  <a:lnTo>
                    <a:pt x="9321" y="27813"/>
                  </a:lnTo>
                  <a:lnTo>
                    <a:pt x="9525" y="27813"/>
                  </a:lnTo>
                  <a:lnTo>
                    <a:pt x="9944" y="27813"/>
                  </a:lnTo>
                  <a:lnTo>
                    <a:pt x="10033" y="28067"/>
                  </a:lnTo>
                  <a:lnTo>
                    <a:pt x="10121" y="28321"/>
                  </a:lnTo>
                  <a:lnTo>
                    <a:pt x="10020" y="28714"/>
                  </a:lnTo>
                  <a:lnTo>
                    <a:pt x="9626" y="28448"/>
                  </a:lnTo>
                  <a:lnTo>
                    <a:pt x="9664" y="28829"/>
                  </a:lnTo>
                  <a:lnTo>
                    <a:pt x="9423" y="29133"/>
                  </a:lnTo>
                  <a:lnTo>
                    <a:pt x="9448" y="28829"/>
                  </a:lnTo>
                  <a:lnTo>
                    <a:pt x="9613" y="28829"/>
                  </a:lnTo>
                  <a:lnTo>
                    <a:pt x="9347" y="28575"/>
                  </a:lnTo>
                  <a:lnTo>
                    <a:pt x="9283" y="28359"/>
                  </a:lnTo>
                  <a:lnTo>
                    <a:pt x="9144" y="28397"/>
                  </a:lnTo>
                  <a:lnTo>
                    <a:pt x="9144" y="28829"/>
                  </a:lnTo>
                  <a:lnTo>
                    <a:pt x="8915" y="28829"/>
                  </a:lnTo>
                  <a:lnTo>
                    <a:pt x="9144" y="28829"/>
                  </a:lnTo>
                  <a:lnTo>
                    <a:pt x="9144" y="28397"/>
                  </a:lnTo>
                  <a:lnTo>
                    <a:pt x="8890" y="28422"/>
                  </a:lnTo>
                  <a:lnTo>
                    <a:pt x="8750" y="28460"/>
                  </a:lnTo>
                  <a:lnTo>
                    <a:pt x="8509" y="28321"/>
                  </a:lnTo>
                  <a:lnTo>
                    <a:pt x="8750" y="28473"/>
                  </a:lnTo>
                  <a:lnTo>
                    <a:pt x="8509" y="28321"/>
                  </a:lnTo>
                  <a:lnTo>
                    <a:pt x="8636" y="28524"/>
                  </a:lnTo>
                  <a:lnTo>
                    <a:pt x="8445" y="28575"/>
                  </a:lnTo>
                  <a:lnTo>
                    <a:pt x="8420" y="28448"/>
                  </a:lnTo>
                  <a:lnTo>
                    <a:pt x="8394" y="28321"/>
                  </a:lnTo>
                  <a:lnTo>
                    <a:pt x="8153" y="28321"/>
                  </a:lnTo>
                  <a:lnTo>
                    <a:pt x="7810" y="28740"/>
                  </a:lnTo>
                  <a:lnTo>
                    <a:pt x="7442" y="28829"/>
                  </a:lnTo>
                  <a:lnTo>
                    <a:pt x="6985" y="28829"/>
                  </a:lnTo>
                  <a:lnTo>
                    <a:pt x="8902" y="29083"/>
                  </a:lnTo>
                  <a:lnTo>
                    <a:pt x="8674" y="29337"/>
                  </a:lnTo>
                  <a:lnTo>
                    <a:pt x="9296" y="29337"/>
                  </a:lnTo>
                  <a:lnTo>
                    <a:pt x="9347" y="29146"/>
                  </a:lnTo>
                  <a:lnTo>
                    <a:pt x="9296" y="29337"/>
                  </a:lnTo>
                  <a:lnTo>
                    <a:pt x="7962" y="29959"/>
                  </a:lnTo>
                  <a:lnTo>
                    <a:pt x="8102" y="29337"/>
                  </a:lnTo>
                  <a:lnTo>
                    <a:pt x="7620" y="29337"/>
                  </a:lnTo>
                  <a:lnTo>
                    <a:pt x="7759" y="30048"/>
                  </a:lnTo>
                  <a:lnTo>
                    <a:pt x="6794" y="30480"/>
                  </a:lnTo>
                  <a:lnTo>
                    <a:pt x="7213" y="30480"/>
                  </a:lnTo>
                  <a:lnTo>
                    <a:pt x="7366" y="30988"/>
                  </a:lnTo>
                  <a:lnTo>
                    <a:pt x="7543" y="30480"/>
                  </a:lnTo>
                  <a:lnTo>
                    <a:pt x="7848" y="30480"/>
                  </a:lnTo>
                  <a:lnTo>
                    <a:pt x="8077" y="30480"/>
                  </a:lnTo>
                  <a:lnTo>
                    <a:pt x="7835" y="30988"/>
                  </a:lnTo>
                  <a:lnTo>
                    <a:pt x="10718" y="30988"/>
                  </a:lnTo>
                  <a:lnTo>
                    <a:pt x="10490" y="30480"/>
                  </a:lnTo>
                  <a:lnTo>
                    <a:pt x="11188" y="30480"/>
                  </a:lnTo>
                  <a:lnTo>
                    <a:pt x="10718" y="30988"/>
                  </a:lnTo>
                  <a:lnTo>
                    <a:pt x="15494" y="30988"/>
                  </a:lnTo>
                  <a:lnTo>
                    <a:pt x="15443" y="30480"/>
                  </a:lnTo>
                  <a:lnTo>
                    <a:pt x="15913" y="30480"/>
                  </a:lnTo>
                  <a:lnTo>
                    <a:pt x="15709" y="30988"/>
                  </a:lnTo>
                  <a:lnTo>
                    <a:pt x="16903" y="30988"/>
                  </a:lnTo>
                  <a:lnTo>
                    <a:pt x="18084" y="30988"/>
                  </a:lnTo>
                  <a:lnTo>
                    <a:pt x="17856" y="31496"/>
                  </a:lnTo>
                  <a:lnTo>
                    <a:pt x="17691" y="31496"/>
                  </a:lnTo>
                  <a:lnTo>
                    <a:pt x="17691" y="34671"/>
                  </a:lnTo>
                  <a:lnTo>
                    <a:pt x="17653" y="34886"/>
                  </a:lnTo>
                  <a:lnTo>
                    <a:pt x="17513" y="34810"/>
                  </a:lnTo>
                  <a:lnTo>
                    <a:pt x="17284" y="34671"/>
                  </a:lnTo>
                  <a:lnTo>
                    <a:pt x="17487" y="34671"/>
                  </a:lnTo>
                  <a:lnTo>
                    <a:pt x="17691" y="34671"/>
                  </a:lnTo>
                  <a:lnTo>
                    <a:pt x="17691" y="31496"/>
                  </a:lnTo>
                  <a:lnTo>
                    <a:pt x="15443" y="31496"/>
                  </a:lnTo>
                  <a:lnTo>
                    <a:pt x="15443" y="32512"/>
                  </a:lnTo>
                  <a:lnTo>
                    <a:pt x="15240" y="32766"/>
                  </a:lnTo>
                  <a:lnTo>
                    <a:pt x="15138" y="32512"/>
                  </a:lnTo>
                  <a:lnTo>
                    <a:pt x="15443" y="32512"/>
                  </a:lnTo>
                  <a:lnTo>
                    <a:pt x="15443" y="31496"/>
                  </a:lnTo>
                  <a:lnTo>
                    <a:pt x="14617" y="31496"/>
                  </a:lnTo>
                  <a:lnTo>
                    <a:pt x="14617" y="33147"/>
                  </a:lnTo>
                  <a:lnTo>
                    <a:pt x="14465" y="33553"/>
                  </a:lnTo>
                  <a:lnTo>
                    <a:pt x="14465" y="34671"/>
                  </a:lnTo>
                  <a:lnTo>
                    <a:pt x="13919" y="34328"/>
                  </a:lnTo>
                  <a:lnTo>
                    <a:pt x="13919" y="36830"/>
                  </a:lnTo>
                  <a:lnTo>
                    <a:pt x="13296" y="36322"/>
                  </a:lnTo>
                  <a:lnTo>
                    <a:pt x="13716" y="36322"/>
                  </a:lnTo>
                  <a:lnTo>
                    <a:pt x="13919" y="36830"/>
                  </a:lnTo>
                  <a:lnTo>
                    <a:pt x="13919" y="34328"/>
                  </a:lnTo>
                  <a:lnTo>
                    <a:pt x="13754" y="34213"/>
                  </a:lnTo>
                  <a:lnTo>
                    <a:pt x="13754" y="35687"/>
                  </a:lnTo>
                  <a:lnTo>
                    <a:pt x="13462" y="35826"/>
                  </a:lnTo>
                  <a:lnTo>
                    <a:pt x="13500" y="35687"/>
                  </a:lnTo>
                  <a:lnTo>
                    <a:pt x="13754" y="35687"/>
                  </a:lnTo>
                  <a:lnTo>
                    <a:pt x="13754" y="34213"/>
                  </a:lnTo>
                  <a:lnTo>
                    <a:pt x="14185" y="34163"/>
                  </a:lnTo>
                  <a:lnTo>
                    <a:pt x="14439" y="34163"/>
                  </a:lnTo>
                  <a:lnTo>
                    <a:pt x="14465" y="34671"/>
                  </a:lnTo>
                  <a:lnTo>
                    <a:pt x="14465" y="33553"/>
                  </a:lnTo>
                  <a:lnTo>
                    <a:pt x="14427" y="33947"/>
                  </a:lnTo>
                  <a:lnTo>
                    <a:pt x="14287" y="33934"/>
                  </a:lnTo>
                  <a:lnTo>
                    <a:pt x="14427" y="33655"/>
                  </a:lnTo>
                  <a:lnTo>
                    <a:pt x="14579" y="33147"/>
                  </a:lnTo>
                  <a:lnTo>
                    <a:pt x="14617" y="31496"/>
                  </a:lnTo>
                  <a:lnTo>
                    <a:pt x="14236" y="31496"/>
                  </a:lnTo>
                  <a:lnTo>
                    <a:pt x="14236" y="33655"/>
                  </a:lnTo>
                  <a:lnTo>
                    <a:pt x="14211" y="33909"/>
                  </a:lnTo>
                  <a:lnTo>
                    <a:pt x="13474" y="33807"/>
                  </a:lnTo>
                  <a:lnTo>
                    <a:pt x="13462" y="33655"/>
                  </a:lnTo>
                  <a:lnTo>
                    <a:pt x="13385" y="33794"/>
                  </a:lnTo>
                  <a:lnTo>
                    <a:pt x="13106" y="33705"/>
                  </a:lnTo>
                  <a:lnTo>
                    <a:pt x="12534" y="33655"/>
                  </a:lnTo>
                  <a:lnTo>
                    <a:pt x="12954" y="33655"/>
                  </a:lnTo>
                  <a:lnTo>
                    <a:pt x="13131" y="33655"/>
                  </a:lnTo>
                  <a:lnTo>
                    <a:pt x="13462" y="33655"/>
                  </a:lnTo>
                  <a:lnTo>
                    <a:pt x="14236" y="33655"/>
                  </a:lnTo>
                  <a:lnTo>
                    <a:pt x="14236" y="31496"/>
                  </a:lnTo>
                  <a:lnTo>
                    <a:pt x="13296" y="31496"/>
                  </a:lnTo>
                  <a:lnTo>
                    <a:pt x="13296" y="33147"/>
                  </a:lnTo>
                  <a:lnTo>
                    <a:pt x="13246" y="33274"/>
                  </a:lnTo>
                  <a:lnTo>
                    <a:pt x="12852" y="33147"/>
                  </a:lnTo>
                  <a:lnTo>
                    <a:pt x="13296" y="33147"/>
                  </a:lnTo>
                  <a:lnTo>
                    <a:pt x="13296" y="31496"/>
                  </a:lnTo>
                  <a:lnTo>
                    <a:pt x="8305" y="31496"/>
                  </a:lnTo>
                  <a:lnTo>
                    <a:pt x="8305" y="38862"/>
                  </a:lnTo>
                  <a:lnTo>
                    <a:pt x="8128" y="39001"/>
                  </a:lnTo>
                  <a:lnTo>
                    <a:pt x="8153" y="38862"/>
                  </a:lnTo>
                  <a:lnTo>
                    <a:pt x="8305" y="38862"/>
                  </a:lnTo>
                  <a:lnTo>
                    <a:pt x="8305" y="31496"/>
                  </a:lnTo>
                  <a:lnTo>
                    <a:pt x="7912" y="31496"/>
                  </a:lnTo>
                  <a:lnTo>
                    <a:pt x="7721" y="31407"/>
                  </a:lnTo>
                  <a:lnTo>
                    <a:pt x="7670" y="30988"/>
                  </a:lnTo>
                  <a:lnTo>
                    <a:pt x="7543" y="30988"/>
                  </a:lnTo>
                  <a:lnTo>
                    <a:pt x="7442" y="31242"/>
                  </a:lnTo>
                  <a:lnTo>
                    <a:pt x="7226" y="31115"/>
                  </a:lnTo>
                  <a:lnTo>
                    <a:pt x="7340" y="31496"/>
                  </a:lnTo>
                  <a:lnTo>
                    <a:pt x="7747" y="31496"/>
                  </a:lnTo>
                  <a:lnTo>
                    <a:pt x="7823" y="32004"/>
                  </a:lnTo>
                  <a:lnTo>
                    <a:pt x="7378" y="32004"/>
                  </a:lnTo>
                  <a:lnTo>
                    <a:pt x="7378" y="33147"/>
                  </a:lnTo>
                  <a:lnTo>
                    <a:pt x="7239" y="33655"/>
                  </a:lnTo>
                  <a:lnTo>
                    <a:pt x="7112" y="33655"/>
                  </a:lnTo>
                  <a:lnTo>
                    <a:pt x="7378" y="33147"/>
                  </a:lnTo>
                  <a:lnTo>
                    <a:pt x="7378" y="32004"/>
                  </a:lnTo>
                  <a:lnTo>
                    <a:pt x="7366" y="32512"/>
                  </a:lnTo>
                  <a:lnTo>
                    <a:pt x="6959" y="33147"/>
                  </a:lnTo>
                  <a:lnTo>
                    <a:pt x="7264" y="32512"/>
                  </a:lnTo>
                  <a:lnTo>
                    <a:pt x="7366" y="32004"/>
                  </a:lnTo>
                  <a:lnTo>
                    <a:pt x="6718" y="32004"/>
                  </a:lnTo>
                  <a:lnTo>
                    <a:pt x="6591" y="31940"/>
                  </a:lnTo>
                  <a:lnTo>
                    <a:pt x="7188" y="31496"/>
                  </a:lnTo>
                  <a:lnTo>
                    <a:pt x="6692" y="31496"/>
                  </a:lnTo>
                  <a:lnTo>
                    <a:pt x="6642" y="31242"/>
                  </a:lnTo>
                  <a:lnTo>
                    <a:pt x="6451" y="31496"/>
                  </a:lnTo>
                  <a:lnTo>
                    <a:pt x="6489" y="31877"/>
                  </a:lnTo>
                  <a:lnTo>
                    <a:pt x="6032" y="31635"/>
                  </a:lnTo>
                  <a:lnTo>
                    <a:pt x="6083" y="32004"/>
                  </a:lnTo>
                  <a:lnTo>
                    <a:pt x="6502" y="32004"/>
                  </a:lnTo>
                  <a:lnTo>
                    <a:pt x="6502" y="32258"/>
                  </a:lnTo>
                  <a:lnTo>
                    <a:pt x="6032" y="32004"/>
                  </a:lnTo>
                  <a:lnTo>
                    <a:pt x="6146" y="32512"/>
                  </a:lnTo>
                  <a:lnTo>
                    <a:pt x="6413" y="32512"/>
                  </a:lnTo>
                  <a:lnTo>
                    <a:pt x="6705" y="32512"/>
                  </a:lnTo>
                  <a:lnTo>
                    <a:pt x="6756" y="33655"/>
                  </a:lnTo>
                  <a:lnTo>
                    <a:pt x="6705" y="39497"/>
                  </a:lnTo>
                  <a:lnTo>
                    <a:pt x="6235" y="39763"/>
                  </a:lnTo>
                  <a:lnTo>
                    <a:pt x="6388" y="39497"/>
                  </a:lnTo>
                  <a:lnTo>
                    <a:pt x="6705" y="39497"/>
                  </a:lnTo>
                  <a:lnTo>
                    <a:pt x="6705" y="33655"/>
                  </a:lnTo>
                  <a:lnTo>
                    <a:pt x="6515" y="33655"/>
                  </a:lnTo>
                  <a:lnTo>
                    <a:pt x="6515" y="38354"/>
                  </a:lnTo>
                  <a:lnTo>
                    <a:pt x="6159" y="38481"/>
                  </a:lnTo>
                  <a:lnTo>
                    <a:pt x="6273" y="38354"/>
                  </a:lnTo>
                  <a:lnTo>
                    <a:pt x="6515" y="38354"/>
                  </a:lnTo>
                  <a:lnTo>
                    <a:pt x="6515" y="33655"/>
                  </a:lnTo>
                  <a:lnTo>
                    <a:pt x="6388" y="33655"/>
                  </a:lnTo>
                  <a:lnTo>
                    <a:pt x="6070" y="33578"/>
                  </a:lnTo>
                  <a:lnTo>
                    <a:pt x="6070" y="38862"/>
                  </a:lnTo>
                  <a:lnTo>
                    <a:pt x="6007" y="39243"/>
                  </a:lnTo>
                  <a:lnTo>
                    <a:pt x="5549" y="39154"/>
                  </a:lnTo>
                  <a:lnTo>
                    <a:pt x="5816" y="38862"/>
                  </a:lnTo>
                  <a:lnTo>
                    <a:pt x="5969" y="38696"/>
                  </a:lnTo>
                  <a:lnTo>
                    <a:pt x="6070" y="38862"/>
                  </a:lnTo>
                  <a:lnTo>
                    <a:pt x="6070" y="33578"/>
                  </a:lnTo>
                  <a:lnTo>
                    <a:pt x="5892" y="33528"/>
                  </a:lnTo>
                  <a:lnTo>
                    <a:pt x="5892" y="38582"/>
                  </a:lnTo>
                  <a:lnTo>
                    <a:pt x="5588" y="38684"/>
                  </a:lnTo>
                  <a:lnTo>
                    <a:pt x="5588" y="38862"/>
                  </a:lnTo>
                  <a:lnTo>
                    <a:pt x="5346" y="39090"/>
                  </a:lnTo>
                  <a:lnTo>
                    <a:pt x="5295" y="38862"/>
                  </a:lnTo>
                  <a:lnTo>
                    <a:pt x="5473" y="38862"/>
                  </a:lnTo>
                  <a:lnTo>
                    <a:pt x="5588" y="38684"/>
                  </a:lnTo>
                  <a:lnTo>
                    <a:pt x="5435" y="38735"/>
                  </a:lnTo>
                  <a:lnTo>
                    <a:pt x="5359" y="38354"/>
                  </a:lnTo>
                  <a:lnTo>
                    <a:pt x="5765" y="38354"/>
                  </a:lnTo>
                  <a:lnTo>
                    <a:pt x="5892" y="38582"/>
                  </a:lnTo>
                  <a:lnTo>
                    <a:pt x="5892" y="33528"/>
                  </a:lnTo>
                  <a:lnTo>
                    <a:pt x="5562" y="33439"/>
                  </a:lnTo>
                  <a:lnTo>
                    <a:pt x="5130" y="33324"/>
                  </a:lnTo>
                  <a:lnTo>
                    <a:pt x="5130" y="38836"/>
                  </a:lnTo>
                  <a:lnTo>
                    <a:pt x="4826" y="38862"/>
                  </a:lnTo>
                  <a:lnTo>
                    <a:pt x="4927" y="38493"/>
                  </a:lnTo>
                  <a:lnTo>
                    <a:pt x="5130" y="38836"/>
                  </a:lnTo>
                  <a:lnTo>
                    <a:pt x="5130" y="33324"/>
                  </a:lnTo>
                  <a:lnTo>
                    <a:pt x="4737" y="33210"/>
                  </a:lnTo>
                  <a:lnTo>
                    <a:pt x="4419" y="33261"/>
                  </a:lnTo>
                  <a:lnTo>
                    <a:pt x="4419" y="33655"/>
                  </a:lnTo>
                  <a:lnTo>
                    <a:pt x="4089" y="33655"/>
                  </a:lnTo>
                  <a:lnTo>
                    <a:pt x="4356" y="33655"/>
                  </a:lnTo>
                  <a:lnTo>
                    <a:pt x="4419" y="33261"/>
                  </a:lnTo>
                  <a:lnTo>
                    <a:pt x="4191" y="33147"/>
                  </a:lnTo>
                  <a:lnTo>
                    <a:pt x="2679" y="33147"/>
                  </a:lnTo>
                  <a:lnTo>
                    <a:pt x="3276" y="33413"/>
                  </a:lnTo>
                  <a:lnTo>
                    <a:pt x="1485" y="33655"/>
                  </a:lnTo>
                  <a:lnTo>
                    <a:pt x="3873" y="33655"/>
                  </a:lnTo>
                  <a:lnTo>
                    <a:pt x="4330" y="33909"/>
                  </a:lnTo>
                  <a:lnTo>
                    <a:pt x="4241" y="34163"/>
                  </a:lnTo>
                  <a:lnTo>
                    <a:pt x="4699" y="34163"/>
                  </a:lnTo>
                  <a:lnTo>
                    <a:pt x="4381" y="34671"/>
                  </a:lnTo>
                  <a:lnTo>
                    <a:pt x="4089" y="35179"/>
                  </a:lnTo>
                  <a:lnTo>
                    <a:pt x="3721" y="35585"/>
                  </a:lnTo>
                  <a:lnTo>
                    <a:pt x="3911" y="35687"/>
                  </a:lnTo>
                  <a:lnTo>
                    <a:pt x="3632" y="35687"/>
                  </a:lnTo>
                  <a:lnTo>
                    <a:pt x="3479" y="35687"/>
                  </a:lnTo>
                  <a:lnTo>
                    <a:pt x="3213" y="35687"/>
                  </a:lnTo>
                  <a:lnTo>
                    <a:pt x="2159" y="35687"/>
                  </a:lnTo>
                  <a:lnTo>
                    <a:pt x="3454" y="36322"/>
                  </a:lnTo>
                  <a:lnTo>
                    <a:pt x="3213" y="36322"/>
                  </a:lnTo>
                  <a:lnTo>
                    <a:pt x="4381" y="36830"/>
                  </a:lnTo>
                  <a:lnTo>
                    <a:pt x="4064" y="37020"/>
                  </a:lnTo>
                  <a:lnTo>
                    <a:pt x="3898" y="36893"/>
                  </a:lnTo>
                  <a:lnTo>
                    <a:pt x="3276" y="37338"/>
                  </a:lnTo>
                  <a:lnTo>
                    <a:pt x="3505" y="37338"/>
                  </a:lnTo>
                  <a:lnTo>
                    <a:pt x="4102" y="37338"/>
                  </a:lnTo>
                  <a:lnTo>
                    <a:pt x="3848" y="37846"/>
                  </a:lnTo>
                  <a:lnTo>
                    <a:pt x="4165" y="37846"/>
                  </a:lnTo>
                  <a:lnTo>
                    <a:pt x="3949" y="38354"/>
                  </a:lnTo>
                  <a:lnTo>
                    <a:pt x="4457" y="38354"/>
                  </a:lnTo>
                  <a:lnTo>
                    <a:pt x="4457" y="38862"/>
                  </a:lnTo>
                  <a:lnTo>
                    <a:pt x="4279" y="38862"/>
                  </a:lnTo>
                  <a:lnTo>
                    <a:pt x="4076" y="39497"/>
                  </a:lnTo>
                  <a:lnTo>
                    <a:pt x="3924" y="40005"/>
                  </a:lnTo>
                  <a:lnTo>
                    <a:pt x="4635" y="40005"/>
                  </a:lnTo>
                  <a:lnTo>
                    <a:pt x="4648" y="39497"/>
                  </a:lnTo>
                  <a:lnTo>
                    <a:pt x="4914" y="39497"/>
                  </a:lnTo>
                  <a:lnTo>
                    <a:pt x="5245" y="39497"/>
                  </a:lnTo>
                  <a:lnTo>
                    <a:pt x="5473" y="39497"/>
                  </a:lnTo>
                  <a:lnTo>
                    <a:pt x="5791" y="40005"/>
                  </a:lnTo>
                  <a:lnTo>
                    <a:pt x="6096" y="40005"/>
                  </a:lnTo>
                  <a:lnTo>
                    <a:pt x="7124" y="40005"/>
                  </a:lnTo>
                  <a:lnTo>
                    <a:pt x="7213" y="39573"/>
                  </a:lnTo>
                  <a:lnTo>
                    <a:pt x="7467" y="39497"/>
                  </a:lnTo>
                  <a:lnTo>
                    <a:pt x="7493" y="39776"/>
                  </a:lnTo>
                  <a:lnTo>
                    <a:pt x="7467" y="40005"/>
                  </a:lnTo>
                  <a:lnTo>
                    <a:pt x="7645" y="40017"/>
                  </a:lnTo>
                  <a:lnTo>
                    <a:pt x="48552" y="40513"/>
                  </a:lnTo>
                  <a:lnTo>
                    <a:pt x="48641" y="40005"/>
                  </a:lnTo>
                  <a:lnTo>
                    <a:pt x="48729" y="39497"/>
                  </a:lnTo>
                  <a:lnTo>
                    <a:pt x="48031" y="39497"/>
                  </a:lnTo>
                  <a:lnTo>
                    <a:pt x="47167" y="38862"/>
                  </a:lnTo>
                  <a:lnTo>
                    <a:pt x="47129" y="38354"/>
                  </a:lnTo>
                  <a:lnTo>
                    <a:pt x="46672" y="38582"/>
                  </a:lnTo>
                  <a:lnTo>
                    <a:pt x="46685" y="38354"/>
                  </a:lnTo>
                  <a:lnTo>
                    <a:pt x="46443" y="38354"/>
                  </a:lnTo>
                  <a:lnTo>
                    <a:pt x="46215" y="37846"/>
                  </a:lnTo>
                  <a:lnTo>
                    <a:pt x="46799" y="37846"/>
                  </a:lnTo>
                  <a:lnTo>
                    <a:pt x="46799" y="38303"/>
                  </a:lnTo>
                  <a:lnTo>
                    <a:pt x="47129" y="38354"/>
                  </a:lnTo>
                  <a:lnTo>
                    <a:pt x="47218" y="38862"/>
                  </a:lnTo>
                  <a:lnTo>
                    <a:pt x="48856" y="39497"/>
                  </a:lnTo>
                  <a:lnTo>
                    <a:pt x="48641" y="40005"/>
                  </a:lnTo>
                  <a:lnTo>
                    <a:pt x="48793" y="40005"/>
                  </a:lnTo>
                  <a:lnTo>
                    <a:pt x="48717" y="40513"/>
                  </a:lnTo>
                  <a:lnTo>
                    <a:pt x="48552" y="40513"/>
                  </a:lnTo>
                  <a:lnTo>
                    <a:pt x="8724" y="40513"/>
                  </a:lnTo>
                  <a:lnTo>
                    <a:pt x="8724" y="42037"/>
                  </a:lnTo>
                  <a:lnTo>
                    <a:pt x="8166" y="42037"/>
                  </a:lnTo>
                  <a:lnTo>
                    <a:pt x="8013" y="42037"/>
                  </a:lnTo>
                  <a:lnTo>
                    <a:pt x="8724" y="42037"/>
                  </a:lnTo>
                  <a:lnTo>
                    <a:pt x="8724" y="40513"/>
                  </a:lnTo>
                  <a:lnTo>
                    <a:pt x="8229" y="40513"/>
                  </a:lnTo>
                  <a:lnTo>
                    <a:pt x="7785" y="40767"/>
                  </a:lnTo>
                  <a:lnTo>
                    <a:pt x="7340" y="41021"/>
                  </a:lnTo>
                  <a:lnTo>
                    <a:pt x="7962" y="41021"/>
                  </a:lnTo>
                  <a:lnTo>
                    <a:pt x="7188" y="41287"/>
                  </a:lnTo>
                  <a:lnTo>
                    <a:pt x="7264" y="41021"/>
                  </a:lnTo>
                  <a:lnTo>
                    <a:pt x="7747" y="40767"/>
                  </a:lnTo>
                  <a:lnTo>
                    <a:pt x="8229" y="40513"/>
                  </a:lnTo>
                  <a:lnTo>
                    <a:pt x="7404" y="40513"/>
                  </a:lnTo>
                  <a:lnTo>
                    <a:pt x="7251" y="40513"/>
                  </a:lnTo>
                  <a:lnTo>
                    <a:pt x="7124" y="40513"/>
                  </a:lnTo>
                  <a:lnTo>
                    <a:pt x="6908" y="40513"/>
                  </a:lnTo>
                  <a:lnTo>
                    <a:pt x="7353" y="40208"/>
                  </a:lnTo>
                  <a:lnTo>
                    <a:pt x="7467" y="40068"/>
                  </a:lnTo>
                  <a:lnTo>
                    <a:pt x="6108" y="40513"/>
                  </a:lnTo>
                  <a:lnTo>
                    <a:pt x="6464" y="40513"/>
                  </a:lnTo>
                  <a:lnTo>
                    <a:pt x="6591" y="40513"/>
                  </a:lnTo>
                  <a:lnTo>
                    <a:pt x="6184" y="40792"/>
                  </a:lnTo>
                  <a:lnTo>
                    <a:pt x="5867" y="41021"/>
                  </a:lnTo>
                  <a:lnTo>
                    <a:pt x="6388" y="41021"/>
                  </a:lnTo>
                  <a:lnTo>
                    <a:pt x="7061" y="41021"/>
                  </a:lnTo>
                  <a:lnTo>
                    <a:pt x="7010" y="41338"/>
                  </a:lnTo>
                  <a:lnTo>
                    <a:pt x="6438" y="41529"/>
                  </a:lnTo>
                  <a:lnTo>
                    <a:pt x="5676" y="41529"/>
                  </a:lnTo>
                  <a:lnTo>
                    <a:pt x="7416" y="41821"/>
                  </a:lnTo>
                  <a:lnTo>
                    <a:pt x="7378" y="42037"/>
                  </a:lnTo>
                  <a:lnTo>
                    <a:pt x="7480" y="41833"/>
                  </a:lnTo>
                  <a:lnTo>
                    <a:pt x="7835" y="41897"/>
                  </a:lnTo>
                  <a:lnTo>
                    <a:pt x="7835" y="42037"/>
                  </a:lnTo>
                  <a:lnTo>
                    <a:pt x="7835" y="42354"/>
                  </a:lnTo>
                  <a:lnTo>
                    <a:pt x="7835" y="42672"/>
                  </a:lnTo>
                  <a:lnTo>
                    <a:pt x="7505" y="42672"/>
                  </a:lnTo>
                  <a:lnTo>
                    <a:pt x="7226" y="42672"/>
                  </a:lnTo>
                  <a:lnTo>
                    <a:pt x="7353" y="42989"/>
                  </a:lnTo>
                  <a:lnTo>
                    <a:pt x="7454" y="43180"/>
                  </a:lnTo>
                  <a:lnTo>
                    <a:pt x="7264" y="43180"/>
                  </a:lnTo>
                  <a:lnTo>
                    <a:pt x="6578" y="43180"/>
                  </a:lnTo>
                  <a:lnTo>
                    <a:pt x="6756" y="42672"/>
                  </a:lnTo>
                  <a:lnTo>
                    <a:pt x="6477" y="42672"/>
                  </a:lnTo>
                  <a:lnTo>
                    <a:pt x="6388" y="43180"/>
                  </a:lnTo>
                  <a:lnTo>
                    <a:pt x="6032" y="43116"/>
                  </a:lnTo>
                  <a:lnTo>
                    <a:pt x="6032" y="44704"/>
                  </a:lnTo>
                  <a:lnTo>
                    <a:pt x="5943" y="44843"/>
                  </a:lnTo>
                  <a:lnTo>
                    <a:pt x="5892" y="44704"/>
                  </a:lnTo>
                  <a:lnTo>
                    <a:pt x="6032" y="44704"/>
                  </a:lnTo>
                  <a:lnTo>
                    <a:pt x="6032" y="43116"/>
                  </a:lnTo>
                  <a:lnTo>
                    <a:pt x="5918" y="43688"/>
                  </a:lnTo>
                  <a:lnTo>
                    <a:pt x="5664" y="43688"/>
                  </a:lnTo>
                  <a:lnTo>
                    <a:pt x="5664" y="44196"/>
                  </a:lnTo>
                  <a:lnTo>
                    <a:pt x="4826" y="44602"/>
                  </a:lnTo>
                  <a:lnTo>
                    <a:pt x="4953" y="44284"/>
                  </a:lnTo>
                  <a:lnTo>
                    <a:pt x="5232" y="44196"/>
                  </a:lnTo>
                  <a:lnTo>
                    <a:pt x="5537" y="44196"/>
                  </a:lnTo>
                  <a:lnTo>
                    <a:pt x="5435" y="43942"/>
                  </a:lnTo>
                  <a:lnTo>
                    <a:pt x="5346" y="43688"/>
                  </a:lnTo>
                  <a:lnTo>
                    <a:pt x="5511" y="43980"/>
                  </a:lnTo>
                  <a:lnTo>
                    <a:pt x="5664" y="44196"/>
                  </a:lnTo>
                  <a:lnTo>
                    <a:pt x="5664" y="43688"/>
                  </a:lnTo>
                  <a:lnTo>
                    <a:pt x="5537" y="43180"/>
                  </a:lnTo>
                  <a:lnTo>
                    <a:pt x="5080" y="43484"/>
                  </a:lnTo>
                  <a:lnTo>
                    <a:pt x="4813" y="43180"/>
                  </a:lnTo>
                  <a:lnTo>
                    <a:pt x="5118" y="43180"/>
                  </a:lnTo>
                  <a:lnTo>
                    <a:pt x="5537" y="43180"/>
                  </a:lnTo>
                  <a:lnTo>
                    <a:pt x="5918" y="43688"/>
                  </a:lnTo>
                  <a:lnTo>
                    <a:pt x="5918" y="43103"/>
                  </a:lnTo>
                  <a:lnTo>
                    <a:pt x="5422" y="42989"/>
                  </a:lnTo>
                  <a:lnTo>
                    <a:pt x="5207" y="42697"/>
                  </a:lnTo>
                  <a:lnTo>
                    <a:pt x="5905" y="42672"/>
                  </a:lnTo>
                  <a:lnTo>
                    <a:pt x="5448" y="42265"/>
                  </a:lnTo>
                  <a:lnTo>
                    <a:pt x="5067" y="42672"/>
                  </a:lnTo>
                  <a:lnTo>
                    <a:pt x="4889" y="42672"/>
                  </a:lnTo>
                  <a:lnTo>
                    <a:pt x="4279" y="42037"/>
                  </a:lnTo>
                  <a:lnTo>
                    <a:pt x="4762" y="42672"/>
                  </a:lnTo>
                  <a:lnTo>
                    <a:pt x="4216" y="42672"/>
                  </a:lnTo>
                  <a:lnTo>
                    <a:pt x="3771" y="42913"/>
                  </a:lnTo>
                  <a:lnTo>
                    <a:pt x="3289" y="43180"/>
                  </a:lnTo>
                  <a:lnTo>
                    <a:pt x="3187" y="43434"/>
                  </a:lnTo>
                  <a:lnTo>
                    <a:pt x="3416" y="43180"/>
                  </a:lnTo>
                  <a:lnTo>
                    <a:pt x="3568" y="43180"/>
                  </a:lnTo>
                  <a:lnTo>
                    <a:pt x="4292" y="43180"/>
                  </a:lnTo>
                  <a:lnTo>
                    <a:pt x="4381" y="43688"/>
                  </a:lnTo>
                  <a:lnTo>
                    <a:pt x="4495" y="43942"/>
                  </a:lnTo>
                  <a:lnTo>
                    <a:pt x="4635" y="44196"/>
                  </a:lnTo>
                  <a:lnTo>
                    <a:pt x="4432" y="44196"/>
                  </a:lnTo>
                  <a:lnTo>
                    <a:pt x="4356" y="44462"/>
                  </a:lnTo>
                  <a:lnTo>
                    <a:pt x="3505" y="44704"/>
                  </a:lnTo>
                  <a:lnTo>
                    <a:pt x="4292" y="44704"/>
                  </a:lnTo>
                  <a:lnTo>
                    <a:pt x="4927" y="44958"/>
                  </a:lnTo>
                  <a:lnTo>
                    <a:pt x="5600" y="45212"/>
                  </a:lnTo>
                  <a:lnTo>
                    <a:pt x="5994" y="45440"/>
                  </a:lnTo>
                  <a:lnTo>
                    <a:pt x="6121" y="45212"/>
                  </a:lnTo>
                  <a:lnTo>
                    <a:pt x="6578" y="45212"/>
                  </a:lnTo>
                  <a:lnTo>
                    <a:pt x="6629" y="45796"/>
                  </a:lnTo>
                  <a:lnTo>
                    <a:pt x="6311" y="45847"/>
                  </a:lnTo>
                  <a:lnTo>
                    <a:pt x="6121" y="45847"/>
                  </a:lnTo>
                  <a:lnTo>
                    <a:pt x="5829" y="45897"/>
                  </a:lnTo>
                  <a:lnTo>
                    <a:pt x="5410" y="45847"/>
                  </a:lnTo>
                  <a:lnTo>
                    <a:pt x="5359" y="45974"/>
                  </a:lnTo>
                  <a:lnTo>
                    <a:pt x="5372" y="45847"/>
                  </a:lnTo>
                  <a:lnTo>
                    <a:pt x="4737" y="45847"/>
                  </a:lnTo>
                  <a:lnTo>
                    <a:pt x="4546" y="46113"/>
                  </a:lnTo>
                  <a:lnTo>
                    <a:pt x="3009" y="46355"/>
                  </a:lnTo>
                  <a:lnTo>
                    <a:pt x="4368" y="46355"/>
                  </a:lnTo>
                  <a:lnTo>
                    <a:pt x="5219" y="46355"/>
                  </a:lnTo>
                  <a:lnTo>
                    <a:pt x="5080" y="46863"/>
                  </a:lnTo>
                  <a:lnTo>
                    <a:pt x="5740" y="46863"/>
                  </a:lnTo>
                  <a:lnTo>
                    <a:pt x="5613" y="46355"/>
                  </a:lnTo>
                  <a:lnTo>
                    <a:pt x="5854" y="46355"/>
                  </a:lnTo>
                  <a:lnTo>
                    <a:pt x="6286" y="46355"/>
                  </a:lnTo>
                  <a:lnTo>
                    <a:pt x="6045" y="46863"/>
                  </a:lnTo>
                  <a:lnTo>
                    <a:pt x="6235" y="46863"/>
                  </a:lnTo>
                  <a:lnTo>
                    <a:pt x="6235" y="47002"/>
                  </a:lnTo>
                  <a:lnTo>
                    <a:pt x="6235" y="47371"/>
                  </a:lnTo>
                  <a:lnTo>
                    <a:pt x="5740" y="47371"/>
                  </a:lnTo>
                  <a:lnTo>
                    <a:pt x="5435" y="47371"/>
                  </a:lnTo>
                  <a:lnTo>
                    <a:pt x="5511" y="47879"/>
                  </a:lnTo>
                  <a:lnTo>
                    <a:pt x="5588" y="48387"/>
                  </a:lnTo>
                  <a:lnTo>
                    <a:pt x="4572" y="48387"/>
                  </a:lnTo>
                  <a:lnTo>
                    <a:pt x="5969" y="49022"/>
                  </a:lnTo>
                  <a:lnTo>
                    <a:pt x="5283" y="49022"/>
                  </a:lnTo>
                  <a:lnTo>
                    <a:pt x="5041" y="49530"/>
                  </a:lnTo>
                  <a:lnTo>
                    <a:pt x="4978" y="51054"/>
                  </a:lnTo>
                  <a:lnTo>
                    <a:pt x="4584" y="51841"/>
                  </a:lnTo>
                  <a:lnTo>
                    <a:pt x="4546" y="51562"/>
                  </a:lnTo>
                  <a:lnTo>
                    <a:pt x="4330" y="51562"/>
                  </a:lnTo>
                  <a:lnTo>
                    <a:pt x="4241" y="51689"/>
                  </a:lnTo>
                  <a:lnTo>
                    <a:pt x="4152" y="51562"/>
                  </a:lnTo>
                  <a:lnTo>
                    <a:pt x="4533" y="51054"/>
                  </a:lnTo>
                  <a:lnTo>
                    <a:pt x="4978" y="51054"/>
                  </a:lnTo>
                  <a:lnTo>
                    <a:pt x="4978" y="49530"/>
                  </a:lnTo>
                  <a:lnTo>
                    <a:pt x="3581" y="49530"/>
                  </a:lnTo>
                  <a:lnTo>
                    <a:pt x="3568" y="50038"/>
                  </a:lnTo>
                  <a:lnTo>
                    <a:pt x="3733" y="50038"/>
                  </a:lnTo>
                  <a:lnTo>
                    <a:pt x="3860" y="50546"/>
                  </a:lnTo>
                  <a:lnTo>
                    <a:pt x="4025" y="50546"/>
                  </a:lnTo>
                  <a:lnTo>
                    <a:pt x="3937" y="50292"/>
                  </a:lnTo>
                  <a:lnTo>
                    <a:pt x="4064" y="50546"/>
                  </a:lnTo>
                  <a:lnTo>
                    <a:pt x="4394" y="50038"/>
                  </a:lnTo>
                  <a:lnTo>
                    <a:pt x="4711" y="50038"/>
                  </a:lnTo>
                  <a:lnTo>
                    <a:pt x="4572" y="50292"/>
                  </a:lnTo>
                  <a:lnTo>
                    <a:pt x="4432" y="50546"/>
                  </a:lnTo>
                  <a:lnTo>
                    <a:pt x="4140" y="51054"/>
                  </a:lnTo>
                  <a:lnTo>
                    <a:pt x="4089" y="51943"/>
                  </a:lnTo>
                  <a:lnTo>
                    <a:pt x="3924" y="52197"/>
                  </a:lnTo>
                  <a:lnTo>
                    <a:pt x="4076" y="52197"/>
                  </a:lnTo>
                  <a:lnTo>
                    <a:pt x="4419" y="52197"/>
                  </a:lnTo>
                  <a:lnTo>
                    <a:pt x="4699" y="52285"/>
                  </a:lnTo>
                  <a:lnTo>
                    <a:pt x="4889" y="52197"/>
                  </a:lnTo>
                  <a:lnTo>
                    <a:pt x="4838" y="52349"/>
                  </a:lnTo>
                  <a:lnTo>
                    <a:pt x="5130" y="52476"/>
                  </a:lnTo>
                  <a:lnTo>
                    <a:pt x="5435" y="51562"/>
                  </a:lnTo>
                  <a:lnTo>
                    <a:pt x="5753" y="51562"/>
                  </a:lnTo>
                  <a:lnTo>
                    <a:pt x="5168" y="51054"/>
                  </a:lnTo>
                  <a:lnTo>
                    <a:pt x="5422" y="50546"/>
                  </a:lnTo>
                  <a:lnTo>
                    <a:pt x="5930" y="50546"/>
                  </a:lnTo>
                  <a:lnTo>
                    <a:pt x="5867" y="51054"/>
                  </a:lnTo>
                  <a:lnTo>
                    <a:pt x="5765" y="51562"/>
                  </a:lnTo>
                  <a:lnTo>
                    <a:pt x="6045" y="52197"/>
                  </a:lnTo>
                  <a:lnTo>
                    <a:pt x="6019" y="51562"/>
                  </a:lnTo>
                  <a:lnTo>
                    <a:pt x="6540" y="51562"/>
                  </a:lnTo>
                  <a:lnTo>
                    <a:pt x="6642" y="52197"/>
                  </a:lnTo>
                  <a:lnTo>
                    <a:pt x="6477" y="52197"/>
                  </a:lnTo>
                  <a:lnTo>
                    <a:pt x="6426" y="52705"/>
                  </a:lnTo>
                  <a:lnTo>
                    <a:pt x="6616" y="52705"/>
                  </a:lnTo>
                  <a:lnTo>
                    <a:pt x="5816" y="53213"/>
                  </a:lnTo>
                  <a:lnTo>
                    <a:pt x="5219" y="53492"/>
                  </a:lnTo>
                  <a:lnTo>
                    <a:pt x="5384" y="53213"/>
                  </a:lnTo>
                  <a:lnTo>
                    <a:pt x="4813" y="53670"/>
                  </a:lnTo>
                  <a:lnTo>
                    <a:pt x="5080" y="53721"/>
                  </a:lnTo>
                  <a:lnTo>
                    <a:pt x="6654" y="53721"/>
                  </a:lnTo>
                  <a:lnTo>
                    <a:pt x="6705" y="53213"/>
                  </a:lnTo>
                  <a:lnTo>
                    <a:pt x="6845" y="53213"/>
                  </a:lnTo>
                  <a:lnTo>
                    <a:pt x="6654" y="53721"/>
                  </a:lnTo>
                  <a:lnTo>
                    <a:pt x="6578" y="53848"/>
                  </a:lnTo>
                  <a:lnTo>
                    <a:pt x="6477" y="55245"/>
                  </a:lnTo>
                  <a:lnTo>
                    <a:pt x="6350" y="55753"/>
                  </a:lnTo>
                  <a:lnTo>
                    <a:pt x="6146" y="55753"/>
                  </a:lnTo>
                  <a:lnTo>
                    <a:pt x="6159" y="56261"/>
                  </a:lnTo>
                  <a:lnTo>
                    <a:pt x="6057" y="56515"/>
                  </a:lnTo>
                  <a:lnTo>
                    <a:pt x="5791" y="56515"/>
                  </a:lnTo>
                  <a:lnTo>
                    <a:pt x="5791" y="56769"/>
                  </a:lnTo>
                  <a:lnTo>
                    <a:pt x="6070" y="56515"/>
                  </a:lnTo>
                  <a:lnTo>
                    <a:pt x="6223" y="56515"/>
                  </a:lnTo>
                  <a:lnTo>
                    <a:pt x="6210" y="56388"/>
                  </a:lnTo>
                  <a:lnTo>
                    <a:pt x="6591" y="56515"/>
                  </a:lnTo>
                  <a:lnTo>
                    <a:pt x="6718" y="56515"/>
                  </a:lnTo>
                  <a:lnTo>
                    <a:pt x="7226" y="56908"/>
                  </a:lnTo>
                  <a:lnTo>
                    <a:pt x="7277" y="56769"/>
                  </a:lnTo>
                  <a:lnTo>
                    <a:pt x="7340" y="56515"/>
                  </a:lnTo>
                  <a:lnTo>
                    <a:pt x="7467" y="56515"/>
                  </a:lnTo>
                  <a:lnTo>
                    <a:pt x="8318" y="56515"/>
                  </a:lnTo>
                  <a:lnTo>
                    <a:pt x="8674" y="56515"/>
                  </a:lnTo>
                  <a:lnTo>
                    <a:pt x="8826" y="56515"/>
                  </a:lnTo>
                  <a:lnTo>
                    <a:pt x="8801" y="56769"/>
                  </a:lnTo>
                  <a:lnTo>
                    <a:pt x="102628" y="56769"/>
                  </a:lnTo>
                  <a:lnTo>
                    <a:pt x="102793" y="57023"/>
                  </a:lnTo>
                  <a:lnTo>
                    <a:pt x="102908" y="56515"/>
                  </a:lnTo>
                  <a:lnTo>
                    <a:pt x="102971" y="56261"/>
                  </a:lnTo>
                  <a:lnTo>
                    <a:pt x="102908" y="56515"/>
                  </a:lnTo>
                  <a:lnTo>
                    <a:pt x="103225" y="56515"/>
                  </a:lnTo>
                  <a:lnTo>
                    <a:pt x="103378" y="56769"/>
                  </a:lnTo>
                  <a:lnTo>
                    <a:pt x="103593" y="56769"/>
                  </a:lnTo>
                  <a:lnTo>
                    <a:pt x="103644" y="56515"/>
                  </a:lnTo>
                  <a:lnTo>
                    <a:pt x="103898" y="56769"/>
                  </a:lnTo>
                  <a:lnTo>
                    <a:pt x="103924" y="56515"/>
                  </a:lnTo>
                  <a:lnTo>
                    <a:pt x="103860" y="56261"/>
                  </a:lnTo>
                  <a:lnTo>
                    <a:pt x="103797" y="56007"/>
                  </a:lnTo>
                  <a:lnTo>
                    <a:pt x="103720" y="55753"/>
                  </a:lnTo>
                  <a:lnTo>
                    <a:pt x="103873" y="55753"/>
                  </a:lnTo>
                  <a:lnTo>
                    <a:pt x="103797" y="56007"/>
                  </a:lnTo>
                  <a:lnTo>
                    <a:pt x="104228" y="56007"/>
                  </a:lnTo>
                  <a:lnTo>
                    <a:pt x="104254" y="55753"/>
                  </a:lnTo>
                  <a:lnTo>
                    <a:pt x="104609" y="55753"/>
                  </a:lnTo>
                  <a:lnTo>
                    <a:pt x="103949" y="55499"/>
                  </a:lnTo>
                  <a:lnTo>
                    <a:pt x="104368" y="55499"/>
                  </a:lnTo>
                  <a:lnTo>
                    <a:pt x="104368" y="55245"/>
                  </a:lnTo>
                  <a:lnTo>
                    <a:pt x="104178" y="55245"/>
                  </a:lnTo>
                  <a:lnTo>
                    <a:pt x="103924" y="55245"/>
                  </a:lnTo>
                  <a:lnTo>
                    <a:pt x="103746" y="54914"/>
                  </a:lnTo>
                  <a:lnTo>
                    <a:pt x="103746" y="55245"/>
                  </a:lnTo>
                  <a:lnTo>
                    <a:pt x="103619" y="55372"/>
                  </a:lnTo>
                  <a:lnTo>
                    <a:pt x="103289" y="55245"/>
                  </a:lnTo>
                  <a:lnTo>
                    <a:pt x="103746" y="55245"/>
                  </a:lnTo>
                  <a:lnTo>
                    <a:pt x="103746" y="54914"/>
                  </a:lnTo>
                  <a:lnTo>
                    <a:pt x="103657" y="54737"/>
                  </a:lnTo>
                  <a:lnTo>
                    <a:pt x="103784" y="54737"/>
                  </a:lnTo>
                  <a:lnTo>
                    <a:pt x="103936" y="54356"/>
                  </a:lnTo>
                  <a:lnTo>
                    <a:pt x="103987" y="54229"/>
                  </a:lnTo>
                  <a:lnTo>
                    <a:pt x="104038" y="53936"/>
                  </a:lnTo>
                  <a:lnTo>
                    <a:pt x="104165" y="54229"/>
                  </a:lnTo>
                  <a:lnTo>
                    <a:pt x="104267" y="54495"/>
                  </a:lnTo>
                  <a:lnTo>
                    <a:pt x="104736" y="54229"/>
                  </a:lnTo>
                  <a:lnTo>
                    <a:pt x="104355" y="54229"/>
                  </a:lnTo>
                  <a:lnTo>
                    <a:pt x="104343" y="53721"/>
                  </a:lnTo>
                  <a:lnTo>
                    <a:pt x="106019" y="53721"/>
                  </a:lnTo>
                  <a:lnTo>
                    <a:pt x="104622" y="53467"/>
                  </a:lnTo>
                  <a:lnTo>
                    <a:pt x="104902" y="53213"/>
                  </a:lnTo>
                  <a:lnTo>
                    <a:pt x="104254" y="53213"/>
                  </a:lnTo>
                  <a:lnTo>
                    <a:pt x="104025" y="53213"/>
                  </a:lnTo>
                  <a:lnTo>
                    <a:pt x="104025" y="53886"/>
                  </a:lnTo>
                  <a:lnTo>
                    <a:pt x="103670" y="54229"/>
                  </a:lnTo>
                  <a:lnTo>
                    <a:pt x="103390" y="53949"/>
                  </a:lnTo>
                  <a:lnTo>
                    <a:pt x="103047" y="53848"/>
                  </a:lnTo>
                  <a:lnTo>
                    <a:pt x="103047" y="54229"/>
                  </a:lnTo>
                  <a:lnTo>
                    <a:pt x="102692" y="54483"/>
                  </a:lnTo>
                  <a:lnTo>
                    <a:pt x="102895" y="54229"/>
                  </a:lnTo>
                  <a:lnTo>
                    <a:pt x="103047" y="54229"/>
                  </a:lnTo>
                  <a:lnTo>
                    <a:pt x="103047" y="53848"/>
                  </a:lnTo>
                  <a:lnTo>
                    <a:pt x="103187" y="53721"/>
                  </a:lnTo>
                  <a:lnTo>
                    <a:pt x="103276" y="53467"/>
                  </a:lnTo>
                  <a:lnTo>
                    <a:pt x="103339" y="53721"/>
                  </a:lnTo>
                  <a:lnTo>
                    <a:pt x="103987" y="53721"/>
                  </a:lnTo>
                  <a:lnTo>
                    <a:pt x="104013" y="53848"/>
                  </a:lnTo>
                  <a:lnTo>
                    <a:pt x="104025" y="53213"/>
                  </a:lnTo>
                  <a:lnTo>
                    <a:pt x="103924" y="53352"/>
                  </a:lnTo>
                  <a:lnTo>
                    <a:pt x="103352" y="53238"/>
                  </a:lnTo>
                  <a:lnTo>
                    <a:pt x="103441" y="52705"/>
                  </a:lnTo>
                  <a:lnTo>
                    <a:pt x="104254" y="53213"/>
                  </a:lnTo>
                  <a:lnTo>
                    <a:pt x="104330" y="52705"/>
                  </a:lnTo>
                  <a:lnTo>
                    <a:pt x="104394" y="52197"/>
                  </a:lnTo>
                  <a:lnTo>
                    <a:pt x="104749" y="52197"/>
                  </a:lnTo>
                  <a:lnTo>
                    <a:pt x="105270" y="52197"/>
                  </a:lnTo>
                  <a:lnTo>
                    <a:pt x="105054" y="52387"/>
                  </a:lnTo>
                  <a:lnTo>
                    <a:pt x="104749" y="52197"/>
                  </a:lnTo>
                  <a:lnTo>
                    <a:pt x="104622" y="52705"/>
                  </a:lnTo>
                  <a:lnTo>
                    <a:pt x="105943" y="52705"/>
                  </a:lnTo>
                  <a:lnTo>
                    <a:pt x="105816" y="52197"/>
                  </a:lnTo>
                  <a:lnTo>
                    <a:pt x="105587" y="52019"/>
                  </a:lnTo>
                  <a:lnTo>
                    <a:pt x="105587" y="52197"/>
                  </a:lnTo>
                  <a:lnTo>
                    <a:pt x="105448" y="52197"/>
                  </a:lnTo>
                  <a:lnTo>
                    <a:pt x="105587" y="52197"/>
                  </a:lnTo>
                  <a:lnTo>
                    <a:pt x="105587" y="52019"/>
                  </a:lnTo>
                  <a:lnTo>
                    <a:pt x="105295" y="51676"/>
                  </a:lnTo>
                  <a:lnTo>
                    <a:pt x="106248" y="52197"/>
                  </a:lnTo>
                  <a:lnTo>
                    <a:pt x="105410" y="51562"/>
                  </a:lnTo>
                  <a:lnTo>
                    <a:pt x="105829" y="51562"/>
                  </a:lnTo>
                  <a:lnTo>
                    <a:pt x="106413" y="52197"/>
                  </a:lnTo>
                  <a:lnTo>
                    <a:pt x="106413" y="51562"/>
                  </a:lnTo>
                  <a:lnTo>
                    <a:pt x="106934" y="51562"/>
                  </a:lnTo>
                  <a:lnTo>
                    <a:pt x="107137" y="52197"/>
                  </a:lnTo>
                  <a:lnTo>
                    <a:pt x="107188" y="51562"/>
                  </a:lnTo>
                  <a:lnTo>
                    <a:pt x="107391" y="51562"/>
                  </a:lnTo>
                  <a:lnTo>
                    <a:pt x="107569" y="51562"/>
                  </a:lnTo>
                  <a:lnTo>
                    <a:pt x="107353" y="51308"/>
                  </a:lnTo>
                  <a:lnTo>
                    <a:pt x="107162" y="51054"/>
                  </a:lnTo>
                  <a:lnTo>
                    <a:pt x="107035" y="50546"/>
                  </a:lnTo>
                  <a:lnTo>
                    <a:pt x="107759" y="50546"/>
                  </a:lnTo>
                  <a:lnTo>
                    <a:pt x="107530" y="51054"/>
                  </a:lnTo>
                  <a:lnTo>
                    <a:pt x="108064" y="51054"/>
                  </a:lnTo>
                  <a:lnTo>
                    <a:pt x="107899" y="50546"/>
                  </a:lnTo>
                  <a:lnTo>
                    <a:pt x="107835" y="50368"/>
                  </a:lnTo>
                  <a:lnTo>
                    <a:pt x="107734" y="50038"/>
                  </a:lnTo>
                  <a:lnTo>
                    <a:pt x="107429" y="50038"/>
                  </a:lnTo>
                  <a:lnTo>
                    <a:pt x="106743" y="50038"/>
                  </a:lnTo>
                  <a:lnTo>
                    <a:pt x="106565" y="50038"/>
                  </a:lnTo>
                  <a:lnTo>
                    <a:pt x="106489" y="49631"/>
                  </a:lnTo>
                  <a:lnTo>
                    <a:pt x="106654" y="49911"/>
                  </a:lnTo>
                  <a:lnTo>
                    <a:pt x="106680" y="49542"/>
                  </a:lnTo>
                  <a:lnTo>
                    <a:pt x="106845" y="49657"/>
                  </a:lnTo>
                  <a:lnTo>
                    <a:pt x="106946" y="49530"/>
                  </a:lnTo>
                  <a:lnTo>
                    <a:pt x="107162" y="49796"/>
                  </a:lnTo>
                  <a:lnTo>
                    <a:pt x="107835" y="49530"/>
                  </a:lnTo>
                  <a:lnTo>
                    <a:pt x="108280" y="49530"/>
                  </a:lnTo>
                  <a:lnTo>
                    <a:pt x="107619" y="49403"/>
                  </a:lnTo>
                  <a:lnTo>
                    <a:pt x="107530" y="49022"/>
                  </a:lnTo>
                  <a:lnTo>
                    <a:pt x="107823" y="49022"/>
                  </a:lnTo>
                  <a:lnTo>
                    <a:pt x="107251" y="48793"/>
                  </a:lnTo>
                  <a:lnTo>
                    <a:pt x="107302" y="48387"/>
                  </a:lnTo>
                  <a:lnTo>
                    <a:pt x="106692" y="48387"/>
                  </a:lnTo>
                  <a:lnTo>
                    <a:pt x="106895" y="48641"/>
                  </a:lnTo>
                  <a:lnTo>
                    <a:pt x="106438" y="48450"/>
                  </a:lnTo>
                  <a:lnTo>
                    <a:pt x="106438" y="49530"/>
                  </a:lnTo>
                  <a:lnTo>
                    <a:pt x="106260" y="49796"/>
                  </a:lnTo>
                  <a:lnTo>
                    <a:pt x="105854" y="49530"/>
                  </a:lnTo>
                  <a:lnTo>
                    <a:pt x="106070" y="49530"/>
                  </a:lnTo>
                  <a:lnTo>
                    <a:pt x="106324" y="49530"/>
                  </a:lnTo>
                  <a:lnTo>
                    <a:pt x="106438" y="48450"/>
                  </a:lnTo>
                  <a:lnTo>
                    <a:pt x="106299" y="48387"/>
                  </a:lnTo>
                  <a:lnTo>
                    <a:pt x="106121" y="48387"/>
                  </a:lnTo>
                  <a:lnTo>
                    <a:pt x="106121" y="49022"/>
                  </a:lnTo>
                  <a:lnTo>
                    <a:pt x="105689" y="49022"/>
                  </a:lnTo>
                  <a:lnTo>
                    <a:pt x="106070" y="49174"/>
                  </a:lnTo>
                  <a:lnTo>
                    <a:pt x="105664" y="49022"/>
                  </a:lnTo>
                  <a:lnTo>
                    <a:pt x="106057" y="49022"/>
                  </a:lnTo>
                  <a:lnTo>
                    <a:pt x="106121" y="48387"/>
                  </a:lnTo>
                  <a:lnTo>
                    <a:pt x="106121" y="48260"/>
                  </a:lnTo>
                  <a:lnTo>
                    <a:pt x="106121" y="48387"/>
                  </a:lnTo>
                  <a:lnTo>
                    <a:pt x="106426" y="47879"/>
                  </a:lnTo>
                  <a:lnTo>
                    <a:pt x="106426" y="47371"/>
                  </a:lnTo>
                  <a:lnTo>
                    <a:pt x="106578" y="47371"/>
                  </a:lnTo>
                  <a:lnTo>
                    <a:pt x="108788" y="47371"/>
                  </a:lnTo>
                  <a:close/>
                </a:path>
                <a:path w="118110" h="106044">
                  <a:moveTo>
                    <a:pt x="115049" y="103124"/>
                  </a:moveTo>
                  <a:lnTo>
                    <a:pt x="114477" y="102997"/>
                  </a:lnTo>
                  <a:lnTo>
                    <a:pt x="114681" y="103378"/>
                  </a:lnTo>
                  <a:lnTo>
                    <a:pt x="114744" y="103505"/>
                  </a:lnTo>
                  <a:lnTo>
                    <a:pt x="115049" y="103124"/>
                  </a:lnTo>
                  <a:close/>
                </a:path>
                <a:path w="118110" h="106044">
                  <a:moveTo>
                    <a:pt x="115811" y="103505"/>
                  </a:moveTo>
                  <a:lnTo>
                    <a:pt x="115404" y="103759"/>
                  </a:lnTo>
                  <a:lnTo>
                    <a:pt x="115760" y="103759"/>
                  </a:lnTo>
                  <a:lnTo>
                    <a:pt x="115811" y="103505"/>
                  </a:lnTo>
                  <a:close/>
                </a:path>
                <a:path w="118110" h="106044">
                  <a:moveTo>
                    <a:pt x="116014" y="104787"/>
                  </a:moveTo>
                  <a:lnTo>
                    <a:pt x="116001" y="104648"/>
                  </a:lnTo>
                  <a:lnTo>
                    <a:pt x="115684" y="104648"/>
                  </a:lnTo>
                  <a:lnTo>
                    <a:pt x="116014" y="104787"/>
                  </a:lnTo>
                  <a:close/>
                </a:path>
                <a:path w="118110" h="106044">
                  <a:moveTo>
                    <a:pt x="117805" y="105664"/>
                  </a:moveTo>
                  <a:lnTo>
                    <a:pt x="117030" y="105791"/>
                  </a:lnTo>
                  <a:lnTo>
                    <a:pt x="117030" y="105410"/>
                  </a:lnTo>
                  <a:lnTo>
                    <a:pt x="117030" y="105283"/>
                  </a:lnTo>
                  <a:lnTo>
                    <a:pt x="117043" y="104902"/>
                  </a:lnTo>
                  <a:lnTo>
                    <a:pt x="116814" y="104902"/>
                  </a:lnTo>
                  <a:lnTo>
                    <a:pt x="116357" y="105156"/>
                  </a:lnTo>
                  <a:lnTo>
                    <a:pt x="116408" y="104902"/>
                  </a:lnTo>
                  <a:lnTo>
                    <a:pt x="116039" y="104902"/>
                  </a:lnTo>
                  <a:lnTo>
                    <a:pt x="115798" y="105283"/>
                  </a:lnTo>
                  <a:lnTo>
                    <a:pt x="115392" y="104902"/>
                  </a:lnTo>
                  <a:lnTo>
                    <a:pt x="115125" y="104648"/>
                  </a:lnTo>
                  <a:lnTo>
                    <a:pt x="114439" y="104787"/>
                  </a:lnTo>
                  <a:lnTo>
                    <a:pt x="114528" y="104648"/>
                  </a:lnTo>
                  <a:lnTo>
                    <a:pt x="114795" y="104648"/>
                  </a:lnTo>
                  <a:lnTo>
                    <a:pt x="115125" y="104648"/>
                  </a:lnTo>
                  <a:lnTo>
                    <a:pt x="115684" y="104648"/>
                  </a:lnTo>
                  <a:lnTo>
                    <a:pt x="114795" y="104406"/>
                  </a:lnTo>
                  <a:lnTo>
                    <a:pt x="114604" y="104584"/>
                  </a:lnTo>
                  <a:lnTo>
                    <a:pt x="113474" y="104140"/>
                  </a:lnTo>
                  <a:lnTo>
                    <a:pt x="114300" y="104406"/>
                  </a:lnTo>
                  <a:lnTo>
                    <a:pt x="114668" y="104140"/>
                  </a:lnTo>
                  <a:lnTo>
                    <a:pt x="115239" y="103809"/>
                  </a:lnTo>
                  <a:lnTo>
                    <a:pt x="115404" y="103759"/>
                  </a:lnTo>
                  <a:lnTo>
                    <a:pt x="115265" y="103759"/>
                  </a:lnTo>
                  <a:lnTo>
                    <a:pt x="115354" y="103505"/>
                  </a:lnTo>
                  <a:lnTo>
                    <a:pt x="115404" y="103378"/>
                  </a:lnTo>
                  <a:lnTo>
                    <a:pt x="114935" y="103378"/>
                  </a:lnTo>
                  <a:lnTo>
                    <a:pt x="114744" y="103505"/>
                  </a:lnTo>
                  <a:lnTo>
                    <a:pt x="114884" y="103759"/>
                  </a:lnTo>
                  <a:lnTo>
                    <a:pt x="114439" y="103759"/>
                  </a:lnTo>
                  <a:lnTo>
                    <a:pt x="114477" y="103378"/>
                  </a:lnTo>
                  <a:lnTo>
                    <a:pt x="114274" y="103124"/>
                  </a:lnTo>
                  <a:lnTo>
                    <a:pt x="114173" y="102997"/>
                  </a:lnTo>
                  <a:lnTo>
                    <a:pt x="114477" y="102997"/>
                  </a:lnTo>
                  <a:lnTo>
                    <a:pt x="115506" y="102997"/>
                  </a:lnTo>
                  <a:lnTo>
                    <a:pt x="114541" y="102743"/>
                  </a:lnTo>
                  <a:lnTo>
                    <a:pt x="115303" y="102616"/>
                  </a:lnTo>
                  <a:lnTo>
                    <a:pt x="115227" y="102235"/>
                  </a:lnTo>
                  <a:lnTo>
                    <a:pt x="115150" y="101854"/>
                  </a:lnTo>
                  <a:lnTo>
                    <a:pt x="114820" y="102235"/>
                  </a:lnTo>
                  <a:lnTo>
                    <a:pt x="114592" y="102616"/>
                  </a:lnTo>
                  <a:lnTo>
                    <a:pt x="113842" y="102616"/>
                  </a:lnTo>
                  <a:lnTo>
                    <a:pt x="113855" y="102235"/>
                  </a:lnTo>
                  <a:lnTo>
                    <a:pt x="113868" y="101854"/>
                  </a:lnTo>
                  <a:lnTo>
                    <a:pt x="113690" y="102235"/>
                  </a:lnTo>
                  <a:lnTo>
                    <a:pt x="113614" y="101727"/>
                  </a:lnTo>
                  <a:lnTo>
                    <a:pt x="113601" y="101600"/>
                  </a:lnTo>
                  <a:lnTo>
                    <a:pt x="112522" y="101600"/>
                  </a:lnTo>
                  <a:lnTo>
                    <a:pt x="112255" y="101727"/>
                  </a:lnTo>
                  <a:lnTo>
                    <a:pt x="111683" y="101219"/>
                  </a:lnTo>
                  <a:lnTo>
                    <a:pt x="111899" y="101219"/>
                  </a:lnTo>
                  <a:lnTo>
                    <a:pt x="111633" y="101092"/>
                  </a:lnTo>
                  <a:lnTo>
                    <a:pt x="111823" y="100838"/>
                  </a:lnTo>
                  <a:lnTo>
                    <a:pt x="111861" y="100584"/>
                  </a:lnTo>
                  <a:lnTo>
                    <a:pt x="111912" y="100203"/>
                  </a:lnTo>
                  <a:lnTo>
                    <a:pt x="111315" y="100203"/>
                  </a:lnTo>
                  <a:lnTo>
                    <a:pt x="110286" y="100584"/>
                  </a:lnTo>
                  <a:lnTo>
                    <a:pt x="110020" y="100203"/>
                  </a:lnTo>
                  <a:lnTo>
                    <a:pt x="109842" y="99949"/>
                  </a:lnTo>
                  <a:lnTo>
                    <a:pt x="109753" y="99822"/>
                  </a:lnTo>
                  <a:lnTo>
                    <a:pt x="110070" y="99949"/>
                  </a:lnTo>
                  <a:lnTo>
                    <a:pt x="109982" y="99695"/>
                  </a:lnTo>
                  <a:lnTo>
                    <a:pt x="109728" y="99568"/>
                  </a:lnTo>
                  <a:lnTo>
                    <a:pt x="109486" y="99441"/>
                  </a:lnTo>
                  <a:lnTo>
                    <a:pt x="108800" y="99441"/>
                  </a:lnTo>
                  <a:lnTo>
                    <a:pt x="108331" y="99314"/>
                  </a:lnTo>
                  <a:lnTo>
                    <a:pt x="109296" y="99314"/>
                  </a:lnTo>
                  <a:lnTo>
                    <a:pt x="108915" y="99187"/>
                  </a:lnTo>
                  <a:lnTo>
                    <a:pt x="107962" y="98933"/>
                  </a:lnTo>
                  <a:lnTo>
                    <a:pt x="106781" y="99187"/>
                  </a:lnTo>
                  <a:lnTo>
                    <a:pt x="106400" y="98933"/>
                  </a:lnTo>
                  <a:lnTo>
                    <a:pt x="106210" y="98806"/>
                  </a:lnTo>
                  <a:lnTo>
                    <a:pt x="105714" y="98806"/>
                  </a:lnTo>
                  <a:lnTo>
                    <a:pt x="106324" y="98552"/>
                  </a:lnTo>
                  <a:lnTo>
                    <a:pt x="106260" y="98298"/>
                  </a:lnTo>
                  <a:lnTo>
                    <a:pt x="106845" y="98298"/>
                  </a:lnTo>
                  <a:lnTo>
                    <a:pt x="106870" y="98044"/>
                  </a:lnTo>
                  <a:lnTo>
                    <a:pt x="105956" y="98298"/>
                  </a:lnTo>
                  <a:lnTo>
                    <a:pt x="105511" y="98412"/>
                  </a:lnTo>
                  <a:lnTo>
                    <a:pt x="105359" y="98171"/>
                  </a:lnTo>
                  <a:lnTo>
                    <a:pt x="104724" y="97663"/>
                  </a:lnTo>
                  <a:lnTo>
                    <a:pt x="103720" y="98298"/>
                  </a:lnTo>
                  <a:lnTo>
                    <a:pt x="104178" y="98171"/>
                  </a:lnTo>
                  <a:lnTo>
                    <a:pt x="104990" y="98704"/>
                  </a:lnTo>
                  <a:lnTo>
                    <a:pt x="105384" y="98501"/>
                  </a:lnTo>
                  <a:lnTo>
                    <a:pt x="105003" y="98717"/>
                  </a:lnTo>
                  <a:lnTo>
                    <a:pt x="105156" y="98806"/>
                  </a:lnTo>
                  <a:lnTo>
                    <a:pt x="104825" y="98806"/>
                  </a:lnTo>
                  <a:lnTo>
                    <a:pt x="104571" y="98933"/>
                  </a:lnTo>
                  <a:lnTo>
                    <a:pt x="104203" y="98806"/>
                  </a:lnTo>
                  <a:lnTo>
                    <a:pt x="103124" y="98425"/>
                  </a:lnTo>
                  <a:lnTo>
                    <a:pt x="103644" y="98298"/>
                  </a:lnTo>
                  <a:lnTo>
                    <a:pt x="101790" y="98044"/>
                  </a:lnTo>
                  <a:lnTo>
                    <a:pt x="101879" y="97790"/>
                  </a:lnTo>
                  <a:lnTo>
                    <a:pt x="101930" y="97663"/>
                  </a:lnTo>
                  <a:lnTo>
                    <a:pt x="101549" y="97282"/>
                  </a:lnTo>
                  <a:lnTo>
                    <a:pt x="100850" y="97663"/>
                  </a:lnTo>
                  <a:lnTo>
                    <a:pt x="100761" y="97409"/>
                  </a:lnTo>
                  <a:lnTo>
                    <a:pt x="100723" y="97282"/>
                  </a:lnTo>
                  <a:lnTo>
                    <a:pt x="101244" y="97282"/>
                  </a:lnTo>
                  <a:lnTo>
                    <a:pt x="100723" y="97028"/>
                  </a:lnTo>
                  <a:lnTo>
                    <a:pt x="100723" y="96901"/>
                  </a:lnTo>
                  <a:lnTo>
                    <a:pt x="101193" y="97028"/>
                  </a:lnTo>
                  <a:lnTo>
                    <a:pt x="101587" y="96774"/>
                  </a:lnTo>
                  <a:lnTo>
                    <a:pt x="100939" y="96774"/>
                  </a:lnTo>
                  <a:lnTo>
                    <a:pt x="100126" y="96393"/>
                  </a:lnTo>
                  <a:lnTo>
                    <a:pt x="99999" y="96647"/>
                  </a:lnTo>
                  <a:lnTo>
                    <a:pt x="99885" y="96901"/>
                  </a:lnTo>
                  <a:lnTo>
                    <a:pt x="99974" y="96520"/>
                  </a:lnTo>
                  <a:lnTo>
                    <a:pt x="99834" y="96634"/>
                  </a:lnTo>
                  <a:lnTo>
                    <a:pt x="99326" y="97028"/>
                  </a:lnTo>
                  <a:lnTo>
                    <a:pt x="99352" y="96901"/>
                  </a:lnTo>
                  <a:lnTo>
                    <a:pt x="99402" y="96647"/>
                  </a:lnTo>
                  <a:lnTo>
                    <a:pt x="99809" y="96647"/>
                  </a:lnTo>
                  <a:lnTo>
                    <a:pt x="99199" y="96393"/>
                  </a:lnTo>
                  <a:lnTo>
                    <a:pt x="99288" y="96520"/>
                  </a:lnTo>
                  <a:lnTo>
                    <a:pt x="98183" y="96901"/>
                  </a:lnTo>
                  <a:lnTo>
                    <a:pt x="98209" y="96774"/>
                  </a:lnTo>
                  <a:lnTo>
                    <a:pt x="98234" y="96647"/>
                  </a:lnTo>
                  <a:lnTo>
                    <a:pt x="98285" y="96393"/>
                  </a:lnTo>
                  <a:lnTo>
                    <a:pt x="98310" y="96266"/>
                  </a:lnTo>
                  <a:lnTo>
                    <a:pt x="98132" y="96139"/>
                  </a:lnTo>
                  <a:lnTo>
                    <a:pt x="98018" y="95885"/>
                  </a:lnTo>
                  <a:lnTo>
                    <a:pt x="97967" y="95758"/>
                  </a:lnTo>
                  <a:lnTo>
                    <a:pt x="98425" y="95885"/>
                  </a:lnTo>
                  <a:lnTo>
                    <a:pt x="98437" y="95758"/>
                  </a:lnTo>
                  <a:lnTo>
                    <a:pt x="98463" y="95631"/>
                  </a:lnTo>
                  <a:lnTo>
                    <a:pt x="97751" y="95631"/>
                  </a:lnTo>
                  <a:lnTo>
                    <a:pt x="97370" y="95631"/>
                  </a:lnTo>
                  <a:lnTo>
                    <a:pt x="97370" y="95377"/>
                  </a:lnTo>
                  <a:lnTo>
                    <a:pt x="97078" y="95631"/>
                  </a:lnTo>
                  <a:lnTo>
                    <a:pt x="97002" y="95758"/>
                  </a:lnTo>
                  <a:lnTo>
                    <a:pt x="96926" y="95885"/>
                  </a:lnTo>
                  <a:lnTo>
                    <a:pt x="96659" y="95885"/>
                  </a:lnTo>
                  <a:lnTo>
                    <a:pt x="96545" y="95758"/>
                  </a:lnTo>
                  <a:lnTo>
                    <a:pt x="96431" y="95631"/>
                  </a:lnTo>
                  <a:lnTo>
                    <a:pt x="96583" y="95631"/>
                  </a:lnTo>
                  <a:lnTo>
                    <a:pt x="97078" y="95631"/>
                  </a:lnTo>
                  <a:lnTo>
                    <a:pt x="97028" y="95377"/>
                  </a:lnTo>
                  <a:lnTo>
                    <a:pt x="96659" y="95377"/>
                  </a:lnTo>
                  <a:lnTo>
                    <a:pt x="96380" y="95504"/>
                  </a:lnTo>
                  <a:lnTo>
                    <a:pt x="96177" y="95377"/>
                  </a:lnTo>
                  <a:lnTo>
                    <a:pt x="96659" y="95377"/>
                  </a:lnTo>
                  <a:lnTo>
                    <a:pt x="95719" y="95123"/>
                  </a:lnTo>
                  <a:lnTo>
                    <a:pt x="95211" y="95631"/>
                  </a:lnTo>
                  <a:lnTo>
                    <a:pt x="94373" y="95885"/>
                  </a:lnTo>
                  <a:lnTo>
                    <a:pt x="93865" y="95885"/>
                  </a:lnTo>
                  <a:lnTo>
                    <a:pt x="93522" y="95377"/>
                  </a:lnTo>
                  <a:lnTo>
                    <a:pt x="93433" y="95250"/>
                  </a:lnTo>
                  <a:lnTo>
                    <a:pt x="93192" y="95250"/>
                  </a:lnTo>
                  <a:lnTo>
                    <a:pt x="93256" y="95377"/>
                  </a:lnTo>
                  <a:lnTo>
                    <a:pt x="92379" y="95516"/>
                  </a:lnTo>
                  <a:lnTo>
                    <a:pt x="92252" y="95377"/>
                  </a:lnTo>
                  <a:lnTo>
                    <a:pt x="92811" y="95377"/>
                  </a:lnTo>
                  <a:lnTo>
                    <a:pt x="92760" y="95072"/>
                  </a:lnTo>
                  <a:lnTo>
                    <a:pt x="93014" y="95186"/>
                  </a:lnTo>
                  <a:lnTo>
                    <a:pt x="93091" y="94996"/>
                  </a:lnTo>
                  <a:lnTo>
                    <a:pt x="93141" y="94869"/>
                  </a:lnTo>
                  <a:lnTo>
                    <a:pt x="92925" y="94869"/>
                  </a:lnTo>
                  <a:lnTo>
                    <a:pt x="92735" y="94957"/>
                  </a:lnTo>
                  <a:lnTo>
                    <a:pt x="92214" y="95377"/>
                  </a:lnTo>
                  <a:lnTo>
                    <a:pt x="90766" y="95377"/>
                  </a:lnTo>
                  <a:lnTo>
                    <a:pt x="91528" y="95631"/>
                  </a:lnTo>
                  <a:lnTo>
                    <a:pt x="90932" y="95631"/>
                  </a:lnTo>
                  <a:lnTo>
                    <a:pt x="90436" y="95885"/>
                  </a:lnTo>
                  <a:lnTo>
                    <a:pt x="90335" y="95758"/>
                  </a:lnTo>
                  <a:lnTo>
                    <a:pt x="90220" y="95631"/>
                  </a:lnTo>
                  <a:lnTo>
                    <a:pt x="23609" y="95631"/>
                  </a:lnTo>
                  <a:lnTo>
                    <a:pt x="23558" y="95758"/>
                  </a:lnTo>
                  <a:lnTo>
                    <a:pt x="23482" y="95631"/>
                  </a:lnTo>
                  <a:lnTo>
                    <a:pt x="22275" y="95631"/>
                  </a:lnTo>
                  <a:lnTo>
                    <a:pt x="21920" y="95631"/>
                  </a:lnTo>
                  <a:lnTo>
                    <a:pt x="21831" y="95758"/>
                  </a:lnTo>
                  <a:lnTo>
                    <a:pt x="21742" y="95885"/>
                  </a:lnTo>
                  <a:lnTo>
                    <a:pt x="21653" y="96012"/>
                  </a:lnTo>
                  <a:lnTo>
                    <a:pt x="21945" y="96012"/>
                  </a:lnTo>
                  <a:lnTo>
                    <a:pt x="21590" y="96139"/>
                  </a:lnTo>
                  <a:lnTo>
                    <a:pt x="21678" y="95758"/>
                  </a:lnTo>
                  <a:lnTo>
                    <a:pt x="21717" y="95631"/>
                  </a:lnTo>
                  <a:lnTo>
                    <a:pt x="22199" y="95377"/>
                  </a:lnTo>
                  <a:lnTo>
                    <a:pt x="22275" y="95250"/>
                  </a:lnTo>
                  <a:lnTo>
                    <a:pt x="22275" y="95123"/>
                  </a:lnTo>
                  <a:lnTo>
                    <a:pt x="22453" y="95123"/>
                  </a:lnTo>
                  <a:lnTo>
                    <a:pt x="23152" y="94996"/>
                  </a:lnTo>
                  <a:lnTo>
                    <a:pt x="22758" y="94742"/>
                  </a:lnTo>
                  <a:lnTo>
                    <a:pt x="22326" y="94742"/>
                  </a:lnTo>
                  <a:lnTo>
                    <a:pt x="22225" y="94615"/>
                  </a:lnTo>
                  <a:lnTo>
                    <a:pt x="22123" y="94488"/>
                  </a:lnTo>
                  <a:lnTo>
                    <a:pt x="22021" y="94361"/>
                  </a:lnTo>
                  <a:lnTo>
                    <a:pt x="21920" y="94234"/>
                  </a:lnTo>
                  <a:lnTo>
                    <a:pt x="21920" y="94996"/>
                  </a:lnTo>
                  <a:lnTo>
                    <a:pt x="21551" y="95123"/>
                  </a:lnTo>
                  <a:lnTo>
                    <a:pt x="21221" y="95224"/>
                  </a:lnTo>
                  <a:lnTo>
                    <a:pt x="21221" y="95377"/>
                  </a:lnTo>
                  <a:lnTo>
                    <a:pt x="21005" y="95631"/>
                  </a:lnTo>
                  <a:lnTo>
                    <a:pt x="20955" y="95377"/>
                  </a:lnTo>
                  <a:lnTo>
                    <a:pt x="21221" y="95377"/>
                  </a:lnTo>
                  <a:lnTo>
                    <a:pt x="21221" y="95224"/>
                  </a:lnTo>
                  <a:lnTo>
                    <a:pt x="20955" y="95338"/>
                  </a:lnTo>
                  <a:lnTo>
                    <a:pt x="20904" y="94996"/>
                  </a:lnTo>
                  <a:lnTo>
                    <a:pt x="20497" y="95250"/>
                  </a:lnTo>
                  <a:lnTo>
                    <a:pt x="20231" y="95377"/>
                  </a:lnTo>
                  <a:lnTo>
                    <a:pt x="20396" y="95250"/>
                  </a:lnTo>
                  <a:lnTo>
                    <a:pt x="20650" y="95123"/>
                  </a:lnTo>
                  <a:lnTo>
                    <a:pt x="20904" y="94996"/>
                  </a:lnTo>
                  <a:lnTo>
                    <a:pt x="21272" y="94996"/>
                  </a:lnTo>
                  <a:lnTo>
                    <a:pt x="21386" y="94869"/>
                  </a:lnTo>
                  <a:lnTo>
                    <a:pt x="21348" y="95123"/>
                  </a:lnTo>
                  <a:lnTo>
                    <a:pt x="21551" y="94996"/>
                  </a:lnTo>
                  <a:lnTo>
                    <a:pt x="21920" y="94996"/>
                  </a:lnTo>
                  <a:lnTo>
                    <a:pt x="21920" y="94234"/>
                  </a:lnTo>
                  <a:lnTo>
                    <a:pt x="21856" y="94361"/>
                  </a:lnTo>
                  <a:lnTo>
                    <a:pt x="21729" y="94488"/>
                  </a:lnTo>
                  <a:lnTo>
                    <a:pt x="21615" y="94615"/>
                  </a:lnTo>
                  <a:lnTo>
                    <a:pt x="21475" y="94742"/>
                  </a:lnTo>
                  <a:lnTo>
                    <a:pt x="20929" y="94488"/>
                  </a:lnTo>
                  <a:lnTo>
                    <a:pt x="20345" y="94615"/>
                  </a:lnTo>
                  <a:lnTo>
                    <a:pt x="20472" y="94742"/>
                  </a:lnTo>
                  <a:lnTo>
                    <a:pt x="20599" y="94742"/>
                  </a:lnTo>
                  <a:lnTo>
                    <a:pt x="20243" y="94869"/>
                  </a:lnTo>
                  <a:lnTo>
                    <a:pt x="20116" y="95123"/>
                  </a:lnTo>
                  <a:lnTo>
                    <a:pt x="19900" y="94996"/>
                  </a:lnTo>
                  <a:lnTo>
                    <a:pt x="19685" y="94869"/>
                  </a:lnTo>
                  <a:lnTo>
                    <a:pt x="19392" y="94996"/>
                  </a:lnTo>
                  <a:lnTo>
                    <a:pt x="19469" y="94742"/>
                  </a:lnTo>
                  <a:lnTo>
                    <a:pt x="19215" y="94869"/>
                  </a:lnTo>
                  <a:lnTo>
                    <a:pt x="18808" y="95250"/>
                  </a:lnTo>
                  <a:lnTo>
                    <a:pt x="18707" y="94869"/>
                  </a:lnTo>
                  <a:lnTo>
                    <a:pt x="18669" y="94742"/>
                  </a:lnTo>
                  <a:lnTo>
                    <a:pt x="19164" y="94742"/>
                  </a:lnTo>
                  <a:lnTo>
                    <a:pt x="19050" y="94488"/>
                  </a:lnTo>
                  <a:lnTo>
                    <a:pt x="18935" y="94234"/>
                  </a:lnTo>
                  <a:lnTo>
                    <a:pt x="18872" y="94107"/>
                  </a:lnTo>
                  <a:lnTo>
                    <a:pt x="18719" y="94234"/>
                  </a:lnTo>
                  <a:lnTo>
                    <a:pt x="18669" y="94361"/>
                  </a:lnTo>
                  <a:lnTo>
                    <a:pt x="18554" y="94615"/>
                  </a:lnTo>
                  <a:lnTo>
                    <a:pt x="18453" y="94869"/>
                  </a:lnTo>
                  <a:lnTo>
                    <a:pt x="18402" y="94996"/>
                  </a:lnTo>
                  <a:lnTo>
                    <a:pt x="18351" y="95123"/>
                  </a:lnTo>
                  <a:lnTo>
                    <a:pt x="18249" y="95377"/>
                  </a:lnTo>
                  <a:lnTo>
                    <a:pt x="17716" y="95504"/>
                  </a:lnTo>
                  <a:lnTo>
                    <a:pt x="17754" y="95377"/>
                  </a:lnTo>
                  <a:lnTo>
                    <a:pt x="17881" y="94996"/>
                  </a:lnTo>
                  <a:lnTo>
                    <a:pt x="18402" y="94996"/>
                  </a:lnTo>
                  <a:lnTo>
                    <a:pt x="18084" y="94742"/>
                  </a:lnTo>
                  <a:lnTo>
                    <a:pt x="18465" y="94742"/>
                  </a:lnTo>
                  <a:lnTo>
                    <a:pt x="18516" y="94615"/>
                  </a:lnTo>
                  <a:lnTo>
                    <a:pt x="18567" y="94488"/>
                  </a:lnTo>
                  <a:lnTo>
                    <a:pt x="18643" y="94361"/>
                  </a:lnTo>
                  <a:lnTo>
                    <a:pt x="18465" y="94361"/>
                  </a:lnTo>
                  <a:lnTo>
                    <a:pt x="18415" y="94488"/>
                  </a:lnTo>
                  <a:lnTo>
                    <a:pt x="18021" y="94615"/>
                  </a:lnTo>
                  <a:lnTo>
                    <a:pt x="17856" y="94488"/>
                  </a:lnTo>
                  <a:lnTo>
                    <a:pt x="17614" y="94615"/>
                  </a:lnTo>
                  <a:lnTo>
                    <a:pt x="17653" y="94488"/>
                  </a:lnTo>
                  <a:lnTo>
                    <a:pt x="17729" y="94234"/>
                  </a:lnTo>
                  <a:lnTo>
                    <a:pt x="16611" y="94234"/>
                  </a:lnTo>
                  <a:lnTo>
                    <a:pt x="16675" y="94615"/>
                  </a:lnTo>
                  <a:lnTo>
                    <a:pt x="16281" y="94742"/>
                  </a:lnTo>
                  <a:lnTo>
                    <a:pt x="16573" y="94742"/>
                  </a:lnTo>
                  <a:lnTo>
                    <a:pt x="16535" y="94869"/>
                  </a:lnTo>
                  <a:lnTo>
                    <a:pt x="16954" y="94869"/>
                  </a:lnTo>
                  <a:lnTo>
                    <a:pt x="16992" y="94488"/>
                  </a:lnTo>
                  <a:lnTo>
                    <a:pt x="17360" y="94488"/>
                  </a:lnTo>
                  <a:lnTo>
                    <a:pt x="17259" y="94615"/>
                  </a:lnTo>
                  <a:lnTo>
                    <a:pt x="17170" y="94742"/>
                  </a:lnTo>
                  <a:lnTo>
                    <a:pt x="17081" y="94869"/>
                  </a:lnTo>
                  <a:lnTo>
                    <a:pt x="16383" y="95250"/>
                  </a:lnTo>
                  <a:lnTo>
                    <a:pt x="16281" y="95377"/>
                  </a:lnTo>
                  <a:lnTo>
                    <a:pt x="16421" y="95504"/>
                  </a:lnTo>
                  <a:lnTo>
                    <a:pt x="16421" y="95377"/>
                  </a:lnTo>
                  <a:lnTo>
                    <a:pt x="16459" y="95504"/>
                  </a:lnTo>
                  <a:lnTo>
                    <a:pt x="17005" y="95631"/>
                  </a:lnTo>
                  <a:lnTo>
                    <a:pt x="17551" y="95758"/>
                  </a:lnTo>
                  <a:lnTo>
                    <a:pt x="17957" y="95758"/>
                  </a:lnTo>
                  <a:lnTo>
                    <a:pt x="19011" y="96012"/>
                  </a:lnTo>
                  <a:lnTo>
                    <a:pt x="19113" y="95885"/>
                  </a:lnTo>
                  <a:lnTo>
                    <a:pt x="19227" y="95758"/>
                  </a:lnTo>
                  <a:lnTo>
                    <a:pt x="19329" y="95631"/>
                  </a:lnTo>
                  <a:lnTo>
                    <a:pt x="19545" y="95377"/>
                  </a:lnTo>
                  <a:lnTo>
                    <a:pt x="19659" y="95250"/>
                  </a:lnTo>
                  <a:lnTo>
                    <a:pt x="19634" y="95631"/>
                  </a:lnTo>
                  <a:lnTo>
                    <a:pt x="19862" y="95504"/>
                  </a:lnTo>
                  <a:lnTo>
                    <a:pt x="19761" y="95631"/>
                  </a:lnTo>
                  <a:lnTo>
                    <a:pt x="20142" y="95453"/>
                  </a:lnTo>
                  <a:lnTo>
                    <a:pt x="19900" y="95631"/>
                  </a:lnTo>
                  <a:lnTo>
                    <a:pt x="19761" y="95631"/>
                  </a:lnTo>
                  <a:lnTo>
                    <a:pt x="19659" y="95758"/>
                  </a:lnTo>
                  <a:lnTo>
                    <a:pt x="20193" y="95631"/>
                  </a:lnTo>
                  <a:lnTo>
                    <a:pt x="20574" y="95758"/>
                  </a:lnTo>
                  <a:lnTo>
                    <a:pt x="20916" y="95758"/>
                  </a:lnTo>
                  <a:lnTo>
                    <a:pt x="20713" y="95885"/>
                  </a:lnTo>
                  <a:lnTo>
                    <a:pt x="20624" y="96012"/>
                  </a:lnTo>
                  <a:lnTo>
                    <a:pt x="20548" y="96139"/>
                  </a:lnTo>
                  <a:lnTo>
                    <a:pt x="20751" y="96139"/>
                  </a:lnTo>
                  <a:lnTo>
                    <a:pt x="21272" y="95758"/>
                  </a:lnTo>
                  <a:lnTo>
                    <a:pt x="21209" y="96012"/>
                  </a:lnTo>
                  <a:lnTo>
                    <a:pt x="21082" y="96139"/>
                  </a:lnTo>
                  <a:lnTo>
                    <a:pt x="20485" y="96266"/>
                  </a:lnTo>
                  <a:lnTo>
                    <a:pt x="20383" y="96139"/>
                  </a:lnTo>
                  <a:lnTo>
                    <a:pt x="20281" y="96012"/>
                  </a:lnTo>
                  <a:lnTo>
                    <a:pt x="20180" y="96139"/>
                  </a:lnTo>
                  <a:lnTo>
                    <a:pt x="20129" y="96393"/>
                  </a:lnTo>
                  <a:lnTo>
                    <a:pt x="19177" y="96393"/>
                  </a:lnTo>
                  <a:lnTo>
                    <a:pt x="19227" y="96266"/>
                  </a:lnTo>
                  <a:lnTo>
                    <a:pt x="18884" y="96139"/>
                  </a:lnTo>
                  <a:lnTo>
                    <a:pt x="18669" y="96012"/>
                  </a:lnTo>
                  <a:lnTo>
                    <a:pt x="18694" y="96266"/>
                  </a:lnTo>
                  <a:lnTo>
                    <a:pt x="19113" y="96469"/>
                  </a:lnTo>
                  <a:lnTo>
                    <a:pt x="18884" y="96393"/>
                  </a:lnTo>
                  <a:lnTo>
                    <a:pt x="17830" y="96012"/>
                  </a:lnTo>
                  <a:lnTo>
                    <a:pt x="17780" y="96139"/>
                  </a:lnTo>
                  <a:lnTo>
                    <a:pt x="17691" y="96393"/>
                  </a:lnTo>
                  <a:lnTo>
                    <a:pt x="17602" y="96647"/>
                  </a:lnTo>
                  <a:lnTo>
                    <a:pt x="18402" y="96393"/>
                  </a:lnTo>
                  <a:lnTo>
                    <a:pt x="17919" y="96647"/>
                  </a:lnTo>
                  <a:lnTo>
                    <a:pt x="17754" y="96774"/>
                  </a:lnTo>
                  <a:lnTo>
                    <a:pt x="18503" y="97155"/>
                  </a:lnTo>
                  <a:lnTo>
                    <a:pt x="18567" y="96774"/>
                  </a:lnTo>
                  <a:lnTo>
                    <a:pt x="18872" y="97282"/>
                  </a:lnTo>
                  <a:lnTo>
                    <a:pt x="18491" y="97282"/>
                  </a:lnTo>
                  <a:lnTo>
                    <a:pt x="17729" y="97282"/>
                  </a:lnTo>
                  <a:lnTo>
                    <a:pt x="17703" y="97536"/>
                  </a:lnTo>
                  <a:lnTo>
                    <a:pt x="16256" y="98044"/>
                  </a:lnTo>
                  <a:lnTo>
                    <a:pt x="14960" y="97828"/>
                  </a:lnTo>
                  <a:lnTo>
                    <a:pt x="14960" y="98044"/>
                  </a:lnTo>
                  <a:lnTo>
                    <a:pt x="14871" y="98171"/>
                  </a:lnTo>
                  <a:lnTo>
                    <a:pt x="14782" y="98298"/>
                  </a:lnTo>
                  <a:lnTo>
                    <a:pt x="14706" y="98425"/>
                  </a:lnTo>
                  <a:lnTo>
                    <a:pt x="13512" y="98171"/>
                  </a:lnTo>
                  <a:lnTo>
                    <a:pt x="13931" y="98044"/>
                  </a:lnTo>
                  <a:lnTo>
                    <a:pt x="14960" y="98044"/>
                  </a:lnTo>
                  <a:lnTo>
                    <a:pt x="14960" y="97828"/>
                  </a:lnTo>
                  <a:lnTo>
                    <a:pt x="14770" y="97790"/>
                  </a:lnTo>
                  <a:lnTo>
                    <a:pt x="13373" y="97917"/>
                  </a:lnTo>
                  <a:lnTo>
                    <a:pt x="13487" y="98298"/>
                  </a:lnTo>
                  <a:lnTo>
                    <a:pt x="13614" y="98425"/>
                  </a:lnTo>
                  <a:lnTo>
                    <a:pt x="13131" y="98679"/>
                  </a:lnTo>
                  <a:lnTo>
                    <a:pt x="12433" y="98552"/>
                  </a:lnTo>
                  <a:lnTo>
                    <a:pt x="12357" y="98425"/>
                  </a:lnTo>
                  <a:lnTo>
                    <a:pt x="12293" y="98298"/>
                  </a:lnTo>
                  <a:lnTo>
                    <a:pt x="10693" y="99568"/>
                  </a:lnTo>
                  <a:lnTo>
                    <a:pt x="8128" y="98806"/>
                  </a:lnTo>
                  <a:lnTo>
                    <a:pt x="6896" y="98806"/>
                  </a:lnTo>
                  <a:lnTo>
                    <a:pt x="5308" y="99060"/>
                  </a:lnTo>
                  <a:lnTo>
                    <a:pt x="3429" y="99060"/>
                  </a:lnTo>
                  <a:lnTo>
                    <a:pt x="2781" y="99314"/>
                  </a:lnTo>
                  <a:lnTo>
                    <a:pt x="2171" y="99695"/>
                  </a:lnTo>
                  <a:lnTo>
                    <a:pt x="2082" y="99568"/>
                  </a:lnTo>
                  <a:lnTo>
                    <a:pt x="2006" y="99441"/>
                  </a:lnTo>
                  <a:lnTo>
                    <a:pt x="1930" y="99314"/>
                  </a:lnTo>
                  <a:lnTo>
                    <a:pt x="1181" y="99441"/>
                  </a:lnTo>
                  <a:lnTo>
                    <a:pt x="1638" y="99568"/>
                  </a:lnTo>
                  <a:lnTo>
                    <a:pt x="1549" y="99822"/>
                  </a:lnTo>
                  <a:lnTo>
                    <a:pt x="762" y="99822"/>
                  </a:lnTo>
                  <a:lnTo>
                    <a:pt x="228" y="100203"/>
                  </a:lnTo>
                  <a:lnTo>
                    <a:pt x="342" y="99568"/>
                  </a:lnTo>
                  <a:lnTo>
                    <a:pt x="0" y="99441"/>
                  </a:lnTo>
                  <a:lnTo>
                    <a:pt x="0" y="105791"/>
                  </a:lnTo>
                  <a:lnTo>
                    <a:pt x="114211" y="105664"/>
                  </a:lnTo>
                  <a:lnTo>
                    <a:pt x="114312" y="105410"/>
                  </a:lnTo>
                  <a:lnTo>
                    <a:pt x="116344" y="105905"/>
                  </a:lnTo>
                  <a:lnTo>
                    <a:pt x="117030" y="105918"/>
                  </a:lnTo>
                  <a:lnTo>
                    <a:pt x="117805" y="105664"/>
                  </a:lnTo>
                  <a:close/>
                </a:path>
                <a:path w="118110" h="106044">
                  <a:moveTo>
                    <a:pt x="118046" y="105283"/>
                  </a:moveTo>
                  <a:lnTo>
                    <a:pt x="117932" y="104648"/>
                  </a:lnTo>
                  <a:lnTo>
                    <a:pt x="116420" y="104648"/>
                  </a:lnTo>
                  <a:lnTo>
                    <a:pt x="117043" y="104902"/>
                  </a:lnTo>
                  <a:lnTo>
                    <a:pt x="118046" y="10528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1" name="object 101"/>
            <p:cNvSpPr/>
            <p:nvPr/>
          </p:nvSpPr>
          <p:spPr>
            <a:xfrm>
              <a:off x="4037647" y="1006449"/>
              <a:ext cx="27940" cy="55244"/>
            </a:xfrm>
            <a:custGeom>
              <a:avLst/>
              <a:gdLst/>
              <a:ahLst/>
              <a:cxnLst/>
              <a:rect l="l" t="t" r="r" b="b"/>
              <a:pathLst>
                <a:path w="27939" h="55244">
                  <a:moveTo>
                    <a:pt x="482" y="54660"/>
                  </a:moveTo>
                  <a:lnTo>
                    <a:pt x="393" y="54267"/>
                  </a:lnTo>
                  <a:lnTo>
                    <a:pt x="152" y="54127"/>
                  </a:lnTo>
                  <a:lnTo>
                    <a:pt x="152" y="54343"/>
                  </a:lnTo>
                  <a:lnTo>
                    <a:pt x="0" y="54381"/>
                  </a:lnTo>
                  <a:lnTo>
                    <a:pt x="12" y="54622"/>
                  </a:lnTo>
                  <a:lnTo>
                    <a:pt x="482" y="54660"/>
                  </a:lnTo>
                  <a:close/>
                </a:path>
                <a:path w="27939" h="55244">
                  <a:moveTo>
                    <a:pt x="23380" y="711"/>
                  </a:moveTo>
                  <a:close/>
                </a:path>
                <a:path w="27939" h="55244">
                  <a:moveTo>
                    <a:pt x="23825" y="1117"/>
                  </a:moveTo>
                  <a:lnTo>
                    <a:pt x="23495" y="939"/>
                  </a:lnTo>
                  <a:lnTo>
                    <a:pt x="23355" y="787"/>
                  </a:lnTo>
                  <a:lnTo>
                    <a:pt x="23329" y="1066"/>
                  </a:lnTo>
                  <a:lnTo>
                    <a:pt x="23825" y="1117"/>
                  </a:lnTo>
                  <a:close/>
                </a:path>
                <a:path w="27939" h="55244">
                  <a:moveTo>
                    <a:pt x="27838" y="0"/>
                  </a:moveTo>
                  <a:lnTo>
                    <a:pt x="27609" y="127"/>
                  </a:lnTo>
                  <a:lnTo>
                    <a:pt x="27736" y="152"/>
                  </a:lnTo>
                  <a:lnTo>
                    <a:pt x="27838" y="304"/>
                  </a:lnTo>
                  <a:lnTo>
                    <a:pt x="27838" y="0"/>
                  </a:lnTo>
                  <a:close/>
                </a:path>
              </a:pathLst>
            </a:custGeom>
            <a:solidFill>
              <a:srgbClr val="A6927A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2" name="object 102"/>
            <p:cNvSpPr/>
            <p:nvPr/>
          </p:nvSpPr>
          <p:spPr>
            <a:xfrm>
              <a:off x="3980281" y="994689"/>
              <a:ext cx="91440" cy="32384"/>
            </a:xfrm>
            <a:custGeom>
              <a:avLst/>
              <a:gdLst/>
              <a:ahLst/>
              <a:cxnLst/>
              <a:rect l="l" t="t" r="r" b="b"/>
              <a:pathLst>
                <a:path w="91439" h="32384">
                  <a:moveTo>
                    <a:pt x="355" y="29679"/>
                  </a:moveTo>
                  <a:lnTo>
                    <a:pt x="292" y="29464"/>
                  </a:lnTo>
                  <a:lnTo>
                    <a:pt x="0" y="29540"/>
                  </a:lnTo>
                  <a:lnTo>
                    <a:pt x="342" y="29692"/>
                  </a:lnTo>
                  <a:close/>
                </a:path>
                <a:path w="91439" h="32384">
                  <a:moveTo>
                    <a:pt x="571" y="29235"/>
                  </a:moveTo>
                  <a:lnTo>
                    <a:pt x="431" y="29197"/>
                  </a:lnTo>
                  <a:lnTo>
                    <a:pt x="355" y="29070"/>
                  </a:lnTo>
                  <a:lnTo>
                    <a:pt x="114" y="29133"/>
                  </a:lnTo>
                  <a:lnTo>
                    <a:pt x="292" y="29464"/>
                  </a:lnTo>
                  <a:lnTo>
                    <a:pt x="571" y="29464"/>
                  </a:lnTo>
                  <a:lnTo>
                    <a:pt x="571" y="29235"/>
                  </a:lnTo>
                  <a:close/>
                </a:path>
                <a:path w="91439" h="32384">
                  <a:moveTo>
                    <a:pt x="7404" y="22618"/>
                  </a:moveTo>
                  <a:lnTo>
                    <a:pt x="7023" y="22745"/>
                  </a:lnTo>
                  <a:lnTo>
                    <a:pt x="6921" y="22529"/>
                  </a:lnTo>
                  <a:lnTo>
                    <a:pt x="6731" y="22733"/>
                  </a:lnTo>
                  <a:lnTo>
                    <a:pt x="7188" y="23101"/>
                  </a:lnTo>
                  <a:lnTo>
                    <a:pt x="6972" y="22999"/>
                  </a:lnTo>
                  <a:lnTo>
                    <a:pt x="7404" y="23406"/>
                  </a:lnTo>
                  <a:lnTo>
                    <a:pt x="7366" y="23126"/>
                  </a:lnTo>
                  <a:lnTo>
                    <a:pt x="7264" y="22936"/>
                  </a:lnTo>
                  <a:lnTo>
                    <a:pt x="7200" y="22733"/>
                  </a:lnTo>
                  <a:lnTo>
                    <a:pt x="7404" y="22618"/>
                  </a:lnTo>
                  <a:close/>
                </a:path>
                <a:path w="91439" h="32384">
                  <a:moveTo>
                    <a:pt x="9969" y="26098"/>
                  </a:moveTo>
                  <a:lnTo>
                    <a:pt x="9715" y="26162"/>
                  </a:lnTo>
                  <a:lnTo>
                    <a:pt x="9398" y="26187"/>
                  </a:lnTo>
                  <a:lnTo>
                    <a:pt x="9410" y="26530"/>
                  </a:lnTo>
                  <a:lnTo>
                    <a:pt x="9753" y="26530"/>
                  </a:lnTo>
                  <a:lnTo>
                    <a:pt x="9829" y="26289"/>
                  </a:lnTo>
                  <a:lnTo>
                    <a:pt x="9969" y="26098"/>
                  </a:lnTo>
                  <a:close/>
                </a:path>
                <a:path w="91439" h="32384">
                  <a:moveTo>
                    <a:pt x="10020" y="22326"/>
                  </a:moveTo>
                  <a:lnTo>
                    <a:pt x="9867" y="22059"/>
                  </a:lnTo>
                  <a:lnTo>
                    <a:pt x="9537" y="22059"/>
                  </a:lnTo>
                  <a:lnTo>
                    <a:pt x="9474" y="22339"/>
                  </a:lnTo>
                  <a:lnTo>
                    <a:pt x="9715" y="22834"/>
                  </a:lnTo>
                  <a:lnTo>
                    <a:pt x="9867" y="22504"/>
                  </a:lnTo>
                  <a:lnTo>
                    <a:pt x="9575" y="22479"/>
                  </a:lnTo>
                  <a:lnTo>
                    <a:pt x="10020" y="22326"/>
                  </a:lnTo>
                  <a:close/>
                </a:path>
                <a:path w="91439" h="32384">
                  <a:moveTo>
                    <a:pt x="14211" y="28981"/>
                  </a:moveTo>
                  <a:lnTo>
                    <a:pt x="13677" y="28905"/>
                  </a:lnTo>
                  <a:lnTo>
                    <a:pt x="13703" y="29248"/>
                  </a:lnTo>
                  <a:lnTo>
                    <a:pt x="13449" y="29337"/>
                  </a:lnTo>
                  <a:lnTo>
                    <a:pt x="13335" y="29578"/>
                  </a:lnTo>
                  <a:lnTo>
                    <a:pt x="13652" y="29629"/>
                  </a:lnTo>
                  <a:lnTo>
                    <a:pt x="14211" y="28981"/>
                  </a:lnTo>
                  <a:close/>
                </a:path>
                <a:path w="91439" h="32384">
                  <a:moveTo>
                    <a:pt x="14465" y="17132"/>
                  </a:moveTo>
                  <a:lnTo>
                    <a:pt x="14122" y="17005"/>
                  </a:lnTo>
                  <a:lnTo>
                    <a:pt x="14122" y="17691"/>
                  </a:lnTo>
                  <a:lnTo>
                    <a:pt x="14439" y="17703"/>
                  </a:lnTo>
                  <a:lnTo>
                    <a:pt x="14452" y="17399"/>
                  </a:lnTo>
                  <a:lnTo>
                    <a:pt x="14465" y="17132"/>
                  </a:lnTo>
                  <a:close/>
                </a:path>
                <a:path w="91439" h="32384">
                  <a:moveTo>
                    <a:pt x="15709" y="26073"/>
                  </a:moveTo>
                  <a:lnTo>
                    <a:pt x="15506" y="26060"/>
                  </a:lnTo>
                  <a:lnTo>
                    <a:pt x="15646" y="25692"/>
                  </a:lnTo>
                  <a:lnTo>
                    <a:pt x="15481" y="25628"/>
                  </a:lnTo>
                  <a:lnTo>
                    <a:pt x="14782" y="25717"/>
                  </a:lnTo>
                  <a:lnTo>
                    <a:pt x="14376" y="25577"/>
                  </a:lnTo>
                  <a:lnTo>
                    <a:pt x="14135" y="26200"/>
                  </a:lnTo>
                  <a:lnTo>
                    <a:pt x="14909" y="25882"/>
                  </a:lnTo>
                  <a:lnTo>
                    <a:pt x="14249" y="26428"/>
                  </a:lnTo>
                  <a:lnTo>
                    <a:pt x="14478" y="26644"/>
                  </a:lnTo>
                  <a:lnTo>
                    <a:pt x="14706" y="26390"/>
                  </a:lnTo>
                  <a:lnTo>
                    <a:pt x="14833" y="26022"/>
                  </a:lnTo>
                  <a:lnTo>
                    <a:pt x="15138" y="25857"/>
                  </a:lnTo>
                  <a:lnTo>
                    <a:pt x="15138" y="26301"/>
                  </a:lnTo>
                  <a:lnTo>
                    <a:pt x="15455" y="26085"/>
                  </a:lnTo>
                  <a:lnTo>
                    <a:pt x="15455" y="26212"/>
                  </a:lnTo>
                  <a:lnTo>
                    <a:pt x="15709" y="26073"/>
                  </a:lnTo>
                  <a:close/>
                </a:path>
                <a:path w="91439" h="32384">
                  <a:moveTo>
                    <a:pt x="16370" y="24968"/>
                  </a:moveTo>
                  <a:lnTo>
                    <a:pt x="16129" y="24892"/>
                  </a:lnTo>
                  <a:lnTo>
                    <a:pt x="16141" y="24549"/>
                  </a:lnTo>
                  <a:lnTo>
                    <a:pt x="15811" y="24523"/>
                  </a:lnTo>
                  <a:lnTo>
                    <a:pt x="15811" y="24790"/>
                  </a:lnTo>
                  <a:lnTo>
                    <a:pt x="16205" y="25234"/>
                  </a:lnTo>
                  <a:lnTo>
                    <a:pt x="16370" y="24968"/>
                  </a:lnTo>
                  <a:close/>
                </a:path>
                <a:path w="91439" h="32384">
                  <a:moveTo>
                    <a:pt x="16941" y="27317"/>
                  </a:moveTo>
                  <a:lnTo>
                    <a:pt x="16471" y="27317"/>
                  </a:lnTo>
                  <a:lnTo>
                    <a:pt x="16421" y="27609"/>
                  </a:lnTo>
                  <a:lnTo>
                    <a:pt x="16421" y="27914"/>
                  </a:lnTo>
                  <a:lnTo>
                    <a:pt x="16268" y="28346"/>
                  </a:lnTo>
                  <a:lnTo>
                    <a:pt x="16700" y="28219"/>
                  </a:lnTo>
                  <a:lnTo>
                    <a:pt x="16751" y="27698"/>
                  </a:lnTo>
                  <a:lnTo>
                    <a:pt x="16941" y="27317"/>
                  </a:lnTo>
                  <a:close/>
                </a:path>
                <a:path w="91439" h="32384">
                  <a:moveTo>
                    <a:pt x="17729" y="26784"/>
                  </a:moveTo>
                  <a:lnTo>
                    <a:pt x="17462" y="26758"/>
                  </a:lnTo>
                  <a:lnTo>
                    <a:pt x="17373" y="26962"/>
                  </a:lnTo>
                  <a:lnTo>
                    <a:pt x="17170" y="27000"/>
                  </a:lnTo>
                  <a:lnTo>
                    <a:pt x="17221" y="27419"/>
                  </a:lnTo>
                  <a:lnTo>
                    <a:pt x="17437" y="27698"/>
                  </a:lnTo>
                  <a:lnTo>
                    <a:pt x="17602" y="28016"/>
                  </a:lnTo>
                  <a:lnTo>
                    <a:pt x="17703" y="27406"/>
                  </a:lnTo>
                  <a:lnTo>
                    <a:pt x="17373" y="27000"/>
                  </a:lnTo>
                  <a:lnTo>
                    <a:pt x="17729" y="26784"/>
                  </a:lnTo>
                  <a:close/>
                </a:path>
                <a:path w="91439" h="32384">
                  <a:moveTo>
                    <a:pt x="18732" y="21640"/>
                  </a:moveTo>
                  <a:lnTo>
                    <a:pt x="18618" y="21513"/>
                  </a:lnTo>
                  <a:lnTo>
                    <a:pt x="18148" y="21513"/>
                  </a:lnTo>
                  <a:lnTo>
                    <a:pt x="18135" y="21717"/>
                  </a:lnTo>
                  <a:lnTo>
                    <a:pt x="18313" y="21717"/>
                  </a:lnTo>
                  <a:lnTo>
                    <a:pt x="18389" y="21856"/>
                  </a:lnTo>
                  <a:lnTo>
                    <a:pt x="18275" y="22059"/>
                  </a:lnTo>
                  <a:lnTo>
                    <a:pt x="18707" y="22186"/>
                  </a:lnTo>
                  <a:lnTo>
                    <a:pt x="18732" y="21640"/>
                  </a:lnTo>
                  <a:close/>
                </a:path>
                <a:path w="91439" h="32384">
                  <a:moveTo>
                    <a:pt x="18961" y="23583"/>
                  </a:moveTo>
                  <a:lnTo>
                    <a:pt x="18719" y="23406"/>
                  </a:lnTo>
                  <a:lnTo>
                    <a:pt x="18605" y="23710"/>
                  </a:lnTo>
                  <a:lnTo>
                    <a:pt x="18478" y="23152"/>
                  </a:lnTo>
                  <a:lnTo>
                    <a:pt x="18288" y="23190"/>
                  </a:lnTo>
                  <a:lnTo>
                    <a:pt x="18351" y="23571"/>
                  </a:lnTo>
                  <a:lnTo>
                    <a:pt x="18364" y="24003"/>
                  </a:lnTo>
                  <a:lnTo>
                    <a:pt x="18846" y="23964"/>
                  </a:lnTo>
                  <a:lnTo>
                    <a:pt x="18643" y="23698"/>
                  </a:lnTo>
                  <a:lnTo>
                    <a:pt x="18961" y="23583"/>
                  </a:lnTo>
                  <a:close/>
                </a:path>
                <a:path w="91439" h="32384">
                  <a:moveTo>
                    <a:pt x="19723" y="30568"/>
                  </a:moveTo>
                  <a:lnTo>
                    <a:pt x="19697" y="30302"/>
                  </a:lnTo>
                  <a:lnTo>
                    <a:pt x="19558" y="30162"/>
                  </a:lnTo>
                  <a:lnTo>
                    <a:pt x="19621" y="29781"/>
                  </a:lnTo>
                  <a:lnTo>
                    <a:pt x="19443" y="29743"/>
                  </a:lnTo>
                  <a:lnTo>
                    <a:pt x="19088" y="29362"/>
                  </a:lnTo>
                  <a:lnTo>
                    <a:pt x="18948" y="29667"/>
                  </a:lnTo>
                  <a:lnTo>
                    <a:pt x="19367" y="29819"/>
                  </a:lnTo>
                  <a:lnTo>
                    <a:pt x="19418" y="30340"/>
                  </a:lnTo>
                  <a:lnTo>
                    <a:pt x="19723" y="30568"/>
                  </a:lnTo>
                  <a:close/>
                </a:path>
                <a:path w="91439" h="32384">
                  <a:moveTo>
                    <a:pt x="19837" y="26885"/>
                  </a:moveTo>
                  <a:lnTo>
                    <a:pt x="19227" y="26885"/>
                  </a:lnTo>
                  <a:lnTo>
                    <a:pt x="19354" y="27152"/>
                  </a:lnTo>
                  <a:lnTo>
                    <a:pt x="19392" y="27673"/>
                  </a:lnTo>
                  <a:lnTo>
                    <a:pt x="19748" y="27609"/>
                  </a:lnTo>
                  <a:lnTo>
                    <a:pt x="19812" y="27254"/>
                  </a:lnTo>
                  <a:lnTo>
                    <a:pt x="19837" y="26885"/>
                  </a:lnTo>
                  <a:close/>
                </a:path>
                <a:path w="91439" h="32384">
                  <a:moveTo>
                    <a:pt x="20396" y="11645"/>
                  </a:moveTo>
                  <a:lnTo>
                    <a:pt x="20040" y="11696"/>
                  </a:lnTo>
                  <a:lnTo>
                    <a:pt x="19850" y="11493"/>
                  </a:lnTo>
                  <a:lnTo>
                    <a:pt x="20066" y="11290"/>
                  </a:lnTo>
                  <a:lnTo>
                    <a:pt x="19850" y="11353"/>
                  </a:lnTo>
                  <a:lnTo>
                    <a:pt x="19608" y="11341"/>
                  </a:lnTo>
                  <a:lnTo>
                    <a:pt x="19494" y="11518"/>
                  </a:lnTo>
                  <a:lnTo>
                    <a:pt x="19735" y="11696"/>
                  </a:lnTo>
                  <a:lnTo>
                    <a:pt x="20167" y="12052"/>
                  </a:lnTo>
                  <a:lnTo>
                    <a:pt x="20396" y="11645"/>
                  </a:lnTo>
                  <a:close/>
                </a:path>
                <a:path w="91439" h="32384">
                  <a:moveTo>
                    <a:pt x="20955" y="26441"/>
                  </a:moveTo>
                  <a:lnTo>
                    <a:pt x="20891" y="26098"/>
                  </a:lnTo>
                  <a:lnTo>
                    <a:pt x="20726" y="25882"/>
                  </a:lnTo>
                  <a:lnTo>
                    <a:pt x="20281" y="25895"/>
                  </a:lnTo>
                  <a:lnTo>
                    <a:pt x="20370" y="26212"/>
                  </a:lnTo>
                  <a:lnTo>
                    <a:pt x="20561" y="26428"/>
                  </a:lnTo>
                  <a:lnTo>
                    <a:pt x="20739" y="26682"/>
                  </a:lnTo>
                  <a:lnTo>
                    <a:pt x="20739" y="26543"/>
                  </a:lnTo>
                  <a:lnTo>
                    <a:pt x="20764" y="26416"/>
                  </a:lnTo>
                  <a:lnTo>
                    <a:pt x="20942" y="26454"/>
                  </a:lnTo>
                  <a:close/>
                </a:path>
                <a:path w="91439" h="32384">
                  <a:moveTo>
                    <a:pt x="21323" y="28867"/>
                  </a:moveTo>
                  <a:lnTo>
                    <a:pt x="20853" y="28905"/>
                  </a:lnTo>
                  <a:lnTo>
                    <a:pt x="21005" y="29159"/>
                  </a:lnTo>
                  <a:lnTo>
                    <a:pt x="20955" y="29629"/>
                  </a:lnTo>
                  <a:lnTo>
                    <a:pt x="21285" y="29679"/>
                  </a:lnTo>
                  <a:lnTo>
                    <a:pt x="21145" y="29425"/>
                  </a:lnTo>
                  <a:lnTo>
                    <a:pt x="21323" y="28867"/>
                  </a:lnTo>
                  <a:close/>
                </a:path>
                <a:path w="91439" h="32384">
                  <a:moveTo>
                    <a:pt x="21729" y="18046"/>
                  </a:moveTo>
                  <a:lnTo>
                    <a:pt x="21450" y="18059"/>
                  </a:lnTo>
                  <a:lnTo>
                    <a:pt x="21463" y="17805"/>
                  </a:lnTo>
                  <a:lnTo>
                    <a:pt x="21412" y="17602"/>
                  </a:lnTo>
                  <a:lnTo>
                    <a:pt x="21247" y="17653"/>
                  </a:lnTo>
                  <a:lnTo>
                    <a:pt x="20828" y="17462"/>
                  </a:lnTo>
                  <a:lnTo>
                    <a:pt x="20840" y="17703"/>
                  </a:lnTo>
                  <a:lnTo>
                    <a:pt x="21234" y="17691"/>
                  </a:lnTo>
                  <a:lnTo>
                    <a:pt x="21513" y="18567"/>
                  </a:lnTo>
                  <a:lnTo>
                    <a:pt x="21729" y="18046"/>
                  </a:lnTo>
                  <a:close/>
                </a:path>
                <a:path w="91439" h="32384">
                  <a:moveTo>
                    <a:pt x="24333" y="14770"/>
                  </a:moveTo>
                  <a:lnTo>
                    <a:pt x="24218" y="14554"/>
                  </a:lnTo>
                  <a:lnTo>
                    <a:pt x="23990" y="14439"/>
                  </a:lnTo>
                  <a:lnTo>
                    <a:pt x="24130" y="14846"/>
                  </a:lnTo>
                  <a:lnTo>
                    <a:pt x="24053" y="15036"/>
                  </a:lnTo>
                  <a:lnTo>
                    <a:pt x="24333" y="15113"/>
                  </a:lnTo>
                  <a:lnTo>
                    <a:pt x="24333" y="14770"/>
                  </a:lnTo>
                  <a:close/>
                </a:path>
                <a:path w="91439" h="32384">
                  <a:moveTo>
                    <a:pt x="29019" y="20040"/>
                  </a:moveTo>
                  <a:lnTo>
                    <a:pt x="28765" y="20040"/>
                  </a:lnTo>
                  <a:lnTo>
                    <a:pt x="28702" y="19862"/>
                  </a:lnTo>
                  <a:lnTo>
                    <a:pt x="28346" y="19926"/>
                  </a:lnTo>
                  <a:lnTo>
                    <a:pt x="28346" y="20281"/>
                  </a:lnTo>
                  <a:lnTo>
                    <a:pt x="28702" y="20434"/>
                  </a:lnTo>
                  <a:lnTo>
                    <a:pt x="28790" y="20256"/>
                  </a:lnTo>
                  <a:lnTo>
                    <a:pt x="29019" y="20040"/>
                  </a:lnTo>
                  <a:close/>
                </a:path>
                <a:path w="91439" h="32384">
                  <a:moveTo>
                    <a:pt x="29375" y="10426"/>
                  </a:moveTo>
                  <a:lnTo>
                    <a:pt x="29108" y="10528"/>
                  </a:lnTo>
                  <a:lnTo>
                    <a:pt x="28536" y="9893"/>
                  </a:lnTo>
                  <a:lnTo>
                    <a:pt x="28371" y="10312"/>
                  </a:lnTo>
                  <a:lnTo>
                    <a:pt x="28486" y="10502"/>
                  </a:lnTo>
                  <a:lnTo>
                    <a:pt x="29171" y="10693"/>
                  </a:lnTo>
                  <a:lnTo>
                    <a:pt x="29375" y="10426"/>
                  </a:lnTo>
                  <a:close/>
                </a:path>
                <a:path w="91439" h="32384">
                  <a:moveTo>
                    <a:pt x="30048" y="20294"/>
                  </a:moveTo>
                  <a:lnTo>
                    <a:pt x="29781" y="20015"/>
                  </a:lnTo>
                  <a:lnTo>
                    <a:pt x="29743" y="19596"/>
                  </a:lnTo>
                  <a:lnTo>
                    <a:pt x="29286" y="19837"/>
                  </a:lnTo>
                  <a:lnTo>
                    <a:pt x="29451" y="19862"/>
                  </a:lnTo>
                  <a:lnTo>
                    <a:pt x="29235" y="19964"/>
                  </a:lnTo>
                  <a:lnTo>
                    <a:pt x="29273" y="20167"/>
                  </a:lnTo>
                  <a:lnTo>
                    <a:pt x="29527" y="20205"/>
                  </a:lnTo>
                  <a:lnTo>
                    <a:pt x="29679" y="20345"/>
                  </a:lnTo>
                  <a:lnTo>
                    <a:pt x="30048" y="20294"/>
                  </a:lnTo>
                  <a:close/>
                </a:path>
                <a:path w="91439" h="32384">
                  <a:moveTo>
                    <a:pt x="32524" y="20510"/>
                  </a:moveTo>
                  <a:lnTo>
                    <a:pt x="32372" y="20485"/>
                  </a:lnTo>
                  <a:lnTo>
                    <a:pt x="32385" y="20281"/>
                  </a:lnTo>
                  <a:lnTo>
                    <a:pt x="32092" y="20167"/>
                  </a:lnTo>
                  <a:lnTo>
                    <a:pt x="31737" y="20497"/>
                  </a:lnTo>
                  <a:lnTo>
                    <a:pt x="32042" y="20612"/>
                  </a:lnTo>
                  <a:lnTo>
                    <a:pt x="32080" y="20358"/>
                  </a:lnTo>
                  <a:lnTo>
                    <a:pt x="32359" y="20751"/>
                  </a:lnTo>
                  <a:lnTo>
                    <a:pt x="32486" y="20726"/>
                  </a:lnTo>
                  <a:lnTo>
                    <a:pt x="32524" y="20510"/>
                  </a:lnTo>
                  <a:close/>
                </a:path>
                <a:path w="91439" h="32384">
                  <a:moveTo>
                    <a:pt x="34074" y="9169"/>
                  </a:moveTo>
                  <a:lnTo>
                    <a:pt x="34048" y="8966"/>
                  </a:lnTo>
                  <a:lnTo>
                    <a:pt x="33997" y="8801"/>
                  </a:lnTo>
                  <a:lnTo>
                    <a:pt x="33845" y="8724"/>
                  </a:lnTo>
                  <a:lnTo>
                    <a:pt x="33909" y="9042"/>
                  </a:lnTo>
                  <a:lnTo>
                    <a:pt x="33235" y="8648"/>
                  </a:lnTo>
                  <a:lnTo>
                    <a:pt x="33286" y="8966"/>
                  </a:lnTo>
                  <a:lnTo>
                    <a:pt x="33642" y="8940"/>
                  </a:lnTo>
                  <a:lnTo>
                    <a:pt x="33820" y="9093"/>
                  </a:lnTo>
                  <a:lnTo>
                    <a:pt x="34074" y="9169"/>
                  </a:lnTo>
                  <a:close/>
                </a:path>
                <a:path w="91439" h="32384">
                  <a:moveTo>
                    <a:pt x="35979" y="9499"/>
                  </a:moveTo>
                  <a:lnTo>
                    <a:pt x="35763" y="9283"/>
                  </a:lnTo>
                  <a:lnTo>
                    <a:pt x="35737" y="9423"/>
                  </a:lnTo>
                  <a:lnTo>
                    <a:pt x="35534" y="9499"/>
                  </a:lnTo>
                  <a:lnTo>
                    <a:pt x="35509" y="9766"/>
                  </a:lnTo>
                  <a:lnTo>
                    <a:pt x="35572" y="9931"/>
                  </a:lnTo>
                  <a:lnTo>
                    <a:pt x="35763" y="9944"/>
                  </a:lnTo>
                  <a:lnTo>
                    <a:pt x="35648" y="9613"/>
                  </a:lnTo>
                  <a:lnTo>
                    <a:pt x="35979" y="9499"/>
                  </a:lnTo>
                  <a:close/>
                </a:path>
                <a:path w="91439" h="32384">
                  <a:moveTo>
                    <a:pt x="38328" y="16903"/>
                  </a:moveTo>
                  <a:lnTo>
                    <a:pt x="38188" y="16764"/>
                  </a:lnTo>
                  <a:lnTo>
                    <a:pt x="37655" y="16713"/>
                  </a:lnTo>
                  <a:lnTo>
                    <a:pt x="37655" y="17018"/>
                  </a:lnTo>
                  <a:lnTo>
                    <a:pt x="37858" y="16954"/>
                  </a:lnTo>
                  <a:lnTo>
                    <a:pt x="38315" y="17157"/>
                  </a:lnTo>
                  <a:lnTo>
                    <a:pt x="38328" y="16903"/>
                  </a:lnTo>
                  <a:close/>
                </a:path>
                <a:path w="91439" h="32384">
                  <a:moveTo>
                    <a:pt x="39141" y="3251"/>
                  </a:moveTo>
                  <a:lnTo>
                    <a:pt x="38887" y="3136"/>
                  </a:lnTo>
                  <a:lnTo>
                    <a:pt x="38785" y="3467"/>
                  </a:lnTo>
                  <a:lnTo>
                    <a:pt x="38633" y="3683"/>
                  </a:lnTo>
                  <a:lnTo>
                    <a:pt x="38442" y="3911"/>
                  </a:lnTo>
                  <a:lnTo>
                    <a:pt x="38633" y="3911"/>
                  </a:lnTo>
                  <a:lnTo>
                    <a:pt x="38785" y="3937"/>
                  </a:lnTo>
                  <a:lnTo>
                    <a:pt x="38747" y="3657"/>
                  </a:lnTo>
                  <a:lnTo>
                    <a:pt x="39141" y="3251"/>
                  </a:lnTo>
                  <a:close/>
                </a:path>
                <a:path w="91439" h="32384">
                  <a:moveTo>
                    <a:pt x="40652" y="14808"/>
                  </a:moveTo>
                  <a:lnTo>
                    <a:pt x="40043" y="14808"/>
                  </a:lnTo>
                  <a:lnTo>
                    <a:pt x="40132" y="15240"/>
                  </a:lnTo>
                  <a:lnTo>
                    <a:pt x="40576" y="15240"/>
                  </a:lnTo>
                  <a:lnTo>
                    <a:pt x="40652" y="14808"/>
                  </a:lnTo>
                  <a:close/>
                </a:path>
                <a:path w="91439" h="32384">
                  <a:moveTo>
                    <a:pt x="42418" y="2286"/>
                  </a:moveTo>
                  <a:lnTo>
                    <a:pt x="42405" y="1816"/>
                  </a:lnTo>
                  <a:lnTo>
                    <a:pt x="42011" y="1905"/>
                  </a:lnTo>
                  <a:lnTo>
                    <a:pt x="41998" y="2171"/>
                  </a:lnTo>
                  <a:lnTo>
                    <a:pt x="41998" y="2451"/>
                  </a:lnTo>
                  <a:lnTo>
                    <a:pt x="42240" y="2463"/>
                  </a:lnTo>
                  <a:lnTo>
                    <a:pt x="42418" y="2286"/>
                  </a:lnTo>
                  <a:close/>
                </a:path>
                <a:path w="91439" h="32384">
                  <a:moveTo>
                    <a:pt x="42913" y="5816"/>
                  </a:moveTo>
                  <a:lnTo>
                    <a:pt x="42799" y="5626"/>
                  </a:lnTo>
                  <a:lnTo>
                    <a:pt x="42557" y="5562"/>
                  </a:lnTo>
                  <a:lnTo>
                    <a:pt x="42354" y="5486"/>
                  </a:lnTo>
                  <a:lnTo>
                    <a:pt x="42125" y="5676"/>
                  </a:lnTo>
                  <a:lnTo>
                    <a:pt x="42151" y="6007"/>
                  </a:lnTo>
                  <a:lnTo>
                    <a:pt x="42354" y="6261"/>
                  </a:lnTo>
                  <a:lnTo>
                    <a:pt x="42354" y="5994"/>
                  </a:lnTo>
                  <a:lnTo>
                    <a:pt x="42557" y="5880"/>
                  </a:lnTo>
                  <a:lnTo>
                    <a:pt x="42697" y="5702"/>
                  </a:lnTo>
                  <a:lnTo>
                    <a:pt x="42672" y="5892"/>
                  </a:lnTo>
                  <a:lnTo>
                    <a:pt x="42837" y="6019"/>
                  </a:lnTo>
                  <a:lnTo>
                    <a:pt x="42913" y="5816"/>
                  </a:lnTo>
                  <a:close/>
                </a:path>
                <a:path w="91439" h="32384">
                  <a:moveTo>
                    <a:pt x="43408" y="12915"/>
                  </a:moveTo>
                  <a:lnTo>
                    <a:pt x="43357" y="12661"/>
                  </a:lnTo>
                  <a:lnTo>
                    <a:pt x="42951" y="12547"/>
                  </a:lnTo>
                  <a:lnTo>
                    <a:pt x="42926" y="13208"/>
                  </a:lnTo>
                  <a:lnTo>
                    <a:pt x="43243" y="13220"/>
                  </a:lnTo>
                  <a:lnTo>
                    <a:pt x="43167" y="12903"/>
                  </a:lnTo>
                  <a:lnTo>
                    <a:pt x="43408" y="12915"/>
                  </a:lnTo>
                  <a:close/>
                </a:path>
                <a:path w="91439" h="32384">
                  <a:moveTo>
                    <a:pt x="43980" y="12877"/>
                  </a:moveTo>
                  <a:lnTo>
                    <a:pt x="43586" y="12890"/>
                  </a:lnTo>
                  <a:lnTo>
                    <a:pt x="43662" y="13169"/>
                  </a:lnTo>
                  <a:lnTo>
                    <a:pt x="43700" y="13512"/>
                  </a:lnTo>
                  <a:lnTo>
                    <a:pt x="43929" y="13677"/>
                  </a:lnTo>
                  <a:lnTo>
                    <a:pt x="43929" y="13296"/>
                  </a:lnTo>
                  <a:lnTo>
                    <a:pt x="43980" y="12877"/>
                  </a:lnTo>
                  <a:close/>
                </a:path>
                <a:path w="91439" h="32384">
                  <a:moveTo>
                    <a:pt x="45999" y="889"/>
                  </a:moveTo>
                  <a:lnTo>
                    <a:pt x="45859" y="101"/>
                  </a:lnTo>
                  <a:lnTo>
                    <a:pt x="45605" y="0"/>
                  </a:lnTo>
                  <a:lnTo>
                    <a:pt x="45605" y="304"/>
                  </a:lnTo>
                  <a:lnTo>
                    <a:pt x="45643" y="647"/>
                  </a:lnTo>
                  <a:lnTo>
                    <a:pt x="45478" y="787"/>
                  </a:lnTo>
                  <a:lnTo>
                    <a:pt x="45999" y="889"/>
                  </a:lnTo>
                  <a:close/>
                </a:path>
                <a:path w="91439" h="32384">
                  <a:moveTo>
                    <a:pt x="46850" y="28346"/>
                  </a:moveTo>
                  <a:lnTo>
                    <a:pt x="46418" y="28346"/>
                  </a:lnTo>
                  <a:lnTo>
                    <a:pt x="46443" y="28879"/>
                  </a:lnTo>
                  <a:lnTo>
                    <a:pt x="46736" y="29019"/>
                  </a:lnTo>
                  <a:lnTo>
                    <a:pt x="46659" y="28676"/>
                  </a:lnTo>
                  <a:lnTo>
                    <a:pt x="46850" y="28613"/>
                  </a:lnTo>
                  <a:lnTo>
                    <a:pt x="46850" y="28346"/>
                  </a:lnTo>
                  <a:close/>
                </a:path>
                <a:path w="91439" h="32384">
                  <a:moveTo>
                    <a:pt x="46951" y="8623"/>
                  </a:moveTo>
                  <a:lnTo>
                    <a:pt x="46545" y="8597"/>
                  </a:lnTo>
                  <a:lnTo>
                    <a:pt x="46177" y="8623"/>
                  </a:lnTo>
                  <a:lnTo>
                    <a:pt x="46139" y="8940"/>
                  </a:lnTo>
                  <a:lnTo>
                    <a:pt x="46824" y="9093"/>
                  </a:lnTo>
                  <a:lnTo>
                    <a:pt x="46951" y="8851"/>
                  </a:lnTo>
                  <a:lnTo>
                    <a:pt x="46736" y="8737"/>
                  </a:lnTo>
                  <a:lnTo>
                    <a:pt x="46951" y="8623"/>
                  </a:lnTo>
                  <a:close/>
                </a:path>
                <a:path w="91439" h="32384">
                  <a:moveTo>
                    <a:pt x="47155" y="21932"/>
                  </a:moveTo>
                  <a:lnTo>
                    <a:pt x="47078" y="21615"/>
                  </a:lnTo>
                  <a:lnTo>
                    <a:pt x="46723" y="21501"/>
                  </a:lnTo>
                  <a:lnTo>
                    <a:pt x="46837" y="21920"/>
                  </a:lnTo>
                  <a:lnTo>
                    <a:pt x="46609" y="22009"/>
                  </a:lnTo>
                  <a:lnTo>
                    <a:pt x="46939" y="22174"/>
                  </a:lnTo>
                  <a:lnTo>
                    <a:pt x="46913" y="21907"/>
                  </a:lnTo>
                  <a:lnTo>
                    <a:pt x="47155" y="21932"/>
                  </a:lnTo>
                  <a:close/>
                </a:path>
                <a:path w="91439" h="32384">
                  <a:moveTo>
                    <a:pt x="47777" y="11226"/>
                  </a:moveTo>
                  <a:lnTo>
                    <a:pt x="47332" y="11290"/>
                  </a:lnTo>
                  <a:lnTo>
                    <a:pt x="47066" y="11201"/>
                  </a:lnTo>
                  <a:lnTo>
                    <a:pt x="47129" y="11366"/>
                  </a:lnTo>
                  <a:lnTo>
                    <a:pt x="46939" y="11785"/>
                  </a:lnTo>
                  <a:lnTo>
                    <a:pt x="47180" y="11760"/>
                  </a:lnTo>
                  <a:lnTo>
                    <a:pt x="47282" y="11341"/>
                  </a:lnTo>
                  <a:lnTo>
                    <a:pt x="47739" y="11645"/>
                  </a:lnTo>
                  <a:lnTo>
                    <a:pt x="47777" y="11226"/>
                  </a:lnTo>
                  <a:close/>
                </a:path>
                <a:path w="91439" h="32384">
                  <a:moveTo>
                    <a:pt x="48056" y="26885"/>
                  </a:moveTo>
                  <a:lnTo>
                    <a:pt x="47612" y="26885"/>
                  </a:lnTo>
                  <a:lnTo>
                    <a:pt x="47688" y="27089"/>
                  </a:lnTo>
                  <a:lnTo>
                    <a:pt x="47282" y="27355"/>
                  </a:lnTo>
                  <a:lnTo>
                    <a:pt x="47612" y="27444"/>
                  </a:lnTo>
                  <a:lnTo>
                    <a:pt x="47713" y="27178"/>
                  </a:lnTo>
                  <a:lnTo>
                    <a:pt x="47993" y="27139"/>
                  </a:lnTo>
                  <a:lnTo>
                    <a:pt x="48056" y="26885"/>
                  </a:lnTo>
                  <a:close/>
                </a:path>
                <a:path w="91439" h="32384">
                  <a:moveTo>
                    <a:pt x="49263" y="22212"/>
                  </a:moveTo>
                  <a:lnTo>
                    <a:pt x="48856" y="22288"/>
                  </a:lnTo>
                  <a:lnTo>
                    <a:pt x="48844" y="22644"/>
                  </a:lnTo>
                  <a:lnTo>
                    <a:pt x="48856" y="22961"/>
                  </a:lnTo>
                  <a:lnTo>
                    <a:pt x="49085" y="23063"/>
                  </a:lnTo>
                  <a:lnTo>
                    <a:pt x="49009" y="22821"/>
                  </a:lnTo>
                  <a:lnTo>
                    <a:pt x="49263" y="22212"/>
                  </a:lnTo>
                  <a:close/>
                </a:path>
                <a:path w="91439" h="32384">
                  <a:moveTo>
                    <a:pt x="49860" y="26085"/>
                  </a:moveTo>
                  <a:lnTo>
                    <a:pt x="49847" y="25882"/>
                  </a:lnTo>
                  <a:lnTo>
                    <a:pt x="49784" y="25704"/>
                  </a:lnTo>
                  <a:lnTo>
                    <a:pt x="49644" y="25641"/>
                  </a:lnTo>
                  <a:lnTo>
                    <a:pt x="49415" y="25755"/>
                  </a:lnTo>
                  <a:lnTo>
                    <a:pt x="49415" y="26085"/>
                  </a:lnTo>
                  <a:lnTo>
                    <a:pt x="49707" y="26085"/>
                  </a:lnTo>
                  <a:lnTo>
                    <a:pt x="49644" y="25895"/>
                  </a:lnTo>
                  <a:lnTo>
                    <a:pt x="49860" y="26085"/>
                  </a:lnTo>
                  <a:close/>
                </a:path>
                <a:path w="91439" h="32384">
                  <a:moveTo>
                    <a:pt x="50393" y="1663"/>
                  </a:moveTo>
                  <a:lnTo>
                    <a:pt x="50088" y="1549"/>
                  </a:lnTo>
                  <a:lnTo>
                    <a:pt x="49809" y="1600"/>
                  </a:lnTo>
                  <a:lnTo>
                    <a:pt x="49720" y="2311"/>
                  </a:lnTo>
                  <a:lnTo>
                    <a:pt x="50088" y="2336"/>
                  </a:lnTo>
                  <a:lnTo>
                    <a:pt x="49936" y="1981"/>
                  </a:lnTo>
                  <a:lnTo>
                    <a:pt x="50393" y="1663"/>
                  </a:lnTo>
                  <a:close/>
                </a:path>
                <a:path w="91439" h="32384">
                  <a:moveTo>
                    <a:pt x="54127" y="19824"/>
                  </a:moveTo>
                  <a:lnTo>
                    <a:pt x="53822" y="19824"/>
                  </a:lnTo>
                  <a:lnTo>
                    <a:pt x="53492" y="19862"/>
                  </a:lnTo>
                  <a:lnTo>
                    <a:pt x="53352" y="19710"/>
                  </a:lnTo>
                  <a:lnTo>
                    <a:pt x="53352" y="20078"/>
                  </a:lnTo>
                  <a:lnTo>
                    <a:pt x="53682" y="20129"/>
                  </a:lnTo>
                  <a:lnTo>
                    <a:pt x="53911" y="20269"/>
                  </a:lnTo>
                  <a:lnTo>
                    <a:pt x="53822" y="19964"/>
                  </a:lnTo>
                  <a:lnTo>
                    <a:pt x="54127" y="20027"/>
                  </a:lnTo>
                  <a:lnTo>
                    <a:pt x="54127" y="19824"/>
                  </a:lnTo>
                  <a:close/>
                </a:path>
                <a:path w="91439" h="32384">
                  <a:moveTo>
                    <a:pt x="54254" y="12992"/>
                  </a:moveTo>
                  <a:lnTo>
                    <a:pt x="53911" y="12992"/>
                  </a:lnTo>
                  <a:lnTo>
                    <a:pt x="53949" y="13246"/>
                  </a:lnTo>
                  <a:lnTo>
                    <a:pt x="53898" y="13411"/>
                  </a:lnTo>
                  <a:lnTo>
                    <a:pt x="53809" y="13550"/>
                  </a:lnTo>
                  <a:lnTo>
                    <a:pt x="54229" y="13652"/>
                  </a:lnTo>
                  <a:lnTo>
                    <a:pt x="54076" y="13157"/>
                  </a:lnTo>
                  <a:lnTo>
                    <a:pt x="54254" y="12992"/>
                  </a:lnTo>
                  <a:close/>
                </a:path>
                <a:path w="91439" h="32384">
                  <a:moveTo>
                    <a:pt x="54394" y="7581"/>
                  </a:moveTo>
                  <a:lnTo>
                    <a:pt x="54254" y="7162"/>
                  </a:lnTo>
                  <a:lnTo>
                    <a:pt x="53873" y="7023"/>
                  </a:lnTo>
                  <a:lnTo>
                    <a:pt x="53784" y="7734"/>
                  </a:lnTo>
                  <a:lnTo>
                    <a:pt x="54025" y="7835"/>
                  </a:lnTo>
                  <a:lnTo>
                    <a:pt x="53962" y="7480"/>
                  </a:lnTo>
                  <a:lnTo>
                    <a:pt x="54394" y="7581"/>
                  </a:lnTo>
                  <a:close/>
                </a:path>
                <a:path w="91439" h="32384">
                  <a:moveTo>
                    <a:pt x="54521" y="21209"/>
                  </a:moveTo>
                  <a:lnTo>
                    <a:pt x="54254" y="21056"/>
                  </a:lnTo>
                  <a:lnTo>
                    <a:pt x="54190" y="21234"/>
                  </a:lnTo>
                  <a:lnTo>
                    <a:pt x="53822" y="21653"/>
                  </a:lnTo>
                  <a:lnTo>
                    <a:pt x="54127" y="21844"/>
                  </a:lnTo>
                  <a:lnTo>
                    <a:pt x="54076" y="21577"/>
                  </a:lnTo>
                  <a:lnTo>
                    <a:pt x="54521" y="21209"/>
                  </a:lnTo>
                  <a:close/>
                </a:path>
                <a:path w="91439" h="32384">
                  <a:moveTo>
                    <a:pt x="55245" y="6946"/>
                  </a:moveTo>
                  <a:lnTo>
                    <a:pt x="54902" y="6718"/>
                  </a:lnTo>
                  <a:lnTo>
                    <a:pt x="54978" y="7023"/>
                  </a:lnTo>
                  <a:lnTo>
                    <a:pt x="54673" y="6934"/>
                  </a:lnTo>
                  <a:lnTo>
                    <a:pt x="54660" y="7315"/>
                  </a:lnTo>
                  <a:lnTo>
                    <a:pt x="54635" y="7670"/>
                  </a:lnTo>
                  <a:lnTo>
                    <a:pt x="54902" y="7721"/>
                  </a:lnTo>
                  <a:lnTo>
                    <a:pt x="54673" y="7327"/>
                  </a:lnTo>
                  <a:lnTo>
                    <a:pt x="54927" y="7073"/>
                  </a:lnTo>
                  <a:lnTo>
                    <a:pt x="55245" y="6946"/>
                  </a:lnTo>
                  <a:close/>
                </a:path>
                <a:path w="91439" h="32384">
                  <a:moveTo>
                    <a:pt x="55689" y="2679"/>
                  </a:moveTo>
                  <a:lnTo>
                    <a:pt x="55638" y="2171"/>
                  </a:lnTo>
                  <a:lnTo>
                    <a:pt x="55206" y="2171"/>
                  </a:lnTo>
                  <a:lnTo>
                    <a:pt x="54902" y="2336"/>
                  </a:lnTo>
                  <a:lnTo>
                    <a:pt x="55270" y="2336"/>
                  </a:lnTo>
                  <a:lnTo>
                    <a:pt x="55283" y="2705"/>
                  </a:lnTo>
                  <a:lnTo>
                    <a:pt x="55689" y="2679"/>
                  </a:lnTo>
                  <a:close/>
                </a:path>
                <a:path w="91439" h="32384">
                  <a:moveTo>
                    <a:pt x="58267" y="28905"/>
                  </a:moveTo>
                  <a:lnTo>
                    <a:pt x="57924" y="28905"/>
                  </a:lnTo>
                  <a:lnTo>
                    <a:pt x="58064" y="29260"/>
                  </a:lnTo>
                  <a:lnTo>
                    <a:pt x="57759" y="29159"/>
                  </a:lnTo>
                  <a:lnTo>
                    <a:pt x="57708" y="29349"/>
                  </a:lnTo>
                  <a:lnTo>
                    <a:pt x="58077" y="29387"/>
                  </a:lnTo>
                  <a:lnTo>
                    <a:pt x="58254" y="29210"/>
                  </a:lnTo>
                  <a:lnTo>
                    <a:pt x="58267" y="28905"/>
                  </a:lnTo>
                  <a:close/>
                </a:path>
                <a:path w="91439" h="32384">
                  <a:moveTo>
                    <a:pt x="59512" y="13220"/>
                  </a:moveTo>
                  <a:lnTo>
                    <a:pt x="58851" y="13347"/>
                  </a:lnTo>
                  <a:lnTo>
                    <a:pt x="58470" y="13284"/>
                  </a:lnTo>
                  <a:lnTo>
                    <a:pt x="58166" y="13550"/>
                  </a:lnTo>
                  <a:lnTo>
                    <a:pt x="58470" y="13703"/>
                  </a:lnTo>
                  <a:lnTo>
                    <a:pt x="59270" y="13512"/>
                  </a:lnTo>
                  <a:lnTo>
                    <a:pt x="59512" y="13220"/>
                  </a:lnTo>
                  <a:close/>
                </a:path>
                <a:path w="91439" h="32384">
                  <a:moveTo>
                    <a:pt x="60756" y="17995"/>
                  </a:moveTo>
                  <a:lnTo>
                    <a:pt x="60731" y="17703"/>
                  </a:lnTo>
                  <a:lnTo>
                    <a:pt x="60401" y="17475"/>
                  </a:lnTo>
                  <a:lnTo>
                    <a:pt x="60452" y="17830"/>
                  </a:lnTo>
                  <a:lnTo>
                    <a:pt x="60007" y="17780"/>
                  </a:lnTo>
                  <a:lnTo>
                    <a:pt x="60274" y="18034"/>
                  </a:lnTo>
                  <a:lnTo>
                    <a:pt x="60502" y="17995"/>
                  </a:lnTo>
                  <a:lnTo>
                    <a:pt x="60756" y="17995"/>
                  </a:lnTo>
                  <a:close/>
                </a:path>
                <a:path w="91439" h="32384">
                  <a:moveTo>
                    <a:pt x="61734" y="11811"/>
                  </a:moveTo>
                  <a:lnTo>
                    <a:pt x="61391" y="11544"/>
                  </a:lnTo>
                  <a:lnTo>
                    <a:pt x="61391" y="11849"/>
                  </a:lnTo>
                  <a:lnTo>
                    <a:pt x="61442" y="12280"/>
                  </a:lnTo>
                  <a:lnTo>
                    <a:pt x="61175" y="11988"/>
                  </a:lnTo>
                  <a:lnTo>
                    <a:pt x="61175" y="12280"/>
                  </a:lnTo>
                  <a:lnTo>
                    <a:pt x="61239" y="12522"/>
                  </a:lnTo>
                  <a:lnTo>
                    <a:pt x="61391" y="12661"/>
                  </a:lnTo>
                  <a:lnTo>
                    <a:pt x="61582" y="12331"/>
                  </a:lnTo>
                  <a:lnTo>
                    <a:pt x="61734" y="11811"/>
                  </a:lnTo>
                  <a:close/>
                </a:path>
                <a:path w="91439" h="32384">
                  <a:moveTo>
                    <a:pt x="65328" y="14198"/>
                  </a:moveTo>
                  <a:lnTo>
                    <a:pt x="65024" y="14236"/>
                  </a:lnTo>
                  <a:lnTo>
                    <a:pt x="64566" y="14097"/>
                  </a:lnTo>
                  <a:lnTo>
                    <a:pt x="64554" y="14427"/>
                  </a:lnTo>
                  <a:lnTo>
                    <a:pt x="65227" y="14401"/>
                  </a:lnTo>
                  <a:lnTo>
                    <a:pt x="64693" y="14706"/>
                  </a:lnTo>
                  <a:lnTo>
                    <a:pt x="65227" y="14871"/>
                  </a:lnTo>
                  <a:lnTo>
                    <a:pt x="65112" y="14541"/>
                  </a:lnTo>
                  <a:lnTo>
                    <a:pt x="65328" y="14427"/>
                  </a:lnTo>
                  <a:lnTo>
                    <a:pt x="65328" y="14198"/>
                  </a:lnTo>
                  <a:close/>
                </a:path>
                <a:path w="91439" h="32384">
                  <a:moveTo>
                    <a:pt x="65887" y="13779"/>
                  </a:moveTo>
                  <a:lnTo>
                    <a:pt x="65760" y="13436"/>
                  </a:lnTo>
                  <a:lnTo>
                    <a:pt x="65493" y="13436"/>
                  </a:lnTo>
                  <a:lnTo>
                    <a:pt x="65265" y="12827"/>
                  </a:lnTo>
                  <a:lnTo>
                    <a:pt x="65100" y="13093"/>
                  </a:lnTo>
                  <a:lnTo>
                    <a:pt x="65265" y="13195"/>
                  </a:lnTo>
                  <a:lnTo>
                    <a:pt x="65328" y="13385"/>
                  </a:lnTo>
                  <a:lnTo>
                    <a:pt x="65316" y="13677"/>
                  </a:lnTo>
                  <a:lnTo>
                    <a:pt x="65519" y="13639"/>
                  </a:lnTo>
                  <a:lnTo>
                    <a:pt x="65887" y="13779"/>
                  </a:lnTo>
                  <a:close/>
                </a:path>
                <a:path w="91439" h="32384">
                  <a:moveTo>
                    <a:pt x="66027" y="19367"/>
                  </a:moveTo>
                  <a:lnTo>
                    <a:pt x="65849" y="19253"/>
                  </a:lnTo>
                  <a:lnTo>
                    <a:pt x="65646" y="19151"/>
                  </a:lnTo>
                  <a:lnTo>
                    <a:pt x="65620" y="19481"/>
                  </a:lnTo>
                  <a:lnTo>
                    <a:pt x="65633" y="19773"/>
                  </a:lnTo>
                  <a:lnTo>
                    <a:pt x="65989" y="19723"/>
                  </a:lnTo>
                  <a:lnTo>
                    <a:pt x="66027" y="19367"/>
                  </a:lnTo>
                  <a:close/>
                </a:path>
                <a:path w="91439" h="32384">
                  <a:moveTo>
                    <a:pt x="66116" y="12877"/>
                  </a:moveTo>
                  <a:lnTo>
                    <a:pt x="66078" y="12585"/>
                  </a:lnTo>
                  <a:lnTo>
                    <a:pt x="65659" y="12141"/>
                  </a:lnTo>
                  <a:lnTo>
                    <a:pt x="65455" y="12433"/>
                  </a:lnTo>
                  <a:lnTo>
                    <a:pt x="65582" y="12661"/>
                  </a:lnTo>
                  <a:lnTo>
                    <a:pt x="65836" y="12788"/>
                  </a:lnTo>
                  <a:lnTo>
                    <a:pt x="66116" y="12877"/>
                  </a:lnTo>
                  <a:close/>
                </a:path>
                <a:path w="91439" h="32384">
                  <a:moveTo>
                    <a:pt x="67221" y="23050"/>
                  </a:moveTo>
                  <a:lnTo>
                    <a:pt x="66992" y="23075"/>
                  </a:lnTo>
                  <a:lnTo>
                    <a:pt x="66395" y="23279"/>
                  </a:lnTo>
                  <a:lnTo>
                    <a:pt x="66789" y="23520"/>
                  </a:lnTo>
                  <a:lnTo>
                    <a:pt x="66903" y="23317"/>
                  </a:lnTo>
                  <a:lnTo>
                    <a:pt x="67195" y="23342"/>
                  </a:lnTo>
                  <a:lnTo>
                    <a:pt x="67221" y="23050"/>
                  </a:lnTo>
                  <a:close/>
                </a:path>
                <a:path w="91439" h="32384">
                  <a:moveTo>
                    <a:pt x="67881" y="23406"/>
                  </a:moveTo>
                  <a:lnTo>
                    <a:pt x="67449" y="23406"/>
                  </a:lnTo>
                  <a:lnTo>
                    <a:pt x="67475" y="23609"/>
                  </a:lnTo>
                  <a:lnTo>
                    <a:pt x="67754" y="24142"/>
                  </a:lnTo>
                  <a:lnTo>
                    <a:pt x="67881" y="23837"/>
                  </a:lnTo>
                  <a:lnTo>
                    <a:pt x="67614" y="23825"/>
                  </a:lnTo>
                  <a:lnTo>
                    <a:pt x="67856" y="23469"/>
                  </a:lnTo>
                  <a:close/>
                </a:path>
                <a:path w="91439" h="32384">
                  <a:moveTo>
                    <a:pt x="68364" y="17335"/>
                  </a:moveTo>
                  <a:lnTo>
                    <a:pt x="68300" y="17183"/>
                  </a:lnTo>
                  <a:lnTo>
                    <a:pt x="67818" y="17500"/>
                  </a:lnTo>
                  <a:lnTo>
                    <a:pt x="68135" y="17691"/>
                  </a:lnTo>
                  <a:lnTo>
                    <a:pt x="68275" y="17386"/>
                  </a:lnTo>
                  <a:close/>
                </a:path>
                <a:path w="91439" h="32384">
                  <a:moveTo>
                    <a:pt x="68516" y="16979"/>
                  </a:moveTo>
                  <a:lnTo>
                    <a:pt x="68478" y="16789"/>
                  </a:lnTo>
                  <a:lnTo>
                    <a:pt x="68135" y="16789"/>
                  </a:lnTo>
                  <a:lnTo>
                    <a:pt x="68300" y="17183"/>
                  </a:lnTo>
                  <a:lnTo>
                    <a:pt x="68249" y="17005"/>
                  </a:lnTo>
                  <a:lnTo>
                    <a:pt x="68516" y="16979"/>
                  </a:lnTo>
                  <a:close/>
                </a:path>
                <a:path w="91439" h="32384">
                  <a:moveTo>
                    <a:pt x="70027" y="24231"/>
                  </a:moveTo>
                  <a:lnTo>
                    <a:pt x="69494" y="23825"/>
                  </a:lnTo>
                  <a:lnTo>
                    <a:pt x="69811" y="23406"/>
                  </a:lnTo>
                  <a:lnTo>
                    <a:pt x="68859" y="23304"/>
                  </a:lnTo>
                  <a:lnTo>
                    <a:pt x="69430" y="24358"/>
                  </a:lnTo>
                  <a:lnTo>
                    <a:pt x="69811" y="24523"/>
                  </a:lnTo>
                  <a:lnTo>
                    <a:pt x="70027" y="24231"/>
                  </a:lnTo>
                  <a:close/>
                </a:path>
                <a:path w="91439" h="32384">
                  <a:moveTo>
                    <a:pt x="73050" y="21793"/>
                  </a:moveTo>
                  <a:lnTo>
                    <a:pt x="72720" y="21729"/>
                  </a:lnTo>
                  <a:lnTo>
                    <a:pt x="72682" y="21920"/>
                  </a:lnTo>
                  <a:lnTo>
                    <a:pt x="72567" y="21704"/>
                  </a:lnTo>
                  <a:lnTo>
                    <a:pt x="72377" y="21729"/>
                  </a:lnTo>
                  <a:lnTo>
                    <a:pt x="72377" y="22059"/>
                  </a:lnTo>
                  <a:lnTo>
                    <a:pt x="72720" y="22174"/>
                  </a:lnTo>
                  <a:lnTo>
                    <a:pt x="72593" y="21971"/>
                  </a:lnTo>
                  <a:lnTo>
                    <a:pt x="73050" y="21793"/>
                  </a:lnTo>
                  <a:close/>
                </a:path>
                <a:path w="91439" h="32384">
                  <a:moveTo>
                    <a:pt x="73177" y="20612"/>
                  </a:moveTo>
                  <a:lnTo>
                    <a:pt x="73063" y="20358"/>
                  </a:lnTo>
                  <a:lnTo>
                    <a:pt x="72961" y="20078"/>
                  </a:lnTo>
                  <a:lnTo>
                    <a:pt x="72618" y="20040"/>
                  </a:lnTo>
                  <a:lnTo>
                    <a:pt x="72580" y="20205"/>
                  </a:lnTo>
                  <a:lnTo>
                    <a:pt x="72453" y="20269"/>
                  </a:lnTo>
                  <a:lnTo>
                    <a:pt x="72504" y="20497"/>
                  </a:lnTo>
                  <a:lnTo>
                    <a:pt x="72796" y="20612"/>
                  </a:lnTo>
                  <a:lnTo>
                    <a:pt x="73177" y="20612"/>
                  </a:lnTo>
                  <a:close/>
                </a:path>
                <a:path w="91439" h="32384">
                  <a:moveTo>
                    <a:pt x="75755" y="22174"/>
                  </a:moveTo>
                  <a:lnTo>
                    <a:pt x="75717" y="21907"/>
                  </a:lnTo>
                  <a:lnTo>
                    <a:pt x="75488" y="21247"/>
                  </a:lnTo>
                  <a:lnTo>
                    <a:pt x="75196" y="21615"/>
                  </a:lnTo>
                  <a:lnTo>
                    <a:pt x="75412" y="21615"/>
                  </a:lnTo>
                  <a:lnTo>
                    <a:pt x="75184" y="21844"/>
                  </a:lnTo>
                  <a:lnTo>
                    <a:pt x="75501" y="22098"/>
                  </a:lnTo>
                  <a:lnTo>
                    <a:pt x="75755" y="22174"/>
                  </a:lnTo>
                  <a:close/>
                </a:path>
                <a:path w="91439" h="32384">
                  <a:moveTo>
                    <a:pt x="78663" y="18846"/>
                  </a:moveTo>
                  <a:lnTo>
                    <a:pt x="78206" y="18707"/>
                  </a:lnTo>
                  <a:lnTo>
                    <a:pt x="78092" y="18859"/>
                  </a:lnTo>
                  <a:lnTo>
                    <a:pt x="77914" y="18935"/>
                  </a:lnTo>
                  <a:lnTo>
                    <a:pt x="77863" y="19151"/>
                  </a:lnTo>
                  <a:lnTo>
                    <a:pt x="78193" y="19151"/>
                  </a:lnTo>
                  <a:lnTo>
                    <a:pt x="78663" y="18846"/>
                  </a:lnTo>
                  <a:close/>
                </a:path>
                <a:path w="91439" h="32384">
                  <a:moveTo>
                    <a:pt x="80911" y="19380"/>
                  </a:moveTo>
                  <a:lnTo>
                    <a:pt x="80581" y="19151"/>
                  </a:lnTo>
                  <a:lnTo>
                    <a:pt x="80225" y="19278"/>
                  </a:lnTo>
                  <a:lnTo>
                    <a:pt x="80340" y="19558"/>
                  </a:lnTo>
                  <a:lnTo>
                    <a:pt x="80594" y="19735"/>
                  </a:lnTo>
                  <a:lnTo>
                    <a:pt x="80784" y="19926"/>
                  </a:lnTo>
                  <a:lnTo>
                    <a:pt x="80632" y="19596"/>
                  </a:lnTo>
                  <a:lnTo>
                    <a:pt x="80911" y="19380"/>
                  </a:lnTo>
                  <a:close/>
                </a:path>
                <a:path w="91439" h="32384">
                  <a:moveTo>
                    <a:pt x="81686" y="20269"/>
                  </a:moveTo>
                  <a:lnTo>
                    <a:pt x="81229" y="20269"/>
                  </a:lnTo>
                  <a:lnTo>
                    <a:pt x="81241" y="20650"/>
                  </a:lnTo>
                  <a:lnTo>
                    <a:pt x="81038" y="20739"/>
                  </a:lnTo>
                  <a:lnTo>
                    <a:pt x="81343" y="20942"/>
                  </a:lnTo>
                  <a:lnTo>
                    <a:pt x="81597" y="20612"/>
                  </a:lnTo>
                  <a:lnTo>
                    <a:pt x="81686" y="20269"/>
                  </a:lnTo>
                  <a:close/>
                </a:path>
                <a:path w="91439" h="32384">
                  <a:moveTo>
                    <a:pt x="83527" y="21043"/>
                  </a:moveTo>
                  <a:lnTo>
                    <a:pt x="82816" y="20586"/>
                  </a:lnTo>
                  <a:lnTo>
                    <a:pt x="82588" y="21069"/>
                  </a:lnTo>
                  <a:lnTo>
                    <a:pt x="83019" y="21183"/>
                  </a:lnTo>
                  <a:lnTo>
                    <a:pt x="82854" y="21615"/>
                  </a:lnTo>
                  <a:lnTo>
                    <a:pt x="83362" y="21856"/>
                  </a:lnTo>
                  <a:lnTo>
                    <a:pt x="83527" y="21043"/>
                  </a:lnTo>
                  <a:close/>
                </a:path>
                <a:path w="91439" h="32384">
                  <a:moveTo>
                    <a:pt x="84366" y="23025"/>
                  </a:moveTo>
                  <a:lnTo>
                    <a:pt x="84251" y="22504"/>
                  </a:lnTo>
                  <a:lnTo>
                    <a:pt x="83820" y="22504"/>
                  </a:lnTo>
                  <a:lnTo>
                    <a:pt x="83794" y="22923"/>
                  </a:lnTo>
                  <a:lnTo>
                    <a:pt x="83870" y="23279"/>
                  </a:lnTo>
                  <a:lnTo>
                    <a:pt x="84035" y="23507"/>
                  </a:lnTo>
                  <a:lnTo>
                    <a:pt x="83972" y="23050"/>
                  </a:lnTo>
                  <a:lnTo>
                    <a:pt x="84366" y="23025"/>
                  </a:lnTo>
                  <a:close/>
                </a:path>
                <a:path w="91439" h="32384">
                  <a:moveTo>
                    <a:pt x="85509" y="31026"/>
                  </a:moveTo>
                  <a:lnTo>
                    <a:pt x="84937" y="31000"/>
                  </a:lnTo>
                  <a:lnTo>
                    <a:pt x="84836" y="31635"/>
                  </a:lnTo>
                  <a:lnTo>
                    <a:pt x="85153" y="31927"/>
                  </a:lnTo>
                  <a:lnTo>
                    <a:pt x="85217" y="31559"/>
                  </a:lnTo>
                  <a:lnTo>
                    <a:pt x="85509" y="31445"/>
                  </a:lnTo>
                  <a:lnTo>
                    <a:pt x="85509" y="31026"/>
                  </a:lnTo>
                  <a:close/>
                </a:path>
                <a:path w="91439" h="32384">
                  <a:moveTo>
                    <a:pt x="87845" y="22415"/>
                  </a:moveTo>
                  <a:lnTo>
                    <a:pt x="87515" y="22301"/>
                  </a:lnTo>
                  <a:lnTo>
                    <a:pt x="87249" y="22517"/>
                  </a:lnTo>
                  <a:lnTo>
                    <a:pt x="87604" y="22656"/>
                  </a:lnTo>
                  <a:lnTo>
                    <a:pt x="87401" y="22847"/>
                  </a:lnTo>
                  <a:lnTo>
                    <a:pt x="87744" y="22898"/>
                  </a:lnTo>
                  <a:lnTo>
                    <a:pt x="87579" y="22453"/>
                  </a:lnTo>
                  <a:lnTo>
                    <a:pt x="87845" y="22415"/>
                  </a:lnTo>
                  <a:close/>
                </a:path>
                <a:path w="91439" h="32384">
                  <a:moveTo>
                    <a:pt x="88722" y="28562"/>
                  </a:moveTo>
                  <a:lnTo>
                    <a:pt x="88290" y="28689"/>
                  </a:lnTo>
                  <a:lnTo>
                    <a:pt x="88176" y="29044"/>
                  </a:lnTo>
                  <a:lnTo>
                    <a:pt x="88468" y="28968"/>
                  </a:lnTo>
                  <a:lnTo>
                    <a:pt x="88722" y="28562"/>
                  </a:lnTo>
                  <a:close/>
                </a:path>
                <a:path w="91439" h="32384">
                  <a:moveTo>
                    <a:pt x="88849" y="29019"/>
                  </a:moveTo>
                  <a:lnTo>
                    <a:pt x="88519" y="29108"/>
                  </a:lnTo>
                  <a:lnTo>
                    <a:pt x="88417" y="29235"/>
                  </a:lnTo>
                  <a:lnTo>
                    <a:pt x="88607" y="29222"/>
                  </a:lnTo>
                  <a:lnTo>
                    <a:pt x="88785" y="29159"/>
                  </a:lnTo>
                  <a:lnTo>
                    <a:pt x="88849" y="29019"/>
                  </a:lnTo>
                  <a:close/>
                </a:path>
                <a:path w="91439" h="32384">
                  <a:moveTo>
                    <a:pt x="91313" y="31457"/>
                  </a:moveTo>
                  <a:lnTo>
                    <a:pt x="91173" y="30899"/>
                  </a:lnTo>
                  <a:lnTo>
                    <a:pt x="90881" y="30797"/>
                  </a:lnTo>
                  <a:lnTo>
                    <a:pt x="90881" y="31178"/>
                  </a:lnTo>
                  <a:lnTo>
                    <a:pt x="91020" y="31394"/>
                  </a:lnTo>
                  <a:lnTo>
                    <a:pt x="91211" y="31584"/>
                  </a:lnTo>
                  <a:lnTo>
                    <a:pt x="91313" y="31457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3" name="object 103"/>
            <p:cNvSpPr/>
            <p:nvPr/>
          </p:nvSpPr>
          <p:spPr>
            <a:xfrm>
              <a:off x="3978605" y="994689"/>
              <a:ext cx="95885" cy="41910"/>
            </a:xfrm>
            <a:custGeom>
              <a:avLst/>
              <a:gdLst/>
              <a:ahLst/>
              <a:cxnLst/>
              <a:rect l="l" t="t" r="r" b="b"/>
              <a:pathLst>
                <a:path w="95885" h="41909">
                  <a:moveTo>
                    <a:pt x="774" y="38455"/>
                  </a:moveTo>
                  <a:lnTo>
                    <a:pt x="647" y="37680"/>
                  </a:lnTo>
                  <a:lnTo>
                    <a:pt x="241" y="37973"/>
                  </a:lnTo>
                  <a:lnTo>
                    <a:pt x="419" y="38023"/>
                  </a:lnTo>
                  <a:lnTo>
                    <a:pt x="177" y="38100"/>
                  </a:lnTo>
                  <a:lnTo>
                    <a:pt x="304" y="38227"/>
                  </a:lnTo>
                  <a:lnTo>
                    <a:pt x="88" y="38328"/>
                  </a:lnTo>
                  <a:lnTo>
                    <a:pt x="114" y="38519"/>
                  </a:lnTo>
                  <a:lnTo>
                    <a:pt x="393" y="38379"/>
                  </a:lnTo>
                  <a:lnTo>
                    <a:pt x="660" y="38773"/>
                  </a:lnTo>
                  <a:lnTo>
                    <a:pt x="673" y="38519"/>
                  </a:lnTo>
                  <a:close/>
                </a:path>
                <a:path w="95885" h="41909">
                  <a:moveTo>
                    <a:pt x="787" y="32588"/>
                  </a:moveTo>
                  <a:lnTo>
                    <a:pt x="469" y="32385"/>
                  </a:lnTo>
                  <a:lnTo>
                    <a:pt x="355" y="32156"/>
                  </a:lnTo>
                  <a:lnTo>
                    <a:pt x="279" y="32372"/>
                  </a:lnTo>
                  <a:lnTo>
                    <a:pt x="127" y="32512"/>
                  </a:lnTo>
                  <a:lnTo>
                    <a:pt x="0" y="32702"/>
                  </a:lnTo>
                  <a:lnTo>
                    <a:pt x="393" y="32550"/>
                  </a:lnTo>
                  <a:lnTo>
                    <a:pt x="546" y="32842"/>
                  </a:lnTo>
                  <a:lnTo>
                    <a:pt x="787" y="32588"/>
                  </a:lnTo>
                  <a:close/>
                </a:path>
                <a:path w="95885" h="41909">
                  <a:moveTo>
                    <a:pt x="1790" y="38976"/>
                  </a:moveTo>
                  <a:lnTo>
                    <a:pt x="1473" y="38976"/>
                  </a:lnTo>
                  <a:lnTo>
                    <a:pt x="1346" y="39192"/>
                  </a:lnTo>
                  <a:lnTo>
                    <a:pt x="1244" y="39420"/>
                  </a:lnTo>
                  <a:lnTo>
                    <a:pt x="1511" y="39344"/>
                  </a:lnTo>
                  <a:lnTo>
                    <a:pt x="1765" y="39281"/>
                  </a:lnTo>
                  <a:lnTo>
                    <a:pt x="1790" y="38976"/>
                  </a:lnTo>
                  <a:close/>
                </a:path>
                <a:path w="95885" h="41909">
                  <a:moveTo>
                    <a:pt x="2120" y="38176"/>
                  </a:moveTo>
                  <a:lnTo>
                    <a:pt x="1752" y="38239"/>
                  </a:lnTo>
                  <a:lnTo>
                    <a:pt x="1549" y="38442"/>
                  </a:lnTo>
                  <a:lnTo>
                    <a:pt x="1460" y="38760"/>
                  </a:lnTo>
                  <a:lnTo>
                    <a:pt x="1778" y="38874"/>
                  </a:lnTo>
                  <a:lnTo>
                    <a:pt x="1676" y="38519"/>
                  </a:lnTo>
                  <a:lnTo>
                    <a:pt x="1955" y="38582"/>
                  </a:lnTo>
                  <a:lnTo>
                    <a:pt x="2019" y="38430"/>
                  </a:lnTo>
                  <a:lnTo>
                    <a:pt x="2120" y="38176"/>
                  </a:lnTo>
                  <a:close/>
                </a:path>
                <a:path w="95885" h="41909">
                  <a:moveTo>
                    <a:pt x="3606" y="28219"/>
                  </a:moveTo>
                  <a:lnTo>
                    <a:pt x="3378" y="28181"/>
                  </a:lnTo>
                  <a:lnTo>
                    <a:pt x="3378" y="28371"/>
                  </a:lnTo>
                  <a:lnTo>
                    <a:pt x="3225" y="28270"/>
                  </a:lnTo>
                  <a:lnTo>
                    <a:pt x="2794" y="27965"/>
                  </a:lnTo>
                  <a:lnTo>
                    <a:pt x="2705" y="28219"/>
                  </a:lnTo>
                  <a:lnTo>
                    <a:pt x="2997" y="28257"/>
                  </a:lnTo>
                  <a:lnTo>
                    <a:pt x="3048" y="28549"/>
                  </a:lnTo>
                  <a:lnTo>
                    <a:pt x="3378" y="28549"/>
                  </a:lnTo>
                  <a:lnTo>
                    <a:pt x="3606" y="28219"/>
                  </a:lnTo>
                  <a:close/>
                </a:path>
                <a:path w="95885" h="41909">
                  <a:moveTo>
                    <a:pt x="4165" y="38188"/>
                  </a:moveTo>
                  <a:lnTo>
                    <a:pt x="3708" y="38087"/>
                  </a:lnTo>
                  <a:lnTo>
                    <a:pt x="3670" y="38379"/>
                  </a:lnTo>
                  <a:lnTo>
                    <a:pt x="3492" y="38531"/>
                  </a:lnTo>
                  <a:lnTo>
                    <a:pt x="3492" y="38354"/>
                  </a:lnTo>
                  <a:lnTo>
                    <a:pt x="3162" y="38442"/>
                  </a:lnTo>
                  <a:lnTo>
                    <a:pt x="3365" y="38519"/>
                  </a:lnTo>
                  <a:lnTo>
                    <a:pt x="3517" y="38620"/>
                  </a:lnTo>
                  <a:lnTo>
                    <a:pt x="3721" y="39217"/>
                  </a:lnTo>
                  <a:lnTo>
                    <a:pt x="3937" y="38874"/>
                  </a:lnTo>
                  <a:lnTo>
                    <a:pt x="3873" y="38696"/>
                  </a:lnTo>
                  <a:lnTo>
                    <a:pt x="4165" y="38188"/>
                  </a:lnTo>
                  <a:close/>
                </a:path>
                <a:path w="95885" h="41909">
                  <a:moveTo>
                    <a:pt x="4318" y="34302"/>
                  </a:moveTo>
                  <a:lnTo>
                    <a:pt x="3708" y="34734"/>
                  </a:lnTo>
                  <a:lnTo>
                    <a:pt x="3708" y="34950"/>
                  </a:lnTo>
                  <a:lnTo>
                    <a:pt x="4152" y="35407"/>
                  </a:lnTo>
                  <a:lnTo>
                    <a:pt x="4318" y="34302"/>
                  </a:lnTo>
                  <a:close/>
                </a:path>
                <a:path w="95885" h="41909">
                  <a:moveTo>
                    <a:pt x="12192" y="20345"/>
                  </a:moveTo>
                  <a:lnTo>
                    <a:pt x="11658" y="20154"/>
                  </a:lnTo>
                  <a:lnTo>
                    <a:pt x="11544" y="20370"/>
                  </a:lnTo>
                  <a:lnTo>
                    <a:pt x="11201" y="20269"/>
                  </a:lnTo>
                  <a:lnTo>
                    <a:pt x="11176" y="20548"/>
                  </a:lnTo>
                  <a:lnTo>
                    <a:pt x="10985" y="20599"/>
                  </a:lnTo>
                  <a:lnTo>
                    <a:pt x="11315" y="20701"/>
                  </a:lnTo>
                  <a:lnTo>
                    <a:pt x="11430" y="20497"/>
                  </a:lnTo>
                  <a:lnTo>
                    <a:pt x="12192" y="20345"/>
                  </a:lnTo>
                  <a:close/>
                </a:path>
                <a:path w="95885" h="41909">
                  <a:moveTo>
                    <a:pt x="20853" y="38976"/>
                  </a:moveTo>
                  <a:lnTo>
                    <a:pt x="20802" y="38773"/>
                  </a:lnTo>
                  <a:lnTo>
                    <a:pt x="20815" y="38481"/>
                  </a:lnTo>
                  <a:lnTo>
                    <a:pt x="20510" y="38531"/>
                  </a:lnTo>
                  <a:lnTo>
                    <a:pt x="20485" y="38823"/>
                  </a:lnTo>
                  <a:lnTo>
                    <a:pt x="20472" y="39090"/>
                  </a:lnTo>
                  <a:lnTo>
                    <a:pt x="20853" y="38976"/>
                  </a:lnTo>
                  <a:close/>
                </a:path>
                <a:path w="95885" h="41909">
                  <a:moveTo>
                    <a:pt x="23101" y="8394"/>
                  </a:moveTo>
                  <a:lnTo>
                    <a:pt x="22847" y="8496"/>
                  </a:lnTo>
                  <a:lnTo>
                    <a:pt x="22402" y="8966"/>
                  </a:lnTo>
                  <a:lnTo>
                    <a:pt x="22529" y="9067"/>
                  </a:lnTo>
                  <a:lnTo>
                    <a:pt x="22682" y="8978"/>
                  </a:lnTo>
                  <a:lnTo>
                    <a:pt x="22860" y="8839"/>
                  </a:lnTo>
                  <a:lnTo>
                    <a:pt x="23101" y="8394"/>
                  </a:lnTo>
                  <a:close/>
                </a:path>
                <a:path w="95885" h="41909">
                  <a:moveTo>
                    <a:pt x="23736" y="41211"/>
                  </a:moveTo>
                  <a:lnTo>
                    <a:pt x="23647" y="40779"/>
                  </a:lnTo>
                  <a:lnTo>
                    <a:pt x="23202" y="40779"/>
                  </a:lnTo>
                  <a:lnTo>
                    <a:pt x="23202" y="41109"/>
                  </a:lnTo>
                  <a:lnTo>
                    <a:pt x="23063" y="41084"/>
                  </a:lnTo>
                  <a:lnTo>
                    <a:pt x="22974" y="40932"/>
                  </a:lnTo>
                  <a:lnTo>
                    <a:pt x="22974" y="41211"/>
                  </a:lnTo>
                  <a:lnTo>
                    <a:pt x="23736" y="41211"/>
                  </a:lnTo>
                  <a:close/>
                </a:path>
                <a:path w="95885" h="41909">
                  <a:moveTo>
                    <a:pt x="25222" y="11531"/>
                  </a:moveTo>
                  <a:lnTo>
                    <a:pt x="24993" y="11518"/>
                  </a:lnTo>
                  <a:lnTo>
                    <a:pt x="24561" y="11264"/>
                  </a:lnTo>
                  <a:lnTo>
                    <a:pt x="24536" y="11760"/>
                  </a:lnTo>
                  <a:lnTo>
                    <a:pt x="24968" y="11734"/>
                  </a:lnTo>
                  <a:lnTo>
                    <a:pt x="25057" y="11557"/>
                  </a:lnTo>
                  <a:lnTo>
                    <a:pt x="25222" y="11531"/>
                  </a:lnTo>
                  <a:close/>
                </a:path>
                <a:path w="95885" h="41909">
                  <a:moveTo>
                    <a:pt x="27711" y="11099"/>
                  </a:moveTo>
                  <a:lnTo>
                    <a:pt x="27012" y="10515"/>
                  </a:lnTo>
                  <a:lnTo>
                    <a:pt x="26898" y="10858"/>
                  </a:lnTo>
                  <a:lnTo>
                    <a:pt x="26974" y="10401"/>
                  </a:lnTo>
                  <a:lnTo>
                    <a:pt x="26581" y="10922"/>
                  </a:lnTo>
                  <a:lnTo>
                    <a:pt x="26238" y="10744"/>
                  </a:lnTo>
                  <a:lnTo>
                    <a:pt x="25933" y="10274"/>
                  </a:lnTo>
                  <a:lnTo>
                    <a:pt x="25908" y="10528"/>
                  </a:lnTo>
                  <a:lnTo>
                    <a:pt x="26022" y="10998"/>
                  </a:lnTo>
                  <a:lnTo>
                    <a:pt x="27711" y="11099"/>
                  </a:lnTo>
                  <a:close/>
                </a:path>
                <a:path w="95885" h="41909">
                  <a:moveTo>
                    <a:pt x="28257" y="8826"/>
                  </a:moveTo>
                  <a:lnTo>
                    <a:pt x="28244" y="8623"/>
                  </a:lnTo>
                  <a:lnTo>
                    <a:pt x="28016" y="8597"/>
                  </a:lnTo>
                  <a:lnTo>
                    <a:pt x="28028" y="8318"/>
                  </a:lnTo>
                  <a:lnTo>
                    <a:pt x="27813" y="8293"/>
                  </a:lnTo>
                  <a:lnTo>
                    <a:pt x="27863" y="8445"/>
                  </a:lnTo>
                  <a:lnTo>
                    <a:pt x="27368" y="8572"/>
                  </a:lnTo>
                  <a:lnTo>
                    <a:pt x="27686" y="8623"/>
                  </a:lnTo>
                  <a:lnTo>
                    <a:pt x="27813" y="8509"/>
                  </a:lnTo>
                  <a:lnTo>
                    <a:pt x="27800" y="9118"/>
                  </a:lnTo>
                  <a:lnTo>
                    <a:pt x="27863" y="8890"/>
                  </a:lnTo>
                  <a:lnTo>
                    <a:pt x="28016" y="8623"/>
                  </a:lnTo>
                  <a:lnTo>
                    <a:pt x="28130" y="9093"/>
                  </a:lnTo>
                  <a:lnTo>
                    <a:pt x="28092" y="8864"/>
                  </a:lnTo>
                  <a:lnTo>
                    <a:pt x="28257" y="8826"/>
                  </a:lnTo>
                  <a:close/>
                </a:path>
                <a:path w="95885" h="41909">
                  <a:moveTo>
                    <a:pt x="30403" y="6731"/>
                  </a:moveTo>
                  <a:lnTo>
                    <a:pt x="30276" y="6146"/>
                  </a:lnTo>
                  <a:lnTo>
                    <a:pt x="30378" y="5816"/>
                  </a:lnTo>
                  <a:lnTo>
                    <a:pt x="30099" y="5981"/>
                  </a:lnTo>
                  <a:lnTo>
                    <a:pt x="30035" y="5384"/>
                  </a:lnTo>
                  <a:lnTo>
                    <a:pt x="29933" y="5715"/>
                  </a:lnTo>
                  <a:lnTo>
                    <a:pt x="29692" y="5943"/>
                  </a:lnTo>
                  <a:lnTo>
                    <a:pt x="29819" y="6438"/>
                  </a:lnTo>
                  <a:lnTo>
                    <a:pt x="29933" y="6705"/>
                  </a:lnTo>
                  <a:lnTo>
                    <a:pt x="30403" y="6731"/>
                  </a:lnTo>
                  <a:close/>
                </a:path>
                <a:path w="95885" h="41909">
                  <a:moveTo>
                    <a:pt x="34975" y="10820"/>
                  </a:moveTo>
                  <a:lnTo>
                    <a:pt x="34632" y="10744"/>
                  </a:lnTo>
                  <a:lnTo>
                    <a:pt x="34772" y="11112"/>
                  </a:lnTo>
                  <a:lnTo>
                    <a:pt x="34277" y="10845"/>
                  </a:lnTo>
                  <a:lnTo>
                    <a:pt x="34429" y="11188"/>
                  </a:lnTo>
                  <a:lnTo>
                    <a:pt x="34975" y="11214"/>
                  </a:lnTo>
                  <a:lnTo>
                    <a:pt x="34975" y="10820"/>
                  </a:lnTo>
                  <a:close/>
                </a:path>
                <a:path w="95885" h="41909">
                  <a:moveTo>
                    <a:pt x="35560" y="11036"/>
                  </a:moveTo>
                  <a:lnTo>
                    <a:pt x="35534" y="10744"/>
                  </a:lnTo>
                  <a:lnTo>
                    <a:pt x="35026" y="10769"/>
                  </a:lnTo>
                  <a:lnTo>
                    <a:pt x="35306" y="11303"/>
                  </a:lnTo>
                  <a:lnTo>
                    <a:pt x="35369" y="11099"/>
                  </a:lnTo>
                  <a:lnTo>
                    <a:pt x="35560" y="11036"/>
                  </a:lnTo>
                  <a:close/>
                </a:path>
                <a:path w="95885" h="41909">
                  <a:moveTo>
                    <a:pt x="37325" y="7162"/>
                  </a:moveTo>
                  <a:lnTo>
                    <a:pt x="37058" y="7213"/>
                  </a:lnTo>
                  <a:lnTo>
                    <a:pt x="37071" y="6959"/>
                  </a:lnTo>
                  <a:lnTo>
                    <a:pt x="36753" y="7048"/>
                  </a:lnTo>
                  <a:lnTo>
                    <a:pt x="36423" y="7391"/>
                  </a:lnTo>
                  <a:lnTo>
                    <a:pt x="36296" y="7391"/>
                  </a:lnTo>
                  <a:lnTo>
                    <a:pt x="36588" y="7594"/>
                  </a:lnTo>
                  <a:lnTo>
                    <a:pt x="37007" y="7264"/>
                  </a:lnTo>
                  <a:lnTo>
                    <a:pt x="37325" y="7162"/>
                  </a:lnTo>
                  <a:close/>
                </a:path>
                <a:path w="95885" h="41909">
                  <a:moveTo>
                    <a:pt x="37922" y="2895"/>
                  </a:moveTo>
                  <a:lnTo>
                    <a:pt x="37617" y="2895"/>
                  </a:lnTo>
                  <a:lnTo>
                    <a:pt x="37719" y="2578"/>
                  </a:lnTo>
                  <a:lnTo>
                    <a:pt x="37426" y="3403"/>
                  </a:lnTo>
                  <a:lnTo>
                    <a:pt x="37299" y="3771"/>
                  </a:lnTo>
                  <a:lnTo>
                    <a:pt x="37604" y="3403"/>
                  </a:lnTo>
                  <a:lnTo>
                    <a:pt x="37922" y="2895"/>
                  </a:lnTo>
                  <a:close/>
                </a:path>
                <a:path w="95885" h="41909">
                  <a:moveTo>
                    <a:pt x="38087" y="7505"/>
                  </a:moveTo>
                  <a:lnTo>
                    <a:pt x="37896" y="7454"/>
                  </a:lnTo>
                  <a:lnTo>
                    <a:pt x="38087" y="7505"/>
                  </a:lnTo>
                  <a:close/>
                </a:path>
                <a:path w="95885" h="41909">
                  <a:moveTo>
                    <a:pt x="38544" y="7607"/>
                  </a:moveTo>
                  <a:lnTo>
                    <a:pt x="38404" y="7302"/>
                  </a:lnTo>
                  <a:lnTo>
                    <a:pt x="38125" y="7315"/>
                  </a:lnTo>
                  <a:lnTo>
                    <a:pt x="37998" y="7391"/>
                  </a:lnTo>
                  <a:lnTo>
                    <a:pt x="38392" y="7467"/>
                  </a:lnTo>
                  <a:lnTo>
                    <a:pt x="37909" y="7899"/>
                  </a:lnTo>
                  <a:lnTo>
                    <a:pt x="38328" y="8051"/>
                  </a:lnTo>
                  <a:lnTo>
                    <a:pt x="38239" y="7747"/>
                  </a:lnTo>
                  <a:lnTo>
                    <a:pt x="38544" y="7835"/>
                  </a:lnTo>
                  <a:lnTo>
                    <a:pt x="38544" y="7607"/>
                  </a:lnTo>
                  <a:close/>
                </a:path>
                <a:path w="95885" h="41909">
                  <a:moveTo>
                    <a:pt x="38900" y="3022"/>
                  </a:moveTo>
                  <a:lnTo>
                    <a:pt x="38747" y="2921"/>
                  </a:lnTo>
                  <a:lnTo>
                    <a:pt x="38696" y="2768"/>
                  </a:lnTo>
                  <a:lnTo>
                    <a:pt x="38671" y="2552"/>
                  </a:lnTo>
                  <a:lnTo>
                    <a:pt x="38404" y="2527"/>
                  </a:lnTo>
                  <a:lnTo>
                    <a:pt x="38239" y="2590"/>
                  </a:lnTo>
                  <a:lnTo>
                    <a:pt x="38227" y="2781"/>
                  </a:lnTo>
                  <a:lnTo>
                    <a:pt x="38633" y="2628"/>
                  </a:lnTo>
                  <a:lnTo>
                    <a:pt x="38709" y="3340"/>
                  </a:lnTo>
                  <a:lnTo>
                    <a:pt x="38900" y="3022"/>
                  </a:lnTo>
                  <a:close/>
                </a:path>
                <a:path w="95885" h="41909">
                  <a:moveTo>
                    <a:pt x="44170" y="4025"/>
                  </a:moveTo>
                  <a:lnTo>
                    <a:pt x="44043" y="3568"/>
                  </a:lnTo>
                  <a:lnTo>
                    <a:pt x="43891" y="3632"/>
                  </a:lnTo>
                  <a:lnTo>
                    <a:pt x="43472" y="3454"/>
                  </a:lnTo>
                  <a:lnTo>
                    <a:pt x="43484" y="3683"/>
                  </a:lnTo>
                  <a:lnTo>
                    <a:pt x="43700" y="3810"/>
                  </a:lnTo>
                  <a:lnTo>
                    <a:pt x="43878" y="4000"/>
                  </a:lnTo>
                  <a:lnTo>
                    <a:pt x="43929" y="4140"/>
                  </a:lnTo>
                  <a:lnTo>
                    <a:pt x="44170" y="4025"/>
                  </a:lnTo>
                  <a:close/>
                </a:path>
                <a:path w="95885" h="41909">
                  <a:moveTo>
                    <a:pt x="47447" y="2692"/>
                  </a:moveTo>
                  <a:lnTo>
                    <a:pt x="47244" y="1841"/>
                  </a:lnTo>
                  <a:lnTo>
                    <a:pt x="46964" y="2463"/>
                  </a:lnTo>
                  <a:lnTo>
                    <a:pt x="47307" y="2286"/>
                  </a:lnTo>
                  <a:lnTo>
                    <a:pt x="47167" y="3187"/>
                  </a:lnTo>
                  <a:lnTo>
                    <a:pt x="47409" y="2794"/>
                  </a:lnTo>
                  <a:close/>
                </a:path>
                <a:path w="95885" h="41909">
                  <a:moveTo>
                    <a:pt x="48564" y="10109"/>
                  </a:moveTo>
                  <a:lnTo>
                    <a:pt x="48285" y="9969"/>
                  </a:lnTo>
                  <a:lnTo>
                    <a:pt x="48082" y="10198"/>
                  </a:lnTo>
                  <a:lnTo>
                    <a:pt x="48069" y="10401"/>
                  </a:lnTo>
                  <a:lnTo>
                    <a:pt x="48298" y="10883"/>
                  </a:lnTo>
                  <a:lnTo>
                    <a:pt x="48399" y="10642"/>
                  </a:lnTo>
                  <a:lnTo>
                    <a:pt x="48564" y="10426"/>
                  </a:lnTo>
                  <a:lnTo>
                    <a:pt x="48564" y="10109"/>
                  </a:lnTo>
                  <a:close/>
                </a:path>
                <a:path w="95885" h="41909">
                  <a:moveTo>
                    <a:pt x="48590" y="2235"/>
                  </a:moveTo>
                  <a:lnTo>
                    <a:pt x="48298" y="1790"/>
                  </a:lnTo>
                  <a:lnTo>
                    <a:pt x="48387" y="2197"/>
                  </a:lnTo>
                  <a:lnTo>
                    <a:pt x="47815" y="2489"/>
                  </a:lnTo>
                  <a:lnTo>
                    <a:pt x="48183" y="2794"/>
                  </a:lnTo>
                  <a:lnTo>
                    <a:pt x="48082" y="2387"/>
                  </a:lnTo>
                  <a:lnTo>
                    <a:pt x="48590" y="2235"/>
                  </a:lnTo>
                  <a:close/>
                </a:path>
                <a:path w="95885" h="41909">
                  <a:moveTo>
                    <a:pt x="48653" y="825"/>
                  </a:moveTo>
                  <a:lnTo>
                    <a:pt x="48577" y="635"/>
                  </a:lnTo>
                  <a:lnTo>
                    <a:pt x="48412" y="558"/>
                  </a:lnTo>
                  <a:lnTo>
                    <a:pt x="48107" y="762"/>
                  </a:lnTo>
                  <a:lnTo>
                    <a:pt x="48272" y="965"/>
                  </a:lnTo>
                  <a:lnTo>
                    <a:pt x="48501" y="825"/>
                  </a:lnTo>
                  <a:lnTo>
                    <a:pt x="48628" y="1104"/>
                  </a:lnTo>
                  <a:lnTo>
                    <a:pt x="48653" y="825"/>
                  </a:lnTo>
                  <a:close/>
                </a:path>
                <a:path w="95885" h="41909">
                  <a:moveTo>
                    <a:pt x="50038" y="32334"/>
                  </a:moveTo>
                  <a:lnTo>
                    <a:pt x="48971" y="32753"/>
                  </a:lnTo>
                  <a:lnTo>
                    <a:pt x="49187" y="32816"/>
                  </a:lnTo>
                  <a:lnTo>
                    <a:pt x="49542" y="32740"/>
                  </a:lnTo>
                  <a:lnTo>
                    <a:pt x="49593" y="32931"/>
                  </a:lnTo>
                  <a:lnTo>
                    <a:pt x="49860" y="32931"/>
                  </a:lnTo>
                  <a:lnTo>
                    <a:pt x="50038" y="32334"/>
                  </a:lnTo>
                  <a:close/>
                </a:path>
                <a:path w="95885" h="41909">
                  <a:moveTo>
                    <a:pt x="50215" y="4483"/>
                  </a:moveTo>
                  <a:lnTo>
                    <a:pt x="50012" y="4470"/>
                  </a:lnTo>
                  <a:lnTo>
                    <a:pt x="49847" y="4495"/>
                  </a:lnTo>
                  <a:lnTo>
                    <a:pt x="49682" y="4927"/>
                  </a:lnTo>
                  <a:lnTo>
                    <a:pt x="50088" y="4813"/>
                  </a:lnTo>
                  <a:lnTo>
                    <a:pt x="50215" y="4483"/>
                  </a:lnTo>
                  <a:close/>
                </a:path>
                <a:path w="95885" h="41909">
                  <a:moveTo>
                    <a:pt x="50876" y="33375"/>
                  </a:moveTo>
                  <a:lnTo>
                    <a:pt x="50685" y="33439"/>
                  </a:lnTo>
                  <a:lnTo>
                    <a:pt x="50419" y="33032"/>
                  </a:lnTo>
                  <a:lnTo>
                    <a:pt x="50317" y="33375"/>
                  </a:lnTo>
                  <a:lnTo>
                    <a:pt x="50634" y="33426"/>
                  </a:lnTo>
                  <a:lnTo>
                    <a:pt x="50571" y="33858"/>
                  </a:lnTo>
                  <a:lnTo>
                    <a:pt x="50876" y="33934"/>
                  </a:lnTo>
                  <a:lnTo>
                    <a:pt x="50876" y="33375"/>
                  </a:lnTo>
                  <a:close/>
                </a:path>
                <a:path w="95885" h="41909">
                  <a:moveTo>
                    <a:pt x="50965" y="10515"/>
                  </a:moveTo>
                  <a:lnTo>
                    <a:pt x="50520" y="10198"/>
                  </a:lnTo>
                  <a:lnTo>
                    <a:pt x="50266" y="9817"/>
                  </a:lnTo>
                  <a:lnTo>
                    <a:pt x="49745" y="9855"/>
                  </a:lnTo>
                  <a:lnTo>
                    <a:pt x="49542" y="10058"/>
                  </a:lnTo>
                  <a:lnTo>
                    <a:pt x="49707" y="10248"/>
                  </a:lnTo>
                  <a:lnTo>
                    <a:pt x="49745" y="10515"/>
                  </a:lnTo>
                  <a:lnTo>
                    <a:pt x="50165" y="10604"/>
                  </a:lnTo>
                  <a:lnTo>
                    <a:pt x="49885" y="9982"/>
                  </a:lnTo>
                  <a:lnTo>
                    <a:pt x="50304" y="10058"/>
                  </a:lnTo>
                  <a:lnTo>
                    <a:pt x="50444" y="10236"/>
                  </a:lnTo>
                  <a:lnTo>
                    <a:pt x="50749" y="10782"/>
                  </a:lnTo>
                  <a:lnTo>
                    <a:pt x="50965" y="10515"/>
                  </a:lnTo>
                  <a:close/>
                </a:path>
                <a:path w="95885" h="41909">
                  <a:moveTo>
                    <a:pt x="52781" y="10033"/>
                  </a:moveTo>
                  <a:lnTo>
                    <a:pt x="52501" y="10033"/>
                  </a:lnTo>
                  <a:lnTo>
                    <a:pt x="52476" y="10236"/>
                  </a:lnTo>
                  <a:lnTo>
                    <a:pt x="52781" y="10033"/>
                  </a:lnTo>
                  <a:close/>
                </a:path>
                <a:path w="95885" h="41909">
                  <a:moveTo>
                    <a:pt x="53365" y="533"/>
                  </a:moveTo>
                  <a:lnTo>
                    <a:pt x="52984" y="0"/>
                  </a:lnTo>
                  <a:lnTo>
                    <a:pt x="52857" y="342"/>
                  </a:lnTo>
                  <a:lnTo>
                    <a:pt x="52882" y="749"/>
                  </a:lnTo>
                  <a:lnTo>
                    <a:pt x="52984" y="1016"/>
                  </a:lnTo>
                  <a:lnTo>
                    <a:pt x="53225" y="1130"/>
                  </a:lnTo>
                  <a:lnTo>
                    <a:pt x="52959" y="215"/>
                  </a:lnTo>
                  <a:lnTo>
                    <a:pt x="53365" y="533"/>
                  </a:lnTo>
                  <a:close/>
                </a:path>
                <a:path w="95885" h="41909">
                  <a:moveTo>
                    <a:pt x="54381" y="10414"/>
                  </a:moveTo>
                  <a:lnTo>
                    <a:pt x="54305" y="10236"/>
                  </a:lnTo>
                  <a:lnTo>
                    <a:pt x="54229" y="10033"/>
                  </a:lnTo>
                  <a:lnTo>
                    <a:pt x="54114" y="10236"/>
                  </a:lnTo>
                  <a:lnTo>
                    <a:pt x="52476" y="10236"/>
                  </a:lnTo>
                  <a:lnTo>
                    <a:pt x="52438" y="10414"/>
                  </a:lnTo>
                  <a:lnTo>
                    <a:pt x="54381" y="10414"/>
                  </a:lnTo>
                  <a:close/>
                </a:path>
                <a:path w="95885" h="41909">
                  <a:moveTo>
                    <a:pt x="56464" y="10744"/>
                  </a:moveTo>
                  <a:lnTo>
                    <a:pt x="55460" y="11087"/>
                  </a:lnTo>
                  <a:lnTo>
                    <a:pt x="55638" y="11264"/>
                  </a:lnTo>
                  <a:lnTo>
                    <a:pt x="56362" y="11188"/>
                  </a:lnTo>
                  <a:lnTo>
                    <a:pt x="56464" y="10744"/>
                  </a:lnTo>
                  <a:close/>
                </a:path>
                <a:path w="95885" h="41909">
                  <a:moveTo>
                    <a:pt x="59270" y="2235"/>
                  </a:moveTo>
                  <a:lnTo>
                    <a:pt x="59055" y="1651"/>
                  </a:lnTo>
                  <a:lnTo>
                    <a:pt x="58826" y="2019"/>
                  </a:lnTo>
                  <a:lnTo>
                    <a:pt x="59080" y="2247"/>
                  </a:lnTo>
                  <a:lnTo>
                    <a:pt x="58699" y="2235"/>
                  </a:lnTo>
                  <a:lnTo>
                    <a:pt x="58712" y="2692"/>
                  </a:lnTo>
                  <a:lnTo>
                    <a:pt x="58902" y="2641"/>
                  </a:lnTo>
                  <a:lnTo>
                    <a:pt x="59016" y="2857"/>
                  </a:lnTo>
                  <a:lnTo>
                    <a:pt x="59055" y="2692"/>
                  </a:lnTo>
                  <a:lnTo>
                    <a:pt x="59055" y="2463"/>
                  </a:lnTo>
                  <a:lnTo>
                    <a:pt x="59270" y="2235"/>
                  </a:lnTo>
                  <a:close/>
                </a:path>
                <a:path w="95885" h="41909">
                  <a:moveTo>
                    <a:pt x="60413" y="4432"/>
                  </a:moveTo>
                  <a:lnTo>
                    <a:pt x="59283" y="3949"/>
                  </a:lnTo>
                  <a:lnTo>
                    <a:pt x="59270" y="4572"/>
                  </a:lnTo>
                  <a:lnTo>
                    <a:pt x="59753" y="4419"/>
                  </a:lnTo>
                  <a:lnTo>
                    <a:pt x="59651" y="4851"/>
                  </a:lnTo>
                  <a:lnTo>
                    <a:pt x="59944" y="4914"/>
                  </a:lnTo>
                  <a:lnTo>
                    <a:pt x="60413" y="4432"/>
                  </a:lnTo>
                  <a:close/>
                </a:path>
                <a:path w="95885" h="41909">
                  <a:moveTo>
                    <a:pt x="62484" y="11887"/>
                  </a:moveTo>
                  <a:lnTo>
                    <a:pt x="60464" y="10858"/>
                  </a:lnTo>
                  <a:lnTo>
                    <a:pt x="60261" y="11226"/>
                  </a:lnTo>
                  <a:lnTo>
                    <a:pt x="60032" y="10858"/>
                  </a:lnTo>
                  <a:lnTo>
                    <a:pt x="60198" y="10858"/>
                  </a:lnTo>
                  <a:lnTo>
                    <a:pt x="58801" y="10248"/>
                  </a:lnTo>
                  <a:lnTo>
                    <a:pt x="59169" y="10858"/>
                  </a:lnTo>
                  <a:lnTo>
                    <a:pt x="59677" y="10858"/>
                  </a:lnTo>
                  <a:lnTo>
                    <a:pt x="59880" y="11887"/>
                  </a:lnTo>
                  <a:lnTo>
                    <a:pt x="61722" y="12090"/>
                  </a:lnTo>
                  <a:lnTo>
                    <a:pt x="62445" y="12153"/>
                  </a:lnTo>
                  <a:lnTo>
                    <a:pt x="62484" y="11887"/>
                  </a:lnTo>
                  <a:close/>
                </a:path>
                <a:path w="95885" h="41909">
                  <a:moveTo>
                    <a:pt x="62522" y="990"/>
                  </a:moveTo>
                  <a:lnTo>
                    <a:pt x="62115" y="1104"/>
                  </a:lnTo>
                  <a:lnTo>
                    <a:pt x="62191" y="1524"/>
                  </a:lnTo>
                  <a:lnTo>
                    <a:pt x="62395" y="1435"/>
                  </a:lnTo>
                  <a:lnTo>
                    <a:pt x="62306" y="1701"/>
                  </a:lnTo>
                  <a:lnTo>
                    <a:pt x="61861" y="1536"/>
                  </a:lnTo>
                  <a:lnTo>
                    <a:pt x="62179" y="1892"/>
                  </a:lnTo>
                  <a:lnTo>
                    <a:pt x="62522" y="1765"/>
                  </a:lnTo>
                  <a:lnTo>
                    <a:pt x="62522" y="990"/>
                  </a:lnTo>
                  <a:close/>
                </a:path>
                <a:path w="95885" h="41909">
                  <a:moveTo>
                    <a:pt x="62814" y="10858"/>
                  </a:moveTo>
                  <a:lnTo>
                    <a:pt x="62611" y="10858"/>
                  </a:lnTo>
                  <a:lnTo>
                    <a:pt x="62509" y="11887"/>
                  </a:lnTo>
                  <a:lnTo>
                    <a:pt x="62814" y="10858"/>
                  </a:lnTo>
                  <a:close/>
                </a:path>
                <a:path w="95885" h="41909">
                  <a:moveTo>
                    <a:pt x="63690" y="10604"/>
                  </a:moveTo>
                  <a:close/>
                </a:path>
                <a:path w="95885" h="41909">
                  <a:moveTo>
                    <a:pt x="63868" y="9994"/>
                  </a:moveTo>
                  <a:lnTo>
                    <a:pt x="63423" y="9944"/>
                  </a:lnTo>
                  <a:lnTo>
                    <a:pt x="63284" y="10337"/>
                  </a:lnTo>
                  <a:lnTo>
                    <a:pt x="63423" y="10464"/>
                  </a:lnTo>
                  <a:lnTo>
                    <a:pt x="63652" y="10591"/>
                  </a:lnTo>
                  <a:lnTo>
                    <a:pt x="63766" y="10299"/>
                  </a:lnTo>
                  <a:lnTo>
                    <a:pt x="63309" y="10350"/>
                  </a:lnTo>
                  <a:lnTo>
                    <a:pt x="63868" y="9994"/>
                  </a:lnTo>
                  <a:close/>
                </a:path>
                <a:path w="95885" h="41909">
                  <a:moveTo>
                    <a:pt x="64655" y="32372"/>
                  </a:moveTo>
                  <a:lnTo>
                    <a:pt x="64249" y="32181"/>
                  </a:lnTo>
                  <a:lnTo>
                    <a:pt x="63969" y="32143"/>
                  </a:lnTo>
                  <a:lnTo>
                    <a:pt x="63931" y="32423"/>
                  </a:lnTo>
                  <a:lnTo>
                    <a:pt x="64554" y="32588"/>
                  </a:lnTo>
                  <a:lnTo>
                    <a:pt x="64655" y="32372"/>
                  </a:lnTo>
                  <a:close/>
                </a:path>
                <a:path w="95885" h="41909">
                  <a:moveTo>
                    <a:pt x="65532" y="36195"/>
                  </a:moveTo>
                  <a:lnTo>
                    <a:pt x="65239" y="36169"/>
                  </a:lnTo>
                  <a:lnTo>
                    <a:pt x="65328" y="36372"/>
                  </a:lnTo>
                  <a:lnTo>
                    <a:pt x="65100" y="36195"/>
                  </a:lnTo>
                  <a:lnTo>
                    <a:pt x="65278" y="36487"/>
                  </a:lnTo>
                  <a:lnTo>
                    <a:pt x="64947" y="36588"/>
                  </a:lnTo>
                  <a:lnTo>
                    <a:pt x="65214" y="36753"/>
                  </a:lnTo>
                  <a:lnTo>
                    <a:pt x="65303" y="36563"/>
                  </a:lnTo>
                  <a:lnTo>
                    <a:pt x="65481" y="36423"/>
                  </a:lnTo>
                  <a:lnTo>
                    <a:pt x="65532" y="36195"/>
                  </a:lnTo>
                  <a:close/>
                </a:path>
                <a:path w="95885" h="41909">
                  <a:moveTo>
                    <a:pt x="66179" y="34505"/>
                  </a:moveTo>
                  <a:lnTo>
                    <a:pt x="65887" y="34480"/>
                  </a:lnTo>
                  <a:lnTo>
                    <a:pt x="65951" y="34721"/>
                  </a:lnTo>
                  <a:lnTo>
                    <a:pt x="65709" y="35267"/>
                  </a:lnTo>
                  <a:lnTo>
                    <a:pt x="66103" y="35153"/>
                  </a:lnTo>
                  <a:lnTo>
                    <a:pt x="66103" y="34861"/>
                  </a:lnTo>
                  <a:lnTo>
                    <a:pt x="66179" y="34505"/>
                  </a:lnTo>
                  <a:close/>
                </a:path>
                <a:path w="95885" h="41909">
                  <a:moveTo>
                    <a:pt x="66979" y="34480"/>
                  </a:moveTo>
                  <a:lnTo>
                    <a:pt x="66687" y="34290"/>
                  </a:lnTo>
                  <a:lnTo>
                    <a:pt x="66687" y="34480"/>
                  </a:lnTo>
                  <a:lnTo>
                    <a:pt x="66459" y="34404"/>
                  </a:lnTo>
                  <a:lnTo>
                    <a:pt x="66484" y="34747"/>
                  </a:lnTo>
                  <a:lnTo>
                    <a:pt x="66128" y="35064"/>
                  </a:lnTo>
                  <a:lnTo>
                    <a:pt x="66560" y="35179"/>
                  </a:lnTo>
                  <a:lnTo>
                    <a:pt x="66624" y="34963"/>
                  </a:lnTo>
                  <a:lnTo>
                    <a:pt x="66979" y="34480"/>
                  </a:lnTo>
                  <a:close/>
                </a:path>
                <a:path w="95885" h="41909">
                  <a:moveTo>
                    <a:pt x="67132" y="6375"/>
                  </a:moveTo>
                  <a:lnTo>
                    <a:pt x="66865" y="5588"/>
                  </a:lnTo>
                  <a:lnTo>
                    <a:pt x="66802" y="5753"/>
                  </a:lnTo>
                  <a:lnTo>
                    <a:pt x="66789" y="6375"/>
                  </a:lnTo>
                  <a:lnTo>
                    <a:pt x="67132" y="6375"/>
                  </a:lnTo>
                  <a:close/>
                </a:path>
                <a:path w="95885" h="41909">
                  <a:moveTo>
                    <a:pt x="67716" y="5702"/>
                  </a:moveTo>
                  <a:lnTo>
                    <a:pt x="67551" y="5600"/>
                  </a:lnTo>
                  <a:lnTo>
                    <a:pt x="67183" y="5943"/>
                  </a:lnTo>
                  <a:lnTo>
                    <a:pt x="67233" y="5715"/>
                  </a:lnTo>
                  <a:lnTo>
                    <a:pt x="67360" y="5549"/>
                  </a:lnTo>
                  <a:lnTo>
                    <a:pt x="67551" y="5499"/>
                  </a:lnTo>
                  <a:lnTo>
                    <a:pt x="67233" y="5384"/>
                  </a:lnTo>
                  <a:lnTo>
                    <a:pt x="67106" y="5689"/>
                  </a:lnTo>
                  <a:lnTo>
                    <a:pt x="67132" y="6032"/>
                  </a:lnTo>
                  <a:lnTo>
                    <a:pt x="67335" y="6273"/>
                  </a:lnTo>
                  <a:lnTo>
                    <a:pt x="67678" y="6045"/>
                  </a:lnTo>
                  <a:lnTo>
                    <a:pt x="67525" y="5778"/>
                  </a:lnTo>
                  <a:lnTo>
                    <a:pt x="67716" y="5702"/>
                  </a:lnTo>
                  <a:close/>
                </a:path>
                <a:path w="95885" h="41909">
                  <a:moveTo>
                    <a:pt x="68427" y="4953"/>
                  </a:moveTo>
                  <a:lnTo>
                    <a:pt x="68211" y="4699"/>
                  </a:lnTo>
                  <a:lnTo>
                    <a:pt x="68237" y="3632"/>
                  </a:lnTo>
                  <a:lnTo>
                    <a:pt x="67906" y="3911"/>
                  </a:lnTo>
                  <a:lnTo>
                    <a:pt x="68148" y="3886"/>
                  </a:lnTo>
                  <a:lnTo>
                    <a:pt x="67970" y="4305"/>
                  </a:lnTo>
                  <a:lnTo>
                    <a:pt x="68033" y="4483"/>
                  </a:lnTo>
                  <a:lnTo>
                    <a:pt x="67678" y="4381"/>
                  </a:lnTo>
                  <a:lnTo>
                    <a:pt x="67678" y="4584"/>
                  </a:lnTo>
                  <a:lnTo>
                    <a:pt x="67754" y="4737"/>
                  </a:lnTo>
                  <a:lnTo>
                    <a:pt x="67894" y="4813"/>
                  </a:lnTo>
                  <a:lnTo>
                    <a:pt x="68097" y="4724"/>
                  </a:lnTo>
                  <a:lnTo>
                    <a:pt x="68338" y="4914"/>
                  </a:lnTo>
                  <a:lnTo>
                    <a:pt x="68033" y="5219"/>
                  </a:lnTo>
                  <a:lnTo>
                    <a:pt x="68211" y="5257"/>
                  </a:lnTo>
                  <a:lnTo>
                    <a:pt x="68427" y="5003"/>
                  </a:lnTo>
                  <a:close/>
                </a:path>
                <a:path w="95885" h="41909">
                  <a:moveTo>
                    <a:pt x="68453" y="10515"/>
                  </a:moveTo>
                  <a:lnTo>
                    <a:pt x="68046" y="10553"/>
                  </a:lnTo>
                  <a:lnTo>
                    <a:pt x="67640" y="10566"/>
                  </a:lnTo>
                  <a:lnTo>
                    <a:pt x="67792" y="10858"/>
                  </a:lnTo>
                  <a:lnTo>
                    <a:pt x="68008" y="10731"/>
                  </a:lnTo>
                  <a:lnTo>
                    <a:pt x="68122" y="10972"/>
                  </a:lnTo>
                  <a:lnTo>
                    <a:pt x="68148" y="10744"/>
                  </a:lnTo>
                  <a:lnTo>
                    <a:pt x="68414" y="10756"/>
                  </a:lnTo>
                  <a:lnTo>
                    <a:pt x="68453" y="10515"/>
                  </a:lnTo>
                  <a:close/>
                </a:path>
                <a:path w="95885" h="41909">
                  <a:moveTo>
                    <a:pt x="71031" y="6997"/>
                  </a:moveTo>
                  <a:lnTo>
                    <a:pt x="70154" y="8178"/>
                  </a:lnTo>
                  <a:lnTo>
                    <a:pt x="70154" y="8724"/>
                  </a:lnTo>
                  <a:lnTo>
                    <a:pt x="71031" y="6997"/>
                  </a:lnTo>
                  <a:close/>
                </a:path>
                <a:path w="95885" h="41909">
                  <a:moveTo>
                    <a:pt x="71716" y="11760"/>
                  </a:moveTo>
                  <a:lnTo>
                    <a:pt x="71640" y="11468"/>
                  </a:lnTo>
                  <a:lnTo>
                    <a:pt x="70980" y="11226"/>
                  </a:lnTo>
                  <a:lnTo>
                    <a:pt x="71170" y="11379"/>
                  </a:lnTo>
                  <a:lnTo>
                    <a:pt x="71386" y="12014"/>
                  </a:lnTo>
                  <a:lnTo>
                    <a:pt x="71589" y="11760"/>
                  </a:lnTo>
                  <a:lnTo>
                    <a:pt x="71716" y="11760"/>
                  </a:lnTo>
                  <a:close/>
                </a:path>
                <a:path w="95885" h="41909">
                  <a:moveTo>
                    <a:pt x="73279" y="8166"/>
                  </a:moveTo>
                  <a:close/>
                </a:path>
                <a:path w="95885" h="41909">
                  <a:moveTo>
                    <a:pt x="73507" y="7607"/>
                  </a:moveTo>
                  <a:lnTo>
                    <a:pt x="73456" y="7480"/>
                  </a:lnTo>
                  <a:lnTo>
                    <a:pt x="72948" y="7480"/>
                  </a:lnTo>
                  <a:lnTo>
                    <a:pt x="73279" y="7607"/>
                  </a:lnTo>
                  <a:lnTo>
                    <a:pt x="73190" y="7899"/>
                  </a:lnTo>
                  <a:lnTo>
                    <a:pt x="73253" y="7721"/>
                  </a:lnTo>
                  <a:lnTo>
                    <a:pt x="72923" y="7721"/>
                  </a:lnTo>
                  <a:lnTo>
                    <a:pt x="73012" y="7886"/>
                  </a:lnTo>
                  <a:lnTo>
                    <a:pt x="72821" y="8305"/>
                  </a:lnTo>
                  <a:lnTo>
                    <a:pt x="73063" y="8293"/>
                  </a:lnTo>
                  <a:lnTo>
                    <a:pt x="73266" y="8166"/>
                  </a:lnTo>
                  <a:lnTo>
                    <a:pt x="73266" y="7886"/>
                  </a:lnTo>
                  <a:lnTo>
                    <a:pt x="73456" y="7810"/>
                  </a:lnTo>
                  <a:lnTo>
                    <a:pt x="73507" y="7607"/>
                  </a:lnTo>
                  <a:close/>
                </a:path>
                <a:path w="95885" h="41909">
                  <a:moveTo>
                    <a:pt x="73736" y="8229"/>
                  </a:moveTo>
                  <a:lnTo>
                    <a:pt x="73494" y="7835"/>
                  </a:lnTo>
                  <a:lnTo>
                    <a:pt x="73279" y="8153"/>
                  </a:lnTo>
                  <a:lnTo>
                    <a:pt x="73482" y="8191"/>
                  </a:lnTo>
                  <a:lnTo>
                    <a:pt x="73736" y="8229"/>
                  </a:lnTo>
                  <a:close/>
                </a:path>
                <a:path w="95885" h="41909">
                  <a:moveTo>
                    <a:pt x="74599" y="10744"/>
                  </a:moveTo>
                  <a:lnTo>
                    <a:pt x="74574" y="10350"/>
                  </a:lnTo>
                  <a:lnTo>
                    <a:pt x="74574" y="10071"/>
                  </a:lnTo>
                  <a:lnTo>
                    <a:pt x="74434" y="10350"/>
                  </a:lnTo>
                  <a:lnTo>
                    <a:pt x="74472" y="10528"/>
                  </a:lnTo>
                  <a:lnTo>
                    <a:pt x="74168" y="10871"/>
                  </a:lnTo>
                  <a:lnTo>
                    <a:pt x="74371" y="10883"/>
                  </a:lnTo>
                  <a:lnTo>
                    <a:pt x="74434" y="10744"/>
                  </a:lnTo>
                  <a:lnTo>
                    <a:pt x="74599" y="10744"/>
                  </a:lnTo>
                  <a:close/>
                </a:path>
                <a:path w="95885" h="41909">
                  <a:moveTo>
                    <a:pt x="76568" y="13284"/>
                  </a:moveTo>
                  <a:lnTo>
                    <a:pt x="76542" y="12992"/>
                  </a:lnTo>
                  <a:lnTo>
                    <a:pt x="76276" y="12674"/>
                  </a:lnTo>
                  <a:lnTo>
                    <a:pt x="75946" y="12230"/>
                  </a:lnTo>
                  <a:lnTo>
                    <a:pt x="75869" y="12090"/>
                  </a:lnTo>
                  <a:lnTo>
                    <a:pt x="75920" y="12357"/>
                  </a:lnTo>
                  <a:lnTo>
                    <a:pt x="75260" y="11836"/>
                  </a:lnTo>
                  <a:lnTo>
                    <a:pt x="75184" y="12204"/>
                  </a:lnTo>
                  <a:lnTo>
                    <a:pt x="75565" y="12319"/>
                  </a:lnTo>
                  <a:lnTo>
                    <a:pt x="75996" y="12369"/>
                  </a:lnTo>
                  <a:lnTo>
                    <a:pt x="76060" y="12750"/>
                  </a:lnTo>
                  <a:lnTo>
                    <a:pt x="75692" y="12738"/>
                  </a:lnTo>
                  <a:lnTo>
                    <a:pt x="75653" y="12369"/>
                  </a:lnTo>
                  <a:lnTo>
                    <a:pt x="75298" y="12319"/>
                  </a:lnTo>
                  <a:lnTo>
                    <a:pt x="75514" y="12763"/>
                  </a:lnTo>
                  <a:lnTo>
                    <a:pt x="75869" y="13081"/>
                  </a:lnTo>
                  <a:lnTo>
                    <a:pt x="76200" y="13423"/>
                  </a:lnTo>
                  <a:lnTo>
                    <a:pt x="76098" y="13081"/>
                  </a:lnTo>
                  <a:lnTo>
                    <a:pt x="76568" y="13284"/>
                  </a:lnTo>
                  <a:close/>
                </a:path>
                <a:path w="95885" h="41909">
                  <a:moveTo>
                    <a:pt x="77558" y="13449"/>
                  </a:moveTo>
                  <a:lnTo>
                    <a:pt x="76568" y="13525"/>
                  </a:lnTo>
                  <a:lnTo>
                    <a:pt x="76746" y="13538"/>
                  </a:lnTo>
                  <a:lnTo>
                    <a:pt x="77063" y="13779"/>
                  </a:lnTo>
                  <a:lnTo>
                    <a:pt x="77279" y="13804"/>
                  </a:lnTo>
                  <a:lnTo>
                    <a:pt x="77533" y="13881"/>
                  </a:lnTo>
                  <a:lnTo>
                    <a:pt x="77558" y="13449"/>
                  </a:lnTo>
                  <a:close/>
                </a:path>
                <a:path w="95885" h="41909">
                  <a:moveTo>
                    <a:pt x="80137" y="32562"/>
                  </a:moveTo>
                  <a:lnTo>
                    <a:pt x="79768" y="32258"/>
                  </a:lnTo>
                  <a:lnTo>
                    <a:pt x="79768" y="32550"/>
                  </a:lnTo>
                  <a:lnTo>
                    <a:pt x="79095" y="32778"/>
                  </a:lnTo>
                  <a:lnTo>
                    <a:pt x="79425" y="33032"/>
                  </a:lnTo>
                  <a:lnTo>
                    <a:pt x="79476" y="32778"/>
                  </a:lnTo>
                  <a:lnTo>
                    <a:pt x="80137" y="32562"/>
                  </a:lnTo>
                  <a:close/>
                </a:path>
                <a:path w="95885" h="41909">
                  <a:moveTo>
                    <a:pt x="81470" y="17145"/>
                  </a:moveTo>
                  <a:lnTo>
                    <a:pt x="81280" y="17170"/>
                  </a:lnTo>
                  <a:lnTo>
                    <a:pt x="81127" y="17132"/>
                  </a:lnTo>
                  <a:lnTo>
                    <a:pt x="80924" y="17373"/>
                  </a:lnTo>
                  <a:lnTo>
                    <a:pt x="80784" y="17360"/>
                  </a:lnTo>
                  <a:lnTo>
                    <a:pt x="80784" y="17703"/>
                  </a:lnTo>
                  <a:lnTo>
                    <a:pt x="81026" y="17805"/>
                  </a:lnTo>
                  <a:lnTo>
                    <a:pt x="81330" y="18084"/>
                  </a:lnTo>
                  <a:lnTo>
                    <a:pt x="81356" y="17703"/>
                  </a:lnTo>
                  <a:lnTo>
                    <a:pt x="81216" y="17614"/>
                  </a:lnTo>
                  <a:lnTo>
                    <a:pt x="81153" y="17437"/>
                  </a:lnTo>
                  <a:lnTo>
                    <a:pt x="81140" y="17246"/>
                  </a:lnTo>
                  <a:lnTo>
                    <a:pt x="81292" y="17373"/>
                  </a:lnTo>
                  <a:lnTo>
                    <a:pt x="81419" y="17373"/>
                  </a:lnTo>
                  <a:lnTo>
                    <a:pt x="81470" y="17145"/>
                  </a:lnTo>
                  <a:close/>
                </a:path>
                <a:path w="95885" h="41909">
                  <a:moveTo>
                    <a:pt x="87185" y="31026"/>
                  </a:moveTo>
                  <a:lnTo>
                    <a:pt x="86614" y="31000"/>
                  </a:lnTo>
                  <a:lnTo>
                    <a:pt x="86512" y="31635"/>
                  </a:lnTo>
                  <a:lnTo>
                    <a:pt x="86829" y="31927"/>
                  </a:lnTo>
                  <a:lnTo>
                    <a:pt x="86893" y="31559"/>
                  </a:lnTo>
                  <a:lnTo>
                    <a:pt x="87185" y="31445"/>
                  </a:lnTo>
                  <a:lnTo>
                    <a:pt x="87185" y="31026"/>
                  </a:lnTo>
                  <a:close/>
                </a:path>
                <a:path w="95885" h="41909">
                  <a:moveTo>
                    <a:pt x="88176" y="34480"/>
                  </a:moveTo>
                  <a:lnTo>
                    <a:pt x="87972" y="34518"/>
                  </a:lnTo>
                  <a:lnTo>
                    <a:pt x="87922" y="34366"/>
                  </a:lnTo>
                  <a:lnTo>
                    <a:pt x="87744" y="34378"/>
                  </a:lnTo>
                  <a:lnTo>
                    <a:pt x="87617" y="34607"/>
                  </a:lnTo>
                  <a:lnTo>
                    <a:pt x="87579" y="34988"/>
                  </a:lnTo>
                  <a:lnTo>
                    <a:pt x="87820" y="35090"/>
                  </a:lnTo>
                  <a:lnTo>
                    <a:pt x="87960" y="35293"/>
                  </a:lnTo>
                  <a:lnTo>
                    <a:pt x="88036" y="35013"/>
                  </a:lnTo>
                  <a:lnTo>
                    <a:pt x="88049" y="34721"/>
                  </a:lnTo>
                  <a:lnTo>
                    <a:pt x="88176" y="34480"/>
                  </a:lnTo>
                  <a:close/>
                </a:path>
                <a:path w="95885" h="41909">
                  <a:moveTo>
                    <a:pt x="88620" y="32372"/>
                  </a:moveTo>
                  <a:lnTo>
                    <a:pt x="88582" y="32232"/>
                  </a:lnTo>
                  <a:lnTo>
                    <a:pt x="88188" y="31953"/>
                  </a:lnTo>
                  <a:lnTo>
                    <a:pt x="88061" y="32258"/>
                  </a:lnTo>
                  <a:lnTo>
                    <a:pt x="88303" y="32334"/>
                  </a:lnTo>
                  <a:lnTo>
                    <a:pt x="88480" y="32842"/>
                  </a:lnTo>
                  <a:lnTo>
                    <a:pt x="88620" y="32372"/>
                  </a:lnTo>
                  <a:close/>
                </a:path>
                <a:path w="95885" h="41909">
                  <a:moveTo>
                    <a:pt x="91084" y="24752"/>
                  </a:moveTo>
                  <a:lnTo>
                    <a:pt x="90817" y="24307"/>
                  </a:lnTo>
                  <a:lnTo>
                    <a:pt x="90538" y="24409"/>
                  </a:lnTo>
                  <a:lnTo>
                    <a:pt x="90487" y="24257"/>
                  </a:lnTo>
                  <a:lnTo>
                    <a:pt x="89865" y="24358"/>
                  </a:lnTo>
                  <a:lnTo>
                    <a:pt x="90195" y="24523"/>
                  </a:lnTo>
                  <a:lnTo>
                    <a:pt x="91084" y="24752"/>
                  </a:lnTo>
                  <a:close/>
                </a:path>
                <a:path w="95885" h="41909">
                  <a:moveTo>
                    <a:pt x="94551" y="41440"/>
                  </a:moveTo>
                  <a:lnTo>
                    <a:pt x="94513" y="41173"/>
                  </a:lnTo>
                  <a:lnTo>
                    <a:pt x="94437" y="40982"/>
                  </a:lnTo>
                  <a:lnTo>
                    <a:pt x="94221" y="40881"/>
                  </a:lnTo>
                  <a:lnTo>
                    <a:pt x="94195" y="41198"/>
                  </a:lnTo>
                  <a:lnTo>
                    <a:pt x="94208" y="41490"/>
                  </a:lnTo>
                  <a:lnTo>
                    <a:pt x="94551" y="41440"/>
                  </a:lnTo>
                  <a:close/>
                </a:path>
                <a:path w="95885" h="41909">
                  <a:moveTo>
                    <a:pt x="95046" y="32435"/>
                  </a:moveTo>
                  <a:lnTo>
                    <a:pt x="94894" y="32397"/>
                  </a:lnTo>
                  <a:lnTo>
                    <a:pt x="95008" y="32143"/>
                  </a:lnTo>
                  <a:lnTo>
                    <a:pt x="94665" y="31927"/>
                  </a:lnTo>
                  <a:lnTo>
                    <a:pt x="94462" y="32092"/>
                  </a:lnTo>
                  <a:lnTo>
                    <a:pt x="94792" y="32486"/>
                  </a:lnTo>
                  <a:lnTo>
                    <a:pt x="94551" y="32588"/>
                  </a:lnTo>
                  <a:lnTo>
                    <a:pt x="94348" y="32385"/>
                  </a:lnTo>
                  <a:lnTo>
                    <a:pt x="94551" y="32283"/>
                  </a:lnTo>
                  <a:lnTo>
                    <a:pt x="94094" y="32219"/>
                  </a:lnTo>
                  <a:lnTo>
                    <a:pt x="94475" y="32181"/>
                  </a:lnTo>
                  <a:lnTo>
                    <a:pt x="94119" y="31940"/>
                  </a:lnTo>
                  <a:lnTo>
                    <a:pt x="93941" y="32207"/>
                  </a:lnTo>
                  <a:lnTo>
                    <a:pt x="94246" y="32804"/>
                  </a:lnTo>
                  <a:lnTo>
                    <a:pt x="94792" y="32715"/>
                  </a:lnTo>
                  <a:lnTo>
                    <a:pt x="95046" y="32435"/>
                  </a:lnTo>
                  <a:close/>
                </a:path>
                <a:path w="95885" h="41909">
                  <a:moveTo>
                    <a:pt x="95478" y="38531"/>
                  </a:moveTo>
                  <a:lnTo>
                    <a:pt x="95021" y="38417"/>
                  </a:lnTo>
                  <a:lnTo>
                    <a:pt x="95046" y="38608"/>
                  </a:lnTo>
                  <a:lnTo>
                    <a:pt x="95478" y="38531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4" name="object 104"/>
            <p:cNvSpPr/>
            <p:nvPr/>
          </p:nvSpPr>
          <p:spPr>
            <a:xfrm>
              <a:off x="3982034" y="1005954"/>
              <a:ext cx="86995" cy="18415"/>
            </a:xfrm>
            <a:custGeom>
              <a:avLst/>
              <a:gdLst/>
              <a:ahLst/>
              <a:cxnLst/>
              <a:rect l="l" t="t" r="r" b="b"/>
              <a:pathLst>
                <a:path w="86995" h="18415">
                  <a:moveTo>
                    <a:pt x="889" y="15011"/>
                  </a:moveTo>
                  <a:lnTo>
                    <a:pt x="736" y="14846"/>
                  </a:lnTo>
                  <a:lnTo>
                    <a:pt x="698" y="15252"/>
                  </a:lnTo>
                  <a:lnTo>
                    <a:pt x="0" y="14998"/>
                  </a:lnTo>
                  <a:lnTo>
                    <a:pt x="177" y="15621"/>
                  </a:lnTo>
                  <a:lnTo>
                    <a:pt x="584" y="15646"/>
                  </a:lnTo>
                  <a:lnTo>
                    <a:pt x="889" y="15011"/>
                  </a:lnTo>
                  <a:close/>
                </a:path>
                <a:path w="86995" h="18415">
                  <a:moveTo>
                    <a:pt x="1320" y="12382"/>
                  </a:moveTo>
                  <a:lnTo>
                    <a:pt x="1054" y="12382"/>
                  </a:lnTo>
                  <a:lnTo>
                    <a:pt x="990" y="12700"/>
                  </a:lnTo>
                  <a:lnTo>
                    <a:pt x="1320" y="12700"/>
                  </a:lnTo>
                  <a:lnTo>
                    <a:pt x="1320" y="12382"/>
                  </a:lnTo>
                  <a:close/>
                </a:path>
                <a:path w="86995" h="18415">
                  <a:moveTo>
                    <a:pt x="2895" y="13576"/>
                  </a:moveTo>
                  <a:lnTo>
                    <a:pt x="2628" y="12839"/>
                  </a:lnTo>
                  <a:lnTo>
                    <a:pt x="2641" y="12700"/>
                  </a:lnTo>
                  <a:lnTo>
                    <a:pt x="1739" y="12700"/>
                  </a:lnTo>
                  <a:lnTo>
                    <a:pt x="1244" y="13576"/>
                  </a:lnTo>
                  <a:lnTo>
                    <a:pt x="2095" y="13576"/>
                  </a:lnTo>
                  <a:lnTo>
                    <a:pt x="2603" y="14490"/>
                  </a:lnTo>
                  <a:lnTo>
                    <a:pt x="2755" y="14490"/>
                  </a:lnTo>
                  <a:lnTo>
                    <a:pt x="2387" y="13576"/>
                  </a:lnTo>
                  <a:lnTo>
                    <a:pt x="2603" y="13576"/>
                  </a:lnTo>
                  <a:lnTo>
                    <a:pt x="2895" y="13576"/>
                  </a:lnTo>
                  <a:close/>
                </a:path>
                <a:path w="86995" h="18415">
                  <a:moveTo>
                    <a:pt x="7772" y="12255"/>
                  </a:moveTo>
                  <a:lnTo>
                    <a:pt x="7239" y="12077"/>
                  </a:lnTo>
                  <a:lnTo>
                    <a:pt x="6972" y="12966"/>
                  </a:lnTo>
                  <a:lnTo>
                    <a:pt x="7340" y="12700"/>
                  </a:lnTo>
                  <a:lnTo>
                    <a:pt x="7213" y="12585"/>
                  </a:lnTo>
                  <a:lnTo>
                    <a:pt x="7518" y="12585"/>
                  </a:lnTo>
                  <a:lnTo>
                    <a:pt x="7607" y="12382"/>
                  </a:lnTo>
                  <a:lnTo>
                    <a:pt x="7772" y="12255"/>
                  </a:lnTo>
                  <a:close/>
                </a:path>
                <a:path w="86995" h="18415">
                  <a:moveTo>
                    <a:pt x="8636" y="14211"/>
                  </a:moveTo>
                  <a:lnTo>
                    <a:pt x="8470" y="13817"/>
                  </a:lnTo>
                  <a:lnTo>
                    <a:pt x="8128" y="13817"/>
                  </a:lnTo>
                  <a:lnTo>
                    <a:pt x="7988" y="13881"/>
                  </a:lnTo>
                  <a:lnTo>
                    <a:pt x="8153" y="14935"/>
                  </a:lnTo>
                  <a:lnTo>
                    <a:pt x="8356" y="14605"/>
                  </a:lnTo>
                  <a:lnTo>
                    <a:pt x="8102" y="14490"/>
                  </a:lnTo>
                  <a:lnTo>
                    <a:pt x="8636" y="14211"/>
                  </a:lnTo>
                  <a:close/>
                </a:path>
                <a:path w="86995" h="18415">
                  <a:moveTo>
                    <a:pt x="11595" y="6210"/>
                  </a:moveTo>
                  <a:lnTo>
                    <a:pt x="11264" y="6248"/>
                  </a:lnTo>
                  <a:lnTo>
                    <a:pt x="11049" y="6413"/>
                  </a:lnTo>
                  <a:lnTo>
                    <a:pt x="10934" y="6654"/>
                  </a:lnTo>
                  <a:lnTo>
                    <a:pt x="11252" y="6565"/>
                  </a:lnTo>
                  <a:lnTo>
                    <a:pt x="11226" y="6807"/>
                  </a:lnTo>
                  <a:lnTo>
                    <a:pt x="11493" y="6769"/>
                  </a:lnTo>
                  <a:lnTo>
                    <a:pt x="11531" y="6565"/>
                  </a:lnTo>
                  <a:lnTo>
                    <a:pt x="11366" y="6527"/>
                  </a:lnTo>
                  <a:lnTo>
                    <a:pt x="11391" y="6337"/>
                  </a:lnTo>
                  <a:lnTo>
                    <a:pt x="11595" y="6210"/>
                  </a:lnTo>
                  <a:close/>
                </a:path>
                <a:path w="86995" h="18415">
                  <a:moveTo>
                    <a:pt x="13385" y="13373"/>
                  </a:moveTo>
                  <a:lnTo>
                    <a:pt x="13144" y="13462"/>
                  </a:lnTo>
                  <a:lnTo>
                    <a:pt x="12890" y="12992"/>
                  </a:lnTo>
                  <a:lnTo>
                    <a:pt x="12827" y="13258"/>
                  </a:lnTo>
                  <a:lnTo>
                    <a:pt x="12903" y="13906"/>
                  </a:lnTo>
                  <a:lnTo>
                    <a:pt x="13385" y="13931"/>
                  </a:lnTo>
                  <a:lnTo>
                    <a:pt x="13385" y="13373"/>
                  </a:lnTo>
                  <a:close/>
                </a:path>
                <a:path w="86995" h="18415">
                  <a:moveTo>
                    <a:pt x="16954" y="9105"/>
                  </a:moveTo>
                  <a:lnTo>
                    <a:pt x="16852" y="8890"/>
                  </a:lnTo>
                  <a:lnTo>
                    <a:pt x="16192" y="8890"/>
                  </a:lnTo>
                  <a:lnTo>
                    <a:pt x="16205" y="9156"/>
                  </a:lnTo>
                  <a:lnTo>
                    <a:pt x="16776" y="9512"/>
                  </a:lnTo>
                  <a:lnTo>
                    <a:pt x="16852" y="9334"/>
                  </a:lnTo>
                  <a:lnTo>
                    <a:pt x="16522" y="9258"/>
                  </a:lnTo>
                  <a:lnTo>
                    <a:pt x="16954" y="9105"/>
                  </a:lnTo>
                  <a:close/>
                </a:path>
                <a:path w="86995" h="18415">
                  <a:moveTo>
                    <a:pt x="17310" y="8775"/>
                  </a:moveTo>
                  <a:close/>
                </a:path>
                <a:path w="86995" h="18415">
                  <a:moveTo>
                    <a:pt x="17310" y="4292"/>
                  </a:moveTo>
                  <a:lnTo>
                    <a:pt x="17208" y="3898"/>
                  </a:lnTo>
                  <a:lnTo>
                    <a:pt x="16789" y="3848"/>
                  </a:lnTo>
                  <a:lnTo>
                    <a:pt x="16408" y="3733"/>
                  </a:lnTo>
                  <a:lnTo>
                    <a:pt x="16548" y="4114"/>
                  </a:lnTo>
                  <a:lnTo>
                    <a:pt x="17183" y="3924"/>
                  </a:lnTo>
                  <a:lnTo>
                    <a:pt x="17310" y="4292"/>
                  </a:lnTo>
                  <a:close/>
                </a:path>
                <a:path w="86995" h="18415">
                  <a:moveTo>
                    <a:pt x="17741" y="9029"/>
                  </a:moveTo>
                  <a:lnTo>
                    <a:pt x="17424" y="8890"/>
                  </a:lnTo>
                  <a:lnTo>
                    <a:pt x="17297" y="8788"/>
                  </a:lnTo>
                  <a:lnTo>
                    <a:pt x="17272" y="9029"/>
                  </a:lnTo>
                  <a:lnTo>
                    <a:pt x="17741" y="9029"/>
                  </a:lnTo>
                  <a:close/>
                </a:path>
                <a:path w="86995" h="18415">
                  <a:moveTo>
                    <a:pt x="17932" y="6921"/>
                  </a:moveTo>
                  <a:lnTo>
                    <a:pt x="17678" y="5664"/>
                  </a:lnTo>
                  <a:lnTo>
                    <a:pt x="17424" y="5981"/>
                  </a:lnTo>
                  <a:lnTo>
                    <a:pt x="17564" y="6146"/>
                  </a:lnTo>
                  <a:lnTo>
                    <a:pt x="17564" y="6426"/>
                  </a:lnTo>
                  <a:lnTo>
                    <a:pt x="17297" y="6197"/>
                  </a:lnTo>
                  <a:lnTo>
                    <a:pt x="17932" y="6921"/>
                  </a:lnTo>
                  <a:close/>
                </a:path>
                <a:path w="86995" h="18415">
                  <a:moveTo>
                    <a:pt x="18148" y="12039"/>
                  </a:moveTo>
                  <a:lnTo>
                    <a:pt x="17881" y="11684"/>
                  </a:lnTo>
                  <a:lnTo>
                    <a:pt x="17754" y="11785"/>
                  </a:lnTo>
                  <a:lnTo>
                    <a:pt x="17856" y="11366"/>
                  </a:lnTo>
                  <a:lnTo>
                    <a:pt x="17475" y="11417"/>
                  </a:lnTo>
                  <a:lnTo>
                    <a:pt x="17310" y="11239"/>
                  </a:lnTo>
                  <a:lnTo>
                    <a:pt x="17132" y="11798"/>
                  </a:lnTo>
                  <a:lnTo>
                    <a:pt x="18148" y="12039"/>
                  </a:lnTo>
                  <a:close/>
                </a:path>
                <a:path w="86995" h="18415">
                  <a:moveTo>
                    <a:pt x="20370" y="9779"/>
                  </a:moveTo>
                  <a:close/>
                </a:path>
                <a:path w="86995" h="18415">
                  <a:moveTo>
                    <a:pt x="21793" y="266"/>
                  </a:moveTo>
                  <a:lnTo>
                    <a:pt x="21564" y="254"/>
                  </a:lnTo>
                  <a:lnTo>
                    <a:pt x="21132" y="0"/>
                  </a:lnTo>
                  <a:lnTo>
                    <a:pt x="21107" y="495"/>
                  </a:lnTo>
                  <a:lnTo>
                    <a:pt x="21539" y="469"/>
                  </a:lnTo>
                  <a:lnTo>
                    <a:pt x="21628" y="292"/>
                  </a:lnTo>
                  <a:lnTo>
                    <a:pt x="21793" y="266"/>
                  </a:lnTo>
                  <a:close/>
                </a:path>
                <a:path w="86995" h="18415">
                  <a:moveTo>
                    <a:pt x="21831" y="10350"/>
                  </a:moveTo>
                  <a:lnTo>
                    <a:pt x="20777" y="9791"/>
                  </a:lnTo>
                  <a:lnTo>
                    <a:pt x="21005" y="9664"/>
                  </a:lnTo>
                  <a:lnTo>
                    <a:pt x="20599" y="9753"/>
                  </a:lnTo>
                  <a:lnTo>
                    <a:pt x="20383" y="9779"/>
                  </a:lnTo>
                  <a:lnTo>
                    <a:pt x="20789" y="10121"/>
                  </a:lnTo>
                  <a:lnTo>
                    <a:pt x="21831" y="10350"/>
                  </a:lnTo>
                  <a:close/>
                </a:path>
                <a:path w="86995" h="18415">
                  <a:moveTo>
                    <a:pt x="22758" y="2616"/>
                  </a:moveTo>
                  <a:lnTo>
                    <a:pt x="21628" y="1993"/>
                  </a:lnTo>
                  <a:lnTo>
                    <a:pt x="21882" y="2171"/>
                  </a:lnTo>
                  <a:lnTo>
                    <a:pt x="22110" y="2400"/>
                  </a:lnTo>
                  <a:lnTo>
                    <a:pt x="21932" y="2463"/>
                  </a:lnTo>
                  <a:lnTo>
                    <a:pt x="21793" y="2603"/>
                  </a:lnTo>
                  <a:lnTo>
                    <a:pt x="22174" y="2730"/>
                  </a:lnTo>
                  <a:lnTo>
                    <a:pt x="22326" y="2628"/>
                  </a:lnTo>
                  <a:lnTo>
                    <a:pt x="22352" y="2946"/>
                  </a:lnTo>
                  <a:lnTo>
                    <a:pt x="22758" y="2616"/>
                  </a:lnTo>
                  <a:close/>
                </a:path>
                <a:path w="86995" h="18415">
                  <a:moveTo>
                    <a:pt x="25781" y="3810"/>
                  </a:moveTo>
                  <a:lnTo>
                    <a:pt x="25730" y="3416"/>
                  </a:lnTo>
                  <a:lnTo>
                    <a:pt x="25527" y="3429"/>
                  </a:lnTo>
                  <a:lnTo>
                    <a:pt x="25361" y="3390"/>
                  </a:lnTo>
                  <a:lnTo>
                    <a:pt x="25387" y="3632"/>
                  </a:lnTo>
                  <a:lnTo>
                    <a:pt x="24574" y="3746"/>
                  </a:lnTo>
                  <a:lnTo>
                    <a:pt x="25781" y="3810"/>
                  </a:lnTo>
                  <a:close/>
                </a:path>
                <a:path w="86995" h="18415">
                  <a:moveTo>
                    <a:pt x="25933" y="8547"/>
                  </a:moveTo>
                  <a:lnTo>
                    <a:pt x="25717" y="8547"/>
                  </a:lnTo>
                  <a:lnTo>
                    <a:pt x="25717" y="8775"/>
                  </a:lnTo>
                  <a:lnTo>
                    <a:pt x="25476" y="8737"/>
                  </a:lnTo>
                  <a:lnTo>
                    <a:pt x="25425" y="8534"/>
                  </a:lnTo>
                  <a:lnTo>
                    <a:pt x="25133" y="8547"/>
                  </a:lnTo>
                  <a:lnTo>
                    <a:pt x="25095" y="8902"/>
                  </a:lnTo>
                  <a:lnTo>
                    <a:pt x="25501" y="8788"/>
                  </a:lnTo>
                  <a:lnTo>
                    <a:pt x="25717" y="8890"/>
                  </a:lnTo>
                  <a:lnTo>
                    <a:pt x="25933" y="8547"/>
                  </a:lnTo>
                  <a:close/>
                </a:path>
                <a:path w="86995" h="18415">
                  <a:moveTo>
                    <a:pt x="26644" y="7302"/>
                  </a:moveTo>
                  <a:lnTo>
                    <a:pt x="25781" y="6858"/>
                  </a:lnTo>
                  <a:lnTo>
                    <a:pt x="25933" y="7099"/>
                  </a:lnTo>
                  <a:lnTo>
                    <a:pt x="26187" y="7251"/>
                  </a:lnTo>
                  <a:lnTo>
                    <a:pt x="26149" y="7708"/>
                  </a:lnTo>
                  <a:lnTo>
                    <a:pt x="26504" y="7772"/>
                  </a:lnTo>
                  <a:lnTo>
                    <a:pt x="26644" y="7302"/>
                  </a:lnTo>
                  <a:close/>
                </a:path>
                <a:path w="86995" h="18415">
                  <a:moveTo>
                    <a:pt x="26949" y="5867"/>
                  </a:moveTo>
                  <a:lnTo>
                    <a:pt x="26771" y="5549"/>
                  </a:lnTo>
                  <a:lnTo>
                    <a:pt x="26504" y="5334"/>
                  </a:lnTo>
                  <a:lnTo>
                    <a:pt x="26263" y="5092"/>
                  </a:lnTo>
                  <a:lnTo>
                    <a:pt x="26365" y="5321"/>
                  </a:lnTo>
                  <a:lnTo>
                    <a:pt x="25692" y="4927"/>
                  </a:lnTo>
                  <a:lnTo>
                    <a:pt x="26047" y="5194"/>
                  </a:lnTo>
                  <a:lnTo>
                    <a:pt x="26225" y="5486"/>
                  </a:lnTo>
                  <a:lnTo>
                    <a:pt x="26377" y="5359"/>
                  </a:lnTo>
                  <a:lnTo>
                    <a:pt x="26504" y="5867"/>
                  </a:lnTo>
                  <a:lnTo>
                    <a:pt x="26797" y="5880"/>
                  </a:lnTo>
                  <a:lnTo>
                    <a:pt x="26708" y="5689"/>
                  </a:lnTo>
                  <a:lnTo>
                    <a:pt x="26949" y="5867"/>
                  </a:lnTo>
                  <a:close/>
                </a:path>
                <a:path w="86995" h="18415">
                  <a:moveTo>
                    <a:pt x="27597" y="13601"/>
                  </a:moveTo>
                  <a:lnTo>
                    <a:pt x="27368" y="13576"/>
                  </a:lnTo>
                  <a:lnTo>
                    <a:pt x="27559" y="13119"/>
                  </a:lnTo>
                  <a:lnTo>
                    <a:pt x="27508" y="12928"/>
                  </a:lnTo>
                  <a:lnTo>
                    <a:pt x="27051" y="13042"/>
                  </a:lnTo>
                  <a:lnTo>
                    <a:pt x="26517" y="12293"/>
                  </a:lnTo>
                  <a:lnTo>
                    <a:pt x="26263" y="12915"/>
                  </a:lnTo>
                  <a:lnTo>
                    <a:pt x="26619" y="12941"/>
                  </a:lnTo>
                  <a:lnTo>
                    <a:pt x="26720" y="13436"/>
                  </a:lnTo>
                  <a:lnTo>
                    <a:pt x="27165" y="13042"/>
                  </a:lnTo>
                  <a:lnTo>
                    <a:pt x="27165" y="13309"/>
                  </a:lnTo>
                  <a:lnTo>
                    <a:pt x="27482" y="13830"/>
                  </a:lnTo>
                  <a:lnTo>
                    <a:pt x="27597" y="13601"/>
                  </a:lnTo>
                  <a:close/>
                </a:path>
                <a:path w="86995" h="18415">
                  <a:moveTo>
                    <a:pt x="27952" y="5308"/>
                  </a:moveTo>
                  <a:lnTo>
                    <a:pt x="27724" y="5054"/>
                  </a:lnTo>
                  <a:lnTo>
                    <a:pt x="27774" y="5207"/>
                  </a:lnTo>
                  <a:lnTo>
                    <a:pt x="27381" y="5105"/>
                  </a:lnTo>
                  <a:lnTo>
                    <a:pt x="27343" y="5448"/>
                  </a:lnTo>
                  <a:lnTo>
                    <a:pt x="27686" y="5486"/>
                  </a:lnTo>
                  <a:lnTo>
                    <a:pt x="27838" y="5308"/>
                  </a:lnTo>
                  <a:close/>
                </a:path>
                <a:path w="86995" h="18415">
                  <a:moveTo>
                    <a:pt x="28168" y="9144"/>
                  </a:moveTo>
                  <a:lnTo>
                    <a:pt x="27559" y="9232"/>
                  </a:lnTo>
                  <a:lnTo>
                    <a:pt x="27266" y="9347"/>
                  </a:lnTo>
                  <a:lnTo>
                    <a:pt x="27444" y="9499"/>
                  </a:lnTo>
                  <a:lnTo>
                    <a:pt x="26898" y="9931"/>
                  </a:lnTo>
                  <a:lnTo>
                    <a:pt x="27393" y="10134"/>
                  </a:lnTo>
                  <a:lnTo>
                    <a:pt x="27609" y="9880"/>
                  </a:lnTo>
                  <a:lnTo>
                    <a:pt x="27787" y="9575"/>
                  </a:lnTo>
                  <a:lnTo>
                    <a:pt x="28041" y="9347"/>
                  </a:lnTo>
                  <a:lnTo>
                    <a:pt x="28016" y="9474"/>
                  </a:lnTo>
                  <a:lnTo>
                    <a:pt x="27876" y="9575"/>
                  </a:lnTo>
                  <a:lnTo>
                    <a:pt x="28168" y="9575"/>
                  </a:lnTo>
                  <a:lnTo>
                    <a:pt x="28168" y="9144"/>
                  </a:lnTo>
                  <a:close/>
                </a:path>
                <a:path w="86995" h="18415">
                  <a:moveTo>
                    <a:pt x="28486" y="8229"/>
                  </a:moveTo>
                  <a:lnTo>
                    <a:pt x="28168" y="7924"/>
                  </a:lnTo>
                  <a:lnTo>
                    <a:pt x="27419" y="7620"/>
                  </a:lnTo>
                  <a:lnTo>
                    <a:pt x="27139" y="7912"/>
                  </a:lnTo>
                  <a:lnTo>
                    <a:pt x="27393" y="7886"/>
                  </a:lnTo>
                  <a:lnTo>
                    <a:pt x="28486" y="8229"/>
                  </a:lnTo>
                  <a:close/>
                </a:path>
                <a:path w="86995" h="18415">
                  <a:moveTo>
                    <a:pt x="31318" y="6057"/>
                  </a:moveTo>
                  <a:lnTo>
                    <a:pt x="30835" y="6337"/>
                  </a:lnTo>
                  <a:lnTo>
                    <a:pt x="30975" y="5981"/>
                  </a:lnTo>
                  <a:lnTo>
                    <a:pt x="30670" y="6057"/>
                  </a:lnTo>
                  <a:lnTo>
                    <a:pt x="30340" y="6108"/>
                  </a:lnTo>
                  <a:lnTo>
                    <a:pt x="30187" y="6324"/>
                  </a:lnTo>
                  <a:lnTo>
                    <a:pt x="30365" y="6464"/>
                  </a:lnTo>
                  <a:lnTo>
                    <a:pt x="30619" y="6464"/>
                  </a:lnTo>
                  <a:lnTo>
                    <a:pt x="30403" y="6197"/>
                  </a:lnTo>
                  <a:lnTo>
                    <a:pt x="30911" y="6032"/>
                  </a:lnTo>
                  <a:lnTo>
                    <a:pt x="30734" y="6527"/>
                  </a:lnTo>
                  <a:lnTo>
                    <a:pt x="31178" y="6426"/>
                  </a:lnTo>
                  <a:lnTo>
                    <a:pt x="31318" y="6057"/>
                  </a:lnTo>
                  <a:close/>
                </a:path>
                <a:path w="86995" h="18415">
                  <a:moveTo>
                    <a:pt x="33591" y="7251"/>
                  </a:moveTo>
                  <a:lnTo>
                    <a:pt x="33553" y="6997"/>
                  </a:lnTo>
                  <a:lnTo>
                    <a:pt x="33350" y="6985"/>
                  </a:lnTo>
                  <a:lnTo>
                    <a:pt x="32829" y="7226"/>
                  </a:lnTo>
                  <a:lnTo>
                    <a:pt x="33096" y="7327"/>
                  </a:lnTo>
                  <a:lnTo>
                    <a:pt x="33223" y="7213"/>
                  </a:lnTo>
                  <a:lnTo>
                    <a:pt x="33248" y="7391"/>
                  </a:lnTo>
                  <a:lnTo>
                    <a:pt x="33197" y="7594"/>
                  </a:lnTo>
                  <a:lnTo>
                    <a:pt x="33451" y="7569"/>
                  </a:lnTo>
                  <a:lnTo>
                    <a:pt x="33350" y="7239"/>
                  </a:lnTo>
                  <a:lnTo>
                    <a:pt x="33591" y="7251"/>
                  </a:lnTo>
                  <a:close/>
                </a:path>
                <a:path w="86995" h="18415">
                  <a:moveTo>
                    <a:pt x="38074" y="4711"/>
                  </a:moveTo>
                  <a:lnTo>
                    <a:pt x="37871" y="4584"/>
                  </a:lnTo>
                  <a:lnTo>
                    <a:pt x="37477" y="4406"/>
                  </a:lnTo>
                  <a:lnTo>
                    <a:pt x="37465" y="4597"/>
                  </a:lnTo>
                  <a:lnTo>
                    <a:pt x="37160" y="4495"/>
                  </a:lnTo>
                  <a:lnTo>
                    <a:pt x="37249" y="4749"/>
                  </a:lnTo>
                  <a:lnTo>
                    <a:pt x="37490" y="4978"/>
                  </a:lnTo>
                  <a:lnTo>
                    <a:pt x="37477" y="4686"/>
                  </a:lnTo>
                  <a:lnTo>
                    <a:pt x="37693" y="4635"/>
                  </a:lnTo>
                  <a:lnTo>
                    <a:pt x="37528" y="5041"/>
                  </a:lnTo>
                  <a:lnTo>
                    <a:pt x="38074" y="4711"/>
                  </a:lnTo>
                  <a:close/>
                </a:path>
                <a:path w="86995" h="18415">
                  <a:moveTo>
                    <a:pt x="38252" y="5308"/>
                  </a:moveTo>
                  <a:lnTo>
                    <a:pt x="38214" y="4787"/>
                  </a:lnTo>
                  <a:lnTo>
                    <a:pt x="38074" y="4711"/>
                  </a:lnTo>
                  <a:lnTo>
                    <a:pt x="38036" y="4978"/>
                  </a:lnTo>
                  <a:lnTo>
                    <a:pt x="37884" y="4991"/>
                  </a:lnTo>
                  <a:lnTo>
                    <a:pt x="37757" y="5003"/>
                  </a:lnTo>
                  <a:lnTo>
                    <a:pt x="37820" y="5194"/>
                  </a:lnTo>
                  <a:lnTo>
                    <a:pt x="38036" y="5168"/>
                  </a:lnTo>
                  <a:lnTo>
                    <a:pt x="38049" y="5321"/>
                  </a:lnTo>
                  <a:lnTo>
                    <a:pt x="38252" y="5308"/>
                  </a:lnTo>
                  <a:close/>
                </a:path>
                <a:path w="86995" h="18415">
                  <a:moveTo>
                    <a:pt x="41046" y="7759"/>
                  </a:moveTo>
                  <a:lnTo>
                    <a:pt x="40627" y="7670"/>
                  </a:lnTo>
                  <a:lnTo>
                    <a:pt x="39598" y="7556"/>
                  </a:lnTo>
                  <a:lnTo>
                    <a:pt x="39839" y="7988"/>
                  </a:lnTo>
                  <a:lnTo>
                    <a:pt x="40195" y="7658"/>
                  </a:lnTo>
                  <a:lnTo>
                    <a:pt x="40271" y="7899"/>
                  </a:lnTo>
                  <a:lnTo>
                    <a:pt x="40271" y="8102"/>
                  </a:lnTo>
                  <a:lnTo>
                    <a:pt x="40538" y="7759"/>
                  </a:lnTo>
                  <a:lnTo>
                    <a:pt x="40855" y="8128"/>
                  </a:lnTo>
                  <a:lnTo>
                    <a:pt x="41046" y="7759"/>
                  </a:lnTo>
                  <a:close/>
                </a:path>
                <a:path w="86995" h="18415">
                  <a:moveTo>
                    <a:pt x="46418" y="17640"/>
                  </a:moveTo>
                  <a:lnTo>
                    <a:pt x="46126" y="17538"/>
                  </a:lnTo>
                  <a:lnTo>
                    <a:pt x="45986" y="16751"/>
                  </a:lnTo>
                  <a:lnTo>
                    <a:pt x="45643" y="17081"/>
                  </a:lnTo>
                  <a:lnTo>
                    <a:pt x="45948" y="17145"/>
                  </a:lnTo>
                  <a:lnTo>
                    <a:pt x="46215" y="17843"/>
                  </a:lnTo>
                  <a:lnTo>
                    <a:pt x="46418" y="17640"/>
                  </a:lnTo>
                  <a:close/>
                </a:path>
                <a:path w="86995" h="18415">
                  <a:moveTo>
                    <a:pt x="46990" y="723"/>
                  </a:moveTo>
                  <a:lnTo>
                    <a:pt x="46850" y="673"/>
                  </a:lnTo>
                  <a:lnTo>
                    <a:pt x="46545" y="596"/>
                  </a:lnTo>
                  <a:lnTo>
                    <a:pt x="46545" y="1270"/>
                  </a:lnTo>
                  <a:lnTo>
                    <a:pt x="46774" y="1384"/>
                  </a:lnTo>
                  <a:lnTo>
                    <a:pt x="46888" y="1066"/>
                  </a:lnTo>
                  <a:lnTo>
                    <a:pt x="46990" y="723"/>
                  </a:lnTo>
                  <a:close/>
                </a:path>
                <a:path w="86995" h="18415">
                  <a:moveTo>
                    <a:pt x="50685" y="14617"/>
                  </a:moveTo>
                  <a:lnTo>
                    <a:pt x="50355" y="14490"/>
                  </a:lnTo>
                  <a:lnTo>
                    <a:pt x="50152" y="14846"/>
                  </a:lnTo>
                  <a:lnTo>
                    <a:pt x="49911" y="15328"/>
                  </a:lnTo>
                  <a:lnTo>
                    <a:pt x="50126" y="15519"/>
                  </a:lnTo>
                  <a:lnTo>
                    <a:pt x="50266" y="15163"/>
                  </a:lnTo>
                  <a:lnTo>
                    <a:pt x="50355" y="14782"/>
                  </a:lnTo>
                  <a:lnTo>
                    <a:pt x="50685" y="14617"/>
                  </a:lnTo>
                  <a:close/>
                </a:path>
                <a:path w="86995" h="18415">
                  <a:moveTo>
                    <a:pt x="52031" y="8318"/>
                  </a:moveTo>
                  <a:lnTo>
                    <a:pt x="51765" y="8318"/>
                  </a:lnTo>
                  <a:lnTo>
                    <a:pt x="51752" y="8585"/>
                  </a:lnTo>
                  <a:lnTo>
                    <a:pt x="52031" y="8318"/>
                  </a:lnTo>
                  <a:close/>
                </a:path>
                <a:path w="86995" h="18415">
                  <a:moveTo>
                    <a:pt x="52247" y="9232"/>
                  </a:moveTo>
                  <a:lnTo>
                    <a:pt x="52057" y="9105"/>
                  </a:lnTo>
                  <a:lnTo>
                    <a:pt x="51562" y="9156"/>
                  </a:lnTo>
                  <a:lnTo>
                    <a:pt x="51816" y="9347"/>
                  </a:lnTo>
                  <a:lnTo>
                    <a:pt x="51943" y="9232"/>
                  </a:lnTo>
                  <a:lnTo>
                    <a:pt x="51955" y="9385"/>
                  </a:lnTo>
                  <a:lnTo>
                    <a:pt x="51473" y="9588"/>
                  </a:lnTo>
                  <a:lnTo>
                    <a:pt x="51816" y="9690"/>
                  </a:lnTo>
                  <a:lnTo>
                    <a:pt x="51917" y="9486"/>
                  </a:lnTo>
                  <a:lnTo>
                    <a:pt x="52222" y="9499"/>
                  </a:lnTo>
                  <a:lnTo>
                    <a:pt x="52247" y="9232"/>
                  </a:lnTo>
                  <a:close/>
                </a:path>
                <a:path w="86995" h="18415">
                  <a:moveTo>
                    <a:pt x="52590" y="10121"/>
                  </a:moveTo>
                  <a:lnTo>
                    <a:pt x="51727" y="10121"/>
                  </a:lnTo>
                  <a:lnTo>
                    <a:pt x="51015" y="10121"/>
                  </a:lnTo>
                  <a:lnTo>
                    <a:pt x="50838" y="10287"/>
                  </a:lnTo>
                  <a:lnTo>
                    <a:pt x="49669" y="11315"/>
                  </a:lnTo>
                  <a:lnTo>
                    <a:pt x="49288" y="10782"/>
                  </a:lnTo>
                  <a:lnTo>
                    <a:pt x="48831" y="10121"/>
                  </a:lnTo>
                  <a:lnTo>
                    <a:pt x="47713" y="11798"/>
                  </a:lnTo>
                  <a:lnTo>
                    <a:pt x="51015" y="11798"/>
                  </a:lnTo>
                  <a:lnTo>
                    <a:pt x="52590" y="10121"/>
                  </a:lnTo>
                  <a:close/>
                </a:path>
                <a:path w="86995" h="18415">
                  <a:moveTo>
                    <a:pt x="52895" y="6985"/>
                  </a:moveTo>
                  <a:lnTo>
                    <a:pt x="52476" y="6540"/>
                  </a:lnTo>
                  <a:lnTo>
                    <a:pt x="52438" y="6985"/>
                  </a:lnTo>
                  <a:lnTo>
                    <a:pt x="52895" y="6985"/>
                  </a:lnTo>
                  <a:close/>
                </a:path>
                <a:path w="86995" h="18415">
                  <a:moveTo>
                    <a:pt x="53073" y="6540"/>
                  </a:moveTo>
                  <a:lnTo>
                    <a:pt x="52920" y="6540"/>
                  </a:lnTo>
                  <a:lnTo>
                    <a:pt x="52895" y="6985"/>
                  </a:lnTo>
                  <a:lnTo>
                    <a:pt x="53073" y="6540"/>
                  </a:lnTo>
                  <a:close/>
                </a:path>
                <a:path w="86995" h="18415">
                  <a:moveTo>
                    <a:pt x="53174" y="7823"/>
                  </a:moveTo>
                  <a:lnTo>
                    <a:pt x="53047" y="7823"/>
                  </a:lnTo>
                  <a:lnTo>
                    <a:pt x="53073" y="8318"/>
                  </a:lnTo>
                  <a:lnTo>
                    <a:pt x="53174" y="7823"/>
                  </a:lnTo>
                  <a:close/>
                </a:path>
                <a:path w="86995" h="18415">
                  <a:moveTo>
                    <a:pt x="54165" y="8890"/>
                  </a:moveTo>
                  <a:lnTo>
                    <a:pt x="53809" y="8623"/>
                  </a:lnTo>
                  <a:lnTo>
                    <a:pt x="53365" y="8280"/>
                  </a:lnTo>
                  <a:lnTo>
                    <a:pt x="52933" y="8661"/>
                  </a:lnTo>
                  <a:lnTo>
                    <a:pt x="53543" y="8483"/>
                  </a:lnTo>
                  <a:lnTo>
                    <a:pt x="54013" y="9004"/>
                  </a:lnTo>
                  <a:lnTo>
                    <a:pt x="54165" y="8890"/>
                  </a:lnTo>
                  <a:close/>
                </a:path>
                <a:path w="86995" h="18415">
                  <a:moveTo>
                    <a:pt x="54889" y="9017"/>
                  </a:moveTo>
                  <a:lnTo>
                    <a:pt x="54495" y="9004"/>
                  </a:lnTo>
                  <a:lnTo>
                    <a:pt x="54622" y="9118"/>
                  </a:lnTo>
                  <a:lnTo>
                    <a:pt x="54622" y="9334"/>
                  </a:lnTo>
                  <a:lnTo>
                    <a:pt x="54889" y="9017"/>
                  </a:lnTo>
                  <a:close/>
                </a:path>
                <a:path w="86995" h="18415">
                  <a:moveTo>
                    <a:pt x="55092" y="8318"/>
                  </a:moveTo>
                  <a:lnTo>
                    <a:pt x="55079" y="7823"/>
                  </a:lnTo>
                  <a:lnTo>
                    <a:pt x="54749" y="7823"/>
                  </a:lnTo>
                  <a:lnTo>
                    <a:pt x="55092" y="8318"/>
                  </a:lnTo>
                  <a:close/>
                </a:path>
                <a:path w="86995" h="18415">
                  <a:moveTo>
                    <a:pt x="55841" y="9436"/>
                  </a:moveTo>
                  <a:lnTo>
                    <a:pt x="55130" y="8890"/>
                  </a:lnTo>
                  <a:lnTo>
                    <a:pt x="55156" y="9017"/>
                  </a:lnTo>
                  <a:lnTo>
                    <a:pt x="55676" y="9677"/>
                  </a:lnTo>
                  <a:lnTo>
                    <a:pt x="55841" y="9436"/>
                  </a:lnTo>
                  <a:close/>
                </a:path>
                <a:path w="86995" h="18415">
                  <a:moveTo>
                    <a:pt x="58331" y="2501"/>
                  </a:moveTo>
                  <a:lnTo>
                    <a:pt x="57899" y="2349"/>
                  </a:lnTo>
                  <a:lnTo>
                    <a:pt x="57416" y="2311"/>
                  </a:lnTo>
                  <a:lnTo>
                    <a:pt x="57543" y="2730"/>
                  </a:lnTo>
                  <a:lnTo>
                    <a:pt x="58331" y="2501"/>
                  </a:lnTo>
                  <a:close/>
                </a:path>
                <a:path w="86995" h="18415">
                  <a:moveTo>
                    <a:pt x="58864" y="2921"/>
                  </a:moveTo>
                  <a:lnTo>
                    <a:pt x="58801" y="2616"/>
                  </a:lnTo>
                  <a:lnTo>
                    <a:pt x="58762" y="2425"/>
                  </a:lnTo>
                  <a:lnTo>
                    <a:pt x="58534" y="2743"/>
                  </a:lnTo>
                  <a:lnTo>
                    <a:pt x="58331" y="2501"/>
                  </a:lnTo>
                  <a:lnTo>
                    <a:pt x="58432" y="2984"/>
                  </a:lnTo>
                  <a:lnTo>
                    <a:pt x="58864" y="2921"/>
                  </a:lnTo>
                  <a:close/>
                </a:path>
                <a:path w="86995" h="18415">
                  <a:moveTo>
                    <a:pt x="59220" y="2870"/>
                  </a:moveTo>
                  <a:lnTo>
                    <a:pt x="59207" y="2641"/>
                  </a:lnTo>
                  <a:lnTo>
                    <a:pt x="58978" y="2527"/>
                  </a:lnTo>
                  <a:lnTo>
                    <a:pt x="58889" y="2921"/>
                  </a:lnTo>
                  <a:lnTo>
                    <a:pt x="59220" y="2870"/>
                  </a:lnTo>
                  <a:close/>
                </a:path>
                <a:path w="86995" h="18415">
                  <a:moveTo>
                    <a:pt x="60490" y="3594"/>
                  </a:moveTo>
                  <a:lnTo>
                    <a:pt x="60413" y="3429"/>
                  </a:lnTo>
                  <a:lnTo>
                    <a:pt x="59753" y="2832"/>
                  </a:lnTo>
                  <a:lnTo>
                    <a:pt x="59563" y="3429"/>
                  </a:lnTo>
                  <a:lnTo>
                    <a:pt x="60490" y="3594"/>
                  </a:lnTo>
                  <a:close/>
                </a:path>
                <a:path w="86995" h="18415">
                  <a:moveTo>
                    <a:pt x="61112" y="4635"/>
                  </a:moveTo>
                  <a:lnTo>
                    <a:pt x="60972" y="4635"/>
                  </a:lnTo>
                  <a:lnTo>
                    <a:pt x="60375" y="5194"/>
                  </a:lnTo>
                  <a:lnTo>
                    <a:pt x="60553" y="5194"/>
                  </a:lnTo>
                  <a:lnTo>
                    <a:pt x="61112" y="4635"/>
                  </a:lnTo>
                  <a:close/>
                </a:path>
                <a:path w="86995" h="18415">
                  <a:moveTo>
                    <a:pt x="61341" y="1727"/>
                  </a:moveTo>
                  <a:lnTo>
                    <a:pt x="61125" y="1587"/>
                  </a:lnTo>
                  <a:lnTo>
                    <a:pt x="60858" y="1625"/>
                  </a:lnTo>
                  <a:lnTo>
                    <a:pt x="60794" y="2070"/>
                  </a:lnTo>
                  <a:lnTo>
                    <a:pt x="61048" y="2019"/>
                  </a:lnTo>
                  <a:lnTo>
                    <a:pt x="61264" y="1955"/>
                  </a:lnTo>
                  <a:lnTo>
                    <a:pt x="61341" y="1727"/>
                  </a:lnTo>
                  <a:close/>
                </a:path>
                <a:path w="86995" h="18415">
                  <a:moveTo>
                    <a:pt x="61556" y="4089"/>
                  </a:moveTo>
                  <a:lnTo>
                    <a:pt x="60731" y="4089"/>
                  </a:lnTo>
                  <a:lnTo>
                    <a:pt x="60553" y="3733"/>
                  </a:lnTo>
                  <a:lnTo>
                    <a:pt x="60972" y="4635"/>
                  </a:lnTo>
                  <a:lnTo>
                    <a:pt x="61556" y="4089"/>
                  </a:lnTo>
                  <a:close/>
                </a:path>
                <a:path w="86995" h="18415">
                  <a:moveTo>
                    <a:pt x="62445" y="1739"/>
                  </a:moveTo>
                  <a:lnTo>
                    <a:pt x="62001" y="1638"/>
                  </a:lnTo>
                  <a:lnTo>
                    <a:pt x="62001" y="1841"/>
                  </a:lnTo>
                  <a:lnTo>
                    <a:pt x="62115" y="1968"/>
                  </a:lnTo>
                  <a:lnTo>
                    <a:pt x="62217" y="1816"/>
                  </a:lnTo>
                  <a:lnTo>
                    <a:pt x="62293" y="2006"/>
                  </a:lnTo>
                  <a:lnTo>
                    <a:pt x="62445" y="1739"/>
                  </a:lnTo>
                  <a:close/>
                </a:path>
                <a:path w="86995" h="18415">
                  <a:moveTo>
                    <a:pt x="63055" y="2908"/>
                  </a:moveTo>
                  <a:lnTo>
                    <a:pt x="62776" y="2730"/>
                  </a:lnTo>
                  <a:lnTo>
                    <a:pt x="62687" y="3111"/>
                  </a:lnTo>
                  <a:lnTo>
                    <a:pt x="62141" y="2921"/>
                  </a:lnTo>
                  <a:lnTo>
                    <a:pt x="62115" y="3073"/>
                  </a:lnTo>
                  <a:lnTo>
                    <a:pt x="62344" y="3289"/>
                  </a:lnTo>
                  <a:lnTo>
                    <a:pt x="62598" y="3289"/>
                  </a:lnTo>
                  <a:lnTo>
                    <a:pt x="63055" y="2908"/>
                  </a:lnTo>
                  <a:close/>
                </a:path>
                <a:path w="86995" h="18415">
                  <a:moveTo>
                    <a:pt x="63119" y="4216"/>
                  </a:moveTo>
                  <a:lnTo>
                    <a:pt x="62661" y="4216"/>
                  </a:lnTo>
                  <a:lnTo>
                    <a:pt x="62585" y="4457"/>
                  </a:lnTo>
                  <a:lnTo>
                    <a:pt x="63004" y="4457"/>
                  </a:lnTo>
                  <a:lnTo>
                    <a:pt x="63119" y="4216"/>
                  </a:lnTo>
                  <a:close/>
                </a:path>
                <a:path w="86995" h="18415">
                  <a:moveTo>
                    <a:pt x="63919" y="838"/>
                  </a:moveTo>
                  <a:lnTo>
                    <a:pt x="62953" y="635"/>
                  </a:lnTo>
                  <a:lnTo>
                    <a:pt x="63119" y="1739"/>
                  </a:lnTo>
                  <a:lnTo>
                    <a:pt x="62471" y="1739"/>
                  </a:lnTo>
                  <a:lnTo>
                    <a:pt x="62471" y="2044"/>
                  </a:lnTo>
                  <a:lnTo>
                    <a:pt x="62649" y="1968"/>
                  </a:lnTo>
                  <a:lnTo>
                    <a:pt x="62471" y="2171"/>
                  </a:lnTo>
                  <a:lnTo>
                    <a:pt x="63119" y="1943"/>
                  </a:lnTo>
                  <a:lnTo>
                    <a:pt x="63271" y="1206"/>
                  </a:lnTo>
                  <a:lnTo>
                    <a:pt x="63804" y="838"/>
                  </a:lnTo>
                  <a:close/>
                </a:path>
                <a:path w="86995" h="18415">
                  <a:moveTo>
                    <a:pt x="64109" y="3327"/>
                  </a:moveTo>
                  <a:lnTo>
                    <a:pt x="62623" y="3505"/>
                  </a:lnTo>
                  <a:lnTo>
                    <a:pt x="62572" y="3733"/>
                  </a:lnTo>
                  <a:lnTo>
                    <a:pt x="62598" y="3492"/>
                  </a:lnTo>
                  <a:lnTo>
                    <a:pt x="62471" y="3390"/>
                  </a:lnTo>
                  <a:lnTo>
                    <a:pt x="62230" y="3416"/>
                  </a:lnTo>
                  <a:lnTo>
                    <a:pt x="62141" y="3708"/>
                  </a:lnTo>
                  <a:lnTo>
                    <a:pt x="62458" y="3619"/>
                  </a:lnTo>
                  <a:lnTo>
                    <a:pt x="62458" y="3848"/>
                  </a:lnTo>
                  <a:lnTo>
                    <a:pt x="62509" y="4038"/>
                  </a:lnTo>
                  <a:lnTo>
                    <a:pt x="62471" y="4216"/>
                  </a:lnTo>
                  <a:lnTo>
                    <a:pt x="62661" y="4216"/>
                  </a:lnTo>
                  <a:lnTo>
                    <a:pt x="62725" y="4038"/>
                  </a:lnTo>
                  <a:lnTo>
                    <a:pt x="63207" y="4038"/>
                  </a:lnTo>
                  <a:lnTo>
                    <a:pt x="63119" y="4216"/>
                  </a:lnTo>
                  <a:lnTo>
                    <a:pt x="64020" y="4038"/>
                  </a:lnTo>
                  <a:lnTo>
                    <a:pt x="64109" y="3327"/>
                  </a:lnTo>
                  <a:close/>
                </a:path>
                <a:path w="86995" h="18415">
                  <a:moveTo>
                    <a:pt x="66382" y="3175"/>
                  </a:moveTo>
                  <a:lnTo>
                    <a:pt x="66154" y="2946"/>
                  </a:lnTo>
                  <a:lnTo>
                    <a:pt x="65887" y="2997"/>
                  </a:lnTo>
                  <a:lnTo>
                    <a:pt x="65671" y="3060"/>
                  </a:lnTo>
                  <a:lnTo>
                    <a:pt x="65608" y="3289"/>
                  </a:lnTo>
                  <a:lnTo>
                    <a:pt x="65874" y="3289"/>
                  </a:lnTo>
                  <a:lnTo>
                    <a:pt x="65951" y="3098"/>
                  </a:lnTo>
                  <a:lnTo>
                    <a:pt x="66268" y="3175"/>
                  </a:lnTo>
                  <a:close/>
                </a:path>
                <a:path w="86995" h="18415">
                  <a:moveTo>
                    <a:pt x="66852" y="12915"/>
                  </a:moveTo>
                  <a:lnTo>
                    <a:pt x="66738" y="12700"/>
                  </a:lnTo>
                  <a:lnTo>
                    <a:pt x="66382" y="12700"/>
                  </a:lnTo>
                  <a:lnTo>
                    <a:pt x="66281" y="12915"/>
                  </a:lnTo>
                  <a:lnTo>
                    <a:pt x="66052" y="13042"/>
                  </a:lnTo>
                  <a:lnTo>
                    <a:pt x="66433" y="12890"/>
                  </a:lnTo>
                  <a:lnTo>
                    <a:pt x="66649" y="13093"/>
                  </a:lnTo>
                  <a:lnTo>
                    <a:pt x="66852" y="12915"/>
                  </a:lnTo>
                  <a:close/>
                </a:path>
                <a:path w="86995" h="18415">
                  <a:moveTo>
                    <a:pt x="68326" y="4381"/>
                  </a:moveTo>
                  <a:lnTo>
                    <a:pt x="67843" y="4508"/>
                  </a:lnTo>
                  <a:lnTo>
                    <a:pt x="67830" y="4191"/>
                  </a:lnTo>
                  <a:lnTo>
                    <a:pt x="68072" y="4076"/>
                  </a:lnTo>
                  <a:lnTo>
                    <a:pt x="67627" y="3937"/>
                  </a:lnTo>
                  <a:lnTo>
                    <a:pt x="67779" y="4495"/>
                  </a:lnTo>
                  <a:lnTo>
                    <a:pt x="67500" y="4191"/>
                  </a:lnTo>
                  <a:lnTo>
                    <a:pt x="67449" y="4572"/>
                  </a:lnTo>
                  <a:lnTo>
                    <a:pt x="67830" y="4521"/>
                  </a:lnTo>
                  <a:lnTo>
                    <a:pt x="67945" y="4749"/>
                  </a:lnTo>
                  <a:lnTo>
                    <a:pt x="68287" y="4749"/>
                  </a:lnTo>
                  <a:lnTo>
                    <a:pt x="68326" y="4381"/>
                  </a:lnTo>
                  <a:close/>
                </a:path>
                <a:path w="86995" h="18415">
                  <a:moveTo>
                    <a:pt x="70180" y="15824"/>
                  </a:moveTo>
                  <a:lnTo>
                    <a:pt x="69964" y="15621"/>
                  </a:lnTo>
                  <a:lnTo>
                    <a:pt x="69862" y="15913"/>
                  </a:lnTo>
                  <a:lnTo>
                    <a:pt x="69215" y="16217"/>
                  </a:lnTo>
                  <a:lnTo>
                    <a:pt x="69519" y="16510"/>
                  </a:lnTo>
                  <a:lnTo>
                    <a:pt x="69545" y="16141"/>
                  </a:lnTo>
                  <a:lnTo>
                    <a:pt x="70180" y="15824"/>
                  </a:lnTo>
                  <a:close/>
                </a:path>
                <a:path w="86995" h="18415">
                  <a:moveTo>
                    <a:pt x="70764" y="9525"/>
                  </a:moveTo>
                  <a:lnTo>
                    <a:pt x="70548" y="8991"/>
                  </a:lnTo>
                  <a:lnTo>
                    <a:pt x="70243" y="9080"/>
                  </a:lnTo>
                  <a:lnTo>
                    <a:pt x="70180" y="8928"/>
                  </a:lnTo>
                  <a:lnTo>
                    <a:pt x="69850" y="9347"/>
                  </a:lnTo>
                  <a:lnTo>
                    <a:pt x="70142" y="9474"/>
                  </a:lnTo>
                  <a:lnTo>
                    <a:pt x="70383" y="9017"/>
                  </a:lnTo>
                  <a:lnTo>
                    <a:pt x="70510" y="9347"/>
                  </a:lnTo>
                  <a:lnTo>
                    <a:pt x="70307" y="9461"/>
                  </a:lnTo>
                  <a:lnTo>
                    <a:pt x="70764" y="9525"/>
                  </a:lnTo>
                  <a:close/>
                </a:path>
                <a:path w="86995" h="18415">
                  <a:moveTo>
                    <a:pt x="71170" y="1625"/>
                  </a:moveTo>
                  <a:lnTo>
                    <a:pt x="70853" y="1663"/>
                  </a:lnTo>
                  <a:lnTo>
                    <a:pt x="70116" y="2311"/>
                  </a:lnTo>
                  <a:lnTo>
                    <a:pt x="70624" y="2171"/>
                  </a:lnTo>
                  <a:lnTo>
                    <a:pt x="70497" y="2057"/>
                  </a:lnTo>
                  <a:lnTo>
                    <a:pt x="70726" y="1993"/>
                  </a:lnTo>
                  <a:lnTo>
                    <a:pt x="71170" y="2184"/>
                  </a:lnTo>
                  <a:lnTo>
                    <a:pt x="71170" y="1625"/>
                  </a:lnTo>
                  <a:close/>
                </a:path>
                <a:path w="86995" h="18415">
                  <a:moveTo>
                    <a:pt x="72199" y="2514"/>
                  </a:moveTo>
                  <a:lnTo>
                    <a:pt x="71793" y="2476"/>
                  </a:lnTo>
                  <a:lnTo>
                    <a:pt x="71348" y="3022"/>
                  </a:lnTo>
                  <a:lnTo>
                    <a:pt x="71589" y="2768"/>
                  </a:lnTo>
                  <a:lnTo>
                    <a:pt x="72136" y="2895"/>
                  </a:lnTo>
                  <a:lnTo>
                    <a:pt x="72199" y="2514"/>
                  </a:lnTo>
                  <a:close/>
                </a:path>
                <a:path w="86995" h="18415">
                  <a:moveTo>
                    <a:pt x="72720" y="13169"/>
                  </a:moveTo>
                  <a:lnTo>
                    <a:pt x="72555" y="12979"/>
                  </a:lnTo>
                  <a:lnTo>
                    <a:pt x="72326" y="12903"/>
                  </a:lnTo>
                  <a:lnTo>
                    <a:pt x="72237" y="13055"/>
                  </a:lnTo>
                  <a:lnTo>
                    <a:pt x="71589" y="13119"/>
                  </a:lnTo>
                  <a:lnTo>
                    <a:pt x="71970" y="13360"/>
                  </a:lnTo>
                  <a:lnTo>
                    <a:pt x="72440" y="13042"/>
                  </a:lnTo>
                  <a:lnTo>
                    <a:pt x="72199" y="13474"/>
                  </a:lnTo>
                  <a:lnTo>
                    <a:pt x="72542" y="13347"/>
                  </a:lnTo>
                  <a:lnTo>
                    <a:pt x="72656" y="13576"/>
                  </a:lnTo>
                  <a:lnTo>
                    <a:pt x="72720" y="13169"/>
                  </a:lnTo>
                  <a:close/>
                </a:path>
                <a:path w="86995" h="18415">
                  <a:moveTo>
                    <a:pt x="72758" y="5651"/>
                  </a:moveTo>
                  <a:lnTo>
                    <a:pt x="72034" y="6045"/>
                  </a:lnTo>
                  <a:lnTo>
                    <a:pt x="71589" y="6705"/>
                  </a:lnTo>
                  <a:lnTo>
                    <a:pt x="71132" y="6959"/>
                  </a:lnTo>
                  <a:lnTo>
                    <a:pt x="70929" y="6972"/>
                  </a:lnTo>
                  <a:lnTo>
                    <a:pt x="70853" y="7099"/>
                  </a:lnTo>
                  <a:lnTo>
                    <a:pt x="70853" y="7556"/>
                  </a:lnTo>
                  <a:lnTo>
                    <a:pt x="71323" y="7239"/>
                  </a:lnTo>
                  <a:lnTo>
                    <a:pt x="72720" y="6756"/>
                  </a:lnTo>
                  <a:lnTo>
                    <a:pt x="72758" y="6096"/>
                  </a:lnTo>
                  <a:lnTo>
                    <a:pt x="72428" y="6794"/>
                  </a:lnTo>
                  <a:lnTo>
                    <a:pt x="71831" y="6870"/>
                  </a:lnTo>
                  <a:lnTo>
                    <a:pt x="72110" y="6121"/>
                  </a:lnTo>
                  <a:lnTo>
                    <a:pt x="72758" y="5651"/>
                  </a:lnTo>
                  <a:close/>
                </a:path>
                <a:path w="86995" h="18415">
                  <a:moveTo>
                    <a:pt x="72834" y="9080"/>
                  </a:moveTo>
                  <a:lnTo>
                    <a:pt x="72313" y="9004"/>
                  </a:lnTo>
                  <a:lnTo>
                    <a:pt x="71970" y="9118"/>
                  </a:lnTo>
                  <a:lnTo>
                    <a:pt x="71970" y="9410"/>
                  </a:lnTo>
                  <a:lnTo>
                    <a:pt x="72148" y="9334"/>
                  </a:lnTo>
                  <a:lnTo>
                    <a:pt x="71970" y="9563"/>
                  </a:lnTo>
                  <a:lnTo>
                    <a:pt x="72440" y="9436"/>
                  </a:lnTo>
                  <a:lnTo>
                    <a:pt x="72136" y="9372"/>
                  </a:lnTo>
                  <a:lnTo>
                    <a:pt x="72834" y="9080"/>
                  </a:lnTo>
                  <a:close/>
                </a:path>
                <a:path w="86995" h="18415">
                  <a:moveTo>
                    <a:pt x="77584" y="3683"/>
                  </a:moveTo>
                  <a:lnTo>
                    <a:pt x="77241" y="3962"/>
                  </a:lnTo>
                  <a:lnTo>
                    <a:pt x="77012" y="4064"/>
                  </a:lnTo>
                  <a:lnTo>
                    <a:pt x="76898" y="3848"/>
                  </a:lnTo>
                  <a:lnTo>
                    <a:pt x="77012" y="4191"/>
                  </a:lnTo>
                  <a:lnTo>
                    <a:pt x="77279" y="4165"/>
                  </a:lnTo>
                  <a:lnTo>
                    <a:pt x="77355" y="3987"/>
                  </a:lnTo>
                  <a:lnTo>
                    <a:pt x="77571" y="4191"/>
                  </a:lnTo>
                  <a:lnTo>
                    <a:pt x="77584" y="3683"/>
                  </a:lnTo>
                  <a:close/>
                </a:path>
                <a:path w="86995" h="18415">
                  <a:moveTo>
                    <a:pt x="78905" y="7315"/>
                  </a:moveTo>
                  <a:lnTo>
                    <a:pt x="78600" y="7315"/>
                  </a:lnTo>
                  <a:lnTo>
                    <a:pt x="78536" y="7493"/>
                  </a:lnTo>
                  <a:lnTo>
                    <a:pt x="78689" y="7670"/>
                  </a:lnTo>
                  <a:lnTo>
                    <a:pt x="78562" y="7670"/>
                  </a:lnTo>
                  <a:lnTo>
                    <a:pt x="78435" y="7696"/>
                  </a:lnTo>
                  <a:lnTo>
                    <a:pt x="78473" y="7874"/>
                  </a:lnTo>
                  <a:lnTo>
                    <a:pt x="78778" y="7835"/>
                  </a:lnTo>
                  <a:lnTo>
                    <a:pt x="78854" y="7569"/>
                  </a:lnTo>
                  <a:lnTo>
                    <a:pt x="78905" y="7315"/>
                  </a:lnTo>
                  <a:close/>
                </a:path>
                <a:path w="86995" h="18415">
                  <a:moveTo>
                    <a:pt x="81661" y="11747"/>
                  </a:moveTo>
                  <a:lnTo>
                    <a:pt x="80822" y="10769"/>
                  </a:lnTo>
                  <a:lnTo>
                    <a:pt x="80606" y="11150"/>
                  </a:lnTo>
                  <a:lnTo>
                    <a:pt x="80784" y="11341"/>
                  </a:lnTo>
                  <a:lnTo>
                    <a:pt x="81127" y="11379"/>
                  </a:lnTo>
                  <a:lnTo>
                    <a:pt x="81165" y="11709"/>
                  </a:lnTo>
                  <a:lnTo>
                    <a:pt x="81661" y="11747"/>
                  </a:lnTo>
                  <a:close/>
                </a:path>
                <a:path w="86995" h="18415">
                  <a:moveTo>
                    <a:pt x="82829" y="9906"/>
                  </a:moveTo>
                  <a:lnTo>
                    <a:pt x="82461" y="9969"/>
                  </a:lnTo>
                  <a:lnTo>
                    <a:pt x="81876" y="10414"/>
                  </a:lnTo>
                  <a:lnTo>
                    <a:pt x="82042" y="10680"/>
                  </a:lnTo>
                  <a:lnTo>
                    <a:pt x="82384" y="10464"/>
                  </a:lnTo>
                  <a:lnTo>
                    <a:pt x="82143" y="10312"/>
                  </a:lnTo>
                  <a:lnTo>
                    <a:pt x="82740" y="10071"/>
                  </a:lnTo>
                  <a:lnTo>
                    <a:pt x="82829" y="9906"/>
                  </a:lnTo>
                  <a:close/>
                </a:path>
                <a:path w="86995" h="18415">
                  <a:moveTo>
                    <a:pt x="82892" y="15646"/>
                  </a:moveTo>
                  <a:lnTo>
                    <a:pt x="81965" y="15100"/>
                  </a:lnTo>
                  <a:lnTo>
                    <a:pt x="81851" y="15265"/>
                  </a:lnTo>
                  <a:lnTo>
                    <a:pt x="82257" y="15341"/>
                  </a:lnTo>
                  <a:lnTo>
                    <a:pt x="82626" y="15989"/>
                  </a:lnTo>
                  <a:lnTo>
                    <a:pt x="82626" y="15836"/>
                  </a:lnTo>
                  <a:lnTo>
                    <a:pt x="82892" y="15646"/>
                  </a:lnTo>
                  <a:close/>
                </a:path>
                <a:path w="86995" h="18415">
                  <a:moveTo>
                    <a:pt x="83185" y="13843"/>
                  </a:moveTo>
                  <a:lnTo>
                    <a:pt x="82651" y="13284"/>
                  </a:lnTo>
                  <a:lnTo>
                    <a:pt x="81572" y="13754"/>
                  </a:lnTo>
                  <a:lnTo>
                    <a:pt x="81610" y="14274"/>
                  </a:lnTo>
                  <a:lnTo>
                    <a:pt x="81711" y="13919"/>
                  </a:lnTo>
                  <a:lnTo>
                    <a:pt x="82194" y="13944"/>
                  </a:lnTo>
                  <a:lnTo>
                    <a:pt x="82397" y="13716"/>
                  </a:lnTo>
                  <a:lnTo>
                    <a:pt x="82346" y="14135"/>
                  </a:lnTo>
                  <a:lnTo>
                    <a:pt x="82765" y="13728"/>
                  </a:lnTo>
                  <a:lnTo>
                    <a:pt x="83185" y="13843"/>
                  </a:lnTo>
                  <a:close/>
                </a:path>
                <a:path w="86995" h="18415">
                  <a:moveTo>
                    <a:pt x="85293" y="13601"/>
                  </a:moveTo>
                  <a:lnTo>
                    <a:pt x="84899" y="13068"/>
                  </a:lnTo>
                  <a:lnTo>
                    <a:pt x="84747" y="13258"/>
                  </a:lnTo>
                  <a:lnTo>
                    <a:pt x="84924" y="13309"/>
                  </a:lnTo>
                  <a:lnTo>
                    <a:pt x="84721" y="13398"/>
                  </a:lnTo>
                  <a:lnTo>
                    <a:pt x="84747" y="13601"/>
                  </a:lnTo>
                  <a:lnTo>
                    <a:pt x="85102" y="13538"/>
                  </a:lnTo>
                  <a:lnTo>
                    <a:pt x="85051" y="13906"/>
                  </a:lnTo>
                  <a:lnTo>
                    <a:pt x="85293" y="13931"/>
                  </a:lnTo>
                  <a:lnTo>
                    <a:pt x="85293" y="13601"/>
                  </a:lnTo>
                  <a:close/>
                </a:path>
                <a:path w="86995" h="18415">
                  <a:moveTo>
                    <a:pt x="86931" y="15138"/>
                  </a:moveTo>
                  <a:lnTo>
                    <a:pt x="86398" y="14617"/>
                  </a:lnTo>
                  <a:lnTo>
                    <a:pt x="86207" y="14439"/>
                  </a:lnTo>
                  <a:lnTo>
                    <a:pt x="86931" y="15138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5" name="object 105"/>
            <p:cNvSpPr/>
            <p:nvPr/>
          </p:nvSpPr>
          <p:spPr>
            <a:xfrm>
              <a:off x="3980777" y="1014031"/>
              <a:ext cx="95250" cy="24130"/>
            </a:xfrm>
            <a:custGeom>
              <a:avLst/>
              <a:gdLst/>
              <a:ahLst/>
              <a:cxnLst/>
              <a:rect l="l" t="t" r="r" b="b"/>
              <a:pathLst>
                <a:path w="95250" h="24130">
                  <a:moveTo>
                    <a:pt x="762" y="21094"/>
                  </a:moveTo>
                  <a:lnTo>
                    <a:pt x="711" y="20955"/>
                  </a:lnTo>
                  <a:lnTo>
                    <a:pt x="215" y="20955"/>
                  </a:lnTo>
                  <a:lnTo>
                    <a:pt x="533" y="21094"/>
                  </a:lnTo>
                  <a:lnTo>
                    <a:pt x="660" y="21209"/>
                  </a:lnTo>
                  <a:lnTo>
                    <a:pt x="266" y="21209"/>
                  </a:lnTo>
                  <a:lnTo>
                    <a:pt x="0" y="21297"/>
                  </a:lnTo>
                  <a:lnTo>
                    <a:pt x="101" y="21767"/>
                  </a:lnTo>
                  <a:lnTo>
                    <a:pt x="533" y="21831"/>
                  </a:lnTo>
                  <a:lnTo>
                    <a:pt x="482" y="21412"/>
                  </a:lnTo>
                  <a:lnTo>
                    <a:pt x="762" y="21310"/>
                  </a:lnTo>
                  <a:lnTo>
                    <a:pt x="762" y="21094"/>
                  </a:lnTo>
                  <a:close/>
                </a:path>
                <a:path w="95250" h="24130">
                  <a:moveTo>
                    <a:pt x="8013" y="10401"/>
                  </a:moveTo>
                  <a:lnTo>
                    <a:pt x="8001" y="9639"/>
                  </a:lnTo>
                  <a:lnTo>
                    <a:pt x="8013" y="10553"/>
                  </a:lnTo>
                  <a:lnTo>
                    <a:pt x="8013" y="10401"/>
                  </a:lnTo>
                  <a:close/>
                </a:path>
                <a:path w="95250" h="24130">
                  <a:moveTo>
                    <a:pt x="15100" y="9664"/>
                  </a:moveTo>
                  <a:lnTo>
                    <a:pt x="14871" y="9702"/>
                  </a:lnTo>
                  <a:lnTo>
                    <a:pt x="14833" y="9537"/>
                  </a:lnTo>
                  <a:lnTo>
                    <a:pt x="14643" y="9550"/>
                  </a:lnTo>
                  <a:lnTo>
                    <a:pt x="14960" y="9906"/>
                  </a:lnTo>
                  <a:lnTo>
                    <a:pt x="14605" y="10248"/>
                  </a:lnTo>
                  <a:lnTo>
                    <a:pt x="14973" y="10439"/>
                  </a:lnTo>
                  <a:lnTo>
                    <a:pt x="14998" y="10172"/>
                  </a:lnTo>
                  <a:lnTo>
                    <a:pt x="14998" y="9906"/>
                  </a:lnTo>
                  <a:lnTo>
                    <a:pt x="14859" y="9766"/>
                  </a:lnTo>
                  <a:lnTo>
                    <a:pt x="15100" y="9664"/>
                  </a:lnTo>
                  <a:close/>
                </a:path>
                <a:path w="95250" h="24130">
                  <a:moveTo>
                    <a:pt x="21602" y="10566"/>
                  </a:moveTo>
                  <a:lnTo>
                    <a:pt x="21463" y="10185"/>
                  </a:lnTo>
                  <a:lnTo>
                    <a:pt x="21120" y="9410"/>
                  </a:lnTo>
                  <a:lnTo>
                    <a:pt x="20701" y="9677"/>
                  </a:lnTo>
                  <a:lnTo>
                    <a:pt x="21094" y="9880"/>
                  </a:lnTo>
                  <a:lnTo>
                    <a:pt x="21259" y="10312"/>
                  </a:lnTo>
                  <a:lnTo>
                    <a:pt x="21602" y="10566"/>
                  </a:lnTo>
                  <a:close/>
                </a:path>
                <a:path w="95250" h="24130">
                  <a:moveTo>
                    <a:pt x="23837" y="21996"/>
                  </a:moveTo>
                  <a:lnTo>
                    <a:pt x="23609" y="21958"/>
                  </a:lnTo>
                  <a:lnTo>
                    <a:pt x="23609" y="21678"/>
                  </a:lnTo>
                  <a:lnTo>
                    <a:pt x="23368" y="21653"/>
                  </a:lnTo>
                  <a:lnTo>
                    <a:pt x="23266" y="21793"/>
                  </a:lnTo>
                  <a:lnTo>
                    <a:pt x="23228" y="21958"/>
                  </a:lnTo>
                  <a:lnTo>
                    <a:pt x="23253" y="22212"/>
                  </a:lnTo>
                  <a:lnTo>
                    <a:pt x="23622" y="22326"/>
                  </a:lnTo>
                  <a:lnTo>
                    <a:pt x="23545" y="22034"/>
                  </a:lnTo>
                  <a:lnTo>
                    <a:pt x="23723" y="21996"/>
                  </a:lnTo>
                  <a:close/>
                </a:path>
                <a:path w="95250" h="24130">
                  <a:moveTo>
                    <a:pt x="25311" y="12496"/>
                  </a:moveTo>
                  <a:lnTo>
                    <a:pt x="25044" y="12369"/>
                  </a:lnTo>
                  <a:lnTo>
                    <a:pt x="25019" y="12560"/>
                  </a:lnTo>
                  <a:lnTo>
                    <a:pt x="24993" y="12954"/>
                  </a:lnTo>
                  <a:lnTo>
                    <a:pt x="25260" y="13004"/>
                  </a:lnTo>
                  <a:lnTo>
                    <a:pt x="25285" y="12738"/>
                  </a:lnTo>
                  <a:lnTo>
                    <a:pt x="25311" y="12496"/>
                  </a:lnTo>
                  <a:close/>
                </a:path>
                <a:path w="95250" h="24130">
                  <a:moveTo>
                    <a:pt x="30670" y="8229"/>
                  </a:moveTo>
                  <a:lnTo>
                    <a:pt x="30391" y="8242"/>
                  </a:lnTo>
                  <a:lnTo>
                    <a:pt x="30251" y="8064"/>
                  </a:lnTo>
                  <a:lnTo>
                    <a:pt x="30441" y="7899"/>
                  </a:lnTo>
                  <a:lnTo>
                    <a:pt x="29959" y="8051"/>
                  </a:lnTo>
                  <a:lnTo>
                    <a:pt x="30137" y="8229"/>
                  </a:lnTo>
                  <a:lnTo>
                    <a:pt x="30467" y="8547"/>
                  </a:lnTo>
                  <a:lnTo>
                    <a:pt x="30670" y="8229"/>
                  </a:lnTo>
                  <a:close/>
                </a:path>
                <a:path w="95250" h="24130">
                  <a:moveTo>
                    <a:pt x="31330" y="13792"/>
                  </a:moveTo>
                  <a:lnTo>
                    <a:pt x="31102" y="13792"/>
                  </a:lnTo>
                  <a:lnTo>
                    <a:pt x="31127" y="13576"/>
                  </a:lnTo>
                  <a:lnTo>
                    <a:pt x="31102" y="13385"/>
                  </a:lnTo>
                  <a:lnTo>
                    <a:pt x="30949" y="13423"/>
                  </a:lnTo>
                  <a:lnTo>
                    <a:pt x="30619" y="13220"/>
                  </a:lnTo>
                  <a:lnTo>
                    <a:pt x="30619" y="13423"/>
                  </a:lnTo>
                  <a:lnTo>
                    <a:pt x="30949" y="13449"/>
                  </a:lnTo>
                  <a:lnTo>
                    <a:pt x="31115" y="14211"/>
                  </a:lnTo>
                  <a:lnTo>
                    <a:pt x="31330" y="13792"/>
                  </a:lnTo>
                  <a:close/>
                </a:path>
                <a:path w="95250" h="24130">
                  <a:moveTo>
                    <a:pt x="33731" y="11188"/>
                  </a:moveTo>
                  <a:lnTo>
                    <a:pt x="33667" y="10972"/>
                  </a:lnTo>
                  <a:lnTo>
                    <a:pt x="33489" y="10871"/>
                  </a:lnTo>
                  <a:lnTo>
                    <a:pt x="33553" y="11239"/>
                  </a:lnTo>
                  <a:lnTo>
                    <a:pt x="33489" y="11391"/>
                  </a:lnTo>
                  <a:lnTo>
                    <a:pt x="33705" y="11468"/>
                  </a:lnTo>
                  <a:lnTo>
                    <a:pt x="33731" y="11188"/>
                  </a:lnTo>
                  <a:close/>
                </a:path>
                <a:path w="95250" h="24130">
                  <a:moveTo>
                    <a:pt x="37045" y="15455"/>
                  </a:moveTo>
                  <a:lnTo>
                    <a:pt x="36817" y="15265"/>
                  </a:lnTo>
                  <a:lnTo>
                    <a:pt x="36741" y="15519"/>
                  </a:lnTo>
                  <a:lnTo>
                    <a:pt x="36131" y="15824"/>
                  </a:lnTo>
                  <a:lnTo>
                    <a:pt x="36372" y="16052"/>
                  </a:lnTo>
                  <a:lnTo>
                    <a:pt x="36512" y="15849"/>
                  </a:lnTo>
                  <a:lnTo>
                    <a:pt x="37045" y="15455"/>
                  </a:lnTo>
                  <a:close/>
                </a:path>
                <a:path w="95250" h="24130">
                  <a:moveTo>
                    <a:pt x="37299" y="16040"/>
                  </a:moveTo>
                  <a:lnTo>
                    <a:pt x="37084" y="16014"/>
                  </a:lnTo>
                  <a:lnTo>
                    <a:pt x="37045" y="15849"/>
                  </a:lnTo>
                  <a:lnTo>
                    <a:pt x="36741" y="15900"/>
                  </a:lnTo>
                  <a:lnTo>
                    <a:pt x="36715" y="16192"/>
                  </a:lnTo>
                  <a:lnTo>
                    <a:pt x="36982" y="16357"/>
                  </a:lnTo>
                  <a:lnTo>
                    <a:pt x="37071" y="16192"/>
                  </a:lnTo>
                  <a:lnTo>
                    <a:pt x="37287" y="16052"/>
                  </a:lnTo>
                  <a:close/>
                </a:path>
                <a:path w="95250" h="24130">
                  <a:moveTo>
                    <a:pt x="38138" y="16294"/>
                  </a:moveTo>
                  <a:lnTo>
                    <a:pt x="37947" y="16065"/>
                  </a:lnTo>
                  <a:lnTo>
                    <a:pt x="37922" y="15671"/>
                  </a:lnTo>
                  <a:lnTo>
                    <a:pt x="37515" y="15862"/>
                  </a:lnTo>
                  <a:lnTo>
                    <a:pt x="37490" y="16154"/>
                  </a:lnTo>
                  <a:lnTo>
                    <a:pt x="37706" y="16205"/>
                  </a:lnTo>
                  <a:lnTo>
                    <a:pt x="37833" y="16344"/>
                  </a:lnTo>
                  <a:lnTo>
                    <a:pt x="38138" y="16294"/>
                  </a:lnTo>
                  <a:close/>
                </a:path>
                <a:path w="95250" h="24130">
                  <a:moveTo>
                    <a:pt x="38290" y="7797"/>
                  </a:moveTo>
                  <a:lnTo>
                    <a:pt x="38049" y="7874"/>
                  </a:lnTo>
                  <a:lnTo>
                    <a:pt x="37617" y="7289"/>
                  </a:lnTo>
                  <a:lnTo>
                    <a:pt x="37452" y="7632"/>
                  </a:lnTo>
                  <a:lnTo>
                    <a:pt x="37553" y="7797"/>
                  </a:lnTo>
                  <a:lnTo>
                    <a:pt x="38100" y="8013"/>
                  </a:lnTo>
                  <a:lnTo>
                    <a:pt x="38290" y="7797"/>
                  </a:lnTo>
                  <a:close/>
                </a:path>
                <a:path w="95250" h="24130">
                  <a:moveTo>
                    <a:pt x="40182" y="16878"/>
                  </a:moveTo>
                  <a:lnTo>
                    <a:pt x="40119" y="16484"/>
                  </a:lnTo>
                  <a:lnTo>
                    <a:pt x="39890" y="16357"/>
                  </a:lnTo>
                  <a:lnTo>
                    <a:pt x="39573" y="16637"/>
                  </a:lnTo>
                  <a:lnTo>
                    <a:pt x="39814" y="16751"/>
                  </a:lnTo>
                  <a:lnTo>
                    <a:pt x="39852" y="16510"/>
                  </a:lnTo>
                  <a:lnTo>
                    <a:pt x="40055" y="16878"/>
                  </a:lnTo>
                  <a:lnTo>
                    <a:pt x="40182" y="16878"/>
                  </a:lnTo>
                  <a:close/>
                </a:path>
                <a:path w="95250" h="24130">
                  <a:moveTo>
                    <a:pt x="42341" y="7061"/>
                  </a:moveTo>
                  <a:lnTo>
                    <a:pt x="42189" y="6667"/>
                  </a:lnTo>
                  <a:lnTo>
                    <a:pt x="42202" y="6921"/>
                  </a:lnTo>
                  <a:lnTo>
                    <a:pt x="41668" y="6527"/>
                  </a:lnTo>
                  <a:lnTo>
                    <a:pt x="41694" y="6807"/>
                  </a:lnTo>
                  <a:lnTo>
                    <a:pt x="42011" y="6832"/>
                  </a:lnTo>
                  <a:lnTo>
                    <a:pt x="42138" y="6959"/>
                  </a:lnTo>
                  <a:lnTo>
                    <a:pt x="42341" y="7061"/>
                  </a:lnTo>
                  <a:close/>
                </a:path>
                <a:path w="95250" h="24130">
                  <a:moveTo>
                    <a:pt x="43903" y="7480"/>
                  </a:moveTo>
                  <a:lnTo>
                    <a:pt x="43738" y="7289"/>
                  </a:lnTo>
                  <a:lnTo>
                    <a:pt x="43522" y="7467"/>
                  </a:lnTo>
                  <a:lnTo>
                    <a:pt x="43484" y="7683"/>
                  </a:lnTo>
                  <a:lnTo>
                    <a:pt x="43522" y="7823"/>
                  </a:lnTo>
                  <a:lnTo>
                    <a:pt x="43675" y="7861"/>
                  </a:lnTo>
                  <a:lnTo>
                    <a:pt x="43611" y="7556"/>
                  </a:lnTo>
                  <a:lnTo>
                    <a:pt x="43903" y="7480"/>
                  </a:lnTo>
                  <a:close/>
                </a:path>
                <a:path w="95250" h="24130">
                  <a:moveTo>
                    <a:pt x="44780" y="15608"/>
                  </a:moveTo>
                  <a:lnTo>
                    <a:pt x="44208" y="15646"/>
                  </a:lnTo>
                  <a:lnTo>
                    <a:pt x="44056" y="16141"/>
                  </a:lnTo>
                  <a:lnTo>
                    <a:pt x="43662" y="16395"/>
                  </a:lnTo>
                  <a:lnTo>
                    <a:pt x="44119" y="16217"/>
                  </a:lnTo>
                  <a:lnTo>
                    <a:pt x="44386" y="15836"/>
                  </a:lnTo>
                  <a:lnTo>
                    <a:pt x="44780" y="15608"/>
                  </a:lnTo>
                  <a:close/>
                </a:path>
                <a:path w="95250" h="24130">
                  <a:moveTo>
                    <a:pt x="44996" y="11239"/>
                  </a:moveTo>
                  <a:lnTo>
                    <a:pt x="44729" y="11087"/>
                  </a:lnTo>
                  <a:lnTo>
                    <a:pt x="44589" y="11531"/>
                  </a:lnTo>
                  <a:lnTo>
                    <a:pt x="44551" y="11239"/>
                  </a:lnTo>
                  <a:lnTo>
                    <a:pt x="44323" y="11430"/>
                  </a:lnTo>
                  <a:lnTo>
                    <a:pt x="44208" y="11569"/>
                  </a:lnTo>
                  <a:lnTo>
                    <a:pt x="44665" y="11645"/>
                  </a:lnTo>
                  <a:lnTo>
                    <a:pt x="44792" y="11417"/>
                  </a:lnTo>
                  <a:lnTo>
                    <a:pt x="44996" y="11239"/>
                  </a:lnTo>
                  <a:close/>
                </a:path>
                <a:path w="95250" h="24130">
                  <a:moveTo>
                    <a:pt x="45313" y="16344"/>
                  </a:moveTo>
                  <a:lnTo>
                    <a:pt x="44894" y="16040"/>
                  </a:lnTo>
                  <a:lnTo>
                    <a:pt x="45224" y="15811"/>
                  </a:lnTo>
                  <a:lnTo>
                    <a:pt x="44894" y="15811"/>
                  </a:lnTo>
                  <a:lnTo>
                    <a:pt x="44767" y="16154"/>
                  </a:lnTo>
                  <a:lnTo>
                    <a:pt x="45008" y="16268"/>
                  </a:lnTo>
                  <a:lnTo>
                    <a:pt x="44780" y="16395"/>
                  </a:lnTo>
                  <a:lnTo>
                    <a:pt x="45313" y="16344"/>
                  </a:lnTo>
                  <a:close/>
                </a:path>
                <a:path w="95250" h="24130">
                  <a:moveTo>
                    <a:pt x="45339" y="14008"/>
                  </a:moveTo>
                  <a:lnTo>
                    <a:pt x="45250" y="13868"/>
                  </a:lnTo>
                  <a:lnTo>
                    <a:pt x="44792" y="13804"/>
                  </a:lnTo>
                  <a:lnTo>
                    <a:pt x="44767" y="14058"/>
                  </a:lnTo>
                  <a:lnTo>
                    <a:pt x="44932" y="14020"/>
                  </a:lnTo>
                  <a:lnTo>
                    <a:pt x="45313" y="14224"/>
                  </a:lnTo>
                  <a:lnTo>
                    <a:pt x="45339" y="14008"/>
                  </a:lnTo>
                  <a:close/>
                </a:path>
                <a:path w="95250" h="24130">
                  <a:moveTo>
                    <a:pt x="46062" y="4495"/>
                  </a:moveTo>
                  <a:lnTo>
                    <a:pt x="45618" y="4495"/>
                  </a:lnTo>
                  <a:lnTo>
                    <a:pt x="45605" y="4749"/>
                  </a:lnTo>
                  <a:lnTo>
                    <a:pt x="46062" y="4495"/>
                  </a:lnTo>
                  <a:close/>
                </a:path>
                <a:path w="95250" h="24130">
                  <a:moveTo>
                    <a:pt x="46278" y="11455"/>
                  </a:moveTo>
                  <a:lnTo>
                    <a:pt x="45999" y="10642"/>
                  </a:lnTo>
                  <a:lnTo>
                    <a:pt x="45910" y="10401"/>
                  </a:lnTo>
                  <a:lnTo>
                    <a:pt x="45796" y="10642"/>
                  </a:lnTo>
                  <a:lnTo>
                    <a:pt x="45567" y="11455"/>
                  </a:lnTo>
                  <a:lnTo>
                    <a:pt x="46278" y="11455"/>
                  </a:lnTo>
                  <a:close/>
                </a:path>
                <a:path w="95250" h="24130">
                  <a:moveTo>
                    <a:pt x="46812" y="15989"/>
                  </a:moveTo>
                  <a:lnTo>
                    <a:pt x="46799" y="15709"/>
                  </a:lnTo>
                  <a:lnTo>
                    <a:pt x="46380" y="15646"/>
                  </a:lnTo>
                  <a:lnTo>
                    <a:pt x="45923" y="15049"/>
                  </a:lnTo>
                  <a:lnTo>
                    <a:pt x="45453" y="15392"/>
                  </a:lnTo>
                  <a:lnTo>
                    <a:pt x="45834" y="15430"/>
                  </a:lnTo>
                  <a:lnTo>
                    <a:pt x="46812" y="15989"/>
                  </a:lnTo>
                  <a:close/>
                </a:path>
                <a:path w="95250" h="24130">
                  <a:moveTo>
                    <a:pt x="47028" y="2336"/>
                  </a:moveTo>
                  <a:lnTo>
                    <a:pt x="46837" y="2222"/>
                  </a:lnTo>
                  <a:lnTo>
                    <a:pt x="46723" y="2489"/>
                  </a:lnTo>
                  <a:lnTo>
                    <a:pt x="46393" y="2844"/>
                  </a:lnTo>
                  <a:lnTo>
                    <a:pt x="46774" y="2984"/>
                  </a:lnTo>
                  <a:lnTo>
                    <a:pt x="46672" y="2641"/>
                  </a:lnTo>
                  <a:lnTo>
                    <a:pt x="47028" y="2336"/>
                  </a:lnTo>
                  <a:close/>
                </a:path>
                <a:path w="95250" h="24130">
                  <a:moveTo>
                    <a:pt x="47155" y="3962"/>
                  </a:moveTo>
                  <a:lnTo>
                    <a:pt x="46062" y="4495"/>
                  </a:lnTo>
                  <a:lnTo>
                    <a:pt x="47053" y="4495"/>
                  </a:lnTo>
                  <a:lnTo>
                    <a:pt x="47155" y="3962"/>
                  </a:lnTo>
                  <a:close/>
                </a:path>
                <a:path w="95250" h="24130">
                  <a:moveTo>
                    <a:pt x="47421" y="13804"/>
                  </a:moveTo>
                  <a:lnTo>
                    <a:pt x="46672" y="13144"/>
                  </a:lnTo>
                  <a:lnTo>
                    <a:pt x="46570" y="13703"/>
                  </a:lnTo>
                  <a:lnTo>
                    <a:pt x="46837" y="13919"/>
                  </a:lnTo>
                  <a:lnTo>
                    <a:pt x="47421" y="13804"/>
                  </a:lnTo>
                  <a:close/>
                </a:path>
                <a:path w="95250" h="24130">
                  <a:moveTo>
                    <a:pt x="47459" y="12357"/>
                  </a:moveTo>
                  <a:lnTo>
                    <a:pt x="46939" y="12319"/>
                  </a:lnTo>
                  <a:lnTo>
                    <a:pt x="46977" y="12687"/>
                  </a:lnTo>
                  <a:lnTo>
                    <a:pt x="47345" y="12712"/>
                  </a:lnTo>
                  <a:lnTo>
                    <a:pt x="47459" y="12357"/>
                  </a:lnTo>
                  <a:close/>
                </a:path>
                <a:path w="95250" h="24130">
                  <a:moveTo>
                    <a:pt x="47675" y="9563"/>
                  </a:moveTo>
                  <a:lnTo>
                    <a:pt x="47383" y="9461"/>
                  </a:lnTo>
                  <a:lnTo>
                    <a:pt x="47244" y="8674"/>
                  </a:lnTo>
                  <a:lnTo>
                    <a:pt x="46901" y="9004"/>
                  </a:lnTo>
                  <a:lnTo>
                    <a:pt x="47205" y="9067"/>
                  </a:lnTo>
                  <a:lnTo>
                    <a:pt x="47472" y="9766"/>
                  </a:lnTo>
                  <a:lnTo>
                    <a:pt x="47675" y="9563"/>
                  </a:lnTo>
                  <a:close/>
                </a:path>
                <a:path w="95250" h="24130">
                  <a:moveTo>
                    <a:pt x="47942" y="14262"/>
                  </a:moveTo>
                  <a:lnTo>
                    <a:pt x="47421" y="13804"/>
                  </a:lnTo>
                  <a:lnTo>
                    <a:pt x="47129" y="14274"/>
                  </a:lnTo>
                  <a:lnTo>
                    <a:pt x="47942" y="14262"/>
                  </a:lnTo>
                  <a:close/>
                </a:path>
                <a:path w="95250" h="24130">
                  <a:moveTo>
                    <a:pt x="49834" y="4699"/>
                  </a:moveTo>
                  <a:lnTo>
                    <a:pt x="49568" y="4470"/>
                  </a:lnTo>
                  <a:lnTo>
                    <a:pt x="49339" y="4622"/>
                  </a:lnTo>
                  <a:lnTo>
                    <a:pt x="49339" y="4914"/>
                  </a:lnTo>
                  <a:lnTo>
                    <a:pt x="49504" y="5156"/>
                  </a:lnTo>
                  <a:lnTo>
                    <a:pt x="49555" y="4914"/>
                  </a:lnTo>
                  <a:lnTo>
                    <a:pt x="49707" y="4826"/>
                  </a:lnTo>
                  <a:lnTo>
                    <a:pt x="49834" y="4699"/>
                  </a:lnTo>
                  <a:close/>
                </a:path>
                <a:path w="95250" h="24130">
                  <a:moveTo>
                    <a:pt x="49860" y="1333"/>
                  </a:moveTo>
                  <a:lnTo>
                    <a:pt x="49530" y="1371"/>
                  </a:lnTo>
                  <a:lnTo>
                    <a:pt x="49504" y="1625"/>
                  </a:lnTo>
                  <a:lnTo>
                    <a:pt x="49466" y="1841"/>
                  </a:lnTo>
                  <a:lnTo>
                    <a:pt x="49682" y="1879"/>
                  </a:lnTo>
                  <a:lnTo>
                    <a:pt x="49847" y="1739"/>
                  </a:lnTo>
                  <a:lnTo>
                    <a:pt x="49860" y="1333"/>
                  </a:lnTo>
                  <a:close/>
                </a:path>
                <a:path w="95250" h="24130">
                  <a:moveTo>
                    <a:pt x="49898" y="10947"/>
                  </a:moveTo>
                  <a:lnTo>
                    <a:pt x="49885" y="10706"/>
                  </a:lnTo>
                  <a:lnTo>
                    <a:pt x="49530" y="10579"/>
                  </a:lnTo>
                  <a:lnTo>
                    <a:pt x="49466" y="11176"/>
                  </a:lnTo>
                  <a:lnTo>
                    <a:pt x="49745" y="11188"/>
                  </a:lnTo>
                  <a:lnTo>
                    <a:pt x="49682" y="10896"/>
                  </a:lnTo>
                  <a:lnTo>
                    <a:pt x="49898" y="10947"/>
                  </a:lnTo>
                  <a:close/>
                </a:path>
                <a:path w="95250" h="24130">
                  <a:moveTo>
                    <a:pt x="50355" y="10934"/>
                  </a:moveTo>
                  <a:lnTo>
                    <a:pt x="50038" y="10909"/>
                  </a:lnTo>
                  <a:lnTo>
                    <a:pt x="50088" y="11163"/>
                  </a:lnTo>
                  <a:lnTo>
                    <a:pt x="50076" y="11455"/>
                  </a:lnTo>
                  <a:lnTo>
                    <a:pt x="50266" y="11607"/>
                  </a:lnTo>
                  <a:lnTo>
                    <a:pt x="50292" y="11290"/>
                  </a:lnTo>
                  <a:lnTo>
                    <a:pt x="50355" y="10934"/>
                  </a:lnTo>
                  <a:close/>
                </a:path>
                <a:path w="95250" h="24130">
                  <a:moveTo>
                    <a:pt x="52933" y="787"/>
                  </a:moveTo>
                  <a:lnTo>
                    <a:pt x="52895" y="114"/>
                  </a:lnTo>
                  <a:lnTo>
                    <a:pt x="52679" y="0"/>
                  </a:lnTo>
                  <a:lnTo>
                    <a:pt x="52654" y="254"/>
                  </a:lnTo>
                  <a:lnTo>
                    <a:pt x="52666" y="546"/>
                  </a:lnTo>
                  <a:lnTo>
                    <a:pt x="52527" y="673"/>
                  </a:lnTo>
                  <a:lnTo>
                    <a:pt x="52933" y="787"/>
                  </a:lnTo>
                  <a:close/>
                </a:path>
                <a:path w="95250" h="24130">
                  <a:moveTo>
                    <a:pt x="53187" y="7505"/>
                  </a:moveTo>
                  <a:lnTo>
                    <a:pt x="52844" y="7454"/>
                  </a:lnTo>
                  <a:lnTo>
                    <a:pt x="52527" y="7454"/>
                  </a:lnTo>
                  <a:lnTo>
                    <a:pt x="52476" y="7721"/>
                  </a:lnTo>
                  <a:lnTo>
                    <a:pt x="53047" y="7886"/>
                  </a:lnTo>
                  <a:lnTo>
                    <a:pt x="53174" y="7708"/>
                  </a:lnTo>
                  <a:lnTo>
                    <a:pt x="52997" y="7594"/>
                  </a:lnTo>
                  <a:lnTo>
                    <a:pt x="53187" y="7505"/>
                  </a:lnTo>
                  <a:close/>
                </a:path>
                <a:path w="95250" h="24130">
                  <a:moveTo>
                    <a:pt x="53670" y="9804"/>
                  </a:moveTo>
                  <a:lnTo>
                    <a:pt x="53289" y="9829"/>
                  </a:lnTo>
                  <a:lnTo>
                    <a:pt x="53073" y="9728"/>
                  </a:lnTo>
                  <a:lnTo>
                    <a:pt x="53111" y="9867"/>
                  </a:lnTo>
                  <a:lnTo>
                    <a:pt x="52920" y="10223"/>
                  </a:lnTo>
                  <a:lnTo>
                    <a:pt x="53124" y="10223"/>
                  </a:lnTo>
                  <a:lnTo>
                    <a:pt x="53251" y="9867"/>
                  </a:lnTo>
                  <a:lnTo>
                    <a:pt x="53378" y="10007"/>
                  </a:lnTo>
                  <a:lnTo>
                    <a:pt x="53606" y="10160"/>
                  </a:lnTo>
                  <a:lnTo>
                    <a:pt x="53670" y="9804"/>
                  </a:lnTo>
                  <a:close/>
                </a:path>
                <a:path w="95250" h="24130">
                  <a:moveTo>
                    <a:pt x="56540" y="1790"/>
                  </a:moveTo>
                  <a:lnTo>
                    <a:pt x="56324" y="1676"/>
                  </a:lnTo>
                  <a:lnTo>
                    <a:pt x="56095" y="1701"/>
                  </a:lnTo>
                  <a:lnTo>
                    <a:pt x="55956" y="2298"/>
                  </a:lnTo>
                  <a:lnTo>
                    <a:pt x="56273" y="2349"/>
                  </a:lnTo>
                  <a:lnTo>
                    <a:pt x="56159" y="2019"/>
                  </a:lnTo>
                  <a:lnTo>
                    <a:pt x="56540" y="1790"/>
                  </a:lnTo>
                  <a:close/>
                </a:path>
                <a:path w="95250" h="24130">
                  <a:moveTo>
                    <a:pt x="58381" y="17640"/>
                  </a:moveTo>
                  <a:lnTo>
                    <a:pt x="58140" y="17614"/>
                  </a:lnTo>
                  <a:lnTo>
                    <a:pt x="57835" y="17614"/>
                  </a:lnTo>
                  <a:lnTo>
                    <a:pt x="57734" y="17487"/>
                  </a:lnTo>
                  <a:lnTo>
                    <a:pt x="57708" y="17818"/>
                  </a:lnTo>
                  <a:lnTo>
                    <a:pt x="58000" y="17868"/>
                  </a:lnTo>
                  <a:lnTo>
                    <a:pt x="58166" y="18008"/>
                  </a:lnTo>
                  <a:lnTo>
                    <a:pt x="58115" y="17754"/>
                  </a:lnTo>
                  <a:lnTo>
                    <a:pt x="58369" y="17843"/>
                  </a:lnTo>
                  <a:lnTo>
                    <a:pt x="58381" y="17653"/>
                  </a:lnTo>
                  <a:close/>
                </a:path>
                <a:path w="95250" h="24130">
                  <a:moveTo>
                    <a:pt x="58394" y="18491"/>
                  </a:moveTo>
                  <a:lnTo>
                    <a:pt x="57823" y="18338"/>
                  </a:lnTo>
                  <a:lnTo>
                    <a:pt x="57772" y="18072"/>
                  </a:lnTo>
                  <a:lnTo>
                    <a:pt x="57734" y="18275"/>
                  </a:lnTo>
                  <a:lnTo>
                    <a:pt x="57594" y="17995"/>
                  </a:lnTo>
                  <a:lnTo>
                    <a:pt x="57556" y="18186"/>
                  </a:lnTo>
                  <a:lnTo>
                    <a:pt x="57746" y="18440"/>
                  </a:lnTo>
                  <a:lnTo>
                    <a:pt x="58089" y="18630"/>
                  </a:lnTo>
                  <a:lnTo>
                    <a:pt x="58331" y="18808"/>
                  </a:lnTo>
                  <a:lnTo>
                    <a:pt x="58394" y="18491"/>
                  </a:lnTo>
                  <a:close/>
                </a:path>
                <a:path w="95250" h="24130">
                  <a:moveTo>
                    <a:pt x="58940" y="11772"/>
                  </a:moveTo>
                  <a:lnTo>
                    <a:pt x="58674" y="11734"/>
                  </a:lnTo>
                  <a:lnTo>
                    <a:pt x="58712" y="11963"/>
                  </a:lnTo>
                  <a:lnTo>
                    <a:pt x="58623" y="12115"/>
                  </a:lnTo>
                  <a:lnTo>
                    <a:pt x="58889" y="12306"/>
                  </a:lnTo>
                  <a:lnTo>
                    <a:pt x="58813" y="11887"/>
                  </a:lnTo>
                  <a:lnTo>
                    <a:pt x="58940" y="11772"/>
                  </a:lnTo>
                  <a:close/>
                </a:path>
                <a:path w="95250" h="24130">
                  <a:moveTo>
                    <a:pt x="59232" y="18973"/>
                  </a:moveTo>
                  <a:lnTo>
                    <a:pt x="58978" y="18897"/>
                  </a:lnTo>
                  <a:lnTo>
                    <a:pt x="58724" y="18808"/>
                  </a:lnTo>
                  <a:lnTo>
                    <a:pt x="58369" y="18834"/>
                  </a:lnTo>
                  <a:lnTo>
                    <a:pt x="58610" y="19024"/>
                  </a:lnTo>
                  <a:lnTo>
                    <a:pt x="58737" y="19177"/>
                  </a:lnTo>
                  <a:lnTo>
                    <a:pt x="58559" y="19418"/>
                  </a:lnTo>
                  <a:lnTo>
                    <a:pt x="58978" y="19469"/>
                  </a:lnTo>
                  <a:lnTo>
                    <a:pt x="59220" y="19329"/>
                  </a:lnTo>
                  <a:lnTo>
                    <a:pt x="59232" y="18973"/>
                  </a:lnTo>
                  <a:close/>
                </a:path>
                <a:path w="95250" h="24130">
                  <a:moveTo>
                    <a:pt x="59474" y="7150"/>
                  </a:moveTo>
                  <a:lnTo>
                    <a:pt x="59397" y="6781"/>
                  </a:lnTo>
                  <a:lnTo>
                    <a:pt x="59080" y="6629"/>
                  </a:lnTo>
                  <a:lnTo>
                    <a:pt x="58966" y="7213"/>
                  </a:lnTo>
                  <a:lnTo>
                    <a:pt x="59156" y="7353"/>
                  </a:lnTo>
                  <a:lnTo>
                    <a:pt x="59143" y="7035"/>
                  </a:lnTo>
                  <a:lnTo>
                    <a:pt x="59474" y="7150"/>
                  </a:lnTo>
                  <a:close/>
                </a:path>
                <a:path w="95250" h="24130">
                  <a:moveTo>
                    <a:pt x="60261" y="6642"/>
                  </a:moveTo>
                  <a:lnTo>
                    <a:pt x="59994" y="6426"/>
                  </a:lnTo>
                  <a:lnTo>
                    <a:pt x="60045" y="6705"/>
                  </a:lnTo>
                  <a:lnTo>
                    <a:pt x="59778" y="6604"/>
                  </a:lnTo>
                  <a:lnTo>
                    <a:pt x="59753" y="6921"/>
                  </a:lnTo>
                  <a:lnTo>
                    <a:pt x="59690" y="7226"/>
                  </a:lnTo>
                  <a:lnTo>
                    <a:pt x="59918" y="7302"/>
                  </a:lnTo>
                  <a:lnTo>
                    <a:pt x="59766" y="6946"/>
                  </a:lnTo>
                  <a:lnTo>
                    <a:pt x="59969" y="6756"/>
                  </a:lnTo>
                  <a:lnTo>
                    <a:pt x="60261" y="6642"/>
                  </a:lnTo>
                  <a:close/>
                </a:path>
                <a:path w="95250" h="24130">
                  <a:moveTo>
                    <a:pt x="60947" y="3048"/>
                  </a:moveTo>
                  <a:lnTo>
                    <a:pt x="60934" y="2616"/>
                  </a:lnTo>
                  <a:lnTo>
                    <a:pt x="60591" y="2578"/>
                  </a:lnTo>
                  <a:lnTo>
                    <a:pt x="60325" y="2692"/>
                  </a:lnTo>
                  <a:lnTo>
                    <a:pt x="60629" y="2717"/>
                  </a:lnTo>
                  <a:lnTo>
                    <a:pt x="60617" y="3048"/>
                  </a:lnTo>
                  <a:lnTo>
                    <a:pt x="60947" y="3048"/>
                  </a:lnTo>
                  <a:close/>
                </a:path>
                <a:path w="95250" h="24130">
                  <a:moveTo>
                    <a:pt x="63373" y="12344"/>
                  </a:moveTo>
                  <a:lnTo>
                    <a:pt x="62826" y="12395"/>
                  </a:lnTo>
                  <a:lnTo>
                    <a:pt x="62496" y="12319"/>
                  </a:lnTo>
                  <a:lnTo>
                    <a:pt x="62217" y="12534"/>
                  </a:lnTo>
                  <a:lnTo>
                    <a:pt x="62471" y="12687"/>
                  </a:lnTo>
                  <a:lnTo>
                    <a:pt x="63157" y="12585"/>
                  </a:lnTo>
                  <a:lnTo>
                    <a:pt x="63373" y="12344"/>
                  </a:lnTo>
                  <a:close/>
                </a:path>
                <a:path w="95250" h="24130">
                  <a:moveTo>
                    <a:pt x="64071" y="16268"/>
                  </a:moveTo>
                  <a:lnTo>
                    <a:pt x="63804" y="16078"/>
                  </a:lnTo>
                  <a:lnTo>
                    <a:pt x="63830" y="16383"/>
                  </a:lnTo>
                  <a:lnTo>
                    <a:pt x="63449" y="16294"/>
                  </a:lnTo>
                  <a:lnTo>
                    <a:pt x="63665" y="16535"/>
                  </a:lnTo>
                  <a:lnTo>
                    <a:pt x="63855" y="16497"/>
                  </a:lnTo>
                  <a:lnTo>
                    <a:pt x="64071" y="16535"/>
                  </a:lnTo>
                  <a:lnTo>
                    <a:pt x="64071" y="16268"/>
                  </a:lnTo>
                  <a:close/>
                </a:path>
                <a:path w="95250" h="24130">
                  <a:moveTo>
                    <a:pt x="65354" y="11303"/>
                  </a:moveTo>
                  <a:lnTo>
                    <a:pt x="65087" y="11036"/>
                  </a:lnTo>
                  <a:lnTo>
                    <a:pt x="65062" y="11290"/>
                  </a:lnTo>
                  <a:lnTo>
                    <a:pt x="65087" y="11671"/>
                  </a:lnTo>
                  <a:lnTo>
                    <a:pt x="64871" y="11404"/>
                  </a:lnTo>
                  <a:lnTo>
                    <a:pt x="64846" y="11645"/>
                  </a:lnTo>
                  <a:lnTo>
                    <a:pt x="64884" y="11874"/>
                  </a:lnTo>
                  <a:lnTo>
                    <a:pt x="65011" y="12001"/>
                  </a:lnTo>
                  <a:lnTo>
                    <a:pt x="65189" y="11734"/>
                  </a:lnTo>
                  <a:lnTo>
                    <a:pt x="65354" y="11303"/>
                  </a:lnTo>
                  <a:close/>
                </a:path>
                <a:path w="95250" h="24130">
                  <a:moveTo>
                    <a:pt x="65798" y="19634"/>
                  </a:moveTo>
                  <a:lnTo>
                    <a:pt x="65620" y="18948"/>
                  </a:lnTo>
                  <a:lnTo>
                    <a:pt x="65176" y="19075"/>
                  </a:lnTo>
                  <a:lnTo>
                    <a:pt x="65379" y="19265"/>
                  </a:lnTo>
                  <a:lnTo>
                    <a:pt x="65112" y="19888"/>
                  </a:lnTo>
                  <a:lnTo>
                    <a:pt x="65519" y="19862"/>
                  </a:lnTo>
                  <a:lnTo>
                    <a:pt x="65798" y="19634"/>
                  </a:lnTo>
                  <a:close/>
                </a:path>
                <a:path w="95250" h="24130">
                  <a:moveTo>
                    <a:pt x="68160" y="13627"/>
                  </a:moveTo>
                  <a:lnTo>
                    <a:pt x="67906" y="13627"/>
                  </a:lnTo>
                  <a:lnTo>
                    <a:pt x="67551" y="13474"/>
                  </a:lnTo>
                  <a:lnTo>
                    <a:pt x="67513" y="13766"/>
                  </a:lnTo>
                  <a:lnTo>
                    <a:pt x="68072" y="13766"/>
                  </a:lnTo>
                  <a:lnTo>
                    <a:pt x="67614" y="14008"/>
                  </a:lnTo>
                  <a:lnTo>
                    <a:pt x="68046" y="14198"/>
                  </a:lnTo>
                  <a:lnTo>
                    <a:pt x="67983" y="13906"/>
                  </a:lnTo>
                  <a:lnTo>
                    <a:pt x="68160" y="13804"/>
                  </a:lnTo>
                  <a:lnTo>
                    <a:pt x="68160" y="13627"/>
                  </a:lnTo>
                  <a:close/>
                </a:path>
                <a:path w="95250" h="24130">
                  <a:moveTo>
                    <a:pt x="68338" y="17335"/>
                  </a:moveTo>
                  <a:lnTo>
                    <a:pt x="68097" y="17437"/>
                  </a:lnTo>
                  <a:lnTo>
                    <a:pt x="68160" y="16852"/>
                  </a:lnTo>
                  <a:lnTo>
                    <a:pt x="67983" y="17195"/>
                  </a:lnTo>
                  <a:lnTo>
                    <a:pt x="67945" y="17487"/>
                  </a:lnTo>
                  <a:lnTo>
                    <a:pt x="68160" y="17538"/>
                  </a:lnTo>
                  <a:lnTo>
                    <a:pt x="68300" y="17487"/>
                  </a:lnTo>
                  <a:lnTo>
                    <a:pt x="68338" y="17335"/>
                  </a:lnTo>
                  <a:close/>
                </a:path>
                <a:path w="95250" h="24130">
                  <a:moveTo>
                    <a:pt x="68414" y="18072"/>
                  </a:moveTo>
                  <a:lnTo>
                    <a:pt x="68249" y="17983"/>
                  </a:lnTo>
                  <a:lnTo>
                    <a:pt x="68110" y="17868"/>
                  </a:lnTo>
                  <a:lnTo>
                    <a:pt x="68059" y="18148"/>
                  </a:lnTo>
                  <a:lnTo>
                    <a:pt x="68046" y="18389"/>
                  </a:lnTo>
                  <a:lnTo>
                    <a:pt x="68351" y="18376"/>
                  </a:lnTo>
                  <a:lnTo>
                    <a:pt x="68414" y="18072"/>
                  </a:lnTo>
                  <a:close/>
                </a:path>
                <a:path w="95250" h="24130">
                  <a:moveTo>
                    <a:pt x="68694" y="13284"/>
                  </a:moveTo>
                  <a:lnTo>
                    <a:pt x="68630" y="12992"/>
                  </a:lnTo>
                  <a:lnTo>
                    <a:pt x="68402" y="12966"/>
                  </a:lnTo>
                  <a:lnTo>
                    <a:pt x="68262" y="12433"/>
                  </a:lnTo>
                  <a:lnTo>
                    <a:pt x="68084" y="12649"/>
                  </a:lnTo>
                  <a:lnTo>
                    <a:pt x="68224" y="12750"/>
                  </a:lnTo>
                  <a:lnTo>
                    <a:pt x="68262" y="12915"/>
                  </a:lnTo>
                  <a:lnTo>
                    <a:pt x="68249" y="13157"/>
                  </a:lnTo>
                  <a:lnTo>
                    <a:pt x="68414" y="13157"/>
                  </a:lnTo>
                  <a:lnTo>
                    <a:pt x="68694" y="13284"/>
                  </a:lnTo>
                  <a:close/>
                </a:path>
                <a:path w="95250" h="24130">
                  <a:moveTo>
                    <a:pt x="68935" y="12268"/>
                  </a:moveTo>
                  <a:lnTo>
                    <a:pt x="68592" y="11861"/>
                  </a:lnTo>
                  <a:lnTo>
                    <a:pt x="68402" y="12103"/>
                  </a:lnTo>
                  <a:lnTo>
                    <a:pt x="68503" y="12319"/>
                  </a:lnTo>
                  <a:lnTo>
                    <a:pt x="68707" y="12446"/>
                  </a:lnTo>
                  <a:lnTo>
                    <a:pt x="68935" y="12522"/>
                  </a:lnTo>
                  <a:lnTo>
                    <a:pt x="68935" y="12268"/>
                  </a:lnTo>
                  <a:close/>
                </a:path>
                <a:path w="95250" h="24130">
                  <a:moveTo>
                    <a:pt x="70497" y="16560"/>
                  </a:moveTo>
                  <a:lnTo>
                    <a:pt x="70446" y="16408"/>
                  </a:lnTo>
                  <a:lnTo>
                    <a:pt x="70015" y="16637"/>
                  </a:lnTo>
                  <a:lnTo>
                    <a:pt x="70269" y="16827"/>
                  </a:lnTo>
                  <a:lnTo>
                    <a:pt x="70408" y="16598"/>
                  </a:lnTo>
                  <a:close/>
                </a:path>
                <a:path w="95250" h="24130">
                  <a:moveTo>
                    <a:pt x="70624" y="16078"/>
                  </a:moveTo>
                  <a:lnTo>
                    <a:pt x="70332" y="16052"/>
                  </a:lnTo>
                  <a:lnTo>
                    <a:pt x="70446" y="16408"/>
                  </a:lnTo>
                  <a:lnTo>
                    <a:pt x="70408" y="16243"/>
                  </a:lnTo>
                  <a:lnTo>
                    <a:pt x="70624" y="16078"/>
                  </a:lnTo>
                  <a:close/>
                </a:path>
                <a:path w="95250" h="24130">
                  <a:moveTo>
                    <a:pt x="72783" y="13931"/>
                  </a:moveTo>
                  <a:lnTo>
                    <a:pt x="72631" y="13843"/>
                  </a:lnTo>
                  <a:lnTo>
                    <a:pt x="72428" y="13233"/>
                  </a:lnTo>
                  <a:lnTo>
                    <a:pt x="72224" y="13589"/>
                  </a:lnTo>
                  <a:lnTo>
                    <a:pt x="72351" y="13716"/>
                  </a:lnTo>
                  <a:lnTo>
                    <a:pt x="72644" y="14185"/>
                  </a:lnTo>
                  <a:lnTo>
                    <a:pt x="72783" y="13931"/>
                  </a:lnTo>
                  <a:close/>
                </a:path>
                <a:path w="95250" h="24130">
                  <a:moveTo>
                    <a:pt x="73571" y="16725"/>
                  </a:moveTo>
                  <a:lnTo>
                    <a:pt x="73456" y="16192"/>
                  </a:lnTo>
                  <a:lnTo>
                    <a:pt x="73304" y="15430"/>
                  </a:lnTo>
                  <a:lnTo>
                    <a:pt x="72783" y="15494"/>
                  </a:lnTo>
                  <a:lnTo>
                    <a:pt x="73228" y="15697"/>
                  </a:lnTo>
                  <a:lnTo>
                    <a:pt x="73164" y="16459"/>
                  </a:lnTo>
                  <a:lnTo>
                    <a:pt x="73571" y="16725"/>
                  </a:lnTo>
                  <a:close/>
                </a:path>
                <a:path w="95250" h="24130">
                  <a:moveTo>
                    <a:pt x="74282" y="19659"/>
                  </a:moveTo>
                  <a:lnTo>
                    <a:pt x="74218" y="19431"/>
                  </a:lnTo>
                  <a:lnTo>
                    <a:pt x="74142" y="19202"/>
                  </a:lnTo>
                  <a:lnTo>
                    <a:pt x="73863" y="19138"/>
                  </a:lnTo>
                  <a:lnTo>
                    <a:pt x="73825" y="19278"/>
                  </a:lnTo>
                  <a:lnTo>
                    <a:pt x="73723" y="19519"/>
                  </a:lnTo>
                  <a:lnTo>
                    <a:pt x="73964" y="19634"/>
                  </a:lnTo>
                  <a:lnTo>
                    <a:pt x="74282" y="19659"/>
                  </a:lnTo>
                  <a:close/>
                </a:path>
                <a:path w="95250" h="24130">
                  <a:moveTo>
                    <a:pt x="78727" y="13589"/>
                  </a:moveTo>
                  <a:lnTo>
                    <a:pt x="78562" y="13373"/>
                  </a:lnTo>
                  <a:lnTo>
                    <a:pt x="78498" y="13055"/>
                  </a:lnTo>
                  <a:lnTo>
                    <a:pt x="78155" y="13030"/>
                  </a:lnTo>
                  <a:lnTo>
                    <a:pt x="78257" y="13284"/>
                  </a:lnTo>
                  <a:lnTo>
                    <a:pt x="78371" y="13576"/>
                  </a:lnTo>
                  <a:lnTo>
                    <a:pt x="78498" y="13804"/>
                  </a:lnTo>
                  <a:lnTo>
                    <a:pt x="78600" y="13589"/>
                  </a:lnTo>
                  <a:lnTo>
                    <a:pt x="78727" y="13589"/>
                  </a:lnTo>
                  <a:close/>
                </a:path>
                <a:path w="95250" h="24130">
                  <a:moveTo>
                    <a:pt x="79032" y="18542"/>
                  </a:moveTo>
                  <a:lnTo>
                    <a:pt x="78663" y="18376"/>
                  </a:lnTo>
                  <a:lnTo>
                    <a:pt x="78549" y="18516"/>
                  </a:lnTo>
                  <a:lnTo>
                    <a:pt x="78397" y="18554"/>
                  </a:lnTo>
                  <a:lnTo>
                    <a:pt x="78346" y="18745"/>
                  </a:lnTo>
                  <a:lnTo>
                    <a:pt x="78613" y="18770"/>
                  </a:lnTo>
                  <a:lnTo>
                    <a:pt x="79032" y="18542"/>
                  </a:lnTo>
                  <a:close/>
                </a:path>
                <a:path w="95250" h="24130">
                  <a:moveTo>
                    <a:pt x="80886" y="19177"/>
                  </a:moveTo>
                  <a:lnTo>
                    <a:pt x="80606" y="18961"/>
                  </a:lnTo>
                  <a:lnTo>
                    <a:pt x="80314" y="19024"/>
                  </a:lnTo>
                  <a:lnTo>
                    <a:pt x="80403" y="19291"/>
                  </a:lnTo>
                  <a:lnTo>
                    <a:pt x="80594" y="19456"/>
                  </a:lnTo>
                  <a:lnTo>
                    <a:pt x="80746" y="19634"/>
                  </a:lnTo>
                  <a:lnTo>
                    <a:pt x="80632" y="19342"/>
                  </a:lnTo>
                  <a:lnTo>
                    <a:pt x="80886" y="19177"/>
                  </a:lnTo>
                  <a:close/>
                </a:path>
                <a:path w="95250" h="24130">
                  <a:moveTo>
                    <a:pt x="81470" y="19989"/>
                  </a:moveTo>
                  <a:lnTo>
                    <a:pt x="81089" y="19964"/>
                  </a:lnTo>
                  <a:lnTo>
                    <a:pt x="81064" y="20281"/>
                  </a:lnTo>
                  <a:lnTo>
                    <a:pt x="80899" y="20358"/>
                  </a:lnTo>
                  <a:lnTo>
                    <a:pt x="81140" y="20535"/>
                  </a:lnTo>
                  <a:lnTo>
                    <a:pt x="81381" y="20281"/>
                  </a:lnTo>
                  <a:lnTo>
                    <a:pt x="81470" y="19989"/>
                  </a:lnTo>
                  <a:close/>
                </a:path>
                <a:path w="95250" h="24130">
                  <a:moveTo>
                    <a:pt x="81927" y="11811"/>
                  </a:moveTo>
                  <a:lnTo>
                    <a:pt x="81572" y="11811"/>
                  </a:lnTo>
                  <a:lnTo>
                    <a:pt x="81648" y="12598"/>
                  </a:lnTo>
                  <a:lnTo>
                    <a:pt x="81927" y="11811"/>
                  </a:lnTo>
                  <a:close/>
                </a:path>
                <a:path w="95250" h="24130">
                  <a:moveTo>
                    <a:pt x="82956" y="20751"/>
                  </a:moveTo>
                  <a:lnTo>
                    <a:pt x="82397" y="20345"/>
                  </a:lnTo>
                  <a:lnTo>
                    <a:pt x="82156" y="20726"/>
                  </a:lnTo>
                  <a:lnTo>
                    <a:pt x="82524" y="20866"/>
                  </a:lnTo>
                  <a:lnTo>
                    <a:pt x="82346" y="21209"/>
                  </a:lnTo>
                  <a:lnTo>
                    <a:pt x="82753" y="21450"/>
                  </a:lnTo>
                  <a:lnTo>
                    <a:pt x="82956" y="20751"/>
                  </a:lnTo>
                  <a:close/>
                </a:path>
                <a:path w="95250" h="24130">
                  <a:moveTo>
                    <a:pt x="83375" y="12598"/>
                  </a:moveTo>
                  <a:lnTo>
                    <a:pt x="82816" y="12598"/>
                  </a:lnTo>
                  <a:lnTo>
                    <a:pt x="82892" y="12966"/>
                  </a:lnTo>
                  <a:lnTo>
                    <a:pt x="83337" y="12966"/>
                  </a:lnTo>
                  <a:lnTo>
                    <a:pt x="83375" y="12598"/>
                  </a:lnTo>
                  <a:close/>
                </a:path>
                <a:path w="95250" h="24130">
                  <a:moveTo>
                    <a:pt x="83400" y="14147"/>
                  </a:moveTo>
                  <a:lnTo>
                    <a:pt x="83108" y="13652"/>
                  </a:lnTo>
                  <a:lnTo>
                    <a:pt x="82994" y="13462"/>
                  </a:lnTo>
                  <a:lnTo>
                    <a:pt x="83400" y="14147"/>
                  </a:lnTo>
                  <a:close/>
                </a:path>
                <a:path w="95250" h="24130">
                  <a:moveTo>
                    <a:pt x="84213" y="13589"/>
                  </a:moveTo>
                  <a:lnTo>
                    <a:pt x="84061" y="13335"/>
                  </a:lnTo>
                  <a:lnTo>
                    <a:pt x="83159" y="13398"/>
                  </a:lnTo>
                  <a:lnTo>
                    <a:pt x="83439" y="13703"/>
                  </a:lnTo>
                  <a:lnTo>
                    <a:pt x="83566" y="13423"/>
                  </a:lnTo>
                  <a:lnTo>
                    <a:pt x="83743" y="14020"/>
                  </a:lnTo>
                  <a:lnTo>
                    <a:pt x="83997" y="14033"/>
                  </a:lnTo>
                  <a:lnTo>
                    <a:pt x="83743" y="13538"/>
                  </a:lnTo>
                  <a:lnTo>
                    <a:pt x="84048" y="13665"/>
                  </a:lnTo>
                  <a:lnTo>
                    <a:pt x="84213" y="13589"/>
                  </a:lnTo>
                  <a:close/>
                </a:path>
                <a:path w="95250" h="24130">
                  <a:moveTo>
                    <a:pt x="85559" y="17729"/>
                  </a:moveTo>
                  <a:lnTo>
                    <a:pt x="85432" y="17399"/>
                  </a:lnTo>
                  <a:lnTo>
                    <a:pt x="85140" y="16662"/>
                  </a:lnTo>
                  <a:lnTo>
                    <a:pt x="84658" y="17056"/>
                  </a:lnTo>
                  <a:lnTo>
                    <a:pt x="85153" y="17018"/>
                  </a:lnTo>
                  <a:lnTo>
                    <a:pt x="85217" y="17983"/>
                  </a:lnTo>
                  <a:lnTo>
                    <a:pt x="85559" y="17729"/>
                  </a:lnTo>
                  <a:close/>
                </a:path>
                <a:path w="95250" h="24130">
                  <a:moveTo>
                    <a:pt x="86956" y="15240"/>
                  </a:moveTo>
                  <a:lnTo>
                    <a:pt x="86385" y="14503"/>
                  </a:lnTo>
                  <a:lnTo>
                    <a:pt x="85394" y="14503"/>
                  </a:lnTo>
                  <a:lnTo>
                    <a:pt x="86042" y="15240"/>
                  </a:lnTo>
                  <a:lnTo>
                    <a:pt x="86956" y="15240"/>
                  </a:lnTo>
                  <a:close/>
                </a:path>
                <a:path w="95250" h="24130">
                  <a:moveTo>
                    <a:pt x="88455" y="9207"/>
                  </a:moveTo>
                  <a:lnTo>
                    <a:pt x="88239" y="9042"/>
                  </a:lnTo>
                  <a:lnTo>
                    <a:pt x="87896" y="8661"/>
                  </a:lnTo>
                  <a:lnTo>
                    <a:pt x="87795" y="9207"/>
                  </a:lnTo>
                  <a:lnTo>
                    <a:pt x="88011" y="9258"/>
                  </a:lnTo>
                  <a:lnTo>
                    <a:pt x="88011" y="9080"/>
                  </a:lnTo>
                  <a:lnTo>
                    <a:pt x="88239" y="9207"/>
                  </a:lnTo>
                  <a:lnTo>
                    <a:pt x="88023" y="9334"/>
                  </a:lnTo>
                  <a:lnTo>
                    <a:pt x="88353" y="9461"/>
                  </a:lnTo>
                  <a:lnTo>
                    <a:pt x="88455" y="9207"/>
                  </a:lnTo>
                  <a:close/>
                </a:path>
                <a:path w="95250" h="24130">
                  <a:moveTo>
                    <a:pt x="91452" y="17157"/>
                  </a:moveTo>
                  <a:lnTo>
                    <a:pt x="89623" y="16941"/>
                  </a:lnTo>
                  <a:lnTo>
                    <a:pt x="89700" y="17157"/>
                  </a:lnTo>
                  <a:lnTo>
                    <a:pt x="89763" y="17348"/>
                  </a:lnTo>
                  <a:lnTo>
                    <a:pt x="89827" y="17551"/>
                  </a:lnTo>
                  <a:lnTo>
                    <a:pt x="91414" y="17551"/>
                  </a:lnTo>
                  <a:lnTo>
                    <a:pt x="91452" y="17157"/>
                  </a:lnTo>
                  <a:close/>
                </a:path>
                <a:path w="95250" h="24130">
                  <a:moveTo>
                    <a:pt x="92367" y="18288"/>
                  </a:moveTo>
                  <a:lnTo>
                    <a:pt x="92265" y="17551"/>
                  </a:lnTo>
                  <a:lnTo>
                    <a:pt x="90589" y="18288"/>
                  </a:lnTo>
                  <a:lnTo>
                    <a:pt x="90309" y="18288"/>
                  </a:lnTo>
                  <a:lnTo>
                    <a:pt x="90347" y="18503"/>
                  </a:lnTo>
                  <a:lnTo>
                    <a:pt x="90449" y="19062"/>
                  </a:lnTo>
                  <a:lnTo>
                    <a:pt x="90855" y="19062"/>
                  </a:lnTo>
                  <a:lnTo>
                    <a:pt x="90665" y="18503"/>
                  </a:lnTo>
                  <a:lnTo>
                    <a:pt x="92367" y="18288"/>
                  </a:lnTo>
                  <a:close/>
                </a:path>
                <a:path w="95250" h="24130">
                  <a:moveTo>
                    <a:pt x="92405" y="23914"/>
                  </a:moveTo>
                  <a:lnTo>
                    <a:pt x="92392" y="23558"/>
                  </a:lnTo>
                  <a:lnTo>
                    <a:pt x="92202" y="23469"/>
                  </a:lnTo>
                  <a:lnTo>
                    <a:pt x="91986" y="23380"/>
                  </a:lnTo>
                  <a:lnTo>
                    <a:pt x="91719" y="23342"/>
                  </a:lnTo>
                  <a:lnTo>
                    <a:pt x="91668" y="23698"/>
                  </a:lnTo>
                  <a:lnTo>
                    <a:pt x="92024" y="23647"/>
                  </a:lnTo>
                  <a:lnTo>
                    <a:pt x="92049" y="23901"/>
                  </a:lnTo>
                  <a:lnTo>
                    <a:pt x="91833" y="24015"/>
                  </a:lnTo>
                  <a:lnTo>
                    <a:pt x="92100" y="23939"/>
                  </a:lnTo>
                  <a:lnTo>
                    <a:pt x="92405" y="23914"/>
                  </a:lnTo>
                  <a:close/>
                </a:path>
                <a:path w="95250" h="24130">
                  <a:moveTo>
                    <a:pt x="94792" y="20497"/>
                  </a:moveTo>
                  <a:lnTo>
                    <a:pt x="94170" y="20040"/>
                  </a:lnTo>
                  <a:lnTo>
                    <a:pt x="94297" y="19748"/>
                  </a:lnTo>
                  <a:lnTo>
                    <a:pt x="93853" y="20104"/>
                  </a:lnTo>
                  <a:lnTo>
                    <a:pt x="94094" y="19977"/>
                  </a:lnTo>
                  <a:lnTo>
                    <a:pt x="93865" y="20307"/>
                  </a:lnTo>
                  <a:lnTo>
                    <a:pt x="94157" y="20281"/>
                  </a:lnTo>
                  <a:lnTo>
                    <a:pt x="94399" y="20878"/>
                  </a:lnTo>
                  <a:lnTo>
                    <a:pt x="94538" y="20650"/>
                  </a:lnTo>
                  <a:lnTo>
                    <a:pt x="94792" y="20497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6" name="object 106"/>
            <p:cNvSpPr/>
            <p:nvPr/>
          </p:nvSpPr>
          <p:spPr>
            <a:xfrm>
              <a:off x="3991051" y="1014450"/>
              <a:ext cx="80645" cy="38735"/>
            </a:xfrm>
            <a:custGeom>
              <a:avLst/>
              <a:gdLst/>
              <a:ahLst/>
              <a:cxnLst/>
              <a:rect l="l" t="t" r="r" b="b"/>
              <a:pathLst>
                <a:path w="80645" h="38734">
                  <a:moveTo>
                    <a:pt x="558" y="29286"/>
                  </a:moveTo>
                  <a:lnTo>
                    <a:pt x="520" y="28613"/>
                  </a:lnTo>
                  <a:lnTo>
                    <a:pt x="152" y="28816"/>
                  </a:lnTo>
                  <a:lnTo>
                    <a:pt x="25" y="29006"/>
                  </a:lnTo>
                  <a:lnTo>
                    <a:pt x="0" y="29311"/>
                  </a:lnTo>
                  <a:lnTo>
                    <a:pt x="266" y="29184"/>
                  </a:lnTo>
                  <a:lnTo>
                    <a:pt x="444" y="29552"/>
                  </a:lnTo>
                  <a:lnTo>
                    <a:pt x="482" y="29337"/>
                  </a:lnTo>
                  <a:close/>
                </a:path>
                <a:path w="80645" h="38734">
                  <a:moveTo>
                    <a:pt x="990" y="24244"/>
                  </a:moveTo>
                  <a:lnTo>
                    <a:pt x="711" y="24041"/>
                  </a:lnTo>
                  <a:lnTo>
                    <a:pt x="647" y="23850"/>
                  </a:lnTo>
                  <a:lnTo>
                    <a:pt x="584" y="24028"/>
                  </a:lnTo>
                  <a:lnTo>
                    <a:pt x="431" y="24130"/>
                  </a:lnTo>
                  <a:lnTo>
                    <a:pt x="330" y="24295"/>
                  </a:lnTo>
                  <a:lnTo>
                    <a:pt x="673" y="24180"/>
                  </a:lnTo>
                  <a:lnTo>
                    <a:pt x="774" y="24434"/>
                  </a:lnTo>
                  <a:lnTo>
                    <a:pt x="990" y="24244"/>
                  </a:lnTo>
                  <a:close/>
                </a:path>
                <a:path w="80645" h="38734">
                  <a:moveTo>
                    <a:pt x="1409" y="29806"/>
                  </a:moveTo>
                  <a:lnTo>
                    <a:pt x="1117" y="29781"/>
                  </a:lnTo>
                  <a:lnTo>
                    <a:pt x="1003" y="29946"/>
                  </a:lnTo>
                  <a:lnTo>
                    <a:pt x="901" y="30149"/>
                  </a:lnTo>
                  <a:lnTo>
                    <a:pt x="1117" y="30111"/>
                  </a:lnTo>
                  <a:lnTo>
                    <a:pt x="1346" y="30048"/>
                  </a:lnTo>
                  <a:lnTo>
                    <a:pt x="1409" y="29806"/>
                  </a:lnTo>
                  <a:close/>
                </a:path>
                <a:path w="80645" h="38734">
                  <a:moveTo>
                    <a:pt x="1727" y="29146"/>
                  </a:moveTo>
                  <a:lnTo>
                    <a:pt x="1422" y="29184"/>
                  </a:lnTo>
                  <a:lnTo>
                    <a:pt x="1219" y="29324"/>
                  </a:lnTo>
                  <a:lnTo>
                    <a:pt x="1130" y="29591"/>
                  </a:lnTo>
                  <a:lnTo>
                    <a:pt x="1397" y="29718"/>
                  </a:lnTo>
                  <a:lnTo>
                    <a:pt x="1308" y="29400"/>
                  </a:lnTo>
                  <a:lnTo>
                    <a:pt x="1562" y="29502"/>
                  </a:lnTo>
                  <a:lnTo>
                    <a:pt x="1638" y="29349"/>
                  </a:lnTo>
                  <a:lnTo>
                    <a:pt x="1727" y="29146"/>
                  </a:lnTo>
                  <a:close/>
                </a:path>
                <a:path w="80645" h="38734">
                  <a:moveTo>
                    <a:pt x="3416" y="29311"/>
                  </a:moveTo>
                  <a:lnTo>
                    <a:pt x="3048" y="29171"/>
                  </a:lnTo>
                  <a:lnTo>
                    <a:pt x="2997" y="29413"/>
                  </a:lnTo>
                  <a:lnTo>
                    <a:pt x="2832" y="29540"/>
                  </a:lnTo>
                  <a:lnTo>
                    <a:pt x="2984" y="30149"/>
                  </a:lnTo>
                  <a:lnTo>
                    <a:pt x="3175" y="29870"/>
                  </a:lnTo>
                  <a:lnTo>
                    <a:pt x="3136" y="29718"/>
                  </a:lnTo>
                  <a:lnTo>
                    <a:pt x="3263" y="29527"/>
                  </a:lnTo>
                  <a:lnTo>
                    <a:pt x="3416" y="29311"/>
                  </a:lnTo>
                  <a:close/>
                </a:path>
                <a:path w="80645" h="38734">
                  <a:moveTo>
                    <a:pt x="3695" y="20701"/>
                  </a:moveTo>
                  <a:lnTo>
                    <a:pt x="3505" y="20637"/>
                  </a:lnTo>
                  <a:lnTo>
                    <a:pt x="3492" y="20815"/>
                  </a:lnTo>
                  <a:lnTo>
                    <a:pt x="3365" y="20726"/>
                  </a:lnTo>
                  <a:lnTo>
                    <a:pt x="3022" y="20434"/>
                  </a:lnTo>
                  <a:lnTo>
                    <a:pt x="2946" y="20637"/>
                  </a:lnTo>
                  <a:lnTo>
                    <a:pt x="3175" y="20713"/>
                  </a:lnTo>
                  <a:lnTo>
                    <a:pt x="3200" y="20955"/>
                  </a:lnTo>
                  <a:lnTo>
                    <a:pt x="3492" y="20967"/>
                  </a:lnTo>
                  <a:lnTo>
                    <a:pt x="3695" y="20701"/>
                  </a:lnTo>
                  <a:close/>
                </a:path>
                <a:path w="80645" h="38734">
                  <a:moveTo>
                    <a:pt x="3860" y="25946"/>
                  </a:moveTo>
                  <a:lnTo>
                    <a:pt x="3302" y="26289"/>
                  </a:lnTo>
                  <a:lnTo>
                    <a:pt x="3302" y="26479"/>
                  </a:lnTo>
                  <a:lnTo>
                    <a:pt x="3644" y="26898"/>
                  </a:lnTo>
                  <a:lnTo>
                    <a:pt x="3860" y="25946"/>
                  </a:lnTo>
                  <a:close/>
                </a:path>
                <a:path w="80645" h="38734">
                  <a:moveTo>
                    <a:pt x="8699" y="16294"/>
                  </a:moveTo>
                  <a:lnTo>
                    <a:pt x="8382" y="16383"/>
                  </a:lnTo>
                  <a:lnTo>
                    <a:pt x="8305" y="16192"/>
                  </a:lnTo>
                  <a:lnTo>
                    <a:pt x="8128" y="16344"/>
                  </a:lnTo>
                  <a:lnTo>
                    <a:pt x="8496" y="16713"/>
                  </a:lnTo>
                  <a:lnTo>
                    <a:pt x="8305" y="16586"/>
                  </a:lnTo>
                  <a:lnTo>
                    <a:pt x="8648" y="16967"/>
                  </a:lnTo>
                  <a:lnTo>
                    <a:pt x="8636" y="16738"/>
                  </a:lnTo>
                  <a:lnTo>
                    <a:pt x="8572" y="16560"/>
                  </a:lnTo>
                  <a:lnTo>
                    <a:pt x="8509" y="16370"/>
                  </a:lnTo>
                  <a:lnTo>
                    <a:pt x="8699" y="16294"/>
                  </a:lnTo>
                  <a:close/>
                </a:path>
                <a:path w="80645" h="38734">
                  <a:moveTo>
                    <a:pt x="10617" y="19456"/>
                  </a:moveTo>
                  <a:lnTo>
                    <a:pt x="10375" y="19494"/>
                  </a:lnTo>
                  <a:lnTo>
                    <a:pt x="10134" y="19494"/>
                  </a:lnTo>
                  <a:lnTo>
                    <a:pt x="10109" y="19799"/>
                  </a:lnTo>
                  <a:lnTo>
                    <a:pt x="10375" y="19799"/>
                  </a:lnTo>
                  <a:lnTo>
                    <a:pt x="10464" y="19621"/>
                  </a:lnTo>
                  <a:lnTo>
                    <a:pt x="10617" y="19456"/>
                  </a:lnTo>
                  <a:close/>
                </a:path>
                <a:path w="80645" h="38734">
                  <a:moveTo>
                    <a:pt x="10909" y="16205"/>
                  </a:moveTo>
                  <a:lnTo>
                    <a:pt x="10795" y="15976"/>
                  </a:lnTo>
                  <a:lnTo>
                    <a:pt x="10515" y="15951"/>
                  </a:lnTo>
                  <a:lnTo>
                    <a:pt x="10439" y="16154"/>
                  </a:lnTo>
                  <a:lnTo>
                    <a:pt x="10617" y="16598"/>
                  </a:lnTo>
                  <a:lnTo>
                    <a:pt x="10756" y="16357"/>
                  </a:lnTo>
                  <a:lnTo>
                    <a:pt x="10528" y="16319"/>
                  </a:lnTo>
                  <a:lnTo>
                    <a:pt x="10909" y="16205"/>
                  </a:lnTo>
                  <a:close/>
                </a:path>
                <a:path w="80645" h="38734">
                  <a:moveTo>
                    <a:pt x="11468" y="14566"/>
                  </a:moveTo>
                  <a:lnTo>
                    <a:pt x="11049" y="14363"/>
                  </a:lnTo>
                  <a:lnTo>
                    <a:pt x="10934" y="14541"/>
                  </a:lnTo>
                  <a:lnTo>
                    <a:pt x="10668" y="14427"/>
                  </a:lnTo>
                  <a:lnTo>
                    <a:pt x="10617" y="14668"/>
                  </a:lnTo>
                  <a:lnTo>
                    <a:pt x="10464" y="14706"/>
                  </a:lnTo>
                  <a:lnTo>
                    <a:pt x="10718" y="14808"/>
                  </a:lnTo>
                  <a:lnTo>
                    <a:pt x="10820" y="14630"/>
                  </a:lnTo>
                  <a:lnTo>
                    <a:pt x="11468" y="14566"/>
                  </a:lnTo>
                  <a:close/>
                </a:path>
                <a:path w="80645" h="38734">
                  <a:moveTo>
                    <a:pt x="13944" y="22225"/>
                  </a:moveTo>
                  <a:lnTo>
                    <a:pt x="13500" y="22123"/>
                  </a:lnTo>
                  <a:lnTo>
                    <a:pt x="13474" y="22415"/>
                  </a:lnTo>
                  <a:lnTo>
                    <a:pt x="13271" y="22479"/>
                  </a:lnTo>
                  <a:lnTo>
                    <a:pt x="13169" y="22669"/>
                  </a:lnTo>
                  <a:lnTo>
                    <a:pt x="13423" y="22720"/>
                  </a:lnTo>
                  <a:lnTo>
                    <a:pt x="13944" y="22225"/>
                  </a:lnTo>
                  <a:close/>
                </a:path>
                <a:path w="80645" h="38734">
                  <a:moveTo>
                    <a:pt x="15405" y="19850"/>
                  </a:moveTo>
                  <a:lnTo>
                    <a:pt x="15252" y="19456"/>
                  </a:lnTo>
                  <a:lnTo>
                    <a:pt x="14668" y="19481"/>
                  </a:lnTo>
                  <a:lnTo>
                    <a:pt x="14325" y="19316"/>
                  </a:lnTo>
                  <a:lnTo>
                    <a:pt x="14071" y="19837"/>
                  </a:lnTo>
                  <a:lnTo>
                    <a:pt x="14732" y="19634"/>
                  </a:lnTo>
                  <a:lnTo>
                    <a:pt x="14160" y="20053"/>
                  </a:lnTo>
                  <a:lnTo>
                    <a:pt x="14325" y="20256"/>
                  </a:lnTo>
                  <a:lnTo>
                    <a:pt x="14554" y="20066"/>
                  </a:lnTo>
                  <a:lnTo>
                    <a:pt x="14681" y="19723"/>
                  </a:lnTo>
                  <a:lnTo>
                    <a:pt x="14947" y="19634"/>
                  </a:lnTo>
                  <a:lnTo>
                    <a:pt x="14909" y="20002"/>
                  </a:lnTo>
                  <a:lnTo>
                    <a:pt x="15189" y="19850"/>
                  </a:lnTo>
                  <a:lnTo>
                    <a:pt x="15405" y="19850"/>
                  </a:lnTo>
                  <a:close/>
                </a:path>
                <a:path w="80645" h="38734">
                  <a:moveTo>
                    <a:pt x="16052" y="18935"/>
                  </a:moveTo>
                  <a:lnTo>
                    <a:pt x="15836" y="18846"/>
                  </a:lnTo>
                  <a:lnTo>
                    <a:pt x="15875" y="18554"/>
                  </a:lnTo>
                  <a:lnTo>
                    <a:pt x="15608" y="18516"/>
                  </a:lnTo>
                  <a:lnTo>
                    <a:pt x="15582" y="18745"/>
                  </a:lnTo>
                  <a:lnTo>
                    <a:pt x="15900" y="19164"/>
                  </a:lnTo>
                  <a:lnTo>
                    <a:pt x="16052" y="18935"/>
                  </a:lnTo>
                  <a:close/>
                </a:path>
                <a:path w="80645" h="38734">
                  <a:moveTo>
                    <a:pt x="16332" y="21005"/>
                  </a:moveTo>
                  <a:lnTo>
                    <a:pt x="15963" y="20967"/>
                  </a:lnTo>
                  <a:lnTo>
                    <a:pt x="15887" y="21196"/>
                  </a:lnTo>
                  <a:lnTo>
                    <a:pt x="15862" y="21475"/>
                  </a:lnTo>
                  <a:lnTo>
                    <a:pt x="15709" y="21818"/>
                  </a:lnTo>
                  <a:lnTo>
                    <a:pt x="16078" y="21755"/>
                  </a:lnTo>
                  <a:lnTo>
                    <a:pt x="16154" y="21297"/>
                  </a:lnTo>
                  <a:lnTo>
                    <a:pt x="16332" y="21005"/>
                  </a:lnTo>
                  <a:close/>
                </a:path>
                <a:path w="80645" h="38734">
                  <a:moveTo>
                    <a:pt x="17056" y="20574"/>
                  </a:moveTo>
                  <a:lnTo>
                    <a:pt x="16827" y="20535"/>
                  </a:lnTo>
                  <a:lnTo>
                    <a:pt x="16764" y="20713"/>
                  </a:lnTo>
                  <a:lnTo>
                    <a:pt x="16573" y="20739"/>
                  </a:lnTo>
                  <a:lnTo>
                    <a:pt x="16611" y="21094"/>
                  </a:lnTo>
                  <a:lnTo>
                    <a:pt x="16878" y="21628"/>
                  </a:lnTo>
                  <a:lnTo>
                    <a:pt x="16992" y="21120"/>
                  </a:lnTo>
                  <a:lnTo>
                    <a:pt x="16764" y="20764"/>
                  </a:lnTo>
                  <a:lnTo>
                    <a:pt x="17056" y="20574"/>
                  </a:lnTo>
                  <a:close/>
                </a:path>
                <a:path w="80645" h="38734">
                  <a:moveTo>
                    <a:pt x="17373" y="30759"/>
                  </a:moveTo>
                  <a:lnTo>
                    <a:pt x="17119" y="30759"/>
                  </a:lnTo>
                  <a:lnTo>
                    <a:pt x="17068" y="30988"/>
                  </a:lnTo>
                  <a:lnTo>
                    <a:pt x="17043" y="31242"/>
                  </a:lnTo>
                  <a:lnTo>
                    <a:pt x="17373" y="31165"/>
                  </a:lnTo>
                  <a:lnTo>
                    <a:pt x="17348" y="30975"/>
                  </a:lnTo>
                  <a:lnTo>
                    <a:pt x="17373" y="30759"/>
                  </a:lnTo>
                  <a:close/>
                </a:path>
                <a:path w="80645" h="38734">
                  <a:moveTo>
                    <a:pt x="18275" y="16243"/>
                  </a:moveTo>
                  <a:lnTo>
                    <a:pt x="18186" y="16116"/>
                  </a:lnTo>
                  <a:lnTo>
                    <a:pt x="17805" y="16090"/>
                  </a:lnTo>
                  <a:lnTo>
                    <a:pt x="17741" y="16294"/>
                  </a:lnTo>
                  <a:lnTo>
                    <a:pt x="17932" y="16294"/>
                  </a:lnTo>
                  <a:lnTo>
                    <a:pt x="17868" y="16586"/>
                  </a:lnTo>
                  <a:lnTo>
                    <a:pt x="18224" y="16725"/>
                  </a:lnTo>
                  <a:lnTo>
                    <a:pt x="18275" y="16243"/>
                  </a:lnTo>
                  <a:close/>
                </a:path>
                <a:path w="80645" h="38734">
                  <a:moveTo>
                    <a:pt x="18338" y="17919"/>
                  </a:moveTo>
                  <a:lnTo>
                    <a:pt x="18148" y="17767"/>
                  </a:lnTo>
                  <a:lnTo>
                    <a:pt x="18034" y="18021"/>
                  </a:lnTo>
                  <a:lnTo>
                    <a:pt x="17957" y="17526"/>
                  </a:lnTo>
                  <a:lnTo>
                    <a:pt x="17780" y="17551"/>
                  </a:lnTo>
                  <a:lnTo>
                    <a:pt x="17805" y="17894"/>
                  </a:lnTo>
                  <a:lnTo>
                    <a:pt x="17792" y="18262"/>
                  </a:lnTo>
                  <a:lnTo>
                    <a:pt x="18199" y="18262"/>
                  </a:lnTo>
                  <a:lnTo>
                    <a:pt x="18072" y="17983"/>
                  </a:lnTo>
                  <a:lnTo>
                    <a:pt x="18338" y="17919"/>
                  </a:lnTo>
                  <a:close/>
                </a:path>
                <a:path w="80645" h="38734">
                  <a:moveTo>
                    <a:pt x="18453" y="23977"/>
                  </a:moveTo>
                  <a:lnTo>
                    <a:pt x="18440" y="23761"/>
                  </a:lnTo>
                  <a:lnTo>
                    <a:pt x="18351" y="23634"/>
                  </a:lnTo>
                  <a:lnTo>
                    <a:pt x="18415" y="23304"/>
                  </a:lnTo>
                  <a:lnTo>
                    <a:pt x="18275" y="23279"/>
                  </a:lnTo>
                  <a:lnTo>
                    <a:pt x="18008" y="22910"/>
                  </a:lnTo>
                  <a:lnTo>
                    <a:pt x="17868" y="23164"/>
                  </a:lnTo>
                  <a:lnTo>
                    <a:pt x="18211" y="23304"/>
                  </a:lnTo>
                  <a:lnTo>
                    <a:pt x="18211" y="23761"/>
                  </a:lnTo>
                  <a:lnTo>
                    <a:pt x="18453" y="23977"/>
                  </a:lnTo>
                  <a:close/>
                </a:path>
                <a:path w="80645" h="38734">
                  <a:moveTo>
                    <a:pt x="18821" y="20828"/>
                  </a:moveTo>
                  <a:lnTo>
                    <a:pt x="18275" y="20789"/>
                  </a:lnTo>
                  <a:lnTo>
                    <a:pt x="18389" y="21005"/>
                  </a:lnTo>
                  <a:lnTo>
                    <a:pt x="18389" y="21475"/>
                  </a:lnTo>
                  <a:lnTo>
                    <a:pt x="18694" y="21437"/>
                  </a:lnTo>
                  <a:lnTo>
                    <a:pt x="18821" y="20828"/>
                  </a:lnTo>
                  <a:close/>
                </a:path>
                <a:path w="80645" h="38734">
                  <a:moveTo>
                    <a:pt x="19608" y="33299"/>
                  </a:moveTo>
                  <a:lnTo>
                    <a:pt x="19570" y="32905"/>
                  </a:lnTo>
                  <a:lnTo>
                    <a:pt x="19215" y="32867"/>
                  </a:lnTo>
                  <a:lnTo>
                    <a:pt x="19189" y="33159"/>
                  </a:lnTo>
                  <a:lnTo>
                    <a:pt x="19062" y="33108"/>
                  </a:lnTo>
                  <a:lnTo>
                    <a:pt x="18986" y="33248"/>
                  </a:lnTo>
                  <a:lnTo>
                    <a:pt x="19316" y="33274"/>
                  </a:lnTo>
                  <a:lnTo>
                    <a:pt x="19608" y="33299"/>
                  </a:lnTo>
                  <a:close/>
                </a:path>
                <a:path w="80645" h="38734">
                  <a:moveTo>
                    <a:pt x="19799" y="20523"/>
                  </a:moveTo>
                  <a:lnTo>
                    <a:pt x="19773" y="20218"/>
                  </a:lnTo>
                  <a:lnTo>
                    <a:pt x="19634" y="20002"/>
                  </a:lnTo>
                  <a:lnTo>
                    <a:pt x="19278" y="19989"/>
                  </a:lnTo>
                  <a:lnTo>
                    <a:pt x="19316" y="20294"/>
                  </a:lnTo>
                  <a:lnTo>
                    <a:pt x="19469" y="20485"/>
                  </a:lnTo>
                  <a:lnTo>
                    <a:pt x="19583" y="20701"/>
                  </a:lnTo>
                  <a:lnTo>
                    <a:pt x="19799" y="20523"/>
                  </a:lnTo>
                  <a:close/>
                </a:path>
                <a:path w="80645" h="38734">
                  <a:moveTo>
                    <a:pt x="19900" y="22618"/>
                  </a:moveTo>
                  <a:lnTo>
                    <a:pt x="19519" y="22618"/>
                  </a:lnTo>
                  <a:lnTo>
                    <a:pt x="19621" y="22872"/>
                  </a:lnTo>
                  <a:lnTo>
                    <a:pt x="19545" y="23253"/>
                  </a:lnTo>
                  <a:lnTo>
                    <a:pt x="19837" y="23342"/>
                  </a:lnTo>
                  <a:lnTo>
                    <a:pt x="19723" y="23114"/>
                  </a:lnTo>
                  <a:lnTo>
                    <a:pt x="19900" y="22618"/>
                  </a:lnTo>
                  <a:close/>
                </a:path>
                <a:path w="80645" h="38734">
                  <a:moveTo>
                    <a:pt x="21501" y="5067"/>
                  </a:moveTo>
                  <a:lnTo>
                    <a:pt x="21285" y="5130"/>
                  </a:lnTo>
                  <a:lnTo>
                    <a:pt x="20866" y="5486"/>
                  </a:lnTo>
                  <a:lnTo>
                    <a:pt x="20980" y="5613"/>
                  </a:lnTo>
                  <a:lnTo>
                    <a:pt x="21107" y="5549"/>
                  </a:lnTo>
                  <a:lnTo>
                    <a:pt x="21272" y="5448"/>
                  </a:lnTo>
                  <a:lnTo>
                    <a:pt x="21501" y="5067"/>
                  </a:lnTo>
                  <a:close/>
                </a:path>
                <a:path w="80645" h="38734">
                  <a:moveTo>
                    <a:pt x="25806" y="5638"/>
                  </a:moveTo>
                  <a:lnTo>
                    <a:pt x="25590" y="5600"/>
                  </a:lnTo>
                  <a:lnTo>
                    <a:pt x="25628" y="5359"/>
                  </a:lnTo>
                  <a:lnTo>
                    <a:pt x="25438" y="5308"/>
                  </a:lnTo>
                  <a:lnTo>
                    <a:pt x="25476" y="5461"/>
                  </a:lnTo>
                  <a:lnTo>
                    <a:pt x="25069" y="5499"/>
                  </a:lnTo>
                  <a:lnTo>
                    <a:pt x="25323" y="5600"/>
                  </a:lnTo>
                  <a:lnTo>
                    <a:pt x="25374" y="6019"/>
                  </a:lnTo>
                  <a:lnTo>
                    <a:pt x="25438" y="5842"/>
                  </a:lnTo>
                  <a:lnTo>
                    <a:pt x="25590" y="5626"/>
                  </a:lnTo>
                  <a:lnTo>
                    <a:pt x="25679" y="6007"/>
                  </a:lnTo>
                  <a:lnTo>
                    <a:pt x="25806" y="5638"/>
                  </a:lnTo>
                  <a:close/>
                </a:path>
                <a:path w="80645" h="38734">
                  <a:moveTo>
                    <a:pt x="35140" y="1587"/>
                  </a:moveTo>
                  <a:lnTo>
                    <a:pt x="34988" y="1193"/>
                  </a:lnTo>
                  <a:lnTo>
                    <a:pt x="34772" y="1143"/>
                  </a:lnTo>
                  <a:lnTo>
                    <a:pt x="34620" y="1193"/>
                  </a:lnTo>
                  <a:lnTo>
                    <a:pt x="34594" y="1358"/>
                  </a:lnTo>
                  <a:lnTo>
                    <a:pt x="34937" y="1231"/>
                  </a:lnTo>
                  <a:lnTo>
                    <a:pt x="34963" y="1854"/>
                  </a:lnTo>
                  <a:lnTo>
                    <a:pt x="35140" y="1587"/>
                  </a:lnTo>
                  <a:close/>
                </a:path>
                <a:path w="80645" h="38734">
                  <a:moveTo>
                    <a:pt x="41363" y="24015"/>
                  </a:moveTo>
                  <a:lnTo>
                    <a:pt x="40995" y="23977"/>
                  </a:lnTo>
                  <a:lnTo>
                    <a:pt x="40995" y="24434"/>
                  </a:lnTo>
                  <a:lnTo>
                    <a:pt x="41224" y="24574"/>
                  </a:lnTo>
                  <a:lnTo>
                    <a:pt x="41173" y="24269"/>
                  </a:lnTo>
                  <a:lnTo>
                    <a:pt x="41351" y="24231"/>
                  </a:lnTo>
                  <a:lnTo>
                    <a:pt x="41363" y="24015"/>
                  </a:lnTo>
                  <a:close/>
                </a:path>
                <a:path w="80645" h="38734">
                  <a:moveTo>
                    <a:pt x="42100" y="18529"/>
                  </a:moveTo>
                  <a:lnTo>
                    <a:pt x="42049" y="18249"/>
                  </a:lnTo>
                  <a:lnTo>
                    <a:pt x="41770" y="18148"/>
                  </a:lnTo>
                  <a:lnTo>
                    <a:pt x="41846" y="18503"/>
                  </a:lnTo>
                  <a:lnTo>
                    <a:pt x="41656" y="18567"/>
                  </a:lnTo>
                  <a:lnTo>
                    <a:pt x="41910" y="18719"/>
                  </a:lnTo>
                  <a:lnTo>
                    <a:pt x="41884" y="18491"/>
                  </a:lnTo>
                  <a:lnTo>
                    <a:pt x="42100" y="18529"/>
                  </a:lnTo>
                  <a:close/>
                </a:path>
                <a:path w="80645" h="38734">
                  <a:moveTo>
                    <a:pt x="42341" y="27533"/>
                  </a:moveTo>
                  <a:lnTo>
                    <a:pt x="41402" y="27825"/>
                  </a:lnTo>
                  <a:lnTo>
                    <a:pt x="41605" y="27901"/>
                  </a:lnTo>
                  <a:lnTo>
                    <a:pt x="41897" y="27851"/>
                  </a:lnTo>
                  <a:lnTo>
                    <a:pt x="41948" y="28041"/>
                  </a:lnTo>
                  <a:lnTo>
                    <a:pt x="42151" y="28041"/>
                  </a:lnTo>
                  <a:lnTo>
                    <a:pt x="42341" y="27533"/>
                  </a:lnTo>
                  <a:close/>
                </a:path>
                <a:path w="80645" h="38734">
                  <a:moveTo>
                    <a:pt x="42494" y="22847"/>
                  </a:moveTo>
                  <a:lnTo>
                    <a:pt x="42125" y="22834"/>
                  </a:lnTo>
                  <a:lnTo>
                    <a:pt x="42176" y="22999"/>
                  </a:lnTo>
                  <a:lnTo>
                    <a:pt x="41821" y="23190"/>
                  </a:lnTo>
                  <a:lnTo>
                    <a:pt x="42087" y="23304"/>
                  </a:lnTo>
                  <a:lnTo>
                    <a:pt x="42176" y="23075"/>
                  </a:lnTo>
                  <a:lnTo>
                    <a:pt x="42418" y="23063"/>
                  </a:lnTo>
                  <a:lnTo>
                    <a:pt x="42494" y="22847"/>
                  </a:lnTo>
                  <a:close/>
                </a:path>
                <a:path w="80645" h="38734">
                  <a:moveTo>
                    <a:pt x="42976" y="28498"/>
                  </a:moveTo>
                  <a:lnTo>
                    <a:pt x="42799" y="28562"/>
                  </a:lnTo>
                  <a:lnTo>
                    <a:pt x="42608" y="28194"/>
                  </a:lnTo>
                  <a:lnTo>
                    <a:pt x="42494" y="28460"/>
                  </a:lnTo>
                  <a:lnTo>
                    <a:pt x="42748" y="28524"/>
                  </a:lnTo>
                  <a:lnTo>
                    <a:pt x="42672" y="28892"/>
                  </a:lnTo>
                  <a:lnTo>
                    <a:pt x="42926" y="28981"/>
                  </a:lnTo>
                  <a:lnTo>
                    <a:pt x="42976" y="28498"/>
                  </a:lnTo>
                  <a:close/>
                </a:path>
                <a:path w="80645" h="38734">
                  <a:moveTo>
                    <a:pt x="43484" y="406"/>
                  </a:moveTo>
                  <a:lnTo>
                    <a:pt x="43434" y="254"/>
                  </a:lnTo>
                  <a:lnTo>
                    <a:pt x="43307" y="139"/>
                  </a:lnTo>
                  <a:lnTo>
                    <a:pt x="43027" y="304"/>
                  </a:lnTo>
                  <a:lnTo>
                    <a:pt x="43154" y="495"/>
                  </a:lnTo>
                  <a:lnTo>
                    <a:pt x="43357" y="393"/>
                  </a:lnTo>
                  <a:lnTo>
                    <a:pt x="43459" y="647"/>
                  </a:lnTo>
                  <a:lnTo>
                    <a:pt x="43484" y="406"/>
                  </a:lnTo>
                  <a:close/>
                </a:path>
                <a:path w="80645" h="38734">
                  <a:moveTo>
                    <a:pt x="43865" y="18910"/>
                  </a:moveTo>
                  <a:lnTo>
                    <a:pt x="43497" y="18961"/>
                  </a:lnTo>
                  <a:lnTo>
                    <a:pt x="43472" y="19253"/>
                  </a:lnTo>
                  <a:lnTo>
                    <a:pt x="43459" y="19545"/>
                  </a:lnTo>
                  <a:lnTo>
                    <a:pt x="43637" y="19646"/>
                  </a:lnTo>
                  <a:lnTo>
                    <a:pt x="43573" y="19418"/>
                  </a:lnTo>
                  <a:lnTo>
                    <a:pt x="43865" y="18910"/>
                  </a:lnTo>
                  <a:close/>
                </a:path>
                <a:path w="80645" h="38734">
                  <a:moveTo>
                    <a:pt x="44069" y="22301"/>
                  </a:moveTo>
                  <a:lnTo>
                    <a:pt x="43916" y="21894"/>
                  </a:lnTo>
                  <a:lnTo>
                    <a:pt x="43726" y="21983"/>
                  </a:lnTo>
                  <a:lnTo>
                    <a:pt x="43700" y="22275"/>
                  </a:lnTo>
                  <a:lnTo>
                    <a:pt x="43954" y="22301"/>
                  </a:lnTo>
                  <a:lnTo>
                    <a:pt x="43903" y="22136"/>
                  </a:lnTo>
                  <a:lnTo>
                    <a:pt x="44069" y="22301"/>
                  </a:lnTo>
                  <a:close/>
                </a:path>
                <a:path w="80645" h="38734">
                  <a:moveTo>
                    <a:pt x="47472" y="457"/>
                  </a:moveTo>
                  <a:lnTo>
                    <a:pt x="47205" y="0"/>
                  </a:lnTo>
                  <a:lnTo>
                    <a:pt x="47066" y="279"/>
                  </a:lnTo>
                  <a:lnTo>
                    <a:pt x="47040" y="635"/>
                  </a:lnTo>
                  <a:lnTo>
                    <a:pt x="47117" y="863"/>
                  </a:lnTo>
                  <a:lnTo>
                    <a:pt x="47320" y="965"/>
                  </a:lnTo>
                  <a:lnTo>
                    <a:pt x="47155" y="165"/>
                  </a:lnTo>
                  <a:lnTo>
                    <a:pt x="47472" y="457"/>
                  </a:lnTo>
                  <a:close/>
                </a:path>
                <a:path w="80645" h="38734">
                  <a:moveTo>
                    <a:pt x="48336" y="18427"/>
                  </a:moveTo>
                  <a:lnTo>
                    <a:pt x="48107" y="18288"/>
                  </a:lnTo>
                  <a:lnTo>
                    <a:pt x="48044" y="18427"/>
                  </a:lnTo>
                  <a:lnTo>
                    <a:pt x="47713" y="18770"/>
                  </a:lnTo>
                  <a:lnTo>
                    <a:pt x="47955" y="18961"/>
                  </a:lnTo>
                  <a:lnTo>
                    <a:pt x="47929" y="18694"/>
                  </a:lnTo>
                  <a:lnTo>
                    <a:pt x="48336" y="18427"/>
                  </a:lnTo>
                  <a:close/>
                </a:path>
                <a:path w="80645" h="38734">
                  <a:moveTo>
                    <a:pt x="50901" y="25298"/>
                  </a:moveTo>
                  <a:lnTo>
                    <a:pt x="50622" y="25273"/>
                  </a:lnTo>
                  <a:lnTo>
                    <a:pt x="50723" y="25590"/>
                  </a:lnTo>
                  <a:lnTo>
                    <a:pt x="50469" y="25501"/>
                  </a:lnTo>
                  <a:lnTo>
                    <a:pt x="50406" y="25641"/>
                  </a:lnTo>
                  <a:lnTo>
                    <a:pt x="50723" y="25692"/>
                  </a:lnTo>
                  <a:lnTo>
                    <a:pt x="50888" y="25552"/>
                  </a:lnTo>
                  <a:lnTo>
                    <a:pt x="50901" y="25298"/>
                  </a:lnTo>
                  <a:close/>
                </a:path>
                <a:path w="80645" h="38734">
                  <a:moveTo>
                    <a:pt x="52298" y="2362"/>
                  </a:moveTo>
                  <a:lnTo>
                    <a:pt x="52158" y="1841"/>
                  </a:lnTo>
                  <a:lnTo>
                    <a:pt x="51943" y="2146"/>
                  </a:lnTo>
                  <a:lnTo>
                    <a:pt x="52146" y="2349"/>
                  </a:lnTo>
                  <a:lnTo>
                    <a:pt x="51828" y="2324"/>
                  </a:lnTo>
                  <a:lnTo>
                    <a:pt x="51816" y="2717"/>
                  </a:lnTo>
                  <a:lnTo>
                    <a:pt x="52095" y="2743"/>
                  </a:lnTo>
                  <a:lnTo>
                    <a:pt x="52108" y="2540"/>
                  </a:lnTo>
                  <a:lnTo>
                    <a:pt x="52298" y="2362"/>
                  </a:lnTo>
                  <a:close/>
                </a:path>
                <a:path w="80645" h="38734">
                  <a:moveTo>
                    <a:pt x="54610" y="28613"/>
                  </a:moveTo>
                  <a:lnTo>
                    <a:pt x="54432" y="28511"/>
                  </a:lnTo>
                  <a:lnTo>
                    <a:pt x="54279" y="28435"/>
                  </a:lnTo>
                  <a:lnTo>
                    <a:pt x="54063" y="28371"/>
                  </a:lnTo>
                  <a:lnTo>
                    <a:pt x="54000" y="28613"/>
                  </a:lnTo>
                  <a:lnTo>
                    <a:pt x="54508" y="28803"/>
                  </a:lnTo>
                  <a:lnTo>
                    <a:pt x="54610" y="28613"/>
                  </a:lnTo>
                  <a:close/>
                </a:path>
                <a:path w="80645" h="38734">
                  <a:moveTo>
                    <a:pt x="55105" y="31965"/>
                  </a:moveTo>
                  <a:lnTo>
                    <a:pt x="54851" y="31927"/>
                  </a:lnTo>
                  <a:lnTo>
                    <a:pt x="54889" y="32105"/>
                  </a:lnTo>
                  <a:lnTo>
                    <a:pt x="54724" y="31927"/>
                  </a:lnTo>
                  <a:lnTo>
                    <a:pt x="54851" y="32181"/>
                  </a:lnTo>
                  <a:lnTo>
                    <a:pt x="54571" y="32245"/>
                  </a:lnTo>
                  <a:lnTo>
                    <a:pt x="54762" y="32423"/>
                  </a:lnTo>
                  <a:lnTo>
                    <a:pt x="54864" y="32245"/>
                  </a:lnTo>
                  <a:lnTo>
                    <a:pt x="55016" y="32143"/>
                  </a:lnTo>
                  <a:lnTo>
                    <a:pt x="55105" y="31965"/>
                  </a:lnTo>
                  <a:close/>
                </a:path>
                <a:path w="80645" h="38734">
                  <a:moveTo>
                    <a:pt x="55130" y="1536"/>
                  </a:moveTo>
                  <a:lnTo>
                    <a:pt x="54775" y="1600"/>
                  </a:lnTo>
                  <a:lnTo>
                    <a:pt x="54825" y="1955"/>
                  </a:lnTo>
                  <a:lnTo>
                    <a:pt x="55003" y="1905"/>
                  </a:lnTo>
                  <a:lnTo>
                    <a:pt x="54889" y="2108"/>
                  </a:lnTo>
                  <a:lnTo>
                    <a:pt x="54533" y="1943"/>
                  </a:lnTo>
                  <a:lnTo>
                    <a:pt x="54800" y="2273"/>
                  </a:lnTo>
                  <a:lnTo>
                    <a:pt x="55067" y="2209"/>
                  </a:lnTo>
                  <a:lnTo>
                    <a:pt x="55092" y="1981"/>
                  </a:lnTo>
                  <a:lnTo>
                    <a:pt x="55105" y="1765"/>
                  </a:lnTo>
                  <a:lnTo>
                    <a:pt x="55130" y="1536"/>
                  </a:lnTo>
                  <a:close/>
                </a:path>
                <a:path w="80645" h="38734">
                  <a:moveTo>
                    <a:pt x="55727" y="30568"/>
                  </a:moveTo>
                  <a:lnTo>
                    <a:pt x="55486" y="30543"/>
                  </a:lnTo>
                  <a:lnTo>
                    <a:pt x="55524" y="30746"/>
                  </a:lnTo>
                  <a:lnTo>
                    <a:pt x="55270" y="31203"/>
                  </a:lnTo>
                  <a:lnTo>
                    <a:pt x="55626" y="31140"/>
                  </a:lnTo>
                  <a:lnTo>
                    <a:pt x="55664" y="30873"/>
                  </a:lnTo>
                  <a:lnTo>
                    <a:pt x="55727" y="30568"/>
                  </a:lnTo>
                  <a:close/>
                </a:path>
                <a:path w="80645" h="38734">
                  <a:moveTo>
                    <a:pt x="56413" y="30607"/>
                  </a:moveTo>
                  <a:lnTo>
                    <a:pt x="56172" y="30391"/>
                  </a:lnTo>
                  <a:lnTo>
                    <a:pt x="55981" y="30467"/>
                  </a:lnTo>
                  <a:lnTo>
                    <a:pt x="55981" y="30772"/>
                  </a:lnTo>
                  <a:lnTo>
                    <a:pt x="55664" y="31051"/>
                  </a:lnTo>
                  <a:lnTo>
                    <a:pt x="56019" y="31165"/>
                  </a:lnTo>
                  <a:lnTo>
                    <a:pt x="56070" y="30975"/>
                  </a:lnTo>
                  <a:lnTo>
                    <a:pt x="56413" y="30607"/>
                  </a:lnTo>
                  <a:close/>
                </a:path>
                <a:path w="80645" h="38734">
                  <a:moveTo>
                    <a:pt x="58851" y="20942"/>
                  </a:moveTo>
                  <a:lnTo>
                    <a:pt x="58674" y="20916"/>
                  </a:lnTo>
                  <a:lnTo>
                    <a:pt x="58153" y="21056"/>
                  </a:lnTo>
                  <a:lnTo>
                    <a:pt x="58445" y="21285"/>
                  </a:lnTo>
                  <a:lnTo>
                    <a:pt x="58559" y="21132"/>
                  </a:lnTo>
                  <a:lnTo>
                    <a:pt x="58813" y="21145"/>
                  </a:lnTo>
                  <a:lnTo>
                    <a:pt x="58851" y="20942"/>
                  </a:lnTo>
                  <a:close/>
                </a:path>
                <a:path w="80645" h="38734">
                  <a:moveTo>
                    <a:pt x="59397" y="21272"/>
                  </a:moveTo>
                  <a:lnTo>
                    <a:pt x="59029" y="21247"/>
                  </a:lnTo>
                  <a:lnTo>
                    <a:pt x="59029" y="21424"/>
                  </a:lnTo>
                  <a:lnTo>
                    <a:pt x="59194" y="21907"/>
                  </a:lnTo>
                  <a:lnTo>
                    <a:pt x="59372" y="21653"/>
                  </a:lnTo>
                  <a:lnTo>
                    <a:pt x="59143" y="21628"/>
                  </a:lnTo>
                  <a:lnTo>
                    <a:pt x="59372" y="21323"/>
                  </a:lnTo>
                  <a:close/>
                </a:path>
                <a:path w="80645" h="38734">
                  <a:moveTo>
                    <a:pt x="59817" y="5346"/>
                  </a:moveTo>
                  <a:lnTo>
                    <a:pt x="59651" y="5130"/>
                  </a:lnTo>
                  <a:lnTo>
                    <a:pt x="59728" y="4203"/>
                  </a:lnTo>
                  <a:lnTo>
                    <a:pt x="59423" y="4419"/>
                  </a:lnTo>
                  <a:lnTo>
                    <a:pt x="59613" y="4419"/>
                  </a:lnTo>
                  <a:lnTo>
                    <a:pt x="59423" y="4762"/>
                  </a:lnTo>
                  <a:lnTo>
                    <a:pt x="59486" y="4902"/>
                  </a:lnTo>
                  <a:lnTo>
                    <a:pt x="59194" y="4800"/>
                  </a:lnTo>
                  <a:lnTo>
                    <a:pt x="59359" y="5194"/>
                  </a:lnTo>
                  <a:lnTo>
                    <a:pt x="59550" y="5130"/>
                  </a:lnTo>
                  <a:lnTo>
                    <a:pt x="59715" y="5321"/>
                  </a:lnTo>
                  <a:lnTo>
                    <a:pt x="59461" y="5562"/>
                  </a:lnTo>
                  <a:lnTo>
                    <a:pt x="59613" y="5600"/>
                  </a:lnTo>
                  <a:lnTo>
                    <a:pt x="59817" y="5397"/>
                  </a:lnTo>
                  <a:close/>
                </a:path>
                <a:path w="80645" h="38734">
                  <a:moveTo>
                    <a:pt x="61125" y="22161"/>
                  </a:moveTo>
                  <a:lnTo>
                    <a:pt x="60731" y="21767"/>
                  </a:lnTo>
                  <a:lnTo>
                    <a:pt x="60998" y="21424"/>
                  </a:lnTo>
                  <a:lnTo>
                    <a:pt x="60210" y="21285"/>
                  </a:lnTo>
                  <a:lnTo>
                    <a:pt x="60617" y="22225"/>
                  </a:lnTo>
                  <a:lnTo>
                    <a:pt x="60934" y="22377"/>
                  </a:lnTo>
                  <a:lnTo>
                    <a:pt x="61125" y="22161"/>
                  </a:lnTo>
                  <a:close/>
                </a:path>
                <a:path w="80645" h="38734">
                  <a:moveTo>
                    <a:pt x="63855" y="20281"/>
                  </a:moveTo>
                  <a:lnTo>
                    <a:pt x="63563" y="20180"/>
                  </a:lnTo>
                  <a:lnTo>
                    <a:pt x="63296" y="20154"/>
                  </a:lnTo>
                  <a:lnTo>
                    <a:pt x="63258" y="20434"/>
                  </a:lnTo>
                  <a:lnTo>
                    <a:pt x="63538" y="20561"/>
                  </a:lnTo>
                  <a:lnTo>
                    <a:pt x="63449" y="20383"/>
                  </a:lnTo>
                  <a:lnTo>
                    <a:pt x="63855" y="20281"/>
                  </a:lnTo>
                  <a:close/>
                </a:path>
                <a:path w="80645" h="38734">
                  <a:moveTo>
                    <a:pt x="65989" y="13093"/>
                  </a:moveTo>
                  <a:lnTo>
                    <a:pt x="65976" y="12827"/>
                  </a:lnTo>
                  <a:lnTo>
                    <a:pt x="65786" y="12547"/>
                  </a:lnTo>
                  <a:lnTo>
                    <a:pt x="65544" y="12153"/>
                  </a:lnTo>
                  <a:lnTo>
                    <a:pt x="64973" y="11760"/>
                  </a:lnTo>
                  <a:lnTo>
                    <a:pt x="64897" y="12077"/>
                  </a:lnTo>
                  <a:lnTo>
                    <a:pt x="65214" y="12204"/>
                  </a:lnTo>
                  <a:lnTo>
                    <a:pt x="65570" y="12280"/>
                  </a:lnTo>
                  <a:lnTo>
                    <a:pt x="65595" y="12611"/>
                  </a:lnTo>
                  <a:lnTo>
                    <a:pt x="65290" y="12560"/>
                  </a:lnTo>
                  <a:lnTo>
                    <a:pt x="65290" y="12242"/>
                  </a:lnTo>
                  <a:lnTo>
                    <a:pt x="64998" y="12179"/>
                  </a:lnTo>
                  <a:lnTo>
                    <a:pt x="65151" y="12585"/>
                  </a:lnTo>
                  <a:lnTo>
                    <a:pt x="65430" y="12865"/>
                  </a:lnTo>
                  <a:lnTo>
                    <a:pt x="65659" y="13195"/>
                  </a:lnTo>
                  <a:lnTo>
                    <a:pt x="65595" y="12877"/>
                  </a:lnTo>
                  <a:lnTo>
                    <a:pt x="65989" y="13093"/>
                  </a:lnTo>
                  <a:close/>
                </a:path>
                <a:path w="80645" h="38734">
                  <a:moveTo>
                    <a:pt x="66052" y="20789"/>
                  </a:moveTo>
                  <a:lnTo>
                    <a:pt x="66027" y="20561"/>
                  </a:lnTo>
                  <a:lnTo>
                    <a:pt x="65900" y="19977"/>
                  </a:lnTo>
                  <a:lnTo>
                    <a:pt x="65620" y="20269"/>
                  </a:lnTo>
                  <a:lnTo>
                    <a:pt x="65824" y="20294"/>
                  </a:lnTo>
                  <a:lnTo>
                    <a:pt x="65620" y="20459"/>
                  </a:lnTo>
                  <a:lnTo>
                    <a:pt x="65862" y="20713"/>
                  </a:lnTo>
                  <a:lnTo>
                    <a:pt x="66052" y="20789"/>
                  </a:lnTo>
                  <a:close/>
                </a:path>
                <a:path w="80645" h="38734">
                  <a:moveTo>
                    <a:pt x="66802" y="13309"/>
                  </a:moveTo>
                  <a:lnTo>
                    <a:pt x="65976" y="13309"/>
                  </a:lnTo>
                  <a:lnTo>
                    <a:pt x="66116" y="13322"/>
                  </a:lnTo>
                  <a:lnTo>
                    <a:pt x="66357" y="13550"/>
                  </a:lnTo>
                  <a:lnTo>
                    <a:pt x="66548" y="13601"/>
                  </a:lnTo>
                  <a:lnTo>
                    <a:pt x="66763" y="13677"/>
                  </a:lnTo>
                  <a:lnTo>
                    <a:pt x="66802" y="13309"/>
                  </a:lnTo>
                  <a:close/>
                </a:path>
                <a:path w="80645" h="38734">
                  <a:moveTo>
                    <a:pt x="67602" y="29883"/>
                  </a:moveTo>
                  <a:lnTo>
                    <a:pt x="67310" y="29591"/>
                  </a:lnTo>
                  <a:lnTo>
                    <a:pt x="67284" y="29845"/>
                  </a:lnTo>
                  <a:lnTo>
                    <a:pt x="66700" y="29984"/>
                  </a:lnTo>
                  <a:lnTo>
                    <a:pt x="66954" y="30251"/>
                  </a:lnTo>
                  <a:lnTo>
                    <a:pt x="67005" y="30022"/>
                  </a:lnTo>
                  <a:lnTo>
                    <a:pt x="67602" y="29883"/>
                  </a:lnTo>
                  <a:close/>
                </a:path>
                <a:path w="80645" h="38734">
                  <a:moveTo>
                    <a:pt x="69811" y="16738"/>
                  </a:moveTo>
                  <a:lnTo>
                    <a:pt x="69443" y="16611"/>
                  </a:lnTo>
                  <a:lnTo>
                    <a:pt x="69316" y="16878"/>
                  </a:lnTo>
                  <a:lnTo>
                    <a:pt x="69189" y="17170"/>
                  </a:lnTo>
                  <a:lnTo>
                    <a:pt x="69380" y="17284"/>
                  </a:lnTo>
                  <a:lnTo>
                    <a:pt x="69596" y="17551"/>
                  </a:lnTo>
                  <a:lnTo>
                    <a:pt x="69672" y="17221"/>
                  </a:lnTo>
                  <a:lnTo>
                    <a:pt x="69519" y="16827"/>
                  </a:lnTo>
                  <a:lnTo>
                    <a:pt x="69646" y="16929"/>
                  </a:lnTo>
                  <a:lnTo>
                    <a:pt x="69811" y="16738"/>
                  </a:lnTo>
                  <a:close/>
                </a:path>
                <a:path w="80645" h="38734">
                  <a:moveTo>
                    <a:pt x="71666" y="32893"/>
                  </a:moveTo>
                  <a:lnTo>
                    <a:pt x="71450" y="32372"/>
                  </a:lnTo>
                  <a:lnTo>
                    <a:pt x="71310" y="32562"/>
                  </a:lnTo>
                  <a:lnTo>
                    <a:pt x="71501" y="32613"/>
                  </a:lnTo>
                  <a:lnTo>
                    <a:pt x="71475" y="32829"/>
                  </a:lnTo>
                  <a:lnTo>
                    <a:pt x="71666" y="32893"/>
                  </a:lnTo>
                  <a:close/>
                </a:path>
                <a:path w="80645" h="38734">
                  <a:moveTo>
                    <a:pt x="72593" y="32740"/>
                  </a:moveTo>
                  <a:lnTo>
                    <a:pt x="72364" y="32461"/>
                  </a:lnTo>
                  <a:lnTo>
                    <a:pt x="71983" y="32359"/>
                  </a:lnTo>
                  <a:lnTo>
                    <a:pt x="71805" y="32118"/>
                  </a:lnTo>
                  <a:lnTo>
                    <a:pt x="71577" y="32283"/>
                  </a:lnTo>
                  <a:lnTo>
                    <a:pt x="72593" y="32740"/>
                  </a:lnTo>
                  <a:close/>
                </a:path>
                <a:path w="80645" h="38734">
                  <a:moveTo>
                    <a:pt x="72682" y="20332"/>
                  </a:moveTo>
                  <a:lnTo>
                    <a:pt x="72123" y="19926"/>
                  </a:lnTo>
                  <a:lnTo>
                    <a:pt x="71882" y="20307"/>
                  </a:lnTo>
                  <a:lnTo>
                    <a:pt x="72250" y="20447"/>
                  </a:lnTo>
                  <a:lnTo>
                    <a:pt x="72072" y="20789"/>
                  </a:lnTo>
                  <a:lnTo>
                    <a:pt x="72478" y="21031"/>
                  </a:lnTo>
                  <a:lnTo>
                    <a:pt x="72682" y="20332"/>
                  </a:lnTo>
                  <a:close/>
                </a:path>
                <a:path w="80645" h="38734">
                  <a:moveTo>
                    <a:pt x="73240" y="22136"/>
                  </a:moveTo>
                  <a:lnTo>
                    <a:pt x="73202" y="21666"/>
                  </a:lnTo>
                  <a:lnTo>
                    <a:pt x="72809" y="21640"/>
                  </a:lnTo>
                  <a:lnTo>
                    <a:pt x="72783" y="21996"/>
                  </a:lnTo>
                  <a:lnTo>
                    <a:pt x="72796" y="22301"/>
                  </a:lnTo>
                  <a:lnTo>
                    <a:pt x="72936" y="22517"/>
                  </a:lnTo>
                  <a:lnTo>
                    <a:pt x="72936" y="22136"/>
                  </a:lnTo>
                  <a:lnTo>
                    <a:pt x="73240" y="22136"/>
                  </a:lnTo>
                  <a:close/>
                </a:path>
                <a:path w="80645" h="38734">
                  <a:moveTo>
                    <a:pt x="73583" y="29083"/>
                  </a:moveTo>
                  <a:lnTo>
                    <a:pt x="73139" y="29019"/>
                  </a:lnTo>
                  <a:lnTo>
                    <a:pt x="72974" y="29578"/>
                  </a:lnTo>
                  <a:lnTo>
                    <a:pt x="73240" y="29832"/>
                  </a:lnTo>
                  <a:lnTo>
                    <a:pt x="73329" y="29527"/>
                  </a:lnTo>
                  <a:lnTo>
                    <a:pt x="73571" y="29451"/>
                  </a:lnTo>
                  <a:lnTo>
                    <a:pt x="73583" y="29083"/>
                  </a:lnTo>
                  <a:close/>
                </a:path>
                <a:path w="80645" h="38734">
                  <a:moveTo>
                    <a:pt x="74015" y="18643"/>
                  </a:moveTo>
                  <a:lnTo>
                    <a:pt x="73863" y="18694"/>
                  </a:lnTo>
                  <a:lnTo>
                    <a:pt x="73304" y="18821"/>
                  </a:lnTo>
                  <a:lnTo>
                    <a:pt x="73507" y="18999"/>
                  </a:lnTo>
                  <a:lnTo>
                    <a:pt x="73850" y="18745"/>
                  </a:lnTo>
                  <a:lnTo>
                    <a:pt x="73812" y="18910"/>
                  </a:lnTo>
                  <a:lnTo>
                    <a:pt x="74015" y="18643"/>
                  </a:lnTo>
                  <a:close/>
                </a:path>
                <a:path w="80645" h="38734">
                  <a:moveTo>
                    <a:pt x="74193" y="32118"/>
                  </a:moveTo>
                  <a:lnTo>
                    <a:pt x="73825" y="31991"/>
                  </a:lnTo>
                  <a:lnTo>
                    <a:pt x="73723" y="32169"/>
                  </a:lnTo>
                  <a:lnTo>
                    <a:pt x="73660" y="32486"/>
                  </a:lnTo>
                  <a:lnTo>
                    <a:pt x="73850" y="32588"/>
                  </a:lnTo>
                  <a:lnTo>
                    <a:pt x="73939" y="32778"/>
                  </a:lnTo>
                  <a:lnTo>
                    <a:pt x="74028" y="32550"/>
                  </a:lnTo>
                  <a:lnTo>
                    <a:pt x="74066" y="32283"/>
                  </a:lnTo>
                  <a:lnTo>
                    <a:pt x="74193" y="32118"/>
                  </a:lnTo>
                  <a:close/>
                </a:path>
                <a:path w="80645" h="38734">
                  <a:moveTo>
                    <a:pt x="74409" y="18224"/>
                  </a:moveTo>
                  <a:lnTo>
                    <a:pt x="73850" y="18402"/>
                  </a:lnTo>
                  <a:lnTo>
                    <a:pt x="73761" y="18605"/>
                  </a:lnTo>
                  <a:lnTo>
                    <a:pt x="74028" y="18630"/>
                  </a:lnTo>
                  <a:lnTo>
                    <a:pt x="74231" y="18465"/>
                  </a:lnTo>
                  <a:lnTo>
                    <a:pt x="74320" y="18656"/>
                  </a:lnTo>
                  <a:lnTo>
                    <a:pt x="74409" y="18224"/>
                  </a:lnTo>
                  <a:close/>
                </a:path>
                <a:path w="80645" h="38734">
                  <a:moveTo>
                    <a:pt x="74726" y="30327"/>
                  </a:moveTo>
                  <a:lnTo>
                    <a:pt x="74371" y="29933"/>
                  </a:lnTo>
                  <a:lnTo>
                    <a:pt x="74256" y="30187"/>
                  </a:lnTo>
                  <a:lnTo>
                    <a:pt x="74472" y="30264"/>
                  </a:lnTo>
                  <a:lnTo>
                    <a:pt x="74587" y="30721"/>
                  </a:lnTo>
                  <a:lnTo>
                    <a:pt x="74726" y="30327"/>
                  </a:lnTo>
                  <a:close/>
                </a:path>
                <a:path w="80645" h="38734">
                  <a:moveTo>
                    <a:pt x="76200" y="21831"/>
                  </a:moveTo>
                  <a:lnTo>
                    <a:pt x="75933" y="21704"/>
                  </a:lnTo>
                  <a:lnTo>
                    <a:pt x="75692" y="21882"/>
                  </a:lnTo>
                  <a:lnTo>
                    <a:pt x="75971" y="22034"/>
                  </a:lnTo>
                  <a:lnTo>
                    <a:pt x="75793" y="22174"/>
                  </a:lnTo>
                  <a:lnTo>
                    <a:pt x="76098" y="22237"/>
                  </a:lnTo>
                  <a:lnTo>
                    <a:pt x="75971" y="21856"/>
                  </a:lnTo>
                  <a:lnTo>
                    <a:pt x="76200" y="21831"/>
                  </a:lnTo>
                  <a:close/>
                </a:path>
                <a:path w="80645" h="38734">
                  <a:moveTo>
                    <a:pt x="76479" y="27190"/>
                  </a:moveTo>
                  <a:lnTo>
                    <a:pt x="76123" y="27241"/>
                  </a:lnTo>
                  <a:lnTo>
                    <a:pt x="75971" y="27546"/>
                  </a:lnTo>
                  <a:lnTo>
                    <a:pt x="76250" y="27508"/>
                  </a:lnTo>
                  <a:lnTo>
                    <a:pt x="76479" y="27190"/>
                  </a:lnTo>
                  <a:close/>
                </a:path>
                <a:path w="80645" h="38734">
                  <a:moveTo>
                    <a:pt x="76568" y="27597"/>
                  </a:moveTo>
                  <a:lnTo>
                    <a:pt x="76276" y="27635"/>
                  </a:lnTo>
                  <a:lnTo>
                    <a:pt x="76568" y="27597"/>
                  </a:lnTo>
                  <a:close/>
                </a:path>
                <a:path w="80645" h="38734">
                  <a:moveTo>
                    <a:pt x="77343" y="23964"/>
                  </a:moveTo>
                  <a:lnTo>
                    <a:pt x="77165" y="23558"/>
                  </a:lnTo>
                  <a:lnTo>
                    <a:pt x="76911" y="23647"/>
                  </a:lnTo>
                  <a:lnTo>
                    <a:pt x="76885" y="23495"/>
                  </a:lnTo>
                  <a:lnTo>
                    <a:pt x="76377" y="23558"/>
                  </a:lnTo>
                  <a:lnTo>
                    <a:pt x="76619" y="23710"/>
                  </a:lnTo>
                  <a:lnTo>
                    <a:pt x="77343" y="23964"/>
                  </a:lnTo>
                  <a:close/>
                </a:path>
                <a:path w="80645" h="38734">
                  <a:moveTo>
                    <a:pt x="78460" y="29845"/>
                  </a:moveTo>
                  <a:lnTo>
                    <a:pt x="78346" y="29375"/>
                  </a:lnTo>
                  <a:lnTo>
                    <a:pt x="78117" y="29260"/>
                  </a:lnTo>
                  <a:lnTo>
                    <a:pt x="78092" y="29591"/>
                  </a:lnTo>
                  <a:lnTo>
                    <a:pt x="78193" y="29794"/>
                  </a:lnTo>
                  <a:lnTo>
                    <a:pt x="78346" y="29959"/>
                  </a:lnTo>
                  <a:close/>
                </a:path>
                <a:path w="80645" h="38734">
                  <a:moveTo>
                    <a:pt x="79044" y="38544"/>
                  </a:moveTo>
                  <a:lnTo>
                    <a:pt x="79032" y="38303"/>
                  </a:lnTo>
                  <a:lnTo>
                    <a:pt x="78981" y="38112"/>
                  </a:lnTo>
                  <a:lnTo>
                    <a:pt x="78803" y="38036"/>
                  </a:lnTo>
                  <a:lnTo>
                    <a:pt x="78752" y="38290"/>
                  </a:lnTo>
                  <a:lnTo>
                    <a:pt x="78740" y="38557"/>
                  </a:lnTo>
                  <a:lnTo>
                    <a:pt x="79044" y="38544"/>
                  </a:lnTo>
                  <a:close/>
                </a:path>
                <a:path w="80645" h="38734">
                  <a:moveTo>
                    <a:pt x="79997" y="36106"/>
                  </a:moveTo>
                  <a:lnTo>
                    <a:pt x="79629" y="35979"/>
                  </a:lnTo>
                  <a:lnTo>
                    <a:pt x="79654" y="36131"/>
                  </a:lnTo>
                  <a:lnTo>
                    <a:pt x="79997" y="36106"/>
                  </a:lnTo>
                  <a:close/>
                </a:path>
                <a:path w="80645" h="38734">
                  <a:moveTo>
                    <a:pt x="80111" y="30607"/>
                  </a:moveTo>
                  <a:lnTo>
                    <a:pt x="79844" y="30378"/>
                  </a:lnTo>
                  <a:lnTo>
                    <a:pt x="79641" y="30505"/>
                  </a:lnTo>
                  <a:lnTo>
                    <a:pt x="79717" y="30657"/>
                  </a:lnTo>
                  <a:lnTo>
                    <a:pt x="79895" y="30873"/>
                  </a:lnTo>
                  <a:lnTo>
                    <a:pt x="79705" y="30937"/>
                  </a:lnTo>
                  <a:lnTo>
                    <a:pt x="79527" y="30734"/>
                  </a:lnTo>
                  <a:lnTo>
                    <a:pt x="79717" y="30657"/>
                  </a:lnTo>
                  <a:lnTo>
                    <a:pt x="79324" y="30568"/>
                  </a:lnTo>
                  <a:lnTo>
                    <a:pt x="79667" y="30568"/>
                  </a:lnTo>
                  <a:lnTo>
                    <a:pt x="79362" y="30340"/>
                  </a:lnTo>
                  <a:lnTo>
                    <a:pt x="79197" y="30556"/>
                  </a:lnTo>
                  <a:lnTo>
                    <a:pt x="79413" y="31076"/>
                  </a:lnTo>
                  <a:lnTo>
                    <a:pt x="79883" y="31051"/>
                  </a:lnTo>
                  <a:lnTo>
                    <a:pt x="80098" y="30861"/>
                  </a:lnTo>
                  <a:lnTo>
                    <a:pt x="80111" y="30607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7" name="object 107"/>
            <p:cNvSpPr/>
            <p:nvPr/>
          </p:nvSpPr>
          <p:spPr>
            <a:xfrm>
              <a:off x="4004500" y="1015606"/>
              <a:ext cx="61594" cy="19050"/>
            </a:xfrm>
            <a:custGeom>
              <a:avLst/>
              <a:gdLst/>
              <a:ahLst/>
              <a:cxnLst/>
              <a:rect l="l" t="t" r="r" b="b"/>
              <a:pathLst>
                <a:path w="61595" h="19050">
                  <a:moveTo>
                    <a:pt x="609" y="11125"/>
                  </a:moveTo>
                  <a:lnTo>
                    <a:pt x="317" y="11137"/>
                  </a:lnTo>
                  <a:lnTo>
                    <a:pt x="127" y="11264"/>
                  </a:lnTo>
                  <a:lnTo>
                    <a:pt x="0" y="11468"/>
                  </a:lnTo>
                  <a:lnTo>
                    <a:pt x="279" y="11391"/>
                  </a:lnTo>
                  <a:lnTo>
                    <a:pt x="254" y="11620"/>
                  </a:lnTo>
                  <a:lnTo>
                    <a:pt x="469" y="11582"/>
                  </a:lnTo>
                  <a:lnTo>
                    <a:pt x="406" y="11201"/>
                  </a:lnTo>
                  <a:lnTo>
                    <a:pt x="609" y="11125"/>
                  </a:lnTo>
                  <a:close/>
                </a:path>
                <a:path w="61595" h="19050">
                  <a:moveTo>
                    <a:pt x="4902" y="14008"/>
                  </a:moveTo>
                  <a:lnTo>
                    <a:pt x="4826" y="13817"/>
                  </a:lnTo>
                  <a:lnTo>
                    <a:pt x="4267" y="13766"/>
                  </a:lnTo>
                  <a:lnTo>
                    <a:pt x="4267" y="14020"/>
                  </a:lnTo>
                  <a:lnTo>
                    <a:pt x="4699" y="14338"/>
                  </a:lnTo>
                  <a:lnTo>
                    <a:pt x="4800" y="14198"/>
                  </a:lnTo>
                  <a:lnTo>
                    <a:pt x="4521" y="14109"/>
                  </a:lnTo>
                  <a:lnTo>
                    <a:pt x="4902" y="14008"/>
                  </a:lnTo>
                  <a:close/>
                </a:path>
                <a:path w="61595" h="19050">
                  <a:moveTo>
                    <a:pt x="5549" y="9893"/>
                  </a:moveTo>
                  <a:lnTo>
                    <a:pt x="5511" y="9537"/>
                  </a:lnTo>
                  <a:lnTo>
                    <a:pt x="5156" y="9474"/>
                  </a:lnTo>
                  <a:lnTo>
                    <a:pt x="4826" y="9359"/>
                  </a:lnTo>
                  <a:lnTo>
                    <a:pt x="4889" y="9690"/>
                  </a:lnTo>
                  <a:lnTo>
                    <a:pt x="5473" y="9575"/>
                  </a:lnTo>
                  <a:lnTo>
                    <a:pt x="5549" y="9893"/>
                  </a:lnTo>
                  <a:close/>
                </a:path>
                <a:path w="61595" h="19050">
                  <a:moveTo>
                    <a:pt x="5867" y="12204"/>
                  </a:moveTo>
                  <a:lnTo>
                    <a:pt x="5765" y="11112"/>
                  </a:lnTo>
                  <a:lnTo>
                    <a:pt x="5511" y="11353"/>
                  </a:lnTo>
                  <a:lnTo>
                    <a:pt x="5626" y="11518"/>
                  </a:lnTo>
                  <a:lnTo>
                    <a:pt x="5613" y="11747"/>
                  </a:lnTo>
                  <a:lnTo>
                    <a:pt x="5397" y="11531"/>
                  </a:lnTo>
                  <a:lnTo>
                    <a:pt x="5867" y="12204"/>
                  </a:lnTo>
                  <a:close/>
                </a:path>
                <a:path w="61595" h="19050">
                  <a:moveTo>
                    <a:pt x="5969" y="12700"/>
                  </a:moveTo>
                  <a:lnTo>
                    <a:pt x="5562" y="12801"/>
                  </a:lnTo>
                  <a:lnTo>
                    <a:pt x="5562" y="13093"/>
                  </a:lnTo>
                  <a:lnTo>
                    <a:pt x="5943" y="13042"/>
                  </a:lnTo>
                  <a:lnTo>
                    <a:pt x="5969" y="12700"/>
                  </a:lnTo>
                  <a:close/>
                </a:path>
                <a:path w="61595" h="19050">
                  <a:moveTo>
                    <a:pt x="5994" y="12547"/>
                  </a:moveTo>
                  <a:lnTo>
                    <a:pt x="5702" y="12522"/>
                  </a:lnTo>
                  <a:lnTo>
                    <a:pt x="5981" y="12649"/>
                  </a:lnTo>
                  <a:close/>
                </a:path>
                <a:path w="61595" h="19050">
                  <a:moveTo>
                    <a:pt x="5994" y="4711"/>
                  </a:moveTo>
                  <a:lnTo>
                    <a:pt x="5778" y="4635"/>
                  </a:lnTo>
                  <a:lnTo>
                    <a:pt x="5473" y="4165"/>
                  </a:lnTo>
                  <a:lnTo>
                    <a:pt x="5168" y="4457"/>
                  </a:lnTo>
                  <a:lnTo>
                    <a:pt x="5473" y="4356"/>
                  </a:lnTo>
                  <a:lnTo>
                    <a:pt x="5372" y="4622"/>
                  </a:lnTo>
                  <a:lnTo>
                    <a:pt x="5524" y="4686"/>
                  </a:lnTo>
                  <a:lnTo>
                    <a:pt x="5626" y="4495"/>
                  </a:lnTo>
                  <a:lnTo>
                    <a:pt x="5803" y="4800"/>
                  </a:lnTo>
                  <a:lnTo>
                    <a:pt x="5994" y="4711"/>
                  </a:lnTo>
                  <a:close/>
                </a:path>
                <a:path w="61595" h="19050">
                  <a:moveTo>
                    <a:pt x="6172" y="9956"/>
                  </a:moveTo>
                  <a:lnTo>
                    <a:pt x="5956" y="9398"/>
                  </a:lnTo>
                  <a:lnTo>
                    <a:pt x="5600" y="9423"/>
                  </a:lnTo>
                  <a:lnTo>
                    <a:pt x="5638" y="10020"/>
                  </a:lnTo>
                  <a:lnTo>
                    <a:pt x="5829" y="10045"/>
                  </a:lnTo>
                  <a:lnTo>
                    <a:pt x="5765" y="9740"/>
                  </a:lnTo>
                  <a:lnTo>
                    <a:pt x="6172" y="9956"/>
                  </a:lnTo>
                  <a:close/>
                </a:path>
                <a:path w="61595" h="19050">
                  <a:moveTo>
                    <a:pt x="9588" y="6756"/>
                  </a:moveTo>
                  <a:lnTo>
                    <a:pt x="9410" y="6731"/>
                  </a:lnTo>
                  <a:lnTo>
                    <a:pt x="9055" y="6464"/>
                  </a:lnTo>
                  <a:lnTo>
                    <a:pt x="9017" y="6896"/>
                  </a:lnTo>
                  <a:lnTo>
                    <a:pt x="9372" y="6896"/>
                  </a:lnTo>
                  <a:lnTo>
                    <a:pt x="9448" y="6769"/>
                  </a:lnTo>
                  <a:lnTo>
                    <a:pt x="9588" y="6756"/>
                  </a:lnTo>
                  <a:close/>
                </a:path>
                <a:path w="61595" h="19050">
                  <a:moveTo>
                    <a:pt x="10248" y="8851"/>
                  </a:moveTo>
                  <a:lnTo>
                    <a:pt x="9334" y="8216"/>
                  </a:lnTo>
                  <a:lnTo>
                    <a:pt x="9537" y="8407"/>
                  </a:lnTo>
                  <a:lnTo>
                    <a:pt x="9728" y="8597"/>
                  </a:lnTo>
                  <a:lnTo>
                    <a:pt x="9537" y="8674"/>
                  </a:lnTo>
                  <a:lnTo>
                    <a:pt x="9728" y="8902"/>
                  </a:lnTo>
                  <a:lnTo>
                    <a:pt x="9855" y="8839"/>
                  </a:lnTo>
                  <a:lnTo>
                    <a:pt x="9855" y="9105"/>
                  </a:lnTo>
                  <a:lnTo>
                    <a:pt x="10248" y="8851"/>
                  </a:lnTo>
                  <a:close/>
                </a:path>
                <a:path w="61595" h="19050">
                  <a:moveTo>
                    <a:pt x="11709" y="6565"/>
                  </a:moveTo>
                  <a:lnTo>
                    <a:pt x="11163" y="6019"/>
                  </a:lnTo>
                  <a:lnTo>
                    <a:pt x="11049" y="6311"/>
                  </a:lnTo>
                  <a:lnTo>
                    <a:pt x="11137" y="5930"/>
                  </a:lnTo>
                  <a:lnTo>
                    <a:pt x="10769" y="6337"/>
                  </a:lnTo>
                  <a:lnTo>
                    <a:pt x="10490" y="6172"/>
                  </a:lnTo>
                  <a:lnTo>
                    <a:pt x="10274" y="5740"/>
                  </a:lnTo>
                  <a:lnTo>
                    <a:pt x="10223" y="5956"/>
                  </a:lnTo>
                  <a:lnTo>
                    <a:pt x="10312" y="6350"/>
                  </a:lnTo>
                  <a:lnTo>
                    <a:pt x="11709" y="6565"/>
                  </a:lnTo>
                  <a:close/>
                </a:path>
                <a:path w="61595" h="19050">
                  <a:moveTo>
                    <a:pt x="12674" y="10096"/>
                  </a:moveTo>
                  <a:lnTo>
                    <a:pt x="12661" y="9753"/>
                  </a:lnTo>
                  <a:lnTo>
                    <a:pt x="12306" y="9601"/>
                  </a:lnTo>
                  <a:lnTo>
                    <a:pt x="12369" y="9906"/>
                  </a:lnTo>
                  <a:lnTo>
                    <a:pt x="11684" y="9931"/>
                  </a:lnTo>
                  <a:lnTo>
                    <a:pt x="12674" y="10096"/>
                  </a:lnTo>
                  <a:close/>
                </a:path>
                <a:path w="61595" h="19050">
                  <a:moveTo>
                    <a:pt x="12852" y="14008"/>
                  </a:moveTo>
                  <a:lnTo>
                    <a:pt x="12776" y="13868"/>
                  </a:lnTo>
                  <a:lnTo>
                    <a:pt x="12788" y="13614"/>
                  </a:lnTo>
                  <a:lnTo>
                    <a:pt x="12547" y="14147"/>
                  </a:lnTo>
                  <a:lnTo>
                    <a:pt x="12852" y="14008"/>
                  </a:lnTo>
                  <a:close/>
                </a:path>
                <a:path w="61595" h="19050">
                  <a:moveTo>
                    <a:pt x="13169" y="13157"/>
                  </a:moveTo>
                  <a:lnTo>
                    <a:pt x="12458" y="12700"/>
                  </a:lnTo>
                  <a:lnTo>
                    <a:pt x="12585" y="12915"/>
                  </a:lnTo>
                  <a:lnTo>
                    <a:pt x="12776" y="13068"/>
                  </a:lnTo>
                  <a:lnTo>
                    <a:pt x="12750" y="13233"/>
                  </a:lnTo>
                  <a:lnTo>
                    <a:pt x="12509" y="13500"/>
                  </a:lnTo>
                  <a:lnTo>
                    <a:pt x="12788" y="13614"/>
                  </a:lnTo>
                  <a:lnTo>
                    <a:pt x="12788" y="13487"/>
                  </a:lnTo>
                  <a:lnTo>
                    <a:pt x="13004" y="13538"/>
                  </a:lnTo>
                  <a:lnTo>
                    <a:pt x="13169" y="13157"/>
                  </a:lnTo>
                  <a:close/>
                </a:path>
                <a:path w="61595" h="19050">
                  <a:moveTo>
                    <a:pt x="13525" y="11950"/>
                  </a:moveTo>
                  <a:lnTo>
                    <a:pt x="13398" y="11645"/>
                  </a:lnTo>
                  <a:lnTo>
                    <a:pt x="13182" y="11468"/>
                  </a:lnTo>
                  <a:lnTo>
                    <a:pt x="13004" y="11226"/>
                  </a:lnTo>
                  <a:lnTo>
                    <a:pt x="13081" y="11430"/>
                  </a:lnTo>
                  <a:lnTo>
                    <a:pt x="12547" y="11061"/>
                  </a:lnTo>
                  <a:lnTo>
                    <a:pt x="12814" y="11303"/>
                  </a:lnTo>
                  <a:lnTo>
                    <a:pt x="12941" y="11582"/>
                  </a:lnTo>
                  <a:lnTo>
                    <a:pt x="13081" y="11480"/>
                  </a:lnTo>
                  <a:lnTo>
                    <a:pt x="13144" y="11925"/>
                  </a:lnTo>
                  <a:lnTo>
                    <a:pt x="13398" y="11950"/>
                  </a:lnTo>
                  <a:lnTo>
                    <a:pt x="13335" y="11772"/>
                  </a:lnTo>
                  <a:lnTo>
                    <a:pt x="13525" y="11963"/>
                  </a:lnTo>
                  <a:close/>
                </a:path>
                <a:path w="61595" h="19050">
                  <a:moveTo>
                    <a:pt x="14338" y="2235"/>
                  </a:moveTo>
                  <a:lnTo>
                    <a:pt x="14084" y="2349"/>
                  </a:lnTo>
                  <a:lnTo>
                    <a:pt x="14071" y="1841"/>
                  </a:lnTo>
                  <a:lnTo>
                    <a:pt x="13970" y="2095"/>
                  </a:lnTo>
                  <a:lnTo>
                    <a:pt x="13754" y="2286"/>
                  </a:lnTo>
                  <a:lnTo>
                    <a:pt x="13817" y="2717"/>
                  </a:lnTo>
                  <a:lnTo>
                    <a:pt x="13881" y="2971"/>
                  </a:lnTo>
                  <a:lnTo>
                    <a:pt x="14287" y="3009"/>
                  </a:lnTo>
                  <a:lnTo>
                    <a:pt x="14224" y="2527"/>
                  </a:lnTo>
                  <a:lnTo>
                    <a:pt x="14338" y="2235"/>
                  </a:lnTo>
                  <a:close/>
                </a:path>
                <a:path w="61595" h="19050">
                  <a:moveTo>
                    <a:pt x="14427" y="11518"/>
                  </a:moveTo>
                  <a:lnTo>
                    <a:pt x="14249" y="11277"/>
                  </a:lnTo>
                  <a:lnTo>
                    <a:pt x="14262" y="11430"/>
                  </a:lnTo>
                  <a:lnTo>
                    <a:pt x="13957" y="11303"/>
                  </a:lnTo>
                  <a:lnTo>
                    <a:pt x="13881" y="11595"/>
                  </a:lnTo>
                  <a:lnTo>
                    <a:pt x="14147" y="11658"/>
                  </a:lnTo>
                  <a:lnTo>
                    <a:pt x="14312" y="11518"/>
                  </a:lnTo>
                  <a:close/>
                </a:path>
                <a:path w="61595" h="19050">
                  <a:moveTo>
                    <a:pt x="14630" y="14058"/>
                  </a:moveTo>
                  <a:lnTo>
                    <a:pt x="14376" y="13804"/>
                  </a:lnTo>
                  <a:lnTo>
                    <a:pt x="13779" y="13474"/>
                  </a:lnTo>
                  <a:lnTo>
                    <a:pt x="13525" y="13703"/>
                  </a:lnTo>
                  <a:lnTo>
                    <a:pt x="13741" y="13703"/>
                  </a:lnTo>
                  <a:lnTo>
                    <a:pt x="14630" y="14058"/>
                  </a:lnTo>
                  <a:close/>
                </a:path>
                <a:path w="61595" h="19050">
                  <a:moveTo>
                    <a:pt x="17195" y="12420"/>
                  </a:moveTo>
                  <a:lnTo>
                    <a:pt x="16738" y="12623"/>
                  </a:lnTo>
                  <a:lnTo>
                    <a:pt x="16891" y="12319"/>
                  </a:lnTo>
                  <a:lnTo>
                    <a:pt x="16637" y="12369"/>
                  </a:lnTo>
                  <a:lnTo>
                    <a:pt x="16344" y="12369"/>
                  </a:lnTo>
                  <a:lnTo>
                    <a:pt x="16205" y="12547"/>
                  </a:lnTo>
                  <a:lnTo>
                    <a:pt x="16344" y="12687"/>
                  </a:lnTo>
                  <a:lnTo>
                    <a:pt x="16573" y="12700"/>
                  </a:lnTo>
                  <a:lnTo>
                    <a:pt x="16395" y="12471"/>
                  </a:lnTo>
                  <a:lnTo>
                    <a:pt x="16827" y="12369"/>
                  </a:lnTo>
                  <a:lnTo>
                    <a:pt x="16662" y="12788"/>
                  </a:lnTo>
                  <a:lnTo>
                    <a:pt x="17043" y="12712"/>
                  </a:lnTo>
                  <a:lnTo>
                    <a:pt x="17195" y="12420"/>
                  </a:lnTo>
                  <a:close/>
                </a:path>
                <a:path w="61595" h="19050">
                  <a:moveTo>
                    <a:pt x="17830" y="6858"/>
                  </a:moveTo>
                  <a:lnTo>
                    <a:pt x="17564" y="6769"/>
                  </a:lnTo>
                  <a:lnTo>
                    <a:pt x="17665" y="7086"/>
                  </a:lnTo>
                  <a:lnTo>
                    <a:pt x="17246" y="6807"/>
                  </a:lnTo>
                  <a:lnTo>
                    <a:pt x="17335" y="7124"/>
                  </a:lnTo>
                  <a:lnTo>
                    <a:pt x="17792" y="7175"/>
                  </a:lnTo>
                  <a:lnTo>
                    <a:pt x="17830" y="6858"/>
                  </a:lnTo>
                  <a:close/>
                </a:path>
                <a:path w="61595" h="19050">
                  <a:moveTo>
                    <a:pt x="18313" y="6819"/>
                  </a:moveTo>
                  <a:lnTo>
                    <a:pt x="17881" y="6794"/>
                  </a:lnTo>
                  <a:lnTo>
                    <a:pt x="18084" y="7289"/>
                  </a:lnTo>
                  <a:lnTo>
                    <a:pt x="18135" y="7124"/>
                  </a:lnTo>
                  <a:lnTo>
                    <a:pt x="18300" y="7073"/>
                  </a:lnTo>
                  <a:lnTo>
                    <a:pt x="18313" y="6819"/>
                  </a:lnTo>
                  <a:close/>
                </a:path>
                <a:path w="61595" h="19050">
                  <a:moveTo>
                    <a:pt x="19011" y="13589"/>
                  </a:moveTo>
                  <a:lnTo>
                    <a:pt x="18986" y="13360"/>
                  </a:lnTo>
                  <a:lnTo>
                    <a:pt x="18808" y="13347"/>
                  </a:lnTo>
                  <a:lnTo>
                    <a:pt x="18364" y="13512"/>
                  </a:lnTo>
                  <a:lnTo>
                    <a:pt x="18580" y="13639"/>
                  </a:lnTo>
                  <a:lnTo>
                    <a:pt x="18643" y="13855"/>
                  </a:lnTo>
                  <a:lnTo>
                    <a:pt x="18846" y="13830"/>
                  </a:lnTo>
                  <a:lnTo>
                    <a:pt x="18808" y="13550"/>
                  </a:lnTo>
                  <a:lnTo>
                    <a:pt x="19011" y="13589"/>
                  </a:lnTo>
                  <a:close/>
                </a:path>
                <a:path w="61595" h="19050">
                  <a:moveTo>
                    <a:pt x="20078" y="3886"/>
                  </a:moveTo>
                  <a:lnTo>
                    <a:pt x="19837" y="3898"/>
                  </a:lnTo>
                  <a:lnTo>
                    <a:pt x="19888" y="3683"/>
                  </a:lnTo>
                  <a:lnTo>
                    <a:pt x="19634" y="3733"/>
                  </a:lnTo>
                  <a:lnTo>
                    <a:pt x="19304" y="4025"/>
                  </a:lnTo>
                  <a:lnTo>
                    <a:pt x="19418" y="4216"/>
                  </a:lnTo>
                  <a:lnTo>
                    <a:pt x="19812" y="3937"/>
                  </a:lnTo>
                  <a:lnTo>
                    <a:pt x="20078" y="3886"/>
                  </a:lnTo>
                  <a:close/>
                </a:path>
                <a:path w="61595" h="19050">
                  <a:moveTo>
                    <a:pt x="21069" y="4343"/>
                  </a:moveTo>
                  <a:lnTo>
                    <a:pt x="20967" y="4076"/>
                  </a:lnTo>
                  <a:lnTo>
                    <a:pt x="20739" y="4076"/>
                  </a:lnTo>
                  <a:lnTo>
                    <a:pt x="20955" y="4203"/>
                  </a:lnTo>
                  <a:lnTo>
                    <a:pt x="20523" y="4546"/>
                  </a:lnTo>
                  <a:lnTo>
                    <a:pt x="20866" y="4711"/>
                  </a:lnTo>
                  <a:lnTo>
                    <a:pt x="20815" y="4457"/>
                  </a:lnTo>
                  <a:lnTo>
                    <a:pt x="21056" y="4546"/>
                  </a:lnTo>
                  <a:lnTo>
                    <a:pt x="21069" y="4343"/>
                  </a:lnTo>
                  <a:close/>
                </a:path>
                <a:path w="61595" h="19050">
                  <a:moveTo>
                    <a:pt x="21386" y="6616"/>
                  </a:moveTo>
                  <a:lnTo>
                    <a:pt x="20777" y="6591"/>
                  </a:lnTo>
                  <a:lnTo>
                    <a:pt x="21043" y="6769"/>
                  </a:lnTo>
                  <a:lnTo>
                    <a:pt x="21323" y="6972"/>
                  </a:lnTo>
                  <a:lnTo>
                    <a:pt x="21209" y="6692"/>
                  </a:lnTo>
                  <a:lnTo>
                    <a:pt x="21386" y="6616"/>
                  </a:lnTo>
                  <a:close/>
                </a:path>
                <a:path w="61595" h="19050">
                  <a:moveTo>
                    <a:pt x="21602" y="6527"/>
                  </a:moveTo>
                  <a:lnTo>
                    <a:pt x="21361" y="6400"/>
                  </a:lnTo>
                  <a:lnTo>
                    <a:pt x="21386" y="6616"/>
                  </a:lnTo>
                  <a:lnTo>
                    <a:pt x="21602" y="6527"/>
                  </a:lnTo>
                  <a:close/>
                </a:path>
                <a:path w="61595" h="19050">
                  <a:moveTo>
                    <a:pt x="22936" y="11747"/>
                  </a:moveTo>
                  <a:lnTo>
                    <a:pt x="22771" y="11595"/>
                  </a:lnTo>
                  <a:lnTo>
                    <a:pt x="22440" y="11430"/>
                  </a:lnTo>
                  <a:lnTo>
                    <a:pt x="22428" y="11595"/>
                  </a:lnTo>
                  <a:lnTo>
                    <a:pt x="22212" y="11493"/>
                  </a:lnTo>
                  <a:lnTo>
                    <a:pt x="22237" y="11709"/>
                  </a:lnTo>
                  <a:lnTo>
                    <a:pt x="22402" y="11912"/>
                  </a:lnTo>
                  <a:lnTo>
                    <a:pt x="22428" y="11684"/>
                  </a:lnTo>
                  <a:lnTo>
                    <a:pt x="22618" y="11633"/>
                  </a:lnTo>
                  <a:lnTo>
                    <a:pt x="22453" y="11988"/>
                  </a:lnTo>
                  <a:lnTo>
                    <a:pt x="22936" y="11747"/>
                  </a:lnTo>
                  <a:close/>
                </a:path>
                <a:path w="61595" h="19050">
                  <a:moveTo>
                    <a:pt x="23050" y="11823"/>
                  </a:moveTo>
                  <a:lnTo>
                    <a:pt x="22872" y="11963"/>
                  </a:lnTo>
                  <a:lnTo>
                    <a:pt x="22669" y="12141"/>
                  </a:lnTo>
                  <a:lnTo>
                    <a:pt x="23037" y="12255"/>
                  </a:lnTo>
                  <a:lnTo>
                    <a:pt x="23050" y="11823"/>
                  </a:lnTo>
                  <a:close/>
                </a:path>
                <a:path w="61595" h="19050">
                  <a:moveTo>
                    <a:pt x="25222" y="14579"/>
                  </a:moveTo>
                  <a:lnTo>
                    <a:pt x="24879" y="14465"/>
                  </a:lnTo>
                  <a:lnTo>
                    <a:pt x="24003" y="14274"/>
                  </a:lnTo>
                  <a:lnTo>
                    <a:pt x="24168" y="14668"/>
                  </a:lnTo>
                  <a:lnTo>
                    <a:pt x="24498" y="14414"/>
                  </a:lnTo>
                  <a:lnTo>
                    <a:pt x="24549" y="14617"/>
                  </a:lnTo>
                  <a:lnTo>
                    <a:pt x="24523" y="14808"/>
                  </a:lnTo>
                  <a:lnTo>
                    <a:pt x="24803" y="14541"/>
                  </a:lnTo>
                  <a:lnTo>
                    <a:pt x="25031" y="14859"/>
                  </a:lnTo>
                  <a:lnTo>
                    <a:pt x="25222" y="14579"/>
                  </a:lnTo>
                  <a:close/>
                </a:path>
                <a:path w="61595" h="19050">
                  <a:moveTo>
                    <a:pt x="26035" y="1676"/>
                  </a:moveTo>
                  <a:lnTo>
                    <a:pt x="25971" y="1282"/>
                  </a:lnTo>
                  <a:lnTo>
                    <a:pt x="25831" y="1320"/>
                  </a:lnTo>
                  <a:lnTo>
                    <a:pt x="25501" y="1130"/>
                  </a:lnTo>
                  <a:lnTo>
                    <a:pt x="25501" y="1333"/>
                  </a:lnTo>
                  <a:lnTo>
                    <a:pt x="25666" y="1460"/>
                  </a:lnTo>
                  <a:lnTo>
                    <a:pt x="25844" y="1752"/>
                  </a:lnTo>
                  <a:lnTo>
                    <a:pt x="26035" y="1676"/>
                  </a:lnTo>
                  <a:close/>
                </a:path>
                <a:path w="61595" h="19050">
                  <a:moveTo>
                    <a:pt x="28905" y="762"/>
                  </a:moveTo>
                  <a:lnTo>
                    <a:pt x="28790" y="0"/>
                  </a:lnTo>
                  <a:lnTo>
                    <a:pt x="28498" y="520"/>
                  </a:lnTo>
                  <a:lnTo>
                    <a:pt x="28816" y="419"/>
                  </a:lnTo>
                  <a:lnTo>
                    <a:pt x="28625" y="1168"/>
                  </a:lnTo>
                  <a:lnTo>
                    <a:pt x="28854" y="838"/>
                  </a:lnTo>
                  <a:close/>
                </a:path>
                <a:path w="61595" h="19050">
                  <a:moveTo>
                    <a:pt x="29286" y="7213"/>
                  </a:moveTo>
                  <a:lnTo>
                    <a:pt x="29095" y="7073"/>
                  </a:lnTo>
                  <a:lnTo>
                    <a:pt x="28879" y="7251"/>
                  </a:lnTo>
                  <a:lnTo>
                    <a:pt x="28867" y="7429"/>
                  </a:lnTo>
                  <a:lnTo>
                    <a:pt x="29006" y="7886"/>
                  </a:lnTo>
                  <a:lnTo>
                    <a:pt x="29133" y="7658"/>
                  </a:lnTo>
                  <a:lnTo>
                    <a:pt x="29032" y="7531"/>
                  </a:lnTo>
                  <a:lnTo>
                    <a:pt x="29260" y="7467"/>
                  </a:lnTo>
                  <a:lnTo>
                    <a:pt x="29286" y="7213"/>
                  </a:lnTo>
                  <a:close/>
                </a:path>
                <a:path w="61595" h="19050">
                  <a:moveTo>
                    <a:pt x="29895" y="444"/>
                  </a:moveTo>
                  <a:lnTo>
                    <a:pt x="29679" y="25"/>
                  </a:lnTo>
                  <a:lnTo>
                    <a:pt x="29730" y="381"/>
                  </a:lnTo>
                  <a:lnTo>
                    <a:pt x="29222" y="596"/>
                  </a:lnTo>
                  <a:lnTo>
                    <a:pt x="29514" y="889"/>
                  </a:lnTo>
                  <a:lnTo>
                    <a:pt x="29476" y="546"/>
                  </a:lnTo>
                  <a:lnTo>
                    <a:pt x="29895" y="444"/>
                  </a:lnTo>
                  <a:close/>
                </a:path>
                <a:path w="61595" h="19050">
                  <a:moveTo>
                    <a:pt x="30721" y="8953"/>
                  </a:moveTo>
                  <a:lnTo>
                    <a:pt x="30594" y="8915"/>
                  </a:lnTo>
                  <a:lnTo>
                    <a:pt x="30340" y="8813"/>
                  </a:lnTo>
                  <a:lnTo>
                    <a:pt x="30314" y="9118"/>
                  </a:lnTo>
                  <a:lnTo>
                    <a:pt x="30302" y="9398"/>
                  </a:lnTo>
                  <a:lnTo>
                    <a:pt x="30480" y="9512"/>
                  </a:lnTo>
                  <a:lnTo>
                    <a:pt x="30594" y="9232"/>
                  </a:lnTo>
                  <a:lnTo>
                    <a:pt x="30721" y="8953"/>
                  </a:lnTo>
                  <a:close/>
                </a:path>
                <a:path w="61595" h="19050">
                  <a:moveTo>
                    <a:pt x="31089" y="2489"/>
                  </a:moveTo>
                  <a:lnTo>
                    <a:pt x="30708" y="2565"/>
                  </a:lnTo>
                  <a:lnTo>
                    <a:pt x="30505" y="2451"/>
                  </a:lnTo>
                  <a:lnTo>
                    <a:pt x="30670" y="2565"/>
                  </a:lnTo>
                  <a:lnTo>
                    <a:pt x="30607" y="2857"/>
                  </a:lnTo>
                  <a:lnTo>
                    <a:pt x="30975" y="2794"/>
                  </a:lnTo>
                  <a:lnTo>
                    <a:pt x="31089" y="2489"/>
                  </a:lnTo>
                  <a:close/>
                </a:path>
                <a:path w="61595" h="19050">
                  <a:moveTo>
                    <a:pt x="31305" y="7708"/>
                  </a:moveTo>
                  <a:lnTo>
                    <a:pt x="30962" y="7416"/>
                  </a:lnTo>
                  <a:lnTo>
                    <a:pt x="30772" y="7086"/>
                  </a:lnTo>
                  <a:lnTo>
                    <a:pt x="30314" y="7073"/>
                  </a:lnTo>
                  <a:lnTo>
                    <a:pt x="30111" y="7239"/>
                  </a:lnTo>
                  <a:lnTo>
                    <a:pt x="30238" y="7429"/>
                  </a:lnTo>
                  <a:lnTo>
                    <a:pt x="30264" y="7645"/>
                  </a:lnTo>
                  <a:lnTo>
                    <a:pt x="30594" y="7747"/>
                  </a:lnTo>
                  <a:lnTo>
                    <a:pt x="30416" y="7200"/>
                  </a:lnTo>
                  <a:lnTo>
                    <a:pt x="30772" y="7302"/>
                  </a:lnTo>
                  <a:lnTo>
                    <a:pt x="30873" y="7454"/>
                  </a:lnTo>
                  <a:lnTo>
                    <a:pt x="31076" y="7962"/>
                  </a:lnTo>
                  <a:lnTo>
                    <a:pt x="31305" y="7708"/>
                  </a:lnTo>
                  <a:close/>
                </a:path>
                <a:path w="61595" h="19050">
                  <a:moveTo>
                    <a:pt x="35890" y="8318"/>
                  </a:moveTo>
                  <a:lnTo>
                    <a:pt x="35013" y="8534"/>
                  </a:lnTo>
                  <a:lnTo>
                    <a:pt x="35153" y="8699"/>
                  </a:lnTo>
                  <a:lnTo>
                    <a:pt x="35775" y="8674"/>
                  </a:lnTo>
                  <a:lnTo>
                    <a:pt x="35890" y="8318"/>
                  </a:lnTo>
                  <a:close/>
                </a:path>
                <a:path w="61595" h="19050">
                  <a:moveTo>
                    <a:pt x="38354" y="16014"/>
                  </a:moveTo>
                  <a:lnTo>
                    <a:pt x="36029" y="14351"/>
                  </a:lnTo>
                  <a:lnTo>
                    <a:pt x="34772" y="14351"/>
                  </a:lnTo>
                  <a:lnTo>
                    <a:pt x="34937" y="16014"/>
                  </a:lnTo>
                  <a:lnTo>
                    <a:pt x="35344" y="16014"/>
                  </a:lnTo>
                  <a:lnTo>
                    <a:pt x="35115" y="16192"/>
                  </a:lnTo>
                  <a:lnTo>
                    <a:pt x="35636" y="16078"/>
                  </a:lnTo>
                  <a:lnTo>
                    <a:pt x="36004" y="16560"/>
                  </a:lnTo>
                  <a:lnTo>
                    <a:pt x="36144" y="16484"/>
                  </a:lnTo>
                  <a:lnTo>
                    <a:pt x="35839" y="16230"/>
                  </a:lnTo>
                  <a:lnTo>
                    <a:pt x="35623" y="16014"/>
                  </a:lnTo>
                  <a:lnTo>
                    <a:pt x="38354" y="16014"/>
                  </a:lnTo>
                  <a:close/>
                </a:path>
                <a:path w="61595" h="19050">
                  <a:moveTo>
                    <a:pt x="39649" y="3187"/>
                  </a:moveTo>
                  <a:lnTo>
                    <a:pt x="38735" y="2692"/>
                  </a:lnTo>
                  <a:lnTo>
                    <a:pt x="38684" y="3213"/>
                  </a:lnTo>
                  <a:lnTo>
                    <a:pt x="39090" y="3124"/>
                  </a:lnTo>
                  <a:lnTo>
                    <a:pt x="39014" y="3467"/>
                  </a:lnTo>
                  <a:lnTo>
                    <a:pt x="39230" y="3568"/>
                  </a:lnTo>
                  <a:lnTo>
                    <a:pt x="39649" y="3187"/>
                  </a:lnTo>
                  <a:close/>
                </a:path>
                <a:path w="61595" h="19050">
                  <a:moveTo>
                    <a:pt x="41681" y="381"/>
                  </a:moveTo>
                  <a:lnTo>
                    <a:pt x="41325" y="444"/>
                  </a:lnTo>
                  <a:lnTo>
                    <a:pt x="41376" y="800"/>
                  </a:lnTo>
                  <a:lnTo>
                    <a:pt x="41554" y="749"/>
                  </a:lnTo>
                  <a:lnTo>
                    <a:pt x="41440" y="952"/>
                  </a:lnTo>
                  <a:lnTo>
                    <a:pt x="41084" y="787"/>
                  </a:lnTo>
                  <a:lnTo>
                    <a:pt x="41351" y="1117"/>
                  </a:lnTo>
                  <a:lnTo>
                    <a:pt x="41617" y="1054"/>
                  </a:lnTo>
                  <a:lnTo>
                    <a:pt x="41643" y="825"/>
                  </a:lnTo>
                  <a:lnTo>
                    <a:pt x="41656" y="609"/>
                  </a:lnTo>
                  <a:lnTo>
                    <a:pt x="41681" y="381"/>
                  </a:lnTo>
                  <a:close/>
                </a:path>
                <a:path w="61595" h="19050">
                  <a:moveTo>
                    <a:pt x="41935" y="8724"/>
                  </a:moveTo>
                  <a:close/>
                </a:path>
                <a:path w="61595" h="19050">
                  <a:moveTo>
                    <a:pt x="42125" y="8191"/>
                  </a:moveTo>
                  <a:lnTo>
                    <a:pt x="41744" y="8140"/>
                  </a:lnTo>
                  <a:lnTo>
                    <a:pt x="41605" y="8470"/>
                  </a:lnTo>
                  <a:lnTo>
                    <a:pt x="41897" y="8712"/>
                  </a:lnTo>
                  <a:lnTo>
                    <a:pt x="42024" y="8458"/>
                  </a:lnTo>
                  <a:lnTo>
                    <a:pt x="41643" y="8458"/>
                  </a:lnTo>
                  <a:lnTo>
                    <a:pt x="42125" y="8191"/>
                  </a:lnTo>
                  <a:close/>
                </a:path>
                <a:path w="61595" h="19050">
                  <a:moveTo>
                    <a:pt x="42138" y="9677"/>
                  </a:moveTo>
                  <a:lnTo>
                    <a:pt x="41033" y="9258"/>
                  </a:lnTo>
                  <a:lnTo>
                    <a:pt x="41554" y="8064"/>
                  </a:lnTo>
                  <a:lnTo>
                    <a:pt x="41224" y="8064"/>
                  </a:lnTo>
                  <a:lnTo>
                    <a:pt x="40957" y="9232"/>
                  </a:lnTo>
                  <a:lnTo>
                    <a:pt x="39941" y="8839"/>
                  </a:lnTo>
                  <a:lnTo>
                    <a:pt x="39319" y="8064"/>
                  </a:lnTo>
                  <a:lnTo>
                    <a:pt x="39471" y="8648"/>
                  </a:lnTo>
                  <a:lnTo>
                    <a:pt x="38531" y="8293"/>
                  </a:lnTo>
                  <a:lnTo>
                    <a:pt x="38671" y="9677"/>
                  </a:lnTo>
                  <a:lnTo>
                    <a:pt x="39763" y="9677"/>
                  </a:lnTo>
                  <a:lnTo>
                    <a:pt x="40805" y="9956"/>
                  </a:lnTo>
                  <a:lnTo>
                    <a:pt x="40652" y="9677"/>
                  </a:lnTo>
                  <a:lnTo>
                    <a:pt x="40855" y="9677"/>
                  </a:lnTo>
                  <a:lnTo>
                    <a:pt x="42138" y="9677"/>
                  </a:lnTo>
                  <a:close/>
                </a:path>
                <a:path w="61595" h="19050">
                  <a:moveTo>
                    <a:pt x="42684" y="10845"/>
                  </a:moveTo>
                  <a:lnTo>
                    <a:pt x="42202" y="10807"/>
                  </a:lnTo>
                  <a:lnTo>
                    <a:pt x="42176" y="11099"/>
                  </a:lnTo>
                  <a:lnTo>
                    <a:pt x="42405" y="11099"/>
                  </a:lnTo>
                  <a:lnTo>
                    <a:pt x="42595" y="11036"/>
                  </a:lnTo>
                  <a:lnTo>
                    <a:pt x="42684" y="10845"/>
                  </a:lnTo>
                  <a:close/>
                </a:path>
                <a:path w="61595" h="19050">
                  <a:moveTo>
                    <a:pt x="43853" y="12573"/>
                  </a:moveTo>
                  <a:lnTo>
                    <a:pt x="43573" y="12636"/>
                  </a:lnTo>
                  <a:lnTo>
                    <a:pt x="43611" y="12433"/>
                  </a:lnTo>
                  <a:lnTo>
                    <a:pt x="43332" y="12344"/>
                  </a:lnTo>
                  <a:lnTo>
                    <a:pt x="43230" y="12598"/>
                  </a:lnTo>
                  <a:lnTo>
                    <a:pt x="43484" y="12547"/>
                  </a:lnTo>
                  <a:lnTo>
                    <a:pt x="43484" y="12738"/>
                  </a:lnTo>
                  <a:lnTo>
                    <a:pt x="43853" y="12573"/>
                  </a:lnTo>
                  <a:close/>
                </a:path>
                <a:path w="61595" h="19050">
                  <a:moveTo>
                    <a:pt x="44030" y="11950"/>
                  </a:moveTo>
                  <a:lnTo>
                    <a:pt x="43815" y="11811"/>
                  </a:lnTo>
                  <a:lnTo>
                    <a:pt x="43726" y="12103"/>
                  </a:lnTo>
                  <a:lnTo>
                    <a:pt x="43268" y="11899"/>
                  </a:lnTo>
                  <a:lnTo>
                    <a:pt x="43230" y="12026"/>
                  </a:lnTo>
                  <a:lnTo>
                    <a:pt x="43408" y="12230"/>
                  </a:lnTo>
                  <a:lnTo>
                    <a:pt x="43624" y="12268"/>
                  </a:lnTo>
                  <a:lnTo>
                    <a:pt x="44030" y="11950"/>
                  </a:lnTo>
                  <a:close/>
                </a:path>
                <a:path w="61595" h="19050">
                  <a:moveTo>
                    <a:pt x="44881" y="10236"/>
                  </a:moveTo>
                  <a:lnTo>
                    <a:pt x="44081" y="10007"/>
                  </a:lnTo>
                  <a:lnTo>
                    <a:pt x="44145" y="10947"/>
                  </a:lnTo>
                  <a:lnTo>
                    <a:pt x="43599" y="10922"/>
                  </a:lnTo>
                  <a:lnTo>
                    <a:pt x="43243" y="10795"/>
                  </a:lnTo>
                  <a:lnTo>
                    <a:pt x="43218" y="10972"/>
                  </a:lnTo>
                  <a:lnTo>
                    <a:pt x="43421" y="10947"/>
                  </a:lnTo>
                  <a:lnTo>
                    <a:pt x="43459" y="11137"/>
                  </a:lnTo>
                  <a:lnTo>
                    <a:pt x="43573" y="10947"/>
                  </a:lnTo>
                  <a:lnTo>
                    <a:pt x="43573" y="11163"/>
                  </a:lnTo>
                  <a:lnTo>
                    <a:pt x="43726" y="11112"/>
                  </a:lnTo>
                  <a:lnTo>
                    <a:pt x="43561" y="11290"/>
                  </a:lnTo>
                  <a:lnTo>
                    <a:pt x="44145" y="11150"/>
                  </a:lnTo>
                  <a:lnTo>
                    <a:pt x="44323" y="10515"/>
                  </a:lnTo>
                  <a:lnTo>
                    <a:pt x="44805" y="10236"/>
                  </a:lnTo>
                  <a:close/>
                </a:path>
                <a:path w="61595" h="19050">
                  <a:moveTo>
                    <a:pt x="45135" y="5346"/>
                  </a:moveTo>
                  <a:lnTo>
                    <a:pt x="44983" y="4660"/>
                  </a:lnTo>
                  <a:lnTo>
                    <a:pt x="44843" y="5321"/>
                  </a:lnTo>
                  <a:lnTo>
                    <a:pt x="45135" y="5346"/>
                  </a:lnTo>
                  <a:close/>
                </a:path>
                <a:path w="61595" h="19050">
                  <a:moveTo>
                    <a:pt x="45681" y="4762"/>
                  </a:moveTo>
                  <a:lnTo>
                    <a:pt x="45542" y="4749"/>
                  </a:lnTo>
                  <a:lnTo>
                    <a:pt x="45224" y="4940"/>
                  </a:lnTo>
                  <a:lnTo>
                    <a:pt x="45262" y="4749"/>
                  </a:lnTo>
                  <a:lnTo>
                    <a:pt x="45389" y="4635"/>
                  </a:lnTo>
                  <a:lnTo>
                    <a:pt x="45567" y="4572"/>
                  </a:lnTo>
                  <a:lnTo>
                    <a:pt x="45288" y="4457"/>
                  </a:lnTo>
                  <a:lnTo>
                    <a:pt x="45173" y="4699"/>
                  </a:lnTo>
                  <a:lnTo>
                    <a:pt x="45186" y="4991"/>
                  </a:lnTo>
                  <a:lnTo>
                    <a:pt x="45326" y="5232"/>
                  </a:lnTo>
                  <a:lnTo>
                    <a:pt x="45605" y="5067"/>
                  </a:lnTo>
                  <a:lnTo>
                    <a:pt x="45516" y="4826"/>
                  </a:lnTo>
                  <a:lnTo>
                    <a:pt x="45681" y="4762"/>
                  </a:lnTo>
                  <a:close/>
                </a:path>
                <a:path w="61595" h="19050">
                  <a:moveTo>
                    <a:pt x="45948" y="8978"/>
                  </a:moveTo>
                  <a:lnTo>
                    <a:pt x="45605" y="8978"/>
                  </a:lnTo>
                  <a:lnTo>
                    <a:pt x="45262" y="8953"/>
                  </a:lnTo>
                  <a:lnTo>
                    <a:pt x="45364" y="9232"/>
                  </a:lnTo>
                  <a:lnTo>
                    <a:pt x="45554" y="9131"/>
                  </a:lnTo>
                  <a:lnTo>
                    <a:pt x="45631" y="9347"/>
                  </a:lnTo>
                  <a:lnTo>
                    <a:pt x="45681" y="9156"/>
                  </a:lnTo>
                  <a:lnTo>
                    <a:pt x="45910" y="9182"/>
                  </a:lnTo>
                  <a:lnTo>
                    <a:pt x="45948" y="8978"/>
                  </a:lnTo>
                  <a:close/>
                </a:path>
                <a:path w="61595" h="19050">
                  <a:moveTo>
                    <a:pt x="46799" y="12433"/>
                  </a:moveTo>
                  <a:lnTo>
                    <a:pt x="46621" y="12230"/>
                  </a:lnTo>
                  <a:lnTo>
                    <a:pt x="46405" y="12242"/>
                  </a:lnTo>
                  <a:lnTo>
                    <a:pt x="46215" y="12293"/>
                  </a:lnTo>
                  <a:lnTo>
                    <a:pt x="46126" y="12471"/>
                  </a:lnTo>
                  <a:lnTo>
                    <a:pt x="46355" y="12496"/>
                  </a:lnTo>
                  <a:lnTo>
                    <a:pt x="46418" y="12331"/>
                  </a:lnTo>
                  <a:lnTo>
                    <a:pt x="46697" y="12433"/>
                  </a:lnTo>
                  <a:close/>
                </a:path>
                <a:path w="61595" h="19050">
                  <a:moveTo>
                    <a:pt x="48323" y="13601"/>
                  </a:moveTo>
                  <a:lnTo>
                    <a:pt x="47929" y="13703"/>
                  </a:lnTo>
                  <a:lnTo>
                    <a:pt x="47942" y="13411"/>
                  </a:lnTo>
                  <a:lnTo>
                    <a:pt x="48145" y="13335"/>
                  </a:lnTo>
                  <a:lnTo>
                    <a:pt x="47790" y="13182"/>
                  </a:lnTo>
                  <a:lnTo>
                    <a:pt x="47866" y="13677"/>
                  </a:lnTo>
                  <a:lnTo>
                    <a:pt x="47663" y="13385"/>
                  </a:lnTo>
                  <a:lnTo>
                    <a:pt x="47599" y="13716"/>
                  </a:lnTo>
                  <a:lnTo>
                    <a:pt x="47929" y="13716"/>
                  </a:lnTo>
                  <a:lnTo>
                    <a:pt x="47993" y="13893"/>
                  </a:lnTo>
                  <a:lnTo>
                    <a:pt x="48285" y="13919"/>
                  </a:lnTo>
                  <a:lnTo>
                    <a:pt x="48323" y="13601"/>
                  </a:lnTo>
                  <a:close/>
                </a:path>
                <a:path w="61595" h="19050">
                  <a:moveTo>
                    <a:pt x="48602" y="10274"/>
                  </a:moveTo>
                  <a:lnTo>
                    <a:pt x="48564" y="10033"/>
                  </a:lnTo>
                  <a:lnTo>
                    <a:pt x="48006" y="9766"/>
                  </a:lnTo>
                  <a:lnTo>
                    <a:pt x="48158" y="9918"/>
                  </a:lnTo>
                  <a:lnTo>
                    <a:pt x="48298" y="10490"/>
                  </a:lnTo>
                  <a:lnTo>
                    <a:pt x="48501" y="10261"/>
                  </a:lnTo>
                  <a:close/>
                </a:path>
                <a:path w="61595" h="19050">
                  <a:moveTo>
                    <a:pt x="50393" y="6845"/>
                  </a:moveTo>
                  <a:lnTo>
                    <a:pt x="49949" y="6692"/>
                  </a:lnTo>
                  <a:lnTo>
                    <a:pt x="50203" y="6845"/>
                  </a:lnTo>
                  <a:lnTo>
                    <a:pt x="50101" y="7099"/>
                  </a:lnTo>
                  <a:lnTo>
                    <a:pt x="50165" y="6908"/>
                  </a:lnTo>
                  <a:lnTo>
                    <a:pt x="49923" y="6896"/>
                  </a:lnTo>
                  <a:lnTo>
                    <a:pt x="49961" y="7048"/>
                  </a:lnTo>
                  <a:lnTo>
                    <a:pt x="49758" y="7404"/>
                  </a:lnTo>
                  <a:lnTo>
                    <a:pt x="49974" y="7404"/>
                  </a:lnTo>
                  <a:lnTo>
                    <a:pt x="50152" y="7302"/>
                  </a:lnTo>
                  <a:lnTo>
                    <a:pt x="50177" y="7061"/>
                  </a:lnTo>
                  <a:lnTo>
                    <a:pt x="50342" y="7023"/>
                  </a:lnTo>
                  <a:lnTo>
                    <a:pt x="50393" y="6845"/>
                  </a:lnTo>
                  <a:close/>
                </a:path>
                <a:path w="61595" h="19050">
                  <a:moveTo>
                    <a:pt x="50546" y="7404"/>
                  </a:moveTo>
                  <a:lnTo>
                    <a:pt x="50380" y="7035"/>
                  </a:lnTo>
                  <a:lnTo>
                    <a:pt x="50165" y="7289"/>
                  </a:lnTo>
                  <a:lnTo>
                    <a:pt x="50355" y="7340"/>
                  </a:lnTo>
                  <a:lnTo>
                    <a:pt x="50546" y="7404"/>
                  </a:lnTo>
                  <a:close/>
                </a:path>
                <a:path w="61595" h="19050">
                  <a:moveTo>
                    <a:pt x="50965" y="11430"/>
                  </a:moveTo>
                  <a:lnTo>
                    <a:pt x="50673" y="11455"/>
                  </a:lnTo>
                  <a:lnTo>
                    <a:pt x="50025" y="11950"/>
                  </a:lnTo>
                  <a:lnTo>
                    <a:pt x="50444" y="11874"/>
                  </a:lnTo>
                  <a:lnTo>
                    <a:pt x="50533" y="11734"/>
                  </a:lnTo>
                  <a:lnTo>
                    <a:pt x="50901" y="11938"/>
                  </a:lnTo>
                  <a:lnTo>
                    <a:pt x="50939" y="11722"/>
                  </a:lnTo>
                  <a:lnTo>
                    <a:pt x="50965" y="11430"/>
                  </a:lnTo>
                  <a:close/>
                </a:path>
                <a:path w="61595" h="19050">
                  <a:moveTo>
                    <a:pt x="51130" y="9042"/>
                  </a:moveTo>
                  <a:lnTo>
                    <a:pt x="50965" y="9258"/>
                  </a:lnTo>
                  <a:lnTo>
                    <a:pt x="50990" y="9398"/>
                  </a:lnTo>
                  <a:lnTo>
                    <a:pt x="50723" y="9677"/>
                  </a:lnTo>
                  <a:lnTo>
                    <a:pt x="51104" y="9613"/>
                  </a:lnTo>
                  <a:lnTo>
                    <a:pt x="51104" y="9271"/>
                  </a:lnTo>
                  <a:lnTo>
                    <a:pt x="51130" y="9042"/>
                  </a:lnTo>
                  <a:close/>
                </a:path>
                <a:path w="61595" h="19050">
                  <a:moveTo>
                    <a:pt x="51739" y="12280"/>
                  </a:moveTo>
                  <a:lnTo>
                    <a:pt x="51384" y="12217"/>
                  </a:lnTo>
                  <a:lnTo>
                    <a:pt x="50977" y="12649"/>
                  </a:lnTo>
                  <a:lnTo>
                    <a:pt x="51193" y="12471"/>
                  </a:lnTo>
                  <a:lnTo>
                    <a:pt x="51638" y="12611"/>
                  </a:lnTo>
                  <a:lnTo>
                    <a:pt x="51739" y="12280"/>
                  </a:lnTo>
                  <a:close/>
                </a:path>
                <a:path w="61595" h="19050">
                  <a:moveTo>
                    <a:pt x="51981" y="15011"/>
                  </a:moveTo>
                  <a:lnTo>
                    <a:pt x="51333" y="15316"/>
                  </a:lnTo>
                  <a:lnTo>
                    <a:pt x="50914" y="15849"/>
                  </a:lnTo>
                  <a:lnTo>
                    <a:pt x="50558" y="16002"/>
                  </a:lnTo>
                  <a:lnTo>
                    <a:pt x="50342" y="16002"/>
                  </a:lnTo>
                  <a:lnTo>
                    <a:pt x="50253" y="16497"/>
                  </a:lnTo>
                  <a:lnTo>
                    <a:pt x="50660" y="16281"/>
                  </a:lnTo>
                  <a:lnTo>
                    <a:pt x="51866" y="15963"/>
                  </a:lnTo>
                  <a:lnTo>
                    <a:pt x="51943" y="15392"/>
                  </a:lnTo>
                  <a:lnTo>
                    <a:pt x="51600" y="15976"/>
                  </a:lnTo>
                  <a:lnTo>
                    <a:pt x="51104" y="15989"/>
                  </a:lnTo>
                  <a:lnTo>
                    <a:pt x="51396" y="15379"/>
                  </a:lnTo>
                  <a:lnTo>
                    <a:pt x="51981" y="15011"/>
                  </a:lnTo>
                  <a:close/>
                </a:path>
                <a:path w="61595" h="19050">
                  <a:moveTo>
                    <a:pt x="54381" y="15824"/>
                  </a:moveTo>
                  <a:lnTo>
                    <a:pt x="54292" y="15240"/>
                  </a:lnTo>
                  <a:lnTo>
                    <a:pt x="53848" y="15354"/>
                  </a:lnTo>
                  <a:lnTo>
                    <a:pt x="53975" y="15760"/>
                  </a:lnTo>
                  <a:lnTo>
                    <a:pt x="53606" y="15621"/>
                  </a:lnTo>
                  <a:lnTo>
                    <a:pt x="53886" y="15951"/>
                  </a:lnTo>
                  <a:lnTo>
                    <a:pt x="53416" y="15697"/>
                  </a:lnTo>
                  <a:lnTo>
                    <a:pt x="53492" y="15836"/>
                  </a:lnTo>
                  <a:lnTo>
                    <a:pt x="53657" y="16230"/>
                  </a:lnTo>
                  <a:lnTo>
                    <a:pt x="53784" y="16052"/>
                  </a:lnTo>
                  <a:lnTo>
                    <a:pt x="54089" y="15697"/>
                  </a:lnTo>
                  <a:lnTo>
                    <a:pt x="54089" y="15976"/>
                  </a:lnTo>
                  <a:lnTo>
                    <a:pt x="54292" y="15976"/>
                  </a:lnTo>
                  <a:lnTo>
                    <a:pt x="54381" y="15824"/>
                  </a:lnTo>
                  <a:close/>
                </a:path>
                <a:path w="61595" h="19050">
                  <a:moveTo>
                    <a:pt x="54533" y="16002"/>
                  </a:moveTo>
                  <a:lnTo>
                    <a:pt x="54381" y="15824"/>
                  </a:lnTo>
                  <a:lnTo>
                    <a:pt x="54533" y="16014"/>
                  </a:lnTo>
                  <a:close/>
                </a:path>
                <a:path w="61595" h="19050">
                  <a:moveTo>
                    <a:pt x="56172" y="13677"/>
                  </a:moveTo>
                  <a:lnTo>
                    <a:pt x="55867" y="13881"/>
                  </a:lnTo>
                  <a:lnTo>
                    <a:pt x="55651" y="13970"/>
                  </a:lnTo>
                  <a:lnTo>
                    <a:pt x="55575" y="13779"/>
                  </a:lnTo>
                  <a:lnTo>
                    <a:pt x="55651" y="14084"/>
                  </a:lnTo>
                  <a:lnTo>
                    <a:pt x="55880" y="14084"/>
                  </a:lnTo>
                  <a:lnTo>
                    <a:pt x="55968" y="13931"/>
                  </a:lnTo>
                  <a:lnTo>
                    <a:pt x="56121" y="14109"/>
                  </a:lnTo>
                  <a:lnTo>
                    <a:pt x="56172" y="13677"/>
                  </a:lnTo>
                  <a:close/>
                </a:path>
                <a:path w="61595" h="19050">
                  <a:moveTo>
                    <a:pt x="57023" y="16903"/>
                  </a:moveTo>
                  <a:lnTo>
                    <a:pt x="56756" y="16865"/>
                  </a:lnTo>
                  <a:lnTo>
                    <a:pt x="56667" y="17043"/>
                  </a:lnTo>
                  <a:lnTo>
                    <a:pt x="56807" y="17170"/>
                  </a:lnTo>
                  <a:lnTo>
                    <a:pt x="56603" y="17348"/>
                  </a:lnTo>
                  <a:lnTo>
                    <a:pt x="56857" y="17348"/>
                  </a:lnTo>
                  <a:lnTo>
                    <a:pt x="56946" y="17132"/>
                  </a:lnTo>
                  <a:lnTo>
                    <a:pt x="57023" y="16903"/>
                  </a:lnTo>
                  <a:close/>
                </a:path>
                <a:path w="61595" h="19050">
                  <a:moveTo>
                    <a:pt x="60706" y="17983"/>
                  </a:moveTo>
                  <a:lnTo>
                    <a:pt x="60413" y="18148"/>
                  </a:lnTo>
                  <a:lnTo>
                    <a:pt x="60515" y="18300"/>
                  </a:lnTo>
                  <a:lnTo>
                    <a:pt x="60706" y="17983"/>
                  </a:lnTo>
                  <a:close/>
                </a:path>
                <a:path w="61595" h="19050">
                  <a:moveTo>
                    <a:pt x="61061" y="18491"/>
                  </a:moveTo>
                  <a:lnTo>
                    <a:pt x="60858" y="18389"/>
                  </a:lnTo>
                  <a:lnTo>
                    <a:pt x="60490" y="18364"/>
                  </a:lnTo>
                  <a:lnTo>
                    <a:pt x="60325" y="18770"/>
                  </a:lnTo>
                  <a:lnTo>
                    <a:pt x="60629" y="18859"/>
                  </a:lnTo>
                  <a:lnTo>
                    <a:pt x="60629" y="18656"/>
                  </a:lnTo>
                  <a:lnTo>
                    <a:pt x="61061" y="18491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8" name="object 108"/>
            <p:cNvSpPr/>
            <p:nvPr/>
          </p:nvSpPr>
          <p:spPr>
            <a:xfrm>
              <a:off x="3992372" y="1029360"/>
              <a:ext cx="80010" cy="33020"/>
            </a:xfrm>
            <a:custGeom>
              <a:avLst/>
              <a:gdLst/>
              <a:ahLst/>
              <a:cxnLst/>
              <a:rect l="l" t="t" r="r" b="b"/>
              <a:pathLst>
                <a:path w="80010" h="33019">
                  <a:moveTo>
                    <a:pt x="482" y="17843"/>
                  </a:moveTo>
                  <a:lnTo>
                    <a:pt x="0" y="17894"/>
                  </a:lnTo>
                  <a:lnTo>
                    <a:pt x="76" y="18097"/>
                  </a:lnTo>
                  <a:lnTo>
                    <a:pt x="127" y="17907"/>
                  </a:lnTo>
                  <a:lnTo>
                    <a:pt x="431" y="18034"/>
                  </a:lnTo>
                  <a:lnTo>
                    <a:pt x="482" y="17843"/>
                  </a:lnTo>
                  <a:close/>
                </a:path>
                <a:path w="80010" h="33019">
                  <a:moveTo>
                    <a:pt x="901" y="16230"/>
                  </a:moveTo>
                  <a:lnTo>
                    <a:pt x="876" y="16103"/>
                  </a:lnTo>
                  <a:lnTo>
                    <a:pt x="469" y="16078"/>
                  </a:lnTo>
                  <a:lnTo>
                    <a:pt x="723" y="16217"/>
                  </a:lnTo>
                  <a:lnTo>
                    <a:pt x="482" y="16268"/>
                  </a:lnTo>
                  <a:lnTo>
                    <a:pt x="254" y="16357"/>
                  </a:lnTo>
                  <a:lnTo>
                    <a:pt x="317" y="16751"/>
                  </a:lnTo>
                  <a:lnTo>
                    <a:pt x="673" y="16827"/>
                  </a:lnTo>
                  <a:lnTo>
                    <a:pt x="660" y="16459"/>
                  </a:lnTo>
                  <a:lnTo>
                    <a:pt x="901" y="16421"/>
                  </a:lnTo>
                  <a:lnTo>
                    <a:pt x="901" y="16230"/>
                  </a:lnTo>
                  <a:close/>
                </a:path>
                <a:path w="80010" h="33019">
                  <a:moveTo>
                    <a:pt x="3098" y="4165"/>
                  </a:moveTo>
                  <a:lnTo>
                    <a:pt x="2984" y="4013"/>
                  </a:lnTo>
                  <a:lnTo>
                    <a:pt x="2908" y="4356"/>
                  </a:lnTo>
                  <a:lnTo>
                    <a:pt x="2336" y="4089"/>
                  </a:lnTo>
                  <a:lnTo>
                    <a:pt x="2463" y="4648"/>
                  </a:lnTo>
                  <a:lnTo>
                    <a:pt x="2794" y="4686"/>
                  </a:lnTo>
                  <a:lnTo>
                    <a:pt x="3098" y="4165"/>
                  </a:lnTo>
                  <a:close/>
                </a:path>
                <a:path w="80010" h="33019">
                  <a:moveTo>
                    <a:pt x="9093" y="2286"/>
                  </a:moveTo>
                  <a:lnTo>
                    <a:pt x="8674" y="2095"/>
                  </a:lnTo>
                  <a:lnTo>
                    <a:pt x="8382" y="2844"/>
                  </a:lnTo>
                  <a:lnTo>
                    <a:pt x="8699" y="2641"/>
                  </a:lnTo>
                  <a:lnTo>
                    <a:pt x="8864" y="2540"/>
                  </a:lnTo>
                  <a:lnTo>
                    <a:pt x="8966" y="2400"/>
                  </a:lnTo>
                  <a:lnTo>
                    <a:pt x="9093" y="2286"/>
                  </a:lnTo>
                  <a:close/>
                </a:path>
                <a:path w="80010" h="33019">
                  <a:moveTo>
                    <a:pt x="9677" y="4051"/>
                  </a:moveTo>
                  <a:lnTo>
                    <a:pt x="9550" y="3695"/>
                  </a:lnTo>
                  <a:lnTo>
                    <a:pt x="9258" y="3670"/>
                  </a:lnTo>
                  <a:lnTo>
                    <a:pt x="9194" y="4610"/>
                  </a:lnTo>
                  <a:lnTo>
                    <a:pt x="9398" y="4356"/>
                  </a:lnTo>
                  <a:lnTo>
                    <a:pt x="9194" y="4241"/>
                  </a:lnTo>
                  <a:lnTo>
                    <a:pt x="9677" y="4051"/>
                  </a:lnTo>
                  <a:close/>
                </a:path>
                <a:path w="80010" h="33019">
                  <a:moveTo>
                    <a:pt x="11277" y="10033"/>
                  </a:moveTo>
                  <a:lnTo>
                    <a:pt x="10922" y="9855"/>
                  </a:lnTo>
                  <a:lnTo>
                    <a:pt x="10883" y="10198"/>
                  </a:lnTo>
                  <a:lnTo>
                    <a:pt x="11163" y="10312"/>
                  </a:lnTo>
                  <a:lnTo>
                    <a:pt x="11163" y="10134"/>
                  </a:lnTo>
                  <a:close/>
                </a:path>
                <a:path w="80010" h="33019">
                  <a:moveTo>
                    <a:pt x="11353" y="9271"/>
                  </a:moveTo>
                  <a:lnTo>
                    <a:pt x="10617" y="9448"/>
                  </a:lnTo>
                  <a:lnTo>
                    <a:pt x="10147" y="9537"/>
                  </a:lnTo>
                  <a:lnTo>
                    <a:pt x="9613" y="9702"/>
                  </a:lnTo>
                  <a:lnTo>
                    <a:pt x="9575" y="10007"/>
                  </a:lnTo>
                  <a:lnTo>
                    <a:pt x="9842" y="10172"/>
                  </a:lnTo>
                  <a:lnTo>
                    <a:pt x="10020" y="10528"/>
                  </a:lnTo>
                  <a:lnTo>
                    <a:pt x="10045" y="9931"/>
                  </a:lnTo>
                  <a:lnTo>
                    <a:pt x="10629" y="10426"/>
                  </a:lnTo>
                  <a:lnTo>
                    <a:pt x="10807" y="10198"/>
                  </a:lnTo>
                  <a:lnTo>
                    <a:pt x="10579" y="10198"/>
                  </a:lnTo>
                  <a:lnTo>
                    <a:pt x="10528" y="10020"/>
                  </a:lnTo>
                  <a:lnTo>
                    <a:pt x="10452" y="9867"/>
                  </a:lnTo>
                  <a:lnTo>
                    <a:pt x="10845" y="9817"/>
                  </a:lnTo>
                  <a:lnTo>
                    <a:pt x="10833" y="9410"/>
                  </a:lnTo>
                  <a:lnTo>
                    <a:pt x="11252" y="9550"/>
                  </a:lnTo>
                  <a:lnTo>
                    <a:pt x="11353" y="9271"/>
                  </a:lnTo>
                  <a:close/>
                </a:path>
                <a:path w="80010" h="33019">
                  <a:moveTo>
                    <a:pt x="13716" y="3657"/>
                  </a:moveTo>
                  <a:lnTo>
                    <a:pt x="13487" y="3733"/>
                  </a:lnTo>
                  <a:lnTo>
                    <a:pt x="13347" y="3289"/>
                  </a:lnTo>
                  <a:lnTo>
                    <a:pt x="13258" y="3530"/>
                  </a:lnTo>
                  <a:lnTo>
                    <a:pt x="13284" y="4102"/>
                  </a:lnTo>
                  <a:lnTo>
                    <a:pt x="13665" y="4152"/>
                  </a:lnTo>
                  <a:lnTo>
                    <a:pt x="13716" y="3657"/>
                  </a:lnTo>
                  <a:close/>
                </a:path>
                <a:path w="80010" h="33019">
                  <a:moveTo>
                    <a:pt x="13754" y="7442"/>
                  </a:moveTo>
                  <a:lnTo>
                    <a:pt x="13398" y="7327"/>
                  </a:lnTo>
                  <a:lnTo>
                    <a:pt x="13639" y="7645"/>
                  </a:lnTo>
                  <a:lnTo>
                    <a:pt x="13322" y="7937"/>
                  </a:lnTo>
                  <a:lnTo>
                    <a:pt x="13614" y="8115"/>
                  </a:lnTo>
                  <a:lnTo>
                    <a:pt x="13652" y="7886"/>
                  </a:lnTo>
                  <a:lnTo>
                    <a:pt x="13665" y="7645"/>
                  </a:lnTo>
                  <a:lnTo>
                    <a:pt x="13754" y="7442"/>
                  </a:lnTo>
                  <a:close/>
                </a:path>
                <a:path w="80010" h="33019">
                  <a:moveTo>
                    <a:pt x="15062" y="5613"/>
                  </a:moveTo>
                  <a:lnTo>
                    <a:pt x="14897" y="5410"/>
                  </a:lnTo>
                  <a:lnTo>
                    <a:pt x="14592" y="5575"/>
                  </a:lnTo>
                  <a:lnTo>
                    <a:pt x="14668" y="5270"/>
                  </a:lnTo>
                  <a:lnTo>
                    <a:pt x="14363" y="5283"/>
                  </a:lnTo>
                  <a:lnTo>
                    <a:pt x="14338" y="5067"/>
                  </a:lnTo>
                  <a:lnTo>
                    <a:pt x="14173" y="5054"/>
                  </a:lnTo>
                  <a:lnTo>
                    <a:pt x="14478" y="5435"/>
                  </a:lnTo>
                  <a:lnTo>
                    <a:pt x="14147" y="5930"/>
                  </a:lnTo>
                  <a:lnTo>
                    <a:pt x="14351" y="6223"/>
                  </a:lnTo>
                  <a:lnTo>
                    <a:pt x="14579" y="5994"/>
                  </a:lnTo>
                  <a:lnTo>
                    <a:pt x="14782" y="5765"/>
                  </a:lnTo>
                  <a:lnTo>
                    <a:pt x="15062" y="5613"/>
                  </a:lnTo>
                  <a:close/>
                </a:path>
                <a:path w="80010" h="33019">
                  <a:moveTo>
                    <a:pt x="17030" y="254"/>
                  </a:moveTo>
                  <a:lnTo>
                    <a:pt x="16954" y="63"/>
                  </a:lnTo>
                  <a:lnTo>
                    <a:pt x="16395" y="12"/>
                  </a:lnTo>
                  <a:lnTo>
                    <a:pt x="16395" y="266"/>
                  </a:lnTo>
                  <a:lnTo>
                    <a:pt x="16827" y="584"/>
                  </a:lnTo>
                  <a:lnTo>
                    <a:pt x="16929" y="444"/>
                  </a:lnTo>
                  <a:lnTo>
                    <a:pt x="16649" y="355"/>
                  </a:lnTo>
                  <a:lnTo>
                    <a:pt x="17030" y="254"/>
                  </a:lnTo>
                  <a:close/>
                </a:path>
                <a:path w="80010" h="33019">
                  <a:moveTo>
                    <a:pt x="17691" y="228"/>
                  </a:moveTo>
                  <a:lnTo>
                    <a:pt x="17437" y="101"/>
                  </a:lnTo>
                  <a:lnTo>
                    <a:pt x="17297" y="203"/>
                  </a:lnTo>
                  <a:lnTo>
                    <a:pt x="17691" y="228"/>
                  </a:lnTo>
                  <a:close/>
                </a:path>
                <a:path w="80010" h="33019">
                  <a:moveTo>
                    <a:pt x="17805" y="2870"/>
                  </a:moveTo>
                  <a:lnTo>
                    <a:pt x="17602" y="2540"/>
                  </a:lnTo>
                  <a:lnTo>
                    <a:pt x="17602" y="2260"/>
                  </a:lnTo>
                  <a:lnTo>
                    <a:pt x="17310" y="2273"/>
                  </a:lnTo>
                  <a:lnTo>
                    <a:pt x="17170" y="2133"/>
                  </a:lnTo>
                  <a:lnTo>
                    <a:pt x="16979" y="2590"/>
                  </a:lnTo>
                  <a:lnTo>
                    <a:pt x="17805" y="2870"/>
                  </a:lnTo>
                  <a:close/>
                </a:path>
                <a:path w="80010" h="33019">
                  <a:moveTo>
                    <a:pt x="19164" y="8648"/>
                  </a:moveTo>
                  <a:lnTo>
                    <a:pt x="19075" y="8331"/>
                  </a:lnTo>
                  <a:lnTo>
                    <a:pt x="18846" y="7632"/>
                  </a:lnTo>
                  <a:lnTo>
                    <a:pt x="18478" y="7835"/>
                  </a:lnTo>
                  <a:lnTo>
                    <a:pt x="18808" y="8039"/>
                  </a:lnTo>
                  <a:lnTo>
                    <a:pt x="18897" y="8432"/>
                  </a:lnTo>
                  <a:lnTo>
                    <a:pt x="19164" y="8648"/>
                  </a:lnTo>
                  <a:close/>
                </a:path>
                <a:path w="80010" h="33019">
                  <a:moveTo>
                    <a:pt x="19850" y="1066"/>
                  </a:moveTo>
                  <a:close/>
                </a:path>
                <a:path w="80010" h="33019">
                  <a:moveTo>
                    <a:pt x="20193" y="18630"/>
                  </a:moveTo>
                  <a:lnTo>
                    <a:pt x="19850" y="18326"/>
                  </a:lnTo>
                  <a:lnTo>
                    <a:pt x="19697" y="18567"/>
                  </a:lnTo>
                  <a:lnTo>
                    <a:pt x="19710" y="18796"/>
                  </a:lnTo>
                  <a:lnTo>
                    <a:pt x="19989" y="18923"/>
                  </a:lnTo>
                  <a:lnTo>
                    <a:pt x="19964" y="18656"/>
                  </a:lnTo>
                  <a:lnTo>
                    <a:pt x="20091" y="18630"/>
                  </a:lnTo>
                  <a:close/>
                </a:path>
                <a:path w="80010" h="33019">
                  <a:moveTo>
                    <a:pt x="21031" y="1676"/>
                  </a:moveTo>
                  <a:lnTo>
                    <a:pt x="20180" y="1130"/>
                  </a:lnTo>
                  <a:lnTo>
                    <a:pt x="20370" y="1054"/>
                  </a:lnTo>
                  <a:lnTo>
                    <a:pt x="20040" y="1079"/>
                  </a:lnTo>
                  <a:lnTo>
                    <a:pt x="19850" y="1092"/>
                  </a:lnTo>
                  <a:lnTo>
                    <a:pt x="20180" y="1409"/>
                  </a:lnTo>
                  <a:lnTo>
                    <a:pt x="21031" y="1676"/>
                  </a:lnTo>
                  <a:close/>
                </a:path>
                <a:path w="80010" h="33019">
                  <a:moveTo>
                    <a:pt x="22275" y="29984"/>
                  </a:moveTo>
                  <a:lnTo>
                    <a:pt x="21920" y="29959"/>
                  </a:lnTo>
                  <a:lnTo>
                    <a:pt x="21945" y="29654"/>
                  </a:lnTo>
                  <a:lnTo>
                    <a:pt x="21551" y="29654"/>
                  </a:lnTo>
                  <a:lnTo>
                    <a:pt x="21577" y="30048"/>
                  </a:lnTo>
                  <a:lnTo>
                    <a:pt x="21971" y="30086"/>
                  </a:lnTo>
                  <a:lnTo>
                    <a:pt x="22275" y="29984"/>
                  </a:lnTo>
                  <a:close/>
                </a:path>
                <a:path w="80010" h="33019">
                  <a:moveTo>
                    <a:pt x="22910" y="26289"/>
                  </a:moveTo>
                  <a:lnTo>
                    <a:pt x="22847" y="26098"/>
                  </a:lnTo>
                  <a:lnTo>
                    <a:pt x="22898" y="25806"/>
                  </a:lnTo>
                  <a:lnTo>
                    <a:pt x="22644" y="25730"/>
                  </a:lnTo>
                  <a:lnTo>
                    <a:pt x="22821" y="26073"/>
                  </a:lnTo>
                  <a:lnTo>
                    <a:pt x="22580" y="26238"/>
                  </a:lnTo>
                  <a:lnTo>
                    <a:pt x="22263" y="26314"/>
                  </a:lnTo>
                  <a:lnTo>
                    <a:pt x="22567" y="26530"/>
                  </a:lnTo>
                  <a:lnTo>
                    <a:pt x="22504" y="26289"/>
                  </a:lnTo>
                  <a:lnTo>
                    <a:pt x="22809" y="26377"/>
                  </a:lnTo>
                  <a:close/>
                </a:path>
                <a:path w="80010" h="33019">
                  <a:moveTo>
                    <a:pt x="23736" y="25806"/>
                  </a:moveTo>
                  <a:lnTo>
                    <a:pt x="23507" y="25692"/>
                  </a:lnTo>
                  <a:lnTo>
                    <a:pt x="23545" y="25971"/>
                  </a:lnTo>
                  <a:lnTo>
                    <a:pt x="23177" y="25857"/>
                  </a:lnTo>
                  <a:lnTo>
                    <a:pt x="23253" y="26212"/>
                  </a:lnTo>
                  <a:lnTo>
                    <a:pt x="23609" y="26352"/>
                  </a:lnTo>
                  <a:lnTo>
                    <a:pt x="23736" y="25806"/>
                  </a:lnTo>
                  <a:close/>
                </a:path>
                <a:path w="80010" h="33019">
                  <a:moveTo>
                    <a:pt x="24587" y="419"/>
                  </a:moveTo>
                  <a:lnTo>
                    <a:pt x="24409" y="419"/>
                  </a:lnTo>
                  <a:lnTo>
                    <a:pt x="24396" y="596"/>
                  </a:lnTo>
                  <a:lnTo>
                    <a:pt x="24193" y="533"/>
                  </a:lnTo>
                  <a:lnTo>
                    <a:pt x="24168" y="355"/>
                  </a:lnTo>
                  <a:lnTo>
                    <a:pt x="23939" y="342"/>
                  </a:lnTo>
                  <a:lnTo>
                    <a:pt x="23876" y="647"/>
                  </a:lnTo>
                  <a:lnTo>
                    <a:pt x="24231" y="584"/>
                  </a:lnTo>
                  <a:lnTo>
                    <a:pt x="24371" y="685"/>
                  </a:lnTo>
                  <a:lnTo>
                    <a:pt x="24587" y="419"/>
                  </a:lnTo>
                  <a:close/>
                </a:path>
                <a:path w="80010" h="33019">
                  <a:moveTo>
                    <a:pt x="25285" y="4343"/>
                  </a:moveTo>
                  <a:lnTo>
                    <a:pt x="24803" y="3670"/>
                  </a:lnTo>
                  <a:lnTo>
                    <a:pt x="24549" y="4178"/>
                  </a:lnTo>
                  <a:lnTo>
                    <a:pt x="24853" y="4241"/>
                  </a:lnTo>
                  <a:lnTo>
                    <a:pt x="24892" y="4660"/>
                  </a:lnTo>
                  <a:lnTo>
                    <a:pt x="25285" y="4343"/>
                  </a:lnTo>
                  <a:close/>
                </a:path>
                <a:path w="80010" h="33019">
                  <a:moveTo>
                    <a:pt x="25628" y="4457"/>
                  </a:moveTo>
                  <a:lnTo>
                    <a:pt x="25577" y="4292"/>
                  </a:lnTo>
                  <a:lnTo>
                    <a:pt x="25285" y="4343"/>
                  </a:lnTo>
                  <a:lnTo>
                    <a:pt x="25285" y="4584"/>
                  </a:lnTo>
                  <a:lnTo>
                    <a:pt x="25488" y="5041"/>
                  </a:lnTo>
                  <a:lnTo>
                    <a:pt x="25628" y="4851"/>
                  </a:lnTo>
                  <a:lnTo>
                    <a:pt x="25412" y="4826"/>
                  </a:lnTo>
                  <a:lnTo>
                    <a:pt x="25628" y="4457"/>
                  </a:lnTo>
                  <a:close/>
                </a:path>
                <a:path w="80010" h="33019">
                  <a:moveTo>
                    <a:pt x="26441" y="1066"/>
                  </a:moveTo>
                  <a:lnTo>
                    <a:pt x="25920" y="1104"/>
                  </a:lnTo>
                  <a:lnTo>
                    <a:pt x="25679" y="1193"/>
                  </a:lnTo>
                  <a:lnTo>
                    <a:pt x="25806" y="1320"/>
                  </a:lnTo>
                  <a:lnTo>
                    <a:pt x="25323" y="1651"/>
                  </a:lnTo>
                  <a:lnTo>
                    <a:pt x="25717" y="1866"/>
                  </a:lnTo>
                  <a:lnTo>
                    <a:pt x="25920" y="1651"/>
                  </a:lnTo>
                  <a:lnTo>
                    <a:pt x="26098" y="1409"/>
                  </a:lnTo>
                  <a:lnTo>
                    <a:pt x="26339" y="1244"/>
                  </a:lnTo>
                  <a:lnTo>
                    <a:pt x="26187" y="1422"/>
                  </a:lnTo>
                  <a:lnTo>
                    <a:pt x="26416" y="1435"/>
                  </a:lnTo>
                  <a:lnTo>
                    <a:pt x="26441" y="1066"/>
                  </a:lnTo>
                  <a:close/>
                </a:path>
                <a:path w="80010" h="33019">
                  <a:moveTo>
                    <a:pt x="27203" y="30429"/>
                  </a:moveTo>
                  <a:lnTo>
                    <a:pt x="26860" y="30365"/>
                  </a:lnTo>
                  <a:lnTo>
                    <a:pt x="27000" y="30657"/>
                  </a:lnTo>
                  <a:lnTo>
                    <a:pt x="26555" y="30886"/>
                  </a:lnTo>
                  <a:lnTo>
                    <a:pt x="26809" y="30988"/>
                  </a:lnTo>
                  <a:lnTo>
                    <a:pt x="27076" y="30988"/>
                  </a:lnTo>
                  <a:lnTo>
                    <a:pt x="27203" y="30429"/>
                  </a:lnTo>
                  <a:close/>
                </a:path>
                <a:path w="80010" h="33019">
                  <a:moveTo>
                    <a:pt x="31076" y="25463"/>
                  </a:moveTo>
                  <a:lnTo>
                    <a:pt x="30454" y="25298"/>
                  </a:lnTo>
                  <a:lnTo>
                    <a:pt x="30289" y="25463"/>
                  </a:lnTo>
                  <a:lnTo>
                    <a:pt x="30505" y="25565"/>
                  </a:lnTo>
                  <a:lnTo>
                    <a:pt x="30276" y="25654"/>
                  </a:lnTo>
                  <a:lnTo>
                    <a:pt x="30670" y="25692"/>
                  </a:lnTo>
                  <a:lnTo>
                    <a:pt x="31038" y="25704"/>
                  </a:lnTo>
                  <a:lnTo>
                    <a:pt x="31076" y="25463"/>
                  </a:lnTo>
                  <a:close/>
                </a:path>
                <a:path w="80010" h="33019">
                  <a:moveTo>
                    <a:pt x="31140" y="31991"/>
                  </a:moveTo>
                  <a:lnTo>
                    <a:pt x="30657" y="31877"/>
                  </a:lnTo>
                  <a:lnTo>
                    <a:pt x="30721" y="32524"/>
                  </a:lnTo>
                  <a:lnTo>
                    <a:pt x="30962" y="32600"/>
                  </a:lnTo>
                  <a:lnTo>
                    <a:pt x="30988" y="32385"/>
                  </a:lnTo>
                  <a:lnTo>
                    <a:pt x="30975" y="32105"/>
                  </a:lnTo>
                  <a:lnTo>
                    <a:pt x="31140" y="31991"/>
                  </a:lnTo>
                  <a:close/>
                </a:path>
                <a:path w="80010" h="33019">
                  <a:moveTo>
                    <a:pt x="31775" y="14020"/>
                  </a:moveTo>
                  <a:lnTo>
                    <a:pt x="31584" y="13804"/>
                  </a:lnTo>
                  <a:lnTo>
                    <a:pt x="31508" y="14033"/>
                  </a:lnTo>
                  <a:lnTo>
                    <a:pt x="30988" y="14236"/>
                  </a:lnTo>
                  <a:lnTo>
                    <a:pt x="31165" y="14452"/>
                  </a:lnTo>
                  <a:lnTo>
                    <a:pt x="31305" y="14274"/>
                  </a:lnTo>
                  <a:lnTo>
                    <a:pt x="31775" y="14020"/>
                  </a:lnTo>
                  <a:close/>
                </a:path>
                <a:path w="80010" h="33019">
                  <a:moveTo>
                    <a:pt x="34569" y="30949"/>
                  </a:moveTo>
                  <a:lnTo>
                    <a:pt x="34340" y="30924"/>
                  </a:lnTo>
                  <a:lnTo>
                    <a:pt x="34163" y="31051"/>
                  </a:lnTo>
                  <a:lnTo>
                    <a:pt x="34137" y="31432"/>
                  </a:lnTo>
                  <a:lnTo>
                    <a:pt x="34505" y="31394"/>
                  </a:lnTo>
                  <a:lnTo>
                    <a:pt x="34531" y="31165"/>
                  </a:lnTo>
                  <a:lnTo>
                    <a:pt x="34569" y="30949"/>
                  </a:lnTo>
                  <a:close/>
                </a:path>
                <a:path w="80010" h="33019">
                  <a:moveTo>
                    <a:pt x="34671" y="28384"/>
                  </a:moveTo>
                  <a:lnTo>
                    <a:pt x="34658" y="28117"/>
                  </a:lnTo>
                  <a:lnTo>
                    <a:pt x="34493" y="27889"/>
                  </a:lnTo>
                  <a:lnTo>
                    <a:pt x="34467" y="28117"/>
                  </a:lnTo>
                  <a:lnTo>
                    <a:pt x="34264" y="28181"/>
                  </a:lnTo>
                  <a:lnTo>
                    <a:pt x="34137" y="28321"/>
                  </a:lnTo>
                  <a:lnTo>
                    <a:pt x="33934" y="28194"/>
                  </a:lnTo>
                  <a:lnTo>
                    <a:pt x="34023" y="28371"/>
                  </a:lnTo>
                  <a:lnTo>
                    <a:pt x="34239" y="28422"/>
                  </a:lnTo>
                  <a:lnTo>
                    <a:pt x="34442" y="28498"/>
                  </a:lnTo>
                  <a:lnTo>
                    <a:pt x="34671" y="28384"/>
                  </a:lnTo>
                  <a:close/>
                </a:path>
                <a:path w="80010" h="33019">
                  <a:moveTo>
                    <a:pt x="38061" y="30060"/>
                  </a:moveTo>
                  <a:lnTo>
                    <a:pt x="37871" y="30048"/>
                  </a:lnTo>
                  <a:lnTo>
                    <a:pt x="37731" y="30010"/>
                  </a:lnTo>
                  <a:lnTo>
                    <a:pt x="37744" y="30251"/>
                  </a:lnTo>
                  <a:lnTo>
                    <a:pt x="37350" y="30530"/>
                  </a:lnTo>
                  <a:lnTo>
                    <a:pt x="37566" y="30645"/>
                  </a:lnTo>
                  <a:lnTo>
                    <a:pt x="37680" y="30391"/>
                  </a:lnTo>
                  <a:lnTo>
                    <a:pt x="37884" y="30238"/>
                  </a:lnTo>
                  <a:lnTo>
                    <a:pt x="38061" y="30060"/>
                  </a:lnTo>
                  <a:close/>
                </a:path>
                <a:path w="80010" h="33019">
                  <a:moveTo>
                    <a:pt x="38239" y="14643"/>
                  </a:moveTo>
                  <a:lnTo>
                    <a:pt x="37769" y="14643"/>
                  </a:lnTo>
                  <a:lnTo>
                    <a:pt x="37604" y="15062"/>
                  </a:lnTo>
                  <a:lnTo>
                    <a:pt x="37249" y="15240"/>
                  </a:lnTo>
                  <a:lnTo>
                    <a:pt x="37655" y="15125"/>
                  </a:lnTo>
                  <a:lnTo>
                    <a:pt x="37909" y="14833"/>
                  </a:lnTo>
                  <a:lnTo>
                    <a:pt x="38239" y="14643"/>
                  </a:lnTo>
                  <a:close/>
                </a:path>
                <a:path w="80010" h="33019">
                  <a:moveTo>
                    <a:pt x="38646" y="15328"/>
                  </a:moveTo>
                  <a:lnTo>
                    <a:pt x="38328" y="15036"/>
                  </a:lnTo>
                  <a:lnTo>
                    <a:pt x="38620" y="14884"/>
                  </a:lnTo>
                  <a:lnTo>
                    <a:pt x="38341" y="14884"/>
                  </a:lnTo>
                  <a:lnTo>
                    <a:pt x="38214" y="15138"/>
                  </a:lnTo>
                  <a:lnTo>
                    <a:pt x="38392" y="15252"/>
                  </a:lnTo>
                  <a:lnTo>
                    <a:pt x="38201" y="15328"/>
                  </a:lnTo>
                  <a:lnTo>
                    <a:pt x="38646" y="15328"/>
                  </a:lnTo>
                  <a:close/>
                </a:path>
                <a:path w="80010" h="33019">
                  <a:moveTo>
                    <a:pt x="38747" y="10922"/>
                  </a:moveTo>
                  <a:lnTo>
                    <a:pt x="38544" y="10756"/>
                  </a:lnTo>
                  <a:lnTo>
                    <a:pt x="38392" y="11137"/>
                  </a:lnTo>
                  <a:lnTo>
                    <a:pt x="38379" y="10883"/>
                  </a:lnTo>
                  <a:lnTo>
                    <a:pt x="38176" y="11023"/>
                  </a:lnTo>
                  <a:lnTo>
                    <a:pt x="38074" y="11150"/>
                  </a:lnTo>
                  <a:lnTo>
                    <a:pt x="38430" y="11226"/>
                  </a:lnTo>
                  <a:lnTo>
                    <a:pt x="38569" y="11036"/>
                  </a:lnTo>
                  <a:lnTo>
                    <a:pt x="38747" y="10922"/>
                  </a:lnTo>
                  <a:close/>
                </a:path>
                <a:path w="80010" h="33019">
                  <a:moveTo>
                    <a:pt x="39814" y="11264"/>
                  </a:moveTo>
                  <a:lnTo>
                    <a:pt x="39712" y="10807"/>
                  </a:lnTo>
                  <a:lnTo>
                    <a:pt x="39611" y="10388"/>
                  </a:lnTo>
                  <a:lnTo>
                    <a:pt x="39344" y="10807"/>
                  </a:lnTo>
                  <a:lnTo>
                    <a:pt x="39281" y="10960"/>
                  </a:lnTo>
                  <a:lnTo>
                    <a:pt x="39166" y="11264"/>
                  </a:lnTo>
                  <a:lnTo>
                    <a:pt x="39814" y="11264"/>
                  </a:lnTo>
                  <a:close/>
                </a:path>
                <a:path w="80010" h="33019">
                  <a:moveTo>
                    <a:pt x="39928" y="14909"/>
                  </a:moveTo>
                  <a:lnTo>
                    <a:pt x="39585" y="14833"/>
                  </a:lnTo>
                  <a:lnTo>
                    <a:pt x="39217" y="14274"/>
                  </a:lnTo>
                  <a:lnTo>
                    <a:pt x="38823" y="14528"/>
                  </a:lnTo>
                  <a:lnTo>
                    <a:pt x="39166" y="14605"/>
                  </a:lnTo>
                  <a:lnTo>
                    <a:pt x="39928" y="15138"/>
                  </a:lnTo>
                  <a:lnTo>
                    <a:pt x="39928" y="14909"/>
                  </a:lnTo>
                  <a:close/>
                </a:path>
                <a:path w="80010" h="33019">
                  <a:moveTo>
                    <a:pt x="40589" y="13296"/>
                  </a:moveTo>
                  <a:lnTo>
                    <a:pt x="40017" y="12661"/>
                  </a:lnTo>
                  <a:lnTo>
                    <a:pt x="39890" y="13157"/>
                  </a:lnTo>
                  <a:lnTo>
                    <a:pt x="40093" y="13335"/>
                  </a:lnTo>
                  <a:lnTo>
                    <a:pt x="40589" y="13296"/>
                  </a:lnTo>
                  <a:close/>
                </a:path>
                <a:path w="80010" h="33019">
                  <a:moveTo>
                    <a:pt x="40995" y="13728"/>
                  </a:moveTo>
                  <a:lnTo>
                    <a:pt x="40589" y="13296"/>
                  </a:lnTo>
                  <a:lnTo>
                    <a:pt x="40309" y="13677"/>
                  </a:lnTo>
                  <a:lnTo>
                    <a:pt x="40995" y="13728"/>
                  </a:lnTo>
                  <a:close/>
                </a:path>
                <a:path w="80010" h="33019">
                  <a:moveTo>
                    <a:pt x="41135" y="9677"/>
                  </a:moveTo>
                  <a:lnTo>
                    <a:pt x="40906" y="9575"/>
                  </a:lnTo>
                  <a:lnTo>
                    <a:pt x="40830" y="8890"/>
                  </a:lnTo>
                  <a:lnTo>
                    <a:pt x="40525" y="9131"/>
                  </a:lnTo>
                  <a:lnTo>
                    <a:pt x="40779" y="9232"/>
                  </a:lnTo>
                  <a:lnTo>
                    <a:pt x="40944" y="9829"/>
                  </a:lnTo>
                  <a:lnTo>
                    <a:pt x="41135" y="9677"/>
                  </a:lnTo>
                  <a:close/>
                </a:path>
                <a:path w="80010" h="33019">
                  <a:moveTo>
                    <a:pt x="43319" y="26733"/>
                  </a:moveTo>
                  <a:lnTo>
                    <a:pt x="43294" y="26466"/>
                  </a:lnTo>
                  <a:lnTo>
                    <a:pt x="42976" y="26454"/>
                  </a:lnTo>
                  <a:lnTo>
                    <a:pt x="42786" y="26339"/>
                  </a:lnTo>
                  <a:lnTo>
                    <a:pt x="42583" y="26238"/>
                  </a:lnTo>
                  <a:lnTo>
                    <a:pt x="42735" y="26581"/>
                  </a:lnTo>
                  <a:lnTo>
                    <a:pt x="42722" y="26352"/>
                  </a:lnTo>
                  <a:lnTo>
                    <a:pt x="43319" y="26733"/>
                  </a:lnTo>
                  <a:close/>
                </a:path>
                <a:path w="80010" h="33019">
                  <a:moveTo>
                    <a:pt x="44932" y="7404"/>
                  </a:moveTo>
                  <a:lnTo>
                    <a:pt x="44653" y="7277"/>
                  </a:lnTo>
                  <a:lnTo>
                    <a:pt x="44475" y="7569"/>
                  </a:lnTo>
                  <a:lnTo>
                    <a:pt x="44234" y="7975"/>
                  </a:lnTo>
                  <a:lnTo>
                    <a:pt x="44399" y="8128"/>
                  </a:lnTo>
                  <a:lnTo>
                    <a:pt x="44538" y="7823"/>
                  </a:lnTo>
                  <a:lnTo>
                    <a:pt x="44640" y="7505"/>
                  </a:lnTo>
                  <a:lnTo>
                    <a:pt x="44932" y="7404"/>
                  </a:lnTo>
                  <a:close/>
                </a:path>
                <a:path w="80010" h="33019">
                  <a:moveTo>
                    <a:pt x="46634" y="2882"/>
                  </a:moveTo>
                  <a:lnTo>
                    <a:pt x="46482" y="2743"/>
                  </a:lnTo>
                  <a:lnTo>
                    <a:pt x="46050" y="2755"/>
                  </a:lnTo>
                  <a:lnTo>
                    <a:pt x="46253" y="2933"/>
                  </a:lnTo>
                  <a:lnTo>
                    <a:pt x="45961" y="3111"/>
                  </a:lnTo>
                  <a:lnTo>
                    <a:pt x="46240" y="3238"/>
                  </a:lnTo>
                  <a:lnTo>
                    <a:pt x="46329" y="3073"/>
                  </a:lnTo>
                  <a:lnTo>
                    <a:pt x="46609" y="3086"/>
                  </a:lnTo>
                  <a:lnTo>
                    <a:pt x="46634" y="2882"/>
                  </a:lnTo>
                  <a:close/>
                </a:path>
                <a:path w="80010" h="33019">
                  <a:moveTo>
                    <a:pt x="48856" y="2895"/>
                  </a:moveTo>
                  <a:lnTo>
                    <a:pt x="48539" y="2857"/>
                  </a:lnTo>
                  <a:lnTo>
                    <a:pt x="48615" y="3149"/>
                  </a:lnTo>
                  <a:lnTo>
                    <a:pt x="48856" y="2895"/>
                  </a:lnTo>
                  <a:close/>
                </a:path>
                <a:path w="80010" h="33019">
                  <a:moveTo>
                    <a:pt x="49479" y="18122"/>
                  </a:moveTo>
                  <a:lnTo>
                    <a:pt x="49009" y="17957"/>
                  </a:lnTo>
                  <a:lnTo>
                    <a:pt x="48983" y="17716"/>
                  </a:lnTo>
                  <a:lnTo>
                    <a:pt x="48780" y="17805"/>
                  </a:lnTo>
                  <a:lnTo>
                    <a:pt x="48933" y="18034"/>
                  </a:lnTo>
                  <a:lnTo>
                    <a:pt x="49199" y="18211"/>
                  </a:lnTo>
                  <a:lnTo>
                    <a:pt x="49390" y="18402"/>
                  </a:lnTo>
                  <a:lnTo>
                    <a:pt x="49479" y="18122"/>
                  </a:lnTo>
                  <a:close/>
                </a:path>
                <a:path w="80010" h="33019">
                  <a:moveTo>
                    <a:pt x="49631" y="3340"/>
                  </a:moveTo>
                  <a:lnTo>
                    <a:pt x="49085" y="2806"/>
                  </a:lnTo>
                  <a:lnTo>
                    <a:pt x="49479" y="3517"/>
                  </a:lnTo>
                  <a:lnTo>
                    <a:pt x="49631" y="3340"/>
                  </a:lnTo>
                  <a:close/>
                </a:path>
                <a:path w="80010" h="33019">
                  <a:moveTo>
                    <a:pt x="50126" y="18580"/>
                  </a:moveTo>
                  <a:lnTo>
                    <a:pt x="49923" y="18516"/>
                  </a:lnTo>
                  <a:lnTo>
                    <a:pt x="49720" y="18427"/>
                  </a:lnTo>
                  <a:lnTo>
                    <a:pt x="49415" y="18427"/>
                  </a:lnTo>
                  <a:lnTo>
                    <a:pt x="49530" y="18923"/>
                  </a:lnTo>
                  <a:lnTo>
                    <a:pt x="49872" y="18986"/>
                  </a:lnTo>
                  <a:lnTo>
                    <a:pt x="50088" y="18884"/>
                  </a:lnTo>
                  <a:lnTo>
                    <a:pt x="50126" y="18580"/>
                  </a:lnTo>
                  <a:close/>
                </a:path>
                <a:path w="80010" h="33019">
                  <a:moveTo>
                    <a:pt x="55587" y="19621"/>
                  </a:moveTo>
                  <a:lnTo>
                    <a:pt x="55473" y="18986"/>
                  </a:lnTo>
                  <a:lnTo>
                    <a:pt x="55105" y="19088"/>
                  </a:lnTo>
                  <a:lnTo>
                    <a:pt x="55245" y="19265"/>
                  </a:lnTo>
                  <a:lnTo>
                    <a:pt x="54978" y="19786"/>
                  </a:lnTo>
                  <a:lnTo>
                    <a:pt x="55321" y="19786"/>
                  </a:lnTo>
                  <a:lnTo>
                    <a:pt x="55587" y="19621"/>
                  </a:lnTo>
                  <a:close/>
                </a:path>
                <a:path w="80010" h="33019">
                  <a:moveTo>
                    <a:pt x="58585" y="7086"/>
                  </a:moveTo>
                  <a:lnTo>
                    <a:pt x="58508" y="6896"/>
                  </a:lnTo>
                  <a:lnTo>
                    <a:pt x="58229" y="6870"/>
                  </a:lnTo>
                  <a:lnTo>
                    <a:pt x="58127" y="7048"/>
                  </a:lnTo>
                  <a:lnTo>
                    <a:pt x="57924" y="7137"/>
                  </a:lnTo>
                  <a:lnTo>
                    <a:pt x="58267" y="7035"/>
                  </a:lnTo>
                  <a:lnTo>
                    <a:pt x="58407" y="7239"/>
                  </a:lnTo>
                  <a:lnTo>
                    <a:pt x="58585" y="7086"/>
                  </a:lnTo>
                  <a:close/>
                </a:path>
                <a:path w="80010" h="33019">
                  <a:moveTo>
                    <a:pt x="61175" y="9829"/>
                  </a:moveTo>
                  <a:lnTo>
                    <a:pt x="61010" y="9613"/>
                  </a:lnTo>
                  <a:lnTo>
                    <a:pt x="60909" y="9867"/>
                  </a:lnTo>
                  <a:lnTo>
                    <a:pt x="60337" y="10058"/>
                  </a:lnTo>
                  <a:lnTo>
                    <a:pt x="60579" y="10350"/>
                  </a:lnTo>
                  <a:lnTo>
                    <a:pt x="60617" y="10033"/>
                  </a:lnTo>
                  <a:lnTo>
                    <a:pt x="61175" y="9829"/>
                  </a:lnTo>
                  <a:close/>
                </a:path>
                <a:path w="80010" h="33019">
                  <a:moveTo>
                    <a:pt x="61836" y="3975"/>
                  </a:moveTo>
                  <a:lnTo>
                    <a:pt x="61696" y="3886"/>
                  </a:lnTo>
                  <a:lnTo>
                    <a:pt x="61379" y="4229"/>
                  </a:lnTo>
                  <a:lnTo>
                    <a:pt x="61607" y="4343"/>
                  </a:lnTo>
                  <a:lnTo>
                    <a:pt x="61836" y="3975"/>
                  </a:lnTo>
                  <a:close/>
                </a:path>
                <a:path w="80010" h="33019">
                  <a:moveTo>
                    <a:pt x="61861" y="15214"/>
                  </a:moveTo>
                  <a:lnTo>
                    <a:pt x="61722" y="15138"/>
                  </a:lnTo>
                  <a:lnTo>
                    <a:pt x="61620" y="14592"/>
                  </a:lnTo>
                  <a:lnTo>
                    <a:pt x="61417" y="14897"/>
                  </a:lnTo>
                  <a:lnTo>
                    <a:pt x="61747" y="15430"/>
                  </a:lnTo>
                  <a:lnTo>
                    <a:pt x="61861" y="15214"/>
                  </a:lnTo>
                  <a:close/>
                </a:path>
                <a:path w="80010" h="33019">
                  <a:moveTo>
                    <a:pt x="62128" y="4432"/>
                  </a:moveTo>
                  <a:lnTo>
                    <a:pt x="61976" y="3886"/>
                  </a:lnTo>
                  <a:lnTo>
                    <a:pt x="61836" y="3975"/>
                  </a:lnTo>
                  <a:lnTo>
                    <a:pt x="61950" y="4279"/>
                  </a:lnTo>
                  <a:lnTo>
                    <a:pt x="61747" y="4356"/>
                  </a:lnTo>
                  <a:lnTo>
                    <a:pt x="62128" y="4432"/>
                  </a:lnTo>
                  <a:close/>
                </a:path>
                <a:path w="80010" h="33019">
                  <a:moveTo>
                    <a:pt x="62318" y="17678"/>
                  </a:moveTo>
                  <a:lnTo>
                    <a:pt x="62255" y="17221"/>
                  </a:lnTo>
                  <a:lnTo>
                    <a:pt x="62179" y="16535"/>
                  </a:lnTo>
                  <a:lnTo>
                    <a:pt x="61747" y="16573"/>
                  </a:lnTo>
                  <a:lnTo>
                    <a:pt x="62115" y="16776"/>
                  </a:lnTo>
                  <a:lnTo>
                    <a:pt x="62001" y="17424"/>
                  </a:lnTo>
                  <a:lnTo>
                    <a:pt x="62318" y="17678"/>
                  </a:lnTo>
                  <a:close/>
                </a:path>
                <a:path w="80010" h="33019">
                  <a:moveTo>
                    <a:pt x="62623" y="4800"/>
                  </a:moveTo>
                  <a:lnTo>
                    <a:pt x="62407" y="4610"/>
                  </a:lnTo>
                  <a:lnTo>
                    <a:pt x="62191" y="4419"/>
                  </a:lnTo>
                  <a:lnTo>
                    <a:pt x="61988" y="4495"/>
                  </a:lnTo>
                  <a:lnTo>
                    <a:pt x="61823" y="4648"/>
                  </a:lnTo>
                  <a:lnTo>
                    <a:pt x="61988" y="4749"/>
                  </a:lnTo>
                  <a:lnTo>
                    <a:pt x="62064" y="4953"/>
                  </a:lnTo>
                  <a:lnTo>
                    <a:pt x="62268" y="5080"/>
                  </a:lnTo>
                  <a:lnTo>
                    <a:pt x="62369" y="4787"/>
                  </a:lnTo>
                  <a:lnTo>
                    <a:pt x="62039" y="4864"/>
                  </a:lnTo>
                  <a:lnTo>
                    <a:pt x="62115" y="4584"/>
                  </a:lnTo>
                  <a:lnTo>
                    <a:pt x="62306" y="4546"/>
                  </a:lnTo>
                  <a:lnTo>
                    <a:pt x="62623" y="4800"/>
                  </a:lnTo>
                  <a:close/>
                </a:path>
                <a:path w="80010" h="33019">
                  <a:moveTo>
                    <a:pt x="63512" y="7759"/>
                  </a:moveTo>
                  <a:lnTo>
                    <a:pt x="63398" y="7581"/>
                  </a:lnTo>
                  <a:lnTo>
                    <a:pt x="63195" y="7493"/>
                  </a:lnTo>
                  <a:lnTo>
                    <a:pt x="62560" y="7607"/>
                  </a:lnTo>
                  <a:lnTo>
                    <a:pt x="62877" y="7835"/>
                  </a:lnTo>
                  <a:lnTo>
                    <a:pt x="63296" y="7581"/>
                  </a:lnTo>
                  <a:lnTo>
                    <a:pt x="63055" y="7962"/>
                  </a:lnTo>
                  <a:lnTo>
                    <a:pt x="63360" y="7874"/>
                  </a:lnTo>
                  <a:lnTo>
                    <a:pt x="63436" y="8089"/>
                  </a:lnTo>
                  <a:lnTo>
                    <a:pt x="63512" y="7759"/>
                  </a:lnTo>
                  <a:close/>
                </a:path>
                <a:path w="80010" h="33019">
                  <a:moveTo>
                    <a:pt x="66890" y="15354"/>
                  </a:moveTo>
                  <a:lnTo>
                    <a:pt x="66789" y="15151"/>
                  </a:lnTo>
                  <a:lnTo>
                    <a:pt x="66738" y="14897"/>
                  </a:lnTo>
                  <a:lnTo>
                    <a:pt x="66459" y="14833"/>
                  </a:lnTo>
                  <a:lnTo>
                    <a:pt x="66522" y="15074"/>
                  </a:lnTo>
                  <a:lnTo>
                    <a:pt x="66586" y="15316"/>
                  </a:lnTo>
                  <a:lnTo>
                    <a:pt x="66662" y="15519"/>
                  </a:lnTo>
                  <a:lnTo>
                    <a:pt x="66802" y="15354"/>
                  </a:lnTo>
                  <a:close/>
                </a:path>
                <a:path w="80010" h="33019">
                  <a:moveTo>
                    <a:pt x="69786" y="6578"/>
                  </a:moveTo>
                  <a:lnTo>
                    <a:pt x="69735" y="6299"/>
                  </a:lnTo>
                  <a:lnTo>
                    <a:pt x="69443" y="6273"/>
                  </a:lnTo>
                  <a:lnTo>
                    <a:pt x="69646" y="6337"/>
                  </a:lnTo>
                  <a:lnTo>
                    <a:pt x="69316" y="6553"/>
                  </a:lnTo>
                  <a:lnTo>
                    <a:pt x="69253" y="6350"/>
                  </a:lnTo>
                  <a:lnTo>
                    <a:pt x="69176" y="6591"/>
                  </a:lnTo>
                  <a:lnTo>
                    <a:pt x="69430" y="6553"/>
                  </a:lnTo>
                  <a:lnTo>
                    <a:pt x="69786" y="6578"/>
                  </a:lnTo>
                  <a:close/>
                </a:path>
                <a:path w="80010" h="33019">
                  <a:moveTo>
                    <a:pt x="70853" y="14732"/>
                  </a:moveTo>
                  <a:lnTo>
                    <a:pt x="70307" y="14236"/>
                  </a:lnTo>
                  <a:lnTo>
                    <a:pt x="70408" y="15113"/>
                  </a:lnTo>
                  <a:lnTo>
                    <a:pt x="70789" y="15113"/>
                  </a:lnTo>
                  <a:lnTo>
                    <a:pt x="70853" y="14732"/>
                  </a:lnTo>
                  <a:close/>
                </a:path>
                <a:path w="80010" h="33019">
                  <a:moveTo>
                    <a:pt x="71132" y="7124"/>
                  </a:moveTo>
                  <a:lnTo>
                    <a:pt x="70485" y="6235"/>
                  </a:lnTo>
                  <a:lnTo>
                    <a:pt x="70281" y="6540"/>
                  </a:lnTo>
                  <a:lnTo>
                    <a:pt x="70421" y="6718"/>
                  </a:lnTo>
                  <a:lnTo>
                    <a:pt x="70688" y="6769"/>
                  </a:lnTo>
                  <a:lnTo>
                    <a:pt x="70700" y="7061"/>
                  </a:lnTo>
                  <a:lnTo>
                    <a:pt x="71132" y="7124"/>
                  </a:lnTo>
                  <a:close/>
                </a:path>
                <a:path w="80010" h="33019">
                  <a:moveTo>
                    <a:pt x="71488" y="15748"/>
                  </a:moveTo>
                  <a:lnTo>
                    <a:pt x="71361" y="15494"/>
                  </a:lnTo>
                  <a:lnTo>
                    <a:pt x="70599" y="15481"/>
                  </a:lnTo>
                  <a:lnTo>
                    <a:pt x="70815" y="15773"/>
                  </a:lnTo>
                  <a:lnTo>
                    <a:pt x="70942" y="15557"/>
                  </a:lnTo>
                  <a:lnTo>
                    <a:pt x="71081" y="16078"/>
                  </a:lnTo>
                  <a:lnTo>
                    <a:pt x="71259" y="16103"/>
                  </a:lnTo>
                  <a:lnTo>
                    <a:pt x="71107" y="15671"/>
                  </a:lnTo>
                  <a:lnTo>
                    <a:pt x="71335" y="15798"/>
                  </a:lnTo>
                  <a:lnTo>
                    <a:pt x="71488" y="15748"/>
                  </a:lnTo>
                  <a:close/>
                </a:path>
                <a:path w="80010" h="33019">
                  <a:moveTo>
                    <a:pt x="71869" y="10579"/>
                  </a:moveTo>
                  <a:lnTo>
                    <a:pt x="71120" y="10020"/>
                  </a:lnTo>
                  <a:lnTo>
                    <a:pt x="71005" y="10185"/>
                  </a:lnTo>
                  <a:lnTo>
                    <a:pt x="71361" y="10274"/>
                  </a:lnTo>
                  <a:lnTo>
                    <a:pt x="71615" y="10858"/>
                  </a:lnTo>
                  <a:lnTo>
                    <a:pt x="71628" y="10718"/>
                  </a:lnTo>
                  <a:lnTo>
                    <a:pt x="71869" y="10579"/>
                  </a:lnTo>
                  <a:close/>
                </a:path>
                <a:path w="80010" h="33019">
                  <a:moveTo>
                    <a:pt x="72224" y="9042"/>
                  </a:moveTo>
                  <a:lnTo>
                    <a:pt x="71831" y="8521"/>
                  </a:lnTo>
                  <a:lnTo>
                    <a:pt x="70891" y="8864"/>
                  </a:lnTo>
                  <a:lnTo>
                    <a:pt x="70878" y="9309"/>
                  </a:lnTo>
                  <a:lnTo>
                    <a:pt x="71005" y="8991"/>
                  </a:lnTo>
                  <a:lnTo>
                    <a:pt x="71399" y="9067"/>
                  </a:lnTo>
                  <a:lnTo>
                    <a:pt x="71589" y="8890"/>
                  </a:lnTo>
                  <a:lnTo>
                    <a:pt x="71513" y="9245"/>
                  </a:lnTo>
                  <a:lnTo>
                    <a:pt x="71920" y="8915"/>
                  </a:lnTo>
                  <a:lnTo>
                    <a:pt x="72224" y="9042"/>
                  </a:lnTo>
                  <a:close/>
                </a:path>
                <a:path w="80010" h="33019">
                  <a:moveTo>
                    <a:pt x="72224" y="5638"/>
                  </a:moveTo>
                  <a:lnTo>
                    <a:pt x="71932" y="5689"/>
                  </a:lnTo>
                  <a:lnTo>
                    <a:pt x="71386" y="6019"/>
                  </a:lnTo>
                  <a:lnTo>
                    <a:pt x="71526" y="6248"/>
                  </a:lnTo>
                  <a:lnTo>
                    <a:pt x="71831" y="6083"/>
                  </a:lnTo>
                  <a:lnTo>
                    <a:pt x="71628" y="5930"/>
                  </a:lnTo>
                  <a:lnTo>
                    <a:pt x="72148" y="5778"/>
                  </a:lnTo>
                  <a:lnTo>
                    <a:pt x="72224" y="5638"/>
                  </a:lnTo>
                  <a:close/>
                </a:path>
                <a:path w="80010" h="33019">
                  <a:moveTo>
                    <a:pt x="72301" y="19392"/>
                  </a:moveTo>
                  <a:lnTo>
                    <a:pt x="72212" y="19100"/>
                  </a:lnTo>
                  <a:lnTo>
                    <a:pt x="72021" y="18440"/>
                  </a:lnTo>
                  <a:lnTo>
                    <a:pt x="71602" y="18757"/>
                  </a:lnTo>
                  <a:lnTo>
                    <a:pt x="72009" y="18757"/>
                  </a:lnTo>
                  <a:lnTo>
                    <a:pt x="71996" y="19608"/>
                  </a:lnTo>
                  <a:lnTo>
                    <a:pt x="72301" y="19392"/>
                  </a:lnTo>
                  <a:close/>
                </a:path>
                <a:path w="80010" h="33019">
                  <a:moveTo>
                    <a:pt x="74053" y="8978"/>
                  </a:moveTo>
                  <a:lnTo>
                    <a:pt x="73761" y="8509"/>
                  </a:lnTo>
                  <a:lnTo>
                    <a:pt x="73609" y="8661"/>
                  </a:lnTo>
                  <a:lnTo>
                    <a:pt x="73583" y="8940"/>
                  </a:lnTo>
                  <a:lnTo>
                    <a:pt x="73875" y="8915"/>
                  </a:lnTo>
                  <a:lnTo>
                    <a:pt x="73812" y="9232"/>
                  </a:lnTo>
                  <a:lnTo>
                    <a:pt x="74028" y="9271"/>
                  </a:lnTo>
                  <a:lnTo>
                    <a:pt x="74053" y="8978"/>
                  </a:lnTo>
                  <a:close/>
                </a:path>
                <a:path w="80010" h="33019">
                  <a:moveTo>
                    <a:pt x="74904" y="5715"/>
                  </a:moveTo>
                  <a:lnTo>
                    <a:pt x="74637" y="5702"/>
                  </a:lnTo>
                  <a:lnTo>
                    <a:pt x="74472" y="5359"/>
                  </a:lnTo>
                  <a:lnTo>
                    <a:pt x="74663" y="5270"/>
                  </a:lnTo>
                  <a:lnTo>
                    <a:pt x="74371" y="5245"/>
                  </a:lnTo>
                  <a:lnTo>
                    <a:pt x="74510" y="5295"/>
                  </a:lnTo>
                  <a:lnTo>
                    <a:pt x="74231" y="5626"/>
                  </a:lnTo>
                  <a:lnTo>
                    <a:pt x="74523" y="5740"/>
                  </a:lnTo>
                  <a:lnTo>
                    <a:pt x="74904" y="5715"/>
                  </a:lnTo>
                  <a:close/>
                </a:path>
                <a:path w="80010" h="33019">
                  <a:moveTo>
                    <a:pt x="75387" y="12306"/>
                  </a:moveTo>
                  <a:lnTo>
                    <a:pt x="75209" y="12128"/>
                  </a:lnTo>
                  <a:lnTo>
                    <a:pt x="74942" y="11785"/>
                  </a:lnTo>
                  <a:lnTo>
                    <a:pt x="74815" y="12255"/>
                  </a:lnTo>
                  <a:lnTo>
                    <a:pt x="75133" y="12090"/>
                  </a:lnTo>
                  <a:lnTo>
                    <a:pt x="75184" y="12280"/>
                  </a:lnTo>
                  <a:lnTo>
                    <a:pt x="75006" y="12357"/>
                  </a:lnTo>
                  <a:lnTo>
                    <a:pt x="75260" y="12496"/>
                  </a:lnTo>
                  <a:lnTo>
                    <a:pt x="75387" y="12306"/>
                  </a:lnTo>
                  <a:close/>
                </a:path>
                <a:path w="80010" h="33019">
                  <a:moveTo>
                    <a:pt x="77330" y="19278"/>
                  </a:moveTo>
                  <a:lnTo>
                    <a:pt x="76263" y="20180"/>
                  </a:lnTo>
                  <a:lnTo>
                    <a:pt x="76276" y="20472"/>
                  </a:lnTo>
                  <a:lnTo>
                    <a:pt x="77177" y="20180"/>
                  </a:lnTo>
                  <a:lnTo>
                    <a:pt x="77330" y="19278"/>
                  </a:lnTo>
                  <a:close/>
                </a:path>
                <a:path w="80010" h="33019">
                  <a:moveTo>
                    <a:pt x="77622" y="24892"/>
                  </a:moveTo>
                  <a:lnTo>
                    <a:pt x="77457" y="24790"/>
                  </a:lnTo>
                  <a:lnTo>
                    <a:pt x="77292" y="24701"/>
                  </a:lnTo>
                  <a:lnTo>
                    <a:pt x="77076" y="24638"/>
                  </a:lnTo>
                  <a:lnTo>
                    <a:pt x="77000" y="24955"/>
                  </a:lnTo>
                  <a:lnTo>
                    <a:pt x="77304" y="24930"/>
                  </a:lnTo>
                  <a:lnTo>
                    <a:pt x="77304" y="25146"/>
                  </a:lnTo>
                  <a:lnTo>
                    <a:pt x="77114" y="25247"/>
                  </a:lnTo>
                  <a:lnTo>
                    <a:pt x="77330" y="25196"/>
                  </a:lnTo>
                  <a:lnTo>
                    <a:pt x="77609" y="25184"/>
                  </a:lnTo>
                  <a:lnTo>
                    <a:pt x="77622" y="24892"/>
                  </a:lnTo>
                  <a:close/>
                </a:path>
                <a:path w="80010" h="33019">
                  <a:moveTo>
                    <a:pt x="78193" y="18516"/>
                  </a:moveTo>
                  <a:lnTo>
                    <a:pt x="78117" y="18732"/>
                  </a:lnTo>
                  <a:lnTo>
                    <a:pt x="78193" y="18516"/>
                  </a:lnTo>
                  <a:close/>
                </a:path>
                <a:path w="80010" h="33019">
                  <a:moveTo>
                    <a:pt x="78638" y="19443"/>
                  </a:moveTo>
                  <a:lnTo>
                    <a:pt x="78473" y="18948"/>
                  </a:lnTo>
                  <a:lnTo>
                    <a:pt x="78193" y="18516"/>
                  </a:lnTo>
                  <a:lnTo>
                    <a:pt x="78384" y="18872"/>
                  </a:lnTo>
                  <a:lnTo>
                    <a:pt x="77901" y="18732"/>
                  </a:lnTo>
                  <a:lnTo>
                    <a:pt x="78105" y="18923"/>
                  </a:lnTo>
                  <a:lnTo>
                    <a:pt x="78384" y="19037"/>
                  </a:lnTo>
                  <a:lnTo>
                    <a:pt x="78333" y="19392"/>
                  </a:lnTo>
                  <a:lnTo>
                    <a:pt x="78625" y="19456"/>
                  </a:lnTo>
                  <a:close/>
                </a:path>
                <a:path w="80010" h="33019">
                  <a:moveTo>
                    <a:pt x="79857" y="22440"/>
                  </a:moveTo>
                  <a:lnTo>
                    <a:pt x="79362" y="22009"/>
                  </a:lnTo>
                  <a:lnTo>
                    <a:pt x="79489" y="21767"/>
                  </a:lnTo>
                  <a:lnTo>
                    <a:pt x="79082" y="22047"/>
                  </a:lnTo>
                  <a:lnTo>
                    <a:pt x="79298" y="21945"/>
                  </a:lnTo>
                  <a:lnTo>
                    <a:pt x="79082" y="22212"/>
                  </a:lnTo>
                  <a:lnTo>
                    <a:pt x="79324" y="22212"/>
                  </a:lnTo>
                  <a:lnTo>
                    <a:pt x="79489" y="22745"/>
                  </a:lnTo>
                  <a:lnTo>
                    <a:pt x="79629" y="22555"/>
                  </a:lnTo>
                  <a:lnTo>
                    <a:pt x="79857" y="2244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9" name="object 109"/>
            <p:cNvSpPr/>
            <p:nvPr/>
          </p:nvSpPr>
          <p:spPr>
            <a:xfrm>
              <a:off x="3981996" y="1030668"/>
              <a:ext cx="88900" cy="26034"/>
            </a:xfrm>
            <a:custGeom>
              <a:avLst/>
              <a:gdLst/>
              <a:ahLst/>
              <a:cxnLst/>
              <a:rect l="l" t="t" r="r" b="b"/>
              <a:pathLst>
                <a:path w="88900" h="26034">
                  <a:moveTo>
                    <a:pt x="406" y="2882"/>
                  </a:moveTo>
                  <a:lnTo>
                    <a:pt x="266" y="2679"/>
                  </a:lnTo>
                  <a:lnTo>
                    <a:pt x="127" y="2527"/>
                  </a:lnTo>
                  <a:lnTo>
                    <a:pt x="0" y="2641"/>
                  </a:lnTo>
                  <a:lnTo>
                    <a:pt x="127" y="3073"/>
                  </a:lnTo>
                  <a:lnTo>
                    <a:pt x="381" y="3187"/>
                  </a:lnTo>
                  <a:lnTo>
                    <a:pt x="406" y="2882"/>
                  </a:lnTo>
                  <a:close/>
                </a:path>
                <a:path w="88900" h="26034">
                  <a:moveTo>
                    <a:pt x="3276" y="10033"/>
                  </a:moveTo>
                  <a:lnTo>
                    <a:pt x="2946" y="9918"/>
                  </a:lnTo>
                  <a:lnTo>
                    <a:pt x="3149" y="9779"/>
                  </a:lnTo>
                  <a:lnTo>
                    <a:pt x="2832" y="9715"/>
                  </a:lnTo>
                  <a:lnTo>
                    <a:pt x="2946" y="10083"/>
                  </a:lnTo>
                  <a:lnTo>
                    <a:pt x="2705" y="10109"/>
                  </a:lnTo>
                  <a:lnTo>
                    <a:pt x="3009" y="10210"/>
                  </a:lnTo>
                  <a:lnTo>
                    <a:pt x="3276" y="10033"/>
                  </a:lnTo>
                  <a:close/>
                </a:path>
                <a:path w="88900" h="26034">
                  <a:moveTo>
                    <a:pt x="4749" y="2400"/>
                  </a:moveTo>
                  <a:lnTo>
                    <a:pt x="4533" y="2311"/>
                  </a:lnTo>
                  <a:lnTo>
                    <a:pt x="4381" y="1917"/>
                  </a:lnTo>
                  <a:lnTo>
                    <a:pt x="4216" y="2260"/>
                  </a:lnTo>
                  <a:lnTo>
                    <a:pt x="4610" y="2641"/>
                  </a:lnTo>
                  <a:lnTo>
                    <a:pt x="4749" y="2400"/>
                  </a:lnTo>
                  <a:close/>
                </a:path>
                <a:path w="88900" h="26034">
                  <a:moveTo>
                    <a:pt x="5410" y="266"/>
                  </a:moveTo>
                  <a:lnTo>
                    <a:pt x="5194" y="177"/>
                  </a:lnTo>
                  <a:lnTo>
                    <a:pt x="5054" y="0"/>
                  </a:lnTo>
                  <a:lnTo>
                    <a:pt x="4965" y="203"/>
                  </a:lnTo>
                  <a:lnTo>
                    <a:pt x="4940" y="431"/>
                  </a:lnTo>
                  <a:lnTo>
                    <a:pt x="4787" y="609"/>
                  </a:lnTo>
                  <a:lnTo>
                    <a:pt x="4991" y="609"/>
                  </a:lnTo>
                  <a:lnTo>
                    <a:pt x="5207" y="736"/>
                  </a:lnTo>
                  <a:lnTo>
                    <a:pt x="5334" y="571"/>
                  </a:lnTo>
                  <a:lnTo>
                    <a:pt x="5410" y="266"/>
                  </a:lnTo>
                  <a:close/>
                </a:path>
                <a:path w="88900" h="26034">
                  <a:moveTo>
                    <a:pt x="6210" y="3009"/>
                  </a:moveTo>
                  <a:lnTo>
                    <a:pt x="5905" y="2755"/>
                  </a:lnTo>
                  <a:lnTo>
                    <a:pt x="5829" y="3035"/>
                  </a:lnTo>
                  <a:lnTo>
                    <a:pt x="5537" y="3098"/>
                  </a:lnTo>
                  <a:lnTo>
                    <a:pt x="5524" y="3441"/>
                  </a:lnTo>
                  <a:lnTo>
                    <a:pt x="6045" y="3505"/>
                  </a:lnTo>
                  <a:lnTo>
                    <a:pt x="6210" y="3009"/>
                  </a:lnTo>
                  <a:close/>
                </a:path>
                <a:path w="88900" h="26034">
                  <a:moveTo>
                    <a:pt x="6591" y="10007"/>
                  </a:moveTo>
                  <a:lnTo>
                    <a:pt x="6540" y="9728"/>
                  </a:lnTo>
                  <a:lnTo>
                    <a:pt x="6400" y="9537"/>
                  </a:lnTo>
                  <a:lnTo>
                    <a:pt x="6426" y="9918"/>
                  </a:lnTo>
                  <a:lnTo>
                    <a:pt x="6057" y="9906"/>
                  </a:lnTo>
                  <a:lnTo>
                    <a:pt x="6108" y="10312"/>
                  </a:lnTo>
                  <a:lnTo>
                    <a:pt x="6540" y="10337"/>
                  </a:lnTo>
                  <a:lnTo>
                    <a:pt x="6591" y="10007"/>
                  </a:lnTo>
                  <a:close/>
                </a:path>
                <a:path w="88900" h="26034">
                  <a:moveTo>
                    <a:pt x="7607" y="11582"/>
                  </a:moveTo>
                  <a:lnTo>
                    <a:pt x="7175" y="11455"/>
                  </a:lnTo>
                  <a:lnTo>
                    <a:pt x="7391" y="11137"/>
                  </a:lnTo>
                  <a:lnTo>
                    <a:pt x="6908" y="10896"/>
                  </a:lnTo>
                  <a:lnTo>
                    <a:pt x="6705" y="11531"/>
                  </a:lnTo>
                  <a:lnTo>
                    <a:pt x="7340" y="11950"/>
                  </a:lnTo>
                  <a:lnTo>
                    <a:pt x="7607" y="11582"/>
                  </a:lnTo>
                  <a:close/>
                </a:path>
                <a:path w="88900" h="26034">
                  <a:moveTo>
                    <a:pt x="9042" y="11963"/>
                  </a:moveTo>
                  <a:lnTo>
                    <a:pt x="8763" y="11798"/>
                  </a:lnTo>
                  <a:lnTo>
                    <a:pt x="8521" y="12014"/>
                  </a:lnTo>
                  <a:lnTo>
                    <a:pt x="8407" y="12293"/>
                  </a:lnTo>
                  <a:lnTo>
                    <a:pt x="8826" y="12319"/>
                  </a:lnTo>
                  <a:lnTo>
                    <a:pt x="8851" y="12026"/>
                  </a:lnTo>
                  <a:lnTo>
                    <a:pt x="9042" y="11963"/>
                  </a:lnTo>
                  <a:close/>
                </a:path>
                <a:path w="88900" h="26034">
                  <a:moveTo>
                    <a:pt x="9728" y="13208"/>
                  </a:moveTo>
                  <a:lnTo>
                    <a:pt x="9639" y="12954"/>
                  </a:lnTo>
                  <a:lnTo>
                    <a:pt x="9423" y="12801"/>
                  </a:lnTo>
                  <a:lnTo>
                    <a:pt x="9245" y="12623"/>
                  </a:lnTo>
                  <a:lnTo>
                    <a:pt x="9385" y="12903"/>
                  </a:lnTo>
                  <a:lnTo>
                    <a:pt x="9067" y="13055"/>
                  </a:lnTo>
                  <a:lnTo>
                    <a:pt x="9410" y="13271"/>
                  </a:lnTo>
                  <a:lnTo>
                    <a:pt x="9728" y="13208"/>
                  </a:lnTo>
                  <a:close/>
                </a:path>
                <a:path w="88900" h="26034">
                  <a:moveTo>
                    <a:pt x="11950" y="13474"/>
                  </a:moveTo>
                  <a:lnTo>
                    <a:pt x="11633" y="13449"/>
                  </a:lnTo>
                  <a:lnTo>
                    <a:pt x="11176" y="13665"/>
                  </a:lnTo>
                  <a:lnTo>
                    <a:pt x="11595" y="13817"/>
                  </a:lnTo>
                  <a:lnTo>
                    <a:pt x="11950" y="13474"/>
                  </a:lnTo>
                  <a:close/>
                </a:path>
                <a:path w="88900" h="26034">
                  <a:moveTo>
                    <a:pt x="13296" y="2705"/>
                  </a:moveTo>
                  <a:lnTo>
                    <a:pt x="12992" y="2463"/>
                  </a:lnTo>
                  <a:lnTo>
                    <a:pt x="12928" y="2667"/>
                  </a:lnTo>
                  <a:lnTo>
                    <a:pt x="12293" y="2794"/>
                  </a:lnTo>
                  <a:lnTo>
                    <a:pt x="12623" y="3060"/>
                  </a:lnTo>
                  <a:lnTo>
                    <a:pt x="12649" y="2832"/>
                  </a:lnTo>
                  <a:lnTo>
                    <a:pt x="13296" y="2705"/>
                  </a:lnTo>
                  <a:close/>
                </a:path>
                <a:path w="88900" h="26034">
                  <a:moveTo>
                    <a:pt x="14693" y="11569"/>
                  </a:moveTo>
                  <a:lnTo>
                    <a:pt x="14427" y="11328"/>
                  </a:lnTo>
                  <a:lnTo>
                    <a:pt x="14185" y="11252"/>
                  </a:lnTo>
                  <a:lnTo>
                    <a:pt x="14211" y="11480"/>
                  </a:lnTo>
                  <a:lnTo>
                    <a:pt x="14363" y="11988"/>
                  </a:lnTo>
                  <a:lnTo>
                    <a:pt x="14668" y="11747"/>
                  </a:lnTo>
                  <a:lnTo>
                    <a:pt x="14478" y="11722"/>
                  </a:lnTo>
                  <a:lnTo>
                    <a:pt x="14693" y="11569"/>
                  </a:lnTo>
                  <a:close/>
                </a:path>
                <a:path w="88900" h="26034">
                  <a:moveTo>
                    <a:pt x="17183" y="13030"/>
                  </a:moveTo>
                  <a:lnTo>
                    <a:pt x="17157" y="12839"/>
                  </a:lnTo>
                  <a:lnTo>
                    <a:pt x="16891" y="12738"/>
                  </a:lnTo>
                  <a:lnTo>
                    <a:pt x="16522" y="12700"/>
                  </a:lnTo>
                  <a:lnTo>
                    <a:pt x="16624" y="12915"/>
                  </a:lnTo>
                  <a:lnTo>
                    <a:pt x="16700" y="13144"/>
                  </a:lnTo>
                  <a:lnTo>
                    <a:pt x="17018" y="13182"/>
                  </a:lnTo>
                  <a:lnTo>
                    <a:pt x="17183" y="13030"/>
                  </a:lnTo>
                  <a:close/>
                </a:path>
                <a:path w="88900" h="26034">
                  <a:moveTo>
                    <a:pt x="17373" y="11607"/>
                  </a:moveTo>
                  <a:lnTo>
                    <a:pt x="17056" y="11506"/>
                  </a:lnTo>
                  <a:lnTo>
                    <a:pt x="17145" y="11671"/>
                  </a:lnTo>
                  <a:lnTo>
                    <a:pt x="16700" y="11772"/>
                  </a:lnTo>
                  <a:lnTo>
                    <a:pt x="17018" y="11861"/>
                  </a:lnTo>
                  <a:lnTo>
                    <a:pt x="17335" y="11874"/>
                  </a:lnTo>
                  <a:lnTo>
                    <a:pt x="17373" y="11607"/>
                  </a:lnTo>
                  <a:close/>
                </a:path>
                <a:path w="88900" h="26034">
                  <a:moveTo>
                    <a:pt x="20828" y="10909"/>
                  </a:moveTo>
                  <a:lnTo>
                    <a:pt x="20345" y="10007"/>
                  </a:lnTo>
                  <a:lnTo>
                    <a:pt x="19989" y="9867"/>
                  </a:lnTo>
                  <a:lnTo>
                    <a:pt x="19773" y="10071"/>
                  </a:lnTo>
                  <a:lnTo>
                    <a:pt x="20231" y="10439"/>
                  </a:lnTo>
                  <a:lnTo>
                    <a:pt x="19913" y="10756"/>
                  </a:lnTo>
                  <a:lnTo>
                    <a:pt x="20828" y="10909"/>
                  </a:lnTo>
                  <a:close/>
                </a:path>
                <a:path w="88900" h="26034">
                  <a:moveTo>
                    <a:pt x="21399" y="15595"/>
                  </a:moveTo>
                  <a:lnTo>
                    <a:pt x="21120" y="15443"/>
                  </a:lnTo>
                  <a:lnTo>
                    <a:pt x="20967" y="15646"/>
                  </a:lnTo>
                  <a:lnTo>
                    <a:pt x="20967" y="15963"/>
                  </a:lnTo>
                  <a:lnTo>
                    <a:pt x="20739" y="16129"/>
                  </a:lnTo>
                  <a:lnTo>
                    <a:pt x="21056" y="16141"/>
                  </a:lnTo>
                  <a:lnTo>
                    <a:pt x="20929" y="15811"/>
                  </a:lnTo>
                  <a:lnTo>
                    <a:pt x="21399" y="15595"/>
                  </a:lnTo>
                  <a:close/>
                </a:path>
                <a:path w="88900" h="26034">
                  <a:moveTo>
                    <a:pt x="22148" y="10769"/>
                  </a:moveTo>
                  <a:lnTo>
                    <a:pt x="21932" y="10325"/>
                  </a:lnTo>
                  <a:lnTo>
                    <a:pt x="21755" y="10553"/>
                  </a:lnTo>
                  <a:lnTo>
                    <a:pt x="22009" y="10591"/>
                  </a:lnTo>
                  <a:lnTo>
                    <a:pt x="21755" y="10858"/>
                  </a:lnTo>
                  <a:lnTo>
                    <a:pt x="22148" y="10934"/>
                  </a:lnTo>
                  <a:lnTo>
                    <a:pt x="22148" y="10769"/>
                  </a:lnTo>
                  <a:close/>
                </a:path>
                <a:path w="88900" h="26034">
                  <a:moveTo>
                    <a:pt x="23164" y="11163"/>
                  </a:moveTo>
                  <a:lnTo>
                    <a:pt x="22796" y="10922"/>
                  </a:lnTo>
                  <a:lnTo>
                    <a:pt x="22682" y="11061"/>
                  </a:lnTo>
                  <a:lnTo>
                    <a:pt x="22402" y="11036"/>
                  </a:lnTo>
                  <a:lnTo>
                    <a:pt x="22352" y="11239"/>
                  </a:lnTo>
                  <a:lnTo>
                    <a:pt x="22567" y="11252"/>
                  </a:lnTo>
                  <a:lnTo>
                    <a:pt x="23164" y="11163"/>
                  </a:lnTo>
                  <a:close/>
                </a:path>
                <a:path w="88900" h="26034">
                  <a:moveTo>
                    <a:pt x="23317" y="19837"/>
                  </a:moveTo>
                  <a:lnTo>
                    <a:pt x="23202" y="19634"/>
                  </a:lnTo>
                  <a:lnTo>
                    <a:pt x="22974" y="19507"/>
                  </a:lnTo>
                  <a:lnTo>
                    <a:pt x="22707" y="19431"/>
                  </a:lnTo>
                  <a:lnTo>
                    <a:pt x="22707" y="19659"/>
                  </a:lnTo>
                  <a:lnTo>
                    <a:pt x="23088" y="20040"/>
                  </a:lnTo>
                  <a:lnTo>
                    <a:pt x="23317" y="19837"/>
                  </a:lnTo>
                  <a:close/>
                </a:path>
                <a:path w="88900" h="26034">
                  <a:moveTo>
                    <a:pt x="23622" y="13995"/>
                  </a:moveTo>
                  <a:lnTo>
                    <a:pt x="23279" y="13995"/>
                  </a:lnTo>
                  <a:lnTo>
                    <a:pt x="23215" y="14274"/>
                  </a:lnTo>
                  <a:lnTo>
                    <a:pt x="23571" y="14478"/>
                  </a:lnTo>
                  <a:lnTo>
                    <a:pt x="23622" y="14211"/>
                  </a:lnTo>
                  <a:lnTo>
                    <a:pt x="23622" y="13995"/>
                  </a:lnTo>
                  <a:close/>
                </a:path>
                <a:path w="88900" h="26034">
                  <a:moveTo>
                    <a:pt x="23698" y="19329"/>
                  </a:moveTo>
                  <a:lnTo>
                    <a:pt x="23558" y="19227"/>
                  </a:lnTo>
                  <a:lnTo>
                    <a:pt x="23482" y="19100"/>
                  </a:lnTo>
                  <a:lnTo>
                    <a:pt x="23520" y="18859"/>
                  </a:lnTo>
                  <a:lnTo>
                    <a:pt x="23329" y="18859"/>
                  </a:lnTo>
                  <a:lnTo>
                    <a:pt x="22999" y="18732"/>
                  </a:lnTo>
                  <a:lnTo>
                    <a:pt x="23075" y="18999"/>
                  </a:lnTo>
                  <a:lnTo>
                    <a:pt x="23329" y="19024"/>
                  </a:lnTo>
                  <a:lnTo>
                    <a:pt x="23507" y="19519"/>
                  </a:lnTo>
                  <a:lnTo>
                    <a:pt x="23698" y="19329"/>
                  </a:lnTo>
                  <a:close/>
                </a:path>
                <a:path w="88900" h="26034">
                  <a:moveTo>
                    <a:pt x="23749" y="14833"/>
                  </a:moveTo>
                  <a:lnTo>
                    <a:pt x="23507" y="14782"/>
                  </a:lnTo>
                  <a:lnTo>
                    <a:pt x="23342" y="14833"/>
                  </a:lnTo>
                  <a:lnTo>
                    <a:pt x="23304" y="14973"/>
                  </a:lnTo>
                  <a:lnTo>
                    <a:pt x="23571" y="14871"/>
                  </a:lnTo>
                  <a:lnTo>
                    <a:pt x="23520" y="15417"/>
                  </a:lnTo>
                  <a:lnTo>
                    <a:pt x="23723" y="15113"/>
                  </a:lnTo>
                  <a:lnTo>
                    <a:pt x="23749" y="14833"/>
                  </a:lnTo>
                  <a:close/>
                </a:path>
                <a:path w="88900" h="26034">
                  <a:moveTo>
                    <a:pt x="24307" y="18288"/>
                  </a:moveTo>
                  <a:lnTo>
                    <a:pt x="23660" y="18262"/>
                  </a:lnTo>
                  <a:lnTo>
                    <a:pt x="24193" y="18072"/>
                  </a:lnTo>
                  <a:lnTo>
                    <a:pt x="23710" y="17894"/>
                  </a:lnTo>
                  <a:lnTo>
                    <a:pt x="23787" y="18161"/>
                  </a:lnTo>
                  <a:lnTo>
                    <a:pt x="23571" y="18237"/>
                  </a:lnTo>
                  <a:lnTo>
                    <a:pt x="23545" y="18427"/>
                  </a:lnTo>
                  <a:lnTo>
                    <a:pt x="23863" y="18440"/>
                  </a:lnTo>
                  <a:lnTo>
                    <a:pt x="24282" y="18554"/>
                  </a:lnTo>
                  <a:lnTo>
                    <a:pt x="24307" y="18300"/>
                  </a:lnTo>
                  <a:close/>
                </a:path>
                <a:path w="88900" h="26034">
                  <a:moveTo>
                    <a:pt x="25806" y="1930"/>
                  </a:moveTo>
                  <a:lnTo>
                    <a:pt x="25400" y="1803"/>
                  </a:lnTo>
                  <a:lnTo>
                    <a:pt x="25336" y="1981"/>
                  </a:lnTo>
                  <a:lnTo>
                    <a:pt x="24942" y="2336"/>
                  </a:lnTo>
                  <a:lnTo>
                    <a:pt x="25222" y="2501"/>
                  </a:lnTo>
                  <a:lnTo>
                    <a:pt x="25438" y="2438"/>
                  </a:lnTo>
                  <a:lnTo>
                    <a:pt x="25438" y="2159"/>
                  </a:lnTo>
                  <a:lnTo>
                    <a:pt x="25806" y="1930"/>
                  </a:lnTo>
                  <a:close/>
                </a:path>
                <a:path w="88900" h="26034">
                  <a:moveTo>
                    <a:pt x="26212" y="1816"/>
                  </a:moveTo>
                  <a:lnTo>
                    <a:pt x="25831" y="1854"/>
                  </a:lnTo>
                  <a:lnTo>
                    <a:pt x="25806" y="2095"/>
                  </a:lnTo>
                  <a:lnTo>
                    <a:pt x="25717" y="2387"/>
                  </a:lnTo>
                  <a:lnTo>
                    <a:pt x="25984" y="2413"/>
                  </a:lnTo>
                  <a:lnTo>
                    <a:pt x="25946" y="2222"/>
                  </a:lnTo>
                  <a:lnTo>
                    <a:pt x="26212" y="1816"/>
                  </a:lnTo>
                  <a:close/>
                </a:path>
                <a:path w="88900" h="26034">
                  <a:moveTo>
                    <a:pt x="27343" y="20294"/>
                  </a:moveTo>
                  <a:lnTo>
                    <a:pt x="27305" y="20091"/>
                  </a:lnTo>
                  <a:lnTo>
                    <a:pt x="27165" y="19964"/>
                  </a:lnTo>
                  <a:lnTo>
                    <a:pt x="26974" y="20218"/>
                  </a:lnTo>
                  <a:lnTo>
                    <a:pt x="26797" y="20624"/>
                  </a:lnTo>
                  <a:lnTo>
                    <a:pt x="27089" y="20866"/>
                  </a:lnTo>
                  <a:lnTo>
                    <a:pt x="27114" y="20637"/>
                  </a:lnTo>
                  <a:lnTo>
                    <a:pt x="27089" y="20281"/>
                  </a:lnTo>
                  <a:lnTo>
                    <a:pt x="27330" y="20523"/>
                  </a:lnTo>
                  <a:lnTo>
                    <a:pt x="27343" y="20294"/>
                  </a:lnTo>
                  <a:close/>
                </a:path>
                <a:path w="88900" h="26034">
                  <a:moveTo>
                    <a:pt x="27711" y="4216"/>
                  </a:moveTo>
                  <a:lnTo>
                    <a:pt x="27101" y="4025"/>
                  </a:lnTo>
                  <a:lnTo>
                    <a:pt x="27025" y="4191"/>
                  </a:lnTo>
                  <a:lnTo>
                    <a:pt x="27216" y="4292"/>
                  </a:lnTo>
                  <a:lnTo>
                    <a:pt x="27406" y="4368"/>
                  </a:lnTo>
                  <a:lnTo>
                    <a:pt x="27635" y="4419"/>
                  </a:lnTo>
                  <a:lnTo>
                    <a:pt x="27711" y="4216"/>
                  </a:lnTo>
                  <a:close/>
                </a:path>
                <a:path w="88900" h="26034">
                  <a:moveTo>
                    <a:pt x="28841" y="16027"/>
                  </a:moveTo>
                  <a:lnTo>
                    <a:pt x="28600" y="15798"/>
                  </a:lnTo>
                  <a:lnTo>
                    <a:pt x="28397" y="15824"/>
                  </a:lnTo>
                  <a:lnTo>
                    <a:pt x="28130" y="15798"/>
                  </a:lnTo>
                  <a:lnTo>
                    <a:pt x="28143" y="16027"/>
                  </a:lnTo>
                  <a:lnTo>
                    <a:pt x="28460" y="16230"/>
                  </a:lnTo>
                  <a:lnTo>
                    <a:pt x="28422" y="15938"/>
                  </a:lnTo>
                  <a:lnTo>
                    <a:pt x="28841" y="16027"/>
                  </a:lnTo>
                  <a:close/>
                </a:path>
                <a:path w="88900" h="26034">
                  <a:moveTo>
                    <a:pt x="30340" y="19519"/>
                  </a:moveTo>
                  <a:lnTo>
                    <a:pt x="30060" y="19392"/>
                  </a:lnTo>
                  <a:lnTo>
                    <a:pt x="29273" y="19456"/>
                  </a:lnTo>
                  <a:lnTo>
                    <a:pt x="29032" y="19685"/>
                  </a:lnTo>
                  <a:lnTo>
                    <a:pt x="29654" y="19646"/>
                  </a:lnTo>
                  <a:lnTo>
                    <a:pt x="30010" y="19710"/>
                  </a:lnTo>
                  <a:lnTo>
                    <a:pt x="30340" y="19519"/>
                  </a:lnTo>
                  <a:close/>
                </a:path>
                <a:path w="88900" h="26034">
                  <a:moveTo>
                    <a:pt x="31826" y="7023"/>
                  </a:moveTo>
                  <a:lnTo>
                    <a:pt x="31483" y="6972"/>
                  </a:lnTo>
                  <a:lnTo>
                    <a:pt x="31305" y="7086"/>
                  </a:lnTo>
                  <a:lnTo>
                    <a:pt x="31267" y="7340"/>
                  </a:lnTo>
                  <a:lnTo>
                    <a:pt x="31584" y="7366"/>
                  </a:lnTo>
                  <a:lnTo>
                    <a:pt x="31483" y="7073"/>
                  </a:lnTo>
                  <a:lnTo>
                    <a:pt x="31775" y="7175"/>
                  </a:lnTo>
                  <a:lnTo>
                    <a:pt x="31826" y="7023"/>
                  </a:lnTo>
                  <a:close/>
                </a:path>
                <a:path w="88900" h="26034">
                  <a:moveTo>
                    <a:pt x="34493" y="19888"/>
                  </a:moveTo>
                  <a:lnTo>
                    <a:pt x="34112" y="19773"/>
                  </a:lnTo>
                  <a:lnTo>
                    <a:pt x="34201" y="20167"/>
                  </a:lnTo>
                  <a:lnTo>
                    <a:pt x="34023" y="20281"/>
                  </a:lnTo>
                  <a:lnTo>
                    <a:pt x="34353" y="20307"/>
                  </a:lnTo>
                  <a:lnTo>
                    <a:pt x="34328" y="20104"/>
                  </a:lnTo>
                  <a:lnTo>
                    <a:pt x="34391" y="19964"/>
                  </a:lnTo>
                  <a:close/>
                </a:path>
                <a:path w="88900" h="26034">
                  <a:moveTo>
                    <a:pt x="35013" y="13436"/>
                  </a:moveTo>
                  <a:lnTo>
                    <a:pt x="34734" y="13271"/>
                  </a:lnTo>
                  <a:lnTo>
                    <a:pt x="34759" y="13500"/>
                  </a:lnTo>
                  <a:lnTo>
                    <a:pt x="34302" y="13741"/>
                  </a:lnTo>
                  <a:lnTo>
                    <a:pt x="34556" y="13881"/>
                  </a:lnTo>
                  <a:lnTo>
                    <a:pt x="34632" y="13741"/>
                  </a:lnTo>
                  <a:lnTo>
                    <a:pt x="35013" y="13436"/>
                  </a:lnTo>
                  <a:close/>
                </a:path>
                <a:path w="88900" h="26034">
                  <a:moveTo>
                    <a:pt x="35356" y="14706"/>
                  </a:moveTo>
                  <a:lnTo>
                    <a:pt x="35039" y="14668"/>
                  </a:lnTo>
                  <a:lnTo>
                    <a:pt x="34823" y="14516"/>
                  </a:lnTo>
                  <a:lnTo>
                    <a:pt x="34886" y="14757"/>
                  </a:lnTo>
                  <a:lnTo>
                    <a:pt x="34607" y="14681"/>
                  </a:lnTo>
                  <a:lnTo>
                    <a:pt x="34594" y="14859"/>
                  </a:lnTo>
                  <a:lnTo>
                    <a:pt x="34886" y="14897"/>
                  </a:lnTo>
                  <a:lnTo>
                    <a:pt x="35204" y="14884"/>
                  </a:lnTo>
                  <a:lnTo>
                    <a:pt x="35318" y="15024"/>
                  </a:lnTo>
                  <a:lnTo>
                    <a:pt x="35356" y="14706"/>
                  </a:lnTo>
                  <a:close/>
                </a:path>
                <a:path w="88900" h="26034">
                  <a:moveTo>
                    <a:pt x="39484" y="10248"/>
                  </a:moveTo>
                  <a:lnTo>
                    <a:pt x="39192" y="10210"/>
                  </a:lnTo>
                  <a:lnTo>
                    <a:pt x="39255" y="10375"/>
                  </a:lnTo>
                  <a:lnTo>
                    <a:pt x="39065" y="10210"/>
                  </a:lnTo>
                  <a:lnTo>
                    <a:pt x="39243" y="10591"/>
                  </a:lnTo>
                  <a:lnTo>
                    <a:pt x="39458" y="10528"/>
                  </a:lnTo>
                  <a:lnTo>
                    <a:pt x="39484" y="10248"/>
                  </a:lnTo>
                  <a:close/>
                </a:path>
                <a:path w="88900" h="26034">
                  <a:moveTo>
                    <a:pt x="39814" y="12788"/>
                  </a:moveTo>
                  <a:lnTo>
                    <a:pt x="39611" y="12687"/>
                  </a:lnTo>
                  <a:lnTo>
                    <a:pt x="39687" y="12903"/>
                  </a:lnTo>
                  <a:lnTo>
                    <a:pt x="39357" y="13360"/>
                  </a:lnTo>
                  <a:lnTo>
                    <a:pt x="39763" y="13335"/>
                  </a:lnTo>
                  <a:lnTo>
                    <a:pt x="39801" y="13042"/>
                  </a:lnTo>
                  <a:lnTo>
                    <a:pt x="39814" y="12788"/>
                  </a:lnTo>
                  <a:close/>
                </a:path>
                <a:path w="88900" h="26034">
                  <a:moveTo>
                    <a:pt x="40716" y="4546"/>
                  </a:moveTo>
                  <a:lnTo>
                    <a:pt x="40411" y="4483"/>
                  </a:lnTo>
                  <a:lnTo>
                    <a:pt x="40500" y="4140"/>
                  </a:lnTo>
                  <a:lnTo>
                    <a:pt x="40220" y="4064"/>
                  </a:lnTo>
                  <a:lnTo>
                    <a:pt x="40182" y="4508"/>
                  </a:lnTo>
                  <a:lnTo>
                    <a:pt x="40360" y="4445"/>
                  </a:lnTo>
                  <a:lnTo>
                    <a:pt x="40589" y="4787"/>
                  </a:lnTo>
                  <a:lnTo>
                    <a:pt x="40716" y="4546"/>
                  </a:lnTo>
                  <a:close/>
                </a:path>
                <a:path w="88900" h="26034">
                  <a:moveTo>
                    <a:pt x="40868" y="21844"/>
                  </a:moveTo>
                  <a:lnTo>
                    <a:pt x="40640" y="21844"/>
                  </a:lnTo>
                  <a:lnTo>
                    <a:pt x="40525" y="22161"/>
                  </a:lnTo>
                  <a:lnTo>
                    <a:pt x="40373" y="22047"/>
                  </a:lnTo>
                  <a:lnTo>
                    <a:pt x="40106" y="21882"/>
                  </a:lnTo>
                  <a:lnTo>
                    <a:pt x="40043" y="22212"/>
                  </a:lnTo>
                  <a:lnTo>
                    <a:pt x="40474" y="22186"/>
                  </a:lnTo>
                  <a:lnTo>
                    <a:pt x="40716" y="22288"/>
                  </a:lnTo>
                  <a:lnTo>
                    <a:pt x="40652" y="22161"/>
                  </a:lnTo>
                  <a:lnTo>
                    <a:pt x="40868" y="21844"/>
                  </a:lnTo>
                  <a:close/>
                </a:path>
                <a:path w="88900" h="26034">
                  <a:moveTo>
                    <a:pt x="41592" y="9436"/>
                  </a:moveTo>
                  <a:lnTo>
                    <a:pt x="41287" y="9359"/>
                  </a:lnTo>
                  <a:lnTo>
                    <a:pt x="41198" y="9550"/>
                  </a:lnTo>
                  <a:lnTo>
                    <a:pt x="40906" y="9563"/>
                  </a:lnTo>
                  <a:lnTo>
                    <a:pt x="40830" y="9753"/>
                  </a:lnTo>
                  <a:lnTo>
                    <a:pt x="41236" y="9791"/>
                  </a:lnTo>
                  <a:lnTo>
                    <a:pt x="41198" y="9626"/>
                  </a:lnTo>
                  <a:lnTo>
                    <a:pt x="41592" y="9436"/>
                  </a:lnTo>
                  <a:close/>
                </a:path>
                <a:path w="88900" h="26034">
                  <a:moveTo>
                    <a:pt x="41871" y="13741"/>
                  </a:moveTo>
                  <a:lnTo>
                    <a:pt x="41567" y="13589"/>
                  </a:lnTo>
                  <a:lnTo>
                    <a:pt x="41592" y="13792"/>
                  </a:lnTo>
                  <a:lnTo>
                    <a:pt x="41363" y="13754"/>
                  </a:lnTo>
                  <a:lnTo>
                    <a:pt x="41414" y="14008"/>
                  </a:lnTo>
                  <a:lnTo>
                    <a:pt x="41732" y="14135"/>
                  </a:lnTo>
                  <a:lnTo>
                    <a:pt x="41643" y="13792"/>
                  </a:lnTo>
                  <a:lnTo>
                    <a:pt x="41871" y="13741"/>
                  </a:lnTo>
                  <a:close/>
                </a:path>
                <a:path w="88900" h="26034">
                  <a:moveTo>
                    <a:pt x="41960" y="5156"/>
                  </a:moveTo>
                  <a:lnTo>
                    <a:pt x="41757" y="5080"/>
                  </a:lnTo>
                  <a:lnTo>
                    <a:pt x="41414" y="5118"/>
                  </a:lnTo>
                  <a:lnTo>
                    <a:pt x="41363" y="4953"/>
                  </a:lnTo>
                  <a:lnTo>
                    <a:pt x="41122" y="4940"/>
                  </a:lnTo>
                  <a:lnTo>
                    <a:pt x="40919" y="5397"/>
                  </a:lnTo>
                  <a:lnTo>
                    <a:pt x="41960" y="5156"/>
                  </a:lnTo>
                  <a:close/>
                </a:path>
                <a:path w="88900" h="26034">
                  <a:moveTo>
                    <a:pt x="42519" y="8305"/>
                  </a:moveTo>
                  <a:lnTo>
                    <a:pt x="42252" y="8166"/>
                  </a:lnTo>
                  <a:lnTo>
                    <a:pt x="42303" y="8470"/>
                  </a:lnTo>
                  <a:lnTo>
                    <a:pt x="42113" y="8496"/>
                  </a:lnTo>
                  <a:lnTo>
                    <a:pt x="42100" y="8686"/>
                  </a:lnTo>
                  <a:lnTo>
                    <a:pt x="42494" y="8724"/>
                  </a:lnTo>
                  <a:lnTo>
                    <a:pt x="42519" y="8305"/>
                  </a:lnTo>
                  <a:close/>
                </a:path>
                <a:path w="88900" h="26034">
                  <a:moveTo>
                    <a:pt x="44132" y="21221"/>
                  </a:moveTo>
                  <a:lnTo>
                    <a:pt x="44081" y="20993"/>
                  </a:lnTo>
                  <a:lnTo>
                    <a:pt x="44081" y="20701"/>
                  </a:lnTo>
                  <a:lnTo>
                    <a:pt x="43878" y="20574"/>
                  </a:lnTo>
                  <a:lnTo>
                    <a:pt x="43840" y="20866"/>
                  </a:lnTo>
                  <a:lnTo>
                    <a:pt x="43776" y="21209"/>
                  </a:lnTo>
                  <a:lnTo>
                    <a:pt x="44132" y="21221"/>
                  </a:lnTo>
                  <a:close/>
                </a:path>
                <a:path w="88900" h="26034">
                  <a:moveTo>
                    <a:pt x="44792" y="21031"/>
                  </a:moveTo>
                  <a:lnTo>
                    <a:pt x="44475" y="21005"/>
                  </a:lnTo>
                  <a:lnTo>
                    <a:pt x="44538" y="21259"/>
                  </a:lnTo>
                  <a:lnTo>
                    <a:pt x="44310" y="21209"/>
                  </a:lnTo>
                  <a:lnTo>
                    <a:pt x="44323" y="21424"/>
                  </a:lnTo>
                  <a:lnTo>
                    <a:pt x="44716" y="21551"/>
                  </a:lnTo>
                  <a:lnTo>
                    <a:pt x="44792" y="21031"/>
                  </a:lnTo>
                  <a:close/>
                </a:path>
                <a:path w="88900" h="26034">
                  <a:moveTo>
                    <a:pt x="47637" y="19989"/>
                  </a:moveTo>
                  <a:lnTo>
                    <a:pt x="47574" y="19646"/>
                  </a:lnTo>
                  <a:lnTo>
                    <a:pt x="47155" y="19608"/>
                  </a:lnTo>
                  <a:lnTo>
                    <a:pt x="47040" y="19939"/>
                  </a:lnTo>
                  <a:lnTo>
                    <a:pt x="47637" y="19989"/>
                  </a:lnTo>
                  <a:close/>
                </a:path>
                <a:path w="88900" h="26034">
                  <a:moveTo>
                    <a:pt x="50050" y="18415"/>
                  </a:moveTo>
                  <a:lnTo>
                    <a:pt x="49860" y="18453"/>
                  </a:lnTo>
                  <a:lnTo>
                    <a:pt x="49441" y="18237"/>
                  </a:lnTo>
                  <a:lnTo>
                    <a:pt x="49415" y="18453"/>
                  </a:lnTo>
                  <a:lnTo>
                    <a:pt x="49542" y="18592"/>
                  </a:lnTo>
                  <a:lnTo>
                    <a:pt x="50038" y="18656"/>
                  </a:lnTo>
                  <a:lnTo>
                    <a:pt x="50050" y="18415"/>
                  </a:lnTo>
                  <a:close/>
                </a:path>
                <a:path w="88900" h="26034">
                  <a:moveTo>
                    <a:pt x="51600" y="24358"/>
                  </a:moveTo>
                  <a:lnTo>
                    <a:pt x="51562" y="24206"/>
                  </a:lnTo>
                  <a:lnTo>
                    <a:pt x="51384" y="24180"/>
                  </a:lnTo>
                  <a:lnTo>
                    <a:pt x="51473" y="24472"/>
                  </a:lnTo>
                  <a:lnTo>
                    <a:pt x="51130" y="24536"/>
                  </a:lnTo>
                  <a:lnTo>
                    <a:pt x="51333" y="24714"/>
                  </a:lnTo>
                  <a:lnTo>
                    <a:pt x="51562" y="24549"/>
                  </a:lnTo>
                  <a:lnTo>
                    <a:pt x="51600" y="24358"/>
                  </a:lnTo>
                  <a:close/>
                </a:path>
                <a:path w="88900" h="26034">
                  <a:moveTo>
                    <a:pt x="53695" y="25425"/>
                  </a:moveTo>
                  <a:lnTo>
                    <a:pt x="53670" y="25158"/>
                  </a:lnTo>
                  <a:lnTo>
                    <a:pt x="53352" y="25146"/>
                  </a:lnTo>
                  <a:lnTo>
                    <a:pt x="53162" y="25031"/>
                  </a:lnTo>
                  <a:lnTo>
                    <a:pt x="52959" y="24930"/>
                  </a:lnTo>
                  <a:lnTo>
                    <a:pt x="53111" y="25273"/>
                  </a:lnTo>
                  <a:lnTo>
                    <a:pt x="53098" y="25044"/>
                  </a:lnTo>
                  <a:lnTo>
                    <a:pt x="53695" y="25425"/>
                  </a:lnTo>
                  <a:close/>
                </a:path>
                <a:path w="88900" h="26034">
                  <a:moveTo>
                    <a:pt x="55918" y="16141"/>
                  </a:moveTo>
                  <a:lnTo>
                    <a:pt x="55626" y="16027"/>
                  </a:lnTo>
                  <a:lnTo>
                    <a:pt x="55575" y="16230"/>
                  </a:lnTo>
                  <a:lnTo>
                    <a:pt x="55359" y="15900"/>
                  </a:lnTo>
                  <a:lnTo>
                    <a:pt x="55206" y="15900"/>
                  </a:lnTo>
                  <a:lnTo>
                    <a:pt x="55283" y="16268"/>
                  </a:lnTo>
                  <a:lnTo>
                    <a:pt x="55549" y="16383"/>
                  </a:lnTo>
                  <a:lnTo>
                    <a:pt x="55918" y="16141"/>
                  </a:lnTo>
                  <a:close/>
                </a:path>
                <a:path w="88900" h="26034">
                  <a:moveTo>
                    <a:pt x="58267" y="16611"/>
                  </a:moveTo>
                  <a:lnTo>
                    <a:pt x="58013" y="16548"/>
                  </a:lnTo>
                  <a:lnTo>
                    <a:pt x="57886" y="16433"/>
                  </a:lnTo>
                  <a:lnTo>
                    <a:pt x="57531" y="16459"/>
                  </a:lnTo>
                  <a:lnTo>
                    <a:pt x="57734" y="16687"/>
                  </a:lnTo>
                  <a:lnTo>
                    <a:pt x="57810" y="17030"/>
                  </a:lnTo>
                  <a:lnTo>
                    <a:pt x="58242" y="16865"/>
                  </a:lnTo>
                  <a:lnTo>
                    <a:pt x="58267" y="16611"/>
                  </a:lnTo>
                  <a:close/>
                </a:path>
                <a:path w="88900" h="26034">
                  <a:moveTo>
                    <a:pt x="58445" y="24498"/>
                  </a:moveTo>
                  <a:lnTo>
                    <a:pt x="58331" y="24345"/>
                  </a:lnTo>
                  <a:lnTo>
                    <a:pt x="57721" y="24130"/>
                  </a:lnTo>
                  <a:lnTo>
                    <a:pt x="57505" y="24333"/>
                  </a:lnTo>
                  <a:lnTo>
                    <a:pt x="57785" y="24257"/>
                  </a:lnTo>
                  <a:lnTo>
                    <a:pt x="58267" y="24815"/>
                  </a:lnTo>
                  <a:lnTo>
                    <a:pt x="58445" y="24498"/>
                  </a:lnTo>
                  <a:close/>
                </a:path>
                <a:path w="88900" h="26034">
                  <a:moveTo>
                    <a:pt x="59118" y="16598"/>
                  </a:moveTo>
                  <a:lnTo>
                    <a:pt x="58813" y="16433"/>
                  </a:lnTo>
                  <a:lnTo>
                    <a:pt x="58712" y="16586"/>
                  </a:lnTo>
                  <a:lnTo>
                    <a:pt x="58470" y="16725"/>
                  </a:lnTo>
                  <a:lnTo>
                    <a:pt x="58712" y="16725"/>
                  </a:lnTo>
                  <a:lnTo>
                    <a:pt x="58775" y="16891"/>
                  </a:lnTo>
                  <a:lnTo>
                    <a:pt x="59118" y="16865"/>
                  </a:lnTo>
                  <a:lnTo>
                    <a:pt x="59118" y="16598"/>
                  </a:lnTo>
                  <a:close/>
                </a:path>
                <a:path w="88900" h="26034">
                  <a:moveTo>
                    <a:pt x="62890" y="21577"/>
                  </a:moveTo>
                  <a:lnTo>
                    <a:pt x="62788" y="21221"/>
                  </a:lnTo>
                  <a:lnTo>
                    <a:pt x="62865" y="21082"/>
                  </a:lnTo>
                  <a:lnTo>
                    <a:pt x="62623" y="21005"/>
                  </a:lnTo>
                  <a:lnTo>
                    <a:pt x="62585" y="21272"/>
                  </a:lnTo>
                  <a:lnTo>
                    <a:pt x="62661" y="21450"/>
                  </a:lnTo>
                  <a:lnTo>
                    <a:pt x="62890" y="21577"/>
                  </a:lnTo>
                  <a:close/>
                </a:path>
                <a:path w="88900" h="26034">
                  <a:moveTo>
                    <a:pt x="66103" y="19253"/>
                  </a:moveTo>
                  <a:lnTo>
                    <a:pt x="65709" y="19227"/>
                  </a:lnTo>
                  <a:lnTo>
                    <a:pt x="65519" y="18503"/>
                  </a:lnTo>
                  <a:lnTo>
                    <a:pt x="65265" y="18910"/>
                  </a:lnTo>
                  <a:lnTo>
                    <a:pt x="65557" y="18910"/>
                  </a:lnTo>
                  <a:lnTo>
                    <a:pt x="65519" y="19113"/>
                  </a:lnTo>
                  <a:lnTo>
                    <a:pt x="65557" y="19291"/>
                  </a:lnTo>
                  <a:lnTo>
                    <a:pt x="65709" y="19265"/>
                  </a:lnTo>
                  <a:lnTo>
                    <a:pt x="66103" y="19443"/>
                  </a:lnTo>
                  <a:lnTo>
                    <a:pt x="66103" y="19253"/>
                  </a:lnTo>
                  <a:close/>
                </a:path>
                <a:path w="88900" h="26034">
                  <a:moveTo>
                    <a:pt x="66827" y="10350"/>
                  </a:moveTo>
                  <a:lnTo>
                    <a:pt x="66713" y="10121"/>
                  </a:lnTo>
                  <a:lnTo>
                    <a:pt x="66789" y="9779"/>
                  </a:lnTo>
                  <a:lnTo>
                    <a:pt x="66471" y="9690"/>
                  </a:lnTo>
                  <a:lnTo>
                    <a:pt x="66586" y="9918"/>
                  </a:lnTo>
                  <a:lnTo>
                    <a:pt x="66395" y="10363"/>
                  </a:lnTo>
                  <a:lnTo>
                    <a:pt x="66827" y="10350"/>
                  </a:lnTo>
                  <a:close/>
                </a:path>
                <a:path w="88900" h="26034">
                  <a:moveTo>
                    <a:pt x="66941" y="24244"/>
                  </a:moveTo>
                  <a:lnTo>
                    <a:pt x="66738" y="24079"/>
                  </a:lnTo>
                  <a:lnTo>
                    <a:pt x="66344" y="23774"/>
                  </a:lnTo>
                  <a:lnTo>
                    <a:pt x="66090" y="24079"/>
                  </a:lnTo>
                  <a:lnTo>
                    <a:pt x="66433" y="24079"/>
                  </a:lnTo>
                  <a:lnTo>
                    <a:pt x="66611" y="24244"/>
                  </a:lnTo>
                  <a:lnTo>
                    <a:pt x="66395" y="24384"/>
                  </a:lnTo>
                  <a:lnTo>
                    <a:pt x="66586" y="24333"/>
                  </a:lnTo>
                  <a:lnTo>
                    <a:pt x="66827" y="24371"/>
                  </a:lnTo>
                  <a:lnTo>
                    <a:pt x="66941" y="24244"/>
                  </a:lnTo>
                  <a:close/>
                </a:path>
                <a:path w="88900" h="26034">
                  <a:moveTo>
                    <a:pt x="67183" y="12814"/>
                  </a:moveTo>
                  <a:lnTo>
                    <a:pt x="67119" y="12534"/>
                  </a:lnTo>
                  <a:lnTo>
                    <a:pt x="66954" y="12344"/>
                  </a:lnTo>
                  <a:lnTo>
                    <a:pt x="66802" y="12141"/>
                  </a:lnTo>
                  <a:lnTo>
                    <a:pt x="66586" y="12306"/>
                  </a:lnTo>
                  <a:lnTo>
                    <a:pt x="66611" y="12573"/>
                  </a:lnTo>
                  <a:lnTo>
                    <a:pt x="66776" y="12776"/>
                  </a:lnTo>
                  <a:lnTo>
                    <a:pt x="67183" y="12814"/>
                  </a:lnTo>
                  <a:close/>
                </a:path>
                <a:path w="88900" h="26034">
                  <a:moveTo>
                    <a:pt x="68275" y="12065"/>
                  </a:moveTo>
                  <a:lnTo>
                    <a:pt x="68186" y="11849"/>
                  </a:lnTo>
                  <a:lnTo>
                    <a:pt x="68160" y="11442"/>
                  </a:lnTo>
                  <a:lnTo>
                    <a:pt x="67818" y="11468"/>
                  </a:lnTo>
                  <a:lnTo>
                    <a:pt x="67754" y="11747"/>
                  </a:lnTo>
                  <a:lnTo>
                    <a:pt x="67678" y="12026"/>
                  </a:lnTo>
                  <a:lnTo>
                    <a:pt x="68275" y="12065"/>
                  </a:lnTo>
                  <a:close/>
                </a:path>
                <a:path w="88900" h="26034">
                  <a:moveTo>
                    <a:pt x="68719" y="9880"/>
                  </a:moveTo>
                  <a:lnTo>
                    <a:pt x="68326" y="9728"/>
                  </a:lnTo>
                  <a:lnTo>
                    <a:pt x="68326" y="9321"/>
                  </a:lnTo>
                  <a:lnTo>
                    <a:pt x="68033" y="9105"/>
                  </a:lnTo>
                  <a:lnTo>
                    <a:pt x="68046" y="9309"/>
                  </a:lnTo>
                  <a:lnTo>
                    <a:pt x="68173" y="9448"/>
                  </a:lnTo>
                  <a:lnTo>
                    <a:pt x="68084" y="9728"/>
                  </a:lnTo>
                  <a:lnTo>
                    <a:pt x="68237" y="9766"/>
                  </a:lnTo>
                  <a:lnTo>
                    <a:pt x="68541" y="10121"/>
                  </a:lnTo>
                  <a:lnTo>
                    <a:pt x="68719" y="9880"/>
                  </a:lnTo>
                  <a:close/>
                </a:path>
                <a:path w="88900" h="26034">
                  <a:moveTo>
                    <a:pt x="68897" y="16433"/>
                  </a:moveTo>
                  <a:lnTo>
                    <a:pt x="68707" y="16141"/>
                  </a:lnTo>
                  <a:lnTo>
                    <a:pt x="68821" y="15989"/>
                  </a:lnTo>
                  <a:lnTo>
                    <a:pt x="68427" y="15849"/>
                  </a:lnTo>
                  <a:lnTo>
                    <a:pt x="68351" y="16294"/>
                  </a:lnTo>
                  <a:lnTo>
                    <a:pt x="68478" y="16395"/>
                  </a:lnTo>
                  <a:lnTo>
                    <a:pt x="68897" y="16433"/>
                  </a:lnTo>
                  <a:close/>
                </a:path>
                <a:path w="88900" h="26034">
                  <a:moveTo>
                    <a:pt x="68922" y="15100"/>
                  </a:moveTo>
                  <a:lnTo>
                    <a:pt x="68884" y="14770"/>
                  </a:lnTo>
                  <a:lnTo>
                    <a:pt x="68897" y="14452"/>
                  </a:lnTo>
                  <a:lnTo>
                    <a:pt x="68453" y="14439"/>
                  </a:lnTo>
                  <a:lnTo>
                    <a:pt x="68618" y="14668"/>
                  </a:lnTo>
                  <a:lnTo>
                    <a:pt x="68300" y="14732"/>
                  </a:lnTo>
                  <a:lnTo>
                    <a:pt x="68516" y="14884"/>
                  </a:lnTo>
                  <a:lnTo>
                    <a:pt x="68643" y="14655"/>
                  </a:lnTo>
                  <a:lnTo>
                    <a:pt x="68732" y="15100"/>
                  </a:lnTo>
                  <a:lnTo>
                    <a:pt x="68922" y="15100"/>
                  </a:lnTo>
                  <a:close/>
                </a:path>
                <a:path w="88900" h="26034">
                  <a:moveTo>
                    <a:pt x="70243" y="12141"/>
                  </a:moveTo>
                  <a:lnTo>
                    <a:pt x="70205" y="11798"/>
                  </a:lnTo>
                  <a:lnTo>
                    <a:pt x="70040" y="11557"/>
                  </a:lnTo>
                  <a:lnTo>
                    <a:pt x="69888" y="11315"/>
                  </a:lnTo>
                  <a:lnTo>
                    <a:pt x="69761" y="11772"/>
                  </a:lnTo>
                  <a:lnTo>
                    <a:pt x="70040" y="12115"/>
                  </a:lnTo>
                  <a:lnTo>
                    <a:pt x="69697" y="12280"/>
                  </a:lnTo>
                  <a:lnTo>
                    <a:pt x="69951" y="12319"/>
                  </a:lnTo>
                  <a:lnTo>
                    <a:pt x="70027" y="12166"/>
                  </a:lnTo>
                  <a:lnTo>
                    <a:pt x="70243" y="12141"/>
                  </a:lnTo>
                  <a:close/>
                </a:path>
                <a:path w="88900" h="26034">
                  <a:moveTo>
                    <a:pt x="71183" y="11163"/>
                  </a:moveTo>
                  <a:lnTo>
                    <a:pt x="70751" y="11214"/>
                  </a:lnTo>
                  <a:lnTo>
                    <a:pt x="70675" y="11620"/>
                  </a:lnTo>
                  <a:lnTo>
                    <a:pt x="70472" y="11899"/>
                  </a:lnTo>
                  <a:lnTo>
                    <a:pt x="70891" y="11938"/>
                  </a:lnTo>
                  <a:lnTo>
                    <a:pt x="70980" y="11722"/>
                  </a:lnTo>
                  <a:lnTo>
                    <a:pt x="71018" y="11480"/>
                  </a:lnTo>
                  <a:lnTo>
                    <a:pt x="71183" y="11163"/>
                  </a:lnTo>
                  <a:close/>
                </a:path>
                <a:path w="88900" h="26034">
                  <a:moveTo>
                    <a:pt x="71374" y="14008"/>
                  </a:moveTo>
                  <a:lnTo>
                    <a:pt x="71018" y="13627"/>
                  </a:lnTo>
                  <a:lnTo>
                    <a:pt x="70840" y="13830"/>
                  </a:lnTo>
                  <a:lnTo>
                    <a:pt x="71094" y="13906"/>
                  </a:lnTo>
                  <a:lnTo>
                    <a:pt x="71043" y="14185"/>
                  </a:lnTo>
                  <a:lnTo>
                    <a:pt x="71348" y="14224"/>
                  </a:lnTo>
                  <a:lnTo>
                    <a:pt x="71374" y="14008"/>
                  </a:lnTo>
                  <a:close/>
                </a:path>
                <a:path w="88900" h="26034">
                  <a:moveTo>
                    <a:pt x="72478" y="19786"/>
                  </a:moveTo>
                  <a:lnTo>
                    <a:pt x="72174" y="19735"/>
                  </a:lnTo>
                  <a:lnTo>
                    <a:pt x="72148" y="19977"/>
                  </a:lnTo>
                  <a:lnTo>
                    <a:pt x="72110" y="20205"/>
                  </a:lnTo>
                  <a:lnTo>
                    <a:pt x="72440" y="20332"/>
                  </a:lnTo>
                  <a:lnTo>
                    <a:pt x="72478" y="19786"/>
                  </a:lnTo>
                  <a:close/>
                </a:path>
                <a:path w="88900" h="26034">
                  <a:moveTo>
                    <a:pt x="73050" y="13017"/>
                  </a:moveTo>
                  <a:lnTo>
                    <a:pt x="72313" y="13208"/>
                  </a:lnTo>
                  <a:lnTo>
                    <a:pt x="72974" y="12827"/>
                  </a:lnTo>
                  <a:lnTo>
                    <a:pt x="72783" y="12636"/>
                  </a:lnTo>
                  <a:lnTo>
                    <a:pt x="72517" y="12814"/>
                  </a:lnTo>
                  <a:lnTo>
                    <a:pt x="72402" y="13106"/>
                  </a:lnTo>
                  <a:lnTo>
                    <a:pt x="72085" y="13208"/>
                  </a:lnTo>
                  <a:lnTo>
                    <a:pt x="72110" y="12839"/>
                  </a:lnTo>
                  <a:lnTo>
                    <a:pt x="71805" y="12966"/>
                  </a:lnTo>
                  <a:lnTo>
                    <a:pt x="71551" y="12966"/>
                  </a:lnTo>
                  <a:lnTo>
                    <a:pt x="71755" y="13004"/>
                  </a:lnTo>
                  <a:lnTo>
                    <a:pt x="71602" y="13284"/>
                  </a:lnTo>
                  <a:lnTo>
                    <a:pt x="71742" y="13347"/>
                  </a:lnTo>
                  <a:lnTo>
                    <a:pt x="72402" y="13335"/>
                  </a:lnTo>
                  <a:lnTo>
                    <a:pt x="72783" y="13500"/>
                  </a:lnTo>
                  <a:lnTo>
                    <a:pt x="73050" y="13017"/>
                  </a:lnTo>
                  <a:close/>
                </a:path>
                <a:path w="88900" h="26034">
                  <a:moveTo>
                    <a:pt x="74028" y="10414"/>
                  </a:moveTo>
                  <a:lnTo>
                    <a:pt x="73748" y="10363"/>
                  </a:lnTo>
                  <a:lnTo>
                    <a:pt x="73152" y="10820"/>
                  </a:lnTo>
                  <a:lnTo>
                    <a:pt x="73672" y="10934"/>
                  </a:lnTo>
                  <a:lnTo>
                    <a:pt x="73685" y="10668"/>
                  </a:lnTo>
                  <a:lnTo>
                    <a:pt x="73926" y="10604"/>
                  </a:lnTo>
                  <a:lnTo>
                    <a:pt x="74028" y="10414"/>
                  </a:lnTo>
                  <a:close/>
                </a:path>
                <a:path w="88900" h="26034">
                  <a:moveTo>
                    <a:pt x="77216" y="16484"/>
                  </a:moveTo>
                  <a:lnTo>
                    <a:pt x="77012" y="16052"/>
                  </a:lnTo>
                  <a:lnTo>
                    <a:pt x="76860" y="16294"/>
                  </a:lnTo>
                  <a:lnTo>
                    <a:pt x="77127" y="16344"/>
                  </a:lnTo>
                  <a:lnTo>
                    <a:pt x="76695" y="16446"/>
                  </a:lnTo>
                  <a:lnTo>
                    <a:pt x="76822" y="16649"/>
                  </a:lnTo>
                  <a:lnTo>
                    <a:pt x="77152" y="16687"/>
                  </a:lnTo>
                  <a:lnTo>
                    <a:pt x="77216" y="16484"/>
                  </a:lnTo>
                  <a:close/>
                </a:path>
                <a:path w="88900" h="26034">
                  <a:moveTo>
                    <a:pt x="77558" y="13144"/>
                  </a:moveTo>
                  <a:lnTo>
                    <a:pt x="77241" y="13131"/>
                  </a:lnTo>
                  <a:lnTo>
                    <a:pt x="77152" y="13309"/>
                  </a:lnTo>
                  <a:lnTo>
                    <a:pt x="76987" y="13449"/>
                  </a:lnTo>
                  <a:lnTo>
                    <a:pt x="77254" y="13411"/>
                  </a:lnTo>
                  <a:lnTo>
                    <a:pt x="77546" y="13411"/>
                  </a:lnTo>
                  <a:lnTo>
                    <a:pt x="77558" y="13144"/>
                  </a:lnTo>
                  <a:close/>
                </a:path>
                <a:path w="88900" h="26034">
                  <a:moveTo>
                    <a:pt x="79844" y="16383"/>
                  </a:moveTo>
                  <a:lnTo>
                    <a:pt x="79438" y="16027"/>
                  </a:lnTo>
                  <a:lnTo>
                    <a:pt x="79654" y="16154"/>
                  </a:lnTo>
                  <a:lnTo>
                    <a:pt x="79260" y="15798"/>
                  </a:lnTo>
                  <a:lnTo>
                    <a:pt x="79273" y="16002"/>
                  </a:lnTo>
                  <a:lnTo>
                    <a:pt x="79362" y="16179"/>
                  </a:lnTo>
                  <a:lnTo>
                    <a:pt x="79413" y="16344"/>
                  </a:lnTo>
                  <a:lnTo>
                    <a:pt x="79209" y="16421"/>
                  </a:lnTo>
                  <a:lnTo>
                    <a:pt x="79578" y="16344"/>
                  </a:lnTo>
                  <a:lnTo>
                    <a:pt x="79654" y="16522"/>
                  </a:lnTo>
                  <a:lnTo>
                    <a:pt x="79844" y="16383"/>
                  </a:lnTo>
                  <a:close/>
                </a:path>
                <a:path w="88900" h="26034">
                  <a:moveTo>
                    <a:pt x="86728" y="11518"/>
                  </a:moveTo>
                  <a:lnTo>
                    <a:pt x="86385" y="11391"/>
                  </a:lnTo>
                  <a:lnTo>
                    <a:pt x="86448" y="11633"/>
                  </a:lnTo>
                  <a:lnTo>
                    <a:pt x="86182" y="11544"/>
                  </a:lnTo>
                  <a:lnTo>
                    <a:pt x="86156" y="11722"/>
                  </a:lnTo>
                  <a:lnTo>
                    <a:pt x="86347" y="11874"/>
                  </a:lnTo>
                  <a:lnTo>
                    <a:pt x="86563" y="11836"/>
                  </a:lnTo>
                  <a:lnTo>
                    <a:pt x="86436" y="11557"/>
                  </a:lnTo>
                  <a:lnTo>
                    <a:pt x="86728" y="11518"/>
                  </a:lnTo>
                  <a:close/>
                </a:path>
                <a:path w="88900" h="26034">
                  <a:moveTo>
                    <a:pt x="88531" y="9156"/>
                  </a:moveTo>
                  <a:lnTo>
                    <a:pt x="88163" y="9258"/>
                  </a:lnTo>
                  <a:lnTo>
                    <a:pt x="88049" y="9017"/>
                  </a:lnTo>
                  <a:lnTo>
                    <a:pt x="87782" y="9182"/>
                  </a:lnTo>
                  <a:lnTo>
                    <a:pt x="88099" y="9385"/>
                  </a:lnTo>
                  <a:lnTo>
                    <a:pt x="88176" y="9563"/>
                  </a:lnTo>
                  <a:lnTo>
                    <a:pt x="88531" y="9156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0" name="object 110"/>
            <p:cNvSpPr/>
            <p:nvPr/>
          </p:nvSpPr>
          <p:spPr>
            <a:xfrm>
              <a:off x="3980129" y="1025219"/>
              <a:ext cx="90805" cy="37465"/>
            </a:xfrm>
            <a:custGeom>
              <a:avLst/>
              <a:gdLst/>
              <a:ahLst/>
              <a:cxnLst/>
              <a:rect l="l" t="t" r="r" b="b"/>
              <a:pathLst>
                <a:path w="90804" h="37465">
                  <a:moveTo>
                    <a:pt x="990" y="7429"/>
                  </a:moveTo>
                  <a:lnTo>
                    <a:pt x="749" y="6934"/>
                  </a:lnTo>
                  <a:lnTo>
                    <a:pt x="254" y="6946"/>
                  </a:lnTo>
                  <a:lnTo>
                    <a:pt x="0" y="7137"/>
                  </a:lnTo>
                  <a:lnTo>
                    <a:pt x="139" y="7175"/>
                  </a:lnTo>
                  <a:lnTo>
                    <a:pt x="0" y="7378"/>
                  </a:lnTo>
                  <a:lnTo>
                    <a:pt x="304" y="7569"/>
                  </a:lnTo>
                  <a:lnTo>
                    <a:pt x="520" y="7467"/>
                  </a:lnTo>
                  <a:lnTo>
                    <a:pt x="215" y="7124"/>
                  </a:lnTo>
                  <a:lnTo>
                    <a:pt x="444" y="7061"/>
                  </a:lnTo>
                  <a:lnTo>
                    <a:pt x="635" y="7239"/>
                  </a:lnTo>
                  <a:lnTo>
                    <a:pt x="419" y="7327"/>
                  </a:lnTo>
                  <a:lnTo>
                    <a:pt x="863" y="7416"/>
                  </a:lnTo>
                  <a:lnTo>
                    <a:pt x="482" y="7391"/>
                  </a:lnTo>
                  <a:lnTo>
                    <a:pt x="825" y="7620"/>
                  </a:lnTo>
                  <a:lnTo>
                    <a:pt x="990" y="7429"/>
                  </a:lnTo>
                  <a:close/>
                </a:path>
                <a:path w="90804" h="37465">
                  <a:moveTo>
                    <a:pt x="1384" y="0"/>
                  </a:moveTo>
                  <a:lnTo>
                    <a:pt x="1041" y="38"/>
                  </a:lnTo>
                  <a:lnTo>
                    <a:pt x="1079" y="241"/>
                  </a:lnTo>
                  <a:lnTo>
                    <a:pt x="1130" y="431"/>
                  </a:lnTo>
                  <a:lnTo>
                    <a:pt x="1333" y="495"/>
                  </a:lnTo>
                  <a:lnTo>
                    <a:pt x="1371" y="241"/>
                  </a:lnTo>
                  <a:lnTo>
                    <a:pt x="1384" y="0"/>
                  </a:lnTo>
                  <a:close/>
                </a:path>
                <a:path w="90804" h="37465">
                  <a:moveTo>
                    <a:pt x="4356" y="13957"/>
                  </a:moveTo>
                  <a:lnTo>
                    <a:pt x="4064" y="13804"/>
                  </a:lnTo>
                  <a:lnTo>
                    <a:pt x="3213" y="13550"/>
                  </a:lnTo>
                  <a:lnTo>
                    <a:pt x="3441" y="13931"/>
                  </a:lnTo>
                  <a:lnTo>
                    <a:pt x="3721" y="13843"/>
                  </a:lnTo>
                  <a:lnTo>
                    <a:pt x="3810" y="14236"/>
                  </a:lnTo>
                  <a:lnTo>
                    <a:pt x="3759" y="14008"/>
                  </a:lnTo>
                  <a:lnTo>
                    <a:pt x="4356" y="13957"/>
                  </a:lnTo>
                  <a:close/>
                </a:path>
                <a:path w="90804" h="37465">
                  <a:moveTo>
                    <a:pt x="7429" y="18580"/>
                  </a:moveTo>
                  <a:lnTo>
                    <a:pt x="7251" y="18529"/>
                  </a:lnTo>
                  <a:lnTo>
                    <a:pt x="7137" y="18694"/>
                  </a:lnTo>
                  <a:lnTo>
                    <a:pt x="7099" y="18554"/>
                  </a:lnTo>
                  <a:lnTo>
                    <a:pt x="6870" y="18707"/>
                  </a:lnTo>
                  <a:lnTo>
                    <a:pt x="6781" y="18529"/>
                  </a:lnTo>
                  <a:lnTo>
                    <a:pt x="6680" y="18923"/>
                  </a:lnTo>
                  <a:lnTo>
                    <a:pt x="7327" y="18770"/>
                  </a:lnTo>
                  <a:lnTo>
                    <a:pt x="7429" y="18580"/>
                  </a:lnTo>
                  <a:close/>
                </a:path>
                <a:path w="90804" h="37465">
                  <a:moveTo>
                    <a:pt x="7912" y="18389"/>
                  </a:moveTo>
                  <a:lnTo>
                    <a:pt x="7658" y="18224"/>
                  </a:lnTo>
                  <a:lnTo>
                    <a:pt x="7340" y="18288"/>
                  </a:lnTo>
                  <a:lnTo>
                    <a:pt x="7099" y="18542"/>
                  </a:lnTo>
                  <a:lnTo>
                    <a:pt x="7277" y="18478"/>
                  </a:lnTo>
                  <a:lnTo>
                    <a:pt x="7912" y="18389"/>
                  </a:lnTo>
                  <a:close/>
                </a:path>
                <a:path w="90804" h="37465">
                  <a:moveTo>
                    <a:pt x="9626" y="5969"/>
                  </a:moveTo>
                  <a:lnTo>
                    <a:pt x="8470" y="5511"/>
                  </a:lnTo>
                  <a:lnTo>
                    <a:pt x="8724" y="5765"/>
                  </a:lnTo>
                  <a:lnTo>
                    <a:pt x="9169" y="5880"/>
                  </a:lnTo>
                  <a:lnTo>
                    <a:pt x="9385" y="6108"/>
                  </a:lnTo>
                  <a:lnTo>
                    <a:pt x="9626" y="5969"/>
                  </a:lnTo>
                  <a:close/>
                </a:path>
                <a:path w="90804" h="37465">
                  <a:moveTo>
                    <a:pt x="9918" y="5702"/>
                  </a:moveTo>
                  <a:lnTo>
                    <a:pt x="9702" y="5664"/>
                  </a:lnTo>
                  <a:lnTo>
                    <a:pt x="9728" y="5448"/>
                  </a:lnTo>
                  <a:lnTo>
                    <a:pt x="9512" y="5397"/>
                  </a:lnTo>
                  <a:lnTo>
                    <a:pt x="9753" y="5892"/>
                  </a:lnTo>
                  <a:lnTo>
                    <a:pt x="9918" y="5702"/>
                  </a:lnTo>
                  <a:close/>
                </a:path>
                <a:path w="90804" h="37465">
                  <a:moveTo>
                    <a:pt x="12573" y="19989"/>
                  </a:moveTo>
                  <a:lnTo>
                    <a:pt x="12369" y="19888"/>
                  </a:lnTo>
                  <a:lnTo>
                    <a:pt x="12090" y="19634"/>
                  </a:lnTo>
                  <a:lnTo>
                    <a:pt x="12039" y="19951"/>
                  </a:lnTo>
                  <a:lnTo>
                    <a:pt x="12217" y="20320"/>
                  </a:lnTo>
                  <a:lnTo>
                    <a:pt x="11874" y="20383"/>
                  </a:lnTo>
                  <a:lnTo>
                    <a:pt x="12293" y="20497"/>
                  </a:lnTo>
                  <a:lnTo>
                    <a:pt x="12433" y="20243"/>
                  </a:lnTo>
                  <a:lnTo>
                    <a:pt x="12573" y="19989"/>
                  </a:lnTo>
                  <a:close/>
                </a:path>
                <a:path w="90804" h="37465">
                  <a:moveTo>
                    <a:pt x="16294" y="23634"/>
                  </a:moveTo>
                  <a:lnTo>
                    <a:pt x="16103" y="23609"/>
                  </a:lnTo>
                  <a:lnTo>
                    <a:pt x="15824" y="23393"/>
                  </a:lnTo>
                  <a:lnTo>
                    <a:pt x="15621" y="23380"/>
                  </a:lnTo>
                  <a:lnTo>
                    <a:pt x="15379" y="23279"/>
                  </a:lnTo>
                  <a:lnTo>
                    <a:pt x="15341" y="23622"/>
                  </a:lnTo>
                  <a:lnTo>
                    <a:pt x="16294" y="23634"/>
                  </a:lnTo>
                  <a:close/>
                </a:path>
                <a:path w="90804" h="37465">
                  <a:moveTo>
                    <a:pt x="17399" y="24701"/>
                  </a:moveTo>
                  <a:lnTo>
                    <a:pt x="17233" y="24320"/>
                  </a:lnTo>
                  <a:lnTo>
                    <a:pt x="16891" y="24053"/>
                  </a:lnTo>
                  <a:lnTo>
                    <a:pt x="16624" y="23749"/>
                  </a:lnTo>
                  <a:lnTo>
                    <a:pt x="16687" y="24053"/>
                  </a:lnTo>
                  <a:lnTo>
                    <a:pt x="16281" y="23837"/>
                  </a:lnTo>
                  <a:lnTo>
                    <a:pt x="16281" y="24079"/>
                  </a:lnTo>
                  <a:lnTo>
                    <a:pt x="16789" y="24714"/>
                  </a:lnTo>
                  <a:lnTo>
                    <a:pt x="16852" y="24841"/>
                  </a:lnTo>
                  <a:lnTo>
                    <a:pt x="16814" y="24638"/>
                  </a:lnTo>
                  <a:lnTo>
                    <a:pt x="16675" y="24282"/>
                  </a:lnTo>
                  <a:lnTo>
                    <a:pt x="17056" y="24320"/>
                  </a:lnTo>
                  <a:lnTo>
                    <a:pt x="17068" y="24638"/>
                  </a:lnTo>
                  <a:lnTo>
                    <a:pt x="17399" y="24701"/>
                  </a:lnTo>
                  <a:close/>
                </a:path>
                <a:path w="90804" h="37465">
                  <a:moveTo>
                    <a:pt x="17475" y="24803"/>
                  </a:moveTo>
                  <a:lnTo>
                    <a:pt x="17132" y="24676"/>
                  </a:lnTo>
                  <a:lnTo>
                    <a:pt x="16814" y="24638"/>
                  </a:lnTo>
                  <a:lnTo>
                    <a:pt x="17411" y="25095"/>
                  </a:lnTo>
                  <a:lnTo>
                    <a:pt x="17475" y="24803"/>
                  </a:lnTo>
                  <a:close/>
                </a:path>
                <a:path w="90804" h="37465">
                  <a:moveTo>
                    <a:pt x="18376" y="25971"/>
                  </a:moveTo>
                  <a:lnTo>
                    <a:pt x="18173" y="25908"/>
                  </a:lnTo>
                  <a:lnTo>
                    <a:pt x="18135" y="26035"/>
                  </a:lnTo>
                  <a:lnTo>
                    <a:pt x="17945" y="26009"/>
                  </a:lnTo>
                  <a:lnTo>
                    <a:pt x="17945" y="26543"/>
                  </a:lnTo>
                  <a:lnTo>
                    <a:pt x="18110" y="26339"/>
                  </a:lnTo>
                  <a:lnTo>
                    <a:pt x="18084" y="26212"/>
                  </a:lnTo>
                  <a:lnTo>
                    <a:pt x="18376" y="25971"/>
                  </a:lnTo>
                  <a:close/>
                </a:path>
                <a:path w="90804" h="37465">
                  <a:moveTo>
                    <a:pt x="19050" y="28168"/>
                  </a:moveTo>
                  <a:lnTo>
                    <a:pt x="18846" y="28143"/>
                  </a:lnTo>
                  <a:lnTo>
                    <a:pt x="18618" y="28079"/>
                  </a:lnTo>
                  <a:lnTo>
                    <a:pt x="18808" y="28409"/>
                  </a:lnTo>
                  <a:lnTo>
                    <a:pt x="19050" y="28168"/>
                  </a:lnTo>
                  <a:close/>
                </a:path>
                <a:path w="90804" h="37465">
                  <a:moveTo>
                    <a:pt x="19138" y="23876"/>
                  </a:moveTo>
                  <a:lnTo>
                    <a:pt x="18656" y="23926"/>
                  </a:lnTo>
                  <a:lnTo>
                    <a:pt x="18554" y="24053"/>
                  </a:lnTo>
                  <a:lnTo>
                    <a:pt x="18148" y="23863"/>
                  </a:lnTo>
                  <a:lnTo>
                    <a:pt x="18110" y="24053"/>
                  </a:lnTo>
                  <a:lnTo>
                    <a:pt x="18084" y="24320"/>
                  </a:lnTo>
                  <a:lnTo>
                    <a:pt x="18415" y="24320"/>
                  </a:lnTo>
                  <a:lnTo>
                    <a:pt x="19138" y="23876"/>
                  </a:lnTo>
                  <a:close/>
                </a:path>
                <a:path w="90804" h="37465">
                  <a:moveTo>
                    <a:pt x="19304" y="28714"/>
                  </a:moveTo>
                  <a:lnTo>
                    <a:pt x="19011" y="28587"/>
                  </a:lnTo>
                  <a:lnTo>
                    <a:pt x="19050" y="28384"/>
                  </a:lnTo>
                  <a:lnTo>
                    <a:pt x="18846" y="28422"/>
                  </a:lnTo>
                  <a:lnTo>
                    <a:pt x="18783" y="28587"/>
                  </a:lnTo>
                  <a:lnTo>
                    <a:pt x="19304" y="28714"/>
                  </a:lnTo>
                  <a:close/>
                </a:path>
                <a:path w="90804" h="37465">
                  <a:moveTo>
                    <a:pt x="19494" y="28079"/>
                  </a:moveTo>
                  <a:lnTo>
                    <a:pt x="19253" y="28079"/>
                  </a:lnTo>
                  <a:lnTo>
                    <a:pt x="19050" y="28155"/>
                  </a:lnTo>
                  <a:lnTo>
                    <a:pt x="19050" y="28384"/>
                  </a:lnTo>
                  <a:lnTo>
                    <a:pt x="19050" y="28511"/>
                  </a:lnTo>
                  <a:lnTo>
                    <a:pt x="19329" y="28524"/>
                  </a:lnTo>
                  <a:lnTo>
                    <a:pt x="19265" y="28384"/>
                  </a:lnTo>
                  <a:lnTo>
                    <a:pt x="19494" y="28079"/>
                  </a:lnTo>
                  <a:close/>
                </a:path>
                <a:path w="90804" h="37465">
                  <a:moveTo>
                    <a:pt x="21475" y="25844"/>
                  </a:moveTo>
                  <a:lnTo>
                    <a:pt x="21259" y="25768"/>
                  </a:lnTo>
                  <a:lnTo>
                    <a:pt x="21107" y="25222"/>
                  </a:lnTo>
                  <a:lnTo>
                    <a:pt x="20891" y="25425"/>
                  </a:lnTo>
                  <a:lnTo>
                    <a:pt x="20828" y="25666"/>
                  </a:lnTo>
                  <a:lnTo>
                    <a:pt x="21437" y="25908"/>
                  </a:lnTo>
                  <a:close/>
                </a:path>
                <a:path w="90804" h="37465">
                  <a:moveTo>
                    <a:pt x="23025" y="26873"/>
                  </a:moveTo>
                  <a:lnTo>
                    <a:pt x="22821" y="26581"/>
                  </a:lnTo>
                  <a:lnTo>
                    <a:pt x="22847" y="26428"/>
                  </a:lnTo>
                  <a:lnTo>
                    <a:pt x="22606" y="26657"/>
                  </a:lnTo>
                  <a:lnTo>
                    <a:pt x="22606" y="26835"/>
                  </a:lnTo>
                  <a:lnTo>
                    <a:pt x="22796" y="26758"/>
                  </a:lnTo>
                  <a:lnTo>
                    <a:pt x="22923" y="27127"/>
                  </a:lnTo>
                  <a:lnTo>
                    <a:pt x="23025" y="26873"/>
                  </a:lnTo>
                  <a:close/>
                </a:path>
                <a:path w="90804" h="37465">
                  <a:moveTo>
                    <a:pt x="24104" y="31623"/>
                  </a:moveTo>
                  <a:lnTo>
                    <a:pt x="23926" y="31254"/>
                  </a:lnTo>
                  <a:lnTo>
                    <a:pt x="23736" y="31318"/>
                  </a:lnTo>
                  <a:lnTo>
                    <a:pt x="23520" y="31127"/>
                  </a:lnTo>
                  <a:lnTo>
                    <a:pt x="23825" y="30911"/>
                  </a:lnTo>
                  <a:lnTo>
                    <a:pt x="23634" y="30861"/>
                  </a:lnTo>
                  <a:lnTo>
                    <a:pt x="23418" y="31064"/>
                  </a:lnTo>
                  <a:lnTo>
                    <a:pt x="23596" y="31318"/>
                  </a:lnTo>
                  <a:lnTo>
                    <a:pt x="23533" y="32169"/>
                  </a:lnTo>
                  <a:lnTo>
                    <a:pt x="23863" y="31965"/>
                  </a:lnTo>
                  <a:lnTo>
                    <a:pt x="23634" y="31965"/>
                  </a:lnTo>
                  <a:lnTo>
                    <a:pt x="23850" y="31635"/>
                  </a:lnTo>
                  <a:lnTo>
                    <a:pt x="23787" y="31496"/>
                  </a:lnTo>
                  <a:lnTo>
                    <a:pt x="24104" y="31623"/>
                  </a:lnTo>
                  <a:close/>
                </a:path>
                <a:path w="90804" h="37465">
                  <a:moveTo>
                    <a:pt x="24561" y="26708"/>
                  </a:moveTo>
                  <a:lnTo>
                    <a:pt x="24434" y="26466"/>
                  </a:lnTo>
                  <a:lnTo>
                    <a:pt x="24231" y="26543"/>
                  </a:lnTo>
                  <a:lnTo>
                    <a:pt x="24130" y="26352"/>
                  </a:lnTo>
                  <a:lnTo>
                    <a:pt x="23787" y="26682"/>
                  </a:lnTo>
                  <a:lnTo>
                    <a:pt x="24168" y="26682"/>
                  </a:lnTo>
                  <a:lnTo>
                    <a:pt x="24561" y="26708"/>
                  </a:lnTo>
                  <a:close/>
                </a:path>
                <a:path w="90804" h="37465">
                  <a:moveTo>
                    <a:pt x="24752" y="30619"/>
                  </a:moveTo>
                  <a:lnTo>
                    <a:pt x="24739" y="30353"/>
                  </a:lnTo>
                  <a:lnTo>
                    <a:pt x="24574" y="30124"/>
                  </a:lnTo>
                  <a:lnTo>
                    <a:pt x="24231" y="30276"/>
                  </a:lnTo>
                  <a:lnTo>
                    <a:pt x="24345" y="30518"/>
                  </a:lnTo>
                  <a:lnTo>
                    <a:pt x="24130" y="30581"/>
                  </a:lnTo>
                  <a:lnTo>
                    <a:pt x="24307" y="30657"/>
                  </a:lnTo>
                  <a:lnTo>
                    <a:pt x="24625" y="30581"/>
                  </a:lnTo>
                  <a:lnTo>
                    <a:pt x="24485" y="30708"/>
                  </a:lnTo>
                  <a:lnTo>
                    <a:pt x="24295" y="30734"/>
                  </a:lnTo>
                  <a:lnTo>
                    <a:pt x="24612" y="30848"/>
                  </a:lnTo>
                  <a:lnTo>
                    <a:pt x="24752" y="30619"/>
                  </a:lnTo>
                  <a:close/>
                </a:path>
                <a:path w="90804" h="37465">
                  <a:moveTo>
                    <a:pt x="25107" y="30099"/>
                  </a:moveTo>
                  <a:lnTo>
                    <a:pt x="24777" y="30073"/>
                  </a:lnTo>
                  <a:lnTo>
                    <a:pt x="24955" y="30721"/>
                  </a:lnTo>
                  <a:lnTo>
                    <a:pt x="25044" y="30594"/>
                  </a:lnTo>
                  <a:lnTo>
                    <a:pt x="25107" y="30099"/>
                  </a:lnTo>
                  <a:close/>
                </a:path>
                <a:path w="90804" h="37465">
                  <a:moveTo>
                    <a:pt x="26428" y="24561"/>
                  </a:moveTo>
                  <a:lnTo>
                    <a:pt x="25793" y="24701"/>
                  </a:lnTo>
                  <a:lnTo>
                    <a:pt x="25590" y="25285"/>
                  </a:lnTo>
                  <a:lnTo>
                    <a:pt x="25069" y="25527"/>
                  </a:lnTo>
                  <a:lnTo>
                    <a:pt x="25882" y="25742"/>
                  </a:lnTo>
                  <a:lnTo>
                    <a:pt x="25793" y="24866"/>
                  </a:lnTo>
                  <a:lnTo>
                    <a:pt x="26403" y="24917"/>
                  </a:lnTo>
                  <a:lnTo>
                    <a:pt x="26428" y="24688"/>
                  </a:lnTo>
                  <a:lnTo>
                    <a:pt x="26250" y="24739"/>
                  </a:lnTo>
                  <a:lnTo>
                    <a:pt x="26428" y="24561"/>
                  </a:lnTo>
                  <a:close/>
                </a:path>
                <a:path w="90804" h="37465">
                  <a:moveTo>
                    <a:pt x="26835" y="24866"/>
                  </a:moveTo>
                  <a:lnTo>
                    <a:pt x="26606" y="24892"/>
                  </a:lnTo>
                  <a:lnTo>
                    <a:pt x="26543" y="24726"/>
                  </a:lnTo>
                  <a:lnTo>
                    <a:pt x="26416" y="24917"/>
                  </a:lnTo>
                  <a:lnTo>
                    <a:pt x="26809" y="25044"/>
                  </a:lnTo>
                  <a:lnTo>
                    <a:pt x="26835" y="24866"/>
                  </a:lnTo>
                  <a:close/>
                </a:path>
                <a:path w="90804" h="37465">
                  <a:moveTo>
                    <a:pt x="28003" y="24803"/>
                  </a:moveTo>
                  <a:lnTo>
                    <a:pt x="27774" y="24803"/>
                  </a:lnTo>
                  <a:lnTo>
                    <a:pt x="27571" y="24853"/>
                  </a:lnTo>
                  <a:lnTo>
                    <a:pt x="27457" y="25006"/>
                  </a:lnTo>
                  <a:lnTo>
                    <a:pt x="27673" y="25146"/>
                  </a:lnTo>
                  <a:lnTo>
                    <a:pt x="27901" y="25133"/>
                  </a:lnTo>
                  <a:lnTo>
                    <a:pt x="28003" y="24803"/>
                  </a:lnTo>
                  <a:close/>
                </a:path>
                <a:path w="90804" h="37465">
                  <a:moveTo>
                    <a:pt x="28079" y="7264"/>
                  </a:moveTo>
                  <a:lnTo>
                    <a:pt x="27698" y="7302"/>
                  </a:lnTo>
                  <a:lnTo>
                    <a:pt x="27673" y="7543"/>
                  </a:lnTo>
                  <a:lnTo>
                    <a:pt x="27584" y="7835"/>
                  </a:lnTo>
                  <a:lnTo>
                    <a:pt x="27851" y="7861"/>
                  </a:lnTo>
                  <a:lnTo>
                    <a:pt x="27813" y="7670"/>
                  </a:lnTo>
                  <a:lnTo>
                    <a:pt x="28079" y="7264"/>
                  </a:lnTo>
                  <a:close/>
                </a:path>
                <a:path w="90804" h="37465">
                  <a:moveTo>
                    <a:pt x="28384" y="26974"/>
                  </a:moveTo>
                  <a:close/>
                </a:path>
                <a:path w="90804" h="37465">
                  <a:moveTo>
                    <a:pt x="28702" y="27241"/>
                  </a:moveTo>
                  <a:lnTo>
                    <a:pt x="28575" y="27127"/>
                  </a:lnTo>
                  <a:lnTo>
                    <a:pt x="28371" y="27000"/>
                  </a:lnTo>
                  <a:lnTo>
                    <a:pt x="28232" y="27241"/>
                  </a:lnTo>
                  <a:lnTo>
                    <a:pt x="28663" y="27241"/>
                  </a:lnTo>
                  <a:lnTo>
                    <a:pt x="28130" y="27457"/>
                  </a:lnTo>
                  <a:lnTo>
                    <a:pt x="28549" y="27533"/>
                  </a:lnTo>
                  <a:lnTo>
                    <a:pt x="28702" y="27241"/>
                  </a:lnTo>
                  <a:close/>
                </a:path>
                <a:path w="90804" h="37465">
                  <a:moveTo>
                    <a:pt x="28879" y="6286"/>
                  </a:moveTo>
                  <a:lnTo>
                    <a:pt x="28651" y="6146"/>
                  </a:lnTo>
                  <a:lnTo>
                    <a:pt x="28295" y="6553"/>
                  </a:lnTo>
                  <a:lnTo>
                    <a:pt x="28575" y="6578"/>
                  </a:lnTo>
                  <a:lnTo>
                    <a:pt x="28524" y="6413"/>
                  </a:lnTo>
                  <a:lnTo>
                    <a:pt x="28702" y="6591"/>
                  </a:lnTo>
                  <a:lnTo>
                    <a:pt x="28562" y="6337"/>
                  </a:lnTo>
                  <a:lnTo>
                    <a:pt x="28879" y="6286"/>
                  </a:lnTo>
                  <a:close/>
                </a:path>
                <a:path w="90804" h="37465">
                  <a:moveTo>
                    <a:pt x="29438" y="34340"/>
                  </a:moveTo>
                  <a:lnTo>
                    <a:pt x="29159" y="34023"/>
                  </a:lnTo>
                  <a:lnTo>
                    <a:pt x="28841" y="34099"/>
                  </a:lnTo>
                  <a:lnTo>
                    <a:pt x="28816" y="34302"/>
                  </a:lnTo>
                  <a:lnTo>
                    <a:pt x="28803" y="34505"/>
                  </a:lnTo>
                  <a:lnTo>
                    <a:pt x="28778" y="34721"/>
                  </a:lnTo>
                  <a:lnTo>
                    <a:pt x="29171" y="34658"/>
                  </a:lnTo>
                  <a:lnTo>
                    <a:pt x="29108" y="34340"/>
                  </a:lnTo>
                  <a:lnTo>
                    <a:pt x="28917" y="34366"/>
                  </a:lnTo>
                  <a:lnTo>
                    <a:pt x="29032" y="34175"/>
                  </a:lnTo>
                  <a:lnTo>
                    <a:pt x="29438" y="34340"/>
                  </a:lnTo>
                  <a:close/>
                </a:path>
                <a:path w="90804" h="37465">
                  <a:moveTo>
                    <a:pt x="29845" y="24295"/>
                  </a:moveTo>
                  <a:lnTo>
                    <a:pt x="29565" y="24295"/>
                  </a:lnTo>
                  <a:lnTo>
                    <a:pt x="29565" y="24472"/>
                  </a:lnTo>
                  <a:lnTo>
                    <a:pt x="29743" y="24587"/>
                  </a:lnTo>
                  <a:lnTo>
                    <a:pt x="29845" y="24295"/>
                  </a:lnTo>
                  <a:close/>
                </a:path>
                <a:path w="90804" h="37465">
                  <a:moveTo>
                    <a:pt x="31229" y="24879"/>
                  </a:moveTo>
                  <a:lnTo>
                    <a:pt x="31140" y="24523"/>
                  </a:lnTo>
                  <a:lnTo>
                    <a:pt x="30353" y="24650"/>
                  </a:lnTo>
                  <a:lnTo>
                    <a:pt x="30327" y="24269"/>
                  </a:lnTo>
                  <a:lnTo>
                    <a:pt x="29870" y="24295"/>
                  </a:lnTo>
                  <a:lnTo>
                    <a:pt x="29933" y="24523"/>
                  </a:lnTo>
                  <a:lnTo>
                    <a:pt x="29946" y="24688"/>
                  </a:lnTo>
                  <a:lnTo>
                    <a:pt x="30187" y="24434"/>
                  </a:lnTo>
                  <a:lnTo>
                    <a:pt x="30378" y="24688"/>
                  </a:lnTo>
                  <a:lnTo>
                    <a:pt x="30772" y="24803"/>
                  </a:lnTo>
                  <a:lnTo>
                    <a:pt x="31229" y="24879"/>
                  </a:lnTo>
                  <a:close/>
                </a:path>
                <a:path w="90804" h="37465">
                  <a:moveTo>
                    <a:pt x="31991" y="27393"/>
                  </a:moveTo>
                  <a:lnTo>
                    <a:pt x="31089" y="27101"/>
                  </a:lnTo>
                  <a:lnTo>
                    <a:pt x="30708" y="25946"/>
                  </a:lnTo>
                  <a:lnTo>
                    <a:pt x="29603" y="25946"/>
                  </a:lnTo>
                  <a:lnTo>
                    <a:pt x="29476" y="26187"/>
                  </a:lnTo>
                  <a:lnTo>
                    <a:pt x="29413" y="26530"/>
                  </a:lnTo>
                  <a:lnTo>
                    <a:pt x="28892" y="27393"/>
                  </a:lnTo>
                  <a:lnTo>
                    <a:pt x="29222" y="27393"/>
                  </a:lnTo>
                  <a:lnTo>
                    <a:pt x="31203" y="27393"/>
                  </a:lnTo>
                  <a:lnTo>
                    <a:pt x="31991" y="27393"/>
                  </a:lnTo>
                  <a:close/>
                </a:path>
                <a:path w="90804" h="37465">
                  <a:moveTo>
                    <a:pt x="32118" y="32118"/>
                  </a:moveTo>
                  <a:lnTo>
                    <a:pt x="31635" y="32194"/>
                  </a:lnTo>
                  <a:lnTo>
                    <a:pt x="31750" y="31877"/>
                  </a:lnTo>
                  <a:lnTo>
                    <a:pt x="31496" y="31800"/>
                  </a:lnTo>
                  <a:lnTo>
                    <a:pt x="31013" y="32143"/>
                  </a:lnTo>
                  <a:lnTo>
                    <a:pt x="32067" y="32613"/>
                  </a:lnTo>
                  <a:lnTo>
                    <a:pt x="32118" y="32118"/>
                  </a:lnTo>
                  <a:close/>
                </a:path>
                <a:path w="90804" h="37465">
                  <a:moveTo>
                    <a:pt x="32194" y="27393"/>
                  </a:moveTo>
                  <a:lnTo>
                    <a:pt x="32004" y="25946"/>
                  </a:lnTo>
                  <a:lnTo>
                    <a:pt x="31089" y="25946"/>
                  </a:lnTo>
                  <a:lnTo>
                    <a:pt x="32029" y="27393"/>
                  </a:lnTo>
                  <a:lnTo>
                    <a:pt x="32194" y="27393"/>
                  </a:lnTo>
                  <a:close/>
                </a:path>
                <a:path w="90804" h="37465">
                  <a:moveTo>
                    <a:pt x="32524" y="33680"/>
                  </a:moveTo>
                  <a:lnTo>
                    <a:pt x="32207" y="33667"/>
                  </a:lnTo>
                  <a:lnTo>
                    <a:pt x="32207" y="33832"/>
                  </a:lnTo>
                  <a:lnTo>
                    <a:pt x="31978" y="33985"/>
                  </a:lnTo>
                  <a:lnTo>
                    <a:pt x="32143" y="34455"/>
                  </a:lnTo>
                  <a:lnTo>
                    <a:pt x="32372" y="34201"/>
                  </a:lnTo>
                  <a:lnTo>
                    <a:pt x="32143" y="33997"/>
                  </a:lnTo>
                  <a:lnTo>
                    <a:pt x="32499" y="34023"/>
                  </a:lnTo>
                  <a:lnTo>
                    <a:pt x="32524" y="33680"/>
                  </a:lnTo>
                  <a:close/>
                </a:path>
                <a:path w="90804" h="37465">
                  <a:moveTo>
                    <a:pt x="34899" y="36118"/>
                  </a:moveTo>
                  <a:lnTo>
                    <a:pt x="34709" y="35928"/>
                  </a:lnTo>
                  <a:lnTo>
                    <a:pt x="34810" y="35712"/>
                  </a:lnTo>
                  <a:lnTo>
                    <a:pt x="34505" y="35750"/>
                  </a:lnTo>
                  <a:lnTo>
                    <a:pt x="34518" y="35572"/>
                  </a:lnTo>
                  <a:lnTo>
                    <a:pt x="34696" y="35369"/>
                  </a:lnTo>
                  <a:lnTo>
                    <a:pt x="34861" y="35229"/>
                  </a:lnTo>
                  <a:lnTo>
                    <a:pt x="34759" y="35052"/>
                  </a:lnTo>
                  <a:lnTo>
                    <a:pt x="34772" y="34734"/>
                  </a:lnTo>
                  <a:lnTo>
                    <a:pt x="34607" y="34582"/>
                  </a:lnTo>
                  <a:lnTo>
                    <a:pt x="34378" y="35153"/>
                  </a:lnTo>
                  <a:lnTo>
                    <a:pt x="34759" y="35280"/>
                  </a:lnTo>
                  <a:lnTo>
                    <a:pt x="34404" y="35547"/>
                  </a:lnTo>
                  <a:lnTo>
                    <a:pt x="34328" y="35356"/>
                  </a:lnTo>
                  <a:lnTo>
                    <a:pt x="34290" y="35585"/>
                  </a:lnTo>
                  <a:lnTo>
                    <a:pt x="34899" y="36118"/>
                  </a:lnTo>
                  <a:close/>
                </a:path>
                <a:path w="90804" h="37465">
                  <a:moveTo>
                    <a:pt x="36182" y="27292"/>
                  </a:moveTo>
                  <a:lnTo>
                    <a:pt x="36017" y="27139"/>
                  </a:lnTo>
                  <a:lnTo>
                    <a:pt x="35306" y="27139"/>
                  </a:lnTo>
                  <a:lnTo>
                    <a:pt x="35204" y="27470"/>
                  </a:lnTo>
                  <a:lnTo>
                    <a:pt x="36182" y="27292"/>
                  </a:lnTo>
                  <a:close/>
                </a:path>
                <a:path w="90804" h="37465">
                  <a:moveTo>
                    <a:pt x="37960" y="35712"/>
                  </a:moveTo>
                  <a:lnTo>
                    <a:pt x="37846" y="35496"/>
                  </a:lnTo>
                  <a:lnTo>
                    <a:pt x="37655" y="35382"/>
                  </a:lnTo>
                  <a:lnTo>
                    <a:pt x="37846" y="36118"/>
                  </a:lnTo>
                  <a:lnTo>
                    <a:pt x="37465" y="35839"/>
                  </a:lnTo>
                  <a:lnTo>
                    <a:pt x="37782" y="36296"/>
                  </a:lnTo>
                  <a:lnTo>
                    <a:pt x="37947" y="36017"/>
                  </a:lnTo>
                  <a:lnTo>
                    <a:pt x="37960" y="35712"/>
                  </a:lnTo>
                  <a:close/>
                </a:path>
                <a:path w="90804" h="37465">
                  <a:moveTo>
                    <a:pt x="41376" y="33007"/>
                  </a:moveTo>
                  <a:lnTo>
                    <a:pt x="41262" y="32639"/>
                  </a:lnTo>
                  <a:lnTo>
                    <a:pt x="40881" y="32689"/>
                  </a:lnTo>
                  <a:lnTo>
                    <a:pt x="40741" y="32943"/>
                  </a:lnTo>
                  <a:lnTo>
                    <a:pt x="41376" y="33007"/>
                  </a:lnTo>
                  <a:close/>
                </a:path>
                <a:path w="90804" h="37465">
                  <a:moveTo>
                    <a:pt x="41490" y="26543"/>
                  </a:moveTo>
                  <a:lnTo>
                    <a:pt x="41287" y="26441"/>
                  </a:lnTo>
                  <a:lnTo>
                    <a:pt x="41148" y="26708"/>
                  </a:lnTo>
                  <a:lnTo>
                    <a:pt x="41021" y="26962"/>
                  </a:lnTo>
                  <a:lnTo>
                    <a:pt x="41148" y="27012"/>
                  </a:lnTo>
                  <a:lnTo>
                    <a:pt x="41440" y="27101"/>
                  </a:lnTo>
                  <a:lnTo>
                    <a:pt x="41490" y="26797"/>
                  </a:lnTo>
                  <a:lnTo>
                    <a:pt x="41490" y="26543"/>
                  </a:lnTo>
                  <a:close/>
                </a:path>
                <a:path w="90804" h="37465">
                  <a:moveTo>
                    <a:pt x="41744" y="28562"/>
                  </a:moveTo>
                  <a:lnTo>
                    <a:pt x="41579" y="28384"/>
                  </a:lnTo>
                  <a:lnTo>
                    <a:pt x="41567" y="28168"/>
                  </a:lnTo>
                  <a:lnTo>
                    <a:pt x="41173" y="28054"/>
                  </a:lnTo>
                  <a:lnTo>
                    <a:pt x="41402" y="28587"/>
                  </a:lnTo>
                  <a:lnTo>
                    <a:pt x="41008" y="28486"/>
                  </a:lnTo>
                  <a:lnTo>
                    <a:pt x="40894" y="28346"/>
                  </a:lnTo>
                  <a:lnTo>
                    <a:pt x="40627" y="27863"/>
                  </a:lnTo>
                  <a:lnTo>
                    <a:pt x="40398" y="28092"/>
                  </a:lnTo>
                  <a:lnTo>
                    <a:pt x="40792" y="28371"/>
                  </a:lnTo>
                  <a:lnTo>
                    <a:pt x="41021" y="28689"/>
                  </a:lnTo>
                  <a:lnTo>
                    <a:pt x="41529" y="28702"/>
                  </a:lnTo>
                  <a:lnTo>
                    <a:pt x="41744" y="28562"/>
                  </a:lnTo>
                  <a:close/>
                </a:path>
                <a:path w="90804" h="37465">
                  <a:moveTo>
                    <a:pt x="42494" y="36068"/>
                  </a:moveTo>
                  <a:lnTo>
                    <a:pt x="42329" y="35890"/>
                  </a:lnTo>
                  <a:lnTo>
                    <a:pt x="42113" y="35979"/>
                  </a:lnTo>
                  <a:lnTo>
                    <a:pt x="41998" y="35750"/>
                  </a:lnTo>
                  <a:lnTo>
                    <a:pt x="41973" y="35966"/>
                  </a:lnTo>
                  <a:lnTo>
                    <a:pt x="42024" y="36118"/>
                  </a:lnTo>
                  <a:lnTo>
                    <a:pt x="42176" y="36195"/>
                  </a:lnTo>
                  <a:lnTo>
                    <a:pt x="42494" y="36068"/>
                  </a:lnTo>
                  <a:close/>
                </a:path>
                <a:path w="90804" h="37465">
                  <a:moveTo>
                    <a:pt x="42519" y="36055"/>
                  </a:moveTo>
                  <a:close/>
                </a:path>
                <a:path w="90804" h="37465">
                  <a:moveTo>
                    <a:pt x="42875" y="34709"/>
                  </a:moveTo>
                  <a:lnTo>
                    <a:pt x="42532" y="34442"/>
                  </a:lnTo>
                  <a:lnTo>
                    <a:pt x="42595" y="34772"/>
                  </a:lnTo>
                  <a:lnTo>
                    <a:pt x="42125" y="34848"/>
                  </a:lnTo>
                  <a:lnTo>
                    <a:pt x="42367" y="35229"/>
                  </a:lnTo>
                  <a:lnTo>
                    <a:pt x="42303" y="34912"/>
                  </a:lnTo>
                  <a:lnTo>
                    <a:pt x="42875" y="34709"/>
                  </a:lnTo>
                  <a:close/>
                </a:path>
                <a:path w="90804" h="37465">
                  <a:moveTo>
                    <a:pt x="43154" y="28409"/>
                  </a:moveTo>
                  <a:lnTo>
                    <a:pt x="42964" y="27990"/>
                  </a:lnTo>
                  <a:lnTo>
                    <a:pt x="42849" y="28194"/>
                  </a:lnTo>
                  <a:lnTo>
                    <a:pt x="42722" y="28359"/>
                  </a:lnTo>
                  <a:lnTo>
                    <a:pt x="42684" y="28600"/>
                  </a:lnTo>
                  <a:lnTo>
                    <a:pt x="42913" y="28727"/>
                  </a:lnTo>
                  <a:lnTo>
                    <a:pt x="43154" y="28575"/>
                  </a:lnTo>
                  <a:lnTo>
                    <a:pt x="43154" y="28409"/>
                  </a:lnTo>
                  <a:close/>
                </a:path>
                <a:path w="90804" h="37465">
                  <a:moveTo>
                    <a:pt x="43688" y="34810"/>
                  </a:moveTo>
                  <a:lnTo>
                    <a:pt x="43345" y="34912"/>
                  </a:lnTo>
                  <a:lnTo>
                    <a:pt x="43535" y="34213"/>
                  </a:lnTo>
                  <a:lnTo>
                    <a:pt x="43281" y="34505"/>
                  </a:lnTo>
                  <a:lnTo>
                    <a:pt x="43383" y="35280"/>
                  </a:lnTo>
                  <a:lnTo>
                    <a:pt x="43688" y="34810"/>
                  </a:lnTo>
                  <a:close/>
                </a:path>
                <a:path w="90804" h="37465">
                  <a:moveTo>
                    <a:pt x="47091" y="34124"/>
                  </a:moveTo>
                  <a:lnTo>
                    <a:pt x="46888" y="34010"/>
                  </a:lnTo>
                  <a:lnTo>
                    <a:pt x="46697" y="33743"/>
                  </a:lnTo>
                  <a:lnTo>
                    <a:pt x="46469" y="33794"/>
                  </a:lnTo>
                  <a:lnTo>
                    <a:pt x="46558" y="34163"/>
                  </a:lnTo>
                  <a:lnTo>
                    <a:pt x="46723" y="34137"/>
                  </a:lnTo>
                  <a:lnTo>
                    <a:pt x="47091" y="34302"/>
                  </a:lnTo>
                  <a:lnTo>
                    <a:pt x="47091" y="34124"/>
                  </a:lnTo>
                  <a:close/>
                </a:path>
                <a:path w="90804" h="37465">
                  <a:moveTo>
                    <a:pt x="49149" y="36271"/>
                  </a:moveTo>
                  <a:lnTo>
                    <a:pt x="48856" y="36156"/>
                  </a:lnTo>
                  <a:lnTo>
                    <a:pt x="48564" y="36563"/>
                  </a:lnTo>
                  <a:lnTo>
                    <a:pt x="48780" y="36664"/>
                  </a:lnTo>
                  <a:lnTo>
                    <a:pt x="48564" y="37084"/>
                  </a:lnTo>
                  <a:lnTo>
                    <a:pt x="48958" y="37147"/>
                  </a:lnTo>
                  <a:lnTo>
                    <a:pt x="49085" y="36690"/>
                  </a:lnTo>
                  <a:lnTo>
                    <a:pt x="48958" y="36563"/>
                  </a:lnTo>
                  <a:lnTo>
                    <a:pt x="49149" y="36271"/>
                  </a:lnTo>
                  <a:close/>
                </a:path>
                <a:path w="90804" h="37465">
                  <a:moveTo>
                    <a:pt x="52019" y="35242"/>
                  </a:moveTo>
                  <a:lnTo>
                    <a:pt x="51638" y="35331"/>
                  </a:lnTo>
                  <a:lnTo>
                    <a:pt x="51600" y="34772"/>
                  </a:lnTo>
                  <a:lnTo>
                    <a:pt x="51396" y="35026"/>
                  </a:lnTo>
                  <a:lnTo>
                    <a:pt x="51574" y="35382"/>
                  </a:lnTo>
                  <a:lnTo>
                    <a:pt x="51828" y="35433"/>
                  </a:lnTo>
                  <a:lnTo>
                    <a:pt x="51981" y="35407"/>
                  </a:lnTo>
                  <a:lnTo>
                    <a:pt x="52019" y="35242"/>
                  </a:lnTo>
                  <a:close/>
                </a:path>
                <a:path w="90804" h="37465">
                  <a:moveTo>
                    <a:pt x="52641" y="31534"/>
                  </a:moveTo>
                  <a:lnTo>
                    <a:pt x="52451" y="31521"/>
                  </a:lnTo>
                  <a:lnTo>
                    <a:pt x="52628" y="31572"/>
                  </a:lnTo>
                  <a:close/>
                </a:path>
                <a:path w="90804" h="37465">
                  <a:moveTo>
                    <a:pt x="52679" y="31229"/>
                  </a:moveTo>
                  <a:lnTo>
                    <a:pt x="52273" y="31076"/>
                  </a:lnTo>
                  <a:lnTo>
                    <a:pt x="52336" y="31305"/>
                  </a:lnTo>
                  <a:lnTo>
                    <a:pt x="52057" y="31229"/>
                  </a:lnTo>
                  <a:lnTo>
                    <a:pt x="52031" y="31407"/>
                  </a:lnTo>
                  <a:lnTo>
                    <a:pt x="52158" y="31661"/>
                  </a:lnTo>
                  <a:lnTo>
                    <a:pt x="52425" y="31661"/>
                  </a:lnTo>
                  <a:lnTo>
                    <a:pt x="52552" y="31623"/>
                  </a:lnTo>
                  <a:lnTo>
                    <a:pt x="52184" y="31546"/>
                  </a:lnTo>
                  <a:lnTo>
                    <a:pt x="52679" y="31229"/>
                  </a:lnTo>
                  <a:close/>
                </a:path>
                <a:path w="90804" h="37465">
                  <a:moveTo>
                    <a:pt x="54140" y="31750"/>
                  </a:moveTo>
                  <a:lnTo>
                    <a:pt x="53911" y="31559"/>
                  </a:lnTo>
                  <a:lnTo>
                    <a:pt x="53479" y="31813"/>
                  </a:lnTo>
                  <a:lnTo>
                    <a:pt x="53174" y="31851"/>
                  </a:lnTo>
                  <a:lnTo>
                    <a:pt x="53428" y="31838"/>
                  </a:lnTo>
                  <a:lnTo>
                    <a:pt x="53378" y="32029"/>
                  </a:lnTo>
                  <a:lnTo>
                    <a:pt x="53695" y="31991"/>
                  </a:lnTo>
                  <a:lnTo>
                    <a:pt x="54051" y="31750"/>
                  </a:lnTo>
                  <a:close/>
                </a:path>
                <a:path w="90804" h="37465">
                  <a:moveTo>
                    <a:pt x="56324" y="29197"/>
                  </a:moveTo>
                  <a:lnTo>
                    <a:pt x="56210" y="28892"/>
                  </a:lnTo>
                  <a:lnTo>
                    <a:pt x="55702" y="28841"/>
                  </a:lnTo>
                  <a:lnTo>
                    <a:pt x="55664" y="29121"/>
                  </a:lnTo>
                  <a:lnTo>
                    <a:pt x="55372" y="28714"/>
                  </a:lnTo>
                  <a:lnTo>
                    <a:pt x="55308" y="28892"/>
                  </a:lnTo>
                  <a:lnTo>
                    <a:pt x="55105" y="28930"/>
                  </a:lnTo>
                  <a:lnTo>
                    <a:pt x="55105" y="29159"/>
                  </a:lnTo>
                  <a:lnTo>
                    <a:pt x="55600" y="29197"/>
                  </a:lnTo>
                  <a:lnTo>
                    <a:pt x="55956" y="29222"/>
                  </a:lnTo>
                  <a:lnTo>
                    <a:pt x="55867" y="28917"/>
                  </a:lnTo>
                  <a:lnTo>
                    <a:pt x="56324" y="29197"/>
                  </a:lnTo>
                  <a:close/>
                </a:path>
                <a:path w="90804" h="37465">
                  <a:moveTo>
                    <a:pt x="60337" y="33451"/>
                  </a:moveTo>
                  <a:lnTo>
                    <a:pt x="60261" y="33058"/>
                  </a:lnTo>
                  <a:lnTo>
                    <a:pt x="60185" y="32829"/>
                  </a:lnTo>
                  <a:lnTo>
                    <a:pt x="59753" y="32766"/>
                  </a:lnTo>
                  <a:lnTo>
                    <a:pt x="59817" y="33223"/>
                  </a:lnTo>
                  <a:lnTo>
                    <a:pt x="59690" y="33489"/>
                  </a:lnTo>
                  <a:lnTo>
                    <a:pt x="59969" y="33388"/>
                  </a:lnTo>
                  <a:lnTo>
                    <a:pt x="60007" y="33870"/>
                  </a:lnTo>
                  <a:lnTo>
                    <a:pt x="60109" y="33616"/>
                  </a:lnTo>
                  <a:lnTo>
                    <a:pt x="60337" y="33451"/>
                  </a:lnTo>
                  <a:close/>
                </a:path>
                <a:path w="90804" h="37465">
                  <a:moveTo>
                    <a:pt x="62649" y="28917"/>
                  </a:moveTo>
                  <a:lnTo>
                    <a:pt x="62471" y="28689"/>
                  </a:lnTo>
                  <a:lnTo>
                    <a:pt x="62496" y="29006"/>
                  </a:lnTo>
                  <a:lnTo>
                    <a:pt x="62649" y="28917"/>
                  </a:lnTo>
                  <a:close/>
                </a:path>
                <a:path w="90804" h="37465">
                  <a:moveTo>
                    <a:pt x="62725" y="31546"/>
                  </a:moveTo>
                  <a:lnTo>
                    <a:pt x="62433" y="31470"/>
                  </a:lnTo>
                  <a:lnTo>
                    <a:pt x="62306" y="31572"/>
                  </a:lnTo>
                  <a:lnTo>
                    <a:pt x="62369" y="31089"/>
                  </a:lnTo>
                  <a:lnTo>
                    <a:pt x="62293" y="31242"/>
                  </a:lnTo>
                  <a:lnTo>
                    <a:pt x="62115" y="31445"/>
                  </a:lnTo>
                  <a:lnTo>
                    <a:pt x="62039" y="31076"/>
                  </a:lnTo>
                  <a:lnTo>
                    <a:pt x="61899" y="31432"/>
                  </a:lnTo>
                  <a:lnTo>
                    <a:pt x="62115" y="31470"/>
                  </a:lnTo>
                  <a:lnTo>
                    <a:pt x="62090" y="31686"/>
                  </a:lnTo>
                  <a:lnTo>
                    <a:pt x="62293" y="31724"/>
                  </a:lnTo>
                  <a:lnTo>
                    <a:pt x="62242" y="31597"/>
                  </a:lnTo>
                  <a:lnTo>
                    <a:pt x="62725" y="31546"/>
                  </a:lnTo>
                  <a:close/>
                </a:path>
                <a:path w="90804" h="37465">
                  <a:moveTo>
                    <a:pt x="62992" y="29197"/>
                  </a:moveTo>
                  <a:lnTo>
                    <a:pt x="62572" y="29006"/>
                  </a:lnTo>
                  <a:lnTo>
                    <a:pt x="62433" y="29222"/>
                  </a:lnTo>
                  <a:lnTo>
                    <a:pt x="62674" y="29222"/>
                  </a:lnTo>
                  <a:lnTo>
                    <a:pt x="62839" y="29273"/>
                  </a:lnTo>
                  <a:lnTo>
                    <a:pt x="62992" y="29197"/>
                  </a:lnTo>
                  <a:close/>
                </a:path>
                <a:path w="90804" h="37465">
                  <a:moveTo>
                    <a:pt x="63042" y="28587"/>
                  </a:moveTo>
                  <a:lnTo>
                    <a:pt x="62725" y="28892"/>
                  </a:lnTo>
                  <a:lnTo>
                    <a:pt x="62877" y="28816"/>
                  </a:lnTo>
                  <a:lnTo>
                    <a:pt x="62992" y="29006"/>
                  </a:lnTo>
                  <a:lnTo>
                    <a:pt x="63042" y="28587"/>
                  </a:lnTo>
                  <a:close/>
                </a:path>
                <a:path w="90804" h="37465">
                  <a:moveTo>
                    <a:pt x="64262" y="30111"/>
                  </a:moveTo>
                  <a:lnTo>
                    <a:pt x="64173" y="29730"/>
                  </a:lnTo>
                  <a:lnTo>
                    <a:pt x="62598" y="29514"/>
                  </a:lnTo>
                  <a:lnTo>
                    <a:pt x="63195" y="30010"/>
                  </a:lnTo>
                  <a:lnTo>
                    <a:pt x="63334" y="29756"/>
                  </a:lnTo>
                  <a:lnTo>
                    <a:pt x="63220" y="30111"/>
                  </a:lnTo>
                  <a:lnTo>
                    <a:pt x="63652" y="29730"/>
                  </a:lnTo>
                  <a:lnTo>
                    <a:pt x="63957" y="29908"/>
                  </a:lnTo>
                  <a:lnTo>
                    <a:pt x="64211" y="30327"/>
                  </a:lnTo>
                  <a:lnTo>
                    <a:pt x="64262" y="30111"/>
                  </a:lnTo>
                  <a:close/>
                </a:path>
                <a:path w="90804" h="37465">
                  <a:moveTo>
                    <a:pt x="65239" y="28028"/>
                  </a:moveTo>
                  <a:lnTo>
                    <a:pt x="64985" y="27851"/>
                  </a:lnTo>
                  <a:lnTo>
                    <a:pt x="64795" y="27660"/>
                  </a:lnTo>
                  <a:lnTo>
                    <a:pt x="64985" y="27584"/>
                  </a:lnTo>
                  <a:lnTo>
                    <a:pt x="65138" y="27495"/>
                  </a:lnTo>
                  <a:lnTo>
                    <a:pt x="64770" y="27368"/>
                  </a:lnTo>
                  <a:lnTo>
                    <a:pt x="64630" y="27444"/>
                  </a:lnTo>
                  <a:lnTo>
                    <a:pt x="64630" y="27190"/>
                  </a:lnTo>
                  <a:lnTo>
                    <a:pt x="64198" y="27419"/>
                  </a:lnTo>
                  <a:lnTo>
                    <a:pt x="65239" y="28028"/>
                  </a:lnTo>
                  <a:close/>
                </a:path>
                <a:path w="90804" h="37465">
                  <a:moveTo>
                    <a:pt x="65633" y="29235"/>
                  </a:moveTo>
                  <a:lnTo>
                    <a:pt x="65227" y="29222"/>
                  </a:lnTo>
                  <a:lnTo>
                    <a:pt x="65125" y="29362"/>
                  </a:lnTo>
                  <a:lnTo>
                    <a:pt x="64973" y="29362"/>
                  </a:lnTo>
                  <a:lnTo>
                    <a:pt x="65189" y="29400"/>
                  </a:lnTo>
                  <a:lnTo>
                    <a:pt x="65595" y="29629"/>
                  </a:lnTo>
                  <a:lnTo>
                    <a:pt x="65633" y="29235"/>
                  </a:lnTo>
                  <a:close/>
                </a:path>
                <a:path w="90804" h="37465">
                  <a:moveTo>
                    <a:pt x="67500" y="31635"/>
                  </a:moveTo>
                  <a:lnTo>
                    <a:pt x="67373" y="31521"/>
                  </a:lnTo>
                  <a:lnTo>
                    <a:pt x="67221" y="31597"/>
                  </a:lnTo>
                  <a:lnTo>
                    <a:pt x="67043" y="31673"/>
                  </a:lnTo>
                  <a:lnTo>
                    <a:pt x="66789" y="32029"/>
                  </a:lnTo>
                  <a:lnTo>
                    <a:pt x="67043" y="31978"/>
                  </a:lnTo>
                  <a:lnTo>
                    <a:pt x="67500" y="31635"/>
                  </a:lnTo>
                  <a:close/>
                </a:path>
                <a:path w="90804" h="37465">
                  <a:moveTo>
                    <a:pt x="69126" y="5969"/>
                  </a:moveTo>
                  <a:lnTo>
                    <a:pt x="68757" y="5943"/>
                  </a:lnTo>
                  <a:lnTo>
                    <a:pt x="68414" y="5918"/>
                  </a:lnTo>
                  <a:lnTo>
                    <a:pt x="68453" y="6286"/>
                  </a:lnTo>
                  <a:lnTo>
                    <a:pt x="68884" y="6324"/>
                  </a:lnTo>
                  <a:lnTo>
                    <a:pt x="68910" y="6057"/>
                  </a:lnTo>
                  <a:lnTo>
                    <a:pt x="69037" y="6083"/>
                  </a:lnTo>
                  <a:close/>
                </a:path>
                <a:path w="90804" h="37465">
                  <a:moveTo>
                    <a:pt x="70040" y="31572"/>
                  </a:moveTo>
                  <a:lnTo>
                    <a:pt x="69697" y="31661"/>
                  </a:lnTo>
                  <a:lnTo>
                    <a:pt x="69786" y="31407"/>
                  </a:lnTo>
                  <a:lnTo>
                    <a:pt x="69634" y="31369"/>
                  </a:lnTo>
                  <a:lnTo>
                    <a:pt x="69507" y="31534"/>
                  </a:lnTo>
                  <a:lnTo>
                    <a:pt x="69316" y="31242"/>
                  </a:lnTo>
                  <a:lnTo>
                    <a:pt x="69100" y="31318"/>
                  </a:lnTo>
                  <a:lnTo>
                    <a:pt x="69342" y="31381"/>
                  </a:lnTo>
                  <a:lnTo>
                    <a:pt x="69697" y="31838"/>
                  </a:lnTo>
                  <a:lnTo>
                    <a:pt x="70040" y="31572"/>
                  </a:lnTo>
                  <a:close/>
                </a:path>
                <a:path w="90804" h="37465">
                  <a:moveTo>
                    <a:pt x="71361" y="7874"/>
                  </a:moveTo>
                  <a:lnTo>
                    <a:pt x="70993" y="7924"/>
                  </a:lnTo>
                  <a:lnTo>
                    <a:pt x="71031" y="8102"/>
                  </a:lnTo>
                  <a:lnTo>
                    <a:pt x="70993" y="8318"/>
                  </a:lnTo>
                  <a:lnTo>
                    <a:pt x="71297" y="8318"/>
                  </a:lnTo>
                  <a:lnTo>
                    <a:pt x="71348" y="8089"/>
                  </a:lnTo>
                  <a:lnTo>
                    <a:pt x="71361" y="7874"/>
                  </a:lnTo>
                  <a:close/>
                </a:path>
                <a:path w="90804" h="37465">
                  <a:moveTo>
                    <a:pt x="79121" y="23317"/>
                  </a:moveTo>
                  <a:lnTo>
                    <a:pt x="78816" y="23202"/>
                  </a:lnTo>
                  <a:lnTo>
                    <a:pt x="78689" y="23380"/>
                  </a:lnTo>
                  <a:lnTo>
                    <a:pt x="77952" y="23418"/>
                  </a:lnTo>
                  <a:lnTo>
                    <a:pt x="78447" y="23609"/>
                  </a:lnTo>
                  <a:lnTo>
                    <a:pt x="78574" y="23444"/>
                  </a:lnTo>
                  <a:lnTo>
                    <a:pt x="78879" y="23558"/>
                  </a:lnTo>
                  <a:lnTo>
                    <a:pt x="78930" y="23355"/>
                  </a:lnTo>
                  <a:lnTo>
                    <a:pt x="79121" y="23317"/>
                  </a:lnTo>
                  <a:close/>
                </a:path>
                <a:path w="90804" h="37465">
                  <a:moveTo>
                    <a:pt x="87007" y="12509"/>
                  </a:moveTo>
                  <a:lnTo>
                    <a:pt x="86626" y="12128"/>
                  </a:lnTo>
                  <a:lnTo>
                    <a:pt x="86385" y="12992"/>
                  </a:lnTo>
                  <a:lnTo>
                    <a:pt x="87007" y="12700"/>
                  </a:lnTo>
                  <a:lnTo>
                    <a:pt x="87007" y="12509"/>
                  </a:lnTo>
                  <a:close/>
                </a:path>
                <a:path w="90804" h="37465">
                  <a:moveTo>
                    <a:pt x="87541" y="17932"/>
                  </a:moveTo>
                  <a:lnTo>
                    <a:pt x="87261" y="17881"/>
                  </a:lnTo>
                  <a:lnTo>
                    <a:pt x="87223" y="17640"/>
                  </a:lnTo>
                  <a:lnTo>
                    <a:pt x="86906" y="17614"/>
                  </a:lnTo>
                  <a:lnTo>
                    <a:pt x="86677" y="17868"/>
                  </a:lnTo>
                  <a:lnTo>
                    <a:pt x="86880" y="17919"/>
                  </a:lnTo>
                  <a:lnTo>
                    <a:pt x="86893" y="17754"/>
                  </a:lnTo>
                  <a:lnTo>
                    <a:pt x="87020" y="17716"/>
                  </a:lnTo>
                  <a:lnTo>
                    <a:pt x="87033" y="17843"/>
                  </a:lnTo>
                  <a:lnTo>
                    <a:pt x="87426" y="18135"/>
                  </a:lnTo>
                  <a:lnTo>
                    <a:pt x="87541" y="17932"/>
                  </a:lnTo>
                  <a:close/>
                </a:path>
                <a:path w="90804" h="37465">
                  <a:moveTo>
                    <a:pt x="87795" y="9779"/>
                  </a:moveTo>
                  <a:lnTo>
                    <a:pt x="87604" y="9702"/>
                  </a:lnTo>
                  <a:lnTo>
                    <a:pt x="87439" y="9626"/>
                  </a:lnTo>
                  <a:lnTo>
                    <a:pt x="87312" y="9131"/>
                  </a:lnTo>
                  <a:lnTo>
                    <a:pt x="87083" y="9385"/>
                  </a:lnTo>
                  <a:lnTo>
                    <a:pt x="87147" y="9537"/>
                  </a:lnTo>
                  <a:lnTo>
                    <a:pt x="86982" y="9702"/>
                  </a:lnTo>
                  <a:lnTo>
                    <a:pt x="86817" y="9906"/>
                  </a:lnTo>
                  <a:lnTo>
                    <a:pt x="87236" y="10033"/>
                  </a:lnTo>
                  <a:lnTo>
                    <a:pt x="87299" y="9804"/>
                  </a:lnTo>
                  <a:lnTo>
                    <a:pt x="87477" y="9702"/>
                  </a:lnTo>
                  <a:lnTo>
                    <a:pt x="87464" y="9829"/>
                  </a:lnTo>
                  <a:lnTo>
                    <a:pt x="87795" y="9779"/>
                  </a:lnTo>
                  <a:close/>
                </a:path>
                <a:path w="90804" h="37465">
                  <a:moveTo>
                    <a:pt x="89395" y="9677"/>
                  </a:moveTo>
                  <a:lnTo>
                    <a:pt x="89090" y="9563"/>
                  </a:lnTo>
                  <a:lnTo>
                    <a:pt x="89179" y="9842"/>
                  </a:lnTo>
                  <a:lnTo>
                    <a:pt x="88912" y="9753"/>
                  </a:lnTo>
                  <a:lnTo>
                    <a:pt x="88849" y="9893"/>
                  </a:lnTo>
                  <a:lnTo>
                    <a:pt x="88734" y="10071"/>
                  </a:lnTo>
                  <a:lnTo>
                    <a:pt x="89090" y="10045"/>
                  </a:lnTo>
                  <a:lnTo>
                    <a:pt x="89306" y="9931"/>
                  </a:lnTo>
                  <a:lnTo>
                    <a:pt x="89395" y="9677"/>
                  </a:lnTo>
                  <a:close/>
                </a:path>
                <a:path w="90804" h="37465">
                  <a:moveTo>
                    <a:pt x="89674" y="9156"/>
                  </a:moveTo>
                  <a:lnTo>
                    <a:pt x="89420" y="9194"/>
                  </a:lnTo>
                  <a:lnTo>
                    <a:pt x="89154" y="9232"/>
                  </a:lnTo>
                  <a:lnTo>
                    <a:pt x="89115" y="9474"/>
                  </a:lnTo>
                  <a:lnTo>
                    <a:pt x="89433" y="9499"/>
                  </a:lnTo>
                  <a:lnTo>
                    <a:pt x="89560" y="9347"/>
                  </a:lnTo>
                  <a:lnTo>
                    <a:pt x="89674" y="9156"/>
                  </a:lnTo>
                  <a:close/>
                </a:path>
                <a:path w="90804" h="37465">
                  <a:moveTo>
                    <a:pt x="90690" y="9969"/>
                  </a:moveTo>
                  <a:lnTo>
                    <a:pt x="90385" y="10045"/>
                  </a:lnTo>
                  <a:lnTo>
                    <a:pt x="90170" y="9715"/>
                  </a:lnTo>
                  <a:lnTo>
                    <a:pt x="90157" y="9906"/>
                  </a:lnTo>
                  <a:lnTo>
                    <a:pt x="90106" y="10591"/>
                  </a:lnTo>
                  <a:lnTo>
                    <a:pt x="90500" y="10401"/>
                  </a:lnTo>
                  <a:lnTo>
                    <a:pt x="90347" y="10337"/>
                  </a:lnTo>
                  <a:lnTo>
                    <a:pt x="90601" y="10299"/>
                  </a:lnTo>
                  <a:lnTo>
                    <a:pt x="90690" y="9969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1" name="object 111"/>
            <p:cNvSpPr/>
            <p:nvPr/>
          </p:nvSpPr>
          <p:spPr>
            <a:xfrm>
              <a:off x="3984053" y="1032319"/>
              <a:ext cx="83185" cy="20320"/>
            </a:xfrm>
            <a:custGeom>
              <a:avLst/>
              <a:gdLst/>
              <a:ahLst/>
              <a:cxnLst/>
              <a:rect l="l" t="t" r="r" b="b"/>
              <a:pathLst>
                <a:path w="83185" h="20319">
                  <a:moveTo>
                    <a:pt x="635" y="3530"/>
                  </a:moveTo>
                  <a:lnTo>
                    <a:pt x="419" y="3479"/>
                  </a:lnTo>
                  <a:lnTo>
                    <a:pt x="406" y="3632"/>
                  </a:lnTo>
                  <a:lnTo>
                    <a:pt x="279" y="3670"/>
                  </a:lnTo>
                  <a:lnTo>
                    <a:pt x="190" y="3479"/>
                  </a:lnTo>
                  <a:lnTo>
                    <a:pt x="406" y="3416"/>
                  </a:lnTo>
                  <a:lnTo>
                    <a:pt x="114" y="3289"/>
                  </a:lnTo>
                  <a:lnTo>
                    <a:pt x="0" y="3454"/>
                  </a:lnTo>
                  <a:lnTo>
                    <a:pt x="190" y="3619"/>
                  </a:lnTo>
                  <a:lnTo>
                    <a:pt x="482" y="3949"/>
                  </a:lnTo>
                  <a:lnTo>
                    <a:pt x="635" y="3530"/>
                  </a:lnTo>
                  <a:close/>
                </a:path>
                <a:path w="83185" h="20319">
                  <a:moveTo>
                    <a:pt x="2070" y="6604"/>
                  </a:moveTo>
                  <a:lnTo>
                    <a:pt x="1739" y="6629"/>
                  </a:lnTo>
                  <a:lnTo>
                    <a:pt x="1803" y="6337"/>
                  </a:lnTo>
                  <a:lnTo>
                    <a:pt x="1574" y="6299"/>
                  </a:lnTo>
                  <a:lnTo>
                    <a:pt x="1549" y="6553"/>
                  </a:lnTo>
                  <a:lnTo>
                    <a:pt x="1892" y="7010"/>
                  </a:lnTo>
                  <a:lnTo>
                    <a:pt x="2070" y="6883"/>
                  </a:lnTo>
                  <a:lnTo>
                    <a:pt x="2070" y="6604"/>
                  </a:lnTo>
                  <a:close/>
                </a:path>
                <a:path w="83185" h="20319">
                  <a:moveTo>
                    <a:pt x="4610" y="9359"/>
                  </a:moveTo>
                  <a:lnTo>
                    <a:pt x="4432" y="9131"/>
                  </a:lnTo>
                  <a:lnTo>
                    <a:pt x="4102" y="9283"/>
                  </a:lnTo>
                  <a:lnTo>
                    <a:pt x="4330" y="9436"/>
                  </a:lnTo>
                  <a:lnTo>
                    <a:pt x="3733" y="9550"/>
                  </a:lnTo>
                  <a:lnTo>
                    <a:pt x="3619" y="9677"/>
                  </a:lnTo>
                  <a:lnTo>
                    <a:pt x="3987" y="9652"/>
                  </a:lnTo>
                  <a:lnTo>
                    <a:pt x="4610" y="9359"/>
                  </a:lnTo>
                  <a:close/>
                </a:path>
                <a:path w="83185" h="20319">
                  <a:moveTo>
                    <a:pt x="4953" y="5524"/>
                  </a:moveTo>
                  <a:lnTo>
                    <a:pt x="4572" y="5410"/>
                  </a:lnTo>
                  <a:lnTo>
                    <a:pt x="4254" y="4864"/>
                  </a:lnTo>
                  <a:lnTo>
                    <a:pt x="4254" y="5003"/>
                  </a:lnTo>
                  <a:lnTo>
                    <a:pt x="3987" y="5143"/>
                  </a:lnTo>
                  <a:lnTo>
                    <a:pt x="4813" y="5638"/>
                  </a:lnTo>
                  <a:lnTo>
                    <a:pt x="4953" y="5524"/>
                  </a:lnTo>
                  <a:close/>
                </a:path>
                <a:path w="83185" h="20319">
                  <a:moveTo>
                    <a:pt x="5105" y="6731"/>
                  </a:moveTo>
                  <a:lnTo>
                    <a:pt x="5092" y="6337"/>
                  </a:lnTo>
                  <a:lnTo>
                    <a:pt x="4965" y="6578"/>
                  </a:lnTo>
                  <a:lnTo>
                    <a:pt x="4521" y="6515"/>
                  </a:lnTo>
                  <a:lnTo>
                    <a:pt x="4318" y="6692"/>
                  </a:lnTo>
                  <a:lnTo>
                    <a:pt x="4394" y="6375"/>
                  </a:lnTo>
                  <a:lnTo>
                    <a:pt x="3962" y="6654"/>
                  </a:lnTo>
                  <a:lnTo>
                    <a:pt x="3581" y="6553"/>
                  </a:lnTo>
                  <a:lnTo>
                    <a:pt x="4051" y="7023"/>
                  </a:lnTo>
                  <a:lnTo>
                    <a:pt x="5105" y="6731"/>
                  </a:lnTo>
                  <a:close/>
                </a:path>
                <a:path w="83185" h="20319">
                  <a:moveTo>
                    <a:pt x="5321" y="584"/>
                  </a:moveTo>
                  <a:lnTo>
                    <a:pt x="5080" y="317"/>
                  </a:lnTo>
                  <a:lnTo>
                    <a:pt x="4940" y="508"/>
                  </a:lnTo>
                  <a:lnTo>
                    <a:pt x="4800" y="12"/>
                  </a:lnTo>
                  <a:lnTo>
                    <a:pt x="4572" y="0"/>
                  </a:lnTo>
                  <a:lnTo>
                    <a:pt x="4749" y="406"/>
                  </a:lnTo>
                  <a:lnTo>
                    <a:pt x="4495" y="292"/>
                  </a:lnTo>
                  <a:lnTo>
                    <a:pt x="4318" y="342"/>
                  </a:lnTo>
                  <a:lnTo>
                    <a:pt x="4445" y="546"/>
                  </a:lnTo>
                  <a:lnTo>
                    <a:pt x="5321" y="584"/>
                  </a:lnTo>
                  <a:close/>
                </a:path>
                <a:path w="83185" h="20319">
                  <a:moveTo>
                    <a:pt x="5664" y="1625"/>
                  </a:moveTo>
                  <a:lnTo>
                    <a:pt x="5537" y="952"/>
                  </a:lnTo>
                  <a:lnTo>
                    <a:pt x="5118" y="952"/>
                  </a:lnTo>
                  <a:lnTo>
                    <a:pt x="4978" y="1625"/>
                  </a:lnTo>
                  <a:lnTo>
                    <a:pt x="5664" y="1625"/>
                  </a:lnTo>
                  <a:close/>
                </a:path>
                <a:path w="83185" h="20319">
                  <a:moveTo>
                    <a:pt x="5854" y="8890"/>
                  </a:moveTo>
                  <a:lnTo>
                    <a:pt x="5689" y="8724"/>
                  </a:lnTo>
                  <a:lnTo>
                    <a:pt x="5372" y="8674"/>
                  </a:lnTo>
                  <a:lnTo>
                    <a:pt x="5346" y="8382"/>
                  </a:lnTo>
                  <a:lnTo>
                    <a:pt x="4902" y="8331"/>
                  </a:lnTo>
                  <a:lnTo>
                    <a:pt x="5626" y="9156"/>
                  </a:lnTo>
                  <a:lnTo>
                    <a:pt x="5854" y="8890"/>
                  </a:lnTo>
                  <a:close/>
                </a:path>
                <a:path w="83185" h="20319">
                  <a:moveTo>
                    <a:pt x="7112" y="8851"/>
                  </a:moveTo>
                  <a:lnTo>
                    <a:pt x="6807" y="8890"/>
                  </a:lnTo>
                  <a:lnTo>
                    <a:pt x="6438" y="8877"/>
                  </a:lnTo>
                  <a:lnTo>
                    <a:pt x="6502" y="9118"/>
                  </a:lnTo>
                  <a:lnTo>
                    <a:pt x="6807" y="9144"/>
                  </a:lnTo>
                  <a:lnTo>
                    <a:pt x="6540" y="9080"/>
                  </a:lnTo>
                  <a:lnTo>
                    <a:pt x="6946" y="8890"/>
                  </a:lnTo>
                  <a:lnTo>
                    <a:pt x="7010" y="9067"/>
                  </a:lnTo>
                  <a:lnTo>
                    <a:pt x="7112" y="8851"/>
                  </a:lnTo>
                  <a:close/>
                </a:path>
                <a:path w="83185" h="20319">
                  <a:moveTo>
                    <a:pt x="7670" y="11645"/>
                  </a:moveTo>
                  <a:lnTo>
                    <a:pt x="7366" y="11658"/>
                  </a:lnTo>
                  <a:lnTo>
                    <a:pt x="7302" y="11849"/>
                  </a:lnTo>
                  <a:lnTo>
                    <a:pt x="7200" y="12052"/>
                  </a:lnTo>
                  <a:lnTo>
                    <a:pt x="7505" y="12090"/>
                  </a:lnTo>
                  <a:lnTo>
                    <a:pt x="7569" y="11938"/>
                  </a:lnTo>
                  <a:lnTo>
                    <a:pt x="7442" y="11798"/>
                  </a:lnTo>
                  <a:lnTo>
                    <a:pt x="7670" y="11645"/>
                  </a:lnTo>
                  <a:close/>
                </a:path>
                <a:path w="83185" h="20319">
                  <a:moveTo>
                    <a:pt x="8890" y="14960"/>
                  </a:moveTo>
                  <a:lnTo>
                    <a:pt x="8801" y="14681"/>
                  </a:lnTo>
                  <a:lnTo>
                    <a:pt x="8534" y="14655"/>
                  </a:lnTo>
                  <a:lnTo>
                    <a:pt x="8458" y="14820"/>
                  </a:lnTo>
                  <a:lnTo>
                    <a:pt x="8267" y="14643"/>
                  </a:lnTo>
                  <a:lnTo>
                    <a:pt x="8229" y="15049"/>
                  </a:lnTo>
                  <a:lnTo>
                    <a:pt x="8572" y="14846"/>
                  </a:lnTo>
                  <a:lnTo>
                    <a:pt x="8788" y="14782"/>
                  </a:lnTo>
                  <a:lnTo>
                    <a:pt x="8890" y="14960"/>
                  </a:lnTo>
                  <a:close/>
                </a:path>
                <a:path w="83185" h="20319">
                  <a:moveTo>
                    <a:pt x="10033" y="1270"/>
                  </a:moveTo>
                  <a:lnTo>
                    <a:pt x="9969" y="1066"/>
                  </a:lnTo>
                  <a:lnTo>
                    <a:pt x="9880" y="838"/>
                  </a:lnTo>
                  <a:lnTo>
                    <a:pt x="9791" y="622"/>
                  </a:lnTo>
                  <a:lnTo>
                    <a:pt x="9652" y="787"/>
                  </a:lnTo>
                  <a:lnTo>
                    <a:pt x="9677" y="977"/>
                  </a:lnTo>
                  <a:lnTo>
                    <a:pt x="9728" y="1219"/>
                  </a:lnTo>
                  <a:lnTo>
                    <a:pt x="10033" y="1270"/>
                  </a:lnTo>
                  <a:close/>
                </a:path>
                <a:path w="83185" h="20319">
                  <a:moveTo>
                    <a:pt x="13957" y="10833"/>
                  </a:moveTo>
                  <a:lnTo>
                    <a:pt x="13525" y="10883"/>
                  </a:lnTo>
                  <a:lnTo>
                    <a:pt x="13779" y="10947"/>
                  </a:lnTo>
                  <a:lnTo>
                    <a:pt x="13093" y="11137"/>
                  </a:lnTo>
                  <a:lnTo>
                    <a:pt x="13589" y="11239"/>
                  </a:lnTo>
                  <a:lnTo>
                    <a:pt x="13919" y="11188"/>
                  </a:lnTo>
                  <a:lnTo>
                    <a:pt x="13957" y="10947"/>
                  </a:lnTo>
                  <a:lnTo>
                    <a:pt x="13766" y="10998"/>
                  </a:lnTo>
                  <a:lnTo>
                    <a:pt x="13957" y="10833"/>
                  </a:lnTo>
                  <a:close/>
                </a:path>
                <a:path w="83185" h="20319">
                  <a:moveTo>
                    <a:pt x="14109" y="16078"/>
                  </a:moveTo>
                  <a:lnTo>
                    <a:pt x="13855" y="16256"/>
                  </a:lnTo>
                  <a:lnTo>
                    <a:pt x="13335" y="16116"/>
                  </a:lnTo>
                  <a:lnTo>
                    <a:pt x="13258" y="16421"/>
                  </a:lnTo>
                  <a:lnTo>
                    <a:pt x="13652" y="16484"/>
                  </a:lnTo>
                  <a:lnTo>
                    <a:pt x="14109" y="16078"/>
                  </a:lnTo>
                  <a:close/>
                </a:path>
                <a:path w="83185" h="20319">
                  <a:moveTo>
                    <a:pt x="14566" y="8013"/>
                  </a:moveTo>
                  <a:lnTo>
                    <a:pt x="14211" y="7797"/>
                  </a:lnTo>
                  <a:lnTo>
                    <a:pt x="13754" y="8026"/>
                  </a:lnTo>
                  <a:lnTo>
                    <a:pt x="13995" y="7708"/>
                  </a:lnTo>
                  <a:lnTo>
                    <a:pt x="13690" y="7759"/>
                  </a:lnTo>
                  <a:lnTo>
                    <a:pt x="13589" y="7581"/>
                  </a:lnTo>
                  <a:lnTo>
                    <a:pt x="13487" y="7886"/>
                  </a:lnTo>
                  <a:lnTo>
                    <a:pt x="13639" y="8026"/>
                  </a:lnTo>
                  <a:lnTo>
                    <a:pt x="13855" y="8140"/>
                  </a:lnTo>
                  <a:lnTo>
                    <a:pt x="14566" y="8013"/>
                  </a:lnTo>
                  <a:close/>
                </a:path>
                <a:path w="83185" h="20319">
                  <a:moveTo>
                    <a:pt x="14859" y="12522"/>
                  </a:moveTo>
                  <a:lnTo>
                    <a:pt x="14401" y="12725"/>
                  </a:lnTo>
                  <a:lnTo>
                    <a:pt x="13030" y="12992"/>
                  </a:lnTo>
                  <a:lnTo>
                    <a:pt x="12966" y="13525"/>
                  </a:lnTo>
                  <a:lnTo>
                    <a:pt x="13322" y="12992"/>
                  </a:lnTo>
                  <a:lnTo>
                    <a:pt x="13881" y="12992"/>
                  </a:lnTo>
                  <a:lnTo>
                    <a:pt x="13563" y="13538"/>
                  </a:lnTo>
                  <a:lnTo>
                    <a:pt x="12941" y="13881"/>
                  </a:lnTo>
                  <a:lnTo>
                    <a:pt x="13652" y="13627"/>
                  </a:lnTo>
                  <a:lnTo>
                    <a:pt x="14109" y="13119"/>
                  </a:lnTo>
                  <a:lnTo>
                    <a:pt x="14490" y="12992"/>
                  </a:lnTo>
                  <a:lnTo>
                    <a:pt x="14757" y="12992"/>
                  </a:lnTo>
                  <a:lnTo>
                    <a:pt x="14859" y="12522"/>
                  </a:lnTo>
                  <a:close/>
                </a:path>
                <a:path w="83185" h="20319">
                  <a:moveTo>
                    <a:pt x="15938" y="11176"/>
                  </a:moveTo>
                  <a:lnTo>
                    <a:pt x="15671" y="11074"/>
                  </a:lnTo>
                  <a:lnTo>
                    <a:pt x="15417" y="11417"/>
                  </a:lnTo>
                  <a:lnTo>
                    <a:pt x="15303" y="11125"/>
                  </a:lnTo>
                  <a:lnTo>
                    <a:pt x="15532" y="11061"/>
                  </a:lnTo>
                  <a:lnTo>
                    <a:pt x="15087" y="10972"/>
                  </a:lnTo>
                  <a:lnTo>
                    <a:pt x="15252" y="11417"/>
                  </a:lnTo>
                  <a:lnTo>
                    <a:pt x="15557" y="11366"/>
                  </a:lnTo>
                  <a:lnTo>
                    <a:pt x="15582" y="11506"/>
                  </a:lnTo>
                  <a:lnTo>
                    <a:pt x="15938" y="11176"/>
                  </a:lnTo>
                  <a:close/>
                </a:path>
                <a:path w="83185" h="20319">
                  <a:moveTo>
                    <a:pt x="17030" y="5791"/>
                  </a:moveTo>
                  <a:lnTo>
                    <a:pt x="16764" y="5524"/>
                  </a:lnTo>
                  <a:lnTo>
                    <a:pt x="16713" y="5803"/>
                  </a:lnTo>
                  <a:lnTo>
                    <a:pt x="16090" y="6007"/>
                  </a:lnTo>
                  <a:lnTo>
                    <a:pt x="16268" y="6184"/>
                  </a:lnTo>
                  <a:lnTo>
                    <a:pt x="16395" y="5969"/>
                  </a:lnTo>
                  <a:lnTo>
                    <a:pt x="17030" y="5791"/>
                  </a:lnTo>
                  <a:close/>
                </a:path>
                <a:path w="83185" h="20319">
                  <a:moveTo>
                    <a:pt x="17919" y="15163"/>
                  </a:moveTo>
                  <a:lnTo>
                    <a:pt x="17564" y="15163"/>
                  </a:lnTo>
                  <a:lnTo>
                    <a:pt x="17462" y="14986"/>
                  </a:lnTo>
                  <a:lnTo>
                    <a:pt x="17145" y="14960"/>
                  </a:lnTo>
                  <a:lnTo>
                    <a:pt x="17081" y="15240"/>
                  </a:lnTo>
                  <a:lnTo>
                    <a:pt x="17538" y="15176"/>
                  </a:lnTo>
                  <a:lnTo>
                    <a:pt x="17513" y="15455"/>
                  </a:lnTo>
                  <a:lnTo>
                    <a:pt x="17310" y="15506"/>
                  </a:lnTo>
                  <a:lnTo>
                    <a:pt x="17703" y="15659"/>
                  </a:lnTo>
                  <a:lnTo>
                    <a:pt x="17589" y="15201"/>
                  </a:lnTo>
                  <a:lnTo>
                    <a:pt x="17843" y="15468"/>
                  </a:lnTo>
                  <a:lnTo>
                    <a:pt x="17919" y="15163"/>
                  </a:lnTo>
                  <a:close/>
                </a:path>
                <a:path w="83185" h="20319">
                  <a:moveTo>
                    <a:pt x="19608" y="16344"/>
                  </a:moveTo>
                  <a:lnTo>
                    <a:pt x="19367" y="16319"/>
                  </a:lnTo>
                  <a:lnTo>
                    <a:pt x="19265" y="16471"/>
                  </a:lnTo>
                  <a:lnTo>
                    <a:pt x="18973" y="16383"/>
                  </a:lnTo>
                  <a:lnTo>
                    <a:pt x="19050" y="16560"/>
                  </a:lnTo>
                  <a:lnTo>
                    <a:pt x="19291" y="16548"/>
                  </a:lnTo>
                  <a:lnTo>
                    <a:pt x="19507" y="16510"/>
                  </a:lnTo>
                  <a:lnTo>
                    <a:pt x="19608" y="16344"/>
                  </a:lnTo>
                  <a:close/>
                </a:path>
                <a:path w="83185" h="20319">
                  <a:moveTo>
                    <a:pt x="19837" y="8547"/>
                  </a:moveTo>
                  <a:lnTo>
                    <a:pt x="19456" y="8623"/>
                  </a:lnTo>
                  <a:lnTo>
                    <a:pt x="19278" y="8458"/>
                  </a:lnTo>
                  <a:lnTo>
                    <a:pt x="19062" y="8572"/>
                  </a:lnTo>
                  <a:lnTo>
                    <a:pt x="19164" y="8763"/>
                  </a:lnTo>
                  <a:lnTo>
                    <a:pt x="19494" y="8788"/>
                  </a:lnTo>
                  <a:lnTo>
                    <a:pt x="19608" y="8623"/>
                  </a:lnTo>
                  <a:lnTo>
                    <a:pt x="19837" y="8547"/>
                  </a:lnTo>
                  <a:close/>
                </a:path>
                <a:path w="83185" h="20319">
                  <a:moveTo>
                    <a:pt x="22872" y="16789"/>
                  </a:moveTo>
                  <a:lnTo>
                    <a:pt x="22682" y="16586"/>
                  </a:lnTo>
                  <a:lnTo>
                    <a:pt x="22428" y="16560"/>
                  </a:lnTo>
                  <a:lnTo>
                    <a:pt x="21971" y="16840"/>
                  </a:lnTo>
                  <a:lnTo>
                    <a:pt x="22212" y="16992"/>
                  </a:lnTo>
                  <a:lnTo>
                    <a:pt x="22326" y="16725"/>
                  </a:lnTo>
                  <a:lnTo>
                    <a:pt x="22847" y="16916"/>
                  </a:lnTo>
                  <a:lnTo>
                    <a:pt x="22872" y="16789"/>
                  </a:lnTo>
                  <a:close/>
                </a:path>
                <a:path w="83185" h="20319">
                  <a:moveTo>
                    <a:pt x="22910" y="16281"/>
                  </a:moveTo>
                  <a:lnTo>
                    <a:pt x="22606" y="16306"/>
                  </a:lnTo>
                  <a:lnTo>
                    <a:pt x="22618" y="16129"/>
                  </a:lnTo>
                  <a:lnTo>
                    <a:pt x="22428" y="16129"/>
                  </a:lnTo>
                  <a:lnTo>
                    <a:pt x="22250" y="16154"/>
                  </a:lnTo>
                  <a:lnTo>
                    <a:pt x="22491" y="16205"/>
                  </a:lnTo>
                  <a:lnTo>
                    <a:pt x="22466" y="16395"/>
                  </a:lnTo>
                  <a:lnTo>
                    <a:pt x="22796" y="16497"/>
                  </a:lnTo>
                  <a:lnTo>
                    <a:pt x="22910" y="16281"/>
                  </a:lnTo>
                  <a:close/>
                </a:path>
                <a:path w="83185" h="20319">
                  <a:moveTo>
                    <a:pt x="24701" y="16979"/>
                  </a:moveTo>
                  <a:lnTo>
                    <a:pt x="24485" y="16522"/>
                  </a:lnTo>
                  <a:lnTo>
                    <a:pt x="24409" y="16370"/>
                  </a:lnTo>
                  <a:lnTo>
                    <a:pt x="24701" y="16979"/>
                  </a:lnTo>
                  <a:close/>
                </a:path>
                <a:path w="83185" h="20319">
                  <a:moveTo>
                    <a:pt x="25920" y="17195"/>
                  </a:moveTo>
                  <a:lnTo>
                    <a:pt x="25641" y="17195"/>
                  </a:lnTo>
                  <a:lnTo>
                    <a:pt x="25641" y="17373"/>
                  </a:lnTo>
                  <a:lnTo>
                    <a:pt x="25819" y="17487"/>
                  </a:lnTo>
                  <a:lnTo>
                    <a:pt x="25920" y="17195"/>
                  </a:lnTo>
                  <a:close/>
                </a:path>
                <a:path w="83185" h="20319">
                  <a:moveTo>
                    <a:pt x="27305" y="17780"/>
                  </a:moveTo>
                  <a:lnTo>
                    <a:pt x="27216" y="17424"/>
                  </a:lnTo>
                  <a:lnTo>
                    <a:pt x="26428" y="17551"/>
                  </a:lnTo>
                  <a:lnTo>
                    <a:pt x="26403" y="17170"/>
                  </a:lnTo>
                  <a:lnTo>
                    <a:pt x="25946" y="17195"/>
                  </a:lnTo>
                  <a:lnTo>
                    <a:pt x="26009" y="17424"/>
                  </a:lnTo>
                  <a:lnTo>
                    <a:pt x="26022" y="17589"/>
                  </a:lnTo>
                  <a:lnTo>
                    <a:pt x="26263" y="17335"/>
                  </a:lnTo>
                  <a:lnTo>
                    <a:pt x="26454" y="17589"/>
                  </a:lnTo>
                  <a:lnTo>
                    <a:pt x="26847" y="17703"/>
                  </a:lnTo>
                  <a:lnTo>
                    <a:pt x="27305" y="17780"/>
                  </a:lnTo>
                  <a:close/>
                </a:path>
                <a:path w="83185" h="20319">
                  <a:moveTo>
                    <a:pt x="29921" y="12636"/>
                  </a:moveTo>
                  <a:lnTo>
                    <a:pt x="29464" y="12052"/>
                  </a:lnTo>
                  <a:lnTo>
                    <a:pt x="29286" y="12230"/>
                  </a:lnTo>
                  <a:lnTo>
                    <a:pt x="29921" y="12738"/>
                  </a:lnTo>
                  <a:close/>
                </a:path>
                <a:path w="83185" h="20319">
                  <a:moveTo>
                    <a:pt x="30518" y="12700"/>
                  </a:moveTo>
                  <a:lnTo>
                    <a:pt x="30454" y="12433"/>
                  </a:lnTo>
                  <a:lnTo>
                    <a:pt x="30149" y="12661"/>
                  </a:lnTo>
                  <a:lnTo>
                    <a:pt x="30518" y="12700"/>
                  </a:lnTo>
                  <a:close/>
                </a:path>
                <a:path w="83185" h="20319">
                  <a:moveTo>
                    <a:pt x="32004" y="13093"/>
                  </a:moveTo>
                  <a:lnTo>
                    <a:pt x="31407" y="13208"/>
                  </a:lnTo>
                  <a:lnTo>
                    <a:pt x="31013" y="12738"/>
                  </a:lnTo>
                  <a:lnTo>
                    <a:pt x="30848" y="12827"/>
                  </a:lnTo>
                  <a:lnTo>
                    <a:pt x="31165" y="13042"/>
                  </a:lnTo>
                  <a:lnTo>
                    <a:pt x="31559" y="13347"/>
                  </a:lnTo>
                  <a:lnTo>
                    <a:pt x="32004" y="13093"/>
                  </a:lnTo>
                  <a:close/>
                </a:path>
                <a:path w="83185" h="20319">
                  <a:moveTo>
                    <a:pt x="33451" y="12484"/>
                  </a:moveTo>
                  <a:lnTo>
                    <a:pt x="33121" y="12382"/>
                  </a:lnTo>
                  <a:lnTo>
                    <a:pt x="32994" y="12509"/>
                  </a:lnTo>
                  <a:lnTo>
                    <a:pt x="32727" y="12484"/>
                  </a:lnTo>
                  <a:lnTo>
                    <a:pt x="32677" y="12700"/>
                  </a:lnTo>
                  <a:lnTo>
                    <a:pt x="32867" y="12827"/>
                  </a:lnTo>
                  <a:lnTo>
                    <a:pt x="33350" y="12827"/>
                  </a:lnTo>
                  <a:lnTo>
                    <a:pt x="33108" y="12649"/>
                  </a:lnTo>
                  <a:lnTo>
                    <a:pt x="32981" y="12738"/>
                  </a:lnTo>
                  <a:lnTo>
                    <a:pt x="32981" y="12598"/>
                  </a:lnTo>
                  <a:lnTo>
                    <a:pt x="33451" y="12484"/>
                  </a:lnTo>
                  <a:close/>
                </a:path>
                <a:path w="83185" h="20319">
                  <a:moveTo>
                    <a:pt x="35331" y="8026"/>
                  </a:moveTo>
                  <a:lnTo>
                    <a:pt x="35140" y="7874"/>
                  </a:lnTo>
                  <a:lnTo>
                    <a:pt x="34975" y="8166"/>
                  </a:lnTo>
                  <a:lnTo>
                    <a:pt x="34848" y="8458"/>
                  </a:lnTo>
                  <a:lnTo>
                    <a:pt x="34544" y="8547"/>
                  </a:lnTo>
                  <a:lnTo>
                    <a:pt x="34874" y="8661"/>
                  </a:lnTo>
                  <a:lnTo>
                    <a:pt x="35064" y="8407"/>
                  </a:lnTo>
                  <a:lnTo>
                    <a:pt x="35331" y="8026"/>
                  </a:lnTo>
                  <a:close/>
                </a:path>
                <a:path w="83185" h="20319">
                  <a:moveTo>
                    <a:pt x="39497" y="7010"/>
                  </a:moveTo>
                  <a:lnTo>
                    <a:pt x="39204" y="6921"/>
                  </a:lnTo>
                  <a:lnTo>
                    <a:pt x="38989" y="6362"/>
                  </a:lnTo>
                  <a:lnTo>
                    <a:pt x="38785" y="6489"/>
                  </a:lnTo>
                  <a:lnTo>
                    <a:pt x="39052" y="6591"/>
                  </a:lnTo>
                  <a:lnTo>
                    <a:pt x="39141" y="7226"/>
                  </a:lnTo>
                  <a:lnTo>
                    <a:pt x="39497" y="7010"/>
                  </a:lnTo>
                  <a:close/>
                </a:path>
                <a:path w="83185" h="20319">
                  <a:moveTo>
                    <a:pt x="40932" y="5194"/>
                  </a:moveTo>
                  <a:lnTo>
                    <a:pt x="40297" y="5194"/>
                  </a:lnTo>
                  <a:lnTo>
                    <a:pt x="40449" y="5676"/>
                  </a:lnTo>
                  <a:lnTo>
                    <a:pt x="40513" y="5905"/>
                  </a:lnTo>
                  <a:lnTo>
                    <a:pt x="40716" y="5676"/>
                  </a:lnTo>
                  <a:lnTo>
                    <a:pt x="40932" y="5194"/>
                  </a:lnTo>
                  <a:close/>
                </a:path>
                <a:path w="83185" h="20319">
                  <a:moveTo>
                    <a:pt x="42227" y="5156"/>
                  </a:moveTo>
                  <a:lnTo>
                    <a:pt x="41808" y="5080"/>
                  </a:lnTo>
                  <a:lnTo>
                    <a:pt x="41656" y="5257"/>
                  </a:lnTo>
                  <a:lnTo>
                    <a:pt x="41465" y="5359"/>
                  </a:lnTo>
                  <a:lnTo>
                    <a:pt x="41694" y="5511"/>
                  </a:lnTo>
                  <a:lnTo>
                    <a:pt x="41871" y="5168"/>
                  </a:lnTo>
                  <a:lnTo>
                    <a:pt x="41884" y="5397"/>
                  </a:lnTo>
                  <a:lnTo>
                    <a:pt x="42227" y="5156"/>
                  </a:lnTo>
                  <a:close/>
                </a:path>
                <a:path w="83185" h="20319">
                  <a:moveTo>
                    <a:pt x="44627" y="15062"/>
                  </a:moveTo>
                  <a:lnTo>
                    <a:pt x="44411" y="14681"/>
                  </a:lnTo>
                  <a:lnTo>
                    <a:pt x="44056" y="14909"/>
                  </a:lnTo>
                  <a:lnTo>
                    <a:pt x="43992" y="14719"/>
                  </a:lnTo>
                  <a:lnTo>
                    <a:pt x="43992" y="14566"/>
                  </a:lnTo>
                  <a:lnTo>
                    <a:pt x="43713" y="14808"/>
                  </a:lnTo>
                  <a:lnTo>
                    <a:pt x="43472" y="14490"/>
                  </a:lnTo>
                  <a:lnTo>
                    <a:pt x="43243" y="14757"/>
                  </a:lnTo>
                  <a:lnTo>
                    <a:pt x="43649" y="14871"/>
                  </a:lnTo>
                  <a:lnTo>
                    <a:pt x="44627" y="15062"/>
                  </a:lnTo>
                  <a:close/>
                </a:path>
                <a:path w="83185" h="20319">
                  <a:moveTo>
                    <a:pt x="46697" y="17665"/>
                  </a:moveTo>
                  <a:lnTo>
                    <a:pt x="46634" y="17449"/>
                  </a:lnTo>
                  <a:lnTo>
                    <a:pt x="46443" y="17259"/>
                  </a:lnTo>
                  <a:lnTo>
                    <a:pt x="46418" y="17487"/>
                  </a:lnTo>
                  <a:lnTo>
                    <a:pt x="46215" y="17513"/>
                  </a:lnTo>
                  <a:lnTo>
                    <a:pt x="46405" y="17221"/>
                  </a:lnTo>
                  <a:lnTo>
                    <a:pt x="45859" y="17424"/>
                  </a:lnTo>
                  <a:lnTo>
                    <a:pt x="45910" y="17221"/>
                  </a:lnTo>
                  <a:lnTo>
                    <a:pt x="46139" y="17056"/>
                  </a:lnTo>
                  <a:lnTo>
                    <a:pt x="45948" y="17056"/>
                  </a:lnTo>
                  <a:lnTo>
                    <a:pt x="45720" y="16941"/>
                  </a:lnTo>
                  <a:lnTo>
                    <a:pt x="45720" y="17348"/>
                  </a:lnTo>
                  <a:lnTo>
                    <a:pt x="46037" y="17538"/>
                  </a:lnTo>
                  <a:lnTo>
                    <a:pt x="46405" y="17703"/>
                  </a:lnTo>
                  <a:lnTo>
                    <a:pt x="46431" y="17564"/>
                  </a:lnTo>
                  <a:lnTo>
                    <a:pt x="46697" y="17665"/>
                  </a:lnTo>
                  <a:close/>
                </a:path>
                <a:path w="83185" h="20319">
                  <a:moveTo>
                    <a:pt x="51028" y="15862"/>
                  </a:moveTo>
                  <a:lnTo>
                    <a:pt x="50787" y="15760"/>
                  </a:lnTo>
                  <a:lnTo>
                    <a:pt x="50711" y="15519"/>
                  </a:lnTo>
                  <a:lnTo>
                    <a:pt x="50482" y="15544"/>
                  </a:lnTo>
                  <a:lnTo>
                    <a:pt x="50546" y="15811"/>
                  </a:lnTo>
                  <a:lnTo>
                    <a:pt x="50304" y="15760"/>
                  </a:lnTo>
                  <a:lnTo>
                    <a:pt x="50342" y="15989"/>
                  </a:lnTo>
                  <a:lnTo>
                    <a:pt x="50533" y="16014"/>
                  </a:lnTo>
                  <a:lnTo>
                    <a:pt x="51028" y="15862"/>
                  </a:lnTo>
                  <a:close/>
                </a:path>
                <a:path w="83185" h="20319">
                  <a:moveTo>
                    <a:pt x="52946" y="16573"/>
                  </a:moveTo>
                  <a:lnTo>
                    <a:pt x="52527" y="16637"/>
                  </a:lnTo>
                  <a:lnTo>
                    <a:pt x="52362" y="16916"/>
                  </a:lnTo>
                  <a:lnTo>
                    <a:pt x="52857" y="16738"/>
                  </a:lnTo>
                  <a:lnTo>
                    <a:pt x="52946" y="16573"/>
                  </a:lnTo>
                  <a:close/>
                </a:path>
                <a:path w="83185" h="20319">
                  <a:moveTo>
                    <a:pt x="53479" y="16789"/>
                  </a:moveTo>
                  <a:lnTo>
                    <a:pt x="53314" y="16662"/>
                  </a:lnTo>
                  <a:lnTo>
                    <a:pt x="53060" y="16637"/>
                  </a:lnTo>
                  <a:lnTo>
                    <a:pt x="53251" y="16852"/>
                  </a:lnTo>
                  <a:lnTo>
                    <a:pt x="52768" y="16954"/>
                  </a:lnTo>
                  <a:lnTo>
                    <a:pt x="52857" y="16738"/>
                  </a:lnTo>
                  <a:lnTo>
                    <a:pt x="52705" y="16979"/>
                  </a:lnTo>
                  <a:lnTo>
                    <a:pt x="52997" y="16941"/>
                  </a:lnTo>
                  <a:lnTo>
                    <a:pt x="53314" y="16954"/>
                  </a:lnTo>
                  <a:lnTo>
                    <a:pt x="53479" y="16789"/>
                  </a:lnTo>
                  <a:close/>
                </a:path>
                <a:path w="83185" h="20319">
                  <a:moveTo>
                    <a:pt x="56134" y="17729"/>
                  </a:moveTo>
                  <a:lnTo>
                    <a:pt x="55816" y="17640"/>
                  </a:lnTo>
                  <a:lnTo>
                    <a:pt x="55651" y="17780"/>
                  </a:lnTo>
                  <a:lnTo>
                    <a:pt x="55740" y="18008"/>
                  </a:lnTo>
                  <a:lnTo>
                    <a:pt x="55702" y="17856"/>
                  </a:lnTo>
                  <a:lnTo>
                    <a:pt x="56057" y="17995"/>
                  </a:lnTo>
                  <a:lnTo>
                    <a:pt x="56134" y="17729"/>
                  </a:lnTo>
                  <a:close/>
                </a:path>
                <a:path w="83185" h="20319">
                  <a:moveTo>
                    <a:pt x="56515" y="15748"/>
                  </a:moveTo>
                  <a:lnTo>
                    <a:pt x="56248" y="15760"/>
                  </a:lnTo>
                  <a:lnTo>
                    <a:pt x="55219" y="15405"/>
                  </a:lnTo>
                  <a:lnTo>
                    <a:pt x="55524" y="15646"/>
                  </a:lnTo>
                  <a:lnTo>
                    <a:pt x="56210" y="15963"/>
                  </a:lnTo>
                  <a:lnTo>
                    <a:pt x="56515" y="15748"/>
                  </a:lnTo>
                  <a:close/>
                </a:path>
                <a:path w="83185" h="20319">
                  <a:moveTo>
                    <a:pt x="56870" y="14198"/>
                  </a:moveTo>
                  <a:lnTo>
                    <a:pt x="56400" y="13995"/>
                  </a:lnTo>
                  <a:lnTo>
                    <a:pt x="56184" y="14185"/>
                  </a:lnTo>
                  <a:lnTo>
                    <a:pt x="55994" y="14401"/>
                  </a:lnTo>
                  <a:lnTo>
                    <a:pt x="55727" y="14566"/>
                  </a:lnTo>
                  <a:lnTo>
                    <a:pt x="55765" y="14439"/>
                  </a:lnTo>
                  <a:lnTo>
                    <a:pt x="55905" y="14389"/>
                  </a:lnTo>
                  <a:lnTo>
                    <a:pt x="55626" y="14376"/>
                  </a:lnTo>
                  <a:lnTo>
                    <a:pt x="55587" y="14732"/>
                  </a:lnTo>
                  <a:lnTo>
                    <a:pt x="56172" y="14693"/>
                  </a:lnTo>
                  <a:lnTo>
                    <a:pt x="56476" y="14617"/>
                  </a:lnTo>
                  <a:lnTo>
                    <a:pt x="56311" y="14490"/>
                  </a:lnTo>
                  <a:lnTo>
                    <a:pt x="56870" y="14198"/>
                  </a:lnTo>
                  <a:close/>
                </a:path>
                <a:path w="83185" h="20319">
                  <a:moveTo>
                    <a:pt x="57632" y="11861"/>
                  </a:moveTo>
                  <a:lnTo>
                    <a:pt x="57315" y="11798"/>
                  </a:lnTo>
                  <a:lnTo>
                    <a:pt x="57264" y="11404"/>
                  </a:lnTo>
                  <a:lnTo>
                    <a:pt x="56794" y="11696"/>
                  </a:lnTo>
                  <a:lnTo>
                    <a:pt x="56807" y="11493"/>
                  </a:lnTo>
                  <a:lnTo>
                    <a:pt x="56553" y="11049"/>
                  </a:lnTo>
                  <a:lnTo>
                    <a:pt x="56413" y="11214"/>
                  </a:lnTo>
                  <a:lnTo>
                    <a:pt x="56642" y="11239"/>
                  </a:lnTo>
                  <a:lnTo>
                    <a:pt x="56438" y="11595"/>
                  </a:lnTo>
                  <a:lnTo>
                    <a:pt x="56476" y="11747"/>
                  </a:lnTo>
                  <a:lnTo>
                    <a:pt x="56883" y="11696"/>
                  </a:lnTo>
                  <a:lnTo>
                    <a:pt x="57391" y="12331"/>
                  </a:lnTo>
                  <a:lnTo>
                    <a:pt x="57632" y="11861"/>
                  </a:lnTo>
                  <a:close/>
                </a:path>
                <a:path w="83185" h="20319">
                  <a:moveTo>
                    <a:pt x="57645" y="18262"/>
                  </a:moveTo>
                  <a:lnTo>
                    <a:pt x="57340" y="18008"/>
                  </a:lnTo>
                  <a:lnTo>
                    <a:pt x="57200" y="17754"/>
                  </a:lnTo>
                  <a:lnTo>
                    <a:pt x="57048" y="17843"/>
                  </a:lnTo>
                  <a:lnTo>
                    <a:pt x="56959" y="17437"/>
                  </a:lnTo>
                  <a:lnTo>
                    <a:pt x="56680" y="17399"/>
                  </a:lnTo>
                  <a:lnTo>
                    <a:pt x="56743" y="17576"/>
                  </a:lnTo>
                  <a:lnTo>
                    <a:pt x="56540" y="17399"/>
                  </a:lnTo>
                  <a:lnTo>
                    <a:pt x="56680" y="17665"/>
                  </a:lnTo>
                  <a:lnTo>
                    <a:pt x="56921" y="17843"/>
                  </a:lnTo>
                  <a:lnTo>
                    <a:pt x="57124" y="18084"/>
                  </a:lnTo>
                  <a:lnTo>
                    <a:pt x="57061" y="17881"/>
                  </a:lnTo>
                  <a:lnTo>
                    <a:pt x="57645" y="18262"/>
                  </a:lnTo>
                  <a:close/>
                </a:path>
                <a:path w="83185" h="20319">
                  <a:moveTo>
                    <a:pt x="57746" y="16713"/>
                  </a:moveTo>
                  <a:lnTo>
                    <a:pt x="57581" y="16497"/>
                  </a:lnTo>
                  <a:lnTo>
                    <a:pt x="57353" y="16357"/>
                  </a:lnTo>
                  <a:lnTo>
                    <a:pt x="57404" y="16002"/>
                  </a:lnTo>
                  <a:lnTo>
                    <a:pt x="57099" y="15925"/>
                  </a:lnTo>
                  <a:lnTo>
                    <a:pt x="56934" y="16281"/>
                  </a:lnTo>
                  <a:lnTo>
                    <a:pt x="57746" y="16713"/>
                  </a:lnTo>
                  <a:close/>
                </a:path>
                <a:path w="83185" h="20319">
                  <a:moveTo>
                    <a:pt x="58483" y="15151"/>
                  </a:moveTo>
                  <a:lnTo>
                    <a:pt x="58064" y="15214"/>
                  </a:lnTo>
                  <a:lnTo>
                    <a:pt x="57886" y="15113"/>
                  </a:lnTo>
                  <a:lnTo>
                    <a:pt x="57658" y="15367"/>
                  </a:lnTo>
                  <a:lnTo>
                    <a:pt x="57873" y="15405"/>
                  </a:lnTo>
                  <a:lnTo>
                    <a:pt x="57886" y="15189"/>
                  </a:lnTo>
                  <a:lnTo>
                    <a:pt x="58089" y="15252"/>
                  </a:lnTo>
                  <a:lnTo>
                    <a:pt x="58140" y="15417"/>
                  </a:lnTo>
                  <a:lnTo>
                    <a:pt x="58407" y="15430"/>
                  </a:lnTo>
                  <a:lnTo>
                    <a:pt x="58483" y="15151"/>
                  </a:lnTo>
                  <a:close/>
                </a:path>
                <a:path w="83185" h="20319">
                  <a:moveTo>
                    <a:pt x="58648" y="19304"/>
                  </a:moveTo>
                  <a:lnTo>
                    <a:pt x="57505" y="19126"/>
                  </a:lnTo>
                  <a:lnTo>
                    <a:pt x="57531" y="19456"/>
                  </a:lnTo>
                  <a:lnTo>
                    <a:pt x="57950" y="19596"/>
                  </a:lnTo>
                  <a:lnTo>
                    <a:pt x="57873" y="19316"/>
                  </a:lnTo>
                  <a:lnTo>
                    <a:pt x="58648" y="19304"/>
                  </a:lnTo>
                  <a:close/>
                </a:path>
                <a:path w="83185" h="20319">
                  <a:moveTo>
                    <a:pt x="63042" y="14833"/>
                  </a:moveTo>
                  <a:lnTo>
                    <a:pt x="62661" y="14541"/>
                  </a:lnTo>
                  <a:lnTo>
                    <a:pt x="61709" y="14274"/>
                  </a:lnTo>
                  <a:lnTo>
                    <a:pt x="62661" y="14795"/>
                  </a:lnTo>
                  <a:lnTo>
                    <a:pt x="62433" y="14871"/>
                  </a:lnTo>
                  <a:lnTo>
                    <a:pt x="62826" y="14846"/>
                  </a:lnTo>
                  <a:lnTo>
                    <a:pt x="63042" y="14833"/>
                  </a:lnTo>
                  <a:close/>
                </a:path>
                <a:path w="83185" h="20319">
                  <a:moveTo>
                    <a:pt x="63093" y="14820"/>
                  </a:moveTo>
                  <a:close/>
                </a:path>
                <a:path w="83185" h="20319">
                  <a:moveTo>
                    <a:pt x="64477" y="8585"/>
                  </a:moveTo>
                  <a:lnTo>
                    <a:pt x="64096" y="8394"/>
                  </a:lnTo>
                  <a:lnTo>
                    <a:pt x="63995" y="8026"/>
                  </a:lnTo>
                  <a:lnTo>
                    <a:pt x="63690" y="7797"/>
                  </a:lnTo>
                  <a:lnTo>
                    <a:pt x="63804" y="8115"/>
                  </a:lnTo>
                  <a:lnTo>
                    <a:pt x="64058" y="8750"/>
                  </a:lnTo>
                  <a:lnTo>
                    <a:pt x="64477" y="8585"/>
                  </a:lnTo>
                  <a:close/>
                </a:path>
                <a:path w="83185" h="20319">
                  <a:moveTo>
                    <a:pt x="65239" y="16941"/>
                  </a:moveTo>
                  <a:lnTo>
                    <a:pt x="65074" y="16891"/>
                  </a:lnTo>
                  <a:lnTo>
                    <a:pt x="65239" y="16941"/>
                  </a:lnTo>
                  <a:close/>
                </a:path>
                <a:path w="83185" h="20319">
                  <a:moveTo>
                    <a:pt x="65379" y="16979"/>
                  </a:moveTo>
                  <a:lnTo>
                    <a:pt x="65239" y="16941"/>
                  </a:lnTo>
                  <a:lnTo>
                    <a:pt x="65316" y="17106"/>
                  </a:lnTo>
                  <a:lnTo>
                    <a:pt x="65379" y="16979"/>
                  </a:lnTo>
                  <a:close/>
                </a:path>
                <a:path w="83185" h="20319">
                  <a:moveTo>
                    <a:pt x="65544" y="16446"/>
                  </a:moveTo>
                  <a:lnTo>
                    <a:pt x="65328" y="16408"/>
                  </a:lnTo>
                  <a:lnTo>
                    <a:pt x="65303" y="16535"/>
                  </a:lnTo>
                  <a:lnTo>
                    <a:pt x="65100" y="16497"/>
                  </a:lnTo>
                  <a:lnTo>
                    <a:pt x="65074" y="16814"/>
                  </a:lnTo>
                  <a:lnTo>
                    <a:pt x="65519" y="16725"/>
                  </a:lnTo>
                  <a:lnTo>
                    <a:pt x="65544" y="16446"/>
                  </a:lnTo>
                  <a:close/>
                </a:path>
                <a:path w="83185" h="20319">
                  <a:moveTo>
                    <a:pt x="65557" y="19875"/>
                  </a:moveTo>
                  <a:lnTo>
                    <a:pt x="65493" y="19329"/>
                  </a:lnTo>
                  <a:lnTo>
                    <a:pt x="65290" y="19304"/>
                  </a:lnTo>
                  <a:lnTo>
                    <a:pt x="65163" y="19380"/>
                  </a:lnTo>
                  <a:lnTo>
                    <a:pt x="65366" y="19570"/>
                  </a:lnTo>
                  <a:lnTo>
                    <a:pt x="64897" y="19367"/>
                  </a:lnTo>
                  <a:lnTo>
                    <a:pt x="65151" y="19888"/>
                  </a:lnTo>
                  <a:lnTo>
                    <a:pt x="64909" y="19888"/>
                  </a:lnTo>
                  <a:lnTo>
                    <a:pt x="65557" y="19875"/>
                  </a:lnTo>
                  <a:close/>
                </a:path>
                <a:path w="83185" h="20319">
                  <a:moveTo>
                    <a:pt x="65735" y="17907"/>
                  </a:moveTo>
                  <a:lnTo>
                    <a:pt x="65201" y="17297"/>
                  </a:lnTo>
                  <a:lnTo>
                    <a:pt x="65328" y="18300"/>
                  </a:lnTo>
                  <a:lnTo>
                    <a:pt x="65608" y="18084"/>
                  </a:lnTo>
                  <a:lnTo>
                    <a:pt x="65468" y="17932"/>
                  </a:lnTo>
                  <a:lnTo>
                    <a:pt x="65493" y="17716"/>
                  </a:lnTo>
                  <a:lnTo>
                    <a:pt x="65735" y="17907"/>
                  </a:lnTo>
                  <a:close/>
                </a:path>
                <a:path w="83185" h="20319">
                  <a:moveTo>
                    <a:pt x="65951" y="15684"/>
                  </a:moveTo>
                  <a:lnTo>
                    <a:pt x="65506" y="15646"/>
                  </a:lnTo>
                  <a:lnTo>
                    <a:pt x="65798" y="15760"/>
                  </a:lnTo>
                  <a:lnTo>
                    <a:pt x="65951" y="15684"/>
                  </a:lnTo>
                  <a:close/>
                </a:path>
                <a:path w="83185" h="20319">
                  <a:moveTo>
                    <a:pt x="66255" y="13500"/>
                  </a:moveTo>
                  <a:lnTo>
                    <a:pt x="65316" y="13208"/>
                  </a:lnTo>
                  <a:lnTo>
                    <a:pt x="65544" y="13512"/>
                  </a:lnTo>
                  <a:lnTo>
                    <a:pt x="65671" y="13423"/>
                  </a:lnTo>
                  <a:lnTo>
                    <a:pt x="65544" y="13766"/>
                  </a:lnTo>
                  <a:lnTo>
                    <a:pt x="65913" y="13754"/>
                  </a:lnTo>
                  <a:lnTo>
                    <a:pt x="66052" y="13906"/>
                  </a:lnTo>
                  <a:lnTo>
                    <a:pt x="66255" y="13500"/>
                  </a:lnTo>
                  <a:close/>
                </a:path>
                <a:path w="83185" h="20319">
                  <a:moveTo>
                    <a:pt x="66408" y="19951"/>
                  </a:moveTo>
                  <a:lnTo>
                    <a:pt x="66332" y="19621"/>
                  </a:lnTo>
                  <a:lnTo>
                    <a:pt x="65697" y="19723"/>
                  </a:lnTo>
                  <a:lnTo>
                    <a:pt x="65595" y="19418"/>
                  </a:lnTo>
                  <a:lnTo>
                    <a:pt x="65646" y="19748"/>
                  </a:lnTo>
                  <a:lnTo>
                    <a:pt x="66040" y="19824"/>
                  </a:lnTo>
                  <a:lnTo>
                    <a:pt x="66408" y="19951"/>
                  </a:lnTo>
                  <a:close/>
                </a:path>
                <a:path w="83185" h="20319">
                  <a:moveTo>
                    <a:pt x="66979" y="15659"/>
                  </a:moveTo>
                  <a:lnTo>
                    <a:pt x="66471" y="15354"/>
                  </a:lnTo>
                  <a:lnTo>
                    <a:pt x="66687" y="15557"/>
                  </a:lnTo>
                  <a:lnTo>
                    <a:pt x="66255" y="15646"/>
                  </a:lnTo>
                  <a:lnTo>
                    <a:pt x="66332" y="15824"/>
                  </a:lnTo>
                  <a:lnTo>
                    <a:pt x="66979" y="15875"/>
                  </a:lnTo>
                  <a:lnTo>
                    <a:pt x="66979" y="15659"/>
                  </a:lnTo>
                  <a:close/>
                </a:path>
                <a:path w="83185" h="20319">
                  <a:moveTo>
                    <a:pt x="69405" y="10426"/>
                  </a:moveTo>
                  <a:lnTo>
                    <a:pt x="69164" y="10147"/>
                  </a:lnTo>
                  <a:lnTo>
                    <a:pt x="68922" y="10337"/>
                  </a:lnTo>
                  <a:lnTo>
                    <a:pt x="68707" y="10553"/>
                  </a:lnTo>
                  <a:lnTo>
                    <a:pt x="68376" y="10693"/>
                  </a:lnTo>
                  <a:lnTo>
                    <a:pt x="68567" y="10883"/>
                  </a:lnTo>
                  <a:lnTo>
                    <a:pt x="68567" y="10731"/>
                  </a:lnTo>
                  <a:lnTo>
                    <a:pt x="68707" y="10706"/>
                  </a:lnTo>
                  <a:lnTo>
                    <a:pt x="68910" y="10744"/>
                  </a:lnTo>
                  <a:lnTo>
                    <a:pt x="68821" y="11036"/>
                  </a:lnTo>
                  <a:lnTo>
                    <a:pt x="69164" y="11023"/>
                  </a:lnTo>
                  <a:lnTo>
                    <a:pt x="69189" y="11214"/>
                  </a:lnTo>
                  <a:lnTo>
                    <a:pt x="69405" y="11239"/>
                  </a:lnTo>
                  <a:lnTo>
                    <a:pt x="69062" y="10883"/>
                  </a:lnTo>
                  <a:lnTo>
                    <a:pt x="69405" y="10426"/>
                  </a:lnTo>
                  <a:close/>
                </a:path>
                <a:path w="83185" h="20319">
                  <a:moveTo>
                    <a:pt x="70218" y="9156"/>
                  </a:moveTo>
                  <a:lnTo>
                    <a:pt x="70027" y="8966"/>
                  </a:lnTo>
                  <a:lnTo>
                    <a:pt x="69824" y="9042"/>
                  </a:lnTo>
                  <a:lnTo>
                    <a:pt x="70027" y="9042"/>
                  </a:lnTo>
                  <a:lnTo>
                    <a:pt x="70218" y="9156"/>
                  </a:lnTo>
                  <a:close/>
                </a:path>
                <a:path w="83185" h="20319">
                  <a:moveTo>
                    <a:pt x="70319" y="8610"/>
                  </a:moveTo>
                  <a:lnTo>
                    <a:pt x="69964" y="8432"/>
                  </a:lnTo>
                  <a:lnTo>
                    <a:pt x="69938" y="8636"/>
                  </a:lnTo>
                  <a:lnTo>
                    <a:pt x="69926" y="8839"/>
                  </a:lnTo>
                  <a:lnTo>
                    <a:pt x="70027" y="8966"/>
                  </a:lnTo>
                  <a:lnTo>
                    <a:pt x="70319" y="8610"/>
                  </a:lnTo>
                  <a:close/>
                </a:path>
                <a:path w="83185" h="20319">
                  <a:moveTo>
                    <a:pt x="70485" y="12661"/>
                  </a:moveTo>
                  <a:lnTo>
                    <a:pt x="70421" y="12141"/>
                  </a:lnTo>
                  <a:lnTo>
                    <a:pt x="69977" y="12090"/>
                  </a:lnTo>
                  <a:lnTo>
                    <a:pt x="69951" y="12534"/>
                  </a:lnTo>
                  <a:lnTo>
                    <a:pt x="70205" y="12484"/>
                  </a:lnTo>
                  <a:lnTo>
                    <a:pt x="70383" y="12877"/>
                  </a:lnTo>
                  <a:lnTo>
                    <a:pt x="70485" y="12661"/>
                  </a:lnTo>
                  <a:close/>
                </a:path>
                <a:path w="83185" h="20319">
                  <a:moveTo>
                    <a:pt x="71818" y="18084"/>
                  </a:moveTo>
                  <a:lnTo>
                    <a:pt x="71501" y="18135"/>
                  </a:lnTo>
                  <a:lnTo>
                    <a:pt x="71539" y="17907"/>
                  </a:lnTo>
                  <a:lnTo>
                    <a:pt x="71285" y="17957"/>
                  </a:lnTo>
                  <a:lnTo>
                    <a:pt x="71361" y="18313"/>
                  </a:lnTo>
                  <a:lnTo>
                    <a:pt x="71158" y="18376"/>
                  </a:lnTo>
                  <a:lnTo>
                    <a:pt x="71462" y="18376"/>
                  </a:lnTo>
                  <a:lnTo>
                    <a:pt x="71691" y="18262"/>
                  </a:lnTo>
                  <a:lnTo>
                    <a:pt x="71818" y="18084"/>
                  </a:lnTo>
                  <a:close/>
                </a:path>
                <a:path w="83185" h="20319">
                  <a:moveTo>
                    <a:pt x="73025" y="6527"/>
                  </a:moveTo>
                  <a:lnTo>
                    <a:pt x="72707" y="6400"/>
                  </a:lnTo>
                  <a:lnTo>
                    <a:pt x="72707" y="6578"/>
                  </a:lnTo>
                  <a:lnTo>
                    <a:pt x="72580" y="6667"/>
                  </a:lnTo>
                  <a:lnTo>
                    <a:pt x="72974" y="6845"/>
                  </a:lnTo>
                  <a:lnTo>
                    <a:pt x="73025" y="6527"/>
                  </a:lnTo>
                  <a:close/>
                </a:path>
                <a:path w="83185" h="20319">
                  <a:moveTo>
                    <a:pt x="74523" y="6718"/>
                  </a:moveTo>
                  <a:lnTo>
                    <a:pt x="74206" y="6565"/>
                  </a:lnTo>
                  <a:lnTo>
                    <a:pt x="74015" y="6248"/>
                  </a:lnTo>
                  <a:lnTo>
                    <a:pt x="74015" y="6794"/>
                  </a:lnTo>
                  <a:lnTo>
                    <a:pt x="73329" y="6324"/>
                  </a:lnTo>
                  <a:lnTo>
                    <a:pt x="73126" y="6527"/>
                  </a:lnTo>
                  <a:lnTo>
                    <a:pt x="73393" y="6527"/>
                  </a:lnTo>
                  <a:lnTo>
                    <a:pt x="73444" y="6692"/>
                  </a:lnTo>
                  <a:lnTo>
                    <a:pt x="73533" y="6832"/>
                  </a:lnTo>
                  <a:lnTo>
                    <a:pt x="73050" y="6883"/>
                  </a:lnTo>
                  <a:lnTo>
                    <a:pt x="73113" y="7251"/>
                  </a:lnTo>
                  <a:lnTo>
                    <a:pt x="72631" y="7124"/>
                  </a:lnTo>
                  <a:lnTo>
                    <a:pt x="72529" y="7378"/>
                  </a:lnTo>
                  <a:lnTo>
                    <a:pt x="73367" y="7226"/>
                  </a:lnTo>
                  <a:lnTo>
                    <a:pt x="73901" y="7162"/>
                  </a:lnTo>
                  <a:lnTo>
                    <a:pt x="74472" y="7010"/>
                  </a:lnTo>
                  <a:lnTo>
                    <a:pt x="74523" y="6718"/>
                  </a:lnTo>
                  <a:close/>
                </a:path>
                <a:path w="83185" h="20319">
                  <a:moveTo>
                    <a:pt x="75120" y="12573"/>
                  </a:moveTo>
                  <a:lnTo>
                    <a:pt x="75031" y="11722"/>
                  </a:lnTo>
                  <a:lnTo>
                    <a:pt x="74815" y="11976"/>
                  </a:lnTo>
                  <a:lnTo>
                    <a:pt x="75044" y="12077"/>
                  </a:lnTo>
                  <a:lnTo>
                    <a:pt x="74510" y="12255"/>
                  </a:lnTo>
                  <a:lnTo>
                    <a:pt x="74650" y="12573"/>
                  </a:lnTo>
                  <a:lnTo>
                    <a:pt x="74968" y="12598"/>
                  </a:lnTo>
                  <a:lnTo>
                    <a:pt x="75120" y="12573"/>
                  </a:lnTo>
                  <a:close/>
                </a:path>
                <a:path w="83185" h="20319">
                  <a:moveTo>
                    <a:pt x="75996" y="13398"/>
                  </a:moveTo>
                  <a:lnTo>
                    <a:pt x="75641" y="13563"/>
                  </a:lnTo>
                  <a:lnTo>
                    <a:pt x="75476" y="13652"/>
                  </a:lnTo>
                  <a:lnTo>
                    <a:pt x="75349" y="13804"/>
                  </a:lnTo>
                  <a:lnTo>
                    <a:pt x="75184" y="13881"/>
                  </a:lnTo>
                  <a:lnTo>
                    <a:pt x="75692" y="14084"/>
                  </a:lnTo>
                  <a:lnTo>
                    <a:pt x="75996" y="13398"/>
                  </a:lnTo>
                  <a:close/>
                </a:path>
                <a:path w="83185" h="20319">
                  <a:moveTo>
                    <a:pt x="82791" y="12344"/>
                  </a:moveTo>
                  <a:lnTo>
                    <a:pt x="82664" y="11823"/>
                  </a:lnTo>
                  <a:lnTo>
                    <a:pt x="82283" y="11772"/>
                  </a:lnTo>
                  <a:lnTo>
                    <a:pt x="81927" y="12242"/>
                  </a:lnTo>
                  <a:lnTo>
                    <a:pt x="82067" y="12395"/>
                  </a:lnTo>
                  <a:lnTo>
                    <a:pt x="82118" y="12065"/>
                  </a:lnTo>
                  <a:lnTo>
                    <a:pt x="82791" y="12344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2" name="object 112"/>
            <p:cNvSpPr/>
            <p:nvPr/>
          </p:nvSpPr>
          <p:spPr>
            <a:xfrm>
              <a:off x="3978795" y="1023772"/>
              <a:ext cx="90805" cy="12700"/>
            </a:xfrm>
            <a:custGeom>
              <a:avLst/>
              <a:gdLst/>
              <a:ahLst/>
              <a:cxnLst/>
              <a:rect l="l" t="t" r="r" b="b"/>
              <a:pathLst>
                <a:path w="90804" h="12700">
                  <a:moveTo>
                    <a:pt x="889" y="2781"/>
                  </a:moveTo>
                  <a:lnTo>
                    <a:pt x="596" y="2781"/>
                  </a:lnTo>
                  <a:lnTo>
                    <a:pt x="406" y="2298"/>
                  </a:lnTo>
                  <a:lnTo>
                    <a:pt x="254" y="2451"/>
                  </a:lnTo>
                  <a:lnTo>
                    <a:pt x="0" y="2552"/>
                  </a:lnTo>
                  <a:lnTo>
                    <a:pt x="558" y="2959"/>
                  </a:lnTo>
                  <a:lnTo>
                    <a:pt x="419" y="3187"/>
                  </a:lnTo>
                  <a:lnTo>
                    <a:pt x="889" y="2946"/>
                  </a:lnTo>
                  <a:lnTo>
                    <a:pt x="635" y="3009"/>
                  </a:lnTo>
                  <a:lnTo>
                    <a:pt x="889" y="2781"/>
                  </a:lnTo>
                  <a:close/>
                </a:path>
                <a:path w="90804" h="12700">
                  <a:moveTo>
                    <a:pt x="2273" y="6007"/>
                  </a:moveTo>
                  <a:lnTo>
                    <a:pt x="2006" y="5829"/>
                  </a:lnTo>
                  <a:lnTo>
                    <a:pt x="1727" y="5715"/>
                  </a:lnTo>
                  <a:lnTo>
                    <a:pt x="1752" y="5384"/>
                  </a:lnTo>
                  <a:lnTo>
                    <a:pt x="1422" y="5334"/>
                  </a:lnTo>
                  <a:lnTo>
                    <a:pt x="1625" y="5803"/>
                  </a:lnTo>
                  <a:lnTo>
                    <a:pt x="1981" y="6273"/>
                  </a:lnTo>
                  <a:lnTo>
                    <a:pt x="1981" y="5994"/>
                  </a:lnTo>
                  <a:lnTo>
                    <a:pt x="1943" y="6210"/>
                  </a:lnTo>
                  <a:lnTo>
                    <a:pt x="1727" y="5880"/>
                  </a:lnTo>
                  <a:lnTo>
                    <a:pt x="2273" y="6007"/>
                  </a:lnTo>
                  <a:close/>
                </a:path>
                <a:path w="90804" h="12700">
                  <a:moveTo>
                    <a:pt x="3175" y="266"/>
                  </a:moveTo>
                  <a:lnTo>
                    <a:pt x="2832" y="279"/>
                  </a:lnTo>
                  <a:lnTo>
                    <a:pt x="2819" y="63"/>
                  </a:lnTo>
                  <a:lnTo>
                    <a:pt x="3048" y="0"/>
                  </a:lnTo>
                  <a:lnTo>
                    <a:pt x="2781" y="25"/>
                  </a:lnTo>
                  <a:lnTo>
                    <a:pt x="2489" y="25"/>
                  </a:lnTo>
                  <a:lnTo>
                    <a:pt x="2489" y="304"/>
                  </a:lnTo>
                  <a:lnTo>
                    <a:pt x="2667" y="393"/>
                  </a:lnTo>
                  <a:lnTo>
                    <a:pt x="2857" y="482"/>
                  </a:lnTo>
                  <a:lnTo>
                    <a:pt x="3111" y="546"/>
                  </a:lnTo>
                  <a:lnTo>
                    <a:pt x="3175" y="266"/>
                  </a:lnTo>
                  <a:close/>
                </a:path>
                <a:path w="90804" h="12700">
                  <a:moveTo>
                    <a:pt x="4610" y="5664"/>
                  </a:moveTo>
                  <a:lnTo>
                    <a:pt x="4521" y="5321"/>
                  </a:lnTo>
                  <a:lnTo>
                    <a:pt x="4102" y="5232"/>
                  </a:lnTo>
                  <a:lnTo>
                    <a:pt x="4610" y="5664"/>
                  </a:lnTo>
                  <a:close/>
                </a:path>
                <a:path w="90804" h="12700">
                  <a:moveTo>
                    <a:pt x="4673" y="5867"/>
                  </a:moveTo>
                  <a:lnTo>
                    <a:pt x="4610" y="5664"/>
                  </a:lnTo>
                  <a:lnTo>
                    <a:pt x="4076" y="5549"/>
                  </a:lnTo>
                  <a:lnTo>
                    <a:pt x="4114" y="5016"/>
                  </a:lnTo>
                  <a:lnTo>
                    <a:pt x="4038" y="5232"/>
                  </a:lnTo>
                  <a:lnTo>
                    <a:pt x="3568" y="5016"/>
                  </a:lnTo>
                  <a:lnTo>
                    <a:pt x="3708" y="4800"/>
                  </a:lnTo>
                  <a:lnTo>
                    <a:pt x="4114" y="4876"/>
                  </a:lnTo>
                  <a:lnTo>
                    <a:pt x="4025" y="4025"/>
                  </a:lnTo>
                  <a:lnTo>
                    <a:pt x="3657" y="4089"/>
                  </a:lnTo>
                  <a:lnTo>
                    <a:pt x="3708" y="4279"/>
                  </a:lnTo>
                  <a:lnTo>
                    <a:pt x="3873" y="4775"/>
                  </a:lnTo>
                  <a:lnTo>
                    <a:pt x="3492" y="4787"/>
                  </a:lnTo>
                  <a:lnTo>
                    <a:pt x="3644" y="4673"/>
                  </a:lnTo>
                  <a:lnTo>
                    <a:pt x="3657" y="4483"/>
                  </a:lnTo>
                  <a:lnTo>
                    <a:pt x="3416" y="4432"/>
                  </a:lnTo>
                  <a:lnTo>
                    <a:pt x="3314" y="4813"/>
                  </a:lnTo>
                  <a:lnTo>
                    <a:pt x="2971" y="4953"/>
                  </a:lnTo>
                  <a:lnTo>
                    <a:pt x="2527" y="4991"/>
                  </a:lnTo>
                  <a:lnTo>
                    <a:pt x="2730" y="4826"/>
                  </a:lnTo>
                  <a:lnTo>
                    <a:pt x="2451" y="4813"/>
                  </a:lnTo>
                  <a:lnTo>
                    <a:pt x="2565" y="4546"/>
                  </a:lnTo>
                  <a:lnTo>
                    <a:pt x="2247" y="4508"/>
                  </a:lnTo>
                  <a:lnTo>
                    <a:pt x="2324" y="4660"/>
                  </a:lnTo>
                  <a:lnTo>
                    <a:pt x="2133" y="4508"/>
                  </a:lnTo>
                  <a:lnTo>
                    <a:pt x="2197" y="4851"/>
                  </a:lnTo>
                  <a:lnTo>
                    <a:pt x="2184" y="5143"/>
                  </a:lnTo>
                  <a:lnTo>
                    <a:pt x="3022" y="4953"/>
                  </a:lnTo>
                  <a:lnTo>
                    <a:pt x="2882" y="5651"/>
                  </a:lnTo>
                  <a:lnTo>
                    <a:pt x="3835" y="5575"/>
                  </a:lnTo>
                  <a:lnTo>
                    <a:pt x="3670" y="5803"/>
                  </a:lnTo>
                  <a:lnTo>
                    <a:pt x="4673" y="5867"/>
                  </a:lnTo>
                  <a:close/>
                </a:path>
                <a:path w="90804" h="12700">
                  <a:moveTo>
                    <a:pt x="9055" y="8674"/>
                  </a:moveTo>
                  <a:lnTo>
                    <a:pt x="8902" y="8369"/>
                  </a:lnTo>
                  <a:lnTo>
                    <a:pt x="8318" y="7747"/>
                  </a:lnTo>
                  <a:lnTo>
                    <a:pt x="8801" y="8369"/>
                  </a:lnTo>
                  <a:lnTo>
                    <a:pt x="9055" y="8674"/>
                  </a:lnTo>
                  <a:close/>
                </a:path>
                <a:path w="90804" h="12700">
                  <a:moveTo>
                    <a:pt x="9398" y="6096"/>
                  </a:moveTo>
                  <a:lnTo>
                    <a:pt x="8915" y="6083"/>
                  </a:lnTo>
                  <a:lnTo>
                    <a:pt x="8915" y="5321"/>
                  </a:lnTo>
                  <a:lnTo>
                    <a:pt x="8597" y="5499"/>
                  </a:lnTo>
                  <a:lnTo>
                    <a:pt x="8674" y="5778"/>
                  </a:lnTo>
                  <a:lnTo>
                    <a:pt x="8902" y="6388"/>
                  </a:lnTo>
                  <a:lnTo>
                    <a:pt x="9398" y="6096"/>
                  </a:lnTo>
                  <a:close/>
                </a:path>
                <a:path w="90804" h="12700">
                  <a:moveTo>
                    <a:pt x="15290" y="9817"/>
                  </a:moveTo>
                  <a:lnTo>
                    <a:pt x="15227" y="9613"/>
                  </a:lnTo>
                  <a:lnTo>
                    <a:pt x="15138" y="9385"/>
                  </a:lnTo>
                  <a:lnTo>
                    <a:pt x="15049" y="9169"/>
                  </a:lnTo>
                  <a:lnTo>
                    <a:pt x="14909" y="9334"/>
                  </a:lnTo>
                  <a:lnTo>
                    <a:pt x="14935" y="9525"/>
                  </a:lnTo>
                  <a:lnTo>
                    <a:pt x="14986" y="9766"/>
                  </a:lnTo>
                  <a:lnTo>
                    <a:pt x="15290" y="9817"/>
                  </a:lnTo>
                  <a:close/>
                </a:path>
                <a:path w="90804" h="12700">
                  <a:moveTo>
                    <a:pt x="20586" y="8293"/>
                  </a:moveTo>
                  <a:lnTo>
                    <a:pt x="20180" y="8089"/>
                  </a:lnTo>
                  <a:lnTo>
                    <a:pt x="20294" y="7505"/>
                  </a:lnTo>
                  <a:lnTo>
                    <a:pt x="19913" y="7251"/>
                  </a:lnTo>
                  <a:lnTo>
                    <a:pt x="20015" y="7683"/>
                  </a:lnTo>
                  <a:lnTo>
                    <a:pt x="20078" y="8305"/>
                  </a:lnTo>
                  <a:lnTo>
                    <a:pt x="20586" y="8293"/>
                  </a:lnTo>
                  <a:close/>
                </a:path>
                <a:path w="90804" h="12700">
                  <a:moveTo>
                    <a:pt x="20980" y="9855"/>
                  </a:moveTo>
                  <a:lnTo>
                    <a:pt x="20612" y="9334"/>
                  </a:lnTo>
                  <a:lnTo>
                    <a:pt x="20459" y="9537"/>
                  </a:lnTo>
                  <a:lnTo>
                    <a:pt x="20612" y="9626"/>
                  </a:lnTo>
                  <a:lnTo>
                    <a:pt x="20764" y="10109"/>
                  </a:lnTo>
                  <a:lnTo>
                    <a:pt x="20980" y="9855"/>
                  </a:lnTo>
                  <a:close/>
                </a:path>
                <a:path w="90804" h="12700">
                  <a:moveTo>
                    <a:pt x="28206" y="5422"/>
                  </a:moveTo>
                  <a:lnTo>
                    <a:pt x="27813" y="5422"/>
                  </a:lnTo>
                  <a:lnTo>
                    <a:pt x="27508" y="5562"/>
                  </a:lnTo>
                  <a:lnTo>
                    <a:pt x="27660" y="6134"/>
                  </a:lnTo>
                  <a:lnTo>
                    <a:pt x="28079" y="6057"/>
                  </a:lnTo>
                  <a:lnTo>
                    <a:pt x="27901" y="5905"/>
                  </a:lnTo>
                  <a:lnTo>
                    <a:pt x="28206" y="5422"/>
                  </a:lnTo>
                  <a:close/>
                </a:path>
                <a:path w="90804" h="12700">
                  <a:moveTo>
                    <a:pt x="34518" y="6794"/>
                  </a:moveTo>
                  <a:lnTo>
                    <a:pt x="34315" y="6642"/>
                  </a:lnTo>
                  <a:lnTo>
                    <a:pt x="34213" y="6489"/>
                  </a:lnTo>
                  <a:lnTo>
                    <a:pt x="34391" y="6350"/>
                  </a:lnTo>
                  <a:lnTo>
                    <a:pt x="33985" y="6286"/>
                  </a:lnTo>
                  <a:lnTo>
                    <a:pt x="33756" y="6375"/>
                  </a:lnTo>
                  <a:lnTo>
                    <a:pt x="33718" y="6642"/>
                  </a:lnTo>
                  <a:lnTo>
                    <a:pt x="33947" y="6705"/>
                  </a:lnTo>
                  <a:lnTo>
                    <a:pt x="34175" y="6794"/>
                  </a:lnTo>
                  <a:lnTo>
                    <a:pt x="34518" y="6794"/>
                  </a:lnTo>
                  <a:close/>
                </a:path>
                <a:path w="90804" h="12700">
                  <a:moveTo>
                    <a:pt x="34556" y="6794"/>
                  </a:moveTo>
                  <a:close/>
                </a:path>
                <a:path w="90804" h="12700">
                  <a:moveTo>
                    <a:pt x="35255" y="7404"/>
                  </a:moveTo>
                  <a:lnTo>
                    <a:pt x="35077" y="7188"/>
                  </a:lnTo>
                  <a:lnTo>
                    <a:pt x="34785" y="6985"/>
                  </a:lnTo>
                  <a:lnTo>
                    <a:pt x="34556" y="6832"/>
                  </a:lnTo>
                  <a:lnTo>
                    <a:pt x="34493" y="7086"/>
                  </a:lnTo>
                  <a:lnTo>
                    <a:pt x="35001" y="7251"/>
                  </a:lnTo>
                  <a:lnTo>
                    <a:pt x="35039" y="7480"/>
                  </a:lnTo>
                  <a:lnTo>
                    <a:pt x="35255" y="7404"/>
                  </a:lnTo>
                  <a:close/>
                </a:path>
                <a:path w="90804" h="12700">
                  <a:moveTo>
                    <a:pt x="45402" y="11849"/>
                  </a:moveTo>
                  <a:lnTo>
                    <a:pt x="45148" y="11684"/>
                  </a:lnTo>
                  <a:lnTo>
                    <a:pt x="44602" y="11709"/>
                  </a:lnTo>
                  <a:lnTo>
                    <a:pt x="44894" y="11353"/>
                  </a:lnTo>
                  <a:lnTo>
                    <a:pt x="44119" y="11290"/>
                  </a:lnTo>
                  <a:lnTo>
                    <a:pt x="45262" y="12293"/>
                  </a:lnTo>
                  <a:lnTo>
                    <a:pt x="45402" y="11849"/>
                  </a:lnTo>
                  <a:close/>
                </a:path>
                <a:path w="90804" h="12700">
                  <a:moveTo>
                    <a:pt x="46596" y="10604"/>
                  </a:moveTo>
                  <a:lnTo>
                    <a:pt x="46215" y="10541"/>
                  </a:lnTo>
                  <a:lnTo>
                    <a:pt x="45326" y="10020"/>
                  </a:lnTo>
                  <a:lnTo>
                    <a:pt x="45326" y="10236"/>
                  </a:lnTo>
                  <a:lnTo>
                    <a:pt x="45720" y="10337"/>
                  </a:lnTo>
                  <a:lnTo>
                    <a:pt x="46126" y="10833"/>
                  </a:lnTo>
                  <a:lnTo>
                    <a:pt x="46596" y="10604"/>
                  </a:lnTo>
                  <a:close/>
                </a:path>
                <a:path w="90804" h="12700">
                  <a:moveTo>
                    <a:pt x="47269" y="9842"/>
                  </a:moveTo>
                  <a:lnTo>
                    <a:pt x="46748" y="9829"/>
                  </a:lnTo>
                  <a:lnTo>
                    <a:pt x="47142" y="10109"/>
                  </a:lnTo>
                  <a:lnTo>
                    <a:pt x="46824" y="10248"/>
                  </a:lnTo>
                  <a:lnTo>
                    <a:pt x="47129" y="10274"/>
                  </a:lnTo>
                  <a:lnTo>
                    <a:pt x="47256" y="10033"/>
                  </a:lnTo>
                  <a:lnTo>
                    <a:pt x="47053" y="9906"/>
                  </a:lnTo>
                  <a:lnTo>
                    <a:pt x="47269" y="9842"/>
                  </a:lnTo>
                  <a:close/>
                </a:path>
                <a:path w="90804" h="12700">
                  <a:moveTo>
                    <a:pt x="48336" y="9931"/>
                  </a:moveTo>
                  <a:lnTo>
                    <a:pt x="47891" y="10033"/>
                  </a:lnTo>
                  <a:lnTo>
                    <a:pt x="47612" y="10312"/>
                  </a:lnTo>
                  <a:lnTo>
                    <a:pt x="47218" y="10477"/>
                  </a:lnTo>
                  <a:lnTo>
                    <a:pt x="47764" y="10477"/>
                  </a:lnTo>
                  <a:lnTo>
                    <a:pt x="47967" y="10121"/>
                  </a:lnTo>
                  <a:lnTo>
                    <a:pt x="48336" y="9931"/>
                  </a:lnTo>
                  <a:close/>
                </a:path>
                <a:path w="90804" h="12700">
                  <a:moveTo>
                    <a:pt x="55473" y="10985"/>
                  </a:moveTo>
                  <a:lnTo>
                    <a:pt x="55257" y="10795"/>
                  </a:lnTo>
                  <a:lnTo>
                    <a:pt x="55105" y="10947"/>
                  </a:lnTo>
                  <a:lnTo>
                    <a:pt x="54571" y="11188"/>
                  </a:lnTo>
                  <a:lnTo>
                    <a:pt x="54775" y="11379"/>
                  </a:lnTo>
                  <a:lnTo>
                    <a:pt x="54876" y="11176"/>
                  </a:lnTo>
                  <a:lnTo>
                    <a:pt x="55473" y="10985"/>
                  </a:lnTo>
                  <a:close/>
                </a:path>
                <a:path w="90804" h="12700">
                  <a:moveTo>
                    <a:pt x="68148" y="7175"/>
                  </a:moveTo>
                  <a:lnTo>
                    <a:pt x="68135" y="6972"/>
                  </a:lnTo>
                  <a:lnTo>
                    <a:pt x="67818" y="6845"/>
                  </a:lnTo>
                  <a:lnTo>
                    <a:pt x="67856" y="7073"/>
                  </a:lnTo>
                  <a:lnTo>
                    <a:pt x="67691" y="7099"/>
                  </a:lnTo>
                  <a:lnTo>
                    <a:pt x="67767" y="7353"/>
                  </a:lnTo>
                  <a:lnTo>
                    <a:pt x="67983" y="7391"/>
                  </a:lnTo>
                  <a:lnTo>
                    <a:pt x="68148" y="7175"/>
                  </a:lnTo>
                  <a:close/>
                </a:path>
                <a:path w="90804" h="12700">
                  <a:moveTo>
                    <a:pt x="90208" y="9563"/>
                  </a:moveTo>
                  <a:lnTo>
                    <a:pt x="90157" y="9194"/>
                  </a:lnTo>
                  <a:lnTo>
                    <a:pt x="89738" y="9118"/>
                  </a:lnTo>
                  <a:lnTo>
                    <a:pt x="89750" y="9461"/>
                  </a:lnTo>
                  <a:lnTo>
                    <a:pt x="89484" y="9512"/>
                  </a:lnTo>
                  <a:lnTo>
                    <a:pt x="89484" y="9677"/>
                  </a:lnTo>
                  <a:lnTo>
                    <a:pt x="89966" y="9829"/>
                  </a:lnTo>
                  <a:lnTo>
                    <a:pt x="89674" y="9690"/>
                  </a:lnTo>
                  <a:lnTo>
                    <a:pt x="89941" y="9652"/>
                  </a:lnTo>
                  <a:lnTo>
                    <a:pt x="90208" y="9563"/>
                  </a:lnTo>
                  <a:close/>
                </a:path>
                <a:path w="90804" h="12700">
                  <a:moveTo>
                    <a:pt x="90525" y="8001"/>
                  </a:moveTo>
                  <a:lnTo>
                    <a:pt x="90360" y="7950"/>
                  </a:lnTo>
                  <a:lnTo>
                    <a:pt x="89928" y="8178"/>
                  </a:lnTo>
                  <a:lnTo>
                    <a:pt x="90462" y="8140"/>
                  </a:lnTo>
                  <a:lnTo>
                    <a:pt x="90271" y="8089"/>
                  </a:lnTo>
                  <a:lnTo>
                    <a:pt x="90525" y="8001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3" name="object 113"/>
            <p:cNvSpPr/>
            <p:nvPr/>
          </p:nvSpPr>
          <p:spPr>
            <a:xfrm>
              <a:off x="3813480" y="1111948"/>
              <a:ext cx="142875" cy="179705"/>
            </a:xfrm>
            <a:custGeom>
              <a:avLst/>
              <a:gdLst/>
              <a:ahLst/>
              <a:cxnLst/>
              <a:rect l="l" t="t" r="r" b="b"/>
              <a:pathLst>
                <a:path w="142875" h="179705">
                  <a:moveTo>
                    <a:pt x="5740" y="118643"/>
                  </a:moveTo>
                  <a:lnTo>
                    <a:pt x="5156" y="116205"/>
                  </a:lnTo>
                  <a:lnTo>
                    <a:pt x="2755" y="116205"/>
                  </a:lnTo>
                  <a:lnTo>
                    <a:pt x="2755" y="118351"/>
                  </a:lnTo>
                  <a:lnTo>
                    <a:pt x="2311" y="120929"/>
                  </a:lnTo>
                  <a:lnTo>
                    <a:pt x="4356" y="121018"/>
                  </a:lnTo>
                  <a:lnTo>
                    <a:pt x="3784" y="118567"/>
                  </a:lnTo>
                  <a:lnTo>
                    <a:pt x="5740" y="118643"/>
                  </a:lnTo>
                  <a:close/>
                </a:path>
                <a:path w="142875" h="179705">
                  <a:moveTo>
                    <a:pt x="6756" y="125031"/>
                  </a:moveTo>
                  <a:lnTo>
                    <a:pt x="4521" y="123888"/>
                  </a:lnTo>
                  <a:lnTo>
                    <a:pt x="1181" y="125082"/>
                  </a:lnTo>
                  <a:lnTo>
                    <a:pt x="0" y="126009"/>
                  </a:lnTo>
                  <a:lnTo>
                    <a:pt x="342" y="126441"/>
                  </a:lnTo>
                  <a:lnTo>
                    <a:pt x="2501" y="125984"/>
                  </a:lnTo>
                  <a:lnTo>
                    <a:pt x="5346" y="126238"/>
                  </a:lnTo>
                  <a:lnTo>
                    <a:pt x="6756" y="125031"/>
                  </a:lnTo>
                  <a:close/>
                </a:path>
                <a:path w="142875" h="179705">
                  <a:moveTo>
                    <a:pt x="10426" y="97447"/>
                  </a:moveTo>
                  <a:lnTo>
                    <a:pt x="9956" y="94564"/>
                  </a:lnTo>
                  <a:lnTo>
                    <a:pt x="8826" y="99034"/>
                  </a:lnTo>
                  <a:lnTo>
                    <a:pt x="5994" y="101841"/>
                  </a:lnTo>
                  <a:lnTo>
                    <a:pt x="5956" y="107391"/>
                  </a:lnTo>
                  <a:lnTo>
                    <a:pt x="8915" y="105270"/>
                  </a:lnTo>
                  <a:lnTo>
                    <a:pt x="10426" y="97447"/>
                  </a:lnTo>
                  <a:close/>
                </a:path>
                <a:path w="142875" h="179705">
                  <a:moveTo>
                    <a:pt x="22796" y="113804"/>
                  </a:moveTo>
                  <a:lnTo>
                    <a:pt x="19189" y="111417"/>
                  </a:lnTo>
                  <a:lnTo>
                    <a:pt x="16268" y="115531"/>
                  </a:lnTo>
                  <a:lnTo>
                    <a:pt x="13182" y="116205"/>
                  </a:lnTo>
                  <a:lnTo>
                    <a:pt x="16103" y="117487"/>
                  </a:lnTo>
                  <a:lnTo>
                    <a:pt x="20243" y="113271"/>
                  </a:lnTo>
                  <a:lnTo>
                    <a:pt x="22796" y="113804"/>
                  </a:lnTo>
                  <a:close/>
                </a:path>
                <a:path w="142875" h="179705">
                  <a:moveTo>
                    <a:pt x="37223" y="67335"/>
                  </a:moveTo>
                  <a:lnTo>
                    <a:pt x="28054" y="74549"/>
                  </a:lnTo>
                  <a:lnTo>
                    <a:pt x="19329" y="83527"/>
                  </a:lnTo>
                  <a:lnTo>
                    <a:pt x="13131" y="94018"/>
                  </a:lnTo>
                  <a:lnTo>
                    <a:pt x="11569" y="105778"/>
                  </a:lnTo>
                  <a:lnTo>
                    <a:pt x="14287" y="102844"/>
                  </a:lnTo>
                  <a:lnTo>
                    <a:pt x="17119" y="93776"/>
                  </a:lnTo>
                  <a:lnTo>
                    <a:pt x="21196" y="99377"/>
                  </a:lnTo>
                  <a:lnTo>
                    <a:pt x="23482" y="89433"/>
                  </a:lnTo>
                  <a:lnTo>
                    <a:pt x="27584" y="80746"/>
                  </a:lnTo>
                  <a:lnTo>
                    <a:pt x="32486" y="73355"/>
                  </a:lnTo>
                  <a:lnTo>
                    <a:pt x="37223" y="67335"/>
                  </a:lnTo>
                  <a:close/>
                </a:path>
                <a:path w="142875" h="179705">
                  <a:moveTo>
                    <a:pt x="37757" y="108267"/>
                  </a:moveTo>
                  <a:lnTo>
                    <a:pt x="34798" y="109004"/>
                  </a:lnTo>
                  <a:lnTo>
                    <a:pt x="35902" y="112229"/>
                  </a:lnTo>
                  <a:lnTo>
                    <a:pt x="33362" y="111810"/>
                  </a:lnTo>
                  <a:lnTo>
                    <a:pt x="32385" y="113004"/>
                  </a:lnTo>
                  <a:lnTo>
                    <a:pt x="33807" y="112928"/>
                  </a:lnTo>
                  <a:lnTo>
                    <a:pt x="34899" y="113182"/>
                  </a:lnTo>
                  <a:lnTo>
                    <a:pt x="35598" y="113804"/>
                  </a:lnTo>
                  <a:lnTo>
                    <a:pt x="36245" y="113220"/>
                  </a:lnTo>
                  <a:lnTo>
                    <a:pt x="37757" y="108267"/>
                  </a:lnTo>
                  <a:close/>
                </a:path>
                <a:path w="142875" h="179705">
                  <a:moveTo>
                    <a:pt x="40005" y="133045"/>
                  </a:moveTo>
                  <a:lnTo>
                    <a:pt x="39839" y="129819"/>
                  </a:lnTo>
                  <a:lnTo>
                    <a:pt x="38023" y="129032"/>
                  </a:lnTo>
                  <a:lnTo>
                    <a:pt x="37350" y="129959"/>
                  </a:lnTo>
                  <a:lnTo>
                    <a:pt x="36957" y="131191"/>
                  </a:lnTo>
                  <a:lnTo>
                    <a:pt x="37223" y="133045"/>
                  </a:lnTo>
                  <a:lnTo>
                    <a:pt x="40005" y="133045"/>
                  </a:lnTo>
                  <a:close/>
                </a:path>
                <a:path w="142875" h="179705">
                  <a:moveTo>
                    <a:pt x="48412" y="59004"/>
                  </a:moveTo>
                  <a:lnTo>
                    <a:pt x="46837" y="58521"/>
                  </a:lnTo>
                  <a:lnTo>
                    <a:pt x="46837" y="60921"/>
                  </a:lnTo>
                  <a:lnTo>
                    <a:pt x="48412" y="59004"/>
                  </a:lnTo>
                  <a:close/>
                </a:path>
                <a:path w="142875" h="179705">
                  <a:moveTo>
                    <a:pt x="49530" y="59347"/>
                  </a:moveTo>
                  <a:lnTo>
                    <a:pt x="49034" y="58216"/>
                  </a:lnTo>
                  <a:lnTo>
                    <a:pt x="48641" y="58674"/>
                  </a:lnTo>
                  <a:lnTo>
                    <a:pt x="48412" y="59004"/>
                  </a:lnTo>
                  <a:lnTo>
                    <a:pt x="49530" y="59347"/>
                  </a:lnTo>
                  <a:close/>
                </a:path>
                <a:path w="142875" h="179705">
                  <a:moveTo>
                    <a:pt x="54051" y="52895"/>
                  </a:moveTo>
                  <a:lnTo>
                    <a:pt x="50723" y="51968"/>
                  </a:lnTo>
                  <a:lnTo>
                    <a:pt x="50939" y="54584"/>
                  </a:lnTo>
                  <a:lnTo>
                    <a:pt x="48412" y="54584"/>
                  </a:lnTo>
                  <a:lnTo>
                    <a:pt x="48082" y="56019"/>
                  </a:lnTo>
                  <a:lnTo>
                    <a:pt x="49034" y="58216"/>
                  </a:lnTo>
                  <a:lnTo>
                    <a:pt x="54051" y="52895"/>
                  </a:lnTo>
                  <a:close/>
                </a:path>
                <a:path w="142875" h="179705">
                  <a:moveTo>
                    <a:pt x="60921" y="144678"/>
                  </a:moveTo>
                  <a:lnTo>
                    <a:pt x="58839" y="141046"/>
                  </a:lnTo>
                  <a:lnTo>
                    <a:pt x="56159" y="142913"/>
                  </a:lnTo>
                  <a:lnTo>
                    <a:pt x="50038" y="141338"/>
                  </a:lnTo>
                  <a:lnTo>
                    <a:pt x="46024" y="141871"/>
                  </a:lnTo>
                  <a:lnTo>
                    <a:pt x="46431" y="143535"/>
                  </a:lnTo>
                  <a:lnTo>
                    <a:pt x="46634" y="145707"/>
                  </a:lnTo>
                  <a:lnTo>
                    <a:pt x="46736" y="148196"/>
                  </a:lnTo>
                  <a:lnTo>
                    <a:pt x="51600" y="151434"/>
                  </a:lnTo>
                  <a:lnTo>
                    <a:pt x="56311" y="154190"/>
                  </a:lnTo>
                  <a:lnTo>
                    <a:pt x="60528" y="156451"/>
                  </a:lnTo>
                  <a:lnTo>
                    <a:pt x="60820" y="150469"/>
                  </a:lnTo>
                  <a:lnTo>
                    <a:pt x="60921" y="144678"/>
                  </a:lnTo>
                  <a:close/>
                </a:path>
                <a:path w="142875" h="179705">
                  <a:moveTo>
                    <a:pt x="62801" y="140589"/>
                  </a:moveTo>
                  <a:lnTo>
                    <a:pt x="62788" y="139788"/>
                  </a:lnTo>
                  <a:lnTo>
                    <a:pt x="62522" y="140258"/>
                  </a:lnTo>
                  <a:lnTo>
                    <a:pt x="62801" y="140589"/>
                  </a:lnTo>
                  <a:close/>
                </a:path>
                <a:path w="142875" h="179705">
                  <a:moveTo>
                    <a:pt x="63677" y="141605"/>
                  </a:moveTo>
                  <a:lnTo>
                    <a:pt x="62801" y="140589"/>
                  </a:lnTo>
                  <a:lnTo>
                    <a:pt x="62839" y="145872"/>
                  </a:lnTo>
                  <a:lnTo>
                    <a:pt x="63601" y="141986"/>
                  </a:lnTo>
                  <a:lnTo>
                    <a:pt x="63677" y="141605"/>
                  </a:lnTo>
                  <a:close/>
                </a:path>
                <a:path w="142875" h="179705">
                  <a:moveTo>
                    <a:pt x="64566" y="128231"/>
                  </a:moveTo>
                  <a:lnTo>
                    <a:pt x="64363" y="128028"/>
                  </a:lnTo>
                  <a:lnTo>
                    <a:pt x="62903" y="125209"/>
                  </a:lnTo>
                  <a:lnTo>
                    <a:pt x="62788" y="125603"/>
                  </a:lnTo>
                  <a:lnTo>
                    <a:pt x="62712" y="126123"/>
                  </a:lnTo>
                  <a:lnTo>
                    <a:pt x="62611" y="126834"/>
                  </a:lnTo>
                  <a:lnTo>
                    <a:pt x="62763" y="127241"/>
                  </a:lnTo>
                  <a:lnTo>
                    <a:pt x="62826" y="127419"/>
                  </a:lnTo>
                  <a:lnTo>
                    <a:pt x="62915" y="127635"/>
                  </a:lnTo>
                  <a:lnTo>
                    <a:pt x="62992" y="127863"/>
                  </a:lnTo>
                  <a:lnTo>
                    <a:pt x="63055" y="128028"/>
                  </a:lnTo>
                  <a:lnTo>
                    <a:pt x="64566" y="128231"/>
                  </a:lnTo>
                  <a:close/>
                </a:path>
                <a:path w="142875" h="179705">
                  <a:moveTo>
                    <a:pt x="64592" y="140563"/>
                  </a:moveTo>
                  <a:lnTo>
                    <a:pt x="64262" y="140563"/>
                  </a:lnTo>
                  <a:lnTo>
                    <a:pt x="64503" y="141439"/>
                  </a:lnTo>
                  <a:lnTo>
                    <a:pt x="64592" y="140563"/>
                  </a:lnTo>
                  <a:close/>
                </a:path>
                <a:path w="142875" h="179705">
                  <a:moveTo>
                    <a:pt x="65252" y="105778"/>
                  </a:moveTo>
                  <a:lnTo>
                    <a:pt x="59372" y="104140"/>
                  </a:lnTo>
                  <a:lnTo>
                    <a:pt x="61544" y="111633"/>
                  </a:lnTo>
                  <a:lnTo>
                    <a:pt x="63665" y="112991"/>
                  </a:lnTo>
                  <a:lnTo>
                    <a:pt x="64528" y="110591"/>
                  </a:lnTo>
                  <a:lnTo>
                    <a:pt x="64770" y="109931"/>
                  </a:lnTo>
                  <a:lnTo>
                    <a:pt x="64858" y="109677"/>
                  </a:lnTo>
                  <a:lnTo>
                    <a:pt x="64592" y="109677"/>
                  </a:lnTo>
                  <a:lnTo>
                    <a:pt x="63652" y="110591"/>
                  </a:lnTo>
                  <a:lnTo>
                    <a:pt x="61963" y="107416"/>
                  </a:lnTo>
                  <a:lnTo>
                    <a:pt x="62191" y="107276"/>
                  </a:lnTo>
                  <a:lnTo>
                    <a:pt x="65252" y="105778"/>
                  </a:lnTo>
                  <a:close/>
                </a:path>
                <a:path w="142875" h="179705">
                  <a:moveTo>
                    <a:pt x="65265" y="144259"/>
                  </a:moveTo>
                  <a:lnTo>
                    <a:pt x="64503" y="141439"/>
                  </a:lnTo>
                  <a:lnTo>
                    <a:pt x="63931" y="146558"/>
                  </a:lnTo>
                  <a:lnTo>
                    <a:pt x="65265" y="144259"/>
                  </a:lnTo>
                  <a:close/>
                </a:path>
                <a:path w="142875" h="179705">
                  <a:moveTo>
                    <a:pt x="67665" y="138645"/>
                  </a:moveTo>
                  <a:lnTo>
                    <a:pt x="64465" y="138645"/>
                  </a:lnTo>
                  <a:lnTo>
                    <a:pt x="64643" y="140169"/>
                  </a:lnTo>
                  <a:lnTo>
                    <a:pt x="66827" y="140169"/>
                  </a:lnTo>
                  <a:lnTo>
                    <a:pt x="67665" y="138645"/>
                  </a:lnTo>
                  <a:close/>
                </a:path>
                <a:path w="142875" h="179705">
                  <a:moveTo>
                    <a:pt x="68084" y="87096"/>
                  </a:moveTo>
                  <a:lnTo>
                    <a:pt x="64465" y="85750"/>
                  </a:lnTo>
                  <a:lnTo>
                    <a:pt x="64350" y="88252"/>
                  </a:lnTo>
                  <a:lnTo>
                    <a:pt x="62026" y="93599"/>
                  </a:lnTo>
                  <a:lnTo>
                    <a:pt x="65265" y="94551"/>
                  </a:lnTo>
                  <a:lnTo>
                    <a:pt x="64516" y="91186"/>
                  </a:lnTo>
                  <a:lnTo>
                    <a:pt x="68084" y="87096"/>
                  </a:lnTo>
                  <a:close/>
                </a:path>
                <a:path w="142875" h="179705">
                  <a:moveTo>
                    <a:pt x="68491" y="59321"/>
                  </a:moveTo>
                  <a:lnTo>
                    <a:pt x="62369" y="58978"/>
                  </a:lnTo>
                  <a:lnTo>
                    <a:pt x="57759" y="56705"/>
                  </a:lnTo>
                  <a:lnTo>
                    <a:pt x="52463" y="59321"/>
                  </a:lnTo>
                  <a:lnTo>
                    <a:pt x="54914" y="60096"/>
                  </a:lnTo>
                  <a:lnTo>
                    <a:pt x="51536" y="61455"/>
                  </a:lnTo>
                  <a:lnTo>
                    <a:pt x="51663" y="62509"/>
                  </a:lnTo>
                  <a:lnTo>
                    <a:pt x="42176" y="66624"/>
                  </a:lnTo>
                  <a:lnTo>
                    <a:pt x="33972" y="74091"/>
                  </a:lnTo>
                  <a:lnTo>
                    <a:pt x="28003" y="83781"/>
                  </a:lnTo>
                  <a:lnTo>
                    <a:pt x="25196" y="94564"/>
                  </a:lnTo>
                  <a:lnTo>
                    <a:pt x="28575" y="91249"/>
                  </a:lnTo>
                  <a:lnTo>
                    <a:pt x="31711" y="87718"/>
                  </a:lnTo>
                  <a:lnTo>
                    <a:pt x="37236" y="86550"/>
                  </a:lnTo>
                  <a:lnTo>
                    <a:pt x="40538" y="88265"/>
                  </a:lnTo>
                  <a:lnTo>
                    <a:pt x="38125" y="93535"/>
                  </a:lnTo>
                  <a:lnTo>
                    <a:pt x="40449" y="94564"/>
                  </a:lnTo>
                  <a:lnTo>
                    <a:pt x="43129" y="83400"/>
                  </a:lnTo>
                  <a:lnTo>
                    <a:pt x="46774" y="72656"/>
                  </a:lnTo>
                  <a:lnTo>
                    <a:pt x="52070" y="64058"/>
                  </a:lnTo>
                  <a:lnTo>
                    <a:pt x="59677" y="59309"/>
                  </a:lnTo>
                  <a:lnTo>
                    <a:pt x="54686" y="64147"/>
                  </a:lnTo>
                  <a:lnTo>
                    <a:pt x="50596" y="69875"/>
                  </a:lnTo>
                  <a:lnTo>
                    <a:pt x="47637" y="76733"/>
                  </a:lnTo>
                  <a:lnTo>
                    <a:pt x="46050" y="84963"/>
                  </a:lnTo>
                  <a:lnTo>
                    <a:pt x="51803" y="83426"/>
                  </a:lnTo>
                  <a:lnTo>
                    <a:pt x="61150" y="80378"/>
                  </a:lnTo>
                  <a:lnTo>
                    <a:pt x="66078" y="84963"/>
                  </a:lnTo>
                  <a:lnTo>
                    <a:pt x="67716" y="79133"/>
                  </a:lnTo>
                  <a:lnTo>
                    <a:pt x="68211" y="73075"/>
                  </a:lnTo>
                  <a:lnTo>
                    <a:pt x="68237" y="66548"/>
                  </a:lnTo>
                  <a:lnTo>
                    <a:pt x="68491" y="59321"/>
                  </a:lnTo>
                  <a:close/>
                </a:path>
                <a:path w="142875" h="179705">
                  <a:moveTo>
                    <a:pt x="70878" y="112191"/>
                  </a:moveTo>
                  <a:lnTo>
                    <a:pt x="69037" y="109931"/>
                  </a:lnTo>
                  <a:lnTo>
                    <a:pt x="70205" y="109931"/>
                  </a:lnTo>
                  <a:lnTo>
                    <a:pt x="69888" y="109220"/>
                  </a:lnTo>
                  <a:lnTo>
                    <a:pt x="69113" y="109867"/>
                  </a:lnTo>
                  <a:lnTo>
                    <a:pt x="66497" y="109677"/>
                  </a:lnTo>
                  <a:lnTo>
                    <a:pt x="65062" y="109677"/>
                  </a:lnTo>
                  <a:lnTo>
                    <a:pt x="68732" y="111048"/>
                  </a:lnTo>
                  <a:lnTo>
                    <a:pt x="70878" y="112191"/>
                  </a:lnTo>
                  <a:close/>
                </a:path>
                <a:path w="142875" h="179705">
                  <a:moveTo>
                    <a:pt x="71539" y="939"/>
                  </a:moveTo>
                  <a:lnTo>
                    <a:pt x="71081" y="558"/>
                  </a:lnTo>
                  <a:lnTo>
                    <a:pt x="70866" y="0"/>
                  </a:lnTo>
                  <a:lnTo>
                    <a:pt x="69773" y="127"/>
                  </a:lnTo>
                  <a:lnTo>
                    <a:pt x="69278" y="647"/>
                  </a:lnTo>
                  <a:lnTo>
                    <a:pt x="69583" y="1714"/>
                  </a:lnTo>
                  <a:lnTo>
                    <a:pt x="70434" y="1752"/>
                  </a:lnTo>
                  <a:lnTo>
                    <a:pt x="71069" y="1676"/>
                  </a:lnTo>
                  <a:lnTo>
                    <a:pt x="71424" y="1409"/>
                  </a:lnTo>
                  <a:lnTo>
                    <a:pt x="71539" y="939"/>
                  </a:lnTo>
                  <a:close/>
                </a:path>
                <a:path w="142875" h="179705">
                  <a:moveTo>
                    <a:pt x="72771" y="106946"/>
                  </a:moveTo>
                  <a:lnTo>
                    <a:pt x="69278" y="105778"/>
                  </a:lnTo>
                  <a:lnTo>
                    <a:pt x="68846" y="106946"/>
                  </a:lnTo>
                  <a:lnTo>
                    <a:pt x="69888" y="109220"/>
                  </a:lnTo>
                  <a:lnTo>
                    <a:pt x="72555" y="106946"/>
                  </a:lnTo>
                  <a:lnTo>
                    <a:pt x="72771" y="106946"/>
                  </a:lnTo>
                  <a:close/>
                </a:path>
                <a:path w="142875" h="179705">
                  <a:moveTo>
                    <a:pt x="73037" y="110871"/>
                  </a:moveTo>
                  <a:lnTo>
                    <a:pt x="72466" y="110871"/>
                  </a:lnTo>
                  <a:lnTo>
                    <a:pt x="72542" y="111353"/>
                  </a:lnTo>
                  <a:lnTo>
                    <a:pt x="72872" y="111036"/>
                  </a:lnTo>
                  <a:lnTo>
                    <a:pt x="73037" y="110871"/>
                  </a:lnTo>
                  <a:close/>
                </a:path>
                <a:path w="142875" h="179705">
                  <a:moveTo>
                    <a:pt x="73266" y="116205"/>
                  </a:moveTo>
                  <a:lnTo>
                    <a:pt x="72669" y="112191"/>
                  </a:lnTo>
                  <a:lnTo>
                    <a:pt x="72542" y="111353"/>
                  </a:lnTo>
                  <a:lnTo>
                    <a:pt x="71666" y="112191"/>
                  </a:lnTo>
                  <a:lnTo>
                    <a:pt x="71551" y="114185"/>
                  </a:lnTo>
                  <a:lnTo>
                    <a:pt x="72085" y="115519"/>
                  </a:lnTo>
                  <a:lnTo>
                    <a:pt x="73266" y="116205"/>
                  </a:lnTo>
                  <a:close/>
                </a:path>
                <a:path w="142875" h="179705">
                  <a:moveTo>
                    <a:pt x="81076" y="111036"/>
                  </a:moveTo>
                  <a:lnTo>
                    <a:pt x="72872" y="111036"/>
                  </a:lnTo>
                  <a:lnTo>
                    <a:pt x="79806" y="113652"/>
                  </a:lnTo>
                  <a:lnTo>
                    <a:pt x="81076" y="111036"/>
                  </a:lnTo>
                  <a:close/>
                </a:path>
                <a:path w="142875" h="179705">
                  <a:moveTo>
                    <a:pt x="81280" y="110591"/>
                  </a:moveTo>
                  <a:lnTo>
                    <a:pt x="77355" y="110388"/>
                  </a:lnTo>
                  <a:lnTo>
                    <a:pt x="73533" y="110388"/>
                  </a:lnTo>
                  <a:lnTo>
                    <a:pt x="73037" y="110871"/>
                  </a:lnTo>
                  <a:lnTo>
                    <a:pt x="81153" y="110871"/>
                  </a:lnTo>
                  <a:lnTo>
                    <a:pt x="81280" y="110591"/>
                  </a:lnTo>
                  <a:close/>
                </a:path>
                <a:path w="142875" h="179705">
                  <a:moveTo>
                    <a:pt x="82016" y="34696"/>
                  </a:moveTo>
                  <a:lnTo>
                    <a:pt x="81038" y="37998"/>
                  </a:lnTo>
                  <a:lnTo>
                    <a:pt x="81318" y="38265"/>
                  </a:lnTo>
                  <a:lnTo>
                    <a:pt x="82016" y="34696"/>
                  </a:lnTo>
                  <a:close/>
                </a:path>
                <a:path w="142875" h="179705">
                  <a:moveTo>
                    <a:pt x="84505" y="121018"/>
                  </a:moveTo>
                  <a:lnTo>
                    <a:pt x="68033" y="120192"/>
                  </a:lnTo>
                  <a:lnTo>
                    <a:pt x="51130" y="120332"/>
                  </a:lnTo>
                  <a:lnTo>
                    <a:pt x="34683" y="121424"/>
                  </a:lnTo>
                  <a:lnTo>
                    <a:pt x="26187" y="122555"/>
                  </a:lnTo>
                  <a:lnTo>
                    <a:pt x="26187" y="126466"/>
                  </a:lnTo>
                  <a:lnTo>
                    <a:pt x="25971" y="126619"/>
                  </a:lnTo>
                  <a:lnTo>
                    <a:pt x="26022" y="126466"/>
                  </a:lnTo>
                  <a:lnTo>
                    <a:pt x="26187" y="126466"/>
                  </a:lnTo>
                  <a:lnTo>
                    <a:pt x="26187" y="122555"/>
                  </a:lnTo>
                  <a:lnTo>
                    <a:pt x="19062" y="123494"/>
                  </a:lnTo>
                  <a:lnTo>
                    <a:pt x="20027" y="123494"/>
                  </a:lnTo>
                  <a:lnTo>
                    <a:pt x="22237" y="123825"/>
                  </a:lnTo>
                  <a:lnTo>
                    <a:pt x="23977" y="123825"/>
                  </a:lnTo>
                  <a:lnTo>
                    <a:pt x="25361" y="125209"/>
                  </a:lnTo>
                  <a:lnTo>
                    <a:pt x="23558" y="125209"/>
                  </a:lnTo>
                  <a:lnTo>
                    <a:pt x="20281" y="125603"/>
                  </a:lnTo>
                  <a:lnTo>
                    <a:pt x="21018" y="125603"/>
                  </a:lnTo>
                  <a:lnTo>
                    <a:pt x="21577" y="126314"/>
                  </a:lnTo>
                  <a:lnTo>
                    <a:pt x="22923" y="127863"/>
                  </a:lnTo>
                  <a:lnTo>
                    <a:pt x="24041" y="127635"/>
                  </a:lnTo>
                  <a:lnTo>
                    <a:pt x="25069" y="127241"/>
                  </a:lnTo>
                  <a:lnTo>
                    <a:pt x="25654" y="126834"/>
                  </a:lnTo>
                  <a:lnTo>
                    <a:pt x="25920" y="126834"/>
                  </a:lnTo>
                  <a:lnTo>
                    <a:pt x="25806" y="127241"/>
                  </a:lnTo>
                  <a:lnTo>
                    <a:pt x="25768" y="127419"/>
                  </a:lnTo>
                  <a:lnTo>
                    <a:pt x="25654" y="127863"/>
                  </a:lnTo>
                  <a:lnTo>
                    <a:pt x="25527" y="128727"/>
                  </a:lnTo>
                  <a:lnTo>
                    <a:pt x="25311" y="129933"/>
                  </a:lnTo>
                  <a:lnTo>
                    <a:pt x="25222" y="130378"/>
                  </a:lnTo>
                  <a:lnTo>
                    <a:pt x="26250" y="131470"/>
                  </a:lnTo>
                  <a:lnTo>
                    <a:pt x="26784" y="132003"/>
                  </a:lnTo>
                  <a:lnTo>
                    <a:pt x="26657" y="129933"/>
                  </a:lnTo>
                  <a:lnTo>
                    <a:pt x="26530" y="127863"/>
                  </a:lnTo>
                  <a:lnTo>
                    <a:pt x="26517" y="127635"/>
                  </a:lnTo>
                  <a:lnTo>
                    <a:pt x="28282" y="126466"/>
                  </a:lnTo>
                  <a:lnTo>
                    <a:pt x="31292" y="124485"/>
                  </a:lnTo>
                  <a:lnTo>
                    <a:pt x="31445" y="124485"/>
                  </a:lnTo>
                  <a:lnTo>
                    <a:pt x="34810" y="128231"/>
                  </a:lnTo>
                  <a:lnTo>
                    <a:pt x="34925" y="127419"/>
                  </a:lnTo>
                  <a:lnTo>
                    <a:pt x="35013" y="126834"/>
                  </a:lnTo>
                  <a:lnTo>
                    <a:pt x="35115" y="126123"/>
                  </a:lnTo>
                  <a:lnTo>
                    <a:pt x="35191" y="125603"/>
                  </a:lnTo>
                  <a:lnTo>
                    <a:pt x="35318" y="124752"/>
                  </a:lnTo>
                  <a:lnTo>
                    <a:pt x="35356" y="124485"/>
                  </a:lnTo>
                  <a:lnTo>
                    <a:pt x="35394" y="124218"/>
                  </a:lnTo>
                  <a:lnTo>
                    <a:pt x="39471" y="126123"/>
                  </a:lnTo>
                  <a:lnTo>
                    <a:pt x="39776" y="126314"/>
                  </a:lnTo>
                  <a:lnTo>
                    <a:pt x="39306" y="127241"/>
                  </a:lnTo>
                  <a:lnTo>
                    <a:pt x="39217" y="127419"/>
                  </a:lnTo>
                  <a:lnTo>
                    <a:pt x="39116" y="127635"/>
                  </a:lnTo>
                  <a:lnTo>
                    <a:pt x="39001" y="127863"/>
                  </a:lnTo>
                  <a:lnTo>
                    <a:pt x="38912" y="128028"/>
                  </a:lnTo>
                  <a:lnTo>
                    <a:pt x="38811" y="128231"/>
                  </a:lnTo>
                  <a:lnTo>
                    <a:pt x="40563" y="127419"/>
                  </a:lnTo>
                  <a:lnTo>
                    <a:pt x="40728" y="127241"/>
                  </a:lnTo>
                  <a:lnTo>
                    <a:pt x="41579" y="125831"/>
                  </a:lnTo>
                  <a:lnTo>
                    <a:pt x="44424" y="125831"/>
                  </a:lnTo>
                  <a:lnTo>
                    <a:pt x="46037" y="127419"/>
                  </a:lnTo>
                  <a:lnTo>
                    <a:pt x="47904" y="128701"/>
                  </a:lnTo>
                  <a:lnTo>
                    <a:pt x="49237" y="130632"/>
                  </a:lnTo>
                  <a:lnTo>
                    <a:pt x="51130" y="127419"/>
                  </a:lnTo>
                  <a:lnTo>
                    <a:pt x="47955" y="128689"/>
                  </a:lnTo>
                  <a:lnTo>
                    <a:pt x="47853" y="128231"/>
                  </a:lnTo>
                  <a:lnTo>
                    <a:pt x="47764" y="127241"/>
                  </a:lnTo>
                  <a:lnTo>
                    <a:pt x="47650" y="126123"/>
                  </a:lnTo>
                  <a:lnTo>
                    <a:pt x="47625" y="125831"/>
                  </a:lnTo>
                  <a:lnTo>
                    <a:pt x="49898" y="126466"/>
                  </a:lnTo>
                  <a:lnTo>
                    <a:pt x="49834" y="125831"/>
                  </a:lnTo>
                  <a:lnTo>
                    <a:pt x="49720" y="124752"/>
                  </a:lnTo>
                  <a:lnTo>
                    <a:pt x="49949" y="124752"/>
                  </a:lnTo>
                  <a:lnTo>
                    <a:pt x="52705" y="125209"/>
                  </a:lnTo>
                  <a:lnTo>
                    <a:pt x="51676" y="125209"/>
                  </a:lnTo>
                  <a:lnTo>
                    <a:pt x="51803" y="126314"/>
                  </a:lnTo>
                  <a:lnTo>
                    <a:pt x="51904" y="127241"/>
                  </a:lnTo>
                  <a:lnTo>
                    <a:pt x="51993" y="128028"/>
                  </a:lnTo>
                  <a:lnTo>
                    <a:pt x="52070" y="130632"/>
                  </a:lnTo>
                  <a:lnTo>
                    <a:pt x="51892" y="131470"/>
                  </a:lnTo>
                  <a:lnTo>
                    <a:pt x="51777" y="132003"/>
                  </a:lnTo>
                  <a:lnTo>
                    <a:pt x="51727" y="132232"/>
                  </a:lnTo>
                  <a:lnTo>
                    <a:pt x="51612" y="132765"/>
                  </a:lnTo>
                  <a:lnTo>
                    <a:pt x="51574" y="132943"/>
                  </a:lnTo>
                  <a:lnTo>
                    <a:pt x="48437" y="132232"/>
                  </a:lnTo>
                  <a:lnTo>
                    <a:pt x="50114" y="132765"/>
                  </a:lnTo>
                  <a:lnTo>
                    <a:pt x="51993" y="134353"/>
                  </a:lnTo>
                  <a:lnTo>
                    <a:pt x="53238" y="133032"/>
                  </a:lnTo>
                  <a:lnTo>
                    <a:pt x="53124" y="132232"/>
                  </a:lnTo>
                  <a:lnTo>
                    <a:pt x="53009" y="131470"/>
                  </a:lnTo>
                  <a:lnTo>
                    <a:pt x="52895" y="130632"/>
                  </a:lnTo>
                  <a:lnTo>
                    <a:pt x="52781" y="129933"/>
                  </a:lnTo>
                  <a:lnTo>
                    <a:pt x="52666" y="129108"/>
                  </a:lnTo>
                  <a:lnTo>
                    <a:pt x="52603" y="128727"/>
                  </a:lnTo>
                  <a:lnTo>
                    <a:pt x="52476" y="127863"/>
                  </a:lnTo>
                  <a:lnTo>
                    <a:pt x="52387" y="127241"/>
                  </a:lnTo>
                  <a:lnTo>
                    <a:pt x="52273" y="126466"/>
                  </a:lnTo>
                  <a:lnTo>
                    <a:pt x="52222" y="126123"/>
                  </a:lnTo>
                  <a:lnTo>
                    <a:pt x="55587" y="124752"/>
                  </a:lnTo>
                  <a:lnTo>
                    <a:pt x="56210" y="124485"/>
                  </a:lnTo>
                  <a:lnTo>
                    <a:pt x="57188" y="124485"/>
                  </a:lnTo>
                  <a:lnTo>
                    <a:pt x="62801" y="125031"/>
                  </a:lnTo>
                  <a:lnTo>
                    <a:pt x="62522" y="124485"/>
                  </a:lnTo>
                  <a:lnTo>
                    <a:pt x="68567" y="123494"/>
                  </a:lnTo>
                  <a:lnTo>
                    <a:pt x="60528" y="123494"/>
                  </a:lnTo>
                  <a:lnTo>
                    <a:pt x="39331" y="124206"/>
                  </a:lnTo>
                  <a:lnTo>
                    <a:pt x="35407" y="124206"/>
                  </a:lnTo>
                  <a:lnTo>
                    <a:pt x="26784" y="124206"/>
                  </a:lnTo>
                  <a:lnTo>
                    <a:pt x="41059" y="122440"/>
                  </a:lnTo>
                  <a:lnTo>
                    <a:pt x="55943" y="122097"/>
                  </a:lnTo>
                  <a:lnTo>
                    <a:pt x="69596" y="122097"/>
                  </a:lnTo>
                  <a:lnTo>
                    <a:pt x="84505" y="121018"/>
                  </a:lnTo>
                  <a:close/>
                </a:path>
                <a:path w="142875" h="179705">
                  <a:moveTo>
                    <a:pt x="85064" y="41668"/>
                  </a:moveTo>
                  <a:lnTo>
                    <a:pt x="81318" y="38265"/>
                  </a:lnTo>
                  <a:lnTo>
                    <a:pt x="81178" y="38989"/>
                  </a:lnTo>
                  <a:lnTo>
                    <a:pt x="80492" y="41668"/>
                  </a:lnTo>
                  <a:lnTo>
                    <a:pt x="85064" y="41668"/>
                  </a:lnTo>
                  <a:close/>
                </a:path>
                <a:path w="142875" h="179705">
                  <a:moveTo>
                    <a:pt x="86106" y="24053"/>
                  </a:moveTo>
                  <a:lnTo>
                    <a:pt x="85953" y="23863"/>
                  </a:lnTo>
                  <a:lnTo>
                    <a:pt x="82130" y="19989"/>
                  </a:lnTo>
                  <a:lnTo>
                    <a:pt x="80505" y="18338"/>
                  </a:lnTo>
                  <a:lnTo>
                    <a:pt x="71653" y="16865"/>
                  </a:lnTo>
                  <a:lnTo>
                    <a:pt x="62217" y="18770"/>
                  </a:lnTo>
                  <a:lnTo>
                    <a:pt x="54864" y="23215"/>
                  </a:lnTo>
                  <a:lnTo>
                    <a:pt x="55321" y="24638"/>
                  </a:lnTo>
                  <a:lnTo>
                    <a:pt x="53784" y="28143"/>
                  </a:lnTo>
                  <a:lnTo>
                    <a:pt x="55562" y="28143"/>
                  </a:lnTo>
                  <a:lnTo>
                    <a:pt x="56921" y="26289"/>
                  </a:lnTo>
                  <a:lnTo>
                    <a:pt x="56578" y="28994"/>
                  </a:lnTo>
                  <a:lnTo>
                    <a:pt x="55638" y="31242"/>
                  </a:lnTo>
                  <a:lnTo>
                    <a:pt x="57988" y="36156"/>
                  </a:lnTo>
                  <a:lnTo>
                    <a:pt x="60185" y="31546"/>
                  </a:lnTo>
                  <a:lnTo>
                    <a:pt x="62852" y="35255"/>
                  </a:lnTo>
                  <a:lnTo>
                    <a:pt x="62852" y="30454"/>
                  </a:lnTo>
                  <a:lnTo>
                    <a:pt x="58191" y="30086"/>
                  </a:lnTo>
                  <a:lnTo>
                    <a:pt x="61239" y="29375"/>
                  </a:lnTo>
                  <a:lnTo>
                    <a:pt x="60452" y="26454"/>
                  </a:lnTo>
                  <a:lnTo>
                    <a:pt x="57010" y="26162"/>
                  </a:lnTo>
                  <a:lnTo>
                    <a:pt x="60299" y="21678"/>
                  </a:lnTo>
                  <a:lnTo>
                    <a:pt x="69430" y="19989"/>
                  </a:lnTo>
                  <a:lnTo>
                    <a:pt x="78879" y="22123"/>
                  </a:lnTo>
                  <a:lnTo>
                    <a:pt x="84505" y="27228"/>
                  </a:lnTo>
                  <a:lnTo>
                    <a:pt x="81826" y="25158"/>
                  </a:lnTo>
                  <a:lnTo>
                    <a:pt x="80149" y="23863"/>
                  </a:lnTo>
                  <a:lnTo>
                    <a:pt x="72567" y="23672"/>
                  </a:lnTo>
                  <a:lnTo>
                    <a:pt x="64185" y="24053"/>
                  </a:lnTo>
                  <a:lnTo>
                    <a:pt x="64465" y="24053"/>
                  </a:lnTo>
                  <a:lnTo>
                    <a:pt x="64935" y="26339"/>
                  </a:lnTo>
                  <a:lnTo>
                    <a:pt x="62890" y="25958"/>
                  </a:lnTo>
                  <a:lnTo>
                    <a:pt x="65887" y="34810"/>
                  </a:lnTo>
                  <a:lnTo>
                    <a:pt x="65265" y="40081"/>
                  </a:lnTo>
                  <a:lnTo>
                    <a:pt x="70866" y="40081"/>
                  </a:lnTo>
                  <a:lnTo>
                    <a:pt x="70472" y="35915"/>
                  </a:lnTo>
                  <a:lnTo>
                    <a:pt x="71729" y="30124"/>
                  </a:lnTo>
                  <a:lnTo>
                    <a:pt x="70078" y="27254"/>
                  </a:lnTo>
                  <a:lnTo>
                    <a:pt x="67932" y="26873"/>
                  </a:lnTo>
                  <a:lnTo>
                    <a:pt x="71437" y="25158"/>
                  </a:lnTo>
                  <a:lnTo>
                    <a:pt x="75679" y="27228"/>
                  </a:lnTo>
                  <a:lnTo>
                    <a:pt x="73761" y="29019"/>
                  </a:lnTo>
                  <a:lnTo>
                    <a:pt x="72186" y="40271"/>
                  </a:lnTo>
                  <a:lnTo>
                    <a:pt x="72174" y="40424"/>
                  </a:lnTo>
                  <a:lnTo>
                    <a:pt x="76492" y="40868"/>
                  </a:lnTo>
                  <a:lnTo>
                    <a:pt x="79540" y="40271"/>
                  </a:lnTo>
                  <a:lnTo>
                    <a:pt x="76606" y="32334"/>
                  </a:lnTo>
                  <a:lnTo>
                    <a:pt x="76542" y="32143"/>
                  </a:lnTo>
                  <a:lnTo>
                    <a:pt x="79692" y="29629"/>
                  </a:lnTo>
                  <a:lnTo>
                    <a:pt x="82753" y="31000"/>
                  </a:lnTo>
                  <a:lnTo>
                    <a:pt x="82067" y="34493"/>
                  </a:lnTo>
                  <a:lnTo>
                    <a:pt x="84772" y="32334"/>
                  </a:lnTo>
                  <a:lnTo>
                    <a:pt x="85674" y="29629"/>
                  </a:lnTo>
                  <a:lnTo>
                    <a:pt x="85877" y="29019"/>
                  </a:lnTo>
                  <a:lnTo>
                    <a:pt x="85991" y="28143"/>
                  </a:lnTo>
                  <a:lnTo>
                    <a:pt x="86017" y="27228"/>
                  </a:lnTo>
                  <a:lnTo>
                    <a:pt x="86106" y="24053"/>
                  </a:lnTo>
                  <a:close/>
                </a:path>
                <a:path w="142875" h="179705">
                  <a:moveTo>
                    <a:pt x="86893" y="141046"/>
                  </a:moveTo>
                  <a:lnTo>
                    <a:pt x="82232" y="141465"/>
                  </a:lnTo>
                  <a:lnTo>
                    <a:pt x="75844" y="140157"/>
                  </a:lnTo>
                  <a:lnTo>
                    <a:pt x="72453" y="141859"/>
                  </a:lnTo>
                  <a:lnTo>
                    <a:pt x="72148" y="146875"/>
                  </a:lnTo>
                  <a:lnTo>
                    <a:pt x="72466" y="154838"/>
                  </a:lnTo>
                  <a:lnTo>
                    <a:pt x="72529" y="162344"/>
                  </a:lnTo>
                  <a:lnTo>
                    <a:pt x="75247" y="163550"/>
                  </a:lnTo>
                  <a:lnTo>
                    <a:pt x="76847" y="164160"/>
                  </a:lnTo>
                  <a:lnTo>
                    <a:pt x="80365" y="165277"/>
                  </a:lnTo>
                  <a:lnTo>
                    <a:pt x="83731" y="166420"/>
                  </a:lnTo>
                  <a:lnTo>
                    <a:pt x="86893" y="167551"/>
                  </a:lnTo>
                  <a:lnTo>
                    <a:pt x="86893" y="141046"/>
                  </a:lnTo>
                  <a:close/>
                </a:path>
                <a:path w="142875" h="179705">
                  <a:moveTo>
                    <a:pt x="88506" y="46494"/>
                  </a:moveTo>
                  <a:lnTo>
                    <a:pt x="86448" y="45821"/>
                  </a:lnTo>
                  <a:lnTo>
                    <a:pt x="82727" y="42697"/>
                  </a:lnTo>
                  <a:lnTo>
                    <a:pt x="80492" y="44881"/>
                  </a:lnTo>
                  <a:lnTo>
                    <a:pt x="82550" y="45085"/>
                  </a:lnTo>
                  <a:lnTo>
                    <a:pt x="79400" y="46278"/>
                  </a:lnTo>
                  <a:lnTo>
                    <a:pt x="80492" y="48107"/>
                  </a:lnTo>
                  <a:lnTo>
                    <a:pt x="82905" y="49149"/>
                  </a:lnTo>
                  <a:lnTo>
                    <a:pt x="84861" y="50698"/>
                  </a:lnTo>
                  <a:lnTo>
                    <a:pt x="88506" y="50507"/>
                  </a:lnTo>
                  <a:lnTo>
                    <a:pt x="88506" y="46494"/>
                  </a:lnTo>
                  <a:close/>
                </a:path>
                <a:path w="142875" h="179705">
                  <a:moveTo>
                    <a:pt x="91173" y="83527"/>
                  </a:moveTo>
                  <a:lnTo>
                    <a:pt x="90462" y="77127"/>
                  </a:lnTo>
                  <a:lnTo>
                    <a:pt x="89306" y="76923"/>
                  </a:lnTo>
                  <a:lnTo>
                    <a:pt x="89065" y="78816"/>
                  </a:lnTo>
                  <a:lnTo>
                    <a:pt x="88036" y="79933"/>
                  </a:lnTo>
                  <a:lnTo>
                    <a:pt x="88506" y="82550"/>
                  </a:lnTo>
                  <a:lnTo>
                    <a:pt x="91173" y="83527"/>
                  </a:lnTo>
                  <a:close/>
                </a:path>
                <a:path w="142875" h="179705">
                  <a:moveTo>
                    <a:pt x="91427" y="86918"/>
                  </a:moveTo>
                  <a:lnTo>
                    <a:pt x="90449" y="84416"/>
                  </a:lnTo>
                  <a:lnTo>
                    <a:pt x="89306" y="83350"/>
                  </a:lnTo>
                  <a:lnTo>
                    <a:pt x="89128" y="83972"/>
                  </a:lnTo>
                  <a:lnTo>
                    <a:pt x="88633" y="84289"/>
                  </a:lnTo>
                  <a:lnTo>
                    <a:pt x="87693" y="84150"/>
                  </a:lnTo>
                  <a:lnTo>
                    <a:pt x="88049" y="85953"/>
                  </a:lnTo>
                  <a:lnTo>
                    <a:pt x="89433" y="86702"/>
                  </a:lnTo>
                  <a:lnTo>
                    <a:pt x="90106" y="88150"/>
                  </a:lnTo>
                  <a:lnTo>
                    <a:pt x="91427" y="86918"/>
                  </a:lnTo>
                  <a:close/>
                </a:path>
                <a:path w="142875" h="179705">
                  <a:moveTo>
                    <a:pt x="93865" y="110934"/>
                  </a:moveTo>
                  <a:lnTo>
                    <a:pt x="88798" y="108242"/>
                  </a:lnTo>
                  <a:lnTo>
                    <a:pt x="88684" y="109804"/>
                  </a:lnTo>
                  <a:lnTo>
                    <a:pt x="88607" y="110934"/>
                  </a:lnTo>
                  <a:lnTo>
                    <a:pt x="88506" y="112318"/>
                  </a:lnTo>
                  <a:lnTo>
                    <a:pt x="89941" y="112318"/>
                  </a:lnTo>
                  <a:lnTo>
                    <a:pt x="91719" y="112471"/>
                  </a:lnTo>
                  <a:lnTo>
                    <a:pt x="92760" y="111061"/>
                  </a:lnTo>
                  <a:lnTo>
                    <a:pt x="92849" y="110934"/>
                  </a:lnTo>
                  <a:lnTo>
                    <a:pt x="93865" y="110934"/>
                  </a:lnTo>
                  <a:close/>
                </a:path>
                <a:path w="142875" h="179705">
                  <a:moveTo>
                    <a:pt x="95224" y="59880"/>
                  </a:moveTo>
                  <a:lnTo>
                    <a:pt x="95123" y="59093"/>
                  </a:lnTo>
                  <a:lnTo>
                    <a:pt x="95008" y="58102"/>
                  </a:lnTo>
                  <a:lnTo>
                    <a:pt x="94919" y="55308"/>
                  </a:lnTo>
                  <a:lnTo>
                    <a:pt x="91846" y="54711"/>
                  </a:lnTo>
                  <a:lnTo>
                    <a:pt x="90893" y="53695"/>
                  </a:lnTo>
                  <a:lnTo>
                    <a:pt x="90779" y="53568"/>
                  </a:lnTo>
                  <a:lnTo>
                    <a:pt x="89776" y="52489"/>
                  </a:lnTo>
                  <a:lnTo>
                    <a:pt x="89573" y="52095"/>
                  </a:lnTo>
                  <a:lnTo>
                    <a:pt x="89306" y="51295"/>
                  </a:lnTo>
                  <a:lnTo>
                    <a:pt x="82778" y="50888"/>
                  </a:lnTo>
                  <a:lnTo>
                    <a:pt x="84556" y="53568"/>
                  </a:lnTo>
                  <a:lnTo>
                    <a:pt x="80238" y="53568"/>
                  </a:lnTo>
                  <a:lnTo>
                    <a:pt x="81546" y="51295"/>
                  </a:lnTo>
                  <a:lnTo>
                    <a:pt x="81775" y="50888"/>
                  </a:lnTo>
                  <a:lnTo>
                    <a:pt x="82219" y="50888"/>
                  </a:lnTo>
                  <a:lnTo>
                    <a:pt x="82778" y="50888"/>
                  </a:lnTo>
                  <a:lnTo>
                    <a:pt x="82245" y="50076"/>
                  </a:lnTo>
                  <a:lnTo>
                    <a:pt x="81800" y="50850"/>
                  </a:lnTo>
                  <a:lnTo>
                    <a:pt x="71780" y="49707"/>
                  </a:lnTo>
                  <a:lnTo>
                    <a:pt x="67284" y="49847"/>
                  </a:lnTo>
                  <a:lnTo>
                    <a:pt x="65455" y="48704"/>
                  </a:lnTo>
                  <a:lnTo>
                    <a:pt x="65303" y="49707"/>
                  </a:lnTo>
                  <a:lnTo>
                    <a:pt x="65265" y="49911"/>
                  </a:lnTo>
                  <a:lnTo>
                    <a:pt x="59385" y="50076"/>
                  </a:lnTo>
                  <a:lnTo>
                    <a:pt x="62191" y="50076"/>
                  </a:lnTo>
                  <a:lnTo>
                    <a:pt x="55626" y="53695"/>
                  </a:lnTo>
                  <a:lnTo>
                    <a:pt x="58458" y="53340"/>
                  </a:lnTo>
                  <a:lnTo>
                    <a:pt x="60274" y="51917"/>
                  </a:lnTo>
                  <a:lnTo>
                    <a:pt x="63639" y="52095"/>
                  </a:lnTo>
                  <a:lnTo>
                    <a:pt x="63563" y="54114"/>
                  </a:lnTo>
                  <a:lnTo>
                    <a:pt x="61836" y="54711"/>
                  </a:lnTo>
                  <a:lnTo>
                    <a:pt x="62471" y="54711"/>
                  </a:lnTo>
                  <a:lnTo>
                    <a:pt x="64452" y="55308"/>
                  </a:lnTo>
                  <a:lnTo>
                    <a:pt x="64884" y="52489"/>
                  </a:lnTo>
                  <a:lnTo>
                    <a:pt x="64973" y="51917"/>
                  </a:lnTo>
                  <a:lnTo>
                    <a:pt x="65062" y="51295"/>
                  </a:lnTo>
                  <a:lnTo>
                    <a:pt x="65125" y="50888"/>
                  </a:lnTo>
                  <a:lnTo>
                    <a:pt x="65252" y="50076"/>
                  </a:lnTo>
                  <a:lnTo>
                    <a:pt x="67665" y="50076"/>
                  </a:lnTo>
                  <a:lnTo>
                    <a:pt x="73266" y="53568"/>
                  </a:lnTo>
                  <a:lnTo>
                    <a:pt x="78879" y="51295"/>
                  </a:lnTo>
                  <a:lnTo>
                    <a:pt x="78955" y="51917"/>
                  </a:lnTo>
                  <a:lnTo>
                    <a:pt x="79019" y="52489"/>
                  </a:lnTo>
                  <a:lnTo>
                    <a:pt x="78828" y="53340"/>
                  </a:lnTo>
                  <a:lnTo>
                    <a:pt x="78778" y="53568"/>
                  </a:lnTo>
                  <a:lnTo>
                    <a:pt x="78651" y="54114"/>
                  </a:lnTo>
                  <a:lnTo>
                    <a:pt x="78613" y="54254"/>
                  </a:lnTo>
                  <a:lnTo>
                    <a:pt x="79692" y="54521"/>
                  </a:lnTo>
                  <a:lnTo>
                    <a:pt x="80162" y="53695"/>
                  </a:lnTo>
                  <a:lnTo>
                    <a:pt x="84645" y="53695"/>
                  </a:lnTo>
                  <a:lnTo>
                    <a:pt x="87731" y="58369"/>
                  </a:lnTo>
                  <a:lnTo>
                    <a:pt x="89979" y="54711"/>
                  </a:lnTo>
                  <a:lnTo>
                    <a:pt x="90157" y="54711"/>
                  </a:lnTo>
                  <a:lnTo>
                    <a:pt x="90614" y="56362"/>
                  </a:lnTo>
                  <a:lnTo>
                    <a:pt x="91135" y="58102"/>
                  </a:lnTo>
                  <a:lnTo>
                    <a:pt x="89306" y="59309"/>
                  </a:lnTo>
                  <a:lnTo>
                    <a:pt x="91655" y="59093"/>
                  </a:lnTo>
                  <a:lnTo>
                    <a:pt x="91757" y="61099"/>
                  </a:lnTo>
                  <a:lnTo>
                    <a:pt x="94107" y="60896"/>
                  </a:lnTo>
                  <a:lnTo>
                    <a:pt x="95224" y="59880"/>
                  </a:lnTo>
                  <a:close/>
                </a:path>
                <a:path w="142875" h="179705">
                  <a:moveTo>
                    <a:pt x="95719" y="124206"/>
                  </a:moveTo>
                  <a:lnTo>
                    <a:pt x="82854" y="123494"/>
                  </a:lnTo>
                  <a:lnTo>
                    <a:pt x="68872" y="123494"/>
                  </a:lnTo>
                  <a:lnTo>
                    <a:pt x="68338" y="125209"/>
                  </a:lnTo>
                  <a:lnTo>
                    <a:pt x="68224" y="125603"/>
                  </a:lnTo>
                  <a:lnTo>
                    <a:pt x="68148" y="125831"/>
                  </a:lnTo>
                  <a:lnTo>
                    <a:pt x="68059" y="126123"/>
                  </a:lnTo>
                  <a:lnTo>
                    <a:pt x="67945" y="126466"/>
                  </a:lnTo>
                  <a:lnTo>
                    <a:pt x="67830" y="126834"/>
                  </a:lnTo>
                  <a:lnTo>
                    <a:pt x="67716" y="127241"/>
                  </a:lnTo>
                  <a:lnTo>
                    <a:pt x="67652" y="127419"/>
                  </a:lnTo>
                  <a:lnTo>
                    <a:pt x="73317" y="125603"/>
                  </a:lnTo>
                  <a:lnTo>
                    <a:pt x="72136" y="125603"/>
                  </a:lnTo>
                  <a:lnTo>
                    <a:pt x="80911" y="124752"/>
                  </a:lnTo>
                  <a:lnTo>
                    <a:pt x="87782" y="125603"/>
                  </a:lnTo>
                  <a:lnTo>
                    <a:pt x="93345" y="128231"/>
                  </a:lnTo>
                  <a:lnTo>
                    <a:pt x="93472" y="127863"/>
                  </a:lnTo>
                  <a:lnTo>
                    <a:pt x="94284" y="125209"/>
                  </a:lnTo>
                  <a:lnTo>
                    <a:pt x="93929" y="125209"/>
                  </a:lnTo>
                  <a:lnTo>
                    <a:pt x="94767" y="124752"/>
                  </a:lnTo>
                  <a:lnTo>
                    <a:pt x="95719" y="124206"/>
                  </a:lnTo>
                  <a:close/>
                </a:path>
                <a:path w="142875" h="179705">
                  <a:moveTo>
                    <a:pt x="96393" y="114084"/>
                  </a:moveTo>
                  <a:lnTo>
                    <a:pt x="94335" y="115023"/>
                  </a:lnTo>
                  <a:lnTo>
                    <a:pt x="96227" y="116293"/>
                  </a:lnTo>
                  <a:lnTo>
                    <a:pt x="96329" y="115023"/>
                  </a:lnTo>
                  <a:lnTo>
                    <a:pt x="96393" y="114084"/>
                  </a:lnTo>
                  <a:close/>
                </a:path>
                <a:path w="142875" h="179705">
                  <a:moveTo>
                    <a:pt x="96532" y="111404"/>
                  </a:moveTo>
                  <a:lnTo>
                    <a:pt x="93865" y="110934"/>
                  </a:lnTo>
                  <a:lnTo>
                    <a:pt x="96494" y="112318"/>
                  </a:lnTo>
                  <a:lnTo>
                    <a:pt x="96532" y="111404"/>
                  </a:lnTo>
                  <a:close/>
                </a:path>
                <a:path w="142875" h="179705">
                  <a:moveTo>
                    <a:pt x="99720" y="118618"/>
                  </a:moveTo>
                  <a:lnTo>
                    <a:pt x="96227" y="116293"/>
                  </a:lnTo>
                  <a:lnTo>
                    <a:pt x="95758" y="122262"/>
                  </a:lnTo>
                  <a:lnTo>
                    <a:pt x="99720" y="118618"/>
                  </a:lnTo>
                  <a:close/>
                </a:path>
                <a:path w="142875" h="179705">
                  <a:moveTo>
                    <a:pt x="103860" y="110934"/>
                  </a:moveTo>
                  <a:lnTo>
                    <a:pt x="97320" y="109804"/>
                  </a:lnTo>
                  <a:lnTo>
                    <a:pt x="100533" y="107911"/>
                  </a:lnTo>
                  <a:lnTo>
                    <a:pt x="96621" y="107403"/>
                  </a:lnTo>
                  <a:lnTo>
                    <a:pt x="96710" y="108064"/>
                  </a:lnTo>
                  <a:lnTo>
                    <a:pt x="98005" y="113131"/>
                  </a:lnTo>
                  <a:lnTo>
                    <a:pt x="96494" y="112318"/>
                  </a:lnTo>
                  <a:lnTo>
                    <a:pt x="96393" y="114084"/>
                  </a:lnTo>
                  <a:lnTo>
                    <a:pt x="98488" y="113131"/>
                  </a:lnTo>
                  <a:lnTo>
                    <a:pt x="103301" y="110934"/>
                  </a:lnTo>
                  <a:lnTo>
                    <a:pt x="103860" y="110934"/>
                  </a:lnTo>
                  <a:close/>
                </a:path>
                <a:path w="142875" h="179705">
                  <a:moveTo>
                    <a:pt x="104381" y="108242"/>
                  </a:moveTo>
                  <a:lnTo>
                    <a:pt x="103860" y="108064"/>
                  </a:lnTo>
                  <a:lnTo>
                    <a:pt x="101765" y="107175"/>
                  </a:lnTo>
                  <a:lnTo>
                    <a:pt x="100533" y="107911"/>
                  </a:lnTo>
                  <a:lnTo>
                    <a:pt x="101714" y="108064"/>
                  </a:lnTo>
                  <a:lnTo>
                    <a:pt x="104381" y="108242"/>
                  </a:lnTo>
                  <a:close/>
                </a:path>
                <a:path w="142875" h="179705">
                  <a:moveTo>
                    <a:pt x="107048" y="69938"/>
                  </a:moveTo>
                  <a:lnTo>
                    <a:pt x="104178" y="69684"/>
                  </a:lnTo>
                  <a:lnTo>
                    <a:pt x="105092" y="72898"/>
                  </a:lnTo>
                  <a:lnTo>
                    <a:pt x="106591" y="74879"/>
                  </a:lnTo>
                  <a:lnTo>
                    <a:pt x="106489" y="69938"/>
                  </a:lnTo>
                  <a:lnTo>
                    <a:pt x="107048" y="69938"/>
                  </a:lnTo>
                  <a:close/>
                </a:path>
                <a:path w="142875" h="179705">
                  <a:moveTo>
                    <a:pt x="109524" y="69329"/>
                  </a:moveTo>
                  <a:lnTo>
                    <a:pt x="107848" y="68110"/>
                  </a:lnTo>
                  <a:lnTo>
                    <a:pt x="106870" y="67398"/>
                  </a:lnTo>
                  <a:lnTo>
                    <a:pt x="97205" y="63423"/>
                  </a:lnTo>
                  <a:lnTo>
                    <a:pt x="86106" y="60909"/>
                  </a:lnTo>
                  <a:lnTo>
                    <a:pt x="88023" y="66192"/>
                  </a:lnTo>
                  <a:lnTo>
                    <a:pt x="89357" y="69354"/>
                  </a:lnTo>
                  <a:lnTo>
                    <a:pt x="85775" y="65913"/>
                  </a:lnTo>
                  <a:lnTo>
                    <a:pt x="84493" y="60909"/>
                  </a:lnTo>
                  <a:lnTo>
                    <a:pt x="79540" y="59563"/>
                  </a:lnTo>
                  <a:lnTo>
                    <a:pt x="70878" y="57543"/>
                  </a:lnTo>
                  <a:lnTo>
                    <a:pt x="69265" y="59296"/>
                  </a:lnTo>
                  <a:lnTo>
                    <a:pt x="73304" y="60236"/>
                  </a:lnTo>
                  <a:lnTo>
                    <a:pt x="68757" y="64744"/>
                  </a:lnTo>
                  <a:lnTo>
                    <a:pt x="70065" y="68110"/>
                  </a:lnTo>
                  <a:lnTo>
                    <a:pt x="74002" y="73279"/>
                  </a:lnTo>
                  <a:lnTo>
                    <a:pt x="87287" y="69062"/>
                  </a:lnTo>
                  <a:lnTo>
                    <a:pt x="88506" y="76923"/>
                  </a:lnTo>
                  <a:lnTo>
                    <a:pt x="90614" y="71640"/>
                  </a:lnTo>
                  <a:lnTo>
                    <a:pt x="94119" y="74523"/>
                  </a:lnTo>
                  <a:lnTo>
                    <a:pt x="93624" y="71551"/>
                  </a:lnTo>
                  <a:lnTo>
                    <a:pt x="92849" y="69938"/>
                  </a:lnTo>
                  <a:lnTo>
                    <a:pt x="95719" y="68922"/>
                  </a:lnTo>
                  <a:lnTo>
                    <a:pt x="104178" y="69684"/>
                  </a:lnTo>
                  <a:lnTo>
                    <a:pt x="104076" y="69329"/>
                  </a:lnTo>
                  <a:lnTo>
                    <a:pt x="103962" y="68922"/>
                  </a:lnTo>
                  <a:lnTo>
                    <a:pt x="103733" y="68110"/>
                  </a:lnTo>
                  <a:lnTo>
                    <a:pt x="109524" y="69329"/>
                  </a:lnTo>
                  <a:close/>
                </a:path>
                <a:path w="142875" h="179705">
                  <a:moveTo>
                    <a:pt x="110934" y="141859"/>
                  </a:moveTo>
                  <a:lnTo>
                    <a:pt x="107175" y="139534"/>
                  </a:lnTo>
                  <a:lnTo>
                    <a:pt x="102806" y="142544"/>
                  </a:lnTo>
                  <a:lnTo>
                    <a:pt x="98107" y="141859"/>
                  </a:lnTo>
                  <a:lnTo>
                    <a:pt x="98005" y="148767"/>
                  </a:lnTo>
                  <a:lnTo>
                    <a:pt x="98234" y="155346"/>
                  </a:lnTo>
                  <a:lnTo>
                    <a:pt x="98602" y="161798"/>
                  </a:lnTo>
                  <a:lnTo>
                    <a:pt x="98907" y="168313"/>
                  </a:lnTo>
                  <a:lnTo>
                    <a:pt x="110147" y="168313"/>
                  </a:lnTo>
                  <a:lnTo>
                    <a:pt x="110096" y="162572"/>
                  </a:lnTo>
                  <a:lnTo>
                    <a:pt x="110299" y="155790"/>
                  </a:lnTo>
                  <a:lnTo>
                    <a:pt x="110934" y="141859"/>
                  </a:lnTo>
                  <a:close/>
                </a:path>
                <a:path w="142875" h="179705">
                  <a:moveTo>
                    <a:pt x="111747" y="88138"/>
                  </a:moveTo>
                  <a:lnTo>
                    <a:pt x="110871" y="81368"/>
                  </a:lnTo>
                  <a:lnTo>
                    <a:pt x="110820" y="80949"/>
                  </a:lnTo>
                  <a:lnTo>
                    <a:pt x="110744" y="80340"/>
                  </a:lnTo>
                  <a:lnTo>
                    <a:pt x="106591" y="74879"/>
                  </a:lnTo>
                  <a:lnTo>
                    <a:pt x="106641" y="76962"/>
                  </a:lnTo>
                  <a:lnTo>
                    <a:pt x="106743" y="81368"/>
                  </a:lnTo>
                  <a:lnTo>
                    <a:pt x="111747" y="88138"/>
                  </a:lnTo>
                  <a:close/>
                </a:path>
                <a:path w="142875" h="179705">
                  <a:moveTo>
                    <a:pt x="111937" y="121666"/>
                  </a:moveTo>
                  <a:lnTo>
                    <a:pt x="109093" y="119837"/>
                  </a:lnTo>
                  <a:lnTo>
                    <a:pt x="108851" y="119837"/>
                  </a:lnTo>
                  <a:lnTo>
                    <a:pt x="104889" y="121666"/>
                  </a:lnTo>
                  <a:lnTo>
                    <a:pt x="111937" y="121666"/>
                  </a:lnTo>
                  <a:close/>
                </a:path>
                <a:path w="142875" h="179705">
                  <a:moveTo>
                    <a:pt x="112572" y="71551"/>
                  </a:moveTo>
                  <a:lnTo>
                    <a:pt x="111963" y="69938"/>
                  </a:lnTo>
                  <a:lnTo>
                    <a:pt x="112407" y="69938"/>
                  </a:lnTo>
                  <a:lnTo>
                    <a:pt x="109524" y="69329"/>
                  </a:lnTo>
                  <a:lnTo>
                    <a:pt x="112572" y="71551"/>
                  </a:lnTo>
                  <a:close/>
                </a:path>
                <a:path w="142875" h="179705">
                  <a:moveTo>
                    <a:pt x="113144" y="108432"/>
                  </a:moveTo>
                  <a:lnTo>
                    <a:pt x="107226" y="108432"/>
                  </a:lnTo>
                  <a:lnTo>
                    <a:pt x="104724" y="108432"/>
                  </a:lnTo>
                  <a:lnTo>
                    <a:pt x="110883" y="111061"/>
                  </a:lnTo>
                  <a:lnTo>
                    <a:pt x="113144" y="108432"/>
                  </a:lnTo>
                  <a:close/>
                </a:path>
                <a:path w="142875" h="179705">
                  <a:moveTo>
                    <a:pt x="117881" y="121970"/>
                  </a:moveTo>
                  <a:lnTo>
                    <a:pt x="117271" y="121666"/>
                  </a:lnTo>
                  <a:lnTo>
                    <a:pt x="116154" y="121666"/>
                  </a:lnTo>
                  <a:lnTo>
                    <a:pt x="113220" y="122504"/>
                  </a:lnTo>
                  <a:lnTo>
                    <a:pt x="112191" y="121831"/>
                  </a:lnTo>
                  <a:lnTo>
                    <a:pt x="104533" y="121831"/>
                  </a:lnTo>
                  <a:lnTo>
                    <a:pt x="100520" y="121831"/>
                  </a:lnTo>
                  <a:lnTo>
                    <a:pt x="99072" y="121831"/>
                  </a:lnTo>
                  <a:lnTo>
                    <a:pt x="98539" y="122732"/>
                  </a:lnTo>
                  <a:lnTo>
                    <a:pt x="101765" y="122732"/>
                  </a:lnTo>
                  <a:lnTo>
                    <a:pt x="109994" y="123405"/>
                  </a:lnTo>
                  <a:lnTo>
                    <a:pt x="112382" y="122732"/>
                  </a:lnTo>
                  <a:lnTo>
                    <a:pt x="113601" y="122732"/>
                  </a:lnTo>
                  <a:lnTo>
                    <a:pt x="113372" y="122605"/>
                  </a:lnTo>
                  <a:lnTo>
                    <a:pt x="117881" y="121970"/>
                  </a:lnTo>
                  <a:close/>
                </a:path>
                <a:path w="142875" h="179705">
                  <a:moveTo>
                    <a:pt x="120561" y="125031"/>
                  </a:moveTo>
                  <a:lnTo>
                    <a:pt x="113639" y="123659"/>
                  </a:lnTo>
                  <a:lnTo>
                    <a:pt x="104622" y="124396"/>
                  </a:lnTo>
                  <a:lnTo>
                    <a:pt x="96520" y="124231"/>
                  </a:lnTo>
                  <a:lnTo>
                    <a:pt x="96520" y="127444"/>
                  </a:lnTo>
                  <a:lnTo>
                    <a:pt x="98894" y="126060"/>
                  </a:lnTo>
                  <a:lnTo>
                    <a:pt x="101968" y="125399"/>
                  </a:lnTo>
                  <a:lnTo>
                    <a:pt x="106133" y="125844"/>
                  </a:lnTo>
                  <a:lnTo>
                    <a:pt x="106146" y="127012"/>
                  </a:lnTo>
                  <a:lnTo>
                    <a:pt x="105841" y="132397"/>
                  </a:lnTo>
                  <a:lnTo>
                    <a:pt x="106946" y="129857"/>
                  </a:lnTo>
                  <a:lnTo>
                    <a:pt x="106819" y="127850"/>
                  </a:lnTo>
                  <a:lnTo>
                    <a:pt x="107353" y="126504"/>
                  </a:lnTo>
                  <a:lnTo>
                    <a:pt x="108534" y="125844"/>
                  </a:lnTo>
                  <a:lnTo>
                    <a:pt x="111950" y="125603"/>
                  </a:lnTo>
                  <a:lnTo>
                    <a:pt x="117348" y="128308"/>
                  </a:lnTo>
                  <a:lnTo>
                    <a:pt x="120561" y="125031"/>
                  </a:lnTo>
                  <a:close/>
                </a:path>
                <a:path w="142875" h="179705">
                  <a:moveTo>
                    <a:pt x="120573" y="80949"/>
                  </a:moveTo>
                  <a:lnTo>
                    <a:pt x="114757" y="73126"/>
                  </a:lnTo>
                  <a:lnTo>
                    <a:pt x="112572" y="71551"/>
                  </a:lnTo>
                  <a:lnTo>
                    <a:pt x="114655" y="76962"/>
                  </a:lnTo>
                  <a:lnTo>
                    <a:pt x="120573" y="80949"/>
                  </a:lnTo>
                  <a:close/>
                </a:path>
                <a:path w="142875" h="179705">
                  <a:moveTo>
                    <a:pt x="126923" y="115023"/>
                  </a:moveTo>
                  <a:lnTo>
                    <a:pt x="124574" y="113817"/>
                  </a:lnTo>
                  <a:lnTo>
                    <a:pt x="122440" y="113804"/>
                  </a:lnTo>
                  <a:lnTo>
                    <a:pt x="119849" y="114261"/>
                  </a:lnTo>
                  <a:lnTo>
                    <a:pt x="119761" y="112204"/>
                  </a:lnTo>
                  <a:lnTo>
                    <a:pt x="121500" y="112331"/>
                  </a:lnTo>
                  <a:lnTo>
                    <a:pt x="120116" y="109359"/>
                  </a:lnTo>
                  <a:lnTo>
                    <a:pt x="120561" y="108204"/>
                  </a:lnTo>
                  <a:lnTo>
                    <a:pt x="119621" y="108318"/>
                  </a:lnTo>
                  <a:lnTo>
                    <a:pt x="118300" y="108064"/>
                  </a:lnTo>
                  <a:lnTo>
                    <a:pt x="118160" y="109004"/>
                  </a:lnTo>
                  <a:lnTo>
                    <a:pt x="119761" y="109016"/>
                  </a:lnTo>
                  <a:lnTo>
                    <a:pt x="118833" y="109956"/>
                  </a:lnTo>
                  <a:lnTo>
                    <a:pt x="118846" y="111836"/>
                  </a:lnTo>
                  <a:lnTo>
                    <a:pt x="118948" y="113817"/>
                  </a:lnTo>
                  <a:lnTo>
                    <a:pt x="119253" y="115023"/>
                  </a:lnTo>
                  <a:lnTo>
                    <a:pt x="126923" y="115023"/>
                  </a:lnTo>
                  <a:close/>
                </a:path>
                <a:path w="142875" h="179705">
                  <a:moveTo>
                    <a:pt x="129794" y="157734"/>
                  </a:moveTo>
                  <a:lnTo>
                    <a:pt x="128943" y="150050"/>
                  </a:lnTo>
                  <a:lnTo>
                    <a:pt x="128574" y="141859"/>
                  </a:lnTo>
                  <a:lnTo>
                    <a:pt x="121793" y="142303"/>
                  </a:lnTo>
                  <a:lnTo>
                    <a:pt x="120573" y="148539"/>
                  </a:lnTo>
                  <a:lnTo>
                    <a:pt x="121564" y="157441"/>
                  </a:lnTo>
                  <a:lnTo>
                    <a:pt x="121373" y="165887"/>
                  </a:lnTo>
                  <a:lnTo>
                    <a:pt x="122885" y="167322"/>
                  </a:lnTo>
                  <a:lnTo>
                    <a:pt x="126657" y="166484"/>
                  </a:lnTo>
                  <a:lnTo>
                    <a:pt x="129374" y="166687"/>
                  </a:lnTo>
                  <a:lnTo>
                    <a:pt x="129794" y="157734"/>
                  </a:lnTo>
                  <a:close/>
                </a:path>
                <a:path w="142875" h="179705">
                  <a:moveTo>
                    <a:pt x="130530" y="125882"/>
                  </a:moveTo>
                  <a:lnTo>
                    <a:pt x="128079" y="125526"/>
                  </a:lnTo>
                  <a:lnTo>
                    <a:pt x="125895" y="125526"/>
                  </a:lnTo>
                  <a:lnTo>
                    <a:pt x="125387" y="125031"/>
                  </a:lnTo>
                  <a:lnTo>
                    <a:pt x="123761" y="125031"/>
                  </a:lnTo>
                  <a:lnTo>
                    <a:pt x="122326" y="125031"/>
                  </a:lnTo>
                  <a:lnTo>
                    <a:pt x="121399" y="127254"/>
                  </a:lnTo>
                  <a:lnTo>
                    <a:pt x="121323" y="127419"/>
                  </a:lnTo>
                  <a:lnTo>
                    <a:pt x="121272" y="127558"/>
                  </a:lnTo>
                  <a:lnTo>
                    <a:pt x="121183" y="127762"/>
                  </a:lnTo>
                  <a:lnTo>
                    <a:pt x="121069" y="128028"/>
                  </a:lnTo>
                  <a:lnTo>
                    <a:pt x="122948" y="128244"/>
                  </a:lnTo>
                  <a:lnTo>
                    <a:pt x="125234" y="125526"/>
                  </a:lnTo>
                  <a:lnTo>
                    <a:pt x="125539" y="125526"/>
                  </a:lnTo>
                  <a:lnTo>
                    <a:pt x="127914" y="129082"/>
                  </a:lnTo>
                  <a:lnTo>
                    <a:pt x="129362" y="129832"/>
                  </a:lnTo>
                  <a:lnTo>
                    <a:pt x="128968" y="128460"/>
                  </a:lnTo>
                  <a:lnTo>
                    <a:pt x="128854" y="128028"/>
                  </a:lnTo>
                  <a:lnTo>
                    <a:pt x="128778" y="127762"/>
                  </a:lnTo>
                  <a:lnTo>
                    <a:pt x="128714" y="127558"/>
                  </a:lnTo>
                  <a:lnTo>
                    <a:pt x="130479" y="127762"/>
                  </a:lnTo>
                  <a:lnTo>
                    <a:pt x="130441" y="127558"/>
                  </a:lnTo>
                  <a:lnTo>
                    <a:pt x="130263" y="126403"/>
                  </a:lnTo>
                  <a:lnTo>
                    <a:pt x="130187" y="125882"/>
                  </a:lnTo>
                  <a:lnTo>
                    <a:pt x="130530" y="125882"/>
                  </a:lnTo>
                  <a:close/>
                </a:path>
                <a:path w="142875" h="179705">
                  <a:moveTo>
                    <a:pt x="139496" y="116586"/>
                  </a:moveTo>
                  <a:lnTo>
                    <a:pt x="139268" y="116205"/>
                  </a:lnTo>
                  <a:lnTo>
                    <a:pt x="139153" y="115849"/>
                  </a:lnTo>
                  <a:lnTo>
                    <a:pt x="138849" y="116154"/>
                  </a:lnTo>
                  <a:lnTo>
                    <a:pt x="136588" y="114617"/>
                  </a:lnTo>
                  <a:lnTo>
                    <a:pt x="136639" y="115176"/>
                  </a:lnTo>
                  <a:lnTo>
                    <a:pt x="136740" y="117005"/>
                  </a:lnTo>
                  <a:lnTo>
                    <a:pt x="136398" y="117348"/>
                  </a:lnTo>
                  <a:lnTo>
                    <a:pt x="134988" y="116205"/>
                  </a:lnTo>
                  <a:lnTo>
                    <a:pt x="134874" y="120078"/>
                  </a:lnTo>
                  <a:lnTo>
                    <a:pt x="137642" y="117348"/>
                  </a:lnTo>
                  <a:lnTo>
                    <a:pt x="138798" y="116205"/>
                  </a:lnTo>
                  <a:lnTo>
                    <a:pt x="138938" y="116205"/>
                  </a:lnTo>
                  <a:lnTo>
                    <a:pt x="139496" y="116586"/>
                  </a:lnTo>
                  <a:close/>
                </a:path>
                <a:path w="142875" h="179705">
                  <a:moveTo>
                    <a:pt x="140589" y="176339"/>
                  </a:moveTo>
                  <a:lnTo>
                    <a:pt x="111493" y="177876"/>
                  </a:lnTo>
                  <a:lnTo>
                    <a:pt x="115087" y="179692"/>
                  </a:lnTo>
                  <a:lnTo>
                    <a:pt x="121958" y="179184"/>
                  </a:lnTo>
                  <a:lnTo>
                    <a:pt x="128524" y="178485"/>
                  </a:lnTo>
                  <a:lnTo>
                    <a:pt x="134759" y="177546"/>
                  </a:lnTo>
                  <a:lnTo>
                    <a:pt x="140589" y="176339"/>
                  </a:lnTo>
                  <a:close/>
                </a:path>
                <a:path w="142875" h="179705">
                  <a:moveTo>
                    <a:pt x="142303" y="137553"/>
                  </a:moveTo>
                  <a:lnTo>
                    <a:pt x="137655" y="137134"/>
                  </a:lnTo>
                  <a:lnTo>
                    <a:pt x="136880" y="137071"/>
                  </a:lnTo>
                  <a:lnTo>
                    <a:pt x="136829" y="136525"/>
                  </a:lnTo>
                  <a:lnTo>
                    <a:pt x="136372" y="137020"/>
                  </a:lnTo>
                  <a:lnTo>
                    <a:pt x="116128" y="135204"/>
                  </a:lnTo>
                  <a:lnTo>
                    <a:pt x="87985" y="134467"/>
                  </a:lnTo>
                  <a:lnTo>
                    <a:pt x="59245" y="134975"/>
                  </a:lnTo>
                  <a:lnTo>
                    <a:pt x="26771" y="136525"/>
                  </a:lnTo>
                  <a:lnTo>
                    <a:pt x="31521" y="136525"/>
                  </a:lnTo>
                  <a:lnTo>
                    <a:pt x="33705" y="138455"/>
                  </a:lnTo>
                  <a:lnTo>
                    <a:pt x="34975" y="139496"/>
                  </a:lnTo>
                  <a:lnTo>
                    <a:pt x="36588" y="139496"/>
                  </a:lnTo>
                  <a:lnTo>
                    <a:pt x="39052" y="139128"/>
                  </a:lnTo>
                  <a:lnTo>
                    <a:pt x="39687" y="139128"/>
                  </a:lnTo>
                  <a:lnTo>
                    <a:pt x="41084" y="137947"/>
                  </a:lnTo>
                  <a:lnTo>
                    <a:pt x="41224" y="137947"/>
                  </a:lnTo>
                  <a:lnTo>
                    <a:pt x="41821" y="139496"/>
                  </a:lnTo>
                  <a:lnTo>
                    <a:pt x="41694" y="141046"/>
                  </a:lnTo>
                  <a:lnTo>
                    <a:pt x="41605" y="141605"/>
                  </a:lnTo>
                  <a:lnTo>
                    <a:pt x="41503" y="143319"/>
                  </a:lnTo>
                  <a:lnTo>
                    <a:pt x="41783" y="144272"/>
                  </a:lnTo>
                  <a:lnTo>
                    <a:pt x="41884" y="144589"/>
                  </a:lnTo>
                  <a:lnTo>
                    <a:pt x="42138" y="145034"/>
                  </a:lnTo>
                  <a:lnTo>
                    <a:pt x="43561" y="146037"/>
                  </a:lnTo>
                  <a:lnTo>
                    <a:pt x="43459" y="144272"/>
                  </a:lnTo>
                  <a:lnTo>
                    <a:pt x="43408" y="141605"/>
                  </a:lnTo>
                  <a:lnTo>
                    <a:pt x="43548" y="141046"/>
                  </a:lnTo>
                  <a:lnTo>
                    <a:pt x="43675" y="140589"/>
                  </a:lnTo>
                  <a:lnTo>
                    <a:pt x="43751" y="140258"/>
                  </a:lnTo>
                  <a:lnTo>
                    <a:pt x="43865" y="139788"/>
                  </a:lnTo>
                  <a:lnTo>
                    <a:pt x="43942" y="139496"/>
                  </a:lnTo>
                  <a:lnTo>
                    <a:pt x="44030" y="139128"/>
                  </a:lnTo>
                  <a:lnTo>
                    <a:pt x="43637" y="139128"/>
                  </a:lnTo>
                  <a:lnTo>
                    <a:pt x="46596" y="137947"/>
                  </a:lnTo>
                  <a:lnTo>
                    <a:pt x="45707" y="137947"/>
                  </a:lnTo>
                  <a:lnTo>
                    <a:pt x="55854" y="137134"/>
                  </a:lnTo>
                  <a:lnTo>
                    <a:pt x="56121" y="137134"/>
                  </a:lnTo>
                  <a:lnTo>
                    <a:pt x="60540" y="136525"/>
                  </a:lnTo>
                  <a:lnTo>
                    <a:pt x="62763" y="136525"/>
                  </a:lnTo>
                  <a:lnTo>
                    <a:pt x="62788" y="139788"/>
                  </a:lnTo>
                  <a:lnTo>
                    <a:pt x="64274" y="137325"/>
                  </a:lnTo>
                  <a:lnTo>
                    <a:pt x="64389" y="137134"/>
                  </a:lnTo>
                  <a:lnTo>
                    <a:pt x="69253" y="137134"/>
                  </a:lnTo>
                  <a:lnTo>
                    <a:pt x="69253" y="140258"/>
                  </a:lnTo>
                  <a:lnTo>
                    <a:pt x="71678" y="137134"/>
                  </a:lnTo>
                  <a:lnTo>
                    <a:pt x="72148" y="136525"/>
                  </a:lnTo>
                  <a:lnTo>
                    <a:pt x="86575" y="136525"/>
                  </a:lnTo>
                  <a:lnTo>
                    <a:pt x="87947" y="137325"/>
                  </a:lnTo>
                  <a:lnTo>
                    <a:pt x="89090" y="139128"/>
                  </a:lnTo>
                  <a:lnTo>
                    <a:pt x="90106" y="141046"/>
                  </a:lnTo>
                  <a:lnTo>
                    <a:pt x="91211" y="140017"/>
                  </a:lnTo>
                  <a:lnTo>
                    <a:pt x="90652" y="137947"/>
                  </a:lnTo>
                  <a:lnTo>
                    <a:pt x="90551" y="137553"/>
                  </a:lnTo>
                  <a:lnTo>
                    <a:pt x="90436" y="137134"/>
                  </a:lnTo>
                  <a:lnTo>
                    <a:pt x="92570" y="137134"/>
                  </a:lnTo>
                  <a:lnTo>
                    <a:pt x="94297" y="139496"/>
                  </a:lnTo>
                  <a:lnTo>
                    <a:pt x="94983" y="137553"/>
                  </a:lnTo>
                  <a:lnTo>
                    <a:pt x="95059" y="137325"/>
                  </a:lnTo>
                  <a:lnTo>
                    <a:pt x="95135" y="137134"/>
                  </a:lnTo>
                  <a:lnTo>
                    <a:pt x="95250" y="136791"/>
                  </a:lnTo>
                  <a:lnTo>
                    <a:pt x="95351" y="136525"/>
                  </a:lnTo>
                  <a:lnTo>
                    <a:pt x="95770" y="136525"/>
                  </a:lnTo>
                  <a:lnTo>
                    <a:pt x="98145" y="139496"/>
                  </a:lnTo>
                  <a:lnTo>
                    <a:pt x="98209" y="137947"/>
                  </a:lnTo>
                  <a:lnTo>
                    <a:pt x="98348" y="137553"/>
                  </a:lnTo>
                  <a:lnTo>
                    <a:pt x="98425" y="137325"/>
                  </a:lnTo>
                  <a:lnTo>
                    <a:pt x="98501" y="137134"/>
                  </a:lnTo>
                  <a:lnTo>
                    <a:pt x="98615" y="136791"/>
                  </a:lnTo>
                  <a:lnTo>
                    <a:pt x="99136" y="136525"/>
                  </a:lnTo>
                  <a:lnTo>
                    <a:pt x="106692" y="136525"/>
                  </a:lnTo>
                  <a:lnTo>
                    <a:pt x="112763" y="138455"/>
                  </a:lnTo>
                  <a:lnTo>
                    <a:pt x="112928" y="138455"/>
                  </a:lnTo>
                  <a:lnTo>
                    <a:pt x="117348" y="139446"/>
                  </a:lnTo>
                  <a:lnTo>
                    <a:pt x="118541" y="139128"/>
                  </a:lnTo>
                  <a:lnTo>
                    <a:pt x="119862" y="139128"/>
                  </a:lnTo>
                  <a:lnTo>
                    <a:pt x="114439" y="136791"/>
                  </a:lnTo>
                  <a:lnTo>
                    <a:pt x="116243" y="136525"/>
                  </a:lnTo>
                  <a:lnTo>
                    <a:pt x="121183" y="136525"/>
                  </a:lnTo>
                  <a:lnTo>
                    <a:pt x="124091" y="136791"/>
                  </a:lnTo>
                  <a:lnTo>
                    <a:pt x="123456" y="136791"/>
                  </a:lnTo>
                  <a:lnTo>
                    <a:pt x="127723" y="138455"/>
                  </a:lnTo>
                  <a:lnTo>
                    <a:pt x="132588" y="141046"/>
                  </a:lnTo>
                  <a:lnTo>
                    <a:pt x="132626" y="151472"/>
                  </a:lnTo>
                  <a:lnTo>
                    <a:pt x="132753" y="155727"/>
                  </a:lnTo>
                  <a:lnTo>
                    <a:pt x="132880" y="151790"/>
                  </a:lnTo>
                  <a:lnTo>
                    <a:pt x="132981" y="149860"/>
                  </a:lnTo>
                  <a:lnTo>
                    <a:pt x="133057" y="148310"/>
                  </a:lnTo>
                  <a:lnTo>
                    <a:pt x="133184" y="145872"/>
                  </a:lnTo>
                  <a:lnTo>
                    <a:pt x="133273" y="144272"/>
                  </a:lnTo>
                  <a:lnTo>
                    <a:pt x="133705" y="141986"/>
                  </a:lnTo>
                  <a:lnTo>
                    <a:pt x="133781" y="141605"/>
                  </a:lnTo>
                  <a:lnTo>
                    <a:pt x="133883" y="141046"/>
                  </a:lnTo>
                  <a:lnTo>
                    <a:pt x="133972" y="140589"/>
                  </a:lnTo>
                  <a:lnTo>
                    <a:pt x="134073" y="140017"/>
                  </a:lnTo>
                  <a:lnTo>
                    <a:pt x="134175" y="139496"/>
                  </a:lnTo>
                  <a:lnTo>
                    <a:pt x="134467" y="139128"/>
                  </a:lnTo>
                  <a:lnTo>
                    <a:pt x="136271" y="137134"/>
                  </a:lnTo>
                  <a:lnTo>
                    <a:pt x="136893" y="137134"/>
                  </a:lnTo>
                  <a:lnTo>
                    <a:pt x="136969" y="137947"/>
                  </a:lnTo>
                  <a:lnTo>
                    <a:pt x="137083" y="139128"/>
                  </a:lnTo>
                  <a:lnTo>
                    <a:pt x="137147" y="139788"/>
                  </a:lnTo>
                  <a:lnTo>
                    <a:pt x="137274" y="141046"/>
                  </a:lnTo>
                  <a:lnTo>
                    <a:pt x="137363" y="141986"/>
                  </a:lnTo>
                  <a:lnTo>
                    <a:pt x="137464" y="142913"/>
                  </a:lnTo>
                  <a:lnTo>
                    <a:pt x="137502" y="143319"/>
                  </a:lnTo>
                  <a:lnTo>
                    <a:pt x="140335" y="141986"/>
                  </a:lnTo>
                  <a:lnTo>
                    <a:pt x="140627" y="141986"/>
                  </a:lnTo>
                  <a:lnTo>
                    <a:pt x="141020" y="144272"/>
                  </a:lnTo>
                  <a:lnTo>
                    <a:pt x="141084" y="144589"/>
                  </a:lnTo>
                  <a:lnTo>
                    <a:pt x="141160" y="145034"/>
                  </a:lnTo>
                  <a:lnTo>
                    <a:pt x="139192" y="150736"/>
                  </a:lnTo>
                  <a:lnTo>
                    <a:pt x="142189" y="151472"/>
                  </a:lnTo>
                  <a:lnTo>
                    <a:pt x="142303" y="148310"/>
                  </a:lnTo>
                  <a:lnTo>
                    <a:pt x="142024" y="146037"/>
                  </a:lnTo>
                  <a:lnTo>
                    <a:pt x="141909" y="144272"/>
                  </a:lnTo>
                  <a:lnTo>
                    <a:pt x="142290" y="141986"/>
                  </a:lnTo>
                  <a:lnTo>
                    <a:pt x="142303" y="137553"/>
                  </a:lnTo>
                  <a:close/>
                </a:path>
                <a:path w="142875" h="179705">
                  <a:moveTo>
                    <a:pt x="142328" y="127419"/>
                  </a:moveTo>
                  <a:lnTo>
                    <a:pt x="141351" y="127279"/>
                  </a:lnTo>
                  <a:lnTo>
                    <a:pt x="140970" y="126555"/>
                  </a:lnTo>
                  <a:lnTo>
                    <a:pt x="139788" y="126631"/>
                  </a:lnTo>
                  <a:lnTo>
                    <a:pt x="138811" y="128016"/>
                  </a:lnTo>
                  <a:lnTo>
                    <a:pt x="139103" y="133248"/>
                  </a:lnTo>
                  <a:lnTo>
                    <a:pt x="142176" y="133057"/>
                  </a:lnTo>
                  <a:lnTo>
                    <a:pt x="141960" y="131775"/>
                  </a:lnTo>
                  <a:lnTo>
                    <a:pt x="142087" y="130848"/>
                  </a:lnTo>
                  <a:lnTo>
                    <a:pt x="142328" y="130022"/>
                  </a:lnTo>
                  <a:lnTo>
                    <a:pt x="142328" y="127419"/>
                  </a:lnTo>
                  <a:close/>
                </a:path>
                <a:path w="142875" h="179705">
                  <a:moveTo>
                    <a:pt x="142328" y="117005"/>
                  </a:moveTo>
                  <a:lnTo>
                    <a:pt x="140017" y="117005"/>
                  </a:lnTo>
                  <a:lnTo>
                    <a:pt x="139522" y="117005"/>
                  </a:lnTo>
                  <a:lnTo>
                    <a:pt x="139814" y="117830"/>
                  </a:lnTo>
                  <a:lnTo>
                    <a:pt x="137452" y="123240"/>
                  </a:lnTo>
                  <a:lnTo>
                    <a:pt x="131229" y="122885"/>
                  </a:lnTo>
                  <a:lnTo>
                    <a:pt x="124282" y="120586"/>
                  </a:lnTo>
                  <a:lnTo>
                    <a:pt x="121107" y="120332"/>
                  </a:lnTo>
                  <a:lnTo>
                    <a:pt x="120777" y="120586"/>
                  </a:lnTo>
                  <a:lnTo>
                    <a:pt x="119799" y="121666"/>
                  </a:lnTo>
                  <a:lnTo>
                    <a:pt x="119519" y="121666"/>
                  </a:lnTo>
                  <a:lnTo>
                    <a:pt x="118973" y="121831"/>
                  </a:lnTo>
                  <a:lnTo>
                    <a:pt x="117881" y="121970"/>
                  </a:lnTo>
                  <a:lnTo>
                    <a:pt x="123101" y="124688"/>
                  </a:lnTo>
                  <a:lnTo>
                    <a:pt x="125044" y="124688"/>
                  </a:lnTo>
                  <a:lnTo>
                    <a:pt x="124612" y="124256"/>
                  </a:lnTo>
                  <a:lnTo>
                    <a:pt x="130873" y="124256"/>
                  </a:lnTo>
                  <a:lnTo>
                    <a:pt x="131305" y="124460"/>
                  </a:lnTo>
                  <a:lnTo>
                    <a:pt x="131152" y="124256"/>
                  </a:lnTo>
                  <a:lnTo>
                    <a:pt x="133934" y="124460"/>
                  </a:lnTo>
                  <a:lnTo>
                    <a:pt x="137502" y="125882"/>
                  </a:lnTo>
                  <a:lnTo>
                    <a:pt x="137210" y="125882"/>
                  </a:lnTo>
                  <a:lnTo>
                    <a:pt x="135572" y="126403"/>
                  </a:lnTo>
                  <a:lnTo>
                    <a:pt x="134988" y="126136"/>
                  </a:lnTo>
                  <a:lnTo>
                    <a:pt x="131305" y="124460"/>
                  </a:lnTo>
                  <a:lnTo>
                    <a:pt x="131394" y="125526"/>
                  </a:lnTo>
                  <a:lnTo>
                    <a:pt x="131737" y="127254"/>
                  </a:lnTo>
                  <a:lnTo>
                    <a:pt x="131775" y="127419"/>
                  </a:lnTo>
                  <a:lnTo>
                    <a:pt x="133908" y="126136"/>
                  </a:lnTo>
                  <a:lnTo>
                    <a:pt x="134391" y="127254"/>
                  </a:lnTo>
                  <a:lnTo>
                    <a:pt x="134454" y="127419"/>
                  </a:lnTo>
                  <a:lnTo>
                    <a:pt x="134518" y="127558"/>
                  </a:lnTo>
                  <a:lnTo>
                    <a:pt x="134607" y="127762"/>
                  </a:lnTo>
                  <a:lnTo>
                    <a:pt x="134721" y="128028"/>
                  </a:lnTo>
                  <a:lnTo>
                    <a:pt x="134823" y="128282"/>
                  </a:lnTo>
                  <a:lnTo>
                    <a:pt x="134899" y="128460"/>
                  </a:lnTo>
                  <a:lnTo>
                    <a:pt x="136588" y="131432"/>
                  </a:lnTo>
                  <a:lnTo>
                    <a:pt x="136347" y="129832"/>
                  </a:lnTo>
                  <a:lnTo>
                    <a:pt x="136232" y="129082"/>
                  </a:lnTo>
                  <a:lnTo>
                    <a:pt x="136105" y="128282"/>
                  </a:lnTo>
                  <a:lnTo>
                    <a:pt x="137782" y="127254"/>
                  </a:lnTo>
                  <a:lnTo>
                    <a:pt x="138506" y="126403"/>
                  </a:lnTo>
                  <a:lnTo>
                    <a:pt x="138734" y="126136"/>
                  </a:lnTo>
                  <a:lnTo>
                    <a:pt x="138849" y="126009"/>
                  </a:lnTo>
                  <a:lnTo>
                    <a:pt x="138963" y="125882"/>
                  </a:lnTo>
                  <a:lnTo>
                    <a:pt x="141262" y="125882"/>
                  </a:lnTo>
                  <a:lnTo>
                    <a:pt x="142328" y="126009"/>
                  </a:lnTo>
                  <a:lnTo>
                    <a:pt x="142328" y="124688"/>
                  </a:lnTo>
                  <a:lnTo>
                    <a:pt x="140550" y="123240"/>
                  </a:lnTo>
                  <a:lnTo>
                    <a:pt x="139852" y="120586"/>
                  </a:lnTo>
                  <a:lnTo>
                    <a:pt x="139788" y="120332"/>
                  </a:lnTo>
                  <a:lnTo>
                    <a:pt x="139725" y="120078"/>
                  </a:lnTo>
                  <a:lnTo>
                    <a:pt x="139661" y="119837"/>
                  </a:lnTo>
                  <a:lnTo>
                    <a:pt x="141312" y="118846"/>
                  </a:lnTo>
                  <a:lnTo>
                    <a:pt x="142240" y="117348"/>
                  </a:lnTo>
                  <a:lnTo>
                    <a:pt x="142328" y="117005"/>
                  </a:lnTo>
                  <a:close/>
                </a:path>
                <a:path w="142875" h="179705">
                  <a:moveTo>
                    <a:pt x="142328" y="115176"/>
                  </a:moveTo>
                  <a:lnTo>
                    <a:pt x="140538" y="116586"/>
                  </a:lnTo>
                  <a:lnTo>
                    <a:pt x="142328" y="116586"/>
                  </a:lnTo>
                  <a:lnTo>
                    <a:pt x="142328" y="11517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4" name="object 114"/>
            <p:cNvSpPr/>
            <p:nvPr/>
          </p:nvSpPr>
          <p:spPr>
            <a:xfrm>
              <a:off x="3882585" y="1112159"/>
              <a:ext cx="3175" cy="1905"/>
            </a:xfrm>
            <a:custGeom>
              <a:avLst/>
              <a:gdLst/>
              <a:ahLst/>
              <a:cxnLst/>
              <a:rect l="l" t="t" r="r" b="b"/>
              <a:pathLst>
                <a:path w="3175" h="1905">
                  <a:moveTo>
                    <a:pt x="2273" y="0"/>
                  </a:moveTo>
                  <a:lnTo>
                    <a:pt x="0" y="0"/>
                  </a:lnTo>
                  <a:lnTo>
                    <a:pt x="124" y="1079"/>
                  </a:lnTo>
                  <a:lnTo>
                    <a:pt x="330" y="1600"/>
                  </a:lnTo>
                  <a:lnTo>
                    <a:pt x="2514" y="1600"/>
                  </a:lnTo>
                  <a:lnTo>
                    <a:pt x="2705" y="1270"/>
                  </a:lnTo>
                  <a:lnTo>
                    <a:pt x="2673" y="571"/>
                  </a:lnTo>
                  <a:lnTo>
                    <a:pt x="2809" y="571"/>
                  </a:lnTo>
                  <a:lnTo>
                    <a:pt x="22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5" name="object 115"/>
            <p:cNvSpPr/>
            <p:nvPr/>
          </p:nvSpPr>
          <p:spPr>
            <a:xfrm>
              <a:off x="3881281" y="1115087"/>
              <a:ext cx="5080" cy="2540"/>
            </a:xfrm>
            <a:custGeom>
              <a:avLst/>
              <a:gdLst/>
              <a:ahLst/>
              <a:cxnLst/>
              <a:rect l="l" t="t" r="r" b="b"/>
              <a:pathLst>
                <a:path w="5079" h="2540">
                  <a:moveTo>
                    <a:pt x="4559" y="0"/>
                  </a:moveTo>
                  <a:lnTo>
                    <a:pt x="152" y="381"/>
                  </a:lnTo>
                  <a:lnTo>
                    <a:pt x="0" y="1524"/>
                  </a:lnTo>
                  <a:lnTo>
                    <a:pt x="838" y="2463"/>
                  </a:lnTo>
                  <a:lnTo>
                    <a:pt x="3924" y="1917"/>
                  </a:lnTo>
                  <a:lnTo>
                    <a:pt x="4813" y="1358"/>
                  </a:lnTo>
                  <a:lnTo>
                    <a:pt x="455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6" name="object 116"/>
            <p:cNvSpPr/>
            <p:nvPr/>
          </p:nvSpPr>
          <p:spPr>
            <a:xfrm>
              <a:off x="3880697" y="1115181"/>
              <a:ext cx="6350" cy="2540"/>
            </a:xfrm>
            <a:custGeom>
              <a:avLst/>
              <a:gdLst/>
              <a:ahLst/>
              <a:cxnLst/>
              <a:rect l="l" t="t" r="r" b="b"/>
              <a:pathLst>
                <a:path w="6350" h="2540">
                  <a:moveTo>
                    <a:pt x="5525" y="1714"/>
                  </a:moveTo>
                  <a:lnTo>
                    <a:pt x="262" y="1714"/>
                  </a:lnTo>
                  <a:lnTo>
                    <a:pt x="643" y="2133"/>
                  </a:lnTo>
                  <a:lnTo>
                    <a:pt x="4809" y="2133"/>
                  </a:lnTo>
                  <a:lnTo>
                    <a:pt x="5525" y="1714"/>
                  </a:lnTo>
                  <a:close/>
                </a:path>
                <a:path w="6350" h="2540">
                  <a:moveTo>
                    <a:pt x="1879" y="952"/>
                  </a:moveTo>
                  <a:lnTo>
                    <a:pt x="232" y="952"/>
                  </a:lnTo>
                  <a:lnTo>
                    <a:pt x="159" y="1485"/>
                  </a:lnTo>
                  <a:lnTo>
                    <a:pt x="1430" y="1485"/>
                  </a:lnTo>
                  <a:lnTo>
                    <a:pt x="846" y="1193"/>
                  </a:lnTo>
                  <a:lnTo>
                    <a:pt x="1188" y="1193"/>
                  </a:lnTo>
                  <a:lnTo>
                    <a:pt x="1879" y="952"/>
                  </a:lnTo>
                  <a:close/>
                </a:path>
                <a:path w="6350" h="2540">
                  <a:moveTo>
                    <a:pt x="5799" y="1193"/>
                  </a:moveTo>
                  <a:lnTo>
                    <a:pt x="4586" y="1193"/>
                  </a:lnTo>
                  <a:lnTo>
                    <a:pt x="3783" y="1485"/>
                  </a:lnTo>
                  <a:lnTo>
                    <a:pt x="5850" y="1485"/>
                  </a:lnTo>
                  <a:lnTo>
                    <a:pt x="5799" y="1193"/>
                  </a:lnTo>
                  <a:close/>
                </a:path>
                <a:path w="6350" h="2540">
                  <a:moveTo>
                    <a:pt x="5799" y="1193"/>
                  </a:moveTo>
                  <a:lnTo>
                    <a:pt x="5759" y="952"/>
                  </a:lnTo>
                  <a:lnTo>
                    <a:pt x="5850" y="1485"/>
                  </a:lnTo>
                  <a:lnTo>
                    <a:pt x="5799" y="1193"/>
                  </a:lnTo>
                  <a:close/>
                </a:path>
                <a:path w="6350" h="2540">
                  <a:moveTo>
                    <a:pt x="4758" y="0"/>
                  </a:moveTo>
                  <a:lnTo>
                    <a:pt x="2129" y="0"/>
                  </a:lnTo>
                  <a:lnTo>
                    <a:pt x="0" y="431"/>
                  </a:lnTo>
                  <a:lnTo>
                    <a:pt x="304" y="431"/>
                  </a:lnTo>
                  <a:lnTo>
                    <a:pt x="250" y="825"/>
                  </a:lnTo>
                  <a:lnTo>
                    <a:pt x="2243" y="825"/>
                  </a:lnTo>
                  <a:lnTo>
                    <a:pt x="1879" y="952"/>
                  </a:lnTo>
                  <a:lnTo>
                    <a:pt x="5799" y="1193"/>
                  </a:lnTo>
                  <a:lnTo>
                    <a:pt x="5759" y="952"/>
                  </a:lnTo>
                  <a:lnTo>
                    <a:pt x="5672" y="431"/>
                  </a:lnTo>
                  <a:lnTo>
                    <a:pt x="47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7" name="object 117"/>
            <p:cNvSpPr/>
            <p:nvPr/>
          </p:nvSpPr>
          <p:spPr>
            <a:xfrm>
              <a:off x="3878614" y="1117781"/>
              <a:ext cx="11430" cy="1905"/>
            </a:xfrm>
            <a:custGeom>
              <a:avLst/>
              <a:gdLst/>
              <a:ahLst/>
              <a:cxnLst/>
              <a:rect l="l" t="t" r="r" b="b"/>
              <a:pathLst>
                <a:path w="11429" h="1905">
                  <a:moveTo>
                    <a:pt x="2578" y="0"/>
                  </a:moveTo>
                  <a:lnTo>
                    <a:pt x="0" y="1435"/>
                  </a:lnTo>
                  <a:lnTo>
                    <a:pt x="3276" y="1816"/>
                  </a:lnTo>
                  <a:lnTo>
                    <a:pt x="7505" y="1498"/>
                  </a:lnTo>
                  <a:lnTo>
                    <a:pt x="11163" y="1612"/>
                  </a:lnTo>
                  <a:lnTo>
                    <a:pt x="8966" y="304"/>
                  </a:lnTo>
                  <a:lnTo>
                    <a:pt x="257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8" name="object 118"/>
            <p:cNvSpPr/>
            <p:nvPr/>
          </p:nvSpPr>
          <p:spPr>
            <a:xfrm>
              <a:off x="3877285" y="1117865"/>
              <a:ext cx="14604" cy="2540"/>
            </a:xfrm>
            <a:custGeom>
              <a:avLst/>
              <a:gdLst/>
              <a:ahLst/>
              <a:cxnLst/>
              <a:rect l="l" t="t" r="r" b="b"/>
              <a:pathLst>
                <a:path w="14604" h="2540">
                  <a:moveTo>
                    <a:pt x="9055" y="0"/>
                  </a:moveTo>
                  <a:lnTo>
                    <a:pt x="4241" y="0"/>
                  </a:lnTo>
                  <a:lnTo>
                    <a:pt x="1730" y="469"/>
                  </a:lnTo>
                  <a:lnTo>
                    <a:pt x="2091" y="469"/>
                  </a:lnTo>
                  <a:lnTo>
                    <a:pt x="0" y="1638"/>
                  </a:lnTo>
                  <a:lnTo>
                    <a:pt x="3413" y="1993"/>
                  </a:lnTo>
                  <a:lnTo>
                    <a:pt x="14046" y="1993"/>
                  </a:lnTo>
                  <a:lnTo>
                    <a:pt x="12520" y="1092"/>
                  </a:lnTo>
                  <a:lnTo>
                    <a:pt x="3378" y="1092"/>
                  </a:lnTo>
                  <a:lnTo>
                    <a:pt x="5181" y="736"/>
                  </a:lnTo>
                  <a:lnTo>
                    <a:pt x="11919" y="736"/>
                  </a:lnTo>
                  <a:lnTo>
                    <a:pt x="11468" y="469"/>
                  </a:lnTo>
                  <a:lnTo>
                    <a:pt x="9055" y="0"/>
                  </a:lnTo>
                  <a:close/>
                </a:path>
                <a:path w="14604" h="2540">
                  <a:moveTo>
                    <a:pt x="11919" y="736"/>
                  </a:moveTo>
                  <a:lnTo>
                    <a:pt x="7823" y="736"/>
                  </a:lnTo>
                  <a:lnTo>
                    <a:pt x="9804" y="1092"/>
                  </a:lnTo>
                  <a:lnTo>
                    <a:pt x="12520" y="1092"/>
                  </a:lnTo>
                  <a:lnTo>
                    <a:pt x="11919" y="7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9" name="object 119"/>
            <p:cNvSpPr/>
            <p:nvPr/>
          </p:nvSpPr>
          <p:spPr>
            <a:xfrm>
              <a:off x="3882980" y="1121982"/>
              <a:ext cx="3175" cy="1905"/>
            </a:xfrm>
            <a:custGeom>
              <a:avLst/>
              <a:gdLst/>
              <a:ahLst/>
              <a:cxnLst/>
              <a:rect l="l" t="t" r="r" b="b"/>
              <a:pathLst>
                <a:path w="3175" h="1905">
                  <a:moveTo>
                    <a:pt x="2705" y="0"/>
                  </a:moveTo>
                  <a:lnTo>
                    <a:pt x="685" y="101"/>
                  </a:lnTo>
                  <a:lnTo>
                    <a:pt x="12" y="342"/>
                  </a:lnTo>
                  <a:lnTo>
                    <a:pt x="0" y="546"/>
                  </a:lnTo>
                  <a:lnTo>
                    <a:pt x="101" y="685"/>
                  </a:lnTo>
                  <a:lnTo>
                    <a:pt x="241" y="825"/>
                  </a:lnTo>
                  <a:lnTo>
                    <a:pt x="787" y="1003"/>
                  </a:lnTo>
                  <a:lnTo>
                    <a:pt x="3175" y="1346"/>
                  </a:lnTo>
                  <a:lnTo>
                    <a:pt x="3073" y="495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0" name="object 120"/>
            <p:cNvSpPr/>
            <p:nvPr/>
          </p:nvSpPr>
          <p:spPr>
            <a:xfrm>
              <a:off x="3882562" y="1122255"/>
              <a:ext cx="4445" cy="1270"/>
            </a:xfrm>
            <a:custGeom>
              <a:avLst/>
              <a:gdLst/>
              <a:ahLst/>
              <a:cxnLst/>
              <a:rect l="l" t="t" r="r" b="b"/>
              <a:pathLst>
                <a:path w="4445" h="1269">
                  <a:moveTo>
                    <a:pt x="3862" y="444"/>
                  </a:moveTo>
                  <a:lnTo>
                    <a:pt x="3873" y="634"/>
                  </a:lnTo>
                  <a:lnTo>
                    <a:pt x="3352" y="1206"/>
                  </a:lnTo>
                  <a:lnTo>
                    <a:pt x="3873" y="634"/>
                  </a:lnTo>
                  <a:lnTo>
                    <a:pt x="3862" y="444"/>
                  </a:lnTo>
                  <a:close/>
                </a:path>
                <a:path w="4445" h="1269">
                  <a:moveTo>
                    <a:pt x="3835" y="0"/>
                  </a:moveTo>
                  <a:lnTo>
                    <a:pt x="25" y="0"/>
                  </a:lnTo>
                  <a:lnTo>
                    <a:pt x="0" y="444"/>
                  </a:lnTo>
                  <a:lnTo>
                    <a:pt x="3862" y="444"/>
                  </a:lnTo>
                  <a:lnTo>
                    <a:pt x="38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1" name="object 121"/>
            <p:cNvSpPr/>
            <p:nvPr/>
          </p:nvSpPr>
          <p:spPr>
            <a:xfrm>
              <a:off x="3876000" y="1123856"/>
              <a:ext cx="16510" cy="3175"/>
            </a:xfrm>
            <a:custGeom>
              <a:avLst/>
              <a:gdLst/>
              <a:ahLst/>
              <a:cxnLst/>
              <a:rect l="l" t="t" r="r" b="b"/>
              <a:pathLst>
                <a:path w="16510" h="3175">
                  <a:moveTo>
                    <a:pt x="825" y="0"/>
                  </a:moveTo>
                  <a:lnTo>
                    <a:pt x="0" y="1701"/>
                  </a:lnTo>
                  <a:lnTo>
                    <a:pt x="3111" y="1790"/>
                  </a:lnTo>
                  <a:lnTo>
                    <a:pt x="6870" y="1384"/>
                  </a:lnTo>
                  <a:lnTo>
                    <a:pt x="8762" y="2349"/>
                  </a:lnTo>
                  <a:lnTo>
                    <a:pt x="10744" y="990"/>
                  </a:lnTo>
                  <a:lnTo>
                    <a:pt x="13627" y="2819"/>
                  </a:lnTo>
                  <a:lnTo>
                    <a:pt x="16192" y="2197"/>
                  </a:lnTo>
                  <a:lnTo>
                    <a:pt x="14516" y="444"/>
                  </a:lnTo>
                  <a:lnTo>
                    <a:pt x="9817" y="800"/>
                  </a:lnTo>
                  <a:lnTo>
                    <a:pt x="4152" y="952"/>
                  </a:lnTo>
                  <a:lnTo>
                    <a:pt x="82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2" name="object 122"/>
            <p:cNvSpPr/>
            <p:nvPr/>
          </p:nvSpPr>
          <p:spPr>
            <a:xfrm>
              <a:off x="3875281" y="1124234"/>
              <a:ext cx="17780" cy="2540"/>
            </a:xfrm>
            <a:custGeom>
              <a:avLst/>
              <a:gdLst/>
              <a:ahLst/>
              <a:cxnLst/>
              <a:rect l="l" t="t" r="r" b="b"/>
              <a:pathLst>
                <a:path w="17779" h="2540">
                  <a:moveTo>
                    <a:pt x="10433" y="1828"/>
                  </a:moveTo>
                  <a:lnTo>
                    <a:pt x="8294" y="1828"/>
                  </a:lnTo>
                  <a:lnTo>
                    <a:pt x="9504" y="2463"/>
                  </a:lnTo>
                  <a:lnTo>
                    <a:pt x="10433" y="1828"/>
                  </a:lnTo>
                  <a:close/>
                </a:path>
                <a:path w="17779" h="2540">
                  <a:moveTo>
                    <a:pt x="13364" y="0"/>
                  </a:moveTo>
                  <a:lnTo>
                    <a:pt x="894" y="0"/>
                  </a:lnTo>
                  <a:lnTo>
                    <a:pt x="0" y="1828"/>
                  </a:lnTo>
                  <a:lnTo>
                    <a:pt x="11904" y="1828"/>
                  </a:lnTo>
                  <a:lnTo>
                    <a:pt x="14622" y="2298"/>
                  </a:lnTo>
                  <a:lnTo>
                    <a:pt x="15956" y="2463"/>
                  </a:lnTo>
                  <a:lnTo>
                    <a:pt x="17734" y="2032"/>
                  </a:lnTo>
                  <a:lnTo>
                    <a:pt x="17264" y="1562"/>
                  </a:lnTo>
                  <a:lnTo>
                    <a:pt x="9515" y="1562"/>
                  </a:lnTo>
                  <a:lnTo>
                    <a:pt x="8043" y="914"/>
                  </a:lnTo>
                  <a:lnTo>
                    <a:pt x="16656" y="914"/>
                  </a:lnTo>
                  <a:lnTo>
                    <a:pt x="15943" y="152"/>
                  </a:lnTo>
                  <a:lnTo>
                    <a:pt x="13364" y="0"/>
                  </a:lnTo>
                  <a:close/>
                </a:path>
                <a:path w="17779" h="2540">
                  <a:moveTo>
                    <a:pt x="14483" y="914"/>
                  </a:moveTo>
                  <a:lnTo>
                    <a:pt x="11244" y="914"/>
                  </a:lnTo>
                  <a:lnTo>
                    <a:pt x="9974" y="1219"/>
                  </a:lnTo>
                  <a:lnTo>
                    <a:pt x="9360" y="1562"/>
                  </a:lnTo>
                  <a:lnTo>
                    <a:pt x="15054" y="1562"/>
                  </a:lnTo>
                  <a:lnTo>
                    <a:pt x="13031" y="1219"/>
                  </a:lnTo>
                  <a:lnTo>
                    <a:pt x="15123" y="1219"/>
                  </a:lnTo>
                  <a:lnTo>
                    <a:pt x="14483" y="914"/>
                  </a:lnTo>
                  <a:close/>
                </a:path>
                <a:path w="17779" h="2540">
                  <a:moveTo>
                    <a:pt x="16941" y="1219"/>
                  </a:moveTo>
                  <a:lnTo>
                    <a:pt x="15123" y="1219"/>
                  </a:lnTo>
                  <a:lnTo>
                    <a:pt x="15844" y="1562"/>
                  </a:lnTo>
                  <a:lnTo>
                    <a:pt x="17261" y="1562"/>
                  </a:lnTo>
                  <a:lnTo>
                    <a:pt x="16941" y="1219"/>
                  </a:lnTo>
                  <a:close/>
                </a:path>
                <a:path w="17779" h="2540">
                  <a:moveTo>
                    <a:pt x="11244" y="914"/>
                  </a:moveTo>
                  <a:lnTo>
                    <a:pt x="9792" y="914"/>
                  </a:lnTo>
                  <a:lnTo>
                    <a:pt x="13237" y="1219"/>
                  </a:lnTo>
                  <a:lnTo>
                    <a:pt x="9974" y="1219"/>
                  </a:lnTo>
                  <a:lnTo>
                    <a:pt x="11244" y="9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3" name="object 123"/>
            <p:cNvSpPr/>
            <p:nvPr/>
          </p:nvSpPr>
          <p:spPr>
            <a:xfrm>
              <a:off x="3773123" y="1103052"/>
              <a:ext cx="184150" cy="212090"/>
            </a:xfrm>
            <a:custGeom>
              <a:avLst/>
              <a:gdLst/>
              <a:ahLst/>
              <a:cxnLst/>
              <a:rect l="l" t="t" r="r" b="b"/>
              <a:pathLst>
                <a:path w="184150" h="212090">
                  <a:moveTo>
                    <a:pt x="58736" y="129082"/>
                  </a:moveTo>
                  <a:lnTo>
                    <a:pt x="57315" y="129082"/>
                  </a:lnTo>
                  <a:lnTo>
                    <a:pt x="57784" y="130009"/>
                  </a:lnTo>
                  <a:lnTo>
                    <a:pt x="57042" y="130380"/>
                  </a:lnTo>
                  <a:lnTo>
                    <a:pt x="94043" y="162648"/>
                  </a:lnTo>
                  <a:lnTo>
                    <a:pt x="134882" y="180421"/>
                  </a:lnTo>
                  <a:lnTo>
                    <a:pt x="149378" y="186702"/>
                  </a:lnTo>
                  <a:lnTo>
                    <a:pt x="181800" y="209041"/>
                  </a:lnTo>
                  <a:lnTo>
                    <a:pt x="183730" y="211886"/>
                  </a:lnTo>
                  <a:lnTo>
                    <a:pt x="183730" y="208495"/>
                  </a:lnTo>
                  <a:lnTo>
                    <a:pt x="181648" y="208495"/>
                  </a:lnTo>
                  <a:lnTo>
                    <a:pt x="181648" y="205745"/>
                  </a:lnTo>
                  <a:lnTo>
                    <a:pt x="180655" y="204617"/>
                  </a:lnTo>
                  <a:lnTo>
                    <a:pt x="170440" y="196310"/>
                  </a:lnTo>
                  <a:lnTo>
                    <a:pt x="150281" y="184840"/>
                  </a:lnTo>
                  <a:lnTo>
                    <a:pt x="120055" y="173037"/>
                  </a:lnTo>
                  <a:lnTo>
                    <a:pt x="117233" y="173037"/>
                  </a:lnTo>
                  <a:lnTo>
                    <a:pt x="117547" y="172072"/>
                  </a:lnTo>
                  <a:lnTo>
                    <a:pt x="108606" y="168096"/>
                  </a:lnTo>
                  <a:lnTo>
                    <a:pt x="92763" y="159448"/>
                  </a:lnTo>
                  <a:lnTo>
                    <a:pt x="74373" y="146171"/>
                  </a:lnTo>
                  <a:lnTo>
                    <a:pt x="58736" y="129082"/>
                  </a:lnTo>
                  <a:close/>
                </a:path>
                <a:path w="184150" h="212090">
                  <a:moveTo>
                    <a:pt x="181648" y="205745"/>
                  </a:moveTo>
                  <a:lnTo>
                    <a:pt x="181648" y="208495"/>
                  </a:lnTo>
                  <a:lnTo>
                    <a:pt x="182670" y="208495"/>
                  </a:lnTo>
                  <a:lnTo>
                    <a:pt x="183553" y="207911"/>
                  </a:lnTo>
                  <a:lnTo>
                    <a:pt x="181648" y="205745"/>
                  </a:lnTo>
                  <a:close/>
                </a:path>
                <a:path w="184150" h="212090">
                  <a:moveTo>
                    <a:pt x="183743" y="1015"/>
                  </a:moveTo>
                  <a:lnTo>
                    <a:pt x="47993" y="1015"/>
                  </a:lnTo>
                  <a:lnTo>
                    <a:pt x="48996" y="1244"/>
                  </a:lnTo>
                  <a:lnTo>
                    <a:pt x="48831" y="2070"/>
                  </a:lnTo>
                  <a:lnTo>
                    <a:pt x="181648" y="2070"/>
                  </a:lnTo>
                  <a:lnTo>
                    <a:pt x="181648" y="205745"/>
                  </a:lnTo>
                  <a:lnTo>
                    <a:pt x="183565" y="207911"/>
                  </a:lnTo>
                  <a:lnTo>
                    <a:pt x="182683" y="208495"/>
                  </a:lnTo>
                  <a:lnTo>
                    <a:pt x="183743" y="208495"/>
                  </a:lnTo>
                  <a:lnTo>
                    <a:pt x="183743" y="1015"/>
                  </a:lnTo>
                  <a:close/>
                </a:path>
                <a:path w="184150" h="212090">
                  <a:moveTo>
                    <a:pt x="117583" y="172072"/>
                  </a:moveTo>
                  <a:lnTo>
                    <a:pt x="117233" y="173037"/>
                  </a:lnTo>
                  <a:lnTo>
                    <a:pt x="120055" y="173037"/>
                  </a:lnTo>
                  <a:lnTo>
                    <a:pt x="117583" y="172072"/>
                  </a:lnTo>
                  <a:close/>
                </a:path>
                <a:path w="184150" h="212090">
                  <a:moveTo>
                    <a:pt x="183743" y="0"/>
                  </a:moveTo>
                  <a:lnTo>
                    <a:pt x="47142" y="0"/>
                  </a:lnTo>
                  <a:lnTo>
                    <a:pt x="46075" y="5397"/>
                  </a:lnTo>
                  <a:lnTo>
                    <a:pt x="42697" y="13309"/>
                  </a:lnTo>
                  <a:lnTo>
                    <a:pt x="20209" y="55316"/>
                  </a:lnTo>
                  <a:lnTo>
                    <a:pt x="4368" y="81940"/>
                  </a:lnTo>
                  <a:lnTo>
                    <a:pt x="3149" y="83972"/>
                  </a:lnTo>
                  <a:lnTo>
                    <a:pt x="0" y="89052"/>
                  </a:lnTo>
                  <a:lnTo>
                    <a:pt x="41668" y="138061"/>
                  </a:lnTo>
                  <a:lnTo>
                    <a:pt x="46803" y="135496"/>
                  </a:lnTo>
                  <a:lnTo>
                    <a:pt x="42202" y="135496"/>
                  </a:lnTo>
                  <a:lnTo>
                    <a:pt x="3083" y="89509"/>
                  </a:lnTo>
                  <a:lnTo>
                    <a:pt x="2158" y="89509"/>
                  </a:lnTo>
                  <a:lnTo>
                    <a:pt x="1425" y="89052"/>
                  </a:lnTo>
                  <a:lnTo>
                    <a:pt x="1178" y="89052"/>
                  </a:lnTo>
                  <a:lnTo>
                    <a:pt x="2057" y="88303"/>
                  </a:lnTo>
                  <a:lnTo>
                    <a:pt x="2908" y="88303"/>
                  </a:lnTo>
                  <a:lnTo>
                    <a:pt x="8523" y="79269"/>
                  </a:lnTo>
                  <a:lnTo>
                    <a:pt x="28290" y="45297"/>
                  </a:lnTo>
                  <a:lnTo>
                    <a:pt x="47993" y="6261"/>
                  </a:lnTo>
                  <a:lnTo>
                    <a:pt x="48831" y="2070"/>
                  </a:lnTo>
                  <a:lnTo>
                    <a:pt x="47993" y="2070"/>
                  </a:lnTo>
                  <a:lnTo>
                    <a:pt x="47993" y="1015"/>
                  </a:lnTo>
                  <a:lnTo>
                    <a:pt x="183743" y="1015"/>
                  </a:lnTo>
                  <a:lnTo>
                    <a:pt x="183743" y="0"/>
                  </a:lnTo>
                  <a:close/>
                </a:path>
                <a:path w="184150" h="212090">
                  <a:moveTo>
                    <a:pt x="57670" y="127749"/>
                  </a:moveTo>
                  <a:lnTo>
                    <a:pt x="42202" y="135496"/>
                  </a:lnTo>
                  <a:lnTo>
                    <a:pt x="46803" y="135496"/>
                  </a:lnTo>
                  <a:lnTo>
                    <a:pt x="57042" y="130380"/>
                  </a:lnTo>
                  <a:lnTo>
                    <a:pt x="56464" y="129666"/>
                  </a:lnTo>
                  <a:lnTo>
                    <a:pt x="57315" y="129082"/>
                  </a:lnTo>
                  <a:lnTo>
                    <a:pt x="58736" y="129082"/>
                  </a:lnTo>
                  <a:lnTo>
                    <a:pt x="58178" y="128473"/>
                  </a:lnTo>
                  <a:lnTo>
                    <a:pt x="57670" y="127749"/>
                  </a:lnTo>
                  <a:close/>
                </a:path>
                <a:path w="184150" h="212090">
                  <a:moveTo>
                    <a:pt x="57315" y="129082"/>
                  </a:moveTo>
                  <a:lnTo>
                    <a:pt x="56464" y="129666"/>
                  </a:lnTo>
                  <a:lnTo>
                    <a:pt x="57042" y="130380"/>
                  </a:lnTo>
                  <a:lnTo>
                    <a:pt x="57784" y="130009"/>
                  </a:lnTo>
                  <a:lnTo>
                    <a:pt x="57315" y="129082"/>
                  </a:lnTo>
                  <a:close/>
                </a:path>
                <a:path w="184150" h="212090">
                  <a:moveTo>
                    <a:pt x="2908" y="88303"/>
                  </a:moveTo>
                  <a:lnTo>
                    <a:pt x="2057" y="88303"/>
                  </a:lnTo>
                  <a:lnTo>
                    <a:pt x="2694" y="89052"/>
                  </a:lnTo>
                  <a:lnTo>
                    <a:pt x="1425" y="89052"/>
                  </a:lnTo>
                  <a:lnTo>
                    <a:pt x="2158" y="89509"/>
                  </a:lnTo>
                  <a:lnTo>
                    <a:pt x="2908" y="88303"/>
                  </a:lnTo>
                  <a:close/>
                </a:path>
                <a:path w="184150" h="212090">
                  <a:moveTo>
                    <a:pt x="2057" y="88303"/>
                  </a:moveTo>
                  <a:lnTo>
                    <a:pt x="1178" y="89052"/>
                  </a:lnTo>
                  <a:lnTo>
                    <a:pt x="2443" y="89052"/>
                  </a:lnTo>
                  <a:lnTo>
                    <a:pt x="2158" y="89509"/>
                  </a:lnTo>
                  <a:lnTo>
                    <a:pt x="3083" y="89509"/>
                  </a:lnTo>
                  <a:lnTo>
                    <a:pt x="2057" y="88303"/>
                  </a:lnTo>
                  <a:close/>
                </a:path>
                <a:path w="184150" h="212090">
                  <a:moveTo>
                    <a:pt x="47993" y="1015"/>
                  </a:moveTo>
                  <a:lnTo>
                    <a:pt x="47993" y="2070"/>
                  </a:lnTo>
                  <a:lnTo>
                    <a:pt x="48831" y="2070"/>
                  </a:lnTo>
                  <a:lnTo>
                    <a:pt x="48996" y="1244"/>
                  </a:lnTo>
                  <a:lnTo>
                    <a:pt x="47993" y="1015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4" name="object 124"/>
            <p:cNvSpPr/>
            <p:nvPr/>
          </p:nvSpPr>
          <p:spPr>
            <a:xfrm>
              <a:off x="3789680" y="949388"/>
              <a:ext cx="338455" cy="13335"/>
            </a:xfrm>
            <a:custGeom>
              <a:avLst/>
              <a:gdLst/>
              <a:ahLst/>
              <a:cxnLst/>
              <a:rect l="l" t="t" r="r" b="b"/>
              <a:pathLst>
                <a:path w="338454" h="13334">
                  <a:moveTo>
                    <a:pt x="3098" y="5524"/>
                  </a:moveTo>
                  <a:lnTo>
                    <a:pt x="2921" y="5524"/>
                  </a:lnTo>
                  <a:lnTo>
                    <a:pt x="0" y="10363"/>
                  </a:lnTo>
                  <a:lnTo>
                    <a:pt x="3098" y="5524"/>
                  </a:lnTo>
                  <a:close/>
                </a:path>
                <a:path w="338454" h="13334">
                  <a:moveTo>
                    <a:pt x="14719" y="6769"/>
                  </a:moveTo>
                  <a:lnTo>
                    <a:pt x="12471" y="1028"/>
                  </a:lnTo>
                  <a:lnTo>
                    <a:pt x="6654" y="1892"/>
                  </a:lnTo>
                  <a:lnTo>
                    <a:pt x="3441" y="4991"/>
                  </a:lnTo>
                  <a:lnTo>
                    <a:pt x="3098" y="5524"/>
                  </a:lnTo>
                  <a:lnTo>
                    <a:pt x="14719" y="6769"/>
                  </a:lnTo>
                  <a:close/>
                </a:path>
                <a:path w="338454" h="13334">
                  <a:moveTo>
                    <a:pt x="337934" y="7632"/>
                  </a:moveTo>
                  <a:lnTo>
                    <a:pt x="336232" y="4876"/>
                  </a:lnTo>
                  <a:lnTo>
                    <a:pt x="327063" y="0"/>
                  </a:lnTo>
                  <a:lnTo>
                    <a:pt x="323811" y="3378"/>
                  </a:lnTo>
                  <a:lnTo>
                    <a:pt x="334911" y="4381"/>
                  </a:lnTo>
                  <a:lnTo>
                    <a:pt x="337820" y="12712"/>
                  </a:lnTo>
                  <a:lnTo>
                    <a:pt x="337934" y="76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5" name="object 125"/>
            <p:cNvSpPr/>
            <p:nvPr/>
          </p:nvSpPr>
          <p:spPr>
            <a:xfrm>
              <a:off x="3816845" y="1269098"/>
              <a:ext cx="295910" cy="76835"/>
            </a:xfrm>
            <a:custGeom>
              <a:avLst/>
              <a:gdLst/>
              <a:ahLst/>
              <a:cxnLst/>
              <a:rect l="l" t="t" r="r" b="b"/>
              <a:pathLst>
                <a:path w="295910" h="76834">
                  <a:moveTo>
                    <a:pt x="55448" y="36842"/>
                  </a:moveTo>
                  <a:lnTo>
                    <a:pt x="55232" y="36715"/>
                  </a:lnTo>
                  <a:lnTo>
                    <a:pt x="55156" y="36842"/>
                  </a:lnTo>
                  <a:lnTo>
                    <a:pt x="55448" y="36842"/>
                  </a:lnTo>
                  <a:close/>
                </a:path>
                <a:path w="295910" h="76834">
                  <a:moveTo>
                    <a:pt x="57238" y="36842"/>
                  </a:moveTo>
                  <a:lnTo>
                    <a:pt x="55448" y="36842"/>
                  </a:lnTo>
                  <a:lnTo>
                    <a:pt x="56794" y="37630"/>
                  </a:lnTo>
                  <a:lnTo>
                    <a:pt x="57238" y="36842"/>
                  </a:lnTo>
                  <a:close/>
                </a:path>
                <a:path w="295910" h="76834">
                  <a:moveTo>
                    <a:pt x="57746" y="35941"/>
                  </a:moveTo>
                  <a:lnTo>
                    <a:pt x="52971" y="33172"/>
                  </a:lnTo>
                  <a:lnTo>
                    <a:pt x="45834" y="29032"/>
                  </a:lnTo>
                  <a:lnTo>
                    <a:pt x="45681" y="28943"/>
                  </a:lnTo>
                  <a:lnTo>
                    <a:pt x="36245" y="22885"/>
                  </a:lnTo>
                  <a:lnTo>
                    <a:pt x="25438" y="15240"/>
                  </a:lnTo>
                  <a:lnTo>
                    <a:pt x="20561" y="11468"/>
                  </a:lnTo>
                  <a:lnTo>
                    <a:pt x="8369" y="1409"/>
                  </a:lnTo>
                  <a:lnTo>
                    <a:pt x="7124" y="2895"/>
                  </a:lnTo>
                  <a:lnTo>
                    <a:pt x="16395" y="10655"/>
                  </a:lnTo>
                  <a:lnTo>
                    <a:pt x="15100" y="12217"/>
                  </a:lnTo>
                  <a:lnTo>
                    <a:pt x="14173" y="12001"/>
                  </a:lnTo>
                  <a:lnTo>
                    <a:pt x="13322" y="11544"/>
                  </a:lnTo>
                  <a:lnTo>
                    <a:pt x="12509" y="10820"/>
                  </a:lnTo>
                  <a:lnTo>
                    <a:pt x="9385" y="7886"/>
                  </a:lnTo>
                  <a:lnTo>
                    <a:pt x="7670" y="6743"/>
                  </a:lnTo>
                  <a:lnTo>
                    <a:pt x="6858" y="6311"/>
                  </a:lnTo>
                  <a:lnTo>
                    <a:pt x="5626" y="6083"/>
                  </a:lnTo>
                  <a:lnTo>
                    <a:pt x="5067" y="6248"/>
                  </a:lnTo>
                  <a:lnTo>
                    <a:pt x="4254" y="7251"/>
                  </a:lnTo>
                  <a:lnTo>
                    <a:pt x="4013" y="7708"/>
                  </a:lnTo>
                  <a:lnTo>
                    <a:pt x="3898" y="9321"/>
                  </a:lnTo>
                  <a:lnTo>
                    <a:pt x="4076" y="11137"/>
                  </a:lnTo>
                  <a:lnTo>
                    <a:pt x="4533" y="12217"/>
                  </a:lnTo>
                  <a:lnTo>
                    <a:pt x="5448" y="12954"/>
                  </a:lnTo>
                  <a:lnTo>
                    <a:pt x="5715" y="13081"/>
                  </a:lnTo>
                  <a:lnTo>
                    <a:pt x="6667" y="13373"/>
                  </a:lnTo>
                  <a:lnTo>
                    <a:pt x="7086" y="13563"/>
                  </a:lnTo>
                  <a:lnTo>
                    <a:pt x="7302" y="13728"/>
                  </a:lnTo>
                  <a:lnTo>
                    <a:pt x="7708" y="14135"/>
                  </a:lnTo>
                  <a:lnTo>
                    <a:pt x="7708" y="14566"/>
                  </a:lnTo>
                  <a:lnTo>
                    <a:pt x="6883" y="15519"/>
                  </a:lnTo>
                  <a:lnTo>
                    <a:pt x="6375" y="15735"/>
                  </a:lnTo>
                  <a:lnTo>
                    <a:pt x="5067" y="15671"/>
                  </a:lnTo>
                  <a:lnTo>
                    <a:pt x="4470" y="15455"/>
                  </a:lnTo>
                  <a:lnTo>
                    <a:pt x="3962" y="15011"/>
                  </a:lnTo>
                  <a:lnTo>
                    <a:pt x="3683" y="13563"/>
                  </a:lnTo>
                  <a:lnTo>
                    <a:pt x="3517" y="12954"/>
                  </a:lnTo>
                  <a:lnTo>
                    <a:pt x="3251" y="12547"/>
                  </a:lnTo>
                  <a:lnTo>
                    <a:pt x="2628" y="12090"/>
                  </a:lnTo>
                  <a:lnTo>
                    <a:pt x="2235" y="11950"/>
                  </a:lnTo>
                  <a:lnTo>
                    <a:pt x="1739" y="11925"/>
                  </a:lnTo>
                  <a:lnTo>
                    <a:pt x="1231" y="12039"/>
                  </a:lnTo>
                  <a:lnTo>
                    <a:pt x="863" y="12268"/>
                  </a:lnTo>
                  <a:lnTo>
                    <a:pt x="152" y="13081"/>
                  </a:lnTo>
                  <a:lnTo>
                    <a:pt x="0" y="13716"/>
                  </a:lnTo>
                  <a:lnTo>
                    <a:pt x="304" y="15151"/>
                  </a:lnTo>
                  <a:lnTo>
                    <a:pt x="736" y="15798"/>
                  </a:lnTo>
                  <a:lnTo>
                    <a:pt x="1879" y="16776"/>
                  </a:lnTo>
                  <a:lnTo>
                    <a:pt x="2298" y="17018"/>
                  </a:lnTo>
                  <a:lnTo>
                    <a:pt x="2336" y="17995"/>
                  </a:lnTo>
                  <a:lnTo>
                    <a:pt x="2273" y="19062"/>
                  </a:lnTo>
                  <a:lnTo>
                    <a:pt x="2057" y="21056"/>
                  </a:lnTo>
                  <a:lnTo>
                    <a:pt x="2082" y="21259"/>
                  </a:lnTo>
                  <a:lnTo>
                    <a:pt x="2324" y="21958"/>
                  </a:lnTo>
                  <a:lnTo>
                    <a:pt x="2590" y="22415"/>
                  </a:lnTo>
                  <a:lnTo>
                    <a:pt x="3340" y="22974"/>
                  </a:lnTo>
                  <a:lnTo>
                    <a:pt x="3708" y="22987"/>
                  </a:lnTo>
                  <a:lnTo>
                    <a:pt x="4178" y="22440"/>
                  </a:lnTo>
                  <a:lnTo>
                    <a:pt x="4178" y="22047"/>
                  </a:lnTo>
                  <a:lnTo>
                    <a:pt x="3975" y="21450"/>
                  </a:lnTo>
                  <a:lnTo>
                    <a:pt x="3810" y="20637"/>
                  </a:lnTo>
                  <a:lnTo>
                    <a:pt x="3644" y="19519"/>
                  </a:lnTo>
                  <a:lnTo>
                    <a:pt x="3657" y="17970"/>
                  </a:lnTo>
                  <a:lnTo>
                    <a:pt x="3733" y="17602"/>
                  </a:lnTo>
                  <a:lnTo>
                    <a:pt x="5613" y="18224"/>
                  </a:lnTo>
                  <a:lnTo>
                    <a:pt x="6997" y="17995"/>
                  </a:lnTo>
                  <a:lnTo>
                    <a:pt x="8496" y="16129"/>
                  </a:lnTo>
                  <a:lnTo>
                    <a:pt x="8699" y="15176"/>
                  </a:lnTo>
                  <a:lnTo>
                    <a:pt x="8255" y="12903"/>
                  </a:lnTo>
                  <a:lnTo>
                    <a:pt x="7835" y="12103"/>
                  </a:lnTo>
                  <a:lnTo>
                    <a:pt x="7048" y="11442"/>
                  </a:lnTo>
                  <a:lnTo>
                    <a:pt x="5842" y="10795"/>
                  </a:lnTo>
                  <a:lnTo>
                    <a:pt x="5168" y="10312"/>
                  </a:lnTo>
                  <a:lnTo>
                    <a:pt x="4813" y="9867"/>
                  </a:lnTo>
                  <a:lnTo>
                    <a:pt x="4787" y="9461"/>
                  </a:lnTo>
                  <a:lnTo>
                    <a:pt x="5321" y="8839"/>
                  </a:lnTo>
                  <a:lnTo>
                    <a:pt x="5600" y="8674"/>
                  </a:lnTo>
                  <a:lnTo>
                    <a:pt x="6350" y="8445"/>
                  </a:lnTo>
                  <a:lnTo>
                    <a:pt x="6756" y="8559"/>
                  </a:lnTo>
                  <a:lnTo>
                    <a:pt x="7874" y="9436"/>
                  </a:lnTo>
                  <a:lnTo>
                    <a:pt x="9791" y="11074"/>
                  </a:lnTo>
                  <a:lnTo>
                    <a:pt x="11950" y="12763"/>
                  </a:lnTo>
                  <a:lnTo>
                    <a:pt x="12585" y="13220"/>
                  </a:lnTo>
                  <a:lnTo>
                    <a:pt x="13169" y="13563"/>
                  </a:lnTo>
                  <a:lnTo>
                    <a:pt x="13754" y="13728"/>
                  </a:lnTo>
                  <a:lnTo>
                    <a:pt x="8432" y="20218"/>
                  </a:lnTo>
                  <a:lnTo>
                    <a:pt x="8166" y="20701"/>
                  </a:lnTo>
                  <a:lnTo>
                    <a:pt x="8064" y="21170"/>
                  </a:lnTo>
                  <a:lnTo>
                    <a:pt x="8445" y="22885"/>
                  </a:lnTo>
                  <a:lnTo>
                    <a:pt x="8585" y="22948"/>
                  </a:lnTo>
                  <a:lnTo>
                    <a:pt x="8813" y="22758"/>
                  </a:lnTo>
                  <a:lnTo>
                    <a:pt x="17907" y="11899"/>
                  </a:lnTo>
                  <a:lnTo>
                    <a:pt x="19431" y="13195"/>
                  </a:lnTo>
                  <a:lnTo>
                    <a:pt x="20967" y="14198"/>
                  </a:lnTo>
                  <a:lnTo>
                    <a:pt x="13436" y="24066"/>
                  </a:lnTo>
                  <a:lnTo>
                    <a:pt x="13322" y="24320"/>
                  </a:lnTo>
                  <a:lnTo>
                    <a:pt x="13271" y="24549"/>
                  </a:lnTo>
                  <a:lnTo>
                    <a:pt x="13817" y="26987"/>
                  </a:lnTo>
                  <a:lnTo>
                    <a:pt x="13944" y="27025"/>
                  </a:lnTo>
                  <a:lnTo>
                    <a:pt x="14097" y="26898"/>
                  </a:lnTo>
                  <a:lnTo>
                    <a:pt x="22644" y="15494"/>
                  </a:lnTo>
                  <a:lnTo>
                    <a:pt x="24142" y="16649"/>
                  </a:lnTo>
                  <a:lnTo>
                    <a:pt x="31991" y="22237"/>
                  </a:lnTo>
                  <a:lnTo>
                    <a:pt x="29438" y="25819"/>
                  </a:lnTo>
                  <a:lnTo>
                    <a:pt x="22656" y="20980"/>
                  </a:lnTo>
                  <a:lnTo>
                    <a:pt x="21348" y="20955"/>
                  </a:lnTo>
                  <a:lnTo>
                    <a:pt x="20472" y="22148"/>
                  </a:lnTo>
                  <a:lnTo>
                    <a:pt x="19926" y="22961"/>
                  </a:lnTo>
                  <a:lnTo>
                    <a:pt x="19761" y="23888"/>
                  </a:lnTo>
                  <a:lnTo>
                    <a:pt x="20345" y="26631"/>
                  </a:lnTo>
                  <a:lnTo>
                    <a:pt x="20637" y="27076"/>
                  </a:lnTo>
                  <a:lnTo>
                    <a:pt x="21069" y="27393"/>
                  </a:lnTo>
                  <a:lnTo>
                    <a:pt x="21755" y="27724"/>
                  </a:lnTo>
                  <a:lnTo>
                    <a:pt x="22021" y="27787"/>
                  </a:lnTo>
                  <a:lnTo>
                    <a:pt x="22288" y="27597"/>
                  </a:lnTo>
                  <a:lnTo>
                    <a:pt x="22783" y="26898"/>
                  </a:lnTo>
                  <a:lnTo>
                    <a:pt x="23037" y="26339"/>
                  </a:lnTo>
                  <a:lnTo>
                    <a:pt x="23368" y="25476"/>
                  </a:lnTo>
                  <a:lnTo>
                    <a:pt x="23418" y="25247"/>
                  </a:lnTo>
                  <a:lnTo>
                    <a:pt x="23672" y="25057"/>
                  </a:lnTo>
                  <a:lnTo>
                    <a:pt x="23863" y="24968"/>
                  </a:lnTo>
                  <a:lnTo>
                    <a:pt x="24333" y="24942"/>
                  </a:lnTo>
                  <a:lnTo>
                    <a:pt x="24638" y="25006"/>
                  </a:lnTo>
                  <a:lnTo>
                    <a:pt x="28028" y="27419"/>
                  </a:lnTo>
                  <a:lnTo>
                    <a:pt x="24777" y="31953"/>
                  </a:lnTo>
                  <a:lnTo>
                    <a:pt x="24663" y="32245"/>
                  </a:lnTo>
                  <a:lnTo>
                    <a:pt x="24625" y="32512"/>
                  </a:lnTo>
                  <a:lnTo>
                    <a:pt x="24904" y="34594"/>
                  </a:lnTo>
                  <a:lnTo>
                    <a:pt x="25031" y="35090"/>
                  </a:lnTo>
                  <a:lnTo>
                    <a:pt x="25374" y="35306"/>
                  </a:lnTo>
                  <a:lnTo>
                    <a:pt x="25641" y="35128"/>
                  </a:lnTo>
                  <a:lnTo>
                    <a:pt x="33731" y="23520"/>
                  </a:lnTo>
                  <a:lnTo>
                    <a:pt x="35140" y="24498"/>
                  </a:lnTo>
                  <a:lnTo>
                    <a:pt x="37934" y="26238"/>
                  </a:lnTo>
                  <a:lnTo>
                    <a:pt x="36296" y="28829"/>
                  </a:lnTo>
                  <a:lnTo>
                    <a:pt x="36156" y="28981"/>
                  </a:lnTo>
                  <a:lnTo>
                    <a:pt x="35737" y="29286"/>
                  </a:lnTo>
                  <a:lnTo>
                    <a:pt x="35318" y="29502"/>
                  </a:lnTo>
                  <a:lnTo>
                    <a:pt x="35001" y="29540"/>
                  </a:lnTo>
                  <a:lnTo>
                    <a:pt x="34772" y="29413"/>
                  </a:lnTo>
                  <a:lnTo>
                    <a:pt x="34429" y="28879"/>
                  </a:lnTo>
                  <a:lnTo>
                    <a:pt x="34302" y="28752"/>
                  </a:lnTo>
                  <a:lnTo>
                    <a:pt x="34023" y="28321"/>
                  </a:lnTo>
                  <a:lnTo>
                    <a:pt x="33820" y="28067"/>
                  </a:lnTo>
                  <a:lnTo>
                    <a:pt x="33210" y="27686"/>
                  </a:lnTo>
                  <a:lnTo>
                    <a:pt x="32727" y="27889"/>
                  </a:lnTo>
                  <a:lnTo>
                    <a:pt x="31648" y="29667"/>
                  </a:lnTo>
                  <a:lnTo>
                    <a:pt x="31496" y="31254"/>
                  </a:lnTo>
                  <a:lnTo>
                    <a:pt x="32143" y="37338"/>
                  </a:lnTo>
                  <a:lnTo>
                    <a:pt x="32385" y="38392"/>
                  </a:lnTo>
                  <a:lnTo>
                    <a:pt x="32905" y="40119"/>
                  </a:lnTo>
                  <a:lnTo>
                    <a:pt x="33108" y="40436"/>
                  </a:lnTo>
                  <a:lnTo>
                    <a:pt x="33604" y="40728"/>
                  </a:lnTo>
                  <a:lnTo>
                    <a:pt x="33769" y="40728"/>
                  </a:lnTo>
                  <a:lnTo>
                    <a:pt x="33896" y="40538"/>
                  </a:lnTo>
                  <a:lnTo>
                    <a:pt x="34163" y="39928"/>
                  </a:lnTo>
                  <a:lnTo>
                    <a:pt x="34124" y="39128"/>
                  </a:lnTo>
                  <a:lnTo>
                    <a:pt x="33121" y="36423"/>
                  </a:lnTo>
                  <a:lnTo>
                    <a:pt x="32854" y="35255"/>
                  </a:lnTo>
                  <a:lnTo>
                    <a:pt x="32842" y="34493"/>
                  </a:lnTo>
                  <a:lnTo>
                    <a:pt x="33058" y="34137"/>
                  </a:lnTo>
                  <a:lnTo>
                    <a:pt x="33337" y="33858"/>
                  </a:lnTo>
                  <a:lnTo>
                    <a:pt x="35687" y="32537"/>
                  </a:lnTo>
                  <a:lnTo>
                    <a:pt x="36156" y="32219"/>
                  </a:lnTo>
                  <a:lnTo>
                    <a:pt x="36626" y="32588"/>
                  </a:lnTo>
                  <a:lnTo>
                    <a:pt x="36741" y="32740"/>
                  </a:lnTo>
                  <a:lnTo>
                    <a:pt x="36842" y="32943"/>
                  </a:lnTo>
                  <a:lnTo>
                    <a:pt x="36893" y="33210"/>
                  </a:lnTo>
                  <a:lnTo>
                    <a:pt x="37211" y="34353"/>
                  </a:lnTo>
                  <a:lnTo>
                    <a:pt x="40881" y="36804"/>
                  </a:lnTo>
                  <a:lnTo>
                    <a:pt x="42202" y="34671"/>
                  </a:lnTo>
                  <a:lnTo>
                    <a:pt x="41325" y="34658"/>
                  </a:lnTo>
                  <a:lnTo>
                    <a:pt x="40309" y="34290"/>
                  </a:lnTo>
                  <a:lnTo>
                    <a:pt x="37693" y="32537"/>
                  </a:lnTo>
                  <a:lnTo>
                    <a:pt x="37223" y="32258"/>
                  </a:lnTo>
                  <a:lnTo>
                    <a:pt x="36969" y="31965"/>
                  </a:lnTo>
                  <a:lnTo>
                    <a:pt x="36880" y="31661"/>
                  </a:lnTo>
                  <a:lnTo>
                    <a:pt x="39649" y="27368"/>
                  </a:lnTo>
                  <a:lnTo>
                    <a:pt x="44691" y="30607"/>
                  </a:lnTo>
                  <a:lnTo>
                    <a:pt x="48056" y="32537"/>
                  </a:lnTo>
                  <a:lnTo>
                    <a:pt x="47993" y="33477"/>
                  </a:lnTo>
                  <a:lnTo>
                    <a:pt x="47358" y="34480"/>
                  </a:lnTo>
                  <a:lnTo>
                    <a:pt x="47256" y="34632"/>
                  </a:lnTo>
                  <a:lnTo>
                    <a:pt x="46596" y="35102"/>
                  </a:lnTo>
                  <a:lnTo>
                    <a:pt x="45326" y="35102"/>
                  </a:lnTo>
                  <a:lnTo>
                    <a:pt x="44183" y="34480"/>
                  </a:lnTo>
                  <a:lnTo>
                    <a:pt x="43383" y="34074"/>
                  </a:lnTo>
                  <a:lnTo>
                    <a:pt x="42989" y="34074"/>
                  </a:lnTo>
                  <a:lnTo>
                    <a:pt x="43078" y="38950"/>
                  </a:lnTo>
                  <a:lnTo>
                    <a:pt x="43205" y="39573"/>
                  </a:lnTo>
                  <a:lnTo>
                    <a:pt x="43243" y="39801"/>
                  </a:lnTo>
                  <a:lnTo>
                    <a:pt x="44030" y="41465"/>
                  </a:lnTo>
                  <a:lnTo>
                    <a:pt x="44665" y="42189"/>
                  </a:lnTo>
                  <a:lnTo>
                    <a:pt x="45516" y="42646"/>
                  </a:lnTo>
                  <a:lnTo>
                    <a:pt x="46837" y="43434"/>
                  </a:lnTo>
                  <a:lnTo>
                    <a:pt x="48348" y="43434"/>
                  </a:lnTo>
                  <a:lnTo>
                    <a:pt x="48348" y="43802"/>
                  </a:lnTo>
                  <a:lnTo>
                    <a:pt x="47332" y="45415"/>
                  </a:lnTo>
                  <a:lnTo>
                    <a:pt x="47028" y="46101"/>
                  </a:lnTo>
                  <a:lnTo>
                    <a:pt x="47066" y="46812"/>
                  </a:lnTo>
                  <a:lnTo>
                    <a:pt x="47548" y="48641"/>
                  </a:lnTo>
                  <a:lnTo>
                    <a:pt x="47726" y="49022"/>
                  </a:lnTo>
                  <a:lnTo>
                    <a:pt x="47891" y="49237"/>
                  </a:lnTo>
                  <a:lnTo>
                    <a:pt x="48107" y="49022"/>
                  </a:lnTo>
                  <a:lnTo>
                    <a:pt x="52832" y="40868"/>
                  </a:lnTo>
                  <a:lnTo>
                    <a:pt x="55156" y="36842"/>
                  </a:lnTo>
                  <a:lnTo>
                    <a:pt x="52514" y="36842"/>
                  </a:lnTo>
                  <a:lnTo>
                    <a:pt x="50368" y="40411"/>
                  </a:lnTo>
                  <a:lnTo>
                    <a:pt x="49542" y="40868"/>
                  </a:lnTo>
                  <a:lnTo>
                    <a:pt x="46532" y="40868"/>
                  </a:lnTo>
                  <a:lnTo>
                    <a:pt x="44996" y="39992"/>
                  </a:lnTo>
                  <a:lnTo>
                    <a:pt x="44589" y="39573"/>
                  </a:lnTo>
                  <a:lnTo>
                    <a:pt x="44221" y="38950"/>
                  </a:lnTo>
                  <a:lnTo>
                    <a:pt x="43776" y="38290"/>
                  </a:lnTo>
                  <a:lnTo>
                    <a:pt x="43764" y="37630"/>
                  </a:lnTo>
                  <a:lnTo>
                    <a:pt x="44005" y="37172"/>
                  </a:lnTo>
                  <a:lnTo>
                    <a:pt x="44615" y="37172"/>
                  </a:lnTo>
                  <a:lnTo>
                    <a:pt x="45859" y="37630"/>
                  </a:lnTo>
                  <a:lnTo>
                    <a:pt x="47205" y="37630"/>
                  </a:lnTo>
                  <a:lnTo>
                    <a:pt x="48666" y="34074"/>
                  </a:lnTo>
                  <a:lnTo>
                    <a:pt x="48895" y="33477"/>
                  </a:lnTo>
                  <a:lnTo>
                    <a:pt x="49072" y="33172"/>
                  </a:lnTo>
                  <a:lnTo>
                    <a:pt x="52412" y="35102"/>
                  </a:lnTo>
                  <a:lnTo>
                    <a:pt x="53225" y="35648"/>
                  </a:lnTo>
                  <a:lnTo>
                    <a:pt x="52590" y="36715"/>
                  </a:lnTo>
                  <a:lnTo>
                    <a:pt x="55232" y="36715"/>
                  </a:lnTo>
                  <a:lnTo>
                    <a:pt x="57315" y="36715"/>
                  </a:lnTo>
                  <a:lnTo>
                    <a:pt x="57746" y="35941"/>
                  </a:lnTo>
                  <a:close/>
                </a:path>
                <a:path w="295910" h="76834">
                  <a:moveTo>
                    <a:pt x="93738" y="50812"/>
                  </a:moveTo>
                  <a:lnTo>
                    <a:pt x="92087" y="46431"/>
                  </a:lnTo>
                  <a:lnTo>
                    <a:pt x="91262" y="44742"/>
                  </a:lnTo>
                  <a:lnTo>
                    <a:pt x="91173" y="44551"/>
                  </a:lnTo>
                  <a:lnTo>
                    <a:pt x="91008" y="44361"/>
                  </a:lnTo>
                  <a:lnTo>
                    <a:pt x="90081" y="43307"/>
                  </a:lnTo>
                  <a:lnTo>
                    <a:pt x="87134" y="41897"/>
                  </a:lnTo>
                  <a:lnTo>
                    <a:pt x="85915" y="41897"/>
                  </a:lnTo>
                  <a:lnTo>
                    <a:pt x="83921" y="42672"/>
                  </a:lnTo>
                  <a:lnTo>
                    <a:pt x="83273" y="43307"/>
                  </a:lnTo>
                  <a:lnTo>
                    <a:pt x="82842" y="44361"/>
                  </a:lnTo>
                  <a:lnTo>
                    <a:pt x="82905" y="46888"/>
                  </a:lnTo>
                  <a:lnTo>
                    <a:pt x="83058" y="47345"/>
                  </a:lnTo>
                  <a:lnTo>
                    <a:pt x="82740" y="47345"/>
                  </a:lnTo>
                  <a:lnTo>
                    <a:pt x="83693" y="47675"/>
                  </a:lnTo>
                  <a:lnTo>
                    <a:pt x="83934" y="47345"/>
                  </a:lnTo>
                  <a:lnTo>
                    <a:pt x="84645" y="45720"/>
                  </a:lnTo>
                  <a:lnTo>
                    <a:pt x="85217" y="45085"/>
                  </a:lnTo>
                  <a:lnTo>
                    <a:pt x="86728" y="44361"/>
                  </a:lnTo>
                  <a:lnTo>
                    <a:pt x="87591" y="44361"/>
                  </a:lnTo>
                  <a:lnTo>
                    <a:pt x="92697" y="50939"/>
                  </a:lnTo>
                  <a:lnTo>
                    <a:pt x="92773" y="51117"/>
                  </a:lnTo>
                  <a:lnTo>
                    <a:pt x="93014" y="51638"/>
                  </a:lnTo>
                  <a:lnTo>
                    <a:pt x="93116" y="51854"/>
                  </a:lnTo>
                  <a:lnTo>
                    <a:pt x="93573" y="51854"/>
                  </a:lnTo>
                  <a:lnTo>
                    <a:pt x="93662" y="51638"/>
                  </a:lnTo>
                  <a:lnTo>
                    <a:pt x="93738" y="50812"/>
                  </a:lnTo>
                  <a:close/>
                </a:path>
                <a:path w="295910" h="76834">
                  <a:moveTo>
                    <a:pt x="93903" y="58762"/>
                  </a:moveTo>
                  <a:lnTo>
                    <a:pt x="91897" y="58762"/>
                  </a:lnTo>
                  <a:lnTo>
                    <a:pt x="92405" y="57467"/>
                  </a:lnTo>
                  <a:lnTo>
                    <a:pt x="90093" y="57467"/>
                  </a:lnTo>
                  <a:lnTo>
                    <a:pt x="90195" y="57213"/>
                  </a:lnTo>
                  <a:lnTo>
                    <a:pt x="89865" y="57213"/>
                  </a:lnTo>
                  <a:lnTo>
                    <a:pt x="89865" y="58102"/>
                  </a:lnTo>
                  <a:lnTo>
                    <a:pt x="89433" y="59182"/>
                  </a:lnTo>
                  <a:lnTo>
                    <a:pt x="89344" y="59410"/>
                  </a:lnTo>
                  <a:lnTo>
                    <a:pt x="85001" y="59410"/>
                  </a:lnTo>
                  <a:lnTo>
                    <a:pt x="86004" y="59804"/>
                  </a:lnTo>
                  <a:lnTo>
                    <a:pt x="87706" y="59804"/>
                  </a:lnTo>
                  <a:lnTo>
                    <a:pt x="86918" y="59944"/>
                  </a:lnTo>
                  <a:lnTo>
                    <a:pt x="86004" y="59804"/>
                  </a:lnTo>
                  <a:lnTo>
                    <a:pt x="84416" y="59182"/>
                  </a:lnTo>
                  <a:lnTo>
                    <a:pt x="84353" y="58470"/>
                  </a:lnTo>
                  <a:lnTo>
                    <a:pt x="84759" y="57467"/>
                  </a:lnTo>
                  <a:lnTo>
                    <a:pt x="85191" y="57035"/>
                  </a:lnTo>
                  <a:lnTo>
                    <a:pt x="86258" y="56667"/>
                  </a:lnTo>
                  <a:lnTo>
                    <a:pt x="87236" y="56667"/>
                  </a:lnTo>
                  <a:lnTo>
                    <a:pt x="88036" y="57035"/>
                  </a:lnTo>
                  <a:lnTo>
                    <a:pt x="89865" y="58102"/>
                  </a:lnTo>
                  <a:lnTo>
                    <a:pt x="89865" y="57213"/>
                  </a:lnTo>
                  <a:lnTo>
                    <a:pt x="89509" y="57213"/>
                  </a:lnTo>
                  <a:lnTo>
                    <a:pt x="89217" y="56667"/>
                  </a:lnTo>
                  <a:lnTo>
                    <a:pt x="88696" y="55676"/>
                  </a:lnTo>
                  <a:lnTo>
                    <a:pt x="88150" y="55143"/>
                  </a:lnTo>
                  <a:lnTo>
                    <a:pt x="87452" y="54864"/>
                  </a:lnTo>
                  <a:lnTo>
                    <a:pt x="86017" y="54457"/>
                  </a:lnTo>
                  <a:lnTo>
                    <a:pt x="84709" y="54305"/>
                  </a:lnTo>
                  <a:lnTo>
                    <a:pt x="83807" y="54864"/>
                  </a:lnTo>
                  <a:lnTo>
                    <a:pt x="83096" y="56667"/>
                  </a:lnTo>
                  <a:lnTo>
                    <a:pt x="83185" y="58102"/>
                  </a:lnTo>
                  <a:lnTo>
                    <a:pt x="83972" y="60490"/>
                  </a:lnTo>
                  <a:lnTo>
                    <a:pt x="84696" y="61417"/>
                  </a:lnTo>
                  <a:lnTo>
                    <a:pt x="85928" y="61899"/>
                  </a:lnTo>
                  <a:lnTo>
                    <a:pt x="88226" y="61899"/>
                  </a:lnTo>
                  <a:lnTo>
                    <a:pt x="87007" y="64935"/>
                  </a:lnTo>
                  <a:lnTo>
                    <a:pt x="87083" y="66294"/>
                  </a:lnTo>
                  <a:lnTo>
                    <a:pt x="87236" y="66573"/>
                  </a:lnTo>
                  <a:lnTo>
                    <a:pt x="87807" y="67424"/>
                  </a:lnTo>
                  <a:lnTo>
                    <a:pt x="88201" y="67881"/>
                  </a:lnTo>
                  <a:lnTo>
                    <a:pt x="88480" y="67881"/>
                  </a:lnTo>
                  <a:lnTo>
                    <a:pt x="91160" y="60909"/>
                  </a:lnTo>
                  <a:lnTo>
                    <a:pt x="91694" y="60744"/>
                  </a:lnTo>
                  <a:lnTo>
                    <a:pt x="93205" y="60744"/>
                  </a:lnTo>
                  <a:lnTo>
                    <a:pt x="93484" y="59944"/>
                  </a:lnTo>
                  <a:lnTo>
                    <a:pt x="93903" y="58762"/>
                  </a:lnTo>
                  <a:close/>
                </a:path>
                <a:path w="295910" h="76834">
                  <a:moveTo>
                    <a:pt x="108762" y="57797"/>
                  </a:moveTo>
                  <a:lnTo>
                    <a:pt x="95999" y="53390"/>
                  </a:lnTo>
                  <a:lnTo>
                    <a:pt x="89903" y="50939"/>
                  </a:lnTo>
                  <a:lnTo>
                    <a:pt x="92697" y="50939"/>
                  </a:lnTo>
                  <a:lnTo>
                    <a:pt x="89789" y="50901"/>
                  </a:lnTo>
                  <a:lnTo>
                    <a:pt x="85483" y="49199"/>
                  </a:lnTo>
                  <a:lnTo>
                    <a:pt x="80251" y="46939"/>
                  </a:lnTo>
                  <a:lnTo>
                    <a:pt x="74663" y="44411"/>
                  </a:lnTo>
                  <a:lnTo>
                    <a:pt x="64566" y="39585"/>
                  </a:lnTo>
                  <a:lnTo>
                    <a:pt x="63715" y="41313"/>
                  </a:lnTo>
                  <a:lnTo>
                    <a:pt x="67335" y="43078"/>
                  </a:lnTo>
                  <a:lnTo>
                    <a:pt x="66573" y="44627"/>
                  </a:lnTo>
                  <a:lnTo>
                    <a:pt x="63512" y="43878"/>
                  </a:lnTo>
                  <a:lnTo>
                    <a:pt x="63131" y="43865"/>
                  </a:lnTo>
                  <a:lnTo>
                    <a:pt x="62763" y="43903"/>
                  </a:lnTo>
                  <a:lnTo>
                    <a:pt x="62420" y="44081"/>
                  </a:lnTo>
                  <a:lnTo>
                    <a:pt x="62369" y="44411"/>
                  </a:lnTo>
                  <a:lnTo>
                    <a:pt x="62420" y="44754"/>
                  </a:lnTo>
                  <a:lnTo>
                    <a:pt x="62852" y="46342"/>
                  </a:lnTo>
                  <a:lnTo>
                    <a:pt x="62992" y="46583"/>
                  </a:lnTo>
                  <a:lnTo>
                    <a:pt x="63157" y="46647"/>
                  </a:lnTo>
                  <a:lnTo>
                    <a:pt x="66878" y="46990"/>
                  </a:lnTo>
                  <a:lnTo>
                    <a:pt x="67589" y="47231"/>
                  </a:lnTo>
                  <a:lnTo>
                    <a:pt x="68567" y="47713"/>
                  </a:lnTo>
                  <a:lnTo>
                    <a:pt x="68859" y="48221"/>
                  </a:lnTo>
                  <a:lnTo>
                    <a:pt x="68897" y="48729"/>
                  </a:lnTo>
                  <a:lnTo>
                    <a:pt x="68414" y="49720"/>
                  </a:lnTo>
                  <a:lnTo>
                    <a:pt x="65341" y="51371"/>
                  </a:lnTo>
                  <a:lnTo>
                    <a:pt x="65151" y="51117"/>
                  </a:lnTo>
                  <a:lnTo>
                    <a:pt x="64935" y="50749"/>
                  </a:lnTo>
                  <a:lnTo>
                    <a:pt x="64427" y="49733"/>
                  </a:lnTo>
                  <a:lnTo>
                    <a:pt x="64058" y="49364"/>
                  </a:lnTo>
                  <a:lnTo>
                    <a:pt x="63119" y="48907"/>
                  </a:lnTo>
                  <a:lnTo>
                    <a:pt x="62649" y="48856"/>
                  </a:lnTo>
                  <a:lnTo>
                    <a:pt x="61734" y="49136"/>
                  </a:lnTo>
                  <a:lnTo>
                    <a:pt x="61379" y="49466"/>
                  </a:lnTo>
                  <a:lnTo>
                    <a:pt x="61010" y="50317"/>
                  </a:lnTo>
                  <a:lnTo>
                    <a:pt x="60947" y="50634"/>
                  </a:lnTo>
                  <a:lnTo>
                    <a:pt x="60960" y="51968"/>
                  </a:lnTo>
                  <a:lnTo>
                    <a:pt x="61480" y="52743"/>
                  </a:lnTo>
                  <a:lnTo>
                    <a:pt x="62484" y="53238"/>
                  </a:lnTo>
                  <a:lnTo>
                    <a:pt x="63182" y="53530"/>
                  </a:lnTo>
                  <a:lnTo>
                    <a:pt x="63919" y="53721"/>
                  </a:lnTo>
                  <a:lnTo>
                    <a:pt x="64096" y="53809"/>
                  </a:lnTo>
                  <a:lnTo>
                    <a:pt x="64223" y="53987"/>
                  </a:lnTo>
                  <a:lnTo>
                    <a:pt x="64782" y="56476"/>
                  </a:lnTo>
                  <a:lnTo>
                    <a:pt x="65036" y="57353"/>
                  </a:lnTo>
                  <a:lnTo>
                    <a:pt x="65328" y="58077"/>
                  </a:lnTo>
                  <a:lnTo>
                    <a:pt x="65671" y="58458"/>
                  </a:lnTo>
                  <a:lnTo>
                    <a:pt x="66624" y="58928"/>
                  </a:lnTo>
                  <a:lnTo>
                    <a:pt x="67017" y="58686"/>
                  </a:lnTo>
                  <a:lnTo>
                    <a:pt x="67373" y="57975"/>
                  </a:lnTo>
                  <a:lnTo>
                    <a:pt x="67411" y="57772"/>
                  </a:lnTo>
                  <a:lnTo>
                    <a:pt x="67259" y="57391"/>
                  </a:lnTo>
                  <a:lnTo>
                    <a:pt x="66027" y="55410"/>
                  </a:lnTo>
                  <a:lnTo>
                    <a:pt x="65532" y="54394"/>
                  </a:lnTo>
                  <a:lnTo>
                    <a:pt x="65417" y="53759"/>
                  </a:lnTo>
                  <a:lnTo>
                    <a:pt x="67754" y="53530"/>
                  </a:lnTo>
                  <a:lnTo>
                    <a:pt x="69253" y="52717"/>
                  </a:lnTo>
                  <a:lnTo>
                    <a:pt x="70307" y="50558"/>
                  </a:lnTo>
                  <a:lnTo>
                    <a:pt x="70345" y="49593"/>
                  </a:lnTo>
                  <a:lnTo>
                    <a:pt x="69735" y="47244"/>
                  </a:lnTo>
                  <a:lnTo>
                    <a:pt x="69265" y="46329"/>
                  </a:lnTo>
                  <a:lnTo>
                    <a:pt x="68592" y="45656"/>
                  </a:lnTo>
                  <a:lnTo>
                    <a:pt x="69405" y="44043"/>
                  </a:lnTo>
                  <a:lnTo>
                    <a:pt x="73952" y="46266"/>
                  </a:lnTo>
                  <a:lnTo>
                    <a:pt x="75666" y="46990"/>
                  </a:lnTo>
                  <a:lnTo>
                    <a:pt x="70586" y="58280"/>
                  </a:lnTo>
                  <a:lnTo>
                    <a:pt x="70510" y="58572"/>
                  </a:lnTo>
                  <a:lnTo>
                    <a:pt x="70510" y="58775"/>
                  </a:lnTo>
                  <a:lnTo>
                    <a:pt x="71386" y="60617"/>
                  </a:lnTo>
                  <a:lnTo>
                    <a:pt x="71615" y="61023"/>
                  </a:lnTo>
                  <a:lnTo>
                    <a:pt x="71831" y="60896"/>
                  </a:lnTo>
                  <a:lnTo>
                    <a:pt x="77622" y="47853"/>
                  </a:lnTo>
                  <a:lnTo>
                    <a:pt x="79476" y="48704"/>
                  </a:lnTo>
                  <a:lnTo>
                    <a:pt x="81127" y="49390"/>
                  </a:lnTo>
                  <a:lnTo>
                    <a:pt x="76073" y="61226"/>
                  </a:lnTo>
                  <a:lnTo>
                    <a:pt x="76047" y="61874"/>
                  </a:lnTo>
                  <a:lnTo>
                    <a:pt x="76593" y="62979"/>
                  </a:lnTo>
                  <a:lnTo>
                    <a:pt x="76923" y="63411"/>
                  </a:lnTo>
                  <a:lnTo>
                    <a:pt x="77419" y="63411"/>
                  </a:lnTo>
                  <a:lnTo>
                    <a:pt x="82981" y="50203"/>
                  </a:lnTo>
                  <a:lnTo>
                    <a:pt x="84569" y="50888"/>
                  </a:lnTo>
                  <a:lnTo>
                    <a:pt x="91592" y="53670"/>
                  </a:lnTo>
                  <a:lnTo>
                    <a:pt x="90258" y="57035"/>
                  </a:lnTo>
                  <a:lnTo>
                    <a:pt x="90195" y="57213"/>
                  </a:lnTo>
                  <a:lnTo>
                    <a:pt x="92506" y="57213"/>
                  </a:lnTo>
                  <a:lnTo>
                    <a:pt x="93599" y="54457"/>
                  </a:lnTo>
                  <a:lnTo>
                    <a:pt x="95173" y="55092"/>
                  </a:lnTo>
                  <a:lnTo>
                    <a:pt x="104254" y="58280"/>
                  </a:lnTo>
                  <a:lnTo>
                    <a:pt x="103073" y="61696"/>
                  </a:lnTo>
                  <a:lnTo>
                    <a:pt x="99529" y="60413"/>
                  </a:lnTo>
                  <a:lnTo>
                    <a:pt x="97472" y="59753"/>
                  </a:lnTo>
                  <a:lnTo>
                    <a:pt x="96621" y="59753"/>
                  </a:lnTo>
                  <a:lnTo>
                    <a:pt x="95694" y="59969"/>
                  </a:lnTo>
                  <a:lnTo>
                    <a:pt x="94665" y="60337"/>
                  </a:lnTo>
                  <a:lnTo>
                    <a:pt x="94005" y="60985"/>
                  </a:lnTo>
                  <a:lnTo>
                    <a:pt x="93306" y="63131"/>
                  </a:lnTo>
                  <a:lnTo>
                    <a:pt x="93306" y="64325"/>
                  </a:lnTo>
                  <a:lnTo>
                    <a:pt x="96456" y="70942"/>
                  </a:lnTo>
                  <a:lnTo>
                    <a:pt x="96824" y="70739"/>
                  </a:lnTo>
                  <a:lnTo>
                    <a:pt x="96875" y="70091"/>
                  </a:lnTo>
                  <a:lnTo>
                    <a:pt x="96342" y="68961"/>
                  </a:lnTo>
                  <a:lnTo>
                    <a:pt x="96062" y="68567"/>
                  </a:lnTo>
                  <a:lnTo>
                    <a:pt x="94792" y="66395"/>
                  </a:lnTo>
                  <a:lnTo>
                    <a:pt x="94703" y="65366"/>
                  </a:lnTo>
                  <a:lnTo>
                    <a:pt x="95694" y="62598"/>
                  </a:lnTo>
                  <a:lnTo>
                    <a:pt x="96989" y="61976"/>
                  </a:lnTo>
                  <a:lnTo>
                    <a:pt x="98996" y="62369"/>
                  </a:lnTo>
                  <a:lnTo>
                    <a:pt x="102501" y="63588"/>
                  </a:lnTo>
                  <a:lnTo>
                    <a:pt x="100279" y="69773"/>
                  </a:lnTo>
                  <a:lnTo>
                    <a:pt x="100228" y="70129"/>
                  </a:lnTo>
                  <a:lnTo>
                    <a:pt x="100241" y="70434"/>
                  </a:lnTo>
                  <a:lnTo>
                    <a:pt x="100330" y="70637"/>
                  </a:lnTo>
                  <a:lnTo>
                    <a:pt x="101676" y="72694"/>
                  </a:lnTo>
                  <a:lnTo>
                    <a:pt x="101904" y="72453"/>
                  </a:lnTo>
                  <a:lnTo>
                    <a:pt x="106413" y="59004"/>
                  </a:lnTo>
                  <a:lnTo>
                    <a:pt x="108140" y="59626"/>
                  </a:lnTo>
                  <a:lnTo>
                    <a:pt x="108762" y="57797"/>
                  </a:lnTo>
                  <a:close/>
                </a:path>
                <a:path w="295910" h="76834">
                  <a:moveTo>
                    <a:pt x="111569" y="68999"/>
                  </a:moveTo>
                  <a:lnTo>
                    <a:pt x="111353" y="68503"/>
                  </a:lnTo>
                  <a:lnTo>
                    <a:pt x="111086" y="68084"/>
                  </a:lnTo>
                  <a:lnTo>
                    <a:pt x="109804" y="68084"/>
                  </a:lnTo>
                  <a:lnTo>
                    <a:pt x="108546" y="68999"/>
                  </a:lnTo>
                  <a:lnTo>
                    <a:pt x="111569" y="68999"/>
                  </a:lnTo>
                  <a:close/>
                </a:path>
                <a:path w="295910" h="76834">
                  <a:moveTo>
                    <a:pt x="111861" y="70497"/>
                  </a:moveTo>
                  <a:lnTo>
                    <a:pt x="108839" y="70497"/>
                  </a:lnTo>
                  <a:lnTo>
                    <a:pt x="109169" y="71285"/>
                  </a:lnTo>
                  <a:lnTo>
                    <a:pt x="110705" y="71285"/>
                  </a:lnTo>
                  <a:lnTo>
                    <a:pt x="111861" y="70497"/>
                  </a:lnTo>
                  <a:close/>
                </a:path>
                <a:path w="295910" h="76834">
                  <a:moveTo>
                    <a:pt x="112039" y="70065"/>
                  </a:moveTo>
                  <a:lnTo>
                    <a:pt x="111747" y="69418"/>
                  </a:lnTo>
                  <a:lnTo>
                    <a:pt x="108407" y="69418"/>
                  </a:lnTo>
                  <a:lnTo>
                    <a:pt x="108661" y="70065"/>
                  </a:lnTo>
                  <a:lnTo>
                    <a:pt x="112039" y="70065"/>
                  </a:lnTo>
                  <a:close/>
                </a:path>
                <a:path w="295910" h="76834">
                  <a:moveTo>
                    <a:pt x="113741" y="64427"/>
                  </a:moveTo>
                  <a:lnTo>
                    <a:pt x="110705" y="64427"/>
                  </a:lnTo>
                  <a:lnTo>
                    <a:pt x="111023" y="65201"/>
                  </a:lnTo>
                  <a:lnTo>
                    <a:pt x="112547" y="65201"/>
                  </a:lnTo>
                  <a:lnTo>
                    <a:pt x="113741" y="64427"/>
                  </a:lnTo>
                  <a:close/>
                </a:path>
                <a:path w="295910" h="76834">
                  <a:moveTo>
                    <a:pt x="113893" y="63982"/>
                  </a:moveTo>
                  <a:lnTo>
                    <a:pt x="113258" y="62458"/>
                  </a:lnTo>
                  <a:lnTo>
                    <a:pt x="112788" y="61645"/>
                  </a:lnTo>
                  <a:lnTo>
                    <a:pt x="111988" y="61645"/>
                  </a:lnTo>
                  <a:lnTo>
                    <a:pt x="111506" y="61963"/>
                  </a:lnTo>
                  <a:lnTo>
                    <a:pt x="110401" y="62915"/>
                  </a:lnTo>
                  <a:lnTo>
                    <a:pt x="110274" y="63347"/>
                  </a:lnTo>
                  <a:lnTo>
                    <a:pt x="110528" y="63982"/>
                  </a:lnTo>
                  <a:lnTo>
                    <a:pt x="113893" y="63982"/>
                  </a:lnTo>
                  <a:close/>
                </a:path>
                <a:path w="295910" h="76834">
                  <a:moveTo>
                    <a:pt x="203073" y="61569"/>
                  </a:moveTo>
                  <a:lnTo>
                    <a:pt x="202171" y="59258"/>
                  </a:lnTo>
                  <a:lnTo>
                    <a:pt x="202057" y="58966"/>
                  </a:lnTo>
                  <a:lnTo>
                    <a:pt x="201980" y="58775"/>
                  </a:lnTo>
                  <a:lnTo>
                    <a:pt x="201879" y="58496"/>
                  </a:lnTo>
                  <a:lnTo>
                    <a:pt x="201803" y="58775"/>
                  </a:lnTo>
                  <a:lnTo>
                    <a:pt x="201726" y="59258"/>
                  </a:lnTo>
                  <a:lnTo>
                    <a:pt x="201358" y="60020"/>
                  </a:lnTo>
                  <a:lnTo>
                    <a:pt x="200113" y="61569"/>
                  </a:lnTo>
                  <a:lnTo>
                    <a:pt x="199288" y="62230"/>
                  </a:lnTo>
                  <a:lnTo>
                    <a:pt x="197878" y="62941"/>
                  </a:lnTo>
                  <a:lnTo>
                    <a:pt x="196888" y="63334"/>
                  </a:lnTo>
                  <a:lnTo>
                    <a:pt x="196240" y="63080"/>
                  </a:lnTo>
                  <a:lnTo>
                    <a:pt x="195656" y="61569"/>
                  </a:lnTo>
                  <a:lnTo>
                    <a:pt x="195719" y="60706"/>
                  </a:lnTo>
                  <a:lnTo>
                    <a:pt x="196545" y="59601"/>
                  </a:lnTo>
                  <a:lnTo>
                    <a:pt x="197053" y="59258"/>
                  </a:lnTo>
                  <a:lnTo>
                    <a:pt x="198145" y="58775"/>
                  </a:lnTo>
                  <a:lnTo>
                    <a:pt x="198272" y="58775"/>
                  </a:lnTo>
                  <a:lnTo>
                    <a:pt x="198577" y="58496"/>
                  </a:lnTo>
                  <a:lnTo>
                    <a:pt x="198488" y="57975"/>
                  </a:lnTo>
                  <a:lnTo>
                    <a:pt x="197967" y="57696"/>
                  </a:lnTo>
                  <a:lnTo>
                    <a:pt x="197142" y="57289"/>
                  </a:lnTo>
                  <a:lnTo>
                    <a:pt x="196481" y="57289"/>
                  </a:lnTo>
                  <a:lnTo>
                    <a:pt x="195503" y="57696"/>
                  </a:lnTo>
                  <a:lnTo>
                    <a:pt x="195084" y="57975"/>
                  </a:lnTo>
                  <a:lnTo>
                    <a:pt x="194513" y="58483"/>
                  </a:lnTo>
                  <a:lnTo>
                    <a:pt x="193827" y="58267"/>
                  </a:lnTo>
                  <a:lnTo>
                    <a:pt x="193662" y="58267"/>
                  </a:lnTo>
                  <a:lnTo>
                    <a:pt x="192963" y="57696"/>
                  </a:lnTo>
                  <a:lnTo>
                    <a:pt x="192671" y="56972"/>
                  </a:lnTo>
                  <a:lnTo>
                    <a:pt x="192582" y="56616"/>
                  </a:lnTo>
                  <a:lnTo>
                    <a:pt x="192468" y="56134"/>
                  </a:lnTo>
                  <a:lnTo>
                    <a:pt x="192392" y="54927"/>
                  </a:lnTo>
                  <a:lnTo>
                    <a:pt x="192925" y="54737"/>
                  </a:lnTo>
                  <a:lnTo>
                    <a:pt x="191084" y="53390"/>
                  </a:lnTo>
                  <a:lnTo>
                    <a:pt x="188912" y="54241"/>
                  </a:lnTo>
                  <a:lnTo>
                    <a:pt x="177088" y="58318"/>
                  </a:lnTo>
                  <a:lnTo>
                    <a:pt x="177711" y="60147"/>
                  </a:lnTo>
                  <a:lnTo>
                    <a:pt x="185826" y="57365"/>
                  </a:lnTo>
                  <a:lnTo>
                    <a:pt x="187236" y="61468"/>
                  </a:lnTo>
                  <a:lnTo>
                    <a:pt x="186969" y="61468"/>
                  </a:lnTo>
                  <a:lnTo>
                    <a:pt x="184264" y="60883"/>
                  </a:lnTo>
                  <a:lnTo>
                    <a:pt x="183375" y="60883"/>
                  </a:lnTo>
                  <a:lnTo>
                    <a:pt x="181686" y="61468"/>
                  </a:lnTo>
                  <a:lnTo>
                    <a:pt x="180898" y="61950"/>
                  </a:lnTo>
                  <a:lnTo>
                    <a:pt x="187401" y="61950"/>
                  </a:lnTo>
                  <a:lnTo>
                    <a:pt x="187515" y="62344"/>
                  </a:lnTo>
                  <a:lnTo>
                    <a:pt x="187629" y="62725"/>
                  </a:lnTo>
                  <a:lnTo>
                    <a:pt x="187718" y="63030"/>
                  </a:lnTo>
                  <a:lnTo>
                    <a:pt x="187794" y="63944"/>
                  </a:lnTo>
                  <a:lnTo>
                    <a:pt x="187629" y="64262"/>
                  </a:lnTo>
                  <a:lnTo>
                    <a:pt x="187083" y="64909"/>
                  </a:lnTo>
                  <a:lnTo>
                    <a:pt x="186537" y="65443"/>
                  </a:lnTo>
                  <a:lnTo>
                    <a:pt x="185889" y="64947"/>
                  </a:lnTo>
                  <a:lnTo>
                    <a:pt x="185889" y="66040"/>
                  </a:lnTo>
                  <a:lnTo>
                    <a:pt x="185280" y="66535"/>
                  </a:lnTo>
                  <a:lnTo>
                    <a:pt x="184708" y="66852"/>
                  </a:lnTo>
                  <a:lnTo>
                    <a:pt x="183159" y="67386"/>
                  </a:lnTo>
                  <a:lnTo>
                    <a:pt x="182448" y="67183"/>
                  </a:lnTo>
                  <a:lnTo>
                    <a:pt x="182105" y="66535"/>
                  </a:lnTo>
                  <a:lnTo>
                    <a:pt x="181698" y="65443"/>
                  </a:lnTo>
                  <a:lnTo>
                    <a:pt x="181813" y="64909"/>
                  </a:lnTo>
                  <a:lnTo>
                    <a:pt x="181965" y="64427"/>
                  </a:lnTo>
                  <a:lnTo>
                    <a:pt x="182918" y="63474"/>
                  </a:lnTo>
                  <a:lnTo>
                    <a:pt x="184924" y="65125"/>
                  </a:lnTo>
                  <a:lnTo>
                    <a:pt x="185889" y="66040"/>
                  </a:lnTo>
                  <a:lnTo>
                    <a:pt x="185889" y="64947"/>
                  </a:lnTo>
                  <a:lnTo>
                    <a:pt x="184619" y="63944"/>
                  </a:lnTo>
                  <a:lnTo>
                    <a:pt x="184073" y="63474"/>
                  </a:lnTo>
                  <a:lnTo>
                    <a:pt x="183553" y="63030"/>
                  </a:lnTo>
                  <a:lnTo>
                    <a:pt x="183934" y="62725"/>
                  </a:lnTo>
                  <a:lnTo>
                    <a:pt x="184340" y="62522"/>
                  </a:lnTo>
                  <a:lnTo>
                    <a:pt x="184823" y="62344"/>
                  </a:lnTo>
                  <a:lnTo>
                    <a:pt x="180530" y="62344"/>
                  </a:lnTo>
                  <a:lnTo>
                    <a:pt x="179895" y="63030"/>
                  </a:lnTo>
                  <a:lnTo>
                    <a:pt x="179565" y="63474"/>
                  </a:lnTo>
                  <a:lnTo>
                    <a:pt x="179463" y="64427"/>
                  </a:lnTo>
                  <a:lnTo>
                    <a:pt x="180225" y="66535"/>
                  </a:lnTo>
                  <a:lnTo>
                    <a:pt x="180340" y="66852"/>
                  </a:lnTo>
                  <a:lnTo>
                    <a:pt x="181775" y="67995"/>
                  </a:lnTo>
                  <a:lnTo>
                    <a:pt x="184734" y="68745"/>
                  </a:lnTo>
                  <a:lnTo>
                    <a:pt x="185331" y="68745"/>
                  </a:lnTo>
                  <a:lnTo>
                    <a:pt x="188556" y="66535"/>
                  </a:lnTo>
                  <a:lnTo>
                    <a:pt x="189280" y="66852"/>
                  </a:lnTo>
                  <a:lnTo>
                    <a:pt x="188988" y="66852"/>
                  </a:lnTo>
                  <a:lnTo>
                    <a:pt x="189090" y="67183"/>
                  </a:lnTo>
                  <a:lnTo>
                    <a:pt x="189153" y="67386"/>
                  </a:lnTo>
                  <a:lnTo>
                    <a:pt x="189280" y="67767"/>
                  </a:lnTo>
                  <a:lnTo>
                    <a:pt x="189331" y="67995"/>
                  </a:lnTo>
                  <a:lnTo>
                    <a:pt x="190220" y="69583"/>
                  </a:lnTo>
                  <a:lnTo>
                    <a:pt x="189280" y="69926"/>
                  </a:lnTo>
                  <a:lnTo>
                    <a:pt x="188620" y="70408"/>
                  </a:lnTo>
                  <a:lnTo>
                    <a:pt x="188099" y="71081"/>
                  </a:lnTo>
                  <a:lnTo>
                    <a:pt x="187820" y="71386"/>
                  </a:lnTo>
                  <a:lnTo>
                    <a:pt x="187731" y="71653"/>
                  </a:lnTo>
                  <a:lnTo>
                    <a:pt x="187858" y="72047"/>
                  </a:lnTo>
                  <a:lnTo>
                    <a:pt x="188595" y="72275"/>
                  </a:lnTo>
                  <a:lnTo>
                    <a:pt x="190004" y="72605"/>
                  </a:lnTo>
                  <a:lnTo>
                    <a:pt x="190220" y="72478"/>
                  </a:lnTo>
                  <a:lnTo>
                    <a:pt x="190487" y="72237"/>
                  </a:lnTo>
                  <a:lnTo>
                    <a:pt x="191312" y="71069"/>
                  </a:lnTo>
                  <a:lnTo>
                    <a:pt x="191833" y="70573"/>
                  </a:lnTo>
                  <a:lnTo>
                    <a:pt x="192405" y="70358"/>
                  </a:lnTo>
                  <a:lnTo>
                    <a:pt x="193065" y="70116"/>
                  </a:lnTo>
                  <a:lnTo>
                    <a:pt x="193624" y="70256"/>
                  </a:lnTo>
                  <a:lnTo>
                    <a:pt x="193941" y="70840"/>
                  </a:lnTo>
                  <a:lnTo>
                    <a:pt x="194208" y="71640"/>
                  </a:lnTo>
                  <a:lnTo>
                    <a:pt x="194030" y="72428"/>
                  </a:lnTo>
                  <a:lnTo>
                    <a:pt x="192836" y="73799"/>
                  </a:lnTo>
                  <a:lnTo>
                    <a:pt x="192163" y="74269"/>
                  </a:lnTo>
                  <a:lnTo>
                    <a:pt x="189611" y="75209"/>
                  </a:lnTo>
                  <a:lnTo>
                    <a:pt x="187794" y="75133"/>
                  </a:lnTo>
                  <a:lnTo>
                    <a:pt x="185902" y="74295"/>
                  </a:lnTo>
                  <a:lnTo>
                    <a:pt x="185178" y="73926"/>
                  </a:lnTo>
                  <a:lnTo>
                    <a:pt x="183565" y="72910"/>
                  </a:lnTo>
                  <a:lnTo>
                    <a:pt x="183261" y="72745"/>
                  </a:lnTo>
                  <a:lnTo>
                    <a:pt x="182994" y="72720"/>
                  </a:lnTo>
                  <a:lnTo>
                    <a:pt x="182460" y="72936"/>
                  </a:lnTo>
                  <a:lnTo>
                    <a:pt x="182359" y="73101"/>
                  </a:lnTo>
                  <a:lnTo>
                    <a:pt x="182448" y="73317"/>
                  </a:lnTo>
                  <a:lnTo>
                    <a:pt x="182867" y="74053"/>
                  </a:lnTo>
                  <a:lnTo>
                    <a:pt x="184213" y="74764"/>
                  </a:lnTo>
                  <a:lnTo>
                    <a:pt x="189293" y="76301"/>
                  </a:lnTo>
                  <a:lnTo>
                    <a:pt x="191465" y="76441"/>
                  </a:lnTo>
                  <a:lnTo>
                    <a:pt x="193065" y="75869"/>
                  </a:lnTo>
                  <a:lnTo>
                    <a:pt x="194183" y="75425"/>
                  </a:lnTo>
                  <a:lnTo>
                    <a:pt x="195008" y="74866"/>
                  </a:lnTo>
                  <a:lnTo>
                    <a:pt x="195503" y="74206"/>
                  </a:lnTo>
                  <a:lnTo>
                    <a:pt x="196265" y="73355"/>
                  </a:lnTo>
                  <a:lnTo>
                    <a:pt x="196456" y="72440"/>
                  </a:lnTo>
                  <a:lnTo>
                    <a:pt x="196088" y="71551"/>
                  </a:lnTo>
                  <a:lnTo>
                    <a:pt x="195630" y="70408"/>
                  </a:lnTo>
                  <a:lnTo>
                    <a:pt x="194779" y="69710"/>
                  </a:lnTo>
                  <a:lnTo>
                    <a:pt x="192405" y="69138"/>
                  </a:lnTo>
                  <a:lnTo>
                    <a:pt x="192201" y="69151"/>
                  </a:lnTo>
                  <a:lnTo>
                    <a:pt x="191592" y="67386"/>
                  </a:lnTo>
                  <a:lnTo>
                    <a:pt x="191516" y="67183"/>
                  </a:lnTo>
                  <a:lnTo>
                    <a:pt x="191401" y="66852"/>
                  </a:lnTo>
                  <a:lnTo>
                    <a:pt x="191287" y="66535"/>
                  </a:lnTo>
                  <a:lnTo>
                    <a:pt x="190919" y="65443"/>
                  </a:lnTo>
                  <a:lnTo>
                    <a:pt x="189522" y="61468"/>
                  </a:lnTo>
                  <a:lnTo>
                    <a:pt x="188099" y="57365"/>
                  </a:lnTo>
                  <a:lnTo>
                    <a:pt x="187858" y="56667"/>
                  </a:lnTo>
                  <a:lnTo>
                    <a:pt x="189623" y="56070"/>
                  </a:lnTo>
                  <a:lnTo>
                    <a:pt x="190182" y="56134"/>
                  </a:lnTo>
                  <a:lnTo>
                    <a:pt x="192595" y="58775"/>
                  </a:lnTo>
                  <a:lnTo>
                    <a:pt x="193103" y="58775"/>
                  </a:lnTo>
                  <a:lnTo>
                    <a:pt x="193548" y="58966"/>
                  </a:lnTo>
                  <a:lnTo>
                    <a:pt x="193954" y="59258"/>
                  </a:lnTo>
                  <a:lnTo>
                    <a:pt x="193662" y="60020"/>
                  </a:lnTo>
                  <a:lnTo>
                    <a:pt x="193548" y="60299"/>
                  </a:lnTo>
                  <a:lnTo>
                    <a:pt x="193522" y="61112"/>
                  </a:lnTo>
                  <a:lnTo>
                    <a:pt x="197612" y="64300"/>
                  </a:lnTo>
                  <a:lnTo>
                    <a:pt x="199263" y="64300"/>
                  </a:lnTo>
                  <a:lnTo>
                    <a:pt x="200647" y="63741"/>
                  </a:lnTo>
                  <a:lnTo>
                    <a:pt x="201193" y="63334"/>
                  </a:lnTo>
                  <a:lnTo>
                    <a:pt x="201866" y="62623"/>
                  </a:lnTo>
                  <a:lnTo>
                    <a:pt x="202463" y="62014"/>
                  </a:lnTo>
                  <a:lnTo>
                    <a:pt x="202857" y="61569"/>
                  </a:lnTo>
                  <a:lnTo>
                    <a:pt x="203073" y="61569"/>
                  </a:lnTo>
                  <a:close/>
                </a:path>
                <a:path w="295910" h="76834">
                  <a:moveTo>
                    <a:pt x="206743" y="45707"/>
                  </a:moveTo>
                  <a:lnTo>
                    <a:pt x="206578" y="45377"/>
                  </a:lnTo>
                  <a:lnTo>
                    <a:pt x="206146" y="45046"/>
                  </a:lnTo>
                  <a:lnTo>
                    <a:pt x="205435" y="44716"/>
                  </a:lnTo>
                  <a:lnTo>
                    <a:pt x="201739" y="43002"/>
                  </a:lnTo>
                  <a:lnTo>
                    <a:pt x="198983" y="41719"/>
                  </a:lnTo>
                  <a:lnTo>
                    <a:pt x="196456" y="41617"/>
                  </a:lnTo>
                  <a:lnTo>
                    <a:pt x="193497" y="43027"/>
                  </a:lnTo>
                  <a:lnTo>
                    <a:pt x="193230" y="43319"/>
                  </a:lnTo>
                  <a:lnTo>
                    <a:pt x="193357" y="43611"/>
                  </a:lnTo>
                  <a:lnTo>
                    <a:pt x="196672" y="45389"/>
                  </a:lnTo>
                  <a:lnTo>
                    <a:pt x="197104" y="45389"/>
                  </a:lnTo>
                  <a:lnTo>
                    <a:pt x="197739" y="45034"/>
                  </a:lnTo>
                  <a:lnTo>
                    <a:pt x="198107" y="44729"/>
                  </a:lnTo>
                  <a:lnTo>
                    <a:pt x="198716" y="44386"/>
                  </a:lnTo>
                  <a:lnTo>
                    <a:pt x="199263" y="43980"/>
                  </a:lnTo>
                  <a:lnTo>
                    <a:pt x="199491" y="43903"/>
                  </a:lnTo>
                  <a:lnTo>
                    <a:pt x="199796" y="43840"/>
                  </a:lnTo>
                  <a:lnTo>
                    <a:pt x="200240" y="43789"/>
                  </a:lnTo>
                  <a:lnTo>
                    <a:pt x="200939" y="43840"/>
                  </a:lnTo>
                  <a:lnTo>
                    <a:pt x="201523" y="43980"/>
                  </a:lnTo>
                  <a:lnTo>
                    <a:pt x="205867" y="46164"/>
                  </a:lnTo>
                  <a:lnTo>
                    <a:pt x="206349" y="46253"/>
                  </a:lnTo>
                  <a:lnTo>
                    <a:pt x="206641" y="46139"/>
                  </a:lnTo>
                  <a:lnTo>
                    <a:pt x="206743" y="45707"/>
                  </a:lnTo>
                  <a:close/>
                </a:path>
                <a:path w="295910" h="76834">
                  <a:moveTo>
                    <a:pt x="217335" y="63601"/>
                  </a:moveTo>
                  <a:lnTo>
                    <a:pt x="217170" y="63601"/>
                  </a:lnTo>
                  <a:lnTo>
                    <a:pt x="217233" y="63042"/>
                  </a:lnTo>
                  <a:lnTo>
                    <a:pt x="217055" y="62534"/>
                  </a:lnTo>
                  <a:lnTo>
                    <a:pt x="216865" y="62115"/>
                  </a:lnTo>
                  <a:lnTo>
                    <a:pt x="216103" y="61531"/>
                  </a:lnTo>
                  <a:lnTo>
                    <a:pt x="213766" y="60337"/>
                  </a:lnTo>
                  <a:lnTo>
                    <a:pt x="213080" y="59982"/>
                  </a:lnTo>
                  <a:lnTo>
                    <a:pt x="212445" y="59461"/>
                  </a:lnTo>
                  <a:lnTo>
                    <a:pt x="212610" y="59461"/>
                  </a:lnTo>
                  <a:lnTo>
                    <a:pt x="212737" y="58966"/>
                  </a:lnTo>
                  <a:lnTo>
                    <a:pt x="212801" y="58813"/>
                  </a:lnTo>
                  <a:lnTo>
                    <a:pt x="212877" y="57162"/>
                  </a:lnTo>
                  <a:lnTo>
                    <a:pt x="212623" y="56705"/>
                  </a:lnTo>
                  <a:lnTo>
                    <a:pt x="212153" y="56311"/>
                  </a:lnTo>
                  <a:lnTo>
                    <a:pt x="211696" y="56146"/>
                  </a:lnTo>
                  <a:lnTo>
                    <a:pt x="211696" y="60337"/>
                  </a:lnTo>
                  <a:lnTo>
                    <a:pt x="211442" y="60515"/>
                  </a:lnTo>
                  <a:lnTo>
                    <a:pt x="210146" y="60337"/>
                  </a:lnTo>
                  <a:lnTo>
                    <a:pt x="211696" y="60337"/>
                  </a:lnTo>
                  <a:lnTo>
                    <a:pt x="211696" y="56146"/>
                  </a:lnTo>
                  <a:lnTo>
                    <a:pt x="210820" y="55829"/>
                  </a:lnTo>
                  <a:lnTo>
                    <a:pt x="210223" y="55829"/>
                  </a:lnTo>
                  <a:lnTo>
                    <a:pt x="209702" y="56045"/>
                  </a:lnTo>
                  <a:lnTo>
                    <a:pt x="208686" y="56705"/>
                  </a:lnTo>
                  <a:lnTo>
                    <a:pt x="208597" y="56934"/>
                  </a:lnTo>
                  <a:lnTo>
                    <a:pt x="208508" y="57162"/>
                  </a:lnTo>
                  <a:lnTo>
                    <a:pt x="208381" y="57480"/>
                  </a:lnTo>
                  <a:lnTo>
                    <a:pt x="209067" y="58813"/>
                  </a:lnTo>
                  <a:lnTo>
                    <a:pt x="209092" y="59461"/>
                  </a:lnTo>
                  <a:lnTo>
                    <a:pt x="209270" y="59461"/>
                  </a:lnTo>
                  <a:lnTo>
                    <a:pt x="208661" y="59982"/>
                  </a:lnTo>
                  <a:lnTo>
                    <a:pt x="207314" y="60706"/>
                  </a:lnTo>
                  <a:lnTo>
                    <a:pt x="207073" y="60706"/>
                  </a:lnTo>
                  <a:lnTo>
                    <a:pt x="206032" y="60337"/>
                  </a:lnTo>
                  <a:lnTo>
                    <a:pt x="205270" y="59982"/>
                  </a:lnTo>
                  <a:lnTo>
                    <a:pt x="204774" y="59461"/>
                  </a:lnTo>
                  <a:lnTo>
                    <a:pt x="204812" y="55702"/>
                  </a:lnTo>
                  <a:lnTo>
                    <a:pt x="205778" y="54787"/>
                  </a:lnTo>
                  <a:lnTo>
                    <a:pt x="206552" y="54317"/>
                  </a:lnTo>
                  <a:lnTo>
                    <a:pt x="209638" y="53060"/>
                  </a:lnTo>
                  <a:lnTo>
                    <a:pt x="209867" y="53060"/>
                  </a:lnTo>
                  <a:lnTo>
                    <a:pt x="209765" y="51587"/>
                  </a:lnTo>
                  <a:lnTo>
                    <a:pt x="209550" y="51066"/>
                  </a:lnTo>
                  <a:lnTo>
                    <a:pt x="209296" y="50596"/>
                  </a:lnTo>
                  <a:lnTo>
                    <a:pt x="208648" y="49695"/>
                  </a:lnTo>
                  <a:lnTo>
                    <a:pt x="208356" y="49237"/>
                  </a:lnTo>
                  <a:lnTo>
                    <a:pt x="208153" y="48780"/>
                  </a:lnTo>
                  <a:lnTo>
                    <a:pt x="208127" y="48298"/>
                  </a:lnTo>
                  <a:lnTo>
                    <a:pt x="210693" y="47180"/>
                  </a:lnTo>
                  <a:lnTo>
                    <a:pt x="209918" y="45364"/>
                  </a:lnTo>
                  <a:lnTo>
                    <a:pt x="198704" y="50380"/>
                  </a:lnTo>
                  <a:lnTo>
                    <a:pt x="193535" y="52412"/>
                  </a:lnTo>
                  <a:lnTo>
                    <a:pt x="195414" y="53759"/>
                  </a:lnTo>
                  <a:lnTo>
                    <a:pt x="199275" y="52222"/>
                  </a:lnTo>
                  <a:lnTo>
                    <a:pt x="199415" y="52171"/>
                  </a:lnTo>
                  <a:lnTo>
                    <a:pt x="206006" y="49237"/>
                  </a:lnTo>
                  <a:lnTo>
                    <a:pt x="206311" y="49237"/>
                  </a:lnTo>
                  <a:lnTo>
                    <a:pt x="206870" y="50469"/>
                  </a:lnTo>
                  <a:lnTo>
                    <a:pt x="206933" y="50596"/>
                  </a:lnTo>
                  <a:lnTo>
                    <a:pt x="207048" y="52222"/>
                  </a:lnTo>
                  <a:lnTo>
                    <a:pt x="206895" y="52222"/>
                  </a:lnTo>
                  <a:lnTo>
                    <a:pt x="206667" y="52362"/>
                  </a:lnTo>
                  <a:lnTo>
                    <a:pt x="205994" y="52679"/>
                  </a:lnTo>
                  <a:lnTo>
                    <a:pt x="203644" y="53594"/>
                  </a:lnTo>
                  <a:lnTo>
                    <a:pt x="202819" y="54317"/>
                  </a:lnTo>
                  <a:lnTo>
                    <a:pt x="202044" y="55702"/>
                  </a:lnTo>
                  <a:lnTo>
                    <a:pt x="201980" y="55829"/>
                  </a:lnTo>
                  <a:lnTo>
                    <a:pt x="201853" y="56045"/>
                  </a:lnTo>
                  <a:lnTo>
                    <a:pt x="201841" y="57480"/>
                  </a:lnTo>
                  <a:lnTo>
                    <a:pt x="202311" y="58508"/>
                  </a:lnTo>
                  <a:lnTo>
                    <a:pt x="203200" y="59982"/>
                  </a:lnTo>
                  <a:lnTo>
                    <a:pt x="203352" y="59982"/>
                  </a:lnTo>
                  <a:lnTo>
                    <a:pt x="204279" y="60706"/>
                  </a:lnTo>
                  <a:lnTo>
                    <a:pt x="205892" y="61214"/>
                  </a:lnTo>
                  <a:lnTo>
                    <a:pt x="207822" y="61861"/>
                  </a:lnTo>
                  <a:lnTo>
                    <a:pt x="208927" y="61861"/>
                  </a:lnTo>
                  <a:lnTo>
                    <a:pt x="210502" y="61023"/>
                  </a:lnTo>
                  <a:lnTo>
                    <a:pt x="211175" y="60706"/>
                  </a:lnTo>
                  <a:lnTo>
                    <a:pt x="212407" y="60706"/>
                  </a:lnTo>
                  <a:lnTo>
                    <a:pt x="213487" y="61353"/>
                  </a:lnTo>
                  <a:lnTo>
                    <a:pt x="214172" y="61861"/>
                  </a:lnTo>
                  <a:lnTo>
                    <a:pt x="214261" y="62534"/>
                  </a:lnTo>
                  <a:lnTo>
                    <a:pt x="213969" y="63042"/>
                  </a:lnTo>
                  <a:lnTo>
                    <a:pt x="214071" y="63601"/>
                  </a:lnTo>
                  <a:lnTo>
                    <a:pt x="213588" y="63601"/>
                  </a:lnTo>
                  <a:lnTo>
                    <a:pt x="215036" y="64198"/>
                  </a:lnTo>
                  <a:lnTo>
                    <a:pt x="216674" y="64198"/>
                  </a:lnTo>
                  <a:lnTo>
                    <a:pt x="217335" y="63601"/>
                  </a:lnTo>
                  <a:close/>
                </a:path>
                <a:path w="295910" h="76834">
                  <a:moveTo>
                    <a:pt x="217614" y="48437"/>
                  </a:moveTo>
                  <a:lnTo>
                    <a:pt x="214718" y="48437"/>
                  </a:lnTo>
                  <a:lnTo>
                    <a:pt x="215938" y="48996"/>
                  </a:lnTo>
                  <a:lnTo>
                    <a:pt x="217474" y="48996"/>
                  </a:lnTo>
                  <a:lnTo>
                    <a:pt x="217614" y="48437"/>
                  </a:lnTo>
                  <a:close/>
                </a:path>
                <a:path w="295910" h="76834">
                  <a:moveTo>
                    <a:pt x="217805" y="46443"/>
                  </a:moveTo>
                  <a:lnTo>
                    <a:pt x="216369" y="45783"/>
                  </a:lnTo>
                  <a:lnTo>
                    <a:pt x="214871" y="45783"/>
                  </a:lnTo>
                  <a:lnTo>
                    <a:pt x="214718" y="46443"/>
                  </a:lnTo>
                  <a:lnTo>
                    <a:pt x="217805" y="46443"/>
                  </a:lnTo>
                  <a:close/>
                </a:path>
                <a:path w="295910" h="76834">
                  <a:moveTo>
                    <a:pt x="218008" y="46875"/>
                  </a:moveTo>
                  <a:lnTo>
                    <a:pt x="214642" y="46875"/>
                  </a:lnTo>
                  <a:lnTo>
                    <a:pt x="214528" y="48044"/>
                  </a:lnTo>
                  <a:lnTo>
                    <a:pt x="217716" y="48044"/>
                  </a:lnTo>
                  <a:lnTo>
                    <a:pt x="218008" y="46875"/>
                  </a:lnTo>
                  <a:close/>
                </a:path>
                <a:path w="295910" h="76834">
                  <a:moveTo>
                    <a:pt x="220446" y="54127"/>
                  </a:moveTo>
                  <a:lnTo>
                    <a:pt x="217500" y="54127"/>
                  </a:lnTo>
                  <a:lnTo>
                    <a:pt x="218833" y="54737"/>
                  </a:lnTo>
                  <a:lnTo>
                    <a:pt x="220294" y="54737"/>
                  </a:lnTo>
                  <a:lnTo>
                    <a:pt x="220446" y="54127"/>
                  </a:lnTo>
                  <a:close/>
                </a:path>
                <a:path w="295910" h="76834">
                  <a:moveTo>
                    <a:pt x="220789" y="52527"/>
                  </a:moveTo>
                  <a:lnTo>
                    <a:pt x="217551" y="52527"/>
                  </a:lnTo>
                  <a:lnTo>
                    <a:pt x="217322" y="53759"/>
                  </a:lnTo>
                  <a:lnTo>
                    <a:pt x="220535" y="53759"/>
                  </a:lnTo>
                  <a:lnTo>
                    <a:pt x="220789" y="52527"/>
                  </a:lnTo>
                  <a:close/>
                </a:path>
                <a:path w="295910" h="76834">
                  <a:moveTo>
                    <a:pt x="221043" y="52324"/>
                  </a:moveTo>
                  <a:lnTo>
                    <a:pt x="219735" y="51752"/>
                  </a:lnTo>
                  <a:lnTo>
                    <a:pt x="219036" y="51447"/>
                  </a:lnTo>
                  <a:lnTo>
                    <a:pt x="219722" y="51765"/>
                  </a:lnTo>
                  <a:lnTo>
                    <a:pt x="217589" y="52324"/>
                  </a:lnTo>
                  <a:lnTo>
                    <a:pt x="217551" y="52527"/>
                  </a:lnTo>
                  <a:lnTo>
                    <a:pt x="221043" y="52324"/>
                  </a:lnTo>
                  <a:close/>
                </a:path>
                <a:path w="295910" h="76834">
                  <a:moveTo>
                    <a:pt x="295503" y="13766"/>
                  </a:moveTo>
                  <a:lnTo>
                    <a:pt x="295478" y="13411"/>
                  </a:lnTo>
                  <a:lnTo>
                    <a:pt x="295262" y="13195"/>
                  </a:lnTo>
                  <a:lnTo>
                    <a:pt x="294817" y="13042"/>
                  </a:lnTo>
                  <a:lnTo>
                    <a:pt x="294170" y="12966"/>
                  </a:lnTo>
                  <a:lnTo>
                    <a:pt x="290728" y="12598"/>
                  </a:lnTo>
                  <a:lnTo>
                    <a:pt x="288175" y="12306"/>
                  </a:lnTo>
                  <a:lnTo>
                    <a:pt x="286334" y="12877"/>
                  </a:lnTo>
                  <a:lnTo>
                    <a:pt x="285813" y="12230"/>
                  </a:lnTo>
                  <a:lnTo>
                    <a:pt x="284213" y="10350"/>
                  </a:lnTo>
                  <a:lnTo>
                    <a:pt x="279692" y="5092"/>
                  </a:lnTo>
                  <a:lnTo>
                    <a:pt x="279692" y="8686"/>
                  </a:lnTo>
                  <a:lnTo>
                    <a:pt x="275501" y="12230"/>
                  </a:lnTo>
                  <a:lnTo>
                    <a:pt x="273075" y="9359"/>
                  </a:lnTo>
                  <a:lnTo>
                    <a:pt x="271830" y="7899"/>
                  </a:lnTo>
                  <a:lnTo>
                    <a:pt x="276034" y="4330"/>
                  </a:lnTo>
                  <a:lnTo>
                    <a:pt x="279692" y="8686"/>
                  </a:lnTo>
                  <a:lnTo>
                    <a:pt x="279692" y="5092"/>
                  </a:lnTo>
                  <a:lnTo>
                    <a:pt x="279044" y="4330"/>
                  </a:lnTo>
                  <a:lnTo>
                    <a:pt x="277787" y="2857"/>
                  </a:lnTo>
                  <a:lnTo>
                    <a:pt x="279387" y="1498"/>
                  </a:lnTo>
                  <a:lnTo>
                    <a:pt x="278142" y="0"/>
                  </a:lnTo>
                  <a:lnTo>
                    <a:pt x="266903" y="9474"/>
                  </a:lnTo>
                  <a:lnTo>
                    <a:pt x="262051" y="13220"/>
                  </a:lnTo>
                  <a:lnTo>
                    <a:pt x="253314" y="19799"/>
                  </a:lnTo>
                  <a:lnTo>
                    <a:pt x="248259" y="23291"/>
                  </a:lnTo>
                  <a:lnTo>
                    <a:pt x="234670" y="32105"/>
                  </a:lnTo>
                  <a:lnTo>
                    <a:pt x="228244" y="35788"/>
                  </a:lnTo>
                  <a:lnTo>
                    <a:pt x="223634" y="38481"/>
                  </a:lnTo>
                  <a:lnTo>
                    <a:pt x="224561" y="40119"/>
                  </a:lnTo>
                  <a:lnTo>
                    <a:pt x="225501" y="39573"/>
                  </a:lnTo>
                  <a:lnTo>
                    <a:pt x="228003" y="43929"/>
                  </a:lnTo>
                  <a:lnTo>
                    <a:pt x="228155" y="44157"/>
                  </a:lnTo>
                  <a:lnTo>
                    <a:pt x="228460" y="44462"/>
                  </a:lnTo>
                  <a:lnTo>
                    <a:pt x="227939" y="44462"/>
                  </a:lnTo>
                  <a:lnTo>
                    <a:pt x="230314" y="45135"/>
                  </a:lnTo>
                  <a:lnTo>
                    <a:pt x="230670" y="45135"/>
                  </a:lnTo>
                  <a:lnTo>
                    <a:pt x="231813" y="45326"/>
                  </a:lnTo>
                  <a:lnTo>
                    <a:pt x="233286" y="45326"/>
                  </a:lnTo>
                  <a:lnTo>
                    <a:pt x="233870" y="45135"/>
                  </a:lnTo>
                  <a:lnTo>
                    <a:pt x="235178" y="44462"/>
                  </a:lnTo>
                  <a:lnTo>
                    <a:pt x="234226" y="45923"/>
                  </a:lnTo>
                  <a:lnTo>
                    <a:pt x="232930" y="47840"/>
                  </a:lnTo>
                  <a:lnTo>
                    <a:pt x="232524" y="49707"/>
                  </a:lnTo>
                  <a:lnTo>
                    <a:pt x="233045" y="51536"/>
                  </a:lnTo>
                  <a:lnTo>
                    <a:pt x="233184" y="52082"/>
                  </a:lnTo>
                  <a:lnTo>
                    <a:pt x="233387" y="52336"/>
                  </a:lnTo>
                  <a:lnTo>
                    <a:pt x="233616" y="52260"/>
                  </a:lnTo>
                  <a:lnTo>
                    <a:pt x="233819" y="52158"/>
                  </a:lnTo>
                  <a:lnTo>
                    <a:pt x="234010" y="51993"/>
                  </a:lnTo>
                  <a:lnTo>
                    <a:pt x="235026" y="50660"/>
                  </a:lnTo>
                  <a:lnTo>
                    <a:pt x="235204" y="50457"/>
                  </a:lnTo>
                  <a:lnTo>
                    <a:pt x="235381" y="50025"/>
                  </a:lnTo>
                  <a:lnTo>
                    <a:pt x="235419" y="49695"/>
                  </a:lnTo>
                  <a:lnTo>
                    <a:pt x="235229" y="49187"/>
                  </a:lnTo>
                  <a:lnTo>
                    <a:pt x="235064" y="48856"/>
                  </a:lnTo>
                  <a:lnTo>
                    <a:pt x="234886" y="48374"/>
                  </a:lnTo>
                  <a:lnTo>
                    <a:pt x="234657" y="47904"/>
                  </a:lnTo>
                  <a:lnTo>
                    <a:pt x="234632" y="47739"/>
                  </a:lnTo>
                  <a:lnTo>
                    <a:pt x="234632" y="47472"/>
                  </a:lnTo>
                  <a:lnTo>
                    <a:pt x="234657" y="47142"/>
                  </a:lnTo>
                  <a:lnTo>
                    <a:pt x="234784" y="46634"/>
                  </a:lnTo>
                  <a:lnTo>
                    <a:pt x="234962" y="46228"/>
                  </a:lnTo>
                  <a:lnTo>
                    <a:pt x="236575" y="44018"/>
                  </a:lnTo>
                  <a:lnTo>
                    <a:pt x="236855" y="44462"/>
                  </a:lnTo>
                  <a:lnTo>
                    <a:pt x="237172" y="45135"/>
                  </a:lnTo>
                  <a:lnTo>
                    <a:pt x="238048" y="46685"/>
                  </a:lnTo>
                  <a:lnTo>
                    <a:pt x="238594" y="47142"/>
                  </a:lnTo>
                  <a:lnTo>
                    <a:pt x="240207" y="47447"/>
                  </a:lnTo>
                  <a:lnTo>
                    <a:pt x="241147" y="47447"/>
                  </a:lnTo>
                  <a:lnTo>
                    <a:pt x="241058" y="47002"/>
                  </a:lnTo>
                  <a:lnTo>
                    <a:pt x="239166" y="43700"/>
                  </a:lnTo>
                  <a:lnTo>
                    <a:pt x="234873" y="36233"/>
                  </a:lnTo>
                  <a:lnTo>
                    <a:pt x="234873" y="40614"/>
                  </a:lnTo>
                  <a:lnTo>
                    <a:pt x="234708" y="41198"/>
                  </a:lnTo>
                  <a:lnTo>
                    <a:pt x="234505" y="41643"/>
                  </a:lnTo>
                  <a:lnTo>
                    <a:pt x="233387" y="42964"/>
                  </a:lnTo>
                  <a:lnTo>
                    <a:pt x="232511" y="43700"/>
                  </a:lnTo>
                  <a:lnTo>
                    <a:pt x="231851" y="44157"/>
                  </a:lnTo>
                  <a:lnTo>
                    <a:pt x="230886" y="44157"/>
                  </a:lnTo>
                  <a:lnTo>
                    <a:pt x="230555" y="43929"/>
                  </a:lnTo>
                  <a:lnTo>
                    <a:pt x="230378" y="43700"/>
                  </a:lnTo>
                  <a:lnTo>
                    <a:pt x="227990" y="39573"/>
                  </a:lnTo>
                  <a:lnTo>
                    <a:pt x="227368" y="38481"/>
                  </a:lnTo>
                  <a:lnTo>
                    <a:pt x="232079" y="35788"/>
                  </a:lnTo>
                  <a:lnTo>
                    <a:pt x="234873" y="40614"/>
                  </a:lnTo>
                  <a:lnTo>
                    <a:pt x="234873" y="36233"/>
                  </a:lnTo>
                  <a:lnTo>
                    <a:pt x="234619" y="35788"/>
                  </a:lnTo>
                  <a:lnTo>
                    <a:pt x="233984" y="34683"/>
                  </a:lnTo>
                  <a:lnTo>
                    <a:pt x="235432" y="33870"/>
                  </a:lnTo>
                  <a:lnTo>
                    <a:pt x="241808" y="29819"/>
                  </a:lnTo>
                  <a:lnTo>
                    <a:pt x="244005" y="33235"/>
                  </a:lnTo>
                  <a:lnTo>
                    <a:pt x="243751" y="33477"/>
                  </a:lnTo>
                  <a:lnTo>
                    <a:pt x="240969" y="33477"/>
                  </a:lnTo>
                  <a:lnTo>
                    <a:pt x="240322" y="33896"/>
                  </a:lnTo>
                  <a:lnTo>
                    <a:pt x="239179" y="34810"/>
                  </a:lnTo>
                  <a:lnTo>
                    <a:pt x="238277" y="35788"/>
                  </a:lnTo>
                  <a:lnTo>
                    <a:pt x="238175" y="36791"/>
                  </a:lnTo>
                  <a:lnTo>
                    <a:pt x="239242" y="38442"/>
                  </a:lnTo>
                  <a:lnTo>
                    <a:pt x="239776" y="38900"/>
                  </a:lnTo>
                  <a:lnTo>
                    <a:pt x="240487" y="39217"/>
                  </a:lnTo>
                  <a:lnTo>
                    <a:pt x="240855" y="39357"/>
                  </a:lnTo>
                  <a:lnTo>
                    <a:pt x="242874" y="39979"/>
                  </a:lnTo>
                  <a:lnTo>
                    <a:pt x="243979" y="39979"/>
                  </a:lnTo>
                  <a:lnTo>
                    <a:pt x="245148" y="39217"/>
                  </a:lnTo>
                  <a:lnTo>
                    <a:pt x="245440" y="38900"/>
                  </a:lnTo>
                  <a:lnTo>
                    <a:pt x="246011" y="37960"/>
                  </a:lnTo>
                  <a:lnTo>
                    <a:pt x="246113" y="37795"/>
                  </a:lnTo>
                  <a:lnTo>
                    <a:pt x="246507" y="37350"/>
                  </a:lnTo>
                  <a:lnTo>
                    <a:pt x="248412" y="40347"/>
                  </a:lnTo>
                  <a:lnTo>
                    <a:pt x="248234" y="40347"/>
                  </a:lnTo>
                  <a:lnTo>
                    <a:pt x="249123" y="40767"/>
                  </a:lnTo>
                  <a:lnTo>
                    <a:pt x="251599" y="40767"/>
                  </a:lnTo>
                  <a:lnTo>
                    <a:pt x="249364" y="37350"/>
                  </a:lnTo>
                  <a:lnTo>
                    <a:pt x="247472" y="34467"/>
                  </a:lnTo>
                  <a:lnTo>
                    <a:pt x="247561" y="33896"/>
                  </a:lnTo>
                  <a:lnTo>
                    <a:pt x="247675" y="33642"/>
                  </a:lnTo>
                  <a:lnTo>
                    <a:pt x="247764" y="33477"/>
                  </a:lnTo>
                  <a:lnTo>
                    <a:pt x="248069" y="33020"/>
                  </a:lnTo>
                  <a:lnTo>
                    <a:pt x="248399" y="32600"/>
                  </a:lnTo>
                  <a:lnTo>
                    <a:pt x="248666" y="32258"/>
                  </a:lnTo>
                  <a:lnTo>
                    <a:pt x="248907" y="32067"/>
                  </a:lnTo>
                  <a:lnTo>
                    <a:pt x="250024" y="31356"/>
                  </a:lnTo>
                  <a:lnTo>
                    <a:pt x="250228" y="31356"/>
                  </a:lnTo>
                  <a:lnTo>
                    <a:pt x="250952" y="31559"/>
                  </a:lnTo>
                  <a:lnTo>
                    <a:pt x="250799" y="31559"/>
                  </a:lnTo>
                  <a:lnTo>
                    <a:pt x="251726" y="33020"/>
                  </a:lnTo>
                  <a:lnTo>
                    <a:pt x="251777" y="35140"/>
                  </a:lnTo>
                  <a:lnTo>
                    <a:pt x="251625" y="35788"/>
                  </a:lnTo>
                  <a:lnTo>
                    <a:pt x="251523" y="36791"/>
                  </a:lnTo>
                  <a:lnTo>
                    <a:pt x="249631" y="36791"/>
                  </a:lnTo>
                  <a:lnTo>
                    <a:pt x="253974" y="37350"/>
                  </a:lnTo>
                  <a:lnTo>
                    <a:pt x="253568" y="37350"/>
                  </a:lnTo>
                  <a:lnTo>
                    <a:pt x="254254" y="37566"/>
                  </a:lnTo>
                  <a:lnTo>
                    <a:pt x="254609" y="37350"/>
                  </a:lnTo>
                  <a:lnTo>
                    <a:pt x="254825" y="36791"/>
                  </a:lnTo>
                  <a:lnTo>
                    <a:pt x="254825" y="35788"/>
                  </a:lnTo>
                  <a:lnTo>
                    <a:pt x="254647" y="35140"/>
                  </a:lnTo>
                  <a:lnTo>
                    <a:pt x="254558" y="34810"/>
                  </a:lnTo>
                  <a:lnTo>
                    <a:pt x="251333" y="30949"/>
                  </a:lnTo>
                  <a:lnTo>
                    <a:pt x="251460" y="30949"/>
                  </a:lnTo>
                  <a:lnTo>
                    <a:pt x="249288" y="30556"/>
                  </a:lnTo>
                  <a:lnTo>
                    <a:pt x="247904" y="30556"/>
                  </a:lnTo>
                  <a:lnTo>
                    <a:pt x="246062" y="32486"/>
                  </a:lnTo>
                  <a:lnTo>
                    <a:pt x="245224" y="31191"/>
                  </a:lnTo>
                  <a:lnTo>
                    <a:pt x="245224" y="35140"/>
                  </a:lnTo>
                  <a:lnTo>
                    <a:pt x="245071" y="35140"/>
                  </a:lnTo>
                  <a:lnTo>
                    <a:pt x="244817" y="35788"/>
                  </a:lnTo>
                  <a:lnTo>
                    <a:pt x="244792" y="35953"/>
                  </a:lnTo>
                  <a:lnTo>
                    <a:pt x="244068" y="37350"/>
                  </a:lnTo>
                  <a:lnTo>
                    <a:pt x="243484" y="37960"/>
                  </a:lnTo>
                  <a:lnTo>
                    <a:pt x="242023" y="38900"/>
                  </a:lnTo>
                  <a:lnTo>
                    <a:pt x="241706" y="38900"/>
                  </a:lnTo>
                  <a:lnTo>
                    <a:pt x="241109" y="37960"/>
                  </a:lnTo>
                  <a:lnTo>
                    <a:pt x="240995" y="37795"/>
                  </a:lnTo>
                  <a:lnTo>
                    <a:pt x="244157" y="33896"/>
                  </a:lnTo>
                  <a:lnTo>
                    <a:pt x="244398" y="33896"/>
                  </a:lnTo>
                  <a:lnTo>
                    <a:pt x="245224" y="35140"/>
                  </a:lnTo>
                  <a:lnTo>
                    <a:pt x="245224" y="31191"/>
                  </a:lnTo>
                  <a:lnTo>
                    <a:pt x="244348" y="29819"/>
                  </a:lnTo>
                  <a:lnTo>
                    <a:pt x="243624" y="28676"/>
                  </a:lnTo>
                  <a:lnTo>
                    <a:pt x="249504" y="24892"/>
                  </a:lnTo>
                  <a:lnTo>
                    <a:pt x="250977" y="23736"/>
                  </a:lnTo>
                  <a:lnTo>
                    <a:pt x="258076" y="33909"/>
                  </a:lnTo>
                  <a:lnTo>
                    <a:pt x="258292" y="34086"/>
                  </a:lnTo>
                  <a:lnTo>
                    <a:pt x="258483" y="34201"/>
                  </a:lnTo>
                  <a:lnTo>
                    <a:pt x="258648" y="34239"/>
                  </a:lnTo>
                  <a:lnTo>
                    <a:pt x="260489" y="34404"/>
                  </a:lnTo>
                  <a:lnTo>
                    <a:pt x="260972" y="34417"/>
                  </a:lnTo>
                  <a:lnTo>
                    <a:pt x="260972" y="34150"/>
                  </a:lnTo>
                  <a:lnTo>
                    <a:pt x="252730" y="22504"/>
                  </a:lnTo>
                  <a:lnTo>
                    <a:pt x="254215" y="21475"/>
                  </a:lnTo>
                  <a:lnTo>
                    <a:pt x="257479" y="19100"/>
                  </a:lnTo>
                  <a:lnTo>
                    <a:pt x="258508" y="20523"/>
                  </a:lnTo>
                  <a:lnTo>
                    <a:pt x="257314" y="21844"/>
                  </a:lnTo>
                  <a:lnTo>
                    <a:pt x="256438" y="22898"/>
                  </a:lnTo>
                  <a:lnTo>
                    <a:pt x="256247" y="23215"/>
                  </a:lnTo>
                  <a:lnTo>
                    <a:pt x="256120" y="23558"/>
                  </a:lnTo>
                  <a:lnTo>
                    <a:pt x="256120" y="23939"/>
                  </a:lnTo>
                  <a:lnTo>
                    <a:pt x="256705" y="24257"/>
                  </a:lnTo>
                  <a:lnTo>
                    <a:pt x="258343" y="24599"/>
                  </a:lnTo>
                  <a:lnTo>
                    <a:pt x="258610" y="24587"/>
                  </a:lnTo>
                  <a:lnTo>
                    <a:pt x="258749" y="24485"/>
                  </a:lnTo>
                  <a:lnTo>
                    <a:pt x="260756" y="21323"/>
                  </a:lnTo>
                  <a:lnTo>
                    <a:pt x="261302" y="20802"/>
                  </a:lnTo>
                  <a:lnTo>
                    <a:pt x="262153" y="20167"/>
                  </a:lnTo>
                  <a:lnTo>
                    <a:pt x="262737" y="20142"/>
                  </a:lnTo>
                  <a:lnTo>
                    <a:pt x="263207" y="20345"/>
                  </a:lnTo>
                  <a:lnTo>
                    <a:pt x="263880" y="21247"/>
                  </a:lnTo>
                  <a:lnTo>
                    <a:pt x="264096" y="21869"/>
                  </a:lnTo>
                  <a:lnTo>
                    <a:pt x="264223" y="22707"/>
                  </a:lnTo>
                  <a:lnTo>
                    <a:pt x="264261" y="23444"/>
                  </a:lnTo>
                  <a:lnTo>
                    <a:pt x="264147" y="24104"/>
                  </a:lnTo>
                  <a:lnTo>
                    <a:pt x="263918" y="24726"/>
                  </a:lnTo>
                  <a:lnTo>
                    <a:pt x="263613" y="24777"/>
                  </a:lnTo>
                  <a:lnTo>
                    <a:pt x="262051" y="24777"/>
                  </a:lnTo>
                  <a:lnTo>
                    <a:pt x="261569" y="24917"/>
                  </a:lnTo>
                  <a:lnTo>
                    <a:pt x="260705" y="25539"/>
                  </a:lnTo>
                  <a:lnTo>
                    <a:pt x="260451" y="25946"/>
                  </a:lnTo>
                  <a:lnTo>
                    <a:pt x="260273" y="26873"/>
                  </a:lnTo>
                  <a:lnTo>
                    <a:pt x="260400" y="27317"/>
                  </a:lnTo>
                  <a:lnTo>
                    <a:pt x="260997" y="28054"/>
                  </a:lnTo>
                  <a:lnTo>
                    <a:pt x="261251" y="28270"/>
                  </a:lnTo>
                  <a:lnTo>
                    <a:pt x="262458" y="28854"/>
                  </a:lnTo>
                  <a:lnTo>
                    <a:pt x="263385" y="28765"/>
                  </a:lnTo>
                  <a:lnTo>
                    <a:pt x="264591" y="27863"/>
                  </a:lnTo>
                  <a:lnTo>
                    <a:pt x="264858" y="27622"/>
                  </a:lnTo>
                  <a:lnTo>
                    <a:pt x="265379" y="27051"/>
                  </a:lnTo>
                  <a:lnTo>
                    <a:pt x="265557" y="26936"/>
                  </a:lnTo>
                  <a:lnTo>
                    <a:pt x="265747" y="26885"/>
                  </a:lnTo>
                  <a:lnTo>
                    <a:pt x="268744" y="27673"/>
                  </a:lnTo>
                  <a:lnTo>
                    <a:pt x="269887" y="27800"/>
                  </a:lnTo>
                  <a:lnTo>
                    <a:pt x="270383" y="27698"/>
                  </a:lnTo>
                  <a:lnTo>
                    <a:pt x="271246" y="27063"/>
                  </a:lnTo>
                  <a:lnTo>
                    <a:pt x="271208" y="26593"/>
                  </a:lnTo>
                  <a:lnTo>
                    <a:pt x="270738" y="25946"/>
                  </a:lnTo>
                  <a:lnTo>
                    <a:pt x="270573" y="25831"/>
                  </a:lnTo>
                  <a:lnTo>
                    <a:pt x="270154" y="25781"/>
                  </a:lnTo>
                  <a:lnTo>
                    <a:pt x="267830" y="25958"/>
                  </a:lnTo>
                  <a:lnTo>
                    <a:pt x="266712" y="25933"/>
                  </a:lnTo>
                  <a:lnTo>
                    <a:pt x="266103" y="25730"/>
                  </a:lnTo>
                  <a:lnTo>
                    <a:pt x="266954" y="23558"/>
                  </a:lnTo>
                  <a:lnTo>
                    <a:pt x="266941" y="21856"/>
                  </a:lnTo>
                  <a:lnTo>
                    <a:pt x="265506" y="19964"/>
                  </a:lnTo>
                  <a:lnTo>
                    <a:pt x="264655" y="19469"/>
                  </a:lnTo>
                  <a:lnTo>
                    <a:pt x="262305" y="18923"/>
                  </a:lnTo>
                  <a:lnTo>
                    <a:pt x="261264" y="18923"/>
                  </a:lnTo>
                  <a:lnTo>
                    <a:pt x="260375" y="19227"/>
                  </a:lnTo>
                  <a:lnTo>
                    <a:pt x="259308" y="17729"/>
                  </a:lnTo>
                  <a:lnTo>
                    <a:pt x="263359" y="14732"/>
                  </a:lnTo>
                  <a:lnTo>
                    <a:pt x="264820" y="13538"/>
                  </a:lnTo>
                  <a:lnTo>
                    <a:pt x="272503" y="23279"/>
                  </a:lnTo>
                  <a:lnTo>
                    <a:pt x="272732" y="23456"/>
                  </a:lnTo>
                  <a:lnTo>
                    <a:pt x="272923" y="23558"/>
                  </a:lnTo>
                  <a:lnTo>
                    <a:pt x="275424" y="23634"/>
                  </a:lnTo>
                  <a:lnTo>
                    <a:pt x="275501" y="23507"/>
                  </a:lnTo>
                  <a:lnTo>
                    <a:pt x="275412" y="23368"/>
                  </a:lnTo>
                  <a:lnTo>
                    <a:pt x="266509" y="12217"/>
                  </a:lnTo>
                  <a:lnTo>
                    <a:pt x="267982" y="11023"/>
                  </a:lnTo>
                  <a:lnTo>
                    <a:pt x="270065" y="9359"/>
                  </a:lnTo>
                  <a:lnTo>
                    <a:pt x="272503" y="12230"/>
                  </a:lnTo>
                  <a:lnTo>
                    <a:pt x="273634" y="13652"/>
                  </a:lnTo>
                  <a:lnTo>
                    <a:pt x="272770" y="14376"/>
                  </a:lnTo>
                  <a:lnTo>
                    <a:pt x="272288" y="14922"/>
                  </a:lnTo>
                  <a:lnTo>
                    <a:pt x="272237" y="15405"/>
                  </a:lnTo>
                  <a:lnTo>
                    <a:pt x="273024" y="16319"/>
                  </a:lnTo>
                  <a:lnTo>
                    <a:pt x="273672" y="16535"/>
                  </a:lnTo>
                  <a:lnTo>
                    <a:pt x="274624" y="16535"/>
                  </a:lnTo>
                  <a:lnTo>
                    <a:pt x="276479" y="16802"/>
                  </a:lnTo>
                  <a:lnTo>
                    <a:pt x="277545" y="16802"/>
                  </a:lnTo>
                  <a:lnTo>
                    <a:pt x="277863" y="16535"/>
                  </a:lnTo>
                  <a:lnTo>
                    <a:pt x="278257" y="15951"/>
                  </a:lnTo>
                  <a:lnTo>
                    <a:pt x="278218" y="15405"/>
                  </a:lnTo>
                  <a:lnTo>
                    <a:pt x="277964" y="14922"/>
                  </a:lnTo>
                  <a:lnTo>
                    <a:pt x="277749" y="14668"/>
                  </a:lnTo>
                  <a:lnTo>
                    <a:pt x="277431" y="14376"/>
                  </a:lnTo>
                  <a:lnTo>
                    <a:pt x="277152" y="14071"/>
                  </a:lnTo>
                  <a:lnTo>
                    <a:pt x="277241" y="13652"/>
                  </a:lnTo>
                  <a:lnTo>
                    <a:pt x="278828" y="12230"/>
                  </a:lnTo>
                  <a:lnTo>
                    <a:pt x="281063" y="10350"/>
                  </a:lnTo>
                  <a:lnTo>
                    <a:pt x="283845" y="13652"/>
                  </a:lnTo>
                  <a:lnTo>
                    <a:pt x="284391" y="14071"/>
                  </a:lnTo>
                  <a:lnTo>
                    <a:pt x="284937" y="14071"/>
                  </a:lnTo>
                  <a:lnTo>
                    <a:pt x="284607" y="14389"/>
                  </a:lnTo>
                  <a:lnTo>
                    <a:pt x="284137" y="14808"/>
                  </a:lnTo>
                  <a:lnTo>
                    <a:pt x="284010" y="15151"/>
                  </a:lnTo>
                  <a:lnTo>
                    <a:pt x="284200" y="15328"/>
                  </a:lnTo>
                  <a:lnTo>
                    <a:pt x="284429" y="15481"/>
                  </a:lnTo>
                  <a:lnTo>
                    <a:pt x="284670" y="15557"/>
                  </a:lnTo>
                  <a:lnTo>
                    <a:pt x="286156" y="15786"/>
                  </a:lnTo>
                  <a:lnTo>
                    <a:pt x="286816" y="15925"/>
                  </a:lnTo>
                  <a:lnTo>
                    <a:pt x="287324" y="15875"/>
                  </a:lnTo>
                  <a:lnTo>
                    <a:pt x="287667" y="15735"/>
                  </a:lnTo>
                  <a:lnTo>
                    <a:pt x="288086" y="15290"/>
                  </a:lnTo>
                  <a:lnTo>
                    <a:pt x="288302" y="14935"/>
                  </a:lnTo>
                  <a:lnTo>
                    <a:pt x="288696" y="14490"/>
                  </a:lnTo>
                  <a:lnTo>
                    <a:pt x="290842" y="13411"/>
                  </a:lnTo>
                  <a:lnTo>
                    <a:pt x="291236" y="13487"/>
                  </a:lnTo>
                  <a:lnTo>
                    <a:pt x="294284" y="13906"/>
                  </a:lnTo>
                  <a:lnTo>
                    <a:pt x="294906" y="14008"/>
                  </a:lnTo>
                  <a:lnTo>
                    <a:pt x="295313" y="13957"/>
                  </a:lnTo>
                  <a:lnTo>
                    <a:pt x="295503" y="13766"/>
                  </a:lnTo>
                  <a:close/>
                </a:path>
              </a:pathLst>
            </a:custGeom>
            <a:solidFill>
              <a:srgbClr val="0F1D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6" name="object 126"/>
            <p:cNvSpPr/>
            <p:nvPr/>
          </p:nvSpPr>
          <p:spPr>
            <a:xfrm>
              <a:off x="3906815" y="1044468"/>
              <a:ext cx="106680" cy="112395"/>
            </a:xfrm>
            <a:custGeom>
              <a:avLst/>
              <a:gdLst/>
              <a:ahLst/>
              <a:cxnLst/>
              <a:rect l="l" t="t" r="r" b="b"/>
              <a:pathLst>
                <a:path w="106679" h="112394">
                  <a:moveTo>
                    <a:pt x="88125" y="89598"/>
                  </a:moveTo>
                  <a:lnTo>
                    <a:pt x="17932" y="89598"/>
                  </a:lnTo>
                  <a:lnTo>
                    <a:pt x="26352" y="98183"/>
                  </a:lnTo>
                  <a:lnTo>
                    <a:pt x="37426" y="101942"/>
                  </a:lnTo>
                  <a:lnTo>
                    <a:pt x="50507" y="106057"/>
                  </a:lnTo>
                  <a:lnTo>
                    <a:pt x="51384" y="112153"/>
                  </a:lnTo>
                  <a:lnTo>
                    <a:pt x="54686" y="112153"/>
                  </a:lnTo>
                  <a:lnTo>
                    <a:pt x="55549" y="106057"/>
                  </a:lnTo>
                  <a:lnTo>
                    <a:pt x="68643" y="101942"/>
                  </a:lnTo>
                  <a:lnTo>
                    <a:pt x="79692" y="98183"/>
                  </a:lnTo>
                  <a:lnTo>
                    <a:pt x="88125" y="89598"/>
                  </a:lnTo>
                  <a:close/>
                </a:path>
                <a:path w="106679" h="112394">
                  <a:moveTo>
                    <a:pt x="23241" y="0"/>
                  </a:moveTo>
                  <a:lnTo>
                    <a:pt x="11150" y="11175"/>
                  </a:lnTo>
                  <a:lnTo>
                    <a:pt x="18077" y="17622"/>
                  </a:lnTo>
                  <a:lnTo>
                    <a:pt x="19559" y="27546"/>
                  </a:lnTo>
                  <a:lnTo>
                    <a:pt x="6016" y="67592"/>
                  </a:lnTo>
                  <a:lnTo>
                    <a:pt x="0" y="75590"/>
                  </a:lnTo>
                  <a:lnTo>
                    <a:pt x="1460" y="76136"/>
                  </a:lnTo>
                  <a:lnTo>
                    <a:pt x="13538" y="92074"/>
                  </a:lnTo>
                  <a:lnTo>
                    <a:pt x="17932" y="89598"/>
                  </a:lnTo>
                  <a:lnTo>
                    <a:pt x="94408" y="89598"/>
                  </a:lnTo>
                  <a:lnTo>
                    <a:pt x="104609" y="76136"/>
                  </a:lnTo>
                  <a:lnTo>
                    <a:pt x="106083" y="75590"/>
                  </a:lnTo>
                  <a:lnTo>
                    <a:pt x="100038" y="69600"/>
                  </a:lnTo>
                  <a:lnTo>
                    <a:pt x="96210" y="63963"/>
                  </a:lnTo>
                  <a:lnTo>
                    <a:pt x="92965" y="55402"/>
                  </a:lnTo>
                  <a:lnTo>
                    <a:pt x="88671" y="40639"/>
                  </a:lnTo>
                  <a:lnTo>
                    <a:pt x="84346" y="26063"/>
                  </a:lnTo>
                  <a:lnTo>
                    <a:pt x="83554" y="18135"/>
                  </a:lnTo>
                  <a:lnTo>
                    <a:pt x="86880" y="14093"/>
                  </a:lnTo>
                  <a:lnTo>
                    <a:pt x="53091" y="14093"/>
                  </a:lnTo>
                  <a:lnTo>
                    <a:pt x="47297" y="9194"/>
                  </a:lnTo>
                  <a:lnTo>
                    <a:pt x="36523" y="9194"/>
                  </a:lnTo>
                  <a:lnTo>
                    <a:pt x="29100" y="5930"/>
                  </a:lnTo>
                  <a:lnTo>
                    <a:pt x="24694" y="1943"/>
                  </a:lnTo>
                  <a:lnTo>
                    <a:pt x="23241" y="0"/>
                  </a:lnTo>
                  <a:close/>
                </a:path>
                <a:path w="106679" h="112394">
                  <a:moveTo>
                    <a:pt x="94408" y="89598"/>
                  </a:moveTo>
                  <a:lnTo>
                    <a:pt x="88125" y="89598"/>
                  </a:lnTo>
                  <a:lnTo>
                    <a:pt x="92532" y="92074"/>
                  </a:lnTo>
                  <a:lnTo>
                    <a:pt x="94408" y="89598"/>
                  </a:lnTo>
                  <a:close/>
                </a:path>
                <a:path w="106679" h="112394">
                  <a:moveTo>
                    <a:pt x="59029" y="8966"/>
                  </a:moveTo>
                  <a:lnTo>
                    <a:pt x="52979" y="14093"/>
                  </a:lnTo>
                  <a:lnTo>
                    <a:pt x="86880" y="14093"/>
                  </a:lnTo>
                  <a:lnTo>
                    <a:pt x="94907" y="11175"/>
                  </a:lnTo>
                  <a:lnTo>
                    <a:pt x="94714" y="10997"/>
                  </a:lnTo>
                  <a:lnTo>
                    <a:pt x="68452" y="10997"/>
                  </a:lnTo>
                  <a:lnTo>
                    <a:pt x="59029" y="8966"/>
                  </a:lnTo>
                  <a:close/>
                </a:path>
                <a:path w="106679" h="112394">
                  <a:moveTo>
                    <a:pt x="82816" y="0"/>
                  </a:moveTo>
                  <a:lnTo>
                    <a:pt x="78115" y="7355"/>
                  </a:lnTo>
                  <a:lnTo>
                    <a:pt x="74071" y="10741"/>
                  </a:lnTo>
                  <a:lnTo>
                    <a:pt x="68452" y="10997"/>
                  </a:lnTo>
                  <a:lnTo>
                    <a:pt x="94714" y="10997"/>
                  </a:lnTo>
                  <a:lnTo>
                    <a:pt x="82816" y="0"/>
                  </a:lnTo>
                  <a:close/>
                </a:path>
                <a:path w="106679" h="112394">
                  <a:moveTo>
                    <a:pt x="47028" y="8966"/>
                  </a:moveTo>
                  <a:lnTo>
                    <a:pt x="36523" y="9194"/>
                  </a:lnTo>
                  <a:lnTo>
                    <a:pt x="47297" y="9194"/>
                  </a:lnTo>
                  <a:lnTo>
                    <a:pt x="47028" y="89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7" name="object 127"/>
            <p:cNvSpPr/>
            <p:nvPr/>
          </p:nvSpPr>
          <p:spPr>
            <a:xfrm>
              <a:off x="3904424" y="1042441"/>
              <a:ext cx="111125" cy="115570"/>
            </a:xfrm>
            <a:custGeom>
              <a:avLst/>
              <a:gdLst/>
              <a:ahLst/>
              <a:cxnLst/>
              <a:rect l="l" t="t" r="r" b="b"/>
              <a:pathLst>
                <a:path w="111125" h="115569">
                  <a:moveTo>
                    <a:pt x="52819" y="21564"/>
                  </a:moveTo>
                  <a:lnTo>
                    <a:pt x="48450" y="21920"/>
                  </a:lnTo>
                  <a:lnTo>
                    <a:pt x="48450" y="26263"/>
                  </a:lnTo>
                  <a:lnTo>
                    <a:pt x="48450" y="44653"/>
                  </a:lnTo>
                  <a:lnTo>
                    <a:pt x="47777" y="44259"/>
                  </a:lnTo>
                  <a:lnTo>
                    <a:pt x="43967" y="43281"/>
                  </a:lnTo>
                  <a:lnTo>
                    <a:pt x="42227" y="43281"/>
                  </a:lnTo>
                  <a:lnTo>
                    <a:pt x="41275" y="42735"/>
                  </a:lnTo>
                  <a:lnTo>
                    <a:pt x="41275" y="43281"/>
                  </a:lnTo>
                  <a:lnTo>
                    <a:pt x="38290" y="43281"/>
                  </a:lnTo>
                  <a:lnTo>
                    <a:pt x="39903" y="42481"/>
                  </a:lnTo>
                  <a:lnTo>
                    <a:pt x="41275" y="43281"/>
                  </a:lnTo>
                  <a:lnTo>
                    <a:pt x="41275" y="42735"/>
                  </a:lnTo>
                  <a:lnTo>
                    <a:pt x="39928" y="41948"/>
                  </a:lnTo>
                  <a:lnTo>
                    <a:pt x="37236" y="43281"/>
                  </a:lnTo>
                  <a:lnTo>
                    <a:pt x="32867" y="43281"/>
                  </a:lnTo>
                  <a:lnTo>
                    <a:pt x="29629" y="44907"/>
                  </a:lnTo>
                  <a:lnTo>
                    <a:pt x="31102" y="27673"/>
                  </a:lnTo>
                  <a:lnTo>
                    <a:pt x="48450" y="26263"/>
                  </a:lnTo>
                  <a:lnTo>
                    <a:pt x="48450" y="21920"/>
                  </a:lnTo>
                  <a:lnTo>
                    <a:pt x="26365" y="23698"/>
                  </a:lnTo>
                  <a:lnTo>
                    <a:pt x="26581" y="25908"/>
                  </a:lnTo>
                  <a:lnTo>
                    <a:pt x="25565" y="43853"/>
                  </a:lnTo>
                  <a:lnTo>
                    <a:pt x="20789" y="59524"/>
                  </a:lnTo>
                  <a:lnTo>
                    <a:pt x="15494" y="70675"/>
                  </a:lnTo>
                  <a:lnTo>
                    <a:pt x="11861" y="76631"/>
                  </a:lnTo>
                  <a:lnTo>
                    <a:pt x="15468" y="79032"/>
                  </a:lnTo>
                  <a:lnTo>
                    <a:pt x="16548" y="77444"/>
                  </a:lnTo>
                  <a:lnTo>
                    <a:pt x="19113" y="73126"/>
                  </a:lnTo>
                  <a:lnTo>
                    <a:pt x="24485" y="61950"/>
                  </a:lnTo>
                  <a:lnTo>
                    <a:pt x="28117" y="50495"/>
                  </a:lnTo>
                  <a:lnTo>
                    <a:pt x="33921" y="47625"/>
                  </a:lnTo>
                  <a:lnTo>
                    <a:pt x="43205" y="47625"/>
                  </a:lnTo>
                  <a:lnTo>
                    <a:pt x="46278" y="48399"/>
                  </a:lnTo>
                  <a:lnTo>
                    <a:pt x="48450" y="49657"/>
                  </a:lnTo>
                  <a:lnTo>
                    <a:pt x="48450" y="100215"/>
                  </a:lnTo>
                  <a:lnTo>
                    <a:pt x="52819" y="100228"/>
                  </a:lnTo>
                  <a:lnTo>
                    <a:pt x="52819" y="21564"/>
                  </a:lnTo>
                  <a:close/>
                </a:path>
                <a:path w="111125" h="115569">
                  <a:moveTo>
                    <a:pt x="101333" y="76758"/>
                  </a:moveTo>
                  <a:lnTo>
                    <a:pt x="83997" y="25565"/>
                  </a:lnTo>
                  <a:lnTo>
                    <a:pt x="84035" y="23647"/>
                  </a:lnTo>
                  <a:lnTo>
                    <a:pt x="79679" y="23571"/>
                  </a:lnTo>
                  <a:lnTo>
                    <a:pt x="90487" y="69202"/>
                  </a:lnTo>
                  <a:lnTo>
                    <a:pt x="94691" y="75653"/>
                  </a:lnTo>
                  <a:lnTo>
                    <a:pt x="62763" y="94488"/>
                  </a:lnTo>
                  <a:lnTo>
                    <a:pt x="62763" y="21831"/>
                  </a:lnTo>
                  <a:lnTo>
                    <a:pt x="58407" y="21831"/>
                  </a:lnTo>
                  <a:lnTo>
                    <a:pt x="58407" y="102108"/>
                  </a:lnTo>
                  <a:lnTo>
                    <a:pt x="101333" y="76758"/>
                  </a:lnTo>
                  <a:close/>
                </a:path>
                <a:path w="111125" h="115569">
                  <a:moveTo>
                    <a:pt x="110883" y="78130"/>
                  </a:moveTo>
                  <a:lnTo>
                    <a:pt x="110274" y="77520"/>
                  </a:lnTo>
                  <a:lnTo>
                    <a:pt x="109410" y="76708"/>
                  </a:lnTo>
                  <a:lnTo>
                    <a:pt x="107683" y="74739"/>
                  </a:lnTo>
                  <a:lnTo>
                    <a:pt x="106591" y="73177"/>
                  </a:lnTo>
                  <a:lnTo>
                    <a:pt x="106591" y="77520"/>
                  </a:lnTo>
                  <a:lnTo>
                    <a:pt x="103746" y="80429"/>
                  </a:lnTo>
                  <a:lnTo>
                    <a:pt x="94564" y="92405"/>
                  </a:lnTo>
                  <a:lnTo>
                    <a:pt x="90297" y="89992"/>
                  </a:lnTo>
                  <a:lnTo>
                    <a:pt x="81534" y="98933"/>
                  </a:lnTo>
                  <a:lnTo>
                    <a:pt x="70624" y="102730"/>
                  </a:lnTo>
                  <a:lnTo>
                    <a:pt x="60045" y="106070"/>
                  </a:lnTo>
                  <a:lnTo>
                    <a:pt x="59131" y="107442"/>
                  </a:lnTo>
                  <a:lnTo>
                    <a:pt x="58648" y="108178"/>
                  </a:lnTo>
                  <a:lnTo>
                    <a:pt x="58343" y="108267"/>
                  </a:lnTo>
                  <a:lnTo>
                    <a:pt x="58254" y="108775"/>
                  </a:lnTo>
                  <a:lnTo>
                    <a:pt x="56972" y="110705"/>
                  </a:lnTo>
                  <a:lnTo>
                    <a:pt x="56095" y="112890"/>
                  </a:lnTo>
                  <a:lnTo>
                    <a:pt x="54775" y="112890"/>
                  </a:lnTo>
                  <a:lnTo>
                    <a:pt x="53898" y="110705"/>
                  </a:lnTo>
                  <a:lnTo>
                    <a:pt x="52501" y="108585"/>
                  </a:lnTo>
                  <a:lnTo>
                    <a:pt x="52451" y="108267"/>
                  </a:lnTo>
                  <a:lnTo>
                    <a:pt x="52260" y="108216"/>
                  </a:lnTo>
                  <a:lnTo>
                    <a:pt x="50863" y="106070"/>
                  </a:lnTo>
                  <a:lnTo>
                    <a:pt x="40335" y="102730"/>
                  </a:lnTo>
                  <a:lnTo>
                    <a:pt x="29413" y="98933"/>
                  </a:lnTo>
                  <a:lnTo>
                    <a:pt x="26301" y="95821"/>
                  </a:lnTo>
                  <a:lnTo>
                    <a:pt x="23799" y="93268"/>
                  </a:lnTo>
                  <a:lnTo>
                    <a:pt x="22961" y="92405"/>
                  </a:lnTo>
                  <a:lnTo>
                    <a:pt x="20599" y="89992"/>
                  </a:lnTo>
                  <a:lnTo>
                    <a:pt x="16294" y="92392"/>
                  </a:lnTo>
                  <a:lnTo>
                    <a:pt x="13550" y="88785"/>
                  </a:lnTo>
                  <a:lnTo>
                    <a:pt x="7099" y="80429"/>
                  </a:lnTo>
                  <a:lnTo>
                    <a:pt x="4292" y="77520"/>
                  </a:lnTo>
                  <a:lnTo>
                    <a:pt x="4902" y="76708"/>
                  </a:lnTo>
                  <a:lnTo>
                    <a:pt x="7239" y="73736"/>
                  </a:lnTo>
                  <a:lnTo>
                    <a:pt x="11493" y="66903"/>
                  </a:lnTo>
                  <a:lnTo>
                    <a:pt x="23126" y="27533"/>
                  </a:lnTo>
                  <a:lnTo>
                    <a:pt x="21958" y="31305"/>
                  </a:lnTo>
                  <a:lnTo>
                    <a:pt x="22110" y="26060"/>
                  </a:lnTo>
                  <a:lnTo>
                    <a:pt x="22123" y="25869"/>
                  </a:lnTo>
                  <a:lnTo>
                    <a:pt x="21907" y="25082"/>
                  </a:lnTo>
                  <a:lnTo>
                    <a:pt x="23202" y="27533"/>
                  </a:lnTo>
                  <a:lnTo>
                    <a:pt x="16090" y="12801"/>
                  </a:lnTo>
                  <a:lnTo>
                    <a:pt x="15900" y="12801"/>
                  </a:lnTo>
                  <a:lnTo>
                    <a:pt x="25438" y="3987"/>
                  </a:lnTo>
                  <a:lnTo>
                    <a:pt x="27571" y="6731"/>
                  </a:lnTo>
                  <a:lnTo>
                    <a:pt x="31076" y="10401"/>
                  </a:lnTo>
                  <a:lnTo>
                    <a:pt x="31635" y="11303"/>
                  </a:lnTo>
                  <a:lnTo>
                    <a:pt x="31724" y="11455"/>
                  </a:lnTo>
                  <a:lnTo>
                    <a:pt x="32092" y="11455"/>
                  </a:lnTo>
                  <a:lnTo>
                    <a:pt x="32423" y="11811"/>
                  </a:lnTo>
                  <a:lnTo>
                    <a:pt x="32575" y="12001"/>
                  </a:lnTo>
                  <a:lnTo>
                    <a:pt x="33591" y="13017"/>
                  </a:lnTo>
                  <a:lnTo>
                    <a:pt x="45351" y="13017"/>
                  </a:lnTo>
                  <a:lnTo>
                    <a:pt x="47205" y="12801"/>
                  </a:lnTo>
                  <a:lnTo>
                    <a:pt x="49085" y="12407"/>
                  </a:lnTo>
                  <a:lnTo>
                    <a:pt x="55435" y="17792"/>
                  </a:lnTo>
                  <a:lnTo>
                    <a:pt x="59436" y="14389"/>
                  </a:lnTo>
                  <a:lnTo>
                    <a:pt x="61760" y="12407"/>
                  </a:lnTo>
                  <a:lnTo>
                    <a:pt x="63639" y="12801"/>
                  </a:lnTo>
                  <a:lnTo>
                    <a:pt x="65506" y="13017"/>
                  </a:lnTo>
                  <a:lnTo>
                    <a:pt x="77266" y="13017"/>
                  </a:lnTo>
                  <a:lnTo>
                    <a:pt x="77851" y="12407"/>
                  </a:lnTo>
                  <a:lnTo>
                    <a:pt x="78232" y="12001"/>
                  </a:lnTo>
                  <a:lnTo>
                    <a:pt x="78752" y="11455"/>
                  </a:lnTo>
                  <a:lnTo>
                    <a:pt x="79082" y="11455"/>
                  </a:lnTo>
                  <a:lnTo>
                    <a:pt x="79667" y="10490"/>
                  </a:lnTo>
                  <a:lnTo>
                    <a:pt x="83248" y="6731"/>
                  </a:lnTo>
                  <a:lnTo>
                    <a:pt x="85420" y="3987"/>
                  </a:lnTo>
                  <a:lnTo>
                    <a:pt x="94970" y="12801"/>
                  </a:lnTo>
                  <a:lnTo>
                    <a:pt x="94805" y="12801"/>
                  </a:lnTo>
                  <a:lnTo>
                    <a:pt x="92684" y="13881"/>
                  </a:lnTo>
                  <a:lnTo>
                    <a:pt x="90944" y="15621"/>
                  </a:lnTo>
                  <a:lnTo>
                    <a:pt x="89814" y="17792"/>
                  </a:lnTo>
                  <a:lnTo>
                    <a:pt x="89712" y="17970"/>
                  </a:lnTo>
                  <a:lnTo>
                    <a:pt x="87668" y="25717"/>
                  </a:lnTo>
                  <a:lnTo>
                    <a:pt x="87718" y="27533"/>
                  </a:lnTo>
                  <a:lnTo>
                    <a:pt x="88747" y="25565"/>
                  </a:lnTo>
                  <a:lnTo>
                    <a:pt x="88671" y="25869"/>
                  </a:lnTo>
                  <a:lnTo>
                    <a:pt x="88811" y="30873"/>
                  </a:lnTo>
                  <a:lnTo>
                    <a:pt x="87782" y="27533"/>
                  </a:lnTo>
                  <a:lnTo>
                    <a:pt x="87884" y="33743"/>
                  </a:lnTo>
                  <a:lnTo>
                    <a:pt x="103619" y="73736"/>
                  </a:lnTo>
                  <a:lnTo>
                    <a:pt x="106591" y="77520"/>
                  </a:lnTo>
                  <a:lnTo>
                    <a:pt x="106591" y="73177"/>
                  </a:lnTo>
                  <a:lnTo>
                    <a:pt x="103454" y="68656"/>
                  </a:lnTo>
                  <a:lnTo>
                    <a:pt x="97942" y="58013"/>
                  </a:lnTo>
                  <a:lnTo>
                    <a:pt x="92379" y="42329"/>
                  </a:lnTo>
                  <a:lnTo>
                    <a:pt x="89446" y="32905"/>
                  </a:lnTo>
                  <a:lnTo>
                    <a:pt x="89204" y="26060"/>
                  </a:lnTo>
                  <a:lnTo>
                    <a:pt x="89877" y="23393"/>
                  </a:lnTo>
                  <a:lnTo>
                    <a:pt x="93319" y="16840"/>
                  </a:lnTo>
                  <a:lnTo>
                    <a:pt x="95199" y="15252"/>
                  </a:lnTo>
                  <a:lnTo>
                    <a:pt x="99568" y="13881"/>
                  </a:lnTo>
                  <a:lnTo>
                    <a:pt x="99999" y="13881"/>
                  </a:lnTo>
                  <a:lnTo>
                    <a:pt x="89306" y="3987"/>
                  </a:lnTo>
                  <a:lnTo>
                    <a:pt x="84988" y="0"/>
                  </a:lnTo>
                  <a:lnTo>
                    <a:pt x="78359" y="10439"/>
                  </a:lnTo>
                  <a:lnTo>
                    <a:pt x="65633" y="10439"/>
                  </a:lnTo>
                  <a:lnTo>
                    <a:pt x="63766" y="10210"/>
                  </a:lnTo>
                  <a:lnTo>
                    <a:pt x="61823" y="9753"/>
                  </a:lnTo>
                  <a:lnTo>
                    <a:pt x="60934" y="9753"/>
                  </a:lnTo>
                  <a:lnTo>
                    <a:pt x="55473" y="14389"/>
                  </a:lnTo>
                  <a:lnTo>
                    <a:pt x="53136" y="12407"/>
                  </a:lnTo>
                  <a:lnTo>
                    <a:pt x="50800" y="10439"/>
                  </a:lnTo>
                  <a:lnTo>
                    <a:pt x="50203" y="9931"/>
                  </a:lnTo>
                  <a:lnTo>
                    <a:pt x="49885" y="9753"/>
                  </a:lnTo>
                  <a:lnTo>
                    <a:pt x="49136" y="9753"/>
                  </a:lnTo>
                  <a:lnTo>
                    <a:pt x="47244" y="10210"/>
                  </a:lnTo>
                  <a:lnTo>
                    <a:pt x="45377" y="10439"/>
                  </a:lnTo>
                  <a:lnTo>
                    <a:pt x="32448" y="10439"/>
                  </a:lnTo>
                  <a:lnTo>
                    <a:pt x="28409" y="3987"/>
                  </a:lnTo>
                  <a:lnTo>
                    <a:pt x="26784" y="1384"/>
                  </a:lnTo>
                  <a:lnTo>
                    <a:pt x="25946" y="0"/>
                  </a:lnTo>
                  <a:lnTo>
                    <a:pt x="10947" y="13881"/>
                  </a:lnTo>
                  <a:lnTo>
                    <a:pt x="11328" y="13881"/>
                  </a:lnTo>
                  <a:lnTo>
                    <a:pt x="15697" y="15252"/>
                  </a:lnTo>
                  <a:lnTo>
                    <a:pt x="17602" y="16840"/>
                  </a:lnTo>
                  <a:lnTo>
                    <a:pt x="20777" y="22923"/>
                  </a:lnTo>
                  <a:lnTo>
                    <a:pt x="21539" y="25869"/>
                  </a:lnTo>
                  <a:lnTo>
                    <a:pt x="21590" y="26060"/>
                  </a:lnTo>
                  <a:lnTo>
                    <a:pt x="7467" y="68656"/>
                  </a:lnTo>
                  <a:lnTo>
                    <a:pt x="0" y="78130"/>
                  </a:lnTo>
                  <a:lnTo>
                    <a:pt x="1892" y="78854"/>
                  </a:lnTo>
                  <a:lnTo>
                    <a:pt x="2794" y="79425"/>
                  </a:lnTo>
                  <a:lnTo>
                    <a:pt x="8648" y="86652"/>
                  </a:lnTo>
                  <a:lnTo>
                    <a:pt x="15582" y="95821"/>
                  </a:lnTo>
                  <a:lnTo>
                    <a:pt x="20116" y="93268"/>
                  </a:lnTo>
                  <a:lnTo>
                    <a:pt x="28600" y="101523"/>
                  </a:lnTo>
                  <a:lnTo>
                    <a:pt x="39446" y="105232"/>
                  </a:lnTo>
                  <a:lnTo>
                    <a:pt x="51308" y="108978"/>
                  </a:lnTo>
                  <a:lnTo>
                    <a:pt x="52489" y="114388"/>
                  </a:lnTo>
                  <a:lnTo>
                    <a:pt x="52654" y="115506"/>
                  </a:lnTo>
                  <a:lnTo>
                    <a:pt x="58242" y="115506"/>
                  </a:lnTo>
                  <a:lnTo>
                    <a:pt x="58407" y="114388"/>
                  </a:lnTo>
                  <a:lnTo>
                    <a:pt x="58737" y="112890"/>
                  </a:lnTo>
                  <a:lnTo>
                    <a:pt x="59588" y="108978"/>
                  </a:lnTo>
                  <a:lnTo>
                    <a:pt x="71424" y="105232"/>
                  </a:lnTo>
                  <a:lnTo>
                    <a:pt x="72669" y="104800"/>
                  </a:lnTo>
                  <a:lnTo>
                    <a:pt x="82702" y="101130"/>
                  </a:lnTo>
                  <a:lnTo>
                    <a:pt x="90766" y="93268"/>
                  </a:lnTo>
                  <a:lnTo>
                    <a:pt x="95338" y="95821"/>
                  </a:lnTo>
                  <a:lnTo>
                    <a:pt x="97256" y="93268"/>
                  </a:lnTo>
                  <a:lnTo>
                    <a:pt x="97917" y="92405"/>
                  </a:lnTo>
                  <a:lnTo>
                    <a:pt x="102247" y="86652"/>
                  </a:lnTo>
                  <a:lnTo>
                    <a:pt x="108115" y="79425"/>
                  </a:lnTo>
                  <a:lnTo>
                    <a:pt x="108953" y="78854"/>
                  </a:lnTo>
                  <a:lnTo>
                    <a:pt x="110883" y="78130"/>
                  </a:lnTo>
                  <a:close/>
                </a:path>
              </a:pathLst>
            </a:custGeom>
            <a:solidFill>
              <a:srgbClr val="06070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8" name="object 128"/>
            <p:cNvSpPr/>
            <p:nvPr/>
          </p:nvSpPr>
          <p:spPr>
            <a:xfrm>
              <a:off x="3655961" y="816203"/>
              <a:ext cx="608330" cy="597535"/>
            </a:xfrm>
            <a:custGeom>
              <a:avLst/>
              <a:gdLst/>
              <a:ahLst/>
              <a:cxnLst/>
              <a:rect l="l" t="t" r="r" b="b"/>
              <a:pathLst>
                <a:path w="608329" h="597535">
                  <a:moveTo>
                    <a:pt x="10985" y="291388"/>
                  </a:moveTo>
                  <a:lnTo>
                    <a:pt x="10693" y="291096"/>
                  </a:lnTo>
                  <a:lnTo>
                    <a:pt x="10947" y="291706"/>
                  </a:lnTo>
                  <a:lnTo>
                    <a:pt x="10985" y="291388"/>
                  </a:lnTo>
                  <a:close/>
                </a:path>
                <a:path w="608329" h="597535">
                  <a:moveTo>
                    <a:pt x="29832" y="289267"/>
                  </a:moveTo>
                  <a:lnTo>
                    <a:pt x="29819" y="289140"/>
                  </a:lnTo>
                  <a:lnTo>
                    <a:pt x="27279" y="289140"/>
                  </a:lnTo>
                  <a:lnTo>
                    <a:pt x="27419" y="289267"/>
                  </a:lnTo>
                  <a:lnTo>
                    <a:pt x="29832" y="289267"/>
                  </a:lnTo>
                  <a:close/>
                </a:path>
                <a:path w="608329" h="597535">
                  <a:moveTo>
                    <a:pt x="52552" y="322173"/>
                  </a:moveTo>
                  <a:lnTo>
                    <a:pt x="52438" y="321348"/>
                  </a:lnTo>
                  <a:lnTo>
                    <a:pt x="52412" y="321170"/>
                  </a:lnTo>
                  <a:lnTo>
                    <a:pt x="52298" y="320382"/>
                  </a:lnTo>
                  <a:lnTo>
                    <a:pt x="52197" y="319620"/>
                  </a:lnTo>
                  <a:lnTo>
                    <a:pt x="52070" y="318706"/>
                  </a:lnTo>
                  <a:lnTo>
                    <a:pt x="51981" y="318071"/>
                  </a:lnTo>
                  <a:lnTo>
                    <a:pt x="51854" y="317157"/>
                  </a:lnTo>
                  <a:lnTo>
                    <a:pt x="51803" y="316788"/>
                  </a:lnTo>
                  <a:lnTo>
                    <a:pt x="51701" y="316090"/>
                  </a:lnTo>
                  <a:lnTo>
                    <a:pt x="51587" y="315277"/>
                  </a:lnTo>
                  <a:lnTo>
                    <a:pt x="51549" y="314934"/>
                  </a:lnTo>
                  <a:lnTo>
                    <a:pt x="51435" y="314159"/>
                  </a:lnTo>
                  <a:lnTo>
                    <a:pt x="51320" y="313347"/>
                  </a:lnTo>
                  <a:lnTo>
                    <a:pt x="51269" y="313004"/>
                  </a:lnTo>
                  <a:lnTo>
                    <a:pt x="51181" y="312369"/>
                  </a:lnTo>
                  <a:lnTo>
                    <a:pt x="49923" y="311175"/>
                  </a:lnTo>
                  <a:lnTo>
                    <a:pt x="49923" y="316788"/>
                  </a:lnTo>
                  <a:lnTo>
                    <a:pt x="49847" y="317563"/>
                  </a:lnTo>
                  <a:lnTo>
                    <a:pt x="48437" y="323303"/>
                  </a:lnTo>
                  <a:lnTo>
                    <a:pt x="48361" y="323545"/>
                  </a:lnTo>
                  <a:lnTo>
                    <a:pt x="43421" y="326783"/>
                  </a:lnTo>
                  <a:lnTo>
                    <a:pt x="40792" y="326377"/>
                  </a:lnTo>
                  <a:lnTo>
                    <a:pt x="38100" y="325970"/>
                  </a:lnTo>
                  <a:lnTo>
                    <a:pt x="34607" y="318528"/>
                  </a:lnTo>
                  <a:lnTo>
                    <a:pt x="34480" y="317563"/>
                  </a:lnTo>
                  <a:lnTo>
                    <a:pt x="34391" y="316788"/>
                  </a:lnTo>
                  <a:lnTo>
                    <a:pt x="34975" y="315277"/>
                  </a:lnTo>
                  <a:lnTo>
                    <a:pt x="39535" y="325970"/>
                  </a:lnTo>
                  <a:lnTo>
                    <a:pt x="46990" y="323545"/>
                  </a:lnTo>
                  <a:lnTo>
                    <a:pt x="47231" y="323545"/>
                  </a:lnTo>
                  <a:lnTo>
                    <a:pt x="47256" y="322541"/>
                  </a:lnTo>
                  <a:lnTo>
                    <a:pt x="47371" y="318528"/>
                  </a:lnTo>
                  <a:lnTo>
                    <a:pt x="44221" y="311873"/>
                  </a:lnTo>
                  <a:lnTo>
                    <a:pt x="44119" y="311645"/>
                  </a:lnTo>
                  <a:lnTo>
                    <a:pt x="37236" y="310553"/>
                  </a:lnTo>
                  <a:lnTo>
                    <a:pt x="36601" y="311137"/>
                  </a:lnTo>
                  <a:lnTo>
                    <a:pt x="45935" y="315861"/>
                  </a:lnTo>
                  <a:lnTo>
                    <a:pt x="42913" y="322541"/>
                  </a:lnTo>
                  <a:lnTo>
                    <a:pt x="40995" y="320382"/>
                  </a:lnTo>
                  <a:lnTo>
                    <a:pt x="41224" y="320078"/>
                  </a:lnTo>
                  <a:lnTo>
                    <a:pt x="45135" y="315620"/>
                  </a:lnTo>
                  <a:lnTo>
                    <a:pt x="35737" y="313347"/>
                  </a:lnTo>
                  <a:lnTo>
                    <a:pt x="36601" y="311137"/>
                  </a:lnTo>
                  <a:lnTo>
                    <a:pt x="35928" y="311645"/>
                  </a:lnTo>
                  <a:lnTo>
                    <a:pt x="34328" y="313004"/>
                  </a:lnTo>
                  <a:lnTo>
                    <a:pt x="34010" y="313004"/>
                  </a:lnTo>
                  <a:lnTo>
                    <a:pt x="34086" y="313207"/>
                  </a:lnTo>
                  <a:lnTo>
                    <a:pt x="33858" y="313410"/>
                  </a:lnTo>
                  <a:lnTo>
                    <a:pt x="33858" y="324523"/>
                  </a:lnTo>
                  <a:lnTo>
                    <a:pt x="30683" y="323862"/>
                  </a:lnTo>
                  <a:lnTo>
                    <a:pt x="29159" y="323545"/>
                  </a:lnTo>
                  <a:lnTo>
                    <a:pt x="28651" y="323748"/>
                  </a:lnTo>
                  <a:lnTo>
                    <a:pt x="28740" y="323545"/>
                  </a:lnTo>
                  <a:lnTo>
                    <a:pt x="28841" y="323303"/>
                  </a:lnTo>
                  <a:lnTo>
                    <a:pt x="29654" y="321348"/>
                  </a:lnTo>
                  <a:lnTo>
                    <a:pt x="30060" y="320382"/>
                  </a:lnTo>
                  <a:lnTo>
                    <a:pt x="30187" y="320078"/>
                  </a:lnTo>
                  <a:lnTo>
                    <a:pt x="30378" y="319620"/>
                  </a:lnTo>
                  <a:lnTo>
                    <a:pt x="30543" y="319366"/>
                  </a:lnTo>
                  <a:lnTo>
                    <a:pt x="32181" y="316953"/>
                  </a:lnTo>
                  <a:lnTo>
                    <a:pt x="32105" y="315290"/>
                  </a:lnTo>
                  <a:lnTo>
                    <a:pt x="32385" y="316788"/>
                  </a:lnTo>
                  <a:lnTo>
                    <a:pt x="33629" y="323303"/>
                  </a:lnTo>
                  <a:lnTo>
                    <a:pt x="33731" y="323862"/>
                  </a:lnTo>
                  <a:lnTo>
                    <a:pt x="33858" y="324523"/>
                  </a:lnTo>
                  <a:lnTo>
                    <a:pt x="33858" y="313410"/>
                  </a:lnTo>
                  <a:lnTo>
                    <a:pt x="33058" y="314083"/>
                  </a:lnTo>
                  <a:lnTo>
                    <a:pt x="27076" y="313563"/>
                  </a:lnTo>
                  <a:lnTo>
                    <a:pt x="27076" y="324358"/>
                  </a:lnTo>
                  <a:lnTo>
                    <a:pt x="24041" y="325526"/>
                  </a:lnTo>
                  <a:lnTo>
                    <a:pt x="18440" y="327888"/>
                  </a:lnTo>
                  <a:lnTo>
                    <a:pt x="15189" y="330428"/>
                  </a:lnTo>
                  <a:lnTo>
                    <a:pt x="13855" y="329361"/>
                  </a:lnTo>
                  <a:lnTo>
                    <a:pt x="16497" y="327888"/>
                  </a:lnTo>
                  <a:lnTo>
                    <a:pt x="17233" y="327482"/>
                  </a:lnTo>
                  <a:lnTo>
                    <a:pt x="27076" y="324358"/>
                  </a:lnTo>
                  <a:lnTo>
                    <a:pt x="27076" y="313563"/>
                  </a:lnTo>
                  <a:lnTo>
                    <a:pt x="26593" y="313524"/>
                  </a:lnTo>
                  <a:lnTo>
                    <a:pt x="26593" y="319366"/>
                  </a:lnTo>
                  <a:lnTo>
                    <a:pt x="26136" y="318706"/>
                  </a:lnTo>
                  <a:lnTo>
                    <a:pt x="26149" y="318528"/>
                  </a:lnTo>
                  <a:lnTo>
                    <a:pt x="26466" y="319138"/>
                  </a:lnTo>
                  <a:lnTo>
                    <a:pt x="26593" y="319366"/>
                  </a:lnTo>
                  <a:lnTo>
                    <a:pt x="26593" y="313524"/>
                  </a:lnTo>
                  <a:lnTo>
                    <a:pt x="23012" y="313207"/>
                  </a:lnTo>
                  <a:lnTo>
                    <a:pt x="22364" y="313207"/>
                  </a:lnTo>
                  <a:lnTo>
                    <a:pt x="25069" y="317157"/>
                  </a:lnTo>
                  <a:lnTo>
                    <a:pt x="23215" y="318528"/>
                  </a:lnTo>
                  <a:lnTo>
                    <a:pt x="22301" y="319963"/>
                  </a:lnTo>
                  <a:lnTo>
                    <a:pt x="22237" y="319620"/>
                  </a:lnTo>
                  <a:lnTo>
                    <a:pt x="22123" y="319138"/>
                  </a:lnTo>
                  <a:lnTo>
                    <a:pt x="22034" y="318706"/>
                  </a:lnTo>
                  <a:lnTo>
                    <a:pt x="21996" y="318528"/>
                  </a:lnTo>
                  <a:lnTo>
                    <a:pt x="21894" y="318071"/>
                  </a:lnTo>
                  <a:lnTo>
                    <a:pt x="21780" y="317563"/>
                  </a:lnTo>
                  <a:lnTo>
                    <a:pt x="21691" y="317157"/>
                  </a:lnTo>
                  <a:lnTo>
                    <a:pt x="19151" y="318706"/>
                  </a:lnTo>
                  <a:lnTo>
                    <a:pt x="19278" y="317563"/>
                  </a:lnTo>
                  <a:lnTo>
                    <a:pt x="18986" y="317652"/>
                  </a:lnTo>
                  <a:lnTo>
                    <a:pt x="18986" y="320382"/>
                  </a:lnTo>
                  <a:lnTo>
                    <a:pt x="18884" y="321348"/>
                  </a:lnTo>
                  <a:lnTo>
                    <a:pt x="18859" y="321170"/>
                  </a:lnTo>
                  <a:lnTo>
                    <a:pt x="18986" y="320382"/>
                  </a:lnTo>
                  <a:lnTo>
                    <a:pt x="18986" y="317652"/>
                  </a:lnTo>
                  <a:lnTo>
                    <a:pt x="15062" y="318668"/>
                  </a:lnTo>
                  <a:lnTo>
                    <a:pt x="15557" y="318071"/>
                  </a:lnTo>
                  <a:lnTo>
                    <a:pt x="17195" y="316090"/>
                  </a:lnTo>
                  <a:lnTo>
                    <a:pt x="22174" y="311873"/>
                  </a:lnTo>
                  <a:lnTo>
                    <a:pt x="27698" y="308787"/>
                  </a:lnTo>
                  <a:lnTo>
                    <a:pt x="33985" y="307174"/>
                  </a:lnTo>
                  <a:lnTo>
                    <a:pt x="40982" y="307441"/>
                  </a:lnTo>
                  <a:lnTo>
                    <a:pt x="47155" y="310553"/>
                  </a:lnTo>
                  <a:lnTo>
                    <a:pt x="46964" y="310553"/>
                  </a:lnTo>
                  <a:lnTo>
                    <a:pt x="49923" y="316788"/>
                  </a:lnTo>
                  <a:lnTo>
                    <a:pt x="49923" y="311175"/>
                  </a:lnTo>
                  <a:lnTo>
                    <a:pt x="45732" y="307174"/>
                  </a:lnTo>
                  <a:lnTo>
                    <a:pt x="43649" y="305193"/>
                  </a:lnTo>
                  <a:lnTo>
                    <a:pt x="33286" y="304076"/>
                  </a:lnTo>
                  <a:lnTo>
                    <a:pt x="43675" y="301193"/>
                  </a:lnTo>
                  <a:lnTo>
                    <a:pt x="43967" y="300786"/>
                  </a:lnTo>
                  <a:lnTo>
                    <a:pt x="49403" y="292950"/>
                  </a:lnTo>
                  <a:lnTo>
                    <a:pt x="49288" y="291706"/>
                  </a:lnTo>
                  <a:lnTo>
                    <a:pt x="49161" y="290423"/>
                  </a:lnTo>
                  <a:lnTo>
                    <a:pt x="49047" y="289267"/>
                  </a:lnTo>
                  <a:lnTo>
                    <a:pt x="47015" y="289267"/>
                  </a:lnTo>
                  <a:lnTo>
                    <a:pt x="46266" y="292696"/>
                  </a:lnTo>
                  <a:lnTo>
                    <a:pt x="46215" y="292950"/>
                  </a:lnTo>
                  <a:lnTo>
                    <a:pt x="46139" y="293281"/>
                  </a:lnTo>
                  <a:lnTo>
                    <a:pt x="46075" y="293573"/>
                  </a:lnTo>
                  <a:lnTo>
                    <a:pt x="46012" y="293890"/>
                  </a:lnTo>
                  <a:lnTo>
                    <a:pt x="45885" y="294474"/>
                  </a:lnTo>
                  <a:lnTo>
                    <a:pt x="45770" y="294995"/>
                  </a:lnTo>
                  <a:lnTo>
                    <a:pt x="45656" y="295516"/>
                  </a:lnTo>
                  <a:lnTo>
                    <a:pt x="40551" y="299389"/>
                  </a:lnTo>
                  <a:lnTo>
                    <a:pt x="33756" y="300786"/>
                  </a:lnTo>
                  <a:lnTo>
                    <a:pt x="27190" y="300202"/>
                  </a:lnTo>
                  <a:lnTo>
                    <a:pt x="21056" y="298056"/>
                  </a:lnTo>
                  <a:lnTo>
                    <a:pt x="15392" y="294843"/>
                  </a:lnTo>
                  <a:lnTo>
                    <a:pt x="14884" y="294474"/>
                  </a:lnTo>
                  <a:lnTo>
                    <a:pt x="13398" y="293281"/>
                  </a:lnTo>
                  <a:lnTo>
                    <a:pt x="12674" y="292696"/>
                  </a:lnTo>
                  <a:lnTo>
                    <a:pt x="14274" y="292696"/>
                  </a:lnTo>
                  <a:lnTo>
                    <a:pt x="16891" y="292938"/>
                  </a:lnTo>
                  <a:lnTo>
                    <a:pt x="16573" y="291973"/>
                  </a:lnTo>
                  <a:lnTo>
                    <a:pt x="16522" y="291833"/>
                  </a:lnTo>
                  <a:lnTo>
                    <a:pt x="16230" y="291033"/>
                  </a:lnTo>
                  <a:lnTo>
                    <a:pt x="16370" y="291388"/>
                  </a:lnTo>
                  <a:lnTo>
                    <a:pt x="16484" y="291706"/>
                  </a:lnTo>
                  <a:lnTo>
                    <a:pt x="16522" y="291833"/>
                  </a:lnTo>
                  <a:lnTo>
                    <a:pt x="19342" y="292950"/>
                  </a:lnTo>
                  <a:lnTo>
                    <a:pt x="19304" y="290080"/>
                  </a:lnTo>
                  <a:lnTo>
                    <a:pt x="20574" y="291388"/>
                  </a:lnTo>
                  <a:lnTo>
                    <a:pt x="22669" y="292430"/>
                  </a:lnTo>
                  <a:lnTo>
                    <a:pt x="22987" y="292582"/>
                  </a:lnTo>
                  <a:lnTo>
                    <a:pt x="23241" y="292696"/>
                  </a:lnTo>
                  <a:lnTo>
                    <a:pt x="22961" y="292696"/>
                  </a:lnTo>
                  <a:lnTo>
                    <a:pt x="22567" y="292696"/>
                  </a:lnTo>
                  <a:lnTo>
                    <a:pt x="21043" y="296506"/>
                  </a:lnTo>
                  <a:lnTo>
                    <a:pt x="20929" y="296786"/>
                  </a:lnTo>
                  <a:lnTo>
                    <a:pt x="31216" y="294144"/>
                  </a:lnTo>
                  <a:lnTo>
                    <a:pt x="32448" y="294843"/>
                  </a:lnTo>
                  <a:lnTo>
                    <a:pt x="32385" y="295148"/>
                  </a:lnTo>
                  <a:lnTo>
                    <a:pt x="32727" y="294995"/>
                  </a:lnTo>
                  <a:lnTo>
                    <a:pt x="35394" y="296506"/>
                  </a:lnTo>
                  <a:lnTo>
                    <a:pt x="34010" y="294474"/>
                  </a:lnTo>
                  <a:lnTo>
                    <a:pt x="42418" y="290817"/>
                  </a:lnTo>
                  <a:lnTo>
                    <a:pt x="42786" y="290817"/>
                  </a:lnTo>
                  <a:lnTo>
                    <a:pt x="36398" y="295681"/>
                  </a:lnTo>
                  <a:lnTo>
                    <a:pt x="35394" y="296506"/>
                  </a:lnTo>
                  <a:lnTo>
                    <a:pt x="36144" y="296938"/>
                  </a:lnTo>
                  <a:lnTo>
                    <a:pt x="42392" y="294843"/>
                  </a:lnTo>
                  <a:lnTo>
                    <a:pt x="42621" y="294843"/>
                  </a:lnTo>
                  <a:lnTo>
                    <a:pt x="43243" y="291973"/>
                  </a:lnTo>
                  <a:lnTo>
                    <a:pt x="43307" y="291706"/>
                  </a:lnTo>
                  <a:lnTo>
                    <a:pt x="43370" y="291388"/>
                  </a:lnTo>
                  <a:lnTo>
                    <a:pt x="43497" y="290817"/>
                  </a:lnTo>
                  <a:lnTo>
                    <a:pt x="43573" y="290423"/>
                  </a:lnTo>
                  <a:lnTo>
                    <a:pt x="43307" y="290423"/>
                  </a:lnTo>
                  <a:lnTo>
                    <a:pt x="42659" y="290715"/>
                  </a:lnTo>
                  <a:lnTo>
                    <a:pt x="40640" y="289153"/>
                  </a:lnTo>
                  <a:lnTo>
                    <a:pt x="42608" y="289267"/>
                  </a:lnTo>
                  <a:lnTo>
                    <a:pt x="43472" y="290423"/>
                  </a:lnTo>
                  <a:lnTo>
                    <a:pt x="43649" y="290080"/>
                  </a:lnTo>
                  <a:lnTo>
                    <a:pt x="43827" y="289267"/>
                  </a:lnTo>
                  <a:lnTo>
                    <a:pt x="47015" y="289267"/>
                  </a:lnTo>
                  <a:lnTo>
                    <a:pt x="47040" y="289140"/>
                  </a:lnTo>
                  <a:lnTo>
                    <a:pt x="43853" y="289140"/>
                  </a:lnTo>
                  <a:lnTo>
                    <a:pt x="44145" y="287782"/>
                  </a:lnTo>
                  <a:lnTo>
                    <a:pt x="44208" y="287477"/>
                  </a:lnTo>
                  <a:lnTo>
                    <a:pt x="43395" y="284492"/>
                  </a:lnTo>
                  <a:lnTo>
                    <a:pt x="43294" y="284124"/>
                  </a:lnTo>
                  <a:lnTo>
                    <a:pt x="43192" y="283781"/>
                  </a:lnTo>
                  <a:lnTo>
                    <a:pt x="43129" y="283552"/>
                  </a:lnTo>
                  <a:lnTo>
                    <a:pt x="43014" y="283095"/>
                  </a:lnTo>
                  <a:lnTo>
                    <a:pt x="42887" y="282676"/>
                  </a:lnTo>
                  <a:lnTo>
                    <a:pt x="42506" y="282625"/>
                  </a:lnTo>
                  <a:lnTo>
                    <a:pt x="42506" y="289140"/>
                  </a:lnTo>
                  <a:lnTo>
                    <a:pt x="40640" y="289140"/>
                  </a:lnTo>
                  <a:lnTo>
                    <a:pt x="37541" y="286727"/>
                  </a:lnTo>
                  <a:lnTo>
                    <a:pt x="38773" y="284492"/>
                  </a:lnTo>
                  <a:lnTo>
                    <a:pt x="39052" y="284492"/>
                  </a:lnTo>
                  <a:lnTo>
                    <a:pt x="42506" y="289140"/>
                  </a:lnTo>
                  <a:lnTo>
                    <a:pt x="42506" y="282625"/>
                  </a:lnTo>
                  <a:lnTo>
                    <a:pt x="38976" y="282079"/>
                  </a:lnTo>
                  <a:lnTo>
                    <a:pt x="38976" y="284124"/>
                  </a:lnTo>
                  <a:lnTo>
                    <a:pt x="38887" y="284289"/>
                  </a:lnTo>
                  <a:lnTo>
                    <a:pt x="38773" y="284124"/>
                  </a:lnTo>
                  <a:lnTo>
                    <a:pt x="38976" y="284124"/>
                  </a:lnTo>
                  <a:lnTo>
                    <a:pt x="38976" y="282079"/>
                  </a:lnTo>
                  <a:lnTo>
                    <a:pt x="34772" y="281432"/>
                  </a:lnTo>
                  <a:lnTo>
                    <a:pt x="33528" y="288645"/>
                  </a:lnTo>
                  <a:lnTo>
                    <a:pt x="33439" y="289140"/>
                  </a:lnTo>
                  <a:lnTo>
                    <a:pt x="31635" y="289140"/>
                  </a:lnTo>
                  <a:lnTo>
                    <a:pt x="33413" y="289267"/>
                  </a:lnTo>
                  <a:lnTo>
                    <a:pt x="33274" y="290080"/>
                  </a:lnTo>
                  <a:lnTo>
                    <a:pt x="33210" y="290423"/>
                  </a:lnTo>
                  <a:lnTo>
                    <a:pt x="33147" y="290817"/>
                  </a:lnTo>
                  <a:lnTo>
                    <a:pt x="33045" y="291388"/>
                  </a:lnTo>
                  <a:lnTo>
                    <a:pt x="32943" y="291973"/>
                  </a:lnTo>
                  <a:lnTo>
                    <a:pt x="32816" y="292696"/>
                  </a:lnTo>
                  <a:lnTo>
                    <a:pt x="31940" y="291388"/>
                  </a:lnTo>
                  <a:lnTo>
                    <a:pt x="31813" y="290817"/>
                  </a:lnTo>
                  <a:lnTo>
                    <a:pt x="31737" y="290080"/>
                  </a:lnTo>
                  <a:lnTo>
                    <a:pt x="31648" y="289267"/>
                  </a:lnTo>
                  <a:lnTo>
                    <a:pt x="29832" y="289267"/>
                  </a:lnTo>
                  <a:lnTo>
                    <a:pt x="29946" y="291706"/>
                  </a:lnTo>
                  <a:lnTo>
                    <a:pt x="28257" y="290080"/>
                  </a:lnTo>
                  <a:lnTo>
                    <a:pt x="27419" y="289267"/>
                  </a:lnTo>
                  <a:lnTo>
                    <a:pt x="23622" y="289267"/>
                  </a:lnTo>
                  <a:lnTo>
                    <a:pt x="23622" y="290080"/>
                  </a:lnTo>
                  <a:lnTo>
                    <a:pt x="23431" y="290817"/>
                  </a:lnTo>
                  <a:lnTo>
                    <a:pt x="23202" y="291096"/>
                  </a:lnTo>
                  <a:lnTo>
                    <a:pt x="23609" y="290080"/>
                  </a:lnTo>
                  <a:lnTo>
                    <a:pt x="23622" y="289267"/>
                  </a:lnTo>
                  <a:lnTo>
                    <a:pt x="15633" y="289267"/>
                  </a:lnTo>
                  <a:lnTo>
                    <a:pt x="12230" y="289267"/>
                  </a:lnTo>
                  <a:lnTo>
                    <a:pt x="12103" y="290080"/>
                  </a:lnTo>
                  <a:lnTo>
                    <a:pt x="11976" y="290817"/>
                  </a:lnTo>
                  <a:lnTo>
                    <a:pt x="11887" y="291388"/>
                  </a:lnTo>
                  <a:lnTo>
                    <a:pt x="11785" y="291973"/>
                  </a:lnTo>
                  <a:lnTo>
                    <a:pt x="11976" y="290817"/>
                  </a:lnTo>
                  <a:lnTo>
                    <a:pt x="12230" y="289267"/>
                  </a:lnTo>
                  <a:lnTo>
                    <a:pt x="12331" y="288645"/>
                  </a:lnTo>
                  <a:lnTo>
                    <a:pt x="12255" y="289140"/>
                  </a:lnTo>
                  <a:lnTo>
                    <a:pt x="27279" y="289140"/>
                  </a:lnTo>
                  <a:lnTo>
                    <a:pt x="26339" y="287782"/>
                  </a:lnTo>
                  <a:lnTo>
                    <a:pt x="24739" y="285496"/>
                  </a:lnTo>
                  <a:lnTo>
                    <a:pt x="25196" y="285496"/>
                  </a:lnTo>
                  <a:lnTo>
                    <a:pt x="25476" y="285394"/>
                  </a:lnTo>
                  <a:lnTo>
                    <a:pt x="29565" y="283781"/>
                  </a:lnTo>
                  <a:lnTo>
                    <a:pt x="29591" y="284124"/>
                  </a:lnTo>
                  <a:lnTo>
                    <a:pt x="29705" y="286727"/>
                  </a:lnTo>
                  <a:lnTo>
                    <a:pt x="29819" y="289140"/>
                  </a:lnTo>
                  <a:lnTo>
                    <a:pt x="31635" y="289140"/>
                  </a:lnTo>
                  <a:lnTo>
                    <a:pt x="31534" y="287477"/>
                  </a:lnTo>
                  <a:lnTo>
                    <a:pt x="32423" y="284492"/>
                  </a:lnTo>
                  <a:lnTo>
                    <a:pt x="32537" y="284124"/>
                  </a:lnTo>
                  <a:lnTo>
                    <a:pt x="32639" y="283781"/>
                  </a:lnTo>
                  <a:lnTo>
                    <a:pt x="32842" y="283095"/>
                  </a:lnTo>
                  <a:lnTo>
                    <a:pt x="32969" y="282676"/>
                  </a:lnTo>
                  <a:lnTo>
                    <a:pt x="33045" y="282422"/>
                  </a:lnTo>
                  <a:lnTo>
                    <a:pt x="33096" y="282244"/>
                  </a:lnTo>
                  <a:lnTo>
                    <a:pt x="33248" y="281711"/>
                  </a:lnTo>
                  <a:lnTo>
                    <a:pt x="38417" y="280035"/>
                  </a:lnTo>
                  <a:lnTo>
                    <a:pt x="44030" y="282422"/>
                  </a:lnTo>
                  <a:lnTo>
                    <a:pt x="47142" y="288645"/>
                  </a:lnTo>
                  <a:lnTo>
                    <a:pt x="47040" y="289140"/>
                  </a:lnTo>
                  <a:lnTo>
                    <a:pt x="49034" y="289140"/>
                  </a:lnTo>
                  <a:lnTo>
                    <a:pt x="48996" y="288645"/>
                  </a:lnTo>
                  <a:lnTo>
                    <a:pt x="48882" y="287477"/>
                  </a:lnTo>
                  <a:lnTo>
                    <a:pt x="48806" y="286727"/>
                  </a:lnTo>
                  <a:lnTo>
                    <a:pt x="48679" y="285496"/>
                  </a:lnTo>
                  <a:lnTo>
                    <a:pt x="48590" y="284492"/>
                  </a:lnTo>
                  <a:lnTo>
                    <a:pt x="48501" y="283552"/>
                  </a:lnTo>
                  <a:lnTo>
                    <a:pt x="48450" y="283095"/>
                  </a:lnTo>
                  <a:lnTo>
                    <a:pt x="45859" y="280035"/>
                  </a:lnTo>
                  <a:lnTo>
                    <a:pt x="43446" y="277177"/>
                  </a:lnTo>
                  <a:lnTo>
                    <a:pt x="42697" y="276301"/>
                  </a:lnTo>
                  <a:lnTo>
                    <a:pt x="34036" y="277177"/>
                  </a:lnTo>
                  <a:lnTo>
                    <a:pt x="34861" y="271259"/>
                  </a:lnTo>
                  <a:lnTo>
                    <a:pt x="24980" y="269798"/>
                  </a:lnTo>
                  <a:lnTo>
                    <a:pt x="27965" y="282181"/>
                  </a:lnTo>
                  <a:lnTo>
                    <a:pt x="22758" y="281381"/>
                  </a:lnTo>
                  <a:lnTo>
                    <a:pt x="22758" y="285000"/>
                  </a:lnTo>
                  <a:lnTo>
                    <a:pt x="16598" y="284124"/>
                  </a:lnTo>
                  <a:lnTo>
                    <a:pt x="12560" y="283552"/>
                  </a:lnTo>
                  <a:lnTo>
                    <a:pt x="11912" y="283337"/>
                  </a:lnTo>
                  <a:lnTo>
                    <a:pt x="11912" y="289140"/>
                  </a:lnTo>
                  <a:lnTo>
                    <a:pt x="11861" y="289267"/>
                  </a:lnTo>
                  <a:lnTo>
                    <a:pt x="9956" y="289267"/>
                  </a:lnTo>
                  <a:lnTo>
                    <a:pt x="10579" y="290817"/>
                  </a:lnTo>
                  <a:lnTo>
                    <a:pt x="10693" y="291096"/>
                  </a:lnTo>
                  <a:lnTo>
                    <a:pt x="11061" y="291388"/>
                  </a:lnTo>
                  <a:lnTo>
                    <a:pt x="11049" y="291973"/>
                  </a:lnTo>
                  <a:lnTo>
                    <a:pt x="10947" y="291706"/>
                  </a:lnTo>
                  <a:lnTo>
                    <a:pt x="10807" y="291833"/>
                  </a:lnTo>
                  <a:lnTo>
                    <a:pt x="10744" y="291973"/>
                  </a:lnTo>
                  <a:lnTo>
                    <a:pt x="10693" y="291096"/>
                  </a:lnTo>
                  <a:lnTo>
                    <a:pt x="9867" y="290423"/>
                  </a:lnTo>
                  <a:lnTo>
                    <a:pt x="5397" y="285496"/>
                  </a:lnTo>
                  <a:lnTo>
                    <a:pt x="5092" y="285496"/>
                  </a:lnTo>
                  <a:lnTo>
                    <a:pt x="6832" y="284124"/>
                  </a:lnTo>
                  <a:lnTo>
                    <a:pt x="8026" y="284492"/>
                  </a:lnTo>
                  <a:lnTo>
                    <a:pt x="9906" y="289140"/>
                  </a:lnTo>
                  <a:lnTo>
                    <a:pt x="11912" y="289140"/>
                  </a:lnTo>
                  <a:lnTo>
                    <a:pt x="11912" y="283337"/>
                  </a:lnTo>
                  <a:lnTo>
                    <a:pt x="8801" y="282244"/>
                  </a:lnTo>
                  <a:lnTo>
                    <a:pt x="9906" y="280987"/>
                  </a:lnTo>
                  <a:lnTo>
                    <a:pt x="13652" y="282968"/>
                  </a:lnTo>
                  <a:lnTo>
                    <a:pt x="20281" y="284492"/>
                  </a:lnTo>
                  <a:lnTo>
                    <a:pt x="22758" y="285000"/>
                  </a:lnTo>
                  <a:lnTo>
                    <a:pt x="22758" y="281381"/>
                  </a:lnTo>
                  <a:lnTo>
                    <a:pt x="20307" y="280987"/>
                  </a:lnTo>
                  <a:lnTo>
                    <a:pt x="14160" y="280035"/>
                  </a:lnTo>
                  <a:lnTo>
                    <a:pt x="10236" y="278726"/>
                  </a:lnTo>
                  <a:lnTo>
                    <a:pt x="11125" y="275653"/>
                  </a:lnTo>
                  <a:lnTo>
                    <a:pt x="11836" y="271259"/>
                  </a:lnTo>
                  <a:lnTo>
                    <a:pt x="11315" y="270548"/>
                  </a:lnTo>
                  <a:lnTo>
                    <a:pt x="7886" y="266331"/>
                  </a:lnTo>
                  <a:lnTo>
                    <a:pt x="2578" y="264464"/>
                  </a:lnTo>
                  <a:lnTo>
                    <a:pt x="419" y="270548"/>
                  </a:lnTo>
                  <a:lnTo>
                    <a:pt x="0" y="273786"/>
                  </a:lnTo>
                  <a:lnTo>
                    <a:pt x="1485" y="276593"/>
                  </a:lnTo>
                  <a:lnTo>
                    <a:pt x="4000" y="281432"/>
                  </a:lnTo>
                  <a:lnTo>
                    <a:pt x="6845" y="281432"/>
                  </a:lnTo>
                  <a:lnTo>
                    <a:pt x="3340" y="286727"/>
                  </a:lnTo>
                  <a:lnTo>
                    <a:pt x="11315" y="295681"/>
                  </a:lnTo>
                  <a:lnTo>
                    <a:pt x="21717" y="301904"/>
                  </a:lnTo>
                  <a:lnTo>
                    <a:pt x="32372" y="304038"/>
                  </a:lnTo>
                  <a:lnTo>
                    <a:pt x="21945" y="308000"/>
                  </a:lnTo>
                  <a:lnTo>
                    <a:pt x="14871" y="314286"/>
                  </a:lnTo>
                  <a:lnTo>
                    <a:pt x="14871" y="318706"/>
                  </a:lnTo>
                  <a:lnTo>
                    <a:pt x="14668" y="318770"/>
                  </a:lnTo>
                  <a:lnTo>
                    <a:pt x="14668" y="319138"/>
                  </a:lnTo>
                  <a:lnTo>
                    <a:pt x="14630" y="319620"/>
                  </a:lnTo>
                  <a:lnTo>
                    <a:pt x="14528" y="319366"/>
                  </a:lnTo>
                  <a:lnTo>
                    <a:pt x="14274" y="319608"/>
                  </a:lnTo>
                  <a:lnTo>
                    <a:pt x="14478" y="319366"/>
                  </a:lnTo>
                  <a:lnTo>
                    <a:pt x="14427" y="319138"/>
                  </a:lnTo>
                  <a:lnTo>
                    <a:pt x="14528" y="319366"/>
                  </a:lnTo>
                  <a:lnTo>
                    <a:pt x="14668" y="319138"/>
                  </a:lnTo>
                  <a:lnTo>
                    <a:pt x="14668" y="318770"/>
                  </a:lnTo>
                  <a:lnTo>
                    <a:pt x="14300" y="318858"/>
                  </a:lnTo>
                  <a:lnTo>
                    <a:pt x="13843" y="318985"/>
                  </a:lnTo>
                  <a:lnTo>
                    <a:pt x="14300" y="318858"/>
                  </a:lnTo>
                  <a:lnTo>
                    <a:pt x="14859" y="318706"/>
                  </a:lnTo>
                  <a:lnTo>
                    <a:pt x="14871" y="314286"/>
                  </a:lnTo>
                  <a:lnTo>
                    <a:pt x="13627" y="315391"/>
                  </a:lnTo>
                  <a:lnTo>
                    <a:pt x="13627" y="320382"/>
                  </a:lnTo>
                  <a:lnTo>
                    <a:pt x="12839" y="325526"/>
                  </a:lnTo>
                  <a:lnTo>
                    <a:pt x="12763" y="325970"/>
                  </a:lnTo>
                  <a:lnTo>
                    <a:pt x="12700" y="326377"/>
                  </a:lnTo>
                  <a:lnTo>
                    <a:pt x="12623" y="326885"/>
                  </a:lnTo>
                  <a:lnTo>
                    <a:pt x="12573" y="327240"/>
                  </a:lnTo>
                  <a:lnTo>
                    <a:pt x="11455" y="327837"/>
                  </a:lnTo>
                  <a:lnTo>
                    <a:pt x="9664" y="326885"/>
                  </a:lnTo>
                  <a:lnTo>
                    <a:pt x="12865" y="321348"/>
                  </a:lnTo>
                  <a:lnTo>
                    <a:pt x="12966" y="321170"/>
                  </a:lnTo>
                  <a:lnTo>
                    <a:pt x="13627" y="320382"/>
                  </a:lnTo>
                  <a:lnTo>
                    <a:pt x="13627" y="315391"/>
                  </a:lnTo>
                  <a:lnTo>
                    <a:pt x="13360" y="315620"/>
                  </a:lnTo>
                  <a:lnTo>
                    <a:pt x="13144" y="315861"/>
                  </a:lnTo>
                  <a:lnTo>
                    <a:pt x="7378" y="325970"/>
                  </a:lnTo>
                  <a:lnTo>
                    <a:pt x="7594" y="325970"/>
                  </a:lnTo>
                  <a:lnTo>
                    <a:pt x="12217" y="330542"/>
                  </a:lnTo>
                  <a:lnTo>
                    <a:pt x="9309" y="331000"/>
                  </a:lnTo>
                  <a:lnTo>
                    <a:pt x="7200" y="339090"/>
                  </a:lnTo>
                  <a:lnTo>
                    <a:pt x="8369" y="342176"/>
                  </a:lnTo>
                  <a:lnTo>
                    <a:pt x="11912" y="347802"/>
                  </a:lnTo>
                  <a:lnTo>
                    <a:pt x="16662" y="345109"/>
                  </a:lnTo>
                  <a:lnTo>
                    <a:pt x="17856" y="342849"/>
                  </a:lnTo>
                  <a:lnTo>
                    <a:pt x="19418" y="339725"/>
                  </a:lnTo>
                  <a:lnTo>
                    <a:pt x="17691" y="335483"/>
                  </a:lnTo>
                  <a:lnTo>
                    <a:pt x="16103" y="332587"/>
                  </a:lnTo>
                  <a:lnTo>
                    <a:pt x="19532" y="330708"/>
                  </a:lnTo>
                  <a:lnTo>
                    <a:pt x="20027" y="330542"/>
                  </a:lnTo>
                  <a:lnTo>
                    <a:pt x="32677" y="326377"/>
                  </a:lnTo>
                  <a:lnTo>
                    <a:pt x="32639" y="338988"/>
                  </a:lnTo>
                  <a:lnTo>
                    <a:pt x="41986" y="335978"/>
                  </a:lnTo>
                  <a:lnTo>
                    <a:pt x="40068" y="331000"/>
                  </a:lnTo>
                  <a:lnTo>
                    <a:pt x="39954" y="330708"/>
                  </a:lnTo>
                  <a:lnTo>
                    <a:pt x="39890" y="330542"/>
                  </a:lnTo>
                  <a:lnTo>
                    <a:pt x="39801" y="330288"/>
                  </a:lnTo>
                  <a:lnTo>
                    <a:pt x="48488" y="329768"/>
                  </a:lnTo>
                  <a:lnTo>
                    <a:pt x="50038" y="326885"/>
                  </a:lnTo>
                  <a:lnTo>
                    <a:pt x="52552" y="322173"/>
                  </a:lnTo>
                  <a:close/>
                </a:path>
                <a:path w="608329" h="597535">
                  <a:moveTo>
                    <a:pt x="110248" y="128422"/>
                  </a:moveTo>
                  <a:lnTo>
                    <a:pt x="103809" y="126923"/>
                  </a:lnTo>
                  <a:lnTo>
                    <a:pt x="87236" y="123063"/>
                  </a:lnTo>
                  <a:lnTo>
                    <a:pt x="86004" y="122783"/>
                  </a:lnTo>
                  <a:lnTo>
                    <a:pt x="86004" y="126161"/>
                  </a:lnTo>
                  <a:lnTo>
                    <a:pt x="78371" y="135686"/>
                  </a:lnTo>
                  <a:lnTo>
                    <a:pt x="72758" y="123063"/>
                  </a:lnTo>
                  <a:lnTo>
                    <a:pt x="86004" y="126161"/>
                  </a:lnTo>
                  <a:lnTo>
                    <a:pt x="86004" y="122783"/>
                  </a:lnTo>
                  <a:lnTo>
                    <a:pt x="83197" y="122123"/>
                  </a:lnTo>
                  <a:lnTo>
                    <a:pt x="64287" y="117716"/>
                  </a:lnTo>
                  <a:lnTo>
                    <a:pt x="63855" y="118275"/>
                  </a:lnTo>
                  <a:lnTo>
                    <a:pt x="62839" y="119405"/>
                  </a:lnTo>
                  <a:lnTo>
                    <a:pt x="59753" y="122732"/>
                  </a:lnTo>
                  <a:lnTo>
                    <a:pt x="58623" y="124028"/>
                  </a:lnTo>
                  <a:lnTo>
                    <a:pt x="57111" y="125882"/>
                  </a:lnTo>
                  <a:lnTo>
                    <a:pt x="56997" y="126161"/>
                  </a:lnTo>
                  <a:lnTo>
                    <a:pt x="57518" y="126568"/>
                  </a:lnTo>
                  <a:lnTo>
                    <a:pt x="59080" y="124777"/>
                  </a:lnTo>
                  <a:lnTo>
                    <a:pt x="60883" y="123532"/>
                  </a:lnTo>
                  <a:lnTo>
                    <a:pt x="64884" y="122123"/>
                  </a:lnTo>
                  <a:lnTo>
                    <a:pt x="67424" y="122123"/>
                  </a:lnTo>
                  <a:lnTo>
                    <a:pt x="69278" y="122529"/>
                  </a:lnTo>
                  <a:lnTo>
                    <a:pt x="83413" y="154114"/>
                  </a:lnTo>
                  <a:lnTo>
                    <a:pt x="84010" y="157327"/>
                  </a:lnTo>
                  <a:lnTo>
                    <a:pt x="84086" y="158496"/>
                  </a:lnTo>
                  <a:lnTo>
                    <a:pt x="83578" y="160934"/>
                  </a:lnTo>
                  <a:lnTo>
                    <a:pt x="83477" y="161404"/>
                  </a:lnTo>
                  <a:lnTo>
                    <a:pt x="84035" y="161874"/>
                  </a:lnTo>
                  <a:lnTo>
                    <a:pt x="84709" y="160934"/>
                  </a:lnTo>
                  <a:lnTo>
                    <a:pt x="86233" y="158496"/>
                  </a:lnTo>
                  <a:lnTo>
                    <a:pt x="87045" y="157327"/>
                  </a:lnTo>
                  <a:lnTo>
                    <a:pt x="88557" y="155448"/>
                  </a:lnTo>
                  <a:lnTo>
                    <a:pt x="89535" y="154381"/>
                  </a:lnTo>
                  <a:lnTo>
                    <a:pt x="91605" y="152311"/>
                  </a:lnTo>
                  <a:lnTo>
                    <a:pt x="92303" y="151536"/>
                  </a:lnTo>
                  <a:lnTo>
                    <a:pt x="91732" y="151091"/>
                  </a:lnTo>
                  <a:lnTo>
                    <a:pt x="89662" y="152311"/>
                  </a:lnTo>
                  <a:lnTo>
                    <a:pt x="87871" y="152311"/>
                  </a:lnTo>
                  <a:lnTo>
                    <a:pt x="85293" y="150279"/>
                  </a:lnTo>
                  <a:lnTo>
                    <a:pt x="84556" y="149326"/>
                  </a:lnTo>
                  <a:lnTo>
                    <a:pt x="83489" y="147015"/>
                  </a:lnTo>
                  <a:lnTo>
                    <a:pt x="83197" y="146494"/>
                  </a:lnTo>
                  <a:lnTo>
                    <a:pt x="79743" y="138811"/>
                  </a:lnTo>
                  <a:lnTo>
                    <a:pt x="82232" y="135686"/>
                  </a:lnTo>
                  <a:lnTo>
                    <a:pt x="89242" y="126923"/>
                  </a:lnTo>
                  <a:lnTo>
                    <a:pt x="105181" y="133781"/>
                  </a:lnTo>
                  <a:lnTo>
                    <a:pt x="104254" y="135686"/>
                  </a:lnTo>
                  <a:lnTo>
                    <a:pt x="104749" y="136055"/>
                  </a:lnTo>
                  <a:lnTo>
                    <a:pt x="106819" y="133032"/>
                  </a:lnTo>
                  <a:lnTo>
                    <a:pt x="108648" y="130492"/>
                  </a:lnTo>
                  <a:lnTo>
                    <a:pt x="110248" y="128422"/>
                  </a:lnTo>
                  <a:close/>
                </a:path>
                <a:path w="608329" h="597535">
                  <a:moveTo>
                    <a:pt x="117652" y="119875"/>
                  </a:moveTo>
                  <a:lnTo>
                    <a:pt x="117081" y="119405"/>
                  </a:lnTo>
                  <a:lnTo>
                    <a:pt x="113601" y="121450"/>
                  </a:lnTo>
                  <a:lnTo>
                    <a:pt x="108165" y="121589"/>
                  </a:lnTo>
                  <a:lnTo>
                    <a:pt x="79476" y="115036"/>
                  </a:lnTo>
                  <a:lnTo>
                    <a:pt x="79159" y="114909"/>
                  </a:lnTo>
                  <a:lnTo>
                    <a:pt x="78905" y="114909"/>
                  </a:lnTo>
                  <a:lnTo>
                    <a:pt x="78168" y="114617"/>
                  </a:lnTo>
                  <a:lnTo>
                    <a:pt x="76733" y="114236"/>
                  </a:lnTo>
                  <a:lnTo>
                    <a:pt x="74282" y="113652"/>
                  </a:lnTo>
                  <a:lnTo>
                    <a:pt x="72009" y="113068"/>
                  </a:lnTo>
                  <a:lnTo>
                    <a:pt x="70167" y="112560"/>
                  </a:lnTo>
                  <a:lnTo>
                    <a:pt x="68745" y="112115"/>
                  </a:lnTo>
                  <a:lnTo>
                    <a:pt x="66268" y="115201"/>
                  </a:lnTo>
                  <a:lnTo>
                    <a:pt x="112217" y="125882"/>
                  </a:lnTo>
                  <a:lnTo>
                    <a:pt x="113296" y="124523"/>
                  </a:lnTo>
                  <a:lnTo>
                    <a:pt x="115112" y="122529"/>
                  </a:lnTo>
                  <a:lnTo>
                    <a:pt x="116014" y="121589"/>
                  </a:lnTo>
                  <a:lnTo>
                    <a:pt x="117652" y="119875"/>
                  </a:lnTo>
                  <a:close/>
                </a:path>
                <a:path w="608329" h="597535">
                  <a:moveTo>
                    <a:pt x="117678" y="484936"/>
                  </a:moveTo>
                  <a:lnTo>
                    <a:pt x="113449" y="480275"/>
                  </a:lnTo>
                  <a:lnTo>
                    <a:pt x="113093" y="480656"/>
                  </a:lnTo>
                  <a:lnTo>
                    <a:pt x="113868" y="481799"/>
                  </a:lnTo>
                  <a:lnTo>
                    <a:pt x="114109" y="483006"/>
                  </a:lnTo>
                  <a:lnTo>
                    <a:pt x="113436" y="485432"/>
                  </a:lnTo>
                  <a:lnTo>
                    <a:pt x="112471" y="486867"/>
                  </a:lnTo>
                  <a:lnTo>
                    <a:pt x="99834" y="499605"/>
                  </a:lnTo>
                  <a:lnTo>
                    <a:pt x="98856" y="500811"/>
                  </a:lnTo>
                  <a:lnTo>
                    <a:pt x="98412" y="501675"/>
                  </a:lnTo>
                  <a:lnTo>
                    <a:pt x="97980" y="502589"/>
                  </a:lnTo>
                  <a:lnTo>
                    <a:pt x="98069" y="504977"/>
                  </a:lnTo>
                  <a:lnTo>
                    <a:pt x="98171" y="505637"/>
                  </a:lnTo>
                  <a:lnTo>
                    <a:pt x="98209" y="505904"/>
                  </a:lnTo>
                  <a:lnTo>
                    <a:pt x="98539" y="506679"/>
                  </a:lnTo>
                  <a:lnTo>
                    <a:pt x="98755" y="507098"/>
                  </a:lnTo>
                  <a:lnTo>
                    <a:pt x="99364" y="507936"/>
                  </a:lnTo>
                  <a:lnTo>
                    <a:pt x="99428" y="504799"/>
                  </a:lnTo>
                  <a:lnTo>
                    <a:pt x="100177" y="503262"/>
                  </a:lnTo>
                  <a:lnTo>
                    <a:pt x="100291" y="503021"/>
                  </a:lnTo>
                  <a:lnTo>
                    <a:pt x="100406" y="502793"/>
                  </a:lnTo>
                  <a:lnTo>
                    <a:pt x="100507" y="502589"/>
                  </a:lnTo>
                  <a:lnTo>
                    <a:pt x="101828" y="500951"/>
                  </a:lnTo>
                  <a:lnTo>
                    <a:pt x="117678" y="484936"/>
                  </a:lnTo>
                  <a:close/>
                </a:path>
                <a:path w="608329" h="597535">
                  <a:moveTo>
                    <a:pt x="134226" y="501396"/>
                  </a:moveTo>
                  <a:lnTo>
                    <a:pt x="133426" y="500545"/>
                  </a:lnTo>
                  <a:lnTo>
                    <a:pt x="131419" y="498322"/>
                  </a:lnTo>
                  <a:lnTo>
                    <a:pt x="130848" y="497611"/>
                  </a:lnTo>
                  <a:lnTo>
                    <a:pt x="130111" y="496798"/>
                  </a:lnTo>
                  <a:lnTo>
                    <a:pt x="129654" y="497065"/>
                  </a:lnTo>
                  <a:lnTo>
                    <a:pt x="130200" y="497967"/>
                  </a:lnTo>
                  <a:lnTo>
                    <a:pt x="130302" y="498322"/>
                  </a:lnTo>
                  <a:lnTo>
                    <a:pt x="114985" y="517448"/>
                  </a:lnTo>
                  <a:lnTo>
                    <a:pt x="111188" y="516674"/>
                  </a:lnTo>
                  <a:lnTo>
                    <a:pt x="108254" y="515251"/>
                  </a:lnTo>
                  <a:lnTo>
                    <a:pt x="104927" y="511949"/>
                  </a:lnTo>
                  <a:lnTo>
                    <a:pt x="104101" y="510628"/>
                  </a:lnTo>
                  <a:lnTo>
                    <a:pt x="103466" y="508114"/>
                  </a:lnTo>
                  <a:lnTo>
                    <a:pt x="103517" y="506679"/>
                  </a:lnTo>
                  <a:lnTo>
                    <a:pt x="104368" y="504977"/>
                  </a:lnTo>
                  <a:lnTo>
                    <a:pt x="104457" y="504799"/>
                  </a:lnTo>
                  <a:lnTo>
                    <a:pt x="104559" y="504609"/>
                  </a:lnTo>
                  <a:lnTo>
                    <a:pt x="105651" y="503262"/>
                  </a:lnTo>
                  <a:lnTo>
                    <a:pt x="114935" y="493903"/>
                  </a:lnTo>
                  <a:lnTo>
                    <a:pt x="115379" y="493496"/>
                  </a:lnTo>
                  <a:lnTo>
                    <a:pt x="116662" y="492201"/>
                  </a:lnTo>
                  <a:lnTo>
                    <a:pt x="117690" y="491324"/>
                  </a:lnTo>
                  <a:lnTo>
                    <a:pt x="119075" y="490474"/>
                  </a:lnTo>
                  <a:lnTo>
                    <a:pt x="120015" y="490194"/>
                  </a:lnTo>
                  <a:lnTo>
                    <a:pt x="121920" y="490194"/>
                  </a:lnTo>
                  <a:lnTo>
                    <a:pt x="122758" y="490474"/>
                  </a:lnTo>
                  <a:lnTo>
                    <a:pt x="123609" y="491096"/>
                  </a:lnTo>
                  <a:lnTo>
                    <a:pt x="123952" y="490728"/>
                  </a:lnTo>
                  <a:lnTo>
                    <a:pt x="123304" y="490194"/>
                  </a:lnTo>
                  <a:lnTo>
                    <a:pt x="122097" y="489191"/>
                  </a:lnTo>
                  <a:lnTo>
                    <a:pt x="120472" y="487743"/>
                  </a:lnTo>
                  <a:lnTo>
                    <a:pt x="119075" y="486359"/>
                  </a:lnTo>
                  <a:lnTo>
                    <a:pt x="103593" y="501967"/>
                  </a:lnTo>
                  <a:lnTo>
                    <a:pt x="102362" y="503605"/>
                  </a:lnTo>
                  <a:lnTo>
                    <a:pt x="101180" y="506336"/>
                  </a:lnTo>
                  <a:lnTo>
                    <a:pt x="101168" y="508114"/>
                  </a:lnTo>
                  <a:lnTo>
                    <a:pt x="102006" y="511213"/>
                  </a:lnTo>
                  <a:lnTo>
                    <a:pt x="113512" y="518934"/>
                  </a:lnTo>
                  <a:lnTo>
                    <a:pt x="112661" y="519785"/>
                  </a:lnTo>
                  <a:lnTo>
                    <a:pt x="111937" y="520357"/>
                  </a:lnTo>
                  <a:lnTo>
                    <a:pt x="111379" y="520687"/>
                  </a:lnTo>
                  <a:lnTo>
                    <a:pt x="113258" y="522541"/>
                  </a:lnTo>
                  <a:lnTo>
                    <a:pt x="118300" y="517448"/>
                  </a:lnTo>
                  <a:lnTo>
                    <a:pt x="134226" y="501396"/>
                  </a:lnTo>
                  <a:close/>
                </a:path>
                <a:path w="608329" h="597535">
                  <a:moveTo>
                    <a:pt x="140474" y="507098"/>
                  </a:moveTo>
                  <a:lnTo>
                    <a:pt x="139992" y="506679"/>
                  </a:lnTo>
                  <a:lnTo>
                    <a:pt x="136702" y="503783"/>
                  </a:lnTo>
                  <a:lnTo>
                    <a:pt x="135686" y="502793"/>
                  </a:lnTo>
                  <a:lnTo>
                    <a:pt x="114719" y="523963"/>
                  </a:lnTo>
                  <a:lnTo>
                    <a:pt x="116382" y="525614"/>
                  </a:lnTo>
                  <a:lnTo>
                    <a:pt x="117424" y="526796"/>
                  </a:lnTo>
                  <a:lnTo>
                    <a:pt x="119049" y="528726"/>
                  </a:lnTo>
                  <a:lnTo>
                    <a:pt x="119392" y="528345"/>
                  </a:lnTo>
                  <a:lnTo>
                    <a:pt x="117741" y="526173"/>
                  </a:lnTo>
                  <a:lnTo>
                    <a:pt x="118554" y="523417"/>
                  </a:lnTo>
                  <a:lnTo>
                    <a:pt x="132486" y="509346"/>
                  </a:lnTo>
                  <a:lnTo>
                    <a:pt x="133858" y="508114"/>
                  </a:lnTo>
                  <a:lnTo>
                    <a:pt x="135343" y="507098"/>
                  </a:lnTo>
                  <a:lnTo>
                    <a:pt x="135128" y="507098"/>
                  </a:lnTo>
                  <a:lnTo>
                    <a:pt x="136448" y="506679"/>
                  </a:lnTo>
                  <a:lnTo>
                    <a:pt x="138620" y="506679"/>
                  </a:lnTo>
                  <a:lnTo>
                    <a:pt x="139992" y="507098"/>
                  </a:lnTo>
                  <a:lnTo>
                    <a:pt x="139623" y="507098"/>
                  </a:lnTo>
                  <a:lnTo>
                    <a:pt x="140119" y="507441"/>
                  </a:lnTo>
                  <a:lnTo>
                    <a:pt x="140474" y="507098"/>
                  </a:lnTo>
                  <a:close/>
                </a:path>
                <a:path w="608329" h="597535">
                  <a:moveTo>
                    <a:pt x="143471" y="97853"/>
                  </a:moveTo>
                  <a:lnTo>
                    <a:pt x="118656" y="63284"/>
                  </a:lnTo>
                  <a:lnTo>
                    <a:pt x="111328" y="67957"/>
                  </a:lnTo>
                  <a:lnTo>
                    <a:pt x="111518" y="67957"/>
                  </a:lnTo>
                  <a:lnTo>
                    <a:pt x="111887" y="68465"/>
                  </a:lnTo>
                  <a:lnTo>
                    <a:pt x="113068" y="67957"/>
                  </a:lnTo>
                  <a:lnTo>
                    <a:pt x="114617" y="67957"/>
                  </a:lnTo>
                  <a:lnTo>
                    <a:pt x="137947" y="99021"/>
                  </a:lnTo>
                  <a:lnTo>
                    <a:pt x="137579" y="100825"/>
                  </a:lnTo>
                  <a:lnTo>
                    <a:pt x="136398" y="102616"/>
                  </a:lnTo>
                  <a:lnTo>
                    <a:pt x="136842" y="103200"/>
                  </a:lnTo>
                  <a:lnTo>
                    <a:pt x="138658" y="101511"/>
                  </a:lnTo>
                  <a:lnTo>
                    <a:pt x="140182" y="100190"/>
                  </a:lnTo>
                  <a:lnTo>
                    <a:pt x="141439" y="99314"/>
                  </a:lnTo>
                  <a:lnTo>
                    <a:pt x="143471" y="97853"/>
                  </a:lnTo>
                  <a:close/>
                </a:path>
                <a:path w="608329" h="597535">
                  <a:moveTo>
                    <a:pt x="166674" y="559333"/>
                  </a:moveTo>
                  <a:lnTo>
                    <a:pt x="157530" y="528789"/>
                  </a:lnTo>
                  <a:lnTo>
                    <a:pt x="154406" y="518337"/>
                  </a:lnTo>
                  <a:lnTo>
                    <a:pt x="150329" y="515302"/>
                  </a:lnTo>
                  <a:lnTo>
                    <a:pt x="150063" y="515734"/>
                  </a:lnTo>
                  <a:lnTo>
                    <a:pt x="151345" y="517334"/>
                  </a:lnTo>
                  <a:lnTo>
                    <a:pt x="152527" y="519887"/>
                  </a:lnTo>
                  <a:lnTo>
                    <a:pt x="141109" y="543775"/>
                  </a:lnTo>
                  <a:lnTo>
                    <a:pt x="139890" y="543775"/>
                  </a:lnTo>
                  <a:lnTo>
                    <a:pt x="138315" y="543204"/>
                  </a:lnTo>
                  <a:lnTo>
                    <a:pt x="137947" y="543775"/>
                  </a:lnTo>
                  <a:lnTo>
                    <a:pt x="138341" y="543775"/>
                  </a:lnTo>
                  <a:lnTo>
                    <a:pt x="140119" y="544703"/>
                  </a:lnTo>
                  <a:lnTo>
                    <a:pt x="141643" y="545541"/>
                  </a:lnTo>
                  <a:lnTo>
                    <a:pt x="142595" y="546176"/>
                  </a:lnTo>
                  <a:lnTo>
                    <a:pt x="143535" y="546773"/>
                  </a:lnTo>
                  <a:lnTo>
                    <a:pt x="145021" y="547852"/>
                  </a:lnTo>
                  <a:lnTo>
                    <a:pt x="147281" y="549579"/>
                  </a:lnTo>
                  <a:lnTo>
                    <a:pt x="147561" y="549173"/>
                  </a:lnTo>
                  <a:lnTo>
                    <a:pt x="146431" y="548017"/>
                  </a:lnTo>
                  <a:lnTo>
                    <a:pt x="145821" y="546773"/>
                  </a:lnTo>
                  <a:lnTo>
                    <a:pt x="145796" y="544131"/>
                  </a:lnTo>
                  <a:lnTo>
                    <a:pt x="146481" y="542544"/>
                  </a:lnTo>
                  <a:lnTo>
                    <a:pt x="146596" y="542277"/>
                  </a:lnTo>
                  <a:lnTo>
                    <a:pt x="155257" y="528789"/>
                  </a:lnTo>
                  <a:lnTo>
                    <a:pt x="164934" y="560971"/>
                  </a:lnTo>
                  <a:lnTo>
                    <a:pt x="165417" y="561276"/>
                  </a:lnTo>
                  <a:lnTo>
                    <a:pt x="166674" y="559333"/>
                  </a:lnTo>
                  <a:close/>
                </a:path>
                <a:path w="608329" h="597535">
                  <a:moveTo>
                    <a:pt x="167030" y="81597"/>
                  </a:moveTo>
                  <a:lnTo>
                    <a:pt x="166535" y="80594"/>
                  </a:lnTo>
                  <a:lnTo>
                    <a:pt x="166052" y="79184"/>
                  </a:lnTo>
                  <a:lnTo>
                    <a:pt x="165569" y="77393"/>
                  </a:lnTo>
                  <a:lnTo>
                    <a:pt x="164884" y="74904"/>
                  </a:lnTo>
                  <a:lnTo>
                    <a:pt x="164769" y="74472"/>
                  </a:lnTo>
                  <a:lnTo>
                    <a:pt x="164058" y="72466"/>
                  </a:lnTo>
                  <a:lnTo>
                    <a:pt x="163461" y="71310"/>
                  </a:lnTo>
                  <a:lnTo>
                    <a:pt x="162788" y="71793"/>
                  </a:lnTo>
                  <a:lnTo>
                    <a:pt x="163144" y="74472"/>
                  </a:lnTo>
                  <a:lnTo>
                    <a:pt x="163207" y="74904"/>
                  </a:lnTo>
                  <a:lnTo>
                    <a:pt x="162902" y="77393"/>
                  </a:lnTo>
                  <a:lnTo>
                    <a:pt x="160807" y="81241"/>
                  </a:lnTo>
                  <a:lnTo>
                    <a:pt x="159054" y="83058"/>
                  </a:lnTo>
                  <a:lnTo>
                    <a:pt x="148717" y="90487"/>
                  </a:lnTo>
                  <a:lnTo>
                    <a:pt x="148031" y="90805"/>
                  </a:lnTo>
                  <a:lnTo>
                    <a:pt x="146240" y="90487"/>
                  </a:lnTo>
                  <a:lnTo>
                    <a:pt x="146951" y="90487"/>
                  </a:lnTo>
                  <a:lnTo>
                    <a:pt x="146177" y="89801"/>
                  </a:lnTo>
                  <a:lnTo>
                    <a:pt x="126593" y="59893"/>
                  </a:lnTo>
                  <a:lnTo>
                    <a:pt x="127165" y="58191"/>
                  </a:lnTo>
                  <a:lnTo>
                    <a:pt x="128524" y="56553"/>
                  </a:lnTo>
                  <a:lnTo>
                    <a:pt x="128104" y="55943"/>
                  </a:lnTo>
                  <a:lnTo>
                    <a:pt x="127368" y="56553"/>
                  </a:lnTo>
                  <a:lnTo>
                    <a:pt x="125844" y="57772"/>
                  </a:lnTo>
                  <a:lnTo>
                    <a:pt x="124104" y="59232"/>
                  </a:lnTo>
                  <a:lnTo>
                    <a:pt x="122504" y="60515"/>
                  </a:lnTo>
                  <a:lnTo>
                    <a:pt x="120929" y="61709"/>
                  </a:lnTo>
                  <a:lnTo>
                    <a:pt x="121119" y="61709"/>
                  </a:lnTo>
                  <a:lnTo>
                    <a:pt x="145859" y="96189"/>
                  </a:lnTo>
                  <a:lnTo>
                    <a:pt x="153365" y="90805"/>
                  </a:lnTo>
                  <a:lnTo>
                    <a:pt x="163093" y="83845"/>
                  </a:lnTo>
                  <a:lnTo>
                    <a:pt x="165061" y="82613"/>
                  </a:lnTo>
                  <a:lnTo>
                    <a:pt x="167030" y="81597"/>
                  </a:lnTo>
                  <a:close/>
                </a:path>
                <a:path w="608329" h="597535">
                  <a:moveTo>
                    <a:pt x="185648" y="538162"/>
                  </a:moveTo>
                  <a:lnTo>
                    <a:pt x="185458" y="537984"/>
                  </a:lnTo>
                  <a:lnTo>
                    <a:pt x="181317" y="535686"/>
                  </a:lnTo>
                  <a:lnTo>
                    <a:pt x="179908" y="534771"/>
                  </a:lnTo>
                  <a:lnTo>
                    <a:pt x="178676" y="533895"/>
                  </a:lnTo>
                  <a:lnTo>
                    <a:pt x="175768" y="531698"/>
                  </a:lnTo>
                  <a:lnTo>
                    <a:pt x="175488" y="532117"/>
                  </a:lnTo>
                  <a:lnTo>
                    <a:pt x="176441" y="532968"/>
                  </a:lnTo>
                  <a:lnTo>
                    <a:pt x="177063" y="533895"/>
                  </a:lnTo>
                  <a:lnTo>
                    <a:pt x="177634" y="535686"/>
                  </a:lnTo>
                  <a:lnTo>
                    <a:pt x="177711" y="536905"/>
                  </a:lnTo>
                  <a:lnTo>
                    <a:pt x="177342" y="537984"/>
                  </a:lnTo>
                  <a:lnTo>
                    <a:pt x="177279" y="538162"/>
                  </a:lnTo>
                  <a:lnTo>
                    <a:pt x="177152" y="538530"/>
                  </a:lnTo>
                  <a:lnTo>
                    <a:pt x="177101" y="538695"/>
                  </a:lnTo>
                  <a:lnTo>
                    <a:pt x="177025" y="538911"/>
                  </a:lnTo>
                  <a:lnTo>
                    <a:pt x="176517" y="539838"/>
                  </a:lnTo>
                  <a:lnTo>
                    <a:pt x="176428" y="540016"/>
                  </a:lnTo>
                  <a:lnTo>
                    <a:pt x="176314" y="540232"/>
                  </a:lnTo>
                  <a:lnTo>
                    <a:pt x="168897" y="551751"/>
                  </a:lnTo>
                  <a:lnTo>
                    <a:pt x="159893" y="521855"/>
                  </a:lnTo>
                  <a:lnTo>
                    <a:pt x="157099" y="520065"/>
                  </a:lnTo>
                  <a:lnTo>
                    <a:pt x="168186" y="557009"/>
                  </a:lnTo>
                  <a:lnTo>
                    <a:pt x="171577" y="551751"/>
                  </a:lnTo>
                  <a:lnTo>
                    <a:pt x="177698" y="542277"/>
                  </a:lnTo>
                  <a:lnTo>
                    <a:pt x="182600" y="538162"/>
                  </a:lnTo>
                  <a:lnTo>
                    <a:pt x="183578" y="537984"/>
                  </a:lnTo>
                  <a:lnTo>
                    <a:pt x="184886" y="538162"/>
                  </a:lnTo>
                  <a:lnTo>
                    <a:pt x="184619" y="538162"/>
                  </a:lnTo>
                  <a:lnTo>
                    <a:pt x="185407" y="538530"/>
                  </a:lnTo>
                  <a:lnTo>
                    <a:pt x="185559" y="538302"/>
                  </a:lnTo>
                  <a:lnTo>
                    <a:pt x="185648" y="538162"/>
                  </a:lnTo>
                  <a:close/>
                </a:path>
                <a:path w="608329" h="597535">
                  <a:moveTo>
                    <a:pt x="193776" y="571525"/>
                  </a:moveTo>
                  <a:lnTo>
                    <a:pt x="188620" y="571525"/>
                  </a:lnTo>
                  <a:lnTo>
                    <a:pt x="187045" y="571525"/>
                  </a:lnTo>
                  <a:lnTo>
                    <a:pt x="186944" y="571779"/>
                  </a:lnTo>
                  <a:lnTo>
                    <a:pt x="189585" y="572643"/>
                  </a:lnTo>
                  <a:lnTo>
                    <a:pt x="191516" y="573354"/>
                  </a:lnTo>
                  <a:lnTo>
                    <a:pt x="192773" y="573887"/>
                  </a:lnTo>
                  <a:lnTo>
                    <a:pt x="193662" y="571779"/>
                  </a:lnTo>
                  <a:lnTo>
                    <a:pt x="193776" y="571525"/>
                  </a:lnTo>
                  <a:close/>
                </a:path>
                <a:path w="608329" h="597535">
                  <a:moveTo>
                    <a:pt x="199720" y="64389"/>
                  </a:moveTo>
                  <a:lnTo>
                    <a:pt x="185699" y="28181"/>
                  </a:lnTo>
                  <a:lnTo>
                    <a:pt x="185635" y="28028"/>
                  </a:lnTo>
                  <a:lnTo>
                    <a:pt x="185559" y="27851"/>
                  </a:lnTo>
                  <a:lnTo>
                    <a:pt x="184353" y="24714"/>
                  </a:lnTo>
                  <a:lnTo>
                    <a:pt x="176237" y="27343"/>
                  </a:lnTo>
                  <a:lnTo>
                    <a:pt x="176428" y="27851"/>
                  </a:lnTo>
                  <a:lnTo>
                    <a:pt x="176491" y="28028"/>
                  </a:lnTo>
                  <a:lnTo>
                    <a:pt x="194170" y="60388"/>
                  </a:lnTo>
                  <a:lnTo>
                    <a:pt x="194068" y="64147"/>
                  </a:lnTo>
                  <a:lnTo>
                    <a:pt x="193179" y="65862"/>
                  </a:lnTo>
                  <a:lnTo>
                    <a:pt x="191681" y="67246"/>
                  </a:lnTo>
                  <a:lnTo>
                    <a:pt x="191960" y="67932"/>
                  </a:lnTo>
                  <a:lnTo>
                    <a:pt x="194132" y="66725"/>
                  </a:lnTo>
                  <a:lnTo>
                    <a:pt x="195948" y="65862"/>
                  </a:lnTo>
                  <a:lnTo>
                    <a:pt x="199720" y="64389"/>
                  </a:lnTo>
                  <a:close/>
                </a:path>
                <a:path w="608329" h="597535">
                  <a:moveTo>
                    <a:pt x="204393" y="546455"/>
                  </a:moveTo>
                  <a:lnTo>
                    <a:pt x="202730" y="545719"/>
                  </a:lnTo>
                  <a:lnTo>
                    <a:pt x="200875" y="544804"/>
                  </a:lnTo>
                  <a:lnTo>
                    <a:pt x="198831" y="543737"/>
                  </a:lnTo>
                  <a:lnTo>
                    <a:pt x="198628" y="544207"/>
                  </a:lnTo>
                  <a:lnTo>
                    <a:pt x="199783" y="545058"/>
                  </a:lnTo>
                  <a:lnTo>
                    <a:pt x="200431" y="546125"/>
                  </a:lnTo>
                  <a:lnTo>
                    <a:pt x="200558" y="548932"/>
                  </a:lnTo>
                  <a:lnTo>
                    <a:pt x="200164" y="550456"/>
                  </a:lnTo>
                  <a:lnTo>
                    <a:pt x="189369" y="571309"/>
                  </a:lnTo>
                  <a:lnTo>
                    <a:pt x="193865" y="571309"/>
                  </a:lnTo>
                  <a:lnTo>
                    <a:pt x="204393" y="546455"/>
                  </a:lnTo>
                  <a:close/>
                </a:path>
                <a:path w="608329" h="597535">
                  <a:moveTo>
                    <a:pt x="212204" y="549427"/>
                  </a:moveTo>
                  <a:lnTo>
                    <a:pt x="210464" y="548932"/>
                  </a:lnTo>
                  <a:lnTo>
                    <a:pt x="208508" y="548220"/>
                  </a:lnTo>
                  <a:lnTo>
                    <a:pt x="206552" y="547395"/>
                  </a:lnTo>
                  <a:lnTo>
                    <a:pt x="206311" y="547395"/>
                  </a:lnTo>
                  <a:lnTo>
                    <a:pt x="194729" y="574738"/>
                  </a:lnTo>
                  <a:lnTo>
                    <a:pt x="196926" y="575652"/>
                  </a:lnTo>
                  <a:lnTo>
                    <a:pt x="198793" y="576567"/>
                  </a:lnTo>
                  <a:lnTo>
                    <a:pt x="200317" y="577469"/>
                  </a:lnTo>
                  <a:lnTo>
                    <a:pt x="200507" y="576986"/>
                  </a:lnTo>
                  <a:lnTo>
                    <a:pt x="199682" y="576351"/>
                  </a:lnTo>
                  <a:lnTo>
                    <a:pt x="199085" y="575424"/>
                  </a:lnTo>
                  <a:lnTo>
                    <a:pt x="198513" y="573354"/>
                  </a:lnTo>
                  <a:lnTo>
                    <a:pt x="198475" y="572643"/>
                  </a:lnTo>
                  <a:lnTo>
                    <a:pt x="198653" y="571779"/>
                  </a:lnTo>
                  <a:lnTo>
                    <a:pt x="198767" y="571169"/>
                  </a:lnTo>
                  <a:lnTo>
                    <a:pt x="198805" y="571017"/>
                  </a:lnTo>
                  <a:lnTo>
                    <a:pt x="205206" y="555942"/>
                  </a:lnTo>
                  <a:lnTo>
                    <a:pt x="206451" y="552970"/>
                  </a:lnTo>
                  <a:lnTo>
                    <a:pt x="207632" y="551141"/>
                  </a:lnTo>
                  <a:lnTo>
                    <a:pt x="209727" y="549897"/>
                  </a:lnTo>
                  <a:lnTo>
                    <a:pt x="209524" y="549897"/>
                  </a:lnTo>
                  <a:lnTo>
                    <a:pt x="210896" y="549656"/>
                  </a:lnTo>
                  <a:lnTo>
                    <a:pt x="212013" y="549897"/>
                  </a:lnTo>
                  <a:lnTo>
                    <a:pt x="212115" y="549656"/>
                  </a:lnTo>
                  <a:lnTo>
                    <a:pt x="212204" y="549427"/>
                  </a:lnTo>
                  <a:close/>
                </a:path>
                <a:path w="608329" h="597535">
                  <a:moveTo>
                    <a:pt x="226568" y="54533"/>
                  </a:moveTo>
                  <a:lnTo>
                    <a:pt x="226453" y="53962"/>
                  </a:lnTo>
                  <a:lnTo>
                    <a:pt x="226352" y="53479"/>
                  </a:lnTo>
                  <a:lnTo>
                    <a:pt x="226275" y="51346"/>
                  </a:lnTo>
                  <a:lnTo>
                    <a:pt x="226174" y="47117"/>
                  </a:lnTo>
                  <a:lnTo>
                    <a:pt x="225996" y="44958"/>
                  </a:lnTo>
                  <a:lnTo>
                    <a:pt x="225755" y="43980"/>
                  </a:lnTo>
                  <a:lnTo>
                    <a:pt x="225691" y="43688"/>
                  </a:lnTo>
                  <a:lnTo>
                    <a:pt x="224955" y="43980"/>
                  </a:lnTo>
                  <a:lnTo>
                    <a:pt x="224574" y="47117"/>
                  </a:lnTo>
                  <a:lnTo>
                    <a:pt x="223647" y="49453"/>
                  </a:lnTo>
                  <a:lnTo>
                    <a:pt x="220649" y="52628"/>
                  </a:lnTo>
                  <a:lnTo>
                    <a:pt x="218516" y="53962"/>
                  </a:lnTo>
                  <a:lnTo>
                    <a:pt x="206654" y="58559"/>
                  </a:lnTo>
                  <a:lnTo>
                    <a:pt x="205854" y="58712"/>
                  </a:lnTo>
                  <a:lnTo>
                    <a:pt x="205562" y="58559"/>
                  </a:lnTo>
                  <a:lnTo>
                    <a:pt x="205054" y="58331"/>
                  </a:lnTo>
                  <a:lnTo>
                    <a:pt x="192646" y="28181"/>
                  </a:lnTo>
                  <a:lnTo>
                    <a:pt x="192570" y="27851"/>
                  </a:lnTo>
                  <a:lnTo>
                    <a:pt x="192468" y="27343"/>
                  </a:lnTo>
                  <a:lnTo>
                    <a:pt x="192417" y="27076"/>
                  </a:lnTo>
                  <a:lnTo>
                    <a:pt x="192697" y="24714"/>
                  </a:lnTo>
                  <a:lnTo>
                    <a:pt x="192811" y="23698"/>
                  </a:lnTo>
                  <a:lnTo>
                    <a:pt x="192849" y="23444"/>
                  </a:lnTo>
                  <a:lnTo>
                    <a:pt x="193840" y="21907"/>
                  </a:lnTo>
                  <a:lnTo>
                    <a:pt x="195580" y="20662"/>
                  </a:lnTo>
                  <a:lnTo>
                    <a:pt x="195313" y="19989"/>
                  </a:lnTo>
                  <a:lnTo>
                    <a:pt x="192659" y="21170"/>
                  </a:lnTo>
                  <a:lnTo>
                    <a:pt x="190614" y="22148"/>
                  </a:lnTo>
                  <a:lnTo>
                    <a:pt x="187058" y="23698"/>
                  </a:lnTo>
                  <a:lnTo>
                    <a:pt x="202399" y="63373"/>
                  </a:lnTo>
                  <a:lnTo>
                    <a:pt x="214426" y="58712"/>
                  </a:lnTo>
                  <a:lnTo>
                    <a:pt x="222186" y="55727"/>
                  </a:lnTo>
                  <a:lnTo>
                    <a:pt x="224421" y="55029"/>
                  </a:lnTo>
                  <a:lnTo>
                    <a:pt x="226568" y="54533"/>
                  </a:lnTo>
                  <a:close/>
                </a:path>
                <a:path w="608329" h="597535">
                  <a:moveTo>
                    <a:pt x="237464" y="587248"/>
                  </a:moveTo>
                  <a:lnTo>
                    <a:pt x="229895" y="556133"/>
                  </a:lnTo>
                  <a:lnTo>
                    <a:pt x="224828" y="554520"/>
                  </a:lnTo>
                  <a:lnTo>
                    <a:pt x="224701" y="555002"/>
                  </a:lnTo>
                  <a:lnTo>
                    <a:pt x="226847" y="556133"/>
                  </a:lnTo>
                  <a:lnTo>
                    <a:pt x="226720" y="556133"/>
                  </a:lnTo>
                  <a:lnTo>
                    <a:pt x="228041" y="558355"/>
                  </a:lnTo>
                  <a:lnTo>
                    <a:pt x="228142" y="558520"/>
                  </a:lnTo>
                  <a:lnTo>
                    <a:pt x="235610" y="589000"/>
                  </a:lnTo>
                  <a:lnTo>
                    <a:pt x="236016" y="589000"/>
                  </a:lnTo>
                  <a:lnTo>
                    <a:pt x="237464" y="587248"/>
                  </a:lnTo>
                  <a:close/>
                </a:path>
                <a:path w="608329" h="597535">
                  <a:moveTo>
                    <a:pt x="259930" y="563245"/>
                  </a:moveTo>
                  <a:lnTo>
                    <a:pt x="258432" y="563041"/>
                  </a:lnTo>
                  <a:lnTo>
                    <a:pt x="258292" y="563041"/>
                  </a:lnTo>
                  <a:lnTo>
                    <a:pt x="256387" y="562711"/>
                  </a:lnTo>
                  <a:lnTo>
                    <a:pt x="254939" y="562356"/>
                  </a:lnTo>
                  <a:lnTo>
                    <a:pt x="251434" y="561187"/>
                  </a:lnTo>
                  <a:lnTo>
                    <a:pt x="250977" y="561009"/>
                  </a:lnTo>
                  <a:lnTo>
                    <a:pt x="250913" y="561187"/>
                  </a:lnTo>
                  <a:lnTo>
                    <a:pt x="250850" y="561530"/>
                  </a:lnTo>
                  <a:lnTo>
                    <a:pt x="252196" y="562356"/>
                  </a:lnTo>
                  <a:lnTo>
                    <a:pt x="252476" y="563041"/>
                  </a:lnTo>
                  <a:lnTo>
                    <a:pt x="252412" y="564388"/>
                  </a:lnTo>
                  <a:lnTo>
                    <a:pt x="252056" y="565823"/>
                  </a:lnTo>
                  <a:lnTo>
                    <a:pt x="251244" y="567118"/>
                  </a:lnTo>
                  <a:lnTo>
                    <a:pt x="240157" y="580593"/>
                  </a:lnTo>
                  <a:lnTo>
                    <a:pt x="236537" y="565975"/>
                  </a:lnTo>
                  <a:lnTo>
                    <a:pt x="236156" y="564388"/>
                  </a:lnTo>
                  <a:lnTo>
                    <a:pt x="236054" y="563943"/>
                  </a:lnTo>
                  <a:lnTo>
                    <a:pt x="235940" y="563448"/>
                  </a:lnTo>
                  <a:lnTo>
                    <a:pt x="235839" y="563041"/>
                  </a:lnTo>
                  <a:lnTo>
                    <a:pt x="235762" y="562356"/>
                  </a:lnTo>
                  <a:lnTo>
                    <a:pt x="235635" y="561187"/>
                  </a:lnTo>
                  <a:lnTo>
                    <a:pt x="235623" y="561009"/>
                  </a:lnTo>
                  <a:lnTo>
                    <a:pt x="236194" y="558863"/>
                  </a:lnTo>
                  <a:lnTo>
                    <a:pt x="236893" y="558355"/>
                  </a:lnTo>
                  <a:lnTo>
                    <a:pt x="238010" y="558355"/>
                  </a:lnTo>
                  <a:lnTo>
                    <a:pt x="238150" y="557822"/>
                  </a:lnTo>
                  <a:lnTo>
                    <a:pt x="235788" y="557479"/>
                  </a:lnTo>
                  <a:lnTo>
                    <a:pt x="233768" y="557085"/>
                  </a:lnTo>
                  <a:lnTo>
                    <a:pt x="232105" y="556666"/>
                  </a:lnTo>
                  <a:lnTo>
                    <a:pt x="239014" y="585317"/>
                  </a:lnTo>
                  <a:lnTo>
                    <a:pt x="242925" y="580593"/>
                  </a:lnTo>
                  <a:lnTo>
                    <a:pt x="253949" y="567258"/>
                  </a:lnTo>
                  <a:lnTo>
                    <a:pt x="255320" y="565823"/>
                  </a:lnTo>
                  <a:lnTo>
                    <a:pt x="257314" y="564388"/>
                  </a:lnTo>
                  <a:lnTo>
                    <a:pt x="258483" y="563943"/>
                  </a:lnTo>
                  <a:lnTo>
                    <a:pt x="259803" y="563753"/>
                  </a:lnTo>
                  <a:lnTo>
                    <a:pt x="259930" y="563245"/>
                  </a:lnTo>
                  <a:close/>
                </a:path>
                <a:path w="608329" h="597535">
                  <a:moveTo>
                    <a:pt x="264172" y="46075"/>
                  </a:moveTo>
                  <a:lnTo>
                    <a:pt x="258521" y="7251"/>
                  </a:lnTo>
                  <a:lnTo>
                    <a:pt x="258406" y="6502"/>
                  </a:lnTo>
                  <a:lnTo>
                    <a:pt x="258292" y="5676"/>
                  </a:lnTo>
                  <a:lnTo>
                    <a:pt x="258254" y="5486"/>
                  </a:lnTo>
                  <a:lnTo>
                    <a:pt x="258152" y="4787"/>
                  </a:lnTo>
                  <a:lnTo>
                    <a:pt x="258051" y="4064"/>
                  </a:lnTo>
                  <a:lnTo>
                    <a:pt x="257340" y="4064"/>
                  </a:lnTo>
                  <a:lnTo>
                    <a:pt x="255447" y="4305"/>
                  </a:lnTo>
                  <a:lnTo>
                    <a:pt x="252514" y="4572"/>
                  </a:lnTo>
                  <a:lnTo>
                    <a:pt x="249224" y="4787"/>
                  </a:lnTo>
                  <a:lnTo>
                    <a:pt x="249339" y="5486"/>
                  </a:lnTo>
                  <a:lnTo>
                    <a:pt x="259702" y="41148"/>
                  </a:lnTo>
                  <a:lnTo>
                    <a:pt x="258610" y="44919"/>
                  </a:lnTo>
                  <a:lnTo>
                    <a:pt x="257556" y="46075"/>
                  </a:lnTo>
                  <a:lnTo>
                    <a:pt x="257187" y="46367"/>
                  </a:lnTo>
                  <a:lnTo>
                    <a:pt x="255397" y="47117"/>
                  </a:lnTo>
                  <a:lnTo>
                    <a:pt x="255485" y="47828"/>
                  </a:lnTo>
                  <a:lnTo>
                    <a:pt x="259359" y="46939"/>
                  </a:lnTo>
                  <a:lnTo>
                    <a:pt x="262267" y="46367"/>
                  </a:lnTo>
                  <a:lnTo>
                    <a:pt x="264172" y="46075"/>
                  </a:lnTo>
                  <a:close/>
                </a:path>
                <a:path w="608329" h="597535">
                  <a:moveTo>
                    <a:pt x="276021" y="44919"/>
                  </a:moveTo>
                  <a:lnTo>
                    <a:pt x="275932" y="44132"/>
                  </a:lnTo>
                  <a:lnTo>
                    <a:pt x="274421" y="43967"/>
                  </a:lnTo>
                  <a:lnTo>
                    <a:pt x="273024" y="43268"/>
                  </a:lnTo>
                  <a:lnTo>
                    <a:pt x="270357" y="40767"/>
                  </a:lnTo>
                  <a:lnTo>
                    <a:pt x="269392" y="38087"/>
                  </a:lnTo>
                  <a:lnTo>
                    <a:pt x="268820" y="33985"/>
                  </a:lnTo>
                  <a:lnTo>
                    <a:pt x="265366" y="10350"/>
                  </a:lnTo>
                  <a:lnTo>
                    <a:pt x="265468" y="7251"/>
                  </a:lnTo>
                  <a:lnTo>
                    <a:pt x="267157" y="4064"/>
                  </a:lnTo>
                  <a:lnTo>
                    <a:pt x="268262" y="3086"/>
                  </a:lnTo>
                  <a:lnTo>
                    <a:pt x="269875" y="2501"/>
                  </a:lnTo>
                  <a:lnTo>
                    <a:pt x="269773" y="1803"/>
                  </a:lnTo>
                  <a:lnTo>
                    <a:pt x="267119" y="2501"/>
                  </a:lnTo>
                  <a:lnTo>
                    <a:pt x="264337" y="3086"/>
                  </a:lnTo>
                  <a:lnTo>
                    <a:pt x="261048" y="3556"/>
                  </a:lnTo>
                  <a:lnTo>
                    <a:pt x="266788" y="43027"/>
                  </a:lnTo>
                  <a:lnTo>
                    <a:pt x="266827" y="43268"/>
                  </a:lnTo>
                  <a:lnTo>
                    <a:pt x="266954" y="44132"/>
                  </a:lnTo>
                  <a:lnTo>
                    <a:pt x="267068" y="44919"/>
                  </a:lnTo>
                  <a:lnTo>
                    <a:pt x="267169" y="45656"/>
                  </a:lnTo>
                  <a:lnTo>
                    <a:pt x="270522" y="45186"/>
                  </a:lnTo>
                  <a:lnTo>
                    <a:pt x="273342" y="44919"/>
                  </a:lnTo>
                  <a:lnTo>
                    <a:pt x="276021" y="44919"/>
                  </a:lnTo>
                  <a:close/>
                </a:path>
                <a:path w="608329" h="597535">
                  <a:moveTo>
                    <a:pt x="278765" y="565658"/>
                  </a:moveTo>
                  <a:lnTo>
                    <a:pt x="278345" y="565658"/>
                  </a:lnTo>
                  <a:lnTo>
                    <a:pt x="272745" y="564857"/>
                  </a:lnTo>
                  <a:lnTo>
                    <a:pt x="272732" y="565365"/>
                  </a:lnTo>
                  <a:lnTo>
                    <a:pt x="273710" y="565658"/>
                  </a:lnTo>
                  <a:lnTo>
                    <a:pt x="274548" y="566331"/>
                  </a:lnTo>
                  <a:lnTo>
                    <a:pt x="275844" y="568502"/>
                  </a:lnTo>
                  <a:lnTo>
                    <a:pt x="275907" y="572858"/>
                  </a:lnTo>
                  <a:lnTo>
                    <a:pt x="274866" y="586460"/>
                  </a:lnTo>
                  <a:lnTo>
                    <a:pt x="270459" y="594715"/>
                  </a:lnTo>
                  <a:lnTo>
                    <a:pt x="270433" y="595210"/>
                  </a:lnTo>
                  <a:lnTo>
                    <a:pt x="274612" y="595210"/>
                  </a:lnTo>
                  <a:lnTo>
                    <a:pt x="276479" y="595350"/>
                  </a:lnTo>
                  <a:lnTo>
                    <a:pt x="278218" y="572858"/>
                  </a:lnTo>
                  <a:lnTo>
                    <a:pt x="278231" y="572617"/>
                  </a:lnTo>
                  <a:lnTo>
                    <a:pt x="278345" y="571144"/>
                  </a:lnTo>
                  <a:lnTo>
                    <a:pt x="278472" y="569506"/>
                  </a:lnTo>
                  <a:lnTo>
                    <a:pt x="278574" y="568121"/>
                  </a:lnTo>
                  <a:lnTo>
                    <a:pt x="278688" y="566762"/>
                  </a:lnTo>
                  <a:lnTo>
                    <a:pt x="278765" y="565658"/>
                  </a:lnTo>
                  <a:close/>
                </a:path>
                <a:path w="608329" h="597535">
                  <a:moveTo>
                    <a:pt x="298119" y="590511"/>
                  </a:moveTo>
                  <a:lnTo>
                    <a:pt x="297510" y="590511"/>
                  </a:lnTo>
                  <a:lnTo>
                    <a:pt x="296392" y="591997"/>
                  </a:lnTo>
                  <a:lnTo>
                    <a:pt x="296100" y="592340"/>
                  </a:lnTo>
                  <a:lnTo>
                    <a:pt x="294703" y="593521"/>
                  </a:lnTo>
                  <a:lnTo>
                    <a:pt x="294462" y="593521"/>
                  </a:lnTo>
                  <a:lnTo>
                    <a:pt x="293509" y="593864"/>
                  </a:lnTo>
                  <a:lnTo>
                    <a:pt x="292392" y="594233"/>
                  </a:lnTo>
                  <a:lnTo>
                    <a:pt x="290601" y="594398"/>
                  </a:lnTo>
                  <a:lnTo>
                    <a:pt x="283997" y="593864"/>
                  </a:lnTo>
                  <a:lnTo>
                    <a:pt x="283502" y="593864"/>
                  </a:lnTo>
                  <a:lnTo>
                    <a:pt x="282257" y="593674"/>
                  </a:lnTo>
                  <a:lnTo>
                    <a:pt x="281470" y="593521"/>
                  </a:lnTo>
                  <a:lnTo>
                    <a:pt x="281495" y="588060"/>
                  </a:lnTo>
                  <a:lnTo>
                    <a:pt x="281622" y="586460"/>
                  </a:lnTo>
                  <a:lnTo>
                    <a:pt x="281749" y="584733"/>
                  </a:lnTo>
                  <a:lnTo>
                    <a:pt x="281825" y="583565"/>
                  </a:lnTo>
                  <a:lnTo>
                    <a:pt x="281927" y="582206"/>
                  </a:lnTo>
                  <a:lnTo>
                    <a:pt x="282003" y="581126"/>
                  </a:lnTo>
                  <a:lnTo>
                    <a:pt x="294220" y="586460"/>
                  </a:lnTo>
                  <a:lnTo>
                    <a:pt x="294830" y="586460"/>
                  </a:lnTo>
                  <a:lnTo>
                    <a:pt x="295490" y="576745"/>
                  </a:lnTo>
                  <a:lnTo>
                    <a:pt x="294843" y="576745"/>
                  </a:lnTo>
                  <a:lnTo>
                    <a:pt x="294297" y="578129"/>
                  </a:lnTo>
                  <a:lnTo>
                    <a:pt x="293624" y="579005"/>
                  </a:lnTo>
                  <a:lnTo>
                    <a:pt x="291719" y="579856"/>
                  </a:lnTo>
                  <a:lnTo>
                    <a:pt x="282155" y="579132"/>
                  </a:lnTo>
                  <a:lnTo>
                    <a:pt x="282498" y="574535"/>
                  </a:lnTo>
                  <a:lnTo>
                    <a:pt x="282689" y="572858"/>
                  </a:lnTo>
                  <a:lnTo>
                    <a:pt x="282854" y="571144"/>
                  </a:lnTo>
                  <a:lnTo>
                    <a:pt x="282968" y="570052"/>
                  </a:lnTo>
                  <a:lnTo>
                    <a:pt x="283095" y="569506"/>
                  </a:lnTo>
                  <a:lnTo>
                    <a:pt x="283210" y="568998"/>
                  </a:lnTo>
                  <a:lnTo>
                    <a:pt x="283260" y="568718"/>
                  </a:lnTo>
                  <a:lnTo>
                    <a:pt x="283641" y="568121"/>
                  </a:lnTo>
                  <a:lnTo>
                    <a:pt x="285623" y="568121"/>
                  </a:lnTo>
                  <a:lnTo>
                    <a:pt x="290703" y="568502"/>
                  </a:lnTo>
                  <a:lnTo>
                    <a:pt x="293230" y="568718"/>
                  </a:lnTo>
                  <a:lnTo>
                    <a:pt x="292785" y="568718"/>
                  </a:lnTo>
                  <a:lnTo>
                    <a:pt x="294106" y="568998"/>
                  </a:lnTo>
                  <a:lnTo>
                    <a:pt x="294932" y="569506"/>
                  </a:lnTo>
                  <a:lnTo>
                    <a:pt x="295757" y="570052"/>
                  </a:lnTo>
                  <a:lnTo>
                    <a:pt x="296443" y="571144"/>
                  </a:lnTo>
                  <a:lnTo>
                    <a:pt x="296926" y="572617"/>
                  </a:lnTo>
                  <a:lnTo>
                    <a:pt x="297014" y="572858"/>
                  </a:lnTo>
                  <a:lnTo>
                    <a:pt x="297459" y="572858"/>
                  </a:lnTo>
                  <a:lnTo>
                    <a:pt x="297586" y="568998"/>
                  </a:lnTo>
                  <a:lnTo>
                    <a:pt x="297611" y="568121"/>
                  </a:lnTo>
                  <a:lnTo>
                    <a:pt x="297700" y="567334"/>
                  </a:lnTo>
                  <a:lnTo>
                    <a:pt x="297764" y="566762"/>
                  </a:lnTo>
                  <a:lnTo>
                    <a:pt x="295529" y="566762"/>
                  </a:lnTo>
                  <a:lnTo>
                    <a:pt x="285559" y="566331"/>
                  </a:lnTo>
                  <a:lnTo>
                    <a:pt x="287743" y="566331"/>
                  </a:lnTo>
                  <a:lnTo>
                    <a:pt x="280809" y="565797"/>
                  </a:lnTo>
                  <a:lnTo>
                    <a:pt x="279222" y="586460"/>
                  </a:lnTo>
                  <a:lnTo>
                    <a:pt x="279095" y="588060"/>
                  </a:lnTo>
                  <a:lnTo>
                    <a:pt x="278980" y="589622"/>
                  </a:lnTo>
                  <a:lnTo>
                    <a:pt x="278942" y="590143"/>
                  </a:lnTo>
                  <a:lnTo>
                    <a:pt x="278853" y="591350"/>
                  </a:lnTo>
                  <a:lnTo>
                    <a:pt x="278777" y="592340"/>
                  </a:lnTo>
                  <a:lnTo>
                    <a:pt x="278650" y="593864"/>
                  </a:lnTo>
                  <a:lnTo>
                    <a:pt x="278523" y="595503"/>
                  </a:lnTo>
                  <a:lnTo>
                    <a:pt x="291490" y="596493"/>
                  </a:lnTo>
                  <a:lnTo>
                    <a:pt x="293395" y="596747"/>
                  </a:lnTo>
                  <a:lnTo>
                    <a:pt x="295605" y="597154"/>
                  </a:lnTo>
                  <a:lnTo>
                    <a:pt x="295694" y="596747"/>
                  </a:lnTo>
                  <a:lnTo>
                    <a:pt x="295757" y="596493"/>
                  </a:lnTo>
                  <a:lnTo>
                    <a:pt x="295871" y="596087"/>
                  </a:lnTo>
                  <a:lnTo>
                    <a:pt x="296329" y="594855"/>
                  </a:lnTo>
                  <a:lnTo>
                    <a:pt x="296392" y="594715"/>
                  </a:lnTo>
                  <a:lnTo>
                    <a:pt x="296468" y="594537"/>
                  </a:lnTo>
                  <a:lnTo>
                    <a:pt x="296532" y="594398"/>
                  </a:lnTo>
                  <a:lnTo>
                    <a:pt x="297446" y="592340"/>
                  </a:lnTo>
                  <a:lnTo>
                    <a:pt x="297827" y="591350"/>
                  </a:lnTo>
                  <a:lnTo>
                    <a:pt x="298119" y="590511"/>
                  </a:lnTo>
                  <a:close/>
                </a:path>
                <a:path w="608329" h="597535">
                  <a:moveTo>
                    <a:pt x="323354" y="596023"/>
                  </a:moveTo>
                  <a:lnTo>
                    <a:pt x="319976" y="571055"/>
                  </a:lnTo>
                  <a:lnTo>
                    <a:pt x="319938" y="570788"/>
                  </a:lnTo>
                  <a:lnTo>
                    <a:pt x="319811" y="569899"/>
                  </a:lnTo>
                  <a:lnTo>
                    <a:pt x="319697" y="568972"/>
                  </a:lnTo>
                  <a:lnTo>
                    <a:pt x="319582" y="568185"/>
                  </a:lnTo>
                  <a:lnTo>
                    <a:pt x="319493" y="567550"/>
                  </a:lnTo>
                  <a:lnTo>
                    <a:pt x="319455" y="567207"/>
                  </a:lnTo>
                  <a:lnTo>
                    <a:pt x="319354" y="566559"/>
                  </a:lnTo>
                  <a:lnTo>
                    <a:pt x="311912" y="567207"/>
                  </a:lnTo>
                  <a:lnTo>
                    <a:pt x="312915" y="567207"/>
                  </a:lnTo>
                  <a:lnTo>
                    <a:pt x="312953" y="567550"/>
                  </a:lnTo>
                  <a:lnTo>
                    <a:pt x="315798" y="567753"/>
                  </a:lnTo>
                  <a:lnTo>
                    <a:pt x="317487" y="569899"/>
                  </a:lnTo>
                  <a:lnTo>
                    <a:pt x="319874" y="587629"/>
                  </a:lnTo>
                  <a:lnTo>
                    <a:pt x="320001" y="588556"/>
                  </a:lnTo>
                  <a:lnTo>
                    <a:pt x="320128" y="589407"/>
                  </a:lnTo>
                  <a:lnTo>
                    <a:pt x="320167" y="589737"/>
                  </a:lnTo>
                  <a:lnTo>
                    <a:pt x="320281" y="593420"/>
                  </a:lnTo>
                  <a:lnTo>
                    <a:pt x="319227" y="595287"/>
                  </a:lnTo>
                  <a:lnTo>
                    <a:pt x="318935" y="595744"/>
                  </a:lnTo>
                  <a:lnTo>
                    <a:pt x="318084" y="596442"/>
                  </a:lnTo>
                  <a:lnTo>
                    <a:pt x="316903" y="596722"/>
                  </a:lnTo>
                  <a:lnTo>
                    <a:pt x="316966" y="597217"/>
                  </a:lnTo>
                  <a:lnTo>
                    <a:pt x="318122" y="597077"/>
                  </a:lnTo>
                  <a:lnTo>
                    <a:pt x="319125" y="596887"/>
                  </a:lnTo>
                  <a:lnTo>
                    <a:pt x="320763" y="596442"/>
                  </a:lnTo>
                  <a:lnTo>
                    <a:pt x="321691" y="596239"/>
                  </a:lnTo>
                  <a:lnTo>
                    <a:pt x="321906" y="596239"/>
                  </a:lnTo>
                  <a:lnTo>
                    <a:pt x="323354" y="596023"/>
                  </a:lnTo>
                  <a:close/>
                </a:path>
                <a:path w="608329" h="597535">
                  <a:moveTo>
                    <a:pt x="342366" y="574040"/>
                  </a:moveTo>
                  <a:lnTo>
                    <a:pt x="341960" y="571055"/>
                  </a:lnTo>
                  <a:lnTo>
                    <a:pt x="341922" y="570788"/>
                  </a:lnTo>
                  <a:lnTo>
                    <a:pt x="341795" y="569899"/>
                  </a:lnTo>
                  <a:lnTo>
                    <a:pt x="341706" y="569239"/>
                  </a:lnTo>
                  <a:lnTo>
                    <a:pt x="341668" y="568972"/>
                  </a:lnTo>
                  <a:lnTo>
                    <a:pt x="341566" y="568185"/>
                  </a:lnTo>
                  <a:lnTo>
                    <a:pt x="336270" y="565289"/>
                  </a:lnTo>
                  <a:lnTo>
                    <a:pt x="337959" y="567207"/>
                  </a:lnTo>
                  <a:lnTo>
                    <a:pt x="338950" y="569239"/>
                  </a:lnTo>
                  <a:lnTo>
                    <a:pt x="339547" y="573646"/>
                  </a:lnTo>
                  <a:lnTo>
                    <a:pt x="339229" y="575868"/>
                  </a:lnTo>
                  <a:lnTo>
                    <a:pt x="338277" y="577951"/>
                  </a:lnTo>
                  <a:lnTo>
                    <a:pt x="341122" y="576326"/>
                  </a:lnTo>
                  <a:lnTo>
                    <a:pt x="342366" y="574040"/>
                  </a:lnTo>
                  <a:close/>
                </a:path>
                <a:path w="608329" h="597535">
                  <a:moveTo>
                    <a:pt x="345198" y="45935"/>
                  </a:moveTo>
                  <a:lnTo>
                    <a:pt x="337972" y="26022"/>
                  </a:lnTo>
                  <a:lnTo>
                    <a:pt x="337375" y="24384"/>
                  </a:lnTo>
                  <a:lnTo>
                    <a:pt x="333870" y="14732"/>
                  </a:lnTo>
                  <a:lnTo>
                    <a:pt x="333870" y="24384"/>
                  </a:lnTo>
                  <a:lnTo>
                    <a:pt x="321741" y="23202"/>
                  </a:lnTo>
                  <a:lnTo>
                    <a:pt x="329260" y="11620"/>
                  </a:lnTo>
                  <a:lnTo>
                    <a:pt x="333870" y="24384"/>
                  </a:lnTo>
                  <a:lnTo>
                    <a:pt x="333870" y="14732"/>
                  </a:lnTo>
                  <a:lnTo>
                    <a:pt x="332740" y="11607"/>
                  </a:lnTo>
                  <a:lnTo>
                    <a:pt x="329209" y="1879"/>
                  </a:lnTo>
                  <a:lnTo>
                    <a:pt x="329107" y="1587"/>
                  </a:lnTo>
                  <a:lnTo>
                    <a:pt x="326936" y="1282"/>
                  </a:lnTo>
                  <a:lnTo>
                    <a:pt x="322453" y="520"/>
                  </a:lnTo>
                  <a:lnTo>
                    <a:pt x="320751" y="266"/>
                  </a:lnTo>
                  <a:lnTo>
                    <a:pt x="318084" y="0"/>
                  </a:lnTo>
                  <a:lnTo>
                    <a:pt x="318020" y="723"/>
                  </a:lnTo>
                  <a:lnTo>
                    <a:pt x="320382" y="1066"/>
                  </a:lnTo>
                  <a:lnTo>
                    <a:pt x="322414" y="1879"/>
                  </a:lnTo>
                  <a:lnTo>
                    <a:pt x="325742" y="4483"/>
                  </a:lnTo>
                  <a:lnTo>
                    <a:pt x="326986" y="6223"/>
                  </a:lnTo>
                  <a:lnTo>
                    <a:pt x="327787" y="8382"/>
                  </a:lnTo>
                  <a:lnTo>
                    <a:pt x="309016" y="37452"/>
                  </a:lnTo>
                  <a:lnTo>
                    <a:pt x="306171" y="40144"/>
                  </a:lnTo>
                  <a:lnTo>
                    <a:pt x="306387" y="40144"/>
                  </a:lnTo>
                  <a:lnTo>
                    <a:pt x="302933" y="41478"/>
                  </a:lnTo>
                  <a:lnTo>
                    <a:pt x="302818" y="42494"/>
                  </a:lnTo>
                  <a:lnTo>
                    <a:pt x="310718" y="42494"/>
                  </a:lnTo>
                  <a:lnTo>
                    <a:pt x="312331" y="42773"/>
                  </a:lnTo>
                  <a:lnTo>
                    <a:pt x="313677" y="43078"/>
                  </a:lnTo>
                  <a:lnTo>
                    <a:pt x="316014" y="43548"/>
                  </a:lnTo>
                  <a:lnTo>
                    <a:pt x="316103" y="42773"/>
                  </a:lnTo>
                  <a:lnTo>
                    <a:pt x="314121" y="41783"/>
                  </a:lnTo>
                  <a:lnTo>
                    <a:pt x="313804" y="41478"/>
                  </a:lnTo>
                  <a:lnTo>
                    <a:pt x="312953" y="40144"/>
                  </a:lnTo>
                  <a:lnTo>
                    <a:pt x="313143" y="38265"/>
                  </a:lnTo>
                  <a:lnTo>
                    <a:pt x="313232" y="37452"/>
                  </a:lnTo>
                  <a:lnTo>
                    <a:pt x="313283" y="36918"/>
                  </a:lnTo>
                  <a:lnTo>
                    <a:pt x="313677" y="35801"/>
                  </a:lnTo>
                  <a:lnTo>
                    <a:pt x="315048" y="33642"/>
                  </a:lnTo>
                  <a:lnTo>
                    <a:pt x="315328" y="33134"/>
                  </a:lnTo>
                  <a:lnTo>
                    <a:pt x="319887" y="26022"/>
                  </a:lnTo>
                  <a:lnTo>
                    <a:pt x="335026" y="27533"/>
                  </a:lnTo>
                  <a:lnTo>
                    <a:pt x="337858" y="35369"/>
                  </a:lnTo>
                  <a:lnTo>
                    <a:pt x="338861" y="38100"/>
                  </a:lnTo>
                  <a:lnTo>
                    <a:pt x="338924" y="38265"/>
                  </a:lnTo>
                  <a:lnTo>
                    <a:pt x="339318" y="40144"/>
                  </a:lnTo>
                  <a:lnTo>
                    <a:pt x="339280" y="41478"/>
                  </a:lnTo>
                  <a:lnTo>
                    <a:pt x="339178" y="42494"/>
                  </a:lnTo>
                  <a:lnTo>
                    <a:pt x="339064" y="43624"/>
                  </a:lnTo>
                  <a:lnTo>
                    <a:pt x="337947" y="44627"/>
                  </a:lnTo>
                  <a:lnTo>
                    <a:pt x="335864" y="44767"/>
                  </a:lnTo>
                  <a:lnTo>
                    <a:pt x="335775" y="45605"/>
                  </a:lnTo>
                  <a:lnTo>
                    <a:pt x="339458" y="45605"/>
                  </a:lnTo>
                  <a:lnTo>
                    <a:pt x="342607" y="45732"/>
                  </a:lnTo>
                  <a:lnTo>
                    <a:pt x="345198" y="45935"/>
                  </a:lnTo>
                  <a:close/>
                </a:path>
                <a:path w="608329" h="597535">
                  <a:moveTo>
                    <a:pt x="354126" y="45605"/>
                  </a:moveTo>
                  <a:lnTo>
                    <a:pt x="339623" y="12522"/>
                  </a:lnTo>
                  <a:lnTo>
                    <a:pt x="339509" y="12242"/>
                  </a:lnTo>
                  <a:lnTo>
                    <a:pt x="339394" y="12001"/>
                  </a:lnTo>
                  <a:lnTo>
                    <a:pt x="339318" y="11607"/>
                  </a:lnTo>
                  <a:lnTo>
                    <a:pt x="338848" y="10134"/>
                  </a:lnTo>
                  <a:lnTo>
                    <a:pt x="337997" y="7747"/>
                  </a:lnTo>
                  <a:lnTo>
                    <a:pt x="336664" y="3708"/>
                  </a:lnTo>
                  <a:lnTo>
                    <a:pt x="336270" y="2273"/>
                  </a:lnTo>
                  <a:lnTo>
                    <a:pt x="332447" y="1879"/>
                  </a:lnTo>
                  <a:lnTo>
                    <a:pt x="332473" y="2273"/>
                  </a:lnTo>
                  <a:lnTo>
                    <a:pt x="348195" y="45605"/>
                  </a:lnTo>
                  <a:lnTo>
                    <a:pt x="354126" y="45605"/>
                  </a:lnTo>
                  <a:close/>
                </a:path>
                <a:path w="608329" h="597535">
                  <a:moveTo>
                    <a:pt x="354838" y="589407"/>
                  </a:moveTo>
                  <a:lnTo>
                    <a:pt x="354596" y="588746"/>
                  </a:lnTo>
                  <a:lnTo>
                    <a:pt x="353847" y="589407"/>
                  </a:lnTo>
                  <a:lnTo>
                    <a:pt x="353237" y="589407"/>
                  </a:lnTo>
                  <a:lnTo>
                    <a:pt x="350939" y="589737"/>
                  </a:lnTo>
                  <a:lnTo>
                    <a:pt x="347941" y="588391"/>
                  </a:lnTo>
                  <a:lnTo>
                    <a:pt x="347357" y="588010"/>
                  </a:lnTo>
                  <a:lnTo>
                    <a:pt x="340868" y="582980"/>
                  </a:lnTo>
                  <a:lnTo>
                    <a:pt x="338874" y="581634"/>
                  </a:lnTo>
                  <a:lnTo>
                    <a:pt x="336867" y="580618"/>
                  </a:lnTo>
                  <a:lnTo>
                    <a:pt x="336384" y="580377"/>
                  </a:lnTo>
                  <a:lnTo>
                    <a:pt x="334962" y="580085"/>
                  </a:lnTo>
                  <a:lnTo>
                    <a:pt x="333298" y="580085"/>
                  </a:lnTo>
                  <a:lnTo>
                    <a:pt x="333844" y="579818"/>
                  </a:lnTo>
                  <a:lnTo>
                    <a:pt x="336410" y="578561"/>
                  </a:lnTo>
                  <a:lnTo>
                    <a:pt x="337718" y="575868"/>
                  </a:lnTo>
                  <a:lnTo>
                    <a:pt x="337058" y="571055"/>
                  </a:lnTo>
                  <a:lnTo>
                    <a:pt x="337019" y="570788"/>
                  </a:lnTo>
                  <a:lnTo>
                    <a:pt x="336892" y="569899"/>
                  </a:lnTo>
                  <a:lnTo>
                    <a:pt x="336867" y="569722"/>
                  </a:lnTo>
                  <a:lnTo>
                    <a:pt x="336003" y="567893"/>
                  </a:lnTo>
                  <a:lnTo>
                    <a:pt x="335267" y="567207"/>
                  </a:lnTo>
                  <a:lnTo>
                    <a:pt x="335267" y="576605"/>
                  </a:lnTo>
                  <a:lnTo>
                    <a:pt x="333451" y="579069"/>
                  </a:lnTo>
                  <a:lnTo>
                    <a:pt x="327964" y="579818"/>
                  </a:lnTo>
                  <a:lnTo>
                    <a:pt x="325615" y="579818"/>
                  </a:lnTo>
                  <a:lnTo>
                    <a:pt x="324421" y="571055"/>
                  </a:lnTo>
                  <a:lnTo>
                    <a:pt x="324319" y="568972"/>
                  </a:lnTo>
                  <a:lnTo>
                    <a:pt x="324548" y="568185"/>
                  </a:lnTo>
                  <a:lnTo>
                    <a:pt x="325208" y="567550"/>
                  </a:lnTo>
                  <a:lnTo>
                    <a:pt x="326034" y="567207"/>
                  </a:lnTo>
                  <a:lnTo>
                    <a:pt x="325412" y="567207"/>
                  </a:lnTo>
                  <a:lnTo>
                    <a:pt x="331736" y="566356"/>
                  </a:lnTo>
                  <a:lnTo>
                    <a:pt x="333806" y="567893"/>
                  </a:lnTo>
                  <a:lnTo>
                    <a:pt x="334124" y="568185"/>
                  </a:lnTo>
                  <a:lnTo>
                    <a:pt x="335165" y="575868"/>
                  </a:lnTo>
                  <a:lnTo>
                    <a:pt x="335267" y="576605"/>
                  </a:lnTo>
                  <a:lnTo>
                    <a:pt x="335267" y="567207"/>
                  </a:lnTo>
                  <a:lnTo>
                    <a:pt x="334378" y="566356"/>
                  </a:lnTo>
                  <a:lnTo>
                    <a:pt x="333082" y="565124"/>
                  </a:lnTo>
                  <a:lnTo>
                    <a:pt x="331063" y="564603"/>
                  </a:lnTo>
                  <a:lnTo>
                    <a:pt x="327037" y="565124"/>
                  </a:lnTo>
                  <a:lnTo>
                    <a:pt x="327253" y="565124"/>
                  </a:lnTo>
                  <a:lnTo>
                    <a:pt x="323723" y="565886"/>
                  </a:lnTo>
                  <a:lnTo>
                    <a:pt x="322529" y="566077"/>
                  </a:lnTo>
                  <a:lnTo>
                    <a:pt x="321411" y="566229"/>
                  </a:lnTo>
                  <a:lnTo>
                    <a:pt x="325272" y="594728"/>
                  </a:lnTo>
                  <a:lnTo>
                    <a:pt x="325348" y="595287"/>
                  </a:lnTo>
                  <a:lnTo>
                    <a:pt x="325412" y="595744"/>
                  </a:lnTo>
                  <a:lnTo>
                    <a:pt x="327672" y="595439"/>
                  </a:lnTo>
                  <a:lnTo>
                    <a:pt x="329539" y="595287"/>
                  </a:lnTo>
                  <a:lnTo>
                    <a:pt x="331825" y="595287"/>
                  </a:lnTo>
                  <a:lnTo>
                    <a:pt x="331736" y="594728"/>
                  </a:lnTo>
                  <a:lnTo>
                    <a:pt x="329031" y="594728"/>
                  </a:lnTo>
                  <a:lnTo>
                    <a:pt x="327355" y="592531"/>
                  </a:lnTo>
                  <a:lnTo>
                    <a:pt x="327266" y="592048"/>
                  </a:lnTo>
                  <a:lnTo>
                    <a:pt x="326123" y="583476"/>
                  </a:lnTo>
                  <a:lnTo>
                    <a:pt x="326021" y="582764"/>
                  </a:lnTo>
                  <a:lnTo>
                    <a:pt x="325920" y="582041"/>
                  </a:lnTo>
                  <a:lnTo>
                    <a:pt x="325843" y="581418"/>
                  </a:lnTo>
                  <a:lnTo>
                    <a:pt x="326123" y="581418"/>
                  </a:lnTo>
                  <a:lnTo>
                    <a:pt x="327329" y="581634"/>
                  </a:lnTo>
                  <a:lnTo>
                    <a:pt x="327139" y="581634"/>
                  </a:lnTo>
                  <a:lnTo>
                    <a:pt x="328193" y="582041"/>
                  </a:lnTo>
                  <a:lnTo>
                    <a:pt x="329476" y="582764"/>
                  </a:lnTo>
                  <a:lnTo>
                    <a:pt x="330682" y="583476"/>
                  </a:lnTo>
                  <a:lnTo>
                    <a:pt x="332549" y="584860"/>
                  </a:lnTo>
                  <a:lnTo>
                    <a:pt x="336867" y="588391"/>
                  </a:lnTo>
                  <a:lnTo>
                    <a:pt x="338366" y="589546"/>
                  </a:lnTo>
                  <a:lnTo>
                    <a:pt x="345668" y="593356"/>
                  </a:lnTo>
                  <a:lnTo>
                    <a:pt x="347497" y="593115"/>
                  </a:lnTo>
                  <a:lnTo>
                    <a:pt x="347891" y="593115"/>
                  </a:lnTo>
                  <a:lnTo>
                    <a:pt x="348729" y="592848"/>
                  </a:lnTo>
                  <a:lnTo>
                    <a:pt x="349326" y="592531"/>
                  </a:lnTo>
                  <a:lnTo>
                    <a:pt x="349288" y="592251"/>
                  </a:lnTo>
                  <a:lnTo>
                    <a:pt x="347941" y="592455"/>
                  </a:lnTo>
                  <a:lnTo>
                    <a:pt x="346417" y="592048"/>
                  </a:lnTo>
                  <a:lnTo>
                    <a:pt x="343141" y="590156"/>
                  </a:lnTo>
                  <a:lnTo>
                    <a:pt x="340918" y="588556"/>
                  </a:lnTo>
                  <a:lnTo>
                    <a:pt x="334175" y="583196"/>
                  </a:lnTo>
                  <a:lnTo>
                    <a:pt x="331139" y="581418"/>
                  </a:lnTo>
                  <a:lnTo>
                    <a:pt x="329006" y="581075"/>
                  </a:lnTo>
                  <a:lnTo>
                    <a:pt x="332295" y="580618"/>
                  </a:lnTo>
                  <a:lnTo>
                    <a:pt x="336207" y="582041"/>
                  </a:lnTo>
                  <a:lnTo>
                    <a:pt x="336054" y="582041"/>
                  </a:lnTo>
                  <a:lnTo>
                    <a:pt x="343179" y="587629"/>
                  </a:lnTo>
                  <a:lnTo>
                    <a:pt x="344792" y="588746"/>
                  </a:lnTo>
                  <a:lnTo>
                    <a:pt x="345808" y="589407"/>
                  </a:lnTo>
                  <a:lnTo>
                    <a:pt x="348881" y="590956"/>
                  </a:lnTo>
                  <a:lnTo>
                    <a:pt x="350443" y="591312"/>
                  </a:lnTo>
                  <a:lnTo>
                    <a:pt x="353085" y="590956"/>
                  </a:lnTo>
                  <a:lnTo>
                    <a:pt x="354139" y="590321"/>
                  </a:lnTo>
                  <a:lnTo>
                    <a:pt x="354482" y="589737"/>
                  </a:lnTo>
                  <a:lnTo>
                    <a:pt x="354596" y="589546"/>
                  </a:lnTo>
                  <a:lnTo>
                    <a:pt x="354672" y="589407"/>
                  </a:lnTo>
                  <a:lnTo>
                    <a:pt x="354838" y="589407"/>
                  </a:lnTo>
                  <a:close/>
                </a:path>
                <a:path w="608329" h="597535">
                  <a:moveTo>
                    <a:pt x="356463" y="46812"/>
                  </a:moveTo>
                  <a:lnTo>
                    <a:pt x="355688" y="46393"/>
                  </a:lnTo>
                  <a:lnTo>
                    <a:pt x="354380" y="45732"/>
                  </a:lnTo>
                  <a:lnTo>
                    <a:pt x="348246" y="45732"/>
                  </a:lnTo>
                  <a:lnTo>
                    <a:pt x="348310" y="45935"/>
                  </a:lnTo>
                  <a:lnTo>
                    <a:pt x="348424" y="46228"/>
                  </a:lnTo>
                  <a:lnTo>
                    <a:pt x="350126" y="46393"/>
                  </a:lnTo>
                  <a:lnTo>
                    <a:pt x="352780" y="46812"/>
                  </a:lnTo>
                  <a:lnTo>
                    <a:pt x="356463" y="47523"/>
                  </a:lnTo>
                  <a:lnTo>
                    <a:pt x="356463" y="46812"/>
                  </a:lnTo>
                  <a:close/>
                </a:path>
                <a:path w="608329" h="597535">
                  <a:moveTo>
                    <a:pt x="387807" y="577227"/>
                  </a:moveTo>
                  <a:lnTo>
                    <a:pt x="386702" y="573544"/>
                  </a:lnTo>
                  <a:lnTo>
                    <a:pt x="385584" y="572262"/>
                  </a:lnTo>
                  <a:lnTo>
                    <a:pt x="382397" y="570890"/>
                  </a:lnTo>
                  <a:lnTo>
                    <a:pt x="382689" y="570890"/>
                  </a:lnTo>
                  <a:lnTo>
                    <a:pt x="379691" y="570458"/>
                  </a:lnTo>
                  <a:lnTo>
                    <a:pt x="374078" y="570458"/>
                  </a:lnTo>
                  <a:lnTo>
                    <a:pt x="371881" y="570280"/>
                  </a:lnTo>
                  <a:lnTo>
                    <a:pt x="365188" y="564616"/>
                  </a:lnTo>
                  <a:lnTo>
                    <a:pt x="365112" y="564388"/>
                  </a:lnTo>
                  <a:lnTo>
                    <a:pt x="365036" y="562965"/>
                  </a:lnTo>
                  <a:lnTo>
                    <a:pt x="364566" y="564388"/>
                  </a:lnTo>
                  <a:lnTo>
                    <a:pt x="364490" y="564616"/>
                  </a:lnTo>
                  <a:lnTo>
                    <a:pt x="364375" y="565912"/>
                  </a:lnTo>
                  <a:lnTo>
                    <a:pt x="365175" y="568566"/>
                  </a:lnTo>
                  <a:lnTo>
                    <a:pt x="365264" y="568871"/>
                  </a:lnTo>
                  <a:lnTo>
                    <a:pt x="365683" y="569493"/>
                  </a:lnTo>
                  <a:lnTo>
                    <a:pt x="365747" y="569747"/>
                  </a:lnTo>
                  <a:lnTo>
                    <a:pt x="367169" y="570890"/>
                  </a:lnTo>
                  <a:lnTo>
                    <a:pt x="367919" y="571538"/>
                  </a:lnTo>
                  <a:lnTo>
                    <a:pt x="369074" y="572071"/>
                  </a:lnTo>
                  <a:lnTo>
                    <a:pt x="371551" y="572516"/>
                  </a:lnTo>
                  <a:lnTo>
                    <a:pt x="368731" y="572516"/>
                  </a:lnTo>
                  <a:lnTo>
                    <a:pt x="378561" y="572808"/>
                  </a:lnTo>
                  <a:lnTo>
                    <a:pt x="379209" y="572808"/>
                  </a:lnTo>
                  <a:lnTo>
                    <a:pt x="382358" y="573151"/>
                  </a:lnTo>
                  <a:lnTo>
                    <a:pt x="381685" y="573151"/>
                  </a:lnTo>
                  <a:lnTo>
                    <a:pt x="383908" y="573976"/>
                  </a:lnTo>
                  <a:lnTo>
                    <a:pt x="384746" y="574929"/>
                  </a:lnTo>
                  <a:lnTo>
                    <a:pt x="385445" y="577227"/>
                  </a:lnTo>
                  <a:lnTo>
                    <a:pt x="385470" y="578434"/>
                  </a:lnTo>
                  <a:lnTo>
                    <a:pt x="385318" y="579081"/>
                  </a:lnTo>
                  <a:lnTo>
                    <a:pt x="383844" y="581533"/>
                  </a:lnTo>
                  <a:lnTo>
                    <a:pt x="382498" y="582498"/>
                  </a:lnTo>
                  <a:lnTo>
                    <a:pt x="382346" y="582498"/>
                  </a:lnTo>
                  <a:lnTo>
                    <a:pt x="378714" y="583590"/>
                  </a:lnTo>
                  <a:lnTo>
                    <a:pt x="376542" y="583450"/>
                  </a:lnTo>
                  <a:lnTo>
                    <a:pt x="372313" y="581533"/>
                  </a:lnTo>
                  <a:lnTo>
                    <a:pt x="370700" y="579869"/>
                  </a:lnTo>
                  <a:lnTo>
                    <a:pt x="369963" y="577811"/>
                  </a:lnTo>
                  <a:lnTo>
                    <a:pt x="369912" y="577672"/>
                  </a:lnTo>
                  <a:lnTo>
                    <a:pt x="369722" y="577672"/>
                  </a:lnTo>
                  <a:lnTo>
                    <a:pt x="369252" y="577811"/>
                  </a:lnTo>
                  <a:lnTo>
                    <a:pt x="371373" y="584250"/>
                  </a:lnTo>
                  <a:lnTo>
                    <a:pt x="371487" y="584568"/>
                  </a:lnTo>
                  <a:lnTo>
                    <a:pt x="371754" y="585431"/>
                  </a:lnTo>
                  <a:lnTo>
                    <a:pt x="371830" y="585711"/>
                  </a:lnTo>
                  <a:lnTo>
                    <a:pt x="371944" y="586054"/>
                  </a:lnTo>
                  <a:lnTo>
                    <a:pt x="371995" y="586320"/>
                  </a:lnTo>
                  <a:lnTo>
                    <a:pt x="372249" y="586486"/>
                  </a:lnTo>
                  <a:lnTo>
                    <a:pt x="372821" y="586320"/>
                  </a:lnTo>
                  <a:lnTo>
                    <a:pt x="372440" y="586320"/>
                  </a:lnTo>
                  <a:lnTo>
                    <a:pt x="374472" y="586054"/>
                  </a:lnTo>
                  <a:lnTo>
                    <a:pt x="378028" y="585711"/>
                  </a:lnTo>
                  <a:lnTo>
                    <a:pt x="378409" y="585711"/>
                  </a:lnTo>
                  <a:lnTo>
                    <a:pt x="380034" y="585431"/>
                  </a:lnTo>
                  <a:lnTo>
                    <a:pt x="387692" y="578434"/>
                  </a:lnTo>
                  <a:lnTo>
                    <a:pt x="387807" y="577227"/>
                  </a:lnTo>
                  <a:close/>
                </a:path>
                <a:path w="608329" h="597535">
                  <a:moveTo>
                    <a:pt x="390829" y="574636"/>
                  </a:moveTo>
                  <a:lnTo>
                    <a:pt x="380796" y="566394"/>
                  </a:lnTo>
                  <a:lnTo>
                    <a:pt x="381368" y="566394"/>
                  </a:lnTo>
                  <a:lnTo>
                    <a:pt x="368020" y="565912"/>
                  </a:lnTo>
                  <a:lnTo>
                    <a:pt x="372618" y="565912"/>
                  </a:lnTo>
                  <a:lnTo>
                    <a:pt x="370166" y="565073"/>
                  </a:lnTo>
                  <a:lnTo>
                    <a:pt x="369531" y="564388"/>
                  </a:lnTo>
                  <a:lnTo>
                    <a:pt x="369036" y="562965"/>
                  </a:lnTo>
                  <a:lnTo>
                    <a:pt x="368769" y="562063"/>
                  </a:lnTo>
                  <a:lnTo>
                    <a:pt x="369049" y="560959"/>
                  </a:lnTo>
                  <a:lnTo>
                    <a:pt x="370840" y="558825"/>
                  </a:lnTo>
                  <a:lnTo>
                    <a:pt x="370954" y="558685"/>
                  </a:lnTo>
                  <a:lnTo>
                    <a:pt x="372338" y="557847"/>
                  </a:lnTo>
                  <a:lnTo>
                    <a:pt x="376453" y="556602"/>
                  </a:lnTo>
                  <a:lnTo>
                    <a:pt x="378879" y="556602"/>
                  </a:lnTo>
                  <a:lnTo>
                    <a:pt x="382384" y="557517"/>
                  </a:lnTo>
                  <a:lnTo>
                    <a:pt x="383692" y="558825"/>
                  </a:lnTo>
                  <a:lnTo>
                    <a:pt x="384289" y="560743"/>
                  </a:lnTo>
                  <a:lnTo>
                    <a:pt x="384340" y="560920"/>
                  </a:lnTo>
                  <a:lnTo>
                    <a:pt x="384911" y="560743"/>
                  </a:lnTo>
                  <a:lnTo>
                    <a:pt x="384594" y="559460"/>
                  </a:lnTo>
                  <a:lnTo>
                    <a:pt x="383730" y="556895"/>
                  </a:lnTo>
                  <a:lnTo>
                    <a:pt x="383628" y="556602"/>
                  </a:lnTo>
                  <a:lnTo>
                    <a:pt x="383133" y="555218"/>
                  </a:lnTo>
                  <a:lnTo>
                    <a:pt x="382981" y="554672"/>
                  </a:lnTo>
                  <a:lnTo>
                    <a:pt x="382612" y="553669"/>
                  </a:lnTo>
                  <a:lnTo>
                    <a:pt x="382562" y="553478"/>
                  </a:lnTo>
                  <a:lnTo>
                    <a:pt x="379349" y="553669"/>
                  </a:lnTo>
                  <a:lnTo>
                    <a:pt x="366445" y="562063"/>
                  </a:lnTo>
                  <a:lnTo>
                    <a:pt x="367601" y="565912"/>
                  </a:lnTo>
                  <a:lnTo>
                    <a:pt x="368592" y="567131"/>
                  </a:lnTo>
                  <a:lnTo>
                    <a:pt x="368731" y="567131"/>
                  </a:lnTo>
                  <a:lnTo>
                    <a:pt x="371208" y="568096"/>
                  </a:lnTo>
                  <a:lnTo>
                    <a:pt x="375437" y="568566"/>
                  </a:lnTo>
                  <a:lnTo>
                    <a:pt x="380339" y="568566"/>
                  </a:lnTo>
                  <a:lnTo>
                    <a:pt x="383057" y="568871"/>
                  </a:lnTo>
                  <a:lnTo>
                    <a:pt x="382587" y="568871"/>
                  </a:lnTo>
                  <a:lnTo>
                    <a:pt x="384759" y="569493"/>
                  </a:lnTo>
                  <a:lnTo>
                    <a:pt x="385902" y="570128"/>
                  </a:lnTo>
                  <a:lnTo>
                    <a:pt x="387477" y="571538"/>
                  </a:lnTo>
                  <a:lnTo>
                    <a:pt x="387997" y="572071"/>
                  </a:lnTo>
                  <a:lnTo>
                    <a:pt x="388658" y="573151"/>
                  </a:lnTo>
                  <a:lnTo>
                    <a:pt x="389547" y="576135"/>
                  </a:lnTo>
                  <a:lnTo>
                    <a:pt x="389470" y="577811"/>
                  </a:lnTo>
                  <a:lnTo>
                    <a:pt x="389255" y="578434"/>
                  </a:lnTo>
                  <a:lnTo>
                    <a:pt x="390525" y="576668"/>
                  </a:lnTo>
                  <a:lnTo>
                    <a:pt x="390791" y="574929"/>
                  </a:lnTo>
                  <a:lnTo>
                    <a:pt x="390829" y="574636"/>
                  </a:lnTo>
                  <a:close/>
                </a:path>
                <a:path w="608329" h="597535">
                  <a:moveTo>
                    <a:pt x="415747" y="571715"/>
                  </a:moveTo>
                  <a:lnTo>
                    <a:pt x="404888" y="547382"/>
                  </a:lnTo>
                  <a:lnTo>
                    <a:pt x="404812" y="547217"/>
                  </a:lnTo>
                  <a:lnTo>
                    <a:pt x="404685" y="546938"/>
                  </a:lnTo>
                  <a:lnTo>
                    <a:pt x="403606" y="544525"/>
                  </a:lnTo>
                  <a:lnTo>
                    <a:pt x="401777" y="545287"/>
                  </a:lnTo>
                  <a:lnTo>
                    <a:pt x="399973" y="545960"/>
                  </a:lnTo>
                  <a:lnTo>
                    <a:pt x="397789" y="546747"/>
                  </a:lnTo>
                  <a:lnTo>
                    <a:pt x="398005" y="547217"/>
                  </a:lnTo>
                  <a:lnTo>
                    <a:pt x="399427" y="546938"/>
                  </a:lnTo>
                  <a:lnTo>
                    <a:pt x="400672" y="547217"/>
                  </a:lnTo>
                  <a:lnTo>
                    <a:pt x="402628" y="548792"/>
                  </a:lnTo>
                  <a:lnTo>
                    <a:pt x="403631" y="550341"/>
                  </a:lnTo>
                  <a:lnTo>
                    <a:pt x="411137" y="567055"/>
                  </a:lnTo>
                  <a:lnTo>
                    <a:pt x="411784" y="569226"/>
                  </a:lnTo>
                  <a:lnTo>
                    <a:pt x="411772" y="571982"/>
                  </a:lnTo>
                  <a:lnTo>
                    <a:pt x="411111" y="573214"/>
                  </a:lnTo>
                  <a:lnTo>
                    <a:pt x="410032" y="574090"/>
                  </a:lnTo>
                  <a:lnTo>
                    <a:pt x="410235" y="574548"/>
                  </a:lnTo>
                  <a:lnTo>
                    <a:pt x="412661" y="573214"/>
                  </a:lnTo>
                  <a:lnTo>
                    <a:pt x="414502" y="572249"/>
                  </a:lnTo>
                  <a:lnTo>
                    <a:pt x="415747" y="571715"/>
                  </a:lnTo>
                  <a:close/>
                </a:path>
                <a:path w="608329" h="597535">
                  <a:moveTo>
                    <a:pt x="422910" y="67754"/>
                  </a:moveTo>
                  <a:lnTo>
                    <a:pt x="402132" y="28143"/>
                  </a:lnTo>
                  <a:lnTo>
                    <a:pt x="394500" y="13601"/>
                  </a:lnTo>
                  <a:lnTo>
                    <a:pt x="388023" y="10477"/>
                  </a:lnTo>
                  <a:lnTo>
                    <a:pt x="387731" y="11137"/>
                  </a:lnTo>
                  <a:lnTo>
                    <a:pt x="389978" y="13017"/>
                  </a:lnTo>
                  <a:lnTo>
                    <a:pt x="392315" y="16306"/>
                  </a:lnTo>
                  <a:lnTo>
                    <a:pt x="394779" y="21005"/>
                  </a:lnTo>
                  <a:lnTo>
                    <a:pt x="396570" y="24358"/>
                  </a:lnTo>
                  <a:lnTo>
                    <a:pt x="388759" y="43942"/>
                  </a:lnTo>
                  <a:lnTo>
                    <a:pt x="387235" y="47815"/>
                  </a:lnTo>
                  <a:lnTo>
                    <a:pt x="385762" y="50368"/>
                  </a:lnTo>
                  <a:lnTo>
                    <a:pt x="384365" y="51562"/>
                  </a:lnTo>
                  <a:lnTo>
                    <a:pt x="382930" y="52844"/>
                  </a:lnTo>
                  <a:lnTo>
                    <a:pt x="382765" y="52844"/>
                  </a:lnTo>
                  <a:lnTo>
                    <a:pt x="381114" y="53213"/>
                  </a:lnTo>
                  <a:lnTo>
                    <a:pt x="378777" y="52844"/>
                  </a:lnTo>
                  <a:lnTo>
                    <a:pt x="378498" y="53530"/>
                  </a:lnTo>
                  <a:lnTo>
                    <a:pt x="381698" y="54457"/>
                  </a:lnTo>
                  <a:lnTo>
                    <a:pt x="384048" y="55219"/>
                  </a:lnTo>
                  <a:lnTo>
                    <a:pt x="387159" y="56502"/>
                  </a:lnTo>
                  <a:lnTo>
                    <a:pt x="389420" y="57556"/>
                  </a:lnTo>
                  <a:lnTo>
                    <a:pt x="393065" y="59372"/>
                  </a:lnTo>
                  <a:lnTo>
                    <a:pt x="393344" y="58699"/>
                  </a:lnTo>
                  <a:lnTo>
                    <a:pt x="389597" y="51562"/>
                  </a:lnTo>
                  <a:lnTo>
                    <a:pt x="390067" y="49263"/>
                  </a:lnTo>
                  <a:lnTo>
                    <a:pt x="398513" y="28143"/>
                  </a:lnTo>
                  <a:lnTo>
                    <a:pt x="420954" y="70535"/>
                  </a:lnTo>
                  <a:lnTo>
                    <a:pt x="421690" y="70827"/>
                  </a:lnTo>
                  <a:lnTo>
                    <a:pt x="422910" y="67754"/>
                  </a:lnTo>
                  <a:close/>
                </a:path>
                <a:path w="608329" h="597535">
                  <a:moveTo>
                    <a:pt x="423506" y="568604"/>
                  </a:moveTo>
                  <a:lnTo>
                    <a:pt x="423379" y="568312"/>
                  </a:lnTo>
                  <a:lnTo>
                    <a:pt x="423303" y="568134"/>
                  </a:lnTo>
                  <a:lnTo>
                    <a:pt x="422262" y="568312"/>
                  </a:lnTo>
                  <a:lnTo>
                    <a:pt x="421322" y="568134"/>
                  </a:lnTo>
                  <a:lnTo>
                    <a:pt x="419150" y="567055"/>
                  </a:lnTo>
                  <a:lnTo>
                    <a:pt x="419011" y="567055"/>
                  </a:lnTo>
                  <a:lnTo>
                    <a:pt x="417766" y="565315"/>
                  </a:lnTo>
                  <a:lnTo>
                    <a:pt x="409752" y="547382"/>
                  </a:lnTo>
                  <a:lnTo>
                    <a:pt x="409219" y="545287"/>
                  </a:lnTo>
                  <a:lnTo>
                    <a:pt x="409752" y="542823"/>
                  </a:lnTo>
                  <a:lnTo>
                    <a:pt x="410349" y="541921"/>
                  </a:lnTo>
                  <a:lnTo>
                    <a:pt x="411264" y="541261"/>
                  </a:lnTo>
                  <a:lnTo>
                    <a:pt x="411060" y="540804"/>
                  </a:lnTo>
                  <a:lnTo>
                    <a:pt x="409511" y="541756"/>
                  </a:lnTo>
                  <a:lnTo>
                    <a:pt x="407670" y="542683"/>
                  </a:lnTo>
                  <a:lnTo>
                    <a:pt x="405536" y="543648"/>
                  </a:lnTo>
                  <a:lnTo>
                    <a:pt x="417690" y="570826"/>
                  </a:lnTo>
                  <a:lnTo>
                    <a:pt x="419849" y="569874"/>
                  </a:lnTo>
                  <a:lnTo>
                    <a:pt x="421525" y="569226"/>
                  </a:lnTo>
                  <a:lnTo>
                    <a:pt x="423506" y="568604"/>
                  </a:lnTo>
                  <a:close/>
                </a:path>
                <a:path w="608329" h="597535">
                  <a:moveTo>
                    <a:pt x="443776" y="32791"/>
                  </a:moveTo>
                  <a:lnTo>
                    <a:pt x="428117" y="26530"/>
                  </a:lnTo>
                  <a:lnTo>
                    <a:pt x="427824" y="27203"/>
                  </a:lnTo>
                  <a:lnTo>
                    <a:pt x="432015" y="34975"/>
                  </a:lnTo>
                  <a:lnTo>
                    <a:pt x="431876" y="36080"/>
                  </a:lnTo>
                  <a:lnTo>
                    <a:pt x="431850" y="36309"/>
                  </a:lnTo>
                  <a:lnTo>
                    <a:pt x="431215" y="38366"/>
                  </a:lnTo>
                  <a:lnTo>
                    <a:pt x="423951" y="56502"/>
                  </a:lnTo>
                  <a:lnTo>
                    <a:pt x="403161" y="17043"/>
                  </a:lnTo>
                  <a:lnTo>
                    <a:pt x="398741" y="15290"/>
                  </a:lnTo>
                  <a:lnTo>
                    <a:pt x="424408" y="64071"/>
                  </a:lnTo>
                  <a:lnTo>
                    <a:pt x="427431" y="56502"/>
                  </a:lnTo>
                  <a:lnTo>
                    <a:pt x="434479" y="38912"/>
                  </a:lnTo>
                  <a:lnTo>
                    <a:pt x="440537" y="33299"/>
                  </a:lnTo>
                  <a:lnTo>
                    <a:pt x="442836" y="33299"/>
                  </a:lnTo>
                  <a:lnTo>
                    <a:pt x="443496" y="33464"/>
                  </a:lnTo>
                  <a:lnTo>
                    <a:pt x="443560" y="33299"/>
                  </a:lnTo>
                  <a:lnTo>
                    <a:pt x="443776" y="32791"/>
                  </a:lnTo>
                  <a:close/>
                </a:path>
                <a:path w="608329" h="597535">
                  <a:moveTo>
                    <a:pt x="453390" y="551497"/>
                  </a:moveTo>
                  <a:lnTo>
                    <a:pt x="439051" y="529374"/>
                  </a:lnTo>
                  <a:lnTo>
                    <a:pt x="437197" y="526503"/>
                  </a:lnTo>
                  <a:lnTo>
                    <a:pt x="429387" y="531558"/>
                  </a:lnTo>
                  <a:lnTo>
                    <a:pt x="427291" y="532790"/>
                  </a:lnTo>
                  <a:lnTo>
                    <a:pt x="426046" y="533565"/>
                  </a:lnTo>
                  <a:lnTo>
                    <a:pt x="424954" y="534149"/>
                  </a:lnTo>
                  <a:lnTo>
                    <a:pt x="424040" y="534606"/>
                  </a:lnTo>
                  <a:lnTo>
                    <a:pt x="424942" y="535978"/>
                  </a:lnTo>
                  <a:lnTo>
                    <a:pt x="425742" y="537387"/>
                  </a:lnTo>
                  <a:lnTo>
                    <a:pt x="426745" y="539381"/>
                  </a:lnTo>
                  <a:lnTo>
                    <a:pt x="426986" y="539927"/>
                  </a:lnTo>
                  <a:lnTo>
                    <a:pt x="427596" y="540943"/>
                  </a:lnTo>
                  <a:lnTo>
                    <a:pt x="427875" y="541312"/>
                  </a:lnTo>
                  <a:lnTo>
                    <a:pt x="428421" y="540943"/>
                  </a:lnTo>
                  <a:lnTo>
                    <a:pt x="427710" y="538924"/>
                  </a:lnTo>
                  <a:lnTo>
                    <a:pt x="427494" y="537565"/>
                  </a:lnTo>
                  <a:lnTo>
                    <a:pt x="436384" y="529374"/>
                  </a:lnTo>
                  <a:lnTo>
                    <a:pt x="446874" y="545604"/>
                  </a:lnTo>
                  <a:lnTo>
                    <a:pt x="448386" y="547916"/>
                  </a:lnTo>
                  <a:lnTo>
                    <a:pt x="449224" y="549732"/>
                  </a:lnTo>
                  <a:lnTo>
                    <a:pt x="449427" y="551497"/>
                  </a:lnTo>
                  <a:lnTo>
                    <a:pt x="449440" y="552615"/>
                  </a:lnTo>
                  <a:lnTo>
                    <a:pt x="448970" y="553720"/>
                  </a:lnTo>
                  <a:lnTo>
                    <a:pt x="447992" y="554812"/>
                  </a:lnTo>
                  <a:lnTo>
                    <a:pt x="448259" y="555231"/>
                  </a:lnTo>
                  <a:lnTo>
                    <a:pt x="450176" y="553720"/>
                  </a:lnTo>
                  <a:lnTo>
                    <a:pt x="451662" y="552615"/>
                  </a:lnTo>
                  <a:lnTo>
                    <a:pt x="453390" y="551497"/>
                  </a:lnTo>
                  <a:close/>
                </a:path>
                <a:path w="608329" h="597535">
                  <a:moveTo>
                    <a:pt x="460768" y="547255"/>
                  </a:moveTo>
                  <a:lnTo>
                    <a:pt x="460400" y="546735"/>
                  </a:lnTo>
                  <a:lnTo>
                    <a:pt x="459105" y="547255"/>
                  </a:lnTo>
                  <a:lnTo>
                    <a:pt x="458000" y="547255"/>
                  </a:lnTo>
                  <a:lnTo>
                    <a:pt x="455485" y="545960"/>
                  </a:lnTo>
                  <a:lnTo>
                    <a:pt x="454253" y="544652"/>
                  </a:lnTo>
                  <a:lnTo>
                    <a:pt x="441985" y="525716"/>
                  </a:lnTo>
                  <a:lnTo>
                    <a:pt x="449414" y="520941"/>
                  </a:lnTo>
                  <a:lnTo>
                    <a:pt x="451027" y="520509"/>
                  </a:lnTo>
                  <a:lnTo>
                    <a:pt x="453377" y="521423"/>
                  </a:lnTo>
                  <a:lnTo>
                    <a:pt x="454482" y="522414"/>
                  </a:lnTo>
                  <a:lnTo>
                    <a:pt x="455282" y="523570"/>
                  </a:lnTo>
                  <a:lnTo>
                    <a:pt x="455866" y="523201"/>
                  </a:lnTo>
                  <a:lnTo>
                    <a:pt x="455472" y="522414"/>
                  </a:lnTo>
                  <a:lnTo>
                    <a:pt x="455053" y="521677"/>
                  </a:lnTo>
                  <a:lnTo>
                    <a:pt x="454279" y="520509"/>
                  </a:lnTo>
                  <a:lnTo>
                    <a:pt x="453326" y="518985"/>
                  </a:lnTo>
                  <a:lnTo>
                    <a:pt x="452450" y="517410"/>
                  </a:lnTo>
                  <a:lnTo>
                    <a:pt x="451929" y="516547"/>
                  </a:lnTo>
                  <a:lnTo>
                    <a:pt x="450532" y="517728"/>
                  </a:lnTo>
                  <a:lnTo>
                    <a:pt x="449059" y="518833"/>
                  </a:lnTo>
                  <a:lnTo>
                    <a:pt x="447332" y="519912"/>
                  </a:lnTo>
                  <a:lnTo>
                    <a:pt x="438950" y="525360"/>
                  </a:lnTo>
                  <a:lnTo>
                    <a:pt x="455129" y="550367"/>
                  </a:lnTo>
                  <a:lnTo>
                    <a:pt x="456107" y="549732"/>
                  </a:lnTo>
                  <a:lnTo>
                    <a:pt x="460476" y="547255"/>
                  </a:lnTo>
                  <a:lnTo>
                    <a:pt x="460768" y="547255"/>
                  </a:lnTo>
                  <a:close/>
                </a:path>
                <a:path w="608329" h="597535">
                  <a:moveTo>
                    <a:pt x="479082" y="63398"/>
                  </a:moveTo>
                  <a:lnTo>
                    <a:pt x="477304" y="63080"/>
                  </a:lnTo>
                  <a:lnTo>
                    <a:pt x="475462" y="63080"/>
                  </a:lnTo>
                  <a:lnTo>
                    <a:pt x="472325" y="63576"/>
                  </a:lnTo>
                  <a:lnTo>
                    <a:pt x="470446" y="64325"/>
                  </a:lnTo>
                  <a:lnTo>
                    <a:pt x="468376" y="65582"/>
                  </a:lnTo>
                  <a:lnTo>
                    <a:pt x="466255" y="66802"/>
                  </a:lnTo>
                  <a:lnTo>
                    <a:pt x="457377" y="84556"/>
                  </a:lnTo>
                  <a:lnTo>
                    <a:pt x="457720" y="87045"/>
                  </a:lnTo>
                  <a:lnTo>
                    <a:pt x="457733" y="87198"/>
                  </a:lnTo>
                  <a:lnTo>
                    <a:pt x="459193" y="89941"/>
                  </a:lnTo>
                  <a:lnTo>
                    <a:pt x="459143" y="89344"/>
                  </a:lnTo>
                  <a:lnTo>
                    <a:pt x="459028" y="88252"/>
                  </a:lnTo>
                  <a:lnTo>
                    <a:pt x="458914" y="87045"/>
                  </a:lnTo>
                  <a:lnTo>
                    <a:pt x="458800" y="85877"/>
                  </a:lnTo>
                  <a:lnTo>
                    <a:pt x="458774" y="85686"/>
                  </a:lnTo>
                  <a:lnTo>
                    <a:pt x="458660" y="84556"/>
                  </a:lnTo>
                  <a:lnTo>
                    <a:pt x="460794" y="78854"/>
                  </a:lnTo>
                  <a:lnTo>
                    <a:pt x="469734" y="67716"/>
                  </a:lnTo>
                  <a:lnTo>
                    <a:pt x="474205" y="64566"/>
                  </a:lnTo>
                  <a:lnTo>
                    <a:pt x="479082" y="63398"/>
                  </a:lnTo>
                  <a:close/>
                </a:path>
                <a:path w="608329" h="597535">
                  <a:moveTo>
                    <a:pt x="496709" y="516775"/>
                  </a:moveTo>
                  <a:lnTo>
                    <a:pt x="488188" y="508139"/>
                  </a:lnTo>
                  <a:lnTo>
                    <a:pt x="486714" y="506641"/>
                  </a:lnTo>
                  <a:lnTo>
                    <a:pt x="465378" y="505866"/>
                  </a:lnTo>
                  <a:lnTo>
                    <a:pt x="464693" y="506488"/>
                  </a:lnTo>
                  <a:lnTo>
                    <a:pt x="463410" y="507758"/>
                  </a:lnTo>
                  <a:lnTo>
                    <a:pt x="462127" y="508876"/>
                  </a:lnTo>
                  <a:lnTo>
                    <a:pt x="460857" y="509803"/>
                  </a:lnTo>
                  <a:lnTo>
                    <a:pt x="461213" y="510171"/>
                  </a:lnTo>
                  <a:lnTo>
                    <a:pt x="463727" y="508749"/>
                  </a:lnTo>
                  <a:lnTo>
                    <a:pt x="467448" y="508139"/>
                  </a:lnTo>
                  <a:lnTo>
                    <a:pt x="485482" y="508749"/>
                  </a:lnTo>
                  <a:lnTo>
                    <a:pt x="491705" y="515048"/>
                  </a:lnTo>
                  <a:lnTo>
                    <a:pt x="492696" y="516572"/>
                  </a:lnTo>
                  <a:lnTo>
                    <a:pt x="492950" y="518388"/>
                  </a:lnTo>
                  <a:lnTo>
                    <a:pt x="493026" y="518909"/>
                  </a:lnTo>
                  <a:lnTo>
                    <a:pt x="492823" y="519811"/>
                  </a:lnTo>
                  <a:lnTo>
                    <a:pt x="492772" y="520052"/>
                  </a:lnTo>
                  <a:lnTo>
                    <a:pt x="492061" y="521119"/>
                  </a:lnTo>
                  <a:lnTo>
                    <a:pt x="492429" y="521474"/>
                  </a:lnTo>
                  <a:lnTo>
                    <a:pt x="493788" y="519811"/>
                  </a:lnTo>
                  <a:lnTo>
                    <a:pt x="495071" y="518388"/>
                  </a:lnTo>
                  <a:lnTo>
                    <a:pt x="496252" y="517245"/>
                  </a:lnTo>
                  <a:lnTo>
                    <a:pt x="496709" y="516775"/>
                  </a:lnTo>
                  <a:close/>
                </a:path>
                <a:path w="608329" h="597535">
                  <a:moveTo>
                    <a:pt x="503034" y="511022"/>
                  </a:moveTo>
                  <a:lnTo>
                    <a:pt x="502678" y="510654"/>
                  </a:lnTo>
                  <a:lnTo>
                    <a:pt x="500367" y="512165"/>
                  </a:lnTo>
                  <a:lnTo>
                    <a:pt x="497674" y="511378"/>
                  </a:lnTo>
                  <a:lnTo>
                    <a:pt x="489585" y="503148"/>
                  </a:lnTo>
                  <a:lnTo>
                    <a:pt x="489521" y="502373"/>
                  </a:lnTo>
                  <a:lnTo>
                    <a:pt x="488797" y="491883"/>
                  </a:lnTo>
                  <a:lnTo>
                    <a:pt x="488708" y="490537"/>
                  </a:lnTo>
                  <a:lnTo>
                    <a:pt x="488594" y="489369"/>
                  </a:lnTo>
                  <a:lnTo>
                    <a:pt x="488530" y="488784"/>
                  </a:lnTo>
                  <a:lnTo>
                    <a:pt x="488657" y="484517"/>
                  </a:lnTo>
                  <a:lnTo>
                    <a:pt x="489089" y="483311"/>
                  </a:lnTo>
                  <a:lnTo>
                    <a:pt x="489775" y="482015"/>
                  </a:lnTo>
                  <a:lnTo>
                    <a:pt x="489432" y="481647"/>
                  </a:lnTo>
                  <a:lnTo>
                    <a:pt x="487464" y="483908"/>
                  </a:lnTo>
                  <a:lnTo>
                    <a:pt x="486130" y="485381"/>
                  </a:lnTo>
                  <a:lnTo>
                    <a:pt x="485711" y="485787"/>
                  </a:lnTo>
                  <a:lnTo>
                    <a:pt x="482854" y="488188"/>
                  </a:lnTo>
                  <a:lnTo>
                    <a:pt x="482193" y="488784"/>
                  </a:lnTo>
                  <a:lnTo>
                    <a:pt x="481990" y="489000"/>
                  </a:lnTo>
                  <a:lnTo>
                    <a:pt x="482346" y="489369"/>
                  </a:lnTo>
                  <a:lnTo>
                    <a:pt x="483298" y="488784"/>
                  </a:lnTo>
                  <a:lnTo>
                    <a:pt x="484517" y="488784"/>
                  </a:lnTo>
                  <a:lnTo>
                    <a:pt x="486232" y="490537"/>
                  </a:lnTo>
                  <a:lnTo>
                    <a:pt x="486714" y="491883"/>
                  </a:lnTo>
                  <a:lnTo>
                    <a:pt x="486829" y="493801"/>
                  </a:lnTo>
                  <a:lnTo>
                    <a:pt x="487133" y="498246"/>
                  </a:lnTo>
                  <a:lnTo>
                    <a:pt x="487159" y="498614"/>
                  </a:lnTo>
                  <a:lnTo>
                    <a:pt x="487260" y="500087"/>
                  </a:lnTo>
                  <a:lnTo>
                    <a:pt x="487362" y="501624"/>
                  </a:lnTo>
                  <a:lnTo>
                    <a:pt x="487426" y="502373"/>
                  </a:lnTo>
                  <a:lnTo>
                    <a:pt x="478815" y="502094"/>
                  </a:lnTo>
                  <a:lnTo>
                    <a:pt x="475996" y="502094"/>
                  </a:lnTo>
                  <a:lnTo>
                    <a:pt x="473557" y="501624"/>
                  </a:lnTo>
                  <a:lnTo>
                    <a:pt x="472363" y="500392"/>
                  </a:lnTo>
                  <a:lnTo>
                    <a:pt x="472389" y="499630"/>
                  </a:lnTo>
                  <a:lnTo>
                    <a:pt x="472960" y="498614"/>
                  </a:lnTo>
                  <a:lnTo>
                    <a:pt x="472605" y="498246"/>
                  </a:lnTo>
                  <a:lnTo>
                    <a:pt x="471068" y="500087"/>
                  </a:lnTo>
                  <a:lnTo>
                    <a:pt x="469480" y="501815"/>
                  </a:lnTo>
                  <a:lnTo>
                    <a:pt x="467334" y="503923"/>
                  </a:lnTo>
                  <a:lnTo>
                    <a:pt x="487730" y="504507"/>
                  </a:lnTo>
                  <a:lnTo>
                    <a:pt x="498309" y="515239"/>
                  </a:lnTo>
                  <a:lnTo>
                    <a:pt x="499021" y="514527"/>
                  </a:lnTo>
                  <a:lnTo>
                    <a:pt x="500405" y="513270"/>
                  </a:lnTo>
                  <a:lnTo>
                    <a:pt x="501688" y="512165"/>
                  </a:lnTo>
                  <a:lnTo>
                    <a:pt x="503034" y="511022"/>
                  </a:lnTo>
                  <a:close/>
                </a:path>
                <a:path w="608329" h="597535">
                  <a:moveTo>
                    <a:pt x="508152" y="81673"/>
                  </a:moveTo>
                  <a:lnTo>
                    <a:pt x="488365" y="64985"/>
                  </a:lnTo>
                  <a:lnTo>
                    <a:pt x="477481" y="65951"/>
                  </a:lnTo>
                  <a:lnTo>
                    <a:pt x="472516" y="68999"/>
                  </a:lnTo>
                  <a:lnTo>
                    <a:pt x="463550" y="80187"/>
                  </a:lnTo>
                  <a:lnTo>
                    <a:pt x="461962" y="84556"/>
                  </a:lnTo>
                  <a:lnTo>
                    <a:pt x="461581" y="85686"/>
                  </a:lnTo>
                  <a:lnTo>
                    <a:pt x="462597" y="96126"/>
                  </a:lnTo>
                  <a:lnTo>
                    <a:pt x="476135" y="108508"/>
                  </a:lnTo>
                  <a:lnTo>
                    <a:pt x="478218" y="109613"/>
                  </a:lnTo>
                  <a:lnTo>
                    <a:pt x="480555" y="110566"/>
                  </a:lnTo>
                  <a:lnTo>
                    <a:pt x="483095" y="111366"/>
                  </a:lnTo>
                  <a:lnTo>
                    <a:pt x="488315" y="106883"/>
                  </a:lnTo>
                  <a:lnTo>
                    <a:pt x="487743" y="106324"/>
                  </a:lnTo>
                  <a:lnTo>
                    <a:pt x="485343" y="106883"/>
                  </a:lnTo>
                  <a:lnTo>
                    <a:pt x="483006" y="106883"/>
                  </a:lnTo>
                  <a:lnTo>
                    <a:pt x="480745" y="106324"/>
                  </a:lnTo>
                  <a:lnTo>
                    <a:pt x="477240" y="105537"/>
                  </a:lnTo>
                  <a:lnTo>
                    <a:pt x="474611" y="104228"/>
                  </a:lnTo>
                  <a:lnTo>
                    <a:pt x="467779" y="98742"/>
                  </a:lnTo>
                  <a:lnTo>
                    <a:pt x="465556" y="94754"/>
                  </a:lnTo>
                  <a:lnTo>
                    <a:pt x="465543" y="85686"/>
                  </a:lnTo>
                  <a:lnTo>
                    <a:pt x="467106" y="81673"/>
                  </a:lnTo>
                  <a:lnTo>
                    <a:pt x="467182" y="81483"/>
                  </a:lnTo>
                  <a:lnTo>
                    <a:pt x="474573" y="72263"/>
                  </a:lnTo>
                  <a:lnTo>
                    <a:pt x="478777" y="69456"/>
                  </a:lnTo>
                  <a:lnTo>
                    <a:pt x="483260" y="68795"/>
                  </a:lnTo>
                  <a:lnTo>
                    <a:pt x="487768" y="68072"/>
                  </a:lnTo>
                  <a:lnTo>
                    <a:pt x="492404" y="69456"/>
                  </a:lnTo>
                  <a:lnTo>
                    <a:pt x="492163" y="69456"/>
                  </a:lnTo>
                  <a:lnTo>
                    <a:pt x="502005" y="77355"/>
                  </a:lnTo>
                  <a:lnTo>
                    <a:pt x="503097" y="83439"/>
                  </a:lnTo>
                  <a:lnTo>
                    <a:pt x="499325" y="90817"/>
                  </a:lnTo>
                  <a:lnTo>
                    <a:pt x="499872" y="91236"/>
                  </a:lnTo>
                  <a:lnTo>
                    <a:pt x="500761" y="90335"/>
                  </a:lnTo>
                  <a:lnTo>
                    <a:pt x="501662" y="89344"/>
                  </a:lnTo>
                  <a:lnTo>
                    <a:pt x="502513" y="88252"/>
                  </a:lnTo>
                  <a:lnTo>
                    <a:pt x="503135" y="87490"/>
                  </a:lnTo>
                  <a:lnTo>
                    <a:pt x="503339" y="87198"/>
                  </a:lnTo>
                  <a:lnTo>
                    <a:pt x="504507" y="85686"/>
                  </a:lnTo>
                  <a:lnTo>
                    <a:pt x="505841" y="84188"/>
                  </a:lnTo>
                  <a:lnTo>
                    <a:pt x="508152" y="81673"/>
                  </a:lnTo>
                  <a:close/>
                </a:path>
                <a:path w="608329" h="597535">
                  <a:moveTo>
                    <a:pt x="540537" y="114719"/>
                  </a:moveTo>
                  <a:lnTo>
                    <a:pt x="539750" y="113665"/>
                  </a:lnTo>
                  <a:lnTo>
                    <a:pt x="535787" y="107505"/>
                  </a:lnTo>
                  <a:lnTo>
                    <a:pt x="535178" y="107924"/>
                  </a:lnTo>
                  <a:lnTo>
                    <a:pt x="535787" y="109296"/>
                  </a:lnTo>
                  <a:lnTo>
                    <a:pt x="535813" y="110820"/>
                  </a:lnTo>
                  <a:lnTo>
                    <a:pt x="534720" y="114236"/>
                  </a:lnTo>
                  <a:lnTo>
                    <a:pt x="506323" y="134442"/>
                  </a:lnTo>
                  <a:lnTo>
                    <a:pt x="503910" y="134442"/>
                  </a:lnTo>
                  <a:lnTo>
                    <a:pt x="502564" y="133934"/>
                  </a:lnTo>
                  <a:lnTo>
                    <a:pt x="501446" y="133007"/>
                  </a:lnTo>
                  <a:lnTo>
                    <a:pt x="500824" y="133413"/>
                  </a:lnTo>
                  <a:lnTo>
                    <a:pt x="502996" y="135775"/>
                  </a:lnTo>
                  <a:lnTo>
                    <a:pt x="504215" y="137185"/>
                  </a:lnTo>
                  <a:lnTo>
                    <a:pt x="506361" y="140068"/>
                  </a:lnTo>
                  <a:lnTo>
                    <a:pt x="513956" y="134442"/>
                  </a:lnTo>
                  <a:lnTo>
                    <a:pt x="540537" y="114719"/>
                  </a:lnTo>
                  <a:close/>
                </a:path>
                <a:path w="608329" h="597535">
                  <a:moveTo>
                    <a:pt x="557098" y="136271"/>
                  </a:moveTo>
                  <a:lnTo>
                    <a:pt x="553186" y="131521"/>
                  </a:lnTo>
                  <a:lnTo>
                    <a:pt x="550570" y="128270"/>
                  </a:lnTo>
                  <a:lnTo>
                    <a:pt x="546239" y="122428"/>
                  </a:lnTo>
                  <a:lnTo>
                    <a:pt x="546138" y="122288"/>
                  </a:lnTo>
                  <a:lnTo>
                    <a:pt x="542251" y="117068"/>
                  </a:lnTo>
                  <a:lnTo>
                    <a:pt x="508063" y="142405"/>
                  </a:lnTo>
                  <a:lnTo>
                    <a:pt x="519112" y="157314"/>
                  </a:lnTo>
                  <a:lnTo>
                    <a:pt x="520636" y="159626"/>
                  </a:lnTo>
                  <a:lnTo>
                    <a:pt x="522224" y="162293"/>
                  </a:lnTo>
                  <a:lnTo>
                    <a:pt x="523633" y="161658"/>
                  </a:lnTo>
                  <a:lnTo>
                    <a:pt x="525399" y="160985"/>
                  </a:lnTo>
                  <a:lnTo>
                    <a:pt x="527519" y="160324"/>
                  </a:lnTo>
                  <a:lnTo>
                    <a:pt x="529170" y="159842"/>
                  </a:lnTo>
                  <a:lnTo>
                    <a:pt x="530593" y="159346"/>
                  </a:lnTo>
                  <a:lnTo>
                    <a:pt x="531761" y="158851"/>
                  </a:lnTo>
                  <a:lnTo>
                    <a:pt x="531431" y="158407"/>
                  </a:lnTo>
                  <a:lnTo>
                    <a:pt x="531266" y="158191"/>
                  </a:lnTo>
                  <a:lnTo>
                    <a:pt x="528066" y="158407"/>
                  </a:lnTo>
                  <a:lnTo>
                    <a:pt x="525640" y="158051"/>
                  </a:lnTo>
                  <a:lnTo>
                    <a:pt x="523951" y="157073"/>
                  </a:lnTo>
                  <a:lnTo>
                    <a:pt x="522338" y="156171"/>
                  </a:lnTo>
                  <a:lnTo>
                    <a:pt x="520534" y="154381"/>
                  </a:lnTo>
                  <a:lnTo>
                    <a:pt x="514121" y="145732"/>
                  </a:lnTo>
                  <a:lnTo>
                    <a:pt x="513486" y="144716"/>
                  </a:lnTo>
                  <a:lnTo>
                    <a:pt x="512940" y="143700"/>
                  </a:lnTo>
                  <a:lnTo>
                    <a:pt x="514769" y="141871"/>
                  </a:lnTo>
                  <a:lnTo>
                    <a:pt x="516902" y="140068"/>
                  </a:lnTo>
                  <a:lnTo>
                    <a:pt x="526821" y="132676"/>
                  </a:lnTo>
                  <a:lnTo>
                    <a:pt x="534403" y="142900"/>
                  </a:lnTo>
                  <a:lnTo>
                    <a:pt x="535051" y="144399"/>
                  </a:lnTo>
                  <a:lnTo>
                    <a:pt x="535165" y="147675"/>
                  </a:lnTo>
                  <a:lnTo>
                    <a:pt x="534276" y="149212"/>
                  </a:lnTo>
                  <a:lnTo>
                    <a:pt x="532523" y="150812"/>
                  </a:lnTo>
                  <a:lnTo>
                    <a:pt x="533057" y="151523"/>
                  </a:lnTo>
                  <a:lnTo>
                    <a:pt x="535508" y="149466"/>
                  </a:lnTo>
                  <a:lnTo>
                    <a:pt x="536879" y="148247"/>
                  </a:lnTo>
                  <a:lnTo>
                    <a:pt x="538022" y="147294"/>
                  </a:lnTo>
                  <a:lnTo>
                    <a:pt x="540359" y="145567"/>
                  </a:lnTo>
                  <a:lnTo>
                    <a:pt x="542112" y="144399"/>
                  </a:lnTo>
                  <a:lnTo>
                    <a:pt x="543953" y="143268"/>
                  </a:lnTo>
                  <a:lnTo>
                    <a:pt x="544296" y="143268"/>
                  </a:lnTo>
                  <a:lnTo>
                    <a:pt x="543648" y="142405"/>
                  </a:lnTo>
                  <a:lnTo>
                    <a:pt x="541299" y="143268"/>
                  </a:lnTo>
                  <a:lnTo>
                    <a:pt x="539953" y="143268"/>
                  </a:lnTo>
                  <a:lnTo>
                    <a:pt x="537756" y="142214"/>
                  </a:lnTo>
                  <a:lnTo>
                    <a:pt x="536232" y="140627"/>
                  </a:lnTo>
                  <a:lnTo>
                    <a:pt x="530352" y="132676"/>
                  </a:lnTo>
                  <a:lnTo>
                    <a:pt x="529094" y="130987"/>
                  </a:lnTo>
                  <a:lnTo>
                    <a:pt x="534365" y="127063"/>
                  </a:lnTo>
                  <a:lnTo>
                    <a:pt x="536638" y="125488"/>
                  </a:lnTo>
                  <a:lnTo>
                    <a:pt x="539305" y="123609"/>
                  </a:lnTo>
                  <a:lnTo>
                    <a:pt x="541350" y="122428"/>
                  </a:lnTo>
                  <a:lnTo>
                    <a:pt x="542391" y="122288"/>
                  </a:lnTo>
                  <a:lnTo>
                    <a:pt x="543026" y="122897"/>
                  </a:lnTo>
                  <a:lnTo>
                    <a:pt x="543648" y="123609"/>
                  </a:lnTo>
                  <a:lnTo>
                    <a:pt x="544233" y="124434"/>
                  </a:lnTo>
                  <a:lnTo>
                    <a:pt x="550100" y="132321"/>
                  </a:lnTo>
                  <a:lnTo>
                    <a:pt x="550976" y="133934"/>
                  </a:lnTo>
                  <a:lnTo>
                    <a:pt x="551230" y="134442"/>
                  </a:lnTo>
                  <a:lnTo>
                    <a:pt x="551434" y="135775"/>
                  </a:lnTo>
                  <a:lnTo>
                    <a:pt x="551497" y="137604"/>
                  </a:lnTo>
                  <a:lnTo>
                    <a:pt x="551103" y="138938"/>
                  </a:lnTo>
                  <a:lnTo>
                    <a:pt x="549821" y="141109"/>
                  </a:lnTo>
                  <a:lnTo>
                    <a:pt x="550227" y="141655"/>
                  </a:lnTo>
                  <a:lnTo>
                    <a:pt x="550976" y="141109"/>
                  </a:lnTo>
                  <a:lnTo>
                    <a:pt x="555129" y="137604"/>
                  </a:lnTo>
                  <a:lnTo>
                    <a:pt x="556399" y="136702"/>
                  </a:lnTo>
                  <a:lnTo>
                    <a:pt x="557098" y="136271"/>
                  </a:lnTo>
                  <a:close/>
                </a:path>
                <a:path w="608329" h="597535">
                  <a:moveTo>
                    <a:pt x="607822" y="273773"/>
                  </a:moveTo>
                  <a:lnTo>
                    <a:pt x="607504" y="271246"/>
                  </a:lnTo>
                  <a:lnTo>
                    <a:pt x="607428" y="270535"/>
                  </a:lnTo>
                  <a:lnTo>
                    <a:pt x="605243" y="264452"/>
                  </a:lnTo>
                  <a:lnTo>
                    <a:pt x="599948" y="266331"/>
                  </a:lnTo>
                  <a:lnTo>
                    <a:pt x="599020" y="267474"/>
                  </a:lnTo>
                  <a:lnTo>
                    <a:pt x="599020" y="282219"/>
                  </a:lnTo>
                  <a:lnTo>
                    <a:pt x="596036" y="283273"/>
                  </a:lnTo>
                  <a:lnTo>
                    <a:pt x="596036" y="291947"/>
                  </a:lnTo>
                  <a:lnTo>
                    <a:pt x="595896" y="291134"/>
                  </a:lnTo>
                  <a:lnTo>
                    <a:pt x="595947" y="291363"/>
                  </a:lnTo>
                  <a:lnTo>
                    <a:pt x="596036" y="291947"/>
                  </a:lnTo>
                  <a:lnTo>
                    <a:pt x="596036" y="283273"/>
                  </a:lnTo>
                  <a:lnTo>
                    <a:pt x="595249" y="283540"/>
                  </a:lnTo>
                  <a:lnTo>
                    <a:pt x="591794" y="284035"/>
                  </a:lnTo>
                  <a:lnTo>
                    <a:pt x="591794" y="290398"/>
                  </a:lnTo>
                  <a:lnTo>
                    <a:pt x="591667" y="290791"/>
                  </a:lnTo>
                  <a:lnTo>
                    <a:pt x="591566" y="291084"/>
                  </a:lnTo>
                  <a:lnTo>
                    <a:pt x="591464" y="291363"/>
                  </a:lnTo>
                  <a:lnTo>
                    <a:pt x="591794" y="290398"/>
                  </a:lnTo>
                  <a:lnTo>
                    <a:pt x="591794" y="284035"/>
                  </a:lnTo>
                  <a:lnTo>
                    <a:pt x="584873" y="285013"/>
                  </a:lnTo>
                  <a:lnTo>
                    <a:pt x="587540" y="284467"/>
                  </a:lnTo>
                  <a:lnTo>
                    <a:pt x="590664" y="283756"/>
                  </a:lnTo>
                  <a:lnTo>
                    <a:pt x="594169" y="282943"/>
                  </a:lnTo>
                  <a:lnTo>
                    <a:pt x="595541" y="282219"/>
                  </a:lnTo>
                  <a:lnTo>
                    <a:pt x="597928" y="280962"/>
                  </a:lnTo>
                  <a:lnTo>
                    <a:pt x="599020" y="282219"/>
                  </a:lnTo>
                  <a:lnTo>
                    <a:pt x="599020" y="267474"/>
                  </a:lnTo>
                  <a:lnTo>
                    <a:pt x="596519" y="270535"/>
                  </a:lnTo>
                  <a:lnTo>
                    <a:pt x="595998" y="271246"/>
                  </a:lnTo>
                  <a:lnTo>
                    <a:pt x="596709" y="275640"/>
                  </a:lnTo>
                  <a:lnTo>
                    <a:pt x="597611" y="278714"/>
                  </a:lnTo>
                  <a:lnTo>
                    <a:pt x="593801" y="280022"/>
                  </a:lnTo>
                  <a:lnTo>
                    <a:pt x="584606" y="281444"/>
                  </a:lnTo>
                  <a:lnTo>
                    <a:pt x="584606" y="291693"/>
                  </a:lnTo>
                  <a:lnTo>
                    <a:pt x="584530" y="291363"/>
                  </a:lnTo>
                  <a:lnTo>
                    <a:pt x="584454" y="291084"/>
                  </a:lnTo>
                  <a:lnTo>
                    <a:pt x="584377" y="290791"/>
                  </a:lnTo>
                  <a:lnTo>
                    <a:pt x="584276" y="290398"/>
                  </a:lnTo>
                  <a:lnTo>
                    <a:pt x="584187" y="290055"/>
                  </a:lnTo>
                  <a:lnTo>
                    <a:pt x="584492" y="290791"/>
                  </a:lnTo>
                  <a:lnTo>
                    <a:pt x="584606" y="291693"/>
                  </a:lnTo>
                  <a:lnTo>
                    <a:pt x="584606" y="281444"/>
                  </a:lnTo>
                  <a:lnTo>
                    <a:pt x="583082" y="281686"/>
                  </a:lnTo>
                  <a:lnTo>
                    <a:pt x="583082" y="285470"/>
                  </a:lnTo>
                  <a:lnTo>
                    <a:pt x="580542" y="289115"/>
                  </a:lnTo>
                  <a:lnTo>
                    <a:pt x="577875" y="291693"/>
                  </a:lnTo>
                  <a:lnTo>
                    <a:pt x="577989" y="289115"/>
                  </a:lnTo>
                  <a:lnTo>
                    <a:pt x="578104" y="286715"/>
                  </a:lnTo>
                  <a:lnTo>
                    <a:pt x="578218" y="284099"/>
                  </a:lnTo>
                  <a:lnTo>
                    <a:pt x="578243" y="283756"/>
                  </a:lnTo>
                  <a:lnTo>
                    <a:pt x="582358" y="285369"/>
                  </a:lnTo>
                  <a:lnTo>
                    <a:pt x="582625" y="285470"/>
                  </a:lnTo>
                  <a:lnTo>
                    <a:pt x="583082" y="285470"/>
                  </a:lnTo>
                  <a:lnTo>
                    <a:pt x="583082" y="281686"/>
                  </a:lnTo>
                  <a:lnTo>
                    <a:pt x="579869" y="282168"/>
                  </a:lnTo>
                  <a:lnTo>
                    <a:pt x="580390" y="280022"/>
                  </a:lnTo>
                  <a:lnTo>
                    <a:pt x="581075" y="277164"/>
                  </a:lnTo>
                  <a:lnTo>
                    <a:pt x="582841" y="269786"/>
                  </a:lnTo>
                  <a:lnTo>
                    <a:pt x="572960" y="271246"/>
                  </a:lnTo>
                  <a:lnTo>
                    <a:pt x="573570" y="275640"/>
                  </a:lnTo>
                  <a:lnTo>
                    <a:pt x="573659" y="276288"/>
                  </a:lnTo>
                  <a:lnTo>
                    <a:pt x="573786" y="277164"/>
                  </a:lnTo>
                  <a:lnTo>
                    <a:pt x="565124" y="276288"/>
                  </a:lnTo>
                  <a:lnTo>
                    <a:pt x="559498" y="282943"/>
                  </a:lnTo>
                  <a:lnTo>
                    <a:pt x="559384" y="283083"/>
                  </a:lnTo>
                  <a:lnTo>
                    <a:pt x="559333" y="283540"/>
                  </a:lnTo>
                  <a:lnTo>
                    <a:pt x="559244" y="284467"/>
                  </a:lnTo>
                  <a:lnTo>
                    <a:pt x="559142" y="285470"/>
                  </a:lnTo>
                  <a:lnTo>
                    <a:pt x="559028" y="286715"/>
                  </a:lnTo>
                  <a:lnTo>
                    <a:pt x="558952" y="287451"/>
                  </a:lnTo>
                  <a:lnTo>
                    <a:pt x="558838" y="288620"/>
                  </a:lnTo>
                  <a:lnTo>
                    <a:pt x="558787" y="289115"/>
                  </a:lnTo>
                  <a:lnTo>
                    <a:pt x="560768" y="289115"/>
                  </a:lnTo>
                  <a:lnTo>
                    <a:pt x="560666" y="288620"/>
                  </a:lnTo>
                  <a:lnTo>
                    <a:pt x="563778" y="282384"/>
                  </a:lnTo>
                  <a:lnTo>
                    <a:pt x="569366" y="280022"/>
                  </a:lnTo>
                  <a:lnTo>
                    <a:pt x="574573" y="281686"/>
                  </a:lnTo>
                  <a:lnTo>
                    <a:pt x="576287" y="287451"/>
                  </a:lnTo>
                  <a:lnTo>
                    <a:pt x="576186" y="289115"/>
                  </a:lnTo>
                  <a:lnTo>
                    <a:pt x="576084" y="290055"/>
                  </a:lnTo>
                  <a:lnTo>
                    <a:pt x="576008" y="290791"/>
                  </a:lnTo>
                  <a:lnTo>
                    <a:pt x="575881" y="291363"/>
                  </a:lnTo>
                  <a:lnTo>
                    <a:pt x="575005" y="292671"/>
                  </a:lnTo>
                  <a:lnTo>
                    <a:pt x="573811" y="285838"/>
                  </a:lnTo>
                  <a:lnTo>
                    <a:pt x="573811" y="294449"/>
                  </a:lnTo>
                  <a:lnTo>
                    <a:pt x="572452" y="296443"/>
                  </a:lnTo>
                  <a:lnTo>
                    <a:pt x="565035" y="290804"/>
                  </a:lnTo>
                  <a:lnTo>
                    <a:pt x="573811" y="294449"/>
                  </a:lnTo>
                  <a:lnTo>
                    <a:pt x="573811" y="285838"/>
                  </a:lnTo>
                  <a:lnTo>
                    <a:pt x="573747" y="285470"/>
                  </a:lnTo>
                  <a:lnTo>
                    <a:pt x="573671" y="285013"/>
                  </a:lnTo>
                  <a:lnTo>
                    <a:pt x="573582" y="284467"/>
                  </a:lnTo>
                  <a:lnTo>
                    <a:pt x="573519" y="284099"/>
                  </a:lnTo>
                  <a:lnTo>
                    <a:pt x="573417" y="283540"/>
                  </a:lnTo>
                  <a:lnTo>
                    <a:pt x="573316" y="282943"/>
                  </a:lnTo>
                  <a:lnTo>
                    <a:pt x="573189" y="282219"/>
                  </a:lnTo>
                  <a:lnTo>
                    <a:pt x="573087" y="281686"/>
                  </a:lnTo>
                  <a:lnTo>
                    <a:pt x="573049" y="281406"/>
                  </a:lnTo>
                  <a:lnTo>
                    <a:pt x="569036" y="282028"/>
                  </a:lnTo>
                  <a:lnTo>
                    <a:pt x="569036" y="284099"/>
                  </a:lnTo>
                  <a:lnTo>
                    <a:pt x="568909" y="284264"/>
                  </a:lnTo>
                  <a:lnTo>
                    <a:pt x="568833" y="284099"/>
                  </a:lnTo>
                  <a:lnTo>
                    <a:pt x="569036" y="284099"/>
                  </a:lnTo>
                  <a:lnTo>
                    <a:pt x="569036" y="282028"/>
                  </a:lnTo>
                  <a:lnTo>
                    <a:pt x="564921" y="282651"/>
                  </a:lnTo>
                  <a:lnTo>
                    <a:pt x="563587" y="287451"/>
                  </a:lnTo>
                  <a:lnTo>
                    <a:pt x="564146" y="290055"/>
                  </a:lnTo>
                  <a:lnTo>
                    <a:pt x="564222" y="290398"/>
                  </a:lnTo>
                  <a:lnTo>
                    <a:pt x="564603" y="290055"/>
                  </a:lnTo>
                  <a:lnTo>
                    <a:pt x="568756" y="284467"/>
                  </a:lnTo>
                  <a:lnTo>
                    <a:pt x="569036" y="284467"/>
                  </a:lnTo>
                  <a:lnTo>
                    <a:pt x="569607" y="285470"/>
                  </a:lnTo>
                  <a:lnTo>
                    <a:pt x="570268" y="286715"/>
                  </a:lnTo>
                  <a:lnTo>
                    <a:pt x="565023" y="290791"/>
                  </a:lnTo>
                  <a:lnTo>
                    <a:pt x="564515" y="290398"/>
                  </a:lnTo>
                  <a:lnTo>
                    <a:pt x="564222" y="290398"/>
                  </a:lnTo>
                  <a:lnTo>
                    <a:pt x="564718" y="292671"/>
                  </a:lnTo>
                  <a:lnTo>
                    <a:pt x="564781" y="292938"/>
                  </a:lnTo>
                  <a:lnTo>
                    <a:pt x="564845" y="293255"/>
                  </a:lnTo>
                  <a:lnTo>
                    <a:pt x="564908" y="293547"/>
                  </a:lnTo>
                  <a:lnTo>
                    <a:pt x="564984" y="293865"/>
                  </a:lnTo>
                  <a:lnTo>
                    <a:pt x="565111" y="294449"/>
                  </a:lnTo>
                  <a:lnTo>
                    <a:pt x="565188" y="294805"/>
                  </a:lnTo>
                  <a:lnTo>
                    <a:pt x="565416" y="294805"/>
                  </a:lnTo>
                  <a:lnTo>
                    <a:pt x="571677" y="296913"/>
                  </a:lnTo>
                  <a:lnTo>
                    <a:pt x="572477" y="296456"/>
                  </a:lnTo>
                  <a:lnTo>
                    <a:pt x="575081" y="294970"/>
                  </a:lnTo>
                  <a:lnTo>
                    <a:pt x="575437" y="295122"/>
                  </a:lnTo>
                  <a:lnTo>
                    <a:pt x="575373" y="294805"/>
                  </a:lnTo>
                  <a:lnTo>
                    <a:pt x="576605" y="294119"/>
                  </a:lnTo>
                  <a:lnTo>
                    <a:pt x="586905" y="296760"/>
                  </a:lnTo>
                  <a:lnTo>
                    <a:pt x="585355" y="292938"/>
                  </a:lnTo>
                  <a:lnTo>
                    <a:pt x="585254" y="292671"/>
                  </a:lnTo>
                  <a:lnTo>
                    <a:pt x="584860" y="292671"/>
                  </a:lnTo>
                  <a:lnTo>
                    <a:pt x="584581" y="292671"/>
                  </a:lnTo>
                  <a:lnTo>
                    <a:pt x="584822" y="292557"/>
                  </a:lnTo>
                  <a:lnTo>
                    <a:pt x="585139" y="292404"/>
                  </a:lnTo>
                  <a:lnTo>
                    <a:pt x="587260" y="291363"/>
                  </a:lnTo>
                  <a:lnTo>
                    <a:pt x="588530" y="290055"/>
                  </a:lnTo>
                  <a:lnTo>
                    <a:pt x="588492" y="292938"/>
                  </a:lnTo>
                  <a:lnTo>
                    <a:pt x="590981" y="291947"/>
                  </a:lnTo>
                  <a:lnTo>
                    <a:pt x="591261" y="291947"/>
                  </a:lnTo>
                  <a:lnTo>
                    <a:pt x="591019" y="292671"/>
                  </a:lnTo>
                  <a:lnTo>
                    <a:pt x="590931" y="292912"/>
                  </a:lnTo>
                  <a:lnTo>
                    <a:pt x="593559" y="292671"/>
                  </a:lnTo>
                  <a:lnTo>
                    <a:pt x="574078" y="300748"/>
                  </a:lnTo>
                  <a:lnTo>
                    <a:pt x="567270" y="299364"/>
                  </a:lnTo>
                  <a:lnTo>
                    <a:pt x="562165" y="295490"/>
                  </a:lnTo>
                  <a:lnTo>
                    <a:pt x="560793" y="289242"/>
                  </a:lnTo>
                  <a:lnTo>
                    <a:pt x="558774" y="289242"/>
                  </a:lnTo>
                  <a:lnTo>
                    <a:pt x="558673" y="290398"/>
                  </a:lnTo>
                  <a:lnTo>
                    <a:pt x="558546" y="291693"/>
                  </a:lnTo>
                  <a:lnTo>
                    <a:pt x="558431" y="292938"/>
                  </a:lnTo>
                  <a:lnTo>
                    <a:pt x="564146" y="301180"/>
                  </a:lnTo>
                  <a:lnTo>
                    <a:pt x="574446" y="304063"/>
                  </a:lnTo>
                  <a:lnTo>
                    <a:pt x="564159" y="305181"/>
                  </a:lnTo>
                  <a:lnTo>
                    <a:pt x="556615" y="312356"/>
                  </a:lnTo>
                  <a:lnTo>
                    <a:pt x="556526" y="313004"/>
                  </a:lnTo>
                  <a:lnTo>
                    <a:pt x="556488" y="313334"/>
                  </a:lnTo>
                  <a:lnTo>
                    <a:pt x="556374" y="314172"/>
                  </a:lnTo>
                  <a:lnTo>
                    <a:pt x="556260" y="314947"/>
                  </a:lnTo>
                  <a:lnTo>
                    <a:pt x="556221" y="315252"/>
                  </a:lnTo>
                  <a:lnTo>
                    <a:pt x="556107" y="316077"/>
                  </a:lnTo>
                  <a:lnTo>
                    <a:pt x="556006" y="316788"/>
                  </a:lnTo>
                  <a:lnTo>
                    <a:pt x="555904" y="317563"/>
                  </a:lnTo>
                  <a:lnTo>
                    <a:pt x="555828" y="318084"/>
                  </a:lnTo>
                  <a:lnTo>
                    <a:pt x="555739" y="318693"/>
                  </a:lnTo>
                  <a:lnTo>
                    <a:pt x="555688" y="319125"/>
                  </a:lnTo>
                  <a:lnTo>
                    <a:pt x="555612" y="319620"/>
                  </a:lnTo>
                  <a:lnTo>
                    <a:pt x="555498" y="320433"/>
                  </a:lnTo>
                  <a:lnTo>
                    <a:pt x="555371" y="321348"/>
                  </a:lnTo>
                  <a:lnTo>
                    <a:pt x="555256" y="322160"/>
                  </a:lnTo>
                  <a:lnTo>
                    <a:pt x="559308" y="329755"/>
                  </a:lnTo>
                  <a:lnTo>
                    <a:pt x="568007" y="330276"/>
                  </a:lnTo>
                  <a:lnTo>
                    <a:pt x="565835" y="335965"/>
                  </a:lnTo>
                  <a:lnTo>
                    <a:pt x="575157" y="338975"/>
                  </a:lnTo>
                  <a:lnTo>
                    <a:pt x="575144" y="326885"/>
                  </a:lnTo>
                  <a:lnTo>
                    <a:pt x="575144" y="326364"/>
                  </a:lnTo>
                  <a:lnTo>
                    <a:pt x="588289" y="330708"/>
                  </a:lnTo>
                  <a:lnTo>
                    <a:pt x="591718" y="332574"/>
                  </a:lnTo>
                  <a:lnTo>
                    <a:pt x="590118" y="335470"/>
                  </a:lnTo>
                  <a:lnTo>
                    <a:pt x="588378" y="339712"/>
                  </a:lnTo>
                  <a:lnTo>
                    <a:pt x="589965" y="342836"/>
                  </a:lnTo>
                  <a:lnTo>
                    <a:pt x="591146" y="345109"/>
                  </a:lnTo>
                  <a:lnTo>
                    <a:pt x="595896" y="347789"/>
                  </a:lnTo>
                  <a:lnTo>
                    <a:pt x="599452" y="342163"/>
                  </a:lnTo>
                  <a:lnTo>
                    <a:pt x="600608" y="339077"/>
                  </a:lnTo>
                  <a:lnTo>
                    <a:pt x="598512" y="331000"/>
                  </a:lnTo>
                  <a:lnTo>
                    <a:pt x="595591" y="330542"/>
                  </a:lnTo>
                  <a:lnTo>
                    <a:pt x="598271" y="327888"/>
                  </a:lnTo>
                  <a:lnTo>
                    <a:pt x="600214" y="325970"/>
                  </a:lnTo>
                  <a:lnTo>
                    <a:pt x="600430" y="325970"/>
                  </a:lnTo>
                  <a:lnTo>
                    <a:pt x="598144" y="321957"/>
                  </a:lnTo>
                  <a:lnTo>
                    <a:pt x="598144" y="326885"/>
                  </a:lnTo>
                  <a:lnTo>
                    <a:pt x="596341" y="327837"/>
                  </a:lnTo>
                  <a:lnTo>
                    <a:pt x="595249" y="327253"/>
                  </a:lnTo>
                  <a:lnTo>
                    <a:pt x="594842" y="324523"/>
                  </a:lnTo>
                  <a:lnTo>
                    <a:pt x="594741" y="323862"/>
                  </a:lnTo>
                  <a:lnTo>
                    <a:pt x="594652" y="323303"/>
                  </a:lnTo>
                  <a:lnTo>
                    <a:pt x="594537" y="322541"/>
                  </a:lnTo>
                  <a:lnTo>
                    <a:pt x="594487" y="322160"/>
                  </a:lnTo>
                  <a:lnTo>
                    <a:pt x="594360" y="321348"/>
                  </a:lnTo>
                  <a:lnTo>
                    <a:pt x="594334" y="321170"/>
                  </a:lnTo>
                  <a:lnTo>
                    <a:pt x="594220" y="320433"/>
                  </a:lnTo>
                  <a:lnTo>
                    <a:pt x="594131" y="319824"/>
                  </a:lnTo>
                  <a:lnTo>
                    <a:pt x="593966" y="320065"/>
                  </a:lnTo>
                  <a:lnTo>
                    <a:pt x="593966" y="329361"/>
                  </a:lnTo>
                  <a:lnTo>
                    <a:pt x="592607" y="330428"/>
                  </a:lnTo>
                  <a:lnTo>
                    <a:pt x="589381" y="327888"/>
                  </a:lnTo>
                  <a:lnTo>
                    <a:pt x="585749" y="326364"/>
                  </a:lnTo>
                  <a:lnTo>
                    <a:pt x="583780" y="325539"/>
                  </a:lnTo>
                  <a:lnTo>
                    <a:pt x="581177" y="324523"/>
                  </a:lnTo>
                  <a:lnTo>
                    <a:pt x="580593" y="324294"/>
                  </a:lnTo>
                  <a:lnTo>
                    <a:pt x="590600" y="327469"/>
                  </a:lnTo>
                  <a:lnTo>
                    <a:pt x="593966" y="329361"/>
                  </a:lnTo>
                  <a:lnTo>
                    <a:pt x="593966" y="320065"/>
                  </a:lnTo>
                  <a:lnTo>
                    <a:pt x="593902" y="319125"/>
                  </a:lnTo>
                  <a:lnTo>
                    <a:pt x="594029" y="319125"/>
                  </a:lnTo>
                  <a:lnTo>
                    <a:pt x="594131" y="319824"/>
                  </a:lnTo>
                  <a:lnTo>
                    <a:pt x="594258" y="319633"/>
                  </a:lnTo>
                  <a:lnTo>
                    <a:pt x="594220" y="320433"/>
                  </a:lnTo>
                  <a:lnTo>
                    <a:pt x="594829" y="321170"/>
                  </a:lnTo>
                  <a:lnTo>
                    <a:pt x="598144" y="326885"/>
                  </a:lnTo>
                  <a:lnTo>
                    <a:pt x="598144" y="321957"/>
                  </a:lnTo>
                  <a:lnTo>
                    <a:pt x="596531" y="319125"/>
                  </a:lnTo>
                  <a:lnTo>
                    <a:pt x="595934" y="318084"/>
                  </a:lnTo>
                  <a:lnTo>
                    <a:pt x="594791" y="316077"/>
                  </a:lnTo>
                  <a:lnTo>
                    <a:pt x="594664" y="315861"/>
                  </a:lnTo>
                  <a:lnTo>
                    <a:pt x="594042" y="315252"/>
                  </a:lnTo>
                  <a:lnTo>
                    <a:pt x="594004" y="318973"/>
                  </a:lnTo>
                  <a:lnTo>
                    <a:pt x="593864" y="318084"/>
                  </a:lnTo>
                  <a:lnTo>
                    <a:pt x="593966" y="318693"/>
                  </a:lnTo>
                  <a:lnTo>
                    <a:pt x="594004" y="318973"/>
                  </a:lnTo>
                  <a:lnTo>
                    <a:pt x="594004" y="315226"/>
                  </a:lnTo>
                  <a:lnTo>
                    <a:pt x="593610" y="314871"/>
                  </a:lnTo>
                  <a:lnTo>
                    <a:pt x="593610" y="318693"/>
                  </a:lnTo>
                  <a:lnTo>
                    <a:pt x="593547" y="318846"/>
                  </a:lnTo>
                  <a:lnTo>
                    <a:pt x="592975" y="318693"/>
                  </a:lnTo>
                  <a:lnTo>
                    <a:pt x="593610" y="318693"/>
                  </a:lnTo>
                  <a:lnTo>
                    <a:pt x="593610" y="314871"/>
                  </a:lnTo>
                  <a:lnTo>
                    <a:pt x="592709" y="314071"/>
                  </a:lnTo>
                  <a:lnTo>
                    <a:pt x="592709" y="318630"/>
                  </a:lnTo>
                  <a:lnTo>
                    <a:pt x="589114" y="317715"/>
                  </a:lnTo>
                  <a:lnTo>
                    <a:pt x="589114" y="319366"/>
                  </a:lnTo>
                  <a:lnTo>
                    <a:pt x="589051" y="320090"/>
                  </a:lnTo>
                  <a:lnTo>
                    <a:pt x="589013" y="320433"/>
                  </a:lnTo>
                  <a:lnTo>
                    <a:pt x="588924" y="321348"/>
                  </a:lnTo>
                  <a:lnTo>
                    <a:pt x="588810" y="320090"/>
                  </a:lnTo>
                  <a:lnTo>
                    <a:pt x="588911" y="321170"/>
                  </a:lnTo>
                  <a:lnTo>
                    <a:pt x="589013" y="320433"/>
                  </a:lnTo>
                  <a:lnTo>
                    <a:pt x="589114" y="319366"/>
                  </a:lnTo>
                  <a:lnTo>
                    <a:pt x="589114" y="317715"/>
                  </a:lnTo>
                  <a:lnTo>
                    <a:pt x="588556" y="317563"/>
                  </a:lnTo>
                  <a:lnTo>
                    <a:pt x="588670" y="318693"/>
                  </a:lnTo>
                  <a:lnTo>
                    <a:pt x="586143" y="317157"/>
                  </a:lnTo>
                  <a:lnTo>
                    <a:pt x="585787" y="318693"/>
                  </a:lnTo>
                  <a:lnTo>
                    <a:pt x="585698" y="319125"/>
                  </a:lnTo>
                  <a:lnTo>
                    <a:pt x="585584" y="319620"/>
                  </a:lnTo>
                  <a:lnTo>
                    <a:pt x="585495" y="319976"/>
                  </a:lnTo>
                  <a:lnTo>
                    <a:pt x="585127" y="319366"/>
                  </a:lnTo>
                  <a:lnTo>
                    <a:pt x="584708" y="318693"/>
                  </a:lnTo>
                  <a:lnTo>
                    <a:pt x="584847" y="318693"/>
                  </a:lnTo>
                  <a:lnTo>
                    <a:pt x="582764" y="317157"/>
                  </a:lnTo>
                  <a:lnTo>
                    <a:pt x="582460" y="317550"/>
                  </a:lnTo>
                  <a:lnTo>
                    <a:pt x="582739" y="317157"/>
                  </a:lnTo>
                  <a:lnTo>
                    <a:pt x="582891" y="316941"/>
                  </a:lnTo>
                  <a:lnTo>
                    <a:pt x="584784" y="314172"/>
                  </a:lnTo>
                  <a:lnTo>
                    <a:pt x="585355" y="313334"/>
                  </a:lnTo>
                  <a:lnTo>
                    <a:pt x="585457" y="313194"/>
                  </a:lnTo>
                  <a:lnTo>
                    <a:pt x="585050" y="313194"/>
                  </a:lnTo>
                  <a:lnTo>
                    <a:pt x="582091" y="313461"/>
                  </a:lnTo>
                  <a:lnTo>
                    <a:pt x="582091" y="318096"/>
                  </a:lnTo>
                  <a:lnTo>
                    <a:pt x="581685" y="318693"/>
                  </a:lnTo>
                  <a:lnTo>
                    <a:pt x="581431" y="319024"/>
                  </a:lnTo>
                  <a:lnTo>
                    <a:pt x="581571" y="318693"/>
                  </a:lnTo>
                  <a:lnTo>
                    <a:pt x="582091" y="318096"/>
                  </a:lnTo>
                  <a:lnTo>
                    <a:pt x="582091" y="313461"/>
                  </a:lnTo>
                  <a:lnTo>
                    <a:pt x="579170" y="313715"/>
                  </a:lnTo>
                  <a:lnTo>
                    <a:pt x="579170" y="323748"/>
                  </a:lnTo>
                  <a:lnTo>
                    <a:pt x="578662" y="323545"/>
                  </a:lnTo>
                  <a:lnTo>
                    <a:pt x="573963" y="324523"/>
                  </a:lnTo>
                  <a:lnTo>
                    <a:pt x="574738" y="320433"/>
                  </a:lnTo>
                  <a:lnTo>
                    <a:pt x="574852" y="319824"/>
                  </a:lnTo>
                  <a:lnTo>
                    <a:pt x="574941" y="319366"/>
                  </a:lnTo>
                  <a:lnTo>
                    <a:pt x="575068" y="318693"/>
                  </a:lnTo>
                  <a:lnTo>
                    <a:pt x="575183" y="318084"/>
                  </a:lnTo>
                  <a:lnTo>
                    <a:pt x="575284" y="317563"/>
                  </a:lnTo>
                  <a:lnTo>
                    <a:pt x="575398" y="316941"/>
                  </a:lnTo>
                  <a:lnTo>
                    <a:pt x="575437" y="316788"/>
                  </a:lnTo>
                  <a:lnTo>
                    <a:pt x="575094" y="316191"/>
                  </a:lnTo>
                  <a:lnTo>
                    <a:pt x="575513" y="316788"/>
                  </a:lnTo>
                  <a:lnTo>
                    <a:pt x="575602" y="315861"/>
                  </a:lnTo>
                  <a:lnTo>
                    <a:pt x="575729" y="315252"/>
                  </a:lnTo>
                  <a:lnTo>
                    <a:pt x="575627" y="316941"/>
                  </a:lnTo>
                  <a:lnTo>
                    <a:pt x="577443" y="319620"/>
                  </a:lnTo>
                  <a:lnTo>
                    <a:pt x="579170" y="323748"/>
                  </a:lnTo>
                  <a:lnTo>
                    <a:pt x="579170" y="313715"/>
                  </a:lnTo>
                  <a:lnTo>
                    <a:pt x="574751" y="314096"/>
                  </a:lnTo>
                  <a:lnTo>
                    <a:pt x="573709" y="313194"/>
                  </a:lnTo>
                  <a:lnTo>
                    <a:pt x="573786" y="313004"/>
                  </a:lnTo>
                  <a:lnTo>
                    <a:pt x="573481" y="313004"/>
                  </a:lnTo>
                  <a:lnTo>
                    <a:pt x="571271" y="311137"/>
                  </a:lnTo>
                  <a:lnTo>
                    <a:pt x="571423" y="311658"/>
                  </a:lnTo>
                  <a:lnTo>
                    <a:pt x="571957" y="313004"/>
                  </a:lnTo>
                  <a:lnTo>
                    <a:pt x="572033" y="313194"/>
                  </a:lnTo>
                  <a:lnTo>
                    <a:pt x="572084" y="313334"/>
                  </a:lnTo>
                  <a:lnTo>
                    <a:pt x="566902" y="314604"/>
                  </a:lnTo>
                  <a:lnTo>
                    <a:pt x="566902" y="320433"/>
                  </a:lnTo>
                  <a:lnTo>
                    <a:pt x="566762" y="320433"/>
                  </a:lnTo>
                  <a:lnTo>
                    <a:pt x="564908" y="322541"/>
                  </a:lnTo>
                  <a:lnTo>
                    <a:pt x="561987" y="316077"/>
                  </a:lnTo>
                  <a:lnTo>
                    <a:pt x="561886" y="315861"/>
                  </a:lnTo>
                  <a:lnTo>
                    <a:pt x="562876" y="315861"/>
                  </a:lnTo>
                  <a:lnTo>
                    <a:pt x="566902" y="320433"/>
                  </a:lnTo>
                  <a:lnTo>
                    <a:pt x="566902" y="314604"/>
                  </a:lnTo>
                  <a:lnTo>
                    <a:pt x="562025" y="315798"/>
                  </a:lnTo>
                  <a:lnTo>
                    <a:pt x="571220" y="311137"/>
                  </a:lnTo>
                  <a:lnTo>
                    <a:pt x="570585" y="310553"/>
                  </a:lnTo>
                  <a:lnTo>
                    <a:pt x="563702" y="311658"/>
                  </a:lnTo>
                  <a:lnTo>
                    <a:pt x="560654" y="318084"/>
                  </a:lnTo>
                  <a:lnTo>
                    <a:pt x="560451" y="318693"/>
                  </a:lnTo>
                  <a:lnTo>
                    <a:pt x="560463" y="319125"/>
                  </a:lnTo>
                  <a:lnTo>
                    <a:pt x="560578" y="323545"/>
                  </a:lnTo>
                  <a:lnTo>
                    <a:pt x="560819" y="323545"/>
                  </a:lnTo>
                  <a:lnTo>
                    <a:pt x="568286" y="325970"/>
                  </a:lnTo>
                  <a:lnTo>
                    <a:pt x="569747" y="322541"/>
                  </a:lnTo>
                  <a:lnTo>
                    <a:pt x="572477" y="316077"/>
                  </a:lnTo>
                  <a:lnTo>
                    <a:pt x="572579" y="315861"/>
                  </a:lnTo>
                  <a:lnTo>
                    <a:pt x="572833" y="315252"/>
                  </a:lnTo>
                  <a:lnTo>
                    <a:pt x="573430" y="316788"/>
                  </a:lnTo>
                  <a:lnTo>
                    <a:pt x="573392" y="317157"/>
                  </a:lnTo>
                  <a:lnTo>
                    <a:pt x="573265" y="318084"/>
                  </a:lnTo>
                  <a:lnTo>
                    <a:pt x="573189" y="318693"/>
                  </a:lnTo>
                  <a:lnTo>
                    <a:pt x="564388" y="326771"/>
                  </a:lnTo>
                  <a:lnTo>
                    <a:pt x="559460" y="323545"/>
                  </a:lnTo>
                  <a:lnTo>
                    <a:pt x="557974" y="317563"/>
                  </a:lnTo>
                  <a:lnTo>
                    <a:pt x="557898" y="316788"/>
                  </a:lnTo>
                  <a:lnTo>
                    <a:pt x="560844" y="310553"/>
                  </a:lnTo>
                  <a:lnTo>
                    <a:pt x="560908" y="310426"/>
                  </a:lnTo>
                  <a:lnTo>
                    <a:pt x="566826" y="307441"/>
                  </a:lnTo>
                  <a:lnTo>
                    <a:pt x="573811" y="307174"/>
                  </a:lnTo>
                  <a:lnTo>
                    <a:pt x="580110" y="308787"/>
                  </a:lnTo>
                  <a:lnTo>
                    <a:pt x="585635" y="311873"/>
                  </a:lnTo>
                  <a:lnTo>
                    <a:pt x="590600" y="316077"/>
                  </a:lnTo>
                  <a:lnTo>
                    <a:pt x="592709" y="318630"/>
                  </a:lnTo>
                  <a:lnTo>
                    <a:pt x="592709" y="314071"/>
                  </a:lnTo>
                  <a:lnTo>
                    <a:pt x="585863" y="307975"/>
                  </a:lnTo>
                  <a:lnTo>
                    <a:pt x="583742" y="307174"/>
                  </a:lnTo>
                  <a:lnTo>
                    <a:pt x="575462" y="304025"/>
                  </a:lnTo>
                  <a:lnTo>
                    <a:pt x="586092" y="301891"/>
                  </a:lnTo>
                  <a:lnTo>
                    <a:pt x="587997" y="300748"/>
                  </a:lnTo>
                  <a:lnTo>
                    <a:pt x="596493" y="295668"/>
                  </a:lnTo>
                  <a:lnTo>
                    <a:pt x="598639" y="293255"/>
                  </a:lnTo>
                  <a:lnTo>
                    <a:pt x="599160" y="292671"/>
                  </a:lnTo>
                  <a:lnTo>
                    <a:pt x="604469" y="286715"/>
                  </a:lnTo>
                  <a:lnTo>
                    <a:pt x="602742" y="284099"/>
                  </a:lnTo>
                  <a:lnTo>
                    <a:pt x="602703" y="285470"/>
                  </a:lnTo>
                  <a:lnTo>
                    <a:pt x="602411" y="285470"/>
                  </a:lnTo>
                  <a:lnTo>
                    <a:pt x="597966" y="290398"/>
                  </a:lnTo>
                  <a:lnTo>
                    <a:pt x="597115" y="291084"/>
                  </a:lnTo>
                  <a:lnTo>
                    <a:pt x="597090" y="291947"/>
                  </a:lnTo>
                  <a:lnTo>
                    <a:pt x="596976" y="291693"/>
                  </a:lnTo>
                  <a:lnTo>
                    <a:pt x="596773" y="291947"/>
                  </a:lnTo>
                  <a:lnTo>
                    <a:pt x="596849" y="291363"/>
                  </a:lnTo>
                  <a:lnTo>
                    <a:pt x="596366" y="291693"/>
                  </a:lnTo>
                  <a:lnTo>
                    <a:pt x="596773" y="291363"/>
                  </a:lnTo>
                  <a:lnTo>
                    <a:pt x="596734" y="291084"/>
                  </a:lnTo>
                  <a:lnTo>
                    <a:pt x="596849" y="291363"/>
                  </a:lnTo>
                  <a:lnTo>
                    <a:pt x="596976" y="291693"/>
                  </a:lnTo>
                  <a:lnTo>
                    <a:pt x="597001" y="291363"/>
                  </a:lnTo>
                  <a:lnTo>
                    <a:pt x="597115" y="291084"/>
                  </a:lnTo>
                  <a:lnTo>
                    <a:pt x="598449" y="287756"/>
                  </a:lnTo>
                  <a:lnTo>
                    <a:pt x="599770" y="284467"/>
                  </a:lnTo>
                  <a:lnTo>
                    <a:pt x="600976" y="284099"/>
                  </a:lnTo>
                  <a:lnTo>
                    <a:pt x="602703" y="285470"/>
                  </a:lnTo>
                  <a:lnTo>
                    <a:pt x="602703" y="284048"/>
                  </a:lnTo>
                  <a:lnTo>
                    <a:pt x="600964" y="281406"/>
                  </a:lnTo>
                  <a:lnTo>
                    <a:pt x="603834" y="281406"/>
                  </a:lnTo>
                  <a:lnTo>
                    <a:pt x="604075" y="280962"/>
                  </a:lnTo>
                  <a:lnTo>
                    <a:pt x="607822" y="27377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9" name="object 129"/>
            <p:cNvSpPr/>
            <p:nvPr/>
          </p:nvSpPr>
          <p:spPr>
            <a:xfrm>
              <a:off x="3624417" y="793494"/>
              <a:ext cx="645795" cy="645795"/>
            </a:xfrm>
            <a:custGeom>
              <a:avLst/>
              <a:gdLst/>
              <a:ahLst/>
              <a:cxnLst/>
              <a:rect l="l" t="t" r="r" b="b"/>
              <a:pathLst>
                <a:path w="645795" h="645794">
                  <a:moveTo>
                    <a:pt x="322884" y="0"/>
                  </a:moveTo>
                  <a:lnTo>
                    <a:pt x="275172" y="3501"/>
                  </a:lnTo>
                  <a:lnTo>
                    <a:pt x="229632" y="13672"/>
                  </a:lnTo>
                  <a:lnTo>
                    <a:pt x="186766" y="30012"/>
                  </a:lnTo>
                  <a:lnTo>
                    <a:pt x="147072" y="52023"/>
                  </a:lnTo>
                  <a:lnTo>
                    <a:pt x="111050" y="79204"/>
                  </a:lnTo>
                  <a:lnTo>
                    <a:pt x="79199" y="111057"/>
                  </a:lnTo>
                  <a:lnTo>
                    <a:pt x="52019" y="147081"/>
                  </a:lnTo>
                  <a:lnTo>
                    <a:pt x="30010" y="186776"/>
                  </a:lnTo>
                  <a:lnTo>
                    <a:pt x="13670" y="229644"/>
                  </a:lnTo>
                  <a:lnTo>
                    <a:pt x="3500" y="275184"/>
                  </a:lnTo>
                  <a:lnTo>
                    <a:pt x="0" y="322897"/>
                  </a:lnTo>
                  <a:lnTo>
                    <a:pt x="3500" y="370609"/>
                  </a:lnTo>
                  <a:lnTo>
                    <a:pt x="13669" y="416148"/>
                  </a:lnTo>
                  <a:lnTo>
                    <a:pt x="30008" y="459013"/>
                  </a:lnTo>
                  <a:lnTo>
                    <a:pt x="52016" y="498706"/>
                  </a:lnTo>
                  <a:lnTo>
                    <a:pt x="79195" y="534726"/>
                  </a:lnTo>
                  <a:lnTo>
                    <a:pt x="111044" y="566575"/>
                  </a:lnTo>
                  <a:lnTo>
                    <a:pt x="147066" y="593753"/>
                  </a:lnTo>
                  <a:lnTo>
                    <a:pt x="186760" y="615761"/>
                  </a:lnTo>
                  <a:lnTo>
                    <a:pt x="229628" y="632099"/>
                  </a:lnTo>
                  <a:lnTo>
                    <a:pt x="275169" y="642268"/>
                  </a:lnTo>
                  <a:lnTo>
                    <a:pt x="322884" y="645769"/>
                  </a:lnTo>
                  <a:lnTo>
                    <a:pt x="370600" y="642268"/>
                  </a:lnTo>
                  <a:lnTo>
                    <a:pt x="416142" y="632099"/>
                  </a:lnTo>
                  <a:lnTo>
                    <a:pt x="459011" y="615761"/>
                  </a:lnTo>
                  <a:lnTo>
                    <a:pt x="498706" y="593753"/>
                  </a:lnTo>
                  <a:lnTo>
                    <a:pt x="534730" y="566575"/>
                  </a:lnTo>
                  <a:lnTo>
                    <a:pt x="566581" y="534726"/>
                  </a:lnTo>
                  <a:lnTo>
                    <a:pt x="593762" y="498706"/>
                  </a:lnTo>
                  <a:lnTo>
                    <a:pt x="615771" y="459013"/>
                  </a:lnTo>
                  <a:lnTo>
                    <a:pt x="632111" y="416148"/>
                  </a:lnTo>
                  <a:lnTo>
                    <a:pt x="642281" y="370609"/>
                  </a:lnTo>
                  <a:lnTo>
                    <a:pt x="645782" y="322897"/>
                  </a:lnTo>
                  <a:lnTo>
                    <a:pt x="642281" y="275184"/>
                  </a:lnTo>
                  <a:lnTo>
                    <a:pt x="632110" y="229644"/>
                  </a:lnTo>
                  <a:lnTo>
                    <a:pt x="615769" y="186776"/>
                  </a:lnTo>
                  <a:lnTo>
                    <a:pt x="593758" y="147081"/>
                  </a:lnTo>
                  <a:lnTo>
                    <a:pt x="566577" y="111057"/>
                  </a:lnTo>
                  <a:lnTo>
                    <a:pt x="534724" y="79204"/>
                  </a:lnTo>
                  <a:lnTo>
                    <a:pt x="498701" y="52023"/>
                  </a:lnTo>
                  <a:lnTo>
                    <a:pt x="459005" y="30012"/>
                  </a:lnTo>
                  <a:lnTo>
                    <a:pt x="416137" y="13672"/>
                  </a:lnTo>
                  <a:lnTo>
                    <a:pt x="370597" y="3501"/>
                  </a:lnTo>
                  <a:lnTo>
                    <a:pt x="3228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0" name="object 130"/>
            <p:cNvSpPr/>
            <p:nvPr/>
          </p:nvSpPr>
          <p:spPr>
            <a:xfrm>
              <a:off x="3632633" y="801705"/>
              <a:ext cx="629920" cy="629920"/>
            </a:xfrm>
            <a:custGeom>
              <a:avLst/>
              <a:gdLst/>
              <a:ahLst/>
              <a:cxnLst/>
              <a:rect l="l" t="t" r="r" b="b"/>
              <a:pathLst>
                <a:path w="629920" h="629919">
                  <a:moveTo>
                    <a:pt x="314666" y="0"/>
                  </a:moveTo>
                  <a:lnTo>
                    <a:pt x="268163" y="3412"/>
                  </a:lnTo>
                  <a:lnTo>
                    <a:pt x="223780" y="13323"/>
                  </a:lnTo>
                  <a:lnTo>
                    <a:pt x="182004" y="29248"/>
                  </a:lnTo>
                  <a:lnTo>
                    <a:pt x="143320" y="50698"/>
                  </a:lnTo>
                  <a:lnTo>
                    <a:pt x="108215" y="77186"/>
                  </a:lnTo>
                  <a:lnTo>
                    <a:pt x="77176" y="108227"/>
                  </a:lnTo>
                  <a:lnTo>
                    <a:pt x="50689" y="143333"/>
                  </a:lnTo>
                  <a:lnTo>
                    <a:pt x="29242" y="182017"/>
                  </a:lnTo>
                  <a:lnTo>
                    <a:pt x="13319" y="223792"/>
                  </a:lnTo>
                  <a:lnTo>
                    <a:pt x="3409" y="268171"/>
                  </a:lnTo>
                  <a:lnTo>
                    <a:pt x="0" y="314693"/>
                  </a:lnTo>
                  <a:lnTo>
                    <a:pt x="3285" y="359475"/>
                  </a:lnTo>
                  <a:lnTo>
                    <a:pt x="13323" y="405558"/>
                  </a:lnTo>
                  <a:lnTo>
                    <a:pt x="29248" y="447337"/>
                  </a:lnTo>
                  <a:lnTo>
                    <a:pt x="50698" y="486023"/>
                  </a:lnTo>
                  <a:lnTo>
                    <a:pt x="77186" y="521129"/>
                  </a:lnTo>
                  <a:lnTo>
                    <a:pt x="108226" y="552169"/>
                  </a:lnTo>
                  <a:lnTo>
                    <a:pt x="143331" y="578656"/>
                  </a:lnTo>
                  <a:lnTo>
                    <a:pt x="182015" y="600104"/>
                  </a:lnTo>
                  <a:lnTo>
                    <a:pt x="223790" y="616026"/>
                  </a:lnTo>
                  <a:lnTo>
                    <a:pt x="268171" y="625936"/>
                  </a:lnTo>
                  <a:lnTo>
                    <a:pt x="314666" y="629348"/>
                  </a:lnTo>
                  <a:lnTo>
                    <a:pt x="361168" y="625936"/>
                  </a:lnTo>
                  <a:lnTo>
                    <a:pt x="405551" y="616026"/>
                  </a:lnTo>
                  <a:lnTo>
                    <a:pt x="447327" y="600104"/>
                  </a:lnTo>
                  <a:lnTo>
                    <a:pt x="486011" y="578656"/>
                  </a:lnTo>
                  <a:lnTo>
                    <a:pt x="505662" y="563829"/>
                  </a:lnTo>
                  <a:lnTo>
                    <a:pt x="314666" y="563829"/>
                  </a:lnTo>
                  <a:lnTo>
                    <a:pt x="269880" y="559815"/>
                  </a:lnTo>
                  <a:lnTo>
                    <a:pt x="227728" y="548242"/>
                  </a:lnTo>
                  <a:lnTo>
                    <a:pt x="188914" y="529814"/>
                  </a:lnTo>
                  <a:lnTo>
                    <a:pt x="154141" y="505234"/>
                  </a:lnTo>
                  <a:lnTo>
                    <a:pt x="124112" y="475207"/>
                  </a:lnTo>
                  <a:lnTo>
                    <a:pt x="99532" y="440436"/>
                  </a:lnTo>
                  <a:lnTo>
                    <a:pt x="81104" y="401624"/>
                  </a:lnTo>
                  <a:lnTo>
                    <a:pt x="69531" y="359475"/>
                  </a:lnTo>
                  <a:lnTo>
                    <a:pt x="65517" y="314693"/>
                  </a:lnTo>
                  <a:lnTo>
                    <a:pt x="69531" y="269907"/>
                  </a:lnTo>
                  <a:lnTo>
                    <a:pt x="81105" y="227755"/>
                  </a:lnTo>
                  <a:lnTo>
                    <a:pt x="99535" y="188941"/>
                  </a:lnTo>
                  <a:lnTo>
                    <a:pt x="124117" y="154168"/>
                  </a:lnTo>
                  <a:lnTo>
                    <a:pt x="154146" y="124140"/>
                  </a:lnTo>
                  <a:lnTo>
                    <a:pt x="188920" y="99560"/>
                  </a:lnTo>
                  <a:lnTo>
                    <a:pt x="227733" y="81131"/>
                  </a:lnTo>
                  <a:lnTo>
                    <a:pt x="269883" y="69558"/>
                  </a:lnTo>
                  <a:lnTo>
                    <a:pt x="314666" y="65544"/>
                  </a:lnTo>
                  <a:lnTo>
                    <a:pt x="505697" y="65544"/>
                  </a:lnTo>
                  <a:lnTo>
                    <a:pt x="486020" y="50698"/>
                  </a:lnTo>
                  <a:lnTo>
                    <a:pt x="447335" y="29248"/>
                  </a:lnTo>
                  <a:lnTo>
                    <a:pt x="405556" y="13323"/>
                  </a:lnTo>
                  <a:lnTo>
                    <a:pt x="361170" y="3412"/>
                  </a:lnTo>
                  <a:lnTo>
                    <a:pt x="314666" y="0"/>
                  </a:lnTo>
                  <a:close/>
                </a:path>
                <a:path w="629920" h="629919">
                  <a:moveTo>
                    <a:pt x="505697" y="65544"/>
                  </a:moveTo>
                  <a:lnTo>
                    <a:pt x="314666" y="65544"/>
                  </a:lnTo>
                  <a:lnTo>
                    <a:pt x="359447" y="69558"/>
                  </a:lnTo>
                  <a:lnTo>
                    <a:pt x="401596" y="81131"/>
                  </a:lnTo>
                  <a:lnTo>
                    <a:pt x="440408" y="99560"/>
                  </a:lnTo>
                  <a:lnTo>
                    <a:pt x="475180" y="124140"/>
                  </a:lnTo>
                  <a:lnTo>
                    <a:pt x="505207" y="154168"/>
                  </a:lnTo>
                  <a:lnTo>
                    <a:pt x="529787" y="188941"/>
                  </a:lnTo>
                  <a:lnTo>
                    <a:pt x="548215" y="227755"/>
                  </a:lnTo>
                  <a:lnTo>
                    <a:pt x="559787" y="269907"/>
                  </a:lnTo>
                  <a:lnTo>
                    <a:pt x="563801" y="314693"/>
                  </a:lnTo>
                  <a:lnTo>
                    <a:pt x="559787" y="359475"/>
                  </a:lnTo>
                  <a:lnTo>
                    <a:pt x="548215" y="401624"/>
                  </a:lnTo>
                  <a:lnTo>
                    <a:pt x="529787" y="440436"/>
                  </a:lnTo>
                  <a:lnTo>
                    <a:pt x="505207" y="475207"/>
                  </a:lnTo>
                  <a:lnTo>
                    <a:pt x="475180" y="505234"/>
                  </a:lnTo>
                  <a:lnTo>
                    <a:pt x="440408" y="529814"/>
                  </a:lnTo>
                  <a:lnTo>
                    <a:pt x="401596" y="548242"/>
                  </a:lnTo>
                  <a:lnTo>
                    <a:pt x="359447" y="559815"/>
                  </a:lnTo>
                  <a:lnTo>
                    <a:pt x="314666" y="563829"/>
                  </a:lnTo>
                  <a:lnTo>
                    <a:pt x="505662" y="563829"/>
                  </a:lnTo>
                  <a:lnTo>
                    <a:pt x="552155" y="521129"/>
                  </a:lnTo>
                  <a:lnTo>
                    <a:pt x="578642" y="486023"/>
                  </a:lnTo>
                  <a:lnTo>
                    <a:pt x="600090" y="447337"/>
                  </a:lnTo>
                  <a:lnTo>
                    <a:pt x="616012" y="405558"/>
                  </a:lnTo>
                  <a:lnTo>
                    <a:pt x="625922" y="361173"/>
                  </a:lnTo>
                  <a:lnTo>
                    <a:pt x="629332" y="314693"/>
                  </a:lnTo>
                  <a:lnTo>
                    <a:pt x="625922" y="268171"/>
                  </a:lnTo>
                  <a:lnTo>
                    <a:pt x="616014" y="223792"/>
                  </a:lnTo>
                  <a:lnTo>
                    <a:pt x="600094" y="182017"/>
                  </a:lnTo>
                  <a:lnTo>
                    <a:pt x="578648" y="143333"/>
                  </a:lnTo>
                  <a:lnTo>
                    <a:pt x="552163" y="108227"/>
                  </a:lnTo>
                  <a:lnTo>
                    <a:pt x="521125" y="77186"/>
                  </a:lnTo>
                  <a:lnTo>
                    <a:pt x="505697" y="65544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31" name="object 13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762634" y="941525"/>
              <a:ext cx="74818" cy="92015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060277" y="939180"/>
              <a:ext cx="74002" cy="93096"/>
            </a:xfrm>
            <a:prstGeom prst="rect">
              <a:avLst/>
            </a:prstGeom>
          </p:spPr>
        </p:pic>
        <p:sp>
          <p:nvSpPr>
            <p:cNvPr id="133" name="object 133"/>
            <p:cNvSpPr/>
            <p:nvPr/>
          </p:nvSpPr>
          <p:spPr>
            <a:xfrm>
              <a:off x="3746479" y="906793"/>
              <a:ext cx="406400" cy="426084"/>
            </a:xfrm>
            <a:custGeom>
              <a:avLst/>
              <a:gdLst/>
              <a:ahLst/>
              <a:cxnLst/>
              <a:rect l="l" t="t" r="r" b="b"/>
              <a:pathLst>
                <a:path w="406400" h="426084">
                  <a:moveTo>
                    <a:pt x="337489" y="339483"/>
                  </a:moveTo>
                  <a:lnTo>
                    <a:pt x="68618" y="339483"/>
                  </a:lnTo>
                  <a:lnTo>
                    <a:pt x="91689" y="360109"/>
                  </a:lnTo>
                  <a:lnTo>
                    <a:pt x="115514" y="374740"/>
                  </a:lnTo>
                  <a:lnTo>
                    <a:pt x="134160" y="383458"/>
                  </a:lnTo>
                  <a:lnTo>
                    <a:pt x="141693" y="386346"/>
                  </a:lnTo>
                  <a:lnTo>
                    <a:pt x="172474" y="399825"/>
                  </a:lnTo>
                  <a:lnTo>
                    <a:pt x="188793" y="412627"/>
                  </a:lnTo>
                  <a:lnTo>
                    <a:pt x="195227" y="422188"/>
                  </a:lnTo>
                  <a:lnTo>
                    <a:pt x="196354" y="425945"/>
                  </a:lnTo>
                  <a:lnTo>
                    <a:pt x="209727" y="425945"/>
                  </a:lnTo>
                  <a:lnTo>
                    <a:pt x="211682" y="412775"/>
                  </a:lnTo>
                  <a:lnTo>
                    <a:pt x="218030" y="404260"/>
                  </a:lnTo>
                  <a:lnTo>
                    <a:pt x="233898" y="396688"/>
                  </a:lnTo>
                  <a:lnTo>
                    <a:pt x="264414" y="386346"/>
                  </a:lnTo>
                  <a:lnTo>
                    <a:pt x="291123" y="376984"/>
                  </a:lnTo>
                  <a:lnTo>
                    <a:pt x="307638" y="368982"/>
                  </a:lnTo>
                  <a:lnTo>
                    <a:pt x="320810" y="357946"/>
                  </a:lnTo>
                  <a:lnTo>
                    <a:pt x="337489" y="339483"/>
                  </a:lnTo>
                  <a:close/>
                </a:path>
                <a:path w="406400" h="426084">
                  <a:moveTo>
                    <a:pt x="90550" y="0"/>
                  </a:moveTo>
                  <a:lnTo>
                    <a:pt x="80911" y="10325"/>
                  </a:lnTo>
                  <a:lnTo>
                    <a:pt x="42405" y="40449"/>
                  </a:lnTo>
                  <a:lnTo>
                    <a:pt x="35356" y="40868"/>
                  </a:lnTo>
                  <a:lnTo>
                    <a:pt x="31699" y="48780"/>
                  </a:lnTo>
                  <a:lnTo>
                    <a:pt x="63429" y="55402"/>
                  </a:lnTo>
                  <a:lnTo>
                    <a:pt x="74950" y="81573"/>
                  </a:lnTo>
                  <a:lnTo>
                    <a:pt x="75263" y="109975"/>
                  </a:lnTo>
                  <a:lnTo>
                    <a:pt x="73421" y="122917"/>
                  </a:lnTo>
                  <a:lnTo>
                    <a:pt x="52720" y="195480"/>
                  </a:lnTo>
                  <a:lnTo>
                    <a:pt x="28521" y="246592"/>
                  </a:lnTo>
                  <a:lnTo>
                    <a:pt x="0" y="287045"/>
                  </a:lnTo>
                  <a:lnTo>
                    <a:pt x="11693" y="299456"/>
                  </a:lnTo>
                  <a:lnTo>
                    <a:pt x="29089" y="320587"/>
                  </a:lnTo>
                  <a:lnTo>
                    <a:pt x="44962" y="340628"/>
                  </a:lnTo>
                  <a:lnTo>
                    <a:pt x="51892" y="349529"/>
                  </a:lnTo>
                  <a:lnTo>
                    <a:pt x="68618" y="339483"/>
                  </a:lnTo>
                  <a:lnTo>
                    <a:pt x="362002" y="339483"/>
                  </a:lnTo>
                  <a:lnTo>
                    <a:pt x="379513" y="316856"/>
                  </a:lnTo>
                  <a:lnTo>
                    <a:pt x="393345" y="299456"/>
                  </a:lnTo>
                  <a:lnTo>
                    <a:pt x="400589" y="291472"/>
                  </a:lnTo>
                  <a:lnTo>
                    <a:pt x="406107" y="287045"/>
                  </a:lnTo>
                  <a:lnTo>
                    <a:pt x="375929" y="254511"/>
                  </a:lnTo>
                  <a:lnTo>
                    <a:pt x="358228" y="226609"/>
                  </a:lnTo>
                  <a:lnTo>
                    <a:pt x="346128" y="187986"/>
                  </a:lnTo>
                  <a:lnTo>
                    <a:pt x="332755" y="123306"/>
                  </a:lnTo>
                  <a:lnTo>
                    <a:pt x="321782" y="76120"/>
                  </a:lnTo>
                  <a:lnTo>
                    <a:pt x="322145" y="55402"/>
                  </a:lnTo>
                  <a:lnTo>
                    <a:pt x="322195" y="52538"/>
                  </a:lnTo>
                  <a:lnTo>
                    <a:pt x="324255" y="51600"/>
                  </a:lnTo>
                  <a:lnTo>
                    <a:pt x="203072" y="51600"/>
                  </a:lnTo>
                  <a:lnTo>
                    <a:pt x="186347" y="31915"/>
                  </a:lnTo>
                  <a:lnTo>
                    <a:pt x="173518" y="30638"/>
                  </a:lnTo>
                  <a:lnTo>
                    <a:pt x="157814" y="26208"/>
                  </a:lnTo>
                  <a:lnTo>
                    <a:pt x="144518" y="21465"/>
                  </a:lnTo>
                  <a:lnTo>
                    <a:pt x="138912" y="19253"/>
                  </a:lnTo>
                  <a:lnTo>
                    <a:pt x="129594" y="14978"/>
                  </a:lnTo>
                  <a:lnTo>
                    <a:pt x="117243" y="9931"/>
                  </a:lnTo>
                  <a:lnTo>
                    <a:pt x="101841" y="3962"/>
                  </a:lnTo>
                  <a:lnTo>
                    <a:pt x="90550" y="0"/>
                  </a:lnTo>
                  <a:close/>
                </a:path>
                <a:path w="406400" h="426084">
                  <a:moveTo>
                    <a:pt x="362002" y="339483"/>
                  </a:moveTo>
                  <a:lnTo>
                    <a:pt x="337489" y="339483"/>
                  </a:lnTo>
                  <a:lnTo>
                    <a:pt x="354228" y="349529"/>
                  </a:lnTo>
                  <a:lnTo>
                    <a:pt x="362002" y="339483"/>
                  </a:lnTo>
                  <a:close/>
                </a:path>
                <a:path w="406400" h="426084">
                  <a:moveTo>
                    <a:pt x="219811" y="31915"/>
                  </a:moveTo>
                  <a:lnTo>
                    <a:pt x="203072" y="51600"/>
                  </a:lnTo>
                  <a:lnTo>
                    <a:pt x="324255" y="51600"/>
                  </a:lnTo>
                  <a:lnTo>
                    <a:pt x="337673" y="45489"/>
                  </a:lnTo>
                  <a:lnTo>
                    <a:pt x="371581" y="45489"/>
                  </a:lnTo>
                  <a:lnTo>
                    <a:pt x="363740" y="40449"/>
                  </a:lnTo>
                  <a:lnTo>
                    <a:pt x="353796" y="32667"/>
                  </a:lnTo>
                  <a:lnTo>
                    <a:pt x="227774" y="32667"/>
                  </a:lnTo>
                  <a:lnTo>
                    <a:pt x="219811" y="31915"/>
                  </a:lnTo>
                  <a:close/>
                </a:path>
                <a:path w="406400" h="426084">
                  <a:moveTo>
                    <a:pt x="371581" y="45489"/>
                  </a:moveTo>
                  <a:lnTo>
                    <a:pt x="337673" y="45489"/>
                  </a:lnTo>
                  <a:lnTo>
                    <a:pt x="371881" y="47904"/>
                  </a:lnTo>
                  <a:lnTo>
                    <a:pt x="372592" y="46139"/>
                  </a:lnTo>
                  <a:lnTo>
                    <a:pt x="371581" y="45489"/>
                  </a:lnTo>
                  <a:close/>
                </a:path>
                <a:path w="406400" h="426084">
                  <a:moveTo>
                    <a:pt x="317311" y="5424"/>
                  </a:moveTo>
                  <a:lnTo>
                    <a:pt x="277836" y="14503"/>
                  </a:lnTo>
                  <a:lnTo>
                    <a:pt x="267233" y="19253"/>
                  </a:lnTo>
                  <a:lnTo>
                    <a:pt x="247040" y="27523"/>
                  </a:lnTo>
                  <a:lnTo>
                    <a:pt x="235369" y="31599"/>
                  </a:lnTo>
                  <a:lnTo>
                    <a:pt x="227774" y="32667"/>
                  </a:lnTo>
                  <a:lnTo>
                    <a:pt x="353796" y="32667"/>
                  </a:lnTo>
                  <a:lnTo>
                    <a:pt x="325247" y="10325"/>
                  </a:lnTo>
                  <a:lnTo>
                    <a:pt x="321123" y="6825"/>
                  </a:lnTo>
                  <a:lnTo>
                    <a:pt x="317311" y="5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4" name="object 134"/>
            <p:cNvSpPr/>
            <p:nvPr/>
          </p:nvSpPr>
          <p:spPr>
            <a:xfrm>
              <a:off x="3745235" y="909372"/>
              <a:ext cx="408940" cy="424180"/>
            </a:xfrm>
            <a:custGeom>
              <a:avLst/>
              <a:gdLst/>
              <a:ahLst/>
              <a:cxnLst/>
              <a:rect l="l" t="t" r="r" b="b"/>
              <a:pathLst>
                <a:path w="408939" h="424180">
                  <a:moveTo>
                    <a:pt x="71799" y="337819"/>
                  </a:moveTo>
                  <a:lnTo>
                    <a:pt x="70231" y="337819"/>
                  </a:lnTo>
                  <a:lnTo>
                    <a:pt x="69661" y="338211"/>
                  </a:lnTo>
                  <a:lnTo>
                    <a:pt x="92451" y="359409"/>
                  </a:lnTo>
                  <a:lnTo>
                    <a:pt x="116376" y="373379"/>
                  </a:lnTo>
                  <a:lnTo>
                    <a:pt x="135091" y="382269"/>
                  </a:lnTo>
                  <a:lnTo>
                    <a:pt x="160088" y="392429"/>
                  </a:lnTo>
                  <a:lnTo>
                    <a:pt x="173307" y="398779"/>
                  </a:lnTo>
                  <a:lnTo>
                    <a:pt x="196875" y="424179"/>
                  </a:lnTo>
                  <a:lnTo>
                    <a:pt x="197637" y="424179"/>
                  </a:lnTo>
                  <a:lnTo>
                    <a:pt x="197637" y="422909"/>
                  </a:lnTo>
                  <a:lnTo>
                    <a:pt x="198323" y="422909"/>
                  </a:lnTo>
                  <a:lnTo>
                    <a:pt x="197866" y="417829"/>
                  </a:lnTo>
                  <a:lnTo>
                    <a:pt x="160779" y="389889"/>
                  </a:lnTo>
                  <a:lnTo>
                    <a:pt x="143217" y="383539"/>
                  </a:lnTo>
                  <a:lnTo>
                    <a:pt x="141236" y="383539"/>
                  </a:lnTo>
                  <a:lnTo>
                    <a:pt x="129745" y="378459"/>
                  </a:lnTo>
                  <a:lnTo>
                    <a:pt x="111469" y="369569"/>
                  </a:lnTo>
                  <a:lnTo>
                    <a:pt x="90385" y="355599"/>
                  </a:lnTo>
                  <a:lnTo>
                    <a:pt x="71799" y="337819"/>
                  </a:lnTo>
                  <a:close/>
                </a:path>
                <a:path w="408939" h="424180">
                  <a:moveTo>
                    <a:pt x="198323" y="422909"/>
                  </a:moveTo>
                  <a:lnTo>
                    <a:pt x="197637" y="422909"/>
                  </a:lnTo>
                  <a:lnTo>
                    <a:pt x="197637" y="424179"/>
                  </a:lnTo>
                  <a:lnTo>
                    <a:pt x="198437" y="424179"/>
                  </a:lnTo>
                  <a:lnTo>
                    <a:pt x="198323" y="422909"/>
                  </a:lnTo>
                  <a:close/>
                </a:path>
                <a:path w="408939" h="424180">
                  <a:moveTo>
                    <a:pt x="210350" y="422909"/>
                  </a:moveTo>
                  <a:lnTo>
                    <a:pt x="198323" y="422909"/>
                  </a:lnTo>
                  <a:lnTo>
                    <a:pt x="198437" y="424179"/>
                  </a:lnTo>
                  <a:lnTo>
                    <a:pt x="210235" y="424179"/>
                  </a:lnTo>
                  <a:lnTo>
                    <a:pt x="210350" y="422909"/>
                  </a:lnTo>
                  <a:close/>
                </a:path>
                <a:path w="408939" h="424180">
                  <a:moveTo>
                    <a:pt x="338620" y="336549"/>
                  </a:moveTo>
                  <a:lnTo>
                    <a:pt x="338188" y="336549"/>
                  </a:lnTo>
                  <a:lnTo>
                    <a:pt x="327186" y="347979"/>
                  </a:lnTo>
                  <a:lnTo>
                    <a:pt x="315248" y="358139"/>
                  </a:lnTo>
                  <a:lnTo>
                    <a:pt x="303116" y="365759"/>
                  </a:lnTo>
                  <a:lnTo>
                    <a:pt x="291528" y="372109"/>
                  </a:lnTo>
                  <a:lnTo>
                    <a:pt x="284137" y="375919"/>
                  </a:lnTo>
                  <a:lnTo>
                    <a:pt x="277622" y="378459"/>
                  </a:lnTo>
                  <a:lnTo>
                    <a:pt x="270611" y="382269"/>
                  </a:lnTo>
                  <a:lnTo>
                    <a:pt x="266141" y="383539"/>
                  </a:lnTo>
                  <a:lnTo>
                    <a:pt x="265455" y="383539"/>
                  </a:lnTo>
                  <a:lnTo>
                    <a:pt x="247899" y="389889"/>
                  </a:lnTo>
                  <a:lnTo>
                    <a:pt x="210807" y="417829"/>
                  </a:lnTo>
                  <a:lnTo>
                    <a:pt x="210464" y="421639"/>
                  </a:lnTo>
                  <a:lnTo>
                    <a:pt x="210350" y="422909"/>
                  </a:lnTo>
                  <a:lnTo>
                    <a:pt x="210235" y="424179"/>
                  </a:lnTo>
                  <a:lnTo>
                    <a:pt x="211010" y="424179"/>
                  </a:lnTo>
                  <a:lnTo>
                    <a:pt x="211010" y="422909"/>
                  </a:lnTo>
                  <a:lnTo>
                    <a:pt x="211937" y="422909"/>
                  </a:lnTo>
                  <a:lnTo>
                    <a:pt x="248968" y="391159"/>
                  </a:lnTo>
                  <a:lnTo>
                    <a:pt x="273483" y="382269"/>
                  </a:lnTo>
                  <a:lnTo>
                    <a:pt x="292204" y="373379"/>
                  </a:lnTo>
                  <a:lnTo>
                    <a:pt x="316131" y="359409"/>
                  </a:lnTo>
                  <a:lnTo>
                    <a:pt x="338910" y="338211"/>
                  </a:lnTo>
                  <a:lnTo>
                    <a:pt x="338315" y="337819"/>
                  </a:lnTo>
                  <a:lnTo>
                    <a:pt x="340780" y="337819"/>
                  </a:lnTo>
                  <a:lnTo>
                    <a:pt x="338620" y="336549"/>
                  </a:lnTo>
                  <a:close/>
                </a:path>
                <a:path w="408939" h="424180">
                  <a:moveTo>
                    <a:pt x="211937" y="422909"/>
                  </a:moveTo>
                  <a:lnTo>
                    <a:pt x="211010" y="422909"/>
                  </a:lnTo>
                  <a:lnTo>
                    <a:pt x="211010" y="424179"/>
                  </a:lnTo>
                  <a:lnTo>
                    <a:pt x="211759" y="424179"/>
                  </a:lnTo>
                  <a:lnTo>
                    <a:pt x="211937" y="422909"/>
                  </a:lnTo>
                  <a:close/>
                </a:path>
                <a:path w="408939" h="424180">
                  <a:moveTo>
                    <a:pt x="340780" y="337819"/>
                  </a:moveTo>
                  <a:lnTo>
                    <a:pt x="339331" y="337819"/>
                  </a:lnTo>
                  <a:lnTo>
                    <a:pt x="338910" y="338211"/>
                  </a:lnTo>
                  <a:lnTo>
                    <a:pt x="355663" y="349249"/>
                  </a:lnTo>
                  <a:lnTo>
                    <a:pt x="356604" y="347979"/>
                  </a:lnTo>
                  <a:lnTo>
                    <a:pt x="355498" y="347979"/>
                  </a:lnTo>
                  <a:lnTo>
                    <a:pt x="354888" y="346709"/>
                  </a:lnTo>
                  <a:lnTo>
                    <a:pt x="355228" y="346312"/>
                  </a:lnTo>
                  <a:lnTo>
                    <a:pt x="340780" y="337819"/>
                  </a:lnTo>
                  <a:close/>
                </a:path>
                <a:path w="408939" h="424180">
                  <a:moveTo>
                    <a:pt x="63871" y="162265"/>
                  </a:moveTo>
                  <a:lnTo>
                    <a:pt x="54500" y="189229"/>
                  </a:lnTo>
                  <a:lnTo>
                    <a:pt x="53193" y="193039"/>
                  </a:lnTo>
                  <a:lnTo>
                    <a:pt x="41084" y="220979"/>
                  </a:lnTo>
                  <a:lnTo>
                    <a:pt x="29044" y="243839"/>
                  </a:lnTo>
                  <a:lnTo>
                    <a:pt x="23346" y="253999"/>
                  </a:lnTo>
                  <a:lnTo>
                    <a:pt x="18026" y="261619"/>
                  </a:lnTo>
                  <a:lnTo>
                    <a:pt x="13198" y="269239"/>
                  </a:lnTo>
                  <a:lnTo>
                    <a:pt x="8978" y="274319"/>
                  </a:lnTo>
                  <a:lnTo>
                    <a:pt x="6400" y="278129"/>
                  </a:lnTo>
                  <a:lnTo>
                    <a:pt x="4318" y="280669"/>
                  </a:lnTo>
                  <a:lnTo>
                    <a:pt x="2857" y="281939"/>
                  </a:lnTo>
                  <a:lnTo>
                    <a:pt x="2146" y="283209"/>
                  </a:lnTo>
                  <a:lnTo>
                    <a:pt x="635" y="284479"/>
                  </a:lnTo>
                  <a:lnTo>
                    <a:pt x="0" y="285749"/>
                  </a:lnTo>
                  <a:lnTo>
                    <a:pt x="1701" y="287019"/>
                  </a:lnTo>
                  <a:lnTo>
                    <a:pt x="3276" y="288289"/>
                  </a:lnTo>
                  <a:lnTo>
                    <a:pt x="5257" y="289559"/>
                  </a:lnTo>
                  <a:lnTo>
                    <a:pt x="11276" y="297179"/>
                  </a:lnTo>
                  <a:lnTo>
                    <a:pt x="18500" y="304799"/>
                  </a:lnTo>
                  <a:lnTo>
                    <a:pt x="34086" y="325119"/>
                  </a:lnTo>
                  <a:lnTo>
                    <a:pt x="39103" y="331469"/>
                  </a:lnTo>
                  <a:lnTo>
                    <a:pt x="47066" y="341629"/>
                  </a:lnTo>
                  <a:lnTo>
                    <a:pt x="51849" y="347842"/>
                  </a:lnTo>
                  <a:lnTo>
                    <a:pt x="51955" y="347979"/>
                  </a:lnTo>
                  <a:lnTo>
                    <a:pt x="52882" y="347979"/>
                  </a:lnTo>
                  <a:lnTo>
                    <a:pt x="53118" y="347842"/>
                  </a:lnTo>
                  <a:lnTo>
                    <a:pt x="52755" y="346709"/>
                  </a:lnTo>
                  <a:lnTo>
                    <a:pt x="53432" y="346312"/>
                  </a:lnTo>
                  <a:lnTo>
                    <a:pt x="47300" y="339089"/>
                  </a:lnTo>
                  <a:lnTo>
                    <a:pt x="42767" y="332739"/>
                  </a:lnTo>
                  <a:lnTo>
                    <a:pt x="38034" y="326389"/>
                  </a:lnTo>
                  <a:lnTo>
                    <a:pt x="26464" y="312419"/>
                  </a:lnTo>
                  <a:lnTo>
                    <a:pt x="21980" y="307339"/>
                  </a:lnTo>
                  <a:lnTo>
                    <a:pt x="17625" y="302259"/>
                  </a:lnTo>
                  <a:lnTo>
                    <a:pt x="10883" y="293369"/>
                  </a:lnTo>
                  <a:lnTo>
                    <a:pt x="8496" y="290829"/>
                  </a:lnTo>
                  <a:lnTo>
                    <a:pt x="6502" y="289559"/>
                  </a:lnTo>
                  <a:lnTo>
                    <a:pt x="4483" y="287019"/>
                  </a:lnTo>
                  <a:lnTo>
                    <a:pt x="2882" y="285749"/>
                  </a:lnTo>
                  <a:lnTo>
                    <a:pt x="1270" y="285749"/>
                  </a:lnTo>
                  <a:lnTo>
                    <a:pt x="1752" y="284479"/>
                  </a:lnTo>
                  <a:lnTo>
                    <a:pt x="2886" y="284479"/>
                  </a:lnTo>
                  <a:lnTo>
                    <a:pt x="10289" y="275589"/>
                  </a:lnTo>
                  <a:lnTo>
                    <a:pt x="30465" y="245109"/>
                  </a:lnTo>
                  <a:lnTo>
                    <a:pt x="54715" y="194309"/>
                  </a:lnTo>
                  <a:lnTo>
                    <a:pt x="63871" y="162265"/>
                  </a:lnTo>
                  <a:close/>
                </a:path>
                <a:path w="408939" h="424180">
                  <a:moveTo>
                    <a:pt x="406315" y="285160"/>
                  </a:moveTo>
                  <a:lnTo>
                    <a:pt x="405790" y="285749"/>
                  </a:lnTo>
                  <a:lnTo>
                    <a:pt x="404190" y="287019"/>
                  </a:lnTo>
                  <a:lnTo>
                    <a:pt x="402183" y="289559"/>
                  </a:lnTo>
                  <a:lnTo>
                    <a:pt x="388889" y="304799"/>
                  </a:lnTo>
                  <a:lnTo>
                    <a:pt x="373287" y="323849"/>
                  </a:lnTo>
                  <a:lnTo>
                    <a:pt x="360310" y="340359"/>
                  </a:lnTo>
                  <a:lnTo>
                    <a:pt x="355228" y="346312"/>
                  </a:lnTo>
                  <a:lnTo>
                    <a:pt x="355904" y="346709"/>
                  </a:lnTo>
                  <a:lnTo>
                    <a:pt x="355542" y="347842"/>
                  </a:lnTo>
                  <a:lnTo>
                    <a:pt x="355498" y="347979"/>
                  </a:lnTo>
                  <a:lnTo>
                    <a:pt x="356604" y="347979"/>
                  </a:lnTo>
                  <a:lnTo>
                    <a:pt x="362249" y="340359"/>
                  </a:lnTo>
                  <a:lnTo>
                    <a:pt x="368317" y="332739"/>
                  </a:lnTo>
                  <a:lnTo>
                    <a:pt x="375573" y="323849"/>
                  </a:lnTo>
                  <a:lnTo>
                    <a:pt x="388658" y="307339"/>
                  </a:lnTo>
                  <a:lnTo>
                    <a:pt x="393877" y="300989"/>
                  </a:lnTo>
                  <a:lnTo>
                    <a:pt x="400431" y="293369"/>
                  </a:lnTo>
                  <a:lnTo>
                    <a:pt x="402386" y="290829"/>
                  </a:lnTo>
                  <a:lnTo>
                    <a:pt x="405663" y="287019"/>
                  </a:lnTo>
                  <a:lnTo>
                    <a:pt x="406984" y="285749"/>
                  </a:lnTo>
                  <a:lnTo>
                    <a:pt x="406806" y="285749"/>
                  </a:lnTo>
                  <a:lnTo>
                    <a:pt x="406315" y="285160"/>
                  </a:lnTo>
                  <a:close/>
                </a:path>
                <a:path w="408939" h="424180">
                  <a:moveTo>
                    <a:pt x="53434" y="346312"/>
                  </a:moveTo>
                  <a:lnTo>
                    <a:pt x="52755" y="346709"/>
                  </a:lnTo>
                  <a:lnTo>
                    <a:pt x="53118" y="347842"/>
                  </a:lnTo>
                  <a:lnTo>
                    <a:pt x="53771" y="346709"/>
                  </a:lnTo>
                  <a:lnTo>
                    <a:pt x="53434" y="346312"/>
                  </a:lnTo>
                  <a:close/>
                </a:path>
                <a:path w="408939" h="424180">
                  <a:moveTo>
                    <a:pt x="70472" y="336549"/>
                  </a:moveTo>
                  <a:lnTo>
                    <a:pt x="70040" y="336549"/>
                  </a:lnTo>
                  <a:lnTo>
                    <a:pt x="53434" y="346312"/>
                  </a:lnTo>
                  <a:lnTo>
                    <a:pt x="53771" y="346709"/>
                  </a:lnTo>
                  <a:lnTo>
                    <a:pt x="53228" y="347842"/>
                  </a:lnTo>
                  <a:lnTo>
                    <a:pt x="55051" y="346709"/>
                  </a:lnTo>
                  <a:lnTo>
                    <a:pt x="69561" y="338211"/>
                  </a:lnTo>
                  <a:lnTo>
                    <a:pt x="69240" y="337819"/>
                  </a:lnTo>
                  <a:lnTo>
                    <a:pt x="71799" y="337819"/>
                  </a:lnTo>
                  <a:lnTo>
                    <a:pt x="70472" y="336549"/>
                  </a:lnTo>
                  <a:close/>
                </a:path>
                <a:path w="408939" h="424180">
                  <a:moveTo>
                    <a:pt x="355228" y="346312"/>
                  </a:moveTo>
                  <a:lnTo>
                    <a:pt x="354888" y="346709"/>
                  </a:lnTo>
                  <a:lnTo>
                    <a:pt x="355432" y="347842"/>
                  </a:lnTo>
                  <a:lnTo>
                    <a:pt x="355904" y="346709"/>
                  </a:lnTo>
                  <a:lnTo>
                    <a:pt x="355228" y="346312"/>
                  </a:lnTo>
                  <a:close/>
                </a:path>
                <a:path w="408939" h="424180">
                  <a:moveTo>
                    <a:pt x="70231" y="337819"/>
                  </a:moveTo>
                  <a:lnTo>
                    <a:pt x="69240" y="337819"/>
                  </a:lnTo>
                  <a:lnTo>
                    <a:pt x="69661" y="338211"/>
                  </a:lnTo>
                  <a:lnTo>
                    <a:pt x="70231" y="337819"/>
                  </a:lnTo>
                  <a:close/>
                </a:path>
                <a:path w="408939" h="424180">
                  <a:moveTo>
                    <a:pt x="339331" y="337819"/>
                  </a:moveTo>
                  <a:lnTo>
                    <a:pt x="338315" y="337819"/>
                  </a:lnTo>
                  <a:lnTo>
                    <a:pt x="338910" y="338211"/>
                  </a:lnTo>
                  <a:lnTo>
                    <a:pt x="339331" y="337819"/>
                  </a:lnTo>
                  <a:close/>
                </a:path>
                <a:path w="408939" h="424180">
                  <a:moveTo>
                    <a:pt x="1752" y="284479"/>
                  </a:moveTo>
                  <a:lnTo>
                    <a:pt x="1270" y="285749"/>
                  </a:lnTo>
                  <a:lnTo>
                    <a:pt x="1828" y="285749"/>
                  </a:lnTo>
                  <a:lnTo>
                    <a:pt x="2319" y="285160"/>
                  </a:lnTo>
                  <a:lnTo>
                    <a:pt x="1752" y="284479"/>
                  </a:lnTo>
                  <a:close/>
                </a:path>
                <a:path w="408939" h="424180">
                  <a:moveTo>
                    <a:pt x="2358" y="285160"/>
                  </a:moveTo>
                  <a:lnTo>
                    <a:pt x="1828" y="285749"/>
                  </a:lnTo>
                  <a:lnTo>
                    <a:pt x="2882" y="285749"/>
                  </a:lnTo>
                  <a:lnTo>
                    <a:pt x="2358" y="285160"/>
                  </a:lnTo>
                  <a:close/>
                </a:path>
                <a:path w="408939" h="424180">
                  <a:moveTo>
                    <a:pt x="406920" y="284479"/>
                  </a:moveTo>
                  <a:lnTo>
                    <a:pt x="406315" y="285160"/>
                  </a:lnTo>
                  <a:lnTo>
                    <a:pt x="406806" y="285749"/>
                  </a:lnTo>
                  <a:lnTo>
                    <a:pt x="407390" y="285749"/>
                  </a:lnTo>
                  <a:lnTo>
                    <a:pt x="406920" y="284479"/>
                  </a:lnTo>
                  <a:close/>
                </a:path>
                <a:path w="408939" h="424180">
                  <a:moveTo>
                    <a:pt x="407936" y="284479"/>
                  </a:moveTo>
                  <a:lnTo>
                    <a:pt x="406920" y="284479"/>
                  </a:lnTo>
                  <a:lnTo>
                    <a:pt x="407390" y="285749"/>
                  </a:lnTo>
                  <a:lnTo>
                    <a:pt x="408559" y="285749"/>
                  </a:lnTo>
                  <a:lnTo>
                    <a:pt x="407936" y="284479"/>
                  </a:lnTo>
                  <a:close/>
                </a:path>
                <a:path w="408939" h="424180">
                  <a:moveTo>
                    <a:pt x="2886" y="284479"/>
                  </a:moveTo>
                  <a:lnTo>
                    <a:pt x="1752" y="284479"/>
                  </a:lnTo>
                  <a:lnTo>
                    <a:pt x="2358" y="285160"/>
                  </a:lnTo>
                  <a:lnTo>
                    <a:pt x="2886" y="284479"/>
                  </a:lnTo>
                  <a:close/>
                </a:path>
                <a:path w="408939" h="424180">
                  <a:moveTo>
                    <a:pt x="334772" y="120649"/>
                  </a:moveTo>
                  <a:lnTo>
                    <a:pt x="334005" y="121926"/>
                  </a:lnTo>
                  <a:lnTo>
                    <a:pt x="333249" y="121926"/>
                  </a:lnTo>
                  <a:lnTo>
                    <a:pt x="353919" y="194309"/>
                  </a:lnTo>
                  <a:lnTo>
                    <a:pt x="378166" y="245109"/>
                  </a:lnTo>
                  <a:lnTo>
                    <a:pt x="398343" y="275589"/>
                  </a:lnTo>
                  <a:lnTo>
                    <a:pt x="406315" y="285160"/>
                  </a:lnTo>
                  <a:lnTo>
                    <a:pt x="406920" y="284479"/>
                  </a:lnTo>
                  <a:lnTo>
                    <a:pt x="407352" y="284479"/>
                  </a:lnTo>
                  <a:lnTo>
                    <a:pt x="376562" y="238759"/>
                  </a:lnTo>
                  <a:lnTo>
                    <a:pt x="353901" y="189229"/>
                  </a:lnTo>
                  <a:lnTo>
                    <a:pt x="335227" y="122281"/>
                  </a:lnTo>
                  <a:lnTo>
                    <a:pt x="335128" y="121926"/>
                  </a:lnTo>
                  <a:lnTo>
                    <a:pt x="334005" y="121926"/>
                  </a:lnTo>
                  <a:lnTo>
                    <a:pt x="334772" y="120649"/>
                  </a:lnTo>
                  <a:close/>
                </a:path>
                <a:path w="408939" h="424180">
                  <a:moveTo>
                    <a:pt x="50673" y="44449"/>
                  </a:moveTo>
                  <a:lnTo>
                    <a:pt x="40271" y="44449"/>
                  </a:lnTo>
                  <a:lnTo>
                    <a:pt x="36677" y="45719"/>
                  </a:lnTo>
                  <a:lnTo>
                    <a:pt x="34264" y="45719"/>
                  </a:lnTo>
                  <a:lnTo>
                    <a:pt x="33667" y="46989"/>
                  </a:lnTo>
                  <a:lnTo>
                    <a:pt x="50393" y="46989"/>
                  </a:lnTo>
                  <a:lnTo>
                    <a:pt x="55816" y="48259"/>
                  </a:lnTo>
                  <a:lnTo>
                    <a:pt x="66649" y="54609"/>
                  </a:lnTo>
                  <a:lnTo>
                    <a:pt x="70700" y="62229"/>
                  </a:lnTo>
                  <a:lnTo>
                    <a:pt x="75577" y="77469"/>
                  </a:lnTo>
                  <a:lnTo>
                    <a:pt x="76365" y="86359"/>
                  </a:lnTo>
                  <a:lnTo>
                    <a:pt x="76365" y="101599"/>
                  </a:lnTo>
                  <a:lnTo>
                    <a:pt x="75730" y="107949"/>
                  </a:lnTo>
                  <a:lnTo>
                    <a:pt x="74752" y="115569"/>
                  </a:lnTo>
                  <a:lnTo>
                    <a:pt x="74447" y="118109"/>
                  </a:lnTo>
                  <a:lnTo>
                    <a:pt x="74193" y="119379"/>
                  </a:lnTo>
                  <a:lnTo>
                    <a:pt x="73977" y="120649"/>
                  </a:lnTo>
                  <a:lnTo>
                    <a:pt x="64410" y="160049"/>
                  </a:lnTo>
                  <a:lnTo>
                    <a:pt x="75296" y="122281"/>
                  </a:lnTo>
                  <a:lnTo>
                    <a:pt x="77950" y="102869"/>
                  </a:lnTo>
                  <a:lnTo>
                    <a:pt x="77890" y="91439"/>
                  </a:lnTo>
                  <a:lnTo>
                    <a:pt x="65659" y="52069"/>
                  </a:lnTo>
                  <a:lnTo>
                    <a:pt x="56451" y="46989"/>
                  </a:lnTo>
                  <a:lnTo>
                    <a:pt x="50673" y="44449"/>
                  </a:lnTo>
                  <a:close/>
                </a:path>
                <a:path w="408939" h="424180">
                  <a:moveTo>
                    <a:pt x="370941" y="44449"/>
                  </a:moveTo>
                  <a:lnTo>
                    <a:pt x="366737" y="44449"/>
                  </a:lnTo>
                  <a:lnTo>
                    <a:pt x="356440" y="45719"/>
                  </a:lnTo>
                  <a:lnTo>
                    <a:pt x="331276" y="76199"/>
                  </a:lnTo>
                  <a:lnTo>
                    <a:pt x="329926" y="93979"/>
                  </a:lnTo>
                  <a:lnTo>
                    <a:pt x="330286" y="101599"/>
                  </a:lnTo>
                  <a:lnTo>
                    <a:pt x="330346" y="102869"/>
                  </a:lnTo>
                  <a:lnTo>
                    <a:pt x="331535" y="113029"/>
                  </a:lnTo>
                  <a:lnTo>
                    <a:pt x="332726" y="119379"/>
                  </a:lnTo>
                  <a:lnTo>
                    <a:pt x="333274" y="121926"/>
                  </a:lnTo>
                  <a:lnTo>
                    <a:pt x="334772" y="120649"/>
                  </a:lnTo>
                  <a:lnTo>
                    <a:pt x="333849" y="116839"/>
                  </a:lnTo>
                  <a:lnTo>
                    <a:pt x="332757" y="110489"/>
                  </a:lnTo>
                  <a:lnTo>
                    <a:pt x="331787" y="101599"/>
                  </a:lnTo>
                  <a:lnTo>
                    <a:pt x="331473" y="93979"/>
                  </a:lnTo>
                  <a:lnTo>
                    <a:pt x="331368" y="91439"/>
                  </a:lnTo>
                  <a:lnTo>
                    <a:pt x="342732" y="54609"/>
                  </a:lnTo>
                  <a:lnTo>
                    <a:pt x="356782" y="46989"/>
                  </a:lnTo>
                  <a:lnTo>
                    <a:pt x="373634" y="46989"/>
                  </a:lnTo>
                  <a:lnTo>
                    <a:pt x="373913" y="45719"/>
                  </a:lnTo>
                  <a:lnTo>
                    <a:pt x="372338" y="45719"/>
                  </a:lnTo>
                  <a:lnTo>
                    <a:pt x="372102" y="45098"/>
                  </a:lnTo>
                  <a:lnTo>
                    <a:pt x="370941" y="44449"/>
                  </a:lnTo>
                  <a:close/>
                </a:path>
                <a:path w="408939" h="424180">
                  <a:moveTo>
                    <a:pt x="140919" y="16509"/>
                  </a:moveTo>
                  <a:lnTo>
                    <a:pt x="140436" y="16509"/>
                  </a:lnTo>
                  <a:lnTo>
                    <a:pt x="140036" y="17900"/>
                  </a:lnTo>
                  <a:lnTo>
                    <a:pt x="147599" y="21589"/>
                  </a:lnTo>
                  <a:lnTo>
                    <a:pt x="157137" y="24129"/>
                  </a:lnTo>
                  <a:lnTo>
                    <a:pt x="172035" y="29209"/>
                  </a:lnTo>
                  <a:lnTo>
                    <a:pt x="179127" y="30479"/>
                  </a:lnTo>
                  <a:lnTo>
                    <a:pt x="186982" y="30479"/>
                  </a:lnTo>
                  <a:lnTo>
                    <a:pt x="204317" y="50799"/>
                  </a:lnTo>
                  <a:lnTo>
                    <a:pt x="206482" y="48259"/>
                  </a:lnTo>
                  <a:lnTo>
                    <a:pt x="204292" y="48259"/>
                  </a:lnTo>
                  <a:lnTo>
                    <a:pt x="187883" y="29209"/>
                  </a:lnTo>
                  <a:lnTo>
                    <a:pt x="179352" y="29209"/>
                  </a:lnTo>
                  <a:lnTo>
                    <a:pt x="172394" y="27939"/>
                  </a:lnTo>
                  <a:lnTo>
                    <a:pt x="157619" y="22859"/>
                  </a:lnTo>
                  <a:lnTo>
                    <a:pt x="152882" y="21589"/>
                  </a:lnTo>
                  <a:lnTo>
                    <a:pt x="148590" y="20319"/>
                  </a:lnTo>
                  <a:lnTo>
                    <a:pt x="144138" y="17900"/>
                  </a:lnTo>
                  <a:lnTo>
                    <a:pt x="140919" y="16509"/>
                  </a:lnTo>
                  <a:close/>
                </a:path>
                <a:path w="408939" h="424180">
                  <a:moveTo>
                    <a:pt x="81630" y="7638"/>
                  </a:moveTo>
                  <a:lnTo>
                    <a:pt x="43117" y="38129"/>
                  </a:lnTo>
                  <a:lnTo>
                    <a:pt x="39743" y="38129"/>
                  </a:lnTo>
                  <a:lnTo>
                    <a:pt x="36906" y="40639"/>
                  </a:lnTo>
                  <a:lnTo>
                    <a:pt x="33172" y="44449"/>
                  </a:lnTo>
                  <a:lnTo>
                    <a:pt x="31546" y="48259"/>
                  </a:lnTo>
                  <a:lnTo>
                    <a:pt x="36868" y="46989"/>
                  </a:lnTo>
                  <a:lnTo>
                    <a:pt x="32956" y="46989"/>
                  </a:lnTo>
                  <a:lnTo>
                    <a:pt x="32791" y="45719"/>
                  </a:lnTo>
                  <a:lnTo>
                    <a:pt x="34264" y="45719"/>
                  </a:lnTo>
                  <a:lnTo>
                    <a:pt x="34861" y="44449"/>
                  </a:lnTo>
                  <a:lnTo>
                    <a:pt x="38303" y="40639"/>
                  </a:lnTo>
                  <a:lnTo>
                    <a:pt x="40690" y="39369"/>
                  </a:lnTo>
                  <a:lnTo>
                    <a:pt x="43954" y="39369"/>
                  </a:lnTo>
                  <a:lnTo>
                    <a:pt x="82689" y="8889"/>
                  </a:lnTo>
                  <a:lnTo>
                    <a:pt x="82143" y="8889"/>
                  </a:lnTo>
                  <a:lnTo>
                    <a:pt x="81716" y="7847"/>
                  </a:lnTo>
                  <a:lnTo>
                    <a:pt x="81630" y="7638"/>
                  </a:lnTo>
                  <a:close/>
                </a:path>
                <a:path w="408939" h="424180">
                  <a:moveTo>
                    <a:pt x="268084" y="16509"/>
                  </a:moveTo>
                  <a:lnTo>
                    <a:pt x="263362" y="17900"/>
                  </a:lnTo>
                  <a:lnTo>
                    <a:pt x="263530" y="17900"/>
                  </a:lnTo>
                  <a:lnTo>
                    <a:pt x="255943" y="21589"/>
                  </a:lnTo>
                  <a:lnTo>
                    <a:pt x="238772" y="26669"/>
                  </a:lnTo>
                  <a:lnTo>
                    <a:pt x="229374" y="29209"/>
                  </a:lnTo>
                  <a:lnTo>
                    <a:pt x="220700" y="29209"/>
                  </a:lnTo>
                  <a:lnTo>
                    <a:pt x="204292" y="48259"/>
                  </a:lnTo>
                  <a:lnTo>
                    <a:pt x="206482" y="48259"/>
                  </a:lnTo>
                  <a:lnTo>
                    <a:pt x="221640" y="30479"/>
                  </a:lnTo>
                  <a:lnTo>
                    <a:pt x="229507" y="30479"/>
                  </a:lnTo>
                  <a:lnTo>
                    <a:pt x="236599" y="29209"/>
                  </a:lnTo>
                  <a:lnTo>
                    <a:pt x="251498" y="24129"/>
                  </a:lnTo>
                  <a:lnTo>
                    <a:pt x="261035" y="21589"/>
                  </a:lnTo>
                  <a:lnTo>
                    <a:pt x="268512" y="17900"/>
                  </a:lnTo>
                  <a:lnTo>
                    <a:pt x="268084" y="16509"/>
                  </a:lnTo>
                  <a:close/>
                </a:path>
                <a:path w="408939" h="424180">
                  <a:moveTo>
                    <a:pt x="34264" y="45719"/>
                  </a:moveTo>
                  <a:lnTo>
                    <a:pt x="32791" y="45719"/>
                  </a:lnTo>
                  <a:lnTo>
                    <a:pt x="32956" y="46989"/>
                  </a:lnTo>
                  <a:lnTo>
                    <a:pt x="33667" y="46989"/>
                  </a:lnTo>
                  <a:lnTo>
                    <a:pt x="34264" y="45719"/>
                  </a:lnTo>
                  <a:close/>
                </a:path>
                <a:path w="408939" h="424180">
                  <a:moveTo>
                    <a:pt x="372102" y="45098"/>
                  </a:moveTo>
                  <a:lnTo>
                    <a:pt x="372338" y="45719"/>
                  </a:lnTo>
                  <a:lnTo>
                    <a:pt x="373214" y="45719"/>
                  </a:lnTo>
                  <a:lnTo>
                    <a:pt x="372102" y="45098"/>
                  </a:lnTo>
                  <a:close/>
                </a:path>
                <a:path w="408939" h="424180">
                  <a:moveTo>
                    <a:pt x="327019" y="7638"/>
                  </a:moveTo>
                  <a:lnTo>
                    <a:pt x="326900" y="7847"/>
                  </a:lnTo>
                  <a:lnTo>
                    <a:pt x="326478" y="8889"/>
                  </a:lnTo>
                  <a:lnTo>
                    <a:pt x="325716" y="8889"/>
                  </a:lnTo>
                  <a:lnTo>
                    <a:pt x="364528" y="39369"/>
                  </a:lnTo>
                  <a:lnTo>
                    <a:pt x="368338" y="41909"/>
                  </a:lnTo>
                  <a:lnTo>
                    <a:pt x="370319" y="43179"/>
                  </a:lnTo>
                  <a:lnTo>
                    <a:pt x="371856" y="44449"/>
                  </a:lnTo>
                  <a:lnTo>
                    <a:pt x="372102" y="45098"/>
                  </a:lnTo>
                  <a:lnTo>
                    <a:pt x="373214" y="45719"/>
                  </a:lnTo>
                  <a:lnTo>
                    <a:pt x="373913" y="45719"/>
                  </a:lnTo>
                  <a:lnTo>
                    <a:pt x="373634" y="44449"/>
                  </a:lnTo>
                  <a:lnTo>
                    <a:pt x="371322" y="41909"/>
                  </a:lnTo>
                  <a:lnTo>
                    <a:pt x="369265" y="40639"/>
                  </a:lnTo>
                  <a:lnTo>
                    <a:pt x="365761" y="38342"/>
                  </a:lnTo>
                  <a:lnTo>
                    <a:pt x="327247" y="7847"/>
                  </a:lnTo>
                  <a:lnTo>
                    <a:pt x="327019" y="7638"/>
                  </a:lnTo>
                  <a:close/>
                </a:path>
                <a:path w="408939" h="424180">
                  <a:moveTo>
                    <a:pt x="103339" y="1269"/>
                  </a:moveTo>
                  <a:lnTo>
                    <a:pt x="89903" y="1269"/>
                  </a:lnTo>
                  <a:lnTo>
                    <a:pt x="99415" y="2539"/>
                  </a:lnTo>
                  <a:lnTo>
                    <a:pt x="102806" y="2539"/>
                  </a:lnTo>
                  <a:lnTo>
                    <a:pt x="107416" y="5079"/>
                  </a:lnTo>
                  <a:lnTo>
                    <a:pt x="118186" y="8889"/>
                  </a:lnTo>
                  <a:lnTo>
                    <a:pt x="130721" y="13969"/>
                  </a:lnTo>
                  <a:lnTo>
                    <a:pt x="140080" y="17900"/>
                  </a:lnTo>
                  <a:lnTo>
                    <a:pt x="140512" y="16509"/>
                  </a:lnTo>
                  <a:lnTo>
                    <a:pt x="136245" y="13969"/>
                  </a:lnTo>
                  <a:lnTo>
                    <a:pt x="126987" y="10159"/>
                  </a:lnTo>
                  <a:lnTo>
                    <a:pt x="110515" y="3809"/>
                  </a:lnTo>
                  <a:lnTo>
                    <a:pt x="103339" y="1269"/>
                  </a:lnTo>
                  <a:close/>
                </a:path>
                <a:path w="408939" h="424180">
                  <a:moveTo>
                    <a:pt x="322834" y="3809"/>
                  </a:moveTo>
                  <a:lnTo>
                    <a:pt x="306971" y="3809"/>
                  </a:lnTo>
                  <a:lnTo>
                    <a:pt x="302869" y="5079"/>
                  </a:lnTo>
                  <a:lnTo>
                    <a:pt x="296229" y="7638"/>
                  </a:lnTo>
                  <a:lnTo>
                    <a:pt x="281051" y="11429"/>
                  </a:lnTo>
                  <a:lnTo>
                    <a:pt x="272415" y="13969"/>
                  </a:lnTo>
                  <a:lnTo>
                    <a:pt x="268147" y="16509"/>
                  </a:lnTo>
                  <a:lnTo>
                    <a:pt x="268512" y="17900"/>
                  </a:lnTo>
                  <a:lnTo>
                    <a:pt x="268365" y="17900"/>
                  </a:lnTo>
                  <a:lnTo>
                    <a:pt x="272872" y="16509"/>
                  </a:lnTo>
                  <a:lnTo>
                    <a:pt x="281546" y="12699"/>
                  </a:lnTo>
                  <a:lnTo>
                    <a:pt x="292912" y="10159"/>
                  </a:lnTo>
                  <a:lnTo>
                    <a:pt x="299002" y="7638"/>
                  </a:lnTo>
                  <a:lnTo>
                    <a:pt x="303263" y="6349"/>
                  </a:lnTo>
                  <a:lnTo>
                    <a:pt x="307225" y="6349"/>
                  </a:lnTo>
                  <a:lnTo>
                    <a:pt x="310616" y="5079"/>
                  </a:lnTo>
                  <a:lnTo>
                    <a:pt x="324222" y="5079"/>
                  </a:lnTo>
                  <a:lnTo>
                    <a:pt x="322834" y="3809"/>
                  </a:lnTo>
                  <a:close/>
                </a:path>
                <a:path w="408939" h="424180">
                  <a:moveTo>
                    <a:pt x="101434" y="0"/>
                  </a:moveTo>
                  <a:lnTo>
                    <a:pt x="88480" y="0"/>
                  </a:lnTo>
                  <a:lnTo>
                    <a:pt x="82765" y="6349"/>
                  </a:lnTo>
                  <a:lnTo>
                    <a:pt x="81655" y="7638"/>
                  </a:lnTo>
                  <a:lnTo>
                    <a:pt x="82143" y="8889"/>
                  </a:lnTo>
                  <a:lnTo>
                    <a:pt x="82689" y="8889"/>
                  </a:lnTo>
                  <a:lnTo>
                    <a:pt x="83478" y="7638"/>
                  </a:lnTo>
                  <a:lnTo>
                    <a:pt x="89903" y="1269"/>
                  </a:lnTo>
                  <a:lnTo>
                    <a:pt x="103339" y="1269"/>
                  </a:lnTo>
                  <a:lnTo>
                    <a:pt x="101434" y="0"/>
                  </a:lnTo>
                  <a:close/>
                </a:path>
                <a:path w="408939" h="424180">
                  <a:moveTo>
                    <a:pt x="324222" y="5079"/>
                  </a:moveTo>
                  <a:lnTo>
                    <a:pt x="317957" y="5079"/>
                  </a:lnTo>
                  <a:lnTo>
                    <a:pt x="321094" y="6349"/>
                  </a:lnTo>
                  <a:lnTo>
                    <a:pt x="323155" y="7638"/>
                  </a:lnTo>
                  <a:lnTo>
                    <a:pt x="324134" y="7638"/>
                  </a:lnTo>
                  <a:lnTo>
                    <a:pt x="325323" y="8889"/>
                  </a:lnTo>
                  <a:lnTo>
                    <a:pt x="326478" y="8889"/>
                  </a:lnTo>
                  <a:lnTo>
                    <a:pt x="326883" y="7847"/>
                  </a:lnTo>
                  <a:lnTo>
                    <a:pt x="326964" y="7638"/>
                  </a:lnTo>
                  <a:lnTo>
                    <a:pt x="325611" y="6349"/>
                  </a:lnTo>
                  <a:lnTo>
                    <a:pt x="324222" y="5079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5" name="object 135"/>
            <p:cNvSpPr/>
            <p:nvPr/>
          </p:nvSpPr>
          <p:spPr>
            <a:xfrm>
              <a:off x="3953398" y="1104285"/>
              <a:ext cx="184785" cy="213360"/>
            </a:xfrm>
            <a:custGeom>
              <a:avLst/>
              <a:gdLst/>
              <a:ahLst/>
              <a:cxnLst/>
              <a:rect l="l" t="t" r="r" b="b"/>
              <a:pathLst>
                <a:path w="184785" h="213359">
                  <a:moveTo>
                    <a:pt x="137299" y="0"/>
                  </a:moveTo>
                  <a:lnTo>
                    <a:pt x="0" y="0"/>
                  </a:lnTo>
                  <a:lnTo>
                    <a:pt x="12" y="212953"/>
                  </a:lnTo>
                  <a:lnTo>
                    <a:pt x="8460" y="201381"/>
                  </a:lnTo>
                  <a:lnTo>
                    <a:pt x="18256" y="193671"/>
                  </a:lnTo>
                  <a:lnTo>
                    <a:pt x="35681" y="186357"/>
                  </a:lnTo>
                  <a:lnTo>
                    <a:pt x="67017" y="175971"/>
                  </a:lnTo>
                  <a:lnTo>
                    <a:pt x="91035" y="166410"/>
                  </a:lnTo>
                  <a:lnTo>
                    <a:pt x="105375" y="158538"/>
                  </a:lnTo>
                  <a:lnTo>
                    <a:pt x="115738" y="148140"/>
                  </a:lnTo>
                  <a:lnTo>
                    <a:pt x="127825" y="131000"/>
                  </a:lnTo>
                  <a:lnTo>
                    <a:pt x="143433" y="138874"/>
                  </a:lnTo>
                  <a:lnTo>
                    <a:pt x="184721" y="89954"/>
                  </a:lnTo>
                  <a:lnTo>
                    <a:pt x="159498" y="49029"/>
                  </a:lnTo>
                  <a:lnTo>
                    <a:pt x="146151" y="26017"/>
                  </a:lnTo>
                  <a:lnTo>
                    <a:pt x="140233" y="12485"/>
                  </a:lnTo>
                  <a:lnTo>
                    <a:pt x="137299" y="0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6" name="object 136"/>
            <p:cNvSpPr/>
            <p:nvPr/>
          </p:nvSpPr>
          <p:spPr>
            <a:xfrm>
              <a:off x="3963428" y="1159687"/>
              <a:ext cx="57785" cy="19050"/>
            </a:xfrm>
            <a:custGeom>
              <a:avLst/>
              <a:gdLst/>
              <a:ahLst/>
              <a:cxnLst/>
              <a:rect l="l" t="t" r="r" b="b"/>
              <a:pathLst>
                <a:path w="57785" h="19050">
                  <a:moveTo>
                    <a:pt x="114" y="12128"/>
                  </a:moveTo>
                  <a:lnTo>
                    <a:pt x="0" y="12280"/>
                  </a:lnTo>
                  <a:lnTo>
                    <a:pt x="114" y="12128"/>
                  </a:lnTo>
                  <a:close/>
                </a:path>
                <a:path w="57785" h="19050">
                  <a:moveTo>
                    <a:pt x="6489" y="18427"/>
                  </a:moveTo>
                  <a:lnTo>
                    <a:pt x="6121" y="18529"/>
                  </a:lnTo>
                  <a:lnTo>
                    <a:pt x="6273" y="18529"/>
                  </a:lnTo>
                  <a:lnTo>
                    <a:pt x="6489" y="18427"/>
                  </a:lnTo>
                  <a:close/>
                </a:path>
                <a:path w="57785" h="19050">
                  <a:moveTo>
                    <a:pt x="14808" y="13487"/>
                  </a:moveTo>
                  <a:lnTo>
                    <a:pt x="14668" y="13462"/>
                  </a:lnTo>
                  <a:lnTo>
                    <a:pt x="14706" y="13335"/>
                  </a:lnTo>
                  <a:lnTo>
                    <a:pt x="14516" y="13411"/>
                  </a:lnTo>
                  <a:lnTo>
                    <a:pt x="14668" y="13512"/>
                  </a:lnTo>
                  <a:lnTo>
                    <a:pt x="14808" y="13487"/>
                  </a:lnTo>
                  <a:close/>
                </a:path>
                <a:path w="57785" h="19050">
                  <a:moveTo>
                    <a:pt x="24993" y="14998"/>
                  </a:moveTo>
                  <a:lnTo>
                    <a:pt x="24917" y="14757"/>
                  </a:lnTo>
                  <a:lnTo>
                    <a:pt x="24790" y="15024"/>
                  </a:lnTo>
                  <a:lnTo>
                    <a:pt x="24815" y="15417"/>
                  </a:lnTo>
                  <a:lnTo>
                    <a:pt x="24980" y="15659"/>
                  </a:lnTo>
                  <a:lnTo>
                    <a:pt x="24917" y="15405"/>
                  </a:lnTo>
                  <a:lnTo>
                    <a:pt x="24993" y="14998"/>
                  </a:lnTo>
                  <a:close/>
                </a:path>
                <a:path w="57785" h="19050">
                  <a:moveTo>
                    <a:pt x="25819" y="698"/>
                  </a:moveTo>
                  <a:lnTo>
                    <a:pt x="25781" y="520"/>
                  </a:lnTo>
                  <a:lnTo>
                    <a:pt x="25819" y="698"/>
                  </a:lnTo>
                  <a:close/>
                </a:path>
                <a:path w="57785" h="19050">
                  <a:moveTo>
                    <a:pt x="25920" y="15532"/>
                  </a:moveTo>
                  <a:lnTo>
                    <a:pt x="25679" y="15328"/>
                  </a:lnTo>
                  <a:lnTo>
                    <a:pt x="25730" y="15621"/>
                  </a:lnTo>
                  <a:lnTo>
                    <a:pt x="25920" y="15532"/>
                  </a:lnTo>
                  <a:close/>
                </a:path>
                <a:path w="57785" h="19050">
                  <a:moveTo>
                    <a:pt x="26758" y="14579"/>
                  </a:moveTo>
                  <a:lnTo>
                    <a:pt x="26581" y="14630"/>
                  </a:lnTo>
                  <a:lnTo>
                    <a:pt x="26581" y="14770"/>
                  </a:lnTo>
                  <a:lnTo>
                    <a:pt x="26758" y="14655"/>
                  </a:lnTo>
                  <a:close/>
                </a:path>
                <a:path w="57785" h="19050">
                  <a:moveTo>
                    <a:pt x="28829" y="76"/>
                  </a:moveTo>
                  <a:lnTo>
                    <a:pt x="28689" y="0"/>
                  </a:lnTo>
                  <a:lnTo>
                    <a:pt x="28829" y="76"/>
                  </a:lnTo>
                  <a:close/>
                </a:path>
                <a:path w="57785" h="19050">
                  <a:moveTo>
                    <a:pt x="29591" y="11417"/>
                  </a:moveTo>
                  <a:lnTo>
                    <a:pt x="29375" y="11620"/>
                  </a:lnTo>
                  <a:lnTo>
                    <a:pt x="29349" y="11430"/>
                  </a:lnTo>
                  <a:lnTo>
                    <a:pt x="29210" y="11874"/>
                  </a:lnTo>
                  <a:lnTo>
                    <a:pt x="29337" y="12547"/>
                  </a:lnTo>
                  <a:lnTo>
                    <a:pt x="28689" y="12458"/>
                  </a:lnTo>
                  <a:lnTo>
                    <a:pt x="28575" y="12788"/>
                  </a:lnTo>
                  <a:lnTo>
                    <a:pt x="28625" y="12992"/>
                  </a:lnTo>
                  <a:lnTo>
                    <a:pt x="28752" y="13525"/>
                  </a:lnTo>
                  <a:lnTo>
                    <a:pt x="29184" y="13258"/>
                  </a:lnTo>
                  <a:lnTo>
                    <a:pt x="29362" y="12801"/>
                  </a:lnTo>
                  <a:lnTo>
                    <a:pt x="29540" y="12014"/>
                  </a:lnTo>
                  <a:lnTo>
                    <a:pt x="29489" y="11582"/>
                  </a:lnTo>
                  <a:lnTo>
                    <a:pt x="29591" y="11417"/>
                  </a:lnTo>
                  <a:close/>
                </a:path>
                <a:path w="57785" h="19050">
                  <a:moveTo>
                    <a:pt x="29984" y="0"/>
                  </a:moveTo>
                  <a:lnTo>
                    <a:pt x="29832" y="76"/>
                  </a:lnTo>
                  <a:lnTo>
                    <a:pt x="29984" y="177"/>
                  </a:lnTo>
                  <a:lnTo>
                    <a:pt x="29984" y="0"/>
                  </a:lnTo>
                  <a:close/>
                </a:path>
                <a:path w="57785" h="19050">
                  <a:moveTo>
                    <a:pt x="32131" y="13601"/>
                  </a:moveTo>
                  <a:lnTo>
                    <a:pt x="31915" y="13144"/>
                  </a:lnTo>
                  <a:lnTo>
                    <a:pt x="31623" y="13131"/>
                  </a:lnTo>
                  <a:lnTo>
                    <a:pt x="31623" y="13893"/>
                  </a:lnTo>
                  <a:lnTo>
                    <a:pt x="31737" y="13741"/>
                  </a:lnTo>
                  <a:lnTo>
                    <a:pt x="31838" y="13449"/>
                  </a:lnTo>
                  <a:lnTo>
                    <a:pt x="32131" y="13601"/>
                  </a:lnTo>
                  <a:close/>
                </a:path>
                <a:path w="57785" h="19050">
                  <a:moveTo>
                    <a:pt x="32296" y="10858"/>
                  </a:moveTo>
                  <a:lnTo>
                    <a:pt x="32270" y="10680"/>
                  </a:lnTo>
                  <a:lnTo>
                    <a:pt x="32219" y="10934"/>
                  </a:lnTo>
                  <a:close/>
                </a:path>
                <a:path w="57785" h="19050">
                  <a:moveTo>
                    <a:pt x="32994" y="13309"/>
                  </a:moveTo>
                  <a:lnTo>
                    <a:pt x="32867" y="13309"/>
                  </a:lnTo>
                  <a:lnTo>
                    <a:pt x="32943" y="13487"/>
                  </a:lnTo>
                  <a:lnTo>
                    <a:pt x="32994" y="13309"/>
                  </a:lnTo>
                  <a:close/>
                </a:path>
                <a:path w="57785" h="19050">
                  <a:moveTo>
                    <a:pt x="33553" y="18262"/>
                  </a:moveTo>
                  <a:lnTo>
                    <a:pt x="33426" y="18326"/>
                  </a:lnTo>
                  <a:lnTo>
                    <a:pt x="33553" y="18262"/>
                  </a:lnTo>
                  <a:close/>
                </a:path>
                <a:path w="57785" h="19050">
                  <a:moveTo>
                    <a:pt x="35712" y="14249"/>
                  </a:moveTo>
                  <a:lnTo>
                    <a:pt x="35585" y="13893"/>
                  </a:lnTo>
                  <a:lnTo>
                    <a:pt x="35560" y="14135"/>
                  </a:lnTo>
                  <a:lnTo>
                    <a:pt x="35712" y="14249"/>
                  </a:lnTo>
                  <a:close/>
                </a:path>
                <a:path w="57785" h="19050">
                  <a:moveTo>
                    <a:pt x="36360" y="5499"/>
                  </a:moveTo>
                  <a:lnTo>
                    <a:pt x="36195" y="5511"/>
                  </a:lnTo>
                  <a:lnTo>
                    <a:pt x="36309" y="5689"/>
                  </a:lnTo>
                  <a:lnTo>
                    <a:pt x="36360" y="5499"/>
                  </a:lnTo>
                  <a:close/>
                </a:path>
                <a:path w="57785" h="19050">
                  <a:moveTo>
                    <a:pt x="36728" y="7264"/>
                  </a:moveTo>
                  <a:lnTo>
                    <a:pt x="36728" y="7581"/>
                  </a:lnTo>
                  <a:lnTo>
                    <a:pt x="36728" y="7264"/>
                  </a:lnTo>
                  <a:close/>
                </a:path>
                <a:path w="57785" h="19050">
                  <a:moveTo>
                    <a:pt x="38531" y="12865"/>
                  </a:moveTo>
                  <a:lnTo>
                    <a:pt x="38379" y="13296"/>
                  </a:lnTo>
                  <a:lnTo>
                    <a:pt x="38531" y="12865"/>
                  </a:lnTo>
                  <a:close/>
                </a:path>
                <a:path w="57785" h="19050">
                  <a:moveTo>
                    <a:pt x="39154" y="13398"/>
                  </a:moveTo>
                  <a:lnTo>
                    <a:pt x="39001" y="13398"/>
                  </a:lnTo>
                  <a:lnTo>
                    <a:pt x="39154" y="13512"/>
                  </a:lnTo>
                  <a:close/>
                </a:path>
                <a:path w="57785" h="19050">
                  <a:moveTo>
                    <a:pt x="39458" y="13119"/>
                  </a:moveTo>
                  <a:lnTo>
                    <a:pt x="39395" y="12890"/>
                  </a:lnTo>
                  <a:lnTo>
                    <a:pt x="39281" y="13017"/>
                  </a:lnTo>
                  <a:lnTo>
                    <a:pt x="39458" y="13119"/>
                  </a:lnTo>
                  <a:close/>
                </a:path>
                <a:path w="57785" h="19050">
                  <a:moveTo>
                    <a:pt x="40259" y="8597"/>
                  </a:moveTo>
                  <a:lnTo>
                    <a:pt x="40220" y="8470"/>
                  </a:lnTo>
                  <a:lnTo>
                    <a:pt x="40043" y="8496"/>
                  </a:lnTo>
                  <a:lnTo>
                    <a:pt x="40259" y="8597"/>
                  </a:lnTo>
                  <a:close/>
                </a:path>
                <a:path w="57785" h="19050">
                  <a:moveTo>
                    <a:pt x="40373" y="13995"/>
                  </a:moveTo>
                  <a:lnTo>
                    <a:pt x="40170" y="13919"/>
                  </a:lnTo>
                  <a:lnTo>
                    <a:pt x="39941" y="13881"/>
                  </a:lnTo>
                  <a:lnTo>
                    <a:pt x="39763" y="13779"/>
                  </a:lnTo>
                  <a:lnTo>
                    <a:pt x="39789" y="13982"/>
                  </a:lnTo>
                  <a:lnTo>
                    <a:pt x="40297" y="14046"/>
                  </a:lnTo>
                  <a:close/>
                </a:path>
                <a:path w="57785" h="19050">
                  <a:moveTo>
                    <a:pt x="41452" y="13512"/>
                  </a:moveTo>
                  <a:lnTo>
                    <a:pt x="41313" y="13563"/>
                  </a:lnTo>
                  <a:lnTo>
                    <a:pt x="41452" y="13512"/>
                  </a:lnTo>
                  <a:close/>
                </a:path>
                <a:path w="57785" h="19050">
                  <a:moveTo>
                    <a:pt x="41859" y="4343"/>
                  </a:moveTo>
                  <a:lnTo>
                    <a:pt x="41706" y="4229"/>
                  </a:lnTo>
                  <a:lnTo>
                    <a:pt x="41554" y="4457"/>
                  </a:lnTo>
                  <a:lnTo>
                    <a:pt x="41859" y="4343"/>
                  </a:lnTo>
                  <a:close/>
                </a:path>
                <a:path w="57785" h="19050">
                  <a:moveTo>
                    <a:pt x="42481" y="16979"/>
                  </a:moveTo>
                  <a:lnTo>
                    <a:pt x="42278" y="15824"/>
                  </a:lnTo>
                  <a:lnTo>
                    <a:pt x="41859" y="14871"/>
                  </a:lnTo>
                  <a:lnTo>
                    <a:pt x="41935" y="13995"/>
                  </a:lnTo>
                  <a:lnTo>
                    <a:pt x="41744" y="13995"/>
                  </a:lnTo>
                  <a:lnTo>
                    <a:pt x="41884" y="15113"/>
                  </a:lnTo>
                  <a:lnTo>
                    <a:pt x="42138" y="16090"/>
                  </a:lnTo>
                  <a:lnTo>
                    <a:pt x="42481" y="16979"/>
                  </a:lnTo>
                  <a:close/>
                </a:path>
                <a:path w="57785" h="19050">
                  <a:moveTo>
                    <a:pt x="44818" y="9398"/>
                  </a:moveTo>
                  <a:lnTo>
                    <a:pt x="44538" y="9309"/>
                  </a:lnTo>
                  <a:lnTo>
                    <a:pt x="44399" y="9194"/>
                  </a:lnTo>
                  <a:lnTo>
                    <a:pt x="44577" y="9436"/>
                  </a:lnTo>
                  <a:lnTo>
                    <a:pt x="44818" y="9398"/>
                  </a:lnTo>
                  <a:close/>
                </a:path>
                <a:path w="57785" h="19050">
                  <a:moveTo>
                    <a:pt x="46316" y="5384"/>
                  </a:moveTo>
                  <a:lnTo>
                    <a:pt x="46126" y="5257"/>
                  </a:lnTo>
                  <a:lnTo>
                    <a:pt x="45910" y="5283"/>
                  </a:lnTo>
                  <a:lnTo>
                    <a:pt x="46316" y="5384"/>
                  </a:lnTo>
                  <a:close/>
                </a:path>
                <a:path w="57785" h="19050">
                  <a:moveTo>
                    <a:pt x="46634" y="5143"/>
                  </a:moveTo>
                  <a:lnTo>
                    <a:pt x="46443" y="4991"/>
                  </a:lnTo>
                  <a:lnTo>
                    <a:pt x="46443" y="5143"/>
                  </a:lnTo>
                  <a:lnTo>
                    <a:pt x="46634" y="5143"/>
                  </a:lnTo>
                  <a:close/>
                </a:path>
                <a:path w="57785" h="19050">
                  <a:moveTo>
                    <a:pt x="47066" y="5499"/>
                  </a:moveTo>
                  <a:lnTo>
                    <a:pt x="47028" y="5346"/>
                  </a:lnTo>
                  <a:lnTo>
                    <a:pt x="46697" y="5473"/>
                  </a:lnTo>
                  <a:lnTo>
                    <a:pt x="47066" y="5499"/>
                  </a:lnTo>
                  <a:close/>
                </a:path>
                <a:path w="57785" h="19050">
                  <a:moveTo>
                    <a:pt x="47612" y="6108"/>
                  </a:moveTo>
                  <a:lnTo>
                    <a:pt x="47294" y="6146"/>
                  </a:lnTo>
                  <a:lnTo>
                    <a:pt x="47612" y="6108"/>
                  </a:lnTo>
                  <a:close/>
                </a:path>
                <a:path w="57785" h="19050">
                  <a:moveTo>
                    <a:pt x="52031" y="11658"/>
                  </a:moveTo>
                  <a:lnTo>
                    <a:pt x="51739" y="11391"/>
                  </a:lnTo>
                  <a:lnTo>
                    <a:pt x="51955" y="11798"/>
                  </a:lnTo>
                  <a:lnTo>
                    <a:pt x="52031" y="11658"/>
                  </a:lnTo>
                  <a:close/>
                </a:path>
                <a:path w="57785" h="19050">
                  <a:moveTo>
                    <a:pt x="52070" y="13398"/>
                  </a:moveTo>
                  <a:lnTo>
                    <a:pt x="51943" y="13335"/>
                  </a:lnTo>
                  <a:lnTo>
                    <a:pt x="51993" y="13589"/>
                  </a:lnTo>
                  <a:lnTo>
                    <a:pt x="52070" y="13398"/>
                  </a:lnTo>
                  <a:close/>
                </a:path>
                <a:path w="57785" h="19050">
                  <a:moveTo>
                    <a:pt x="52832" y="5384"/>
                  </a:moveTo>
                  <a:lnTo>
                    <a:pt x="52755" y="5143"/>
                  </a:lnTo>
                  <a:lnTo>
                    <a:pt x="52578" y="5181"/>
                  </a:lnTo>
                  <a:lnTo>
                    <a:pt x="52539" y="5435"/>
                  </a:lnTo>
                  <a:lnTo>
                    <a:pt x="52832" y="5384"/>
                  </a:lnTo>
                  <a:close/>
                </a:path>
                <a:path w="57785" h="19050">
                  <a:moveTo>
                    <a:pt x="53149" y="16903"/>
                  </a:moveTo>
                  <a:lnTo>
                    <a:pt x="52895" y="16903"/>
                  </a:lnTo>
                  <a:lnTo>
                    <a:pt x="53149" y="17132"/>
                  </a:lnTo>
                  <a:lnTo>
                    <a:pt x="53149" y="16903"/>
                  </a:lnTo>
                  <a:close/>
                </a:path>
                <a:path w="57785" h="19050">
                  <a:moveTo>
                    <a:pt x="55359" y="14465"/>
                  </a:moveTo>
                  <a:lnTo>
                    <a:pt x="55206" y="14503"/>
                  </a:lnTo>
                  <a:lnTo>
                    <a:pt x="55245" y="14630"/>
                  </a:lnTo>
                  <a:lnTo>
                    <a:pt x="55359" y="14465"/>
                  </a:lnTo>
                  <a:close/>
                </a:path>
                <a:path w="57785" h="19050">
                  <a:moveTo>
                    <a:pt x="55524" y="9944"/>
                  </a:moveTo>
                  <a:lnTo>
                    <a:pt x="55270" y="9880"/>
                  </a:lnTo>
                  <a:lnTo>
                    <a:pt x="55397" y="10134"/>
                  </a:lnTo>
                  <a:lnTo>
                    <a:pt x="55270" y="9931"/>
                  </a:lnTo>
                  <a:lnTo>
                    <a:pt x="55486" y="10083"/>
                  </a:lnTo>
                  <a:lnTo>
                    <a:pt x="55524" y="9944"/>
                  </a:lnTo>
                  <a:close/>
                </a:path>
                <a:path w="57785" h="19050">
                  <a:moveTo>
                    <a:pt x="56413" y="8496"/>
                  </a:moveTo>
                  <a:lnTo>
                    <a:pt x="56273" y="8242"/>
                  </a:lnTo>
                  <a:lnTo>
                    <a:pt x="56235" y="8470"/>
                  </a:lnTo>
                  <a:lnTo>
                    <a:pt x="56413" y="8496"/>
                  </a:lnTo>
                  <a:close/>
                </a:path>
                <a:path w="57785" h="19050">
                  <a:moveTo>
                    <a:pt x="56692" y="8369"/>
                  </a:moveTo>
                  <a:lnTo>
                    <a:pt x="56540" y="8204"/>
                  </a:lnTo>
                  <a:lnTo>
                    <a:pt x="56591" y="8407"/>
                  </a:lnTo>
                  <a:close/>
                </a:path>
                <a:path w="57785" h="19050">
                  <a:moveTo>
                    <a:pt x="57200" y="18288"/>
                  </a:moveTo>
                  <a:lnTo>
                    <a:pt x="56667" y="18415"/>
                  </a:lnTo>
                  <a:lnTo>
                    <a:pt x="56857" y="18402"/>
                  </a:lnTo>
                  <a:lnTo>
                    <a:pt x="57073" y="18402"/>
                  </a:lnTo>
                  <a:lnTo>
                    <a:pt x="57200" y="18288"/>
                  </a:lnTo>
                  <a:close/>
                </a:path>
                <a:path w="57785" h="19050">
                  <a:moveTo>
                    <a:pt x="57429" y="5321"/>
                  </a:moveTo>
                  <a:lnTo>
                    <a:pt x="56946" y="5346"/>
                  </a:lnTo>
                  <a:lnTo>
                    <a:pt x="57340" y="5473"/>
                  </a:lnTo>
                  <a:lnTo>
                    <a:pt x="57429" y="53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7" name="object 137"/>
            <p:cNvSpPr/>
            <p:nvPr/>
          </p:nvSpPr>
          <p:spPr>
            <a:xfrm>
              <a:off x="3975062" y="1178318"/>
              <a:ext cx="44450" cy="29209"/>
            </a:xfrm>
            <a:custGeom>
              <a:avLst/>
              <a:gdLst/>
              <a:ahLst/>
              <a:cxnLst/>
              <a:rect l="l" t="t" r="r" b="b"/>
              <a:pathLst>
                <a:path w="44450" h="29209">
                  <a:moveTo>
                    <a:pt x="152" y="5562"/>
                  </a:moveTo>
                  <a:lnTo>
                    <a:pt x="0" y="5715"/>
                  </a:lnTo>
                  <a:lnTo>
                    <a:pt x="152" y="5676"/>
                  </a:lnTo>
                  <a:close/>
                </a:path>
                <a:path w="44450" h="29209">
                  <a:moveTo>
                    <a:pt x="6070" y="11277"/>
                  </a:moveTo>
                  <a:lnTo>
                    <a:pt x="5816" y="11366"/>
                  </a:lnTo>
                  <a:lnTo>
                    <a:pt x="6007" y="11328"/>
                  </a:lnTo>
                  <a:close/>
                </a:path>
                <a:path w="44450" h="29209">
                  <a:moveTo>
                    <a:pt x="10058" y="24320"/>
                  </a:moveTo>
                  <a:lnTo>
                    <a:pt x="9994" y="24180"/>
                  </a:lnTo>
                  <a:lnTo>
                    <a:pt x="9867" y="24244"/>
                  </a:lnTo>
                  <a:lnTo>
                    <a:pt x="9740" y="24384"/>
                  </a:lnTo>
                  <a:lnTo>
                    <a:pt x="9829" y="24511"/>
                  </a:lnTo>
                  <a:lnTo>
                    <a:pt x="10058" y="24320"/>
                  </a:lnTo>
                  <a:close/>
                </a:path>
                <a:path w="44450" h="29209">
                  <a:moveTo>
                    <a:pt x="11493" y="19888"/>
                  </a:moveTo>
                  <a:lnTo>
                    <a:pt x="11201" y="19824"/>
                  </a:lnTo>
                  <a:lnTo>
                    <a:pt x="11201" y="19951"/>
                  </a:lnTo>
                  <a:lnTo>
                    <a:pt x="11328" y="19977"/>
                  </a:lnTo>
                  <a:lnTo>
                    <a:pt x="11493" y="19888"/>
                  </a:lnTo>
                  <a:close/>
                </a:path>
                <a:path w="44450" h="29209">
                  <a:moveTo>
                    <a:pt x="11531" y="24282"/>
                  </a:moveTo>
                  <a:lnTo>
                    <a:pt x="11480" y="24079"/>
                  </a:lnTo>
                  <a:lnTo>
                    <a:pt x="11442" y="24218"/>
                  </a:lnTo>
                  <a:close/>
                </a:path>
                <a:path w="44450" h="29209">
                  <a:moveTo>
                    <a:pt x="11582" y="24904"/>
                  </a:moveTo>
                  <a:lnTo>
                    <a:pt x="11442" y="24904"/>
                  </a:lnTo>
                  <a:lnTo>
                    <a:pt x="11480" y="25044"/>
                  </a:lnTo>
                  <a:lnTo>
                    <a:pt x="11582" y="24904"/>
                  </a:lnTo>
                  <a:close/>
                </a:path>
                <a:path w="44450" h="29209">
                  <a:moveTo>
                    <a:pt x="12052" y="23304"/>
                  </a:moveTo>
                  <a:lnTo>
                    <a:pt x="11976" y="23520"/>
                  </a:lnTo>
                  <a:lnTo>
                    <a:pt x="12052" y="23304"/>
                  </a:lnTo>
                  <a:close/>
                </a:path>
                <a:path w="44450" h="29209">
                  <a:moveTo>
                    <a:pt x="12128" y="23596"/>
                  </a:moveTo>
                  <a:lnTo>
                    <a:pt x="12077" y="23926"/>
                  </a:lnTo>
                  <a:lnTo>
                    <a:pt x="12128" y="23596"/>
                  </a:lnTo>
                  <a:close/>
                </a:path>
                <a:path w="44450" h="29209">
                  <a:moveTo>
                    <a:pt x="12877" y="24752"/>
                  </a:moveTo>
                  <a:lnTo>
                    <a:pt x="12801" y="24511"/>
                  </a:lnTo>
                  <a:lnTo>
                    <a:pt x="12750" y="24701"/>
                  </a:lnTo>
                  <a:lnTo>
                    <a:pt x="12877" y="24752"/>
                  </a:lnTo>
                  <a:close/>
                </a:path>
                <a:path w="44450" h="29209">
                  <a:moveTo>
                    <a:pt x="12954" y="24320"/>
                  </a:moveTo>
                  <a:lnTo>
                    <a:pt x="12750" y="24206"/>
                  </a:lnTo>
                  <a:lnTo>
                    <a:pt x="12801" y="24345"/>
                  </a:lnTo>
                  <a:lnTo>
                    <a:pt x="12954" y="24320"/>
                  </a:lnTo>
                  <a:close/>
                </a:path>
                <a:path w="44450" h="29209">
                  <a:moveTo>
                    <a:pt x="13182" y="20739"/>
                  </a:moveTo>
                  <a:lnTo>
                    <a:pt x="12915" y="20675"/>
                  </a:lnTo>
                  <a:lnTo>
                    <a:pt x="12763" y="20751"/>
                  </a:lnTo>
                  <a:lnTo>
                    <a:pt x="13182" y="20739"/>
                  </a:lnTo>
                  <a:close/>
                </a:path>
                <a:path w="44450" h="29209">
                  <a:moveTo>
                    <a:pt x="13436" y="22402"/>
                  </a:moveTo>
                  <a:lnTo>
                    <a:pt x="13322" y="22275"/>
                  </a:lnTo>
                  <a:lnTo>
                    <a:pt x="13385" y="22618"/>
                  </a:lnTo>
                  <a:lnTo>
                    <a:pt x="13436" y="22402"/>
                  </a:lnTo>
                  <a:close/>
                </a:path>
                <a:path w="44450" h="29209">
                  <a:moveTo>
                    <a:pt x="13436" y="10401"/>
                  </a:moveTo>
                  <a:lnTo>
                    <a:pt x="13246" y="10477"/>
                  </a:lnTo>
                  <a:lnTo>
                    <a:pt x="13398" y="10553"/>
                  </a:lnTo>
                  <a:lnTo>
                    <a:pt x="13436" y="10401"/>
                  </a:lnTo>
                  <a:close/>
                </a:path>
                <a:path w="44450" h="29209">
                  <a:moveTo>
                    <a:pt x="14236" y="8509"/>
                  </a:moveTo>
                  <a:lnTo>
                    <a:pt x="14173" y="7912"/>
                  </a:lnTo>
                  <a:lnTo>
                    <a:pt x="14173" y="7239"/>
                  </a:lnTo>
                  <a:lnTo>
                    <a:pt x="14058" y="6553"/>
                  </a:lnTo>
                  <a:lnTo>
                    <a:pt x="14084" y="7188"/>
                  </a:lnTo>
                  <a:lnTo>
                    <a:pt x="14071" y="7823"/>
                  </a:lnTo>
                  <a:lnTo>
                    <a:pt x="14236" y="8509"/>
                  </a:lnTo>
                  <a:close/>
                </a:path>
                <a:path w="44450" h="29209">
                  <a:moveTo>
                    <a:pt x="14262" y="25146"/>
                  </a:moveTo>
                  <a:lnTo>
                    <a:pt x="14185" y="24828"/>
                  </a:lnTo>
                  <a:lnTo>
                    <a:pt x="13995" y="25222"/>
                  </a:lnTo>
                  <a:lnTo>
                    <a:pt x="14185" y="25146"/>
                  </a:lnTo>
                  <a:close/>
                </a:path>
                <a:path w="44450" h="29209">
                  <a:moveTo>
                    <a:pt x="14503" y="26504"/>
                  </a:moveTo>
                  <a:lnTo>
                    <a:pt x="14376" y="26479"/>
                  </a:lnTo>
                  <a:lnTo>
                    <a:pt x="14490" y="26695"/>
                  </a:lnTo>
                  <a:lnTo>
                    <a:pt x="14503" y="26504"/>
                  </a:lnTo>
                  <a:close/>
                </a:path>
                <a:path w="44450" h="29209">
                  <a:moveTo>
                    <a:pt x="14884" y="24536"/>
                  </a:moveTo>
                  <a:lnTo>
                    <a:pt x="14757" y="24472"/>
                  </a:lnTo>
                  <a:lnTo>
                    <a:pt x="14693" y="24701"/>
                  </a:lnTo>
                  <a:lnTo>
                    <a:pt x="14884" y="24536"/>
                  </a:lnTo>
                  <a:close/>
                </a:path>
                <a:path w="44450" h="29209">
                  <a:moveTo>
                    <a:pt x="14884" y="2578"/>
                  </a:moveTo>
                  <a:lnTo>
                    <a:pt x="14693" y="2654"/>
                  </a:lnTo>
                  <a:lnTo>
                    <a:pt x="14846" y="2768"/>
                  </a:lnTo>
                  <a:lnTo>
                    <a:pt x="14884" y="2578"/>
                  </a:lnTo>
                  <a:close/>
                </a:path>
                <a:path w="44450" h="29209">
                  <a:moveTo>
                    <a:pt x="15062" y="20713"/>
                  </a:moveTo>
                  <a:lnTo>
                    <a:pt x="14693" y="20764"/>
                  </a:lnTo>
                  <a:lnTo>
                    <a:pt x="14020" y="20650"/>
                  </a:lnTo>
                  <a:lnTo>
                    <a:pt x="13703" y="20789"/>
                  </a:lnTo>
                  <a:lnTo>
                    <a:pt x="14033" y="20764"/>
                  </a:lnTo>
                  <a:lnTo>
                    <a:pt x="14630" y="20866"/>
                  </a:lnTo>
                  <a:lnTo>
                    <a:pt x="15062" y="20713"/>
                  </a:lnTo>
                  <a:close/>
                </a:path>
                <a:path w="44450" h="29209">
                  <a:moveTo>
                    <a:pt x="17297" y="5689"/>
                  </a:moveTo>
                  <a:lnTo>
                    <a:pt x="17157" y="5740"/>
                  </a:lnTo>
                  <a:lnTo>
                    <a:pt x="17030" y="6807"/>
                  </a:lnTo>
                  <a:lnTo>
                    <a:pt x="17030" y="7950"/>
                  </a:lnTo>
                  <a:lnTo>
                    <a:pt x="17119" y="8775"/>
                  </a:lnTo>
                  <a:lnTo>
                    <a:pt x="17132" y="7531"/>
                  </a:lnTo>
                  <a:lnTo>
                    <a:pt x="17183" y="6883"/>
                  </a:lnTo>
                  <a:lnTo>
                    <a:pt x="17297" y="5702"/>
                  </a:lnTo>
                  <a:close/>
                </a:path>
                <a:path w="44450" h="29209">
                  <a:moveTo>
                    <a:pt x="17868" y="2501"/>
                  </a:moveTo>
                  <a:lnTo>
                    <a:pt x="17576" y="2438"/>
                  </a:lnTo>
                  <a:lnTo>
                    <a:pt x="17551" y="2616"/>
                  </a:lnTo>
                  <a:lnTo>
                    <a:pt x="17729" y="2730"/>
                  </a:lnTo>
                  <a:lnTo>
                    <a:pt x="17754" y="2527"/>
                  </a:lnTo>
                  <a:close/>
                </a:path>
                <a:path w="44450" h="29209">
                  <a:moveTo>
                    <a:pt x="21056" y="14884"/>
                  </a:moveTo>
                  <a:lnTo>
                    <a:pt x="20904" y="15252"/>
                  </a:lnTo>
                  <a:lnTo>
                    <a:pt x="21056" y="15240"/>
                  </a:lnTo>
                  <a:lnTo>
                    <a:pt x="21056" y="14884"/>
                  </a:lnTo>
                  <a:close/>
                </a:path>
                <a:path w="44450" h="29209">
                  <a:moveTo>
                    <a:pt x="21996" y="6146"/>
                  </a:moveTo>
                  <a:lnTo>
                    <a:pt x="21844" y="6146"/>
                  </a:lnTo>
                  <a:lnTo>
                    <a:pt x="21958" y="6299"/>
                  </a:lnTo>
                  <a:lnTo>
                    <a:pt x="21996" y="6146"/>
                  </a:lnTo>
                  <a:close/>
                </a:path>
                <a:path w="44450" h="29209">
                  <a:moveTo>
                    <a:pt x="22440" y="10807"/>
                  </a:moveTo>
                  <a:lnTo>
                    <a:pt x="22186" y="10960"/>
                  </a:lnTo>
                  <a:lnTo>
                    <a:pt x="22326" y="11049"/>
                  </a:lnTo>
                  <a:lnTo>
                    <a:pt x="22440" y="10807"/>
                  </a:lnTo>
                  <a:close/>
                </a:path>
                <a:path w="44450" h="29209">
                  <a:moveTo>
                    <a:pt x="23406" y="18681"/>
                  </a:moveTo>
                  <a:lnTo>
                    <a:pt x="23202" y="17132"/>
                  </a:lnTo>
                  <a:lnTo>
                    <a:pt x="22974" y="15087"/>
                  </a:lnTo>
                  <a:lnTo>
                    <a:pt x="22974" y="13385"/>
                  </a:lnTo>
                  <a:lnTo>
                    <a:pt x="22923" y="15227"/>
                  </a:lnTo>
                  <a:lnTo>
                    <a:pt x="23075" y="17119"/>
                  </a:lnTo>
                  <a:lnTo>
                    <a:pt x="23406" y="18681"/>
                  </a:lnTo>
                  <a:close/>
                </a:path>
                <a:path w="44450" h="29209">
                  <a:moveTo>
                    <a:pt x="26098" y="13106"/>
                  </a:moveTo>
                  <a:lnTo>
                    <a:pt x="25882" y="13144"/>
                  </a:lnTo>
                  <a:lnTo>
                    <a:pt x="25920" y="13284"/>
                  </a:lnTo>
                  <a:lnTo>
                    <a:pt x="26098" y="13106"/>
                  </a:lnTo>
                  <a:close/>
                </a:path>
                <a:path w="44450" h="29209">
                  <a:moveTo>
                    <a:pt x="26250" y="12230"/>
                  </a:moveTo>
                  <a:lnTo>
                    <a:pt x="25857" y="11874"/>
                  </a:lnTo>
                  <a:lnTo>
                    <a:pt x="25247" y="12280"/>
                  </a:lnTo>
                  <a:lnTo>
                    <a:pt x="25184" y="12725"/>
                  </a:lnTo>
                  <a:lnTo>
                    <a:pt x="25450" y="12458"/>
                  </a:lnTo>
                  <a:lnTo>
                    <a:pt x="25666" y="12039"/>
                  </a:lnTo>
                  <a:lnTo>
                    <a:pt x="26250" y="12230"/>
                  </a:lnTo>
                  <a:close/>
                </a:path>
                <a:path w="44450" h="29209">
                  <a:moveTo>
                    <a:pt x="27825" y="7912"/>
                  </a:moveTo>
                  <a:lnTo>
                    <a:pt x="27673" y="8597"/>
                  </a:lnTo>
                  <a:lnTo>
                    <a:pt x="27508" y="9499"/>
                  </a:lnTo>
                  <a:lnTo>
                    <a:pt x="27571" y="10299"/>
                  </a:lnTo>
                  <a:lnTo>
                    <a:pt x="27571" y="9537"/>
                  </a:lnTo>
                  <a:lnTo>
                    <a:pt x="27800" y="8610"/>
                  </a:lnTo>
                  <a:lnTo>
                    <a:pt x="27825" y="7912"/>
                  </a:lnTo>
                  <a:close/>
                </a:path>
                <a:path w="44450" h="29209">
                  <a:moveTo>
                    <a:pt x="28651" y="19824"/>
                  </a:moveTo>
                  <a:lnTo>
                    <a:pt x="28117" y="19659"/>
                  </a:lnTo>
                  <a:lnTo>
                    <a:pt x="28054" y="19481"/>
                  </a:lnTo>
                  <a:lnTo>
                    <a:pt x="28079" y="19786"/>
                  </a:lnTo>
                  <a:lnTo>
                    <a:pt x="28295" y="19824"/>
                  </a:lnTo>
                  <a:lnTo>
                    <a:pt x="28486" y="19875"/>
                  </a:lnTo>
                  <a:lnTo>
                    <a:pt x="28651" y="19824"/>
                  </a:lnTo>
                  <a:close/>
                </a:path>
                <a:path w="44450" h="29209">
                  <a:moveTo>
                    <a:pt x="29438" y="19875"/>
                  </a:moveTo>
                  <a:lnTo>
                    <a:pt x="29222" y="19773"/>
                  </a:lnTo>
                  <a:lnTo>
                    <a:pt x="29083" y="19850"/>
                  </a:lnTo>
                  <a:lnTo>
                    <a:pt x="29438" y="19875"/>
                  </a:lnTo>
                  <a:close/>
                </a:path>
                <a:path w="44450" h="29209">
                  <a:moveTo>
                    <a:pt x="29921" y="19265"/>
                  </a:moveTo>
                  <a:lnTo>
                    <a:pt x="29857" y="19075"/>
                  </a:lnTo>
                  <a:lnTo>
                    <a:pt x="29705" y="19113"/>
                  </a:lnTo>
                  <a:lnTo>
                    <a:pt x="29705" y="19240"/>
                  </a:lnTo>
                  <a:lnTo>
                    <a:pt x="29921" y="19265"/>
                  </a:lnTo>
                  <a:close/>
                </a:path>
                <a:path w="44450" h="29209">
                  <a:moveTo>
                    <a:pt x="30530" y="17183"/>
                  </a:moveTo>
                  <a:lnTo>
                    <a:pt x="30353" y="17932"/>
                  </a:lnTo>
                  <a:lnTo>
                    <a:pt x="30391" y="18059"/>
                  </a:lnTo>
                  <a:lnTo>
                    <a:pt x="30505" y="17627"/>
                  </a:lnTo>
                  <a:lnTo>
                    <a:pt x="30530" y="17183"/>
                  </a:lnTo>
                  <a:close/>
                </a:path>
                <a:path w="44450" h="29209">
                  <a:moveTo>
                    <a:pt x="30594" y="16421"/>
                  </a:moveTo>
                  <a:lnTo>
                    <a:pt x="30429" y="16243"/>
                  </a:lnTo>
                  <a:lnTo>
                    <a:pt x="30492" y="16383"/>
                  </a:lnTo>
                  <a:lnTo>
                    <a:pt x="30467" y="16802"/>
                  </a:lnTo>
                  <a:lnTo>
                    <a:pt x="30543" y="17081"/>
                  </a:lnTo>
                  <a:lnTo>
                    <a:pt x="30568" y="16789"/>
                  </a:lnTo>
                  <a:lnTo>
                    <a:pt x="30594" y="16421"/>
                  </a:lnTo>
                  <a:close/>
                </a:path>
                <a:path w="44450" h="29209">
                  <a:moveTo>
                    <a:pt x="31051" y="19735"/>
                  </a:moveTo>
                  <a:lnTo>
                    <a:pt x="30695" y="19634"/>
                  </a:lnTo>
                  <a:lnTo>
                    <a:pt x="30289" y="19608"/>
                  </a:lnTo>
                  <a:lnTo>
                    <a:pt x="30187" y="19291"/>
                  </a:lnTo>
                  <a:lnTo>
                    <a:pt x="30035" y="19291"/>
                  </a:lnTo>
                  <a:lnTo>
                    <a:pt x="30035" y="19507"/>
                  </a:lnTo>
                  <a:lnTo>
                    <a:pt x="30048" y="19685"/>
                  </a:lnTo>
                  <a:lnTo>
                    <a:pt x="30226" y="19735"/>
                  </a:lnTo>
                  <a:lnTo>
                    <a:pt x="30226" y="19608"/>
                  </a:lnTo>
                  <a:lnTo>
                    <a:pt x="30759" y="19913"/>
                  </a:lnTo>
                  <a:lnTo>
                    <a:pt x="30911" y="19926"/>
                  </a:lnTo>
                  <a:lnTo>
                    <a:pt x="30911" y="19735"/>
                  </a:lnTo>
                  <a:lnTo>
                    <a:pt x="31051" y="19735"/>
                  </a:lnTo>
                  <a:close/>
                </a:path>
                <a:path w="44450" h="29209">
                  <a:moveTo>
                    <a:pt x="32118" y="27012"/>
                  </a:moveTo>
                  <a:lnTo>
                    <a:pt x="32042" y="26441"/>
                  </a:lnTo>
                  <a:lnTo>
                    <a:pt x="32067" y="27203"/>
                  </a:lnTo>
                  <a:lnTo>
                    <a:pt x="31978" y="28244"/>
                  </a:lnTo>
                  <a:lnTo>
                    <a:pt x="32067" y="28816"/>
                  </a:lnTo>
                  <a:lnTo>
                    <a:pt x="32042" y="28067"/>
                  </a:lnTo>
                  <a:lnTo>
                    <a:pt x="32118" y="27012"/>
                  </a:lnTo>
                  <a:close/>
                </a:path>
                <a:path w="44450" h="29209">
                  <a:moveTo>
                    <a:pt x="32461" y="20116"/>
                  </a:moveTo>
                  <a:lnTo>
                    <a:pt x="32283" y="20205"/>
                  </a:lnTo>
                  <a:lnTo>
                    <a:pt x="32461" y="20320"/>
                  </a:lnTo>
                  <a:lnTo>
                    <a:pt x="32461" y="20116"/>
                  </a:lnTo>
                  <a:close/>
                </a:path>
                <a:path w="44450" h="29209">
                  <a:moveTo>
                    <a:pt x="34353" y="13258"/>
                  </a:moveTo>
                  <a:lnTo>
                    <a:pt x="34137" y="12890"/>
                  </a:lnTo>
                  <a:lnTo>
                    <a:pt x="34137" y="13144"/>
                  </a:lnTo>
                  <a:lnTo>
                    <a:pt x="34353" y="13258"/>
                  </a:lnTo>
                  <a:close/>
                </a:path>
                <a:path w="44450" h="29209">
                  <a:moveTo>
                    <a:pt x="34810" y="14224"/>
                  </a:moveTo>
                  <a:lnTo>
                    <a:pt x="34683" y="14160"/>
                  </a:lnTo>
                  <a:lnTo>
                    <a:pt x="34582" y="14389"/>
                  </a:lnTo>
                  <a:lnTo>
                    <a:pt x="34709" y="14236"/>
                  </a:lnTo>
                  <a:close/>
                </a:path>
                <a:path w="44450" h="29209">
                  <a:moveTo>
                    <a:pt x="34886" y="14770"/>
                  </a:moveTo>
                  <a:lnTo>
                    <a:pt x="34785" y="14287"/>
                  </a:lnTo>
                  <a:lnTo>
                    <a:pt x="34658" y="14325"/>
                  </a:lnTo>
                  <a:lnTo>
                    <a:pt x="34607" y="14579"/>
                  </a:lnTo>
                  <a:lnTo>
                    <a:pt x="34886" y="14770"/>
                  </a:lnTo>
                  <a:close/>
                </a:path>
                <a:path w="44450" h="29209">
                  <a:moveTo>
                    <a:pt x="35712" y="12801"/>
                  </a:moveTo>
                  <a:lnTo>
                    <a:pt x="35585" y="13144"/>
                  </a:lnTo>
                  <a:lnTo>
                    <a:pt x="35394" y="13411"/>
                  </a:lnTo>
                  <a:lnTo>
                    <a:pt x="35179" y="13677"/>
                  </a:lnTo>
                  <a:lnTo>
                    <a:pt x="35445" y="13703"/>
                  </a:lnTo>
                  <a:lnTo>
                    <a:pt x="35560" y="13423"/>
                  </a:lnTo>
                  <a:lnTo>
                    <a:pt x="35534" y="13284"/>
                  </a:lnTo>
                  <a:lnTo>
                    <a:pt x="35674" y="13284"/>
                  </a:lnTo>
                  <a:lnTo>
                    <a:pt x="35712" y="12801"/>
                  </a:lnTo>
                  <a:close/>
                </a:path>
                <a:path w="44450" h="29209">
                  <a:moveTo>
                    <a:pt x="39255" y="266"/>
                  </a:moveTo>
                  <a:lnTo>
                    <a:pt x="39052" y="304"/>
                  </a:lnTo>
                  <a:lnTo>
                    <a:pt x="39192" y="381"/>
                  </a:lnTo>
                  <a:close/>
                </a:path>
                <a:path w="44450" h="29209">
                  <a:moveTo>
                    <a:pt x="43675" y="508"/>
                  </a:moveTo>
                  <a:lnTo>
                    <a:pt x="43535" y="444"/>
                  </a:lnTo>
                  <a:lnTo>
                    <a:pt x="43675" y="508"/>
                  </a:lnTo>
                  <a:close/>
                </a:path>
                <a:path w="44450" h="29209">
                  <a:moveTo>
                    <a:pt x="44069" y="76"/>
                  </a:moveTo>
                  <a:lnTo>
                    <a:pt x="43395" y="0"/>
                  </a:lnTo>
                  <a:lnTo>
                    <a:pt x="43599" y="63"/>
                  </a:lnTo>
                  <a:lnTo>
                    <a:pt x="43815" y="76"/>
                  </a:lnTo>
                  <a:lnTo>
                    <a:pt x="44069" y="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8" name="object 138"/>
            <p:cNvSpPr/>
            <p:nvPr/>
          </p:nvSpPr>
          <p:spPr>
            <a:xfrm>
              <a:off x="3961181" y="1159662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1168" y="8382"/>
                  </a:moveTo>
                  <a:lnTo>
                    <a:pt x="914" y="8128"/>
                  </a:lnTo>
                  <a:lnTo>
                    <a:pt x="952" y="8382"/>
                  </a:lnTo>
                  <a:lnTo>
                    <a:pt x="1168" y="8382"/>
                  </a:lnTo>
                  <a:close/>
                </a:path>
                <a:path w="64135" h="50800">
                  <a:moveTo>
                    <a:pt x="1358" y="16129"/>
                  </a:moveTo>
                  <a:lnTo>
                    <a:pt x="1104" y="16129"/>
                  </a:lnTo>
                  <a:lnTo>
                    <a:pt x="1181" y="16383"/>
                  </a:lnTo>
                  <a:lnTo>
                    <a:pt x="1270" y="16637"/>
                  </a:lnTo>
                  <a:lnTo>
                    <a:pt x="1358" y="16129"/>
                  </a:lnTo>
                  <a:close/>
                </a:path>
                <a:path w="64135" h="50800">
                  <a:moveTo>
                    <a:pt x="1511" y="14986"/>
                  </a:moveTo>
                  <a:lnTo>
                    <a:pt x="1371" y="14986"/>
                  </a:lnTo>
                  <a:lnTo>
                    <a:pt x="1282" y="15240"/>
                  </a:lnTo>
                  <a:lnTo>
                    <a:pt x="1511" y="14986"/>
                  </a:lnTo>
                  <a:close/>
                </a:path>
                <a:path w="64135" h="50800">
                  <a:moveTo>
                    <a:pt x="1562" y="7620"/>
                  </a:moveTo>
                  <a:lnTo>
                    <a:pt x="1206" y="7493"/>
                  </a:lnTo>
                  <a:lnTo>
                    <a:pt x="1320" y="7620"/>
                  </a:lnTo>
                  <a:lnTo>
                    <a:pt x="1562" y="7620"/>
                  </a:lnTo>
                  <a:close/>
                </a:path>
                <a:path w="64135" h="50800">
                  <a:moveTo>
                    <a:pt x="2032" y="8636"/>
                  </a:moveTo>
                  <a:lnTo>
                    <a:pt x="2006" y="8382"/>
                  </a:lnTo>
                  <a:lnTo>
                    <a:pt x="1193" y="8382"/>
                  </a:lnTo>
                  <a:lnTo>
                    <a:pt x="1270" y="8509"/>
                  </a:lnTo>
                  <a:lnTo>
                    <a:pt x="952" y="8382"/>
                  </a:lnTo>
                  <a:lnTo>
                    <a:pt x="1041" y="8636"/>
                  </a:lnTo>
                  <a:lnTo>
                    <a:pt x="1968" y="8763"/>
                  </a:lnTo>
                  <a:lnTo>
                    <a:pt x="1651" y="8636"/>
                  </a:lnTo>
                  <a:lnTo>
                    <a:pt x="2032" y="8636"/>
                  </a:lnTo>
                  <a:close/>
                </a:path>
                <a:path w="64135" h="50800">
                  <a:moveTo>
                    <a:pt x="2717" y="7366"/>
                  </a:moveTo>
                  <a:lnTo>
                    <a:pt x="2667" y="7112"/>
                  </a:lnTo>
                  <a:lnTo>
                    <a:pt x="2501" y="7112"/>
                  </a:lnTo>
                  <a:lnTo>
                    <a:pt x="2527" y="6858"/>
                  </a:lnTo>
                  <a:lnTo>
                    <a:pt x="2374" y="7112"/>
                  </a:lnTo>
                  <a:lnTo>
                    <a:pt x="2451" y="6858"/>
                  </a:lnTo>
                  <a:lnTo>
                    <a:pt x="2641" y="6858"/>
                  </a:lnTo>
                  <a:lnTo>
                    <a:pt x="2298" y="6680"/>
                  </a:lnTo>
                  <a:lnTo>
                    <a:pt x="2298" y="6985"/>
                  </a:lnTo>
                  <a:lnTo>
                    <a:pt x="2298" y="6680"/>
                  </a:lnTo>
                  <a:lnTo>
                    <a:pt x="2159" y="6604"/>
                  </a:lnTo>
                  <a:lnTo>
                    <a:pt x="1651" y="6604"/>
                  </a:lnTo>
                  <a:lnTo>
                    <a:pt x="1841" y="6858"/>
                  </a:lnTo>
                  <a:lnTo>
                    <a:pt x="2070" y="6858"/>
                  </a:lnTo>
                  <a:lnTo>
                    <a:pt x="1993" y="6985"/>
                  </a:lnTo>
                  <a:lnTo>
                    <a:pt x="1905" y="6858"/>
                  </a:lnTo>
                  <a:lnTo>
                    <a:pt x="1511" y="6858"/>
                  </a:lnTo>
                  <a:lnTo>
                    <a:pt x="1333" y="6731"/>
                  </a:lnTo>
                  <a:lnTo>
                    <a:pt x="1155" y="6794"/>
                  </a:lnTo>
                  <a:lnTo>
                    <a:pt x="1130" y="6921"/>
                  </a:lnTo>
                  <a:lnTo>
                    <a:pt x="812" y="6858"/>
                  </a:lnTo>
                  <a:lnTo>
                    <a:pt x="1155" y="6858"/>
                  </a:lnTo>
                  <a:lnTo>
                    <a:pt x="863" y="6629"/>
                  </a:lnTo>
                  <a:lnTo>
                    <a:pt x="241" y="6604"/>
                  </a:lnTo>
                  <a:lnTo>
                    <a:pt x="304" y="6858"/>
                  </a:lnTo>
                  <a:lnTo>
                    <a:pt x="419" y="7366"/>
                  </a:lnTo>
                  <a:lnTo>
                    <a:pt x="533" y="7874"/>
                  </a:lnTo>
                  <a:lnTo>
                    <a:pt x="762" y="7874"/>
                  </a:lnTo>
                  <a:lnTo>
                    <a:pt x="673" y="7620"/>
                  </a:lnTo>
                  <a:lnTo>
                    <a:pt x="584" y="7366"/>
                  </a:lnTo>
                  <a:lnTo>
                    <a:pt x="495" y="7112"/>
                  </a:lnTo>
                  <a:lnTo>
                    <a:pt x="431" y="6985"/>
                  </a:lnTo>
                  <a:lnTo>
                    <a:pt x="876" y="7366"/>
                  </a:lnTo>
                  <a:lnTo>
                    <a:pt x="1054" y="7112"/>
                  </a:lnTo>
                  <a:lnTo>
                    <a:pt x="1397" y="7112"/>
                  </a:lnTo>
                  <a:lnTo>
                    <a:pt x="1917" y="7112"/>
                  </a:lnTo>
                  <a:lnTo>
                    <a:pt x="2108" y="7112"/>
                  </a:lnTo>
                  <a:lnTo>
                    <a:pt x="2298" y="7366"/>
                  </a:lnTo>
                  <a:lnTo>
                    <a:pt x="2667" y="7366"/>
                  </a:lnTo>
                  <a:close/>
                </a:path>
                <a:path w="64135" h="50800">
                  <a:moveTo>
                    <a:pt x="3416" y="6604"/>
                  </a:moveTo>
                  <a:lnTo>
                    <a:pt x="3162" y="6350"/>
                  </a:lnTo>
                  <a:lnTo>
                    <a:pt x="3111" y="6604"/>
                  </a:lnTo>
                  <a:lnTo>
                    <a:pt x="3416" y="6604"/>
                  </a:lnTo>
                  <a:close/>
                </a:path>
                <a:path w="64135" h="50800">
                  <a:moveTo>
                    <a:pt x="3581" y="18961"/>
                  </a:moveTo>
                  <a:lnTo>
                    <a:pt x="3556" y="18821"/>
                  </a:lnTo>
                  <a:lnTo>
                    <a:pt x="3340" y="18821"/>
                  </a:lnTo>
                  <a:lnTo>
                    <a:pt x="3581" y="18961"/>
                  </a:lnTo>
                  <a:close/>
                </a:path>
                <a:path w="64135" h="50800">
                  <a:moveTo>
                    <a:pt x="5346" y="20053"/>
                  </a:moveTo>
                  <a:lnTo>
                    <a:pt x="4965" y="19812"/>
                  </a:lnTo>
                  <a:lnTo>
                    <a:pt x="5245" y="20066"/>
                  </a:lnTo>
                  <a:close/>
                </a:path>
                <a:path w="64135" h="50800">
                  <a:moveTo>
                    <a:pt x="5791" y="20320"/>
                  </a:moveTo>
                  <a:lnTo>
                    <a:pt x="5588" y="20193"/>
                  </a:lnTo>
                  <a:lnTo>
                    <a:pt x="5575" y="20320"/>
                  </a:lnTo>
                  <a:lnTo>
                    <a:pt x="5791" y="20320"/>
                  </a:lnTo>
                  <a:close/>
                </a:path>
                <a:path w="64135" h="50800">
                  <a:moveTo>
                    <a:pt x="6502" y="20828"/>
                  </a:moveTo>
                  <a:lnTo>
                    <a:pt x="6451" y="20701"/>
                  </a:lnTo>
                  <a:lnTo>
                    <a:pt x="6197" y="20828"/>
                  </a:lnTo>
                  <a:lnTo>
                    <a:pt x="6502" y="20828"/>
                  </a:lnTo>
                  <a:close/>
                </a:path>
                <a:path w="64135" h="50800">
                  <a:moveTo>
                    <a:pt x="7327" y="19558"/>
                  </a:moveTo>
                  <a:lnTo>
                    <a:pt x="6985" y="19558"/>
                  </a:lnTo>
                  <a:lnTo>
                    <a:pt x="7035" y="19812"/>
                  </a:lnTo>
                  <a:lnTo>
                    <a:pt x="7327" y="19558"/>
                  </a:lnTo>
                  <a:close/>
                </a:path>
                <a:path w="64135" h="50800">
                  <a:moveTo>
                    <a:pt x="9359" y="18415"/>
                  </a:moveTo>
                  <a:lnTo>
                    <a:pt x="9194" y="18415"/>
                  </a:lnTo>
                  <a:lnTo>
                    <a:pt x="9321" y="18796"/>
                  </a:lnTo>
                  <a:lnTo>
                    <a:pt x="9359" y="18415"/>
                  </a:lnTo>
                  <a:close/>
                </a:path>
                <a:path w="64135" h="50800">
                  <a:moveTo>
                    <a:pt x="9829" y="27178"/>
                  </a:moveTo>
                  <a:lnTo>
                    <a:pt x="9512" y="27051"/>
                  </a:lnTo>
                  <a:lnTo>
                    <a:pt x="9309" y="26924"/>
                  </a:lnTo>
                  <a:lnTo>
                    <a:pt x="9309" y="27051"/>
                  </a:lnTo>
                  <a:lnTo>
                    <a:pt x="9829" y="27178"/>
                  </a:lnTo>
                  <a:close/>
                </a:path>
                <a:path w="64135" h="50800">
                  <a:moveTo>
                    <a:pt x="12598" y="24765"/>
                  </a:moveTo>
                  <a:lnTo>
                    <a:pt x="12573" y="24511"/>
                  </a:lnTo>
                  <a:lnTo>
                    <a:pt x="12344" y="24511"/>
                  </a:lnTo>
                  <a:lnTo>
                    <a:pt x="12420" y="24765"/>
                  </a:lnTo>
                  <a:lnTo>
                    <a:pt x="12598" y="24765"/>
                  </a:lnTo>
                  <a:close/>
                </a:path>
                <a:path w="64135" h="50800">
                  <a:moveTo>
                    <a:pt x="12712" y="32004"/>
                  </a:moveTo>
                  <a:lnTo>
                    <a:pt x="12141" y="31877"/>
                  </a:lnTo>
                  <a:lnTo>
                    <a:pt x="12217" y="32131"/>
                  </a:lnTo>
                  <a:lnTo>
                    <a:pt x="12712" y="32004"/>
                  </a:lnTo>
                  <a:close/>
                </a:path>
                <a:path w="64135" h="50800">
                  <a:moveTo>
                    <a:pt x="12979" y="25273"/>
                  </a:moveTo>
                  <a:lnTo>
                    <a:pt x="12496" y="25146"/>
                  </a:lnTo>
                  <a:lnTo>
                    <a:pt x="12509" y="25019"/>
                  </a:lnTo>
                  <a:lnTo>
                    <a:pt x="12306" y="25019"/>
                  </a:lnTo>
                  <a:lnTo>
                    <a:pt x="12344" y="24511"/>
                  </a:lnTo>
                  <a:lnTo>
                    <a:pt x="12026" y="24511"/>
                  </a:lnTo>
                  <a:lnTo>
                    <a:pt x="12103" y="25273"/>
                  </a:lnTo>
                  <a:lnTo>
                    <a:pt x="12979" y="25273"/>
                  </a:lnTo>
                  <a:close/>
                </a:path>
                <a:path w="64135" h="50800">
                  <a:moveTo>
                    <a:pt x="13055" y="20726"/>
                  </a:moveTo>
                  <a:lnTo>
                    <a:pt x="12941" y="20574"/>
                  </a:lnTo>
                  <a:lnTo>
                    <a:pt x="12712" y="20574"/>
                  </a:lnTo>
                  <a:lnTo>
                    <a:pt x="13055" y="20726"/>
                  </a:lnTo>
                  <a:close/>
                </a:path>
                <a:path w="64135" h="50800">
                  <a:moveTo>
                    <a:pt x="13195" y="31242"/>
                  </a:moveTo>
                  <a:lnTo>
                    <a:pt x="13042" y="31115"/>
                  </a:lnTo>
                  <a:lnTo>
                    <a:pt x="12966" y="31242"/>
                  </a:lnTo>
                  <a:lnTo>
                    <a:pt x="13195" y="31242"/>
                  </a:lnTo>
                  <a:close/>
                </a:path>
                <a:path w="64135" h="50800">
                  <a:moveTo>
                    <a:pt x="13296" y="20828"/>
                  </a:moveTo>
                  <a:lnTo>
                    <a:pt x="13220" y="20574"/>
                  </a:lnTo>
                  <a:lnTo>
                    <a:pt x="12496" y="20320"/>
                  </a:lnTo>
                  <a:lnTo>
                    <a:pt x="12979" y="20574"/>
                  </a:lnTo>
                  <a:lnTo>
                    <a:pt x="13296" y="20828"/>
                  </a:lnTo>
                  <a:close/>
                </a:path>
                <a:path w="64135" h="50800">
                  <a:moveTo>
                    <a:pt x="13538" y="22479"/>
                  </a:moveTo>
                  <a:lnTo>
                    <a:pt x="12242" y="22479"/>
                  </a:lnTo>
                  <a:lnTo>
                    <a:pt x="12179" y="22733"/>
                  </a:lnTo>
                  <a:lnTo>
                    <a:pt x="13233" y="22733"/>
                  </a:lnTo>
                  <a:lnTo>
                    <a:pt x="13538" y="22479"/>
                  </a:lnTo>
                  <a:close/>
                </a:path>
                <a:path w="64135" h="50800">
                  <a:moveTo>
                    <a:pt x="14439" y="22987"/>
                  </a:moveTo>
                  <a:lnTo>
                    <a:pt x="12039" y="22987"/>
                  </a:lnTo>
                  <a:lnTo>
                    <a:pt x="11950" y="23495"/>
                  </a:lnTo>
                  <a:lnTo>
                    <a:pt x="11137" y="23749"/>
                  </a:lnTo>
                  <a:lnTo>
                    <a:pt x="11887" y="23749"/>
                  </a:lnTo>
                  <a:lnTo>
                    <a:pt x="11988" y="24257"/>
                  </a:lnTo>
                  <a:lnTo>
                    <a:pt x="12890" y="24257"/>
                  </a:lnTo>
                  <a:lnTo>
                    <a:pt x="13030" y="24257"/>
                  </a:lnTo>
                  <a:lnTo>
                    <a:pt x="13169" y="24257"/>
                  </a:lnTo>
                  <a:lnTo>
                    <a:pt x="13030" y="24257"/>
                  </a:lnTo>
                  <a:lnTo>
                    <a:pt x="12890" y="24257"/>
                  </a:lnTo>
                  <a:lnTo>
                    <a:pt x="12814" y="24511"/>
                  </a:lnTo>
                  <a:lnTo>
                    <a:pt x="12598" y="24511"/>
                  </a:lnTo>
                  <a:lnTo>
                    <a:pt x="12649" y="24765"/>
                  </a:lnTo>
                  <a:lnTo>
                    <a:pt x="12763" y="25019"/>
                  </a:lnTo>
                  <a:lnTo>
                    <a:pt x="12852" y="24511"/>
                  </a:lnTo>
                  <a:lnTo>
                    <a:pt x="12979" y="24511"/>
                  </a:lnTo>
                  <a:lnTo>
                    <a:pt x="13195" y="24511"/>
                  </a:lnTo>
                  <a:lnTo>
                    <a:pt x="13385" y="24511"/>
                  </a:lnTo>
                  <a:lnTo>
                    <a:pt x="13550" y="24638"/>
                  </a:lnTo>
                  <a:lnTo>
                    <a:pt x="13474" y="24257"/>
                  </a:lnTo>
                  <a:lnTo>
                    <a:pt x="13855" y="24511"/>
                  </a:lnTo>
                  <a:lnTo>
                    <a:pt x="13741" y="24257"/>
                  </a:lnTo>
                  <a:lnTo>
                    <a:pt x="14020" y="23774"/>
                  </a:lnTo>
                  <a:lnTo>
                    <a:pt x="14109" y="24257"/>
                  </a:lnTo>
                  <a:lnTo>
                    <a:pt x="14376" y="24396"/>
                  </a:lnTo>
                  <a:lnTo>
                    <a:pt x="14300" y="24003"/>
                  </a:lnTo>
                  <a:lnTo>
                    <a:pt x="14287" y="23749"/>
                  </a:lnTo>
                  <a:lnTo>
                    <a:pt x="14033" y="23749"/>
                  </a:lnTo>
                  <a:lnTo>
                    <a:pt x="13754" y="23749"/>
                  </a:lnTo>
                  <a:lnTo>
                    <a:pt x="13677" y="23495"/>
                  </a:lnTo>
                  <a:lnTo>
                    <a:pt x="14274" y="23495"/>
                  </a:lnTo>
                  <a:lnTo>
                    <a:pt x="14262" y="23241"/>
                  </a:lnTo>
                  <a:lnTo>
                    <a:pt x="14439" y="22987"/>
                  </a:lnTo>
                  <a:close/>
                </a:path>
                <a:path w="64135" h="50800">
                  <a:moveTo>
                    <a:pt x="14490" y="22479"/>
                  </a:moveTo>
                  <a:lnTo>
                    <a:pt x="14198" y="22479"/>
                  </a:lnTo>
                  <a:lnTo>
                    <a:pt x="13538" y="22479"/>
                  </a:lnTo>
                  <a:lnTo>
                    <a:pt x="13423" y="22733"/>
                  </a:lnTo>
                  <a:lnTo>
                    <a:pt x="14058" y="22733"/>
                  </a:lnTo>
                  <a:lnTo>
                    <a:pt x="14490" y="22479"/>
                  </a:lnTo>
                  <a:close/>
                </a:path>
                <a:path w="64135" h="50800">
                  <a:moveTo>
                    <a:pt x="14516" y="22733"/>
                  </a:moveTo>
                  <a:lnTo>
                    <a:pt x="14185" y="22733"/>
                  </a:lnTo>
                  <a:lnTo>
                    <a:pt x="14478" y="22860"/>
                  </a:lnTo>
                  <a:lnTo>
                    <a:pt x="14516" y="22733"/>
                  </a:lnTo>
                  <a:close/>
                </a:path>
                <a:path w="64135" h="50800">
                  <a:moveTo>
                    <a:pt x="14782" y="24511"/>
                  </a:moveTo>
                  <a:lnTo>
                    <a:pt x="14617" y="24511"/>
                  </a:lnTo>
                  <a:lnTo>
                    <a:pt x="14414" y="24511"/>
                  </a:lnTo>
                  <a:lnTo>
                    <a:pt x="14528" y="24765"/>
                  </a:lnTo>
                  <a:lnTo>
                    <a:pt x="14782" y="24511"/>
                  </a:lnTo>
                  <a:close/>
                </a:path>
                <a:path w="64135" h="50800">
                  <a:moveTo>
                    <a:pt x="15468" y="23495"/>
                  </a:moveTo>
                  <a:lnTo>
                    <a:pt x="14617" y="23495"/>
                  </a:lnTo>
                  <a:lnTo>
                    <a:pt x="14351" y="23241"/>
                  </a:lnTo>
                  <a:lnTo>
                    <a:pt x="14439" y="23495"/>
                  </a:lnTo>
                  <a:lnTo>
                    <a:pt x="14274" y="23495"/>
                  </a:lnTo>
                  <a:lnTo>
                    <a:pt x="14287" y="23749"/>
                  </a:lnTo>
                  <a:lnTo>
                    <a:pt x="15443" y="23749"/>
                  </a:lnTo>
                  <a:lnTo>
                    <a:pt x="15468" y="23495"/>
                  </a:lnTo>
                  <a:close/>
                </a:path>
                <a:path w="64135" h="50800">
                  <a:moveTo>
                    <a:pt x="16065" y="41529"/>
                  </a:moveTo>
                  <a:lnTo>
                    <a:pt x="15760" y="41402"/>
                  </a:lnTo>
                  <a:lnTo>
                    <a:pt x="15417" y="41402"/>
                  </a:lnTo>
                  <a:lnTo>
                    <a:pt x="15506" y="41529"/>
                  </a:lnTo>
                  <a:lnTo>
                    <a:pt x="16065" y="41656"/>
                  </a:lnTo>
                  <a:lnTo>
                    <a:pt x="16065" y="41529"/>
                  </a:lnTo>
                  <a:close/>
                </a:path>
                <a:path w="64135" h="50800">
                  <a:moveTo>
                    <a:pt x="16852" y="21971"/>
                  </a:moveTo>
                  <a:lnTo>
                    <a:pt x="16827" y="21590"/>
                  </a:lnTo>
                  <a:lnTo>
                    <a:pt x="16395" y="21971"/>
                  </a:lnTo>
                  <a:lnTo>
                    <a:pt x="16852" y="21971"/>
                  </a:lnTo>
                  <a:close/>
                </a:path>
                <a:path w="64135" h="50800">
                  <a:moveTo>
                    <a:pt x="17005" y="20193"/>
                  </a:moveTo>
                  <a:lnTo>
                    <a:pt x="16789" y="20320"/>
                  </a:lnTo>
                  <a:lnTo>
                    <a:pt x="12712" y="20320"/>
                  </a:lnTo>
                  <a:lnTo>
                    <a:pt x="13220" y="20574"/>
                  </a:lnTo>
                  <a:lnTo>
                    <a:pt x="16230" y="20574"/>
                  </a:lnTo>
                  <a:lnTo>
                    <a:pt x="16891" y="20574"/>
                  </a:lnTo>
                  <a:lnTo>
                    <a:pt x="16967" y="20320"/>
                  </a:lnTo>
                  <a:lnTo>
                    <a:pt x="17005" y="20193"/>
                  </a:lnTo>
                  <a:close/>
                </a:path>
                <a:path w="64135" h="50800">
                  <a:moveTo>
                    <a:pt x="18821" y="21082"/>
                  </a:moveTo>
                  <a:lnTo>
                    <a:pt x="18808" y="20828"/>
                  </a:lnTo>
                  <a:lnTo>
                    <a:pt x="18516" y="20828"/>
                  </a:lnTo>
                  <a:lnTo>
                    <a:pt x="18503" y="21082"/>
                  </a:lnTo>
                  <a:lnTo>
                    <a:pt x="18656" y="21082"/>
                  </a:lnTo>
                  <a:lnTo>
                    <a:pt x="18821" y="21082"/>
                  </a:lnTo>
                  <a:close/>
                </a:path>
                <a:path w="64135" h="50800">
                  <a:moveTo>
                    <a:pt x="19316" y="12928"/>
                  </a:moveTo>
                  <a:lnTo>
                    <a:pt x="19062" y="12700"/>
                  </a:lnTo>
                  <a:lnTo>
                    <a:pt x="18935" y="12700"/>
                  </a:lnTo>
                  <a:lnTo>
                    <a:pt x="19316" y="12928"/>
                  </a:lnTo>
                  <a:close/>
                </a:path>
                <a:path w="64135" h="50800">
                  <a:moveTo>
                    <a:pt x="19837" y="20955"/>
                  </a:moveTo>
                  <a:lnTo>
                    <a:pt x="19659" y="21082"/>
                  </a:lnTo>
                  <a:lnTo>
                    <a:pt x="19799" y="21082"/>
                  </a:lnTo>
                  <a:lnTo>
                    <a:pt x="19837" y="20955"/>
                  </a:lnTo>
                  <a:close/>
                </a:path>
                <a:path w="64135" h="50800">
                  <a:moveTo>
                    <a:pt x="20701" y="32766"/>
                  </a:moveTo>
                  <a:lnTo>
                    <a:pt x="20523" y="32639"/>
                  </a:lnTo>
                  <a:lnTo>
                    <a:pt x="20561" y="32766"/>
                  </a:lnTo>
                  <a:lnTo>
                    <a:pt x="20701" y="32766"/>
                  </a:lnTo>
                  <a:close/>
                </a:path>
                <a:path w="64135" h="50800">
                  <a:moveTo>
                    <a:pt x="20967" y="36322"/>
                  </a:moveTo>
                  <a:lnTo>
                    <a:pt x="20942" y="36195"/>
                  </a:lnTo>
                  <a:lnTo>
                    <a:pt x="20739" y="36195"/>
                  </a:lnTo>
                  <a:lnTo>
                    <a:pt x="20713" y="36322"/>
                  </a:lnTo>
                  <a:lnTo>
                    <a:pt x="20967" y="36322"/>
                  </a:lnTo>
                  <a:close/>
                </a:path>
                <a:path w="64135" h="50800">
                  <a:moveTo>
                    <a:pt x="21031" y="23495"/>
                  </a:moveTo>
                  <a:lnTo>
                    <a:pt x="20967" y="23241"/>
                  </a:lnTo>
                  <a:lnTo>
                    <a:pt x="20891" y="22987"/>
                  </a:lnTo>
                  <a:lnTo>
                    <a:pt x="18161" y="22987"/>
                  </a:lnTo>
                  <a:lnTo>
                    <a:pt x="17970" y="22860"/>
                  </a:lnTo>
                  <a:lnTo>
                    <a:pt x="17780" y="22987"/>
                  </a:lnTo>
                  <a:lnTo>
                    <a:pt x="17881" y="23241"/>
                  </a:lnTo>
                  <a:lnTo>
                    <a:pt x="17894" y="23406"/>
                  </a:lnTo>
                  <a:lnTo>
                    <a:pt x="17627" y="23241"/>
                  </a:lnTo>
                  <a:lnTo>
                    <a:pt x="17665" y="22987"/>
                  </a:lnTo>
                  <a:lnTo>
                    <a:pt x="17462" y="23126"/>
                  </a:lnTo>
                  <a:lnTo>
                    <a:pt x="17475" y="22987"/>
                  </a:lnTo>
                  <a:lnTo>
                    <a:pt x="17487" y="22733"/>
                  </a:lnTo>
                  <a:lnTo>
                    <a:pt x="17119" y="22987"/>
                  </a:lnTo>
                  <a:lnTo>
                    <a:pt x="17487" y="22733"/>
                  </a:lnTo>
                  <a:lnTo>
                    <a:pt x="17233" y="22733"/>
                  </a:lnTo>
                  <a:lnTo>
                    <a:pt x="17233" y="22479"/>
                  </a:lnTo>
                  <a:lnTo>
                    <a:pt x="17932" y="22479"/>
                  </a:lnTo>
                  <a:lnTo>
                    <a:pt x="17970" y="22733"/>
                  </a:lnTo>
                  <a:lnTo>
                    <a:pt x="18161" y="22733"/>
                  </a:lnTo>
                  <a:lnTo>
                    <a:pt x="18364" y="22733"/>
                  </a:lnTo>
                  <a:lnTo>
                    <a:pt x="18313" y="22479"/>
                  </a:lnTo>
                  <a:lnTo>
                    <a:pt x="18402" y="22352"/>
                  </a:lnTo>
                  <a:lnTo>
                    <a:pt x="18275" y="22225"/>
                  </a:lnTo>
                  <a:lnTo>
                    <a:pt x="18084" y="22225"/>
                  </a:lnTo>
                  <a:lnTo>
                    <a:pt x="17995" y="21971"/>
                  </a:lnTo>
                  <a:lnTo>
                    <a:pt x="17805" y="21971"/>
                  </a:lnTo>
                  <a:lnTo>
                    <a:pt x="17614" y="21590"/>
                  </a:lnTo>
                  <a:lnTo>
                    <a:pt x="17614" y="21971"/>
                  </a:lnTo>
                  <a:lnTo>
                    <a:pt x="17830" y="22225"/>
                  </a:lnTo>
                  <a:lnTo>
                    <a:pt x="17056" y="22225"/>
                  </a:lnTo>
                  <a:lnTo>
                    <a:pt x="17030" y="22352"/>
                  </a:lnTo>
                  <a:lnTo>
                    <a:pt x="16852" y="22225"/>
                  </a:lnTo>
                  <a:lnTo>
                    <a:pt x="16433" y="22225"/>
                  </a:lnTo>
                  <a:lnTo>
                    <a:pt x="16027" y="22225"/>
                  </a:lnTo>
                  <a:lnTo>
                    <a:pt x="15557" y="22225"/>
                  </a:lnTo>
                  <a:lnTo>
                    <a:pt x="15455" y="22479"/>
                  </a:lnTo>
                  <a:lnTo>
                    <a:pt x="15379" y="22225"/>
                  </a:lnTo>
                  <a:lnTo>
                    <a:pt x="15316" y="21971"/>
                  </a:lnTo>
                  <a:lnTo>
                    <a:pt x="15709" y="21590"/>
                  </a:lnTo>
                  <a:lnTo>
                    <a:pt x="15836" y="21336"/>
                  </a:lnTo>
                  <a:lnTo>
                    <a:pt x="18351" y="21336"/>
                  </a:lnTo>
                  <a:lnTo>
                    <a:pt x="18503" y="21336"/>
                  </a:lnTo>
                  <a:lnTo>
                    <a:pt x="18643" y="21336"/>
                  </a:lnTo>
                  <a:lnTo>
                    <a:pt x="18656" y="21082"/>
                  </a:lnTo>
                  <a:lnTo>
                    <a:pt x="18503" y="21209"/>
                  </a:lnTo>
                  <a:lnTo>
                    <a:pt x="18503" y="21082"/>
                  </a:lnTo>
                  <a:lnTo>
                    <a:pt x="16167" y="21082"/>
                  </a:lnTo>
                  <a:lnTo>
                    <a:pt x="15963" y="21094"/>
                  </a:lnTo>
                  <a:lnTo>
                    <a:pt x="16103" y="20828"/>
                  </a:lnTo>
                  <a:lnTo>
                    <a:pt x="16167" y="20701"/>
                  </a:lnTo>
                  <a:lnTo>
                    <a:pt x="15290" y="20828"/>
                  </a:lnTo>
                  <a:lnTo>
                    <a:pt x="13296" y="20828"/>
                  </a:lnTo>
                  <a:lnTo>
                    <a:pt x="12992" y="21082"/>
                  </a:lnTo>
                  <a:lnTo>
                    <a:pt x="13169" y="21082"/>
                  </a:lnTo>
                  <a:lnTo>
                    <a:pt x="13195" y="21221"/>
                  </a:lnTo>
                  <a:lnTo>
                    <a:pt x="11709" y="21285"/>
                  </a:lnTo>
                  <a:lnTo>
                    <a:pt x="11709" y="22225"/>
                  </a:lnTo>
                  <a:lnTo>
                    <a:pt x="11010" y="22352"/>
                  </a:lnTo>
                  <a:lnTo>
                    <a:pt x="11023" y="22225"/>
                  </a:lnTo>
                  <a:lnTo>
                    <a:pt x="11709" y="22225"/>
                  </a:lnTo>
                  <a:lnTo>
                    <a:pt x="11709" y="21285"/>
                  </a:lnTo>
                  <a:lnTo>
                    <a:pt x="10248" y="21336"/>
                  </a:lnTo>
                  <a:lnTo>
                    <a:pt x="7124" y="23495"/>
                  </a:lnTo>
                  <a:lnTo>
                    <a:pt x="8039" y="25019"/>
                  </a:lnTo>
                  <a:lnTo>
                    <a:pt x="8115" y="25146"/>
                  </a:lnTo>
                  <a:lnTo>
                    <a:pt x="8648" y="26035"/>
                  </a:lnTo>
                  <a:lnTo>
                    <a:pt x="8699" y="25908"/>
                  </a:lnTo>
                  <a:lnTo>
                    <a:pt x="8763" y="26035"/>
                  </a:lnTo>
                  <a:lnTo>
                    <a:pt x="8839" y="26162"/>
                  </a:lnTo>
                  <a:lnTo>
                    <a:pt x="9283" y="26416"/>
                  </a:lnTo>
                  <a:lnTo>
                    <a:pt x="9131" y="26670"/>
                  </a:lnTo>
                  <a:lnTo>
                    <a:pt x="9956" y="26924"/>
                  </a:lnTo>
                  <a:lnTo>
                    <a:pt x="10071" y="27051"/>
                  </a:lnTo>
                  <a:lnTo>
                    <a:pt x="10147" y="26670"/>
                  </a:lnTo>
                  <a:lnTo>
                    <a:pt x="9931" y="26416"/>
                  </a:lnTo>
                  <a:lnTo>
                    <a:pt x="9855" y="25908"/>
                  </a:lnTo>
                  <a:lnTo>
                    <a:pt x="9893" y="25400"/>
                  </a:lnTo>
                  <a:lnTo>
                    <a:pt x="9906" y="25146"/>
                  </a:lnTo>
                  <a:lnTo>
                    <a:pt x="9728" y="25273"/>
                  </a:lnTo>
                  <a:lnTo>
                    <a:pt x="9639" y="25400"/>
                  </a:lnTo>
                  <a:lnTo>
                    <a:pt x="9588" y="25146"/>
                  </a:lnTo>
                  <a:lnTo>
                    <a:pt x="9372" y="25146"/>
                  </a:lnTo>
                  <a:lnTo>
                    <a:pt x="9385" y="24003"/>
                  </a:lnTo>
                  <a:lnTo>
                    <a:pt x="9385" y="23749"/>
                  </a:lnTo>
                  <a:lnTo>
                    <a:pt x="9080" y="23749"/>
                  </a:lnTo>
                  <a:lnTo>
                    <a:pt x="9156" y="23241"/>
                  </a:lnTo>
                  <a:lnTo>
                    <a:pt x="9537" y="23241"/>
                  </a:lnTo>
                  <a:lnTo>
                    <a:pt x="9766" y="22860"/>
                  </a:lnTo>
                  <a:lnTo>
                    <a:pt x="9740" y="22987"/>
                  </a:lnTo>
                  <a:lnTo>
                    <a:pt x="10033" y="22733"/>
                  </a:lnTo>
                  <a:lnTo>
                    <a:pt x="10312" y="22479"/>
                  </a:lnTo>
                  <a:lnTo>
                    <a:pt x="10998" y="22479"/>
                  </a:lnTo>
                  <a:lnTo>
                    <a:pt x="12242" y="22479"/>
                  </a:lnTo>
                  <a:lnTo>
                    <a:pt x="12001" y="22225"/>
                  </a:lnTo>
                  <a:lnTo>
                    <a:pt x="14211" y="22225"/>
                  </a:lnTo>
                  <a:lnTo>
                    <a:pt x="14363" y="22352"/>
                  </a:lnTo>
                  <a:lnTo>
                    <a:pt x="14503" y="22225"/>
                  </a:lnTo>
                  <a:lnTo>
                    <a:pt x="14554" y="22479"/>
                  </a:lnTo>
                  <a:lnTo>
                    <a:pt x="14592" y="22860"/>
                  </a:lnTo>
                  <a:lnTo>
                    <a:pt x="14808" y="22733"/>
                  </a:lnTo>
                  <a:lnTo>
                    <a:pt x="14859" y="22479"/>
                  </a:lnTo>
                  <a:lnTo>
                    <a:pt x="14922" y="22225"/>
                  </a:lnTo>
                  <a:lnTo>
                    <a:pt x="15062" y="22479"/>
                  </a:lnTo>
                  <a:lnTo>
                    <a:pt x="15214" y="22479"/>
                  </a:lnTo>
                  <a:lnTo>
                    <a:pt x="15341" y="22733"/>
                  </a:lnTo>
                  <a:lnTo>
                    <a:pt x="15468" y="23495"/>
                  </a:lnTo>
                  <a:lnTo>
                    <a:pt x="17907" y="23495"/>
                  </a:lnTo>
                  <a:lnTo>
                    <a:pt x="18059" y="23495"/>
                  </a:lnTo>
                  <a:lnTo>
                    <a:pt x="21031" y="23495"/>
                  </a:lnTo>
                  <a:close/>
                </a:path>
                <a:path w="64135" h="50800">
                  <a:moveTo>
                    <a:pt x="21221" y="34290"/>
                  </a:moveTo>
                  <a:lnTo>
                    <a:pt x="21043" y="34290"/>
                  </a:lnTo>
                  <a:lnTo>
                    <a:pt x="21031" y="34417"/>
                  </a:lnTo>
                  <a:lnTo>
                    <a:pt x="21221" y="34290"/>
                  </a:lnTo>
                  <a:close/>
                </a:path>
                <a:path w="64135" h="50800">
                  <a:moveTo>
                    <a:pt x="21475" y="34417"/>
                  </a:moveTo>
                  <a:lnTo>
                    <a:pt x="21463" y="34290"/>
                  </a:lnTo>
                  <a:lnTo>
                    <a:pt x="21221" y="34290"/>
                  </a:lnTo>
                  <a:lnTo>
                    <a:pt x="21247" y="34417"/>
                  </a:lnTo>
                  <a:lnTo>
                    <a:pt x="21475" y="34417"/>
                  </a:lnTo>
                  <a:close/>
                </a:path>
                <a:path w="64135" h="50800">
                  <a:moveTo>
                    <a:pt x="21590" y="36195"/>
                  </a:moveTo>
                  <a:lnTo>
                    <a:pt x="21361" y="36322"/>
                  </a:lnTo>
                  <a:lnTo>
                    <a:pt x="21551" y="36322"/>
                  </a:lnTo>
                  <a:lnTo>
                    <a:pt x="21590" y="36195"/>
                  </a:lnTo>
                  <a:close/>
                </a:path>
                <a:path w="64135" h="50800">
                  <a:moveTo>
                    <a:pt x="21755" y="35687"/>
                  </a:moveTo>
                  <a:lnTo>
                    <a:pt x="21729" y="35560"/>
                  </a:lnTo>
                  <a:lnTo>
                    <a:pt x="21513" y="35560"/>
                  </a:lnTo>
                  <a:lnTo>
                    <a:pt x="21437" y="35687"/>
                  </a:lnTo>
                  <a:lnTo>
                    <a:pt x="21755" y="35687"/>
                  </a:lnTo>
                  <a:close/>
                </a:path>
                <a:path w="64135" h="50800">
                  <a:moveTo>
                    <a:pt x="22009" y="38608"/>
                  </a:moveTo>
                  <a:lnTo>
                    <a:pt x="21704" y="38608"/>
                  </a:lnTo>
                  <a:lnTo>
                    <a:pt x="21590" y="38862"/>
                  </a:lnTo>
                  <a:lnTo>
                    <a:pt x="21310" y="38989"/>
                  </a:lnTo>
                  <a:lnTo>
                    <a:pt x="21894" y="38989"/>
                  </a:lnTo>
                  <a:lnTo>
                    <a:pt x="21755" y="38862"/>
                  </a:lnTo>
                  <a:lnTo>
                    <a:pt x="21932" y="38862"/>
                  </a:lnTo>
                  <a:lnTo>
                    <a:pt x="21971" y="38735"/>
                  </a:lnTo>
                  <a:lnTo>
                    <a:pt x="21831" y="38735"/>
                  </a:lnTo>
                  <a:lnTo>
                    <a:pt x="22009" y="38608"/>
                  </a:lnTo>
                  <a:close/>
                </a:path>
                <a:path w="64135" h="50800">
                  <a:moveTo>
                    <a:pt x="22009" y="35560"/>
                  </a:moveTo>
                  <a:lnTo>
                    <a:pt x="21882" y="35433"/>
                  </a:lnTo>
                  <a:lnTo>
                    <a:pt x="21767" y="35306"/>
                  </a:lnTo>
                  <a:lnTo>
                    <a:pt x="21729" y="35560"/>
                  </a:lnTo>
                  <a:lnTo>
                    <a:pt x="22009" y="35560"/>
                  </a:lnTo>
                  <a:close/>
                </a:path>
                <a:path w="64135" h="50800">
                  <a:moveTo>
                    <a:pt x="22021" y="35052"/>
                  </a:moveTo>
                  <a:lnTo>
                    <a:pt x="21640" y="35052"/>
                  </a:lnTo>
                  <a:lnTo>
                    <a:pt x="21678" y="35306"/>
                  </a:lnTo>
                  <a:lnTo>
                    <a:pt x="22009" y="35179"/>
                  </a:lnTo>
                  <a:lnTo>
                    <a:pt x="22021" y="35052"/>
                  </a:lnTo>
                  <a:close/>
                </a:path>
                <a:path w="64135" h="50800">
                  <a:moveTo>
                    <a:pt x="22186" y="34544"/>
                  </a:moveTo>
                  <a:lnTo>
                    <a:pt x="22059" y="34417"/>
                  </a:lnTo>
                  <a:lnTo>
                    <a:pt x="21475" y="34417"/>
                  </a:lnTo>
                  <a:lnTo>
                    <a:pt x="21526" y="34671"/>
                  </a:lnTo>
                  <a:lnTo>
                    <a:pt x="21615" y="34925"/>
                  </a:lnTo>
                  <a:lnTo>
                    <a:pt x="22009" y="34925"/>
                  </a:lnTo>
                  <a:lnTo>
                    <a:pt x="22009" y="34798"/>
                  </a:lnTo>
                  <a:lnTo>
                    <a:pt x="22161" y="34798"/>
                  </a:lnTo>
                  <a:lnTo>
                    <a:pt x="22009" y="34671"/>
                  </a:lnTo>
                  <a:lnTo>
                    <a:pt x="22186" y="34544"/>
                  </a:lnTo>
                  <a:close/>
                </a:path>
                <a:path w="64135" h="50800">
                  <a:moveTo>
                    <a:pt x="22275" y="38862"/>
                  </a:moveTo>
                  <a:lnTo>
                    <a:pt x="21932" y="38862"/>
                  </a:lnTo>
                  <a:lnTo>
                    <a:pt x="21894" y="38989"/>
                  </a:lnTo>
                  <a:lnTo>
                    <a:pt x="22148" y="38989"/>
                  </a:lnTo>
                  <a:lnTo>
                    <a:pt x="22275" y="38862"/>
                  </a:lnTo>
                  <a:close/>
                </a:path>
                <a:path w="64135" h="50800">
                  <a:moveTo>
                    <a:pt x="22339" y="34417"/>
                  </a:moveTo>
                  <a:lnTo>
                    <a:pt x="22326" y="34290"/>
                  </a:lnTo>
                  <a:lnTo>
                    <a:pt x="22072" y="34290"/>
                  </a:lnTo>
                  <a:lnTo>
                    <a:pt x="22059" y="34417"/>
                  </a:lnTo>
                  <a:lnTo>
                    <a:pt x="22339" y="34417"/>
                  </a:lnTo>
                  <a:close/>
                </a:path>
                <a:path w="64135" h="50800">
                  <a:moveTo>
                    <a:pt x="22415" y="33401"/>
                  </a:moveTo>
                  <a:lnTo>
                    <a:pt x="22161" y="33528"/>
                  </a:lnTo>
                  <a:lnTo>
                    <a:pt x="22301" y="33528"/>
                  </a:lnTo>
                  <a:lnTo>
                    <a:pt x="22326" y="34163"/>
                  </a:lnTo>
                  <a:lnTo>
                    <a:pt x="22415" y="33401"/>
                  </a:lnTo>
                  <a:close/>
                </a:path>
                <a:path w="64135" h="50800">
                  <a:moveTo>
                    <a:pt x="22440" y="39116"/>
                  </a:moveTo>
                  <a:lnTo>
                    <a:pt x="22148" y="39116"/>
                  </a:lnTo>
                  <a:lnTo>
                    <a:pt x="22339" y="39243"/>
                  </a:lnTo>
                  <a:lnTo>
                    <a:pt x="22440" y="39116"/>
                  </a:lnTo>
                  <a:close/>
                </a:path>
                <a:path w="64135" h="50800">
                  <a:moveTo>
                    <a:pt x="22440" y="31877"/>
                  </a:moveTo>
                  <a:lnTo>
                    <a:pt x="22301" y="31750"/>
                  </a:lnTo>
                  <a:lnTo>
                    <a:pt x="22313" y="32004"/>
                  </a:lnTo>
                  <a:lnTo>
                    <a:pt x="22440" y="31877"/>
                  </a:lnTo>
                  <a:close/>
                </a:path>
                <a:path w="64135" h="50800">
                  <a:moveTo>
                    <a:pt x="22479" y="31242"/>
                  </a:moveTo>
                  <a:lnTo>
                    <a:pt x="22313" y="31242"/>
                  </a:lnTo>
                  <a:lnTo>
                    <a:pt x="22237" y="31750"/>
                  </a:lnTo>
                  <a:lnTo>
                    <a:pt x="22440" y="31750"/>
                  </a:lnTo>
                  <a:lnTo>
                    <a:pt x="22479" y="31242"/>
                  </a:lnTo>
                  <a:close/>
                </a:path>
                <a:path w="64135" h="50800">
                  <a:moveTo>
                    <a:pt x="22517" y="36195"/>
                  </a:moveTo>
                  <a:lnTo>
                    <a:pt x="22275" y="36195"/>
                  </a:lnTo>
                  <a:lnTo>
                    <a:pt x="21869" y="35941"/>
                  </a:lnTo>
                  <a:lnTo>
                    <a:pt x="21894" y="35687"/>
                  </a:lnTo>
                  <a:lnTo>
                    <a:pt x="21755" y="35687"/>
                  </a:lnTo>
                  <a:lnTo>
                    <a:pt x="21717" y="35814"/>
                  </a:lnTo>
                  <a:lnTo>
                    <a:pt x="21590" y="36195"/>
                  </a:lnTo>
                  <a:lnTo>
                    <a:pt x="21780" y="36195"/>
                  </a:lnTo>
                  <a:lnTo>
                    <a:pt x="21805" y="36322"/>
                  </a:lnTo>
                  <a:lnTo>
                    <a:pt x="22517" y="36322"/>
                  </a:lnTo>
                  <a:lnTo>
                    <a:pt x="22517" y="36195"/>
                  </a:lnTo>
                  <a:close/>
                </a:path>
                <a:path w="64135" h="50800">
                  <a:moveTo>
                    <a:pt x="22580" y="35560"/>
                  </a:moveTo>
                  <a:lnTo>
                    <a:pt x="22009" y="35560"/>
                  </a:lnTo>
                  <a:lnTo>
                    <a:pt x="22009" y="35687"/>
                  </a:lnTo>
                  <a:lnTo>
                    <a:pt x="22542" y="35687"/>
                  </a:lnTo>
                  <a:lnTo>
                    <a:pt x="22580" y="35560"/>
                  </a:lnTo>
                  <a:close/>
                </a:path>
                <a:path w="64135" h="50800">
                  <a:moveTo>
                    <a:pt x="22694" y="23368"/>
                  </a:moveTo>
                  <a:lnTo>
                    <a:pt x="22682" y="23241"/>
                  </a:lnTo>
                  <a:lnTo>
                    <a:pt x="22479" y="23241"/>
                  </a:lnTo>
                  <a:lnTo>
                    <a:pt x="22694" y="23368"/>
                  </a:lnTo>
                  <a:close/>
                </a:path>
                <a:path w="64135" h="50800">
                  <a:moveTo>
                    <a:pt x="22745" y="32385"/>
                  </a:moveTo>
                  <a:lnTo>
                    <a:pt x="22529" y="32385"/>
                  </a:lnTo>
                  <a:lnTo>
                    <a:pt x="22529" y="32512"/>
                  </a:lnTo>
                  <a:lnTo>
                    <a:pt x="22745" y="32385"/>
                  </a:lnTo>
                  <a:close/>
                </a:path>
                <a:path w="64135" h="50800">
                  <a:moveTo>
                    <a:pt x="22771" y="34925"/>
                  </a:moveTo>
                  <a:lnTo>
                    <a:pt x="22009" y="34925"/>
                  </a:lnTo>
                  <a:lnTo>
                    <a:pt x="22021" y="35052"/>
                  </a:lnTo>
                  <a:lnTo>
                    <a:pt x="22771" y="35052"/>
                  </a:lnTo>
                  <a:lnTo>
                    <a:pt x="22771" y="34925"/>
                  </a:lnTo>
                  <a:close/>
                </a:path>
                <a:path w="64135" h="50800">
                  <a:moveTo>
                    <a:pt x="22796" y="34290"/>
                  </a:moveTo>
                  <a:lnTo>
                    <a:pt x="22402" y="34290"/>
                  </a:lnTo>
                  <a:lnTo>
                    <a:pt x="22377" y="34417"/>
                  </a:lnTo>
                  <a:lnTo>
                    <a:pt x="22783" y="34417"/>
                  </a:lnTo>
                  <a:lnTo>
                    <a:pt x="22796" y="34290"/>
                  </a:lnTo>
                  <a:close/>
                </a:path>
                <a:path w="64135" h="50800">
                  <a:moveTo>
                    <a:pt x="22834" y="32258"/>
                  </a:moveTo>
                  <a:lnTo>
                    <a:pt x="22821" y="32131"/>
                  </a:lnTo>
                  <a:lnTo>
                    <a:pt x="22479" y="32131"/>
                  </a:lnTo>
                  <a:lnTo>
                    <a:pt x="22529" y="32258"/>
                  </a:lnTo>
                  <a:lnTo>
                    <a:pt x="22834" y="32258"/>
                  </a:lnTo>
                  <a:close/>
                </a:path>
                <a:path w="64135" h="50800">
                  <a:moveTo>
                    <a:pt x="22936" y="38862"/>
                  </a:moveTo>
                  <a:lnTo>
                    <a:pt x="22390" y="38862"/>
                  </a:lnTo>
                  <a:lnTo>
                    <a:pt x="22377" y="39116"/>
                  </a:lnTo>
                  <a:lnTo>
                    <a:pt x="22517" y="38989"/>
                  </a:lnTo>
                  <a:lnTo>
                    <a:pt x="22936" y="38862"/>
                  </a:lnTo>
                  <a:close/>
                </a:path>
                <a:path w="64135" h="50800">
                  <a:moveTo>
                    <a:pt x="23075" y="43942"/>
                  </a:moveTo>
                  <a:lnTo>
                    <a:pt x="22885" y="43815"/>
                  </a:lnTo>
                  <a:lnTo>
                    <a:pt x="22847" y="43942"/>
                  </a:lnTo>
                  <a:lnTo>
                    <a:pt x="23075" y="43942"/>
                  </a:lnTo>
                  <a:close/>
                </a:path>
                <a:path w="64135" h="50800">
                  <a:moveTo>
                    <a:pt x="23291" y="32131"/>
                  </a:moveTo>
                  <a:lnTo>
                    <a:pt x="23164" y="30734"/>
                  </a:lnTo>
                  <a:lnTo>
                    <a:pt x="23114" y="30607"/>
                  </a:lnTo>
                  <a:lnTo>
                    <a:pt x="22999" y="30861"/>
                  </a:lnTo>
                  <a:lnTo>
                    <a:pt x="22860" y="30988"/>
                  </a:lnTo>
                  <a:lnTo>
                    <a:pt x="22733" y="31026"/>
                  </a:lnTo>
                  <a:lnTo>
                    <a:pt x="22402" y="31115"/>
                  </a:lnTo>
                  <a:lnTo>
                    <a:pt x="22745" y="31115"/>
                  </a:lnTo>
                  <a:lnTo>
                    <a:pt x="22821" y="32131"/>
                  </a:lnTo>
                  <a:lnTo>
                    <a:pt x="23291" y="32131"/>
                  </a:lnTo>
                  <a:close/>
                </a:path>
                <a:path w="64135" h="50800">
                  <a:moveTo>
                    <a:pt x="23355" y="34290"/>
                  </a:moveTo>
                  <a:lnTo>
                    <a:pt x="23291" y="32512"/>
                  </a:lnTo>
                  <a:lnTo>
                    <a:pt x="23291" y="32258"/>
                  </a:lnTo>
                  <a:lnTo>
                    <a:pt x="22834" y="32258"/>
                  </a:lnTo>
                  <a:lnTo>
                    <a:pt x="22847" y="32385"/>
                  </a:lnTo>
                  <a:lnTo>
                    <a:pt x="22529" y="32512"/>
                  </a:lnTo>
                  <a:lnTo>
                    <a:pt x="22529" y="32639"/>
                  </a:lnTo>
                  <a:lnTo>
                    <a:pt x="22809" y="32512"/>
                  </a:lnTo>
                  <a:lnTo>
                    <a:pt x="22796" y="34290"/>
                  </a:lnTo>
                  <a:lnTo>
                    <a:pt x="23355" y="34290"/>
                  </a:lnTo>
                  <a:close/>
                </a:path>
                <a:path w="64135" h="50800">
                  <a:moveTo>
                    <a:pt x="23393" y="34925"/>
                  </a:moveTo>
                  <a:lnTo>
                    <a:pt x="23368" y="34417"/>
                  </a:lnTo>
                  <a:lnTo>
                    <a:pt x="22783" y="34417"/>
                  </a:lnTo>
                  <a:lnTo>
                    <a:pt x="22771" y="34925"/>
                  </a:lnTo>
                  <a:lnTo>
                    <a:pt x="23393" y="34925"/>
                  </a:lnTo>
                  <a:close/>
                </a:path>
                <a:path w="64135" h="50800">
                  <a:moveTo>
                    <a:pt x="23431" y="35687"/>
                  </a:moveTo>
                  <a:lnTo>
                    <a:pt x="22542" y="35687"/>
                  </a:lnTo>
                  <a:lnTo>
                    <a:pt x="22517" y="36195"/>
                  </a:lnTo>
                  <a:lnTo>
                    <a:pt x="23279" y="36195"/>
                  </a:lnTo>
                  <a:lnTo>
                    <a:pt x="23380" y="35814"/>
                  </a:lnTo>
                  <a:lnTo>
                    <a:pt x="23431" y="35687"/>
                  </a:lnTo>
                  <a:close/>
                </a:path>
                <a:path w="64135" h="50800">
                  <a:moveTo>
                    <a:pt x="23837" y="43942"/>
                  </a:moveTo>
                  <a:lnTo>
                    <a:pt x="23685" y="43942"/>
                  </a:lnTo>
                  <a:lnTo>
                    <a:pt x="23685" y="44069"/>
                  </a:lnTo>
                  <a:lnTo>
                    <a:pt x="23837" y="43942"/>
                  </a:lnTo>
                  <a:close/>
                </a:path>
                <a:path w="64135" h="50800">
                  <a:moveTo>
                    <a:pt x="23964" y="42926"/>
                  </a:moveTo>
                  <a:lnTo>
                    <a:pt x="23837" y="42672"/>
                  </a:lnTo>
                  <a:lnTo>
                    <a:pt x="23799" y="42926"/>
                  </a:lnTo>
                  <a:lnTo>
                    <a:pt x="23964" y="42926"/>
                  </a:lnTo>
                  <a:close/>
                </a:path>
                <a:path w="64135" h="50800">
                  <a:moveTo>
                    <a:pt x="23964" y="30226"/>
                  </a:moveTo>
                  <a:lnTo>
                    <a:pt x="23710" y="30099"/>
                  </a:lnTo>
                  <a:lnTo>
                    <a:pt x="23812" y="30480"/>
                  </a:lnTo>
                  <a:lnTo>
                    <a:pt x="23952" y="30353"/>
                  </a:lnTo>
                  <a:lnTo>
                    <a:pt x="23964" y="30226"/>
                  </a:lnTo>
                  <a:close/>
                </a:path>
                <a:path w="64135" h="50800">
                  <a:moveTo>
                    <a:pt x="24053" y="42672"/>
                  </a:moveTo>
                  <a:lnTo>
                    <a:pt x="23990" y="42545"/>
                  </a:lnTo>
                  <a:lnTo>
                    <a:pt x="23863" y="42672"/>
                  </a:lnTo>
                  <a:lnTo>
                    <a:pt x="24053" y="42672"/>
                  </a:lnTo>
                  <a:close/>
                </a:path>
                <a:path w="64135" h="50800">
                  <a:moveTo>
                    <a:pt x="24130" y="32131"/>
                  </a:moveTo>
                  <a:lnTo>
                    <a:pt x="23291" y="32131"/>
                  </a:lnTo>
                  <a:lnTo>
                    <a:pt x="23291" y="32258"/>
                  </a:lnTo>
                  <a:lnTo>
                    <a:pt x="24130" y="32258"/>
                  </a:lnTo>
                  <a:lnTo>
                    <a:pt x="24130" y="32131"/>
                  </a:lnTo>
                  <a:close/>
                </a:path>
                <a:path w="64135" h="50800">
                  <a:moveTo>
                    <a:pt x="24282" y="40386"/>
                  </a:moveTo>
                  <a:lnTo>
                    <a:pt x="24206" y="40259"/>
                  </a:lnTo>
                  <a:lnTo>
                    <a:pt x="23939" y="40386"/>
                  </a:lnTo>
                  <a:lnTo>
                    <a:pt x="24282" y="40386"/>
                  </a:lnTo>
                  <a:close/>
                </a:path>
                <a:path w="64135" h="50800">
                  <a:moveTo>
                    <a:pt x="24307" y="43942"/>
                  </a:moveTo>
                  <a:lnTo>
                    <a:pt x="24193" y="43688"/>
                  </a:lnTo>
                  <a:lnTo>
                    <a:pt x="24117" y="43815"/>
                  </a:lnTo>
                  <a:lnTo>
                    <a:pt x="24053" y="43942"/>
                  </a:lnTo>
                  <a:lnTo>
                    <a:pt x="24307" y="43942"/>
                  </a:lnTo>
                  <a:close/>
                </a:path>
                <a:path w="64135" h="50800">
                  <a:moveTo>
                    <a:pt x="24345" y="34290"/>
                  </a:moveTo>
                  <a:lnTo>
                    <a:pt x="23355" y="34290"/>
                  </a:lnTo>
                  <a:lnTo>
                    <a:pt x="23368" y="34417"/>
                  </a:lnTo>
                  <a:lnTo>
                    <a:pt x="24345" y="34417"/>
                  </a:lnTo>
                  <a:lnTo>
                    <a:pt x="24345" y="34290"/>
                  </a:lnTo>
                  <a:close/>
                </a:path>
                <a:path w="64135" h="50800">
                  <a:moveTo>
                    <a:pt x="24371" y="34925"/>
                  </a:moveTo>
                  <a:lnTo>
                    <a:pt x="23393" y="34925"/>
                  </a:lnTo>
                  <a:lnTo>
                    <a:pt x="23393" y="35052"/>
                  </a:lnTo>
                  <a:lnTo>
                    <a:pt x="24371" y="35052"/>
                  </a:lnTo>
                  <a:lnTo>
                    <a:pt x="24371" y="34925"/>
                  </a:lnTo>
                  <a:close/>
                </a:path>
                <a:path w="64135" h="50800">
                  <a:moveTo>
                    <a:pt x="24396" y="35560"/>
                  </a:moveTo>
                  <a:lnTo>
                    <a:pt x="23418" y="35560"/>
                  </a:lnTo>
                  <a:lnTo>
                    <a:pt x="23393" y="35052"/>
                  </a:lnTo>
                  <a:lnTo>
                    <a:pt x="22771" y="35052"/>
                  </a:lnTo>
                  <a:lnTo>
                    <a:pt x="22682" y="35306"/>
                  </a:lnTo>
                  <a:lnTo>
                    <a:pt x="22580" y="35560"/>
                  </a:lnTo>
                  <a:lnTo>
                    <a:pt x="23253" y="35560"/>
                  </a:lnTo>
                  <a:lnTo>
                    <a:pt x="23431" y="35687"/>
                  </a:lnTo>
                  <a:lnTo>
                    <a:pt x="24396" y="35687"/>
                  </a:lnTo>
                  <a:lnTo>
                    <a:pt x="24396" y="35560"/>
                  </a:lnTo>
                  <a:close/>
                </a:path>
                <a:path w="64135" h="50800">
                  <a:moveTo>
                    <a:pt x="24422" y="36195"/>
                  </a:moveTo>
                  <a:lnTo>
                    <a:pt x="23279" y="36195"/>
                  </a:lnTo>
                  <a:lnTo>
                    <a:pt x="23253" y="36322"/>
                  </a:lnTo>
                  <a:lnTo>
                    <a:pt x="24422" y="36322"/>
                  </a:lnTo>
                  <a:lnTo>
                    <a:pt x="24422" y="36195"/>
                  </a:lnTo>
                  <a:close/>
                </a:path>
                <a:path w="64135" h="50800">
                  <a:moveTo>
                    <a:pt x="24536" y="20320"/>
                  </a:moveTo>
                  <a:lnTo>
                    <a:pt x="22974" y="20320"/>
                  </a:lnTo>
                  <a:lnTo>
                    <a:pt x="19634" y="20320"/>
                  </a:lnTo>
                  <a:lnTo>
                    <a:pt x="19761" y="20574"/>
                  </a:lnTo>
                  <a:lnTo>
                    <a:pt x="19253" y="20574"/>
                  </a:lnTo>
                  <a:lnTo>
                    <a:pt x="19253" y="20701"/>
                  </a:lnTo>
                  <a:lnTo>
                    <a:pt x="18884" y="20574"/>
                  </a:lnTo>
                  <a:lnTo>
                    <a:pt x="18910" y="21082"/>
                  </a:lnTo>
                  <a:lnTo>
                    <a:pt x="18961" y="20878"/>
                  </a:lnTo>
                  <a:lnTo>
                    <a:pt x="19075" y="21336"/>
                  </a:lnTo>
                  <a:lnTo>
                    <a:pt x="18643" y="21336"/>
                  </a:lnTo>
                  <a:lnTo>
                    <a:pt x="18630" y="21971"/>
                  </a:lnTo>
                  <a:lnTo>
                    <a:pt x="18923" y="22479"/>
                  </a:lnTo>
                  <a:lnTo>
                    <a:pt x="18821" y="22733"/>
                  </a:lnTo>
                  <a:lnTo>
                    <a:pt x="19291" y="22733"/>
                  </a:lnTo>
                  <a:lnTo>
                    <a:pt x="19367" y="22479"/>
                  </a:lnTo>
                  <a:lnTo>
                    <a:pt x="19418" y="22288"/>
                  </a:lnTo>
                  <a:lnTo>
                    <a:pt x="19634" y="22479"/>
                  </a:lnTo>
                  <a:lnTo>
                    <a:pt x="19545" y="22225"/>
                  </a:lnTo>
                  <a:lnTo>
                    <a:pt x="19545" y="21971"/>
                  </a:lnTo>
                  <a:lnTo>
                    <a:pt x="19608" y="21336"/>
                  </a:lnTo>
                  <a:lnTo>
                    <a:pt x="19837" y="21336"/>
                  </a:lnTo>
                  <a:lnTo>
                    <a:pt x="19989" y="21082"/>
                  </a:lnTo>
                  <a:lnTo>
                    <a:pt x="19989" y="22225"/>
                  </a:lnTo>
                  <a:lnTo>
                    <a:pt x="22466" y="22225"/>
                  </a:lnTo>
                  <a:lnTo>
                    <a:pt x="22453" y="21971"/>
                  </a:lnTo>
                  <a:lnTo>
                    <a:pt x="22136" y="21971"/>
                  </a:lnTo>
                  <a:lnTo>
                    <a:pt x="23050" y="21590"/>
                  </a:lnTo>
                  <a:lnTo>
                    <a:pt x="23469" y="21590"/>
                  </a:lnTo>
                  <a:lnTo>
                    <a:pt x="23622" y="21971"/>
                  </a:lnTo>
                  <a:lnTo>
                    <a:pt x="23672" y="21590"/>
                  </a:lnTo>
                  <a:lnTo>
                    <a:pt x="23533" y="21336"/>
                  </a:lnTo>
                  <a:lnTo>
                    <a:pt x="23444" y="21082"/>
                  </a:lnTo>
                  <a:lnTo>
                    <a:pt x="23685" y="21082"/>
                  </a:lnTo>
                  <a:lnTo>
                    <a:pt x="23672" y="20828"/>
                  </a:lnTo>
                  <a:lnTo>
                    <a:pt x="23380" y="20828"/>
                  </a:lnTo>
                  <a:lnTo>
                    <a:pt x="20027" y="20828"/>
                  </a:lnTo>
                  <a:lnTo>
                    <a:pt x="19837" y="21082"/>
                  </a:lnTo>
                  <a:lnTo>
                    <a:pt x="19748" y="21221"/>
                  </a:lnTo>
                  <a:lnTo>
                    <a:pt x="19621" y="21247"/>
                  </a:lnTo>
                  <a:lnTo>
                    <a:pt x="19646" y="21082"/>
                  </a:lnTo>
                  <a:lnTo>
                    <a:pt x="19519" y="20891"/>
                  </a:lnTo>
                  <a:lnTo>
                    <a:pt x="19875" y="20828"/>
                  </a:lnTo>
                  <a:lnTo>
                    <a:pt x="19951" y="20574"/>
                  </a:lnTo>
                  <a:lnTo>
                    <a:pt x="22974" y="20574"/>
                  </a:lnTo>
                  <a:lnTo>
                    <a:pt x="23672" y="20574"/>
                  </a:lnTo>
                  <a:lnTo>
                    <a:pt x="23672" y="20701"/>
                  </a:lnTo>
                  <a:lnTo>
                    <a:pt x="24536" y="20320"/>
                  </a:lnTo>
                  <a:close/>
                </a:path>
                <a:path w="64135" h="50800">
                  <a:moveTo>
                    <a:pt x="24549" y="44069"/>
                  </a:moveTo>
                  <a:lnTo>
                    <a:pt x="24409" y="43942"/>
                  </a:lnTo>
                  <a:lnTo>
                    <a:pt x="24384" y="44069"/>
                  </a:lnTo>
                  <a:lnTo>
                    <a:pt x="24549" y="44069"/>
                  </a:lnTo>
                  <a:close/>
                </a:path>
                <a:path w="64135" h="50800">
                  <a:moveTo>
                    <a:pt x="24549" y="43434"/>
                  </a:moveTo>
                  <a:lnTo>
                    <a:pt x="24218" y="43561"/>
                  </a:lnTo>
                  <a:lnTo>
                    <a:pt x="24244" y="43688"/>
                  </a:lnTo>
                  <a:lnTo>
                    <a:pt x="24460" y="43561"/>
                  </a:lnTo>
                  <a:lnTo>
                    <a:pt x="24549" y="43434"/>
                  </a:lnTo>
                  <a:close/>
                </a:path>
                <a:path w="64135" h="50800">
                  <a:moveTo>
                    <a:pt x="24638" y="32131"/>
                  </a:moveTo>
                  <a:lnTo>
                    <a:pt x="24574" y="31242"/>
                  </a:lnTo>
                  <a:lnTo>
                    <a:pt x="24320" y="31242"/>
                  </a:lnTo>
                  <a:lnTo>
                    <a:pt x="24231" y="30861"/>
                  </a:lnTo>
                  <a:lnTo>
                    <a:pt x="24130" y="30607"/>
                  </a:lnTo>
                  <a:lnTo>
                    <a:pt x="24130" y="32131"/>
                  </a:lnTo>
                  <a:lnTo>
                    <a:pt x="24638" y="32131"/>
                  </a:lnTo>
                  <a:close/>
                </a:path>
                <a:path w="64135" h="50800">
                  <a:moveTo>
                    <a:pt x="24777" y="41783"/>
                  </a:moveTo>
                  <a:lnTo>
                    <a:pt x="16624" y="41783"/>
                  </a:lnTo>
                  <a:lnTo>
                    <a:pt x="16065" y="41783"/>
                  </a:lnTo>
                  <a:lnTo>
                    <a:pt x="16014" y="43942"/>
                  </a:lnTo>
                  <a:lnTo>
                    <a:pt x="22847" y="43942"/>
                  </a:lnTo>
                  <a:lnTo>
                    <a:pt x="22783" y="43688"/>
                  </a:lnTo>
                  <a:lnTo>
                    <a:pt x="22567" y="43688"/>
                  </a:lnTo>
                  <a:lnTo>
                    <a:pt x="22631" y="43434"/>
                  </a:lnTo>
                  <a:lnTo>
                    <a:pt x="23139" y="43307"/>
                  </a:lnTo>
                  <a:lnTo>
                    <a:pt x="23075" y="43942"/>
                  </a:lnTo>
                  <a:lnTo>
                    <a:pt x="23685" y="43942"/>
                  </a:lnTo>
                  <a:lnTo>
                    <a:pt x="23685" y="43815"/>
                  </a:lnTo>
                  <a:lnTo>
                    <a:pt x="23914" y="43815"/>
                  </a:lnTo>
                  <a:lnTo>
                    <a:pt x="23850" y="43942"/>
                  </a:lnTo>
                  <a:lnTo>
                    <a:pt x="24053" y="43942"/>
                  </a:lnTo>
                  <a:lnTo>
                    <a:pt x="24041" y="43688"/>
                  </a:lnTo>
                  <a:lnTo>
                    <a:pt x="23939" y="43561"/>
                  </a:lnTo>
                  <a:lnTo>
                    <a:pt x="23660" y="43688"/>
                  </a:lnTo>
                  <a:lnTo>
                    <a:pt x="23596" y="43307"/>
                  </a:lnTo>
                  <a:lnTo>
                    <a:pt x="23672" y="42926"/>
                  </a:lnTo>
                  <a:lnTo>
                    <a:pt x="23774" y="42545"/>
                  </a:lnTo>
                  <a:lnTo>
                    <a:pt x="23863" y="42418"/>
                  </a:lnTo>
                  <a:lnTo>
                    <a:pt x="24193" y="42418"/>
                  </a:lnTo>
                  <a:lnTo>
                    <a:pt x="24218" y="42037"/>
                  </a:lnTo>
                  <a:lnTo>
                    <a:pt x="24523" y="42037"/>
                  </a:lnTo>
                  <a:lnTo>
                    <a:pt x="24650" y="41910"/>
                  </a:lnTo>
                  <a:lnTo>
                    <a:pt x="24777" y="41783"/>
                  </a:lnTo>
                  <a:close/>
                </a:path>
                <a:path w="64135" h="50800">
                  <a:moveTo>
                    <a:pt x="24790" y="32004"/>
                  </a:moveTo>
                  <a:lnTo>
                    <a:pt x="24638" y="32131"/>
                  </a:lnTo>
                  <a:lnTo>
                    <a:pt x="24790" y="32131"/>
                  </a:lnTo>
                  <a:lnTo>
                    <a:pt x="24790" y="32004"/>
                  </a:lnTo>
                  <a:close/>
                </a:path>
                <a:path w="64135" h="50800">
                  <a:moveTo>
                    <a:pt x="24841" y="34417"/>
                  </a:moveTo>
                  <a:lnTo>
                    <a:pt x="24345" y="34417"/>
                  </a:lnTo>
                  <a:lnTo>
                    <a:pt x="24371" y="34925"/>
                  </a:lnTo>
                  <a:lnTo>
                    <a:pt x="24828" y="34925"/>
                  </a:lnTo>
                  <a:lnTo>
                    <a:pt x="24841" y="34417"/>
                  </a:lnTo>
                  <a:close/>
                </a:path>
                <a:path w="64135" h="50800">
                  <a:moveTo>
                    <a:pt x="24841" y="34290"/>
                  </a:moveTo>
                  <a:lnTo>
                    <a:pt x="24803" y="32258"/>
                  </a:lnTo>
                  <a:lnTo>
                    <a:pt x="24130" y="32258"/>
                  </a:lnTo>
                  <a:lnTo>
                    <a:pt x="24231" y="33274"/>
                  </a:lnTo>
                  <a:lnTo>
                    <a:pt x="24345" y="34290"/>
                  </a:lnTo>
                  <a:lnTo>
                    <a:pt x="24841" y="34290"/>
                  </a:lnTo>
                  <a:close/>
                </a:path>
                <a:path w="64135" h="50800">
                  <a:moveTo>
                    <a:pt x="24892" y="29591"/>
                  </a:moveTo>
                  <a:lnTo>
                    <a:pt x="23304" y="29591"/>
                  </a:lnTo>
                  <a:lnTo>
                    <a:pt x="22771" y="29845"/>
                  </a:lnTo>
                  <a:lnTo>
                    <a:pt x="22580" y="29845"/>
                  </a:lnTo>
                  <a:lnTo>
                    <a:pt x="22631" y="30099"/>
                  </a:lnTo>
                  <a:lnTo>
                    <a:pt x="23075" y="30353"/>
                  </a:lnTo>
                  <a:lnTo>
                    <a:pt x="23050" y="29845"/>
                  </a:lnTo>
                  <a:lnTo>
                    <a:pt x="24892" y="29845"/>
                  </a:lnTo>
                  <a:lnTo>
                    <a:pt x="24892" y="29591"/>
                  </a:lnTo>
                  <a:close/>
                </a:path>
                <a:path w="64135" h="50800">
                  <a:moveTo>
                    <a:pt x="24904" y="35052"/>
                  </a:moveTo>
                  <a:lnTo>
                    <a:pt x="24371" y="35052"/>
                  </a:lnTo>
                  <a:lnTo>
                    <a:pt x="24396" y="35560"/>
                  </a:lnTo>
                  <a:lnTo>
                    <a:pt x="24866" y="35560"/>
                  </a:lnTo>
                  <a:lnTo>
                    <a:pt x="24904" y="35052"/>
                  </a:lnTo>
                  <a:close/>
                </a:path>
                <a:path w="64135" h="50800">
                  <a:moveTo>
                    <a:pt x="24980" y="38608"/>
                  </a:moveTo>
                  <a:lnTo>
                    <a:pt x="23444" y="38608"/>
                  </a:lnTo>
                  <a:lnTo>
                    <a:pt x="23444" y="38735"/>
                  </a:lnTo>
                  <a:lnTo>
                    <a:pt x="24980" y="38608"/>
                  </a:lnTo>
                  <a:close/>
                </a:path>
                <a:path w="64135" h="50800">
                  <a:moveTo>
                    <a:pt x="25019" y="40259"/>
                  </a:moveTo>
                  <a:lnTo>
                    <a:pt x="24714" y="40259"/>
                  </a:lnTo>
                  <a:lnTo>
                    <a:pt x="24460" y="40259"/>
                  </a:lnTo>
                  <a:lnTo>
                    <a:pt x="24282" y="40386"/>
                  </a:lnTo>
                  <a:lnTo>
                    <a:pt x="24752" y="40386"/>
                  </a:lnTo>
                  <a:lnTo>
                    <a:pt x="25019" y="40259"/>
                  </a:lnTo>
                  <a:close/>
                </a:path>
                <a:path w="64135" h="50800">
                  <a:moveTo>
                    <a:pt x="25057" y="43561"/>
                  </a:moveTo>
                  <a:lnTo>
                    <a:pt x="24726" y="43434"/>
                  </a:lnTo>
                  <a:lnTo>
                    <a:pt x="24726" y="43307"/>
                  </a:lnTo>
                  <a:lnTo>
                    <a:pt x="24587" y="43434"/>
                  </a:lnTo>
                  <a:lnTo>
                    <a:pt x="24511" y="43561"/>
                  </a:lnTo>
                  <a:lnTo>
                    <a:pt x="24244" y="43688"/>
                  </a:lnTo>
                  <a:lnTo>
                    <a:pt x="24307" y="43942"/>
                  </a:lnTo>
                  <a:lnTo>
                    <a:pt x="24523" y="43942"/>
                  </a:lnTo>
                  <a:lnTo>
                    <a:pt x="24587" y="43815"/>
                  </a:lnTo>
                  <a:lnTo>
                    <a:pt x="24828" y="43688"/>
                  </a:lnTo>
                  <a:lnTo>
                    <a:pt x="24650" y="43815"/>
                  </a:lnTo>
                  <a:lnTo>
                    <a:pt x="25031" y="43815"/>
                  </a:lnTo>
                  <a:lnTo>
                    <a:pt x="25044" y="43688"/>
                  </a:lnTo>
                  <a:lnTo>
                    <a:pt x="25057" y="43561"/>
                  </a:lnTo>
                  <a:close/>
                </a:path>
                <a:path w="64135" h="50800">
                  <a:moveTo>
                    <a:pt x="25095" y="29845"/>
                  </a:moveTo>
                  <a:lnTo>
                    <a:pt x="24892" y="29845"/>
                  </a:lnTo>
                  <a:lnTo>
                    <a:pt x="24879" y="30480"/>
                  </a:lnTo>
                  <a:lnTo>
                    <a:pt x="25019" y="30353"/>
                  </a:lnTo>
                  <a:lnTo>
                    <a:pt x="25095" y="29845"/>
                  </a:lnTo>
                  <a:close/>
                </a:path>
                <a:path w="64135" h="50800">
                  <a:moveTo>
                    <a:pt x="25196" y="34925"/>
                  </a:moveTo>
                  <a:lnTo>
                    <a:pt x="24828" y="34925"/>
                  </a:lnTo>
                  <a:lnTo>
                    <a:pt x="24904" y="35052"/>
                  </a:lnTo>
                  <a:lnTo>
                    <a:pt x="25184" y="35052"/>
                  </a:lnTo>
                  <a:lnTo>
                    <a:pt x="25196" y="34925"/>
                  </a:lnTo>
                  <a:close/>
                </a:path>
                <a:path w="64135" h="50800">
                  <a:moveTo>
                    <a:pt x="25234" y="36195"/>
                  </a:moveTo>
                  <a:lnTo>
                    <a:pt x="24968" y="36195"/>
                  </a:lnTo>
                  <a:lnTo>
                    <a:pt x="24815" y="35941"/>
                  </a:lnTo>
                  <a:lnTo>
                    <a:pt x="24739" y="35814"/>
                  </a:lnTo>
                  <a:lnTo>
                    <a:pt x="24930" y="35687"/>
                  </a:lnTo>
                  <a:lnTo>
                    <a:pt x="24396" y="35687"/>
                  </a:lnTo>
                  <a:lnTo>
                    <a:pt x="24422" y="36195"/>
                  </a:lnTo>
                  <a:lnTo>
                    <a:pt x="24930" y="36195"/>
                  </a:lnTo>
                  <a:lnTo>
                    <a:pt x="24968" y="36322"/>
                  </a:lnTo>
                  <a:lnTo>
                    <a:pt x="25234" y="36195"/>
                  </a:lnTo>
                  <a:close/>
                </a:path>
                <a:path w="64135" h="50800">
                  <a:moveTo>
                    <a:pt x="25298" y="35687"/>
                  </a:moveTo>
                  <a:lnTo>
                    <a:pt x="25260" y="35560"/>
                  </a:lnTo>
                  <a:lnTo>
                    <a:pt x="24866" y="35560"/>
                  </a:lnTo>
                  <a:lnTo>
                    <a:pt x="24930" y="35687"/>
                  </a:lnTo>
                  <a:lnTo>
                    <a:pt x="25298" y="35687"/>
                  </a:lnTo>
                  <a:close/>
                </a:path>
                <a:path w="64135" h="50800">
                  <a:moveTo>
                    <a:pt x="25311" y="34290"/>
                  </a:moveTo>
                  <a:lnTo>
                    <a:pt x="24866" y="34290"/>
                  </a:lnTo>
                  <a:lnTo>
                    <a:pt x="24866" y="34417"/>
                  </a:lnTo>
                  <a:lnTo>
                    <a:pt x="25298" y="34417"/>
                  </a:lnTo>
                  <a:lnTo>
                    <a:pt x="25311" y="34290"/>
                  </a:lnTo>
                  <a:close/>
                </a:path>
                <a:path w="64135" h="50800">
                  <a:moveTo>
                    <a:pt x="25349" y="41783"/>
                  </a:moveTo>
                  <a:lnTo>
                    <a:pt x="25031" y="41783"/>
                  </a:lnTo>
                  <a:lnTo>
                    <a:pt x="25146" y="41910"/>
                  </a:lnTo>
                  <a:lnTo>
                    <a:pt x="25349" y="41783"/>
                  </a:lnTo>
                  <a:close/>
                </a:path>
                <a:path w="64135" h="50800">
                  <a:moveTo>
                    <a:pt x="25349" y="32131"/>
                  </a:moveTo>
                  <a:lnTo>
                    <a:pt x="24904" y="32131"/>
                  </a:lnTo>
                  <a:lnTo>
                    <a:pt x="24904" y="32258"/>
                  </a:lnTo>
                  <a:lnTo>
                    <a:pt x="25349" y="32258"/>
                  </a:lnTo>
                  <a:lnTo>
                    <a:pt x="25349" y="32131"/>
                  </a:lnTo>
                  <a:close/>
                </a:path>
                <a:path w="64135" h="50800">
                  <a:moveTo>
                    <a:pt x="25488" y="35687"/>
                  </a:moveTo>
                  <a:lnTo>
                    <a:pt x="25298" y="35687"/>
                  </a:lnTo>
                  <a:lnTo>
                    <a:pt x="25336" y="35814"/>
                  </a:lnTo>
                  <a:lnTo>
                    <a:pt x="25488" y="35687"/>
                  </a:lnTo>
                  <a:close/>
                </a:path>
                <a:path w="64135" h="50800">
                  <a:moveTo>
                    <a:pt x="25501" y="35814"/>
                  </a:moveTo>
                  <a:lnTo>
                    <a:pt x="25336" y="35814"/>
                  </a:lnTo>
                  <a:lnTo>
                    <a:pt x="25234" y="36195"/>
                  </a:lnTo>
                  <a:lnTo>
                    <a:pt x="25438" y="35941"/>
                  </a:lnTo>
                  <a:lnTo>
                    <a:pt x="25501" y="35814"/>
                  </a:lnTo>
                  <a:close/>
                </a:path>
                <a:path w="64135" h="50800">
                  <a:moveTo>
                    <a:pt x="25514" y="20828"/>
                  </a:moveTo>
                  <a:lnTo>
                    <a:pt x="25196" y="20828"/>
                  </a:lnTo>
                  <a:lnTo>
                    <a:pt x="25400" y="21082"/>
                  </a:lnTo>
                  <a:lnTo>
                    <a:pt x="25514" y="20828"/>
                  </a:lnTo>
                  <a:close/>
                </a:path>
                <a:path w="64135" h="50800">
                  <a:moveTo>
                    <a:pt x="25539" y="25146"/>
                  </a:moveTo>
                  <a:lnTo>
                    <a:pt x="25336" y="25019"/>
                  </a:lnTo>
                  <a:lnTo>
                    <a:pt x="25298" y="25273"/>
                  </a:lnTo>
                  <a:lnTo>
                    <a:pt x="25539" y="25146"/>
                  </a:lnTo>
                  <a:close/>
                </a:path>
                <a:path w="64135" h="50800">
                  <a:moveTo>
                    <a:pt x="25628" y="35052"/>
                  </a:moveTo>
                  <a:lnTo>
                    <a:pt x="25184" y="35052"/>
                  </a:lnTo>
                  <a:lnTo>
                    <a:pt x="25260" y="35560"/>
                  </a:lnTo>
                  <a:lnTo>
                    <a:pt x="25615" y="35560"/>
                  </a:lnTo>
                  <a:lnTo>
                    <a:pt x="25628" y="35052"/>
                  </a:lnTo>
                  <a:close/>
                </a:path>
                <a:path w="64135" h="50800">
                  <a:moveTo>
                    <a:pt x="25641" y="34417"/>
                  </a:moveTo>
                  <a:lnTo>
                    <a:pt x="25298" y="34417"/>
                  </a:lnTo>
                  <a:lnTo>
                    <a:pt x="25196" y="34925"/>
                  </a:lnTo>
                  <a:lnTo>
                    <a:pt x="25628" y="34925"/>
                  </a:lnTo>
                  <a:lnTo>
                    <a:pt x="25641" y="34417"/>
                  </a:lnTo>
                  <a:close/>
                </a:path>
                <a:path w="64135" h="50800">
                  <a:moveTo>
                    <a:pt x="25895" y="43942"/>
                  </a:moveTo>
                  <a:lnTo>
                    <a:pt x="25869" y="43815"/>
                  </a:lnTo>
                  <a:lnTo>
                    <a:pt x="25031" y="43815"/>
                  </a:lnTo>
                  <a:lnTo>
                    <a:pt x="25019" y="43954"/>
                  </a:lnTo>
                  <a:lnTo>
                    <a:pt x="25222" y="44323"/>
                  </a:lnTo>
                  <a:lnTo>
                    <a:pt x="25349" y="44196"/>
                  </a:lnTo>
                  <a:lnTo>
                    <a:pt x="25425" y="44069"/>
                  </a:lnTo>
                  <a:lnTo>
                    <a:pt x="25019" y="44069"/>
                  </a:lnTo>
                  <a:lnTo>
                    <a:pt x="25158" y="43942"/>
                  </a:lnTo>
                  <a:lnTo>
                    <a:pt x="25349" y="43942"/>
                  </a:lnTo>
                  <a:lnTo>
                    <a:pt x="25425" y="44069"/>
                  </a:lnTo>
                  <a:lnTo>
                    <a:pt x="25831" y="44069"/>
                  </a:lnTo>
                  <a:lnTo>
                    <a:pt x="25895" y="43942"/>
                  </a:lnTo>
                  <a:close/>
                </a:path>
                <a:path w="64135" h="50800">
                  <a:moveTo>
                    <a:pt x="26022" y="49784"/>
                  </a:moveTo>
                  <a:lnTo>
                    <a:pt x="25857" y="49657"/>
                  </a:lnTo>
                  <a:lnTo>
                    <a:pt x="25882" y="49784"/>
                  </a:lnTo>
                  <a:lnTo>
                    <a:pt x="26022" y="49784"/>
                  </a:lnTo>
                  <a:close/>
                </a:path>
                <a:path w="64135" h="50800">
                  <a:moveTo>
                    <a:pt x="26073" y="45085"/>
                  </a:moveTo>
                  <a:lnTo>
                    <a:pt x="26047" y="44323"/>
                  </a:lnTo>
                  <a:lnTo>
                    <a:pt x="25819" y="44323"/>
                  </a:lnTo>
                  <a:lnTo>
                    <a:pt x="25844" y="44196"/>
                  </a:lnTo>
                  <a:lnTo>
                    <a:pt x="25692" y="44323"/>
                  </a:lnTo>
                  <a:lnTo>
                    <a:pt x="25222" y="44323"/>
                  </a:lnTo>
                  <a:lnTo>
                    <a:pt x="25781" y="44577"/>
                  </a:lnTo>
                  <a:lnTo>
                    <a:pt x="25285" y="44577"/>
                  </a:lnTo>
                  <a:lnTo>
                    <a:pt x="25349" y="44704"/>
                  </a:lnTo>
                  <a:lnTo>
                    <a:pt x="25425" y="44831"/>
                  </a:lnTo>
                  <a:lnTo>
                    <a:pt x="25285" y="44831"/>
                  </a:lnTo>
                  <a:lnTo>
                    <a:pt x="25285" y="44577"/>
                  </a:lnTo>
                  <a:lnTo>
                    <a:pt x="25044" y="44577"/>
                  </a:lnTo>
                  <a:lnTo>
                    <a:pt x="24955" y="44323"/>
                  </a:lnTo>
                  <a:lnTo>
                    <a:pt x="24777" y="44323"/>
                  </a:lnTo>
                  <a:lnTo>
                    <a:pt x="24866" y="44069"/>
                  </a:lnTo>
                  <a:lnTo>
                    <a:pt x="24549" y="44069"/>
                  </a:lnTo>
                  <a:lnTo>
                    <a:pt x="24434" y="44196"/>
                  </a:lnTo>
                  <a:lnTo>
                    <a:pt x="24104" y="44323"/>
                  </a:lnTo>
                  <a:lnTo>
                    <a:pt x="24434" y="44323"/>
                  </a:lnTo>
                  <a:lnTo>
                    <a:pt x="24688" y="44577"/>
                  </a:lnTo>
                  <a:lnTo>
                    <a:pt x="24828" y="44577"/>
                  </a:lnTo>
                  <a:lnTo>
                    <a:pt x="24701" y="44704"/>
                  </a:lnTo>
                  <a:lnTo>
                    <a:pt x="24625" y="44831"/>
                  </a:lnTo>
                  <a:lnTo>
                    <a:pt x="24650" y="44704"/>
                  </a:lnTo>
                  <a:lnTo>
                    <a:pt x="24688" y="44577"/>
                  </a:lnTo>
                  <a:lnTo>
                    <a:pt x="24142" y="44577"/>
                  </a:lnTo>
                  <a:lnTo>
                    <a:pt x="24142" y="46736"/>
                  </a:lnTo>
                  <a:lnTo>
                    <a:pt x="24142" y="47117"/>
                  </a:lnTo>
                  <a:lnTo>
                    <a:pt x="24003" y="47193"/>
                  </a:lnTo>
                  <a:lnTo>
                    <a:pt x="24003" y="47625"/>
                  </a:lnTo>
                  <a:lnTo>
                    <a:pt x="23876" y="47371"/>
                  </a:lnTo>
                  <a:lnTo>
                    <a:pt x="23939" y="47498"/>
                  </a:lnTo>
                  <a:lnTo>
                    <a:pt x="24003" y="47625"/>
                  </a:lnTo>
                  <a:lnTo>
                    <a:pt x="24003" y="47193"/>
                  </a:lnTo>
                  <a:lnTo>
                    <a:pt x="23863" y="47244"/>
                  </a:lnTo>
                  <a:lnTo>
                    <a:pt x="24003" y="47117"/>
                  </a:lnTo>
                  <a:lnTo>
                    <a:pt x="24041" y="46990"/>
                  </a:lnTo>
                  <a:lnTo>
                    <a:pt x="24142" y="46736"/>
                  </a:lnTo>
                  <a:lnTo>
                    <a:pt x="24142" y="44577"/>
                  </a:lnTo>
                  <a:lnTo>
                    <a:pt x="24066" y="44831"/>
                  </a:lnTo>
                  <a:lnTo>
                    <a:pt x="24028" y="44958"/>
                  </a:lnTo>
                  <a:lnTo>
                    <a:pt x="23863" y="45085"/>
                  </a:lnTo>
                  <a:lnTo>
                    <a:pt x="23863" y="44831"/>
                  </a:lnTo>
                  <a:lnTo>
                    <a:pt x="24066" y="44831"/>
                  </a:lnTo>
                  <a:lnTo>
                    <a:pt x="24066" y="44577"/>
                  </a:lnTo>
                  <a:lnTo>
                    <a:pt x="23736" y="44577"/>
                  </a:lnTo>
                  <a:lnTo>
                    <a:pt x="23355" y="44577"/>
                  </a:lnTo>
                  <a:lnTo>
                    <a:pt x="23139" y="44704"/>
                  </a:lnTo>
                  <a:lnTo>
                    <a:pt x="23380" y="44348"/>
                  </a:lnTo>
                  <a:lnTo>
                    <a:pt x="23545" y="44450"/>
                  </a:lnTo>
                  <a:lnTo>
                    <a:pt x="23736" y="44323"/>
                  </a:lnTo>
                  <a:lnTo>
                    <a:pt x="23787" y="44196"/>
                  </a:lnTo>
                  <a:lnTo>
                    <a:pt x="23977" y="44196"/>
                  </a:lnTo>
                  <a:lnTo>
                    <a:pt x="23787" y="44323"/>
                  </a:lnTo>
                  <a:lnTo>
                    <a:pt x="23914" y="44323"/>
                  </a:lnTo>
                  <a:lnTo>
                    <a:pt x="24257" y="44196"/>
                  </a:lnTo>
                  <a:lnTo>
                    <a:pt x="24333" y="44069"/>
                  </a:lnTo>
                  <a:lnTo>
                    <a:pt x="23685" y="44069"/>
                  </a:lnTo>
                  <a:lnTo>
                    <a:pt x="23406" y="44069"/>
                  </a:lnTo>
                  <a:lnTo>
                    <a:pt x="23355" y="44323"/>
                  </a:lnTo>
                  <a:lnTo>
                    <a:pt x="23063" y="44323"/>
                  </a:lnTo>
                  <a:lnTo>
                    <a:pt x="23177" y="44069"/>
                  </a:lnTo>
                  <a:lnTo>
                    <a:pt x="16014" y="44069"/>
                  </a:lnTo>
                  <a:lnTo>
                    <a:pt x="16002" y="44577"/>
                  </a:lnTo>
                  <a:lnTo>
                    <a:pt x="15887" y="48514"/>
                  </a:lnTo>
                  <a:lnTo>
                    <a:pt x="15760" y="50419"/>
                  </a:lnTo>
                  <a:lnTo>
                    <a:pt x="25895" y="50419"/>
                  </a:lnTo>
                  <a:lnTo>
                    <a:pt x="25882" y="50165"/>
                  </a:lnTo>
                  <a:lnTo>
                    <a:pt x="25882" y="49911"/>
                  </a:lnTo>
                  <a:lnTo>
                    <a:pt x="25666" y="50050"/>
                  </a:lnTo>
                  <a:lnTo>
                    <a:pt x="25704" y="48768"/>
                  </a:lnTo>
                  <a:lnTo>
                    <a:pt x="25971" y="48514"/>
                  </a:lnTo>
                  <a:lnTo>
                    <a:pt x="26035" y="48260"/>
                  </a:lnTo>
                  <a:lnTo>
                    <a:pt x="25704" y="48260"/>
                  </a:lnTo>
                  <a:lnTo>
                    <a:pt x="26035" y="47879"/>
                  </a:lnTo>
                  <a:lnTo>
                    <a:pt x="25806" y="47879"/>
                  </a:lnTo>
                  <a:lnTo>
                    <a:pt x="25679" y="48145"/>
                  </a:lnTo>
                  <a:lnTo>
                    <a:pt x="25615" y="47625"/>
                  </a:lnTo>
                  <a:lnTo>
                    <a:pt x="25882" y="47625"/>
                  </a:lnTo>
                  <a:lnTo>
                    <a:pt x="25895" y="47498"/>
                  </a:lnTo>
                  <a:lnTo>
                    <a:pt x="25920" y="47244"/>
                  </a:lnTo>
                  <a:lnTo>
                    <a:pt x="25742" y="47244"/>
                  </a:lnTo>
                  <a:lnTo>
                    <a:pt x="25679" y="47498"/>
                  </a:lnTo>
                  <a:lnTo>
                    <a:pt x="25742" y="46736"/>
                  </a:lnTo>
                  <a:lnTo>
                    <a:pt x="25603" y="46609"/>
                  </a:lnTo>
                  <a:lnTo>
                    <a:pt x="25819" y="46609"/>
                  </a:lnTo>
                  <a:lnTo>
                    <a:pt x="25565" y="46482"/>
                  </a:lnTo>
                  <a:lnTo>
                    <a:pt x="25742" y="46355"/>
                  </a:lnTo>
                  <a:lnTo>
                    <a:pt x="25742" y="46101"/>
                  </a:lnTo>
                  <a:lnTo>
                    <a:pt x="25946" y="46101"/>
                  </a:lnTo>
                  <a:lnTo>
                    <a:pt x="26035" y="45593"/>
                  </a:lnTo>
                  <a:lnTo>
                    <a:pt x="25793" y="45212"/>
                  </a:lnTo>
                  <a:lnTo>
                    <a:pt x="26073" y="45085"/>
                  </a:lnTo>
                  <a:close/>
                </a:path>
                <a:path w="64135" h="50800">
                  <a:moveTo>
                    <a:pt x="26073" y="44069"/>
                  </a:moveTo>
                  <a:lnTo>
                    <a:pt x="25831" y="44069"/>
                  </a:lnTo>
                  <a:lnTo>
                    <a:pt x="25755" y="44196"/>
                  </a:lnTo>
                  <a:lnTo>
                    <a:pt x="26047" y="44196"/>
                  </a:lnTo>
                  <a:lnTo>
                    <a:pt x="26073" y="44069"/>
                  </a:lnTo>
                  <a:close/>
                </a:path>
                <a:path w="64135" h="50800">
                  <a:moveTo>
                    <a:pt x="26149" y="32258"/>
                  </a:moveTo>
                  <a:lnTo>
                    <a:pt x="25349" y="32258"/>
                  </a:lnTo>
                  <a:lnTo>
                    <a:pt x="25311" y="34290"/>
                  </a:lnTo>
                  <a:lnTo>
                    <a:pt x="25641" y="34290"/>
                  </a:lnTo>
                  <a:lnTo>
                    <a:pt x="25628" y="33274"/>
                  </a:lnTo>
                  <a:lnTo>
                    <a:pt x="25869" y="33147"/>
                  </a:lnTo>
                  <a:lnTo>
                    <a:pt x="25920" y="32512"/>
                  </a:lnTo>
                  <a:lnTo>
                    <a:pt x="26085" y="32385"/>
                  </a:lnTo>
                  <a:lnTo>
                    <a:pt x="26149" y="32258"/>
                  </a:lnTo>
                  <a:close/>
                </a:path>
                <a:path w="64135" h="50800">
                  <a:moveTo>
                    <a:pt x="26289" y="50165"/>
                  </a:moveTo>
                  <a:lnTo>
                    <a:pt x="26276" y="49784"/>
                  </a:lnTo>
                  <a:lnTo>
                    <a:pt x="26085" y="49911"/>
                  </a:lnTo>
                  <a:lnTo>
                    <a:pt x="26289" y="50165"/>
                  </a:lnTo>
                  <a:close/>
                </a:path>
                <a:path w="64135" h="50800">
                  <a:moveTo>
                    <a:pt x="26301" y="40132"/>
                  </a:moveTo>
                  <a:lnTo>
                    <a:pt x="26047" y="40132"/>
                  </a:lnTo>
                  <a:lnTo>
                    <a:pt x="26289" y="40259"/>
                  </a:lnTo>
                  <a:lnTo>
                    <a:pt x="26301" y="40132"/>
                  </a:lnTo>
                  <a:close/>
                </a:path>
                <a:path w="64135" h="50800">
                  <a:moveTo>
                    <a:pt x="26314" y="29591"/>
                  </a:moveTo>
                  <a:lnTo>
                    <a:pt x="25107" y="29591"/>
                  </a:lnTo>
                  <a:lnTo>
                    <a:pt x="25095" y="29845"/>
                  </a:lnTo>
                  <a:lnTo>
                    <a:pt x="26225" y="29845"/>
                  </a:lnTo>
                  <a:lnTo>
                    <a:pt x="26314" y="29591"/>
                  </a:lnTo>
                  <a:close/>
                </a:path>
                <a:path w="64135" h="50800">
                  <a:moveTo>
                    <a:pt x="26377" y="50165"/>
                  </a:moveTo>
                  <a:lnTo>
                    <a:pt x="26085" y="50165"/>
                  </a:lnTo>
                  <a:lnTo>
                    <a:pt x="25895" y="50419"/>
                  </a:lnTo>
                  <a:lnTo>
                    <a:pt x="26377" y="50419"/>
                  </a:lnTo>
                  <a:lnTo>
                    <a:pt x="26377" y="50165"/>
                  </a:lnTo>
                  <a:close/>
                </a:path>
                <a:path w="64135" h="50800">
                  <a:moveTo>
                    <a:pt x="26403" y="14732"/>
                  </a:moveTo>
                  <a:lnTo>
                    <a:pt x="26200" y="14986"/>
                  </a:lnTo>
                  <a:lnTo>
                    <a:pt x="26111" y="15621"/>
                  </a:lnTo>
                  <a:lnTo>
                    <a:pt x="26301" y="15240"/>
                  </a:lnTo>
                  <a:lnTo>
                    <a:pt x="26403" y="14732"/>
                  </a:lnTo>
                  <a:close/>
                </a:path>
                <a:path w="64135" h="50800">
                  <a:moveTo>
                    <a:pt x="26428" y="37465"/>
                  </a:moveTo>
                  <a:lnTo>
                    <a:pt x="25120" y="37338"/>
                  </a:lnTo>
                  <a:lnTo>
                    <a:pt x="25349" y="37211"/>
                  </a:lnTo>
                  <a:lnTo>
                    <a:pt x="25006" y="37211"/>
                  </a:lnTo>
                  <a:lnTo>
                    <a:pt x="25273" y="37084"/>
                  </a:lnTo>
                  <a:lnTo>
                    <a:pt x="24968" y="36957"/>
                  </a:lnTo>
                  <a:lnTo>
                    <a:pt x="25120" y="36830"/>
                  </a:lnTo>
                  <a:lnTo>
                    <a:pt x="25146" y="36576"/>
                  </a:lnTo>
                  <a:lnTo>
                    <a:pt x="25527" y="36576"/>
                  </a:lnTo>
                  <a:lnTo>
                    <a:pt x="25501" y="36322"/>
                  </a:lnTo>
                  <a:lnTo>
                    <a:pt x="24968" y="36322"/>
                  </a:lnTo>
                  <a:lnTo>
                    <a:pt x="24422" y="36322"/>
                  </a:lnTo>
                  <a:lnTo>
                    <a:pt x="24549" y="36703"/>
                  </a:lnTo>
                  <a:lnTo>
                    <a:pt x="24638" y="37465"/>
                  </a:lnTo>
                  <a:lnTo>
                    <a:pt x="26428" y="37465"/>
                  </a:lnTo>
                  <a:close/>
                </a:path>
                <a:path w="64135" h="50800">
                  <a:moveTo>
                    <a:pt x="26454" y="29591"/>
                  </a:moveTo>
                  <a:lnTo>
                    <a:pt x="26441" y="29464"/>
                  </a:lnTo>
                  <a:lnTo>
                    <a:pt x="26314" y="29591"/>
                  </a:lnTo>
                  <a:lnTo>
                    <a:pt x="26454" y="29591"/>
                  </a:lnTo>
                  <a:close/>
                </a:path>
                <a:path w="64135" h="50800">
                  <a:moveTo>
                    <a:pt x="26568" y="22733"/>
                  </a:moveTo>
                  <a:lnTo>
                    <a:pt x="26441" y="22987"/>
                  </a:lnTo>
                  <a:lnTo>
                    <a:pt x="26276" y="22733"/>
                  </a:lnTo>
                  <a:lnTo>
                    <a:pt x="26149" y="22479"/>
                  </a:lnTo>
                  <a:lnTo>
                    <a:pt x="26073" y="22225"/>
                  </a:lnTo>
                  <a:lnTo>
                    <a:pt x="25933" y="22352"/>
                  </a:lnTo>
                  <a:lnTo>
                    <a:pt x="25933" y="22733"/>
                  </a:lnTo>
                  <a:lnTo>
                    <a:pt x="25666" y="22606"/>
                  </a:lnTo>
                  <a:lnTo>
                    <a:pt x="25933" y="22733"/>
                  </a:lnTo>
                  <a:lnTo>
                    <a:pt x="25933" y="22352"/>
                  </a:lnTo>
                  <a:lnTo>
                    <a:pt x="25882" y="22225"/>
                  </a:lnTo>
                  <a:lnTo>
                    <a:pt x="25819" y="21971"/>
                  </a:lnTo>
                  <a:lnTo>
                    <a:pt x="25641" y="21590"/>
                  </a:lnTo>
                  <a:lnTo>
                    <a:pt x="25438" y="21336"/>
                  </a:lnTo>
                  <a:lnTo>
                    <a:pt x="25704" y="21336"/>
                  </a:lnTo>
                  <a:lnTo>
                    <a:pt x="25577" y="21209"/>
                  </a:lnTo>
                  <a:lnTo>
                    <a:pt x="25755" y="21336"/>
                  </a:lnTo>
                  <a:lnTo>
                    <a:pt x="25971" y="21336"/>
                  </a:lnTo>
                  <a:lnTo>
                    <a:pt x="26098" y="21082"/>
                  </a:lnTo>
                  <a:lnTo>
                    <a:pt x="25450" y="21082"/>
                  </a:lnTo>
                  <a:lnTo>
                    <a:pt x="25361" y="21259"/>
                  </a:lnTo>
                  <a:lnTo>
                    <a:pt x="25234" y="21082"/>
                  </a:lnTo>
                  <a:lnTo>
                    <a:pt x="25374" y="21082"/>
                  </a:lnTo>
                  <a:lnTo>
                    <a:pt x="25196" y="20828"/>
                  </a:lnTo>
                  <a:lnTo>
                    <a:pt x="24930" y="20828"/>
                  </a:lnTo>
                  <a:lnTo>
                    <a:pt x="25069" y="21082"/>
                  </a:lnTo>
                  <a:lnTo>
                    <a:pt x="25463" y="21590"/>
                  </a:lnTo>
                  <a:lnTo>
                    <a:pt x="25514" y="21844"/>
                  </a:lnTo>
                  <a:lnTo>
                    <a:pt x="25234" y="21717"/>
                  </a:lnTo>
                  <a:lnTo>
                    <a:pt x="24803" y="21971"/>
                  </a:lnTo>
                  <a:lnTo>
                    <a:pt x="24866" y="22225"/>
                  </a:lnTo>
                  <a:lnTo>
                    <a:pt x="24371" y="22225"/>
                  </a:lnTo>
                  <a:lnTo>
                    <a:pt x="24130" y="22364"/>
                  </a:lnTo>
                  <a:lnTo>
                    <a:pt x="23977" y="22225"/>
                  </a:lnTo>
                  <a:lnTo>
                    <a:pt x="23787" y="22225"/>
                  </a:lnTo>
                  <a:lnTo>
                    <a:pt x="23787" y="22479"/>
                  </a:lnTo>
                  <a:lnTo>
                    <a:pt x="23520" y="22733"/>
                  </a:lnTo>
                  <a:lnTo>
                    <a:pt x="22682" y="22733"/>
                  </a:lnTo>
                  <a:lnTo>
                    <a:pt x="22682" y="22479"/>
                  </a:lnTo>
                  <a:lnTo>
                    <a:pt x="23787" y="22479"/>
                  </a:lnTo>
                  <a:lnTo>
                    <a:pt x="23787" y="22225"/>
                  </a:lnTo>
                  <a:lnTo>
                    <a:pt x="22466" y="22225"/>
                  </a:lnTo>
                  <a:lnTo>
                    <a:pt x="22491" y="22479"/>
                  </a:lnTo>
                  <a:lnTo>
                    <a:pt x="19634" y="22479"/>
                  </a:lnTo>
                  <a:lnTo>
                    <a:pt x="19481" y="22733"/>
                  </a:lnTo>
                  <a:lnTo>
                    <a:pt x="20662" y="22733"/>
                  </a:lnTo>
                  <a:lnTo>
                    <a:pt x="20891" y="22987"/>
                  </a:lnTo>
                  <a:lnTo>
                    <a:pt x="21120" y="23241"/>
                  </a:lnTo>
                  <a:lnTo>
                    <a:pt x="21691" y="23241"/>
                  </a:lnTo>
                  <a:lnTo>
                    <a:pt x="24180" y="22987"/>
                  </a:lnTo>
                  <a:lnTo>
                    <a:pt x="23685" y="22987"/>
                  </a:lnTo>
                  <a:lnTo>
                    <a:pt x="24142" y="22860"/>
                  </a:lnTo>
                  <a:lnTo>
                    <a:pt x="24130" y="22733"/>
                  </a:lnTo>
                  <a:lnTo>
                    <a:pt x="24396" y="22733"/>
                  </a:lnTo>
                  <a:lnTo>
                    <a:pt x="24574" y="22733"/>
                  </a:lnTo>
                  <a:lnTo>
                    <a:pt x="24803" y="22733"/>
                  </a:lnTo>
                  <a:lnTo>
                    <a:pt x="24942" y="22860"/>
                  </a:lnTo>
                  <a:lnTo>
                    <a:pt x="25006" y="22733"/>
                  </a:lnTo>
                  <a:lnTo>
                    <a:pt x="25069" y="22479"/>
                  </a:lnTo>
                  <a:lnTo>
                    <a:pt x="25247" y="22479"/>
                  </a:lnTo>
                  <a:lnTo>
                    <a:pt x="25057" y="22326"/>
                  </a:lnTo>
                  <a:lnTo>
                    <a:pt x="25400" y="22479"/>
                  </a:lnTo>
                  <a:lnTo>
                    <a:pt x="25260" y="22479"/>
                  </a:lnTo>
                  <a:lnTo>
                    <a:pt x="25209" y="22733"/>
                  </a:lnTo>
                  <a:lnTo>
                    <a:pt x="25488" y="22733"/>
                  </a:lnTo>
                  <a:lnTo>
                    <a:pt x="25006" y="22860"/>
                  </a:lnTo>
                  <a:lnTo>
                    <a:pt x="25615" y="22987"/>
                  </a:lnTo>
                  <a:lnTo>
                    <a:pt x="25781" y="23241"/>
                  </a:lnTo>
                  <a:lnTo>
                    <a:pt x="24320" y="23241"/>
                  </a:lnTo>
                  <a:lnTo>
                    <a:pt x="24257" y="23368"/>
                  </a:lnTo>
                  <a:lnTo>
                    <a:pt x="24053" y="23241"/>
                  </a:lnTo>
                  <a:lnTo>
                    <a:pt x="24155" y="23495"/>
                  </a:lnTo>
                  <a:lnTo>
                    <a:pt x="24485" y="23495"/>
                  </a:lnTo>
                  <a:lnTo>
                    <a:pt x="26060" y="23495"/>
                  </a:lnTo>
                  <a:lnTo>
                    <a:pt x="25946" y="23368"/>
                  </a:lnTo>
                  <a:lnTo>
                    <a:pt x="26441" y="23749"/>
                  </a:lnTo>
                  <a:lnTo>
                    <a:pt x="26339" y="23495"/>
                  </a:lnTo>
                  <a:lnTo>
                    <a:pt x="26301" y="23241"/>
                  </a:lnTo>
                  <a:lnTo>
                    <a:pt x="26543" y="22987"/>
                  </a:lnTo>
                  <a:lnTo>
                    <a:pt x="26568" y="22733"/>
                  </a:lnTo>
                  <a:close/>
                </a:path>
                <a:path w="64135" h="50800">
                  <a:moveTo>
                    <a:pt x="26581" y="12954"/>
                  </a:moveTo>
                  <a:lnTo>
                    <a:pt x="20167" y="12954"/>
                  </a:lnTo>
                  <a:lnTo>
                    <a:pt x="19913" y="12954"/>
                  </a:lnTo>
                  <a:lnTo>
                    <a:pt x="19672" y="12700"/>
                  </a:lnTo>
                  <a:lnTo>
                    <a:pt x="19761" y="13208"/>
                  </a:lnTo>
                  <a:lnTo>
                    <a:pt x="19900" y="13309"/>
                  </a:lnTo>
                  <a:lnTo>
                    <a:pt x="19900" y="13106"/>
                  </a:lnTo>
                  <a:lnTo>
                    <a:pt x="26555" y="13208"/>
                  </a:lnTo>
                  <a:lnTo>
                    <a:pt x="26581" y="12954"/>
                  </a:lnTo>
                  <a:close/>
                </a:path>
                <a:path w="64135" h="50800">
                  <a:moveTo>
                    <a:pt x="26657" y="12065"/>
                  </a:moveTo>
                  <a:lnTo>
                    <a:pt x="20370" y="12065"/>
                  </a:lnTo>
                  <a:lnTo>
                    <a:pt x="20459" y="12446"/>
                  </a:lnTo>
                  <a:lnTo>
                    <a:pt x="20091" y="12065"/>
                  </a:lnTo>
                  <a:lnTo>
                    <a:pt x="19596" y="12065"/>
                  </a:lnTo>
                  <a:lnTo>
                    <a:pt x="19977" y="12446"/>
                  </a:lnTo>
                  <a:lnTo>
                    <a:pt x="19799" y="12446"/>
                  </a:lnTo>
                  <a:lnTo>
                    <a:pt x="19685" y="12700"/>
                  </a:lnTo>
                  <a:lnTo>
                    <a:pt x="19926" y="12827"/>
                  </a:lnTo>
                  <a:lnTo>
                    <a:pt x="19939" y="12700"/>
                  </a:lnTo>
                  <a:lnTo>
                    <a:pt x="26593" y="12700"/>
                  </a:lnTo>
                  <a:lnTo>
                    <a:pt x="26657" y="12065"/>
                  </a:lnTo>
                  <a:close/>
                </a:path>
                <a:path w="64135" h="50800">
                  <a:moveTo>
                    <a:pt x="26746" y="10287"/>
                  </a:moveTo>
                  <a:lnTo>
                    <a:pt x="17640" y="10287"/>
                  </a:lnTo>
                  <a:lnTo>
                    <a:pt x="16751" y="10541"/>
                  </a:lnTo>
                  <a:lnTo>
                    <a:pt x="17056" y="10541"/>
                  </a:lnTo>
                  <a:lnTo>
                    <a:pt x="17195" y="10668"/>
                  </a:lnTo>
                  <a:lnTo>
                    <a:pt x="17373" y="10541"/>
                  </a:lnTo>
                  <a:lnTo>
                    <a:pt x="26746" y="10541"/>
                  </a:lnTo>
                  <a:lnTo>
                    <a:pt x="26746" y="10287"/>
                  </a:lnTo>
                  <a:close/>
                </a:path>
                <a:path w="64135" h="50800">
                  <a:moveTo>
                    <a:pt x="26771" y="9271"/>
                  </a:moveTo>
                  <a:lnTo>
                    <a:pt x="19964" y="9271"/>
                  </a:lnTo>
                  <a:lnTo>
                    <a:pt x="20040" y="9017"/>
                  </a:lnTo>
                  <a:lnTo>
                    <a:pt x="19659" y="9271"/>
                  </a:lnTo>
                  <a:lnTo>
                    <a:pt x="18681" y="9271"/>
                  </a:lnTo>
                  <a:lnTo>
                    <a:pt x="18402" y="9525"/>
                  </a:lnTo>
                  <a:lnTo>
                    <a:pt x="18161" y="9525"/>
                  </a:lnTo>
                  <a:lnTo>
                    <a:pt x="17881" y="9779"/>
                  </a:lnTo>
                  <a:lnTo>
                    <a:pt x="17424" y="10033"/>
                  </a:lnTo>
                  <a:lnTo>
                    <a:pt x="17233" y="10033"/>
                  </a:lnTo>
                  <a:lnTo>
                    <a:pt x="17424" y="10160"/>
                  </a:lnTo>
                  <a:lnTo>
                    <a:pt x="17538" y="10033"/>
                  </a:lnTo>
                  <a:lnTo>
                    <a:pt x="26758" y="10033"/>
                  </a:lnTo>
                  <a:lnTo>
                    <a:pt x="26771" y="9271"/>
                  </a:lnTo>
                  <a:close/>
                </a:path>
                <a:path w="64135" h="50800">
                  <a:moveTo>
                    <a:pt x="26873" y="8636"/>
                  </a:moveTo>
                  <a:lnTo>
                    <a:pt x="20396" y="8636"/>
                  </a:lnTo>
                  <a:lnTo>
                    <a:pt x="20091" y="8382"/>
                  </a:lnTo>
                  <a:lnTo>
                    <a:pt x="20116" y="8890"/>
                  </a:lnTo>
                  <a:lnTo>
                    <a:pt x="20243" y="8890"/>
                  </a:lnTo>
                  <a:lnTo>
                    <a:pt x="20434" y="8890"/>
                  </a:lnTo>
                  <a:lnTo>
                    <a:pt x="20408" y="8763"/>
                  </a:lnTo>
                  <a:lnTo>
                    <a:pt x="20523" y="8890"/>
                  </a:lnTo>
                  <a:lnTo>
                    <a:pt x="26784" y="8890"/>
                  </a:lnTo>
                  <a:lnTo>
                    <a:pt x="26873" y="8636"/>
                  </a:lnTo>
                  <a:close/>
                </a:path>
                <a:path w="64135" h="50800">
                  <a:moveTo>
                    <a:pt x="27076" y="7620"/>
                  </a:moveTo>
                  <a:lnTo>
                    <a:pt x="2997" y="7620"/>
                  </a:lnTo>
                  <a:lnTo>
                    <a:pt x="2679" y="7620"/>
                  </a:lnTo>
                  <a:lnTo>
                    <a:pt x="2540" y="7620"/>
                  </a:lnTo>
                  <a:lnTo>
                    <a:pt x="2159" y="7747"/>
                  </a:lnTo>
                  <a:lnTo>
                    <a:pt x="1981" y="7620"/>
                  </a:lnTo>
                  <a:lnTo>
                    <a:pt x="1981" y="7797"/>
                  </a:lnTo>
                  <a:lnTo>
                    <a:pt x="1739" y="7874"/>
                  </a:lnTo>
                  <a:lnTo>
                    <a:pt x="1854" y="8128"/>
                  </a:lnTo>
                  <a:lnTo>
                    <a:pt x="2006" y="8382"/>
                  </a:lnTo>
                  <a:lnTo>
                    <a:pt x="19723" y="8382"/>
                  </a:lnTo>
                  <a:lnTo>
                    <a:pt x="19723" y="8636"/>
                  </a:lnTo>
                  <a:lnTo>
                    <a:pt x="19862" y="8636"/>
                  </a:lnTo>
                  <a:lnTo>
                    <a:pt x="19913" y="8382"/>
                  </a:lnTo>
                  <a:lnTo>
                    <a:pt x="20091" y="8382"/>
                  </a:lnTo>
                  <a:lnTo>
                    <a:pt x="26974" y="8382"/>
                  </a:lnTo>
                  <a:lnTo>
                    <a:pt x="27076" y="7620"/>
                  </a:lnTo>
                  <a:close/>
                </a:path>
                <a:path w="64135" h="50800">
                  <a:moveTo>
                    <a:pt x="27546" y="47205"/>
                  </a:moveTo>
                  <a:lnTo>
                    <a:pt x="27305" y="47028"/>
                  </a:lnTo>
                  <a:lnTo>
                    <a:pt x="27089" y="46621"/>
                  </a:lnTo>
                  <a:lnTo>
                    <a:pt x="27165" y="47205"/>
                  </a:lnTo>
                  <a:lnTo>
                    <a:pt x="27241" y="47015"/>
                  </a:lnTo>
                  <a:lnTo>
                    <a:pt x="27317" y="47358"/>
                  </a:lnTo>
                  <a:lnTo>
                    <a:pt x="27317" y="47218"/>
                  </a:lnTo>
                  <a:lnTo>
                    <a:pt x="27546" y="47205"/>
                  </a:lnTo>
                  <a:close/>
                </a:path>
                <a:path w="64135" h="50800">
                  <a:moveTo>
                    <a:pt x="27546" y="30353"/>
                  </a:moveTo>
                  <a:lnTo>
                    <a:pt x="27520" y="30226"/>
                  </a:lnTo>
                  <a:lnTo>
                    <a:pt x="27292" y="30226"/>
                  </a:lnTo>
                  <a:lnTo>
                    <a:pt x="27266" y="30353"/>
                  </a:lnTo>
                  <a:lnTo>
                    <a:pt x="26949" y="30353"/>
                  </a:lnTo>
                  <a:lnTo>
                    <a:pt x="26873" y="29972"/>
                  </a:lnTo>
                  <a:lnTo>
                    <a:pt x="26670" y="29972"/>
                  </a:lnTo>
                  <a:lnTo>
                    <a:pt x="26670" y="29845"/>
                  </a:lnTo>
                  <a:lnTo>
                    <a:pt x="26441" y="29972"/>
                  </a:lnTo>
                  <a:lnTo>
                    <a:pt x="26339" y="30099"/>
                  </a:lnTo>
                  <a:lnTo>
                    <a:pt x="26225" y="30226"/>
                  </a:lnTo>
                  <a:lnTo>
                    <a:pt x="26162" y="30353"/>
                  </a:lnTo>
                  <a:lnTo>
                    <a:pt x="26047" y="30607"/>
                  </a:lnTo>
                  <a:lnTo>
                    <a:pt x="25793" y="30607"/>
                  </a:lnTo>
                  <a:lnTo>
                    <a:pt x="25742" y="30861"/>
                  </a:lnTo>
                  <a:lnTo>
                    <a:pt x="25641" y="31369"/>
                  </a:lnTo>
                  <a:lnTo>
                    <a:pt x="25539" y="31877"/>
                  </a:lnTo>
                  <a:lnTo>
                    <a:pt x="25349" y="32004"/>
                  </a:lnTo>
                  <a:lnTo>
                    <a:pt x="25349" y="32131"/>
                  </a:lnTo>
                  <a:lnTo>
                    <a:pt x="26212" y="32131"/>
                  </a:lnTo>
                  <a:lnTo>
                    <a:pt x="26314" y="31750"/>
                  </a:lnTo>
                  <a:lnTo>
                    <a:pt x="26428" y="31496"/>
                  </a:lnTo>
                  <a:lnTo>
                    <a:pt x="26504" y="31369"/>
                  </a:lnTo>
                  <a:lnTo>
                    <a:pt x="26593" y="31242"/>
                  </a:lnTo>
                  <a:lnTo>
                    <a:pt x="26746" y="31115"/>
                  </a:lnTo>
                  <a:lnTo>
                    <a:pt x="26822" y="30861"/>
                  </a:lnTo>
                  <a:lnTo>
                    <a:pt x="26898" y="30734"/>
                  </a:lnTo>
                  <a:lnTo>
                    <a:pt x="26974" y="30607"/>
                  </a:lnTo>
                  <a:lnTo>
                    <a:pt x="26758" y="30480"/>
                  </a:lnTo>
                  <a:lnTo>
                    <a:pt x="27254" y="30607"/>
                  </a:lnTo>
                  <a:lnTo>
                    <a:pt x="27266" y="30480"/>
                  </a:lnTo>
                  <a:lnTo>
                    <a:pt x="27546" y="30353"/>
                  </a:lnTo>
                  <a:close/>
                </a:path>
                <a:path w="64135" h="50800">
                  <a:moveTo>
                    <a:pt x="27686" y="13208"/>
                  </a:moveTo>
                  <a:lnTo>
                    <a:pt x="26555" y="13208"/>
                  </a:lnTo>
                  <a:lnTo>
                    <a:pt x="26543" y="13462"/>
                  </a:lnTo>
                  <a:lnTo>
                    <a:pt x="27686" y="13462"/>
                  </a:lnTo>
                  <a:lnTo>
                    <a:pt x="27686" y="13208"/>
                  </a:lnTo>
                  <a:close/>
                </a:path>
                <a:path w="64135" h="50800">
                  <a:moveTo>
                    <a:pt x="27698" y="12700"/>
                  </a:moveTo>
                  <a:lnTo>
                    <a:pt x="26593" y="12700"/>
                  </a:lnTo>
                  <a:lnTo>
                    <a:pt x="26581" y="12954"/>
                  </a:lnTo>
                  <a:lnTo>
                    <a:pt x="27698" y="12954"/>
                  </a:lnTo>
                  <a:lnTo>
                    <a:pt x="27698" y="12700"/>
                  </a:lnTo>
                  <a:close/>
                </a:path>
                <a:path w="64135" h="50800">
                  <a:moveTo>
                    <a:pt x="27698" y="11557"/>
                  </a:moveTo>
                  <a:lnTo>
                    <a:pt x="26720" y="11557"/>
                  </a:lnTo>
                  <a:lnTo>
                    <a:pt x="26720" y="11303"/>
                  </a:lnTo>
                  <a:lnTo>
                    <a:pt x="18529" y="11303"/>
                  </a:lnTo>
                  <a:lnTo>
                    <a:pt x="18516" y="11430"/>
                  </a:lnTo>
                  <a:lnTo>
                    <a:pt x="18199" y="11303"/>
                  </a:lnTo>
                  <a:lnTo>
                    <a:pt x="18237" y="11049"/>
                  </a:lnTo>
                  <a:lnTo>
                    <a:pt x="26733" y="11049"/>
                  </a:lnTo>
                  <a:lnTo>
                    <a:pt x="26733" y="10795"/>
                  </a:lnTo>
                  <a:lnTo>
                    <a:pt x="18008" y="10795"/>
                  </a:lnTo>
                  <a:lnTo>
                    <a:pt x="18008" y="11049"/>
                  </a:lnTo>
                  <a:lnTo>
                    <a:pt x="17945" y="11176"/>
                  </a:lnTo>
                  <a:lnTo>
                    <a:pt x="17716" y="11049"/>
                  </a:lnTo>
                  <a:lnTo>
                    <a:pt x="18008" y="11049"/>
                  </a:lnTo>
                  <a:lnTo>
                    <a:pt x="18008" y="10795"/>
                  </a:lnTo>
                  <a:lnTo>
                    <a:pt x="17335" y="10795"/>
                  </a:lnTo>
                  <a:lnTo>
                    <a:pt x="17487" y="11049"/>
                  </a:lnTo>
                  <a:lnTo>
                    <a:pt x="16840" y="11049"/>
                  </a:lnTo>
                  <a:lnTo>
                    <a:pt x="16535" y="11303"/>
                  </a:lnTo>
                  <a:lnTo>
                    <a:pt x="16560" y="11557"/>
                  </a:lnTo>
                  <a:lnTo>
                    <a:pt x="18503" y="11557"/>
                  </a:lnTo>
                  <a:lnTo>
                    <a:pt x="18834" y="11557"/>
                  </a:lnTo>
                  <a:lnTo>
                    <a:pt x="26708" y="11557"/>
                  </a:lnTo>
                  <a:lnTo>
                    <a:pt x="26657" y="12065"/>
                  </a:lnTo>
                  <a:lnTo>
                    <a:pt x="27698" y="12065"/>
                  </a:lnTo>
                  <a:lnTo>
                    <a:pt x="27698" y="11557"/>
                  </a:lnTo>
                  <a:close/>
                </a:path>
                <a:path w="64135" h="50800">
                  <a:moveTo>
                    <a:pt x="27711" y="11049"/>
                  </a:moveTo>
                  <a:lnTo>
                    <a:pt x="26733" y="11049"/>
                  </a:lnTo>
                  <a:lnTo>
                    <a:pt x="26720" y="11303"/>
                  </a:lnTo>
                  <a:lnTo>
                    <a:pt x="27698" y="11303"/>
                  </a:lnTo>
                  <a:lnTo>
                    <a:pt x="27711" y="11049"/>
                  </a:lnTo>
                  <a:close/>
                </a:path>
                <a:path w="64135" h="50800">
                  <a:moveTo>
                    <a:pt x="27711" y="10541"/>
                  </a:moveTo>
                  <a:lnTo>
                    <a:pt x="26746" y="10541"/>
                  </a:lnTo>
                  <a:lnTo>
                    <a:pt x="26733" y="10795"/>
                  </a:lnTo>
                  <a:lnTo>
                    <a:pt x="27711" y="10795"/>
                  </a:lnTo>
                  <a:lnTo>
                    <a:pt x="27711" y="10541"/>
                  </a:lnTo>
                  <a:close/>
                </a:path>
                <a:path w="64135" h="50800">
                  <a:moveTo>
                    <a:pt x="27711" y="10033"/>
                  </a:moveTo>
                  <a:lnTo>
                    <a:pt x="26758" y="10033"/>
                  </a:lnTo>
                  <a:lnTo>
                    <a:pt x="26746" y="10287"/>
                  </a:lnTo>
                  <a:lnTo>
                    <a:pt x="27711" y="10287"/>
                  </a:lnTo>
                  <a:lnTo>
                    <a:pt x="27711" y="10033"/>
                  </a:lnTo>
                  <a:close/>
                </a:path>
                <a:path w="64135" h="50800">
                  <a:moveTo>
                    <a:pt x="27838" y="12954"/>
                  </a:moveTo>
                  <a:lnTo>
                    <a:pt x="27698" y="12954"/>
                  </a:lnTo>
                  <a:lnTo>
                    <a:pt x="27686" y="13208"/>
                  </a:lnTo>
                  <a:lnTo>
                    <a:pt x="27825" y="13208"/>
                  </a:lnTo>
                  <a:lnTo>
                    <a:pt x="27838" y="12954"/>
                  </a:lnTo>
                  <a:close/>
                </a:path>
                <a:path w="64135" h="50800">
                  <a:moveTo>
                    <a:pt x="27876" y="12065"/>
                  </a:moveTo>
                  <a:lnTo>
                    <a:pt x="27698" y="12065"/>
                  </a:lnTo>
                  <a:lnTo>
                    <a:pt x="27698" y="12700"/>
                  </a:lnTo>
                  <a:lnTo>
                    <a:pt x="27851" y="12700"/>
                  </a:lnTo>
                  <a:lnTo>
                    <a:pt x="27876" y="12065"/>
                  </a:lnTo>
                  <a:close/>
                </a:path>
                <a:path w="64135" h="50800">
                  <a:moveTo>
                    <a:pt x="27901" y="11303"/>
                  </a:moveTo>
                  <a:lnTo>
                    <a:pt x="27698" y="11303"/>
                  </a:lnTo>
                  <a:lnTo>
                    <a:pt x="27698" y="11557"/>
                  </a:lnTo>
                  <a:lnTo>
                    <a:pt x="27901" y="11557"/>
                  </a:lnTo>
                  <a:lnTo>
                    <a:pt x="27901" y="11303"/>
                  </a:lnTo>
                  <a:close/>
                </a:path>
                <a:path w="64135" h="50800">
                  <a:moveTo>
                    <a:pt x="27927" y="10795"/>
                  </a:moveTo>
                  <a:lnTo>
                    <a:pt x="27711" y="10795"/>
                  </a:lnTo>
                  <a:lnTo>
                    <a:pt x="27711" y="11049"/>
                  </a:lnTo>
                  <a:lnTo>
                    <a:pt x="27914" y="11049"/>
                  </a:lnTo>
                  <a:lnTo>
                    <a:pt x="27927" y="10795"/>
                  </a:lnTo>
                  <a:close/>
                </a:path>
                <a:path w="64135" h="50800">
                  <a:moveTo>
                    <a:pt x="27952" y="10287"/>
                  </a:moveTo>
                  <a:lnTo>
                    <a:pt x="27711" y="10287"/>
                  </a:lnTo>
                  <a:lnTo>
                    <a:pt x="27711" y="10541"/>
                  </a:lnTo>
                  <a:lnTo>
                    <a:pt x="27940" y="10541"/>
                  </a:lnTo>
                  <a:lnTo>
                    <a:pt x="27952" y="10287"/>
                  </a:lnTo>
                  <a:close/>
                </a:path>
                <a:path w="64135" h="50800">
                  <a:moveTo>
                    <a:pt x="27965" y="45897"/>
                  </a:moveTo>
                  <a:lnTo>
                    <a:pt x="27940" y="45681"/>
                  </a:lnTo>
                  <a:lnTo>
                    <a:pt x="27825" y="45897"/>
                  </a:lnTo>
                  <a:lnTo>
                    <a:pt x="27965" y="45897"/>
                  </a:lnTo>
                  <a:close/>
                </a:path>
                <a:path w="64135" h="50800">
                  <a:moveTo>
                    <a:pt x="27990" y="50406"/>
                  </a:moveTo>
                  <a:lnTo>
                    <a:pt x="27927" y="49974"/>
                  </a:lnTo>
                  <a:lnTo>
                    <a:pt x="27927" y="50406"/>
                  </a:lnTo>
                  <a:close/>
                </a:path>
                <a:path w="64135" h="50800">
                  <a:moveTo>
                    <a:pt x="28028" y="49263"/>
                  </a:moveTo>
                  <a:lnTo>
                    <a:pt x="27889" y="49149"/>
                  </a:lnTo>
                  <a:lnTo>
                    <a:pt x="27952" y="49517"/>
                  </a:lnTo>
                  <a:lnTo>
                    <a:pt x="27965" y="49301"/>
                  </a:lnTo>
                  <a:close/>
                </a:path>
                <a:path w="64135" h="50800">
                  <a:moveTo>
                    <a:pt x="28244" y="36195"/>
                  </a:moveTo>
                  <a:lnTo>
                    <a:pt x="25438" y="36195"/>
                  </a:lnTo>
                  <a:lnTo>
                    <a:pt x="25501" y="36322"/>
                  </a:lnTo>
                  <a:lnTo>
                    <a:pt x="28194" y="36322"/>
                  </a:lnTo>
                  <a:lnTo>
                    <a:pt x="28244" y="36195"/>
                  </a:lnTo>
                  <a:close/>
                </a:path>
                <a:path w="64135" h="50800">
                  <a:moveTo>
                    <a:pt x="28270" y="39624"/>
                  </a:moveTo>
                  <a:lnTo>
                    <a:pt x="26327" y="39497"/>
                  </a:lnTo>
                  <a:lnTo>
                    <a:pt x="26466" y="39624"/>
                  </a:lnTo>
                  <a:lnTo>
                    <a:pt x="25692" y="39497"/>
                  </a:lnTo>
                  <a:lnTo>
                    <a:pt x="23418" y="39331"/>
                  </a:lnTo>
                  <a:lnTo>
                    <a:pt x="23418" y="39751"/>
                  </a:lnTo>
                  <a:lnTo>
                    <a:pt x="23368" y="39878"/>
                  </a:lnTo>
                  <a:lnTo>
                    <a:pt x="23291" y="39751"/>
                  </a:lnTo>
                  <a:lnTo>
                    <a:pt x="23418" y="39751"/>
                  </a:lnTo>
                  <a:lnTo>
                    <a:pt x="23418" y="39331"/>
                  </a:lnTo>
                  <a:lnTo>
                    <a:pt x="22339" y="39243"/>
                  </a:lnTo>
                  <a:lnTo>
                    <a:pt x="18859" y="39370"/>
                  </a:lnTo>
                  <a:lnTo>
                    <a:pt x="14884" y="40132"/>
                  </a:lnTo>
                  <a:lnTo>
                    <a:pt x="15417" y="40132"/>
                  </a:lnTo>
                  <a:lnTo>
                    <a:pt x="15303" y="40259"/>
                  </a:lnTo>
                  <a:lnTo>
                    <a:pt x="15290" y="40386"/>
                  </a:lnTo>
                  <a:lnTo>
                    <a:pt x="15049" y="40386"/>
                  </a:lnTo>
                  <a:lnTo>
                    <a:pt x="15290" y="40487"/>
                  </a:lnTo>
                  <a:lnTo>
                    <a:pt x="15252" y="41148"/>
                  </a:lnTo>
                  <a:lnTo>
                    <a:pt x="15417" y="41402"/>
                  </a:lnTo>
                  <a:lnTo>
                    <a:pt x="15405" y="41021"/>
                  </a:lnTo>
                  <a:lnTo>
                    <a:pt x="15748" y="40767"/>
                  </a:lnTo>
                  <a:lnTo>
                    <a:pt x="16497" y="40767"/>
                  </a:lnTo>
                  <a:lnTo>
                    <a:pt x="16852" y="40640"/>
                  </a:lnTo>
                  <a:lnTo>
                    <a:pt x="16827" y="40894"/>
                  </a:lnTo>
                  <a:lnTo>
                    <a:pt x="16522" y="40767"/>
                  </a:lnTo>
                  <a:lnTo>
                    <a:pt x="16306" y="40894"/>
                  </a:lnTo>
                  <a:lnTo>
                    <a:pt x="16294" y="41021"/>
                  </a:lnTo>
                  <a:lnTo>
                    <a:pt x="16103" y="41021"/>
                  </a:lnTo>
                  <a:lnTo>
                    <a:pt x="16065" y="41529"/>
                  </a:lnTo>
                  <a:lnTo>
                    <a:pt x="24803" y="41529"/>
                  </a:lnTo>
                  <a:lnTo>
                    <a:pt x="24904" y="41656"/>
                  </a:lnTo>
                  <a:lnTo>
                    <a:pt x="25044" y="41529"/>
                  </a:lnTo>
                  <a:lnTo>
                    <a:pt x="25311" y="41529"/>
                  </a:lnTo>
                  <a:lnTo>
                    <a:pt x="25425" y="40894"/>
                  </a:lnTo>
                  <a:lnTo>
                    <a:pt x="25552" y="40894"/>
                  </a:lnTo>
                  <a:lnTo>
                    <a:pt x="25565" y="40640"/>
                  </a:lnTo>
                  <a:lnTo>
                    <a:pt x="25361" y="40767"/>
                  </a:lnTo>
                  <a:lnTo>
                    <a:pt x="25450" y="40513"/>
                  </a:lnTo>
                  <a:lnTo>
                    <a:pt x="25273" y="40640"/>
                  </a:lnTo>
                  <a:lnTo>
                    <a:pt x="25184" y="40513"/>
                  </a:lnTo>
                  <a:lnTo>
                    <a:pt x="25107" y="40386"/>
                  </a:lnTo>
                  <a:lnTo>
                    <a:pt x="24803" y="40386"/>
                  </a:lnTo>
                  <a:lnTo>
                    <a:pt x="24803" y="40767"/>
                  </a:lnTo>
                  <a:lnTo>
                    <a:pt x="24587" y="40894"/>
                  </a:lnTo>
                  <a:lnTo>
                    <a:pt x="24434" y="40767"/>
                  </a:lnTo>
                  <a:lnTo>
                    <a:pt x="24130" y="40767"/>
                  </a:lnTo>
                  <a:lnTo>
                    <a:pt x="24345" y="40640"/>
                  </a:lnTo>
                  <a:lnTo>
                    <a:pt x="24625" y="40640"/>
                  </a:lnTo>
                  <a:lnTo>
                    <a:pt x="24434" y="40767"/>
                  </a:lnTo>
                  <a:lnTo>
                    <a:pt x="24803" y="40767"/>
                  </a:lnTo>
                  <a:lnTo>
                    <a:pt x="24803" y="40386"/>
                  </a:lnTo>
                  <a:lnTo>
                    <a:pt x="23939" y="40767"/>
                  </a:lnTo>
                  <a:lnTo>
                    <a:pt x="23863" y="40640"/>
                  </a:lnTo>
                  <a:lnTo>
                    <a:pt x="23787" y="40513"/>
                  </a:lnTo>
                  <a:lnTo>
                    <a:pt x="23710" y="40386"/>
                  </a:lnTo>
                  <a:lnTo>
                    <a:pt x="22898" y="40386"/>
                  </a:lnTo>
                  <a:lnTo>
                    <a:pt x="22504" y="40259"/>
                  </a:lnTo>
                  <a:lnTo>
                    <a:pt x="22352" y="40386"/>
                  </a:lnTo>
                  <a:lnTo>
                    <a:pt x="22047" y="40259"/>
                  </a:lnTo>
                  <a:lnTo>
                    <a:pt x="22504" y="40259"/>
                  </a:lnTo>
                  <a:lnTo>
                    <a:pt x="24206" y="40259"/>
                  </a:lnTo>
                  <a:lnTo>
                    <a:pt x="24460" y="40259"/>
                  </a:lnTo>
                  <a:lnTo>
                    <a:pt x="24485" y="40132"/>
                  </a:lnTo>
                  <a:lnTo>
                    <a:pt x="24714" y="40259"/>
                  </a:lnTo>
                  <a:lnTo>
                    <a:pt x="24853" y="40132"/>
                  </a:lnTo>
                  <a:lnTo>
                    <a:pt x="25412" y="40132"/>
                  </a:lnTo>
                  <a:lnTo>
                    <a:pt x="25539" y="39878"/>
                  </a:lnTo>
                  <a:lnTo>
                    <a:pt x="25933" y="39878"/>
                  </a:lnTo>
                  <a:lnTo>
                    <a:pt x="25679" y="40132"/>
                  </a:lnTo>
                  <a:lnTo>
                    <a:pt x="26619" y="39878"/>
                  </a:lnTo>
                  <a:lnTo>
                    <a:pt x="26720" y="39751"/>
                  </a:lnTo>
                  <a:lnTo>
                    <a:pt x="26797" y="39878"/>
                  </a:lnTo>
                  <a:lnTo>
                    <a:pt x="27698" y="39878"/>
                  </a:lnTo>
                  <a:lnTo>
                    <a:pt x="27546" y="39751"/>
                  </a:lnTo>
                  <a:lnTo>
                    <a:pt x="28092" y="39751"/>
                  </a:lnTo>
                  <a:lnTo>
                    <a:pt x="28270" y="39624"/>
                  </a:lnTo>
                  <a:close/>
                </a:path>
                <a:path w="64135" h="50800">
                  <a:moveTo>
                    <a:pt x="28371" y="16383"/>
                  </a:moveTo>
                  <a:lnTo>
                    <a:pt x="28333" y="16129"/>
                  </a:lnTo>
                  <a:lnTo>
                    <a:pt x="28194" y="16129"/>
                  </a:lnTo>
                  <a:lnTo>
                    <a:pt x="27952" y="16383"/>
                  </a:lnTo>
                  <a:lnTo>
                    <a:pt x="28371" y="16383"/>
                  </a:lnTo>
                  <a:close/>
                </a:path>
                <a:path w="64135" h="50800">
                  <a:moveTo>
                    <a:pt x="28384" y="45161"/>
                  </a:moveTo>
                  <a:lnTo>
                    <a:pt x="28257" y="45135"/>
                  </a:lnTo>
                  <a:lnTo>
                    <a:pt x="28371" y="45351"/>
                  </a:lnTo>
                  <a:lnTo>
                    <a:pt x="28384" y="45161"/>
                  </a:lnTo>
                  <a:close/>
                </a:path>
                <a:path w="64135" h="50800">
                  <a:moveTo>
                    <a:pt x="28448" y="29591"/>
                  </a:moveTo>
                  <a:lnTo>
                    <a:pt x="26454" y="29591"/>
                  </a:lnTo>
                  <a:lnTo>
                    <a:pt x="26289" y="29845"/>
                  </a:lnTo>
                  <a:lnTo>
                    <a:pt x="26670" y="29845"/>
                  </a:lnTo>
                  <a:lnTo>
                    <a:pt x="28448" y="29845"/>
                  </a:lnTo>
                  <a:lnTo>
                    <a:pt x="28448" y="29591"/>
                  </a:lnTo>
                  <a:close/>
                </a:path>
                <a:path w="64135" h="50800">
                  <a:moveTo>
                    <a:pt x="28460" y="35687"/>
                  </a:moveTo>
                  <a:lnTo>
                    <a:pt x="28435" y="35560"/>
                  </a:lnTo>
                  <a:lnTo>
                    <a:pt x="25615" y="35560"/>
                  </a:lnTo>
                  <a:lnTo>
                    <a:pt x="25488" y="35687"/>
                  </a:lnTo>
                  <a:lnTo>
                    <a:pt x="28460" y="35687"/>
                  </a:lnTo>
                  <a:close/>
                </a:path>
                <a:path w="64135" h="50800">
                  <a:moveTo>
                    <a:pt x="28473" y="32131"/>
                  </a:moveTo>
                  <a:lnTo>
                    <a:pt x="26212" y="32131"/>
                  </a:lnTo>
                  <a:lnTo>
                    <a:pt x="26149" y="32258"/>
                  </a:lnTo>
                  <a:lnTo>
                    <a:pt x="28473" y="32258"/>
                  </a:lnTo>
                  <a:lnTo>
                    <a:pt x="28473" y="32131"/>
                  </a:lnTo>
                  <a:close/>
                </a:path>
                <a:path w="64135" h="50800">
                  <a:moveTo>
                    <a:pt x="28549" y="34290"/>
                  </a:moveTo>
                  <a:lnTo>
                    <a:pt x="25641" y="34290"/>
                  </a:lnTo>
                  <a:lnTo>
                    <a:pt x="25641" y="34417"/>
                  </a:lnTo>
                  <a:lnTo>
                    <a:pt x="28549" y="34417"/>
                  </a:lnTo>
                  <a:lnTo>
                    <a:pt x="28549" y="34290"/>
                  </a:lnTo>
                  <a:close/>
                </a:path>
                <a:path w="64135" h="50800">
                  <a:moveTo>
                    <a:pt x="28575" y="34925"/>
                  </a:moveTo>
                  <a:lnTo>
                    <a:pt x="25628" y="34925"/>
                  </a:lnTo>
                  <a:lnTo>
                    <a:pt x="25628" y="35052"/>
                  </a:lnTo>
                  <a:lnTo>
                    <a:pt x="28575" y="35052"/>
                  </a:lnTo>
                  <a:lnTo>
                    <a:pt x="28575" y="34925"/>
                  </a:lnTo>
                  <a:close/>
                </a:path>
                <a:path w="64135" h="50800">
                  <a:moveTo>
                    <a:pt x="28587" y="16383"/>
                  </a:moveTo>
                  <a:lnTo>
                    <a:pt x="28473" y="16129"/>
                  </a:lnTo>
                  <a:lnTo>
                    <a:pt x="28333" y="16129"/>
                  </a:lnTo>
                  <a:lnTo>
                    <a:pt x="28587" y="16383"/>
                  </a:lnTo>
                  <a:close/>
                </a:path>
                <a:path w="64135" h="50800">
                  <a:moveTo>
                    <a:pt x="28638" y="49022"/>
                  </a:moveTo>
                  <a:lnTo>
                    <a:pt x="28460" y="48996"/>
                  </a:lnTo>
                  <a:lnTo>
                    <a:pt x="28638" y="49212"/>
                  </a:lnTo>
                  <a:lnTo>
                    <a:pt x="28638" y="49022"/>
                  </a:lnTo>
                  <a:close/>
                </a:path>
                <a:path w="64135" h="50800">
                  <a:moveTo>
                    <a:pt x="28638" y="14986"/>
                  </a:moveTo>
                  <a:lnTo>
                    <a:pt x="28511" y="14732"/>
                  </a:lnTo>
                  <a:lnTo>
                    <a:pt x="28359" y="14732"/>
                  </a:lnTo>
                  <a:lnTo>
                    <a:pt x="28638" y="14986"/>
                  </a:lnTo>
                  <a:close/>
                </a:path>
                <a:path w="64135" h="50800">
                  <a:moveTo>
                    <a:pt x="28663" y="16129"/>
                  </a:moveTo>
                  <a:lnTo>
                    <a:pt x="28486" y="15875"/>
                  </a:lnTo>
                  <a:lnTo>
                    <a:pt x="28473" y="16129"/>
                  </a:lnTo>
                  <a:lnTo>
                    <a:pt x="28663" y="16129"/>
                  </a:lnTo>
                  <a:close/>
                </a:path>
                <a:path w="64135" h="50800">
                  <a:moveTo>
                    <a:pt x="28714" y="30099"/>
                  </a:moveTo>
                  <a:lnTo>
                    <a:pt x="28663" y="29845"/>
                  </a:lnTo>
                  <a:lnTo>
                    <a:pt x="28448" y="29845"/>
                  </a:lnTo>
                  <a:lnTo>
                    <a:pt x="28448" y="30099"/>
                  </a:lnTo>
                  <a:lnTo>
                    <a:pt x="28714" y="30099"/>
                  </a:lnTo>
                  <a:close/>
                </a:path>
                <a:path w="64135" h="50800">
                  <a:moveTo>
                    <a:pt x="28740" y="28956"/>
                  </a:moveTo>
                  <a:lnTo>
                    <a:pt x="28448" y="28956"/>
                  </a:lnTo>
                  <a:lnTo>
                    <a:pt x="28448" y="29464"/>
                  </a:lnTo>
                  <a:lnTo>
                    <a:pt x="28663" y="29337"/>
                  </a:lnTo>
                  <a:lnTo>
                    <a:pt x="28587" y="29083"/>
                  </a:lnTo>
                  <a:lnTo>
                    <a:pt x="28727" y="29083"/>
                  </a:lnTo>
                  <a:lnTo>
                    <a:pt x="28740" y="28956"/>
                  </a:lnTo>
                  <a:close/>
                </a:path>
                <a:path w="64135" h="50800">
                  <a:moveTo>
                    <a:pt x="28803" y="35179"/>
                  </a:moveTo>
                  <a:lnTo>
                    <a:pt x="28587" y="35179"/>
                  </a:lnTo>
                  <a:lnTo>
                    <a:pt x="28511" y="35433"/>
                  </a:lnTo>
                  <a:lnTo>
                    <a:pt x="28435" y="35560"/>
                  </a:lnTo>
                  <a:lnTo>
                    <a:pt x="28587" y="35560"/>
                  </a:lnTo>
                  <a:lnTo>
                    <a:pt x="28663" y="35433"/>
                  </a:lnTo>
                  <a:lnTo>
                    <a:pt x="28727" y="35306"/>
                  </a:lnTo>
                  <a:lnTo>
                    <a:pt x="28803" y="35179"/>
                  </a:lnTo>
                  <a:close/>
                </a:path>
                <a:path w="64135" h="50800">
                  <a:moveTo>
                    <a:pt x="28816" y="34290"/>
                  </a:moveTo>
                  <a:lnTo>
                    <a:pt x="28803" y="34036"/>
                  </a:lnTo>
                  <a:lnTo>
                    <a:pt x="28613" y="33909"/>
                  </a:lnTo>
                  <a:lnTo>
                    <a:pt x="28549" y="34290"/>
                  </a:lnTo>
                  <a:lnTo>
                    <a:pt x="28816" y="34290"/>
                  </a:lnTo>
                  <a:close/>
                </a:path>
                <a:path w="64135" h="50800">
                  <a:moveTo>
                    <a:pt x="28829" y="34417"/>
                  </a:moveTo>
                  <a:lnTo>
                    <a:pt x="28549" y="34417"/>
                  </a:lnTo>
                  <a:lnTo>
                    <a:pt x="28562" y="34671"/>
                  </a:lnTo>
                  <a:lnTo>
                    <a:pt x="28740" y="34544"/>
                  </a:lnTo>
                  <a:lnTo>
                    <a:pt x="28829" y="34417"/>
                  </a:lnTo>
                  <a:close/>
                </a:path>
                <a:path w="64135" h="50800">
                  <a:moveTo>
                    <a:pt x="28829" y="33909"/>
                  </a:moveTo>
                  <a:lnTo>
                    <a:pt x="28727" y="33655"/>
                  </a:lnTo>
                  <a:lnTo>
                    <a:pt x="28676" y="33147"/>
                  </a:lnTo>
                  <a:lnTo>
                    <a:pt x="28511" y="33274"/>
                  </a:lnTo>
                  <a:lnTo>
                    <a:pt x="28536" y="33909"/>
                  </a:lnTo>
                  <a:lnTo>
                    <a:pt x="28829" y="33909"/>
                  </a:lnTo>
                  <a:close/>
                </a:path>
                <a:path w="64135" h="50800">
                  <a:moveTo>
                    <a:pt x="28879" y="46355"/>
                  </a:moveTo>
                  <a:lnTo>
                    <a:pt x="28638" y="46177"/>
                  </a:lnTo>
                  <a:lnTo>
                    <a:pt x="28663" y="46367"/>
                  </a:lnTo>
                  <a:lnTo>
                    <a:pt x="28562" y="46507"/>
                  </a:lnTo>
                  <a:lnTo>
                    <a:pt x="28879" y="46355"/>
                  </a:lnTo>
                  <a:close/>
                </a:path>
                <a:path w="64135" h="50800">
                  <a:moveTo>
                    <a:pt x="28905" y="15240"/>
                  </a:moveTo>
                  <a:lnTo>
                    <a:pt x="28638" y="14986"/>
                  </a:lnTo>
                  <a:lnTo>
                    <a:pt x="28486" y="14986"/>
                  </a:lnTo>
                  <a:lnTo>
                    <a:pt x="28448" y="15240"/>
                  </a:lnTo>
                  <a:lnTo>
                    <a:pt x="28905" y="15240"/>
                  </a:lnTo>
                  <a:close/>
                </a:path>
                <a:path w="64135" h="50800">
                  <a:moveTo>
                    <a:pt x="28917" y="15875"/>
                  </a:moveTo>
                  <a:lnTo>
                    <a:pt x="28460" y="15621"/>
                  </a:lnTo>
                  <a:lnTo>
                    <a:pt x="28282" y="15621"/>
                  </a:lnTo>
                  <a:lnTo>
                    <a:pt x="28295" y="15773"/>
                  </a:lnTo>
                  <a:lnTo>
                    <a:pt x="28321" y="16002"/>
                  </a:lnTo>
                  <a:lnTo>
                    <a:pt x="28448" y="15875"/>
                  </a:lnTo>
                  <a:lnTo>
                    <a:pt x="28917" y="15875"/>
                  </a:lnTo>
                  <a:close/>
                </a:path>
                <a:path w="64135" h="50800">
                  <a:moveTo>
                    <a:pt x="28930" y="30226"/>
                  </a:moveTo>
                  <a:lnTo>
                    <a:pt x="28676" y="30353"/>
                  </a:lnTo>
                  <a:lnTo>
                    <a:pt x="28613" y="30226"/>
                  </a:lnTo>
                  <a:lnTo>
                    <a:pt x="28549" y="30099"/>
                  </a:lnTo>
                  <a:lnTo>
                    <a:pt x="28460" y="31877"/>
                  </a:lnTo>
                  <a:lnTo>
                    <a:pt x="28638" y="31877"/>
                  </a:lnTo>
                  <a:lnTo>
                    <a:pt x="28600" y="30988"/>
                  </a:lnTo>
                  <a:lnTo>
                    <a:pt x="28638" y="31115"/>
                  </a:lnTo>
                  <a:lnTo>
                    <a:pt x="28854" y="30988"/>
                  </a:lnTo>
                  <a:lnTo>
                    <a:pt x="28917" y="30353"/>
                  </a:lnTo>
                  <a:lnTo>
                    <a:pt x="28930" y="30226"/>
                  </a:lnTo>
                  <a:close/>
                </a:path>
                <a:path w="64135" h="50800">
                  <a:moveTo>
                    <a:pt x="28968" y="25781"/>
                  </a:moveTo>
                  <a:lnTo>
                    <a:pt x="28714" y="25527"/>
                  </a:lnTo>
                  <a:lnTo>
                    <a:pt x="28879" y="25527"/>
                  </a:lnTo>
                  <a:lnTo>
                    <a:pt x="28956" y="25273"/>
                  </a:lnTo>
                  <a:lnTo>
                    <a:pt x="28448" y="25273"/>
                  </a:lnTo>
                  <a:lnTo>
                    <a:pt x="28448" y="28829"/>
                  </a:lnTo>
                  <a:lnTo>
                    <a:pt x="28778" y="28829"/>
                  </a:lnTo>
                  <a:lnTo>
                    <a:pt x="28714" y="27813"/>
                  </a:lnTo>
                  <a:lnTo>
                    <a:pt x="28968" y="27559"/>
                  </a:lnTo>
                  <a:lnTo>
                    <a:pt x="28968" y="25781"/>
                  </a:lnTo>
                  <a:close/>
                </a:path>
                <a:path w="64135" h="50800">
                  <a:moveTo>
                    <a:pt x="28981" y="32004"/>
                  </a:moveTo>
                  <a:lnTo>
                    <a:pt x="28752" y="32004"/>
                  </a:lnTo>
                  <a:lnTo>
                    <a:pt x="28778" y="32131"/>
                  </a:lnTo>
                  <a:lnTo>
                    <a:pt x="28981" y="32004"/>
                  </a:lnTo>
                  <a:close/>
                </a:path>
                <a:path w="64135" h="50800">
                  <a:moveTo>
                    <a:pt x="29210" y="21590"/>
                  </a:moveTo>
                  <a:lnTo>
                    <a:pt x="29070" y="21590"/>
                  </a:lnTo>
                  <a:lnTo>
                    <a:pt x="28790" y="21742"/>
                  </a:lnTo>
                  <a:lnTo>
                    <a:pt x="29133" y="21844"/>
                  </a:lnTo>
                  <a:lnTo>
                    <a:pt x="29210" y="21590"/>
                  </a:lnTo>
                  <a:close/>
                </a:path>
                <a:path w="64135" h="50800">
                  <a:moveTo>
                    <a:pt x="29235" y="38227"/>
                  </a:moveTo>
                  <a:lnTo>
                    <a:pt x="28981" y="38227"/>
                  </a:lnTo>
                  <a:lnTo>
                    <a:pt x="29006" y="38354"/>
                  </a:lnTo>
                  <a:lnTo>
                    <a:pt x="29235" y="38227"/>
                  </a:lnTo>
                  <a:close/>
                </a:path>
                <a:path w="64135" h="50800">
                  <a:moveTo>
                    <a:pt x="29260" y="14744"/>
                  </a:moveTo>
                  <a:lnTo>
                    <a:pt x="29032" y="14643"/>
                  </a:lnTo>
                  <a:lnTo>
                    <a:pt x="29032" y="14960"/>
                  </a:lnTo>
                  <a:lnTo>
                    <a:pt x="29260" y="14744"/>
                  </a:lnTo>
                  <a:close/>
                </a:path>
                <a:path w="64135" h="50800">
                  <a:moveTo>
                    <a:pt x="29337" y="16129"/>
                  </a:moveTo>
                  <a:lnTo>
                    <a:pt x="28765" y="16129"/>
                  </a:lnTo>
                  <a:lnTo>
                    <a:pt x="28752" y="16383"/>
                  </a:lnTo>
                  <a:lnTo>
                    <a:pt x="29273" y="16383"/>
                  </a:lnTo>
                  <a:lnTo>
                    <a:pt x="29337" y="16129"/>
                  </a:lnTo>
                  <a:close/>
                </a:path>
                <a:path w="64135" h="50800">
                  <a:moveTo>
                    <a:pt x="29451" y="47129"/>
                  </a:moveTo>
                  <a:lnTo>
                    <a:pt x="29413" y="46901"/>
                  </a:lnTo>
                  <a:lnTo>
                    <a:pt x="29451" y="47129"/>
                  </a:lnTo>
                  <a:close/>
                </a:path>
                <a:path w="64135" h="50800">
                  <a:moveTo>
                    <a:pt x="29451" y="8128"/>
                  </a:moveTo>
                  <a:lnTo>
                    <a:pt x="27787" y="8128"/>
                  </a:lnTo>
                  <a:lnTo>
                    <a:pt x="27609" y="8128"/>
                  </a:lnTo>
                  <a:lnTo>
                    <a:pt x="27482" y="8382"/>
                  </a:lnTo>
                  <a:lnTo>
                    <a:pt x="26974" y="8382"/>
                  </a:lnTo>
                  <a:lnTo>
                    <a:pt x="26873" y="8636"/>
                  </a:lnTo>
                  <a:lnTo>
                    <a:pt x="27673" y="8636"/>
                  </a:lnTo>
                  <a:lnTo>
                    <a:pt x="27711" y="10033"/>
                  </a:lnTo>
                  <a:lnTo>
                    <a:pt x="27965" y="10033"/>
                  </a:lnTo>
                  <a:lnTo>
                    <a:pt x="28054" y="8636"/>
                  </a:lnTo>
                  <a:lnTo>
                    <a:pt x="28359" y="8636"/>
                  </a:lnTo>
                  <a:lnTo>
                    <a:pt x="28308" y="8890"/>
                  </a:lnTo>
                  <a:lnTo>
                    <a:pt x="28562" y="8636"/>
                  </a:lnTo>
                  <a:lnTo>
                    <a:pt x="29006" y="8890"/>
                  </a:lnTo>
                  <a:lnTo>
                    <a:pt x="28981" y="9271"/>
                  </a:lnTo>
                  <a:lnTo>
                    <a:pt x="29210" y="9525"/>
                  </a:lnTo>
                  <a:lnTo>
                    <a:pt x="29349" y="9525"/>
                  </a:lnTo>
                  <a:lnTo>
                    <a:pt x="29413" y="8636"/>
                  </a:lnTo>
                  <a:lnTo>
                    <a:pt x="29451" y="8128"/>
                  </a:lnTo>
                  <a:close/>
                </a:path>
                <a:path w="64135" h="50800">
                  <a:moveTo>
                    <a:pt x="29476" y="15621"/>
                  </a:moveTo>
                  <a:lnTo>
                    <a:pt x="29311" y="15621"/>
                  </a:lnTo>
                  <a:lnTo>
                    <a:pt x="29108" y="15621"/>
                  </a:lnTo>
                  <a:lnTo>
                    <a:pt x="28917" y="15875"/>
                  </a:lnTo>
                  <a:lnTo>
                    <a:pt x="29413" y="15875"/>
                  </a:lnTo>
                  <a:lnTo>
                    <a:pt x="29476" y="15621"/>
                  </a:lnTo>
                  <a:close/>
                </a:path>
                <a:path w="64135" h="50800">
                  <a:moveTo>
                    <a:pt x="29552" y="546"/>
                  </a:moveTo>
                  <a:lnTo>
                    <a:pt x="29514" y="355"/>
                  </a:lnTo>
                  <a:lnTo>
                    <a:pt x="29438" y="546"/>
                  </a:lnTo>
                  <a:close/>
                </a:path>
                <a:path w="64135" h="50800">
                  <a:moveTo>
                    <a:pt x="29629" y="46113"/>
                  </a:moveTo>
                  <a:lnTo>
                    <a:pt x="29476" y="46291"/>
                  </a:lnTo>
                  <a:lnTo>
                    <a:pt x="29629" y="46113"/>
                  </a:lnTo>
                  <a:close/>
                </a:path>
                <a:path w="64135" h="50800">
                  <a:moveTo>
                    <a:pt x="29654" y="48133"/>
                  </a:moveTo>
                  <a:lnTo>
                    <a:pt x="29527" y="47853"/>
                  </a:lnTo>
                  <a:lnTo>
                    <a:pt x="29400" y="48006"/>
                  </a:lnTo>
                  <a:lnTo>
                    <a:pt x="29616" y="48247"/>
                  </a:lnTo>
                  <a:close/>
                </a:path>
                <a:path w="64135" h="50800">
                  <a:moveTo>
                    <a:pt x="29857" y="49631"/>
                  </a:moveTo>
                  <a:lnTo>
                    <a:pt x="29730" y="49631"/>
                  </a:lnTo>
                  <a:lnTo>
                    <a:pt x="29692" y="49822"/>
                  </a:lnTo>
                  <a:lnTo>
                    <a:pt x="29768" y="49669"/>
                  </a:lnTo>
                  <a:close/>
                </a:path>
                <a:path w="64135" h="50800">
                  <a:moveTo>
                    <a:pt x="30149" y="8128"/>
                  </a:moveTo>
                  <a:lnTo>
                    <a:pt x="29451" y="8128"/>
                  </a:lnTo>
                  <a:lnTo>
                    <a:pt x="29565" y="8382"/>
                  </a:lnTo>
                  <a:lnTo>
                    <a:pt x="29616" y="8509"/>
                  </a:lnTo>
                  <a:lnTo>
                    <a:pt x="29819" y="8382"/>
                  </a:lnTo>
                  <a:lnTo>
                    <a:pt x="30060" y="8382"/>
                  </a:lnTo>
                  <a:lnTo>
                    <a:pt x="30149" y="8128"/>
                  </a:lnTo>
                  <a:close/>
                </a:path>
                <a:path w="64135" h="50800">
                  <a:moveTo>
                    <a:pt x="30226" y="8636"/>
                  </a:moveTo>
                  <a:lnTo>
                    <a:pt x="30022" y="8509"/>
                  </a:lnTo>
                  <a:lnTo>
                    <a:pt x="29984" y="8636"/>
                  </a:lnTo>
                  <a:lnTo>
                    <a:pt x="30226" y="8636"/>
                  </a:lnTo>
                  <a:close/>
                </a:path>
                <a:path w="64135" h="50800">
                  <a:moveTo>
                    <a:pt x="30251" y="45758"/>
                  </a:moveTo>
                  <a:lnTo>
                    <a:pt x="30124" y="45567"/>
                  </a:lnTo>
                  <a:lnTo>
                    <a:pt x="30124" y="45770"/>
                  </a:lnTo>
                  <a:lnTo>
                    <a:pt x="29933" y="45986"/>
                  </a:lnTo>
                  <a:lnTo>
                    <a:pt x="30060" y="46177"/>
                  </a:lnTo>
                  <a:lnTo>
                    <a:pt x="30099" y="45986"/>
                  </a:lnTo>
                  <a:lnTo>
                    <a:pt x="30251" y="45758"/>
                  </a:lnTo>
                  <a:close/>
                </a:path>
                <a:path w="64135" h="50800">
                  <a:moveTo>
                    <a:pt x="30251" y="7366"/>
                  </a:moveTo>
                  <a:lnTo>
                    <a:pt x="30238" y="6858"/>
                  </a:lnTo>
                  <a:lnTo>
                    <a:pt x="3035" y="6858"/>
                  </a:lnTo>
                  <a:lnTo>
                    <a:pt x="2882" y="6858"/>
                  </a:lnTo>
                  <a:lnTo>
                    <a:pt x="2667" y="7112"/>
                  </a:lnTo>
                  <a:lnTo>
                    <a:pt x="3149" y="7366"/>
                  </a:lnTo>
                  <a:lnTo>
                    <a:pt x="30251" y="7366"/>
                  </a:lnTo>
                  <a:close/>
                </a:path>
                <a:path w="64135" h="50800">
                  <a:moveTo>
                    <a:pt x="30289" y="25019"/>
                  </a:moveTo>
                  <a:lnTo>
                    <a:pt x="30086" y="25019"/>
                  </a:lnTo>
                  <a:lnTo>
                    <a:pt x="30099" y="26162"/>
                  </a:lnTo>
                  <a:lnTo>
                    <a:pt x="30226" y="28321"/>
                  </a:lnTo>
                  <a:lnTo>
                    <a:pt x="30289" y="25019"/>
                  </a:lnTo>
                  <a:close/>
                </a:path>
                <a:path w="64135" h="50800">
                  <a:moveTo>
                    <a:pt x="30416" y="29845"/>
                  </a:moveTo>
                  <a:lnTo>
                    <a:pt x="30378" y="29591"/>
                  </a:lnTo>
                  <a:lnTo>
                    <a:pt x="28448" y="29591"/>
                  </a:lnTo>
                  <a:lnTo>
                    <a:pt x="28663" y="29845"/>
                  </a:lnTo>
                  <a:lnTo>
                    <a:pt x="30416" y="29845"/>
                  </a:lnTo>
                  <a:close/>
                </a:path>
                <a:path w="64135" h="50800">
                  <a:moveTo>
                    <a:pt x="30581" y="32131"/>
                  </a:moveTo>
                  <a:lnTo>
                    <a:pt x="28892" y="32131"/>
                  </a:lnTo>
                  <a:lnTo>
                    <a:pt x="28638" y="32131"/>
                  </a:lnTo>
                  <a:lnTo>
                    <a:pt x="28663" y="32258"/>
                  </a:lnTo>
                  <a:lnTo>
                    <a:pt x="28816" y="32258"/>
                  </a:lnTo>
                  <a:lnTo>
                    <a:pt x="30581" y="32258"/>
                  </a:lnTo>
                  <a:lnTo>
                    <a:pt x="30581" y="32131"/>
                  </a:lnTo>
                  <a:close/>
                </a:path>
                <a:path w="64135" h="50800">
                  <a:moveTo>
                    <a:pt x="30594" y="35052"/>
                  </a:moveTo>
                  <a:lnTo>
                    <a:pt x="30518" y="34925"/>
                  </a:lnTo>
                  <a:lnTo>
                    <a:pt x="28651" y="34925"/>
                  </a:lnTo>
                  <a:lnTo>
                    <a:pt x="28651" y="35052"/>
                  </a:lnTo>
                  <a:lnTo>
                    <a:pt x="30594" y="35052"/>
                  </a:lnTo>
                  <a:close/>
                </a:path>
                <a:path w="64135" h="50800">
                  <a:moveTo>
                    <a:pt x="30619" y="34290"/>
                  </a:moveTo>
                  <a:lnTo>
                    <a:pt x="28816" y="34290"/>
                  </a:lnTo>
                  <a:lnTo>
                    <a:pt x="28829" y="34417"/>
                  </a:lnTo>
                  <a:lnTo>
                    <a:pt x="30581" y="34417"/>
                  </a:lnTo>
                  <a:lnTo>
                    <a:pt x="30619" y="34290"/>
                  </a:lnTo>
                  <a:close/>
                </a:path>
                <a:path w="64135" h="50800">
                  <a:moveTo>
                    <a:pt x="30670" y="36703"/>
                  </a:moveTo>
                  <a:lnTo>
                    <a:pt x="30022" y="36830"/>
                  </a:lnTo>
                  <a:lnTo>
                    <a:pt x="29324" y="36830"/>
                  </a:lnTo>
                  <a:lnTo>
                    <a:pt x="29006" y="36703"/>
                  </a:lnTo>
                  <a:lnTo>
                    <a:pt x="28956" y="36449"/>
                  </a:lnTo>
                  <a:lnTo>
                    <a:pt x="28803" y="36322"/>
                  </a:lnTo>
                  <a:lnTo>
                    <a:pt x="28194" y="36322"/>
                  </a:lnTo>
                  <a:lnTo>
                    <a:pt x="28130" y="36449"/>
                  </a:lnTo>
                  <a:lnTo>
                    <a:pt x="28689" y="36830"/>
                  </a:lnTo>
                  <a:lnTo>
                    <a:pt x="28956" y="37084"/>
                  </a:lnTo>
                  <a:lnTo>
                    <a:pt x="30391" y="37084"/>
                  </a:lnTo>
                  <a:lnTo>
                    <a:pt x="30480" y="36957"/>
                  </a:lnTo>
                  <a:lnTo>
                    <a:pt x="30581" y="36830"/>
                  </a:lnTo>
                  <a:lnTo>
                    <a:pt x="30670" y="36703"/>
                  </a:lnTo>
                  <a:close/>
                </a:path>
                <a:path w="64135" h="50800">
                  <a:moveTo>
                    <a:pt x="30721" y="36195"/>
                  </a:moveTo>
                  <a:lnTo>
                    <a:pt x="28994" y="36195"/>
                  </a:lnTo>
                  <a:lnTo>
                    <a:pt x="28740" y="35941"/>
                  </a:lnTo>
                  <a:lnTo>
                    <a:pt x="28765" y="35687"/>
                  </a:lnTo>
                  <a:lnTo>
                    <a:pt x="28460" y="35687"/>
                  </a:lnTo>
                  <a:lnTo>
                    <a:pt x="28524" y="35941"/>
                  </a:lnTo>
                  <a:lnTo>
                    <a:pt x="28651" y="36195"/>
                  </a:lnTo>
                  <a:lnTo>
                    <a:pt x="28803" y="36322"/>
                  </a:lnTo>
                  <a:lnTo>
                    <a:pt x="30568" y="36322"/>
                  </a:lnTo>
                  <a:lnTo>
                    <a:pt x="30721" y="36195"/>
                  </a:lnTo>
                  <a:close/>
                </a:path>
                <a:path w="64135" h="50800">
                  <a:moveTo>
                    <a:pt x="30848" y="32512"/>
                  </a:moveTo>
                  <a:lnTo>
                    <a:pt x="30607" y="32639"/>
                  </a:lnTo>
                  <a:lnTo>
                    <a:pt x="30708" y="33020"/>
                  </a:lnTo>
                  <a:lnTo>
                    <a:pt x="30835" y="33147"/>
                  </a:lnTo>
                  <a:lnTo>
                    <a:pt x="30848" y="32512"/>
                  </a:lnTo>
                  <a:close/>
                </a:path>
                <a:path w="64135" h="50800">
                  <a:moveTo>
                    <a:pt x="30848" y="31369"/>
                  </a:moveTo>
                  <a:lnTo>
                    <a:pt x="30784" y="31242"/>
                  </a:lnTo>
                  <a:lnTo>
                    <a:pt x="30657" y="31369"/>
                  </a:lnTo>
                  <a:lnTo>
                    <a:pt x="30657" y="31496"/>
                  </a:lnTo>
                  <a:lnTo>
                    <a:pt x="30848" y="31369"/>
                  </a:lnTo>
                  <a:close/>
                </a:path>
                <a:path w="64135" h="50800">
                  <a:moveTo>
                    <a:pt x="30861" y="35560"/>
                  </a:moveTo>
                  <a:lnTo>
                    <a:pt x="28803" y="35560"/>
                  </a:lnTo>
                  <a:lnTo>
                    <a:pt x="28765" y="35687"/>
                  </a:lnTo>
                  <a:lnTo>
                    <a:pt x="30835" y="35687"/>
                  </a:lnTo>
                  <a:lnTo>
                    <a:pt x="30861" y="35560"/>
                  </a:lnTo>
                  <a:close/>
                </a:path>
                <a:path w="64135" h="50800">
                  <a:moveTo>
                    <a:pt x="30988" y="38227"/>
                  </a:moveTo>
                  <a:lnTo>
                    <a:pt x="30962" y="38011"/>
                  </a:lnTo>
                  <a:lnTo>
                    <a:pt x="30226" y="37846"/>
                  </a:lnTo>
                  <a:lnTo>
                    <a:pt x="28562" y="37846"/>
                  </a:lnTo>
                  <a:lnTo>
                    <a:pt x="28232" y="37719"/>
                  </a:lnTo>
                  <a:lnTo>
                    <a:pt x="27914" y="37592"/>
                  </a:lnTo>
                  <a:lnTo>
                    <a:pt x="26670" y="37592"/>
                  </a:lnTo>
                  <a:lnTo>
                    <a:pt x="26441" y="37592"/>
                  </a:lnTo>
                  <a:lnTo>
                    <a:pt x="25831" y="37592"/>
                  </a:lnTo>
                  <a:lnTo>
                    <a:pt x="25831" y="37973"/>
                  </a:lnTo>
                  <a:lnTo>
                    <a:pt x="25463" y="38100"/>
                  </a:lnTo>
                  <a:lnTo>
                    <a:pt x="25438" y="37973"/>
                  </a:lnTo>
                  <a:lnTo>
                    <a:pt x="25831" y="37973"/>
                  </a:lnTo>
                  <a:lnTo>
                    <a:pt x="25831" y="37592"/>
                  </a:lnTo>
                  <a:lnTo>
                    <a:pt x="24663" y="37592"/>
                  </a:lnTo>
                  <a:lnTo>
                    <a:pt x="24295" y="37592"/>
                  </a:lnTo>
                  <a:lnTo>
                    <a:pt x="23901" y="37592"/>
                  </a:lnTo>
                  <a:lnTo>
                    <a:pt x="24041" y="37719"/>
                  </a:lnTo>
                  <a:lnTo>
                    <a:pt x="23609" y="37719"/>
                  </a:lnTo>
                  <a:lnTo>
                    <a:pt x="23660" y="37592"/>
                  </a:lnTo>
                  <a:lnTo>
                    <a:pt x="23469" y="37719"/>
                  </a:lnTo>
                  <a:lnTo>
                    <a:pt x="23482" y="37592"/>
                  </a:lnTo>
                  <a:lnTo>
                    <a:pt x="23520" y="37211"/>
                  </a:lnTo>
                  <a:lnTo>
                    <a:pt x="23253" y="37084"/>
                  </a:lnTo>
                  <a:lnTo>
                    <a:pt x="23253" y="36322"/>
                  </a:lnTo>
                  <a:lnTo>
                    <a:pt x="22517" y="36322"/>
                  </a:lnTo>
                  <a:lnTo>
                    <a:pt x="22415" y="36830"/>
                  </a:lnTo>
                  <a:lnTo>
                    <a:pt x="22301" y="37211"/>
                  </a:lnTo>
                  <a:lnTo>
                    <a:pt x="22123" y="37211"/>
                  </a:lnTo>
                  <a:lnTo>
                    <a:pt x="22034" y="37592"/>
                  </a:lnTo>
                  <a:lnTo>
                    <a:pt x="21971" y="37338"/>
                  </a:lnTo>
                  <a:lnTo>
                    <a:pt x="22072" y="37211"/>
                  </a:lnTo>
                  <a:lnTo>
                    <a:pt x="21831" y="37211"/>
                  </a:lnTo>
                  <a:lnTo>
                    <a:pt x="21793" y="37084"/>
                  </a:lnTo>
                  <a:lnTo>
                    <a:pt x="21640" y="37084"/>
                  </a:lnTo>
                  <a:lnTo>
                    <a:pt x="21640" y="36957"/>
                  </a:lnTo>
                  <a:lnTo>
                    <a:pt x="22034" y="36830"/>
                  </a:lnTo>
                  <a:lnTo>
                    <a:pt x="21907" y="36576"/>
                  </a:lnTo>
                  <a:lnTo>
                    <a:pt x="21805" y="36322"/>
                  </a:lnTo>
                  <a:lnTo>
                    <a:pt x="21551" y="36322"/>
                  </a:lnTo>
                  <a:lnTo>
                    <a:pt x="21475" y="37211"/>
                  </a:lnTo>
                  <a:lnTo>
                    <a:pt x="21361" y="36322"/>
                  </a:lnTo>
                  <a:lnTo>
                    <a:pt x="20967" y="36322"/>
                  </a:lnTo>
                  <a:lnTo>
                    <a:pt x="21018" y="36576"/>
                  </a:lnTo>
                  <a:lnTo>
                    <a:pt x="20739" y="36703"/>
                  </a:lnTo>
                  <a:lnTo>
                    <a:pt x="20916" y="36830"/>
                  </a:lnTo>
                  <a:lnTo>
                    <a:pt x="20777" y="36957"/>
                  </a:lnTo>
                  <a:lnTo>
                    <a:pt x="20739" y="37084"/>
                  </a:lnTo>
                  <a:lnTo>
                    <a:pt x="20701" y="38481"/>
                  </a:lnTo>
                  <a:lnTo>
                    <a:pt x="20358" y="38354"/>
                  </a:lnTo>
                  <a:lnTo>
                    <a:pt x="20548" y="38354"/>
                  </a:lnTo>
                  <a:lnTo>
                    <a:pt x="20701" y="38481"/>
                  </a:lnTo>
                  <a:lnTo>
                    <a:pt x="20701" y="37071"/>
                  </a:lnTo>
                  <a:lnTo>
                    <a:pt x="20485" y="36957"/>
                  </a:lnTo>
                  <a:lnTo>
                    <a:pt x="20459" y="36703"/>
                  </a:lnTo>
                  <a:lnTo>
                    <a:pt x="20586" y="36576"/>
                  </a:lnTo>
                  <a:lnTo>
                    <a:pt x="20459" y="36449"/>
                  </a:lnTo>
                  <a:lnTo>
                    <a:pt x="20650" y="36449"/>
                  </a:lnTo>
                  <a:lnTo>
                    <a:pt x="20713" y="36322"/>
                  </a:lnTo>
                  <a:lnTo>
                    <a:pt x="20408" y="36322"/>
                  </a:lnTo>
                  <a:lnTo>
                    <a:pt x="20370" y="36195"/>
                  </a:lnTo>
                  <a:lnTo>
                    <a:pt x="20535" y="36195"/>
                  </a:lnTo>
                  <a:lnTo>
                    <a:pt x="20701" y="36080"/>
                  </a:lnTo>
                  <a:lnTo>
                    <a:pt x="20624" y="35814"/>
                  </a:lnTo>
                  <a:lnTo>
                    <a:pt x="20701" y="36080"/>
                  </a:lnTo>
                  <a:lnTo>
                    <a:pt x="20891" y="35941"/>
                  </a:lnTo>
                  <a:lnTo>
                    <a:pt x="20942" y="36195"/>
                  </a:lnTo>
                  <a:lnTo>
                    <a:pt x="21285" y="36195"/>
                  </a:lnTo>
                  <a:lnTo>
                    <a:pt x="21336" y="35941"/>
                  </a:lnTo>
                  <a:lnTo>
                    <a:pt x="21437" y="35687"/>
                  </a:lnTo>
                  <a:lnTo>
                    <a:pt x="20878" y="35687"/>
                  </a:lnTo>
                  <a:lnTo>
                    <a:pt x="20878" y="35814"/>
                  </a:lnTo>
                  <a:lnTo>
                    <a:pt x="20726" y="35687"/>
                  </a:lnTo>
                  <a:lnTo>
                    <a:pt x="20878" y="35687"/>
                  </a:lnTo>
                  <a:lnTo>
                    <a:pt x="20612" y="35560"/>
                  </a:lnTo>
                  <a:lnTo>
                    <a:pt x="21386" y="35560"/>
                  </a:lnTo>
                  <a:lnTo>
                    <a:pt x="21323" y="35179"/>
                  </a:lnTo>
                  <a:lnTo>
                    <a:pt x="21297" y="35052"/>
                  </a:lnTo>
                  <a:lnTo>
                    <a:pt x="21640" y="35052"/>
                  </a:lnTo>
                  <a:lnTo>
                    <a:pt x="21615" y="34925"/>
                  </a:lnTo>
                  <a:lnTo>
                    <a:pt x="21132" y="34925"/>
                  </a:lnTo>
                  <a:lnTo>
                    <a:pt x="21145" y="35052"/>
                  </a:lnTo>
                  <a:lnTo>
                    <a:pt x="20929" y="35052"/>
                  </a:lnTo>
                  <a:lnTo>
                    <a:pt x="20929" y="35433"/>
                  </a:lnTo>
                  <a:lnTo>
                    <a:pt x="20688" y="35306"/>
                  </a:lnTo>
                  <a:lnTo>
                    <a:pt x="20726" y="35433"/>
                  </a:lnTo>
                  <a:lnTo>
                    <a:pt x="20624" y="35179"/>
                  </a:lnTo>
                  <a:lnTo>
                    <a:pt x="20789" y="35179"/>
                  </a:lnTo>
                  <a:lnTo>
                    <a:pt x="20853" y="35306"/>
                  </a:lnTo>
                  <a:lnTo>
                    <a:pt x="20929" y="35433"/>
                  </a:lnTo>
                  <a:lnTo>
                    <a:pt x="20929" y="35052"/>
                  </a:lnTo>
                  <a:lnTo>
                    <a:pt x="20358" y="35052"/>
                  </a:lnTo>
                  <a:lnTo>
                    <a:pt x="20548" y="34925"/>
                  </a:lnTo>
                  <a:lnTo>
                    <a:pt x="21132" y="34925"/>
                  </a:lnTo>
                  <a:lnTo>
                    <a:pt x="21094" y="34671"/>
                  </a:lnTo>
                  <a:lnTo>
                    <a:pt x="21082" y="34544"/>
                  </a:lnTo>
                  <a:lnTo>
                    <a:pt x="21285" y="34544"/>
                  </a:lnTo>
                  <a:lnTo>
                    <a:pt x="21247" y="34417"/>
                  </a:lnTo>
                  <a:lnTo>
                    <a:pt x="21031" y="34417"/>
                  </a:lnTo>
                  <a:lnTo>
                    <a:pt x="20383" y="34417"/>
                  </a:lnTo>
                  <a:lnTo>
                    <a:pt x="20370" y="34290"/>
                  </a:lnTo>
                  <a:lnTo>
                    <a:pt x="20180" y="34290"/>
                  </a:lnTo>
                  <a:lnTo>
                    <a:pt x="20218" y="34544"/>
                  </a:lnTo>
                  <a:lnTo>
                    <a:pt x="20421" y="34544"/>
                  </a:lnTo>
                  <a:lnTo>
                    <a:pt x="20421" y="34798"/>
                  </a:lnTo>
                  <a:lnTo>
                    <a:pt x="20243" y="34798"/>
                  </a:lnTo>
                  <a:lnTo>
                    <a:pt x="20193" y="35560"/>
                  </a:lnTo>
                  <a:lnTo>
                    <a:pt x="19977" y="35560"/>
                  </a:lnTo>
                  <a:lnTo>
                    <a:pt x="20015" y="35814"/>
                  </a:lnTo>
                  <a:lnTo>
                    <a:pt x="20091" y="36195"/>
                  </a:lnTo>
                  <a:lnTo>
                    <a:pt x="20015" y="35814"/>
                  </a:lnTo>
                  <a:lnTo>
                    <a:pt x="19799" y="35687"/>
                  </a:lnTo>
                  <a:lnTo>
                    <a:pt x="19583" y="35687"/>
                  </a:lnTo>
                  <a:lnTo>
                    <a:pt x="19570" y="34925"/>
                  </a:lnTo>
                  <a:lnTo>
                    <a:pt x="19913" y="34925"/>
                  </a:lnTo>
                  <a:lnTo>
                    <a:pt x="20015" y="35433"/>
                  </a:lnTo>
                  <a:lnTo>
                    <a:pt x="20154" y="35433"/>
                  </a:lnTo>
                  <a:lnTo>
                    <a:pt x="20193" y="35560"/>
                  </a:lnTo>
                  <a:lnTo>
                    <a:pt x="20193" y="34721"/>
                  </a:lnTo>
                  <a:lnTo>
                    <a:pt x="20104" y="34544"/>
                  </a:lnTo>
                  <a:lnTo>
                    <a:pt x="20002" y="34163"/>
                  </a:lnTo>
                  <a:lnTo>
                    <a:pt x="20066" y="34036"/>
                  </a:lnTo>
                  <a:lnTo>
                    <a:pt x="20332" y="34036"/>
                  </a:lnTo>
                  <a:lnTo>
                    <a:pt x="20370" y="34290"/>
                  </a:lnTo>
                  <a:lnTo>
                    <a:pt x="21043" y="34290"/>
                  </a:lnTo>
                  <a:lnTo>
                    <a:pt x="21082" y="34036"/>
                  </a:lnTo>
                  <a:lnTo>
                    <a:pt x="20980" y="33909"/>
                  </a:lnTo>
                  <a:lnTo>
                    <a:pt x="20891" y="33655"/>
                  </a:lnTo>
                  <a:lnTo>
                    <a:pt x="20891" y="33401"/>
                  </a:lnTo>
                  <a:lnTo>
                    <a:pt x="20675" y="33274"/>
                  </a:lnTo>
                  <a:lnTo>
                    <a:pt x="20561" y="32766"/>
                  </a:lnTo>
                  <a:lnTo>
                    <a:pt x="20421" y="32766"/>
                  </a:lnTo>
                  <a:lnTo>
                    <a:pt x="20396" y="32385"/>
                  </a:lnTo>
                  <a:lnTo>
                    <a:pt x="20218" y="32258"/>
                  </a:lnTo>
                  <a:lnTo>
                    <a:pt x="20053" y="32131"/>
                  </a:lnTo>
                  <a:lnTo>
                    <a:pt x="19989" y="31953"/>
                  </a:lnTo>
                  <a:lnTo>
                    <a:pt x="19989" y="33909"/>
                  </a:lnTo>
                  <a:lnTo>
                    <a:pt x="19850" y="33845"/>
                  </a:lnTo>
                  <a:lnTo>
                    <a:pt x="19850" y="34163"/>
                  </a:lnTo>
                  <a:lnTo>
                    <a:pt x="19812" y="33972"/>
                  </a:lnTo>
                  <a:lnTo>
                    <a:pt x="19850" y="34163"/>
                  </a:lnTo>
                  <a:lnTo>
                    <a:pt x="19850" y="33845"/>
                  </a:lnTo>
                  <a:lnTo>
                    <a:pt x="19875" y="33655"/>
                  </a:lnTo>
                  <a:lnTo>
                    <a:pt x="19989" y="33909"/>
                  </a:lnTo>
                  <a:lnTo>
                    <a:pt x="19989" y="31953"/>
                  </a:lnTo>
                  <a:lnTo>
                    <a:pt x="19926" y="31750"/>
                  </a:lnTo>
                  <a:lnTo>
                    <a:pt x="20205" y="31623"/>
                  </a:lnTo>
                  <a:lnTo>
                    <a:pt x="20167" y="31496"/>
                  </a:lnTo>
                  <a:lnTo>
                    <a:pt x="20345" y="31623"/>
                  </a:lnTo>
                  <a:lnTo>
                    <a:pt x="20243" y="31115"/>
                  </a:lnTo>
                  <a:lnTo>
                    <a:pt x="20408" y="31242"/>
                  </a:lnTo>
                  <a:lnTo>
                    <a:pt x="20497" y="31496"/>
                  </a:lnTo>
                  <a:lnTo>
                    <a:pt x="20739" y="31623"/>
                  </a:lnTo>
                  <a:lnTo>
                    <a:pt x="20815" y="31877"/>
                  </a:lnTo>
                  <a:lnTo>
                    <a:pt x="20916" y="32766"/>
                  </a:lnTo>
                  <a:lnTo>
                    <a:pt x="21107" y="32639"/>
                  </a:lnTo>
                  <a:lnTo>
                    <a:pt x="21196" y="33274"/>
                  </a:lnTo>
                  <a:lnTo>
                    <a:pt x="21348" y="33274"/>
                  </a:lnTo>
                  <a:lnTo>
                    <a:pt x="21386" y="33528"/>
                  </a:lnTo>
                  <a:lnTo>
                    <a:pt x="21196" y="33528"/>
                  </a:lnTo>
                  <a:lnTo>
                    <a:pt x="21348" y="33655"/>
                  </a:lnTo>
                  <a:lnTo>
                    <a:pt x="21463" y="34290"/>
                  </a:lnTo>
                  <a:lnTo>
                    <a:pt x="22072" y="34290"/>
                  </a:lnTo>
                  <a:lnTo>
                    <a:pt x="22034" y="33020"/>
                  </a:lnTo>
                  <a:lnTo>
                    <a:pt x="22301" y="33020"/>
                  </a:lnTo>
                  <a:lnTo>
                    <a:pt x="22301" y="32258"/>
                  </a:lnTo>
                  <a:lnTo>
                    <a:pt x="22047" y="32258"/>
                  </a:lnTo>
                  <a:lnTo>
                    <a:pt x="22136" y="32639"/>
                  </a:lnTo>
                  <a:lnTo>
                    <a:pt x="21907" y="32512"/>
                  </a:lnTo>
                  <a:lnTo>
                    <a:pt x="21907" y="32385"/>
                  </a:lnTo>
                  <a:lnTo>
                    <a:pt x="22047" y="32258"/>
                  </a:lnTo>
                  <a:lnTo>
                    <a:pt x="21907" y="32258"/>
                  </a:lnTo>
                  <a:lnTo>
                    <a:pt x="21907" y="32131"/>
                  </a:lnTo>
                  <a:lnTo>
                    <a:pt x="22288" y="32131"/>
                  </a:lnTo>
                  <a:lnTo>
                    <a:pt x="22212" y="32004"/>
                  </a:lnTo>
                  <a:lnTo>
                    <a:pt x="22136" y="31369"/>
                  </a:lnTo>
                  <a:lnTo>
                    <a:pt x="22263" y="31242"/>
                  </a:lnTo>
                  <a:lnTo>
                    <a:pt x="22263" y="31115"/>
                  </a:lnTo>
                  <a:lnTo>
                    <a:pt x="22123" y="31242"/>
                  </a:lnTo>
                  <a:lnTo>
                    <a:pt x="22059" y="30988"/>
                  </a:lnTo>
                  <a:lnTo>
                    <a:pt x="21958" y="32004"/>
                  </a:lnTo>
                  <a:lnTo>
                    <a:pt x="21958" y="31877"/>
                  </a:lnTo>
                  <a:lnTo>
                    <a:pt x="21742" y="31877"/>
                  </a:lnTo>
                  <a:lnTo>
                    <a:pt x="21844" y="31750"/>
                  </a:lnTo>
                  <a:lnTo>
                    <a:pt x="21590" y="31877"/>
                  </a:lnTo>
                  <a:lnTo>
                    <a:pt x="21793" y="31750"/>
                  </a:lnTo>
                  <a:lnTo>
                    <a:pt x="21653" y="31623"/>
                  </a:lnTo>
                  <a:lnTo>
                    <a:pt x="21844" y="31496"/>
                  </a:lnTo>
                  <a:lnTo>
                    <a:pt x="21666" y="31496"/>
                  </a:lnTo>
                  <a:lnTo>
                    <a:pt x="21717" y="31242"/>
                  </a:lnTo>
                  <a:lnTo>
                    <a:pt x="21742" y="31115"/>
                  </a:lnTo>
                  <a:lnTo>
                    <a:pt x="21513" y="31242"/>
                  </a:lnTo>
                  <a:lnTo>
                    <a:pt x="21501" y="31115"/>
                  </a:lnTo>
                  <a:lnTo>
                    <a:pt x="21488" y="30988"/>
                  </a:lnTo>
                  <a:lnTo>
                    <a:pt x="21424" y="30480"/>
                  </a:lnTo>
                  <a:lnTo>
                    <a:pt x="21640" y="30353"/>
                  </a:lnTo>
                  <a:lnTo>
                    <a:pt x="21666" y="30734"/>
                  </a:lnTo>
                  <a:lnTo>
                    <a:pt x="22021" y="30607"/>
                  </a:lnTo>
                  <a:lnTo>
                    <a:pt x="22047" y="30353"/>
                  </a:lnTo>
                  <a:lnTo>
                    <a:pt x="22390" y="30480"/>
                  </a:lnTo>
                  <a:lnTo>
                    <a:pt x="22453" y="30353"/>
                  </a:lnTo>
                  <a:lnTo>
                    <a:pt x="22491" y="30099"/>
                  </a:lnTo>
                  <a:lnTo>
                    <a:pt x="22529" y="29845"/>
                  </a:lnTo>
                  <a:lnTo>
                    <a:pt x="21234" y="29845"/>
                  </a:lnTo>
                  <a:lnTo>
                    <a:pt x="21234" y="30734"/>
                  </a:lnTo>
                  <a:lnTo>
                    <a:pt x="20853" y="30734"/>
                  </a:lnTo>
                  <a:lnTo>
                    <a:pt x="20955" y="30480"/>
                  </a:lnTo>
                  <a:lnTo>
                    <a:pt x="21005" y="30353"/>
                  </a:lnTo>
                  <a:lnTo>
                    <a:pt x="21107" y="30099"/>
                  </a:lnTo>
                  <a:lnTo>
                    <a:pt x="21158" y="30226"/>
                  </a:lnTo>
                  <a:lnTo>
                    <a:pt x="21234" y="30734"/>
                  </a:lnTo>
                  <a:lnTo>
                    <a:pt x="21234" y="29845"/>
                  </a:lnTo>
                  <a:lnTo>
                    <a:pt x="20027" y="29845"/>
                  </a:lnTo>
                  <a:lnTo>
                    <a:pt x="19926" y="30353"/>
                  </a:lnTo>
                  <a:lnTo>
                    <a:pt x="19900" y="30226"/>
                  </a:lnTo>
                  <a:lnTo>
                    <a:pt x="19723" y="30353"/>
                  </a:lnTo>
                  <a:lnTo>
                    <a:pt x="19481" y="30353"/>
                  </a:lnTo>
                  <a:lnTo>
                    <a:pt x="19418" y="29845"/>
                  </a:lnTo>
                  <a:lnTo>
                    <a:pt x="19786" y="29845"/>
                  </a:lnTo>
                  <a:lnTo>
                    <a:pt x="19685" y="29464"/>
                  </a:lnTo>
                  <a:lnTo>
                    <a:pt x="19799" y="29591"/>
                  </a:lnTo>
                  <a:lnTo>
                    <a:pt x="23304" y="29591"/>
                  </a:lnTo>
                  <a:lnTo>
                    <a:pt x="23698" y="29464"/>
                  </a:lnTo>
                  <a:lnTo>
                    <a:pt x="23710" y="29210"/>
                  </a:lnTo>
                  <a:lnTo>
                    <a:pt x="23901" y="29337"/>
                  </a:lnTo>
                  <a:lnTo>
                    <a:pt x="24104" y="29210"/>
                  </a:lnTo>
                  <a:lnTo>
                    <a:pt x="24066" y="29083"/>
                  </a:lnTo>
                  <a:lnTo>
                    <a:pt x="24701" y="28575"/>
                  </a:lnTo>
                  <a:lnTo>
                    <a:pt x="24790" y="28829"/>
                  </a:lnTo>
                  <a:lnTo>
                    <a:pt x="24892" y="29591"/>
                  </a:lnTo>
                  <a:lnTo>
                    <a:pt x="25107" y="29591"/>
                  </a:lnTo>
                  <a:lnTo>
                    <a:pt x="25184" y="28575"/>
                  </a:lnTo>
                  <a:lnTo>
                    <a:pt x="25933" y="28575"/>
                  </a:lnTo>
                  <a:lnTo>
                    <a:pt x="26009" y="28702"/>
                  </a:lnTo>
                  <a:lnTo>
                    <a:pt x="26085" y="28829"/>
                  </a:lnTo>
                  <a:lnTo>
                    <a:pt x="26162" y="28956"/>
                  </a:lnTo>
                  <a:lnTo>
                    <a:pt x="26263" y="28829"/>
                  </a:lnTo>
                  <a:lnTo>
                    <a:pt x="26365" y="29210"/>
                  </a:lnTo>
                  <a:lnTo>
                    <a:pt x="26479" y="29083"/>
                  </a:lnTo>
                  <a:lnTo>
                    <a:pt x="26543" y="28956"/>
                  </a:lnTo>
                  <a:lnTo>
                    <a:pt x="26606" y="28829"/>
                  </a:lnTo>
                  <a:lnTo>
                    <a:pt x="26949" y="28702"/>
                  </a:lnTo>
                  <a:lnTo>
                    <a:pt x="27038" y="28829"/>
                  </a:lnTo>
                  <a:lnTo>
                    <a:pt x="27216" y="28829"/>
                  </a:lnTo>
                  <a:lnTo>
                    <a:pt x="27317" y="28702"/>
                  </a:lnTo>
                  <a:lnTo>
                    <a:pt x="27647" y="28829"/>
                  </a:lnTo>
                  <a:lnTo>
                    <a:pt x="27711" y="28956"/>
                  </a:lnTo>
                  <a:lnTo>
                    <a:pt x="27901" y="28956"/>
                  </a:lnTo>
                  <a:lnTo>
                    <a:pt x="27889" y="28702"/>
                  </a:lnTo>
                  <a:lnTo>
                    <a:pt x="27889" y="28575"/>
                  </a:lnTo>
                  <a:lnTo>
                    <a:pt x="27584" y="28448"/>
                  </a:lnTo>
                  <a:lnTo>
                    <a:pt x="27584" y="28321"/>
                  </a:lnTo>
                  <a:lnTo>
                    <a:pt x="27406" y="28194"/>
                  </a:lnTo>
                  <a:lnTo>
                    <a:pt x="27317" y="27940"/>
                  </a:lnTo>
                  <a:lnTo>
                    <a:pt x="27266" y="27813"/>
                  </a:lnTo>
                  <a:lnTo>
                    <a:pt x="26974" y="27686"/>
                  </a:lnTo>
                  <a:lnTo>
                    <a:pt x="26746" y="27813"/>
                  </a:lnTo>
                  <a:lnTo>
                    <a:pt x="26746" y="27940"/>
                  </a:lnTo>
                  <a:lnTo>
                    <a:pt x="26593" y="27800"/>
                  </a:lnTo>
                  <a:lnTo>
                    <a:pt x="26593" y="28194"/>
                  </a:lnTo>
                  <a:lnTo>
                    <a:pt x="25946" y="28194"/>
                  </a:lnTo>
                  <a:lnTo>
                    <a:pt x="25857" y="27940"/>
                  </a:lnTo>
                  <a:lnTo>
                    <a:pt x="25730" y="27940"/>
                  </a:lnTo>
                  <a:lnTo>
                    <a:pt x="25476" y="27813"/>
                  </a:lnTo>
                  <a:lnTo>
                    <a:pt x="25400" y="27559"/>
                  </a:lnTo>
                  <a:lnTo>
                    <a:pt x="25006" y="27432"/>
                  </a:lnTo>
                  <a:lnTo>
                    <a:pt x="24879" y="27432"/>
                  </a:lnTo>
                  <a:lnTo>
                    <a:pt x="24701" y="27305"/>
                  </a:lnTo>
                  <a:lnTo>
                    <a:pt x="24599" y="26670"/>
                  </a:lnTo>
                  <a:lnTo>
                    <a:pt x="24409" y="26670"/>
                  </a:lnTo>
                  <a:lnTo>
                    <a:pt x="25006" y="26289"/>
                  </a:lnTo>
                  <a:lnTo>
                    <a:pt x="25323" y="26416"/>
                  </a:lnTo>
                  <a:lnTo>
                    <a:pt x="25730" y="26670"/>
                  </a:lnTo>
                  <a:lnTo>
                    <a:pt x="25844" y="26924"/>
                  </a:lnTo>
                  <a:lnTo>
                    <a:pt x="25971" y="27178"/>
                  </a:lnTo>
                  <a:lnTo>
                    <a:pt x="26289" y="27432"/>
                  </a:lnTo>
                  <a:lnTo>
                    <a:pt x="26339" y="27559"/>
                  </a:lnTo>
                  <a:lnTo>
                    <a:pt x="26441" y="28067"/>
                  </a:lnTo>
                  <a:lnTo>
                    <a:pt x="26593" y="28194"/>
                  </a:lnTo>
                  <a:lnTo>
                    <a:pt x="26593" y="27800"/>
                  </a:lnTo>
                  <a:lnTo>
                    <a:pt x="26454" y="27305"/>
                  </a:lnTo>
                  <a:lnTo>
                    <a:pt x="26301" y="27305"/>
                  </a:lnTo>
                  <a:lnTo>
                    <a:pt x="26200" y="26797"/>
                  </a:lnTo>
                  <a:lnTo>
                    <a:pt x="26149" y="26670"/>
                  </a:lnTo>
                  <a:lnTo>
                    <a:pt x="26060" y="26416"/>
                  </a:lnTo>
                  <a:lnTo>
                    <a:pt x="26022" y="26289"/>
                  </a:lnTo>
                  <a:lnTo>
                    <a:pt x="25069" y="26162"/>
                  </a:lnTo>
                  <a:lnTo>
                    <a:pt x="24218" y="25527"/>
                  </a:lnTo>
                  <a:lnTo>
                    <a:pt x="23837" y="25146"/>
                  </a:lnTo>
                  <a:lnTo>
                    <a:pt x="23888" y="25019"/>
                  </a:lnTo>
                  <a:lnTo>
                    <a:pt x="24003" y="24765"/>
                  </a:lnTo>
                  <a:lnTo>
                    <a:pt x="24193" y="24511"/>
                  </a:lnTo>
                  <a:lnTo>
                    <a:pt x="24333" y="24765"/>
                  </a:lnTo>
                  <a:lnTo>
                    <a:pt x="24333" y="24511"/>
                  </a:lnTo>
                  <a:lnTo>
                    <a:pt x="24422" y="24765"/>
                  </a:lnTo>
                  <a:lnTo>
                    <a:pt x="24828" y="24765"/>
                  </a:lnTo>
                  <a:lnTo>
                    <a:pt x="24714" y="25019"/>
                  </a:lnTo>
                  <a:lnTo>
                    <a:pt x="24993" y="25019"/>
                  </a:lnTo>
                  <a:lnTo>
                    <a:pt x="25209" y="25146"/>
                  </a:lnTo>
                  <a:lnTo>
                    <a:pt x="25209" y="25019"/>
                  </a:lnTo>
                  <a:lnTo>
                    <a:pt x="25336" y="25019"/>
                  </a:lnTo>
                  <a:lnTo>
                    <a:pt x="25552" y="25019"/>
                  </a:lnTo>
                  <a:lnTo>
                    <a:pt x="25641" y="25273"/>
                  </a:lnTo>
                  <a:lnTo>
                    <a:pt x="25857" y="25400"/>
                  </a:lnTo>
                  <a:lnTo>
                    <a:pt x="25971" y="25527"/>
                  </a:lnTo>
                  <a:lnTo>
                    <a:pt x="26098" y="25908"/>
                  </a:lnTo>
                  <a:lnTo>
                    <a:pt x="26187" y="26035"/>
                  </a:lnTo>
                  <a:lnTo>
                    <a:pt x="26276" y="26162"/>
                  </a:lnTo>
                  <a:lnTo>
                    <a:pt x="26377" y="26670"/>
                  </a:lnTo>
                  <a:lnTo>
                    <a:pt x="26492" y="26797"/>
                  </a:lnTo>
                  <a:lnTo>
                    <a:pt x="26593" y="26924"/>
                  </a:lnTo>
                  <a:lnTo>
                    <a:pt x="26708" y="27051"/>
                  </a:lnTo>
                  <a:lnTo>
                    <a:pt x="26822" y="27178"/>
                  </a:lnTo>
                  <a:lnTo>
                    <a:pt x="26733" y="26670"/>
                  </a:lnTo>
                  <a:lnTo>
                    <a:pt x="26644" y="26416"/>
                  </a:lnTo>
                  <a:lnTo>
                    <a:pt x="26530" y="26162"/>
                  </a:lnTo>
                  <a:lnTo>
                    <a:pt x="26454" y="26035"/>
                  </a:lnTo>
                  <a:lnTo>
                    <a:pt x="26377" y="25908"/>
                  </a:lnTo>
                  <a:lnTo>
                    <a:pt x="26301" y="25781"/>
                  </a:lnTo>
                  <a:lnTo>
                    <a:pt x="26225" y="25654"/>
                  </a:lnTo>
                  <a:lnTo>
                    <a:pt x="26098" y="25400"/>
                  </a:lnTo>
                  <a:lnTo>
                    <a:pt x="26009" y="25146"/>
                  </a:lnTo>
                  <a:lnTo>
                    <a:pt x="25971" y="25019"/>
                  </a:lnTo>
                  <a:lnTo>
                    <a:pt x="25781" y="24765"/>
                  </a:lnTo>
                  <a:lnTo>
                    <a:pt x="25539" y="24511"/>
                  </a:lnTo>
                  <a:lnTo>
                    <a:pt x="25273" y="24257"/>
                  </a:lnTo>
                  <a:lnTo>
                    <a:pt x="24155" y="23495"/>
                  </a:lnTo>
                  <a:lnTo>
                    <a:pt x="24028" y="23749"/>
                  </a:lnTo>
                  <a:lnTo>
                    <a:pt x="23660" y="24003"/>
                  </a:lnTo>
                  <a:lnTo>
                    <a:pt x="23672" y="24257"/>
                  </a:lnTo>
                  <a:lnTo>
                    <a:pt x="23329" y="24384"/>
                  </a:lnTo>
                  <a:lnTo>
                    <a:pt x="23495" y="24257"/>
                  </a:lnTo>
                  <a:lnTo>
                    <a:pt x="23342" y="24257"/>
                  </a:lnTo>
                  <a:lnTo>
                    <a:pt x="23164" y="24384"/>
                  </a:lnTo>
                  <a:lnTo>
                    <a:pt x="22910" y="24257"/>
                  </a:lnTo>
                  <a:lnTo>
                    <a:pt x="22809" y="24003"/>
                  </a:lnTo>
                  <a:lnTo>
                    <a:pt x="22720" y="23495"/>
                  </a:lnTo>
                  <a:lnTo>
                    <a:pt x="21031" y="23495"/>
                  </a:lnTo>
                  <a:lnTo>
                    <a:pt x="21094" y="23749"/>
                  </a:lnTo>
                  <a:lnTo>
                    <a:pt x="18034" y="23749"/>
                  </a:lnTo>
                  <a:lnTo>
                    <a:pt x="18034" y="24003"/>
                  </a:lnTo>
                  <a:lnTo>
                    <a:pt x="17945" y="23876"/>
                  </a:lnTo>
                  <a:lnTo>
                    <a:pt x="18034" y="24003"/>
                  </a:lnTo>
                  <a:lnTo>
                    <a:pt x="18034" y="23749"/>
                  </a:lnTo>
                  <a:lnTo>
                    <a:pt x="17907" y="23495"/>
                  </a:lnTo>
                  <a:lnTo>
                    <a:pt x="17754" y="23749"/>
                  </a:lnTo>
                  <a:lnTo>
                    <a:pt x="15443" y="23749"/>
                  </a:lnTo>
                  <a:lnTo>
                    <a:pt x="15430" y="24003"/>
                  </a:lnTo>
                  <a:lnTo>
                    <a:pt x="15367" y="24257"/>
                  </a:lnTo>
                  <a:lnTo>
                    <a:pt x="14465" y="24257"/>
                  </a:lnTo>
                  <a:lnTo>
                    <a:pt x="14782" y="24511"/>
                  </a:lnTo>
                  <a:lnTo>
                    <a:pt x="15303" y="24511"/>
                  </a:lnTo>
                  <a:lnTo>
                    <a:pt x="14960" y="25019"/>
                  </a:lnTo>
                  <a:lnTo>
                    <a:pt x="14922" y="25400"/>
                  </a:lnTo>
                  <a:lnTo>
                    <a:pt x="14554" y="25527"/>
                  </a:lnTo>
                  <a:lnTo>
                    <a:pt x="13589" y="25654"/>
                  </a:lnTo>
                  <a:lnTo>
                    <a:pt x="13665" y="25908"/>
                  </a:lnTo>
                  <a:lnTo>
                    <a:pt x="13779" y="26289"/>
                  </a:lnTo>
                  <a:lnTo>
                    <a:pt x="13881" y="26670"/>
                  </a:lnTo>
                  <a:lnTo>
                    <a:pt x="13995" y="27051"/>
                  </a:lnTo>
                  <a:lnTo>
                    <a:pt x="14109" y="27432"/>
                  </a:lnTo>
                  <a:lnTo>
                    <a:pt x="14224" y="27813"/>
                  </a:lnTo>
                  <a:lnTo>
                    <a:pt x="14325" y="28321"/>
                  </a:lnTo>
                  <a:lnTo>
                    <a:pt x="14439" y="29464"/>
                  </a:lnTo>
                  <a:lnTo>
                    <a:pt x="13220" y="29845"/>
                  </a:lnTo>
                  <a:lnTo>
                    <a:pt x="11963" y="30099"/>
                  </a:lnTo>
                  <a:lnTo>
                    <a:pt x="12026" y="31750"/>
                  </a:lnTo>
                  <a:lnTo>
                    <a:pt x="12115" y="31623"/>
                  </a:lnTo>
                  <a:lnTo>
                    <a:pt x="12293" y="31496"/>
                  </a:lnTo>
                  <a:lnTo>
                    <a:pt x="12369" y="31623"/>
                  </a:lnTo>
                  <a:lnTo>
                    <a:pt x="12674" y="31623"/>
                  </a:lnTo>
                  <a:lnTo>
                    <a:pt x="12712" y="31750"/>
                  </a:lnTo>
                  <a:lnTo>
                    <a:pt x="12839" y="31623"/>
                  </a:lnTo>
                  <a:lnTo>
                    <a:pt x="12674" y="31496"/>
                  </a:lnTo>
                  <a:lnTo>
                    <a:pt x="12560" y="31115"/>
                  </a:lnTo>
                  <a:lnTo>
                    <a:pt x="12522" y="30988"/>
                  </a:lnTo>
                  <a:lnTo>
                    <a:pt x="12814" y="30861"/>
                  </a:lnTo>
                  <a:lnTo>
                    <a:pt x="12903" y="30607"/>
                  </a:lnTo>
                  <a:lnTo>
                    <a:pt x="12941" y="30480"/>
                  </a:lnTo>
                  <a:lnTo>
                    <a:pt x="13220" y="30353"/>
                  </a:lnTo>
                  <a:lnTo>
                    <a:pt x="13512" y="30353"/>
                  </a:lnTo>
                  <a:lnTo>
                    <a:pt x="13512" y="30099"/>
                  </a:lnTo>
                  <a:lnTo>
                    <a:pt x="13754" y="30226"/>
                  </a:lnTo>
                  <a:lnTo>
                    <a:pt x="13881" y="30099"/>
                  </a:lnTo>
                  <a:lnTo>
                    <a:pt x="14147" y="29845"/>
                  </a:lnTo>
                  <a:lnTo>
                    <a:pt x="14897" y="29972"/>
                  </a:lnTo>
                  <a:lnTo>
                    <a:pt x="14973" y="30099"/>
                  </a:lnTo>
                  <a:lnTo>
                    <a:pt x="15062" y="30226"/>
                  </a:lnTo>
                  <a:lnTo>
                    <a:pt x="15138" y="30353"/>
                  </a:lnTo>
                  <a:lnTo>
                    <a:pt x="15214" y="30607"/>
                  </a:lnTo>
                  <a:lnTo>
                    <a:pt x="14998" y="30734"/>
                  </a:lnTo>
                  <a:lnTo>
                    <a:pt x="15189" y="30734"/>
                  </a:lnTo>
                  <a:lnTo>
                    <a:pt x="15113" y="30861"/>
                  </a:lnTo>
                  <a:lnTo>
                    <a:pt x="15049" y="30988"/>
                  </a:lnTo>
                  <a:lnTo>
                    <a:pt x="14973" y="30861"/>
                  </a:lnTo>
                  <a:lnTo>
                    <a:pt x="14909" y="30734"/>
                  </a:lnTo>
                  <a:lnTo>
                    <a:pt x="14833" y="30607"/>
                  </a:lnTo>
                  <a:lnTo>
                    <a:pt x="14554" y="30734"/>
                  </a:lnTo>
                  <a:lnTo>
                    <a:pt x="14605" y="31496"/>
                  </a:lnTo>
                  <a:lnTo>
                    <a:pt x="14490" y="31369"/>
                  </a:lnTo>
                  <a:lnTo>
                    <a:pt x="14389" y="31242"/>
                  </a:lnTo>
                  <a:lnTo>
                    <a:pt x="14300" y="30988"/>
                  </a:lnTo>
                  <a:lnTo>
                    <a:pt x="13944" y="30988"/>
                  </a:lnTo>
                  <a:lnTo>
                    <a:pt x="13855" y="31496"/>
                  </a:lnTo>
                  <a:lnTo>
                    <a:pt x="13741" y="31750"/>
                  </a:lnTo>
                  <a:lnTo>
                    <a:pt x="13627" y="32004"/>
                  </a:lnTo>
                  <a:lnTo>
                    <a:pt x="13512" y="32258"/>
                  </a:lnTo>
                  <a:lnTo>
                    <a:pt x="13398" y="32512"/>
                  </a:lnTo>
                  <a:lnTo>
                    <a:pt x="13792" y="32512"/>
                  </a:lnTo>
                  <a:lnTo>
                    <a:pt x="13830" y="32258"/>
                  </a:lnTo>
                  <a:lnTo>
                    <a:pt x="13995" y="32385"/>
                  </a:lnTo>
                  <a:lnTo>
                    <a:pt x="14020" y="32512"/>
                  </a:lnTo>
                  <a:lnTo>
                    <a:pt x="13792" y="32512"/>
                  </a:lnTo>
                  <a:lnTo>
                    <a:pt x="14033" y="32613"/>
                  </a:lnTo>
                  <a:lnTo>
                    <a:pt x="14122" y="33020"/>
                  </a:lnTo>
                  <a:lnTo>
                    <a:pt x="14465" y="33020"/>
                  </a:lnTo>
                  <a:lnTo>
                    <a:pt x="14579" y="37084"/>
                  </a:lnTo>
                  <a:lnTo>
                    <a:pt x="14643" y="37211"/>
                  </a:lnTo>
                  <a:lnTo>
                    <a:pt x="14706" y="37338"/>
                  </a:lnTo>
                  <a:lnTo>
                    <a:pt x="14770" y="37465"/>
                  </a:lnTo>
                  <a:lnTo>
                    <a:pt x="14846" y="37592"/>
                  </a:lnTo>
                  <a:lnTo>
                    <a:pt x="14947" y="38735"/>
                  </a:lnTo>
                  <a:lnTo>
                    <a:pt x="14097" y="39116"/>
                  </a:lnTo>
                  <a:lnTo>
                    <a:pt x="14185" y="39370"/>
                  </a:lnTo>
                  <a:lnTo>
                    <a:pt x="14274" y="39624"/>
                  </a:lnTo>
                  <a:lnTo>
                    <a:pt x="14363" y="39878"/>
                  </a:lnTo>
                  <a:lnTo>
                    <a:pt x="14452" y="40132"/>
                  </a:lnTo>
                  <a:lnTo>
                    <a:pt x="14541" y="40386"/>
                  </a:lnTo>
                  <a:lnTo>
                    <a:pt x="15049" y="40386"/>
                  </a:lnTo>
                  <a:lnTo>
                    <a:pt x="14592" y="40132"/>
                  </a:lnTo>
                  <a:lnTo>
                    <a:pt x="14706" y="39624"/>
                  </a:lnTo>
                  <a:lnTo>
                    <a:pt x="14960" y="39751"/>
                  </a:lnTo>
                  <a:lnTo>
                    <a:pt x="15036" y="39624"/>
                  </a:lnTo>
                  <a:lnTo>
                    <a:pt x="15125" y="39497"/>
                  </a:lnTo>
                  <a:lnTo>
                    <a:pt x="15341" y="39370"/>
                  </a:lnTo>
                  <a:lnTo>
                    <a:pt x="15430" y="39497"/>
                  </a:lnTo>
                  <a:lnTo>
                    <a:pt x="15506" y="39624"/>
                  </a:lnTo>
                  <a:lnTo>
                    <a:pt x="15595" y="39751"/>
                  </a:lnTo>
                  <a:lnTo>
                    <a:pt x="15722" y="39497"/>
                  </a:lnTo>
                  <a:lnTo>
                    <a:pt x="16002" y="39497"/>
                  </a:lnTo>
                  <a:lnTo>
                    <a:pt x="16357" y="39751"/>
                  </a:lnTo>
                  <a:lnTo>
                    <a:pt x="16408" y="39497"/>
                  </a:lnTo>
                  <a:lnTo>
                    <a:pt x="16433" y="39370"/>
                  </a:lnTo>
                  <a:lnTo>
                    <a:pt x="17894" y="39243"/>
                  </a:lnTo>
                  <a:lnTo>
                    <a:pt x="18059" y="39116"/>
                  </a:lnTo>
                  <a:lnTo>
                    <a:pt x="18313" y="39243"/>
                  </a:lnTo>
                  <a:lnTo>
                    <a:pt x="18313" y="39370"/>
                  </a:lnTo>
                  <a:lnTo>
                    <a:pt x="18440" y="39243"/>
                  </a:lnTo>
                  <a:lnTo>
                    <a:pt x="18567" y="39116"/>
                  </a:lnTo>
                  <a:lnTo>
                    <a:pt x="18719" y="39116"/>
                  </a:lnTo>
                  <a:lnTo>
                    <a:pt x="18757" y="39243"/>
                  </a:lnTo>
                  <a:lnTo>
                    <a:pt x="18884" y="39116"/>
                  </a:lnTo>
                  <a:lnTo>
                    <a:pt x="19494" y="38989"/>
                  </a:lnTo>
                  <a:lnTo>
                    <a:pt x="20332" y="38862"/>
                  </a:lnTo>
                  <a:lnTo>
                    <a:pt x="20358" y="38735"/>
                  </a:lnTo>
                  <a:lnTo>
                    <a:pt x="20853" y="38608"/>
                  </a:lnTo>
                  <a:lnTo>
                    <a:pt x="21043" y="38608"/>
                  </a:lnTo>
                  <a:lnTo>
                    <a:pt x="20904" y="38481"/>
                  </a:lnTo>
                  <a:lnTo>
                    <a:pt x="21132" y="38608"/>
                  </a:lnTo>
                  <a:lnTo>
                    <a:pt x="21107" y="38735"/>
                  </a:lnTo>
                  <a:lnTo>
                    <a:pt x="21259" y="38608"/>
                  </a:lnTo>
                  <a:lnTo>
                    <a:pt x="20815" y="38354"/>
                  </a:lnTo>
                  <a:lnTo>
                    <a:pt x="21386" y="38354"/>
                  </a:lnTo>
                  <a:lnTo>
                    <a:pt x="21094" y="38227"/>
                  </a:lnTo>
                  <a:lnTo>
                    <a:pt x="21285" y="38227"/>
                  </a:lnTo>
                  <a:lnTo>
                    <a:pt x="21386" y="38354"/>
                  </a:lnTo>
                  <a:lnTo>
                    <a:pt x="21869" y="38354"/>
                  </a:lnTo>
                  <a:lnTo>
                    <a:pt x="22021" y="38227"/>
                  </a:lnTo>
                  <a:lnTo>
                    <a:pt x="22021" y="38354"/>
                  </a:lnTo>
                  <a:lnTo>
                    <a:pt x="22720" y="38354"/>
                  </a:lnTo>
                  <a:lnTo>
                    <a:pt x="22212" y="38608"/>
                  </a:lnTo>
                  <a:lnTo>
                    <a:pt x="22009" y="38608"/>
                  </a:lnTo>
                  <a:lnTo>
                    <a:pt x="21971" y="38735"/>
                  </a:lnTo>
                  <a:lnTo>
                    <a:pt x="23025" y="38735"/>
                  </a:lnTo>
                  <a:lnTo>
                    <a:pt x="23050" y="38608"/>
                  </a:lnTo>
                  <a:lnTo>
                    <a:pt x="23291" y="38608"/>
                  </a:lnTo>
                  <a:lnTo>
                    <a:pt x="23329" y="38354"/>
                  </a:lnTo>
                  <a:lnTo>
                    <a:pt x="23075" y="38493"/>
                  </a:lnTo>
                  <a:lnTo>
                    <a:pt x="23114" y="38354"/>
                  </a:lnTo>
                  <a:lnTo>
                    <a:pt x="23329" y="38354"/>
                  </a:lnTo>
                  <a:lnTo>
                    <a:pt x="25057" y="38354"/>
                  </a:lnTo>
                  <a:lnTo>
                    <a:pt x="25095" y="38227"/>
                  </a:lnTo>
                  <a:lnTo>
                    <a:pt x="25488" y="38227"/>
                  </a:lnTo>
                  <a:lnTo>
                    <a:pt x="25514" y="38354"/>
                  </a:lnTo>
                  <a:lnTo>
                    <a:pt x="25971" y="37973"/>
                  </a:lnTo>
                  <a:lnTo>
                    <a:pt x="26555" y="37973"/>
                  </a:lnTo>
                  <a:lnTo>
                    <a:pt x="25742" y="38227"/>
                  </a:lnTo>
                  <a:lnTo>
                    <a:pt x="26631" y="38227"/>
                  </a:lnTo>
                  <a:lnTo>
                    <a:pt x="26987" y="37973"/>
                  </a:lnTo>
                  <a:lnTo>
                    <a:pt x="28930" y="37973"/>
                  </a:lnTo>
                  <a:lnTo>
                    <a:pt x="28956" y="38100"/>
                  </a:lnTo>
                  <a:lnTo>
                    <a:pt x="29425" y="37973"/>
                  </a:lnTo>
                  <a:lnTo>
                    <a:pt x="30302" y="37973"/>
                  </a:lnTo>
                  <a:lnTo>
                    <a:pt x="30226" y="38112"/>
                  </a:lnTo>
                  <a:lnTo>
                    <a:pt x="29235" y="38227"/>
                  </a:lnTo>
                  <a:lnTo>
                    <a:pt x="30162" y="38227"/>
                  </a:lnTo>
                  <a:lnTo>
                    <a:pt x="30099" y="38354"/>
                  </a:lnTo>
                  <a:lnTo>
                    <a:pt x="30530" y="38227"/>
                  </a:lnTo>
                  <a:lnTo>
                    <a:pt x="30988" y="38227"/>
                  </a:lnTo>
                  <a:close/>
                </a:path>
                <a:path w="64135" h="50800">
                  <a:moveTo>
                    <a:pt x="31013" y="34925"/>
                  </a:moveTo>
                  <a:lnTo>
                    <a:pt x="30899" y="34417"/>
                  </a:lnTo>
                  <a:lnTo>
                    <a:pt x="30581" y="34417"/>
                  </a:lnTo>
                  <a:lnTo>
                    <a:pt x="30518" y="34925"/>
                  </a:lnTo>
                  <a:lnTo>
                    <a:pt x="31013" y="34925"/>
                  </a:lnTo>
                  <a:close/>
                </a:path>
                <a:path w="64135" h="50800">
                  <a:moveTo>
                    <a:pt x="31038" y="32131"/>
                  </a:moveTo>
                  <a:lnTo>
                    <a:pt x="30645" y="32131"/>
                  </a:lnTo>
                  <a:lnTo>
                    <a:pt x="30657" y="32258"/>
                  </a:lnTo>
                  <a:lnTo>
                    <a:pt x="31038" y="32258"/>
                  </a:lnTo>
                  <a:lnTo>
                    <a:pt x="31038" y="32131"/>
                  </a:lnTo>
                  <a:close/>
                </a:path>
                <a:path w="64135" h="50800">
                  <a:moveTo>
                    <a:pt x="31051" y="36830"/>
                  </a:moveTo>
                  <a:lnTo>
                    <a:pt x="30911" y="36703"/>
                  </a:lnTo>
                  <a:lnTo>
                    <a:pt x="30899" y="36957"/>
                  </a:lnTo>
                  <a:lnTo>
                    <a:pt x="31051" y="36830"/>
                  </a:lnTo>
                  <a:close/>
                </a:path>
                <a:path w="64135" h="50800">
                  <a:moveTo>
                    <a:pt x="31064" y="16637"/>
                  </a:moveTo>
                  <a:lnTo>
                    <a:pt x="30391" y="16510"/>
                  </a:lnTo>
                  <a:lnTo>
                    <a:pt x="30213" y="16637"/>
                  </a:lnTo>
                  <a:lnTo>
                    <a:pt x="31064" y="16637"/>
                  </a:lnTo>
                  <a:close/>
                </a:path>
                <a:path w="64135" h="50800">
                  <a:moveTo>
                    <a:pt x="31089" y="35560"/>
                  </a:moveTo>
                  <a:lnTo>
                    <a:pt x="31051" y="35052"/>
                  </a:lnTo>
                  <a:lnTo>
                    <a:pt x="30594" y="35052"/>
                  </a:lnTo>
                  <a:lnTo>
                    <a:pt x="30657" y="35179"/>
                  </a:lnTo>
                  <a:lnTo>
                    <a:pt x="30721" y="35306"/>
                  </a:lnTo>
                  <a:lnTo>
                    <a:pt x="30797" y="35433"/>
                  </a:lnTo>
                  <a:lnTo>
                    <a:pt x="30861" y="35560"/>
                  </a:lnTo>
                  <a:lnTo>
                    <a:pt x="31089" y="35560"/>
                  </a:lnTo>
                  <a:close/>
                </a:path>
                <a:path w="64135" h="50800">
                  <a:moveTo>
                    <a:pt x="31115" y="36195"/>
                  </a:moveTo>
                  <a:lnTo>
                    <a:pt x="31102" y="35687"/>
                  </a:lnTo>
                  <a:lnTo>
                    <a:pt x="30835" y="35687"/>
                  </a:lnTo>
                  <a:lnTo>
                    <a:pt x="30721" y="36195"/>
                  </a:lnTo>
                  <a:lnTo>
                    <a:pt x="31115" y="36195"/>
                  </a:lnTo>
                  <a:close/>
                </a:path>
                <a:path w="64135" h="50800">
                  <a:moveTo>
                    <a:pt x="31127" y="36322"/>
                  </a:moveTo>
                  <a:lnTo>
                    <a:pt x="30568" y="36322"/>
                  </a:lnTo>
                  <a:lnTo>
                    <a:pt x="30594" y="36703"/>
                  </a:lnTo>
                  <a:lnTo>
                    <a:pt x="30772" y="36576"/>
                  </a:lnTo>
                  <a:lnTo>
                    <a:pt x="31000" y="36449"/>
                  </a:lnTo>
                  <a:lnTo>
                    <a:pt x="31127" y="36322"/>
                  </a:lnTo>
                  <a:close/>
                </a:path>
                <a:path w="64135" h="50800">
                  <a:moveTo>
                    <a:pt x="31191" y="21971"/>
                  </a:moveTo>
                  <a:lnTo>
                    <a:pt x="31013" y="21590"/>
                  </a:lnTo>
                  <a:lnTo>
                    <a:pt x="31051" y="21971"/>
                  </a:lnTo>
                  <a:lnTo>
                    <a:pt x="31191" y="22225"/>
                  </a:lnTo>
                  <a:lnTo>
                    <a:pt x="31191" y="21971"/>
                  </a:lnTo>
                  <a:close/>
                </a:path>
                <a:path w="64135" h="50800">
                  <a:moveTo>
                    <a:pt x="31254" y="5461"/>
                  </a:moveTo>
                  <a:lnTo>
                    <a:pt x="30670" y="5207"/>
                  </a:lnTo>
                  <a:lnTo>
                    <a:pt x="30149" y="5207"/>
                  </a:lnTo>
                  <a:lnTo>
                    <a:pt x="30149" y="5334"/>
                  </a:lnTo>
                  <a:lnTo>
                    <a:pt x="29070" y="5207"/>
                  </a:lnTo>
                  <a:lnTo>
                    <a:pt x="27584" y="5207"/>
                  </a:lnTo>
                  <a:lnTo>
                    <a:pt x="27647" y="4064"/>
                  </a:lnTo>
                  <a:lnTo>
                    <a:pt x="27724" y="3556"/>
                  </a:lnTo>
                  <a:lnTo>
                    <a:pt x="28308" y="3556"/>
                  </a:lnTo>
                  <a:lnTo>
                    <a:pt x="28308" y="3429"/>
                  </a:lnTo>
                  <a:lnTo>
                    <a:pt x="28308" y="3175"/>
                  </a:lnTo>
                  <a:lnTo>
                    <a:pt x="27838" y="3302"/>
                  </a:lnTo>
                  <a:lnTo>
                    <a:pt x="27584" y="2921"/>
                  </a:lnTo>
                  <a:lnTo>
                    <a:pt x="26847" y="3429"/>
                  </a:lnTo>
                  <a:lnTo>
                    <a:pt x="26924" y="2921"/>
                  </a:lnTo>
                  <a:lnTo>
                    <a:pt x="26974" y="2540"/>
                  </a:lnTo>
                  <a:lnTo>
                    <a:pt x="27152" y="2540"/>
                  </a:lnTo>
                  <a:lnTo>
                    <a:pt x="27152" y="2286"/>
                  </a:lnTo>
                  <a:lnTo>
                    <a:pt x="26847" y="2286"/>
                  </a:lnTo>
                  <a:lnTo>
                    <a:pt x="26758" y="2413"/>
                  </a:lnTo>
                  <a:lnTo>
                    <a:pt x="26695" y="2286"/>
                  </a:lnTo>
                  <a:lnTo>
                    <a:pt x="26517" y="2286"/>
                  </a:lnTo>
                  <a:lnTo>
                    <a:pt x="26492" y="2413"/>
                  </a:lnTo>
                  <a:lnTo>
                    <a:pt x="26149" y="2286"/>
                  </a:lnTo>
                  <a:lnTo>
                    <a:pt x="25844" y="2286"/>
                  </a:lnTo>
                  <a:lnTo>
                    <a:pt x="25933" y="1524"/>
                  </a:lnTo>
                  <a:lnTo>
                    <a:pt x="25196" y="889"/>
                  </a:lnTo>
                  <a:lnTo>
                    <a:pt x="25311" y="0"/>
                  </a:lnTo>
                  <a:lnTo>
                    <a:pt x="24688" y="0"/>
                  </a:lnTo>
                  <a:lnTo>
                    <a:pt x="20167" y="3175"/>
                  </a:lnTo>
                  <a:lnTo>
                    <a:pt x="13068" y="4826"/>
                  </a:lnTo>
                  <a:lnTo>
                    <a:pt x="4991" y="5461"/>
                  </a:lnTo>
                  <a:lnTo>
                    <a:pt x="3670" y="5461"/>
                  </a:lnTo>
                  <a:lnTo>
                    <a:pt x="2514" y="5549"/>
                  </a:lnTo>
                  <a:lnTo>
                    <a:pt x="2514" y="6096"/>
                  </a:lnTo>
                  <a:lnTo>
                    <a:pt x="2247" y="5715"/>
                  </a:lnTo>
                  <a:lnTo>
                    <a:pt x="2438" y="5715"/>
                  </a:lnTo>
                  <a:lnTo>
                    <a:pt x="2514" y="6096"/>
                  </a:lnTo>
                  <a:lnTo>
                    <a:pt x="2514" y="5549"/>
                  </a:lnTo>
                  <a:lnTo>
                    <a:pt x="1485" y="5613"/>
                  </a:lnTo>
                  <a:lnTo>
                    <a:pt x="1485" y="6096"/>
                  </a:lnTo>
                  <a:lnTo>
                    <a:pt x="1244" y="5715"/>
                  </a:lnTo>
                  <a:lnTo>
                    <a:pt x="1485" y="5715"/>
                  </a:lnTo>
                  <a:lnTo>
                    <a:pt x="0" y="5715"/>
                  </a:lnTo>
                  <a:lnTo>
                    <a:pt x="101" y="6096"/>
                  </a:lnTo>
                  <a:lnTo>
                    <a:pt x="177" y="6350"/>
                  </a:lnTo>
                  <a:lnTo>
                    <a:pt x="762" y="6350"/>
                  </a:lnTo>
                  <a:lnTo>
                    <a:pt x="901" y="6477"/>
                  </a:lnTo>
                  <a:lnTo>
                    <a:pt x="939" y="6350"/>
                  </a:lnTo>
                  <a:lnTo>
                    <a:pt x="1295" y="6350"/>
                  </a:lnTo>
                  <a:lnTo>
                    <a:pt x="1498" y="6286"/>
                  </a:lnTo>
                  <a:lnTo>
                    <a:pt x="2108" y="6096"/>
                  </a:lnTo>
                  <a:lnTo>
                    <a:pt x="1917" y="6350"/>
                  </a:lnTo>
                  <a:lnTo>
                    <a:pt x="3162" y="6350"/>
                  </a:lnTo>
                  <a:lnTo>
                    <a:pt x="30213" y="6350"/>
                  </a:lnTo>
                  <a:lnTo>
                    <a:pt x="30175" y="5715"/>
                  </a:lnTo>
                  <a:lnTo>
                    <a:pt x="30162" y="5461"/>
                  </a:lnTo>
                  <a:lnTo>
                    <a:pt x="31254" y="5461"/>
                  </a:lnTo>
                  <a:close/>
                </a:path>
                <a:path w="64135" h="50800">
                  <a:moveTo>
                    <a:pt x="31280" y="21590"/>
                  </a:moveTo>
                  <a:lnTo>
                    <a:pt x="31102" y="21336"/>
                  </a:lnTo>
                  <a:lnTo>
                    <a:pt x="30835" y="21336"/>
                  </a:lnTo>
                  <a:lnTo>
                    <a:pt x="30911" y="21590"/>
                  </a:lnTo>
                  <a:lnTo>
                    <a:pt x="31280" y="21590"/>
                  </a:lnTo>
                  <a:close/>
                </a:path>
                <a:path w="64135" h="50800">
                  <a:moveTo>
                    <a:pt x="31305" y="33020"/>
                  </a:moveTo>
                  <a:lnTo>
                    <a:pt x="31051" y="33147"/>
                  </a:lnTo>
                  <a:lnTo>
                    <a:pt x="31140" y="33274"/>
                  </a:lnTo>
                  <a:lnTo>
                    <a:pt x="31229" y="33401"/>
                  </a:lnTo>
                  <a:lnTo>
                    <a:pt x="31305" y="33020"/>
                  </a:lnTo>
                  <a:close/>
                </a:path>
                <a:path w="64135" h="50800">
                  <a:moveTo>
                    <a:pt x="31369" y="29845"/>
                  </a:moveTo>
                  <a:lnTo>
                    <a:pt x="31305" y="29591"/>
                  </a:lnTo>
                  <a:lnTo>
                    <a:pt x="30467" y="29591"/>
                  </a:lnTo>
                  <a:lnTo>
                    <a:pt x="30480" y="29845"/>
                  </a:lnTo>
                  <a:lnTo>
                    <a:pt x="31369" y="29845"/>
                  </a:lnTo>
                  <a:close/>
                </a:path>
                <a:path w="64135" h="50800">
                  <a:moveTo>
                    <a:pt x="31394" y="21082"/>
                  </a:moveTo>
                  <a:lnTo>
                    <a:pt x="31115" y="20828"/>
                  </a:lnTo>
                  <a:lnTo>
                    <a:pt x="31051" y="21082"/>
                  </a:lnTo>
                  <a:lnTo>
                    <a:pt x="31394" y="21082"/>
                  </a:lnTo>
                  <a:close/>
                </a:path>
                <a:path w="64135" h="50800">
                  <a:moveTo>
                    <a:pt x="31470" y="32258"/>
                  </a:moveTo>
                  <a:lnTo>
                    <a:pt x="31038" y="32258"/>
                  </a:lnTo>
                  <a:lnTo>
                    <a:pt x="31051" y="32766"/>
                  </a:lnTo>
                  <a:lnTo>
                    <a:pt x="31216" y="33020"/>
                  </a:lnTo>
                  <a:lnTo>
                    <a:pt x="31343" y="32639"/>
                  </a:lnTo>
                  <a:lnTo>
                    <a:pt x="31407" y="32385"/>
                  </a:lnTo>
                  <a:lnTo>
                    <a:pt x="31470" y="32258"/>
                  </a:lnTo>
                  <a:close/>
                </a:path>
                <a:path w="64135" h="50800">
                  <a:moveTo>
                    <a:pt x="31623" y="16891"/>
                  </a:moveTo>
                  <a:lnTo>
                    <a:pt x="31343" y="16764"/>
                  </a:lnTo>
                  <a:lnTo>
                    <a:pt x="31445" y="16891"/>
                  </a:lnTo>
                  <a:lnTo>
                    <a:pt x="31623" y="16891"/>
                  </a:lnTo>
                  <a:close/>
                </a:path>
                <a:path w="64135" h="50800">
                  <a:moveTo>
                    <a:pt x="31673" y="20320"/>
                  </a:moveTo>
                  <a:lnTo>
                    <a:pt x="24536" y="20320"/>
                  </a:lnTo>
                  <a:lnTo>
                    <a:pt x="24777" y="20574"/>
                  </a:lnTo>
                  <a:lnTo>
                    <a:pt x="25400" y="20574"/>
                  </a:lnTo>
                  <a:lnTo>
                    <a:pt x="25552" y="20701"/>
                  </a:lnTo>
                  <a:lnTo>
                    <a:pt x="25590" y="20574"/>
                  </a:lnTo>
                  <a:lnTo>
                    <a:pt x="25819" y="20574"/>
                  </a:lnTo>
                  <a:lnTo>
                    <a:pt x="25704" y="20828"/>
                  </a:lnTo>
                  <a:lnTo>
                    <a:pt x="26149" y="20828"/>
                  </a:lnTo>
                  <a:lnTo>
                    <a:pt x="26225" y="20574"/>
                  </a:lnTo>
                  <a:lnTo>
                    <a:pt x="26492" y="20574"/>
                  </a:lnTo>
                  <a:lnTo>
                    <a:pt x="26339" y="20713"/>
                  </a:lnTo>
                  <a:lnTo>
                    <a:pt x="26225" y="20574"/>
                  </a:lnTo>
                  <a:lnTo>
                    <a:pt x="26111" y="22225"/>
                  </a:lnTo>
                  <a:lnTo>
                    <a:pt x="26301" y="22225"/>
                  </a:lnTo>
                  <a:lnTo>
                    <a:pt x="26631" y="22479"/>
                  </a:lnTo>
                  <a:lnTo>
                    <a:pt x="26657" y="22225"/>
                  </a:lnTo>
                  <a:lnTo>
                    <a:pt x="26809" y="22225"/>
                  </a:lnTo>
                  <a:lnTo>
                    <a:pt x="26809" y="22377"/>
                  </a:lnTo>
                  <a:lnTo>
                    <a:pt x="27038" y="22225"/>
                  </a:lnTo>
                  <a:lnTo>
                    <a:pt x="27025" y="21590"/>
                  </a:lnTo>
                  <a:lnTo>
                    <a:pt x="28282" y="21590"/>
                  </a:lnTo>
                  <a:lnTo>
                    <a:pt x="28270" y="21336"/>
                  </a:lnTo>
                  <a:lnTo>
                    <a:pt x="28422" y="21336"/>
                  </a:lnTo>
                  <a:lnTo>
                    <a:pt x="28625" y="21082"/>
                  </a:lnTo>
                  <a:lnTo>
                    <a:pt x="28778" y="21336"/>
                  </a:lnTo>
                  <a:lnTo>
                    <a:pt x="28816" y="21590"/>
                  </a:lnTo>
                  <a:lnTo>
                    <a:pt x="29019" y="21590"/>
                  </a:lnTo>
                  <a:lnTo>
                    <a:pt x="29476" y="21336"/>
                  </a:lnTo>
                  <a:lnTo>
                    <a:pt x="29527" y="21590"/>
                  </a:lnTo>
                  <a:lnTo>
                    <a:pt x="29654" y="22225"/>
                  </a:lnTo>
                  <a:lnTo>
                    <a:pt x="29794" y="22479"/>
                  </a:lnTo>
                  <a:lnTo>
                    <a:pt x="29959" y="22733"/>
                  </a:lnTo>
                  <a:lnTo>
                    <a:pt x="29997" y="21590"/>
                  </a:lnTo>
                  <a:lnTo>
                    <a:pt x="29781" y="21590"/>
                  </a:lnTo>
                  <a:lnTo>
                    <a:pt x="29654" y="21590"/>
                  </a:lnTo>
                  <a:lnTo>
                    <a:pt x="29921" y="21336"/>
                  </a:lnTo>
                  <a:lnTo>
                    <a:pt x="29972" y="21082"/>
                  </a:lnTo>
                  <a:lnTo>
                    <a:pt x="30187" y="21082"/>
                  </a:lnTo>
                  <a:lnTo>
                    <a:pt x="30200" y="21336"/>
                  </a:lnTo>
                  <a:lnTo>
                    <a:pt x="30353" y="21196"/>
                  </a:lnTo>
                  <a:lnTo>
                    <a:pt x="30314" y="21336"/>
                  </a:lnTo>
                  <a:lnTo>
                    <a:pt x="30111" y="21336"/>
                  </a:lnTo>
                  <a:lnTo>
                    <a:pt x="29984" y="21336"/>
                  </a:lnTo>
                  <a:lnTo>
                    <a:pt x="29984" y="21501"/>
                  </a:lnTo>
                  <a:lnTo>
                    <a:pt x="30340" y="21336"/>
                  </a:lnTo>
                  <a:lnTo>
                    <a:pt x="30835" y="21336"/>
                  </a:lnTo>
                  <a:lnTo>
                    <a:pt x="30683" y="21082"/>
                  </a:lnTo>
                  <a:lnTo>
                    <a:pt x="31026" y="21082"/>
                  </a:lnTo>
                  <a:lnTo>
                    <a:pt x="31115" y="20828"/>
                  </a:lnTo>
                  <a:lnTo>
                    <a:pt x="31584" y="20828"/>
                  </a:lnTo>
                  <a:lnTo>
                    <a:pt x="31559" y="20574"/>
                  </a:lnTo>
                  <a:lnTo>
                    <a:pt x="31661" y="20828"/>
                  </a:lnTo>
                  <a:lnTo>
                    <a:pt x="31673" y="20320"/>
                  </a:lnTo>
                  <a:close/>
                </a:path>
                <a:path w="64135" h="50800">
                  <a:moveTo>
                    <a:pt x="31762" y="24257"/>
                  </a:moveTo>
                  <a:lnTo>
                    <a:pt x="26720" y="24257"/>
                  </a:lnTo>
                  <a:lnTo>
                    <a:pt x="26758" y="24384"/>
                  </a:lnTo>
                  <a:lnTo>
                    <a:pt x="26555" y="24257"/>
                  </a:lnTo>
                  <a:lnTo>
                    <a:pt x="26631" y="24511"/>
                  </a:lnTo>
                  <a:lnTo>
                    <a:pt x="26695" y="24765"/>
                  </a:lnTo>
                  <a:lnTo>
                    <a:pt x="26809" y="25146"/>
                  </a:lnTo>
                  <a:lnTo>
                    <a:pt x="26911" y="25527"/>
                  </a:lnTo>
                  <a:lnTo>
                    <a:pt x="27038" y="25908"/>
                  </a:lnTo>
                  <a:lnTo>
                    <a:pt x="27165" y="26289"/>
                  </a:lnTo>
                  <a:lnTo>
                    <a:pt x="27292" y="26670"/>
                  </a:lnTo>
                  <a:lnTo>
                    <a:pt x="27343" y="26924"/>
                  </a:lnTo>
                  <a:lnTo>
                    <a:pt x="27457" y="27813"/>
                  </a:lnTo>
                  <a:lnTo>
                    <a:pt x="27355" y="26035"/>
                  </a:lnTo>
                  <a:lnTo>
                    <a:pt x="27254" y="25654"/>
                  </a:lnTo>
                  <a:lnTo>
                    <a:pt x="27127" y="24765"/>
                  </a:lnTo>
                  <a:lnTo>
                    <a:pt x="26898" y="24765"/>
                  </a:lnTo>
                  <a:lnTo>
                    <a:pt x="26809" y="24511"/>
                  </a:lnTo>
                  <a:lnTo>
                    <a:pt x="26987" y="24511"/>
                  </a:lnTo>
                  <a:lnTo>
                    <a:pt x="31737" y="24511"/>
                  </a:lnTo>
                  <a:lnTo>
                    <a:pt x="31762" y="24257"/>
                  </a:lnTo>
                  <a:close/>
                </a:path>
                <a:path w="64135" h="50800">
                  <a:moveTo>
                    <a:pt x="31826" y="23749"/>
                  </a:moveTo>
                  <a:lnTo>
                    <a:pt x="26441" y="23749"/>
                  </a:lnTo>
                  <a:lnTo>
                    <a:pt x="26238" y="24003"/>
                  </a:lnTo>
                  <a:lnTo>
                    <a:pt x="26428" y="24003"/>
                  </a:lnTo>
                  <a:lnTo>
                    <a:pt x="31788" y="24003"/>
                  </a:lnTo>
                  <a:lnTo>
                    <a:pt x="31826" y="23749"/>
                  </a:lnTo>
                  <a:close/>
                </a:path>
                <a:path w="64135" h="50800">
                  <a:moveTo>
                    <a:pt x="32461" y="24003"/>
                  </a:moveTo>
                  <a:lnTo>
                    <a:pt x="31788" y="24003"/>
                  </a:lnTo>
                  <a:lnTo>
                    <a:pt x="31762" y="24257"/>
                  </a:lnTo>
                  <a:lnTo>
                    <a:pt x="32004" y="24257"/>
                  </a:lnTo>
                  <a:lnTo>
                    <a:pt x="32042" y="24384"/>
                  </a:lnTo>
                  <a:lnTo>
                    <a:pt x="32461" y="24003"/>
                  </a:lnTo>
                  <a:close/>
                </a:path>
                <a:path w="64135" h="50800">
                  <a:moveTo>
                    <a:pt x="32651" y="34417"/>
                  </a:moveTo>
                  <a:lnTo>
                    <a:pt x="32385" y="34290"/>
                  </a:lnTo>
                  <a:lnTo>
                    <a:pt x="30873" y="34290"/>
                  </a:lnTo>
                  <a:lnTo>
                    <a:pt x="30899" y="34417"/>
                  </a:lnTo>
                  <a:lnTo>
                    <a:pt x="32651" y="34417"/>
                  </a:lnTo>
                  <a:close/>
                </a:path>
                <a:path w="64135" h="50800">
                  <a:moveTo>
                    <a:pt x="32727" y="34290"/>
                  </a:moveTo>
                  <a:lnTo>
                    <a:pt x="32677" y="34036"/>
                  </a:lnTo>
                  <a:lnTo>
                    <a:pt x="32626" y="33782"/>
                  </a:lnTo>
                  <a:lnTo>
                    <a:pt x="31216" y="33782"/>
                  </a:lnTo>
                  <a:lnTo>
                    <a:pt x="31254" y="33401"/>
                  </a:lnTo>
                  <a:lnTo>
                    <a:pt x="31076" y="33528"/>
                  </a:lnTo>
                  <a:lnTo>
                    <a:pt x="31076" y="33782"/>
                  </a:lnTo>
                  <a:lnTo>
                    <a:pt x="30949" y="33782"/>
                  </a:lnTo>
                  <a:lnTo>
                    <a:pt x="30848" y="33274"/>
                  </a:lnTo>
                  <a:lnTo>
                    <a:pt x="30772" y="33147"/>
                  </a:lnTo>
                  <a:lnTo>
                    <a:pt x="30708" y="33020"/>
                  </a:lnTo>
                  <a:lnTo>
                    <a:pt x="30619" y="34290"/>
                  </a:lnTo>
                  <a:lnTo>
                    <a:pt x="30873" y="34290"/>
                  </a:lnTo>
                  <a:lnTo>
                    <a:pt x="30810" y="34036"/>
                  </a:lnTo>
                  <a:lnTo>
                    <a:pt x="32131" y="34163"/>
                  </a:lnTo>
                  <a:lnTo>
                    <a:pt x="32385" y="34290"/>
                  </a:lnTo>
                  <a:lnTo>
                    <a:pt x="32727" y="34290"/>
                  </a:lnTo>
                  <a:close/>
                </a:path>
                <a:path w="64135" h="50800">
                  <a:moveTo>
                    <a:pt x="32740" y="23749"/>
                  </a:moveTo>
                  <a:lnTo>
                    <a:pt x="32702" y="23495"/>
                  </a:lnTo>
                  <a:lnTo>
                    <a:pt x="32626" y="23850"/>
                  </a:lnTo>
                  <a:close/>
                </a:path>
                <a:path w="64135" h="50800">
                  <a:moveTo>
                    <a:pt x="32867" y="35560"/>
                  </a:moveTo>
                  <a:lnTo>
                    <a:pt x="31089" y="35560"/>
                  </a:lnTo>
                  <a:lnTo>
                    <a:pt x="31102" y="35687"/>
                  </a:lnTo>
                  <a:lnTo>
                    <a:pt x="32867" y="35687"/>
                  </a:lnTo>
                  <a:lnTo>
                    <a:pt x="32867" y="35560"/>
                  </a:lnTo>
                  <a:close/>
                </a:path>
                <a:path w="64135" h="50800">
                  <a:moveTo>
                    <a:pt x="32867" y="34925"/>
                  </a:moveTo>
                  <a:lnTo>
                    <a:pt x="31013" y="34925"/>
                  </a:lnTo>
                  <a:lnTo>
                    <a:pt x="31051" y="35052"/>
                  </a:lnTo>
                  <a:lnTo>
                    <a:pt x="32867" y="35052"/>
                  </a:lnTo>
                  <a:lnTo>
                    <a:pt x="32867" y="34925"/>
                  </a:lnTo>
                  <a:close/>
                </a:path>
                <a:path w="64135" h="50800">
                  <a:moveTo>
                    <a:pt x="32956" y="21590"/>
                  </a:moveTo>
                  <a:lnTo>
                    <a:pt x="32626" y="21971"/>
                  </a:lnTo>
                  <a:lnTo>
                    <a:pt x="32766" y="21971"/>
                  </a:lnTo>
                  <a:lnTo>
                    <a:pt x="32956" y="21590"/>
                  </a:lnTo>
                  <a:close/>
                </a:path>
                <a:path w="64135" h="50800">
                  <a:moveTo>
                    <a:pt x="32994" y="26289"/>
                  </a:moveTo>
                  <a:lnTo>
                    <a:pt x="32715" y="26289"/>
                  </a:lnTo>
                  <a:lnTo>
                    <a:pt x="32689" y="26416"/>
                  </a:lnTo>
                  <a:lnTo>
                    <a:pt x="32575" y="26924"/>
                  </a:lnTo>
                  <a:lnTo>
                    <a:pt x="32473" y="27432"/>
                  </a:lnTo>
                  <a:lnTo>
                    <a:pt x="32664" y="27305"/>
                  </a:lnTo>
                  <a:lnTo>
                    <a:pt x="32791" y="27178"/>
                  </a:lnTo>
                  <a:lnTo>
                    <a:pt x="32854" y="26416"/>
                  </a:lnTo>
                  <a:lnTo>
                    <a:pt x="32994" y="26289"/>
                  </a:lnTo>
                  <a:close/>
                </a:path>
                <a:path w="64135" h="50800">
                  <a:moveTo>
                    <a:pt x="33121" y="20320"/>
                  </a:moveTo>
                  <a:lnTo>
                    <a:pt x="33045" y="20066"/>
                  </a:lnTo>
                  <a:lnTo>
                    <a:pt x="31864" y="20066"/>
                  </a:lnTo>
                  <a:lnTo>
                    <a:pt x="31673" y="20320"/>
                  </a:lnTo>
                  <a:lnTo>
                    <a:pt x="33121" y="20320"/>
                  </a:lnTo>
                  <a:close/>
                </a:path>
                <a:path w="64135" h="50800">
                  <a:moveTo>
                    <a:pt x="33147" y="33020"/>
                  </a:moveTo>
                  <a:lnTo>
                    <a:pt x="33083" y="32639"/>
                  </a:lnTo>
                  <a:lnTo>
                    <a:pt x="32905" y="32512"/>
                  </a:lnTo>
                  <a:lnTo>
                    <a:pt x="32969" y="32766"/>
                  </a:lnTo>
                  <a:lnTo>
                    <a:pt x="33147" y="33020"/>
                  </a:lnTo>
                  <a:close/>
                </a:path>
                <a:path w="64135" h="50800">
                  <a:moveTo>
                    <a:pt x="33210" y="25527"/>
                  </a:moveTo>
                  <a:lnTo>
                    <a:pt x="33007" y="25654"/>
                  </a:lnTo>
                  <a:lnTo>
                    <a:pt x="32905" y="25781"/>
                  </a:lnTo>
                  <a:lnTo>
                    <a:pt x="32804" y="25908"/>
                  </a:lnTo>
                  <a:lnTo>
                    <a:pt x="32715" y="26289"/>
                  </a:lnTo>
                  <a:lnTo>
                    <a:pt x="32969" y="26162"/>
                  </a:lnTo>
                  <a:lnTo>
                    <a:pt x="33070" y="25908"/>
                  </a:lnTo>
                  <a:lnTo>
                    <a:pt x="33185" y="25781"/>
                  </a:lnTo>
                  <a:lnTo>
                    <a:pt x="33210" y="25527"/>
                  </a:lnTo>
                  <a:close/>
                </a:path>
                <a:path w="64135" h="50800">
                  <a:moveTo>
                    <a:pt x="33210" y="21971"/>
                  </a:moveTo>
                  <a:lnTo>
                    <a:pt x="33058" y="21971"/>
                  </a:lnTo>
                  <a:lnTo>
                    <a:pt x="32842" y="22225"/>
                  </a:lnTo>
                  <a:lnTo>
                    <a:pt x="33210" y="21971"/>
                  </a:lnTo>
                  <a:close/>
                </a:path>
                <a:path w="64135" h="50800">
                  <a:moveTo>
                    <a:pt x="33210" y="18415"/>
                  </a:moveTo>
                  <a:lnTo>
                    <a:pt x="32918" y="18364"/>
                  </a:lnTo>
                  <a:lnTo>
                    <a:pt x="32550" y="17907"/>
                  </a:lnTo>
                  <a:lnTo>
                    <a:pt x="32308" y="17907"/>
                  </a:lnTo>
                  <a:lnTo>
                    <a:pt x="32880" y="18364"/>
                  </a:lnTo>
                  <a:lnTo>
                    <a:pt x="31838" y="18161"/>
                  </a:lnTo>
                  <a:lnTo>
                    <a:pt x="32143" y="18415"/>
                  </a:lnTo>
                  <a:lnTo>
                    <a:pt x="32969" y="18415"/>
                  </a:lnTo>
                  <a:lnTo>
                    <a:pt x="33210" y="18415"/>
                  </a:lnTo>
                  <a:close/>
                </a:path>
                <a:path w="64135" h="50800">
                  <a:moveTo>
                    <a:pt x="33248" y="29591"/>
                  </a:moveTo>
                  <a:lnTo>
                    <a:pt x="31343" y="29591"/>
                  </a:lnTo>
                  <a:lnTo>
                    <a:pt x="31369" y="29845"/>
                  </a:lnTo>
                  <a:lnTo>
                    <a:pt x="32715" y="29845"/>
                  </a:lnTo>
                  <a:lnTo>
                    <a:pt x="33185" y="29845"/>
                  </a:lnTo>
                  <a:lnTo>
                    <a:pt x="33248" y="29591"/>
                  </a:lnTo>
                  <a:close/>
                </a:path>
                <a:path w="64135" h="50800">
                  <a:moveTo>
                    <a:pt x="33274" y="26924"/>
                  </a:moveTo>
                  <a:lnTo>
                    <a:pt x="33083" y="27051"/>
                  </a:lnTo>
                  <a:lnTo>
                    <a:pt x="33108" y="27178"/>
                  </a:lnTo>
                  <a:lnTo>
                    <a:pt x="33223" y="27051"/>
                  </a:lnTo>
                  <a:lnTo>
                    <a:pt x="33274" y="26924"/>
                  </a:lnTo>
                  <a:close/>
                </a:path>
                <a:path w="64135" h="50800">
                  <a:moveTo>
                    <a:pt x="33350" y="25463"/>
                  </a:moveTo>
                  <a:lnTo>
                    <a:pt x="33210" y="25336"/>
                  </a:lnTo>
                  <a:lnTo>
                    <a:pt x="33210" y="25527"/>
                  </a:lnTo>
                  <a:lnTo>
                    <a:pt x="33210" y="25666"/>
                  </a:lnTo>
                  <a:lnTo>
                    <a:pt x="33350" y="25463"/>
                  </a:lnTo>
                  <a:close/>
                </a:path>
                <a:path w="64135" h="50800">
                  <a:moveTo>
                    <a:pt x="33375" y="30353"/>
                  </a:moveTo>
                  <a:lnTo>
                    <a:pt x="33248" y="30226"/>
                  </a:lnTo>
                  <a:lnTo>
                    <a:pt x="33070" y="30099"/>
                  </a:lnTo>
                  <a:lnTo>
                    <a:pt x="32715" y="29845"/>
                  </a:lnTo>
                  <a:lnTo>
                    <a:pt x="31965" y="30226"/>
                  </a:lnTo>
                  <a:lnTo>
                    <a:pt x="31419" y="30099"/>
                  </a:lnTo>
                  <a:lnTo>
                    <a:pt x="31432" y="30480"/>
                  </a:lnTo>
                  <a:lnTo>
                    <a:pt x="31572" y="30353"/>
                  </a:lnTo>
                  <a:lnTo>
                    <a:pt x="31673" y="31115"/>
                  </a:lnTo>
                  <a:lnTo>
                    <a:pt x="31153" y="31623"/>
                  </a:lnTo>
                  <a:lnTo>
                    <a:pt x="31038" y="32131"/>
                  </a:lnTo>
                  <a:lnTo>
                    <a:pt x="31483" y="32131"/>
                  </a:lnTo>
                  <a:lnTo>
                    <a:pt x="31470" y="32258"/>
                  </a:lnTo>
                  <a:lnTo>
                    <a:pt x="32232" y="32258"/>
                  </a:lnTo>
                  <a:lnTo>
                    <a:pt x="32232" y="32131"/>
                  </a:lnTo>
                  <a:lnTo>
                    <a:pt x="31762" y="32131"/>
                  </a:lnTo>
                  <a:lnTo>
                    <a:pt x="31737" y="32004"/>
                  </a:lnTo>
                  <a:lnTo>
                    <a:pt x="31686" y="31750"/>
                  </a:lnTo>
                  <a:lnTo>
                    <a:pt x="31953" y="32004"/>
                  </a:lnTo>
                  <a:lnTo>
                    <a:pt x="31978" y="31877"/>
                  </a:lnTo>
                  <a:lnTo>
                    <a:pt x="32016" y="32004"/>
                  </a:lnTo>
                  <a:lnTo>
                    <a:pt x="32232" y="32004"/>
                  </a:lnTo>
                  <a:lnTo>
                    <a:pt x="32232" y="32131"/>
                  </a:lnTo>
                  <a:lnTo>
                    <a:pt x="32715" y="32131"/>
                  </a:lnTo>
                  <a:lnTo>
                    <a:pt x="32651" y="32004"/>
                  </a:lnTo>
                  <a:lnTo>
                    <a:pt x="32550" y="31877"/>
                  </a:lnTo>
                  <a:lnTo>
                    <a:pt x="32448" y="31750"/>
                  </a:lnTo>
                  <a:lnTo>
                    <a:pt x="31775" y="31369"/>
                  </a:lnTo>
                  <a:lnTo>
                    <a:pt x="31889" y="30988"/>
                  </a:lnTo>
                  <a:lnTo>
                    <a:pt x="31965" y="30734"/>
                  </a:lnTo>
                  <a:lnTo>
                    <a:pt x="32181" y="30607"/>
                  </a:lnTo>
                  <a:lnTo>
                    <a:pt x="32296" y="30353"/>
                  </a:lnTo>
                  <a:lnTo>
                    <a:pt x="32359" y="30226"/>
                  </a:lnTo>
                  <a:lnTo>
                    <a:pt x="32423" y="30099"/>
                  </a:lnTo>
                  <a:lnTo>
                    <a:pt x="33375" y="30353"/>
                  </a:lnTo>
                  <a:close/>
                </a:path>
                <a:path w="64135" h="50800">
                  <a:moveTo>
                    <a:pt x="33413" y="35560"/>
                  </a:moveTo>
                  <a:lnTo>
                    <a:pt x="32893" y="35560"/>
                  </a:lnTo>
                  <a:lnTo>
                    <a:pt x="32880" y="35687"/>
                  </a:lnTo>
                  <a:lnTo>
                    <a:pt x="33401" y="35687"/>
                  </a:lnTo>
                  <a:lnTo>
                    <a:pt x="33413" y="35560"/>
                  </a:lnTo>
                  <a:close/>
                </a:path>
                <a:path w="64135" h="50800">
                  <a:moveTo>
                    <a:pt x="33464" y="34925"/>
                  </a:moveTo>
                  <a:lnTo>
                    <a:pt x="32943" y="34925"/>
                  </a:lnTo>
                  <a:lnTo>
                    <a:pt x="32931" y="35052"/>
                  </a:lnTo>
                  <a:lnTo>
                    <a:pt x="33451" y="35052"/>
                  </a:lnTo>
                  <a:lnTo>
                    <a:pt x="33464" y="34925"/>
                  </a:lnTo>
                  <a:close/>
                </a:path>
                <a:path w="64135" h="50800">
                  <a:moveTo>
                    <a:pt x="33477" y="34417"/>
                  </a:moveTo>
                  <a:lnTo>
                    <a:pt x="33451" y="34290"/>
                  </a:lnTo>
                  <a:lnTo>
                    <a:pt x="32727" y="34290"/>
                  </a:lnTo>
                  <a:lnTo>
                    <a:pt x="32753" y="34417"/>
                  </a:lnTo>
                  <a:lnTo>
                    <a:pt x="33477" y="34417"/>
                  </a:lnTo>
                  <a:close/>
                </a:path>
                <a:path w="64135" h="50800">
                  <a:moveTo>
                    <a:pt x="33566" y="30226"/>
                  </a:moveTo>
                  <a:lnTo>
                    <a:pt x="33477" y="29845"/>
                  </a:lnTo>
                  <a:lnTo>
                    <a:pt x="33185" y="29845"/>
                  </a:lnTo>
                  <a:lnTo>
                    <a:pt x="33147" y="29972"/>
                  </a:lnTo>
                  <a:lnTo>
                    <a:pt x="33566" y="30226"/>
                  </a:lnTo>
                  <a:close/>
                </a:path>
                <a:path w="64135" h="50800">
                  <a:moveTo>
                    <a:pt x="33896" y="508"/>
                  </a:moveTo>
                  <a:lnTo>
                    <a:pt x="33401" y="127"/>
                  </a:lnTo>
                  <a:lnTo>
                    <a:pt x="32804" y="0"/>
                  </a:lnTo>
                  <a:lnTo>
                    <a:pt x="32905" y="127"/>
                  </a:lnTo>
                  <a:lnTo>
                    <a:pt x="33223" y="127"/>
                  </a:lnTo>
                  <a:lnTo>
                    <a:pt x="33731" y="508"/>
                  </a:lnTo>
                  <a:lnTo>
                    <a:pt x="33896" y="508"/>
                  </a:lnTo>
                  <a:close/>
                </a:path>
                <a:path w="64135" h="50800">
                  <a:moveTo>
                    <a:pt x="34036" y="26162"/>
                  </a:moveTo>
                  <a:lnTo>
                    <a:pt x="33553" y="26162"/>
                  </a:lnTo>
                  <a:lnTo>
                    <a:pt x="33464" y="26416"/>
                  </a:lnTo>
                  <a:lnTo>
                    <a:pt x="33362" y="26670"/>
                  </a:lnTo>
                  <a:lnTo>
                    <a:pt x="33756" y="26416"/>
                  </a:lnTo>
                  <a:lnTo>
                    <a:pt x="34036" y="26162"/>
                  </a:lnTo>
                  <a:close/>
                </a:path>
                <a:path w="64135" h="50800">
                  <a:moveTo>
                    <a:pt x="34086" y="38227"/>
                  </a:moveTo>
                  <a:lnTo>
                    <a:pt x="34061" y="37973"/>
                  </a:lnTo>
                  <a:lnTo>
                    <a:pt x="33718" y="37973"/>
                  </a:lnTo>
                  <a:lnTo>
                    <a:pt x="33858" y="37846"/>
                  </a:lnTo>
                  <a:lnTo>
                    <a:pt x="33172" y="37719"/>
                  </a:lnTo>
                  <a:lnTo>
                    <a:pt x="33197" y="37973"/>
                  </a:lnTo>
                  <a:lnTo>
                    <a:pt x="32791" y="38100"/>
                  </a:lnTo>
                  <a:lnTo>
                    <a:pt x="32715" y="37973"/>
                  </a:lnTo>
                  <a:lnTo>
                    <a:pt x="32512" y="37973"/>
                  </a:lnTo>
                  <a:lnTo>
                    <a:pt x="32219" y="37973"/>
                  </a:lnTo>
                  <a:lnTo>
                    <a:pt x="32105" y="38227"/>
                  </a:lnTo>
                  <a:lnTo>
                    <a:pt x="32385" y="38227"/>
                  </a:lnTo>
                  <a:lnTo>
                    <a:pt x="32867" y="38227"/>
                  </a:lnTo>
                  <a:lnTo>
                    <a:pt x="33451" y="38227"/>
                  </a:lnTo>
                  <a:lnTo>
                    <a:pt x="34086" y="38227"/>
                  </a:lnTo>
                  <a:close/>
                </a:path>
                <a:path w="64135" h="50800">
                  <a:moveTo>
                    <a:pt x="34226" y="19050"/>
                  </a:moveTo>
                  <a:lnTo>
                    <a:pt x="32969" y="18415"/>
                  </a:lnTo>
                  <a:lnTo>
                    <a:pt x="33362" y="18796"/>
                  </a:lnTo>
                  <a:lnTo>
                    <a:pt x="34226" y="19050"/>
                  </a:lnTo>
                  <a:close/>
                </a:path>
                <a:path w="64135" h="50800">
                  <a:moveTo>
                    <a:pt x="34556" y="26035"/>
                  </a:moveTo>
                  <a:lnTo>
                    <a:pt x="34442" y="25781"/>
                  </a:lnTo>
                  <a:lnTo>
                    <a:pt x="34099" y="26098"/>
                  </a:lnTo>
                  <a:lnTo>
                    <a:pt x="34556" y="26035"/>
                  </a:lnTo>
                  <a:close/>
                </a:path>
                <a:path w="64135" h="50800">
                  <a:moveTo>
                    <a:pt x="34658" y="36830"/>
                  </a:moveTo>
                  <a:lnTo>
                    <a:pt x="34518" y="36957"/>
                  </a:lnTo>
                  <a:lnTo>
                    <a:pt x="34455" y="37084"/>
                  </a:lnTo>
                  <a:lnTo>
                    <a:pt x="34340" y="37592"/>
                  </a:lnTo>
                  <a:lnTo>
                    <a:pt x="34518" y="37465"/>
                  </a:lnTo>
                  <a:lnTo>
                    <a:pt x="34645" y="36957"/>
                  </a:lnTo>
                  <a:lnTo>
                    <a:pt x="34658" y="36830"/>
                  </a:lnTo>
                  <a:close/>
                </a:path>
                <a:path w="64135" h="50800">
                  <a:moveTo>
                    <a:pt x="34721" y="16383"/>
                  </a:moveTo>
                  <a:lnTo>
                    <a:pt x="31038" y="16383"/>
                  </a:lnTo>
                  <a:lnTo>
                    <a:pt x="31242" y="16637"/>
                  </a:lnTo>
                  <a:lnTo>
                    <a:pt x="34658" y="16637"/>
                  </a:lnTo>
                  <a:lnTo>
                    <a:pt x="34721" y="16383"/>
                  </a:lnTo>
                  <a:close/>
                </a:path>
                <a:path w="64135" h="50800">
                  <a:moveTo>
                    <a:pt x="34810" y="36195"/>
                  </a:moveTo>
                  <a:lnTo>
                    <a:pt x="31115" y="36195"/>
                  </a:lnTo>
                  <a:lnTo>
                    <a:pt x="31127" y="36322"/>
                  </a:lnTo>
                  <a:lnTo>
                    <a:pt x="34772" y="36322"/>
                  </a:lnTo>
                  <a:lnTo>
                    <a:pt x="34810" y="36195"/>
                  </a:lnTo>
                  <a:close/>
                </a:path>
                <a:path w="64135" h="50800">
                  <a:moveTo>
                    <a:pt x="34886" y="32131"/>
                  </a:moveTo>
                  <a:lnTo>
                    <a:pt x="32715" y="32131"/>
                  </a:lnTo>
                  <a:lnTo>
                    <a:pt x="32778" y="32258"/>
                  </a:lnTo>
                  <a:lnTo>
                    <a:pt x="34886" y="32258"/>
                  </a:lnTo>
                  <a:lnTo>
                    <a:pt x="34886" y="32131"/>
                  </a:lnTo>
                  <a:close/>
                </a:path>
                <a:path w="64135" h="50800">
                  <a:moveTo>
                    <a:pt x="34899" y="29845"/>
                  </a:moveTo>
                  <a:lnTo>
                    <a:pt x="34861" y="29591"/>
                  </a:lnTo>
                  <a:lnTo>
                    <a:pt x="33388" y="29591"/>
                  </a:lnTo>
                  <a:lnTo>
                    <a:pt x="33477" y="29845"/>
                  </a:lnTo>
                  <a:lnTo>
                    <a:pt x="34899" y="29845"/>
                  </a:lnTo>
                  <a:close/>
                </a:path>
                <a:path w="64135" h="50800">
                  <a:moveTo>
                    <a:pt x="34899" y="27432"/>
                  </a:moveTo>
                  <a:lnTo>
                    <a:pt x="34886" y="27305"/>
                  </a:lnTo>
                  <a:lnTo>
                    <a:pt x="34696" y="27432"/>
                  </a:lnTo>
                  <a:lnTo>
                    <a:pt x="34899" y="27432"/>
                  </a:lnTo>
                  <a:close/>
                </a:path>
                <a:path w="64135" h="50800">
                  <a:moveTo>
                    <a:pt x="34963" y="35560"/>
                  </a:moveTo>
                  <a:lnTo>
                    <a:pt x="33451" y="35560"/>
                  </a:lnTo>
                  <a:lnTo>
                    <a:pt x="33426" y="35687"/>
                  </a:lnTo>
                  <a:lnTo>
                    <a:pt x="34925" y="35687"/>
                  </a:lnTo>
                  <a:lnTo>
                    <a:pt x="34963" y="35560"/>
                  </a:lnTo>
                  <a:close/>
                </a:path>
                <a:path w="64135" h="50800">
                  <a:moveTo>
                    <a:pt x="34975" y="36322"/>
                  </a:moveTo>
                  <a:lnTo>
                    <a:pt x="34772" y="36322"/>
                  </a:lnTo>
                  <a:lnTo>
                    <a:pt x="34747" y="36449"/>
                  </a:lnTo>
                  <a:lnTo>
                    <a:pt x="34632" y="36703"/>
                  </a:lnTo>
                  <a:lnTo>
                    <a:pt x="34848" y="36576"/>
                  </a:lnTo>
                  <a:lnTo>
                    <a:pt x="34975" y="36322"/>
                  </a:lnTo>
                  <a:close/>
                </a:path>
                <a:path w="64135" h="50800">
                  <a:moveTo>
                    <a:pt x="35039" y="21082"/>
                  </a:moveTo>
                  <a:lnTo>
                    <a:pt x="33134" y="21082"/>
                  </a:lnTo>
                  <a:lnTo>
                    <a:pt x="33108" y="21336"/>
                  </a:lnTo>
                  <a:lnTo>
                    <a:pt x="34975" y="21336"/>
                  </a:lnTo>
                  <a:lnTo>
                    <a:pt x="35039" y="21082"/>
                  </a:lnTo>
                  <a:close/>
                </a:path>
                <a:path w="64135" h="50800">
                  <a:moveTo>
                    <a:pt x="35052" y="32258"/>
                  </a:moveTo>
                  <a:lnTo>
                    <a:pt x="34886" y="32258"/>
                  </a:lnTo>
                  <a:lnTo>
                    <a:pt x="34874" y="32639"/>
                  </a:lnTo>
                  <a:lnTo>
                    <a:pt x="35013" y="32512"/>
                  </a:lnTo>
                  <a:lnTo>
                    <a:pt x="35052" y="32258"/>
                  </a:lnTo>
                  <a:close/>
                </a:path>
                <a:path w="64135" h="50800">
                  <a:moveTo>
                    <a:pt x="35077" y="32131"/>
                  </a:moveTo>
                  <a:lnTo>
                    <a:pt x="35026" y="31623"/>
                  </a:lnTo>
                  <a:lnTo>
                    <a:pt x="34899" y="31750"/>
                  </a:lnTo>
                  <a:lnTo>
                    <a:pt x="34886" y="32131"/>
                  </a:lnTo>
                  <a:lnTo>
                    <a:pt x="35077" y="32131"/>
                  </a:lnTo>
                  <a:close/>
                </a:path>
                <a:path w="64135" h="50800">
                  <a:moveTo>
                    <a:pt x="35102" y="35687"/>
                  </a:moveTo>
                  <a:lnTo>
                    <a:pt x="34925" y="35687"/>
                  </a:lnTo>
                  <a:lnTo>
                    <a:pt x="34810" y="36195"/>
                  </a:lnTo>
                  <a:lnTo>
                    <a:pt x="35013" y="35941"/>
                  </a:lnTo>
                  <a:lnTo>
                    <a:pt x="35102" y="35687"/>
                  </a:lnTo>
                  <a:close/>
                </a:path>
                <a:path w="64135" h="50800">
                  <a:moveTo>
                    <a:pt x="35115" y="34925"/>
                  </a:moveTo>
                  <a:lnTo>
                    <a:pt x="33578" y="34925"/>
                  </a:lnTo>
                  <a:lnTo>
                    <a:pt x="33553" y="35052"/>
                  </a:lnTo>
                  <a:lnTo>
                    <a:pt x="35090" y="35052"/>
                  </a:lnTo>
                  <a:lnTo>
                    <a:pt x="35115" y="34925"/>
                  </a:lnTo>
                  <a:close/>
                </a:path>
                <a:path w="64135" h="50800">
                  <a:moveTo>
                    <a:pt x="35153" y="35179"/>
                  </a:moveTo>
                  <a:lnTo>
                    <a:pt x="35026" y="35306"/>
                  </a:lnTo>
                  <a:lnTo>
                    <a:pt x="34963" y="35560"/>
                  </a:lnTo>
                  <a:lnTo>
                    <a:pt x="35153" y="35560"/>
                  </a:lnTo>
                  <a:lnTo>
                    <a:pt x="35153" y="35179"/>
                  </a:lnTo>
                  <a:close/>
                </a:path>
                <a:path w="64135" h="50800">
                  <a:moveTo>
                    <a:pt x="35191" y="26289"/>
                  </a:moveTo>
                  <a:lnTo>
                    <a:pt x="34848" y="26162"/>
                  </a:lnTo>
                  <a:lnTo>
                    <a:pt x="34874" y="26289"/>
                  </a:lnTo>
                  <a:lnTo>
                    <a:pt x="35191" y="26670"/>
                  </a:lnTo>
                  <a:lnTo>
                    <a:pt x="35191" y="26289"/>
                  </a:lnTo>
                  <a:close/>
                </a:path>
                <a:path w="64135" h="50800">
                  <a:moveTo>
                    <a:pt x="35242" y="17145"/>
                  </a:moveTo>
                  <a:lnTo>
                    <a:pt x="35191" y="16891"/>
                  </a:lnTo>
                  <a:lnTo>
                    <a:pt x="34937" y="16891"/>
                  </a:lnTo>
                  <a:lnTo>
                    <a:pt x="34836" y="16637"/>
                  </a:lnTo>
                  <a:lnTo>
                    <a:pt x="34658" y="16637"/>
                  </a:lnTo>
                  <a:lnTo>
                    <a:pt x="34582" y="16891"/>
                  </a:lnTo>
                  <a:lnTo>
                    <a:pt x="34747" y="16891"/>
                  </a:lnTo>
                  <a:lnTo>
                    <a:pt x="35013" y="17145"/>
                  </a:lnTo>
                  <a:lnTo>
                    <a:pt x="35242" y="17145"/>
                  </a:lnTo>
                  <a:close/>
                </a:path>
                <a:path w="64135" h="50800">
                  <a:moveTo>
                    <a:pt x="35255" y="37973"/>
                  </a:moveTo>
                  <a:lnTo>
                    <a:pt x="35204" y="37846"/>
                  </a:lnTo>
                  <a:lnTo>
                    <a:pt x="34658" y="37719"/>
                  </a:lnTo>
                  <a:lnTo>
                    <a:pt x="34607" y="37465"/>
                  </a:lnTo>
                  <a:lnTo>
                    <a:pt x="34340" y="37592"/>
                  </a:lnTo>
                  <a:lnTo>
                    <a:pt x="34290" y="37719"/>
                  </a:lnTo>
                  <a:lnTo>
                    <a:pt x="34112" y="37719"/>
                  </a:lnTo>
                  <a:lnTo>
                    <a:pt x="34251" y="37846"/>
                  </a:lnTo>
                  <a:lnTo>
                    <a:pt x="34048" y="37846"/>
                  </a:lnTo>
                  <a:lnTo>
                    <a:pt x="34061" y="37973"/>
                  </a:lnTo>
                  <a:lnTo>
                    <a:pt x="35255" y="37973"/>
                  </a:lnTo>
                  <a:close/>
                </a:path>
                <a:path w="64135" h="50800">
                  <a:moveTo>
                    <a:pt x="35267" y="34290"/>
                  </a:moveTo>
                  <a:lnTo>
                    <a:pt x="33528" y="34290"/>
                  </a:lnTo>
                  <a:lnTo>
                    <a:pt x="33553" y="34417"/>
                  </a:lnTo>
                  <a:lnTo>
                    <a:pt x="35217" y="34417"/>
                  </a:lnTo>
                  <a:lnTo>
                    <a:pt x="35267" y="34290"/>
                  </a:lnTo>
                  <a:close/>
                </a:path>
                <a:path w="64135" h="50800">
                  <a:moveTo>
                    <a:pt x="35293" y="21590"/>
                  </a:moveTo>
                  <a:lnTo>
                    <a:pt x="35242" y="21336"/>
                  </a:lnTo>
                  <a:lnTo>
                    <a:pt x="34975" y="21336"/>
                  </a:lnTo>
                  <a:lnTo>
                    <a:pt x="34925" y="21590"/>
                  </a:lnTo>
                  <a:lnTo>
                    <a:pt x="35293" y="21590"/>
                  </a:lnTo>
                  <a:close/>
                </a:path>
                <a:path w="64135" h="50800">
                  <a:moveTo>
                    <a:pt x="35306" y="13614"/>
                  </a:moveTo>
                  <a:lnTo>
                    <a:pt x="35267" y="13474"/>
                  </a:lnTo>
                  <a:lnTo>
                    <a:pt x="35191" y="13614"/>
                  </a:lnTo>
                  <a:close/>
                </a:path>
                <a:path w="64135" h="50800">
                  <a:moveTo>
                    <a:pt x="35331" y="38227"/>
                  </a:moveTo>
                  <a:lnTo>
                    <a:pt x="35293" y="38100"/>
                  </a:lnTo>
                  <a:lnTo>
                    <a:pt x="34124" y="38227"/>
                  </a:lnTo>
                  <a:lnTo>
                    <a:pt x="35331" y="38227"/>
                  </a:lnTo>
                  <a:close/>
                </a:path>
                <a:path w="64135" h="50800">
                  <a:moveTo>
                    <a:pt x="35356" y="13119"/>
                  </a:moveTo>
                  <a:lnTo>
                    <a:pt x="35052" y="13144"/>
                  </a:lnTo>
                  <a:lnTo>
                    <a:pt x="35242" y="13182"/>
                  </a:lnTo>
                  <a:close/>
                </a:path>
                <a:path w="64135" h="50800">
                  <a:moveTo>
                    <a:pt x="35433" y="32131"/>
                  </a:moveTo>
                  <a:lnTo>
                    <a:pt x="35077" y="32131"/>
                  </a:lnTo>
                  <a:lnTo>
                    <a:pt x="35052" y="32258"/>
                  </a:lnTo>
                  <a:lnTo>
                    <a:pt x="35433" y="32258"/>
                  </a:lnTo>
                  <a:lnTo>
                    <a:pt x="35433" y="32131"/>
                  </a:lnTo>
                  <a:close/>
                </a:path>
                <a:path w="64135" h="50800">
                  <a:moveTo>
                    <a:pt x="35534" y="29591"/>
                  </a:moveTo>
                  <a:lnTo>
                    <a:pt x="35077" y="29591"/>
                  </a:lnTo>
                  <a:lnTo>
                    <a:pt x="35039" y="29845"/>
                  </a:lnTo>
                  <a:lnTo>
                    <a:pt x="35534" y="29845"/>
                  </a:lnTo>
                  <a:lnTo>
                    <a:pt x="35534" y="29591"/>
                  </a:lnTo>
                  <a:close/>
                </a:path>
                <a:path w="64135" h="50800">
                  <a:moveTo>
                    <a:pt x="35801" y="29972"/>
                  </a:moveTo>
                  <a:lnTo>
                    <a:pt x="35712" y="29845"/>
                  </a:lnTo>
                  <a:lnTo>
                    <a:pt x="35534" y="29845"/>
                  </a:lnTo>
                  <a:lnTo>
                    <a:pt x="35801" y="29972"/>
                  </a:lnTo>
                  <a:close/>
                </a:path>
                <a:path w="64135" h="50800">
                  <a:moveTo>
                    <a:pt x="35814" y="30861"/>
                  </a:moveTo>
                  <a:lnTo>
                    <a:pt x="35674" y="30988"/>
                  </a:lnTo>
                  <a:lnTo>
                    <a:pt x="35560" y="31369"/>
                  </a:lnTo>
                  <a:lnTo>
                    <a:pt x="35445" y="31877"/>
                  </a:lnTo>
                  <a:lnTo>
                    <a:pt x="35598" y="31750"/>
                  </a:lnTo>
                  <a:lnTo>
                    <a:pt x="35712" y="31369"/>
                  </a:lnTo>
                  <a:lnTo>
                    <a:pt x="35814" y="30861"/>
                  </a:lnTo>
                  <a:close/>
                </a:path>
                <a:path w="64135" h="50800">
                  <a:moveTo>
                    <a:pt x="35991" y="19050"/>
                  </a:moveTo>
                  <a:lnTo>
                    <a:pt x="35610" y="19050"/>
                  </a:lnTo>
                  <a:lnTo>
                    <a:pt x="35585" y="19304"/>
                  </a:lnTo>
                  <a:lnTo>
                    <a:pt x="35979" y="19304"/>
                  </a:lnTo>
                  <a:lnTo>
                    <a:pt x="35991" y="19050"/>
                  </a:lnTo>
                  <a:close/>
                </a:path>
                <a:path w="64135" h="50800">
                  <a:moveTo>
                    <a:pt x="36068" y="21590"/>
                  </a:moveTo>
                  <a:lnTo>
                    <a:pt x="35966" y="21336"/>
                  </a:lnTo>
                  <a:lnTo>
                    <a:pt x="35839" y="21336"/>
                  </a:lnTo>
                  <a:lnTo>
                    <a:pt x="36068" y="21590"/>
                  </a:lnTo>
                  <a:close/>
                </a:path>
                <a:path w="64135" h="50800">
                  <a:moveTo>
                    <a:pt x="36093" y="26670"/>
                  </a:moveTo>
                  <a:lnTo>
                    <a:pt x="35979" y="25908"/>
                  </a:lnTo>
                  <a:lnTo>
                    <a:pt x="35902" y="25273"/>
                  </a:lnTo>
                  <a:lnTo>
                    <a:pt x="35610" y="25019"/>
                  </a:lnTo>
                  <a:lnTo>
                    <a:pt x="35547" y="24511"/>
                  </a:lnTo>
                  <a:lnTo>
                    <a:pt x="35229" y="24511"/>
                  </a:lnTo>
                  <a:lnTo>
                    <a:pt x="35255" y="24765"/>
                  </a:lnTo>
                  <a:lnTo>
                    <a:pt x="35458" y="25019"/>
                  </a:lnTo>
                  <a:lnTo>
                    <a:pt x="35433" y="26670"/>
                  </a:lnTo>
                  <a:lnTo>
                    <a:pt x="36093" y="26670"/>
                  </a:lnTo>
                  <a:close/>
                </a:path>
                <a:path w="64135" h="50800">
                  <a:moveTo>
                    <a:pt x="36169" y="1536"/>
                  </a:moveTo>
                  <a:lnTo>
                    <a:pt x="34836" y="1028"/>
                  </a:lnTo>
                  <a:lnTo>
                    <a:pt x="35585" y="1536"/>
                  </a:lnTo>
                  <a:lnTo>
                    <a:pt x="36169" y="1536"/>
                  </a:lnTo>
                  <a:close/>
                </a:path>
                <a:path w="64135" h="50800">
                  <a:moveTo>
                    <a:pt x="36385" y="27432"/>
                  </a:moveTo>
                  <a:lnTo>
                    <a:pt x="36271" y="27305"/>
                  </a:lnTo>
                  <a:lnTo>
                    <a:pt x="36156" y="27178"/>
                  </a:lnTo>
                  <a:lnTo>
                    <a:pt x="36118" y="26797"/>
                  </a:lnTo>
                  <a:lnTo>
                    <a:pt x="35433" y="26797"/>
                  </a:lnTo>
                  <a:lnTo>
                    <a:pt x="35306" y="26797"/>
                  </a:lnTo>
                  <a:lnTo>
                    <a:pt x="35242" y="27432"/>
                  </a:lnTo>
                  <a:lnTo>
                    <a:pt x="36385" y="27432"/>
                  </a:lnTo>
                  <a:close/>
                </a:path>
                <a:path w="64135" h="50800">
                  <a:moveTo>
                    <a:pt x="36398" y="30226"/>
                  </a:moveTo>
                  <a:lnTo>
                    <a:pt x="36195" y="30226"/>
                  </a:lnTo>
                  <a:lnTo>
                    <a:pt x="36258" y="30353"/>
                  </a:lnTo>
                  <a:lnTo>
                    <a:pt x="36398" y="30226"/>
                  </a:lnTo>
                  <a:close/>
                </a:path>
                <a:path w="64135" h="50800">
                  <a:moveTo>
                    <a:pt x="36423" y="29591"/>
                  </a:moveTo>
                  <a:lnTo>
                    <a:pt x="35890" y="29591"/>
                  </a:lnTo>
                  <a:lnTo>
                    <a:pt x="35928" y="29845"/>
                  </a:lnTo>
                  <a:lnTo>
                    <a:pt x="36410" y="29845"/>
                  </a:lnTo>
                  <a:lnTo>
                    <a:pt x="36423" y="29591"/>
                  </a:lnTo>
                  <a:close/>
                </a:path>
                <a:path w="64135" h="50800">
                  <a:moveTo>
                    <a:pt x="36728" y="29845"/>
                  </a:moveTo>
                  <a:lnTo>
                    <a:pt x="36410" y="29845"/>
                  </a:lnTo>
                  <a:lnTo>
                    <a:pt x="36398" y="30226"/>
                  </a:lnTo>
                  <a:lnTo>
                    <a:pt x="36703" y="30226"/>
                  </a:lnTo>
                  <a:lnTo>
                    <a:pt x="36728" y="29845"/>
                  </a:lnTo>
                  <a:close/>
                </a:path>
                <a:path w="64135" h="50800">
                  <a:moveTo>
                    <a:pt x="36906" y="27559"/>
                  </a:moveTo>
                  <a:lnTo>
                    <a:pt x="36893" y="27432"/>
                  </a:lnTo>
                  <a:lnTo>
                    <a:pt x="36385" y="27432"/>
                  </a:lnTo>
                  <a:lnTo>
                    <a:pt x="36499" y="27559"/>
                  </a:lnTo>
                  <a:lnTo>
                    <a:pt x="36906" y="27559"/>
                  </a:lnTo>
                  <a:close/>
                </a:path>
                <a:path w="64135" h="50800">
                  <a:moveTo>
                    <a:pt x="37477" y="17145"/>
                  </a:moveTo>
                  <a:lnTo>
                    <a:pt x="37274" y="17145"/>
                  </a:lnTo>
                  <a:lnTo>
                    <a:pt x="36779" y="17145"/>
                  </a:lnTo>
                  <a:lnTo>
                    <a:pt x="36372" y="17653"/>
                  </a:lnTo>
                  <a:lnTo>
                    <a:pt x="36576" y="17653"/>
                  </a:lnTo>
                  <a:lnTo>
                    <a:pt x="36804" y="17907"/>
                  </a:lnTo>
                  <a:lnTo>
                    <a:pt x="37477" y="17907"/>
                  </a:lnTo>
                  <a:lnTo>
                    <a:pt x="37426" y="17551"/>
                  </a:lnTo>
                  <a:lnTo>
                    <a:pt x="37477" y="17145"/>
                  </a:lnTo>
                  <a:close/>
                </a:path>
                <a:path w="64135" h="50800">
                  <a:moveTo>
                    <a:pt x="37490" y="16891"/>
                  </a:moveTo>
                  <a:lnTo>
                    <a:pt x="36906" y="16522"/>
                  </a:lnTo>
                  <a:lnTo>
                    <a:pt x="36868" y="16383"/>
                  </a:lnTo>
                  <a:lnTo>
                    <a:pt x="36703" y="16383"/>
                  </a:lnTo>
                  <a:lnTo>
                    <a:pt x="36398" y="16383"/>
                  </a:lnTo>
                  <a:lnTo>
                    <a:pt x="36372" y="16129"/>
                  </a:lnTo>
                  <a:lnTo>
                    <a:pt x="36271" y="16383"/>
                  </a:lnTo>
                  <a:lnTo>
                    <a:pt x="36271" y="16192"/>
                  </a:lnTo>
                  <a:lnTo>
                    <a:pt x="35966" y="16383"/>
                  </a:lnTo>
                  <a:lnTo>
                    <a:pt x="34721" y="16383"/>
                  </a:lnTo>
                  <a:lnTo>
                    <a:pt x="34836" y="16637"/>
                  </a:lnTo>
                  <a:lnTo>
                    <a:pt x="36322" y="16637"/>
                  </a:lnTo>
                  <a:lnTo>
                    <a:pt x="36372" y="16891"/>
                  </a:lnTo>
                  <a:lnTo>
                    <a:pt x="37096" y="16891"/>
                  </a:lnTo>
                  <a:lnTo>
                    <a:pt x="37223" y="17030"/>
                  </a:lnTo>
                  <a:lnTo>
                    <a:pt x="37477" y="17018"/>
                  </a:lnTo>
                  <a:lnTo>
                    <a:pt x="37490" y="16891"/>
                  </a:lnTo>
                  <a:close/>
                </a:path>
                <a:path w="64135" h="50800">
                  <a:moveTo>
                    <a:pt x="37528" y="14986"/>
                  </a:moveTo>
                  <a:lnTo>
                    <a:pt x="37312" y="14986"/>
                  </a:lnTo>
                  <a:lnTo>
                    <a:pt x="37147" y="15240"/>
                  </a:lnTo>
                  <a:lnTo>
                    <a:pt x="37363" y="15240"/>
                  </a:lnTo>
                  <a:lnTo>
                    <a:pt x="37528" y="14986"/>
                  </a:lnTo>
                  <a:close/>
                </a:path>
                <a:path w="64135" h="50800">
                  <a:moveTo>
                    <a:pt x="37528" y="14224"/>
                  </a:moveTo>
                  <a:lnTo>
                    <a:pt x="36703" y="14224"/>
                  </a:lnTo>
                  <a:lnTo>
                    <a:pt x="37084" y="13081"/>
                  </a:lnTo>
                  <a:lnTo>
                    <a:pt x="36817" y="13081"/>
                  </a:lnTo>
                  <a:lnTo>
                    <a:pt x="36626" y="13855"/>
                  </a:lnTo>
                  <a:lnTo>
                    <a:pt x="36474" y="14211"/>
                  </a:lnTo>
                  <a:lnTo>
                    <a:pt x="36410" y="14478"/>
                  </a:lnTo>
                  <a:lnTo>
                    <a:pt x="36385" y="14655"/>
                  </a:lnTo>
                  <a:lnTo>
                    <a:pt x="30556" y="14732"/>
                  </a:lnTo>
                  <a:lnTo>
                    <a:pt x="30264" y="14478"/>
                  </a:lnTo>
                  <a:lnTo>
                    <a:pt x="36410" y="14478"/>
                  </a:lnTo>
                  <a:lnTo>
                    <a:pt x="36410" y="14224"/>
                  </a:lnTo>
                  <a:lnTo>
                    <a:pt x="30962" y="14224"/>
                  </a:lnTo>
                  <a:lnTo>
                    <a:pt x="30111" y="14363"/>
                  </a:lnTo>
                  <a:lnTo>
                    <a:pt x="29972" y="14224"/>
                  </a:lnTo>
                  <a:lnTo>
                    <a:pt x="26479" y="14224"/>
                  </a:lnTo>
                  <a:lnTo>
                    <a:pt x="26454" y="14478"/>
                  </a:lnTo>
                  <a:lnTo>
                    <a:pt x="29286" y="14478"/>
                  </a:lnTo>
                  <a:lnTo>
                    <a:pt x="29540" y="14732"/>
                  </a:lnTo>
                  <a:lnTo>
                    <a:pt x="29375" y="14732"/>
                  </a:lnTo>
                  <a:lnTo>
                    <a:pt x="29375" y="15240"/>
                  </a:lnTo>
                  <a:lnTo>
                    <a:pt x="28968" y="15240"/>
                  </a:lnTo>
                  <a:lnTo>
                    <a:pt x="29311" y="15621"/>
                  </a:lnTo>
                  <a:lnTo>
                    <a:pt x="29692" y="15240"/>
                  </a:lnTo>
                  <a:lnTo>
                    <a:pt x="29845" y="14986"/>
                  </a:lnTo>
                  <a:lnTo>
                    <a:pt x="34023" y="14986"/>
                  </a:lnTo>
                  <a:lnTo>
                    <a:pt x="33909" y="15138"/>
                  </a:lnTo>
                  <a:lnTo>
                    <a:pt x="34010" y="15468"/>
                  </a:lnTo>
                  <a:lnTo>
                    <a:pt x="34048" y="15328"/>
                  </a:lnTo>
                  <a:lnTo>
                    <a:pt x="34467" y="14986"/>
                  </a:lnTo>
                  <a:lnTo>
                    <a:pt x="36258" y="14986"/>
                  </a:lnTo>
                  <a:lnTo>
                    <a:pt x="36156" y="15303"/>
                  </a:lnTo>
                  <a:lnTo>
                    <a:pt x="36106" y="15481"/>
                  </a:lnTo>
                  <a:lnTo>
                    <a:pt x="35725" y="15481"/>
                  </a:lnTo>
                  <a:lnTo>
                    <a:pt x="35725" y="15875"/>
                  </a:lnTo>
                  <a:lnTo>
                    <a:pt x="29413" y="15875"/>
                  </a:lnTo>
                  <a:lnTo>
                    <a:pt x="29337" y="16129"/>
                  </a:lnTo>
                  <a:lnTo>
                    <a:pt x="36372" y="16129"/>
                  </a:lnTo>
                  <a:lnTo>
                    <a:pt x="36703" y="16129"/>
                  </a:lnTo>
                  <a:lnTo>
                    <a:pt x="36576" y="15875"/>
                  </a:lnTo>
                  <a:lnTo>
                    <a:pt x="36271" y="15875"/>
                  </a:lnTo>
                  <a:lnTo>
                    <a:pt x="36347" y="15303"/>
                  </a:lnTo>
                  <a:lnTo>
                    <a:pt x="36449" y="14986"/>
                  </a:lnTo>
                  <a:lnTo>
                    <a:pt x="37312" y="14986"/>
                  </a:lnTo>
                  <a:lnTo>
                    <a:pt x="37338" y="14732"/>
                  </a:lnTo>
                  <a:lnTo>
                    <a:pt x="36525" y="14732"/>
                  </a:lnTo>
                  <a:lnTo>
                    <a:pt x="36614" y="14478"/>
                  </a:lnTo>
                  <a:lnTo>
                    <a:pt x="37363" y="14478"/>
                  </a:lnTo>
                  <a:lnTo>
                    <a:pt x="37528" y="14224"/>
                  </a:lnTo>
                  <a:close/>
                </a:path>
                <a:path w="64135" h="50800">
                  <a:moveTo>
                    <a:pt x="37807" y="29591"/>
                  </a:moveTo>
                  <a:lnTo>
                    <a:pt x="36753" y="29591"/>
                  </a:lnTo>
                  <a:lnTo>
                    <a:pt x="36728" y="29845"/>
                  </a:lnTo>
                  <a:lnTo>
                    <a:pt x="37782" y="29845"/>
                  </a:lnTo>
                  <a:lnTo>
                    <a:pt x="37807" y="29591"/>
                  </a:lnTo>
                  <a:close/>
                </a:path>
                <a:path w="64135" h="50800">
                  <a:moveTo>
                    <a:pt x="37871" y="15875"/>
                  </a:moveTo>
                  <a:lnTo>
                    <a:pt x="37807" y="15621"/>
                  </a:lnTo>
                  <a:lnTo>
                    <a:pt x="37020" y="15240"/>
                  </a:lnTo>
                  <a:lnTo>
                    <a:pt x="36728" y="15621"/>
                  </a:lnTo>
                  <a:lnTo>
                    <a:pt x="36563" y="15621"/>
                  </a:lnTo>
                  <a:lnTo>
                    <a:pt x="36576" y="15875"/>
                  </a:lnTo>
                  <a:lnTo>
                    <a:pt x="36880" y="15875"/>
                  </a:lnTo>
                  <a:lnTo>
                    <a:pt x="36995" y="15621"/>
                  </a:lnTo>
                  <a:lnTo>
                    <a:pt x="37338" y="15621"/>
                  </a:lnTo>
                  <a:lnTo>
                    <a:pt x="37566" y="15875"/>
                  </a:lnTo>
                  <a:lnTo>
                    <a:pt x="36880" y="15875"/>
                  </a:lnTo>
                  <a:lnTo>
                    <a:pt x="36779" y="16129"/>
                  </a:lnTo>
                  <a:lnTo>
                    <a:pt x="37744" y="16129"/>
                  </a:lnTo>
                  <a:lnTo>
                    <a:pt x="37719" y="15875"/>
                  </a:lnTo>
                  <a:lnTo>
                    <a:pt x="37871" y="15875"/>
                  </a:lnTo>
                  <a:close/>
                </a:path>
                <a:path w="64135" h="50800">
                  <a:moveTo>
                    <a:pt x="37909" y="26162"/>
                  </a:moveTo>
                  <a:lnTo>
                    <a:pt x="37693" y="26289"/>
                  </a:lnTo>
                  <a:lnTo>
                    <a:pt x="37312" y="26289"/>
                  </a:lnTo>
                  <a:lnTo>
                    <a:pt x="37388" y="26670"/>
                  </a:lnTo>
                  <a:lnTo>
                    <a:pt x="37172" y="26797"/>
                  </a:lnTo>
                  <a:lnTo>
                    <a:pt x="37185" y="26670"/>
                  </a:lnTo>
                  <a:lnTo>
                    <a:pt x="36969" y="26670"/>
                  </a:lnTo>
                  <a:lnTo>
                    <a:pt x="36893" y="27432"/>
                  </a:lnTo>
                  <a:lnTo>
                    <a:pt x="37198" y="27432"/>
                  </a:lnTo>
                  <a:lnTo>
                    <a:pt x="37172" y="27305"/>
                  </a:lnTo>
                  <a:lnTo>
                    <a:pt x="37820" y="27305"/>
                  </a:lnTo>
                  <a:lnTo>
                    <a:pt x="37846" y="27051"/>
                  </a:lnTo>
                  <a:lnTo>
                    <a:pt x="37211" y="27051"/>
                  </a:lnTo>
                  <a:lnTo>
                    <a:pt x="37058" y="26924"/>
                  </a:lnTo>
                  <a:lnTo>
                    <a:pt x="37858" y="26924"/>
                  </a:lnTo>
                  <a:lnTo>
                    <a:pt x="37858" y="26797"/>
                  </a:lnTo>
                  <a:lnTo>
                    <a:pt x="37909" y="26162"/>
                  </a:lnTo>
                  <a:close/>
                </a:path>
                <a:path w="64135" h="50800">
                  <a:moveTo>
                    <a:pt x="38227" y="2260"/>
                  </a:moveTo>
                  <a:lnTo>
                    <a:pt x="36169" y="1536"/>
                  </a:lnTo>
                  <a:lnTo>
                    <a:pt x="36563" y="1727"/>
                  </a:lnTo>
                  <a:lnTo>
                    <a:pt x="35496" y="1727"/>
                  </a:lnTo>
                  <a:lnTo>
                    <a:pt x="38227" y="2260"/>
                  </a:lnTo>
                  <a:close/>
                </a:path>
                <a:path w="64135" h="50800">
                  <a:moveTo>
                    <a:pt x="38442" y="17145"/>
                  </a:moveTo>
                  <a:lnTo>
                    <a:pt x="37934" y="17145"/>
                  </a:lnTo>
                  <a:lnTo>
                    <a:pt x="37833" y="17907"/>
                  </a:lnTo>
                  <a:lnTo>
                    <a:pt x="37782" y="18415"/>
                  </a:lnTo>
                  <a:lnTo>
                    <a:pt x="38303" y="17653"/>
                  </a:lnTo>
                  <a:lnTo>
                    <a:pt x="38442" y="17145"/>
                  </a:lnTo>
                  <a:close/>
                </a:path>
                <a:path w="64135" h="50800">
                  <a:moveTo>
                    <a:pt x="38557" y="24003"/>
                  </a:moveTo>
                  <a:lnTo>
                    <a:pt x="38404" y="24003"/>
                  </a:lnTo>
                  <a:lnTo>
                    <a:pt x="38557" y="24257"/>
                  </a:lnTo>
                  <a:lnTo>
                    <a:pt x="38557" y="24003"/>
                  </a:lnTo>
                  <a:close/>
                </a:path>
                <a:path w="64135" h="50800">
                  <a:moveTo>
                    <a:pt x="38569" y="16129"/>
                  </a:moveTo>
                  <a:lnTo>
                    <a:pt x="38519" y="15875"/>
                  </a:lnTo>
                  <a:lnTo>
                    <a:pt x="37871" y="15875"/>
                  </a:lnTo>
                  <a:lnTo>
                    <a:pt x="37934" y="16129"/>
                  </a:lnTo>
                  <a:lnTo>
                    <a:pt x="38569" y="16129"/>
                  </a:lnTo>
                  <a:close/>
                </a:path>
                <a:path w="64135" h="50800">
                  <a:moveTo>
                    <a:pt x="38658" y="16383"/>
                  </a:moveTo>
                  <a:lnTo>
                    <a:pt x="38506" y="16637"/>
                  </a:lnTo>
                  <a:lnTo>
                    <a:pt x="38442" y="17145"/>
                  </a:lnTo>
                  <a:lnTo>
                    <a:pt x="38608" y="17145"/>
                  </a:lnTo>
                  <a:lnTo>
                    <a:pt x="38658" y="16383"/>
                  </a:lnTo>
                  <a:close/>
                </a:path>
                <a:path w="64135" h="50800">
                  <a:moveTo>
                    <a:pt x="38735" y="14986"/>
                  </a:moveTo>
                  <a:lnTo>
                    <a:pt x="38481" y="14478"/>
                  </a:lnTo>
                  <a:lnTo>
                    <a:pt x="38430" y="14732"/>
                  </a:lnTo>
                  <a:lnTo>
                    <a:pt x="38290" y="14605"/>
                  </a:lnTo>
                  <a:lnTo>
                    <a:pt x="38430" y="14732"/>
                  </a:lnTo>
                  <a:lnTo>
                    <a:pt x="38430" y="14414"/>
                  </a:lnTo>
                  <a:lnTo>
                    <a:pt x="38290" y="14224"/>
                  </a:lnTo>
                  <a:lnTo>
                    <a:pt x="38138" y="13970"/>
                  </a:lnTo>
                  <a:lnTo>
                    <a:pt x="38138" y="14224"/>
                  </a:lnTo>
                  <a:lnTo>
                    <a:pt x="37960" y="14224"/>
                  </a:lnTo>
                  <a:lnTo>
                    <a:pt x="38150" y="14478"/>
                  </a:lnTo>
                  <a:lnTo>
                    <a:pt x="37363" y="14478"/>
                  </a:lnTo>
                  <a:lnTo>
                    <a:pt x="37338" y="14732"/>
                  </a:lnTo>
                  <a:lnTo>
                    <a:pt x="37693" y="14732"/>
                  </a:lnTo>
                  <a:lnTo>
                    <a:pt x="37528" y="14986"/>
                  </a:lnTo>
                  <a:lnTo>
                    <a:pt x="38061" y="14986"/>
                  </a:lnTo>
                  <a:lnTo>
                    <a:pt x="38404" y="15240"/>
                  </a:lnTo>
                  <a:lnTo>
                    <a:pt x="38519" y="15875"/>
                  </a:lnTo>
                  <a:lnTo>
                    <a:pt x="38684" y="15875"/>
                  </a:lnTo>
                  <a:lnTo>
                    <a:pt x="38735" y="14986"/>
                  </a:lnTo>
                  <a:close/>
                </a:path>
                <a:path w="64135" h="50800">
                  <a:moveTo>
                    <a:pt x="38976" y="28829"/>
                  </a:moveTo>
                  <a:lnTo>
                    <a:pt x="38798" y="28829"/>
                  </a:lnTo>
                  <a:lnTo>
                    <a:pt x="38823" y="28702"/>
                  </a:lnTo>
                  <a:lnTo>
                    <a:pt x="38862" y="28575"/>
                  </a:lnTo>
                  <a:lnTo>
                    <a:pt x="38519" y="28575"/>
                  </a:lnTo>
                  <a:lnTo>
                    <a:pt x="38341" y="28448"/>
                  </a:lnTo>
                  <a:lnTo>
                    <a:pt x="38303" y="28321"/>
                  </a:lnTo>
                  <a:lnTo>
                    <a:pt x="38214" y="27940"/>
                  </a:lnTo>
                  <a:lnTo>
                    <a:pt x="37807" y="27559"/>
                  </a:lnTo>
                  <a:lnTo>
                    <a:pt x="36906" y="27559"/>
                  </a:lnTo>
                  <a:lnTo>
                    <a:pt x="36931" y="27686"/>
                  </a:lnTo>
                  <a:lnTo>
                    <a:pt x="36601" y="27940"/>
                  </a:lnTo>
                  <a:lnTo>
                    <a:pt x="36601" y="28321"/>
                  </a:lnTo>
                  <a:lnTo>
                    <a:pt x="36537" y="28067"/>
                  </a:lnTo>
                  <a:lnTo>
                    <a:pt x="36410" y="28067"/>
                  </a:lnTo>
                  <a:lnTo>
                    <a:pt x="36499" y="27559"/>
                  </a:lnTo>
                  <a:lnTo>
                    <a:pt x="35090" y="27559"/>
                  </a:lnTo>
                  <a:lnTo>
                    <a:pt x="35242" y="27432"/>
                  </a:lnTo>
                  <a:lnTo>
                    <a:pt x="34899" y="27432"/>
                  </a:lnTo>
                  <a:lnTo>
                    <a:pt x="34772" y="27813"/>
                  </a:lnTo>
                  <a:lnTo>
                    <a:pt x="34658" y="28067"/>
                  </a:lnTo>
                  <a:lnTo>
                    <a:pt x="34277" y="28067"/>
                  </a:lnTo>
                  <a:lnTo>
                    <a:pt x="34251" y="27940"/>
                  </a:lnTo>
                  <a:lnTo>
                    <a:pt x="34086" y="27940"/>
                  </a:lnTo>
                  <a:lnTo>
                    <a:pt x="34086" y="28067"/>
                  </a:lnTo>
                  <a:lnTo>
                    <a:pt x="33909" y="28194"/>
                  </a:lnTo>
                  <a:lnTo>
                    <a:pt x="33820" y="27965"/>
                  </a:lnTo>
                  <a:lnTo>
                    <a:pt x="34086" y="28067"/>
                  </a:lnTo>
                  <a:lnTo>
                    <a:pt x="34086" y="27940"/>
                  </a:lnTo>
                  <a:lnTo>
                    <a:pt x="33820" y="27940"/>
                  </a:lnTo>
                  <a:lnTo>
                    <a:pt x="33578" y="27940"/>
                  </a:lnTo>
                  <a:lnTo>
                    <a:pt x="33515" y="28067"/>
                  </a:lnTo>
                  <a:lnTo>
                    <a:pt x="33286" y="28194"/>
                  </a:lnTo>
                  <a:lnTo>
                    <a:pt x="33223" y="27813"/>
                  </a:lnTo>
                  <a:lnTo>
                    <a:pt x="33083" y="27940"/>
                  </a:lnTo>
                  <a:lnTo>
                    <a:pt x="33070" y="28194"/>
                  </a:lnTo>
                  <a:lnTo>
                    <a:pt x="32651" y="27813"/>
                  </a:lnTo>
                  <a:lnTo>
                    <a:pt x="32727" y="27686"/>
                  </a:lnTo>
                  <a:lnTo>
                    <a:pt x="32816" y="27559"/>
                  </a:lnTo>
                  <a:lnTo>
                    <a:pt x="32550" y="27432"/>
                  </a:lnTo>
                  <a:lnTo>
                    <a:pt x="32435" y="27559"/>
                  </a:lnTo>
                  <a:lnTo>
                    <a:pt x="32385" y="27813"/>
                  </a:lnTo>
                  <a:lnTo>
                    <a:pt x="32054" y="27813"/>
                  </a:lnTo>
                  <a:lnTo>
                    <a:pt x="32080" y="27686"/>
                  </a:lnTo>
                  <a:lnTo>
                    <a:pt x="31788" y="27686"/>
                  </a:lnTo>
                  <a:lnTo>
                    <a:pt x="31762" y="27305"/>
                  </a:lnTo>
                  <a:lnTo>
                    <a:pt x="31838" y="26924"/>
                  </a:lnTo>
                  <a:lnTo>
                    <a:pt x="31711" y="26289"/>
                  </a:lnTo>
                  <a:lnTo>
                    <a:pt x="31724" y="26416"/>
                  </a:lnTo>
                  <a:lnTo>
                    <a:pt x="31915" y="26289"/>
                  </a:lnTo>
                  <a:lnTo>
                    <a:pt x="32029" y="25273"/>
                  </a:lnTo>
                  <a:lnTo>
                    <a:pt x="32080" y="24511"/>
                  </a:lnTo>
                  <a:lnTo>
                    <a:pt x="31902" y="24511"/>
                  </a:lnTo>
                  <a:lnTo>
                    <a:pt x="31737" y="24511"/>
                  </a:lnTo>
                  <a:lnTo>
                    <a:pt x="31648" y="25273"/>
                  </a:lnTo>
                  <a:lnTo>
                    <a:pt x="31534" y="26416"/>
                  </a:lnTo>
                  <a:lnTo>
                    <a:pt x="31419" y="27813"/>
                  </a:lnTo>
                  <a:lnTo>
                    <a:pt x="31292" y="28448"/>
                  </a:lnTo>
                  <a:lnTo>
                    <a:pt x="31216" y="28575"/>
                  </a:lnTo>
                  <a:lnTo>
                    <a:pt x="31140" y="28956"/>
                  </a:lnTo>
                  <a:lnTo>
                    <a:pt x="31051" y="29083"/>
                  </a:lnTo>
                  <a:lnTo>
                    <a:pt x="30975" y="29210"/>
                  </a:lnTo>
                  <a:lnTo>
                    <a:pt x="31305" y="29210"/>
                  </a:lnTo>
                  <a:lnTo>
                    <a:pt x="31419" y="28956"/>
                  </a:lnTo>
                  <a:lnTo>
                    <a:pt x="32067" y="28321"/>
                  </a:lnTo>
                  <a:lnTo>
                    <a:pt x="32169" y="28194"/>
                  </a:lnTo>
                  <a:lnTo>
                    <a:pt x="32829" y="28194"/>
                  </a:lnTo>
                  <a:lnTo>
                    <a:pt x="33515" y="28575"/>
                  </a:lnTo>
                  <a:lnTo>
                    <a:pt x="33451" y="28829"/>
                  </a:lnTo>
                  <a:lnTo>
                    <a:pt x="33832" y="28575"/>
                  </a:lnTo>
                  <a:lnTo>
                    <a:pt x="33947" y="28448"/>
                  </a:lnTo>
                  <a:lnTo>
                    <a:pt x="34378" y="28448"/>
                  </a:lnTo>
                  <a:lnTo>
                    <a:pt x="34480" y="28575"/>
                  </a:lnTo>
                  <a:lnTo>
                    <a:pt x="34734" y="28702"/>
                  </a:lnTo>
                  <a:lnTo>
                    <a:pt x="34747" y="28829"/>
                  </a:lnTo>
                  <a:lnTo>
                    <a:pt x="34861" y="29591"/>
                  </a:lnTo>
                  <a:lnTo>
                    <a:pt x="35077" y="29591"/>
                  </a:lnTo>
                  <a:lnTo>
                    <a:pt x="35115" y="28956"/>
                  </a:lnTo>
                  <a:lnTo>
                    <a:pt x="35420" y="28702"/>
                  </a:lnTo>
                  <a:lnTo>
                    <a:pt x="35661" y="28702"/>
                  </a:lnTo>
                  <a:lnTo>
                    <a:pt x="35560" y="28829"/>
                  </a:lnTo>
                  <a:lnTo>
                    <a:pt x="35293" y="28829"/>
                  </a:lnTo>
                  <a:lnTo>
                    <a:pt x="35382" y="29337"/>
                  </a:lnTo>
                  <a:lnTo>
                    <a:pt x="35534" y="29464"/>
                  </a:lnTo>
                  <a:lnTo>
                    <a:pt x="35547" y="29337"/>
                  </a:lnTo>
                  <a:lnTo>
                    <a:pt x="35674" y="29464"/>
                  </a:lnTo>
                  <a:lnTo>
                    <a:pt x="35674" y="29591"/>
                  </a:lnTo>
                  <a:lnTo>
                    <a:pt x="35890" y="29591"/>
                  </a:lnTo>
                  <a:lnTo>
                    <a:pt x="36080" y="29464"/>
                  </a:lnTo>
                  <a:lnTo>
                    <a:pt x="36220" y="29337"/>
                  </a:lnTo>
                  <a:lnTo>
                    <a:pt x="36436" y="29210"/>
                  </a:lnTo>
                  <a:lnTo>
                    <a:pt x="36423" y="29591"/>
                  </a:lnTo>
                  <a:lnTo>
                    <a:pt x="36753" y="29591"/>
                  </a:lnTo>
                  <a:lnTo>
                    <a:pt x="36855" y="29337"/>
                  </a:lnTo>
                  <a:lnTo>
                    <a:pt x="36957" y="29210"/>
                  </a:lnTo>
                  <a:lnTo>
                    <a:pt x="37160" y="29337"/>
                  </a:lnTo>
                  <a:lnTo>
                    <a:pt x="37147" y="29210"/>
                  </a:lnTo>
                  <a:lnTo>
                    <a:pt x="37134" y="28956"/>
                  </a:lnTo>
                  <a:lnTo>
                    <a:pt x="37134" y="28829"/>
                  </a:lnTo>
                  <a:lnTo>
                    <a:pt x="36893" y="28956"/>
                  </a:lnTo>
                  <a:lnTo>
                    <a:pt x="36957" y="28829"/>
                  </a:lnTo>
                  <a:lnTo>
                    <a:pt x="37134" y="28829"/>
                  </a:lnTo>
                  <a:lnTo>
                    <a:pt x="37490" y="28829"/>
                  </a:lnTo>
                  <a:lnTo>
                    <a:pt x="37604" y="29210"/>
                  </a:lnTo>
                  <a:lnTo>
                    <a:pt x="37820" y="29337"/>
                  </a:lnTo>
                  <a:lnTo>
                    <a:pt x="37807" y="29591"/>
                  </a:lnTo>
                  <a:lnTo>
                    <a:pt x="38188" y="29591"/>
                  </a:lnTo>
                  <a:lnTo>
                    <a:pt x="38265" y="29210"/>
                  </a:lnTo>
                  <a:lnTo>
                    <a:pt x="38341" y="29083"/>
                  </a:lnTo>
                  <a:lnTo>
                    <a:pt x="38544" y="29210"/>
                  </a:lnTo>
                  <a:lnTo>
                    <a:pt x="38633" y="29083"/>
                  </a:lnTo>
                  <a:lnTo>
                    <a:pt x="38595" y="29337"/>
                  </a:lnTo>
                  <a:lnTo>
                    <a:pt x="38785" y="29337"/>
                  </a:lnTo>
                  <a:lnTo>
                    <a:pt x="38836" y="29083"/>
                  </a:lnTo>
                  <a:lnTo>
                    <a:pt x="38900" y="28956"/>
                  </a:lnTo>
                  <a:lnTo>
                    <a:pt x="38976" y="28829"/>
                  </a:lnTo>
                  <a:close/>
                </a:path>
                <a:path w="64135" h="50800">
                  <a:moveTo>
                    <a:pt x="39306" y="17145"/>
                  </a:moveTo>
                  <a:lnTo>
                    <a:pt x="39014" y="17449"/>
                  </a:lnTo>
                  <a:lnTo>
                    <a:pt x="39128" y="17145"/>
                  </a:lnTo>
                  <a:lnTo>
                    <a:pt x="38608" y="17145"/>
                  </a:lnTo>
                  <a:lnTo>
                    <a:pt x="38595" y="17653"/>
                  </a:lnTo>
                  <a:lnTo>
                    <a:pt x="38354" y="17907"/>
                  </a:lnTo>
                  <a:lnTo>
                    <a:pt x="38265" y="18415"/>
                  </a:lnTo>
                  <a:lnTo>
                    <a:pt x="38608" y="17907"/>
                  </a:lnTo>
                  <a:lnTo>
                    <a:pt x="38823" y="17653"/>
                  </a:lnTo>
                  <a:lnTo>
                    <a:pt x="38950" y="17653"/>
                  </a:lnTo>
                  <a:lnTo>
                    <a:pt x="39268" y="17653"/>
                  </a:lnTo>
                  <a:lnTo>
                    <a:pt x="39306" y="17145"/>
                  </a:lnTo>
                  <a:close/>
                </a:path>
                <a:path w="64135" h="50800">
                  <a:moveTo>
                    <a:pt x="39395" y="26416"/>
                  </a:moveTo>
                  <a:lnTo>
                    <a:pt x="39281" y="26289"/>
                  </a:lnTo>
                  <a:lnTo>
                    <a:pt x="39255" y="26162"/>
                  </a:lnTo>
                  <a:lnTo>
                    <a:pt x="38608" y="26162"/>
                  </a:lnTo>
                  <a:lnTo>
                    <a:pt x="39395" y="26416"/>
                  </a:lnTo>
                  <a:close/>
                </a:path>
                <a:path w="64135" h="50800">
                  <a:moveTo>
                    <a:pt x="39395" y="15875"/>
                  </a:moveTo>
                  <a:lnTo>
                    <a:pt x="38684" y="15875"/>
                  </a:lnTo>
                  <a:lnTo>
                    <a:pt x="38671" y="16129"/>
                  </a:lnTo>
                  <a:lnTo>
                    <a:pt x="39382" y="16129"/>
                  </a:lnTo>
                  <a:lnTo>
                    <a:pt x="39395" y="15875"/>
                  </a:lnTo>
                  <a:close/>
                </a:path>
                <a:path w="64135" h="50800">
                  <a:moveTo>
                    <a:pt x="39408" y="26924"/>
                  </a:moveTo>
                  <a:lnTo>
                    <a:pt x="37858" y="26924"/>
                  </a:lnTo>
                  <a:lnTo>
                    <a:pt x="37846" y="27051"/>
                  </a:lnTo>
                  <a:lnTo>
                    <a:pt x="39408" y="27051"/>
                  </a:lnTo>
                  <a:lnTo>
                    <a:pt x="39408" y="26924"/>
                  </a:lnTo>
                  <a:close/>
                </a:path>
                <a:path w="64135" h="50800">
                  <a:moveTo>
                    <a:pt x="39522" y="13208"/>
                  </a:moveTo>
                  <a:lnTo>
                    <a:pt x="38557" y="12954"/>
                  </a:lnTo>
                  <a:lnTo>
                    <a:pt x="38557" y="12065"/>
                  </a:lnTo>
                  <a:lnTo>
                    <a:pt x="38404" y="12065"/>
                  </a:lnTo>
                  <a:lnTo>
                    <a:pt x="38404" y="12954"/>
                  </a:lnTo>
                  <a:lnTo>
                    <a:pt x="38290" y="12827"/>
                  </a:lnTo>
                  <a:lnTo>
                    <a:pt x="38404" y="12954"/>
                  </a:lnTo>
                  <a:lnTo>
                    <a:pt x="38404" y="12065"/>
                  </a:lnTo>
                  <a:lnTo>
                    <a:pt x="38366" y="12700"/>
                  </a:lnTo>
                  <a:lnTo>
                    <a:pt x="38214" y="12700"/>
                  </a:lnTo>
                  <a:lnTo>
                    <a:pt x="38023" y="12852"/>
                  </a:lnTo>
                  <a:lnTo>
                    <a:pt x="38011" y="12700"/>
                  </a:lnTo>
                  <a:lnTo>
                    <a:pt x="37198" y="12700"/>
                  </a:lnTo>
                  <a:lnTo>
                    <a:pt x="37325" y="12344"/>
                  </a:lnTo>
                  <a:lnTo>
                    <a:pt x="37147" y="12344"/>
                  </a:lnTo>
                  <a:lnTo>
                    <a:pt x="37033" y="12700"/>
                  </a:lnTo>
                  <a:lnTo>
                    <a:pt x="32016" y="12700"/>
                  </a:lnTo>
                  <a:lnTo>
                    <a:pt x="32258" y="12509"/>
                  </a:lnTo>
                  <a:lnTo>
                    <a:pt x="32499" y="12242"/>
                  </a:lnTo>
                  <a:lnTo>
                    <a:pt x="32639" y="12077"/>
                  </a:lnTo>
                  <a:lnTo>
                    <a:pt x="38379" y="12065"/>
                  </a:lnTo>
                  <a:lnTo>
                    <a:pt x="38379" y="11811"/>
                  </a:lnTo>
                  <a:lnTo>
                    <a:pt x="38684" y="11557"/>
                  </a:lnTo>
                  <a:lnTo>
                    <a:pt x="32524" y="11557"/>
                  </a:lnTo>
                  <a:lnTo>
                    <a:pt x="32588" y="11303"/>
                  </a:lnTo>
                  <a:lnTo>
                    <a:pt x="35128" y="11303"/>
                  </a:lnTo>
                  <a:lnTo>
                    <a:pt x="38976" y="11303"/>
                  </a:lnTo>
                  <a:lnTo>
                    <a:pt x="39281" y="11049"/>
                  </a:lnTo>
                  <a:lnTo>
                    <a:pt x="35255" y="11049"/>
                  </a:lnTo>
                  <a:lnTo>
                    <a:pt x="32651" y="11049"/>
                  </a:lnTo>
                  <a:lnTo>
                    <a:pt x="32880" y="10960"/>
                  </a:lnTo>
                  <a:lnTo>
                    <a:pt x="32410" y="11036"/>
                  </a:lnTo>
                  <a:lnTo>
                    <a:pt x="32372" y="10795"/>
                  </a:lnTo>
                  <a:lnTo>
                    <a:pt x="39357" y="10795"/>
                  </a:lnTo>
                  <a:lnTo>
                    <a:pt x="39446" y="10541"/>
                  </a:lnTo>
                  <a:lnTo>
                    <a:pt x="30924" y="10541"/>
                  </a:lnTo>
                  <a:lnTo>
                    <a:pt x="27940" y="10541"/>
                  </a:lnTo>
                  <a:lnTo>
                    <a:pt x="27927" y="10795"/>
                  </a:lnTo>
                  <a:lnTo>
                    <a:pt x="29489" y="10795"/>
                  </a:lnTo>
                  <a:lnTo>
                    <a:pt x="29514" y="11049"/>
                  </a:lnTo>
                  <a:lnTo>
                    <a:pt x="29603" y="10795"/>
                  </a:lnTo>
                  <a:lnTo>
                    <a:pt x="32143" y="10795"/>
                  </a:lnTo>
                  <a:lnTo>
                    <a:pt x="32080" y="11049"/>
                  </a:lnTo>
                  <a:lnTo>
                    <a:pt x="29514" y="11049"/>
                  </a:lnTo>
                  <a:lnTo>
                    <a:pt x="27914" y="11049"/>
                  </a:lnTo>
                  <a:lnTo>
                    <a:pt x="27901" y="11303"/>
                  </a:lnTo>
                  <a:lnTo>
                    <a:pt x="32042" y="11303"/>
                  </a:lnTo>
                  <a:lnTo>
                    <a:pt x="32080" y="11557"/>
                  </a:lnTo>
                  <a:lnTo>
                    <a:pt x="27901" y="11557"/>
                  </a:lnTo>
                  <a:lnTo>
                    <a:pt x="27876" y="12065"/>
                  </a:lnTo>
                  <a:lnTo>
                    <a:pt x="32143" y="12065"/>
                  </a:lnTo>
                  <a:lnTo>
                    <a:pt x="31978" y="12700"/>
                  </a:lnTo>
                  <a:lnTo>
                    <a:pt x="27851" y="12700"/>
                  </a:lnTo>
                  <a:lnTo>
                    <a:pt x="27838" y="12954"/>
                  </a:lnTo>
                  <a:lnTo>
                    <a:pt x="37871" y="12954"/>
                  </a:lnTo>
                  <a:lnTo>
                    <a:pt x="38036" y="12954"/>
                  </a:lnTo>
                  <a:lnTo>
                    <a:pt x="38138" y="13970"/>
                  </a:lnTo>
                  <a:lnTo>
                    <a:pt x="38277" y="13716"/>
                  </a:lnTo>
                  <a:lnTo>
                    <a:pt x="38366" y="13462"/>
                  </a:lnTo>
                  <a:lnTo>
                    <a:pt x="38481" y="13208"/>
                  </a:lnTo>
                  <a:lnTo>
                    <a:pt x="38823" y="13208"/>
                  </a:lnTo>
                  <a:lnTo>
                    <a:pt x="38976" y="13462"/>
                  </a:lnTo>
                  <a:lnTo>
                    <a:pt x="39420" y="13462"/>
                  </a:lnTo>
                  <a:lnTo>
                    <a:pt x="39395" y="13335"/>
                  </a:lnTo>
                  <a:lnTo>
                    <a:pt x="39484" y="13462"/>
                  </a:lnTo>
                  <a:lnTo>
                    <a:pt x="39522" y="13208"/>
                  </a:lnTo>
                  <a:close/>
                </a:path>
                <a:path w="64135" h="50800">
                  <a:moveTo>
                    <a:pt x="39598" y="22733"/>
                  </a:moveTo>
                  <a:lnTo>
                    <a:pt x="39281" y="22733"/>
                  </a:lnTo>
                  <a:lnTo>
                    <a:pt x="39357" y="22872"/>
                  </a:lnTo>
                  <a:lnTo>
                    <a:pt x="39598" y="22733"/>
                  </a:lnTo>
                  <a:close/>
                </a:path>
                <a:path w="64135" h="50800">
                  <a:moveTo>
                    <a:pt x="39687" y="15621"/>
                  </a:moveTo>
                  <a:lnTo>
                    <a:pt x="39433" y="15240"/>
                  </a:lnTo>
                  <a:lnTo>
                    <a:pt x="39395" y="15875"/>
                  </a:lnTo>
                  <a:lnTo>
                    <a:pt x="39573" y="15875"/>
                  </a:lnTo>
                  <a:lnTo>
                    <a:pt x="39687" y="15621"/>
                  </a:lnTo>
                  <a:close/>
                </a:path>
                <a:path w="64135" h="50800">
                  <a:moveTo>
                    <a:pt x="39712" y="16637"/>
                  </a:moveTo>
                  <a:lnTo>
                    <a:pt x="39636" y="16217"/>
                  </a:lnTo>
                  <a:lnTo>
                    <a:pt x="39382" y="16129"/>
                  </a:lnTo>
                  <a:lnTo>
                    <a:pt x="39293" y="16637"/>
                  </a:lnTo>
                  <a:lnTo>
                    <a:pt x="39712" y="16637"/>
                  </a:lnTo>
                  <a:close/>
                </a:path>
                <a:path w="64135" h="50800">
                  <a:moveTo>
                    <a:pt x="39712" y="3073"/>
                  </a:moveTo>
                  <a:lnTo>
                    <a:pt x="39598" y="2794"/>
                  </a:lnTo>
                  <a:lnTo>
                    <a:pt x="39408" y="2794"/>
                  </a:lnTo>
                  <a:lnTo>
                    <a:pt x="39433" y="3073"/>
                  </a:lnTo>
                  <a:lnTo>
                    <a:pt x="39712" y="3073"/>
                  </a:lnTo>
                  <a:close/>
                </a:path>
                <a:path w="64135" h="50800">
                  <a:moveTo>
                    <a:pt x="39801" y="22860"/>
                  </a:moveTo>
                  <a:lnTo>
                    <a:pt x="39420" y="22948"/>
                  </a:lnTo>
                  <a:lnTo>
                    <a:pt x="39624" y="23241"/>
                  </a:lnTo>
                  <a:lnTo>
                    <a:pt x="39776" y="22987"/>
                  </a:lnTo>
                  <a:lnTo>
                    <a:pt x="39801" y="22860"/>
                  </a:lnTo>
                  <a:close/>
                </a:path>
                <a:path w="64135" h="50800">
                  <a:moveTo>
                    <a:pt x="39827" y="16891"/>
                  </a:moveTo>
                  <a:lnTo>
                    <a:pt x="39751" y="16637"/>
                  </a:lnTo>
                  <a:lnTo>
                    <a:pt x="39649" y="16827"/>
                  </a:lnTo>
                  <a:lnTo>
                    <a:pt x="39382" y="16637"/>
                  </a:lnTo>
                  <a:lnTo>
                    <a:pt x="39204" y="16891"/>
                  </a:lnTo>
                  <a:lnTo>
                    <a:pt x="39128" y="17145"/>
                  </a:lnTo>
                  <a:lnTo>
                    <a:pt x="39306" y="17145"/>
                  </a:lnTo>
                  <a:lnTo>
                    <a:pt x="39509" y="17145"/>
                  </a:lnTo>
                  <a:lnTo>
                    <a:pt x="39547" y="16891"/>
                  </a:lnTo>
                  <a:lnTo>
                    <a:pt x="39509" y="17145"/>
                  </a:lnTo>
                  <a:lnTo>
                    <a:pt x="39827" y="16891"/>
                  </a:lnTo>
                  <a:close/>
                </a:path>
                <a:path w="64135" h="50800">
                  <a:moveTo>
                    <a:pt x="39865" y="17653"/>
                  </a:moveTo>
                  <a:lnTo>
                    <a:pt x="39268" y="17653"/>
                  </a:lnTo>
                  <a:lnTo>
                    <a:pt x="39255" y="17907"/>
                  </a:lnTo>
                  <a:lnTo>
                    <a:pt x="39547" y="17907"/>
                  </a:lnTo>
                  <a:lnTo>
                    <a:pt x="39865" y="17653"/>
                  </a:lnTo>
                  <a:close/>
                </a:path>
                <a:path w="64135" h="50800">
                  <a:moveTo>
                    <a:pt x="39865" y="13462"/>
                  </a:moveTo>
                  <a:lnTo>
                    <a:pt x="39484" y="13462"/>
                  </a:lnTo>
                  <a:lnTo>
                    <a:pt x="39649" y="13716"/>
                  </a:lnTo>
                  <a:lnTo>
                    <a:pt x="39522" y="13716"/>
                  </a:lnTo>
                  <a:lnTo>
                    <a:pt x="39408" y="15240"/>
                  </a:lnTo>
                  <a:lnTo>
                    <a:pt x="39789" y="15240"/>
                  </a:lnTo>
                  <a:lnTo>
                    <a:pt x="39865" y="13462"/>
                  </a:lnTo>
                  <a:close/>
                </a:path>
                <a:path w="64135" h="50800">
                  <a:moveTo>
                    <a:pt x="39878" y="21336"/>
                  </a:moveTo>
                  <a:lnTo>
                    <a:pt x="39763" y="21082"/>
                  </a:lnTo>
                  <a:lnTo>
                    <a:pt x="38658" y="21082"/>
                  </a:lnTo>
                  <a:lnTo>
                    <a:pt x="38684" y="20828"/>
                  </a:lnTo>
                  <a:lnTo>
                    <a:pt x="38696" y="20650"/>
                  </a:lnTo>
                  <a:lnTo>
                    <a:pt x="38100" y="20701"/>
                  </a:lnTo>
                  <a:lnTo>
                    <a:pt x="37998" y="20574"/>
                  </a:lnTo>
                  <a:lnTo>
                    <a:pt x="37680" y="20574"/>
                  </a:lnTo>
                  <a:lnTo>
                    <a:pt x="37680" y="21082"/>
                  </a:lnTo>
                  <a:lnTo>
                    <a:pt x="37541" y="21209"/>
                  </a:lnTo>
                  <a:lnTo>
                    <a:pt x="37388" y="21082"/>
                  </a:lnTo>
                  <a:lnTo>
                    <a:pt x="37680" y="21082"/>
                  </a:lnTo>
                  <a:lnTo>
                    <a:pt x="37680" y="20574"/>
                  </a:lnTo>
                  <a:lnTo>
                    <a:pt x="36182" y="20574"/>
                  </a:lnTo>
                  <a:lnTo>
                    <a:pt x="36664" y="20828"/>
                  </a:lnTo>
                  <a:lnTo>
                    <a:pt x="34874" y="20828"/>
                  </a:lnTo>
                  <a:lnTo>
                    <a:pt x="35255" y="21082"/>
                  </a:lnTo>
                  <a:lnTo>
                    <a:pt x="36410" y="21082"/>
                  </a:lnTo>
                  <a:lnTo>
                    <a:pt x="36271" y="21336"/>
                  </a:lnTo>
                  <a:lnTo>
                    <a:pt x="37401" y="21336"/>
                  </a:lnTo>
                  <a:lnTo>
                    <a:pt x="37693" y="21336"/>
                  </a:lnTo>
                  <a:lnTo>
                    <a:pt x="38112" y="21336"/>
                  </a:lnTo>
                  <a:lnTo>
                    <a:pt x="37998" y="21082"/>
                  </a:lnTo>
                  <a:lnTo>
                    <a:pt x="38417" y="21082"/>
                  </a:lnTo>
                  <a:lnTo>
                    <a:pt x="38328" y="21336"/>
                  </a:lnTo>
                  <a:lnTo>
                    <a:pt x="39878" y="21336"/>
                  </a:lnTo>
                  <a:close/>
                </a:path>
                <a:path w="64135" h="50800">
                  <a:moveTo>
                    <a:pt x="39878" y="13208"/>
                  </a:moveTo>
                  <a:lnTo>
                    <a:pt x="39712" y="13208"/>
                  </a:lnTo>
                  <a:lnTo>
                    <a:pt x="39865" y="13398"/>
                  </a:lnTo>
                  <a:lnTo>
                    <a:pt x="39878" y="13208"/>
                  </a:lnTo>
                  <a:close/>
                </a:path>
                <a:path w="64135" h="50800">
                  <a:moveTo>
                    <a:pt x="39928" y="20828"/>
                  </a:moveTo>
                  <a:lnTo>
                    <a:pt x="39611" y="20828"/>
                  </a:lnTo>
                  <a:lnTo>
                    <a:pt x="39763" y="21082"/>
                  </a:lnTo>
                  <a:lnTo>
                    <a:pt x="39903" y="21082"/>
                  </a:lnTo>
                  <a:lnTo>
                    <a:pt x="39928" y="20828"/>
                  </a:lnTo>
                  <a:close/>
                </a:path>
                <a:path w="64135" h="50800">
                  <a:moveTo>
                    <a:pt x="40068" y="22479"/>
                  </a:moveTo>
                  <a:lnTo>
                    <a:pt x="40043" y="21971"/>
                  </a:lnTo>
                  <a:lnTo>
                    <a:pt x="39916" y="22225"/>
                  </a:lnTo>
                  <a:lnTo>
                    <a:pt x="35610" y="22225"/>
                  </a:lnTo>
                  <a:lnTo>
                    <a:pt x="35763" y="22352"/>
                  </a:lnTo>
                  <a:lnTo>
                    <a:pt x="35356" y="22225"/>
                  </a:lnTo>
                  <a:lnTo>
                    <a:pt x="35013" y="21971"/>
                  </a:lnTo>
                  <a:lnTo>
                    <a:pt x="34861" y="22225"/>
                  </a:lnTo>
                  <a:lnTo>
                    <a:pt x="34658" y="22225"/>
                  </a:lnTo>
                  <a:lnTo>
                    <a:pt x="34658" y="22479"/>
                  </a:lnTo>
                  <a:lnTo>
                    <a:pt x="34480" y="22669"/>
                  </a:lnTo>
                  <a:lnTo>
                    <a:pt x="33870" y="22593"/>
                  </a:lnTo>
                  <a:lnTo>
                    <a:pt x="33616" y="22479"/>
                  </a:lnTo>
                  <a:lnTo>
                    <a:pt x="33108" y="22517"/>
                  </a:lnTo>
                  <a:lnTo>
                    <a:pt x="32880" y="22733"/>
                  </a:lnTo>
                  <a:lnTo>
                    <a:pt x="32740" y="22936"/>
                  </a:lnTo>
                  <a:lnTo>
                    <a:pt x="32791" y="22733"/>
                  </a:lnTo>
                  <a:lnTo>
                    <a:pt x="32880" y="22479"/>
                  </a:lnTo>
                  <a:lnTo>
                    <a:pt x="33147" y="22479"/>
                  </a:lnTo>
                  <a:lnTo>
                    <a:pt x="33350" y="22479"/>
                  </a:lnTo>
                  <a:lnTo>
                    <a:pt x="33616" y="22479"/>
                  </a:lnTo>
                  <a:lnTo>
                    <a:pt x="34658" y="22479"/>
                  </a:lnTo>
                  <a:lnTo>
                    <a:pt x="34658" y="22225"/>
                  </a:lnTo>
                  <a:lnTo>
                    <a:pt x="33489" y="22225"/>
                  </a:lnTo>
                  <a:lnTo>
                    <a:pt x="33451" y="21971"/>
                  </a:lnTo>
                  <a:lnTo>
                    <a:pt x="33426" y="22225"/>
                  </a:lnTo>
                  <a:lnTo>
                    <a:pt x="33299" y="22339"/>
                  </a:lnTo>
                  <a:lnTo>
                    <a:pt x="33426" y="22225"/>
                  </a:lnTo>
                  <a:lnTo>
                    <a:pt x="33426" y="21983"/>
                  </a:lnTo>
                  <a:lnTo>
                    <a:pt x="32842" y="22225"/>
                  </a:lnTo>
                  <a:lnTo>
                    <a:pt x="32194" y="22987"/>
                  </a:lnTo>
                  <a:lnTo>
                    <a:pt x="31877" y="23241"/>
                  </a:lnTo>
                  <a:lnTo>
                    <a:pt x="28067" y="23241"/>
                  </a:lnTo>
                  <a:lnTo>
                    <a:pt x="28130" y="22225"/>
                  </a:lnTo>
                  <a:lnTo>
                    <a:pt x="28295" y="22225"/>
                  </a:lnTo>
                  <a:lnTo>
                    <a:pt x="28282" y="21971"/>
                  </a:lnTo>
                  <a:lnTo>
                    <a:pt x="27927" y="21971"/>
                  </a:lnTo>
                  <a:lnTo>
                    <a:pt x="27901" y="23495"/>
                  </a:lnTo>
                  <a:lnTo>
                    <a:pt x="28016" y="23317"/>
                  </a:lnTo>
                  <a:lnTo>
                    <a:pt x="28003" y="23495"/>
                  </a:lnTo>
                  <a:lnTo>
                    <a:pt x="31750" y="23495"/>
                  </a:lnTo>
                  <a:lnTo>
                    <a:pt x="31864" y="23368"/>
                  </a:lnTo>
                  <a:lnTo>
                    <a:pt x="31826" y="23749"/>
                  </a:lnTo>
                  <a:lnTo>
                    <a:pt x="32550" y="23749"/>
                  </a:lnTo>
                  <a:lnTo>
                    <a:pt x="32626" y="23241"/>
                  </a:lnTo>
                  <a:lnTo>
                    <a:pt x="32270" y="23241"/>
                  </a:lnTo>
                  <a:lnTo>
                    <a:pt x="32651" y="23152"/>
                  </a:lnTo>
                  <a:lnTo>
                    <a:pt x="33337" y="22987"/>
                  </a:lnTo>
                  <a:lnTo>
                    <a:pt x="33477" y="22733"/>
                  </a:lnTo>
                  <a:lnTo>
                    <a:pt x="34188" y="22733"/>
                  </a:lnTo>
                  <a:lnTo>
                    <a:pt x="34417" y="22733"/>
                  </a:lnTo>
                  <a:lnTo>
                    <a:pt x="35090" y="22733"/>
                  </a:lnTo>
                  <a:lnTo>
                    <a:pt x="36220" y="22733"/>
                  </a:lnTo>
                  <a:lnTo>
                    <a:pt x="35915" y="22479"/>
                  </a:lnTo>
                  <a:lnTo>
                    <a:pt x="36169" y="22479"/>
                  </a:lnTo>
                  <a:lnTo>
                    <a:pt x="40005" y="22479"/>
                  </a:lnTo>
                  <a:lnTo>
                    <a:pt x="39992" y="22352"/>
                  </a:lnTo>
                  <a:lnTo>
                    <a:pt x="40068" y="22479"/>
                  </a:lnTo>
                  <a:close/>
                </a:path>
                <a:path w="64135" h="50800">
                  <a:moveTo>
                    <a:pt x="40462" y="12865"/>
                  </a:moveTo>
                  <a:lnTo>
                    <a:pt x="40347" y="12585"/>
                  </a:lnTo>
                  <a:lnTo>
                    <a:pt x="40259" y="12776"/>
                  </a:lnTo>
                  <a:lnTo>
                    <a:pt x="40259" y="12954"/>
                  </a:lnTo>
                  <a:lnTo>
                    <a:pt x="40462" y="12865"/>
                  </a:lnTo>
                  <a:close/>
                </a:path>
                <a:path w="64135" h="50800">
                  <a:moveTo>
                    <a:pt x="40627" y="18097"/>
                  </a:moveTo>
                  <a:lnTo>
                    <a:pt x="40601" y="17919"/>
                  </a:lnTo>
                  <a:lnTo>
                    <a:pt x="40627" y="18097"/>
                  </a:lnTo>
                  <a:close/>
                </a:path>
                <a:path w="64135" h="50800">
                  <a:moveTo>
                    <a:pt x="40690" y="7874"/>
                  </a:moveTo>
                  <a:lnTo>
                    <a:pt x="30276" y="7874"/>
                  </a:lnTo>
                  <a:lnTo>
                    <a:pt x="30264" y="7620"/>
                  </a:lnTo>
                  <a:lnTo>
                    <a:pt x="27305" y="7620"/>
                  </a:lnTo>
                  <a:lnTo>
                    <a:pt x="27305" y="7874"/>
                  </a:lnTo>
                  <a:lnTo>
                    <a:pt x="27559" y="7874"/>
                  </a:lnTo>
                  <a:lnTo>
                    <a:pt x="27787" y="8128"/>
                  </a:lnTo>
                  <a:lnTo>
                    <a:pt x="27736" y="7874"/>
                  </a:lnTo>
                  <a:lnTo>
                    <a:pt x="30238" y="7874"/>
                  </a:lnTo>
                  <a:lnTo>
                    <a:pt x="30149" y="8128"/>
                  </a:lnTo>
                  <a:lnTo>
                    <a:pt x="40690" y="8128"/>
                  </a:lnTo>
                  <a:lnTo>
                    <a:pt x="40690" y="7874"/>
                  </a:lnTo>
                  <a:close/>
                </a:path>
                <a:path w="64135" h="50800">
                  <a:moveTo>
                    <a:pt x="40830" y="7620"/>
                  </a:moveTo>
                  <a:lnTo>
                    <a:pt x="40690" y="7366"/>
                  </a:lnTo>
                  <a:lnTo>
                    <a:pt x="30251" y="7366"/>
                  </a:lnTo>
                  <a:lnTo>
                    <a:pt x="30264" y="7620"/>
                  </a:lnTo>
                  <a:lnTo>
                    <a:pt x="40830" y="7620"/>
                  </a:lnTo>
                  <a:close/>
                </a:path>
                <a:path w="64135" h="50800">
                  <a:moveTo>
                    <a:pt x="40843" y="12192"/>
                  </a:moveTo>
                  <a:lnTo>
                    <a:pt x="40665" y="12065"/>
                  </a:lnTo>
                  <a:lnTo>
                    <a:pt x="40525" y="12065"/>
                  </a:lnTo>
                  <a:lnTo>
                    <a:pt x="40449" y="12446"/>
                  </a:lnTo>
                  <a:lnTo>
                    <a:pt x="40843" y="12446"/>
                  </a:lnTo>
                  <a:lnTo>
                    <a:pt x="40843" y="12192"/>
                  </a:lnTo>
                  <a:close/>
                </a:path>
                <a:path w="64135" h="50800">
                  <a:moveTo>
                    <a:pt x="41135" y="16129"/>
                  </a:moveTo>
                  <a:lnTo>
                    <a:pt x="40728" y="16129"/>
                  </a:lnTo>
                  <a:lnTo>
                    <a:pt x="40614" y="16383"/>
                  </a:lnTo>
                  <a:lnTo>
                    <a:pt x="40500" y="16637"/>
                  </a:lnTo>
                  <a:lnTo>
                    <a:pt x="40881" y="16383"/>
                  </a:lnTo>
                  <a:lnTo>
                    <a:pt x="41135" y="16129"/>
                  </a:lnTo>
                  <a:close/>
                </a:path>
                <a:path w="64135" h="50800">
                  <a:moveTo>
                    <a:pt x="41262" y="24257"/>
                  </a:moveTo>
                  <a:lnTo>
                    <a:pt x="38557" y="24257"/>
                  </a:lnTo>
                  <a:lnTo>
                    <a:pt x="38455" y="24384"/>
                  </a:lnTo>
                  <a:lnTo>
                    <a:pt x="38265" y="24257"/>
                  </a:lnTo>
                  <a:lnTo>
                    <a:pt x="38442" y="24257"/>
                  </a:lnTo>
                  <a:lnTo>
                    <a:pt x="38341" y="23749"/>
                  </a:lnTo>
                  <a:lnTo>
                    <a:pt x="38582" y="23749"/>
                  </a:lnTo>
                  <a:lnTo>
                    <a:pt x="38633" y="23495"/>
                  </a:lnTo>
                  <a:lnTo>
                    <a:pt x="38379" y="23495"/>
                  </a:lnTo>
                  <a:lnTo>
                    <a:pt x="38227" y="23749"/>
                  </a:lnTo>
                  <a:lnTo>
                    <a:pt x="35382" y="23749"/>
                  </a:lnTo>
                  <a:lnTo>
                    <a:pt x="35407" y="23876"/>
                  </a:lnTo>
                  <a:lnTo>
                    <a:pt x="35153" y="23749"/>
                  </a:lnTo>
                  <a:lnTo>
                    <a:pt x="35090" y="23495"/>
                  </a:lnTo>
                  <a:lnTo>
                    <a:pt x="35064" y="23368"/>
                  </a:lnTo>
                  <a:lnTo>
                    <a:pt x="34912" y="23418"/>
                  </a:lnTo>
                  <a:lnTo>
                    <a:pt x="35001" y="23241"/>
                  </a:lnTo>
                  <a:lnTo>
                    <a:pt x="35483" y="22987"/>
                  </a:lnTo>
                  <a:lnTo>
                    <a:pt x="34772" y="22987"/>
                  </a:lnTo>
                  <a:lnTo>
                    <a:pt x="34480" y="22860"/>
                  </a:lnTo>
                  <a:lnTo>
                    <a:pt x="34505" y="22987"/>
                  </a:lnTo>
                  <a:lnTo>
                    <a:pt x="34556" y="23241"/>
                  </a:lnTo>
                  <a:lnTo>
                    <a:pt x="34848" y="23241"/>
                  </a:lnTo>
                  <a:lnTo>
                    <a:pt x="34861" y="23393"/>
                  </a:lnTo>
                  <a:lnTo>
                    <a:pt x="34556" y="23241"/>
                  </a:lnTo>
                  <a:lnTo>
                    <a:pt x="32766" y="23241"/>
                  </a:lnTo>
                  <a:lnTo>
                    <a:pt x="32702" y="23495"/>
                  </a:lnTo>
                  <a:lnTo>
                    <a:pt x="34861" y="23495"/>
                  </a:lnTo>
                  <a:lnTo>
                    <a:pt x="34937" y="24003"/>
                  </a:lnTo>
                  <a:lnTo>
                    <a:pt x="35128" y="24257"/>
                  </a:lnTo>
                  <a:lnTo>
                    <a:pt x="35471" y="24257"/>
                  </a:lnTo>
                  <a:lnTo>
                    <a:pt x="35433" y="24003"/>
                  </a:lnTo>
                  <a:lnTo>
                    <a:pt x="35661" y="24003"/>
                  </a:lnTo>
                  <a:lnTo>
                    <a:pt x="37909" y="24003"/>
                  </a:lnTo>
                  <a:lnTo>
                    <a:pt x="37680" y="24257"/>
                  </a:lnTo>
                  <a:lnTo>
                    <a:pt x="38100" y="24257"/>
                  </a:lnTo>
                  <a:lnTo>
                    <a:pt x="38049" y="24384"/>
                  </a:lnTo>
                  <a:lnTo>
                    <a:pt x="37668" y="24307"/>
                  </a:lnTo>
                  <a:lnTo>
                    <a:pt x="37655" y="24511"/>
                  </a:lnTo>
                  <a:lnTo>
                    <a:pt x="37680" y="25908"/>
                  </a:lnTo>
                  <a:lnTo>
                    <a:pt x="37807" y="26035"/>
                  </a:lnTo>
                  <a:lnTo>
                    <a:pt x="37909" y="26162"/>
                  </a:lnTo>
                  <a:lnTo>
                    <a:pt x="38608" y="26162"/>
                  </a:lnTo>
                  <a:lnTo>
                    <a:pt x="38049" y="26035"/>
                  </a:lnTo>
                  <a:lnTo>
                    <a:pt x="37998" y="24511"/>
                  </a:lnTo>
                  <a:lnTo>
                    <a:pt x="38468" y="24511"/>
                  </a:lnTo>
                  <a:lnTo>
                    <a:pt x="38646" y="24511"/>
                  </a:lnTo>
                  <a:lnTo>
                    <a:pt x="41262" y="24511"/>
                  </a:lnTo>
                  <a:lnTo>
                    <a:pt x="41262" y="24257"/>
                  </a:lnTo>
                  <a:close/>
                </a:path>
                <a:path w="64135" h="50800">
                  <a:moveTo>
                    <a:pt x="41262" y="8636"/>
                  </a:moveTo>
                  <a:lnTo>
                    <a:pt x="40944" y="8509"/>
                  </a:lnTo>
                  <a:lnTo>
                    <a:pt x="40894" y="8636"/>
                  </a:lnTo>
                  <a:lnTo>
                    <a:pt x="41262" y="8636"/>
                  </a:lnTo>
                  <a:close/>
                </a:path>
                <a:path w="64135" h="50800">
                  <a:moveTo>
                    <a:pt x="41275" y="23241"/>
                  </a:moveTo>
                  <a:lnTo>
                    <a:pt x="39738" y="23241"/>
                  </a:lnTo>
                  <a:lnTo>
                    <a:pt x="38696" y="23241"/>
                  </a:lnTo>
                  <a:lnTo>
                    <a:pt x="39141" y="22987"/>
                  </a:lnTo>
                  <a:lnTo>
                    <a:pt x="38646" y="23101"/>
                  </a:lnTo>
                  <a:lnTo>
                    <a:pt x="38531" y="22733"/>
                  </a:lnTo>
                  <a:lnTo>
                    <a:pt x="38074" y="22733"/>
                  </a:lnTo>
                  <a:lnTo>
                    <a:pt x="38011" y="22987"/>
                  </a:lnTo>
                  <a:lnTo>
                    <a:pt x="37287" y="22987"/>
                  </a:lnTo>
                  <a:lnTo>
                    <a:pt x="37465" y="23241"/>
                  </a:lnTo>
                  <a:lnTo>
                    <a:pt x="37287" y="23241"/>
                  </a:lnTo>
                  <a:lnTo>
                    <a:pt x="37007" y="22987"/>
                  </a:lnTo>
                  <a:lnTo>
                    <a:pt x="35483" y="22987"/>
                  </a:lnTo>
                  <a:lnTo>
                    <a:pt x="35966" y="23368"/>
                  </a:lnTo>
                  <a:lnTo>
                    <a:pt x="36245" y="23241"/>
                  </a:lnTo>
                  <a:lnTo>
                    <a:pt x="36728" y="23241"/>
                  </a:lnTo>
                  <a:lnTo>
                    <a:pt x="37147" y="23495"/>
                  </a:lnTo>
                  <a:lnTo>
                    <a:pt x="37541" y="23495"/>
                  </a:lnTo>
                  <a:lnTo>
                    <a:pt x="38138" y="23495"/>
                  </a:lnTo>
                  <a:lnTo>
                    <a:pt x="38112" y="23368"/>
                  </a:lnTo>
                  <a:lnTo>
                    <a:pt x="38227" y="23495"/>
                  </a:lnTo>
                  <a:lnTo>
                    <a:pt x="38150" y="23241"/>
                  </a:lnTo>
                  <a:lnTo>
                    <a:pt x="38684" y="23241"/>
                  </a:lnTo>
                  <a:lnTo>
                    <a:pt x="38633" y="23495"/>
                  </a:lnTo>
                  <a:lnTo>
                    <a:pt x="39687" y="23495"/>
                  </a:lnTo>
                  <a:lnTo>
                    <a:pt x="39712" y="23368"/>
                  </a:lnTo>
                  <a:lnTo>
                    <a:pt x="39801" y="23495"/>
                  </a:lnTo>
                  <a:lnTo>
                    <a:pt x="41275" y="23495"/>
                  </a:lnTo>
                  <a:lnTo>
                    <a:pt x="41275" y="23241"/>
                  </a:lnTo>
                  <a:close/>
                </a:path>
                <a:path w="64135" h="50800">
                  <a:moveTo>
                    <a:pt x="41275" y="8890"/>
                  </a:moveTo>
                  <a:lnTo>
                    <a:pt x="41262" y="8636"/>
                  </a:lnTo>
                  <a:lnTo>
                    <a:pt x="41008" y="8890"/>
                  </a:lnTo>
                  <a:lnTo>
                    <a:pt x="41275" y="8890"/>
                  </a:lnTo>
                  <a:close/>
                </a:path>
                <a:path w="64135" h="50800">
                  <a:moveTo>
                    <a:pt x="41338" y="38354"/>
                  </a:moveTo>
                  <a:lnTo>
                    <a:pt x="40386" y="38227"/>
                  </a:lnTo>
                  <a:lnTo>
                    <a:pt x="38557" y="38227"/>
                  </a:lnTo>
                  <a:lnTo>
                    <a:pt x="37744" y="37973"/>
                  </a:lnTo>
                  <a:lnTo>
                    <a:pt x="37947" y="37973"/>
                  </a:lnTo>
                  <a:lnTo>
                    <a:pt x="37680" y="37719"/>
                  </a:lnTo>
                  <a:lnTo>
                    <a:pt x="37503" y="37719"/>
                  </a:lnTo>
                  <a:lnTo>
                    <a:pt x="37388" y="37592"/>
                  </a:lnTo>
                  <a:lnTo>
                    <a:pt x="37287" y="37465"/>
                  </a:lnTo>
                  <a:lnTo>
                    <a:pt x="37274" y="37973"/>
                  </a:lnTo>
                  <a:lnTo>
                    <a:pt x="37439" y="37973"/>
                  </a:lnTo>
                  <a:lnTo>
                    <a:pt x="37249" y="38100"/>
                  </a:lnTo>
                  <a:lnTo>
                    <a:pt x="37274" y="37973"/>
                  </a:lnTo>
                  <a:lnTo>
                    <a:pt x="36461" y="37973"/>
                  </a:lnTo>
                  <a:lnTo>
                    <a:pt x="36728" y="38227"/>
                  </a:lnTo>
                  <a:lnTo>
                    <a:pt x="37058" y="38227"/>
                  </a:lnTo>
                  <a:lnTo>
                    <a:pt x="36652" y="38227"/>
                  </a:lnTo>
                  <a:lnTo>
                    <a:pt x="36868" y="38354"/>
                  </a:lnTo>
                  <a:lnTo>
                    <a:pt x="37617" y="38354"/>
                  </a:lnTo>
                  <a:lnTo>
                    <a:pt x="37858" y="38227"/>
                  </a:lnTo>
                  <a:lnTo>
                    <a:pt x="38176" y="38354"/>
                  </a:lnTo>
                  <a:lnTo>
                    <a:pt x="41338" y="38354"/>
                  </a:lnTo>
                  <a:close/>
                </a:path>
                <a:path w="64135" h="50800">
                  <a:moveTo>
                    <a:pt x="41402" y="21082"/>
                  </a:moveTo>
                  <a:lnTo>
                    <a:pt x="39903" y="21082"/>
                  </a:lnTo>
                  <a:lnTo>
                    <a:pt x="39890" y="21336"/>
                  </a:lnTo>
                  <a:lnTo>
                    <a:pt x="41376" y="21336"/>
                  </a:lnTo>
                  <a:lnTo>
                    <a:pt x="41402" y="21082"/>
                  </a:lnTo>
                  <a:close/>
                </a:path>
                <a:path w="64135" h="50800">
                  <a:moveTo>
                    <a:pt x="41503" y="24511"/>
                  </a:moveTo>
                  <a:lnTo>
                    <a:pt x="41262" y="24511"/>
                  </a:lnTo>
                  <a:lnTo>
                    <a:pt x="41249" y="25273"/>
                  </a:lnTo>
                  <a:lnTo>
                    <a:pt x="41376" y="25146"/>
                  </a:lnTo>
                  <a:lnTo>
                    <a:pt x="41452" y="24765"/>
                  </a:lnTo>
                  <a:lnTo>
                    <a:pt x="41503" y="24511"/>
                  </a:lnTo>
                  <a:close/>
                </a:path>
                <a:path w="64135" h="50800">
                  <a:moveTo>
                    <a:pt x="41529" y="15621"/>
                  </a:moveTo>
                  <a:lnTo>
                    <a:pt x="41148" y="15875"/>
                  </a:lnTo>
                  <a:lnTo>
                    <a:pt x="41363" y="15875"/>
                  </a:lnTo>
                  <a:lnTo>
                    <a:pt x="41529" y="15621"/>
                  </a:lnTo>
                  <a:close/>
                </a:path>
                <a:path w="64135" h="50800">
                  <a:moveTo>
                    <a:pt x="41529" y="15621"/>
                  </a:moveTo>
                  <a:lnTo>
                    <a:pt x="41440" y="15875"/>
                  </a:lnTo>
                  <a:lnTo>
                    <a:pt x="41338" y="16129"/>
                  </a:lnTo>
                  <a:lnTo>
                    <a:pt x="41478" y="16129"/>
                  </a:lnTo>
                  <a:lnTo>
                    <a:pt x="41529" y="15621"/>
                  </a:lnTo>
                  <a:close/>
                </a:path>
                <a:path w="64135" h="50800">
                  <a:moveTo>
                    <a:pt x="41554" y="24257"/>
                  </a:moveTo>
                  <a:lnTo>
                    <a:pt x="41490" y="23495"/>
                  </a:lnTo>
                  <a:lnTo>
                    <a:pt x="41275" y="23495"/>
                  </a:lnTo>
                  <a:lnTo>
                    <a:pt x="41262" y="24257"/>
                  </a:lnTo>
                  <a:lnTo>
                    <a:pt x="41554" y="24257"/>
                  </a:lnTo>
                  <a:close/>
                </a:path>
                <a:path w="64135" h="50800">
                  <a:moveTo>
                    <a:pt x="41706" y="14058"/>
                  </a:moveTo>
                  <a:lnTo>
                    <a:pt x="41681" y="13728"/>
                  </a:lnTo>
                  <a:lnTo>
                    <a:pt x="41643" y="14058"/>
                  </a:lnTo>
                  <a:close/>
                </a:path>
                <a:path w="64135" h="50800">
                  <a:moveTo>
                    <a:pt x="41998" y="17145"/>
                  </a:moveTo>
                  <a:lnTo>
                    <a:pt x="40474" y="17145"/>
                  </a:lnTo>
                  <a:lnTo>
                    <a:pt x="39941" y="17653"/>
                  </a:lnTo>
                  <a:lnTo>
                    <a:pt x="39789" y="17907"/>
                  </a:lnTo>
                  <a:lnTo>
                    <a:pt x="41033" y="17907"/>
                  </a:lnTo>
                  <a:lnTo>
                    <a:pt x="41173" y="17907"/>
                  </a:lnTo>
                  <a:lnTo>
                    <a:pt x="41478" y="17907"/>
                  </a:lnTo>
                  <a:lnTo>
                    <a:pt x="41783" y="17907"/>
                  </a:lnTo>
                  <a:lnTo>
                    <a:pt x="41922" y="17653"/>
                  </a:lnTo>
                  <a:lnTo>
                    <a:pt x="41998" y="17145"/>
                  </a:lnTo>
                  <a:close/>
                </a:path>
                <a:path w="64135" h="50800">
                  <a:moveTo>
                    <a:pt x="42037" y="14465"/>
                  </a:moveTo>
                  <a:lnTo>
                    <a:pt x="41668" y="14947"/>
                  </a:lnTo>
                  <a:lnTo>
                    <a:pt x="41097" y="15417"/>
                  </a:lnTo>
                  <a:lnTo>
                    <a:pt x="40906" y="15875"/>
                  </a:lnTo>
                  <a:lnTo>
                    <a:pt x="40360" y="15875"/>
                  </a:lnTo>
                  <a:lnTo>
                    <a:pt x="40081" y="15875"/>
                  </a:lnTo>
                  <a:lnTo>
                    <a:pt x="39954" y="16103"/>
                  </a:lnTo>
                  <a:lnTo>
                    <a:pt x="39827" y="16383"/>
                  </a:lnTo>
                  <a:lnTo>
                    <a:pt x="40157" y="16129"/>
                  </a:lnTo>
                  <a:lnTo>
                    <a:pt x="40728" y="16129"/>
                  </a:lnTo>
                  <a:lnTo>
                    <a:pt x="41148" y="15875"/>
                  </a:lnTo>
                  <a:lnTo>
                    <a:pt x="40919" y="15875"/>
                  </a:lnTo>
                  <a:lnTo>
                    <a:pt x="41198" y="15417"/>
                  </a:lnTo>
                  <a:lnTo>
                    <a:pt x="41783" y="14947"/>
                  </a:lnTo>
                  <a:lnTo>
                    <a:pt x="42037" y="14465"/>
                  </a:lnTo>
                  <a:close/>
                </a:path>
                <a:path w="64135" h="50800">
                  <a:moveTo>
                    <a:pt x="42049" y="21590"/>
                  </a:moveTo>
                  <a:lnTo>
                    <a:pt x="41973" y="21336"/>
                  </a:lnTo>
                  <a:lnTo>
                    <a:pt x="41376" y="21336"/>
                  </a:lnTo>
                  <a:lnTo>
                    <a:pt x="41275" y="23241"/>
                  </a:lnTo>
                  <a:lnTo>
                    <a:pt x="41414" y="23241"/>
                  </a:lnTo>
                  <a:lnTo>
                    <a:pt x="41503" y="22987"/>
                  </a:lnTo>
                  <a:lnTo>
                    <a:pt x="41605" y="22733"/>
                  </a:lnTo>
                  <a:lnTo>
                    <a:pt x="41694" y="22479"/>
                  </a:lnTo>
                  <a:lnTo>
                    <a:pt x="41783" y="22225"/>
                  </a:lnTo>
                  <a:lnTo>
                    <a:pt x="41541" y="22225"/>
                  </a:lnTo>
                  <a:lnTo>
                    <a:pt x="42049" y="21590"/>
                  </a:lnTo>
                  <a:close/>
                </a:path>
                <a:path w="64135" h="50800">
                  <a:moveTo>
                    <a:pt x="42316" y="15875"/>
                  </a:moveTo>
                  <a:lnTo>
                    <a:pt x="41821" y="15621"/>
                  </a:lnTo>
                  <a:lnTo>
                    <a:pt x="41706" y="15875"/>
                  </a:lnTo>
                  <a:lnTo>
                    <a:pt x="42316" y="15875"/>
                  </a:lnTo>
                  <a:close/>
                </a:path>
                <a:path w="64135" h="50800">
                  <a:moveTo>
                    <a:pt x="42545" y="13716"/>
                  </a:moveTo>
                  <a:lnTo>
                    <a:pt x="42316" y="13462"/>
                  </a:lnTo>
                  <a:lnTo>
                    <a:pt x="42087" y="13462"/>
                  </a:lnTo>
                  <a:lnTo>
                    <a:pt x="42545" y="13716"/>
                  </a:lnTo>
                  <a:close/>
                </a:path>
                <a:path w="64135" h="50800">
                  <a:moveTo>
                    <a:pt x="42697" y="6604"/>
                  </a:moveTo>
                  <a:lnTo>
                    <a:pt x="42316" y="6489"/>
                  </a:lnTo>
                  <a:lnTo>
                    <a:pt x="42202" y="6350"/>
                  </a:lnTo>
                  <a:lnTo>
                    <a:pt x="41922" y="6350"/>
                  </a:lnTo>
                  <a:lnTo>
                    <a:pt x="30213" y="6350"/>
                  </a:lnTo>
                  <a:lnTo>
                    <a:pt x="30238" y="6858"/>
                  </a:lnTo>
                  <a:lnTo>
                    <a:pt x="40919" y="6858"/>
                  </a:lnTo>
                  <a:lnTo>
                    <a:pt x="40906" y="6604"/>
                  </a:lnTo>
                  <a:lnTo>
                    <a:pt x="42151" y="6604"/>
                  </a:lnTo>
                  <a:lnTo>
                    <a:pt x="42430" y="6604"/>
                  </a:lnTo>
                  <a:lnTo>
                    <a:pt x="42697" y="6604"/>
                  </a:lnTo>
                  <a:close/>
                </a:path>
                <a:path w="64135" h="50800">
                  <a:moveTo>
                    <a:pt x="43586" y="17437"/>
                  </a:moveTo>
                  <a:lnTo>
                    <a:pt x="43472" y="17145"/>
                  </a:lnTo>
                  <a:lnTo>
                    <a:pt x="43053" y="16891"/>
                  </a:lnTo>
                  <a:lnTo>
                    <a:pt x="42849" y="16891"/>
                  </a:lnTo>
                  <a:lnTo>
                    <a:pt x="42875" y="16383"/>
                  </a:lnTo>
                  <a:lnTo>
                    <a:pt x="42659" y="16383"/>
                  </a:lnTo>
                  <a:lnTo>
                    <a:pt x="42989" y="16129"/>
                  </a:lnTo>
                  <a:lnTo>
                    <a:pt x="43230" y="15875"/>
                  </a:lnTo>
                  <a:lnTo>
                    <a:pt x="42799" y="16027"/>
                  </a:lnTo>
                  <a:lnTo>
                    <a:pt x="42849" y="15621"/>
                  </a:lnTo>
                  <a:lnTo>
                    <a:pt x="42646" y="15875"/>
                  </a:lnTo>
                  <a:lnTo>
                    <a:pt x="42557" y="16014"/>
                  </a:lnTo>
                  <a:lnTo>
                    <a:pt x="42316" y="15875"/>
                  </a:lnTo>
                  <a:lnTo>
                    <a:pt x="42329" y="16383"/>
                  </a:lnTo>
                  <a:lnTo>
                    <a:pt x="42011" y="16637"/>
                  </a:lnTo>
                  <a:lnTo>
                    <a:pt x="41998" y="17145"/>
                  </a:lnTo>
                  <a:lnTo>
                    <a:pt x="42456" y="17145"/>
                  </a:lnTo>
                  <a:lnTo>
                    <a:pt x="42570" y="17399"/>
                  </a:lnTo>
                  <a:lnTo>
                    <a:pt x="42875" y="17145"/>
                  </a:lnTo>
                  <a:lnTo>
                    <a:pt x="43205" y="17145"/>
                  </a:lnTo>
                  <a:lnTo>
                    <a:pt x="43586" y="17437"/>
                  </a:lnTo>
                  <a:close/>
                </a:path>
                <a:path w="64135" h="50800">
                  <a:moveTo>
                    <a:pt x="43840" y="16129"/>
                  </a:moveTo>
                  <a:lnTo>
                    <a:pt x="43535" y="16002"/>
                  </a:lnTo>
                  <a:lnTo>
                    <a:pt x="43599" y="16129"/>
                  </a:lnTo>
                  <a:lnTo>
                    <a:pt x="43840" y="16129"/>
                  </a:lnTo>
                  <a:close/>
                </a:path>
                <a:path w="64135" h="50800">
                  <a:moveTo>
                    <a:pt x="43916" y="18796"/>
                  </a:moveTo>
                  <a:lnTo>
                    <a:pt x="43548" y="18796"/>
                  </a:lnTo>
                  <a:lnTo>
                    <a:pt x="43789" y="19050"/>
                  </a:lnTo>
                  <a:lnTo>
                    <a:pt x="43916" y="18796"/>
                  </a:lnTo>
                  <a:close/>
                </a:path>
                <a:path w="64135" h="50800">
                  <a:moveTo>
                    <a:pt x="43992" y="19812"/>
                  </a:moveTo>
                  <a:lnTo>
                    <a:pt x="43878" y="19558"/>
                  </a:lnTo>
                  <a:lnTo>
                    <a:pt x="43370" y="19558"/>
                  </a:lnTo>
                  <a:lnTo>
                    <a:pt x="43611" y="19812"/>
                  </a:lnTo>
                  <a:lnTo>
                    <a:pt x="43992" y="19812"/>
                  </a:lnTo>
                  <a:close/>
                </a:path>
                <a:path w="64135" h="50800">
                  <a:moveTo>
                    <a:pt x="44081" y="13462"/>
                  </a:moveTo>
                  <a:lnTo>
                    <a:pt x="43878" y="13208"/>
                  </a:lnTo>
                  <a:lnTo>
                    <a:pt x="42341" y="13208"/>
                  </a:lnTo>
                  <a:lnTo>
                    <a:pt x="42316" y="13462"/>
                  </a:lnTo>
                  <a:lnTo>
                    <a:pt x="44081" y="13462"/>
                  </a:lnTo>
                  <a:close/>
                </a:path>
                <a:path w="64135" h="50800">
                  <a:moveTo>
                    <a:pt x="44119" y="12954"/>
                  </a:moveTo>
                  <a:lnTo>
                    <a:pt x="43726" y="12954"/>
                  </a:lnTo>
                  <a:lnTo>
                    <a:pt x="43776" y="13208"/>
                  </a:lnTo>
                  <a:lnTo>
                    <a:pt x="44119" y="12954"/>
                  </a:lnTo>
                  <a:close/>
                </a:path>
                <a:path w="64135" h="50800">
                  <a:moveTo>
                    <a:pt x="44170" y="18796"/>
                  </a:moveTo>
                  <a:lnTo>
                    <a:pt x="44018" y="18415"/>
                  </a:lnTo>
                  <a:lnTo>
                    <a:pt x="43916" y="18796"/>
                  </a:lnTo>
                  <a:lnTo>
                    <a:pt x="44170" y="18796"/>
                  </a:lnTo>
                  <a:close/>
                </a:path>
                <a:path w="64135" h="50800">
                  <a:moveTo>
                    <a:pt x="44196" y="11811"/>
                  </a:moveTo>
                  <a:lnTo>
                    <a:pt x="43789" y="11811"/>
                  </a:lnTo>
                  <a:lnTo>
                    <a:pt x="43802" y="11557"/>
                  </a:lnTo>
                  <a:lnTo>
                    <a:pt x="43980" y="11557"/>
                  </a:lnTo>
                  <a:lnTo>
                    <a:pt x="43903" y="11049"/>
                  </a:lnTo>
                  <a:lnTo>
                    <a:pt x="44119" y="10795"/>
                  </a:lnTo>
                  <a:lnTo>
                    <a:pt x="40055" y="10795"/>
                  </a:lnTo>
                  <a:lnTo>
                    <a:pt x="40284" y="11049"/>
                  </a:lnTo>
                  <a:lnTo>
                    <a:pt x="40119" y="11049"/>
                  </a:lnTo>
                  <a:lnTo>
                    <a:pt x="40055" y="10795"/>
                  </a:lnTo>
                  <a:lnTo>
                    <a:pt x="39357" y="10795"/>
                  </a:lnTo>
                  <a:lnTo>
                    <a:pt x="39281" y="11049"/>
                  </a:lnTo>
                  <a:lnTo>
                    <a:pt x="39408" y="11176"/>
                  </a:lnTo>
                  <a:lnTo>
                    <a:pt x="39484" y="11049"/>
                  </a:lnTo>
                  <a:lnTo>
                    <a:pt x="39560" y="11303"/>
                  </a:lnTo>
                  <a:lnTo>
                    <a:pt x="39344" y="11303"/>
                  </a:lnTo>
                  <a:lnTo>
                    <a:pt x="38976" y="11303"/>
                  </a:lnTo>
                  <a:lnTo>
                    <a:pt x="38684" y="11557"/>
                  </a:lnTo>
                  <a:lnTo>
                    <a:pt x="39103" y="11557"/>
                  </a:lnTo>
                  <a:lnTo>
                    <a:pt x="39255" y="11557"/>
                  </a:lnTo>
                  <a:lnTo>
                    <a:pt x="39408" y="11684"/>
                  </a:lnTo>
                  <a:lnTo>
                    <a:pt x="39103" y="11557"/>
                  </a:lnTo>
                  <a:lnTo>
                    <a:pt x="38836" y="11811"/>
                  </a:lnTo>
                  <a:lnTo>
                    <a:pt x="38671" y="12065"/>
                  </a:lnTo>
                  <a:lnTo>
                    <a:pt x="39865" y="12065"/>
                  </a:lnTo>
                  <a:lnTo>
                    <a:pt x="39560" y="11811"/>
                  </a:lnTo>
                  <a:lnTo>
                    <a:pt x="39712" y="11811"/>
                  </a:lnTo>
                  <a:lnTo>
                    <a:pt x="43637" y="11811"/>
                  </a:lnTo>
                  <a:lnTo>
                    <a:pt x="43573" y="12065"/>
                  </a:lnTo>
                  <a:lnTo>
                    <a:pt x="43942" y="12065"/>
                  </a:lnTo>
                  <a:lnTo>
                    <a:pt x="43878" y="12446"/>
                  </a:lnTo>
                  <a:lnTo>
                    <a:pt x="43599" y="12446"/>
                  </a:lnTo>
                  <a:lnTo>
                    <a:pt x="43268" y="12065"/>
                  </a:lnTo>
                  <a:lnTo>
                    <a:pt x="41033" y="12065"/>
                  </a:lnTo>
                  <a:lnTo>
                    <a:pt x="41008" y="12954"/>
                  </a:lnTo>
                  <a:lnTo>
                    <a:pt x="41160" y="13081"/>
                  </a:lnTo>
                  <a:lnTo>
                    <a:pt x="41160" y="12700"/>
                  </a:lnTo>
                  <a:lnTo>
                    <a:pt x="41529" y="12700"/>
                  </a:lnTo>
                  <a:lnTo>
                    <a:pt x="41998" y="13208"/>
                  </a:lnTo>
                  <a:lnTo>
                    <a:pt x="41694" y="13208"/>
                  </a:lnTo>
                  <a:lnTo>
                    <a:pt x="41579" y="13462"/>
                  </a:lnTo>
                  <a:lnTo>
                    <a:pt x="41846" y="13716"/>
                  </a:lnTo>
                  <a:lnTo>
                    <a:pt x="41897" y="13462"/>
                  </a:lnTo>
                  <a:lnTo>
                    <a:pt x="42087" y="13462"/>
                  </a:lnTo>
                  <a:lnTo>
                    <a:pt x="42024" y="13208"/>
                  </a:lnTo>
                  <a:lnTo>
                    <a:pt x="42570" y="12954"/>
                  </a:lnTo>
                  <a:lnTo>
                    <a:pt x="42316" y="12954"/>
                  </a:lnTo>
                  <a:lnTo>
                    <a:pt x="42418" y="12700"/>
                  </a:lnTo>
                  <a:lnTo>
                    <a:pt x="42164" y="12954"/>
                  </a:lnTo>
                  <a:lnTo>
                    <a:pt x="41935" y="12954"/>
                  </a:lnTo>
                  <a:lnTo>
                    <a:pt x="42138" y="12700"/>
                  </a:lnTo>
                  <a:lnTo>
                    <a:pt x="42418" y="12700"/>
                  </a:lnTo>
                  <a:lnTo>
                    <a:pt x="42672" y="12446"/>
                  </a:lnTo>
                  <a:lnTo>
                    <a:pt x="42506" y="12700"/>
                  </a:lnTo>
                  <a:lnTo>
                    <a:pt x="43014" y="12446"/>
                  </a:lnTo>
                  <a:lnTo>
                    <a:pt x="43624" y="12700"/>
                  </a:lnTo>
                  <a:lnTo>
                    <a:pt x="42672" y="12700"/>
                  </a:lnTo>
                  <a:lnTo>
                    <a:pt x="42570" y="12954"/>
                  </a:lnTo>
                  <a:lnTo>
                    <a:pt x="43726" y="12954"/>
                  </a:lnTo>
                  <a:lnTo>
                    <a:pt x="43662" y="12700"/>
                  </a:lnTo>
                  <a:lnTo>
                    <a:pt x="44018" y="12700"/>
                  </a:lnTo>
                  <a:lnTo>
                    <a:pt x="44107" y="12446"/>
                  </a:lnTo>
                  <a:lnTo>
                    <a:pt x="44196" y="11811"/>
                  </a:lnTo>
                  <a:close/>
                </a:path>
                <a:path w="64135" h="50800">
                  <a:moveTo>
                    <a:pt x="44348" y="10541"/>
                  </a:moveTo>
                  <a:lnTo>
                    <a:pt x="43980" y="10541"/>
                  </a:lnTo>
                  <a:lnTo>
                    <a:pt x="44234" y="10668"/>
                  </a:lnTo>
                  <a:lnTo>
                    <a:pt x="44348" y="10541"/>
                  </a:lnTo>
                  <a:close/>
                </a:path>
                <a:path w="64135" h="50800">
                  <a:moveTo>
                    <a:pt x="44399" y="10033"/>
                  </a:moveTo>
                  <a:lnTo>
                    <a:pt x="44043" y="10033"/>
                  </a:lnTo>
                  <a:lnTo>
                    <a:pt x="44081" y="10287"/>
                  </a:lnTo>
                  <a:lnTo>
                    <a:pt x="44399" y="10033"/>
                  </a:lnTo>
                  <a:close/>
                </a:path>
                <a:path w="64135" h="50800">
                  <a:moveTo>
                    <a:pt x="44437" y="21336"/>
                  </a:moveTo>
                  <a:lnTo>
                    <a:pt x="44094" y="21336"/>
                  </a:lnTo>
                  <a:lnTo>
                    <a:pt x="44411" y="21590"/>
                  </a:lnTo>
                  <a:lnTo>
                    <a:pt x="44437" y="21336"/>
                  </a:lnTo>
                  <a:close/>
                </a:path>
                <a:path w="64135" h="50800">
                  <a:moveTo>
                    <a:pt x="44615" y="20066"/>
                  </a:moveTo>
                  <a:lnTo>
                    <a:pt x="44437" y="19812"/>
                  </a:lnTo>
                  <a:lnTo>
                    <a:pt x="43992" y="19812"/>
                  </a:lnTo>
                  <a:lnTo>
                    <a:pt x="43611" y="19812"/>
                  </a:lnTo>
                  <a:lnTo>
                    <a:pt x="37820" y="19812"/>
                  </a:lnTo>
                  <a:lnTo>
                    <a:pt x="37858" y="20066"/>
                  </a:lnTo>
                  <a:lnTo>
                    <a:pt x="38112" y="20066"/>
                  </a:lnTo>
                  <a:lnTo>
                    <a:pt x="38125" y="20193"/>
                  </a:lnTo>
                  <a:lnTo>
                    <a:pt x="37858" y="20066"/>
                  </a:lnTo>
                  <a:lnTo>
                    <a:pt x="35725" y="20066"/>
                  </a:lnTo>
                  <a:lnTo>
                    <a:pt x="36715" y="19812"/>
                  </a:lnTo>
                  <a:lnTo>
                    <a:pt x="37261" y="19608"/>
                  </a:lnTo>
                  <a:lnTo>
                    <a:pt x="37350" y="19812"/>
                  </a:lnTo>
                  <a:lnTo>
                    <a:pt x="37490" y="19558"/>
                  </a:lnTo>
                  <a:lnTo>
                    <a:pt x="40868" y="19558"/>
                  </a:lnTo>
                  <a:lnTo>
                    <a:pt x="40792" y="19304"/>
                  </a:lnTo>
                  <a:lnTo>
                    <a:pt x="41046" y="19304"/>
                  </a:lnTo>
                  <a:lnTo>
                    <a:pt x="40868" y="19558"/>
                  </a:lnTo>
                  <a:lnTo>
                    <a:pt x="41135" y="19558"/>
                  </a:lnTo>
                  <a:lnTo>
                    <a:pt x="41135" y="19431"/>
                  </a:lnTo>
                  <a:lnTo>
                    <a:pt x="41224" y="19558"/>
                  </a:lnTo>
                  <a:lnTo>
                    <a:pt x="43294" y="19558"/>
                  </a:lnTo>
                  <a:lnTo>
                    <a:pt x="43192" y="19304"/>
                  </a:lnTo>
                  <a:lnTo>
                    <a:pt x="43434" y="19304"/>
                  </a:lnTo>
                  <a:lnTo>
                    <a:pt x="43611" y="19304"/>
                  </a:lnTo>
                  <a:lnTo>
                    <a:pt x="44043" y="19558"/>
                  </a:lnTo>
                  <a:lnTo>
                    <a:pt x="44284" y="19558"/>
                  </a:lnTo>
                  <a:lnTo>
                    <a:pt x="44399" y="19304"/>
                  </a:lnTo>
                  <a:lnTo>
                    <a:pt x="44043" y="19304"/>
                  </a:lnTo>
                  <a:lnTo>
                    <a:pt x="43916" y="19050"/>
                  </a:lnTo>
                  <a:lnTo>
                    <a:pt x="43789" y="19050"/>
                  </a:lnTo>
                  <a:lnTo>
                    <a:pt x="43319" y="19050"/>
                  </a:lnTo>
                  <a:lnTo>
                    <a:pt x="43180" y="19050"/>
                  </a:lnTo>
                  <a:lnTo>
                    <a:pt x="42862" y="19304"/>
                  </a:lnTo>
                  <a:lnTo>
                    <a:pt x="42252" y="19304"/>
                  </a:lnTo>
                  <a:lnTo>
                    <a:pt x="41910" y="19177"/>
                  </a:lnTo>
                  <a:lnTo>
                    <a:pt x="41884" y="19304"/>
                  </a:lnTo>
                  <a:lnTo>
                    <a:pt x="41732" y="19304"/>
                  </a:lnTo>
                  <a:lnTo>
                    <a:pt x="41414" y="19177"/>
                  </a:lnTo>
                  <a:lnTo>
                    <a:pt x="41440" y="19304"/>
                  </a:lnTo>
                  <a:lnTo>
                    <a:pt x="41135" y="19304"/>
                  </a:lnTo>
                  <a:lnTo>
                    <a:pt x="41135" y="19075"/>
                  </a:lnTo>
                  <a:lnTo>
                    <a:pt x="40398" y="19050"/>
                  </a:lnTo>
                  <a:lnTo>
                    <a:pt x="40360" y="19177"/>
                  </a:lnTo>
                  <a:lnTo>
                    <a:pt x="40195" y="19050"/>
                  </a:lnTo>
                  <a:lnTo>
                    <a:pt x="39966" y="19050"/>
                  </a:lnTo>
                  <a:lnTo>
                    <a:pt x="39966" y="19177"/>
                  </a:lnTo>
                  <a:lnTo>
                    <a:pt x="39141" y="19050"/>
                  </a:lnTo>
                  <a:lnTo>
                    <a:pt x="39281" y="19050"/>
                  </a:lnTo>
                  <a:lnTo>
                    <a:pt x="40601" y="18796"/>
                  </a:lnTo>
                  <a:lnTo>
                    <a:pt x="41211" y="18796"/>
                  </a:lnTo>
                  <a:lnTo>
                    <a:pt x="41275" y="18415"/>
                  </a:lnTo>
                  <a:lnTo>
                    <a:pt x="42113" y="18415"/>
                  </a:lnTo>
                  <a:lnTo>
                    <a:pt x="42024" y="18796"/>
                  </a:lnTo>
                  <a:lnTo>
                    <a:pt x="41948" y="19050"/>
                  </a:lnTo>
                  <a:lnTo>
                    <a:pt x="42811" y="19050"/>
                  </a:lnTo>
                  <a:lnTo>
                    <a:pt x="42735" y="18796"/>
                  </a:lnTo>
                  <a:lnTo>
                    <a:pt x="42532" y="18415"/>
                  </a:lnTo>
                  <a:lnTo>
                    <a:pt x="42367" y="18415"/>
                  </a:lnTo>
                  <a:lnTo>
                    <a:pt x="41694" y="18046"/>
                  </a:lnTo>
                  <a:lnTo>
                    <a:pt x="41186" y="18161"/>
                  </a:lnTo>
                  <a:lnTo>
                    <a:pt x="41122" y="17970"/>
                  </a:lnTo>
                  <a:lnTo>
                    <a:pt x="40944" y="18224"/>
                  </a:lnTo>
                  <a:lnTo>
                    <a:pt x="40106" y="18415"/>
                  </a:lnTo>
                  <a:lnTo>
                    <a:pt x="39738" y="18415"/>
                  </a:lnTo>
                  <a:lnTo>
                    <a:pt x="38481" y="19050"/>
                  </a:lnTo>
                  <a:lnTo>
                    <a:pt x="38354" y="19050"/>
                  </a:lnTo>
                  <a:lnTo>
                    <a:pt x="37973" y="19177"/>
                  </a:lnTo>
                  <a:lnTo>
                    <a:pt x="37807" y="19240"/>
                  </a:lnTo>
                  <a:lnTo>
                    <a:pt x="38138" y="19050"/>
                  </a:lnTo>
                  <a:lnTo>
                    <a:pt x="37871" y="19050"/>
                  </a:lnTo>
                  <a:lnTo>
                    <a:pt x="37465" y="19050"/>
                  </a:lnTo>
                  <a:lnTo>
                    <a:pt x="37757" y="19050"/>
                  </a:lnTo>
                  <a:lnTo>
                    <a:pt x="37896" y="18796"/>
                  </a:lnTo>
                  <a:lnTo>
                    <a:pt x="37858" y="19050"/>
                  </a:lnTo>
                  <a:lnTo>
                    <a:pt x="38163" y="18796"/>
                  </a:lnTo>
                  <a:lnTo>
                    <a:pt x="38036" y="18796"/>
                  </a:lnTo>
                  <a:lnTo>
                    <a:pt x="38722" y="18415"/>
                  </a:lnTo>
                  <a:lnTo>
                    <a:pt x="38265" y="18415"/>
                  </a:lnTo>
                  <a:lnTo>
                    <a:pt x="37782" y="18415"/>
                  </a:lnTo>
                  <a:lnTo>
                    <a:pt x="37477" y="18415"/>
                  </a:lnTo>
                  <a:lnTo>
                    <a:pt x="37477" y="18161"/>
                  </a:lnTo>
                  <a:lnTo>
                    <a:pt x="37236" y="18415"/>
                  </a:lnTo>
                  <a:lnTo>
                    <a:pt x="37122" y="18707"/>
                  </a:lnTo>
                  <a:lnTo>
                    <a:pt x="36918" y="18415"/>
                  </a:lnTo>
                  <a:lnTo>
                    <a:pt x="37198" y="18415"/>
                  </a:lnTo>
                  <a:lnTo>
                    <a:pt x="36804" y="17907"/>
                  </a:lnTo>
                  <a:lnTo>
                    <a:pt x="36283" y="17907"/>
                  </a:lnTo>
                  <a:lnTo>
                    <a:pt x="36537" y="18415"/>
                  </a:lnTo>
                  <a:lnTo>
                    <a:pt x="36233" y="17907"/>
                  </a:lnTo>
                  <a:lnTo>
                    <a:pt x="35090" y="17907"/>
                  </a:lnTo>
                  <a:lnTo>
                    <a:pt x="35153" y="17653"/>
                  </a:lnTo>
                  <a:lnTo>
                    <a:pt x="35496" y="17653"/>
                  </a:lnTo>
                  <a:lnTo>
                    <a:pt x="35636" y="17653"/>
                  </a:lnTo>
                  <a:lnTo>
                    <a:pt x="35915" y="17653"/>
                  </a:lnTo>
                  <a:lnTo>
                    <a:pt x="36106" y="17399"/>
                  </a:lnTo>
                  <a:lnTo>
                    <a:pt x="36283" y="17145"/>
                  </a:lnTo>
                  <a:lnTo>
                    <a:pt x="36372" y="16891"/>
                  </a:lnTo>
                  <a:lnTo>
                    <a:pt x="35242" y="16891"/>
                  </a:lnTo>
                  <a:lnTo>
                    <a:pt x="35344" y="17145"/>
                  </a:lnTo>
                  <a:lnTo>
                    <a:pt x="35636" y="17145"/>
                  </a:lnTo>
                  <a:lnTo>
                    <a:pt x="35826" y="17145"/>
                  </a:lnTo>
                  <a:lnTo>
                    <a:pt x="35636" y="17272"/>
                  </a:lnTo>
                  <a:lnTo>
                    <a:pt x="35636" y="17145"/>
                  </a:lnTo>
                  <a:lnTo>
                    <a:pt x="35394" y="17284"/>
                  </a:lnTo>
                  <a:lnTo>
                    <a:pt x="35344" y="17145"/>
                  </a:lnTo>
                  <a:lnTo>
                    <a:pt x="35267" y="17348"/>
                  </a:lnTo>
                  <a:lnTo>
                    <a:pt x="34963" y="17500"/>
                  </a:lnTo>
                  <a:lnTo>
                    <a:pt x="35013" y="17145"/>
                  </a:lnTo>
                  <a:lnTo>
                    <a:pt x="34721" y="17145"/>
                  </a:lnTo>
                  <a:lnTo>
                    <a:pt x="34721" y="17830"/>
                  </a:lnTo>
                  <a:lnTo>
                    <a:pt x="34417" y="17653"/>
                  </a:lnTo>
                  <a:lnTo>
                    <a:pt x="34683" y="17653"/>
                  </a:lnTo>
                  <a:lnTo>
                    <a:pt x="34721" y="17830"/>
                  </a:lnTo>
                  <a:lnTo>
                    <a:pt x="34721" y="17145"/>
                  </a:lnTo>
                  <a:lnTo>
                    <a:pt x="31750" y="17145"/>
                  </a:lnTo>
                  <a:lnTo>
                    <a:pt x="31750" y="17449"/>
                  </a:lnTo>
                  <a:lnTo>
                    <a:pt x="31496" y="17310"/>
                  </a:lnTo>
                  <a:lnTo>
                    <a:pt x="31750" y="17449"/>
                  </a:lnTo>
                  <a:lnTo>
                    <a:pt x="31750" y="17145"/>
                  </a:lnTo>
                  <a:lnTo>
                    <a:pt x="31280" y="17145"/>
                  </a:lnTo>
                  <a:lnTo>
                    <a:pt x="31394" y="17399"/>
                  </a:lnTo>
                  <a:lnTo>
                    <a:pt x="29083" y="17145"/>
                  </a:lnTo>
                  <a:lnTo>
                    <a:pt x="30276" y="17145"/>
                  </a:lnTo>
                  <a:lnTo>
                    <a:pt x="30340" y="16891"/>
                  </a:lnTo>
                  <a:lnTo>
                    <a:pt x="29857" y="16891"/>
                  </a:lnTo>
                  <a:lnTo>
                    <a:pt x="30213" y="16637"/>
                  </a:lnTo>
                  <a:lnTo>
                    <a:pt x="28740" y="16637"/>
                  </a:lnTo>
                  <a:lnTo>
                    <a:pt x="28752" y="16383"/>
                  </a:lnTo>
                  <a:lnTo>
                    <a:pt x="28587" y="16383"/>
                  </a:lnTo>
                  <a:lnTo>
                    <a:pt x="28371" y="16383"/>
                  </a:lnTo>
                  <a:lnTo>
                    <a:pt x="28384" y="16510"/>
                  </a:lnTo>
                  <a:lnTo>
                    <a:pt x="28028" y="16383"/>
                  </a:lnTo>
                  <a:lnTo>
                    <a:pt x="27838" y="16535"/>
                  </a:lnTo>
                  <a:lnTo>
                    <a:pt x="27520" y="16129"/>
                  </a:lnTo>
                  <a:lnTo>
                    <a:pt x="27444" y="16383"/>
                  </a:lnTo>
                  <a:lnTo>
                    <a:pt x="27381" y="16637"/>
                  </a:lnTo>
                  <a:lnTo>
                    <a:pt x="27343" y="16764"/>
                  </a:lnTo>
                  <a:lnTo>
                    <a:pt x="26517" y="16383"/>
                  </a:lnTo>
                  <a:lnTo>
                    <a:pt x="26073" y="16383"/>
                  </a:lnTo>
                  <a:lnTo>
                    <a:pt x="25819" y="16129"/>
                  </a:lnTo>
                  <a:lnTo>
                    <a:pt x="25958" y="15875"/>
                  </a:lnTo>
                  <a:lnTo>
                    <a:pt x="25539" y="16002"/>
                  </a:lnTo>
                  <a:lnTo>
                    <a:pt x="25323" y="15875"/>
                  </a:lnTo>
                  <a:lnTo>
                    <a:pt x="25387" y="14986"/>
                  </a:lnTo>
                  <a:lnTo>
                    <a:pt x="25641" y="15113"/>
                  </a:lnTo>
                  <a:lnTo>
                    <a:pt x="25641" y="14732"/>
                  </a:lnTo>
                  <a:lnTo>
                    <a:pt x="26403" y="14732"/>
                  </a:lnTo>
                  <a:lnTo>
                    <a:pt x="26454" y="14478"/>
                  </a:lnTo>
                  <a:lnTo>
                    <a:pt x="4470" y="14478"/>
                  </a:lnTo>
                  <a:lnTo>
                    <a:pt x="4470" y="16129"/>
                  </a:lnTo>
                  <a:lnTo>
                    <a:pt x="4445" y="15875"/>
                  </a:lnTo>
                  <a:lnTo>
                    <a:pt x="3568" y="15875"/>
                  </a:lnTo>
                  <a:lnTo>
                    <a:pt x="4000" y="15621"/>
                  </a:lnTo>
                  <a:lnTo>
                    <a:pt x="3911" y="15316"/>
                  </a:lnTo>
                  <a:lnTo>
                    <a:pt x="4152" y="15621"/>
                  </a:lnTo>
                  <a:lnTo>
                    <a:pt x="4457" y="15621"/>
                  </a:lnTo>
                  <a:lnTo>
                    <a:pt x="4470" y="16129"/>
                  </a:lnTo>
                  <a:lnTo>
                    <a:pt x="4470" y="14478"/>
                  </a:lnTo>
                  <a:lnTo>
                    <a:pt x="4076" y="14478"/>
                  </a:lnTo>
                  <a:lnTo>
                    <a:pt x="4076" y="15367"/>
                  </a:lnTo>
                  <a:lnTo>
                    <a:pt x="3898" y="15265"/>
                  </a:lnTo>
                  <a:lnTo>
                    <a:pt x="3759" y="15240"/>
                  </a:lnTo>
                  <a:lnTo>
                    <a:pt x="3695" y="14820"/>
                  </a:lnTo>
                  <a:lnTo>
                    <a:pt x="3746" y="14986"/>
                  </a:lnTo>
                  <a:lnTo>
                    <a:pt x="3962" y="14986"/>
                  </a:lnTo>
                  <a:lnTo>
                    <a:pt x="4013" y="15240"/>
                  </a:lnTo>
                  <a:lnTo>
                    <a:pt x="4076" y="15367"/>
                  </a:lnTo>
                  <a:lnTo>
                    <a:pt x="4076" y="14478"/>
                  </a:lnTo>
                  <a:lnTo>
                    <a:pt x="3517" y="14478"/>
                  </a:lnTo>
                  <a:lnTo>
                    <a:pt x="3378" y="14478"/>
                  </a:lnTo>
                  <a:lnTo>
                    <a:pt x="3213" y="14478"/>
                  </a:lnTo>
                  <a:lnTo>
                    <a:pt x="3175" y="14224"/>
                  </a:lnTo>
                  <a:lnTo>
                    <a:pt x="3403" y="14224"/>
                  </a:lnTo>
                  <a:lnTo>
                    <a:pt x="3454" y="14363"/>
                  </a:lnTo>
                  <a:lnTo>
                    <a:pt x="3556" y="14224"/>
                  </a:lnTo>
                  <a:lnTo>
                    <a:pt x="3581" y="14058"/>
                  </a:lnTo>
                  <a:lnTo>
                    <a:pt x="3797" y="14224"/>
                  </a:lnTo>
                  <a:lnTo>
                    <a:pt x="3937" y="14224"/>
                  </a:lnTo>
                  <a:lnTo>
                    <a:pt x="4102" y="14224"/>
                  </a:lnTo>
                  <a:lnTo>
                    <a:pt x="16891" y="14224"/>
                  </a:lnTo>
                  <a:lnTo>
                    <a:pt x="16497" y="13970"/>
                  </a:lnTo>
                  <a:lnTo>
                    <a:pt x="16497" y="13716"/>
                  </a:lnTo>
                  <a:lnTo>
                    <a:pt x="16802" y="13970"/>
                  </a:lnTo>
                  <a:lnTo>
                    <a:pt x="16675" y="13462"/>
                  </a:lnTo>
                  <a:lnTo>
                    <a:pt x="15316" y="13462"/>
                  </a:lnTo>
                  <a:lnTo>
                    <a:pt x="3949" y="13462"/>
                  </a:lnTo>
                  <a:lnTo>
                    <a:pt x="3873" y="13335"/>
                  </a:lnTo>
                  <a:lnTo>
                    <a:pt x="3797" y="13462"/>
                  </a:lnTo>
                  <a:lnTo>
                    <a:pt x="3644" y="13716"/>
                  </a:lnTo>
                  <a:lnTo>
                    <a:pt x="4254" y="13716"/>
                  </a:lnTo>
                  <a:lnTo>
                    <a:pt x="3962" y="13970"/>
                  </a:lnTo>
                  <a:lnTo>
                    <a:pt x="3949" y="14097"/>
                  </a:lnTo>
                  <a:lnTo>
                    <a:pt x="3797" y="13970"/>
                  </a:lnTo>
                  <a:lnTo>
                    <a:pt x="3581" y="13817"/>
                  </a:lnTo>
                  <a:lnTo>
                    <a:pt x="3492" y="13970"/>
                  </a:lnTo>
                  <a:lnTo>
                    <a:pt x="3340" y="13970"/>
                  </a:lnTo>
                  <a:lnTo>
                    <a:pt x="3454" y="13741"/>
                  </a:lnTo>
                  <a:lnTo>
                    <a:pt x="3505" y="13462"/>
                  </a:lnTo>
                  <a:lnTo>
                    <a:pt x="3251" y="13258"/>
                  </a:lnTo>
                  <a:lnTo>
                    <a:pt x="3479" y="13398"/>
                  </a:lnTo>
                  <a:lnTo>
                    <a:pt x="3606" y="13462"/>
                  </a:lnTo>
                  <a:lnTo>
                    <a:pt x="3797" y="13208"/>
                  </a:lnTo>
                  <a:lnTo>
                    <a:pt x="3619" y="13208"/>
                  </a:lnTo>
                  <a:lnTo>
                    <a:pt x="3200" y="13208"/>
                  </a:lnTo>
                  <a:lnTo>
                    <a:pt x="3860" y="12954"/>
                  </a:lnTo>
                  <a:lnTo>
                    <a:pt x="4038" y="12700"/>
                  </a:lnTo>
                  <a:lnTo>
                    <a:pt x="4025" y="13208"/>
                  </a:lnTo>
                  <a:lnTo>
                    <a:pt x="16535" y="13208"/>
                  </a:lnTo>
                  <a:lnTo>
                    <a:pt x="16751" y="13462"/>
                  </a:lnTo>
                  <a:lnTo>
                    <a:pt x="16700" y="13208"/>
                  </a:lnTo>
                  <a:lnTo>
                    <a:pt x="17030" y="13208"/>
                  </a:lnTo>
                  <a:lnTo>
                    <a:pt x="17221" y="13462"/>
                  </a:lnTo>
                  <a:lnTo>
                    <a:pt x="17043" y="13716"/>
                  </a:lnTo>
                  <a:lnTo>
                    <a:pt x="17360" y="13716"/>
                  </a:lnTo>
                  <a:lnTo>
                    <a:pt x="17449" y="14224"/>
                  </a:lnTo>
                  <a:lnTo>
                    <a:pt x="26479" y="14224"/>
                  </a:lnTo>
                  <a:lnTo>
                    <a:pt x="26492" y="13970"/>
                  </a:lnTo>
                  <a:lnTo>
                    <a:pt x="26543" y="13462"/>
                  </a:lnTo>
                  <a:lnTo>
                    <a:pt x="20142" y="13462"/>
                  </a:lnTo>
                  <a:lnTo>
                    <a:pt x="19900" y="13462"/>
                  </a:lnTo>
                  <a:lnTo>
                    <a:pt x="19850" y="13589"/>
                  </a:lnTo>
                  <a:lnTo>
                    <a:pt x="19723" y="13462"/>
                  </a:lnTo>
                  <a:lnTo>
                    <a:pt x="19761" y="13208"/>
                  </a:lnTo>
                  <a:lnTo>
                    <a:pt x="19494" y="12954"/>
                  </a:lnTo>
                  <a:lnTo>
                    <a:pt x="19494" y="13462"/>
                  </a:lnTo>
                  <a:lnTo>
                    <a:pt x="19367" y="13347"/>
                  </a:lnTo>
                  <a:lnTo>
                    <a:pt x="19494" y="13462"/>
                  </a:lnTo>
                  <a:lnTo>
                    <a:pt x="19494" y="12954"/>
                  </a:lnTo>
                  <a:lnTo>
                    <a:pt x="19367" y="12954"/>
                  </a:lnTo>
                  <a:lnTo>
                    <a:pt x="19227" y="13208"/>
                  </a:lnTo>
                  <a:lnTo>
                    <a:pt x="19011" y="13208"/>
                  </a:lnTo>
                  <a:lnTo>
                    <a:pt x="19011" y="13335"/>
                  </a:lnTo>
                  <a:lnTo>
                    <a:pt x="19011" y="13462"/>
                  </a:lnTo>
                  <a:lnTo>
                    <a:pt x="19011" y="13716"/>
                  </a:lnTo>
                  <a:lnTo>
                    <a:pt x="18884" y="13804"/>
                  </a:lnTo>
                  <a:lnTo>
                    <a:pt x="18643" y="13716"/>
                  </a:lnTo>
                  <a:lnTo>
                    <a:pt x="18694" y="13462"/>
                  </a:lnTo>
                  <a:lnTo>
                    <a:pt x="19011" y="13462"/>
                  </a:lnTo>
                  <a:lnTo>
                    <a:pt x="19011" y="13335"/>
                  </a:lnTo>
                  <a:lnTo>
                    <a:pt x="18656" y="13208"/>
                  </a:lnTo>
                  <a:lnTo>
                    <a:pt x="18389" y="13462"/>
                  </a:lnTo>
                  <a:lnTo>
                    <a:pt x="18224" y="13462"/>
                  </a:lnTo>
                  <a:lnTo>
                    <a:pt x="18465" y="13208"/>
                  </a:lnTo>
                  <a:lnTo>
                    <a:pt x="18656" y="13208"/>
                  </a:lnTo>
                  <a:lnTo>
                    <a:pt x="18948" y="13208"/>
                  </a:lnTo>
                  <a:lnTo>
                    <a:pt x="18745" y="12954"/>
                  </a:lnTo>
                  <a:lnTo>
                    <a:pt x="18681" y="13131"/>
                  </a:lnTo>
                  <a:lnTo>
                    <a:pt x="18567" y="12954"/>
                  </a:lnTo>
                  <a:lnTo>
                    <a:pt x="18707" y="12954"/>
                  </a:lnTo>
                  <a:lnTo>
                    <a:pt x="18732" y="12827"/>
                  </a:lnTo>
                  <a:lnTo>
                    <a:pt x="18592" y="12915"/>
                  </a:lnTo>
                  <a:lnTo>
                    <a:pt x="18732" y="12700"/>
                  </a:lnTo>
                  <a:lnTo>
                    <a:pt x="18808" y="12446"/>
                  </a:lnTo>
                  <a:lnTo>
                    <a:pt x="19126" y="12700"/>
                  </a:lnTo>
                  <a:lnTo>
                    <a:pt x="19316" y="12839"/>
                  </a:lnTo>
                  <a:lnTo>
                    <a:pt x="19240" y="12065"/>
                  </a:lnTo>
                  <a:lnTo>
                    <a:pt x="18554" y="12065"/>
                  </a:lnTo>
                  <a:lnTo>
                    <a:pt x="18554" y="12941"/>
                  </a:lnTo>
                  <a:lnTo>
                    <a:pt x="18389" y="12954"/>
                  </a:lnTo>
                  <a:lnTo>
                    <a:pt x="18389" y="12700"/>
                  </a:lnTo>
                  <a:lnTo>
                    <a:pt x="18554" y="12941"/>
                  </a:lnTo>
                  <a:lnTo>
                    <a:pt x="18554" y="12065"/>
                  </a:lnTo>
                  <a:lnTo>
                    <a:pt x="18148" y="12065"/>
                  </a:lnTo>
                  <a:lnTo>
                    <a:pt x="18148" y="13208"/>
                  </a:lnTo>
                  <a:lnTo>
                    <a:pt x="18072" y="13335"/>
                  </a:lnTo>
                  <a:lnTo>
                    <a:pt x="17945" y="13208"/>
                  </a:lnTo>
                  <a:lnTo>
                    <a:pt x="17919" y="13716"/>
                  </a:lnTo>
                  <a:lnTo>
                    <a:pt x="17614" y="13716"/>
                  </a:lnTo>
                  <a:lnTo>
                    <a:pt x="17487" y="13462"/>
                  </a:lnTo>
                  <a:lnTo>
                    <a:pt x="17373" y="13208"/>
                  </a:lnTo>
                  <a:lnTo>
                    <a:pt x="17945" y="13208"/>
                  </a:lnTo>
                  <a:lnTo>
                    <a:pt x="18148" y="13208"/>
                  </a:lnTo>
                  <a:lnTo>
                    <a:pt x="18148" y="12065"/>
                  </a:lnTo>
                  <a:lnTo>
                    <a:pt x="2971" y="12065"/>
                  </a:lnTo>
                  <a:lnTo>
                    <a:pt x="3048" y="11811"/>
                  </a:lnTo>
                  <a:lnTo>
                    <a:pt x="3124" y="11557"/>
                  </a:lnTo>
                  <a:lnTo>
                    <a:pt x="16446" y="11557"/>
                  </a:lnTo>
                  <a:lnTo>
                    <a:pt x="16433" y="9525"/>
                  </a:lnTo>
                  <a:lnTo>
                    <a:pt x="17183" y="8890"/>
                  </a:lnTo>
                  <a:lnTo>
                    <a:pt x="17602" y="8636"/>
                  </a:lnTo>
                  <a:lnTo>
                    <a:pt x="2032" y="8636"/>
                  </a:lnTo>
                  <a:lnTo>
                    <a:pt x="2044" y="8763"/>
                  </a:lnTo>
                  <a:lnTo>
                    <a:pt x="3048" y="8890"/>
                  </a:lnTo>
                  <a:lnTo>
                    <a:pt x="2349" y="8890"/>
                  </a:lnTo>
                  <a:lnTo>
                    <a:pt x="2044" y="8788"/>
                  </a:lnTo>
                  <a:lnTo>
                    <a:pt x="2222" y="8890"/>
                  </a:lnTo>
                  <a:lnTo>
                    <a:pt x="2260" y="9271"/>
                  </a:lnTo>
                  <a:lnTo>
                    <a:pt x="2768" y="9271"/>
                  </a:lnTo>
                  <a:lnTo>
                    <a:pt x="2374" y="9271"/>
                  </a:lnTo>
                  <a:lnTo>
                    <a:pt x="2286" y="9525"/>
                  </a:lnTo>
                  <a:lnTo>
                    <a:pt x="2743" y="9525"/>
                  </a:lnTo>
                  <a:lnTo>
                    <a:pt x="2667" y="10541"/>
                  </a:lnTo>
                  <a:lnTo>
                    <a:pt x="2933" y="10795"/>
                  </a:lnTo>
                  <a:lnTo>
                    <a:pt x="2857" y="11684"/>
                  </a:lnTo>
                  <a:lnTo>
                    <a:pt x="2819" y="11811"/>
                  </a:lnTo>
                  <a:lnTo>
                    <a:pt x="2755" y="12001"/>
                  </a:lnTo>
                  <a:lnTo>
                    <a:pt x="2628" y="12065"/>
                  </a:lnTo>
                  <a:lnTo>
                    <a:pt x="2743" y="12446"/>
                  </a:lnTo>
                  <a:lnTo>
                    <a:pt x="2273" y="12446"/>
                  </a:lnTo>
                  <a:lnTo>
                    <a:pt x="2273" y="12065"/>
                  </a:lnTo>
                  <a:lnTo>
                    <a:pt x="2552" y="11811"/>
                  </a:lnTo>
                  <a:lnTo>
                    <a:pt x="2781" y="11811"/>
                  </a:lnTo>
                  <a:lnTo>
                    <a:pt x="2857" y="11684"/>
                  </a:lnTo>
                  <a:lnTo>
                    <a:pt x="2857" y="10858"/>
                  </a:lnTo>
                  <a:lnTo>
                    <a:pt x="2108" y="11366"/>
                  </a:lnTo>
                  <a:lnTo>
                    <a:pt x="2108" y="14224"/>
                  </a:lnTo>
                  <a:lnTo>
                    <a:pt x="1701" y="14224"/>
                  </a:lnTo>
                  <a:lnTo>
                    <a:pt x="1612" y="14351"/>
                  </a:lnTo>
                  <a:lnTo>
                    <a:pt x="1574" y="14224"/>
                  </a:lnTo>
                  <a:lnTo>
                    <a:pt x="1473" y="13970"/>
                  </a:lnTo>
                  <a:lnTo>
                    <a:pt x="2108" y="14224"/>
                  </a:lnTo>
                  <a:lnTo>
                    <a:pt x="2108" y="11366"/>
                  </a:lnTo>
                  <a:lnTo>
                    <a:pt x="2095" y="12446"/>
                  </a:lnTo>
                  <a:lnTo>
                    <a:pt x="2032" y="12700"/>
                  </a:lnTo>
                  <a:lnTo>
                    <a:pt x="2095" y="12446"/>
                  </a:lnTo>
                  <a:lnTo>
                    <a:pt x="2095" y="11366"/>
                  </a:lnTo>
                  <a:lnTo>
                    <a:pt x="1816" y="11557"/>
                  </a:lnTo>
                  <a:lnTo>
                    <a:pt x="596" y="12954"/>
                  </a:lnTo>
                  <a:lnTo>
                    <a:pt x="635" y="14224"/>
                  </a:lnTo>
                  <a:lnTo>
                    <a:pt x="749" y="14732"/>
                  </a:lnTo>
                  <a:lnTo>
                    <a:pt x="876" y="15240"/>
                  </a:lnTo>
                  <a:lnTo>
                    <a:pt x="990" y="14732"/>
                  </a:lnTo>
                  <a:lnTo>
                    <a:pt x="1143" y="14732"/>
                  </a:lnTo>
                  <a:lnTo>
                    <a:pt x="1219" y="14478"/>
                  </a:lnTo>
                  <a:lnTo>
                    <a:pt x="1308" y="14224"/>
                  </a:lnTo>
                  <a:lnTo>
                    <a:pt x="1244" y="14478"/>
                  </a:lnTo>
                  <a:lnTo>
                    <a:pt x="1524" y="14478"/>
                  </a:lnTo>
                  <a:lnTo>
                    <a:pt x="1676" y="14478"/>
                  </a:lnTo>
                  <a:lnTo>
                    <a:pt x="1498" y="14732"/>
                  </a:lnTo>
                  <a:lnTo>
                    <a:pt x="1739" y="14732"/>
                  </a:lnTo>
                  <a:lnTo>
                    <a:pt x="1511" y="14986"/>
                  </a:lnTo>
                  <a:lnTo>
                    <a:pt x="1651" y="14986"/>
                  </a:lnTo>
                  <a:lnTo>
                    <a:pt x="1498" y="15240"/>
                  </a:lnTo>
                  <a:lnTo>
                    <a:pt x="1625" y="15328"/>
                  </a:lnTo>
                  <a:lnTo>
                    <a:pt x="1752" y="15494"/>
                  </a:lnTo>
                  <a:lnTo>
                    <a:pt x="1727" y="15875"/>
                  </a:lnTo>
                  <a:lnTo>
                    <a:pt x="1524" y="15875"/>
                  </a:lnTo>
                  <a:lnTo>
                    <a:pt x="1638" y="15621"/>
                  </a:lnTo>
                  <a:lnTo>
                    <a:pt x="1727" y="15875"/>
                  </a:lnTo>
                  <a:lnTo>
                    <a:pt x="1727" y="15494"/>
                  </a:lnTo>
                  <a:lnTo>
                    <a:pt x="1257" y="15367"/>
                  </a:lnTo>
                  <a:lnTo>
                    <a:pt x="1244" y="15240"/>
                  </a:lnTo>
                  <a:lnTo>
                    <a:pt x="787" y="15240"/>
                  </a:lnTo>
                  <a:lnTo>
                    <a:pt x="1079" y="15468"/>
                  </a:lnTo>
                  <a:lnTo>
                    <a:pt x="977" y="15621"/>
                  </a:lnTo>
                  <a:lnTo>
                    <a:pt x="1028" y="15875"/>
                  </a:lnTo>
                  <a:lnTo>
                    <a:pt x="1358" y="15875"/>
                  </a:lnTo>
                  <a:lnTo>
                    <a:pt x="1358" y="16129"/>
                  </a:lnTo>
                  <a:lnTo>
                    <a:pt x="1409" y="16383"/>
                  </a:lnTo>
                  <a:lnTo>
                    <a:pt x="1358" y="16637"/>
                  </a:lnTo>
                  <a:lnTo>
                    <a:pt x="1752" y="16383"/>
                  </a:lnTo>
                  <a:lnTo>
                    <a:pt x="1485" y="16383"/>
                  </a:lnTo>
                  <a:lnTo>
                    <a:pt x="1701" y="16281"/>
                  </a:lnTo>
                  <a:lnTo>
                    <a:pt x="1536" y="16294"/>
                  </a:lnTo>
                  <a:lnTo>
                    <a:pt x="1498" y="16129"/>
                  </a:lnTo>
                  <a:lnTo>
                    <a:pt x="1739" y="16129"/>
                  </a:lnTo>
                  <a:lnTo>
                    <a:pt x="1803" y="16535"/>
                  </a:lnTo>
                  <a:lnTo>
                    <a:pt x="1981" y="16408"/>
                  </a:lnTo>
                  <a:lnTo>
                    <a:pt x="2120" y="16383"/>
                  </a:lnTo>
                  <a:lnTo>
                    <a:pt x="7924" y="16383"/>
                  </a:lnTo>
                  <a:lnTo>
                    <a:pt x="8178" y="16891"/>
                  </a:lnTo>
                  <a:lnTo>
                    <a:pt x="8064" y="17145"/>
                  </a:lnTo>
                  <a:lnTo>
                    <a:pt x="7937" y="17475"/>
                  </a:lnTo>
                  <a:lnTo>
                    <a:pt x="7797" y="17399"/>
                  </a:lnTo>
                  <a:lnTo>
                    <a:pt x="7848" y="17259"/>
                  </a:lnTo>
                  <a:lnTo>
                    <a:pt x="7670" y="17348"/>
                  </a:lnTo>
                  <a:lnTo>
                    <a:pt x="7366" y="17208"/>
                  </a:lnTo>
                  <a:lnTo>
                    <a:pt x="7251" y="17703"/>
                  </a:lnTo>
                  <a:lnTo>
                    <a:pt x="7251" y="17907"/>
                  </a:lnTo>
                  <a:lnTo>
                    <a:pt x="6870" y="17907"/>
                  </a:lnTo>
                  <a:lnTo>
                    <a:pt x="6807" y="17653"/>
                  </a:lnTo>
                  <a:lnTo>
                    <a:pt x="6870" y="17907"/>
                  </a:lnTo>
                  <a:lnTo>
                    <a:pt x="7251" y="17703"/>
                  </a:lnTo>
                  <a:lnTo>
                    <a:pt x="7251" y="17157"/>
                  </a:lnTo>
                  <a:lnTo>
                    <a:pt x="7048" y="17564"/>
                  </a:lnTo>
                  <a:lnTo>
                    <a:pt x="7010" y="17348"/>
                  </a:lnTo>
                  <a:lnTo>
                    <a:pt x="6819" y="17487"/>
                  </a:lnTo>
                  <a:lnTo>
                    <a:pt x="6858" y="17145"/>
                  </a:lnTo>
                  <a:lnTo>
                    <a:pt x="7239" y="17145"/>
                  </a:lnTo>
                  <a:lnTo>
                    <a:pt x="8064" y="17145"/>
                  </a:lnTo>
                  <a:lnTo>
                    <a:pt x="8064" y="16891"/>
                  </a:lnTo>
                  <a:lnTo>
                    <a:pt x="7924" y="16891"/>
                  </a:lnTo>
                  <a:lnTo>
                    <a:pt x="7975" y="16637"/>
                  </a:lnTo>
                  <a:lnTo>
                    <a:pt x="6692" y="16637"/>
                  </a:lnTo>
                  <a:lnTo>
                    <a:pt x="6692" y="17145"/>
                  </a:lnTo>
                  <a:lnTo>
                    <a:pt x="6527" y="17399"/>
                  </a:lnTo>
                  <a:lnTo>
                    <a:pt x="6350" y="17145"/>
                  </a:lnTo>
                  <a:lnTo>
                    <a:pt x="6692" y="17145"/>
                  </a:lnTo>
                  <a:lnTo>
                    <a:pt x="6692" y="16637"/>
                  </a:lnTo>
                  <a:lnTo>
                    <a:pt x="2349" y="16637"/>
                  </a:lnTo>
                  <a:lnTo>
                    <a:pt x="2349" y="17145"/>
                  </a:lnTo>
                  <a:lnTo>
                    <a:pt x="2298" y="17399"/>
                  </a:lnTo>
                  <a:lnTo>
                    <a:pt x="2235" y="17145"/>
                  </a:lnTo>
                  <a:lnTo>
                    <a:pt x="2349" y="16637"/>
                  </a:lnTo>
                  <a:lnTo>
                    <a:pt x="2133" y="16522"/>
                  </a:lnTo>
                  <a:lnTo>
                    <a:pt x="2209" y="16891"/>
                  </a:lnTo>
                  <a:lnTo>
                    <a:pt x="2146" y="16637"/>
                  </a:lnTo>
                  <a:lnTo>
                    <a:pt x="2044" y="17284"/>
                  </a:lnTo>
                  <a:lnTo>
                    <a:pt x="1790" y="17145"/>
                  </a:lnTo>
                  <a:lnTo>
                    <a:pt x="1968" y="17145"/>
                  </a:lnTo>
                  <a:lnTo>
                    <a:pt x="2044" y="17284"/>
                  </a:lnTo>
                  <a:lnTo>
                    <a:pt x="2044" y="16637"/>
                  </a:lnTo>
                  <a:lnTo>
                    <a:pt x="1816" y="16637"/>
                  </a:lnTo>
                  <a:lnTo>
                    <a:pt x="1803" y="16764"/>
                  </a:lnTo>
                  <a:lnTo>
                    <a:pt x="1651" y="16637"/>
                  </a:lnTo>
                  <a:lnTo>
                    <a:pt x="1358" y="16637"/>
                  </a:lnTo>
                  <a:lnTo>
                    <a:pt x="1422" y="16891"/>
                  </a:lnTo>
                  <a:lnTo>
                    <a:pt x="2197" y="17780"/>
                  </a:lnTo>
                  <a:lnTo>
                    <a:pt x="2235" y="17653"/>
                  </a:lnTo>
                  <a:lnTo>
                    <a:pt x="2247" y="17653"/>
                  </a:lnTo>
                  <a:lnTo>
                    <a:pt x="6731" y="17653"/>
                  </a:lnTo>
                  <a:lnTo>
                    <a:pt x="6388" y="17805"/>
                  </a:lnTo>
                  <a:lnTo>
                    <a:pt x="6210" y="17653"/>
                  </a:lnTo>
                  <a:lnTo>
                    <a:pt x="6096" y="17907"/>
                  </a:lnTo>
                  <a:lnTo>
                    <a:pt x="5981" y="18046"/>
                  </a:lnTo>
                  <a:lnTo>
                    <a:pt x="5867" y="18186"/>
                  </a:lnTo>
                  <a:lnTo>
                    <a:pt x="5524" y="18415"/>
                  </a:lnTo>
                  <a:lnTo>
                    <a:pt x="5689" y="18415"/>
                  </a:lnTo>
                  <a:lnTo>
                    <a:pt x="5842" y="18415"/>
                  </a:lnTo>
                  <a:lnTo>
                    <a:pt x="6400" y="18415"/>
                  </a:lnTo>
                  <a:lnTo>
                    <a:pt x="6629" y="18415"/>
                  </a:lnTo>
                  <a:lnTo>
                    <a:pt x="7391" y="18415"/>
                  </a:lnTo>
                  <a:lnTo>
                    <a:pt x="7239" y="18567"/>
                  </a:lnTo>
                  <a:lnTo>
                    <a:pt x="7137" y="18719"/>
                  </a:lnTo>
                  <a:lnTo>
                    <a:pt x="7569" y="18478"/>
                  </a:lnTo>
                  <a:lnTo>
                    <a:pt x="7721" y="18415"/>
                  </a:lnTo>
                  <a:lnTo>
                    <a:pt x="8788" y="18415"/>
                  </a:lnTo>
                  <a:lnTo>
                    <a:pt x="8610" y="18249"/>
                  </a:lnTo>
                  <a:lnTo>
                    <a:pt x="8280" y="17907"/>
                  </a:lnTo>
                  <a:lnTo>
                    <a:pt x="8026" y="17907"/>
                  </a:lnTo>
                  <a:lnTo>
                    <a:pt x="7886" y="17653"/>
                  </a:lnTo>
                  <a:lnTo>
                    <a:pt x="7861" y="17907"/>
                  </a:lnTo>
                  <a:lnTo>
                    <a:pt x="7721" y="17653"/>
                  </a:lnTo>
                  <a:lnTo>
                    <a:pt x="7378" y="17881"/>
                  </a:lnTo>
                  <a:lnTo>
                    <a:pt x="7264" y="17691"/>
                  </a:lnTo>
                  <a:lnTo>
                    <a:pt x="7696" y="17653"/>
                  </a:lnTo>
                  <a:lnTo>
                    <a:pt x="7721" y="17653"/>
                  </a:lnTo>
                  <a:lnTo>
                    <a:pt x="30937" y="17653"/>
                  </a:lnTo>
                  <a:lnTo>
                    <a:pt x="30861" y="17907"/>
                  </a:lnTo>
                  <a:lnTo>
                    <a:pt x="31534" y="17907"/>
                  </a:lnTo>
                  <a:lnTo>
                    <a:pt x="32308" y="17907"/>
                  </a:lnTo>
                  <a:lnTo>
                    <a:pt x="31965" y="17653"/>
                  </a:lnTo>
                  <a:lnTo>
                    <a:pt x="32181" y="17653"/>
                  </a:lnTo>
                  <a:lnTo>
                    <a:pt x="32689" y="17907"/>
                  </a:lnTo>
                  <a:lnTo>
                    <a:pt x="34759" y="17907"/>
                  </a:lnTo>
                  <a:lnTo>
                    <a:pt x="34899" y="17907"/>
                  </a:lnTo>
                  <a:lnTo>
                    <a:pt x="34899" y="18415"/>
                  </a:lnTo>
                  <a:lnTo>
                    <a:pt x="35204" y="18796"/>
                  </a:lnTo>
                  <a:lnTo>
                    <a:pt x="35293" y="19050"/>
                  </a:lnTo>
                  <a:lnTo>
                    <a:pt x="35610" y="19050"/>
                  </a:lnTo>
                  <a:lnTo>
                    <a:pt x="35496" y="18415"/>
                  </a:lnTo>
                  <a:lnTo>
                    <a:pt x="36004" y="18415"/>
                  </a:lnTo>
                  <a:lnTo>
                    <a:pt x="35991" y="19050"/>
                  </a:lnTo>
                  <a:lnTo>
                    <a:pt x="36360" y="19050"/>
                  </a:lnTo>
                  <a:lnTo>
                    <a:pt x="36372" y="18796"/>
                  </a:lnTo>
                  <a:lnTo>
                    <a:pt x="36741" y="18796"/>
                  </a:lnTo>
                  <a:lnTo>
                    <a:pt x="36728" y="19050"/>
                  </a:lnTo>
                  <a:lnTo>
                    <a:pt x="36995" y="18796"/>
                  </a:lnTo>
                  <a:lnTo>
                    <a:pt x="37084" y="18923"/>
                  </a:lnTo>
                  <a:lnTo>
                    <a:pt x="37299" y="18796"/>
                  </a:lnTo>
                  <a:lnTo>
                    <a:pt x="37211" y="19304"/>
                  </a:lnTo>
                  <a:lnTo>
                    <a:pt x="36753" y="19050"/>
                  </a:lnTo>
                  <a:lnTo>
                    <a:pt x="36703" y="19304"/>
                  </a:lnTo>
                  <a:lnTo>
                    <a:pt x="35979" y="19304"/>
                  </a:lnTo>
                  <a:lnTo>
                    <a:pt x="35572" y="19431"/>
                  </a:lnTo>
                  <a:lnTo>
                    <a:pt x="35585" y="19304"/>
                  </a:lnTo>
                  <a:lnTo>
                    <a:pt x="35369" y="19304"/>
                  </a:lnTo>
                  <a:lnTo>
                    <a:pt x="35293" y="19050"/>
                  </a:lnTo>
                  <a:lnTo>
                    <a:pt x="34683" y="19050"/>
                  </a:lnTo>
                  <a:lnTo>
                    <a:pt x="34658" y="19177"/>
                  </a:lnTo>
                  <a:lnTo>
                    <a:pt x="34226" y="19050"/>
                  </a:lnTo>
                  <a:lnTo>
                    <a:pt x="34048" y="19050"/>
                  </a:lnTo>
                  <a:lnTo>
                    <a:pt x="34417" y="19304"/>
                  </a:lnTo>
                  <a:lnTo>
                    <a:pt x="34632" y="19304"/>
                  </a:lnTo>
                  <a:lnTo>
                    <a:pt x="34594" y="19443"/>
                  </a:lnTo>
                  <a:lnTo>
                    <a:pt x="34417" y="19304"/>
                  </a:lnTo>
                  <a:lnTo>
                    <a:pt x="34175" y="19304"/>
                  </a:lnTo>
                  <a:lnTo>
                    <a:pt x="34048" y="19050"/>
                  </a:lnTo>
                  <a:lnTo>
                    <a:pt x="33743" y="19050"/>
                  </a:lnTo>
                  <a:lnTo>
                    <a:pt x="33045" y="19050"/>
                  </a:lnTo>
                  <a:lnTo>
                    <a:pt x="33007" y="18796"/>
                  </a:lnTo>
                  <a:lnTo>
                    <a:pt x="32842" y="18796"/>
                  </a:lnTo>
                  <a:lnTo>
                    <a:pt x="31927" y="18415"/>
                  </a:lnTo>
                  <a:lnTo>
                    <a:pt x="12509" y="18415"/>
                  </a:lnTo>
                  <a:lnTo>
                    <a:pt x="12509" y="19558"/>
                  </a:lnTo>
                  <a:lnTo>
                    <a:pt x="12496" y="20066"/>
                  </a:lnTo>
                  <a:lnTo>
                    <a:pt x="12369" y="20116"/>
                  </a:lnTo>
                  <a:lnTo>
                    <a:pt x="12496" y="20066"/>
                  </a:lnTo>
                  <a:lnTo>
                    <a:pt x="12496" y="19570"/>
                  </a:lnTo>
                  <a:lnTo>
                    <a:pt x="12103" y="19697"/>
                  </a:lnTo>
                  <a:lnTo>
                    <a:pt x="12052" y="19558"/>
                  </a:lnTo>
                  <a:lnTo>
                    <a:pt x="12509" y="19558"/>
                  </a:lnTo>
                  <a:lnTo>
                    <a:pt x="12509" y="18415"/>
                  </a:lnTo>
                  <a:lnTo>
                    <a:pt x="9359" y="18415"/>
                  </a:lnTo>
                  <a:lnTo>
                    <a:pt x="9639" y="18796"/>
                  </a:lnTo>
                  <a:lnTo>
                    <a:pt x="10147" y="18796"/>
                  </a:lnTo>
                  <a:lnTo>
                    <a:pt x="10325" y="19050"/>
                  </a:lnTo>
                  <a:lnTo>
                    <a:pt x="10528" y="19050"/>
                  </a:lnTo>
                  <a:lnTo>
                    <a:pt x="10655" y="19202"/>
                  </a:lnTo>
                  <a:lnTo>
                    <a:pt x="10172" y="19050"/>
                  </a:lnTo>
                  <a:lnTo>
                    <a:pt x="10147" y="18796"/>
                  </a:lnTo>
                  <a:lnTo>
                    <a:pt x="10045" y="19050"/>
                  </a:lnTo>
                  <a:lnTo>
                    <a:pt x="6946" y="19050"/>
                  </a:lnTo>
                  <a:lnTo>
                    <a:pt x="7073" y="18923"/>
                  </a:lnTo>
                  <a:lnTo>
                    <a:pt x="6769" y="19050"/>
                  </a:lnTo>
                  <a:lnTo>
                    <a:pt x="6896" y="19050"/>
                  </a:lnTo>
                  <a:lnTo>
                    <a:pt x="6743" y="19177"/>
                  </a:lnTo>
                  <a:lnTo>
                    <a:pt x="6756" y="18796"/>
                  </a:lnTo>
                  <a:lnTo>
                    <a:pt x="6718" y="19964"/>
                  </a:lnTo>
                  <a:lnTo>
                    <a:pt x="6718" y="18796"/>
                  </a:lnTo>
                  <a:lnTo>
                    <a:pt x="6540" y="18796"/>
                  </a:lnTo>
                  <a:lnTo>
                    <a:pt x="6096" y="18935"/>
                  </a:lnTo>
                  <a:lnTo>
                    <a:pt x="6019" y="19558"/>
                  </a:lnTo>
                  <a:lnTo>
                    <a:pt x="5994" y="19050"/>
                  </a:lnTo>
                  <a:lnTo>
                    <a:pt x="5778" y="19024"/>
                  </a:lnTo>
                  <a:lnTo>
                    <a:pt x="5676" y="18796"/>
                  </a:lnTo>
                  <a:lnTo>
                    <a:pt x="6007" y="18796"/>
                  </a:lnTo>
                  <a:lnTo>
                    <a:pt x="5702" y="18440"/>
                  </a:lnTo>
                  <a:lnTo>
                    <a:pt x="5626" y="18796"/>
                  </a:lnTo>
                  <a:lnTo>
                    <a:pt x="5524" y="18453"/>
                  </a:lnTo>
                  <a:lnTo>
                    <a:pt x="4775" y="18542"/>
                  </a:lnTo>
                  <a:lnTo>
                    <a:pt x="5092" y="18415"/>
                  </a:lnTo>
                  <a:lnTo>
                    <a:pt x="5511" y="18415"/>
                  </a:lnTo>
                  <a:lnTo>
                    <a:pt x="5524" y="18034"/>
                  </a:lnTo>
                  <a:lnTo>
                    <a:pt x="5232" y="17907"/>
                  </a:lnTo>
                  <a:lnTo>
                    <a:pt x="3581" y="17907"/>
                  </a:lnTo>
                  <a:lnTo>
                    <a:pt x="3175" y="18161"/>
                  </a:lnTo>
                  <a:lnTo>
                    <a:pt x="2908" y="17907"/>
                  </a:lnTo>
                  <a:lnTo>
                    <a:pt x="2311" y="17907"/>
                  </a:lnTo>
                  <a:lnTo>
                    <a:pt x="2768" y="18415"/>
                  </a:lnTo>
                  <a:lnTo>
                    <a:pt x="2959" y="18415"/>
                  </a:lnTo>
                  <a:lnTo>
                    <a:pt x="3225" y="18415"/>
                  </a:lnTo>
                  <a:lnTo>
                    <a:pt x="3441" y="18415"/>
                  </a:lnTo>
                  <a:lnTo>
                    <a:pt x="3683" y="18656"/>
                  </a:lnTo>
                  <a:lnTo>
                    <a:pt x="3416" y="18567"/>
                  </a:lnTo>
                  <a:lnTo>
                    <a:pt x="3581" y="18694"/>
                  </a:lnTo>
                  <a:lnTo>
                    <a:pt x="2641" y="18796"/>
                  </a:lnTo>
                  <a:lnTo>
                    <a:pt x="3733" y="18796"/>
                  </a:lnTo>
                  <a:lnTo>
                    <a:pt x="4140" y="18796"/>
                  </a:lnTo>
                  <a:lnTo>
                    <a:pt x="4800" y="18796"/>
                  </a:lnTo>
                  <a:lnTo>
                    <a:pt x="4737" y="19050"/>
                  </a:lnTo>
                  <a:lnTo>
                    <a:pt x="4635" y="19558"/>
                  </a:lnTo>
                  <a:lnTo>
                    <a:pt x="4800" y="19558"/>
                  </a:lnTo>
                  <a:lnTo>
                    <a:pt x="5080" y="19812"/>
                  </a:lnTo>
                  <a:lnTo>
                    <a:pt x="5181" y="19558"/>
                  </a:lnTo>
                  <a:lnTo>
                    <a:pt x="5486" y="19812"/>
                  </a:lnTo>
                  <a:lnTo>
                    <a:pt x="5626" y="19812"/>
                  </a:lnTo>
                  <a:lnTo>
                    <a:pt x="5613" y="19964"/>
                  </a:lnTo>
                  <a:lnTo>
                    <a:pt x="6007" y="19812"/>
                  </a:lnTo>
                  <a:lnTo>
                    <a:pt x="6134" y="20066"/>
                  </a:lnTo>
                  <a:lnTo>
                    <a:pt x="6515" y="20066"/>
                  </a:lnTo>
                  <a:lnTo>
                    <a:pt x="6629" y="20320"/>
                  </a:lnTo>
                  <a:lnTo>
                    <a:pt x="6565" y="20574"/>
                  </a:lnTo>
                  <a:lnTo>
                    <a:pt x="6705" y="20574"/>
                  </a:lnTo>
                  <a:lnTo>
                    <a:pt x="7378" y="20574"/>
                  </a:lnTo>
                  <a:lnTo>
                    <a:pt x="7277" y="20320"/>
                  </a:lnTo>
                  <a:lnTo>
                    <a:pt x="7188" y="20066"/>
                  </a:lnTo>
                  <a:lnTo>
                    <a:pt x="7035" y="19812"/>
                  </a:lnTo>
                  <a:lnTo>
                    <a:pt x="6807" y="19812"/>
                  </a:lnTo>
                  <a:lnTo>
                    <a:pt x="6743" y="19304"/>
                  </a:lnTo>
                  <a:lnTo>
                    <a:pt x="10756" y="19304"/>
                  </a:lnTo>
                  <a:lnTo>
                    <a:pt x="11747" y="19558"/>
                  </a:lnTo>
                  <a:lnTo>
                    <a:pt x="11595" y="19558"/>
                  </a:lnTo>
                  <a:lnTo>
                    <a:pt x="11671" y="19685"/>
                  </a:lnTo>
                  <a:lnTo>
                    <a:pt x="11290" y="19558"/>
                  </a:lnTo>
                  <a:lnTo>
                    <a:pt x="11696" y="19812"/>
                  </a:lnTo>
                  <a:lnTo>
                    <a:pt x="12077" y="19812"/>
                  </a:lnTo>
                  <a:lnTo>
                    <a:pt x="12166" y="20205"/>
                  </a:lnTo>
                  <a:lnTo>
                    <a:pt x="11887" y="20320"/>
                  </a:lnTo>
                  <a:lnTo>
                    <a:pt x="12179" y="20320"/>
                  </a:lnTo>
                  <a:lnTo>
                    <a:pt x="12344" y="20320"/>
                  </a:lnTo>
                  <a:lnTo>
                    <a:pt x="12623" y="20066"/>
                  </a:lnTo>
                  <a:lnTo>
                    <a:pt x="17043" y="20066"/>
                  </a:lnTo>
                  <a:lnTo>
                    <a:pt x="17221" y="20066"/>
                  </a:lnTo>
                  <a:lnTo>
                    <a:pt x="17703" y="20066"/>
                  </a:lnTo>
                  <a:lnTo>
                    <a:pt x="17475" y="20193"/>
                  </a:lnTo>
                  <a:lnTo>
                    <a:pt x="17297" y="20066"/>
                  </a:lnTo>
                  <a:lnTo>
                    <a:pt x="17246" y="20320"/>
                  </a:lnTo>
                  <a:lnTo>
                    <a:pt x="17653" y="20320"/>
                  </a:lnTo>
                  <a:lnTo>
                    <a:pt x="18008" y="20574"/>
                  </a:lnTo>
                  <a:lnTo>
                    <a:pt x="18529" y="20574"/>
                  </a:lnTo>
                  <a:lnTo>
                    <a:pt x="18516" y="20828"/>
                  </a:lnTo>
                  <a:lnTo>
                    <a:pt x="18757" y="20574"/>
                  </a:lnTo>
                  <a:lnTo>
                    <a:pt x="18859" y="20370"/>
                  </a:lnTo>
                  <a:lnTo>
                    <a:pt x="18859" y="20497"/>
                  </a:lnTo>
                  <a:lnTo>
                    <a:pt x="19075" y="20574"/>
                  </a:lnTo>
                  <a:lnTo>
                    <a:pt x="19075" y="20320"/>
                  </a:lnTo>
                  <a:lnTo>
                    <a:pt x="19634" y="20320"/>
                  </a:lnTo>
                  <a:lnTo>
                    <a:pt x="19507" y="20066"/>
                  </a:lnTo>
                  <a:lnTo>
                    <a:pt x="19164" y="20243"/>
                  </a:lnTo>
                  <a:lnTo>
                    <a:pt x="19354" y="20066"/>
                  </a:lnTo>
                  <a:lnTo>
                    <a:pt x="19189" y="20154"/>
                  </a:lnTo>
                  <a:lnTo>
                    <a:pt x="19342" y="20066"/>
                  </a:lnTo>
                  <a:lnTo>
                    <a:pt x="19507" y="20066"/>
                  </a:lnTo>
                  <a:lnTo>
                    <a:pt x="31864" y="20066"/>
                  </a:lnTo>
                  <a:lnTo>
                    <a:pt x="32054" y="19812"/>
                  </a:lnTo>
                  <a:lnTo>
                    <a:pt x="32969" y="19812"/>
                  </a:lnTo>
                  <a:lnTo>
                    <a:pt x="33045" y="20066"/>
                  </a:lnTo>
                  <a:lnTo>
                    <a:pt x="35420" y="20066"/>
                  </a:lnTo>
                  <a:lnTo>
                    <a:pt x="35191" y="20320"/>
                  </a:lnTo>
                  <a:lnTo>
                    <a:pt x="35344" y="20320"/>
                  </a:lnTo>
                  <a:lnTo>
                    <a:pt x="35420" y="20129"/>
                  </a:lnTo>
                  <a:lnTo>
                    <a:pt x="35445" y="20459"/>
                  </a:lnTo>
                  <a:lnTo>
                    <a:pt x="35191" y="20320"/>
                  </a:lnTo>
                  <a:lnTo>
                    <a:pt x="33845" y="20320"/>
                  </a:lnTo>
                  <a:lnTo>
                    <a:pt x="33845" y="20574"/>
                  </a:lnTo>
                  <a:lnTo>
                    <a:pt x="33362" y="20713"/>
                  </a:lnTo>
                  <a:lnTo>
                    <a:pt x="33426" y="20574"/>
                  </a:lnTo>
                  <a:lnTo>
                    <a:pt x="33845" y="20574"/>
                  </a:lnTo>
                  <a:lnTo>
                    <a:pt x="33845" y="20320"/>
                  </a:lnTo>
                  <a:lnTo>
                    <a:pt x="33121" y="20320"/>
                  </a:lnTo>
                  <a:lnTo>
                    <a:pt x="33121" y="20777"/>
                  </a:lnTo>
                  <a:lnTo>
                    <a:pt x="32905" y="20828"/>
                  </a:lnTo>
                  <a:lnTo>
                    <a:pt x="33121" y="20828"/>
                  </a:lnTo>
                  <a:lnTo>
                    <a:pt x="33134" y="21082"/>
                  </a:lnTo>
                  <a:lnTo>
                    <a:pt x="33312" y="20828"/>
                  </a:lnTo>
                  <a:lnTo>
                    <a:pt x="34874" y="20828"/>
                  </a:lnTo>
                  <a:lnTo>
                    <a:pt x="34505" y="20574"/>
                  </a:lnTo>
                  <a:lnTo>
                    <a:pt x="35458" y="20574"/>
                  </a:lnTo>
                  <a:lnTo>
                    <a:pt x="35661" y="20574"/>
                  </a:lnTo>
                  <a:lnTo>
                    <a:pt x="35623" y="20320"/>
                  </a:lnTo>
                  <a:lnTo>
                    <a:pt x="38150" y="20320"/>
                  </a:lnTo>
                  <a:lnTo>
                    <a:pt x="38188" y="20574"/>
                  </a:lnTo>
                  <a:lnTo>
                    <a:pt x="38709" y="20574"/>
                  </a:lnTo>
                  <a:lnTo>
                    <a:pt x="39535" y="20574"/>
                  </a:lnTo>
                  <a:lnTo>
                    <a:pt x="39941" y="20574"/>
                  </a:lnTo>
                  <a:lnTo>
                    <a:pt x="39928" y="20828"/>
                  </a:lnTo>
                  <a:lnTo>
                    <a:pt x="41414" y="20828"/>
                  </a:lnTo>
                  <a:lnTo>
                    <a:pt x="41440" y="20574"/>
                  </a:lnTo>
                  <a:lnTo>
                    <a:pt x="40233" y="20574"/>
                  </a:lnTo>
                  <a:lnTo>
                    <a:pt x="40513" y="20320"/>
                  </a:lnTo>
                  <a:lnTo>
                    <a:pt x="40627" y="20066"/>
                  </a:lnTo>
                  <a:lnTo>
                    <a:pt x="40957" y="20066"/>
                  </a:lnTo>
                  <a:lnTo>
                    <a:pt x="41198" y="20066"/>
                  </a:lnTo>
                  <a:lnTo>
                    <a:pt x="44094" y="20066"/>
                  </a:lnTo>
                  <a:lnTo>
                    <a:pt x="44615" y="20066"/>
                  </a:lnTo>
                  <a:close/>
                </a:path>
                <a:path w="64135" h="50800">
                  <a:moveTo>
                    <a:pt x="44716" y="25146"/>
                  </a:moveTo>
                  <a:lnTo>
                    <a:pt x="44538" y="25019"/>
                  </a:lnTo>
                  <a:lnTo>
                    <a:pt x="44577" y="25273"/>
                  </a:lnTo>
                  <a:lnTo>
                    <a:pt x="44716" y="25146"/>
                  </a:lnTo>
                  <a:close/>
                </a:path>
                <a:path w="64135" h="50800">
                  <a:moveTo>
                    <a:pt x="44843" y="11303"/>
                  </a:moveTo>
                  <a:lnTo>
                    <a:pt x="44653" y="11303"/>
                  </a:lnTo>
                  <a:lnTo>
                    <a:pt x="44437" y="11303"/>
                  </a:lnTo>
                  <a:lnTo>
                    <a:pt x="44411" y="11557"/>
                  </a:lnTo>
                  <a:lnTo>
                    <a:pt x="44538" y="11557"/>
                  </a:lnTo>
                  <a:lnTo>
                    <a:pt x="44475" y="11684"/>
                  </a:lnTo>
                  <a:lnTo>
                    <a:pt x="44361" y="11557"/>
                  </a:lnTo>
                  <a:lnTo>
                    <a:pt x="44221" y="11557"/>
                  </a:lnTo>
                  <a:lnTo>
                    <a:pt x="44196" y="11811"/>
                  </a:lnTo>
                  <a:lnTo>
                    <a:pt x="44424" y="11811"/>
                  </a:lnTo>
                  <a:lnTo>
                    <a:pt x="44615" y="11811"/>
                  </a:lnTo>
                  <a:lnTo>
                    <a:pt x="44742" y="11557"/>
                  </a:lnTo>
                  <a:lnTo>
                    <a:pt x="44843" y="11303"/>
                  </a:lnTo>
                  <a:close/>
                </a:path>
                <a:path w="64135" h="50800">
                  <a:moveTo>
                    <a:pt x="45021" y="20320"/>
                  </a:moveTo>
                  <a:lnTo>
                    <a:pt x="44386" y="20320"/>
                  </a:lnTo>
                  <a:lnTo>
                    <a:pt x="41617" y="20320"/>
                  </a:lnTo>
                  <a:lnTo>
                    <a:pt x="41275" y="20193"/>
                  </a:lnTo>
                  <a:lnTo>
                    <a:pt x="41363" y="20320"/>
                  </a:lnTo>
                  <a:lnTo>
                    <a:pt x="41529" y="20574"/>
                  </a:lnTo>
                  <a:lnTo>
                    <a:pt x="44665" y="20574"/>
                  </a:lnTo>
                  <a:lnTo>
                    <a:pt x="44526" y="20447"/>
                  </a:lnTo>
                  <a:lnTo>
                    <a:pt x="44704" y="20574"/>
                  </a:lnTo>
                  <a:lnTo>
                    <a:pt x="44919" y="20574"/>
                  </a:lnTo>
                  <a:lnTo>
                    <a:pt x="45021" y="20320"/>
                  </a:lnTo>
                  <a:close/>
                </a:path>
                <a:path w="64135" h="50800">
                  <a:moveTo>
                    <a:pt x="45123" y="20066"/>
                  </a:moveTo>
                  <a:lnTo>
                    <a:pt x="44856" y="20066"/>
                  </a:lnTo>
                  <a:lnTo>
                    <a:pt x="44932" y="20320"/>
                  </a:lnTo>
                  <a:lnTo>
                    <a:pt x="45085" y="20104"/>
                  </a:lnTo>
                  <a:close/>
                </a:path>
                <a:path w="64135" h="50800">
                  <a:moveTo>
                    <a:pt x="45123" y="7620"/>
                  </a:moveTo>
                  <a:lnTo>
                    <a:pt x="41198" y="7620"/>
                  </a:lnTo>
                  <a:lnTo>
                    <a:pt x="40932" y="7493"/>
                  </a:lnTo>
                  <a:lnTo>
                    <a:pt x="40944" y="7620"/>
                  </a:lnTo>
                  <a:lnTo>
                    <a:pt x="40957" y="7874"/>
                  </a:lnTo>
                  <a:lnTo>
                    <a:pt x="44589" y="7874"/>
                  </a:lnTo>
                  <a:lnTo>
                    <a:pt x="44970" y="7874"/>
                  </a:lnTo>
                  <a:lnTo>
                    <a:pt x="45123" y="7620"/>
                  </a:lnTo>
                  <a:close/>
                </a:path>
                <a:path w="64135" h="50800">
                  <a:moveTo>
                    <a:pt x="45199" y="24257"/>
                  </a:moveTo>
                  <a:lnTo>
                    <a:pt x="41554" y="24257"/>
                  </a:lnTo>
                  <a:lnTo>
                    <a:pt x="41503" y="24511"/>
                  </a:lnTo>
                  <a:lnTo>
                    <a:pt x="45046" y="24511"/>
                  </a:lnTo>
                  <a:lnTo>
                    <a:pt x="45199" y="24257"/>
                  </a:lnTo>
                  <a:close/>
                </a:path>
                <a:path w="64135" h="50800">
                  <a:moveTo>
                    <a:pt x="45339" y="8128"/>
                  </a:moveTo>
                  <a:lnTo>
                    <a:pt x="45288" y="7874"/>
                  </a:lnTo>
                  <a:lnTo>
                    <a:pt x="45161" y="7874"/>
                  </a:lnTo>
                  <a:lnTo>
                    <a:pt x="45339" y="8128"/>
                  </a:lnTo>
                  <a:close/>
                </a:path>
                <a:path w="64135" h="50800">
                  <a:moveTo>
                    <a:pt x="45351" y="24511"/>
                  </a:moveTo>
                  <a:lnTo>
                    <a:pt x="45046" y="24511"/>
                  </a:lnTo>
                  <a:lnTo>
                    <a:pt x="44754" y="25019"/>
                  </a:lnTo>
                  <a:lnTo>
                    <a:pt x="45097" y="24765"/>
                  </a:lnTo>
                  <a:lnTo>
                    <a:pt x="45351" y="24511"/>
                  </a:lnTo>
                  <a:close/>
                </a:path>
                <a:path w="64135" h="50800">
                  <a:moveTo>
                    <a:pt x="45364" y="20828"/>
                  </a:moveTo>
                  <a:lnTo>
                    <a:pt x="41414" y="20828"/>
                  </a:lnTo>
                  <a:lnTo>
                    <a:pt x="41402" y="21082"/>
                  </a:lnTo>
                  <a:lnTo>
                    <a:pt x="44462" y="21082"/>
                  </a:lnTo>
                  <a:lnTo>
                    <a:pt x="44437" y="21336"/>
                  </a:lnTo>
                  <a:lnTo>
                    <a:pt x="44818" y="21336"/>
                  </a:lnTo>
                  <a:lnTo>
                    <a:pt x="44640" y="21082"/>
                  </a:lnTo>
                  <a:lnTo>
                    <a:pt x="44869" y="21336"/>
                  </a:lnTo>
                  <a:lnTo>
                    <a:pt x="45034" y="21590"/>
                  </a:lnTo>
                  <a:lnTo>
                    <a:pt x="45313" y="21590"/>
                  </a:lnTo>
                  <a:lnTo>
                    <a:pt x="45250" y="21336"/>
                  </a:lnTo>
                  <a:lnTo>
                    <a:pt x="45034" y="21082"/>
                  </a:lnTo>
                  <a:lnTo>
                    <a:pt x="45364" y="21082"/>
                  </a:lnTo>
                  <a:lnTo>
                    <a:pt x="45364" y="20828"/>
                  </a:lnTo>
                  <a:close/>
                </a:path>
                <a:path w="64135" h="50800">
                  <a:moveTo>
                    <a:pt x="45478" y="24003"/>
                  </a:moveTo>
                  <a:lnTo>
                    <a:pt x="45097" y="23749"/>
                  </a:lnTo>
                  <a:lnTo>
                    <a:pt x="43395" y="23749"/>
                  </a:lnTo>
                  <a:lnTo>
                    <a:pt x="43497" y="24003"/>
                  </a:lnTo>
                  <a:lnTo>
                    <a:pt x="45478" y="24003"/>
                  </a:lnTo>
                  <a:close/>
                </a:path>
                <a:path w="64135" h="50800">
                  <a:moveTo>
                    <a:pt x="45491" y="23495"/>
                  </a:moveTo>
                  <a:lnTo>
                    <a:pt x="45466" y="23241"/>
                  </a:lnTo>
                  <a:lnTo>
                    <a:pt x="45377" y="23418"/>
                  </a:lnTo>
                  <a:lnTo>
                    <a:pt x="45186" y="23241"/>
                  </a:lnTo>
                  <a:lnTo>
                    <a:pt x="43446" y="23241"/>
                  </a:lnTo>
                  <a:lnTo>
                    <a:pt x="43472" y="22987"/>
                  </a:lnTo>
                  <a:lnTo>
                    <a:pt x="45377" y="22987"/>
                  </a:lnTo>
                  <a:lnTo>
                    <a:pt x="45402" y="22733"/>
                  </a:lnTo>
                  <a:lnTo>
                    <a:pt x="43865" y="22733"/>
                  </a:lnTo>
                  <a:lnTo>
                    <a:pt x="44056" y="22352"/>
                  </a:lnTo>
                  <a:lnTo>
                    <a:pt x="44056" y="22479"/>
                  </a:lnTo>
                  <a:lnTo>
                    <a:pt x="45415" y="22479"/>
                  </a:lnTo>
                  <a:lnTo>
                    <a:pt x="45402" y="22225"/>
                  </a:lnTo>
                  <a:lnTo>
                    <a:pt x="44119" y="22225"/>
                  </a:lnTo>
                  <a:lnTo>
                    <a:pt x="44056" y="21971"/>
                  </a:lnTo>
                  <a:lnTo>
                    <a:pt x="45288" y="21971"/>
                  </a:lnTo>
                  <a:lnTo>
                    <a:pt x="45313" y="21590"/>
                  </a:lnTo>
                  <a:lnTo>
                    <a:pt x="45059" y="21653"/>
                  </a:lnTo>
                  <a:lnTo>
                    <a:pt x="44411" y="21590"/>
                  </a:lnTo>
                  <a:lnTo>
                    <a:pt x="43954" y="21590"/>
                  </a:lnTo>
                  <a:lnTo>
                    <a:pt x="43713" y="21590"/>
                  </a:lnTo>
                  <a:lnTo>
                    <a:pt x="43713" y="22733"/>
                  </a:lnTo>
                  <a:lnTo>
                    <a:pt x="43472" y="22872"/>
                  </a:lnTo>
                  <a:lnTo>
                    <a:pt x="43497" y="22733"/>
                  </a:lnTo>
                  <a:lnTo>
                    <a:pt x="43713" y="22733"/>
                  </a:lnTo>
                  <a:lnTo>
                    <a:pt x="43713" y="21590"/>
                  </a:lnTo>
                  <a:lnTo>
                    <a:pt x="43662" y="21945"/>
                  </a:lnTo>
                  <a:lnTo>
                    <a:pt x="43586" y="22479"/>
                  </a:lnTo>
                  <a:lnTo>
                    <a:pt x="43484" y="22733"/>
                  </a:lnTo>
                  <a:lnTo>
                    <a:pt x="43345" y="22733"/>
                  </a:lnTo>
                  <a:lnTo>
                    <a:pt x="43573" y="22479"/>
                  </a:lnTo>
                  <a:lnTo>
                    <a:pt x="43624" y="21971"/>
                  </a:lnTo>
                  <a:lnTo>
                    <a:pt x="43675" y="21374"/>
                  </a:lnTo>
                  <a:lnTo>
                    <a:pt x="43954" y="21590"/>
                  </a:lnTo>
                  <a:lnTo>
                    <a:pt x="44094" y="21336"/>
                  </a:lnTo>
                  <a:lnTo>
                    <a:pt x="43688" y="21336"/>
                  </a:lnTo>
                  <a:lnTo>
                    <a:pt x="42087" y="21336"/>
                  </a:lnTo>
                  <a:lnTo>
                    <a:pt x="42202" y="21590"/>
                  </a:lnTo>
                  <a:lnTo>
                    <a:pt x="42532" y="21590"/>
                  </a:lnTo>
                  <a:lnTo>
                    <a:pt x="42443" y="22225"/>
                  </a:lnTo>
                  <a:lnTo>
                    <a:pt x="42786" y="22479"/>
                  </a:lnTo>
                  <a:lnTo>
                    <a:pt x="42900" y="22733"/>
                  </a:lnTo>
                  <a:lnTo>
                    <a:pt x="43027" y="22987"/>
                  </a:lnTo>
                  <a:lnTo>
                    <a:pt x="43268" y="22987"/>
                  </a:lnTo>
                  <a:lnTo>
                    <a:pt x="43434" y="23241"/>
                  </a:lnTo>
                  <a:lnTo>
                    <a:pt x="41478" y="23241"/>
                  </a:lnTo>
                  <a:lnTo>
                    <a:pt x="41490" y="23495"/>
                  </a:lnTo>
                  <a:lnTo>
                    <a:pt x="43281" y="23495"/>
                  </a:lnTo>
                  <a:lnTo>
                    <a:pt x="43421" y="23266"/>
                  </a:lnTo>
                  <a:lnTo>
                    <a:pt x="43395" y="23495"/>
                  </a:lnTo>
                  <a:lnTo>
                    <a:pt x="45339" y="23495"/>
                  </a:lnTo>
                  <a:lnTo>
                    <a:pt x="45466" y="23495"/>
                  </a:lnTo>
                  <a:close/>
                </a:path>
                <a:path w="64135" h="50800">
                  <a:moveTo>
                    <a:pt x="45605" y="7112"/>
                  </a:moveTo>
                  <a:lnTo>
                    <a:pt x="44157" y="6858"/>
                  </a:lnTo>
                  <a:lnTo>
                    <a:pt x="40919" y="6858"/>
                  </a:lnTo>
                  <a:lnTo>
                    <a:pt x="40932" y="7366"/>
                  </a:lnTo>
                  <a:lnTo>
                    <a:pt x="44424" y="7366"/>
                  </a:lnTo>
                  <a:lnTo>
                    <a:pt x="45110" y="7620"/>
                  </a:lnTo>
                  <a:lnTo>
                    <a:pt x="44945" y="7366"/>
                  </a:lnTo>
                  <a:lnTo>
                    <a:pt x="44907" y="7112"/>
                  </a:lnTo>
                  <a:lnTo>
                    <a:pt x="45605" y="7112"/>
                  </a:lnTo>
                  <a:close/>
                </a:path>
                <a:path w="64135" h="50800">
                  <a:moveTo>
                    <a:pt x="45618" y="15341"/>
                  </a:moveTo>
                  <a:lnTo>
                    <a:pt x="45542" y="14998"/>
                  </a:lnTo>
                  <a:lnTo>
                    <a:pt x="45402" y="15303"/>
                  </a:lnTo>
                  <a:lnTo>
                    <a:pt x="45618" y="15341"/>
                  </a:lnTo>
                  <a:close/>
                </a:path>
                <a:path w="64135" h="50800">
                  <a:moveTo>
                    <a:pt x="45859" y="17221"/>
                  </a:moveTo>
                  <a:lnTo>
                    <a:pt x="45745" y="17005"/>
                  </a:lnTo>
                  <a:lnTo>
                    <a:pt x="45593" y="17221"/>
                  </a:lnTo>
                  <a:lnTo>
                    <a:pt x="45770" y="17157"/>
                  </a:lnTo>
                  <a:lnTo>
                    <a:pt x="45643" y="17284"/>
                  </a:lnTo>
                  <a:lnTo>
                    <a:pt x="45542" y="17119"/>
                  </a:lnTo>
                  <a:lnTo>
                    <a:pt x="45516" y="17335"/>
                  </a:lnTo>
                  <a:lnTo>
                    <a:pt x="45656" y="17297"/>
                  </a:lnTo>
                  <a:lnTo>
                    <a:pt x="45808" y="17221"/>
                  </a:lnTo>
                  <a:close/>
                </a:path>
                <a:path w="64135" h="50800">
                  <a:moveTo>
                    <a:pt x="46088" y="16002"/>
                  </a:moveTo>
                  <a:lnTo>
                    <a:pt x="45974" y="15621"/>
                  </a:lnTo>
                  <a:lnTo>
                    <a:pt x="45720" y="15367"/>
                  </a:lnTo>
                  <a:lnTo>
                    <a:pt x="45567" y="15367"/>
                  </a:lnTo>
                  <a:lnTo>
                    <a:pt x="45745" y="15519"/>
                  </a:lnTo>
                  <a:lnTo>
                    <a:pt x="45770" y="15887"/>
                  </a:lnTo>
                  <a:lnTo>
                    <a:pt x="45745" y="16103"/>
                  </a:lnTo>
                  <a:lnTo>
                    <a:pt x="46088" y="16002"/>
                  </a:lnTo>
                  <a:close/>
                </a:path>
                <a:path w="64135" h="50800">
                  <a:moveTo>
                    <a:pt x="46113" y="20066"/>
                  </a:moveTo>
                  <a:lnTo>
                    <a:pt x="46113" y="20066"/>
                  </a:lnTo>
                  <a:lnTo>
                    <a:pt x="45186" y="20066"/>
                  </a:lnTo>
                  <a:lnTo>
                    <a:pt x="45529" y="20320"/>
                  </a:lnTo>
                  <a:lnTo>
                    <a:pt x="45859" y="20167"/>
                  </a:lnTo>
                  <a:lnTo>
                    <a:pt x="45694" y="20320"/>
                  </a:lnTo>
                  <a:lnTo>
                    <a:pt x="46113" y="20066"/>
                  </a:lnTo>
                  <a:close/>
                </a:path>
                <a:path w="64135" h="50800">
                  <a:moveTo>
                    <a:pt x="46291" y="10541"/>
                  </a:moveTo>
                  <a:lnTo>
                    <a:pt x="45897" y="10350"/>
                  </a:lnTo>
                  <a:lnTo>
                    <a:pt x="45834" y="10185"/>
                  </a:lnTo>
                  <a:lnTo>
                    <a:pt x="45631" y="10287"/>
                  </a:lnTo>
                  <a:lnTo>
                    <a:pt x="45605" y="10541"/>
                  </a:lnTo>
                  <a:lnTo>
                    <a:pt x="45796" y="10541"/>
                  </a:lnTo>
                  <a:lnTo>
                    <a:pt x="45935" y="10541"/>
                  </a:lnTo>
                  <a:lnTo>
                    <a:pt x="46291" y="10541"/>
                  </a:lnTo>
                  <a:close/>
                </a:path>
                <a:path w="64135" h="50800">
                  <a:moveTo>
                    <a:pt x="46342" y="12738"/>
                  </a:moveTo>
                  <a:lnTo>
                    <a:pt x="45897" y="13296"/>
                  </a:lnTo>
                  <a:lnTo>
                    <a:pt x="44361" y="13296"/>
                  </a:lnTo>
                  <a:lnTo>
                    <a:pt x="44399" y="13881"/>
                  </a:lnTo>
                  <a:lnTo>
                    <a:pt x="45859" y="13881"/>
                  </a:lnTo>
                  <a:lnTo>
                    <a:pt x="46037" y="13881"/>
                  </a:lnTo>
                  <a:lnTo>
                    <a:pt x="46050" y="13296"/>
                  </a:lnTo>
                  <a:lnTo>
                    <a:pt x="46316" y="13296"/>
                  </a:lnTo>
                  <a:lnTo>
                    <a:pt x="46342" y="12738"/>
                  </a:lnTo>
                  <a:close/>
                </a:path>
                <a:path w="64135" h="50800">
                  <a:moveTo>
                    <a:pt x="46393" y="18796"/>
                  </a:moveTo>
                  <a:lnTo>
                    <a:pt x="46164" y="18796"/>
                  </a:lnTo>
                  <a:lnTo>
                    <a:pt x="46139" y="19050"/>
                  </a:lnTo>
                  <a:lnTo>
                    <a:pt x="46393" y="18796"/>
                  </a:lnTo>
                  <a:close/>
                </a:path>
                <a:path w="64135" h="50800">
                  <a:moveTo>
                    <a:pt x="46494" y="21082"/>
                  </a:moveTo>
                  <a:lnTo>
                    <a:pt x="46240" y="20955"/>
                  </a:lnTo>
                  <a:lnTo>
                    <a:pt x="46329" y="21082"/>
                  </a:lnTo>
                  <a:lnTo>
                    <a:pt x="46494" y="21082"/>
                  </a:lnTo>
                  <a:close/>
                </a:path>
                <a:path w="64135" h="50800">
                  <a:moveTo>
                    <a:pt x="46520" y="21971"/>
                  </a:moveTo>
                  <a:lnTo>
                    <a:pt x="46393" y="21590"/>
                  </a:lnTo>
                  <a:lnTo>
                    <a:pt x="46253" y="21336"/>
                  </a:lnTo>
                  <a:lnTo>
                    <a:pt x="45923" y="20828"/>
                  </a:lnTo>
                  <a:lnTo>
                    <a:pt x="45542" y="20828"/>
                  </a:lnTo>
                  <a:lnTo>
                    <a:pt x="46202" y="21590"/>
                  </a:lnTo>
                  <a:lnTo>
                    <a:pt x="46380" y="21971"/>
                  </a:lnTo>
                  <a:lnTo>
                    <a:pt x="46507" y="22225"/>
                  </a:lnTo>
                  <a:lnTo>
                    <a:pt x="46520" y="21971"/>
                  </a:lnTo>
                  <a:close/>
                </a:path>
                <a:path w="64135" h="50800">
                  <a:moveTo>
                    <a:pt x="46596" y="8890"/>
                  </a:moveTo>
                  <a:lnTo>
                    <a:pt x="45758" y="8636"/>
                  </a:lnTo>
                  <a:lnTo>
                    <a:pt x="43522" y="8636"/>
                  </a:lnTo>
                  <a:lnTo>
                    <a:pt x="43522" y="8890"/>
                  </a:lnTo>
                  <a:lnTo>
                    <a:pt x="43789" y="8890"/>
                  </a:lnTo>
                  <a:lnTo>
                    <a:pt x="43649" y="9271"/>
                  </a:lnTo>
                  <a:lnTo>
                    <a:pt x="43421" y="9271"/>
                  </a:lnTo>
                  <a:lnTo>
                    <a:pt x="43522" y="8636"/>
                  </a:lnTo>
                  <a:lnTo>
                    <a:pt x="43078" y="8636"/>
                  </a:lnTo>
                  <a:lnTo>
                    <a:pt x="43078" y="8890"/>
                  </a:lnTo>
                  <a:lnTo>
                    <a:pt x="42379" y="9144"/>
                  </a:lnTo>
                  <a:lnTo>
                    <a:pt x="42633" y="8890"/>
                  </a:lnTo>
                  <a:lnTo>
                    <a:pt x="43078" y="8890"/>
                  </a:lnTo>
                  <a:lnTo>
                    <a:pt x="43078" y="8636"/>
                  </a:lnTo>
                  <a:lnTo>
                    <a:pt x="42595" y="8636"/>
                  </a:lnTo>
                  <a:lnTo>
                    <a:pt x="42659" y="8382"/>
                  </a:lnTo>
                  <a:lnTo>
                    <a:pt x="42100" y="8496"/>
                  </a:lnTo>
                  <a:lnTo>
                    <a:pt x="42252" y="8382"/>
                  </a:lnTo>
                  <a:lnTo>
                    <a:pt x="42659" y="8382"/>
                  </a:lnTo>
                  <a:lnTo>
                    <a:pt x="43548" y="8382"/>
                  </a:lnTo>
                  <a:lnTo>
                    <a:pt x="45529" y="8382"/>
                  </a:lnTo>
                  <a:lnTo>
                    <a:pt x="45339" y="8128"/>
                  </a:lnTo>
                  <a:lnTo>
                    <a:pt x="42151" y="8128"/>
                  </a:lnTo>
                  <a:lnTo>
                    <a:pt x="41998" y="8293"/>
                  </a:lnTo>
                  <a:lnTo>
                    <a:pt x="41821" y="8128"/>
                  </a:lnTo>
                  <a:lnTo>
                    <a:pt x="40690" y="8128"/>
                  </a:lnTo>
                  <a:lnTo>
                    <a:pt x="40411" y="8382"/>
                  </a:lnTo>
                  <a:lnTo>
                    <a:pt x="40627" y="8382"/>
                  </a:lnTo>
                  <a:lnTo>
                    <a:pt x="40995" y="8382"/>
                  </a:lnTo>
                  <a:lnTo>
                    <a:pt x="41897" y="8382"/>
                  </a:lnTo>
                  <a:lnTo>
                    <a:pt x="41986" y="8521"/>
                  </a:lnTo>
                  <a:lnTo>
                    <a:pt x="41351" y="8636"/>
                  </a:lnTo>
                  <a:lnTo>
                    <a:pt x="42024" y="8636"/>
                  </a:lnTo>
                  <a:lnTo>
                    <a:pt x="42024" y="8890"/>
                  </a:lnTo>
                  <a:lnTo>
                    <a:pt x="41592" y="8890"/>
                  </a:lnTo>
                  <a:lnTo>
                    <a:pt x="41821" y="9271"/>
                  </a:lnTo>
                  <a:lnTo>
                    <a:pt x="40144" y="9525"/>
                  </a:lnTo>
                  <a:lnTo>
                    <a:pt x="40474" y="9525"/>
                  </a:lnTo>
                  <a:lnTo>
                    <a:pt x="39916" y="10033"/>
                  </a:lnTo>
                  <a:lnTo>
                    <a:pt x="39725" y="10287"/>
                  </a:lnTo>
                  <a:lnTo>
                    <a:pt x="39839" y="10121"/>
                  </a:lnTo>
                  <a:lnTo>
                    <a:pt x="38277" y="10033"/>
                  </a:lnTo>
                  <a:lnTo>
                    <a:pt x="39446" y="9067"/>
                  </a:lnTo>
                  <a:lnTo>
                    <a:pt x="38531" y="9067"/>
                  </a:lnTo>
                  <a:lnTo>
                    <a:pt x="38125" y="10033"/>
                  </a:lnTo>
                  <a:lnTo>
                    <a:pt x="31165" y="10033"/>
                  </a:lnTo>
                  <a:lnTo>
                    <a:pt x="31369" y="9893"/>
                  </a:lnTo>
                  <a:lnTo>
                    <a:pt x="31369" y="9702"/>
                  </a:lnTo>
                  <a:lnTo>
                    <a:pt x="31076" y="9791"/>
                  </a:lnTo>
                  <a:lnTo>
                    <a:pt x="30949" y="9702"/>
                  </a:lnTo>
                  <a:lnTo>
                    <a:pt x="30949" y="10033"/>
                  </a:lnTo>
                  <a:lnTo>
                    <a:pt x="27965" y="10033"/>
                  </a:lnTo>
                  <a:lnTo>
                    <a:pt x="27952" y="10287"/>
                  </a:lnTo>
                  <a:lnTo>
                    <a:pt x="30937" y="10287"/>
                  </a:lnTo>
                  <a:lnTo>
                    <a:pt x="30924" y="10541"/>
                  </a:lnTo>
                  <a:lnTo>
                    <a:pt x="31000" y="10287"/>
                  </a:lnTo>
                  <a:lnTo>
                    <a:pt x="39598" y="10287"/>
                  </a:lnTo>
                  <a:lnTo>
                    <a:pt x="39598" y="10541"/>
                  </a:lnTo>
                  <a:lnTo>
                    <a:pt x="43980" y="10541"/>
                  </a:lnTo>
                  <a:lnTo>
                    <a:pt x="44043" y="10033"/>
                  </a:lnTo>
                  <a:lnTo>
                    <a:pt x="44005" y="9779"/>
                  </a:lnTo>
                  <a:lnTo>
                    <a:pt x="43865" y="10033"/>
                  </a:lnTo>
                  <a:lnTo>
                    <a:pt x="43726" y="10033"/>
                  </a:lnTo>
                  <a:lnTo>
                    <a:pt x="43865" y="9906"/>
                  </a:lnTo>
                  <a:lnTo>
                    <a:pt x="44005" y="9779"/>
                  </a:lnTo>
                  <a:lnTo>
                    <a:pt x="43967" y="9525"/>
                  </a:lnTo>
                  <a:lnTo>
                    <a:pt x="43802" y="9525"/>
                  </a:lnTo>
                  <a:lnTo>
                    <a:pt x="43586" y="9652"/>
                  </a:lnTo>
                  <a:lnTo>
                    <a:pt x="43522" y="9525"/>
                  </a:lnTo>
                  <a:lnTo>
                    <a:pt x="43764" y="9525"/>
                  </a:lnTo>
                  <a:lnTo>
                    <a:pt x="43853" y="9271"/>
                  </a:lnTo>
                  <a:lnTo>
                    <a:pt x="44056" y="9271"/>
                  </a:lnTo>
                  <a:lnTo>
                    <a:pt x="44462" y="9525"/>
                  </a:lnTo>
                  <a:lnTo>
                    <a:pt x="44462" y="10782"/>
                  </a:lnTo>
                  <a:lnTo>
                    <a:pt x="44462" y="11049"/>
                  </a:lnTo>
                  <a:lnTo>
                    <a:pt x="44653" y="11049"/>
                  </a:lnTo>
                  <a:lnTo>
                    <a:pt x="44805" y="11303"/>
                  </a:lnTo>
                  <a:lnTo>
                    <a:pt x="44856" y="10033"/>
                  </a:lnTo>
                  <a:lnTo>
                    <a:pt x="44970" y="10287"/>
                  </a:lnTo>
                  <a:lnTo>
                    <a:pt x="45135" y="10287"/>
                  </a:lnTo>
                  <a:lnTo>
                    <a:pt x="45377" y="10287"/>
                  </a:lnTo>
                  <a:lnTo>
                    <a:pt x="45262" y="10033"/>
                  </a:lnTo>
                  <a:lnTo>
                    <a:pt x="45872" y="10033"/>
                  </a:lnTo>
                  <a:lnTo>
                    <a:pt x="46113" y="10033"/>
                  </a:lnTo>
                  <a:lnTo>
                    <a:pt x="46291" y="10033"/>
                  </a:lnTo>
                  <a:lnTo>
                    <a:pt x="46266" y="10261"/>
                  </a:lnTo>
                  <a:lnTo>
                    <a:pt x="46113" y="10287"/>
                  </a:lnTo>
                  <a:lnTo>
                    <a:pt x="46266" y="10287"/>
                  </a:lnTo>
                  <a:lnTo>
                    <a:pt x="46456" y="10287"/>
                  </a:lnTo>
                  <a:lnTo>
                    <a:pt x="46596" y="10033"/>
                  </a:lnTo>
                  <a:lnTo>
                    <a:pt x="46482" y="9779"/>
                  </a:lnTo>
                  <a:lnTo>
                    <a:pt x="46355" y="9525"/>
                  </a:lnTo>
                  <a:lnTo>
                    <a:pt x="46240" y="9271"/>
                  </a:lnTo>
                  <a:lnTo>
                    <a:pt x="46494" y="9271"/>
                  </a:lnTo>
                  <a:lnTo>
                    <a:pt x="46253" y="8890"/>
                  </a:lnTo>
                  <a:lnTo>
                    <a:pt x="46596" y="8890"/>
                  </a:lnTo>
                  <a:close/>
                </a:path>
                <a:path w="64135" h="50800">
                  <a:moveTo>
                    <a:pt x="46799" y="20066"/>
                  </a:moveTo>
                  <a:lnTo>
                    <a:pt x="46266" y="20066"/>
                  </a:lnTo>
                  <a:lnTo>
                    <a:pt x="46266" y="20320"/>
                  </a:lnTo>
                  <a:lnTo>
                    <a:pt x="46761" y="20320"/>
                  </a:lnTo>
                  <a:lnTo>
                    <a:pt x="46799" y="20066"/>
                  </a:lnTo>
                  <a:close/>
                </a:path>
                <a:path w="64135" h="50800">
                  <a:moveTo>
                    <a:pt x="47282" y="19050"/>
                  </a:moveTo>
                  <a:lnTo>
                    <a:pt x="46888" y="19050"/>
                  </a:lnTo>
                  <a:lnTo>
                    <a:pt x="46723" y="19304"/>
                  </a:lnTo>
                  <a:lnTo>
                    <a:pt x="46659" y="19558"/>
                  </a:lnTo>
                  <a:lnTo>
                    <a:pt x="46850" y="19558"/>
                  </a:lnTo>
                  <a:lnTo>
                    <a:pt x="46837" y="19685"/>
                  </a:lnTo>
                  <a:lnTo>
                    <a:pt x="46723" y="19558"/>
                  </a:lnTo>
                  <a:lnTo>
                    <a:pt x="46723" y="19812"/>
                  </a:lnTo>
                  <a:lnTo>
                    <a:pt x="46951" y="19812"/>
                  </a:lnTo>
                  <a:lnTo>
                    <a:pt x="47218" y="19812"/>
                  </a:lnTo>
                  <a:lnTo>
                    <a:pt x="47015" y="19558"/>
                  </a:lnTo>
                  <a:lnTo>
                    <a:pt x="47218" y="19558"/>
                  </a:lnTo>
                  <a:lnTo>
                    <a:pt x="47282" y="19050"/>
                  </a:lnTo>
                  <a:close/>
                </a:path>
                <a:path w="64135" h="50800">
                  <a:moveTo>
                    <a:pt x="47459" y="20066"/>
                  </a:moveTo>
                  <a:lnTo>
                    <a:pt x="47383" y="19812"/>
                  </a:lnTo>
                  <a:lnTo>
                    <a:pt x="47218" y="19812"/>
                  </a:lnTo>
                  <a:lnTo>
                    <a:pt x="47459" y="20066"/>
                  </a:lnTo>
                  <a:close/>
                </a:path>
                <a:path w="64135" h="50800">
                  <a:moveTo>
                    <a:pt x="47586" y="16179"/>
                  </a:moveTo>
                  <a:lnTo>
                    <a:pt x="47129" y="16179"/>
                  </a:lnTo>
                  <a:lnTo>
                    <a:pt x="47053" y="16484"/>
                  </a:lnTo>
                  <a:lnTo>
                    <a:pt x="46799" y="16484"/>
                  </a:lnTo>
                  <a:lnTo>
                    <a:pt x="46786" y="17411"/>
                  </a:lnTo>
                  <a:lnTo>
                    <a:pt x="47015" y="17411"/>
                  </a:lnTo>
                  <a:lnTo>
                    <a:pt x="47409" y="16484"/>
                  </a:lnTo>
                  <a:lnTo>
                    <a:pt x="47586" y="16179"/>
                  </a:lnTo>
                  <a:close/>
                </a:path>
                <a:path w="64135" h="50800">
                  <a:moveTo>
                    <a:pt x="47713" y="20320"/>
                  </a:moveTo>
                  <a:lnTo>
                    <a:pt x="47459" y="20066"/>
                  </a:lnTo>
                  <a:lnTo>
                    <a:pt x="47459" y="20320"/>
                  </a:lnTo>
                  <a:lnTo>
                    <a:pt x="47713" y="20320"/>
                  </a:lnTo>
                  <a:close/>
                </a:path>
                <a:path w="64135" h="50800">
                  <a:moveTo>
                    <a:pt x="47777" y="20828"/>
                  </a:moveTo>
                  <a:lnTo>
                    <a:pt x="47498" y="20739"/>
                  </a:lnTo>
                  <a:lnTo>
                    <a:pt x="47485" y="20574"/>
                  </a:lnTo>
                  <a:lnTo>
                    <a:pt x="47396" y="20713"/>
                  </a:lnTo>
                  <a:lnTo>
                    <a:pt x="47104" y="20624"/>
                  </a:lnTo>
                  <a:lnTo>
                    <a:pt x="46850" y="20713"/>
                  </a:lnTo>
                  <a:lnTo>
                    <a:pt x="46799" y="20574"/>
                  </a:lnTo>
                  <a:lnTo>
                    <a:pt x="46990" y="20574"/>
                  </a:lnTo>
                  <a:lnTo>
                    <a:pt x="47015" y="20320"/>
                  </a:lnTo>
                  <a:lnTo>
                    <a:pt x="46761" y="20320"/>
                  </a:lnTo>
                  <a:lnTo>
                    <a:pt x="46723" y="20574"/>
                  </a:lnTo>
                  <a:lnTo>
                    <a:pt x="46278" y="20574"/>
                  </a:lnTo>
                  <a:lnTo>
                    <a:pt x="46266" y="20320"/>
                  </a:lnTo>
                  <a:lnTo>
                    <a:pt x="45694" y="20320"/>
                  </a:lnTo>
                  <a:lnTo>
                    <a:pt x="45529" y="20472"/>
                  </a:lnTo>
                  <a:lnTo>
                    <a:pt x="45377" y="20320"/>
                  </a:lnTo>
                  <a:lnTo>
                    <a:pt x="45135" y="20142"/>
                  </a:lnTo>
                  <a:lnTo>
                    <a:pt x="45034" y="20320"/>
                  </a:lnTo>
                  <a:lnTo>
                    <a:pt x="45224" y="20320"/>
                  </a:lnTo>
                  <a:lnTo>
                    <a:pt x="45262" y="20574"/>
                  </a:lnTo>
                  <a:lnTo>
                    <a:pt x="45415" y="20574"/>
                  </a:lnTo>
                  <a:lnTo>
                    <a:pt x="45923" y="20828"/>
                  </a:lnTo>
                  <a:lnTo>
                    <a:pt x="45643" y="20574"/>
                  </a:lnTo>
                  <a:lnTo>
                    <a:pt x="45974" y="20574"/>
                  </a:lnTo>
                  <a:lnTo>
                    <a:pt x="46151" y="20828"/>
                  </a:lnTo>
                  <a:lnTo>
                    <a:pt x="46494" y="20828"/>
                  </a:lnTo>
                  <a:lnTo>
                    <a:pt x="47028" y="20828"/>
                  </a:lnTo>
                  <a:lnTo>
                    <a:pt x="47193" y="20967"/>
                  </a:lnTo>
                  <a:lnTo>
                    <a:pt x="47510" y="20828"/>
                  </a:lnTo>
                  <a:lnTo>
                    <a:pt x="47777" y="20828"/>
                  </a:lnTo>
                  <a:close/>
                </a:path>
                <a:path w="64135" h="50800">
                  <a:moveTo>
                    <a:pt x="47955" y="15633"/>
                  </a:moveTo>
                  <a:lnTo>
                    <a:pt x="47421" y="15633"/>
                  </a:lnTo>
                  <a:lnTo>
                    <a:pt x="47498" y="16014"/>
                  </a:lnTo>
                  <a:lnTo>
                    <a:pt x="47701" y="16014"/>
                  </a:lnTo>
                  <a:lnTo>
                    <a:pt x="47955" y="15633"/>
                  </a:lnTo>
                  <a:close/>
                </a:path>
                <a:path w="64135" h="50800">
                  <a:moveTo>
                    <a:pt x="47967" y="18046"/>
                  </a:moveTo>
                  <a:lnTo>
                    <a:pt x="47510" y="18161"/>
                  </a:lnTo>
                  <a:lnTo>
                    <a:pt x="47612" y="17907"/>
                  </a:lnTo>
                  <a:lnTo>
                    <a:pt x="46596" y="17907"/>
                  </a:lnTo>
                  <a:lnTo>
                    <a:pt x="46418" y="17792"/>
                  </a:lnTo>
                  <a:lnTo>
                    <a:pt x="46545" y="17716"/>
                  </a:lnTo>
                  <a:lnTo>
                    <a:pt x="46367" y="17437"/>
                  </a:lnTo>
                  <a:lnTo>
                    <a:pt x="46355" y="17208"/>
                  </a:lnTo>
                  <a:lnTo>
                    <a:pt x="45923" y="17348"/>
                  </a:lnTo>
                  <a:lnTo>
                    <a:pt x="46177" y="17551"/>
                  </a:lnTo>
                  <a:lnTo>
                    <a:pt x="46316" y="17551"/>
                  </a:lnTo>
                  <a:lnTo>
                    <a:pt x="46215" y="17703"/>
                  </a:lnTo>
                  <a:lnTo>
                    <a:pt x="46380" y="17907"/>
                  </a:lnTo>
                  <a:lnTo>
                    <a:pt x="44450" y="17907"/>
                  </a:lnTo>
                  <a:lnTo>
                    <a:pt x="44513" y="17678"/>
                  </a:lnTo>
                  <a:lnTo>
                    <a:pt x="44272" y="17551"/>
                  </a:lnTo>
                  <a:lnTo>
                    <a:pt x="44411" y="17018"/>
                  </a:lnTo>
                  <a:lnTo>
                    <a:pt x="44183" y="17119"/>
                  </a:lnTo>
                  <a:lnTo>
                    <a:pt x="44157" y="16852"/>
                  </a:lnTo>
                  <a:lnTo>
                    <a:pt x="44030" y="16929"/>
                  </a:lnTo>
                  <a:lnTo>
                    <a:pt x="44069" y="16802"/>
                  </a:lnTo>
                  <a:lnTo>
                    <a:pt x="44094" y="16535"/>
                  </a:lnTo>
                  <a:lnTo>
                    <a:pt x="43840" y="16560"/>
                  </a:lnTo>
                  <a:lnTo>
                    <a:pt x="43776" y="16268"/>
                  </a:lnTo>
                  <a:lnTo>
                    <a:pt x="44170" y="17284"/>
                  </a:lnTo>
                  <a:lnTo>
                    <a:pt x="44234" y="17907"/>
                  </a:lnTo>
                  <a:lnTo>
                    <a:pt x="43903" y="17907"/>
                  </a:lnTo>
                  <a:lnTo>
                    <a:pt x="43688" y="17653"/>
                  </a:lnTo>
                  <a:lnTo>
                    <a:pt x="42684" y="17653"/>
                  </a:lnTo>
                  <a:lnTo>
                    <a:pt x="42799" y="17907"/>
                  </a:lnTo>
                  <a:lnTo>
                    <a:pt x="43294" y="17907"/>
                  </a:lnTo>
                  <a:lnTo>
                    <a:pt x="43218" y="18249"/>
                  </a:lnTo>
                  <a:lnTo>
                    <a:pt x="42646" y="17907"/>
                  </a:lnTo>
                  <a:lnTo>
                    <a:pt x="42240" y="17907"/>
                  </a:lnTo>
                  <a:lnTo>
                    <a:pt x="42532" y="18415"/>
                  </a:lnTo>
                  <a:lnTo>
                    <a:pt x="42900" y="18415"/>
                  </a:lnTo>
                  <a:lnTo>
                    <a:pt x="42811" y="19050"/>
                  </a:lnTo>
                  <a:lnTo>
                    <a:pt x="43180" y="19050"/>
                  </a:lnTo>
                  <a:lnTo>
                    <a:pt x="43307" y="19050"/>
                  </a:lnTo>
                  <a:lnTo>
                    <a:pt x="43014" y="18796"/>
                  </a:lnTo>
                  <a:lnTo>
                    <a:pt x="43459" y="18796"/>
                  </a:lnTo>
                  <a:lnTo>
                    <a:pt x="43332" y="18415"/>
                  </a:lnTo>
                  <a:lnTo>
                    <a:pt x="43510" y="18415"/>
                  </a:lnTo>
                  <a:lnTo>
                    <a:pt x="43903" y="18415"/>
                  </a:lnTo>
                  <a:lnTo>
                    <a:pt x="43903" y="18148"/>
                  </a:lnTo>
                  <a:lnTo>
                    <a:pt x="44018" y="18415"/>
                  </a:lnTo>
                  <a:lnTo>
                    <a:pt x="44284" y="18415"/>
                  </a:lnTo>
                  <a:lnTo>
                    <a:pt x="44323" y="18796"/>
                  </a:lnTo>
                  <a:lnTo>
                    <a:pt x="44170" y="18796"/>
                  </a:lnTo>
                  <a:lnTo>
                    <a:pt x="44284" y="19050"/>
                  </a:lnTo>
                  <a:lnTo>
                    <a:pt x="44399" y="19304"/>
                  </a:lnTo>
                  <a:lnTo>
                    <a:pt x="44729" y="19304"/>
                  </a:lnTo>
                  <a:lnTo>
                    <a:pt x="44958" y="19558"/>
                  </a:lnTo>
                  <a:lnTo>
                    <a:pt x="44500" y="19558"/>
                  </a:lnTo>
                  <a:lnTo>
                    <a:pt x="44615" y="19812"/>
                  </a:lnTo>
                  <a:lnTo>
                    <a:pt x="45821" y="19812"/>
                  </a:lnTo>
                  <a:lnTo>
                    <a:pt x="45808" y="19685"/>
                  </a:lnTo>
                  <a:lnTo>
                    <a:pt x="46113" y="20066"/>
                  </a:lnTo>
                  <a:lnTo>
                    <a:pt x="46037" y="19304"/>
                  </a:lnTo>
                  <a:lnTo>
                    <a:pt x="46583" y="19304"/>
                  </a:lnTo>
                  <a:lnTo>
                    <a:pt x="46621" y="19050"/>
                  </a:lnTo>
                  <a:lnTo>
                    <a:pt x="46494" y="18923"/>
                  </a:lnTo>
                  <a:lnTo>
                    <a:pt x="46380" y="19050"/>
                  </a:lnTo>
                  <a:lnTo>
                    <a:pt x="46139" y="19050"/>
                  </a:lnTo>
                  <a:lnTo>
                    <a:pt x="46050" y="19177"/>
                  </a:lnTo>
                  <a:lnTo>
                    <a:pt x="46050" y="19050"/>
                  </a:lnTo>
                  <a:lnTo>
                    <a:pt x="45885" y="19050"/>
                  </a:lnTo>
                  <a:lnTo>
                    <a:pt x="46075" y="18796"/>
                  </a:lnTo>
                  <a:lnTo>
                    <a:pt x="45720" y="18796"/>
                  </a:lnTo>
                  <a:lnTo>
                    <a:pt x="45720" y="19050"/>
                  </a:lnTo>
                  <a:lnTo>
                    <a:pt x="45707" y="19304"/>
                  </a:lnTo>
                  <a:lnTo>
                    <a:pt x="45707" y="19558"/>
                  </a:lnTo>
                  <a:lnTo>
                    <a:pt x="44996" y="19558"/>
                  </a:lnTo>
                  <a:lnTo>
                    <a:pt x="44932" y="19304"/>
                  </a:lnTo>
                  <a:lnTo>
                    <a:pt x="45707" y="19304"/>
                  </a:lnTo>
                  <a:lnTo>
                    <a:pt x="45707" y="19100"/>
                  </a:lnTo>
                  <a:lnTo>
                    <a:pt x="45542" y="19050"/>
                  </a:lnTo>
                  <a:lnTo>
                    <a:pt x="45720" y="19050"/>
                  </a:lnTo>
                  <a:lnTo>
                    <a:pt x="45720" y="18796"/>
                  </a:lnTo>
                  <a:lnTo>
                    <a:pt x="44653" y="18796"/>
                  </a:lnTo>
                  <a:lnTo>
                    <a:pt x="44704" y="18669"/>
                  </a:lnTo>
                  <a:lnTo>
                    <a:pt x="44538" y="18491"/>
                  </a:lnTo>
                  <a:lnTo>
                    <a:pt x="46012" y="18415"/>
                  </a:lnTo>
                  <a:lnTo>
                    <a:pt x="46139" y="18554"/>
                  </a:lnTo>
                  <a:lnTo>
                    <a:pt x="46164" y="18415"/>
                  </a:lnTo>
                  <a:lnTo>
                    <a:pt x="46507" y="18656"/>
                  </a:lnTo>
                  <a:lnTo>
                    <a:pt x="46355" y="18618"/>
                  </a:lnTo>
                  <a:lnTo>
                    <a:pt x="46596" y="18732"/>
                  </a:lnTo>
                  <a:lnTo>
                    <a:pt x="46621" y="19050"/>
                  </a:lnTo>
                  <a:lnTo>
                    <a:pt x="46837" y="19050"/>
                  </a:lnTo>
                  <a:lnTo>
                    <a:pt x="47091" y="18796"/>
                  </a:lnTo>
                  <a:lnTo>
                    <a:pt x="46748" y="18796"/>
                  </a:lnTo>
                  <a:lnTo>
                    <a:pt x="46723" y="18643"/>
                  </a:lnTo>
                  <a:lnTo>
                    <a:pt x="47028" y="18567"/>
                  </a:lnTo>
                  <a:lnTo>
                    <a:pt x="46990" y="18427"/>
                  </a:lnTo>
                  <a:lnTo>
                    <a:pt x="46634" y="18427"/>
                  </a:lnTo>
                  <a:lnTo>
                    <a:pt x="47409" y="18415"/>
                  </a:lnTo>
                  <a:lnTo>
                    <a:pt x="47091" y="18796"/>
                  </a:lnTo>
                  <a:lnTo>
                    <a:pt x="47650" y="18796"/>
                  </a:lnTo>
                  <a:lnTo>
                    <a:pt x="47879" y="18415"/>
                  </a:lnTo>
                  <a:lnTo>
                    <a:pt x="47967" y="18046"/>
                  </a:lnTo>
                  <a:close/>
                </a:path>
                <a:path w="64135" h="50800">
                  <a:moveTo>
                    <a:pt x="49123" y="15760"/>
                  </a:moveTo>
                  <a:lnTo>
                    <a:pt x="48755" y="15976"/>
                  </a:lnTo>
                  <a:lnTo>
                    <a:pt x="48285" y="16395"/>
                  </a:lnTo>
                  <a:lnTo>
                    <a:pt x="48514" y="16395"/>
                  </a:lnTo>
                  <a:lnTo>
                    <a:pt x="48666" y="16637"/>
                  </a:lnTo>
                  <a:lnTo>
                    <a:pt x="48691" y="16395"/>
                  </a:lnTo>
                  <a:lnTo>
                    <a:pt x="48793" y="16129"/>
                  </a:lnTo>
                  <a:lnTo>
                    <a:pt x="49123" y="15760"/>
                  </a:lnTo>
                  <a:close/>
                </a:path>
                <a:path w="64135" h="50800">
                  <a:moveTo>
                    <a:pt x="49136" y="21818"/>
                  </a:moveTo>
                  <a:lnTo>
                    <a:pt x="48691" y="21831"/>
                  </a:lnTo>
                  <a:lnTo>
                    <a:pt x="48463" y="22098"/>
                  </a:lnTo>
                  <a:lnTo>
                    <a:pt x="48107" y="22212"/>
                  </a:lnTo>
                  <a:lnTo>
                    <a:pt x="47866" y="22021"/>
                  </a:lnTo>
                  <a:lnTo>
                    <a:pt x="47891" y="22301"/>
                  </a:lnTo>
                  <a:lnTo>
                    <a:pt x="48285" y="22466"/>
                  </a:lnTo>
                  <a:lnTo>
                    <a:pt x="48412" y="22758"/>
                  </a:lnTo>
                  <a:lnTo>
                    <a:pt x="48450" y="22415"/>
                  </a:lnTo>
                  <a:lnTo>
                    <a:pt x="48602" y="22504"/>
                  </a:lnTo>
                  <a:lnTo>
                    <a:pt x="48628" y="22288"/>
                  </a:lnTo>
                  <a:lnTo>
                    <a:pt x="48793" y="22009"/>
                  </a:lnTo>
                  <a:lnTo>
                    <a:pt x="49136" y="21818"/>
                  </a:lnTo>
                  <a:close/>
                </a:path>
                <a:path w="64135" h="50800">
                  <a:moveTo>
                    <a:pt x="49314" y="14185"/>
                  </a:moveTo>
                  <a:lnTo>
                    <a:pt x="48666" y="14185"/>
                  </a:lnTo>
                  <a:lnTo>
                    <a:pt x="48425" y="14439"/>
                  </a:lnTo>
                  <a:lnTo>
                    <a:pt x="48247" y="14693"/>
                  </a:lnTo>
                  <a:lnTo>
                    <a:pt x="48247" y="14884"/>
                  </a:lnTo>
                  <a:lnTo>
                    <a:pt x="48006" y="14884"/>
                  </a:lnTo>
                  <a:lnTo>
                    <a:pt x="47917" y="15443"/>
                  </a:lnTo>
                  <a:lnTo>
                    <a:pt x="48082" y="15443"/>
                  </a:lnTo>
                  <a:lnTo>
                    <a:pt x="48729" y="14693"/>
                  </a:lnTo>
                  <a:lnTo>
                    <a:pt x="49314" y="14185"/>
                  </a:lnTo>
                  <a:close/>
                </a:path>
                <a:path w="64135" h="50800">
                  <a:moveTo>
                    <a:pt x="49949" y="18008"/>
                  </a:moveTo>
                  <a:lnTo>
                    <a:pt x="49060" y="18719"/>
                  </a:lnTo>
                  <a:lnTo>
                    <a:pt x="48793" y="19011"/>
                  </a:lnTo>
                  <a:lnTo>
                    <a:pt x="49453" y="18719"/>
                  </a:lnTo>
                  <a:lnTo>
                    <a:pt x="49949" y="18008"/>
                  </a:lnTo>
                  <a:close/>
                </a:path>
                <a:path w="64135" h="50800">
                  <a:moveTo>
                    <a:pt x="50076" y="15760"/>
                  </a:moveTo>
                  <a:lnTo>
                    <a:pt x="49618" y="15760"/>
                  </a:lnTo>
                  <a:lnTo>
                    <a:pt x="50076" y="16395"/>
                  </a:lnTo>
                  <a:lnTo>
                    <a:pt x="50076" y="15760"/>
                  </a:lnTo>
                  <a:close/>
                </a:path>
                <a:path w="64135" h="50800">
                  <a:moveTo>
                    <a:pt x="50800" y="17462"/>
                  </a:moveTo>
                  <a:lnTo>
                    <a:pt x="50596" y="17462"/>
                  </a:lnTo>
                  <a:lnTo>
                    <a:pt x="50723" y="17233"/>
                  </a:lnTo>
                  <a:lnTo>
                    <a:pt x="50038" y="17233"/>
                  </a:lnTo>
                  <a:lnTo>
                    <a:pt x="50050" y="16916"/>
                  </a:lnTo>
                  <a:lnTo>
                    <a:pt x="49860" y="17233"/>
                  </a:lnTo>
                  <a:lnTo>
                    <a:pt x="49758" y="17462"/>
                  </a:lnTo>
                  <a:lnTo>
                    <a:pt x="50584" y="17462"/>
                  </a:lnTo>
                  <a:lnTo>
                    <a:pt x="49949" y="18008"/>
                  </a:lnTo>
                  <a:lnTo>
                    <a:pt x="50800" y="17462"/>
                  </a:lnTo>
                  <a:close/>
                </a:path>
                <a:path w="64135" h="50800">
                  <a:moveTo>
                    <a:pt x="51079" y="17907"/>
                  </a:moveTo>
                  <a:lnTo>
                    <a:pt x="50482" y="18288"/>
                  </a:lnTo>
                  <a:lnTo>
                    <a:pt x="49288" y="19278"/>
                  </a:lnTo>
                  <a:lnTo>
                    <a:pt x="50647" y="18288"/>
                  </a:lnTo>
                  <a:lnTo>
                    <a:pt x="51079" y="17907"/>
                  </a:lnTo>
                  <a:close/>
                </a:path>
                <a:path w="64135" h="50800">
                  <a:moveTo>
                    <a:pt x="51130" y="15760"/>
                  </a:moveTo>
                  <a:lnTo>
                    <a:pt x="50863" y="15760"/>
                  </a:lnTo>
                  <a:lnTo>
                    <a:pt x="50825" y="16916"/>
                  </a:lnTo>
                  <a:lnTo>
                    <a:pt x="51054" y="16637"/>
                  </a:lnTo>
                  <a:lnTo>
                    <a:pt x="51130" y="15760"/>
                  </a:lnTo>
                  <a:close/>
                </a:path>
                <a:path w="64135" h="50800">
                  <a:moveTo>
                    <a:pt x="51650" y="17513"/>
                  </a:moveTo>
                  <a:lnTo>
                    <a:pt x="51028" y="17907"/>
                  </a:lnTo>
                  <a:lnTo>
                    <a:pt x="51257" y="17907"/>
                  </a:lnTo>
                  <a:lnTo>
                    <a:pt x="51650" y="17513"/>
                  </a:lnTo>
                  <a:close/>
                </a:path>
                <a:path w="64135" h="50800">
                  <a:moveTo>
                    <a:pt x="52082" y="15074"/>
                  </a:moveTo>
                  <a:lnTo>
                    <a:pt x="51968" y="14693"/>
                  </a:lnTo>
                  <a:lnTo>
                    <a:pt x="51993" y="14262"/>
                  </a:lnTo>
                  <a:lnTo>
                    <a:pt x="51917" y="14541"/>
                  </a:lnTo>
                  <a:lnTo>
                    <a:pt x="51308" y="14541"/>
                  </a:lnTo>
                  <a:lnTo>
                    <a:pt x="50876" y="15074"/>
                  </a:lnTo>
                  <a:lnTo>
                    <a:pt x="52082" y="15074"/>
                  </a:lnTo>
                  <a:close/>
                </a:path>
                <a:path w="64135" h="50800">
                  <a:moveTo>
                    <a:pt x="52324" y="12890"/>
                  </a:moveTo>
                  <a:lnTo>
                    <a:pt x="52158" y="12776"/>
                  </a:lnTo>
                  <a:lnTo>
                    <a:pt x="52285" y="12661"/>
                  </a:lnTo>
                  <a:lnTo>
                    <a:pt x="52273" y="12407"/>
                  </a:lnTo>
                  <a:lnTo>
                    <a:pt x="51955" y="12153"/>
                  </a:lnTo>
                  <a:lnTo>
                    <a:pt x="51803" y="12319"/>
                  </a:lnTo>
                  <a:lnTo>
                    <a:pt x="51562" y="12280"/>
                  </a:lnTo>
                  <a:lnTo>
                    <a:pt x="51498" y="12712"/>
                  </a:lnTo>
                  <a:lnTo>
                    <a:pt x="51727" y="12788"/>
                  </a:lnTo>
                  <a:lnTo>
                    <a:pt x="51511" y="12852"/>
                  </a:lnTo>
                  <a:lnTo>
                    <a:pt x="51816" y="13119"/>
                  </a:lnTo>
                  <a:lnTo>
                    <a:pt x="52019" y="12928"/>
                  </a:lnTo>
                  <a:lnTo>
                    <a:pt x="52019" y="13081"/>
                  </a:lnTo>
                  <a:lnTo>
                    <a:pt x="52197" y="13042"/>
                  </a:lnTo>
                  <a:lnTo>
                    <a:pt x="52095" y="12852"/>
                  </a:lnTo>
                  <a:lnTo>
                    <a:pt x="52324" y="12890"/>
                  </a:lnTo>
                  <a:close/>
                </a:path>
                <a:path w="64135" h="50800">
                  <a:moveTo>
                    <a:pt x="52539" y="16992"/>
                  </a:moveTo>
                  <a:lnTo>
                    <a:pt x="52349" y="16192"/>
                  </a:lnTo>
                  <a:lnTo>
                    <a:pt x="51943" y="16992"/>
                  </a:lnTo>
                  <a:lnTo>
                    <a:pt x="51879" y="17157"/>
                  </a:lnTo>
                  <a:lnTo>
                    <a:pt x="52120" y="16992"/>
                  </a:lnTo>
                  <a:lnTo>
                    <a:pt x="52539" y="16992"/>
                  </a:lnTo>
                  <a:close/>
                </a:path>
                <a:path w="64135" h="50800">
                  <a:moveTo>
                    <a:pt x="52603" y="11226"/>
                  </a:moveTo>
                  <a:lnTo>
                    <a:pt x="51663" y="11607"/>
                  </a:lnTo>
                  <a:lnTo>
                    <a:pt x="51219" y="12255"/>
                  </a:lnTo>
                  <a:lnTo>
                    <a:pt x="50863" y="12255"/>
                  </a:lnTo>
                  <a:lnTo>
                    <a:pt x="50546" y="12433"/>
                  </a:lnTo>
                  <a:lnTo>
                    <a:pt x="50025" y="12649"/>
                  </a:lnTo>
                  <a:lnTo>
                    <a:pt x="49809" y="12649"/>
                  </a:lnTo>
                  <a:lnTo>
                    <a:pt x="49314" y="14185"/>
                  </a:lnTo>
                  <a:lnTo>
                    <a:pt x="50266" y="14185"/>
                  </a:lnTo>
                  <a:lnTo>
                    <a:pt x="50266" y="12649"/>
                  </a:lnTo>
                  <a:lnTo>
                    <a:pt x="50825" y="12649"/>
                  </a:lnTo>
                  <a:lnTo>
                    <a:pt x="51308" y="12255"/>
                  </a:lnTo>
                  <a:lnTo>
                    <a:pt x="51511" y="12255"/>
                  </a:lnTo>
                  <a:lnTo>
                    <a:pt x="52603" y="11226"/>
                  </a:lnTo>
                  <a:close/>
                </a:path>
                <a:path w="64135" h="50800">
                  <a:moveTo>
                    <a:pt x="53136" y="17437"/>
                  </a:moveTo>
                  <a:lnTo>
                    <a:pt x="51917" y="18249"/>
                  </a:lnTo>
                  <a:lnTo>
                    <a:pt x="50647" y="18973"/>
                  </a:lnTo>
                  <a:lnTo>
                    <a:pt x="52044" y="18338"/>
                  </a:lnTo>
                  <a:lnTo>
                    <a:pt x="53136" y="17437"/>
                  </a:lnTo>
                  <a:close/>
                </a:path>
                <a:path w="64135" h="50800">
                  <a:moveTo>
                    <a:pt x="53289" y="14046"/>
                  </a:moveTo>
                  <a:lnTo>
                    <a:pt x="53111" y="14020"/>
                  </a:lnTo>
                  <a:lnTo>
                    <a:pt x="53238" y="14084"/>
                  </a:lnTo>
                  <a:close/>
                </a:path>
                <a:path w="64135" h="50800">
                  <a:moveTo>
                    <a:pt x="54063" y="14960"/>
                  </a:moveTo>
                  <a:lnTo>
                    <a:pt x="53428" y="15328"/>
                  </a:lnTo>
                  <a:lnTo>
                    <a:pt x="53467" y="14960"/>
                  </a:lnTo>
                  <a:lnTo>
                    <a:pt x="52717" y="14960"/>
                  </a:lnTo>
                  <a:lnTo>
                    <a:pt x="52362" y="15951"/>
                  </a:lnTo>
                  <a:lnTo>
                    <a:pt x="51943" y="16192"/>
                  </a:lnTo>
                  <a:lnTo>
                    <a:pt x="52247" y="16192"/>
                  </a:lnTo>
                  <a:lnTo>
                    <a:pt x="53378" y="16192"/>
                  </a:lnTo>
                  <a:lnTo>
                    <a:pt x="53428" y="15392"/>
                  </a:lnTo>
                  <a:lnTo>
                    <a:pt x="54063" y="14960"/>
                  </a:lnTo>
                  <a:close/>
                </a:path>
                <a:path w="64135" h="50800">
                  <a:moveTo>
                    <a:pt x="54241" y="14960"/>
                  </a:moveTo>
                  <a:lnTo>
                    <a:pt x="54216" y="14770"/>
                  </a:lnTo>
                  <a:lnTo>
                    <a:pt x="54051" y="14960"/>
                  </a:lnTo>
                  <a:lnTo>
                    <a:pt x="54241" y="14960"/>
                  </a:lnTo>
                  <a:close/>
                </a:path>
                <a:path w="64135" h="50800">
                  <a:moveTo>
                    <a:pt x="54521" y="10579"/>
                  </a:moveTo>
                  <a:lnTo>
                    <a:pt x="53695" y="10579"/>
                  </a:lnTo>
                  <a:lnTo>
                    <a:pt x="53479" y="10833"/>
                  </a:lnTo>
                  <a:lnTo>
                    <a:pt x="53149" y="10833"/>
                  </a:lnTo>
                  <a:lnTo>
                    <a:pt x="52857" y="11074"/>
                  </a:lnTo>
                  <a:lnTo>
                    <a:pt x="52514" y="11226"/>
                  </a:lnTo>
                  <a:lnTo>
                    <a:pt x="53047" y="11074"/>
                  </a:lnTo>
                  <a:lnTo>
                    <a:pt x="54521" y="10579"/>
                  </a:lnTo>
                  <a:close/>
                </a:path>
                <a:path w="64135" h="50800">
                  <a:moveTo>
                    <a:pt x="56337" y="13360"/>
                  </a:moveTo>
                  <a:lnTo>
                    <a:pt x="56210" y="13144"/>
                  </a:lnTo>
                  <a:lnTo>
                    <a:pt x="56159" y="13004"/>
                  </a:lnTo>
                  <a:lnTo>
                    <a:pt x="56324" y="12839"/>
                  </a:lnTo>
                  <a:lnTo>
                    <a:pt x="56083" y="12852"/>
                  </a:lnTo>
                  <a:lnTo>
                    <a:pt x="56108" y="13068"/>
                  </a:lnTo>
                  <a:lnTo>
                    <a:pt x="56146" y="13309"/>
                  </a:lnTo>
                  <a:lnTo>
                    <a:pt x="56337" y="13360"/>
                  </a:lnTo>
                  <a:close/>
                </a:path>
                <a:path w="64135" h="50800">
                  <a:moveTo>
                    <a:pt x="56388" y="11734"/>
                  </a:moveTo>
                  <a:lnTo>
                    <a:pt x="55702" y="11734"/>
                  </a:lnTo>
                  <a:lnTo>
                    <a:pt x="53555" y="13665"/>
                  </a:lnTo>
                  <a:lnTo>
                    <a:pt x="54190" y="14770"/>
                  </a:lnTo>
                  <a:lnTo>
                    <a:pt x="54508" y="13665"/>
                  </a:lnTo>
                  <a:lnTo>
                    <a:pt x="56388" y="11734"/>
                  </a:lnTo>
                  <a:close/>
                </a:path>
                <a:path w="64135" h="50800">
                  <a:moveTo>
                    <a:pt x="56616" y="20472"/>
                  </a:moveTo>
                  <a:lnTo>
                    <a:pt x="56438" y="20574"/>
                  </a:lnTo>
                  <a:lnTo>
                    <a:pt x="56311" y="20472"/>
                  </a:lnTo>
                  <a:lnTo>
                    <a:pt x="56261" y="20764"/>
                  </a:lnTo>
                  <a:lnTo>
                    <a:pt x="56413" y="20650"/>
                  </a:lnTo>
                  <a:lnTo>
                    <a:pt x="56375" y="20828"/>
                  </a:lnTo>
                  <a:lnTo>
                    <a:pt x="56553" y="20828"/>
                  </a:lnTo>
                  <a:lnTo>
                    <a:pt x="56616" y="20472"/>
                  </a:lnTo>
                  <a:close/>
                </a:path>
                <a:path w="64135" h="50800">
                  <a:moveTo>
                    <a:pt x="57010" y="13665"/>
                  </a:moveTo>
                  <a:lnTo>
                    <a:pt x="55918" y="13665"/>
                  </a:lnTo>
                  <a:lnTo>
                    <a:pt x="55956" y="14960"/>
                  </a:lnTo>
                  <a:lnTo>
                    <a:pt x="56261" y="14960"/>
                  </a:lnTo>
                  <a:lnTo>
                    <a:pt x="56502" y="14770"/>
                  </a:lnTo>
                  <a:lnTo>
                    <a:pt x="57010" y="14770"/>
                  </a:lnTo>
                  <a:lnTo>
                    <a:pt x="57010" y="13665"/>
                  </a:lnTo>
                  <a:close/>
                </a:path>
                <a:path w="64135" h="50800">
                  <a:moveTo>
                    <a:pt x="57861" y="6540"/>
                  </a:moveTo>
                  <a:lnTo>
                    <a:pt x="57607" y="6502"/>
                  </a:lnTo>
                  <a:lnTo>
                    <a:pt x="57721" y="6629"/>
                  </a:lnTo>
                  <a:lnTo>
                    <a:pt x="57861" y="6540"/>
                  </a:lnTo>
                  <a:close/>
                </a:path>
                <a:path w="64135" h="50800">
                  <a:moveTo>
                    <a:pt x="58788" y="10629"/>
                  </a:moveTo>
                  <a:lnTo>
                    <a:pt x="58724" y="11176"/>
                  </a:lnTo>
                  <a:lnTo>
                    <a:pt x="58788" y="10985"/>
                  </a:lnTo>
                  <a:lnTo>
                    <a:pt x="58788" y="10629"/>
                  </a:lnTo>
                  <a:close/>
                </a:path>
                <a:path w="64135" h="50800">
                  <a:moveTo>
                    <a:pt x="58940" y="6946"/>
                  </a:moveTo>
                  <a:lnTo>
                    <a:pt x="58902" y="6794"/>
                  </a:lnTo>
                  <a:lnTo>
                    <a:pt x="58648" y="6743"/>
                  </a:lnTo>
                  <a:lnTo>
                    <a:pt x="58318" y="6921"/>
                  </a:lnTo>
                  <a:lnTo>
                    <a:pt x="58521" y="6858"/>
                  </a:lnTo>
                  <a:lnTo>
                    <a:pt x="58661" y="6946"/>
                  </a:lnTo>
                  <a:lnTo>
                    <a:pt x="58940" y="6946"/>
                  </a:lnTo>
                  <a:close/>
                </a:path>
                <a:path w="64135" h="50800">
                  <a:moveTo>
                    <a:pt x="59448" y="14770"/>
                  </a:moveTo>
                  <a:lnTo>
                    <a:pt x="58572" y="13665"/>
                  </a:lnTo>
                  <a:lnTo>
                    <a:pt x="57721" y="13665"/>
                  </a:lnTo>
                  <a:lnTo>
                    <a:pt x="57658" y="13919"/>
                  </a:lnTo>
                  <a:lnTo>
                    <a:pt x="57213" y="13665"/>
                  </a:lnTo>
                  <a:lnTo>
                    <a:pt x="57302" y="14770"/>
                  </a:lnTo>
                  <a:lnTo>
                    <a:pt x="57454" y="14770"/>
                  </a:lnTo>
                  <a:lnTo>
                    <a:pt x="58420" y="14770"/>
                  </a:lnTo>
                  <a:lnTo>
                    <a:pt x="58470" y="14960"/>
                  </a:lnTo>
                  <a:lnTo>
                    <a:pt x="58775" y="14960"/>
                  </a:lnTo>
                  <a:lnTo>
                    <a:pt x="57264" y="16192"/>
                  </a:lnTo>
                  <a:lnTo>
                    <a:pt x="59093" y="16192"/>
                  </a:lnTo>
                  <a:lnTo>
                    <a:pt x="59220" y="14770"/>
                  </a:lnTo>
                  <a:lnTo>
                    <a:pt x="59448" y="14770"/>
                  </a:lnTo>
                  <a:close/>
                </a:path>
                <a:path w="64135" h="50800">
                  <a:moveTo>
                    <a:pt x="59448" y="7137"/>
                  </a:moveTo>
                  <a:lnTo>
                    <a:pt x="59207" y="7137"/>
                  </a:lnTo>
                  <a:lnTo>
                    <a:pt x="59448" y="7353"/>
                  </a:lnTo>
                  <a:lnTo>
                    <a:pt x="59448" y="7137"/>
                  </a:lnTo>
                  <a:close/>
                </a:path>
                <a:path w="64135" h="50800">
                  <a:moveTo>
                    <a:pt x="59753" y="13144"/>
                  </a:moveTo>
                  <a:lnTo>
                    <a:pt x="59690" y="11734"/>
                  </a:lnTo>
                  <a:lnTo>
                    <a:pt x="58889" y="11734"/>
                  </a:lnTo>
                  <a:lnTo>
                    <a:pt x="59423" y="12700"/>
                  </a:lnTo>
                  <a:lnTo>
                    <a:pt x="58686" y="11734"/>
                  </a:lnTo>
                  <a:lnTo>
                    <a:pt x="57048" y="11734"/>
                  </a:lnTo>
                  <a:lnTo>
                    <a:pt x="59588" y="13017"/>
                  </a:lnTo>
                  <a:lnTo>
                    <a:pt x="59753" y="13322"/>
                  </a:lnTo>
                  <a:lnTo>
                    <a:pt x="59753" y="13144"/>
                  </a:lnTo>
                  <a:close/>
                </a:path>
                <a:path w="64135" h="50800">
                  <a:moveTo>
                    <a:pt x="60071" y="11976"/>
                  </a:moveTo>
                  <a:lnTo>
                    <a:pt x="59880" y="11899"/>
                  </a:lnTo>
                  <a:lnTo>
                    <a:pt x="59956" y="12077"/>
                  </a:lnTo>
                  <a:close/>
                </a:path>
                <a:path w="64135" h="50800">
                  <a:moveTo>
                    <a:pt x="60172" y="14338"/>
                  </a:moveTo>
                  <a:close/>
                </a:path>
                <a:path w="64135" h="50800">
                  <a:moveTo>
                    <a:pt x="60401" y="10566"/>
                  </a:moveTo>
                  <a:lnTo>
                    <a:pt x="60286" y="10312"/>
                  </a:lnTo>
                  <a:lnTo>
                    <a:pt x="60172" y="10490"/>
                  </a:lnTo>
                  <a:lnTo>
                    <a:pt x="59778" y="10629"/>
                  </a:lnTo>
                  <a:lnTo>
                    <a:pt x="59778" y="10261"/>
                  </a:lnTo>
                  <a:lnTo>
                    <a:pt x="59639" y="10401"/>
                  </a:lnTo>
                  <a:lnTo>
                    <a:pt x="59613" y="10274"/>
                  </a:lnTo>
                  <a:lnTo>
                    <a:pt x="59143" y="10299"/>
                  </a:lnTo>
                  <a:lnTo>
                    <a:pt x="58839" y="10248"/>
                  </a:lnTo>
                  <a:lnTo>
                    <a:pt x="58661" y="10185"/>
                  </a:lnTo>
                  <a:lnTo>
                    <a:pt x="58585" y="10007"/>
                  </a:lnTo>
                  <a:lnTo>
                    <a:pt x="58407" y="10045"/>
                  </a:lnTo>
                  <a:lnTo>
                    <a:pt x="58267" y="10198"/>
                  </a:lnTo>
                  <a:lnTo>
                    <a:pt x="58051" y="10261"/>
                  </a:lnTo>
                  <a:lnTo>
                    <a:pt x="57746" y="10198"/>
                  </a:lnTo>
                  <a:lnTo>
                    <a:pt x="57531" y="10350"/>
                  </a:lnTo>
                  <a:lnTo>
                    <a:pt x="57061" y="10452"/>
                  </a:lnTo>
                  <a:lnTo>
                    <a:pt x="57429" y="10401"/>
                  </a:lnTo>
                  <a:lnTo>
                    <a:pt x="57607" y="10528"/>
                  </a:lnTo>
                  <a:lnTo>
                    <a:pt x="57912" y="10414"/>
                  </a:lnTo>
                  <a:lnTo>
                    <a:pt x="58445" y="10528"/>
                  </a:lnTo>
                  <a:lnTo>
                    <a:pt x="58635" y="10337"/>
                  </a:lnTo>
                  <a:lnTo>
                    <a:pt x="58928" y="10629"/>
                  </a:lnTo>
                  <a:lnTo>
                    <a:pt x="59270" y="10604"/>
                  </a:lnTo>
                  <a:lnTo>
                    <a:pt x="59499" y="10617"/>
                  </a:lnTo>
                  <a:lnTo>
                    <a:pt x="59778" y="10845"/>
                  </a:lnTo>
                  <a:lnTo>
                    <a:pt x="60058" y="10909"/>
                  </a:lnTo>
                  <a:lnTo>
                    <a:pt x="60134" y="10718"/>
                  </a:lnTo>
                  <a:lnTo>
                    <a:pt x="60401" y="10566"/>
                  </a:lnTo>
                  <a:close/>
                </a:path>
                <a:path w="64135" h="50800">
                  <a:moveTo>
                    <a:pt x="61264" y="14960"/>
                  </a:moveTo>
                  <a:lnTo>
                    <a:pt x="60871" y="15494"/>
                  </a:lnTo>
                  <a:lnTo>
                    <a:pt x="60947" y="14960"/>
                  </a:lnTo>
                  <a:lnTo>
                    <a:pt x="60934" y="13665"/>
                  </a:lnTo>
                  <a:lnTo>
                    <a:pt x="60540" y="13665"/>
                  </a:lnTo>
                  <a:lnTo>
                    <a:pt x="60299" y="14770"/>
                  </a:lnTo>
                  <a:lnTo>
                    <a:pt x="60083" y="14770"/>
                  </a:lnTo>
                  <a:lnTo>
                    <a:pt x="60020" y="14960"/>
                  </a:lnTo>
                  <a:lnTo>
                    <a:pt x="60236" y="16192"/>
                  </a:lnTo>
                  <a:lnTo>
                    <a:pt x="59702" y="16192"/>
                  </a:lnTo>
                  <a:lnTo>
                    <a:pt x="57658" y="17513"/>
                  </a:lnTo>
                  <a:lnTo>
                    <a:pt x="56324" y="16192"/>
                  </a:lnTo>
                  <a:lnTo>
                    <a:pt x="55549" y="15455"/>
                  </a:lnTo>
                  <a:lnTo>
                    <a:pt x="55549" y="16192"/>
                  </a:lnTo>
                  <a:lnTo>
                    <a:pt x="55562" y="16992"/>
                  </a:lnTo>
                  <a:lnTo>
                    <a:pt x="54851" y="16992"/>
                  </a:lnTo>
                  <a:lnTo>
                    <a:pt x="55105" y="16865"/>
                  </a:lnTo>
                  <a:lnTo>
                    <a:pt x="54825" y="16878"/>
                  </a:lnTo>
                  <a:lnTo>
                    <a:pt x="54559" y="16865"/>
                  </a:lnTo>
                  <a:lnTo>
                    <a:pt x="54381" y="16738"/>
                  </a:lnTo>
                  <a:lnTo>
                    <a:pt x="53136" y="17437"/>
                  </a:lnTo>
                  <a:lnTo>
                    <a:pt x="54673" y="17081"/>
                  </a:lnTo>
                  <a:lnTo>
                    <a:pt x="54825" y="17005"/>
                  </a:lnTo>
                  <a:lnTo>
                    <a:pt x="57772" y="17907"/>
                  </a:lnTo>
                  <a:lnTo>
                    <a:pt x="58648" y="17513"/>
                  </a:lnTo>
                  <a:lnTo>
                    <a:pt x="59905" y="16992"/>
                  </a:lnTo>
                  <a:lnTo>
                    <a:pt x="60540" y="16192"/>
                  </a:lnTo>
                  <a:lnTo>
                    <a:pt x="60706" y="16192"/>
                  </a:lnTo>
                  <a:lnTo>
                    <a:pt x="60807" y="15963"/>
                  </a:lnTo>
                  <a:lnTo>
                    <a:pt x="61264" y="14960"/>
                  </a:lnTo>
                  <a:close/>
                </a:path>
                <a:path w="64135" h="50800">
                  <a:moveTo>
                    <a:pt x="61899" y="13208"/>
                  </a:moveTo>
                  <a:lnTo>
                    <a:pt x="61582" y="12204"/>
                  </a:lnTo>
                  <a:lnTo>
                    <a:pt x="60807" y="11404"/>
                  </a:lnTo>
                  <a:lnTo>
                    <a:pt x="60032" y="10960"/>
                  </a:lnTo>
                  <a:lnTo>
                    <a:pt x="60845" y="11493"/>
                  </a:lnTo>
                  <a:lnTo>
                    <a:pt x="61468" y="12268"/>
                  </a:lnTo>
                  <a:lnTo>
                    <a:pt x="61899" y="13208"/>
                  </a:lnTo>
                  <a:close/>
                </a:path>
                <a:path w="64135" h="50800">
                  <a:moveTo>
                    <a:pt x="63588" y="5511"/>
                  </a:moveTo>
                  <a:lnTo>
                    <a:pt x="44208" y="3860"/>
                  </a:lnTo>
                  <a:lnTo>
                    <a:pt x="43916" y="5511"/>
                  </a:lnTo>
                  <a:lnTo>
                    <a:pt x="63588" y="55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9" name="object 139"/>
            <p:cNvSpPr/>
            <p:nvPr/>
          </p:nvSpPr>
          <p:spPr>
            <a:xfrm>
              <a:off x="3971188" y="1164729"/>
              <a:ext cx="51435" cy="45720"/>
            </a:xfrm>
            <a:custGeom>
              <a:avLst/>
              <a:gdLst/>
              <a:ahLst/>
              <a:cxnLst/>
              <a:rect l="l" t="t" r="r" b="b"/>
              <a:pathLst>
                <a:path w="51435" h="45719">
                  <a:moveTo>
                    <a:pt x="190" y="19710"/>
                  </a:moveTo>
                  <a:lnTo>
                    <a:pt x="25" y="19773"/>
                  </a:lnTo>
                  <a:lnTo>
                    <a:pt x="0" y="19977"/>
                  </a:lnTo>
                  <a:lnTo>
                    <a:pt x="190" y="19710"/>
                  </a:lnTo>
                  <a:close/>
                </a:path>
                <a:path w="51435" h="45719">
                  <a:moveTo>
                    <a:pt x="787" y="18859"/>
                  </a:moveTo>
                  <a:lnTo>
                    <a:pt x="673" y="19088"/>
                  </a:lnTo>
                  <a:lnTo>
                    <a:pt x="609" y="19367"/>
                  </a:lnTo>
                  <a:lnTo>
                    <a:pt x="368" y="19481"/>
                  </a:lnTo>
                  <a:lnTo>
                    <a:pt x="711" y="19494"/>
                  </a:lnTo>
                  <a:lnTo>
                    <a:pt x="749" y="19024"/>
                  </a:lnTo>
                  <a:lnTo>
                    <a:pt x="787" y="18859"/>
                  </a:lnTo>
                  <a:close/>
                </a:path>
                <a:path w="51435" h="45719">
                  <a:moveTo>
                    <a:pt x="3606" y="25920"/>
                  </a:moveTo>
                  <a:lnTo>
                    <a:pt x="3416" y="25882"/>
                  </a:lnTo>
                  <a:lnTo>
                    <a:pt x="3213" y="26098"/>
                  </a:lnTo>
                  <a:lnTo>
                    <a:pt x="3606" y="25920"/>
                  </a:lnTo>
                  <a:close/>
                </a:path>
                <a:path w="51435" h="45719">
                  <a:moveTo>
                    <a:pt x="10312" y="33909"/>
                  </a:moveTo>
                  <a:lnTo>
                    <a:pt x="10058" y="34048"/>
                  </a:lnTo>
                  <a:lnTo>
                    <a:pt x="10312" y="33985"/>
                  </a:lnTo>
                  <a:close/>
                </a:path>
                <a:path w="51435" h="45719">
                  <a:moveTo>
                    <a:pt x="10833" y="27178"/>
                  </a:moveTo>
                  <a:lnTo>
                    <a:pt x="10604" y="27178"/>
                  </a:lnTo>
                  <a:lnTo>
                    <a:pt x="10756" y="27381"/>
                  </a:lnTo>
                  <a:lnTo>
                    <a:pt x="10833" y="27178"/>
                  </a:lnTo>
                  <a:close/>
                </a:path>
                <a:path w="51435" h="45719">
                  <a:moveTo>
                    <a:pt x="12192" y="28155"/>
                  </a:moveTo>
                  <a:lnTo>
                    <a:pt x="12166" y="28003"/>
                  </a:lnTo>
                  <a:lnTo>
                    <a:pt x="12128" y="28295"/>
                  </a:lnTo>
                  <a:lnTo>
                    <a:pt x="12192" y="28155"/>
                  </a:lnTo>
                  <a:close/>
                </a:path>
                <a:path w="51435" h="45719">
                  <a:moveTo>
                    <a:pt x="12598" y="28130"/>
                  </a:moveTo>
                  <a:lnTo>
                    <a:pt x="12585" y="27571"/>
                  </a:lnTo>
                  <a:lnTo>
                    <a:pt x="12446" y="27622"/>
                  </a:lnTo>
                  <a:lnTo>
                    <a:pt x="12484" y="27952"/>
                  </a:lnTo>
                  <a:lnTo>
                    <a:pt x="12484" y="28168"/>
                  </a:lnTo>
                  <a:close/>
                </a:path>
                <a:path w="51435" h="45719">
                  <a:moveTo>
                    <a:pt x="12827" y="38392"/>
                  </a:moveTo>
                  <a:lnTo>
                    <a:pt x="12700" y="38506"/>
                  </a:lnTo>
                  <a:lnTo>
                    <a:pt x="12827" y="38608"/>
                  </a:lnTo>
                  <a:lnTo>
                    <a:pt x="12827" y="38392"/>
                  </a:lnTo>
                  <a:close/>
                </a:path>
                <a:path w="51435" h="45719">
                  <a:moveTo>
                    <a:pt x="14135" y="32346"/>
                  </a:moveTo>
                  <a:lnTo>
                    <a:pt x="14109" y="32131"/>
                  </a:lnTo>
                  <a:lnTo>
                    <a:pt x="13931" y="32283"/>
                  </a:lnTo>
                  <a:lnTo>
                    <a:pt x="14071" y="32156"/>
                  </a:lnTo>
                  <a:lnTo>
                    <a:pt x="14135" y="32346"/>
                  </a:lnTo>
                  <a:close/>
                </a:path>
                <a:path w="51435" h="45719">
                  <a:moveTo>
                    <a:pt x="14325" y="32219"/>
                  </a:moveTo>
                  <a:lnTo>
                    <a:pt x="14185" y="32194"/>
                  </a:lnTo>
                  <a:lnTo>
                    <a:pt x="14325" y="32219"/>
                  </a:lnTo>
                  <a:close/>
                </a:path>
                <a:path w="51435" h="45719">
                  <a:moveTo>
                    <a:pt x="14986" y="38150"/>
                  </a:moveTo>
                  <a:lnTo>
                    <a:pt x="14884" y="38417"/>
                  </a:lnTo>
                  <a:lnTo>
                    <a:pt x="14986" y="38150"/>
                  </a:lnTo>
                  <a:close/>
                </a:path>
                <a:path w="51435" h="45719">
                  <a:moveTo>
                    <a:pt x="15506" y="36918"/>
                  </a:moveTo>
                  <a:lnTo>
                    <a:pt x="15481" y="36525"/>
                  </a:lnTo>
                  <a:lnTo>
                    <a:pt x="15455" y="36753"/>
                  </a:lnTo>
                  <a:lnTo>
                    <a:pt x="15240" y="36753"/>
                  </a:lnTo>
                  <a:lnTo>
                    <a:pt x="15049" y="36893"/>
                  </a:lnTo>
                  <a:lnTo>
                    <a:pt x="15189" y="37071"/>
                  </a:lnTo>
                  <a:lnTo>
                    <a:pt x="15278" y="36944"/>
                  </a:lnTo>
                  <a:lnTo>
                    <a:pt x="15328" y="37134"/>
                  </a:lnTo>
                  <a:lnTo>
                    <a:pt x="15328" y="37299"/>
                  </a:lnTo>
                  <a:lnTo>
                    <a:pt x="15189" y="37376"/>
                  </a:lnTo>
                  <a:lnTo>
                    <a:pt x="15417" y="37452"/>
                  </a:lnTo>
                  <a:lnTo>
                    <a:pt x="15455" y="36830"/>
                  </a:lnTo>
                  <a:close/>
                </a:path>
                <a:path w="51435" h="45719">
                  <a:moveTo>
                    <a:pt x="15748" y="37719"/>
                  </a:moveTo>
                  <a:lnTo>
                    <a:pt x="15532" y="37363"/>
                  </a:lnTo>
                  <a:lnTo>
                    <a:pt x="15494" y="37566"/>
                  </a:lnTo>
                  <a:lnTo>
                    <a:pt x="15595" y="37795"/>
                  </a:lnTo>
                  <a:lnTo>
                    <a:pt x="15494" y="37655"/>
                  </a:lnTo>
                  <a:lnTo>
                    <a:pt x="15506" y="37858"/>
                  </a:lnTo>
                  <a:lnTo>
                    <a:pt x="15494" y="38023"/>
                  </a:lnTo>
                  <a:lnTo>
                    <a:pt x="15354" y="38100"/>
                  </a:lnTo>
                  <a:lnTo>
                    <a:pt x="15595" y="38100"/>
                  </a:lnTo>
                  <a:lnTo>
                    <a:pt x="15557" y="37795"/>
                  </a:lnTo>
                  <a:lnTo>
                    <a:pt x="15748" y="38163"/>
                  </a:lnTo>
                  <a:lnTo>
                    <a:pt x="15748" y="37719"/>
                  </a:lnTo>
                  <a:close/>
                </a:path>
                <a:path w="51435" h="45719">
                  <a:moveTo>
                    <a:pt x="16065" y="44297"/>
                  </a:moveTo>
                  <a:lnTo>
                    <a:pt x="15849" y="44145"/>
                  </a:lnTo>
                  <a:lnTo>
                    <a:pt x="15849" y="44437"/>
                  </a:lnTo>
                  <a:lnTo>
                    <a:pt x="16065" y="44475"/>
                  </a:lnTo>
                  <a:lnTo>
                    <a:pt x="16065" y="44297"/>
                  </a:lnTo>
                  <a:close/>
                </a:path>
                <a:path w="51435" h="45719">
                  <a:moveTo>
                    <a:pt x="16141" y="37693"/>
                  </a:moveTo>
                  <a:lnTo>
                    <a:pt x="16002" y="37617"/>
                  </a:lnTo>
                  <a:lnTo>
                    <a:pt x="16141" y="37693"/>
                  </a:lnTo>
                  <a:close/>
                </a:path>
                <a:path w="51435" h="45719">
                  <a:moveTo>
                    <a:pt x="16167" y="41643"/>
                  </a:moveTo>
                  <a:lnTo>
                    <a:pt x="16129" y="41338"/>
                  </a:lnTo>
                  <a:lnTo>
                    <a:pt x="15951" y="41262"/>
                  </a:lnTo>
                  <a:lnTo>
                    <a:pt x="15913" y="41414"/>
                  </a:lnTo>
                  <a:lnTo>
                    <a:pt x="16065" y="41490"/>
                  </a:lnTo>
                  <a:lnTo>
                    <a:pt x="15989" y="41643"/>
                  </a:lnTo>
                  <a:lnTo>
                    <a:pt x="16167" y="41643"/>
                  </a:lnTo>
                  <a:close/>
                </a:path>
                <a:path w="51435" h="45719">
                  <a:moveTo>
                    <a:pt x="16281" y="41198"/>
                  </a:moveTo>
                  <a:lnTo>
                    <a:pt x="16217" y="41008"/>
                  </a:lnTo>
                  <a:lnTo>
                    <a:pt x="16243" y="41262"/>
                  </a:lnTo>
                  <a:close/>
                </a:path>
                <a:path w="51435" h="45719">
                  <a:moveTo>
                    <a:pt x="16344" y="43662"/>
                  </a:moveTo>
                  <a:lnTo>
                    <a:pt x="16268" y="43853"/>
                  </a:lnTo>
                  <a:lnTo>
                    <a:pt x="16090" y="43853"/>
                  </a:lnTo>
                  <a:lnTo>
                    <a:pt x="16090" y="43599"/>
                  </a:lnTo>
                  <a:lnTo>
                    <a:pt x="16268" y="43599"/>
                  </a:lnTo>
                  <a:lnTo>
                    <a:pt x="16129" y="43230"/>
                  </a:lnTo>
                  <a:lnTo>
                    <a:pt x="16014" y="43434"/>
                  </a:lnTo>
                  <a:lnTo>
                    <a:pt x="15925" y="43764"/>
                  </a:lnTo>
                  <a:lnTo>
                    <a:pt x="16065" y="43916"/>
                  </a:lnTo>
                  <a:lnTo>
                    <a:pt x="16268" y="43916"/>
                  </a:lnTo>
                  <a:lnTo>
                    <a:pt x="16344" y="43662"/>
                  </a:lnTo>
                  <a:close/>
                </a:path>
                <a:path w="51435" h="45719">
                  <a:moveTo>
                    <a:pt x="16421" y="35941"/>
                  </a:moveTo>
                  <a:lnTo>
                    <a:pt x="16281" y="35979"/>
                  </a:lnTo>
                  <a:lnTo>
                    <a:pt x="16319" y="36195"/>
                  </a:lnTo>
                  <a:lnTo>
                    <a:pt x="16421" y="35941"/>
                  </a:lnTo>
                  <a:close/>
                </a:path>
                <a:path w="51435" h="45719">
                  <a:moveTo>
                    <a:pt x="16433" y="42557"/>
                  </a:moveTo>
                  <a:lnTo>
                    <a:pt x="16281" y="42392"/>
                  </a:lnTo>
                  <a:lnTo>
                    <a:pt x="16319" y="42214"/>
                  </a:lnTo>
                  <a:lnTo>
                    <a:pt x="16205" y="42367"/>
                  </a:lnTo>
                  <a:lnTo>
                    <a:pt x="16129" y="42100"/>
                  </a:lnTo>
                  <a:lnTo>
                    <a:pt x="16027" y="42278"/>
                  </a:lnTo>
                  <a:lnTo>
                    <a:pt x="16103" y="42443"/>
                  </a:lnTo>
                  <a:lnTo>
                    <a:pt x="16002" y="42799"/>
                  </a:lnTo>
                  <a:lnTo>
                    <a:pt x="16052" y="42951"/>
                  </a:lnTo>
                  <a:lnTo>
                    <a:pt x="16002" y="43192"/>
                  </a:lnTo>
                  <a:lnTo>
                    <a:pt x="16103" y="42913"/>
                  </a:lnTo>
                  <a:lnTo>
                    <a:pt x="16319" y="42976"/>
                  </a:lnTo>
                  <a:lnTo>
                    <a:pt x="16383" y="42735"/>
                  </a:lnTo>
                  <a:lnTo>
                    <a:pt x="16433" y="42557"/>
                  </a:lnTo>
                  <a:close/>
                </a:path>
                <a:path w="51435" h="45719">
                  <a:moveTo>
                    <a:pt x="16725" y="41275"/>
                  </a:moveTo>
                  <a:lnTo>
                    <a:pt x="16687" y="41046"/>
                  </a:lnTo>
                  <a:lnTo>
                    <a:pt x="16725" y="41275"/>
                  </a:lnTo>
                  <a:close/>
                </a:path>
                <a:path w="51435" h="45719">
                  <a:moveTo>
                    <a:pt x="16725" y="34848"/>
                  </a:moveTo>
                  <a:lnTo>
                    <a:pt x="16586" y="34899"/>
                  </a:lnTo>
                  <a:lnTo>
                    <a:pt x="16510" y="34772"/>
                  </a:lnTo>
                  <a:lnTo>
                    <a:pt x="16510" y="34912"/>
                  </a:lnTo>
                  <a:lnTo>
                    <a:pt x="16471" y="35102"/>
                  </a:lnTo>
                  <a:lnTo>
                    <a:pt x="16497" y="34963"/>
                  </a:lnTo>
                  <a:lnTo>
                    <a:pt x="16725" y="34848"/>
                  </a:lnTo>
                  <a:close/>
                </a:path>
                <a:path w="51435" h="45719">
                  <a:moveTo>
                    <a:pt x="16891" y="29667"/>
                  </a:moveTo>
                  <a:lnTo>
                    <a:pt x="15887" y="29667"/>
                  </a:lnTo>
                  <a:lnTo>
                    <a:pt x="16002" y="30784"/>
                  </a:lnTo>
                  <a:lnTo>
                    <a:pt x="16776" y="30784"/>
                  </a:lnTo>
                  <a:lnTo>
                    <a:pt x="16891" y="29667"/>
                  </a:lnTo>
                  <a:close/>
                </a:path>
                <a:path w="51435" h="45719">
                  <a:moveTo>
                    <a:pt x="17119" y="37782"/>
                  </a:moveTo>
                  <a:lnTo>
                    <a:pt x="16878" y="37985"/>
                  </a:lnTo>
                  <a:lnTo>
                    <a:pt x="17018" y="38239"/>
                  </a:lnTo>
                  <a:lnTo>
                    <a:pt x="17119" y="37973"/>
                  </a:lnTo>
                  <a:lnTo>
                    <a:pt x="17119" y="37782"/>
                  </a:lnTo>
                  <a:close/>
                </a:path>
                <a:path w="51435" h="45719">
                  <a:moveTo>
                    <a:pt x="17373" y="39268"/>
                  </a:moveTo>
                  <a:lnTo>
                    <a:pt x="17221" y="39116"/>
                  </a:lnTo>
                  <a:lnTo>
                    <a:pt x="17373" y="39268"/>
                  </a:lnTo>
                  <a:close/>
                </a:path>
                <a:path w="51435" h="45719">
                  <a:moveTo>
                    <a:pt x="17487" y="35610"/>
                  </a:moveTo>
                  <a:lnTo>
                    <a:pt x="17322" y="35610"/>
                  </a:lnTo>
                  <a:lnTo>
                    <a:pt x="17424" y="36093"/>
                  </a:lnTo>
                  <a:lnTo>
                    <a:pt x="17437" y="35902"/>
                  </a:lnTo>
                  <a:lnTo>
                    <a:pt x="17487" y="35610"/>
                  </a:lnTo>
                  <a:close/>
                </a:path>
                <a:path w="51435" h="45719">
                  <a:moveTo>
                    <a:pt x="17513" y="38976"/>
                  </a:moveTo>
                  <a:lnTo>
                    <a:pt x="17272" y="38976"/>
                  </a:lnTo>
                  <a:lnTo>
                    <a:pt x="17513" y="38976"/>
                  </a:lnTo>
                  <a:close/>
                </a:path>
                <a:path w="51435" h="45719">
                  <a:moveTo>
                    <a:pt x="17754" y="35610"/>
                  </a:moveTo>
                  <a:lnTo>
                    <a:pt x="17589" y="35674"/>
                  </a:lnTo>
                  <a:lnTo>
                    <a:pt x="17716" y="35750"/>
                  </a:lnTo>
                  <a:lnTo>
                    <a:pt x="17754" y="35610"/>
                  </a:lnTo>
                  <a:close/>
                </a:path>
                <a:path w="51435" h="45719">
                  <a:moveTo>
                    <a:pt x="18097" y="18821"/>
                  </a:moveTo>
                  <a:lnTo>
                    <a:pt x="17995" y="18567"/>
                  </a:lnTo>
                  <a:lnTo>
                    <a:pt x="17995" y="18834"/>
                  </a:lnTo>
                  <a:lnTo>
                    <a:pt x="17843" y="18999"/>
                  </a:lnTo>
                  <a:lnTo>
                    <a:pt x="17970" y="19177"/>
                  </a:lnTo>
                  <a:lnTo>
                    <a:pt x="17945" y="18923"/>
                  </a:lnTo>
                  <a:lnTo>
                    <a:pt x="18097" y="18821"/>
                  </a:lnTo>
                  <a:close/>
                </a:path>
                <a:path w="51435" h="45719">
                  <a:moveTo>
                    <a:pt x="18580" y="38836"/>
                  </a:moveTo>
                  <a:lnTo>
                    <a:pt x="18542" y="38646"/>
                  </a:lnTo>
                  <a:lnTo>
                    <a:pt x="18313" y="38798"/>
                  </a:lnTo>
                  <a:lnTo>
                    <a:pt x="18249" y="38633"/>
                  </a:lnTo>
                  <a:lnTo>
                    <a:pt x="18237" y="38785"/>
                  </a:lnTo>
                  <a:lnTo>
                    <a:pt x="18376" y="38912"/>
                  </a:lnTo>
                  <a:lnTo>
                    <a:pt x="18288" y="39077"/>
                  </a:lnTo>
                  <a:lnTo>
                    <a:pt x="18224" y="38938"/>
                  </a:lnTo>
                  <a:lnTo>
                    <a:pt x="18135" y="39116"/>
                  </a:lnTo>
                  <a:lnTo>
                    <a:pt x="18224" y="39446"/>
                  </a:lnTo>
                  <a:lnTo>
                    <a:pt x="18389" y="39293"/>
                  </a:lnTo>
                  <a:lnTo>
                    <a:pt x="18567" y="39217"/>
                  </a:lnTo>
                  <a:lnTo>
                    <a:pt x="18529" y="39039"/>
                  </a:lnTo>
                  <a:lnTo>
                    <a:pt x="18453" y="39192"/>
                  </a:lnTo>
                  <a:lnTo>
                    <a:pt x="18453" y="38989"/>
                  </a:lnTo>
                  <a:lnTo>
                    <a:pt x="18580" y="38836"/>
                  </a:lnTo>
                  <a:close/>
                </a:path>
                <a:path w="51435" h="45719">
                  <a:moveTo>
                    <a:pt x="18580" y="38455"/>
                  </a:moveTo>
                  <a:lnTo>
                    <a:pt x="18389" y="38341"/>
                  </a:lnTo>
                  <a:lnTo>
                    <a:pt x="18249" y="38493"/>
                  </a:lnTo>
                  <a:lnTo>
                    <a:pt x="18580" y="38455"/>
                  </a:lnTo>
                  <a:close/>
                </a:path>
                <a:path w="51435" h="45719">
                  <a:moveTo>
                    <a:pt x="18669" y="41338"/>
                  </a:moveTo>
                  <a:lnTo>
                    <a:pt x="18453" y="41338"/>
                  </a:lnTo>
                  <a:lnTo>
                    <a:pt x="18478" y="41478"/>
                  </a:lnTo>
                  <a:lnTo>
                    <a:pt x="18669" y="41338"/>
                  </a:lnTo>
                  <a:close/>
                </a:path>
                <a:path w="51435" h="45719">
                  <a:moveTo>
                    <a:pt x="19024" y="38823"/>
                  </a:moveTo>
                  <a:lnTo>
                    <a:pt x="18884" y="38798"/>
                  </a:lnTo>
                  <a:lnTo>
                    <a:pt x="18923" y="39014"/>
                  </a:lnTo>
                  <a:lnTo>
                    <a:pt x="19024" y="38823"/>
                  </a:lnTo>
                  <a:close/>
                </a:path>
                <a:path w="51435" h="45719">
                  <a:moveTo>
                    <a:pt x="19151" y="45262"/>
                  </a:moveTo>
                  <a:lnTo>
                    <a:pt x="19024" y="44970"/>
                  </a:lnTo>
                  <a:lnTo>
                    <a:pt x="18961" y="45123"/>
                  </a:lnTo>
                  <a:lnTo>
                    <a:pt x="18999" y="45300"/>
                  </a:lnTo>
                  <a:lnTo>
                    <a:pt x="19151" y="45262"/>
                  </a:lnTo>
                  <a:close/>
                </a:path>
                <a:path w="51435" h="45719">
                  <a:moveTo>
                    <a:pt x="19354" y="42024"/>
                  </a:moveTo>
                  <a:lnTo>
                    <a:pt x="19253" y="42291"/>
                  </a:lnTo>
                  <a:lnTo>
                    <a:pt x="19227" y="42557"/>
                  </a:lnTo>
                  <a:lnTo>
                    <a:pt x="19253" y="42710"/>
                  </a:lnTo>
                  <a:lnTo>
                    <a:pt x="19329" y="42291"/>
                  </a:lnTo>
                  <a:lnTo>
                    <a:pt x="19354" y="42024"/>
                  </a:lnTo>
                  <a:close/>
                </a:path>
                <a:path w="51435" h="45719">
                  <a:moveTo>
                    <a:pt x="19850" y="41325"/>
                  </a:moveTo>
                  <a:lnTo>
                    <a:pt x="19596" y="41363"/>
                  </a:lnTo>
                  <a:lnTo>
                    <a:pt x="19558" y="42113"/>
                  </a:lnTo>
                  <a:lnTo>
                    <a:pt x="19773" y="41846"/>
                  </a:lnTo>
                  <a:lnTo>
                    <a:pt x="19799" y="41617"/>
                  </a:lnTo>
                  <a:lnTo>
                    <a:pt x="19850" y="41325"/>
                  </a:lnTo>
                  <a:close/>
                </a:path>
                <a:path w="51435" h="45719">
                  <a:moveTo>
                    <a:pt x="20104" y="40728"/>
                  </a:moveTo>
                  <a:lnTo>
                    <a:pt x="19875" y="40830"/>
                  </a:lnTo>
                  <a:lnTo>
                    <a:pt x="19735" y="41313"/>
                  </a:lnTo>
                  <a:lnTo>
                    <a:pt x="19900" y="41236"/>
                  </a:lnTo>
                  <a:lnTo>
                    <a:pt x="19875" y="41084"/>
                  </a:lnTo>
                  <a:lnTo>
                    <a:pt x="20104" y="40728"/>
                  </a:lnTo>
                  <a:close/>
                </a:path>
                <a:path w="51435" h="45719">
                  <a:moveTo>
                    <a:pt x="20408" y="39560"/>
                  </a:moveTo>
                  <a:lnTo>
                    <a:pt x="20307" y="39700"/>
                  </a:lnTo>
                  <a:lnTo>
                    <a:pt x="20269" y="39839"/>
                  </a:lnTo>
                  <a:lnTo>
                    <a:pt x="20269" y="40017"/>
                  </a:lnTo>
                  <a:lnTo>
                    <a:pt x="20320" y="39801"/>
                  </a:lnTo>
                  <a:lnTo>
                    <a:pt x="20408" y="39560"/>
                  </a:lnTo>
                  <a:close/>
                </a:path>
                <a:path w="51435" h="45719">
                  <a:moveTo>
                    <a:pt x="21221" y="2692"/>
                  </a:moveTo>
                  <a:lnTo>
                    <a:pt x="20916" y="2578"/>
                  </a:lnTo>
                  <a:lnTo>
                    <a:pt x="21056" y="2413"/>
                  </a:lnTo>
                  <a:lnTo>
                    <a:pt x="20739" y="2286"/>
                  </a:lnTo>
                  <a:lnTo>
                    <a:pt x="20523" y="2908"/>
                  </a:lnTo>
                  <a:lnTo>
                    <a:pt x="20535" y="3759"/>
                  </a:lnTo>
                  <a:lnTo>
                    <a:pt x="20447" y="4546"/>
                  </a:lnTo>
                  <a:lnTo>
                    <a:pt x="20624" y="4356"/>
                  </a:lnTo>
                  <a:lnTo>
                    <a:pt x="20866" y="3835"/>
                  </a:lnTo>
                  <a:lnTo>
                    <a:pt x="20637" y="2908"/>
                  </a:lnTo>
                  <a:lnTo>
                    <a:pt x="21221" y="2692"/>
                  </a:lnTo>
                  <a:close/>
                </a:path>
                <a:path w="51435" h="45719">
                  <a:moveTo>
                    <a:pt x="23202" y="43484"/>
                  </a:moveTo>
                  <a:lnTo>
                    <a:pt x="23012" y="43446"/>
                  </a:lnTo>
                  <a:lnTo>
                    <a:pt x="23037" y="43624"/>
                  </a:lnTo>
                  <a:lnTo>
                    <a:pt x="23202" y="43484"/>
                  </a:lnTo>
                  <a:close/>
                </a:path>
                <a:path w="51435" h="45719">
                  <a:moveTo>
                    <a:pt x="23342" y="20396"/>
                  </a:moveTo>
                  <a:lnTo>
                    <a:pt x="23202" y="20269"/>
                  </a:lnTo>
                  <a:lnTo>
                    <a:pt x="23202" y="20599"/>
                  </a:lnTo>
                  <a:lnTo>
                    <a:pt x="23342" y="20396"/>
                  </a:lnTo>
                  <a:close/>
                </a:path>
                <a:path w="51435" h="45719">
                  <a:moveTo>
                    <a:pt x="23456" y="31229"/>
                  </a:moveTo>
                  <a:lnTo>
                    <a:pt x="23342" y="30988"/>
                  </a:lnTo>
                  <a:lnTo>
                    <a:pt x="23279" y="31432"/>
                  </a:lnTo>
                  <a:lnTo>
                    <a:pt x="23279" y="31648"/>
                  </a:lnTo>
                  <a:lnTo>
                    <a:pt x="23456" y="31229"/>
                  </a:lnTo>
                  <a:close/>
                </a:path>
                <a:path w="51435" h="45719">
                  <a:moveTo>
                    <a:pt x="24269" y="29387"/>
                  </a:moveTo>
                  <a:lnTo>
                    <a:pt x="24117" y="27698"/>
                  </a:lnTo>
                  <a:lnTo>
                    <a:pt x="24079" y="27038"/>
                  </a:lnTo>
                  <a:lnTo>
                    <a:pt x="23939" y="26403"/>
                  </a:lnTo>
                  <a:lnTo>
                    <a:pt x="23761" y="25958"/>
                  </a:lnTo>
                  <a:lnTo>
                    <a:pt x="23507" y="25146"/>
                  </a:lnTo>
                  <a:lnTo>
                    <a:pt x="23304" y="25146"/>
                  </a:lnTo>
                  <a:lnTo>
                    <a:pt x="23304" y="24955"/>
                  </a:lnTo>
                  <a:lnTo>
                    <a:pt x="23126" y="24942"/>
                  </a:lnTo>
                  <a:lnTo>
                    <a:pt x="23571" y="25742"/>
                  </a:lnTo>
                  <a:lnTo>
                    <a:pt x="23977" y="26873"/>
                  </a:lnTo>
                  <a:lnTo>
                    <a:pt x="24066" y="28194"/>
                  </a:lnTo>
                  <a:lnTo>
                    <a:pt x="24104" y="28943"/>
                  </a:lnTo>
                  <a:lnTo>
                    <a:pt x="24104" y="30264"/>
                  </a:lnTo>
                  <a:lnTo>
                    <a:pt x="24269" y="29387"/>
                  </a:lnTo>
                  <a:close/>
                </a:path>
                <a:path w="51435" h="45719">
                  <a:moveTo>
                    <a:pt x="24803" y="6731"/>
                  </a:moveTo>
                  <a:lnTo>
                    <a:pt x="24739" y="6286"/>
                  </a:lnTo>
                  <a:lnTo>
                    <a:pt x="24511" y="5930"/>
                  </a:lnTo>
                  <a:lnTo>
                    <a:pt x="24422" y="6248"/>
                  </a:lnTo>
                  <a:lnTo>
                    <a:pt x="24561" y="6350"/>
                  </a:lnTo>
                  <a:lnTo>
                    <a:pt x="24561" y="6591"/>
                  </a:lnTo>
                  <a:lnTo>
                    <a:pt x="24676" y="6769"/>
                  </a:lnTo>
                  <a:lnTo>
                    <a:pt x="24739" y="6527"/>
                  </a:lnTo>
                  <a:lnTo>
                    <a:pt x="24803" y="6731"/>
                  </a:lnTo>
                  <a:close/>
                </a:path>
                <a:path w="51435" h="45719">
                  <a:moveTo>
                    <a:pt x="24930" y="19570"/>
                  </a:moveTo>
                  <a:lnTo>
                    <a:pt x="24853" y="19380"/>
                  </a:lnTo>
                  <a:lnTo>
                    <a:pt x="24676" y="19151"/>
                  </a:lnTo>
                  <a:lnTo>
                    <a:pt x="24536" y="19024"/>
                  </a:lnTo>
                  <a:lnTo>
                    <a:pt x="24079" y="19418"/>
                  </a:lnTo>
                  <a:lnTo>
                    <a:pt x="23545" y="19697"/>
                  </a:lnTo>
                  <a:lnTo>
                    <a:pt x="23291" y="20231"/>
                  </a:lnTo>
                  <a:lnTo>
                    <a:pt x="23456" y="20269"/>
                  </a:lnTo>
                  <a:lnTo>
                    <a:pt x="23418" y="20066"/>
                  </a:lnTo>
                  <a:lnTo>
                    <a:pt x="23571" y="20218"/>
                  </a:lnTo>
                  <a:lnTo>
                    <a:pt x="23533" y="20066"/>
                  </a:lnTo>
                  <a:lnTo>
                    <a:pt x="23622" y="20218"/>
                  </a:lnTo>
                  <a:lnTo>
                    <a:pt x="23571" y="20002"/>
                  </a:lnTo>
                  <a:lnTo>
                    <a:pt x="23749" y="19913"/>
                  </a:lnTo>
                  <a:lnTo>
                    <a:pt x="24104" y="19710"/>
                  </a:lnTo>
                  <a:lnTo>
                    <a:pt x="24409" y="19735"/>
                  </a:lnTo>
                  <a:lnTo>
                    <a:pt x="24409" y="19888"/>
                  </a:lnTo>
                  <a:lnTo>
                    <a:pt x="24714" y="19862"/>
                  </a:lnTo>
                  <a:lnTo>
                    <a:pt x="24714" y="19570"/>
                  </a:lnTo>
                  <a:lnTo>
                    <a:pt x="24930" y="19570"/>
                  </a:lnTo>
                  <a:close/>
                </a:path>
                <a:path w="51435" h="45719">
                  <a:moveTo>
                    <a:pt x="25793" y="19519"/>
                  </a:moveTo>
                  <a:lnTo>
                    <a:pt x="25742" y="19278"/>
                  </a:lnTo>
                  <a:lnTo>
                    <a:pt x="25692" y="19519"/>
                  </a:lnTo>
                  <a:close/>
                </a:path>
                <a:path w="51435" h="45719">
                  <a:moveTo>
                    <a:pt x="28219" y="30048"/>
                  </a:moveTo>
                  <a:lnTo>
                    <a:pt x="28041" y="30048"/>
                  </a:lnTo>
                  <a:lnTo>
                    <a:pt x="28079" y="30480"/>
                  </a:lnTo>
                  <a:lnTo>
                    <a:pt x="28079" y="30289"/>
                  </a:lnTo>
                  <a:lnTo>
                    <a:pt x="28219" y="30048"/>
                  </a:lnTo>
                  <a:close/>
                </a:path>
                <a:path w="51435" h="45719">
                  <a:moveTo>
                    <a:pt x="28765" y="19812"/>
                  </a:moveTo>
                  <a:lnTo>
                    <a:pt x="28600" y="19710"/>
                  </a:lnTo>
                  <a:lnTo>
                    <a:pt x="28600" y="19850"/>
                  </a:lnTo>
                  <a:lnTo>
                    <a:pt x="28765" y="19812"/>
                  </a:lnTo>
                  <a:close/>
                </a:path>
                <a:path w="51435" h="45719">
                  <a:moveTo>
                    <a:pt x="29616" y="21539"/>
                  </a:moveTo>
                  <a:lnTo>
                    <a:pt x="29476" y="21031"/>
                  </a:lnTo>
                  <a:lnTo>
                    <a:pt x="29159" y="20434"/>
                  </a:lnTo>
                  <a:lnTo>
                    <a:pt x="29616" y="21539"/>
                  </a:lnTo>
                  <a:close/>
                </a:path>
                <a:path w="51435" h="45719">
                  <a:moveTo>
                    <a:pt x="29819" y="22263"/>
                  </a:moveTo>
                  <a:lnTo>
                    <a:pt x="29743" y="22009"/>
                  </a:lnTo>
                  <a:lnTo>
                    <a:pt x="29819" y="22301"/>
                  </a:lnTo>
                  <a:close/>
                </a:path>
                <a:path w="51435" h="45719">
                  <a:moveTo>
                    <a:pt x="29883" y="22771"/>
                  </a:moveTo>
                  <a:lnTo>
                    <a:pt x="29857" y="22415"/>
                  </a:lnTo>
                  <a:lnTo>
                    <a:pt x="29883" y="22771"/>
                  </a:lnTo>
                  <a:close/>
                </a:path>
                <a:path w="51435" h="45719">
                  <a:moveTo>
                    <a:pt x="29984" y="24079"/>
                  </a:moveTo>
                  <a:lnTo>
                    <a:pt x="29946" y="23545"/>
                  </a:lnTo>
                  <a:lnTo>
                    <a:pt x="29921" y="23241"/>
                  </a:lnTo>
                  <a:lnTo>
                    <a:pt x="29984" y="24079"/>
                  </a:lnTo>
                  <a:close/>
                </a:path>
                <a:path w="51435" h="45719">
                  <a:moveTo>
                    <a:pt x="30226" y="29616"/>
                  </a:moveTo>
                  <a:lnTo>
                    <a:pt x="29502" y="29718"/>
                  </a:lnTo>
                  <a:lnTo>
                    <a:pt x="29476" y="31191"/>
                  </a:lnTo>
                  <a:lnTo>
                    <a:pt x="29933" y="31737"/>
                  </a:lnTo>
                  <a:lnTo>
                    <a:pt x="29667" y="31191"/>
                  </a:lnTo>
                  <a:lnTo>
                    <a:pt x="29679" y="30518"/>
                  </a:lnTo>
                  <a:lnTo>
                    <a:pt x="29972" y="29972"/>
                  </a:lnTo>
                  <a:lnTo>
                    <a:pt x="30226" y="29616"/>
                  </a:lnTo>
                  <a:close/>
                </a:path>
                <a:path w="51435" h="45719">
                  <a:moveTo>
                    <a:pt x="31305" y="24866"/>
                  </a:moveTo>
                  <a:lnTo>
                    <a:pt x="31191" y="25933"/>
                  </a:lnTo>
                  <a:lnTo>
                    <a:pt x="30937" y="27228"/>
                  </a:lnTo>
                  <a:lnTo>
                    <a:pt x="30975" y="28143"/>
                  </a:lnTo>
                  <a:lnTo>
                    <a:pt x="31089" y="27012"/>
                  </a:lnTo>
                  <a:lnTo>
                    <a:pt x="31229" y="25933"/>
                  </a:lnTo>
                  <a:lnTo>
                    <a:pt x="31305" y="24866"/>
                  </a:lnTo>
                  <a:close/>
                </a:path>
                <a:path w="51435" h="45719">
                  <a:moveTo>
                    <a:pt x="33515" y="28486"/>
                  </a:moveTo>
                  <a:lnTo>
                    <a:pt x="32639" y="29781"/>
                  </a:lnTo>
                  <a:lnTo>
                    <a:pt x="32232" y="31991"/>
                  </a:lnTo>
                  <a:lnTo>
                    <a:pt x="32575" y="31076"/>
                  </a:lnTo>
                  <a:lnTo>
                    <a:pt x="33502" y="29032"/>
                  </a:lnTo>
                  <a:lnTo>
                    <a:pt x="33515" y="28486"/>
                  </a:lnTo>
                  <a:close/>
                </a:path>
                <a:path w="51435" h="45719">
                  <a:moveTo>
                    <a:pt x="34137" y="33540"/>
                  </a:moveTo>
                  <a:lnTo>
                    <a:pt x="33870" y="33426"/>
                  </a:lnTo>
                  <a:lnTo>
                    <a:pt x="34137" y="33540"/>
                  </a:lnTo>
                  <a:close/>
                </a:path>
                <a:path w="51435" h="45719">
                  <a:moveTo>
                    <a:pt x="35801" y="23202"/>
                  </a:moveTo>
                  <a:lnTo>
                    <a:pt x="35648" y="23050"/>
                  </a:lnTo>
                  <a:lnTo>
                    <a:pt x="35648" y="23241"/>
                  </a:lnTo>
                  <a:lnTo>
                    <a:pt x="35801" y="23202"/>
                  </a:lnTo>
                  <a:close/>
                </a:path>
                <a:path w="51435" h="45719">
                  <a:moveTo>
                    <a:pt x="36093" y="26517"/>
                  </a:moveTo>
                  <a:lnTo>
                    <a:pt x="35915" y="26581"/>
                  </a:lnTo>
                  <a:lnTo>
                    <a:pt x="35953" y="26733"/>
                  </a:lnTo>
                  <a:lnTo>
                    <a:pt x="36093" y="26517"/>
                  </a:lnTo>
                  <a:close/>
                </a:path>
                <a:path w="51435" h="45719">
                  <a:moveTo>
                    <a:pt x="36118" y="33566"/>
                  </a:moveTo>
                  <a:lnTo>
                    <a:pt x="35979" y="33540"/>
                  </a:lnTo>
                  <a:lnTo>
                    <a:pt x="35572" y="33451"/>
                  </a:lnTo>
                  <a:lnTo>
                    <a:pt x="35407" y="33413"/>
                  </a:lnTo>
                  <a:lnTo>
                    <a:pt x="35153" y="33413"/>
                  </a:lnTo>
                  <a:lnTo>
                    <a:pt x="35179" y="33591"/>
                  </a:lnTo>
                  <a:lnTo>
                    <a:pt x="35153" y="33718"/>
                  </a:lnTo>
                  <a:lnTo>
                    <a:pt x="35369" y="33769"/>
                  </a:lnTo>
                  <a:lnTo>
                    <a:pt x="35369" y="33642"/>
                  </a:lnTo>
                  <a:lnTo>
                    <a:pt x="35877" y="33756"/>
                  </a:lnTo>
                  <a:lnTo>
                    <a:pt x="35509" y="33731"/>
                  </a:lnTo>
                  <a:lnTo>
                    <a:pt x="35915" y="33870"/>
                  </a:lnTo>
                  <a:lnTo>
                    <a:pt x="36118" y="33756"/>
                  </a:lnTo>
                  <a:lnTo>
                    <a:pt x="35979" y="33667"/>
                  </a:lnTo>
                  <a:lnTo>
                    <a:pt x="36118" y="33566"/>
                  </a:lnTo>
                  <a:close/>
                </a:path>
                <a:path w="51435" h="45719">
                  <a:moveTo>
                    <a:pt x="36982" y="35661"/>
                  </a:moveTo>
                  <a:lnTo>
                    <a:pt x="36664" y="35801"/>
                  </a:lnTo>
                  <a:lnTo>
                    <a:pt x="36664" y="36423"/>
                  </a:lnTo>
                  <a:lnTo>
                    <a:pt x="36677" y="36220"/>
                  </a:lnTo>
                  <a:lnTo>
                    <a:pt x="36728" y="36068"/>
                  </a:lnTo>
                  <a:lnTo>
                    <a:pt x="36741" y="35864"/>
                  </a:lnTo>
                  <a:lnTo>
                    <a:pt x="36982" y="35661"/>
                  </a:lnTo>
                  <a:close/>
                </a:path>
                <a:path w="51435" h="45719">
                  <a:moveTo>
                    <a:pt x="37960" y="25501"/>
                  </a:moveTo>
                  <a:lnTo>
                    <a:pt x="37782" y="25095"/>
                  </a:lnTo>
                  <a:lnTo>
                    <a:pt x="37350" y="25120"/>
                  </a:lnTo>
                  <a:lnTo>
                    <a:pt x="37579" y="25184"/>
                  </a:lnTo>
                  <a:lnTo>
                    <a:pt x="37465" y="25476"/>
                  </a:lnTo>
                  <a:lnTo>
                    <a:pt x="37465" y="25704"/>
                  </a:lnTo>
                  <a:lnTo>
                    <a:pt x="37706" y="25692"/>
                  </a:lnTo>
                  <a:lnTo>
                    <a:pt x="37744" y="25882"/>
                  </a:lnTo>
                  <a:lnTo>
                    <a:pt x="37896" y="25971"/>
                  </a:lnTo>
                  <a:lnTo>
                    <a:pt x="37960" y="25501"/>
                  </a:lnTo>
                  <a:close/>
                </a:path>
                <a:path w="51435" h="45719">
                  <a:moveTo>
                    <a:pt x="39014" y="15760"/>
                  </a:moveTo>
                  <a:lnTo>
                    <a:pt x="38989" y="15506"/>
                  </a:lnTo>
                  <a:lnTo>
                    <a:pt x="38531" y="15582"/>
                  </a:lnTo>
                  <a:lnTo>
                    <a:pt x="38188" y="15786"/>
                  </a:lnTo>
                  <a:lnTo>
                    <a:pt x="37833" y="15938"/>
                  </a:lnTo>
                  <a:lnTo>
                    <a:pt x="38150" y="16230"/>
                  </a:lnTo>
                  <a:lnTo>
                    <a:pt x="38354" y="16129"/>
                  </a:lnTo>
                  <a:lnTo>
                    <a:pt x="38404" y="15976"/>
                  </a:lnTo>
                  <a:lnTo>
                    <a:pt x="38569" y="15963"/>
                  </a:lnTo>
                  <a:lnTo>
                    <a:pt x="38747" y="15836"/>
                  </a:lnTo>
                  <a:lnTo>
                    <a:pt x="39014" y="15760"/>
                  </a:lnTo>
                  <a:close/>
                </a:path>
                <a:path w="51435" h="45719">
                  <a:moveTo>
                    <a:pt x="42024" y="18034"/>
                  </a:moveTo>
                  <a:lnTo>
                    <a:pt x="41617" y="17995"/>
                  </a:lnTo>
                  <a:lnTo>
                    <a:pt x="41986" y="18173"/>
                  </a:lnTo>
                  <a:lnTo>
                    <a:pt x="42024" y="18034"/>
                  </a:lnTo>
                  <a:close/>
                </a:path>
                <a:path w="51435" h="45719">
                  <a:moveTo>
                    <a:pt x="43116" y="21615"/>
                  </a:moveTo>
                  <a:lnTo>
                    <a:pt x="43040" y="21361"/>
                  </a:lnTo>
                  <a:lnTo>
                    <a:pt x="43014" y="21691"/>
                  </a:lnTo>
                  <a:lnTo>
                    <a:pt x="42722" y="21932"/>
                  </a:lnTo>
                  <a:lnTo>
                    <a:pt x="42786" y="22212"/>
                  </a:lnTo>
                  <a:lnTo>
                    <a:pt x="42849" y="21894"/>
                  </a:lnTo>
                  <a:lnTo>
                    <a:pt x="43116" y="21615"/>
                  </a:lnTo>
                  <a:close/>
                </a:path>
                <a:path w="51435" h="45719">
                  <a:moveTo>
                    <a:pt x="43548" y="18719"/>
                  </a:moveTo>
                  <a:lnTo>
                    <a:pt x="43357" y="18567"/>
                  </a:lnTo>
                  <a:lnTo>
                    <a:pt x="43103" y="18249"/>
                  </a:lnTo>
                  <a:lnTo>
                    <a:pt x="42887" y="18237"/>
                  </a:lnTo>
                  <a:lnTo>
                    <a:pt x="43141" y="18351"/>
                  </a:lnTo>
                  <a:lnTo>
                    <a:pt x="43370" y="18669"/>
                  </a:lnTo>
                  <a:lnTo>
                    <a:pt x="43548" y="18719"/>
                  </a:lnTo>
                  <a:close/>
                </a:path>
                <a:path w="51435" h="45719">
                  <a:moveTo>
                    <a:pt x="44094" y="203"/>
                  </a:moveTo>
                  <a:lnTo>
                    <a:pt x="43903" y="203"/>
                  </a:lnTo>
                  <a:lnTo>
                    <a:pt x="43903" y="381"/>
                  </a:lnTo>
                  <a:lnTo>
                    <a:pt x="44094" y="381"/>
                  </a:lnTo>
                  <a:lnTo>
                    <a:pt x="44094" y="203"/>
                  </a:lnTo>
                  <a:close/>
                </a:path>
                <a:path w="51435" h="45719">
                  <a:moveTo>
                    <a:pt x="44526" y="0"/>
                  </a:moveTo>
                  <a:lnTo>
                    <a:pt x="44297" y="114"/>
                  </a:lnTo>
                  <a:lnTo>
                    <a:pt x="44297" y="482"/>
                  </a:lnTo>
                  <a:lnTo>
                    <a:pt x="44488" y="431"/>
                  </a:lnTo>
                  <a:lnTo>
                    <a:pt x="44526" y="0"/>
                  </a:lnTo>
                  <a:close/>
                </a:path>
                <a:path w="51435" h="45719">
                  <a:moveTo>
                    <a:pt x="46824" y="14922"/>
                  </a:moveTo>
                  <a:lnTo>
                    <a:pt x="46812" y="14605"/>
                  </a:lnTo>
                  <a:lnTo>
                    <a:pt x="46520" y="14630"/>
                  </a:lnTo>
                  <a:lnTo>
                    <a:pt x="46672" y="14312"/>
                  </a:lnTo>
                  <a:lnTo>
                    <a:pt x="46494" y="14312"/>
                  </a:lnTo>
                  <a:lnTo>
                    <a:pt x="46266" y="14351"/>
                  </a:lnTo>
                  <a:lnTo>
                    <a:pt x="46050" y="15036"/>
                  </a:lnTo>
                  <a:lnTo>
                    <a:pt x="46126" y="14808"/>
                  </a:lnTo>
                  <a:lnTo>
                    <a:pt x="46824" y="14922"/>
                  </a:lnTo>
                  <a:close/>
                </a:path>
                <a:path w="51435" h="45719">
                  <a:moveTo>
                    <a:pt x="51041" y="7061"/>
                  </a:moveTo>
                  <a:lnTo>
                    <a:pt x="50825" y="6959"/>
                  </a:lnTo>
                  <a:lnTo>
                    <a:pt x="50761" y="7277"/>
                  </a:lnTo>
                  <a:lnTo>
                    <a:pt x="50888" y="7454"/>
                  </a:lnTo>
                  <a:lnTo>
                    <a:pt x="50812" y="7594"/>
                  </a:lnTo>
                  <a:lnTo>
                    <a:pt x="50863" y="7797"/>
                  </a:lnTo>
                  <a:lnTo>
                    <a:pt x="51041" y="7683"/>
                  </a:lnTo>
                  <a:lnTo>
                    <a:pt x="50965" y="7467"/>
                  </a:lnTo>
                  <a:lnTo>
                    <a:pt x="51041" y="70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0" name="object 140"/>
            <p:cNvSpPr/>
            <p:nvPr/>
          </p:nvSpPr>
          <p:spPr>
            <a:xfrm>
              <a:off x="3976941" y="1203527"/>
              <a:ext cx="31115" cy="16510"/>
            </a:xfrm>
            <a:custGeom>
              <a:avLst/>
              <a:gdLst/>
              <a:ahLst/>
              <a:cxnLst/>
              <a:rect l="l" t="t" r="r" b="b"/>
              <a:pathLst>
                <a:path w="31114" h="16509">
                  <a:moveTo>
                    <a:pt x="7772" y="14668"/>
                  </a:moveTo>
                  <a:lnTo>
                    <a:pt x="7759" y="14185"/>
                  </a:lnTo>
                  <a:lnTo>
                    <a:pt x="7607" y="14185"/>
                  </a:lnTo>
                  <a:lnTo>
                    <a:pt x="7772" y="14668"/>
                  </a:lnTo>
                  <a:close/>
                </a:path>
                <a:path w="31114" h="16509">
                  <a:moveTo>
                    <a:pt x="9448" y="15341"/>
                  </a:moveTo>
                  <a:lnTo>
                    <a:pt x="8915" y="15341"/>
                  </a:lnTo>
                  <a:lnTo>
                    <a:pt x="8877" y="15494"/>
                  </a:lnTo>
                  <a:lnTo>
                    <a:pt x="8763" y="15341"/>
                  </a:lnTo>
                  <a:lnTo>
                    <a:pt x="8191" y="14668"/>
                  </a:lnTo>
                  <a:lnTo>
                    <a:pt x="8204" y="15341"/>
                  </a:lnTo>
                  <a:lnTo>
                    <a:pt x="8153" y="14668"/>
                  </a:lnTo>
                  <a:lnTo>
                    <a:pt x="7772" y="14668"/>
                  </a:lnTo>
                  <a:lnTo>
                    <a:pt x="63" y="14668"/>
                  </a:lnTo>
                  <a:lnTo>
                    <a:pt x="127" y="15913"/>
                  </a:lnTo>
                  <a:lnTo>
                    <a:pt x="9321" y="15913"/>
                  </a:lnTo>
                  <a:lnTo>
                    <a:pt x="9271" y="15519"/>
                  </a:lnTo>
                  <a:lnTo>
                    <a:pt x="9448" y="15341"/>
                  </a:lnTo>
                  <a:close/>
                </a:path>
                <a:path w="31114" h="16509">
                  <a:moveTo>
                    <a:pt x="9461" y="14058"/>
                  </a:moveTo>
                  <a:lnTo>
                    <a:pt x="9398" y="14274"/>
                  </a:lnTo>
                  <a:lnTo>
                    <a:pt x="9461" y="14058"/>
                  </a:lnTo>
                  <a:close/>
                </a:path>
                <a:path w="31114" h="16509">
                  <a:moveTo>
                    <a:pt x="9563" y="15024"/>
                  </a:moveTo>
                  <a:lnTo>
                    <a:pt x="9474" y="14503"/>
                  </a:lnTo>
                  <a:lnTo>
                    <a:pt x="9321" y="14503"/>
                  </a:lnTo>
                  <a:lnTo>
                    <a:pt x="9372" y="14643"/>
                  </a:lnTo>
                  <a:lnTo>
                    <a:pt x="9372" y="14820"/>
                  </a:lnTo>
                  <a:lnTo>
                    <a:pt x="9321" y="14998"/>
                  </a:lnTo>
                  <a:lnTo>
                    <a:pt x="9220" y="14859"/>
                  </a:lnTo>
                  <a:lnTo>
                    <a:pt x="9131" y="15036"/>
                  </a:lnTo>
                  <a:lnTo>
                    <a:pt x="9296" y="15189"/>
                  </a:lnTo>
                  <a:lnTo>
                    <a:pt x="9512" y="15189"/>
                  </a:lnTo>
                  <a:lnTo>
                    <a:pt x="9550" y="15417"/>
                  </a:lnTo>
                  <a:lnTo>
                    <a:pt x="9563" y="15024"/>
                  </a:lnTo>
                  <a:close/>
                </a:path>
                <a:path w="31114" h="16509">
                  <a:moveTo>
                    <a:pt x="9969" y="15036"/>
                  </a:moveTo>
                  <a:lnTo>
                    <a:pt x="9906" y="14820"/>
                  </a:lnTo>
                  <a:lnTo>
                    <a:pt x="9906" y="15011"/>
                  </a:lnTo>
                  <a:close/>
                </a:path>
                <a:path w="31114" h="16509">
                  <a:moveTo>
                    <a:pt x="9994" y="8775"/>
                  </a:moveTo>
                  <a:lnTo>
                    <a:pt x="9956" y="8216"/>
                  </a:lnTo>
                  <a:lnTo>
                    <a:pt x="9931" y="7962"/>
                  </a:lnTo>
                  <a:lnTo>
                    <a:pt x="9906" y="7607"/>
                  </a:lnTo>
                  <a:lnTo>
                    <a:pt x="0" y="7607"/>
                  </a:lnTo>
                  <a:lnTo>
                    <a:pt x="25" y="10185"/>
                  </a:lnTo>
                  <a:lnTo>
                    <a:pt x="8128" y="10185"/>
                  </a:lnTo>
                  <a:lnTo>
                    <a:pt x="8026" y="9893"/>
                  </a:lnTo>
                  <a:lnTo>
                    <a:pt x="8166" y="9893"/>
                  </a:lnTo>
                  <a:lnTo>
                    <a:pt x="8128" y="10185"/>
                  </a:lnTo>
                  <a:lnTo>
                    <a:pt x="9740" y="10185"/>
                  </a:lnTo>
                  <a:lnTo>
                    <a:pt x="9867" y="9893"/>
                  </a:lnTo>
                  <a:lnTo>
                    <a:pt x="9702" y="9893"/>
                  </a:lnTo>
                  <a:lnTo>
                    <a:pt x="9702" y="8775"/>
                  </a:lnTo>
                  <a:lnTo>
                    <a:pt x="9994" y="8775"/>
                  </a:lnTo>
                  <a:close/>
                </a:path>
                <a:path w="31114" h="16509">
                  <a:moveTo>
                    <a:pt x="10045" y="14744"/>
                  </a:moveTo>
                  <a:lnTo>
                    <a:pt x="10007" y="14401"/>
                  </a:lnTo>
                  <a:lnTo>
                    <a:pt x="9944" y="14782"/>
                  </a:lnTo>
                  <a:close/>
                </a:path>
                <a:path w="31114" h="16509">
                  <a:moveTo>
                    <a:pt x="10160" y="15659"/>
                  </a:moveTo>
                  <a:lnTo>
                    <a:pt x="10020" y="15532"/>
                  </a:lnTo>
                  <a:lnTo>
                    <a:pt x="10071" y="15760"/>
                  </a:lnTo>
                  <a:lnTo>
                    <a:pt x="10058" y="15900"/>
                  </a:lnTo>
                  <a:lnTo>
                    <a:pt x="10147" y="15760"/>
                  </a:lnTo>
                  <a:close/>
                </a:path>
                <a:path w="31114" h="16509">
                  <a:moveTo>
                    <a:pt x="10198" y="14236"/>
                  </a:moveTo>
                  <a:lnTo>
                    <a:pt x="10045" y="14312"/>
                  </a:lnTo>
                  <a:lnTo>
                    <a:pt x="10083" y="14452"/>
                  </a:lnTo>
                  <a:lnTo>
                    <a:pt x="10198" y="14236"/>
                  </a:lnTo>
                  <a:close/>
                </a:path>
                <a:path w="31114" h="16509">
                  <a:moveTo>
                    <a:pt x="10223" y="10287"/>
                  </a:moveTo>
                  <a:lnTo>
                    <a:pt x="10071" y="10223"/>
                  </a:lnTo>
                  <a:lnTo>
                    <a:pt x="10121" y="10439"/>
                  </a:lnTo>
                  <a:lnTo>
                    <a:pt x="9969" y="10515"/>
                  </a:lnTo>
                  <a:lnTo>
                    <a:pt x="10007" y="10655"/>
                  </a:lnTo>
                  <a:lnTo>
                    <a:pt x="10185" y="10579"/>
                  </a:lnTo>
                  <a:lnTo>
                    <a:pt x="10185" y="10363"/>
                  </a:lnTo>
                  <a:close/>
                </a:path>
                <a:path w="31114" h="16509">
                  <a:moveTo>
                    <a:pt x="10337" y="10744"/>
                  </a:moveTo>
                  <a:lnTo>
                    <a:pt x="10274" y="10922"/>
                  </a:lnTo>
                  <a:lnTo>
                    <a:pt x="10337" y="10744"/>
                  </a:lnTo>
                  <a:close/>
                </a:path>
                <a:path w="31114" h="16509">
                  <a:moveTo>
                    <a:pt x="10401" y="8267"/>
                  </a:moveTo>
                  <a:lnTo>
                    <a:pt x="10337" y="8013"/>
                  </a:lnTo>
                  <a:lnTo>
                    <a:pt x="10121" y="8013"/>
                  </a:lnTo>
                  <a:lnTo>
                    <a:pt x="9982" y="8166"/>
                  </a:lnTo>
                  <a:lnTo>
                    <a:pt x="10071" y="8496"/>
                  </a:lnTo>
                  <a:lnTo>
                    <a:pt x="10185" y="8699"/>
                  </a:lnTo>
                  <a:lnTo>
                    <a:pt x="10363" y="8445"/>
                  </a:lnTo>
                  <a:lnTo>
                    <a:pt x="10223" y="8369"/>
                  </a:lnTo>
                  <a:lnTo>
                    <a:pt x="10121" y="8191"/>
                  </a:lnTo>
                  <a:lnTo>
                    <a:pt x="10337" y="8089"/>
                  </a:lnTo>
                  <a:lnTo>
                    <a:pt x="10401" y="8267"/>
                  </a:lnTo>
                  <a:close/>
                </a:path>
                <a:path w="31114" h="16509">
                  <a:moveTo>
                    <a:pt x="10452" y="15900"/>
                  </a:moveTo>
                  <a:lnTo>
                    <a:pt x="10375" y="15722"/>
                  </a:lnTo>
                  <a:lnTo>
                    <a:pt x="10337" y="15900"/>
                  </a:lnTo>
                  <a:close/>
                </a:path>
                <a:path w="31114" h="16509">
                  <a:moveTo>
                    <a:pt x="10452" y="13868"/>
                  </a:moveTo>
                  <a:lnTo>
                    <a:pt x="10223" y="13550"/>
                  </a:lnTo>
                  <a:lnTo>
                    <a:pt x="9855" y="12293"/>
                  </a:lnTo>
                  <a:lnTo>
                    <a:pt x="9740" y="13868"/>
                  </a:lnTo>
                  <a:lnTo>
                    <a:pt x="9677" y="14071"/>
                  </a:lnTo>
                  <a:lnTo>
                    <a:pt x="9626" y="13868"/>
                  </a:lnTo>
                  <a:lnTo>
                    <a:pt x="9740" y="12382"/>
                  </a:lnTo>
                  <a:lnTo>
                    <a:pt x="9575" y="12496"/>
                  </a:lnTo>
                  <a:lnTo>
                    <a:pt x="9410" y="12623"/>
                  </a:lnTo>
                  <a:lnTo>
                    <a:pt x="9245" y="12141"/>
                  </a:lnTo>
                  <a:lnTo>
                    <a:pt x="9232" y="12750"/>
                  </a:lnTo>
                  <a:lnTo>
                    <a:pt x="8826" y="13030"/>
                  </a:lnTo>
                  <a:lnTo>
                    <a:pt x="8572" y="12268"/>
                  </a:lnTo>
                  <a:lnTo>
                    <a:pt x="8458" y="12979"/>
                  </a:lnTo>
                  <a:lnTo>
                    <a:pt x="8051" y="12306"/>
                  </a:lnTo>
                  <a:lnTo>
                    <a:pt x="7759" y="12865"/>
                  </a:lnTo>
                  <a:lnTo>
                    <a:pt x="7518" y="11925"/>
                  </a:lnTo>
                  <a:lnTo>
                    <a:pt x="8661" y="11925"/>
                  </a:lnTo>
                  <a:lnTo>
                    <a:pt x="9232" y="12750"/>
                  </a:lnTo>
                  <a:lnTo>
                    <a:pt x="9232" y="12128"/>
                  </a:lnTo>
                  <a:lnTo>
                    <a:pt x="9105" y="11925"/>
                  </a:lnTo>
                  <a:lnTo>
                    <a:pt x="9664" y="11925"/>
                  </a:lnTo>
                  <a:lnTo>
                    <a:pt x="10083" y="11925"/>
                  </a:lnTo>
                  <a:lnTo>
                    <a:pt x="9969" y="11049"/>
                  </a:lnTo>
                  <a:lnTo>
                    <a:pt x="9817" y="11049"/>
                  </a:lnTo>
                  <a:lnTo>
                    <a:pt x="9740" y="10642"/>
                  </a:lnTo>
                  <a:lnTo>
                    <a:pt x="25" y="10642"/>
                  </a:lnTo>
                  <a:lnTo>
                    <a:pt x="50" y="14185"/>
                  </a:lnTo>
                  <a:lnTo>
                    <a:pt x="7607" y="14185"/>
                  </a:lnTo>
                  <a:lnTo>
                    <a:pt x="7569" y="14033"/>
                  </a:lnTo>
                  <a:lnTo>
                    <a:pt x="7543" y="13868"/>
                  </a:lnTo>
                  <a:lnTo>
                    <a:pt x="7721" y="13868"/>
                  </a:lnTo>
                  <a:lnTo>
                    <a:pt x="7569" y="14020"/>
                  </a:lnTo>
                  <a:lnTo>
                    <a:pt x="7874" y="14020"/>
                  </a:lnTo>
                  <a:lnTo>
                    <a:pt x="7899" y="14160"/>
                  </a:lnTo>
                  <a:lnTo>
                    <a:pt x="7975" y="14020"/>
                  </a:lnTo>
                  <a:lnTo>
                    <a:pt x="7810" y="13868"/>
                  </a:lnTo>
                  <a:lnTo>
                    <a:pt x="8026" y="13868"/>
                  </a:lnTo>
                  <a:lnTo>
                    <a:pt x="9499" y="13868"/>
                  </a:lnTo>
                  <a:lnTo>
                    <a:pt x="9563" y="14071"/>
                  </a:lnTo>
                  <a:lnTo>
                    <a:pt x="9537" y="14274"/>
                  </a:lnTo>
                  <a:lnTo>
                    <a:pt x="9639" y="14135"/>
                  </a:lnTo>
                  <a:lnTo>
                    <a:pt x="9537" y="14351"/>
                  </a:lnTo>
                  <a:lnTo>
                    <a:pt x="9575" y="14566"/>
                  </a:lnTo>
                  <a:lnTo>
                    <a:pt x="9740" y="14262"/>
                  </a:lnTo>
                  <a:lnTo>
                    <a:pt x="9779" y="13868"/>
                  </a:lnTo>
                  <a:lnTo>
                    <a:pt x="10033" y="13868"/>
                  </a:lnTo>
                  <a:lnTo>
                    <a:pt x="10325" y="13868"/>
                  </a:lnTo>
                  <a:lnTo>
                    <a:pt x="10452" y="13868"/>
                  </a:lnTo>
                  <a:close/>
                </a:path>
                <a:path w="31114" h="16509">
                  <a:moveTo>
                    <a:pt x="10477" y="9385"/>
                  </a:moveTo>
                  <a:lnTo>
                    <a:pt x="10439" y="9194"/>
                  </a:lnTo>
                  <a:lnTo>
                    <a:pt x="10363" y="8953"/>
                  </a:lnTo>
                  <a:lnTo>
                    <a:pt x="10147" y="9029"/>
                  </a:lnTo>
                  <a:lnTo>
                    <a:pt x="10147" y="8750"/>
                  </a:lnTo>
                  <a:lnTo>
                    <a:pt x="10058" y="8991"/>
                  </a:lnTo>
                  <a:lnTo>
                    <a:pt x="10121" y="9245"/>
                  </a:lnTo>
                  <a:lnTo>
                    <a:pt x="10033" y="9537"/>
                  </a:lnTo>
                  <a:lnTo>
                    <a:pt x="10071" y="9702"/>
                  </a:lnTo>
                  <a:lnTo>
                    <a:pt x="10185" y="9880"/>
                  </a:lnTo>
                  <a:lnTo>
                    <a:pt x="10261" y="9575"/>
                  </a:lnTo>
                  <a:lnTo>
                    <a:pt x="10363" y="9715"/>
                  </a:lnTo>
                  <a:lnTo>
                    <a:pt x="10439" y="9537"/>
                  </a:lnTo>
                  <a:lnTo>
                    <a:pt x="10477" y="9385"/>
                  </a:lnTo>
                  <a:close/>
                </a:path>
                <a:path w="31114" h="16509">
                  <a:moveTo>
                    <a:pt x="10541" y="15900"/>
                  </a:moveTo>
                  <a:close/>
                </a:path>
                <a:path w="31114" h="16509">
                  <a:moveTo>
                    <a:pt x="10604" y="1930"/>
                  </a:moveTo>
                  <a:lnTo>
                    <a:pt x="10464" y="1638"/>
                  </a:lnTo>
                  <a:lnTo>
                    <a:pt x="10426" y="1816"/>
                  </a:lnTo>
                  <a:lnTo>
                    <a:pt x="10604" y="1930"/>
                  </a:lnTo>
                  <a:close/>
                </a:path>
                <a:path w="31114" h="16509">
                  <a:moveTo>
                    <a:pt x="10782" y="10655"/>
                  </a:moveTo>
                  <a:lnTo>
                    <a:pt x="10617" y="10769"/>
                  </a:lnTo>
                  <a:lnTo>
                    <a:pt x="10756" y="10883"/>
                  </a:lnTo>
                  <a:lnTo>
                    <a:pt x="10782" y="10655"/>
                  </a:lnTo>
                  <a:close/>
                </a:path>
                <a:path w="31114" h="16509">
                  <a:moveTo>
                    <a:pt x="10795" y="13576"/>
                  </a:moveTo>
                  <a:lnTo>
                    <a:pt x="10642" y="13639"/>
                  </a:lnTo>
                  <a:lnTo>
                    <a:pt x="10744" y="13830"/>
                  </a:lnTo>
                  <a:lnTo>
                    <a:pt x="10795" y="13576"/>
                  </a:lnTo>
                  <a:close/>
                </a:path>
                <a:path w="31114" h="16509">
                  <a:moveTo>
                    <a:pt x="10883" y="14020"/>
                  </a:moveTo>
                  <a:lnTo>
                    <a:pt x="10693" y="13881"/>
                  </a:lnTo>
                  <a:lnTo>
                    <a:pt x="10655" y="14135"/>
                  </a:lnTo>
                  <a:lnTo>
                    <a:pt x="10845" y="14135"/>
                  </a:lnTo>
                  <a:close/>
                </a:path>
                <a:path w="31114" h="16509">
                  <a:moveTo>
                    <a:pt x="10883" y="2794"/>
                  </a:moveTo>
                  <a:lnTo>
                    <a:pt x="10871" y="3009"/>
                  </a:lnTo>
                  <a:lnTo>
                    <a:pt x="10883" y="2794"/>
                  </a:lnTo>
                  <a:close/>
                </a:path>
                <a:path w="31114" h="16509">
                  <a:moveTo>
                    <a:pt x="11150" y="13957"/>
                  </a:moveTo>
                  <a:lnTo>
                    <a:pt x="11036" y="13690"/>
                  </a:lnTo>
                  <a:lnTo>
                    <a:pt x="10909" y="13957"/>
                  </a:lnTo>
                  <a:lnTo>
                    <a:pt x="11150" y="14160"/>
                  </a:lnTo>
                  <a:lnTo>
                    <a:pt x="11150" y="13957"/>
                  </a:lnTo>
                  <a:close/>
                </a:path>
                <a:path w="31114" h="16509">
                  <a:moveTo>
                    <a:pt x="11353" y="15900"/>
                  </a:moveTo>
                  <a:lnTo>
                    <a:pt x="11315" y="15722"/>
                  </a:lnTo>
                  <a:lnTo>
                    <a:pt x="11277" y="15900"/>
                  </a:lnTo>
                  <a:close/>
                </a:path>
                <a:path w="31114" h="16509">
                  <a:moveTo>
                    <a:pt x="11430" y="12674"/>
                  </a:moveTo>
                  <a:lnTo>
                    <a:pt x="11201" y="12750"/>
                  </a:lnTo>
                  <a:lnTo>
                    <a:pt x="11277" y="12941"/>
                  </a:lnTo>
                  <a:lnTo>
                    <a:pt x="11277" y="12814"/>
                  </a:lnTo>
                  <a:lnTo>
                    <a:pt x="11430" y="12674"/>
                  </a:lnTo>
                  <a:close/>
                </a:path>
                <a:path w="31114" h="16509">
                  <a:moveTo>
                    <a:pt x="11468" y="15900"/>
                  </a:moveTo>
                  <a:close/>
                </a:path>
                <a:path w="31114" h="16509">
                  <a:moveTo>
                    <a:pt x="11569" y="12954"/>
                  </a:moveTo>
                  <a:lnTo>
                    <a:pt x="11442" y="12839"/>
                  </a:lnTo>
                  <a:lnTo>
                    <a:pt x="11315" y="12954"/>
                  </a:lnTo>
                  <a:lnTo>
                    <a:pt x="11468" y="12992"/>
                  </a:lnTo>
                  <a:close/>
                </a:path>
                <a:path w="31114" h="16509">
                  <a:moveTo>
                    <a:pt x="11582" y="9804"/>
                  </a:moveTo>
                  <a:lnTo>
                    <a:pt x="11341" y="9791"/>
                  </a:lnTo>
                  <a:lnTo>
                    <a:pt x="11341" y="9664"/>
                  </a:lnTo>
                  <a:lnTo>
                    <a:pt x="11277" y="9994"/>
                  </a:lnTo>
                  <a:lnTo>
                    <a:pt x="11201" y="9791"/>
                  </a:lnTo>
                  <a:lnTo>
                    <a:pt x="11137" y="10363"/>
                  </a:lnTo>
                  <a:lnTo>
                    <a:pt x="11315" y="10071"/>
                  </a:lnTo>
                  <a:lnTo>
                    <a:pt x="11582" y="9804"/>
                  </a:lnTo>
                  <a:close/>
                </a:path>
                <a:path w="31114" h="16509">
                  <a:moveTo>
                    <a:pt x="11785" y="14097"/>
                  </a:moveTo>
                  <a:lnTo>
                    <a:pt x="11684" y="13957"/>
                  </a:lnTo>
                  <a:lnTo>
                    <a:pt x="11569" y="14097"/>
                  </a:lnTo>
                  <a:lnTo>
                    <a:pt x="11785" y="14097"/>
                  </a:lnTo>
                  <a:close/>
                </a:path>
                <a:path w="31114" h="16509">
                  <a:moveTo>
                    <a:pt x="11988" y="11087"/>
                  </a:moveTo>
                  <a:lnTo>
                    <a:pt x="11849" y="11087"/>
                  </a:lnTo>
                  <a:lnTo>
                    <a:pt x="11849" y="11315"/>
                  </a:lnTo>
                  <a:lnTo>
                    <a:pt x="11988" y="11087"/>
                  </a:lnTo>
                  <a:close/>
                </a:path>
                <a:path w="31114" h="16509">
                  <a:moveTo>
                    <a:pt x="12026" y="6591"/>
                  </a:moveTo>
                  <a:lnTo>
                    <a:pt x="11963" y="7023"/>
                  </a:lnTo>
                  <a:lnTo>
                    <a:pt x="12026" y="6591"/>
                  </a:lnTo>
                  <a:close/>
                </a:path>
                <a:path w="31114" h="16509">
                  <a:moveTo>
                    <a:pt x="12077" y="7759"/>
                  </a:moveTo>
                  <a:lnTo>
                    <a:pt x="12001" y="7505"/>
                  </a:lnTo>
                  <a:lnTo>
                    <a:pt x="11925" y="7861"/>
                  </a:lnTo>
                  <a:lnTo>
                    <a:pt x="12077" y="7759"/>
                  </a:lnTo>
                  <a:close/>
                </a:path>
                <a:path w="31114" h="16509">
                  <a:moveTo>
                    <a:pt x="12179" y="13195"/>
                  </a:moveTo>
                  <a:lnTo>
                    <a:pt x="11912" y="13119"/>
                  </a:lnTo>
                  <a:lnTo>
                    <a:pt x="12090" y="13449"/>
                  </a:lnTo>
                  <a:lnTo>
                    <a:pt x="12179" y="13195"/>
                  </a:lnTo>
                  <a:close/>
                </a:path>
                <a:path w="31114" h="16509">
                  <a:moveTo>
                    <a:pt x="12433" y="11823"/>
                  </a:moveTo>
                  <a:lnTo>
                    <a:pt x="12407" y="11645"/>
                  </a:lnTo>
                  <a:lnTo>
                    <a:pt x="12255" y="11861"/>
                  </a:lnTo>
                  <a:lnTo>
                    <a:pt x="12433" y="11823"/>
                  </a:lnTo>
                  <a:close/>
                </a:path>
                <a:path w="31114" h="16509">
                  <a:moveTo>
                    <a:pt x="12623" y="13487"/>
                  </a:moveTo>
                  <a:lnTo>
                    <a:pt x="12280" y="13423"/>
                  </a:lnTo>
                  <a:lnTo>
                    <a:pt x="12433" y="13589"/>
                  </a:lnTo>
                  <a:lnTo>
                    <a:pt x="12623" y="13487"/>
                  </a:lnTo>
                  <a:close/>
                </a:path>
                <a:path w="31114" h="16509">
                  <a:moveTo>
                    <a:pt x="12623" y="12700"/>
                  </a:moveTo>
                  <a:lnTo>
                    <a:pt x="12484" y="12801"/>
                  </a:lnTo>
                  <a:lnTo>
                    <a:pt x="12433" y="12649"/>
                  </a:lnTo>
                  <a:lnTo>
                    <a:pt x="12268" y="12496"/>
                  </a:lnTo>
                  <a:lnTo>
                    <a:pt x="12179" y="12827"/>
                  </a:lnTo>
                  <a:lnTo>
                    <a:pt x="12268" y="13017"/>
                  </a:lnTo>
                  <a:lnTo>
                    <a:pt x="12331" y="12865"/>
                  </a:lnTo>
                  <a:lnTo>
                    <a:pt x="12433" y="13042"/>
                  </a:lnTo>
                  <a:lnTo>
                    <a:pt x="12280" y="13182"/>
                  </a:lnTo>
                  <a:lnTo>
                    <a:pt x="12280" y="13385"/>
                  </a:lnTo>
                  <a:lnTo>
                    <a:pt x="12357" y="13157"/>
                  </a:lnTo>
                  <a:lnTo>
                    <a:pt x="12585" y="13296"/>
                  </a:lnTo>
                  <a:lnTo>
                    <a:pt x="12623" y="13106"/>
                  </a:lnTo>
                  <a:lnTo>
                    <a:pt x="12471" y="13004"/>
                  </a:lnTo>
                  <a:lnTo>
                    <a:pt x="12509" y="12877"/>
                  </a:lnTo>
                  <a:lnTo>
                    <a:pt x="12623" y="12700"/>
                  </a:lnTo>
                  <a:close/>
                </a:path>
                <a:path w="31114" h="16509">
                  <a:moveTo>
                    <a:pt x="12687" y="7785"/>
                  </a:moveTo>
                  <a:lnTo>
                    <a:pt x="12509" y="8001"/>
                  </a:lnTo>
                  <a:lnTo>
                    <a:pt x="12687" y="7962"/>
                  </a:lnTo>
                  <a:lnTo>
                    <a:pt x="12687" y="7785"/>
                  </a:lnTo>
                  <a:close/>
                </a:path>
                <a:path w="31114" h="16509">
                  <a:moveTo>
                    <a:pt x="12801" y="13792"/>
                  </a:moveTo>
                  <a:lnTo>
                    <a:pt x="12623" y="13639"/>
                  </a:lnTo>
                  <a:lnTo>
                    <a:pt x="12687" y="13868"/>
                  </a:lnTo>
                  <a:close/>
                </a:path>
                <a:path w="31114" h="16509">
                  <a:moveTo>
                    <a:pt x="12941" y="10629"/>
                  </a:moveTo>
                  <a:lnTo>
                    <a:pt x="12712" y="10401"/>
                  </a:lnTo>
                  <a:lnTo>
                    <a:pt x="12547" y="10439"/>
                  </a:lnTo>
                  <a:lnTo>
                    <a:pt x="12509" y="10579"/>
                  </a:lnTo>
                  <a:lnTo>
                    <a:pt x="12674" y="10579"/>
                  </a:lnTo>
                  <a:lnTo>
                    <a:pt x="12674" y="10807"/>
                  </a:lnTo>
                  <a:lnTo>
                    <a:pt x="12941" y="10629"/>
                  </a:lnTo>
                  <a:close/>
                </a:path>
                <a:path w="31114" h="16509">
                  <a:moveTo>
                    <a:pt x="13030" y="6172"/>
                  </a:moveTo>
                  <a:lnTo>
                    <a:pt x="12865" y="5956"/>
                  </a:lnTo>
                  <a:lnTo>
                    <a:pt x="13017" y="5854"/>
                  </a:lnTo>
                  <a:lnTo>
                    <a:pt x="12928" y="5664"/>
                  </a:lnTo>
                  <a:lnTo>
                    <a:pt x="12700" y="5854"/>
                  </a:lnTo>
                  <a:lnTo>
                    <a:pt x="12877" y="6362"/>
                  </a:lnTo>
                  <a:lnTo>
                    <a:pt x="12928" y="6540"/>
                  </a:lnTo>
                  <a:lnTo>
                    <a:pt x="12928" y="6248"/>
                  </a:lnTo>
                  <a:close/>
                </a:path>
                <a:path w="31114" h="16509">
                  <a:moveTo>
                    <a:pt x="13220" y="9601"/>
                  </a:moveTo>
                  <a:lnTo>
                    <a:pt x="13208" y="9359"/>
                  </a:lnTo>
                  <a:lnTo>
                    <a:pt x="13220" y="9753"/>
                  </a:lnTo>
                  <a:lnTo>
                    <a:pt x="13220" y="9601"/>
                  </a:lnTo>
                  <a:close/>
                </a:path>
                <a:path w="31114" h="16509">
                  <a:moveTo>
                    <a:pt x="13271" y="25"/>
                  </a:moveTo>
                  <a:lnTo>
                    <a:pt x="13131" y="0"/>
                  </a:lnTo>
                  <a:lnTo>
                    <a:pt x="13169" y="215"/>
                  </a:lnTo>
                  <a:lnTo>
                    <a:pt x="13271" y="25"/>
                  </a:lnTo>
                  <a:close/>
                </a:path>
                <a:path w="31114" h="16509">
                  <a:moveTo>
                    <a:pt x="13411" y="9906"/>
                  </a:moveTo>
                  <a:lnTo>
                    <a:pt x="13373" y="9626"/>
                  </a:lnTo>
                  <a:lnTo>
                    <a:pt x="13296" y="9207"/>
                  </a:lnTo>
                  <a:lnTo>
                    <a:pt x="13271" y="9385"/>
                  </a:lnTo>
                  <a:lnTo>
                    <a:pt x="13296" y="9626"/>
                  </a:lnTo>
                  <a:lnTo>
                    <a:pt x="13335" y="9906"/>
                  </a:lnTo>
                  <a:close/>
                </a:path>
                <a:path w="31114" h="16509">
                  <a:moveTo>
                    <a:pt x="13500" y="9867"/>
                  </a:moveTo>
                  <a:lnTo>
                    <a:pt x="13347" y="10083"/>
                  </a:lnTo>
                  <a:lnTo>
                    <a:pt x="13500" y="9867"/>
                  </a:lnTo>
                  <a:close/>
                </a:path>
                <a:path w="31114" h="16509">
                  <a:moveTo>
                    <a:pt x="13677" y="10883"/>
                  </a:moveTo>
                  <a:lnTo>
                    <a:pt x="13627" y="10629"/>
                  </a:lnTo>
                  <a:lnTo>
                    <a:pt x="13563" y="10883"/>
                  </a:lnTo>
                  <a:close/>
                </a:path>
                <a:path w="31114" h="16509">
                  <a:moveTo>
                    <a:pt x="13703" y="8877"/>
                  </a:moveTo>
                  <a:lnTo>
                    <a:pt x="13665" y="8737"/>
                  </a:lnTo>
                  <a:lnTo>
                    <a:pt x="13449" y="8991"/>
                  </a:lnTo>
                  <a:lnTo>
                    <a:pt x="13563" y="9131"/>
                  </a:lnTo>
                  <a:lnTo>
                    <a:pt x="13703" y="8877"/>
                  </a:lnTo>
                  <a:close/>
                </a:path>
                <a:path w="31114" h="16509">
                  <a:moveTo>
                    <a:pt x="13881" y="10604"/>
                  </a:moveTo>
                  <a:lnTo>
                    <a:pt x="13843" y="10312"/>
                  </a:lnTo>
                  <a:lnTo>
                    <a:pt x="13817" y="10083"/>
                  </a:lnTo>
                  <a:lnTo>
                    <a:pt x="13703" y="9753"/>
                  </a:lnTo>
                  <a:lnTo>
                    <a:pt x="13639" y="10553"/>
                  </a:lnTo>
                  <a:lnTo>
                    <a:pt x="13881" y="10604"/>
                  </a:lnTo>
                  <a:close/>
                </a:path>
                <a:path w="31114" h="16509">
                  <a:moveTo>
                    <a:pt x="13893" y="7366"/>
                  </a:moveTo>
                  <a:lnTo>
                    <a:pt x="13741" y="7175"/>
                  </a:lnTo>
                  <a:lnTo>
                    <a:pt x="13779" y="7366"/>
                  </a:lnTo>
                  <a:close/>
                </a:path>
                <a:path w="31114" h="16509">
                  <a:moveTo>
                    <a:pt x="14300" y="11226"/>
                  </a:moveTo>
                  <a:lnTo>
                    <a:pt x="14147" y="11010"/>
                  </a:lnTo>
                  <a:lnTo>
                    <a:pt x="14109" y="10820"/>
                  </a:lnTo>
                  <a:lnTo>
                    <a:pt x="14008" y="10985"/>
                  </a:lnTo>
                  <a:lnTo>
                    <a:pt x="13931" y="10845"/>
                  </a:lnTo>
                  <a:lnTo>
                    <a:pt x="13970" y="10718"/>
                  </a:lnTo>
                  <a:lnTo>
                    <a:pt x="13792" y="10629"/>
                  </a:lnTo>
                  <a:lnTo>
                    <a:pt x="13931" y="11099"/>
                  </a:lnTo>
                  <a:lnTo>
                    <a:pt x="14135" y="11201"/>
                  </a:lnTo>
                  <a:lnTo>
                    <a:pt x="14173" y="11430"/>
                  </a:lnTo>
                  <a:lnTo>
                    <a:pt x="14300" y="11226"/>
                  </a:lnTo>
                  <a:close/>
                </a:path>
                <a:path w="31114" h="16509">
                  <a:moveTo>
                    <a:pt x="14478" y="12369"/>
                  </a:moveTo>
                  <a:lnTo>
                    <a:pt x="14376" y="12128"/>
                  </a:lnTo>
                  <a:lnTo>
                    <a:pt x="14401" y="11912"/>
                  </a:lnTo>
                  <a:lnTo>
                    <a:pt x="14325" y="12103"/>
                  </a:lnTo>
                  <a:lnTo>
                    <a:pt x="14363" y="12230"/>
                  </a:lnTo>
                  <a:lnTo>
                    <a:pt x="14363" y="12484"/>
                  </a:lnTo>
                  <a:close/>
                </a:path>
                <a:path w="31114" h="16509">
                  <a:moveTo>
                    <a:pt x="17246" y="8432"/>
                  </a:moveTo>
                  <a:lnTo>
                    <a:pt x="17094" y="8318"/>
                  </a:lnTo>
                  <a:lnTo>
                    <a:pt x="17068" y="8483"/>
                  </a:lnTo>
                  <a:lnTo>
                    <a:pt x="17246" y="8432"/>
                  </a:lnTo>
                  <a:close/>
                </a:path>
                <a:path w="31114" h="16509">
                  <a:moveTo>
                    <a:pt x="30022" y="11341"/>
                  </a:moveTo>
                  <a:lnTo>
                    <a:pt x="29946" y="10299"/>
                  </a:lnTo>
                  <a:lnTo>
                    <a:pt x="29984" y="9537"/>
                  </a:lnTo>
                  <a:lnTo>
                    <a:pt x="29895" y="10109"/>
                  </a:lnTo>
                  <a:lnTo>
                    <a:pt x="29972" y="11163"/>
                  </a:lnTo>
                  <a:lnTo>
                    <a:pt x="29946" y="11912"/>
                  </a:lnTo>
                  <a:lnTo>
                    <a:pt x="30022" y="11341"/>
                  </a:lnTo>
                  <a:close/>
                </a:path>
                <a:path w="31114" h="16509">
                  <a:moveTo>
                    <a:pt x="30759" y="15900"/>
                  </a:moveTo>
                  <a:lnTo>
                    <a:pt x="30708" y="15659"/>
                  </a:lnTo>
                  <a:lnTo>
                    <a:pt x="30708" y="15506"/>
                  </a:lnTo>
                  <a:lnTo>
                    <a:pt x="30670" y="15760"/>
                  </a:lnTo>
                  <a:lnTo>
                    <a:pt x="30683" y="15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1" name="object 141"/>
            <p:cNvSpPr/>
            <p:nvPr/>
          </p:nvSpPr>
          <p:spPr>
            <a:xfrm>
              <a:off x="3976941" y="1210119"/>
              <a:ext cx="30480" cy="19050"/>
            </a:xfrm>
            <a:custGeom>
              <a:avLst/>
              <a:gdLst/>
              <a:ahLst/>
              <a:cxnLst/>
              <a:rect l="l" t="t" r="r" b="b"/>
              <a:pathLst>
                <a:path w="30479" h="19050">
                  <a:moveTo>
                    <a:pt x="7772" y="17195"/>
                  </a:moveTo>
                  <a:lnTo>
                    <a:pt x="7759" y="16713"/>
                  </a:lnTo>
                  <a:lnTo>
                    <a:pt x="7607" y="16713"/>
                  </a:lnTo>
                  <a:lnTo>
                    <a:pt x="7772" y="17195"/>
                  </a:lnTo>
                  <a:close/>
                </a:path>
                <a:path w="30479" h="19050">
                  <a:moveTo>
                    <a:pt x="7975" y="16560"/>
                  </a:moveTo>
                  <a:lnTo>
                    <a:pt x="7772" y="16383"/>
                  </a:lnTo>
                  <a:lnTo>
                    <a:pt x="7874" y="16560"/>
                  </a:lnTo>
                  <a:lnTo>
                    <a:pt x="7899" y="16700"/>
                  </a:lnTo>
                  <a:lnTo>
                    <a:pt x="7975" y="16560"/>
                  </a:lnTo>
                  <a:close/>
                </a:path>
                <a:path w="30479" h="19050">
                  <a:moveTo>
                    <a:pt x="9017" y="7150"/>
                  </a:moveTo>
                  <a:lnTo>
                    <a:pt x="8928" y="6908"/>
                  </a:lnTo>
                  <a:lnTo>
                    <a:pt x="8928" y="7200"/>
                  </a:lnTo>
                  <a:close/>
                </a:path>
                <a:path w="30479" h="19050">
                  <a:moveTo>
                    <a:pt x="9436" y="17868"/>
                  </a:moveTo>
                  <a:lnTo>
                    <a:pt x="8915" y="17868"/>
                  </a:lnTo>
                  <a:lnTo>
                    <a:pt x="8877" y="18034"/>
                  </a:lnTo>
                  <a:lnTo>
                    <a:pt x="8750" y="17868"/>
                  </a:lnTo>
                  <a:lnTo>
                    <a:pt x="63" y="17868"/>
                  </a:lnTo>
                  <a:lnTo>
                    <a:pt x="127" y="18427"/>
                  </a:lnTo>
                  <a:lnTo>
                    <a:pt x="9321" y="18427"/>
                  </a:lnTo>
                  <a:lnTo>
                    <a:pt x="9271" y="18034"/>
                  </a:lnTo>
                  <a:lnTo>
                    <a:pt x="9436" y="17868"/>
                  </a:lnTo>
                  <a:close/>
                </a:path>
                <a:path w="30479" h="19050">
                  <a:moveTo>
                    <a:pt x="9461" y="16586"/>
                  </a:moveTo>
                  <a:lnTo>
                    <a:pt x="9398" y="16814"/>
                  </a:lnTo>
                  <a:lnTo>
                    <a:pt x="9461" y="16586"/>
                  </a:lnTo>
                  <a:close/>
                </a:path>
                <a:path w="30479" h="19050">
                  <a:moveTo>
                    <a:pt x="9575" y="17538"/>
                  </a:moveTo>
                  <a:lnTo>
                    <a:pt x="9474" y="17030"/>
                  </a:lnTo>
                  <a:lnTo>
                    <a:pt x="9321" y="17030"/>
                  </a:lnTo>
                  <a:lnTo>
                    <a:pt x="9372" y="17170"/>
                  </a:lnTo>
                  <a:lnTo>
                    <a:pt x="9372" y="17373"/>
                  </a:lnTo>
                  <a:lnTo>
                    <a:pt x="9321" y="17526"/>
                  </a:lnTo>
                  <a:lnTo>
                    <a:pt x="9220" y="17386"/>
                  </a:lnTo>
                  <a:lnTo>
                    <a:pt x="9131" y="17564"/>
                  </a:lnTo>
                  <a:lnTo>
                    <a:pt x="9271" y="17513"/>
                  </a:lnTo>
                  <a:lnTo>
                    <a:pt x="9296" y="17716"/>
                  </a:lnTo>
                  <a:lnTo>
                    <a:pt x="9512" y="17716"/>
                  </a:lnTo>
                  <a:lnTo>
                    <a:pt x="9550" y="17932"/>
                  </a:lnTo>
                  <a:lnTo>
                    <a:pt x="9575" y="17538"/>
                  </a:lnTo>
                  <a:close/>
                </a:path>
                <a:path w="30479" h="19050">
                  <a:moveTo>
                    <a:pt x="9779" y="16294"/>
                  </a:moveTo>
                  <a:lnTo>
                    <a:pt x="9677" y="16586"/>
                  </a:lnTo>
                  <a:lnTo>
                    <a:pt x="9639" y="16357"/>
                  </a:lnTo>
                  <a:lnTo>
                    <a:pt x="9398" y="16357"/>
                  </a:lnTo>
                  <a:lnTo>
                    <a:pt x="9537" y="16421"/>
                  </a:lnTo>
                  <a:lnTo>
                    <a:pt x="9563" y="16573"/>
                  </a:lnTo>
                  <a:lnTo>
                    <a:pt x="9537" y="16802"/>
                  </a:lnTo>
                  <a:lnTo>
                    <a:pt x="9639" y="16649"/>
                  </a:lnTo>
                  <a:lnTo>
                    <a:pt x="9537" y="16878"/>
                  </a:lnTo>
                  <a:lnTo>
                    <a:pt x="9575" y="17094"/>
                  </a:lnTo>
                  <a:lnTo>
                    <a:pt x="9740" y="16776"/>
                  </a:lnTo>
                  <a:lnTo>
                    <a:pt x="9779" y="16294"/>
                  </a:lnTo>
                  <a:close/>
                </a:path>
                <a:path w="30479" h="19050">
                  <a:moveTo>
                    <a:pt x="9969" y="17564"/>
                  </a:moveTo>
                  <a:lnTo>
                    <a:pt x="9906" y="17348"/>
                  </a:lnTo>
                  <a:lnTo>
                    <a:pt x="9906" y="17538"/>
                  </a:lnTo>
                  <a:close/>
                </a:path>
                <a:path w="30479" h="19050">
                  <a:moveTo>
                    <a:pt x="10007" y="11620"/>
                  </a:moveTo>
                  <a:lnTo>
                    <a:pt x="9994" y="11290"/>
                  </a:lnTo>
                  <a:lnTo>
                    <a:pt x="9956" y="10769"/>
                  </a:lnTo>
                  <a:lnTo>
                    <a:pt x="9931" y="10502"/>
                  </a:lnTo>
                  <a:lnTo>
                    <a:pt x="9906" y="10185"/>
                  </a:lnTo>
                  <a:lnTo>
                    <a:pt x="8166" y="10185"/>
                  </a:lnTo>
                  <a:lnTo>
                    <a:pt x="8166" y="12433"/>
                  </a:lnTo>
                  <a:lnTo>
                    <a:pt x="8140" y="12598"/>
                  </a:lnTo>
                  <a:lnTo>
                    <a:pt x="8026" y="12433"/>
                  </a:lnTo>
                  <a:lnTo>
                    <a:pt x="8166" y="12433"/>
                  </a:lnTo>
                  <a:lnTo>
                    <a:pt x="8166" y="10185"/>
                  </a:lnTo>
                  <a:lnTo>
                    <a:pt x="8001" y="10185"/>
                  </a:lnTo>
                  <a:lnTo>
                    <a:pt x="8001" y="12192"/>
                  </a:lnTo>
                  <a:lnTo>
                    <a:pt x="7950" y="11887"/>
                  </a:lnTo>
                  <a:lnTo>
                    <a:pt x="8001" y="12192"/>
                  </a:lnTo>
                  <a:lnTo>
                    <a:pt x="8001" y="10185"/>
                  </a:lnTo>
                  <a:lnTo>
                    <a:pt x="0" y="10185"/>
                  </a:lnTo>
                  <a:lnTo>
                    <a:pt x="25" y="12738"/>
                  </a:lnTo>
                  <a:lnTo>
                    <a:pt x="8128" y="12738"/>
                  </a:lnTo>
                  <a:lnTo>
                    <a:pt x="9740" y="12738"/>
                  </a:lnTo>
                  <a:lnTo>
                    <a:pt x="9740" y="12598"/>
                  </a:lnTo>
                  <a:lnTo>
                    <a:pt x="9880" y="12433"/>
                  </a:lnTo>
                  <a:lnTo>
                    <a:pt x="9931" y="12192"/>
                  </a:lnTo>
                  <a:lnTo>
                    <a:pt x="9791" y="12433"/>
                  </a:lnTo>
                  <a:lnTo>
                    <a:pt x="9753" y="12192"/>
                  </a:lnTo>
                  <a:lnTo>
                    <a:pt x="9702" y="11620"/>
                  </a:lnTo>
                  <a:lnTo>
                    <a:pt x="9728" y="11290"/>
                  </a:lnTo>
                  <a:lnTo>
                    <a:pt x="9804" y="11620"/>
                  </a:lnTo>
                  <a:lnTo>
                    <a:pt x="10007" y="11620"/>
                  </a:lnTo>
                  <a:close/>
                </a:path>
                <a:path w="30479" h="19050">
                  <a:moveTo>
                    <a:pt x="10045" y="17272"/>
                  </a:moveTo>
                  <a:lnTo>
                    <a:pt x="10007" y="16954"/>
                  </a:lnTo>
                  <a:lnTo>
                    <a:pt x="9944" y="17310"/>
                  </a:lnTo>
                  <a:close/>
                </a:path>
                <a:path w="30479" h="19050">
                  <a:moveTo>
                    <a:pt x="10121" y="863"/>
                  </a:moveTo>
                  <a:lnTo>
                    <a:pt x="9906" y="901"/>
                  </a:lnTo>
                  <a:lnTo>
                    <a:pt x="9906" y="1193"/>
                  </a:lnTo>
                  <a:lnTo>
                    <a:pt x="10121" y="1054"/>
                  </a:lnTo>
                  <a:lnTo>
                    <a:pt x="10121" y="863"/>
                  </a:lnTo>
                  <a:close/>
                </a:path>
                <a:path w="30479" h="19050">
                  <a:moveTo>
                    <a:pt x="10160" y="18199"/>
                  </a:moveTo>
                  <a:lnTo>
                    <a:pt x="10020" y="18072"/>
                  </a:lnTo>
                  <a:lnTo>
                    <a:pt x="10071" y="18313"/>
                  </a:lnTo>
                  <a:lnTo>
                    <a:pt x="10058" y="18440"/>
                  </a:lnTo>
                  <a:lnTo>
                    <a:pt x="10147" y="18313"/>
                  </a:lnTo>
                  <a:close/>
                </a:path>
                <a:path w="30479" h="19050">
                  <a:moveTo>
                    <a:pt x="10198" y="16764"/>
                  </a:moveTo>
                  <a:lnTo>
                    <a:pt x="10045" y="16840"/>
                  </a:lnTo>
                  <a:lnTo>
                    <a:pt x="10083" y="16979"/>
                  </a:lnTo>
                  <a:lnTo>
                    <a:pt x="10198" y="16764"/>
                  </a:lnTo>
                  <a:close/>
                </a:path>
                <a:path w="30479" h="19050">
                  <a:moveTo>
                    <a:pt x="10223" y="12827"/>
                  </a:moveTo>
                  <a:lnTo>
                    <a:pt x="10071" y="12763"/>
                  </a:lnTo>
                  <a:lnTo>
                    <a:pt x="10121" y="12979"/>
                  </a:lnTo>
                  <a:lnTo>
                    <a:pt x="9969" y="13055"/>
                  </a:lnTo>
                  <a:lnTo>
                    <a:pt x="10007" y="13195"/>
                  </a:lnTo>
                  <a:lnTo>
                    <a:pt x="10185" y="13119"/>
                  </a:lnTo>
                  <a:lnTo>
                    <a:pt x="10185" y="12903"/>
                  </a:lnTo>
                  <a:close/>
                </a:path>
                <a:path w="30479" h="19050">
                  <a:moveTo>
                    <a:pt x="10337" y="13258"/>
                  </a:moveTo>
                  <a:lnTo>
                    <a:pt x="10274" y="13462"/>
                  </a:lnTo>
                  <a:lnTo>
                    <a:pt x="10337" y="13258"/>
                  </a:lnTo>
                  <a:close/>
                </a:path>
                <a:path w="30479" h="19050">
                  <a:moveTo>
                    <a:pt x="10414" y="4622"/>
                  </a:moveTo>
                  <a:lnTo>
                    <a:pt x="10236" y="4737"/>
                  </a:lnTo>
                  <a:lnTo>
                    <a:pt x="10274" y="4927"/>
                  </a:lnTo>
                  <a:lnTo>
                    <a:pt x="10414" y="4622"/>
                  </a:lnTo>
                  <a:close/>
                </a:path>
                <a:path w="30479" h="19050">
                  <a:moveTo>
                    <a:pt x="10452" y="18440"/>
                  </a:moveTo>
                  <a:lnTo>
                    <a:pt x="10375" y="18262"/>
                  </a:lnTo>
                  <a:lnTo>
                    <a:pt x="10337" y="18440"/>
                  </a:lnTo>
                  <a:close/>
                </a:path>
                <a:path w="30479" h="19050">
                  <a:moveTo>
                    <a:pt x="10464" y="16230"/>
                  </a:moveTo>
                  <a:lnTo>
                    <a:pt x="10198" y="15214"/>
                  </a:lnTo>
                  <a:lnTo>
                    <a:pt x="9982" y="13893"/>
                  </a:lnTo>
                  <a:lnTo>
                    <a:pt x="9906" y="14020"/>
                  </a:lnTo>
                  <a:lnTo>
                    <a:pt x="9804" y="13589"/>
                  </a:lnTo>
                  <a:lnTo>
                    <a:pt x="9740" y="13208"/>
                  </a:lnTo>
                  <a:lnTo>
                    <a:pt x="25" y="13208"/>
                  </a:lnTo>
                  <a:lnTo>
                    <a:pt x="50" y="16713"/>
                  </a:lnTo>
                  <a:lnTo>
                    <a:pt x="7607" y="16713"/>
                  </a:lnTo>
                  <a:lnTo>
                    <a:pt x="7670" y="16230"/>
                  </a:lnTo>
                  <a:lnTo>
                    <a:pt x="8318" y="16230"/>
                  </a:lnTo>
                  <a:lnTo>
                    <a:pt x="6286" y="13589"/>
                  </a:lnTo>
                  <a:lnTo>
                    <a:pt x="7988" y="13589"/>
                  </a:lnTo>
                  <a:lnTo>
                    <a:pt x="8356" y="13589"/>
                  </a:lnTo>
                  <a:lnTo>
                    <a:pt x="9309" y="13589"/>
                  </a:lnTo>
                  <a:lnTo>
                    <a:pt x="9309" y="14973"/>
                  </a:lnTo>
                  <a:lnTo>
                    <a:pt x="8953" y="15532"/>
                  </a:lnTo>
                  <a:lnTo>
                    <a:pt x="8585" y="14808"/>
                  </a:lnTo>
                  <a:lnTo>
                    <a:pt x="8788" y="15798"/>
                  </a:lnTo>
                  <a:lnTo>
                    <a:pt x="8509" y="16230"/>
                  </a:lnTo>
                  <a:lnTo>
                    <a:pt x="8877" y="16230"/>
                  </a:lnTo>
                  <a:lnTo>
                    <a:pt x="9309" y="16230"/>
                  </a:lnTo>
                  <a:lnTo>
                    <a:pt x="10375" y="16230"/>
                  </a:lnTo>
                  <a:close/>
                </a:path>
                <a:path w="30479" h="19050">
                  <a:moveTo>
                    <a:pt x="10541" y="18440"/>
                  </a:moveTo>
                  <a:close/>
                </a:path>
                <a:path w="30479" h="19050">
                  <a:moveTo>
                    <a:pt x="10693" y="3746"/>
                  </a:moveTo>
                  <a:lnTo>
                    <a:pt x="10655" y="3517"/>
                  </a:lnTo>
                  <a:lnTo>
                    <a:pt x="10617" y="3708"/>
                  </a:lnTo>
                  <a:close/>
                </a:path>
                <a:path w="30479" h="19050">
                  <a:moveTo>
                    <a:pt x="10782" y="13195"/>
                  </a:moveTo>
                  <a:lnTo>
                    <a:pt x="10617" y="13309"/>
                  </a:lnTo>
                  <a:lnTo>
                    <a:pt x="10756" y="13423"/>
                  </a:lnTo>
                  <a:lnTo>
                    <a:pt x="10782" y="13195"/>
                  </a:lnTo>
                  <a:close/>
                </a:path>
                <a:path w="30479" h="19050">
                  <a:moveTo>
                    <a:pt x="10795" y="16129"/>
                  </a:moveTo>
                  <a:lnTo>
                    <a:pt x="10642" y="16179"/>
                  </a:lnTo>
                  <a:lnTo>
                    <a:pt x="10744" y="16383"/>
                  </a:lnTo>
                  <a:lnTo>
                    <a:pt x="10795" y="16129"/>
                  </a:lnTo>
                  <a:close/>
                </a:path>
                <a:path w="30479" h="19050">
                  <a:moveTo>
                    <a:pt x="10883" y="16535"/>
                  </a:moveTo>
                  <a:lnTo>
                    <a:pt x="10693" y="16408"/>
                  </a:lnTo>
                  <a:lnTo>
                    <a:pt x="10655" y="16649"/>
                  </a:lnTo>
                  <a:lnTo>
                    <a:pt x="10845" y="16649"/>
                  </a:lnTo>
                  <a:close/>
                </a:path>
                <a:path w="30479" h="19050">
                  <a:moveTo>
                    <a:pt x="11087" y="16433"/>
                  </a:moveTo>
                  <a:lnTo>
                    <a:pt x="11036" y="16217"/>
                  </a:lnTo>
                  <a:lnTo>
                    <a:pt x="10909" y="16471"/>
                  </a:lnTo>
                  <a:lnTo>
                    <a:pt x="11087" y="16433"/>
                  </a:lnTo>
                  <a:close/>
                </a:path>
                <a:path w="30479" h="19050">
                  <a:moveTo>
                    <a:pt x="11150" y="16484"/>
                  </a:moveTo>
                  <a:lnTo>
                    <a:pt x="10998" y="16484"/>
                  </a:lnTo>
                  <a:lnTo>
                    <a:pt x="11150" y="16687"/>
                  </a:lnTo>
                  <a:lnTo>
                    <a:pt x="11150" y="16484"/>
                  </a:lnTo>
                  <a:close/>
                </a:path>
                <a:path w="30479" h="19050">
                  <a:moveTo>
                    <a:pt x="11353" y="18440"/>
                  </a:moveTo>
                  <a:lnTo>
                    <a:pt x="11315" y="18262"/>
                  </a:lnTo>
                  <a:lnTo>
                    <a:pt x="11277" y="18440"/>
                  </a:lnTo>
                  <a:close/>
                </a:path>
                <a:path w="30479" h="19050">
                  <a:moveTo>
                    <a:pt x="11430" y="15201"/>
                  </a:moveTo>
                  <a:lnTo>
                    <a:pt x="11201" y="15265"/>
                  </a:lnTo>
                  <a:lnTo>
                    <a:pt x="11277" y="15468"/>
                  </a:lnTo>
                  <a:lnTo>
                    <a:pt x="11277" y="15341"/>
                  </a:lnTo>
                  <a:lnTo>
                    <a:pt x="11430" y="15201"/>
                  </a:lnTo>
                  <a:close/>
                </a:path>
                <a:path w="30479" h="19050">
                  <a:moveTo>
                    <a:pt x="11442" y="15405"/>
                  </a:moveTo>
                  <a:lnTo>
                    <a:pt x="11315" y="15506"/>
                  </a:lnTo>
                  <a:lnTo>
                    <a:pt x="11442" y="15405"/>
                  </a:lnTo>
                  <a:close/>
                </a:path>
                <a:path w="30479" h="19050">
                  <a:moveTo>
                    <a:pt x="11468" y="18440"/>
                  </a:moveTo>
                  <a:close/>
                </a:path>
                <a:path w="30479" h="19050">
                  <a:moveTo>
                    <a:pt x="11569" y="15506"/>
                  </a:moveTo>
                  <a:close/>
                </a:path>
                <a:path w="30479" h="19050">
                  <a:moveTo>
                    <a:pt x="11582" y="12344"/>
                  </a:moveTo>
                  <a:lnTo>
                    <a:pt x="11341" y="12331"/>
                  </a:lnTo>
                  <a:lnTo>
                    <a:pt x="11341" y="12204"/>
                  </a:lnTo>
                  <a:lnTo>
                    <a:pt x="11277" y="12534"/>
                  </a:lnTo>
                  <a:lnTo>
                    <a:pt x="11201" y="12331"/>
                  </a:lnTo>
                  <a:lnTo>
                    <a:pt x="11137" y="12903"/>
                  </a:lnTo>
                  <a:lnTo>
                    <a:pt x="11315" y="12611"/>
                  </a:lnTo>
                  <a:lnTo>
                    <a:pt x="11582" y="12344"/>
                  </a:lnTo>
                  <a:close/>
                </a:path>
                <a:path w="30479" h="19050">
                  <a:moveTo>
                    <a:pt x="11785" y="16611"/>
                  </a:moveTo>
                  <a:lnTo>
                    <a:pt x="11684" y="16471"/>
                  </a:lnTo>
                  <a:lnTo>
                    <a:pt x="11569" y="16611"/>
                  </a:lnTo>
                  <a:lnTo>
                    <a:pt x="11785" y="16611"/>
                  </a:lnTo>
                  <a:close/>
                </a:path>
                <a:path w="30479" h="19050">
                  <a:moveTo>
                    <a:pt x="11988" y="13639"/>
                  </a:moveTo>
                  <a:lnTo>
                    <a:pt x="11849" y="13639"/>
                  </a:lnTo>
                  <a:lnTo>
                    <a:pt x="11849" y="13855"/>
                  </a:lnTo>
                  <a:lnTo>
                    <a:pt x="11988" y="13639"/>
                  </a:lnTo>
                  <a:close/>
                </a:path>
                <a:path w="30479" h="19050">
                  <a:moveTo>
                    <a:pt x="12077" y="10287"/>
                  </a:moveTo>
                  <a:lnTo>
                    <a:pt x="12001" y="10020"/>
                  </a:lnTo>
                  <a:lnTo>
                    <a:pt x="11925" y="10388"/>
                  </a:lnTo>
                  <a:lnTo>
                    <a:pt x="12077" y="10287"/>
                  </a:lnTo>
                  <a:close/>
                </a:path>
                <a:path w="30479" h="19050">
                  <a:moveTo>
                    <a:pt x="12179" y="15748"/>
                  </a:moveTo>
                  <a:lnTo>
                    <a:pt x="11912" y="15659"/>
                  </a:lnTo>
                  <a:lnTo>
                    <a:pt x="12090" y="15989"/>
                  </a:lnTo>
                  <a:lnTo>
                    <a:pt x="12179" y="15748"/>
                  </a:lnTo>
                  <a:close/>
                </a:path>
                <a:path w="30479" h="19050">
                  <a:moveTo>
                    <a:pt x="12433" y="14363"/>
                  </a:moveTo>
                  <a:lnTo>
                    <a:pt x="12407" y="14198"/>
                  </a:lnTo>
                  <a:lnTo>
                    <a:pt x="12255" y="14389"/>
                  </a:lnTo>
                  <a:lnTo>
                    <a:pt x="12433" y="14363"/>
                  </a:lnTo>
                  <a:close/>
                </a:path>
                <a:path w="30479" h="19050">
                  <a:moveTo>
                    <a:pt x="12623" y="16027"/>
                  </a:moveTo>
                  <a:lnTo>
                    <a:pt x="12293" y="15976"/>
                  </a:lnTo>
                  <a:lnTo>
                    <a:pt x="12433" y="16129"/>
                  </a:lnTo>
                  <a:lnTo>
                    <a:pt x="12623" y="16027"/>
                  </a:lnTo>
                  <a:close/>
                </a:path>
                <a:path w="30479" h="19050">
                  <a:moveTo>
                    <a:pt x="12623" y="15240"/>
                  </a:moveTo>
                  <a:lnTo>
                    <a:pt x="12484" y="15328"/>
                  </a:lnTo>
                  <a:lnTo>
                    <a:pt x="12433" y="15176"/>
                  </a:lnTo>
                  <a:lnTo>
                    <a:pt x="12268" y="15036"/>
                  </a:lnTo>
                  <a:lnTo>
                    <a:pt x="12179" y="15354"/>
                  </a:lnTo>
                  <a:lnTo>
                    <a:pt x="12268" y="15544"/>
                  </a:lnTo>
                  <a:lnTo>
                    <a:pt x="12331" y="15392"/>
                  </a:lnTo>
                  <a:lnTo>
                    <a:pt x="12433" y="15570"/>
                  </a:lnTo>
                  <a:lnTo>
                    <a:pt x="12280" y="15709"/>
                  </a:lnTo>
                  <a:lnTo>
                    <a:pt x="12280" y="15925"/>
                  </a:lnTo>
                  <a:lnTo>
                    <a:pt x="12357" y="15709"/>
                  </a:lnTo>
                  <a:lnTo>
                    <a:pt x="12585" y="15836"/>
                  </a:lnTo>
                  <a:lnTo>
                    <a:pt x="12623" y="15659"/>
                  </a:lnTo>
                  <a:lnTo>
                    <a:pt x="12471" y="15557"/>
                  </a:lnTo>
                  <a:lnTo>
                    <a:pt x="12534" y="15430"/>
                  </a:lnTo>
                  <a:lnTo>
                    <a:pt x="12623" y="15240"/>
                  </a:lnTo>
                  <a:close/>
                </a:path>
                <a:path w="30479" h="19050">
                  <a:moveTo>
                    <a:pt x="12623" y="9131"/>
                  </a:moveTo>
                  <a:lnTo>
                    <a:pt x="12433" y="9131"/>
                  </a:lnTo>
                  <a:lnTo>
                    <a:pt x="12496" y="9271"/>
                  </a:lnTo>
                  <a:lnTo>
                    <a:pt x="12420" y="9563"/>
                  </a:lnTo>
                  <a:lnTo>
                    <a:pt x="12433" y="9893"/>
                  </a:lnTo>
                  <a:lnTo>
                    <a:pt x="12230" y="9639"/>
                  </a:lnTo>
                  <a:lnTo>
                    <a:pt x="12407" y="9588"/>
                  </a:lnTo>
                  <a:lnTo>
                    <a:pt x="12357" y="9296"/>
                  </a:lnTo>
                  <a:lnTo>
                    <a:pt x="12293" y="9118"/>
                  </a:lnTo>
                  <a:lnTo>
                    <a:pt x="12090" y="9118"/>
                  </a:lnTo>
                  <a:lnTo>
                    <a:pt x="11988" y="9334"/>
                  </a:lnTo>
                  <a:lnTo>
                    <a:pt x="12026" y="9118"/>
                  </a:lnTo>
                  <a:lnTo>
                    <a:pt x="11963" y="9550"/>
                  </a:lnTo>
                  <a:lnTo>
                    <a:pt x="11988" y="9359"/>
                  </a:lnTo>
                  <a:lnTo>
                    <a:pt x="12242" y="9436"/>
                  </a:lnTo>
                  <a:lnTo>
                    <a:pt x="12090" y="9410"/>
                  </a:lnTo>
                  <a:lnTo>
                    <a:pt x="12090" y="9626"/>
                  </a:lnTo>
                  <a:lnTo>
                    <a:pt x="12153" y="9753"/>
                  </a:lnTo>
                  <a:lnTo>
                    <a:pt x="12153" y="10147"/>
                  </a:lnTo>
                  <a:lnTo>
                    <a:pt x="12090" y="10541"/>
                  </a:lnTo>
                  <a:lnTo>
                    <a:pt x="12192" y="10248"/>
                  </a:lnTo>
                  <a:lnTo>
                    <a:pt x="12141" y="9994"/>
                  </a:lnTo>
                  <a:lnTo>
                    <a:pt x="12293" y="9893"/>
                  </a:lnTo>
                  <a:lnTo>
                    <a:pt x="12268" y="10172"/>
                  </a:lnTo>
                  <a:lnTo>
                    <a:pt x="12585" y="10210"/>
                  </a:lnTo>
                  <a:lnTo>
                    <a:pt x="12496" y="9893"/>
                  </a:lnTo>
                  <a:lnTo>
                    <a:pt x="12623" y="9385"/>
                  </a:lnTo>
                  <a:lnTo>
                    <a:pt x="12623" y="9131"/>
                  </a:lnTo>
                  <a:close/>
                </a:path>
                <a:path w="30479" h="19050">
                  <a:moveTo>
                    <a:pt x="12687" y="10325"/>
                  </a:moveTo>
                  <a:lnTo>
                    <a:pt x="12509" y="10528"/>
                  </a:lnTo>
                  <a:lnTo>
                    <a:pt x="12687" y="10502"/>
                  </a:lnTo>
                  <a:lnTo>
                    <a:pt x="12687" y="10325"/>
                  </a:lnTo>
                  <a:close/>
                </a:path>
                <a:path w="30479" h="19050">
                  <a:moveTo>
                    <a:pt x="12801" y="16332"/>
                  </a:moveTo>
                  <a:lnTo>
                    <a:pt x="12623" y="16192"/>
                  </a:lnTo>
                  <a:lnTo>
                    <a:pt x="12687" y="16408"/>
                  </a:lnTo>
                  <a:close/>
                </a:path>
                <a:path w="30479" h="19050">
                  <a:moveTo>
                    <a:pt x="12839" y="368"/>
                  </a:moveTo>
                  <a:lnTo>
                    <a:pt x="12801" y="0"/>
                  </a:lnTo>
                  <a:lnTo>
                    <a:pt x="12687" y="190"/>
                  </a:lnTo>
                  <a:lnTo>
                    <a:pt x="12509" y="685"/>
                  </a:lnTo>
                  <a:lnTo>
                    <a:pt x="12738" y="876"/>
                  </a:lnTo>
                  <a:lnTo>
                    <a:pt x="12827" y="711"/>
                  </a:lnTo>
                  <a:lnTo>
                    <a:pt x="12661" y="596"/>
                  </a:lnTo>
                  <a:lnTo>
                    <a:pt x="12839" y="368"/>
                  </a:lnTo>
                  <a:close/>
                </a:path>
                <a:path w="30479" h="19050">
                  <a:moveTo>
                    <a:pt x="12941" y="13157"/>
                  </a:moveTo>
                  <a:lnTo>
                    <a:pt x="12712" y="12941"/>
                  </a:lnTo>
                  <a:lnTo>
                    <a:pt x="12534" y="12992"/>
                  </a:lnTo>
                  <a:lnTo>
                    <a:pt x="12509" y="13119"/>
                  </a:lnTo>
                  <a:lnTo>
                    <a:pt x="12687" y="13119"/>
                  </a:lnTo>
                  <a:lnTo>
                    <a:pt x="12674" y="13347"/>
                  </a:lnTo>
                  <a:lnTo>
                    <a:pt x="12941" y="13157"/>
                  </a:lnTo>
                  <a:close/>
                </a:path>
                <a:path w="30479" h="19050">
                  <a:moveTo>
                    <a:pt x="13081" y="6502"/>
                  </a:moveTo>
                  <a:lnTo>
                    <a:pt x="12966" y="6337"/>
                  </a:lnTo>
                  <a:lnTo>
                    <a:pt x="12954" y="6553"/>
                  </a:lnTo>
                  <a:lnTo>
                    <a:pt x="13081" y="6502"/>
                  </a:lnTo>
                  <a:close/>
                </a:path>
                <a:path w="30479" h="19050">
                  <a:moveTo>
                    <a:pt x="13195" y="63"/>
                  </a:moveTo>
                  <a:lnTo>
                    <a:pt x="13055" y="38"/>
                  </a:lnTo>
                  <a:lnTo>
                    <a:pt x="13017" y="215"/>
                  </a:lnTo>
                  <a:lnTo>
                    <a:pt x="13081" y="355"/>
                  </a:lnTo>
                  <a:lnTo>
                    <a:pt x="13195" y="63"/>
                  </a:lnTo>
                  <a:close/>
                </a:path>
                <a:path w="30479" h="19050">
                  <a:moveTo>
                    <a:pt x="13220" y="12166"/>
                  </a:moveTo>
                  <a:lnTo>
                    <a:pt x="13208" y="11899"/>
                  </a:lnTo>
                  <a:lnTo>
                    <a:pt x="13220" y="12319"/>
                  </a:lnTo>
                  <a:lnTo>
                    <a:pt x="13220" y="12166"/>
                  </a:lnTo>
                  <a:close/>
                </a:path>
                <a:path w="30479" h="19050">
                  <a:moveTo>
                    <a:pt x="13500" y="12395"/>
                  </a:moveTo>
                  <a:lnTo>
                    <a:pt x="13347" y="12611"/>
                  </a:lnTo>
                  <a:lnTo>
                    <a:pt x="13500" y="12395"/>
                  </a:lnTo>
                  <a:close/>
                </a:path>
                <a:path w="30479" h="19050">
                  <a:moveTo>
                    <a:pt x="13677" y="13423"/>
                  </a:moveTo>
                  <a:lnTo>
                    <a:pt x="13627" y="13169"/>
                  </a:lnTo>
                  <a:lnTo>
                    <a:pt x="13563" y="13423"/>
                  </a:lnTo>
                  <a:close/>
                </a:path>
                <a:path w="30479" h="19050">
                  <a:moveTo>
                    <a:pt x="13703" y="11417"/>
                  </a:moveTo>
                  <a:lnTo>
                    <a:pt x="13665" y="11277"/>
                  </a:lnTo>
                  <a:lnTo>
                    <a:pt x="13449" y="11544"/>
                  </a:lnTo>
                  <a:lnTo>
                    <a:pt x="13563" y="11684"/>
                  </a:lnTo>
                  <a:lnTo>
                    <a:pt x="13703" y="11417"/>
                  </a:lnTo>
                  <a:close/>
                </a:path>
                <a:path w="30479" h="19050">
                  <a:moveTo>
                    <a:pt x="13881" y="13119"/>
                  </a:moveTo>
                  <a:lnTo>
                    <a:pt x="13843" y="12839"/>
                  </a:lnTo>
                  <a:lnTo>
                    <a:pt x="13817" y="12623"/>
                  </a:lnTo>
                  <a:lnTo>
                    <a:pt x="13703" y="12306"/>
                  </a:lnTo>
                  <a:lnTo>
                    <a:pt x="13639" y="13106"/>
                  </a:lnTo>
                  <a:lnTo>
                    <a:pt x="13881" y="13119"/>
                  </a:lnTo>
                  <a:close/>
                </a:path>
                <a:path w="30479" h="19050">
                  <a:moveTo>
                    <a:pt x="13893" y="9893"/>
                  </a:moveTo>
                  <a:lnTo>
                    <a:pt x="13741" y="9702"/>
                  </a:lnTo>
                  <a:lnTo>
                    <a:pt x="13779" y="9893"/>
                  </a:lnTo>
                  <a:close/>
                </a:path>
                <a:path w="30479" h="19050">
                  <a:moveTo>
                    <a:pt x="14300" y="13779"/>
                  </a:moveTo>
                  <a:lnTo>
                    <a:pt x="14147" y="13550"/>
                  </a:lnTo>
                  <a:lnTo>
                    <a:pt x="14109" y="13360"/>
                  </a:lnTo>
                  <a:lnTo>
                    <a:pt x="14008" y="13525"/>
                  </a:lnTo>
                  <a:lnTo>
                    <a:pt x="13931" y="13385"/>
                  </a:lnTo>
                  <a:lnTo>
                    <a:pt x="13970" y="13233"/>
                  </a:lnTo>
                  <a:lnTo>
                    <a:pt x="13792" y="13157"/>
                  </a:lnTo>
                  <a:lnTo>
                    <a:pt x="13931" y="13639"/>
                  </a:lnTo>
                  <a:lnTo>
                    <a:pt x="14122" y="13728"/>
                  </a:lnTo>
                  <a:lnTo>
                    <a:pt x="14173" y="13970"/>
                  </a:lnTo>
                  <a:lnTo>
                    <a:pt x="14300" y="13779"/>
                  </a:lnTo>
                  <a:close/>
                </a:path>
                <a:path w="30479" h="19050">
                  <a:moveTo>
                    <a:pt x="14478" y="14897"/>
                  </a:moveTo>
                  <a:lnTo>
                    <a:pt x="14376" y="14643"/>
                  </a:lnTo>
                  <a:lnTo>
                    <a:pt x="14401" y="14427"/>
                  </a:lnTo>
                  <a:lnTo>
                    <a:pt x="14325" y="14605"/>
                  </a:lnTo>
                  <a:lnTo>
                    <a:pt x="14363" y="14744"/>
                  </a:lnTo>
                  <a:lnTo>
                    <a:pt x="14363" y="15011"/>
                  </a:lnTo>
                  <a:close/>
                </a:path>
                <a:path w="30479" h="19050">
                  <a:moveTo>
                    <a:pt x="17246" y="1841"/>
                  </a:moveTo>
                  <a:lnTo>
                    <a:pt x="17094" y="1727"/>
                  </a:lnTo>
                  <a:lnTo>
                    <a:pt x="17068" y="1892"/>
                  </a:lnTo>
                  <a:lnTo>
                    <a:pt x="17246" y="1841"/>
                  </a:lnTo>
                  <a:close/>
                </a:path>
                <a:path w="30479" h="19050">
                  <a:moveTo>
                    <a:pt x="30022" y="13881"/>
                  </a:moveTo>
                  <a:lnTo>
                    <a:pt x="29946" y="12827"/>
                  </a:lnTo>
                  <a:lnTo>
                    <a:pt x="29984" y="12065"/>
                  </a:lnTo>
                  <a:lnTo>
                    <a:pt x="29895" y="12623"/>
                  </a:lnTo>
                  <a:lnTo>
                    <a:pt x="29972" y="13677"/>
                  </a:lnTo>
                  <a:lnTo>
                    <a:pt x="29946" y="14439"/>
                  </a:lnTo>
                  <a:lnTo>
                    <a:pt x="30022" y="138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2" name="object 142"/>
            <p:cNvSpPr/>
            <p:nvPr/>
          </p:nvSpPr>
          <p:spPr>
            <a:xfrm>
              <a:off x="3976929" y="1219237"/>
              <a:ext cx="30480" cy="19050"/>
            </a:xfrm>
            <a:custGeom>
              <a:avLst/>
              <a:gdLst/>
              <a:ahLst/>
              <a:cxnLst/>
              <a:rect l="l" t="t" r="r" b="b"/>
              <a:pathLst>
                <a:path w="30479" h="19050">
                  <a:moveTo>
                    <a:pt x="9029" y="7137"/>
                  </a:moveTo>
                  <a:lnTo>
                    <a:pt x="8940" y="6921"/>
                  </a:lnTo>
                  <a:lnTo>
                    <a:pt x="8940" y="7213"/>
                  </a:lnTo>
                  <a:close/>
                </a:path>
                <a:path w="30479" h="19050">
                  <a:moveTo>
                    <a:pt x="9486" y="11125"/>
                  </a:moveTo>
                  <a:lnTo>
                    <a:pt x="9410" y="10909"/>
                  </a:lnTo>
                  <a:lnTo>
                    <a:pt x="9372" y="11049"/>
                  </a:lnTo>
                  <a:close/>
                </a:path>
                <a:path w="30479" h="19050">
                  <a:moveTo>
                    <a:pt x="9512" y="11747"/>
                  </a:moveTo>
                  <a:lnTo>
                    <a:pt x="9372" y="11747"/>
                  </a:lnTo>
                  <a:lnTo>
                    <a:pt x="9410" y="11874"/>
                  </a:lnTo>
                  <a:lnTo>
                    <a:pt x="9512" y="11747"/>
                  </a:lnTo>
                  <a:close/>
                </a:path>
                <a:path w="30479" h="19050">
                  <a:moveTo>
                    <a:pt x="9982" y="10134"/>
                  </a:moveTo>
                  <a:lnTo>
                    <a:pt x="9918" y="10350"/>
                  </a:lnTo>
                  <a:lnTo>
                    <a:pt x="9982" y="10134"/>
                  </a:lnTo>
                  <a:close/>
                </a:path>
                <a:path w="30479" h="19050">
                  <a:moveTo>
                    <a:pt x="10033" y="16344"/>
                  </a:moveTo>
                  <a:lnTo>
                    <a:pt x="9766" y="16344"/>
                  </a:lnTo>
                  <a:lnTo>
                    <a:pt x="9728" y="16065"/>
                  </a:lnTo>
                  <a:lnTo>
                    <a:pt x="9715" y="15430"/>
                  </a:lnTo>
                  <a:lnTo>
                    <a:pt x="9982" y="15430"/>
                  </a:lnTo>
                  <a:lnTo>
                    <a:pt x="9753" y="15138"/>
                  </a:lnTo>
                  <a:lnTo>
                    <a:pt x="9753" y="14973"/>
                  </a:lnTo>
                  <a:lnTo>
                    <a:pt x="9753" y="14808"/>
                  </a:lnTo>
                  <a:lnTo>
                    <a:pt x="8216" y="14808"/>
                  </a:lnTo>
                  <a:lnTo>
                    <a:pt x="8216" y="14973"/>
                  </a:lnTo>
                  <a:lnTo>
                    <a:pt x="8216" y="15430"/>
                  </a:lnTo>
                  <a:lnTo>
                    <a:pt x="8216" y="16065"/>
                  </a:lnTo>
                  <a:lnTo>
                    <a:pt x="8064" y="15811"/>
                  </a:lnTo>
                  <a:lnTo>
                    <a:pt x="8216" y="16065"/>
                  </a:lnTo>
                  <a:lnTo>
                    <a:pt x="8216" y="15430"/>
                  </a:lnTo>
                  <a:lnTo>
                    <a:pt x="7950" y="15430"/>
                  </a:lnTo>
                  <a:lnTo>
                    <a:pt x="7937" y="15621"/>
                  </a:lnTo>
                  <a:lnTo>
                    <a:pt x="7937" y="15430"/>
                  </a:lnTo>
                  <a:lnTo>
                    <a:pt x="8140" y="15138"/>
                  </a:lnTo>
                  <a:lnTo>
                    <a:pt x="8216" y="14973"/>
                  </a:lnTo>
                  <a:lnTo>
                    <a:pt x="8216" y="14808"/>
                  </a:lnTo>
                  <a:lnTo>
                    <a:pt x="38" y="14808"/>
                  </a:lnTo>
                  <a:lnTo>
                    <a:pt x="0" y="18605"/>
                  </a:lnTo>
                  <a:lnTo>
                    <a:pt x="9639" y="18605"/>
                  </a:lnTo>
                  <a:lnTo>
                    <a:pt x="9918" y="18605"/>
                  </a:lnTo>
                  <a:lnTo>
                    <a:pt x="9918" y="17386"/>
                  </a:lnTo>
                  <a:lnTo>
                    <a:pt x="9779" y="17386"/>
                  </a:lnTo>
                  <a:lnTo>
                    <a:pt x="9791" y="16954"/>
                  </a:lnTo>
                  <a:lnTo>
                    <a:pt x="9575" y="16954"/>
                  </a:lnTo>
                  <a:lnTo>
                    <a:pt x="9982" y="16662"/>
                  </a:lnTo>
                  <a:lnTo>
                    <a:pt x="10033" y="16344"/>
                  </a:lnTo>
                  <a:close/>
                </a:path>
                <a:path w="30479" h="19050">
                  <a:moveTo>
                    <a:pt x="10058" y="10426"/>
                  </a:moveTo>
                  <a:lnTo>
                    <a:pt x="10020" y="10756"/>
                  </a:lnTo>
                  <a:lnTo>
                    <a:pt x="10058" y="10426"/>
                  </a:lnTo>
                  <a:close/>
                </a:path>
                <a:path w="30479" h="19050">
                  <a:moveTo>
                    <a:pt x="10096" y="13106"/>
                  </a:moveTo>
                  <a:lnTo>
                    <a:pt x="9893" y="13106"/>
                  </a:lnTo>
                  <a:lnTo>
                    <a:pt x="9029" y="11620"/>
                  </a:lnTo>
                  <a:lnTo>
                    <a:pt x="8915" y="11430"/>
                  </a:lnTo>
                  <a:lnTo>
                    <a:pt x="8851" y="11595"/>
                  </a:lnTo>
                  <a:lnTo>
                    <a:pt x="8737" y="11137"/>
                  </a:lnTo>
                  <a:lnTo>
                    <a:pt x="8356" y="12242"/>
                  </a:lnTo>
                  <a:lnTo>
                    <a:pt x="8115" y="11671"/>
                  </a:lnTo>
                  <a:lnTo>
                    <a:pt x="8115" y="13106"/>
                  </a:lnTo>
                  <a:lnTo>
                    <a:pt x="8077" y="13271"/>
                  </a:lnTo>
                  <a:lnTo>
                    <a:pt x="7899" y="13271"/>
                  </a:lnTo>
                  <a:lnTo>
                    <a:pt x="7899" y="13106"/>
                  </a:lnTo>
                  <a:lnTo>
                    <a:pt x="8039" y="13106"/>
                  </a:lnTo>
                  <a:lnTo>
                    <a:pt x="8115" y="11671"/>
                  </a:lnTo>
                  <a:lnTo>
                    <a:pt x="7785" y="12509"/>
                  </a:lnTo>
                  <a:lnTo>
                    <a:pt x="7785" y="11341"/>
                  </a:lnTo>
                  <a:lnTo>
                    <a:pt x="7924" y="11214"/>
                  </a:lnTo>
                  <a:lnTo>
                    <a:pt x="7912" y="11023"/>
                  </a:lnTo>
                  <a:lnTo>
                    <a:pt x="7886" y="11150"/>
                  </a:lnTo>
                  <a:lnTo>
                    <a:pt x="7785" y="11023"/>
                  </a:lnTo>
                  <a:lnTo>
                    <a:pt x="7632" y="11023"/>
                  </a:lnTo>
                  <a:lnTo>
                    <a:pt x="7696" y="10833"/>
                  </a:lnTo>
                  <a:lnTo>
                    <a:pt x="7734" y="10655"/>
                  </a:lnTo>
                  <a:lnTo>
                    <a:pt x="7823" y="10833"/>
                  </a:lnTo>
                  <a:lnTo>
                    <a:pt x="7848" y="10528"/>
                  </a:lnTo>
                  <a:lnTo>
                    <a:pt x="8191" y="10528"/>
                  </a:lnTo>
                  <a:lnTo>
                    <a:pt x="8204" y="10325"/>
                  </a:lnTo>
                  <a:lnTo>
                    <a:pt x="8343" y="10325"/>
                  </a:lnTo>
                  <a:lnTo>
                    <a:pt x="8940" y="10325"/>
                  </a:lnTo>
                  <a:lnTo>
                    <a:pt x="9372" y="10325"/>
                  </a:lnTo>
                  <a:lnTo>
                    <a:pt x="9385" y="10541"/>
                  </a:lnTo>
                  <a:lnTo>
                    <a:pt x="9232" y="10604"/>
                  </a:lnTo>
                  <a:lnTo>
                    <a:pt x="9499" y="10680"/>
                  </a:lnTo>
                  <a:lnTo>
                    <a:pt x="9525" y="10058"/>
                  </a:lnTo>
                  <a:lnTo>
                    <a:pt x="9563" y="9766"/>
                  </a:lnTo>
                  <a:lnTo>
                    <a:pt x="9525" y="9994"/>
                  </a:lnTo>
                  <a:lnTo>
                    <a:pt x="9359" y="9994"/>
                  </a:lnTo>
                  <a:lnTo>
                    <a:pt x="9359" y="10299"/>
                  </a:lnTo>
                  <a:lnTo>
                    <a:pt x="9334" y="10172"/>
                  </a:lnTo>
                  <a:lnTo>
                    <a:pt x="9359" y="10299"/>
                  </a:lnTo>
                  <a:lnTo>
                    <a:pt x="9359" y="9994"/>
                  </a:lnTo>
                  <a:lnTo>
                    <a:pt x="9144" y="10121"/>
                  </a:lnTo>
                  <a:lnTo>
                    <a:pt x="9448" y="9715"/>
                  </a:lnTo>
                  <a:lnTo>
                    <a:pt x="9296" y="9715"/>
                  </a:lnTo>
                  <a:lnTo>
                    <a:pt x="9347" y="9309"/>
                  </a:lnTo>
                  <a:lnTo>
                    <a:pt x="8902" y="9309"/>
                  </a:lnTo>
                  <a:lnTo>
                    <a:pt x="8902" y="9715"/>
                  </a:lnTo>
                  <a:lnTo>
                    <a:pt x="8750" y="9715"/>
                  </a:lnTo>
                  <a:lnTo>
                    <a:pt x="8902" y="9715"/>
                  </a:lnTo>
                  <a:lnTo>
                    <a:pt x="8902" y="9309"/>
                  </a:lnTo>
                  <a:lnTo>
                    <a:pt x="7302" y="9309"/>
                  </a:lnTo>
                  <a:lnTo>
                    <a:pt x="7302" y="11023"/>
                  </a:lnTo>
                  <a:lnTo>
                    <a:pt x="7162" y="12179"/>
                  </a:lnTo>
                  <a:lnTo>
                    <a:pt x="7061" y="12903"/>
                  </a:lnTo>
                  <a:lnTo>
                    <a:pt x="7048" y="13106"/>
                  </a:lnTo>
                  <a:lnTo>
                    <a:pt x="6794" y="13106"/>
                  </a:lnTo>
                  <a:lnTo>
                    <a:pt x="6934" y="12217"/>
                  </a:lnTo>
                  <a:lnTo>
                    <a:pt x="7061" y="12903"/>
                  </a:lnTo>
                  <a:lnTo>
                    <a:pt x="7061" y="12077"/>
                  </a:lnTo>
                  <a:lnTo>
                    <a:pt x="7137" y="11023"/>
                  </a:lnTo>
                  <a:lnTo>
                    <a:pt x="7302" y="11023"/>
                  </a:lnTo>
                  <a:lnTo>
                    <a:pt x="7302" y="9309"/>
                  </a:lnTo>
                  <a:lnTo>
                    <a:pt x="6870" y="9309"/>
                  </a:lnTo>
                  <a:lnTo>
                    <a:pt x="6870" y="11861"/>
                  </a:lnTo>
                  <a:lnTo>
                    <a:pt x="6096" y="11023"/>
                  </a:lnTo>
                  <a:lnTo>
                    <a:pt x="6718" y="11023"/>
                  </a:lnTo>
                  <a:lnTo>
                    <a:pt x="6832" y="11709"/>
                  </a:lnTo>
                  <a:lnTo>
                    <a:pt x="6870" y="11861"/>
                  </a:lnTo>
                  <a:lnTo>
                    <a:pt x="6870" y="9309"/>
                  </a:lnTo>
                  <a:lnTo>
                    <a:pt x="139" y="9309"/>
                  </a:lnTo>
                  <a:lnTo>
                    <a:pt x="38" y="14338"/>
                  </a:lnTo>
                  <a:lnTo>
                    <a:pt x="9677" y="14338"/>
                  </a:lnTo>
                  <a:lnTo>
                    <a:pt x="9817" y="14135"/>
                  </a:lnTo>
                  <a:lnTo>
                    <a:pt x="9982" y="14135"/>
                  </a:lnTo>
                  <a:lnTo>
                    <a:pt x="10071" y="13271"/>
                  </a:lnTo>
                  <a:lnTo>
                    <a:pt x="10096" y="13106"/>
                  </a:lnTo>
                  <a:close/>
                </a:path>
                <a:path w="30479" h="19050">
                  <a:moveTo>
                    <a:pt x="10134" y="876"/>
                  </a:moveTo>
                  <a:lnTo>
                    <a:pt x="9918" y="901"/>
                  </a:lnTo>
                  <a:lnTo>
                    <a:pt x="9918" y="1206"/>
                  </a:lnTo>
                  <a:lnTo>
                    <a:pt x="10134" y="1054"/>
                  </a:lnTo>
                  <a:lnTo>
                    <a:pt x="10134" y="876"/>
                  </a:lnTo>
                  <a:close/>
                </a:path>
                <a:path w="30479" h="19050">
                  <a:moveTo>
                    <a:pt x="10172" y="9499"/>
                  </a:moveTo>
                  <a:lnTo>
                    <a:pt x="10134" y="9258"/>
                  </a:lnTo>
                  <a:lnTo>
                    <a:pt x="10083" y="9398"/>
                  </a:lnTo>
                  <a:lnTo>
                    <a:pt x="10071" y="9525"/>
                  </a:lnTo>
                  <a:close/>
                </a:path>
                <a:path w="30479" h="19050">
                  <a:moveTo>
                    <a:pt x="10210" y="10947"/>
                  </a:moveTo>
                  <a:lnTo>
                    <a:pt x="10096" y="10718"/>
                  </a:lnTo>
                  <a:lnTo>
                    <a:pt x="10058" y="10871"/>
                  </a:lnTo>
                  <a:lnTo>
                    <a:pt x="10210" y="10947"/>
                  </a:lnTo>
                  <a:close/>
                </a:path>
                <a:path w="30479" h="19050">
                  <a:moveTo>
                    <a:pt x="10236" y="14871"/>
                  </a:moveTo>
                  <a:lnTo>
                    <a:pt x="10198" y="14579"/>
                  </a:lnTo>
                  <a:lnTo>
                    <a:pt x="10020" y="14503"/>
                  </a:lnTo>
                  <a:lnTo>
                    <a:pt x="9982" y="14643"/>
                  </a:lnTo>
                  <a:lnTo>
                    <a:pt x="10134" y="14732"/>
                  </a:lnTo>
                  <a:lnTo>
                    <a:pt x="10045" y="14871"/>
                  </a:lnTo>
                  <a:lnTo>
                    <a:pt x="10236" y="14871"/>
                  </a:lnTo>
                  <a:close/>
                </a:path>
                <a:path w="30479" h="19050">
                  <a:moveTo>
                    <a:pt x="10337" y="11023"/>
                  </a:moveTo>
                  <a:lnTo>
                    <a:pt x="9791" y="11023"/>
                  </a:lnTo>
                  <a:lnTo>
                    <a:pt x="9588" y="10604"/>
                  </a:lnTo>
                  <a:lnTo>
                    <a:pt x="9550" y="10820"/>
                  </a:lnTo>
                  <a:lnTo>
                    <a:pt x="9652" y="11036"/>
                  </a:lnTo>
                  <a:lnTo>
                    <a:pt x="9550" y="10883"/>
                  </a:lnTo>
                  <a:lnTo>
                    <a:pt x="9575" y="11099"/>
                  </a:lnTo>
                  <a:lnTo>
                    <a:pt x="9550" y="11277"/>
                  </a:lnTo>
                  <a:lnTo>
                    <a:pt x="9410" y="11328"/>
                  </a:lnTo>
                  <a:lnTo>
                    <a:pt x="9652" y="11328"/>
                  </a:lnTo>
                  <a:lnTo>
                    <a:pt x="9613" y="11061"/>
                  </a:lnTo>
                  <a:lnTo>
                    <a:pt x="9969" y="12547"/>
                  </a:lnTo>
                  <a:lnTo>
                    <a:pt x="10337" y="11023"/>
                  </a:lnTo>
                  <a:close/>
                </a:path>
                <a:path w="30479" h="19050">
                  <a:moveTo>
                    <a:pt x="10350" y="14439"/>
                  </a:moveTo>
                  <a:lnTo>
                    <a:pt x="10287" y="14262"/>
                  </a:lnTo>
                  <a:lnTo>
                    <a:pt x="10312" y="14503"/>
                  </a:lnTo>
                  <a:close/>
                </a:path>
                <a:path w="30479" h="19050">
                  <a:moveTo>
                    <a:pt x="10388" y="17386"/>
                  </a:moveTo>
                  <a:lnTo>
                    <a:pt x="10198" y="17386"/>
                  </a:lnTo>
                  <a:lnTo>
                    <a:pt x="10198" y="18605"/>
                  </a:lnTo>
                  <a:lnTo>
                    <a:pt x="10388" y="18605"/>
                  </a:lnTo>
                  <a:lnTo>
                    <a:pt x="10388" y="17386"/>
                  </a:lnTo>
                  <a:close/>
                </a:path>
                <a:path w="30479" h="19050">
                  <a:moveTo>
                    <a:pt x="10414" y="1689"/>
                  </a:moveTo>
                  <a:lnTo>
                    <a:pt x="10350" y="1422"/>
                  </a:lnTo>
                  <a:lnTo>
                    <a:pt x="10134" y="1422"/>
                  </a:lnTo>
                  <a:lnTo>
                    <a:pt x="9994" y="1600"/>
                  </a:lnTo>
                  <a:lnTo>
                    <a:pt x="10083" y="1905"/>
                  </a:lnTo>
                  <a:lnTo>
                    <a:pt x="10198" y="2120"/>
                  </a:lnTo>
                  <a:lnTo>
                    <a:pt x="10375" y="1866"/>
                  </a:lnTo>
                  <a:lnTo>
                    <a:pt x="10236" y="1790"/>
                  </a:lnTo>
                  <a:lnTo>
                    <a:pt x="10134" y="1600"/>
                  </a:lnTo>
                  <a:lnTo>
                    <a:pt x="10350" y="1498"/>
                  </a:lnTo>
                  <a:lnTo>
                    <a:pt x="10414" y="1689"/>
                  </a:lnTo>
                  <a:close/>
                </a:path>
                <a:path w="30479" h="19050">
                  <a:moveTo>
                    <a:pt x="10426" y="4622"/>
                  </a:moveTo>
                  <a:lnTo>
                    <a:pt x="10248" y="4749"/>
                  </a:lnTo>
                  <a:lnTo>
                    <a:pt x="10287" y="4914"/>
                  </a:lnTo>
                  <a:lnTo>
                    <a:pt x="10426" y="4622"/>
                  </a:lnTo>
                  <a:close/>
                </a:path>
                <a:path w="30479" h="19050">
                  <a:moveTo>
                    <a:pt x="10464" y="9258"/>
                  </a:moveTo>
                  <a:lnTo>
                    <a:pt x="10388" y="9448"/>
                  </a:lnTo>
                  <a:lnTo>
                    <a:pt x="10464" y="9258"/>
                  </a:lnTo>
                  <a:close/>
                </a:path>
                <a:path w="30479" h="19050">
                  <a:moveTo>
                    <a:pt x="10490" y="2768"/>
                  </a:moveTo>
                  <a:lnTo>
                    <a:pt x="10452" y="2603"/>
                  </a:lnTo>
                  <a:lnTo>
                    <a:pt x="10375" y="2362"/>
                  </a:lnTo>
                  <a:lnTo>
                    <a:pt x="10160" y="2438"/>
                  </a:lnTo>
                  <a:lnTo>
                    <a:pt x="10160" y="2146"/>
                  </a:lnTo>
                  <a:lnTo>
                    <a:pt x="10071" y="2387"/>
                  </a:lnTo>
                  <a:lnTo>
                    <a:pt x="10134" y="2654"/>
                  </a:lnTo>
                  <a:lnTo>
                    <a:pt x="10045" y="2946"/>
                  </a:lnTo>
                  <a:lnTo>
                    <a:pt x="10083" y="3098"/>
                  </a:lnTo>
                  <a:lnTo>
                    <a:pt x="10198" y="3276"/>
                  </a:lnTo>
                  <a:lnTo>
                    <a:pt x="10274" y="2984"/>
                  </a:lnTo>
                  <a:lnTo>
                    <a:pt x="10375" y="3124"/>
                  </a:lnTo>
                  <a:lnTo>
                    <a:pt x="10452" y="2946"/>
                  </a:lnTo>
                  <a:lnTo>
                    <a:pt x="10490" y="2768"/>
                  </a:lnTo>
                  <a:close/>
                </a:path>
                <a:path w="30479" h="19050">
                  <a:moveTo>
                    <a:pt x="10553" y="9258"/>
                  </a:moveTo>
                  <a:close/>
                </a:path>
                <a:path w="30479" h="19050">
                  <a:moveTo>
                    <a:pt x="10706" y="3759"/>
                  </a:moveTo>
                  <a:lnTo>
                    <a:pt x="10668" y="3530"/>
                  </a:lnTo>
                  <a:lnTo>
                    <a:pt x="10629" y="3721"/>
                  </a:lnTo>
                  <a:close/>
                </a:path>
                <a:path w="30479" h="19050">
                  <a:moveTo>
                    <a:pt x="10795" y="14516"/>
                  </a:moveTo>
                  <a:lnTo>
                    <a:pt x="10769" y="14287"/>
                  </a:lnTo>
                  <a:lnTo>
                    <a:pt x="10629" y="14401"/>
                  </a:lnTo>
                  <a:lnTo>
                    <a:pt x="10795" y="14516"/>
                  </a:lnTo>
                  <a:close/>
                </a:path>
                <a:path w="30479" h="19050">
                  <a:moveTo>
                    <a:pt x="10807" y="11582"/>
                  </a:moveTo>
                  <a:lnTo>
                    <a:pt x="10756" y="11341"/>
                  </a:lnTo>
                  <a:lnTo>
                    <a:pt x="10655" y="11518"/>
                  </a:lnTo>
                  <a:lnTo>
                    <a:pt x="10807" y="11582"/>
                  </a:lnTo>
                  <a:close/>
                </a:path>
                <a:path w="30479" h="19050">
                  <a:moveTo>
                    <a:pt x="10896" y="11150"/>
                  </a:moveTo>
                  <a:lnTo>
                    <a:pt x="10668" y="11036"/>
                  </a:lnTo>
                  <a:lnTo>
                    <a:pt x="10769" y="11188"/>
                  </a:lnTo>
                  <a:lnTo>
                    <a:pt x="10896" y="11150"/>
                  </a:lnTo>
                  <a:close/>
                </a:path>
                <a:path w="30479" h="19050">
                  <a:moveTo>
                    <a:pt x="11163" y="11023"/>
                  </a:moveTo>
                  <a:lnTo>
                    <a:pt x="11010" y="11214"/>
                  </a:lnTo>
                  <a:lnTo>
                    <a:pt x="11049" y="11493"/>
                  </a:lnTo>
                  <a:lnTo>
                    <a:pt x="11099" y="11277"/>
                  </a:lnTo>
                  <a:lnTo>
                    <a:pt x="11163" y="11023"/>
                  </a:lnTo>
                  <a:close/>
                </a:path>
                <a:path w="30479" h="19050">
                  <a:moveTo>
                    <a:pt x="11366" y="9258"/>
                  </a:moveTo>
                  <a:lnTo>
                    <a:pt x="11328" y="9448"/>
                  </a:lnTo>
                  <a:lnTo>
                    <a:pt x="11366" y="9258"/>
                  </a:lnTo>
                  <a:close/>
                </a:path>
                <a:path w="30479" h="19050">
                  <a:moveTo>
                    <a:pt x="11442" y="12496"/>
                  </a:moveTo>
                  <a:lnTo>
                    <a:pt x="11290" y="12357"/>
                  </a:lnTo>
                  <a:lnTo>
                    <a:pt x="11442" y="12496"/>
                  </a:lnTo>
                  <a:close/>
                </a:path>
                <a:path w="30479" h="19050">
                  <a:moveTo>
                    <a:pt x="11480" y="9258"/>
                  </a:moveTo>
                  <a:close/>
                </a:path>
                <a:path w="30479" h="19050">
                  <a:moveTo>
                    <a:pt x="11582" y="12217"/>
                  </a:moveTo>
                  <a:lnTo>
                    <a:pt x="11328" y="12217"/>
                  </a:lnTo>
                  <a:lnTo>
                    <a:pt x="11455" y="12331"/>
                  </a:lnTo>
                  <a:lnTo>
                    <a:pt x="11582" y="12217"/>
                  </a:lnTo>
                  <a:close/>
                </a:path>
                <a:path w="30479" h="19050">
                  <a:moveTo>
                    <a:pt x="11595" y="15367"/>
                  </a:moveTo>
                  <a:lnTo>
                    <a:pt x="11341" y="15163"/>
                  </a:lnTo>
                  <a:lnTo>
                    <a:pt x="11150" y="14795"/>
                  </a:lnTo>
                  <a:lnTo>
                    <a:pt x="11214" y="15379"/>
                  </a:lnTo>
                  <a:lnTo>
                    <a:pt x="11290" y="15189"/>
                  </a:lnTo>
                  <a:lnTo>
                    <a:pt x="11353" y="15519"/>
                  </a:lnTo>
                  <a:lnTo>
                    <a:pt x="11353" y="15367"/>
                  </a:lnTo>
                  <a:lnTo>
                    <a:pt x="11595" y="15367"/>
                  </a:lnTo>
                  <a:close/>
                </a:path>
                <a:path w="30479" h="19050">
                  <a:moveTo>
                    <a:pt x="11798" y="11087"/>
                  </a:moveTo>
                  <a:lnTo>
                    <a:pt x="11582" y="11087"/>
                  </a:lnTo>
                  <a:lnTo>
                    <a:pt x="11696" y="11226"/>
                  </a:lnTo>
                  <a:lnTo>
                    <a:pt x="11798" y="11087"/>
                  </a:lnTo>
                  <a:close/>
                </a:path>
                <a:path w="30479" h="19050">
                  <a:moveTo>
                    <a:pt x="12001" y="14071"/>
                  </a:moveTo>
                  <a:lnTo>
                    <a:pt x="11976" y="13843"/>
                  </a:lnTo>
                  <a:lnTo>
                    <a:pt x="11861" y="14071"/>
                  </a:lnTo>
                  <a:lnTo>
                    <a:pt x="12001" y="14071"/>
                  </a:lnTo>
                  <a:close/>
                </a:path>
                <a:path w="30479" h="19050">
                  <a:moveTo>
                    <a:pt x="12039" y="18592"/>
                  </a:moveTo>
                  <a:lnTo>
                    <a:pt x="11976" y="18148"/>
                  </a:lnTo>
                  <a:lnTo>
                    <a:pt x="11976" y="18592"/>
                  </a:lnTo>
                  <a:close/>
                </a:path>
                <a:path w="30479" h="19050">
                  <a:moveTo>
                    <a:pt x="12090" y="17424"/>
                  </a:moveTo>
                  <a:lnTo>
                    <a:pt x="11938" y="17310"/>
                  </a:lnTo>
                  <a:lnTo>
                    <a:pt x="12014" y="17678"/>
                  </a:lnTo>
                  <a:lnTo>
                    <a:pt x="12014" y="17462"/>
                  </a:lnTo>
                  <a:close/>
                </a:path>
                <a:path w="30479" h="19050">
                  <a:moveTo>
                    <a:pt x="12192" y="11963"/>
                  </a:moveTo>
                  <a:lnTo>
                    <a:pt x="12128" y="11671"/>
                  </a:lnTo>
                  <a:lnTo>
                    <a:pt x="11925" y="12052"/>
                  </a:lnTo>
                  <a:lnTo>
                    <a:pt x="12128" y="11963"/>
                  </a:lnTo>
                  <a:close/>
                </a:path>
                <a:path w="30479" h="19050">
                  <a:moveTo>
                    <a:pt x="12446" y="13335"/>
                  </a:moveTo>
                  <a:lnTo>
                    <a:pt x="12306" y="13309"/>
                  </a:lnTo>
                  <a:lnTo>
                    <a:pt x="12420" y="13525"/>
                  </a:lnTo>
                  <a:lnTo>
                    <a:pt x="12446" y="13335"/>
                  </a:lnTo>
                  <a:close/>
                </a:path>
                <a:path w="30479" h="19050">
                  <a:moveTo>
                    <a:pt x="12636" y="12077"/>
                  </a:moveTo>
                  <a:lnTo>
                    <a:pt x="12598" y="11887"/>
                  </a:lnTo>
                  <a:lnTo>
                    <a:pt x="12369" y="12014"/>
                  </a:lnTo>
                  <a:lnTo>
                    <a:pt x="12293" y="11823"/>
                  </a:lnTo>
                  <a:lnTo>
                    <a:pt x="12293" y="12014"/>
                  </a:lnTo>
                  <a:lnTo>
                    <a:pt x="12446" y="12153"/>
                  </a:lnTo>
                  <a:lnTo>
                    <a:pt x="12344" y="12331"/>
                  </a:lnTo>
                  <a:lnTo>
                    <a:pt x="12280" y="12179"/>
                  </a:lnTo>
                  <a:lnTo>
                    <a:pt x="12192" y="12369"/>
                  </a:lnTo>
                  <a:lnTo>
                    <a:pt x="12280" y="12687"/>
                  </a:lnTo>
                  <a:lnTo>
                    <a:pt x="12446" y="12547"/>
                  </a:lnTo>
                  <a:lnTo>
                    <a:pt x="12636" y="12458"/>
                  </a:lnTo>
                  <a:lnTo>
                    <a:pt x="12598" y="12280"/>
                  </a:lnTo>
                  <a:lnTo>
                    <a:pt x="12522" y="12420"/>
                  </a:lnTo>
                  <a:lnTo>
                    <a:pt x="12522" y="12255"/>
                  </a:lnTo>
                  <a:lnTo>
                    <a:pt x="12636" y="12077"/>
                  </a:lnTo>
                  <a:close/>
                </a:path>
                <a:path w="30479" h="19050">
                  <a:moveTo>
                    <a:pt x="12636" y="11709"/>
                  </a:moveTo>
                  <a:lnTo>
                    <a:pt x="12446" y="11595"/>
                  </a:lnTo>
                  <a:lnTo>
                    <a:pt x="12306" y="11747"/>
                  </a:lnTo>
                  <a:lnTo>
                    <a:pt x="12636" y="11709"/>
                  </a:lnTo>
                  <a:close/>
                </a:path>
                <a:path w="30479" h="19050">
                  <a:moveTo>
                    <a:pt x="12700" y="17195"/>
                  </a:moveTo>
                  <a:lnTo>
                    <a:pt x="12522" y="17170"/>
                  </a:lnTo>
                  <a:lnTo>
                    <a:pt x="12700" y="17386"/>
                  </a:lnTo>
                  <a:lnTo>
                    <a:pt x="12700" y="17195"/>
                  </a:lnTo>
                  <a:close/>
                </a:path>
                <a:path w="30479" h="19050">
                  <a:moveTo>
                    <a:pt x="12814" y="11366"/>
                  </a:moveTo>
                  <a:lnTo>
                    <a:pt x="12636" y="11506"/>
                  </a:lnTo>
                  <a:lnTo>
                    <a:pt x="12814" y="11366"/>
                  </a:lnTo>
                  <a:close/>
                </a:path>
                <a:path w="30479" h="19050">
                  <a:moveTo>
                    <a:pt x="12852" y="368"/>
                  </a:moveTo>
                  <a:lnTo>
                    <a:pt x="12814" y="0"/>
                  </a:lnTo>
                  <a:lnTo>
                    <a:pt x="12700" y="190"/>
                  </a:lnTo>
                  <a:lnTo>
                    <a:pt x="12522" y="685"/>
                  </a:lnTo>
                  <a:lnTo>
                    <a:pt x="12750" y="876"/>
                  </a:lnTo>
                  <a:lnTo>
                    <a:pt x="12839" y="711"/>
                  </a:lnTo>
                  <a:lnTo>
                    <a:pt x="12674" y="596"/>
                  </a:lnTo>
                  <a:lnTo>
                    <a:pt x="12852" y="368"/>
                  </a:lnTo>
                  <a:close/>
                </a:path>
                <a:path w="30479" h="19050">
                  <a:moveTo>
                    <a:pt x="12966" y="14541"/>
                  </a:moveTo>
                  <a:lnTo>
                    <a:pt x="12700" y="14376"/>
                  </a:lnTo>
                  <a:lnTo>
                    <a:pt x="12738" y="14770"/>
                  </a:lnTo>
                  <a:lnTo>
                    <a:pt x="12966" y="14541"/>
                  </a:lnTo>
                  <a:close/>
                </a:path>
                <a:path w="30479" h="19050">
                  <a:moveTo>
                    <a:pt x="13093" y="6527"/>
                  </a:moveTo>
                  <a:lnTo>
                    <a:pt x="12979" y="6350"/>
                  </a:lnTo>
                  <a:lnTo>
                    <a:pt x="12966" y="6565"/>
                  </a:lnTo>
                  <a:lnTo>
                    <a:pt x="13093" y="6527"/>
                  </a:lnTo>
                  <a:close/>
                </a:path>
                <a:path w="30479" h="19050">
                  <a:moveTo>
                    <a:pt x="13208" y="76"/>
                  </a:moveTo>
                  <a:lnTo>
                    <a:pt x="13068" y="38"/>
                  </a:lnTo>
                  <a:lnTo>
                    <a:pt x="13030" y="228"/>
                  </a:lnTo>
                  <a:lnTo>
                    <a:pt x="13093" y="368"/>
                  </a:lnTo>
                  <a:lnTo>
                    <a:pt x="13208" y="76"/>
                  </a:lnTo>
                  <a:close/>
                </a:path>
                <a:path w="30479" h="19050">
                  <a:moveTo>
                    <a:pt x="13233" y="3048"/>
                  </a:moveTo>
                  <a:lnTo>
                    <a:pt x="13220" y="2781"/>
                  </a:lnTo>
                  <a:lnTo>
                    <a:pt x="13233" y="3200"/>
                  </a:lnTo>
                  <a:lnTo>
                    <a:pt x="13233" y="3048"/>
                  </a:lnTo>
                  <a:close/>
                </a:path>
                <a:path w="30479" h="19050">
                  <a:moveTo>
                    <a:pt x="13512" y="15316"/>
                  </a:moveTo>
                  <a:lnTo>
                    <a:pt x="13474" y="15100"/>
                  </a:lnTo>
                  <a:lnTo>
                    <a:pt x="13512" y="15316"/>
                  </a:lnTo>
                  <a:close/>
                </a:path>
                <a:path w="30479" h="19050">
                  <a:moveTo>
                    <a:pt x="13601" y="3111"/>
                  </a:moveTo>
                  <a:lnTo>
                    <a:pt x="13335" y="2832"/>
                  </a:lnTo>
                  <a:lnTo>
                    <a:pt x="13309" y="2641"/>
                  </a:lnTo>
                  <a:lnTo>
                    <a:pt x="13284" y="2781"/>
                  </a:lnTo>
                  <a:lnTo>
                    <a:pt x="13309" y="3048"/>
                  </a:lnTo>
                  <a:lnTo>
                    <a:pt x="13347" y="3327"/>
                  </a:lnTo>
                  <a:lnTo>
                    <a:pt x="13385" y="3048"/>
                  </a:lnTo>
                  <a:lnTo>
                    <a:pt x="13436" y="3251"/>
                  </a:lnTo>
                  <a:lnTo>
                    <a:pt x="13601" y="3111"/>
                  </a:lnTo>
                  <a:close/>
                </a:path>
                <a:path w="30479" h="19050">
                  <a:moveTo>
                    <a:pt x="13690" y="14287"/>
                  </a:moveTo>
                  <a:lnTo>
                    <a:pt x="13538" y="14465"/>
                  </a:lnTo>
                  <a:lnTo>
                    <a:pt x="13690" y="14287"/>
                  </a:lnTo>
                  <a:close/>
                </a:path>
                <a:path w="30479" h="19050">
                  <a:moveTo>
                    <a:pt x="13716" y="16294"/>
                  </a:moveTo>
                  <a:lnTo>
                    <a:pt x="13576" y="16027"/>
                  </a:lnTo>
                  <a:lnTo>
                    <a:pt x="13462" y="16167"/>
                  </a:lnTo>
                  <a:lnTo>
                    <a:pt x="13677" y="16433"/>
                  </a:lnTo>
                  <a:lnTo>
                    <a:pt x="13716" y="16294"/>
                  </a:lnTo>
                  <a:close/>
                </a:path>
                <a:path w="30479" h="19050">
                  <a:moveTo>
                    <a:pt x="13906" y="17818"/>
                  </a:moveTo>
                  <a:lnTo>
                    <a:pt x="13754" y="17995"/>
                  </a:lnTo>
                  <a:lnTo>
                    <a:pt x="13817" y="17856"/>
                  </a:lnTo>
                  <a:close/>
                </a:path>
                <a:path w="30479" h="19050">
                  <a:moveTo>
                    <a:pt x="14312" y="13944"/>
                  </a:moveTo>
                  <a:lnTo>
                    <a:pt x="14185" y="13741"/>
                  </a:lnTo>
                  <a:lnTo>
                    <a:pt x="14185" y="13944"/>
                  </a:lnTo>
                  <a:lnTo>
                    <a:pt x="13957" y="14058"/>
                  </a:lnTo>
                  <a:lnTo>
                    <a:pt x="13804" y="14541"/>
                  </a:lnTo>
                  <a:lnTo>
                    <a:pt x="13982" y="14465"/>
                  </a:lnTo>
                  <a:lnTo>
                    <a:pt x="13944" y="14325"/>
                  </a:lnTo>
                  <a:lnTo>
                    <a:pt x="14020" y="14185"/>
                  </a:lnTo>
                  <a:lnTo>
                    <a:pt x="14122" y="14363"/>
                  </a:lnTo>
                  <a:lnTo>
                    <a:pt x="14160" y="14160"/>
                  </a:lnTo>
                  <a:lnTo>
                    <a:pt x="14312" y="13944"/>
                  </a:lnTo>
                  <a:close/>
                </a:path>
                <a:path w="30479" h="19050">
                  <a:moveTo>
                    <a:pt x="14490" y="12801"/>
                  </a:moveTo>
                  <a:lnTo>
                    <a:pt x="14376" y="12674"/>
                  </a:lnTo>
                  <a:lnTo>
                    <a:pt x="14376" y="12941"/>
                  </a:lnTo>
                  <a:lnTo>
                    <a:pt x="14338" y="13081"/>
                  </a:lnTo>
                  <a:lnTo>
                    <a:pt x="14338" y="13258"/>
                  </a:lnTo>
                  <a:lnTo>
                    <a:pt x="14389" y="13042"/>
                  </a:lnTo>
                  <a:lnTo>
                    <a:pt x="14490" y="12801"/>
                  </a:lnTo>
                  <a:close/>
                </a:path>
                <a:path w="30479" h="19050">
                  <a:moveTo>
                    <a:pt x="17259" y="1866"/>
                  </a:moveTo>
                  <a:lnTo>
                    <a:pt x="17106" y="1739"/>
                  </a:lnTo>
                  <a:lnTo>
                    <a:pt x="17081" y="1892"/>
                  </a:lnTo>
                  <a:lnTo>
                    <a:pt x="17259" y="1866"/>
                  </a:lnTo>
                  <a:close/>
                </a:path>
                <a:path w="30479" h="19050">
                  <a:moveTo>
                    <a:pt x="30035" y="13843"/>
                  </a:moveTo>
                  <a:lnTo>
                    <a:pt x="29959" y="13271"/>
                  </a:lnTo>
                  <a:lnTo>
                    <a:pt x="29984" y="14020"/>
                  </a:lnTo>
                  <a:lnTo>
                    <a:pt x="29921" y="15074"/>
                  </a:lnTo>
                  <a:lnTo>
                    <a:pt x="29997" y="15646"/>
                  </a:lnTo>
                  <a:lnTo>
                    <a:pt x="29959" y="14884"/>
                  </a:lnTo>
                  <a:lnTo>
                    <a:pt x="30035" y="138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3" name="object 143"/>
            <p:cNvSpPr/>
            <p:nvPr/>
          </p:nvSpPr>
          <p:spPr>
            <a:xfrm>
              <a:off x="3976941" y="1230604"/>
              <a:ext cx="30480" cy="16510"/>
            </a:xfrm>
            <a:custGeom>
              <a:avLst/>
              <a:gdLst/>
              <a:ahLst/>
              <a:cxnLst/>
              <a:rect l="l" t="t" r="r" b="b"/>
              <a:pathLst>
                <a:path w="30479" h="16509">
                  <a:moveTo>
                    <a:pt x="7785" y="15163"/>
                  </a:moveTo>
                  <a:lnTo>
                    <a:pt x="7759" y="14693"/>
                  </a:lnTo>
                  <a:lnTo>
                    <a:pt x="7607" y="14693"/>
                  </a:lnTo>
                  <a:lnTo>
                    <a:pt x="7785" y="15163"/>
                  </a:lnTo>
                  <a:close/>
                </a:path>
                <a:path w="30479" h="16509">
                  <a:moveTo>
                    <a:pt x="9017" y="76"/>
                  </a:moveTo>
                  <a:lnTo>
                    <a:pt x="8928" y="304"/>
                  </a:lnTo>
                  <a:lnTo>
                    <a:pt x="9017" y="76"/>
                  </a:lnTo>
                  <a:close/>
                </a:path>
                <a:path w="30479" h="16509">
                  <a:moveTo>
                    <a:pt x="9461" y="15836"/>
                  </a:moveTo>
                  <a:lnTo>
                    <a:pt x="9296" y="15836"/>
                  </a:lnTo>
                  <a:lnTo>
                    <a:pt x="9169" y="15684"/>
                  </a:lnTo>
                  <a:lnTo>
                    <a:pt x="8915" y="15836"/>
                  </a:lnTo>
                  <a:lnTo>
                    <a:pt x="8877" y="15976"/>
                  </a:lnTo>
                  <a:lnTo>
                    <a:pt x="8623" y="15684"/>
                  </a:lnTo>
                  <a:lnTo>
                    <a:pt x="63" y="15684"/>
                  </a:lnTo>
                  <a:lnTo>
                    <a:pt x="127" y="16421"/>
                  </a:lnTo>
                  <a:lnTo>
                    <a:pt x="9321" y="16421"/>
                  </a:lnTo>
                  <a:lnTo>
                    <a:pt x="9271" y="16027"/>
                  </a:lnTo>
                  <a:lnTo>
                    <a:pt x="9461" y="15836"/>
                  </a:lnTo>
                  <a:close/>
                </a:path>
                <a:path w="30479" h="16509">
                  <a:moveTo>
                    <a:pt x="9461" y="14554"/>
                  </a:moveTo>
                  <a:lnTo>
                    <a:pt x="9398" y="14770"/>
                  </a:lnTo>
                  <a:lnTo>
                    <a:pt x="9461" y="14554"/>
                  </a:lnTo>
                  <a:close/>
                </a:path>
                <a:path w="30479" h="16509">
                  <a:moveTo>
                    <a:pt x="9563" y="15519"/>
                  </a:moveTo>
                  <a:lnTo>
                    <a:pt x="9474" y="14986"/>
                  </a:lnTo>
                  <a:lnTo>
                    <a:pt x="9321" y="14986"/>
                  </a:lnTo>
                  <a:lnTo>
                    <a:pt x="9372" y="15138"/>
                  </a:lnTo>
                  <a:lnTo>
                    <a:pt x="9372" y="15303"/>
                  </a:lnTo>
                  <a:lnTo>
                    <a:pt x="9321" y="15494"/>
                  </a:lnTo>
                  <a:lnTo>
                    <a:pt x="9220" y="15354"/>
                  </a:lnTo>
                  <a:lnTo>
                    <a:pt x="9131" y="15544"/>
                  </a:lnTo>
                  <a:lnTo>
                    <a:pt x="9296" y="15684"/>
                  </a:lnTo>
                  <a:lnTo>
                    <a:pt x="9512" y="15684"/>
                  </a:lnTo>
                  <a:lnTo>
                    <a:pt x="9550" y="15913"/>
                  </a:lnTo>
                  <a:lnTo>
                    <a:pt x="9563" y="15519"/>
                  </a:lnTo>
                  <a:close/>
                </a:path>
                <a:path w="30479" h="16509">
                  <a:moveTo>
                    <a:pt x="9969" y="15532"/>
                  </a:moveTo>
                  <a:lnTo>
                    <a:pt x="9906" y="15316"/>
                  </a:lnTo>
                  <a:lnTo>
                    <a:pt x="9906" y="15506"/>
                  </a:lnTo>
                  <a:close/>
                </a:path>
                <a:path w="30479" h="16509">
                  <a:moveTo>
                    <a:pt x="10045" y="15240"/>
                  </a:moveTo>
                  <a:lnTo>
                    <a:pt x="10007" y="14909"/>
                  </a:lnTo>
                  <a:lnTo>
                    <a:pt x="9944" y="15278"/>
                  </a:lnTo>
                  <a:close/>
                </a:path>
                <a:path w="30479" h="16509">
                  <a:moveTo>
                    <a:pt x="10045" y="9410"/>
                  </a:moveTo>
                  <a:lnTo>
                    <a:pt x="9969" y="9004"/>
                  </a:lnTo>
                  <a:lnTo>
                    <a:pt x="9906" y="8724"/>
                  </a:lnTo>
                  <a:lnTo>
                    <a:pt x="9436" y="8089"/>
                  </a:lnTo>
                  <a:lnTo>
                    <a:pt x="0" y="8089"/>
                  </a:lnTo>
                  <a:lnTo>
                    <a:pt x="25" y="10693"/>
                  </a:lnTo>
                  <a:lnTo>
                    <a:pt x="8128" y="10693"/>
                  </a:lnTo>
                  <a:lnTo>
                    <a:pt x="9740" y="10693"/>
                  </a:lnTo>
                  <a:lnTo>
                    <a:pt x="9740" y="10528"/>
                  </a:lnTo>
                  <a:lnTo>
                    <a:pt x="8153" y="10528"/>
                  </a:lnTo>
                  <a:lnTo>
                    <a:pt x="7886" y="10528"/>
                  </a:lnTo>
                  <a:lnTo>
                    <a:pt x="7531" y="10528"/>
                  </a:lnTo>
                  <a:lnTo>
                    <a:pt x="7924" y="10096"/>
                  </a:lnTo>
                  <a:lnTo>
                    <a:pt x="7950" y="9829"/>
                  </a:lnTo>
                  <a:lnTo>
                    <a:pt x="7988" y="10033"/>
                  </a:lnTo>
                  <a:lnTo>
                    <a:pt x="8559" y="9410"/>
                  </a:lnTo>
                  <a:lnTo>
                    <a:pt x="10045" y="9410"/>
                  </a:lnTo>
                  <a:close/>
                </a:path>
                <a:path w="30479" h="16509">
                  <a:moveTo>
                    <a:pt x="10121" y="6159"/>
                  </a:moveTo>
                  <a:lnTo>
                    <a:pt x="9906" y="6019"/>
                  </a:lnTo>
                  <a:lnTo>
                    <a:pt x="9906" y="6311"/>
                  </a:lnTo>
                  <a:lnTo>
                    <a:pt x="10121" y="6350"/>
                  </a:lnTo>
                  <a:lnTo>
                    <a:pt x="10121" y="6159"/>
                  </a:lnTo>
                  <a:close/>
                </a:path>
                <a:path w="30479" h="16509">
                  <a:moveTo>
                    <a:pt x="10160" y="16167"/>
                  </a:moveTo>
                  <a:lnTo>
                    <a:pt x="10020" y="16040"/>
                  </a:lnTo>
                  <a:lnTo>
                    <a:pt x="10071" y="16268"/>
                  </a:lnTo>
                  <a:lnTo>
                    <a:pt x="10058" y="16408"/>
                  </a:lnTo>
                  <a:lnTo>
                    <a:pt x="10147" y="16281"/>
                  </a:lnTo>
                  <a:close/>
                </a:path>
                <a:path w="30479" h="16509">
                  <a:moveTo>
                    <a:pt x="10198" y="14744"/>
                  </a:moveTo>
                  <a:lnTo>
                    <a:pt x="10045" y="14808"/>
                  </a:lnTo>
                  <a:lnTo>
                    <a:pt x="10083" y="14960"/>
                  </a:lnTo>
                  <a:lnTo>
                    <a:pt x="10198" y="14744"/>
                  </a:lnTo>
                  <a:close/>
                </a:path>
                <a:path w="30479" h="16509">
                  <a:moveTo>
                    <a:pt x="10337" y="11226"/>
                  </a:moveTo>
                  <a:lnTo>
                    <a:pt x="10274" y="11404"/>
                  </a:lnTo>
                  <a:lnTo>
                    <a:pt x="10337" y="11226"/>
                  </a:lnTo>
                  <a:close/>
                </a:path>
                <a:path w="30479" h="16509">
                  <a:moveTo>
                    <a:pt x="10401" y="5537"/>
                  </a:moveTo>
                  <a:lnTo>
                    <a:pt x="10337" y="5715"/>
                  </a:lnTo>
                  <a:lnTo>
                    <a:pt x="10147" y="5715"/>
                  </a:lnTo>
                  <a:lnTo>
                    <a:pt x="10147" y="5461"/>
                  </a:lnTo>
                  <a:lnTo>
                    <a:pt x="10337" y="5461"/>
                  </a:lnTo>
                  <a:lnTo>
                    <a:pt x="10185" y="5105"/>
                  </a:lnTo>
                  <a:lnTo>
                    <a:pt x="10071" y="5308"/>
                  </a:lnTo>
                  <a:lnTo>
                    <a:pt x="9982" y="5626"/>
                  </a:lnTo>
                  <a:lnTo>
                    <a:pt x="10121" y="5791"/>
                  </a:lnTo>
                  <a:lnTo>
                    <a:pt x="10337" y="5791"/>
                  </a:lnTo>
                  <a:lnTo>
                    <a:pt x="10401" y="5537"/>
                  </a:lnTo>
                  <a:close/>
                </a:path>
                <a:path w="30479" h="16509">
                  <a:moveTo>
                    <a:pt x="10414" y="2603"/>
                  </a:moveTo>
                  <a:lnTo>
                    <a:pt x="10274" y="2298"/>
                  </a:lnTo>
                  <a:lnTo>
                    <a:pt x="10236" y="2476"/>
                  </a:lnTo>
                  <a:lnTo>
                    <a:pt x="10414" y="2603"/>
                  </a:lnTo>
                  <a:close/>
                </a:path>
                <a:path w="30479" h="16509">
                  <a:moveTo>
                    <a:pt x="10452" y="16408"/>
                  </a:moveTo>
                  <a:lnTo>
                    <a:pt x="10375" y="16230"/>
                  </a:lnTo>
                  <a:lnTo>
                    <a:pt x="10337" y="16408"/>
                  </a:lnTo>
                  <a:close/>
                </a:path>
                <a:path w="30479" h="16509">
                  <a:moveTo>
                    <a:pt x="10477" y="4445"/>
                  </a:moveTo>
                  <a:lnTo>
                    <a:pt x="10337" y="4279"/>
                  </a:lnTo>
                  <a:lnTo>
                    <a:pt x="10363" y="4089"/>
                  </a:lnTo>
                  <a:lnTo>
                    <a:pt x="10261" y="4241"/>
                  </a:lnTo>
                  <a:lnTo>
                    <a:pt x="10185" y="3949"/>
                  </a:lnTo>
                  <a:lnTo>
                    <a:pt x="10071" y="4114"/>
                  </a:lnTo>
                  <a:lnTo>
                    <a:pt x="10147" y="4318"/>
                  </a:lnTo>
                  <a:lnTo>
                    <a:pt x="10033" y="4686"/>
                  </a:lnTo>
                  <a:lnTo>
                    <a:pt x="10121" y="4559"/>
                  </a:lnTo>
                  <a:lnTo>
                    <a:pt x="10058" y="4826"/>
                  </a:lnTo>
                  <a:lnTo>
                    <a:pt x="10033" y="5092"/>
                  </a:lnTo>
                  <a:lnTo>
                    <a:pt x="10147" y="4787"/>
                  </a:lnTo>
                  <a:lnTo>
                    <a:pt x="10363" y="4864"/>
                  </a:lnTo>
                  <a:lnTo>
                    <a:pt x="10439" y="4622"/>
                  </a:lnTo>
                  <a:lnTo>
                    <a:pt x="10477" y="4445"/>
                  </a:lnTo>
                  <a:close/>
                </a:path>
                <a:path w="30479" h="16509">
                  <a:moveTo>
                    <a:pt x="10502" y="14363"/>
                  </a:moveTo>
                  <a:lnTo>
                    <a:pt x="10198" y="13944"/>
                  </a:lnTo>
                  <a:lnTo>
                    <a:pt x="9804" y="12433"/>
                  </a:lnTo>
                  <a:lnTo>
                    <a:pt x="10083" y="12433"/>
                  </a:lnTo>
                  <a:lnTo>
                    <a:pt x="9969" y="11506"/>
                  </a:lnTo>
                  <a:lnTo>
                    <a:pt x="9817" y="11506"/>
                  </a:lnTo>
                  <a:lnTo>
                    <a:pt x="9740" y="11137"/>
                  </a:lnTo>
                  <a:lnTo>
                    <a:pt x="9740" y="14363"/>
                  </a:lnTo>
                  <a:lnTo>
                    <a:pt x="9677" y="14579"/>
                  </a:lnTo>
                  <a:lnTo>
                    <a:pt x="9626" y="14363"/>
                  </a:lnTo>
                  <a:lnTo>
                    <a:pt x="9740" y="11137"/>
                  </a:lnTo>
                  <a:lnTo>
                    <a:pt x="25" y="11137"/>
                  </a:lnTo>
                  <a:lnTo>
                    <a:pt x="50" y="14693"/>
                  </a:lnTo>
                  <a:lnTo>
                    <a:pt x="7607" y="14693"/>
                  </a:lnTo>
                  <a:lnTo>
                    <a:pt x="7543" y="14363"/>
                  </a:lnTo>
                  <a:lnTo>
                    <a:pt x="7734" y="14363"/>
                  </a:lnTo>
                  <a:lnTo>
                    <a:pt x="7874" y="14516"/>
                  </a:lnTo>
                  <a:lnTo>
                    <a:pt x="7899" y="14643"/>
                  </a:lnTo>
                  <a:lnTo>
                    <a:pt x="7975" y="14516"/>
                  </a:lnTo>
                  <a:lnTo>
                    <a:pt x="7797" y="14363"/>
                  </a:lnTo>
                  <a:lnTo>
                    <a:pt x="8001" y="14363"/>
                  </a:lnTo>
                  <a:lnTo>
                    <a:pt x="8331" y="14363"/>
                  </a:lnTo>
                  <a:lnTo>
                    <a:pt x="9004" y="14363"/>
                  </a:lnTo>
                  <a:lnTo>
                    <a:pt x="9144" y="14363"/>
                  </a:lnTo>
                  <a:lnTo>
                    <a:pt x="8559" y="12725"/>
                  </a:lnTo>
                  <a:lnTo>
                    <a:pt x="8458" y="13462"/>
                  </a:lnTo>
                  <a:lnTo>
                    <a:pt x="8039" y="12776"/>
                  </a:lnTo>
                  <a:lnTo>
                    <a:pt x="7759" y="13347"/>
                  </a:lnTo>
                  <a:lnTo>
                    <a:pt x="7543" y="12433"/>
                  </a:lnTo>
                  <a:lnTo>
                    <a:pt x="7848" y="12433"/>
                  </a:lnTo>
                  <a:lnTo>
                    <a:pt x="8216" y="12433"/>
                  </a:lnTo>
                  <a:lnTo>
                    <a:pt x="9652" y="12433"/>
                  </a:lnTo>
                  <a:lnTo>
                    <a:pt x="9563" y="13068"/>
                  </a:lnTo>
                  <a:lnTo>
                    <a:pt x="9118" y="12433"/>
                  </a:lnTo>
                  <a:lnTo>
                    <a:pt x="9499" y="13525"/>
                  </a:lnTo>
                  <a:lnTo>
                    <a:pt x="9042" y="12928"/>
                  </a:lnTo>
                  <a:lnTo>
                    <a:pt x="9232" y="14363"/>
                  </a:lnTo>
                  <a:lnTo>
                    <a:pt x="9385" y="14363"/>
                  </a:lnTo>
                  <a:lnTo>
                    <a:pt x="9537" y="14389"/>
                  </a:lnTo>
                  <a:lnTo>
                    <a:pt x="9563" y="14566"/>
                  </a:lnTo>
                  <a:lnTo>
                    <a:pt x="9537" y="14782"/>
                  </a:lnTo>
                  <a:lnTo>
                    <a:pt x="9639" y="14630"/>
                  </a:lnTo>
                  <a:lnTo>
                    <a:pt x="9537" y="14859"/>
                  </a:lnTo>
                  <a:lnTo>
                    <a:pt x="9575" y="15087"/>
                  </a:lnTo>
                  <a:lnTo>
                    <a:pt x="9740" y="14757"/>
                  </a:lnTo>
                  <a:lnTo>
                    <a:pt x="9779" y="14363"/>
                  </a:lnTo>
                  <a:lnTo>
                    <a:pt x="10058" y="14363"/>
                  </a:lnTo>
                  <a:lnTo>
                    <a:pt x="10312" y="14363"/>
                  </a:lnTo>
                  <a:lnTo>
                    <a:pt x="10502" y="14363"/>
                  </a:lnTo>
                  <a:close/>
                </a:path>
                <a:path w="30479" h="16509">
                  <a:moveTo>
                    <a:pt x="10541" y="16408"/>
                  </a:moveTo>
                  <a:close/>
                </a:path>
                <a:path w="30479" h="16509">
                  <a:moveTo>
                    <a:pt x="10693" y="3467"/>
                  </a:moveTo>
                  <a:lnTo>
                    <a:pt x="10655" y="3683"/>
                  </a:lnTo>
                  <a:lnTo>
                    <a:pt x="10693" y="3467"/>
                  </a:lnTo>
                  <a:close/>
                </a:path>
                <a:path w="30479" h="16509">
                  <a:moveTo>
                    <a:pt x="10782" y="11163"/>
                  </a:moveTo>
                  <a:lnTo>
                    <a:pt x="10617" y="11277"/>
                  </a:lnTo>
                  <a:lnTo>
                    <a:pt x="10756" y="11379"/>
                  </a:lnTo>
                  <a:lnTo>
                    <a:pt x="10782" y="11163"/>
                  </a:lnTo>
                  <a:close/>
                </a:path>
                <a:path w="30479" h="16509">
                  <a:moveTo>
                    <a:pt x="10795" y="14071"/>
                  </a:moveTo>
                  <a:lnTo>
                    <a:pt x="10642" y="14147"/>
                  </a:lnTo>
                  <a:lnTo>
                    <a:pt x="10744" y="14338"/>
                  </a:lnTo>
                  <a:lnTo>
                    <a:pt x="10795" y="14071"/>
                  </a:lnTo>
                  <a:close/>
                </a:path>
                <a:path w="30479" h="16509">
                  <a:moveTo>
                    <a:pt x="10883" y="14503"/>
                  </a:moveTo>
                  <a:lnTo>
                    <a:pt x="10693" y="14376"/>
                  </a:lnTo>
                  <a:lnTo>
                    <a:pt x="10655" y="14617"/>
                  </a:lnTo>
                  <a:lnTo>
                    <a:pt x="10845" y="14617"/>
                  </a:lnTo>
                  <a:close/>
                </a:path>
                <a:path w="30479" h="16509">
                  <a:moveTo>
                    <a:pt x="11087" y="14401"/>
                  </a:moveTo>
                  <a:lnTo>
                    <a:pt x="11036" y="14173"/>
                  </a:lnTo>
                  <a:lnTo>
                    <a:pt x="10909" y="14427"/>
                  </a:lnTo>
                  <a:lnTo>
                    <a:pt x="11087" y="14401"/>
                  </a:lnTo>
                  <a:close/>
                </a:path>
                <a:path w="30479" h="16509">
                  <a:moveTo>
                    <a:pt x="11150" y="14452"/>
                  </a:moveTo>
                  <a:lnTo>
                    <a:pt x="10998" y="14452"/>
                  </a:lnTo>
                  <a:lnTo>
                    <a:pt x="11150" y="14630"/>
                  </a:lnTo>
                  <a:lnTo>
                    <a:pt x="11150" y="14452"/>
                  </a:lnTo>
                  <a:close/>
                </a:path>
                <a:path w="30479" h="16509">
                  <a:moveTo>
                    <a:pt x="11353" y="16408"/>
                  </a:moveTo>
                  <a:lnTo>
                    <a:pt x="11315" y="16230"/>
                  </a:lnTo>
                  <a:lnTo>
                    <a:pt x="11277" y="16408"/>
                  </a:lnTo>
                  <a:close/>
                </a:path>
                <a:path w="30479" h="16509">
                  <a:moveTo>
                    <a:pt x="11430" y="13169"/>
                  </a:moveTo>
                  <a:lnTo>
                    <a:pt x="11201" y="13233"/>
                  </a:lnTo>
                  <a:lnTo>
                    <a:pt x="11277" y="13423"/>
                  </a:lnTo>
                  <a:lnTo>
                    <a:pt x="11391" y="13195"/>
                  </a:lnTo>
                  <a:close/>
                </a:path>
                <a:path w="30479" h="16509">
                  <a:moveTo>
                    <a:pt x="11468" y="16408"/>
                  </a:moveTo>
                  <a:close/>
                </a:path>
                <a:path w="30479" h="16509">
                  <a:moveTo>
                    <a:pt x="11569" y="13462"/>
                  </a:moveTo>
                  <a:lnTo>
                    <a:pt x="11442" y="13347"/>
                  </a:lnTo>
                  <a:lnTo>
                    <a:pt x="11315" y="13462"/>
                  </a:lnTo>
                  <a:lnTo>
                    <a:pt x="11468" y="13487"/>
                  </a:lnTo>
                  <a:close/>
                </a:path>
                <a:path w="30479" h="16509">
                  <a:moveTo>
                    <a:pt x="11582" y="10287"/>
                  </a:moveTo>
                  <a:lnTo>
                    <a:pt x="11341" y="10274"/>
                  </a:lnTo>
                  <a:lnTo>
                    <a:pt x="11341" y="10134"/>
                  </a:lnTo>
                  <a:lnTo>
                    <a:pt x="11277" y="10490"/>
                  </a:lnTo>
                  <a:lnTo>
                    <a:pt x="11201" y="10287"/>
                  </a:lnTo>
                  <a:lnTo>
                    <a:pt x="11137" y="10858"/>
                  </a:lnTo>
                  <a:lnTo>
                    <a:pt x="11315" y="10566"/>
                  </a:lnTo>
                  <a:lnTo>
                    <a:pt x="11582" y="10287"/>
                  </a:lnTo>
                  <a:close/>
                </a:path>
                <a:path w="30479" h="16509">
                  <a:moveTo>
                    <a:pt x="11785" y="14592"/>
                  </a:moveTo>
                  <a:lnTo>
                    <a:pt x="11684" y="14439"/>
                  </a:lnTo>
                  <a:lnTo>
                    <a:pt x="11569" y="14592"/>
                  </a:lnTo>
                  <a:lnTo>
                    <a:pt x="11785" y="14592"/>
                  </a:lnTo>
                  <a:close/>
                </a:path>
                <a:path w="30479" h="16509">
                  <a:moveTo>
                    <a:pt x="11988" y="11595"/>
                  </a:moveTo>
                  <a:lnTo>
                    <a:pt x="11849" y="11595"/>
                  </a:lnTo>
                  <a:lnTo>
                    <a:pt x="11849" y="11823"/>
                  </a:lnTo>
                  <a:lnTo>
                    <a:pt x="11988" y="11595"/>
                  </a:lnTo>
                  <a:close/>
                </a:path>
                <a:path w="30479" h="16509">
                  <a:moveTo>
                    <a:pt x="12026" y="7086"/>
                  </a:moveTo>
                  <a:lnTo>
                    <a:pt x="11963" y="7518"/>
                  </a:lnTo>
                  <a:lnTo>
                    <a:pt x="12026" y="7086"/>
                  </a:lnTo>
                  <a:close/>
                </a:path>
                <a:path w="30479" h="16509">
                  <a:moveTo>
                    <a:pt x="12077" y="8255"/>
                  </a:moveTo>
                  <a:lnTo>
                    <a:pt x="12001" y="7988"/>
                  </a:lnTo>
                  <a:lnTo>
                    <a:pt x="11925" y="8356"/>
                  </a:lnTo>
                  <a:lnTo>
                    <a:pt x="12077" y="8255"/>
                  </a:lnTo>
                  <a:close/>
                </a:path>
                <a:path w="30479" h="16509">
                  <a:moveTo>
                    <a:pt x="12179" y="13716"/>
                  </a:moveTo>
                  <a:lnTo>
                    <a:pt x="11912" y="13639"/>
                  </a:lnTo>
                  <a:lnTo>
                    <a:pt x="12090" y="13957"/>
                  </a:lnTo>
                  <a:lnTo>
                    <a:pt x="12179" y="13716"/>
                  </a:lnTo>
                  <a:close/>
                </a:path>
                <a:path w="30479" h="16509">
                  <a:moveTo>
                    <a:pt x="12433" y="12331"/>
                  </a:moveTo>
                  <a:lnTo>
                    <a:pt x="12407" y="12153"/>
                  </a:lnTo>
                  <a:lnTo>
                    <a:pt x="12255" y="12357"/>
                  </a:lnTo>
                  <a:lnTo>
                    <a:pt x="12433" y="12331"/>
                  </a:lnTo>
                  <a:close/>
                </a:path>
                <a:path w="30479" h="16509">
                  <a:moveTo>
                    <a:pt x="12623" y="13970"/>
                  </a:moveTo>
                  <a:lnTo>
                    <a:pt x="12280" y="13919"/>
                  </a:lnTo>
                  <a:lnTo>
                    <a:pt x="12433" y="14071"/>
                  </a:lnTo>
                  <a:lnTo>
                    <a:pt x="12623" y="13970"/>
                  </a:lnTo>
                  <a:close/>
                </a:path>
                <a:path w="30479" h="16509">
                  <a:moveTo>
                    <a:pt x="12623" y="13195"/>
                  </a:moveTo>
                  <a:lnTo>
                    <a:pt x="12484" y="13296"/>
                  </a:lnTo>
                  <a:lnTo>
                    <a:pt x="12433" y="13144"/>
                  </a:lnTo>
                  <a:lnTo>
                    <a:pt x="12268" y="12992"/>
                  </a:lnTo>
                  <a:lnTo>
                    <a:pt x="12179" y="13322"/>
                  </a:lnTo>
                  <a:lnTo>
                    <a:pt x="12268" y="13512"/>
                  </a:lnTo>
                  <a:lnTo>
                    <a:pt x="12331" y="13360"/>
                  </a:lnTo>
                  <a:lnTo>
                    <a:pt x="12433" y="13538"/>
                  </a:lnTo>
                  <a:lnTo>
                    <a:pt x="12280" y="13677"/>
                  </a:lnTo>
                  <a:lnTo>
                    <a:pt x="12280" y="13881"/>
                  </a:lnTo>
                  <a:lnTo>
                    <a:pt x="12357" y="13665"/>
                  </a:lnTo>
                  <a:lnTo>
                    <a:pt x="12585" y="13779"/>
                  </a:lnTo>
                  <a:lnTo>
                    <a:pt x="12623" y="13614"/>
                  </a:lnTo>
                  <a:lnTo>
                    <a:pt x="12471" y="13500"/>
                  </a:lnTo>
                  <a:lnTo>
                    <a:pt x="12522" y="13360"/>
                  </a:lnTo>
                  <a:lnTo>
                    <a:pt x="12623" y="13195"/>
                  </a:lnTo>
                  <a:close/>
                </a:path>
                <a:path w="30479" h="16509">
                  <a:moveTo>
                    <a:pt x="12687" y="8293"/>
                  </a:moveTo>
                  <a:lnTo>
                    <a:pt x="12509" y="8509"/>
                  </a:lnTo>
                  <a:lnTo>
                    <a:pt x="12687" y="8470"/>
                  </a:lnTo>
                  <a:lnTo>
                    <a:pt x="12687" y="8293"/>
                  </a:lnTo>
                  <a:close/>
                </a:path>
                <a:path w="30479" h="16509">
                  <a:moveTo>
                    <a:pt x="12725" y="3213"/>
                  </a:moveTo>
                  <a:lnTo>
                    <a:pt x="12509" y="3213"/>
                  </a:lnTo>
                  <a:lnTo>
                    <a:pt x="12547" y="3365"/>
                  </a:lnTo>
                  <a:lnTo>
                    <a:pt x="12725" y="3213"/>
                  </a:lnTo>
                  <a:close/>
                </a:path>
                <a:path w="30479" h="16509">
                  <a:moveTo>
                    <a:pt x="12801" y="14287"/>
                  </a:moveTo>
                  <a:lnTo>
                    <a:pt x="12623" y="14147"/>
                  </a:lnTo>
                  <a:lnTo>
                    <a:pt x="12687" y="14363"/>
                  </a:lnTo>
                  <a:close/>
                </a:path>
                <a:path w="30479" h="16509">
                  <a:moveTo>
                    <a:pt x="12839" y="6870"/>
                  </a:moveTo>
                  <a:lnTo>
                    <a:pt x="12661" y="6642"/>
                  </a:lnTo>
                  <a:lnTo>
                    <a:pt x="12827" y="6527"/>
                  </a:lnTo>
                  <a:lnTo>
                    <a:pt x="12738" y="6350"/>
                  </a:lnTo>
                  <a:lnTo>
                    <a:pt x="12509" y="6540"/>
                  </a:lnTo>
                  <a:lnTo>
                    <a:pt x="12687" y="7048"/>
                  </a:lnTo>
                  <a:lnTo>
                    <a:pt x="12738" y="7226"/>
                  </a:lnTo>
                  <a:lnTo>
                    <a:pt x="12738" y="6934"/>
                  </a:lnTo>
                  <a:close/>
                </a:path>
                <a:path w="30479" h="16509">
                  <a:moveTo>
                    <a:pt x="12941" y="11125"/>
                  </a:moveTo>
                  <a:lnTo>
                    <a:pt x="12712" y="10909"/>
                  </a:lnTo>
                  <a:lnTo>
                    <a:pt x="12712" y="11112"/>
                  </a:lnTo>
                  <a:lnTo>
                    <a:pt x="12674" y="11303"/>
                  </a:lnTo>
                  <a:lnTo>
                    <a:pt x="12941" y="11125"/>
                  </a:lnTo>
                  <a:close/>
                </a:path>
                <a:path w="30479" h="16509">
                  <a:moveTo>
                    <a:pt x="13081" y="698"/>
                  </a:moveTo>
                  <a:lnTo>
                    <a:pt x="12954" y="660"/>
                  </a:lnTo>
                  <a:lnTo>
                    <a:pt x="12966" y="876"/>
                  </a:lnTo>
                  <a:lnTo>
                    <a:pt x="13081" y="698"/>
                  </a:lnTo>
                  <a:close/>
                </a:path>
                <a:path w="30479" h="16509">
                  <a:moveTo>
                    <a:pt x="13195" y="7150"/>
                  </a:moveTo>
                  <a:lnTo>
                    <a:pt x="13081" y="6858"/>
                  </a:lnTo>
                  <a:lnTo>
                    <a:pt x="13017" y="6997"/>
                  </a:lnTo>
                  <a:lnTo>
                    <a:pt x="13055" y="7175"/>
                  </a:lnTo>
                  <a:lnTo>
                    <a:pt x="13195" y="7150"/>
                  </a:lnTo>
                  <a:close/>
                </a:path>
                <a:path w="30479" h="16509">
                  <a:moveTo>
                    <a:pt x="13500" y="10375"/>
                  </a:moveTo>
                  <a:lnTo>
                    <a:pt x="13347" y="10579"/>
                  </a:lnTo>
                  <a:lnTo>
                    <a:pt x="13500" y="10375"/>
                  </a:lnTo>
                  <a:close/>
                </a:path>
                <a:path w="30479" h="16509">
                  <a:moveTo>
                    <a:pt x="13589" y="4114"/>
                  </a:moveTo>
                  <a:lnTo>
                    <a:pt x="13423" y="3975"/>
                  </a:lnTo>
                  <a:lnTo>
                    <a:pt x="13373" y="4165"/>
                  </a:lnTo>
                  <a:lnTo>
                    <a:pt x="13411" y="3898"/>
                  </a:lnTo>
                  <a:lnTo>
                    <a:pt x="13296" y="4152"/>
                  </a:lnTo>
                  <a:lnTo>
                    <a:pt x="13271" y="4432"/>
                  </a:lnTo>
                  <a:lnTo>
                    <a:pt x="13296" y="4584"/>
                  </a:lnTo>
                  <a:lnTo>
                    <a:pt x="13322" y="4406"/>
                  </a:lnTo>
                  <a:lnTo>
                    <a:pt x="13589" y="4114"/>
                  </a:lnTo>
                  <a:close/>
                </a:path>
                <a:path w="30479" h="16509">
                  <a:moveTo>
                    <a:pt x="13677" y="11366"/>
                  </a:moveTo>
                  <a:lnTo>
                    <a:pt x="13627" y="11112"/>
                  </a:lnTo>
                  <a:lnTo>
                    <a:pt x="13563" y="11366"/>
                  </a:lnTo>
                  <a:close/>
                </a:path>
                <a:path w="30479" h="16509">
                  <a:moveTo>
                    <a:pt x="13703" y="9372"/>
                  </a:moveTo>
                  <a:lnTo>
                    <a:pt x="13665" y="9232"/>
                  </a:lnTo>
                  <a:lnTo>
                    <a:pt x="13449" y="9486"/>
                  </a:lnTo>
                  <a:lnTo>
                    <a:pt x="13563" y="9639"/>
                  </a:lnTo>
                  <a:lnTo>
                    <a:pt x="13703" y="9372"/>
                  </a:lnTo>
                  <a:close/>
                </a:path>
                <a:path w="30479" h="16509">
                  <a:moveTo>
                    <a:pt x="13881" y="3213"/>
                  </a:moveTo>
                  <a:lnTo>
                    <a:pt x="13639" y="3251"/>
                  </a:lnTo>
                  <a:lnTo>
                    <a:pt x="13627" y="3975"/>
                  </a:lnTo>
                  <a:lnTo>
                    <a:pt x="13817" y="3733"/>
                  </a:lnTo>
                  <a:lnTo>
                    <a:pt x="13843" y="3505"/>
                  </a:lnTo>
                  <a:lnTo>
                    <a:pt x="13881" y="3213"/>
                  </a:lnTo>
                  <a:close/>
                </a:path>
                <a:path w="30479" h="16509">
                  <a:moveTo>
                    <a:pt x="13893" y="7848"/>
                  </a:moveTo>
                  <a:lnTo>
                    <a:pt x="13741" y="7658"/>
                  </a:lnTo>
                  <a:lnTo>
                    <a:pt x="13779" y="7848"/>
                  </a:lnTo>
                  <a:close/>
                </a:path>
                <a:path w="30479" h="16509">
                  <a:moveTo>
                    <a:pt x="14300" y="11734"/>
                  </a:moveTo>
                  <a:lnTo>
                    <a:pt x="14147" y="11493"/>
                  </a:lnTo>
                  <a:lnTo>
                    <a:pt x="14109" y="11303"/>
                  </a:lnTo>
                  <a:lnTo>
                    <a:pt x="14008" y="11480"/>
                  </a:lnTo>
                  <a:lnTo>
                    <a:pt x="13931" y="11341"/>
                  </a:lnTo>
                  <a:lnTo>
                    <a:pt x="13970" y="11201"/>
                  </a:lnTo>
                  <a:lnTo>
                    <a:pt x="13792" y="11112"/>
                  </a:lnTo>
                  <a:lnTo>
                    <a:pt x="13931" y="11595"/>
                  </a:lnTo>
                  <a:lnTo>
                    <a:pt x="14160" y="11722"/>
                  </a:lnTo>
                  <a:lnTo>
                    <a:pt x="14173" y="11912"/>
                  </a:lnTo>
                  <a:lnTo>
                    <a:pt x="14300" y="11734"/>
                  </a:lnTo>
                  <a:close/>
                </a:path>
                <a:path w="30479" h="16509">
                  <a:moveTo>
                    <a:pt x="14478" y="12852"/>
                  </a:moveTo>
                  <a:lnTo>
                    <a:pt x="14376" y="12623"/>
                  </a:lnTo>
                  <a:lnTo>
                    <a:pt x="14401" y="12407"/>
                  </a:lnTo>
                  <a:lnTo>
                    <a:pt x="14325" y="12598"/>
                  </a:lnTo>
                  <a:lnTo>
                    <a:pt x="14363" y="12979"/>
                  </a:lnTo>
                  <a:lnTo>
                    <a:pt x="14478" y="12852"/>
                  </a:lnTo>
                  <a:close/>
                </a:path>
                <a:path w="30479" h="16509">
                  <a:moveTo>
                    <a:pt x="17246" y="5346"/>
                  </a:moveTo>
                  <a:lnTo>
                    <a:pt x="17068" y="5321"/>
                  </a:lnTo>
                  <a:lnTo>
                    <a:pt x="17094" y="5499"/>
                  </a:lnTo>
                  <a:lnTo>
                    <a:pt x="17246" y="5346"/>
                  </a:lnTo>
                  <a:close/>
                </a:path>
                <a:path w="30479" h="16509">
                  <a:moveTo>
                    <a:pt x="30022" y="11836"/>
                  </a:moveTo>
                  <a:lnTo>
                    <a:pt x="29946" y="10782"/>
                  </a:lnTo>
                  <a:lnTo>
                    <a:pt x="29984" y="10033"/>
                  </a:lnTo>
                  <a:lnTo>
                    <a:pt x="29895" y="10591"/>
                  </a:lnTo>
                  <a:lnTo>
                    <a:pt x="29972" y="11645"/>
                  </a:lnTo>
                  <a:lnTo>
                    <a:pt x="29946" y="12407"/>
                  </a:lnTo>
                  <a:lnTo>
                    <a:pt x="30022" y="118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4" name="object 144"/>
            <p:cNvSpPr/>
            <p:nvPr/>
          </p:nvSpPr>
          <p:spPr>
            <a:xfrm>
              <a:off x="3976941" y="1237690"/>
              <a:ext cx="31115" cy="19050"/>
            </a:xfrm>
            <a:custGeom>
              <a:avLst/>
              <a:gdLst/>
              <a:ahLst/>
              <a:cxnLst/>
              <a:rect l="l" t="t" r="r" b="b"/>
              <a:pathLst>
                <a:path w="31114" h="19050">
                  <a:moveTo>
                    <a:pt x="9017" y="7150"/>
                  </a:moveTo>
                  <a:lnTo>
                    <a:pt x="8928" y="6921"/>
                  </a:lnTo>
                  <a:lnTo>
                    <a:pt x="8928" y="7213"/>
                  </a:lnTo>
                  <a:close/>
                </a:path>
                <a:path w="31114" h="19050">
                  <a:moveTo>
                    <a:pt x="9461" y="16637"/>
                  </a:moveTo>
                  <a:lnTo>
                    <a:pt x="9398" y="16840"/>
                  </a:lnTo>
                  <a:lnTo>
                    <a:pt x="9461" y="16637"/>
                  </a:lnTo>
                  <a:close/>
                </a:path>
                <a:path w="31114" h="19050">
                  <a:moveTo>
                    <a:pt x="9575" y="17602"/>
                  </a:moveTo>
                  <a:lnTo>
                    <a:pt x="9474" y="17068"/>
                  </a:lnTo>
                  <a:lnTo>
                    <a:pt x="9321" y="17068"/>
                  </a:lnTo>
                  <a:lnTo>
                    <a:pt x="9372" y="17208"/>
                  </a:lnTo>
                  <a:lnTo>
                    <a:pt x="9372" y="17386"/>
                  </a:lnTo>
                  <a:lnTo>
                    <a:pt x="9321" y="17576"/>
                  </a:lnTo>
                  <a:lnTo>
                    <a:pt x="9220" y="17437"/>
                  </a:lnTo>
                  <a:lnTo>
                    <a:pt x="9131" y="17614"/>
                  </a:lnTo>
                  <a:lnTo>
                    <a:pt x="9271" y="17564"/>
                  </a:lnTo>
                  <a:lnTo>
                    <a:pt x="9296" y="17754"/>
                  </a:lnTo>
                  <a:lnTo>
                    <a:pt x="9512" y="17754"/>
                  </a:lnTo>
                  <a:lnTo>
                    <a:pt x="9550" y="17983"/>
                  </a:lnTo>
                  <a:lnTo>
                    <a:pt x="9575" y="17602"/>
                  </a:lnTo>
                  <a:close/>
                </a:path>
                <a:path w="31114" h="19050">
                  <a:moveTo>
                    <a:pt x="9969" y="17602"/>
                  </a:moveTo>
                  <a:lnTo>
                    <a:pt x="9906" y="17399"/>
                  </a:lnTo>
                  <a:lnTo>
                    <a:pt x="9906" y="17576"/>
                  </a:lnTo>
                  <a:close/>
                </a:path>
                <a:path w="31114" h="19050">
                  <a:moveTo>
                    <a:pt x="10045" y="17322"/>
                  </a:moveTo>
                  <a:lnTo>
                    <a:pt x="10007" y="16979"/>
                  </a:lnTo>
                  <a:lnTo>
                    <a:pt x="9944" y="17348"/>
                  </a:lnTo>
                  <a:close/>
                </a:path>
                <a:path w="31114" h="19050">
                  <a:moveTo>
                    <a:pt x="10058" y="11455"/>
                  </a:moveTo>
                  <a:lnTo>
                    <a:pt x="9969" y="11049"/>
                  </a:lnTo>
                  <a:lnTo>
                    <a:pt x="9906" y="10782"/>
                  </a:lnTo>
                  <a:lnTo>
                    <a:pt x="9867" y="10629"/>
                  </a:lnTo>
                  <a:lnTo>
                    <a:pt x="9664" y="10629"/>
                  </a:lnTo>
                  <a:lnTo>
                    <a:pt x="9906" y="10147"/>
                  </a:lnTo>
                  <a:lnTo>
                    <a:pt x="8178" y="10147"/>
                  </a:lnTo>
                  <a:lnTo>
                    <a:pt x="8178" y="12344"/>
                  </a:lnTo>
                  <a:lnTo>
                    <a:pt x="8140" y="12573"/>
                  </a:lnTo>
                  <a:lnTo>
                    <a:pt x="7988" y="12344"/>
                  </a:lnTo>
                  <a:lnTo>
                    <a:pt x="8178" y="12344"/>
                  </a:lnTo>
                  <a:lnTo>
                    <a:pt x="8178" y="10147"/>
                  </a:lnTo>
                  <a:lnTo>
                    <a:pt x="0" y="10147"/>
                  </a:lnTo>
                  <a:lnTo>
                    <a:pt x="25" y="12750"/>
                  </a:lnTo>
                  <a:lnTo>
                    <a:pt x="8128" y="12750"/>
                  </a:lnTo>
                  <a:lnTo>
                    <a:pt x="9740" y="12750"/>
                  </a:lnTo>
                  <a:lnTo>
                    <a:pt x="9817" y="12344"/>
                  </a:lnTo>
                  <a:lnTo>
                    <a:pt x="9702" y="11455"/>
                  </a:lnTo>
                  <a:lnTo>
                    <a:pt x="10058" y="11455"/>
                  </a:lnTo>
                  <a:close/>
                </a:path>
                <a:path w="31114" h="19050">
                  <a:moveTo>
                    <a:pt x="10121" y="863"/>
                  </a:moveTo>
                  <a:lnTo>
                    <a:pt x="9906" y="889"/>
                  </a:lnTo>
                  <a:lnTo>
                    <a:pt x="9906" y="1193"/>
                  </a:lnTo>
                  <a:lnTo>
                    <a:pt x="10121" y="1041"/>
                  </a:lnTo>
                  <a:lnTo>
                    <a:pt x="10121" y="863"/>
                  </a:lnTo>
                  <a:close/>
                </a:path>
                <a:path w="31114" h="19050">
                  <a:moveTo>
                    <a:pt x="10160" y="18224"/>
                  </a:moveTo>
                  <a:lnTo>
                    <a:pt x="10020" y="18110"/>
                  </a:lnTo>
                  <a:lnTo>
                    <a:pt x="10071" y="18338"/>
                  </a:lnTo>
                  <a:lnTo>
                    <a:pt x="10058" y="18478"/>
                  </a:lnTo>
                  <a:lnTo>
                    <a:pt x="10147" y="18338"/>
                  </a:lnTo>
                  <a:close/>
                </a:path>
                <a:path w="31114" h="19050">
                  <a:moveTo>
                    <a:pt x="10198" y="16814"/>
                  </a:moveTo>
                  <a:lnTo>
                    <a:pt x="10045" y="16878"/>
                  </a:lnTo>
                  <a:lnTo>
                    <a:pt x="10083" y="17030"/>
                  </a:lnTo>
                  <a:lnTo>
                    <a:pt x="10198" y="16814"/>
                  </a:lnTo>
                  <a:close/>
                </a:path>
                <a:path w="31114" h="19050">
                  <a:moveTo>
                    <a:pt x="10223" y="3708"/>
                  </a:moveTo>
                  <a:lnTo>
                    <a:pt x="10071" y="3644"/>
                  </a:lnTo>
                  <a:lnTo>
                    <a:pt x="10121" y="3860"/>
                  </a:lnTo>
                  <a:lnTo>
                    <a:pt x="9969" y="3937"/>
                  </a:lnTo>
                  <a:lnTo>
                    <a:pt x="10007" y="4076"/>
                  </a:lnTo>
                  <a:lnTo>
                    <a:pt x="10185" y="4000"/>
                  </a:lnTo>
                  <a:lnTo>
                    <a:pt x="10185" y="3784"/>
                  </a:lnTo>
                  <a:close/>
                </a:path>
                <a:path w="31114" h="19050">
                  <a:moveTo>
                    <a:pt x="10401" y="1689"/>
                  </a:moveTo>
                  <a:lnTo>
                    <a:pt x="10337" y="1422"/>
                  </a:lnTo>
                  <a:lnTo>
                    <a:pt x="10121" y="1422"/>
                  </a:lnTo>
                  <a:lnTo>
                    <a:pt x="9982" y="1587"/>
                  </a:lnTo>
                  <a:lnTo>
                    <a:pt x="10071" y="1917"/>
                  </a:lnTo>
                  <a:lnTo>
                    <a:pt x="10185" y="2120"/>
                  </a:lnTo>
                  <a:lnTo>
                    <a:pt x="10363" y="1854"/>
                  </a:lnTo>
                  <a:lnTo>
                    <a:pt x="10223" y="1778"/>
                  </a:lnTo>
                  <a:lnTo>
                    <a:pt x="10121" y="1587"/>
                  </a:lnTo>
                  <a:lnTo>
                    <a:pt x="10337" y="1498"/>
                  </a:lnTo>
                  <a:lnTo>
                    <a:pt x="10401" y="1689"/>
                  </a:lnTo>
                  <a:close/>
                </a:path>
                <a:path w="31114" h="19050">
                  <a:moveTo>
                    <a:pt x="10414" y="4648"/>
                  </a:moveTo>
                  <a:lnTo>
                    <a:pt x="10236" y="4737"/>
                  </a:lnTo>
                  <a:lnTo>
                    <a:pt x="10274" y="4914"/>
                  </a:lnTo>
                  <a:lnTo>
                    <a:pt x="10414" y="4648"/>
                  </a:lnTo>
                  <a:close/>
                </a:path>
                <a:path w="31114" h="19050">
                  <a:moveTo>
                    <a:pt x="10452" y="18478"/>
                  </a:moveTo>
                  <a:lnTo>
                    <a:pt x="10375" y="18300"/>
                  </a:lnTo>
                  <a:lnTo>
                    <a:pt x="10337" y="18478"/>
                  </a:lnTo>
                  <a:close/>
                </a:path>
                <a:path w="31114" h="19050">
                  <a:moveTo>
                    <a:pt x="10477" y="2794"/>
                  </a:moveTo>
                  <a:lnTo>
                    <a:pt x="10439" y="2616"/>
                  </a:lnTo>
                  <a:lnTo>
                    <a:pt x="10363" y="2362"/>
                  </a:lnTo>
                  <a:lnTo>
                    <a:pt x="10147" y="2438"/>
                  </a:lnTo>
                  <a:lnTo>
                    <a:pt x="10147" y="2159"/>
                  </a:lnTo>
                  <a:lnTo>
                    <a:pt x="10058" y="2400"/>
                  </a:lnTo>
                  <a:lnTo>
                    <a:pt x="10121" y="2667"/>
                  </a:lnTo>
                  <a:lnTo>
                    <a:pt x="10033" y="2959"/>
                  </a:lnTo>
                  <a:lnTo>
                    <a:pt x="10071" y="3098"/>
                  </a:lnTo>
                  <a:lnTo>
                    <a:pt x="10185" y="3289"/>
                  </a:lnTo>
                  <a:lnTo>
                    <a:pt x="10261" y="2984"/>
                  </a:lnTo>
                  <a:lnTo>
                    <a:pt x="10363" y="3136"/>
                  </a:lnTo>
                  <a:lnTo>
                    <a:pt x="10439" y="2946"/>
                  </a:lnTo>
                  <a:lnTo>
                    <a:pt x="10477" y="2794"/>
                  </a:lnTo>
                  <a:close/>
                </a:path>
                <a:path w="31114" h="19050">
                  <a:moveTo>
                    <a:pt x="10490" y="16408"/>
                  </a:moveTo>
                  <a:lnTo>
                    <a:pt x="10198" y="16014"/>
                  </a:lnTo>
                  <a:lnTo>
                    <a:pt x="9779" y="14503"/>
                  </a:lnTo>
                  <a:lnTo>
                    <a:pt x="10083" y="14503"/>
                  </a:lnTo>
                  <a:lnTo>
                    <a:pt x="9969" y="13563"/>
                  </a:lnTo>
                  <a:lnTo>
                    <a:pt x="9817" y="13563"/>
                  </a:lnTo>
                  <a:lnTo>
                    <a:pt x="9753" y="13246"/>
                  </a:lnTo>
                  <a:lnTo>
                    <a:pt x="9753" y="16408"/>
                  </a:lnTo>
                  <a:lnTo>
                    <a:pt x="9677" y="16637"/>
                  </a:lnTo>
                  <a:lnTo>
                    <a:pt x="9626" y="16408"/>
                  </a:lnTo>
                  <a:lnTo>
                    <a:pt x="9753" y="16408"/>
                  </a:lnTo>
                  <a:lnTo>
                    <a:pt x="9753" y="13246"/>
                  </a:lnTo>
                  <a:lnTo>
                    <a:pt x="9537" y="13182"/>
                  </a:lnTo>
                  <a:lnTo>
                    <a:pt x="25" y="13182"/>
                  </a:lnTo>
                  <a:lnTo>
                    <a:pt x="127" y="18465"/>
                  </a:lnTo>
                  <a:lnTo>
                    <a:pt x="9321" y="18465"/>
                  </a:lnTo>
                  <a:lnTo>
                    <a:pt x="9271" y="18072"/>
                  </a:lnTo>
                  <a:lnTo>
                    <a:pt x="9436" y="17907"/>
                  </a:lnTo>
                  <a:lnTo>
                    <a:pt x="9220" y="17907"/>
                  </a:lnTo>
                  <a:lnTo>
                    <a:pt x="9118" y="17678"/>
                  </a:lnTo>
                  <a:lnTo>
                    <a:pt x="8864" y="17907"/>
                  </a:lnTo>
                  <a:lnTo>
                    <a:pt x="8877" y="18059"/>
                  </a:lnTo>
                  <a:lnTo>
                    <a:pt x="8763" y="17907"/>
                  </a:lnTo>
                  <a:lnTo>
                    <a:pt x="8369" y="17437"/>
                  </a:lnTo>
                  <a:lnTo>
                    <a:pt x="8166" y="17437"/>
                  </a:lnTo>
                  <a:lnTo>
                    <a:pt x="8153" y="17208"/>
                  </a:lnTo>
                  <a:lnTo>
                    <a:pt x="7823" y="17208"/>
                  </a:lnTo>
                  <a:lnTo>
                    <a:pt x="7823" y="17056"/>
                  </a:lnTo>
                  <a:lnTo>
                    <a:pt x="7886" y="16725"/>
                  </a:lnTo>
                  <a:lnTo>
                    <a:pt x="7975" y="16598"/>
                  </a:lnTo>
                  <a:lnTo>
                    <a:pt x="7797" y="16662"/>
                  </a:lnTo>
                  <a:lnTo>
                    <a:pt x="7734" y="16929"/>
                  </a:lnTo>
                  <a:lnTo>
                    <a:pt x="7607" y="16713"/>
                  </a:lnTo>
                  <a:lnTo>
                    <a:pt x="7569" y="16586"/>
                  </a:lnTo>
                  <a:lnTo>
                    <a:pt x="7543" y="16408"/>
                  </a:lnTo>
                  <a:lnTo>
                    <a:pt x="7747" y="16408"/>
                  </a:lnTo>
                  <a:lnTo>
                    <a:pt x="7569" y="16586"/>
                  </a:lnTo>
                  <a:lnTo>
                    <a:pt x="7874" y="16598"/>
                  </a:lnTo>
                  <a:lnTo>
                    <a:pt x="7785" y="16408"/>
                  </a:lnTo>
                  <a:lnTo>
                    <a:pt x="8013" y="16408"/>
                  </a:lnTo>
                  <a:lnTo>
                    <a:pt x="8331" y="16408"/>
                  </a:lnTo>
                  <a:lnTo>
                    <a:pt x="8991" y="16408"/>
                  </a:lnTo>
                  <a:lnTo>
                    <a:pt x="9144" y="16408"/>
                  </a:lnTo>
                  <a:lnTo>
                    <a:pt x="8483" y="14503"/>
                  </a:lnTo>
                  <a:lnTo>
                    <a:pt x="8407" y="15443"/>
                  </a:lnTo>
                  <a:lnTo>
                    <a:pt x="8039" y="14846"/>
                  </a:lnTo>
                  <a:lnTo>
                    <a:pt x="7759" y="15417"/>
                  </a:lnTo>
                  <a:lnTo>
                    <a:pt x="7531" y="14503"/>
                  </a:lnTo>
                  <a:lnTo>
                    <a:pt x="7848" y="14503"/>
                  </a:lnTo>
                  <a:lnTo>
                    <a:pt x="8216" y="14503"/>
                  </a:lnTo>
                  <a:lnTo>
                    <a:pt x="9652" y="14503"/>
                  </a:lnTo>
                  <a:lnTo>
                    <a:pt x="9563" y="15125"/>
                  </a:lnTo>
                  <a:lnTo>
                    <a:pt x="9118" y="14503"/>
                  </a:lnTo>
                  <a:lnTo>
                    <a:pt x="9499" y="15557"/>
                  </a:lnTo>
                  <a:lnTo>
                    <a:pt x="9042" y="14998"/>
                  </a:lnTo>
                  <a:lnTo>
                    <a:pt x="9232" y="16408"/>
                  </a:lnTo>
                  <a:lnTo>
                    <a:pt x="9385" y="16408"/>
                  </a:lnTo>
                  <a:lnTo>
                    <a:pt x="9537" y="16459"/>
                  </a:lnTo>
                  <a:lnTo>
                    <a:pt x="9563" y="16637"/>
                  </a:lnTo>
                  <a:lnTo>
                    <a:pt x="9537" y="16840"/>
                  </a:lnTo>
                  <a:lnTo>
                    <a:pt x="9639" y="16700"/>
                  </a:lnTo>
                  <a:lnTo>
                    <a:pt x="9537" y="16916"/>
                  </a:lnTo>
                  <a:lnTo>
                    <a:pt x="9575" y="17132"/>
                  </a:lnTo>
                  <a:lnTo>
                    <a:pt x="9740" y="16814"/>
                  </a:lnTo>
                  <a:lnTo>
                    <a:pt x="9779" y="16408"/>
                  </a:lnTo>
                  <a:lnTo>
                    <a:pt x="10045" y="16408"/>
                  </a:lnTo>
                  <a:lnTo>
                    <a:pt x="10312" y="16408"/>
                  </a:lnTo>
                  <a:lnTo>
                    <a:pt x="10490" y="16408"/>
                  </a:lnTo>
                  <a:close/>
                </a:path>
                <a:path w="31114" h="19050">
                  <a:moveTo>
                    <a:pt x="10541" y="18478"/>
                  </a:moveTo>
                  <a:close/>
                </a:path>
                <a:path w="31114" h="19050">
                  <a:moveTo>
                    <a:pt x="10693" y="3746"/>
                  </a:moveTo>
                  <a:lnTo>
                    <a:pt x="10655" y="3517"/>
                  </a:lnTo>
                  <a:lnTo>
                    <a:pt x="10617" y="3708"/>
                  </a:lnTo>
                  <a:close/>
                </a:path>
                <a:path w="31114" h="19050">
                  <a:moveTo>
                    <a:pt x="10782" y="4076"/>
                  </a:moveTo>
                  <a:lnTo>
                    <a:pt x="10617" y="4191"/>
                  </a:lnTo>
                  <a:lnTo>
                    <a:pt x="10756" y="4292"/>
                  </a:lnTo>
                  <a:lnTo>
                    <a:pt x="10782" y="4076"/>
                  </a:lnTo>
                  <a:close/>
                </a:path>
                <a:path w="31114" h="19050">
                  <a:moveTo>
                    <a:pt x="10795" y="16154"/>
                  </a:moveTo>
                  <a:lnTo>
                    <a:pt x="10642" y="16230"/>
                  </a:lnTo>
                  <a:lnTo>
                    <a:pt x="10744" y="16395"/>
                  </a:lnTo>
                  <a:lnTo>
                    <a:pt x="10795" y="16154"/>
                  </a:lnTo>
                  <a:close/>
                </a:path>
                <a:path w="31114" h="19050">
                  <a:moveTo>
                    <a:pt x="10883" y="16586"/>
                  </a:moveTo>
                  <a:lnTo>
                    <a:pt x="10693" y="16446"/>
                  </a:lnTo>
                  <a:lnTo>
                    <a:pt x="10655" y="16700"/>
                  </a:lnTo>
                  <a:lnTo>
                    <a:pt x="10845" y="16700"/>
                  </a:lnTo>
                  <a:close/>
                </a:path>
                <a:path w="31114" h="19050">
                  <a:moveTo>
                    <a:pt x="11087" y="16497"/>
                  </a:moveTo>
                  <a:lnTo>
                    <a:pt x="11036" y="16268"/>
                  </a:lnTo>
                  <a:lnTo>
                    <a:pt x="10909" y="16522"/>
                  </a:lnTo>
                  <a:lnTo>
                    <a:pt x="11087" y="16497"/>
                  </a:lnTo>
                  <a:close/>
                </a:path>
                <a:path w="31114" h="19050">
                  <a:moveTo>
                    <a:pt x="11150" y="16535"/>
                  </a:moveTo>
                  <a:lnTo>
                    <a:pt x="10998" y="16548"/>
                  </a:lnTo>
                  <a:lnTo>
                    <a:pt x="11150" y="16725"/>
                  </a:lnTo>
                  <a:lnTo>
                    <a:pt x="11150" y="16535"/>
                  </a:lnTo>
                  <a:close/>
                </a:path>
                <a:path w="31114" h="19050">
                  <a:moveTo>
                    <a:pt x="11353" y="18478"/>
                  </a:moveTo>
                  <a:lnTo>
                    <a:pt x="11315" y="18300"/>
                  </a:lnTo>
                  <a:lnTo>
                    <a:pt x="11277" y="18478"/>
                  </a:lnTo>
                  <a:close/>
                </a:path>
                <a:path w="31114" h="19050">
                  <a:moveTo>
                    <a:pt x="11468" y="18478"/>
                  </a:moveTo>
                  <a:close/>
                </a:path>
                <a:path w="31114" h="19050">
                  <a:moveTo>
                    <a:pt x="11569" y="15532"/>
                  </a:moveTo>
                  <a:lnTo>
                    <a:pt x="11442" y="15417"/>
                  </a:lnTo>
                  <a:lnTo>
                    <a:pt x="11315" y="15532"/>
                  </a:lnTo>
                  <a:lnTo>
                    <a:pt x="11468" y="15557"/>
                  </a:lnTo>
                  <a:close/>
                </a:path>
                <a:path w="31114" h="19050">
                  <a:moveTo>
                    <a:pt x="11582" y="12357"/>
                  </a:moveTo>
                  <a:lnTo>
                    <a:pt x="11341" y="12344"/>
                  </a:lnTo>
                  <a:lnTo>
                    <a:pt x="11341" y="12217"/>
                  </a:lnTo>
                  <a:lnTo>
                    <a:pt x="11277" y="12573"/>
                  </a:lnTo>
                  <a:lnTo>
                    <a:pt x="11201" y="12344"/>
                  </a:lnTo>
                  <a:lnTo>
                    <a:pt x="11137" y="12941"/>
                  </a:lnTo>
                  <a:lnTo>
                    <a:pt x="11315" y="12649"/>
                  </a:lnTo>
                  <a:lnTo>
                    <a:pt x="11582" y="12357"/>
                  </a:lnTo>
                  <a:close/>
                </a:path>
                <a:path w="31114" h="19050">
                  <a:moveTo>
                    <a:pt x="11785" y="16662"/>
                  </a:moveTo>
                  <a:lnTo>
                    <a:pt x="11684" y="16522"/>
                  </a:lnTo>
                  <a:lnTo>
                    <a:pt x="11569" y="16662"/>
                  </a:lnTo>
                  <a:lnTo>
                    <a:pt x="11785" y="16662"/>
                  </a:lnTo>
                  <a:close/>
                </a:path>
                <a:path w="31114" h="19050">
                  <a:moveTo>
                    <a:pt x="11988" y="13677"/>
                  </a:moveTo>
                  <a:lnTo>
                    <a:pt x="11849" y="13677"/>
                  </a:lnTo>
                  <a:lnTo>
                    <a:pt x="11849" y="13906"/>
                  </a:lnTo>
                  <a:lnTo>
                    <a:pt x="11988" y="13677"/>
                  </a:lnTo>
                  <a:close/>
                </a:path>
                <a:path w="31114" h="19050">
                  <a:moveTo>
                    <a:pt x="12077" y="10325"/>
                  </a:moveTo>
                  <a:lnTo>
                    <a:pt x="12001" y="10071"/>
                  </a:lnTo>
                  <a:lnTo>
                    <a:pt x="11925" y="10439"/>
                  </a:lnTo>
                  <a:lnTo>
                    <a:pt x="12077" y="10325"/>
                  </a:lnTo>
                  <a:close/>
                </a:path>
                <a:path w="31114" h="19050">
                  <a:moveTo>
                    <a:pt x="12115" y="16954"/>
                  </a:moveTo>
                  <a:lnTo>
                    <a:pt x="12090" y="16725"/>
                  </a:lnTo>
                  <a:lnTo>
                    <a:pt x="12052" y="16357"/>
                  </a:lnTo>
                  <a:lnTo>
                    <a:pt x="11938" y="16738"/>
                  </a:lnTo>
                  <a:lnTo>
                    <a:pt x="12115" y="16954"/>
                  </a:lnTo>
                  <a:close/>
                </a:path>
                <a:path w="31114" h="19050">
                  <a:moveTo>
                    <a:pt x="12179" y="15773"/>
                  </a:moveTo>
                  <a:lnTo>
                    <a:pt x="11912" y="15684"/>
                  </a:lnTo>
                  <a:lnTo>
                    <a:pt x="12090" y="16002"/>
                  </a:lnTo>
                  <a:lnTo>
                    <a:pt x="12179" y="15773"/>
                  </a:lnTo>
                  <a:close/>
                </a:path>
                <a:path w="31114" h="19050">
                  <a:moveTo>
                    <a:pt x="12192" y="10287"/>
                  </a:moveTo>
                  <a:lnTo>
                    <a:pt x="12090" y="10591"/>
                  </a:lnTo>
                  <a:lnTo>
                    <a:pt x="12192" y="10287"/>
                  </a:lnTo>
                  <a:close/>
                </a:path>
                <a:path w="31114" h="19050">
                  <a:moveTo>
                    <a:pt x="12433" y="14401"/>
                  </a:moveTo>
                  <a:lnTo>
                    <a:pt x="12407" y="14211"/>
                  </a:lnTo>
                  <a:lnTo>
                    <a:pt x="12255" y="14427"/>
                  </a:lnTo>
                  <a:lnTo>
                    <a:pt x="12433" y="14401"/>
                  </a:lnTo>
                  <a:close/>
                </a:path>
                <a:path w="31114" h="19050">
                  <a:moveTo>
                    <a:pt x="12623" y="15278"/>
                  </a:moveTo>
                  <a:lnTo>
                    <a:pt x="12433" y="15278"/>
                  </a:lnTo>
                  <a:lnTo>
                    <a:pt x="12471" y="15430"/>
                  </a:lnTo>
                  <a:lnTo>
                    <a:pt x="12623" y="15278"/>
                  </a:lnTo>
                  <a:close/>
                </a:path>
                <a:path w="31114" h="19050">
                  <a:moveTo>
                    <a:pt x="12623" y="9156"/>
                  </a:moveTo>
                  <a:lnTo>
                    <a:pt x="12433" y="9156"/>
                  </a:lnTo>
                  <a:lnTo>
                    <a:pt x="12496" y="9296"/>
                  </a:lnTo>
                  <a:lnTo>
                    <a:pt x="12420" y="9575"/>
                  </a:lnTo>
                  <a:lnTo>
                    <a:pt x="12433" y="9906"/>
                  </a:lnTo>
                  <a:lnTo>
                    <a:pt x="12230" y="9652"/>
                  </a:lnTo>
                  <a:lnTo>
                    <a:pt x="12407" y="9601"/>
                  </a:lnTo>
                  <a:lnTo>
                    <a:pt x="12357" y="9321"/>
                  </a:lnTo>
                  <a:lnTo>
                    <a:pt x="12293" y="9156"/>
                  </a:lnTo>
                  <a:lnTo>
                    <a:pt x="12090" y="9156"/>
                  </a:lnTo>
                  <a:lnTo>
                    <a:pt x="11988" y="9359"/>
                  </a:lnTo>
                  <a:lnTo>
                    <a:pt x="12026" y="9169"/>
                  </a:lnTo>
                  <a:lnTo>
                    <a:pt x="11963" y="9588"/>
                  </a:lnTo>
                  <a:lnTo>
                    <a:pt x="11988" y="9385"/>
                  </a:lnTo>
                  <a:lnTo>
                    <a:pt x="12242" y="9474"/>
                  </a:lnTo>
                  <a:lnTo>
                    <a:pt x="12090" y="9461"/>
                  </a:lnTo>
                  <a:lnTo>
                    <a:pt x="12090" y="9677"/>
                  </a:lnTo>
                  <a:lnTo>
                    <a:pt x="12153" y="9829"/>
                  </a:lnTo>
                  <a:lnTo>
                    <a:pt x="12153" y="10172"/>
                  </a:lnTo>
                  <a:lnTo>
                    <a:pt x="12141" y="10045"/>
                  </a:lnTo>
                  <a:lnTo>
                    <a:pt x="12293" y="9918"/>
                  </a:lnTo>
                  <a:lnTo>
                    <a:pt x="12268" y="10198"/>
                  </a:lnTo>
                  <a:lnTo>
                    <a:pt x="12585" y="10236"/>
                  </a:lnTo>
                  <a:lnTo>
                    <a:pt x="12496" y="9918"/>
                  </a:lnTo>
                  <a:lnTo>
                    <a:pt x="12623" y="9410"/>
                  </a:lnTo>
                  <a:lnTo>
                    <a:pt x="12623" y="9156"/>
                  </a:lnTo>
                  <a:close/>
                </a:path>
                <a:path w="31114" h="19050">
                  <a:moveTo>
                    <a:pt x="12687" y="10363"/>
                  </a:moveTo>
                  <a:lnTo>
                    <a:pt x="12509" y="10579"/>
                  </a:lnTo>
                  <a:lnTo>
                    <a:pt x="12687" y="10541"/>
                  </a:lnTo>
                  <a:lnTo>
                    <a:pt x="12687" y="10363"/>
                  </a:lnTo>
                  <a:close/>
                </a:path>
                <a:path w="31114" h="19050">
                  <a:moveTo>
                    <a:pt x="12725" y="4000"/>
                  </a:moveTo>
                  <a:lnTo>
                    <a:pt x="12534" y="3873"/>
                  </a:lnTo>
                  <a:lnTo>
                    <a:pt x="12509" y="4000"/>
                  </a:lnTo>
                  <a:lnTo>
                    <a:pt x="12725" y="4000"/>
                  </a:lnTo>
                  <a:close/>
                </a:path>
                <a:path w="31114" h="19050">
                  <a:moveTo>
                    <a:pt x="12801" y="16357"/>
                  </a:moveTo>
                  <a:lnTo>
                    <a:pt x="12623" y="16217"/>
                  </a:lnTo>
                  <a:lnTo>
                    <a:pt x="12687" y="16433"/>
                  </a:lnTo>
                  <a:close/>
                </a:path>
                <a:path w="31114" h="19050">
                  <a:moveTo>
                    <a:pt x="12839" y="355"/>
                  </a:moveTo>
                  <a:lnTo>
                    <a:pt x="12788" y="0"/>
                  </a:lnTo>
                  <a:lnTo>
                    <a:pt x="12687" y="190"/>
                  </a:lnTo>
                  <a:lnTo>
                    <a:pt x="12509" y="685"/>
                  </a:lnTo>
                  <a:lnTo>
                    <a:pt x="12738" y="876"/>
                  </a:lnTo>
                  <a:lnTo>
                    <a:pt x="12827" y="698"/>
                  </a:lnTo>
                  <a:lnTo>
                    <a:pt x="12661" y="596"/>
                  </a:lnTo>
                  <a:lnTo>
                    <a:pt x="12839" y="355"/>
                  </a:lnTo>
                  <a:close/>
                </a:path>
                <a:path w="31114" h="19050">
                  <a:moveTo>
                    <a:pt x="12941" y="13208"/>
                  </a:moveTo>
                  <a:lnTo>
                    <a:pt x="12712" y="12992"/>
                  </a:lnTo>
                  <a:lnTo>
                    <a:pt x="12712" y="13208"/>
                  </a:lnTo>
                  <a:lnTo>
                    <a:pt x="12674" y="13385"/>
                  </a:lnTo>
                  <a:lnTo>
                    <a:pt x="12941" y="13208"/>
                  </a:lnTo>
                  <a:close/>
                </a:path>
                <a:path w="31114" h="19050">
                  <a:moveTo>
                    <a:pt x="13081" y="6515"/>
                  </a:moveTo>
                  <a:lnTo>
                    <a:pt x="12966" y="6324"/>
                  </a:lnTo>
                  <a:lnTo>
                    <a:pt x="12954" y="6553"/>
                  </a:lnTo>
                  <a:lnTo>
                    <a:pt x="13081" y="6515"/>
                  </a:lnTo>
                  <a:close/>
                </a:path>
                <a:path w="31114" h="19050">
                  <a:moveTo>
                    <a:pt x="13195" y="63"/>
                  </a:moveTo>
                  <a:lnTo>
                    <a:pt x="13055" y="25"/>
                  </a:lnTo>
                  <a:lnTo>
                    <a:pt x="13017" y="215"/>
                  </a:lnTo>
                  <a:lnTo>
                    <a:pt x="13081" y="355"/>
                  </a:lnTo>
                  <a:lnTo>
                    <a:pt x="13195" y="63"/>
                  </a:lnTo>
                  <a:close/>
                </a:path>
                <a:path w="31114" h="19050">
                  <a:moveTo>
                    <a:pt x="13220" y="3136"/>
                  </a:moveTo>
                  <a:lnTo>
                    <a:pt x="13208" y="2743"/>
                  </a:lnTo>
                  <a:lnTo>
                    <a:pt x="13182" y="2057"/>
                  </a:lnTo>
                  <a:lnTo>
                    <a:pt x="13220" y="3136"/>
                  </a:lnTo>
                  <a:close/>
                </a:path>
                <a:path w="31114" h="19050">
                  <a:moveTo>
                    <a:pt x="13500" y="12433"/>
                  </a:moveTo>
                  <a:lnTo>
                    <a:pt x="13347" y="12661"/>
                  </a:lnTo>
                  <a:lnTo>
                    <a:pt x="13500" y="12433"/>
                  </a:lnTo>
                  <a:close/>
                </a:path>
                <a:path w="31114" h="19050">
                  <a:moveTo>
                    <a:pt x="13589" y="3086"/>
                  </a:moveTo>
                  <a:lnTo>
                    <a:pt x="13322" y="2819"/>
                  </a:lnTo>
                  <a:lnTo>
                    <a:pt x="13296" y="2616"/>
                  </a:lnTo>
                  <a:lnTo>
                    <a:pt x="13271" y="2781"/>
                  </a:lnTo>
                  <a:lnTo>
                    <a:pt x="13296" y="3035"/>
                  </a:lnTo>
                  <a:lnTo>
                    <a:pt x="13335" y="3327"/>
                  </a:lnTo>
                  <a:lnTo>
                    <a:pt x="13373" y="3035"/>
                  </a:lnTo>
                  <a:lnTo>
                    <a:pt x="13423" y="3238"/>
                  </a:lnTo>
                  <a:lnTo>
                    <a:pt x="13589" y="3086"/>
                  </a:lnTo>
                  <a:close/>
                </a:path>
                <a:path w="31114" h="19050">
                  <a:moveTo>
                    <a:pt x="13677" y="13462"/>
                  </a:moveTo>
                  <a:lnTo>
                    <a:pt x="13627" y="13208"/>
                  </a:lnTo>
                  <a:lnTo>
                    <a:pt x="13563" y="13462"/>
                  </a:lnTo>
                  <a:close/>
                </a:path>
                <a:path w="31114" h="19050">
                  <a:moveTo>
                    <a:pt x="13703" y="11455"/>
                  </a:moveTo>
                  <a:lnTo>
                    <a:pt x="13665" y="11315"/>
                  </a:lnTo>
                  <a:lnTo>
                    <a:pt x="13449" y="11557"/>
                  </a:lnTo>
                  <a:lnTo>
                    <a:pt x="13563" y="11709"/>
                  </a:lnTo>
                  <a:lnTo>
                    <a:pt x="13703" y="11455"/>
                  </a:lnTo>
                  <a:close/>
                </a:path>
                <a:path w="31114" h="19050">
                  <a:moveTo>
                    <a:pt x="13881" y="4000"/>
                  </a:moveTo>
                  <a:lnTo>
                    <a:pt x="13843" y="3708"/>
                  </a:lnTo>
                  <a:lnTo>
                    <a:pt x="13817" y="3492"/>
                  </a:lnTo>
                  <a:lnTo>
                    <a:pt x="13703" y="3162"/>
                  </a:lnTo>
                  <a:lnTo>
                    <a:pt x="13639" y="3962"/>
                  </a:lnTo>
                  <a:lnTo>
                    <a:pt x="13881" y="4000"/>
                  </a:lnTo>
                  <a:close/>
                </a:path>
                <a:path w="31114" h="19050">
                  <a:moveTo>
                    <a:pt x="13893" y="9918"/>
                  </a:moveTo>
                  <a:lnTo>
                    <a:pt x="13741" y="9740"/>
                  </a:lnTo>
                  <a:lnTo>
                    <a:pt x="13779" y="9918"/>
                  </a:lnTo>
                  <a:close/>
                </a:path>
                <a:path w="31114" h="19050">
                  <a:moveTo>
                    <a:pt x="14300" y="13804"/>
                  </a:moveTo>
                  <a:lnTo>
                    <a:pt x="14147" y="13576"/>
                  </a:lnTo>
                  <a:lnTo>
                    <a:pt x="14109" y="13373"/>
                  </a:lnTo>
                  <a:lnTo>
                    <a:pt x="13995" y="13576"/>
                  </a:lnTo>
                  <a:lnTo>
                    <a:pt x="14173" y="13792"/>
                  </a:lnTo>
                  <a:lnTo>
                    <a:pt x="14173" y="13995"/>
                  </a:lnTo>
                  <a:lnTo>
                    <a:pt x="14300" y="13804"/>
                  </a:lnTo>
                  <a:close/>
                </a:path>
                <a:path w="31114" h="19050">
                  <a:moveTo>
                    <a:pt x="17246" y="1841"/>
                  </a:moveTo>
                  <a:lnTo>
                    <a:pt x="17094" y="1727"/>
                  </a:lnTo>
                  <a:lnTo>
                    <a:pt x="17068" y="1892"/>
                  </a:lnTo>
                  <a:lnTo>
                    <a:pt x="17246" y="1841"/>
                  </a:lnTo>
                  <a:close/>
                </a:path>
                <a:path w="31114" h="19050">
                  <a:moveTo>
                    <a:pt x="30022" y="13919"/>
                  </a:moveTo>
                  <a:lnTo>
                    <a:pt x="29946" y="12852"/>
                  </a:lnTo>
                  <a:lnTo>
                    <a:pt x="29984" y="12115"/>
                  </a:lnTo>
                  <a:lnTo>
                    <a:pt x="29895" y="12674"/>
                  </a:lnTo>
                  <a:lnTo>
                    <a:pt x="29972" y="13728"/>
                  </a:lnTo>
                  <a:lnTo>
                    <a:pt x="29946" y="14478"/>
                  </a:lnTo>
                  <a:lnTo>
                    <a:pt x="30022" y="13919"/>
                  </a:lnTo>
                  <a:close/>
                </a:path>
                <a:path w="31114" h="19050">
                  <a:moveTo>
                    <a:pt x="30759" y="18478"/>
                  </a:moveTo>
                  <a:lnTo>
                    <a:pt x="30746" y="18338"/>
                  </a:lnTo>
                  <a:lnTo>
                    <a:pt x="30708" y="18072"/>
                  </a:lnTo>
                  <a:lnTo>
                    <a:pt x="30670" y="18326"/>
                  </a:lnTo>
                  <a:lnTo>
                    <a:pt x="30683" y="184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5" name="object 145"/>
            <p:cNvSpPr/>
            <p:nvPr/>
          </p:nvSpPr>
          <p:spPr>
            <a:xfrm>
              <a:off x="3976929" y="1246860"/>
              <a:ext cx="31115" cy="19050"/>
            </a:xfrm>
            <a:custGeom>
              <a:avLst/>
              <a:gdLst/>
              <a:ahLst/>
              <a:cxnLst/>
              <a:rect l="l" t="t" r="r" b="b"/>
              <a:pathLst>
                <a:path w="31114" h="19050">
                  <a:moveTo>
                    <a:pt x="7988" y="11137"/>
                  </a:moveTo>
                  <a:lnTo>
                    <a:pt x="7912" y="10998"/>
                  </a:lnTo>
                  <a:lnTo>
                    <a:pt x="7886" y="11137"/>
                  </a:lnTo>
                  <a:lnTo>
                    <a:pt x="7670" y="11214"/>
                  </a:lnTo>
                  <a:lnTo>
                    <a:pt x="7988" y="11137"/>
                  </a:lnTo>
                  <a:close/>
                </a:path>
                <a:path w="31114" h="19050">
                  <a:moveTo>
                    <a:pt x="9029" y="7124"/>
                  </a:moveTo>
                  <a:lnTo>
                    <a:pt x="8940" y="6908"/>
                  </a:lnTo>
                  <a:lnTo>
                    <a:pt x="8940" y="7175"/>
                  </a:lnTo>
                  <a:close/>
                </a:path>
                <a:path w="31114" h="19050">
                  <a:moveTo>
                    <a:pt x="9486" y="11112"/>
                  </a:moveTo>
                  <a:lnTo>
                    <a:pt x="9410" y="10883"/>
                  </a:lnTo>
                  <a:lnTo>
                    <a:pt x="9372" y="11023"/>
                  </a:lnTo>
                  <a:close/>
                </a:path>
                <a:path w="31114" h="19050">
                  <a:moveTo>
                    <a:pt x="9512" y="11734"/>
                  </a:moveTo>
                  <a:lnTo>
                    <a:pt x="9372" y="11734"/>
                  </a:lnTo>
                  <a:lnTo>
                    <a:pt x="9410" y="11861"/>
                  </a:lnTo>
                  <a:lnTo>
                    <a:pt x="9512" y="11734"/>
                  </a:lnTo>
                  <a:close/>
                </a:path>
                <a:path w="31114" h="19050">
                  <a:moveTo>
                    <a:pt x="9588" y="10160"/>
                  </a:moveTo>
                  <a:lnTo>
                    <a:pt x="9563" y="9753"/>
                  </a:lnTo>
                  <a:lnTo>
                    <a:pt x="9525" y="9982"/>
                  </a:lnTo>
                  <a:lnTo>
                    <a:pt x="9309" y="9982"/>
                  </a:lnTo>
                  <a:lnTo>
                    <a:pt x="9144" y="10109"/>
                  </a:lnTo>
                  <a:lnTo>
                    <a:pt x="9232" y="10299"/>
                  </a:lnTo>
                  <a:lnTo>
                    <a:pt x="9334" y="10160"/>
                  </a:lnTo>
                  <a:lnTo>
                    <a:pt x="9385" y="10350"/>
                  </a:lnTo>
                  <a:lnTo>
                    <a:pt x="9385" y="10502"/>
                  </a:lnTo>
                  <a:lnTo>
                    <a:pt x="9232" y="10579"/>
                  </a:lnTo>
                  <a:lnTo>
                    <a:pt x="9499" y="10668"/>
                  </a:lnTo>
                  <a:lnTo>
                    <a:pt x="9525" y="10058"/>
                  </a:lnTo>
                  <a:close/>
                </a:path>
                <a:path w="31114" h="19050">
                  <a:moveTo>
                    <a:pt x="9791" y="10960"/>
                  </a:moveTo>
                  <a:lnTo>
                    <a:pt x="9588" y="10591"/>
                  </a:lnTo>
                  <a:lnTo>
                    <a:pt x="9550" y="10820"/>
                  </a:lnTo>
                  <a:lnTo>
                    <a:pt x="9652" y="11023"/>
                  </a:lnTo>
                  <a:lnTo>
                    <a:pt x="9550" y="10883"/>
                  </a:lnTo>
                  <a:lnTo>
                    <a:pt x="9575" y="11099"/>
                  </a:lnTo>
                  <a:lnTo>
                    <a:pt x="9550" y="11264"/>
                  </a:lnTo>
                  <a:lnTo>
                    <a:pt x="9410" y="11328"/>
                  </a:lnTo>
                  <a:lnTo>
                    <a:pt x="9652" y="11328"/>
                  </a:lnTo>
                  <a:lnTo>
                    <a:pt x="9613" y="11023"/>
                  </a:lnTo>
                  <a:lnTo>
                    <a:pt x="9791" y="11391"/>
                  </a:lnTo>
                  <a:lnTo>
                    <a:pt x="9791" y="10960"/>
                  </a:lnTo>
                  <a:close/>
                </a:path>
                <a:path w="31114" h="19050">
                  <a:moveTo>
                    <a:pt x="9918" y="17411"/>
                  </a:moveTo>
                  <a:lnTo>
                    <a:pt x="9766" y="17411"/>
                  </a:lnTo>
                  <a:lnTo>
                    <a:pt x="9639" y="18618"/>
                  </a:lnTo>
                  <a:lnTo>
                    <a:pt x="9918" y="18618"/>
                  </a:lnTo>
                  <a:lnTo>
                    <a:pt x="9918" y="17411"/>
                  </a:lnTo>
                  <a:close/>
                </a:path>
                <a:path w="31114" h="19050">
                  <a:moveTo>
                    <a:pt x="9982" y="10121"/>
                  </a:moveTo>
                  <a:lnTo>
                    <a:pt x="9918" y="10350"/>
                  </a:lnTo>
                  <a:lnTo>
                    <a:pt x="9982" y="10121"/>
                  </a:lnTo>
                  <a:close/>
                </a:path>
                <a:path w="31114" h="19050">
                  <a:moveTo>
                    <a:pt x="10033" y="16332"/>
                  </a:moveTo>
                  <a:lnTo>
                    <a:pt x="9766" y="16332"/>
                  </a:lnTo>
                  <a:lnTo>
                    <a:pt x="9728" y="16065"/>
                  </a:lnTo>
                  <a:lnTo>
                    <a:pt x="9867" y="16065"/>
                  </a:lnTo>
                  <a:lnTo>
                    <a:pt x="9931" y="15405"/>
                  </a:lnTo>
                  <a:lnTo>
                    <a:pt x="9753" y="15125"/>
                  </a:lnTo>
                  <a:lnTo>
                    <a:pt x="9753" y="14947"/>
                  </a:lnTo>
                  <a:lnTo>
                    <a:pt x="9753" y="14782"/>
                  </a:lnTo>
                  <a:lnTo>
                    <a:pt x="8229" y="14782"/>
                  </a:lnTo>
                  <a:lnTo>
                    <a:pt x="8229" y="16065"/>
                  </a:lnTo>
                  <a:lnTo>
                    <a:pt x="8064" y="15811"/>
                  </a:lnTo>
                  <a:lnTo>
                    <a:pt x="8229" y="16065"/>
                  </a:lnTo>
                  <a:lnTo>
                    <a:pt x="8229" y="14782"/>
                  </a:lnTo>
                  <a:lnTo>
                    <a:pt x="8216" y="14947"/>
                  </a:lnTo>
                  <a:lnTo>
                    <a:pt x="8216" y="15405"/>
                  </a:lnTo>
                  <a:lnTo>
                    <a:pt x="7950" y="15405"/>
                  </a:lnTo>
                  <a:lnTo>
                    <a:pt x="7937" y="15595"/>
                  </a:lnTo>
                  <a:lnTo>
                    <a:pt x="7937" y="15405"/>
                  </a:lnTo>
                  <a:lnTo>
                    <a:pt x="8128" y="15125"/>
                  </a:lnTo>
                  <a:lnTo>
                    <a:pt x="8216" y="14947"/>
                  </a:lnTo>
                  <a:lnTo>
                    <a:pt x="8216" y="14782"/>
                  </a:lnTo>
                  <a:lnTo>
                    <a:pt x="38" y="14782"/>
                  </a:lnTo>
                  <a:lnTo>
                    <a:pt x="0" y="18618"/>
                  </a:lnTo>
                  <a:lnTo>
                    <a:pt x="9639" y="18618"/>
                  </a:lnTo>
                  <a:lnTo>
                    <a:pt x="9766" y="17170"/>
                  </a:lnTo>
                  <a:lnTo>
                    <a:pt x="9791" y="16929"/>
                  </a:lnTo>
                  <a:lnTo>
                    <a:pt x="9652" y="16929"/>
                  </a:lnTo>
                  <a:lnTo>
                    <a:pt x="9982" y="16675"/>
                  </a:lnTo>
                  <a:lnTo>
                    <a:pt x="10033" y="16332"/>
                  </a:lnTo>
                  <a:close/>
                </a:path>
                <a:path w="31114" h="19050">
                  <a:moveTo>
                    <a:pt x="10058" y="10401"/>
                  </a:moveTo>
                  <a:lnTo>
                    <a:pt x="10020" y="10731"/>
                  </a:lnTo>
                  <a:lnTo>
                    <a:pt x="10058" y="10401"/>
                  </a:lnTo>
                  <a:close/>
                </a:path>
                <a:path w="31114" h="19050">
                  <a:moveTo>
                    <a:pt x="10134" y="863"/>
                  </a:moveTo>
                  <a:lnTo>
                    <a:pt x="9918" y="889"/>
                  </a:lnTo>
                  <a:lnTo>
                    <a:pt x="9918" y="1193"/>
                  </a:lnTo>
                  <a:lnTo>
                    <a:pt x="10134" y="1041"/>
                  </a:lnTo>
                  <a:lnTo>
                    <a:pt x="10134" y="863"/>
                  </a:lnTo>
                  <a:close/>
                </a:path>
                <a:path w="31114" h="19050">
                  <a:moveTo>
                    <a:pt x="10172" y="9499"/>
                  </a:moveTo>
                  <a:lnTo>
                    <a:pt x="10160" y="9372"/>
                  </a:lnTo>
                  <a:lnTo>
                    <a:pt x="10134" y="9245"/>
                  </a:lnTo>
                  <a:lnTo>
                    <a:pt x="10096" y="9372"/>
                  </a:lnTo>
                  <a:lnTo>
                    <a:pt x="10071" y="9499"/>
                  </a:lnTo>
                  <a:close/>
                </a:path>
                <a:path w="31114" h="19050">
                  <a:moveTo>
                    <a:pt x="10210" y="10922"/>
                  </a:moveTo>
                  <a:lnTo>
                    <a:pt x="10096" y="10706"/>
                  </a:lnTo>
                  <a:lnTo>
                    <a:pt x="10058" y="10858"/>
                  </a:lnTo>
                  <a:lnTo>
                    <a:pt x="10210" y="10922"/>
                  </a:lnTo>
                  <a:close/>
                </a:path>
                <a:path w="31114" h="19050">
                  <a:moveTo>
                    <a:pt x="10236" y="3695"/>
                  </a:moveTo>
                  <a:lnTo>
                    <a:pt x="10083" y="3632"/>
                  </a:lnTo>
                  <a:lnTo>
                    <a:pt x="10134" y="3860"/>
                  </a:lnTo>
                  <a:lnTo>
                    <a:pt x="9982" y="3924"/>
                  </a:lnTo>
                  <a:lnTo>
                    <a:pt x="10020" y="4064"/>
                  </a:lnTo>
                  <a:lnTo>
                    <a:pt x="10198" y="4000"/>
                  </a:lnTo>
                  <a:lnTo>
                    <a:pt x="10198" y="3784"/>
                  </a:lnTo>
                  <a:close/>
                </a:path>
                <a:path w="31114" h="19050">
                  <a:moveTo>
                    <a:pt x="10261" y="11328"/>
                  </a:moveTo>
                  <a:lnTo>
                    <a:pt x="9982" y="11328"/>
                  </a:lnTo>
                  <a:lnTo>
                    <a:pt x="9372" y="12204"/>
                  </a:lnTo>
                  <a:lnTo>
                    <a:pt x="9144" y="11785"/>
                  </a:lnTo>
                  <a:lnTo>
                    <a:pt x="9220" y="11328"/>
                  </a:lnTo>
                  <a:lnTo>
                    <a:pt x="9029" y="11595"/>
                  </a:lnTo>
                  <a:lnTo>
                    <a:pt x="8915" y="11912"/>
                  </a:lnTo>
                  <a:lnTo>
                    <a:pt x="8839" y="11531"/>
                  </a:lnTo>
                  <a:lnTo>
                    <a:pt x="8597" y="11976"/>
                  </a:lnTo>
                  <a:lnTo>
                    <a:pt x="8128" y="11633"/>
                  </a:lnTo>
                  <a:lnTo>
                    <a:pt x="8115" y="13081"/>
                  </a:lnTo>
                  <a:lnTo>
                    <a:pt x="8077" y="13246"/>
                  </a:lnTo>
                  <a:lnTo>
                    <a:pt x="7899" y="13246"/>
                  </a:lnTo>
                  <a:lnTo>
                    <a:pt x="7899" y="13081"/>
                  </a:lnTo>
                  <a:lnTo>
                    <a:pt x="8115" y="13081"/>
                  </a:lnTo>
                  <a:lnTo>
                    <a:pt x="8115" y="11633"/>
                  </a:lnTo>
                  <a:lnTo>
                    <a:pt x="7785" y="11366"/>
                  </a:lnTo>
                  <a:lnTo>
                    <a:pt x="7543" y="11328"/>
                  </a:lnTo>
                  <a:lnTo>
                    <a:pt x="7581" y="11163"/>
                  </a:lnTo>
                  <a:lnTo>
                    <a:pt x="7632" y="11010"/>
                  </a:lnTo>
                  <a:lnTo>
                    <a:pt x="7683" y="10845"/>
                  </a:lnTo>
                  <a:lnTo>
                    <a:pt x="7848" y="10845"/>
                  </a:lnTo>
                  <a:lnTo>
                    <a:pt x="7848" y="10325"/>
                  </a:lnTo>
                  <a:lnTo>
                    <a:pt x="8191" y="10325"/>
                  </a:lnTo>
                  <a:lnTo>
                    <a:pt x="8216" y="10096"/>
                  </a:lnTo>
                  <a:lnTo>
                    <a:pt x="8204" y="10325"/>
                  </a:lnTo>
                  <a:lnTo>
                    <a:pt x="8343" y="10325"/>
                  </a:lnTo>
                  <a:lnTo>
                    <a:pt x="8763" y="9855"/>
                  </a:lnTo>
                  <a:lnTo>
                    <a:pt x="9271" y="9855"/>
                  </a:lnTo>
                  <a:lnTo>
                    <a:pt x="9347" y="9271"/>
                  </a:lnTo>
                  <a:lnTo>
                    <a:pt x="7099" y="9271"/>
                  </a:lnTo>
                  <a:lnTo>
                    <a:pt x="7099" y="11328"/>
                  </a:lnTo>
                  <a:lnTo>
                    <a:pt x="6934" y="12204"/>
                  </a:lnTo>
                  <a:lnTo>
                    <a:pt x="6781" y="11328"/>
                  </a:lnTo>
                  <a:lnTo>
                    <a:pt x="7099" y="11328"/>
                  </a:lnTo>
                  <a:lnTo>
                    <a:pt x="7099" y="9271"/>
                  </a:lnTo>
                  <a:lnTo>
                    <a:pt x="88" y="9271"/>
                  </a:lnTo>
                  <a:lnTo>
                    <a:pt x="38" y="14312"/>
                  </a:lnTo>
                  <a:lnTo>
                    <a:pt x="9677" y="14312"/>
                  </a:lnTo>
                  <a:lnTo>
                    <a:pt x="9817" y="14135"/>
                  </a:lnTo>
                  <a:lnTo>
                    <a:pt x="9982" y="14135"/>
                  </a:lnTo>
                  <a:lnTo>
                    <a:pt x="10071" y="13246"/>
                  </a:lnTo>
                  <a:lnTo>
                    <a:pt x="10096" y="13081"/>
                  </a:lnTo>
                  <a:lnTo>
                    <a:pt x="9880" y="12928"/>
                  </a:lnTo>
                  <a:lnTo>
                    <a:pt x="10261" y="11328"/>
                  </a:lnTo>
                  <a:close/>
                </a:path>
                <a:path w="31114" h="19050">
                  <a:moveTo>
                    <a:pt x="10350" y="4140"/>
                  </a:moveTo>
                  <a:lnTo>
                    <a:pt x="10287" y="4318"/>
                  </a:lnTo>
                  <a:lnTo>
                    <a:pt x="10350" y="4140"/>
                  </a:lnTo>
                  <a:close/>
                </a:path>
                <a:path w="31114" h="19050">
                  <a:moveTo>
                    <a:pt x="10388" y="17411"/>
                  </a:moveTo>
                  <a:lnTo>
                    <a:pt x="10198" y="17411"/>
                  </a:lnTo>
                  <a:lnTo>
                    <a:pt x="10198" y="18618"/>
                  </a:lnTo>
                  <a:lnTo>
                    <a:pt x="10388" y="18618"/>
                  </a:lnTo>
                  <a:lnTo>
                    <a:pt x="10388" y="17411"/>
                  </a:lnTo>
                  <a:close/>
                </a:path>
                <a:path w="31114" h="19050">
                  <a:moveTo>
                    <a:pt x="10414" y="1676"/>
                  </a:moveTo>
                  <a:lnTo>
                    <a:pt x="10350" y="1422"/>
                  </a:lnTo>
                  <a:lnTo>
                    <a:pt x="10134" y="1422"/>
                  </a:lnTo>
                  <a:lnTo>
                    <a:pt x="9994" y="1587"/>
                  </a:lnTo>
                  <a:lnTo>
                    <a:pt x="10083" y="1892"/>
                  </a:lnTo>
                  <a:lnTo>
                    <a:pt x="10198" y="2108"/>
                  </a:lnTo>
                  <a:lnTo>
                    <a:pt x="10375" y="1841"/>
                  </a:lnTo>
                  <a:lnTo>
                    <a:pt x="10236" y="1752"/>
                  </a:lnTo>
                  <a:lnTo>
                    <a:pt x="10134" y="1587"/>
                  </a:lnTo>
                  <a:lnTo>
                    <a:pt x="10350" y="1485"/>
                  </a:lnTo>
                  <a:lnTo>
                    <a:pt x="10414" y="1676"/>
                  </a:lnTo>
                  <a:close/>
                </a:path>
                <a:path w="31114" h="19050">
                  <a:moveTo>
                    <a:pt x="10426" y="4622"/>
                  </a:moveTo>
                  <a:lnTo>
                    <a:pt x="10248" y="4737"/>
                  </a:lnTo>
                  <a:lnTo>
                    <a:pt x="10287" y="4914"/>
                  </a:lnTo>
                  <a:lnTo>
                    <a:pt x="10426" y="4622"/>
                  </a:lnTo>
                  <a:close/>
                </a:path>
                <a:path w="31114" h="19050">
                  <a:moveTo>
                    <a:pt x="10464" y="9245"/>
                  </a:moveTo>
                  <a:lnTo>
                    <a:pt x="10388" y="9423"/>
                  </a:lnTo>
                  <a:lnTo>
                    <a:pt x="10464" y="9245"/>
                  </a:lnTo>
                  <a:close/>
                </a:path>
                <a:path w="31114" h="19050">
                  <a:moveTo>
                    <a:pt x="10490" y="2781"/>
                  </a:moveTo>
                  <a:lnTo>
                    <a:pt x="10452" y="2590"/>
                  </a:lnTo>
                  <a:lnTo>
                    <a:pt x="10375" y="2349"/>
                  </a:lnTo>
                  <a:lnTo>
                    <a:pt x="10160" y="2425"/>
                  </a:lnTo>
                  <a:lnTo>
                    <a:pt x="10160" y="2146"/>
                  </a:lnTo>
                  <a:lnTo>
                    <a:pt x="10071" y="2387"/>
                  </a:lnTo>
                  <a:lnTo>
                    <a:pt x="10134" y="2654"/>
                  </a:lnTo>
                  <a:lnTo>
                    <a:pt x="10045" y="2946"/>
                  </a:lnTo>
                  <a:lnTo>
                    <a:pt x="10083" y="3086"/>
                  </a:lnTo>
                  <a:lnTo>
                    <a:pt x="10198" y="3276"/>
                  </a:lnTo>
                  <a:lnTo>
                    <a:pt x="10274" y="2971"/>
                  </a:lnTo>
                  <a:lnTo>
                    <a:pt x="10375" y="3111"/>
                  </a:lnTo>
                  <a:lnTo>
                    <a:pt x="10452" y="2933"/>
                  </a:lnTo>
                  <a:lnTo>
                    <a:pt x="10490" y="2781"/>
                  </a:lnTo>
                  <a:close/>
                </a:path>
                <a:path w="31114" h="19050">
                  <a:moveTo>
                    <a:pt x="10566" y="9245"/>
                  </a:moveTo>
                  <a:close/>
                </a:path>
                <a:path w="31114" h="19050">
                  <a:moveTo>
                    <a:pt x="10706" y="3746"/>
                  </a:moveTo>
                  <a:lnTo>
                    <a:pt x="10668" y="3517"/>
                  </a:lnTo>
                  <a:lnTo>
                    <a:pt x="10629" y="3695"/>
                  </a:lnTo>
                  <a:close/>
                </a:path>
                <a:path w="31114" h="19050">
                  <a:moveTo>
                    <a:pt x="10795" y="4051"/>
                  </a:moveTo>
                  <a:lnTo>
                    <a:pt x="10629" y="4165"/>
                  </a:lnTo>
                  <a:lnTo>
                    <a:pt x="10769" y="4292"/>
                  </a:lnTo>
                  <a:lnTo>
                    <a:pt x="10795" y="4051"/>
                  </a:lnTo>
                  <a:close/>
                </a:path>
                <a:path w="31114" h="19050">
                  <a:moveTo>
                    <a:pt x="10807" y="11557"/>
                  </a:moveTo>
                  <a:lnTo>
                    <a:pt x="10756" y="11315"/>
                  </a:lnTo>
                  <a:lnTo>
                    <a:pt x="10655" y="11493"/>
                  </a:lnTo>
                  <a:lnTo>
                    <a:pt x="10807" y="11557"/>
                  </a:lnTo>
                  <a:close/>
                </a:path>
                <a:path w="31114" h="19050">
                  <a:moveTo>
                    <a:pt x="10896" y="11150"/>
                  </a:moveTo>
                  <a:lnTo>
                    <a:pt x="10858" y="11023"/>
                  </a:lnTo>
                  <a:lnTo>
                    <a:pt x="10668" y="11023"/>
                  </a:lnTo>
                  <a:lnTo>
                    <a:pt x="10769" y="11176"/>
                  </a:lnTo>
                  <a:lnTo>
                    <a:pt x="10706" y="11303"/>
                  </a:lnTo>
                  <a:lnTo>
                    <a:pt x="10896" y="11150"/>
                  </a:lnTo>
                  <a:close/>
                </a:path>
                <a:path w="31114" h="19050">
                  <a:moveTo>
                    <a:pt x="11163" y="10998"/>
                  </a:moveTo>
                  <a:lnTo>
                    <a:pt x="11010" y="11188"/>
                  </a:lnTo>
                  <a:lnTo>
                    <a:pt x="11049" y="11468"/>
                  </a:lnTo>
                  <a:lnTo>
                    <a:pt x="11099" y="11252"/>
                  </a:lnTo>
                  <a:lnTo>
                    <a:pt x="11163" y="10998"/>
                  </a:lnTo>
                  <a:close/>
                </a:path>
                <a:path w="31114" h="19050">
                  <a:moveTo>
                    <a:pt x="11366" y="9245"/>
                  </a:moveTo>
                  <a:lnTo>
                    <a:pt x="11328" y="9423"/>
                  </a:lnTo>
                  <a:lnTo>
                    <a:pt x="11366" y="9245"/>
                  </a:lnTo>
                  <a:close/>
                </a:path>
                <a:path w="31114" h="19050">
                  <a:moveTo>
                    <a:pt x="11442" y="6070"/>
                  </a:moveTo>
                  <a:lnTo>
                    <a:pt x="11214" y="6146"/>
                  </a:lnTo>
                  <a:lnTo>
                    <a:pt x="11290" y="6337"/>
                  </a:lnTo>
                  <a:lnTo>
                    <a:pt x="11442" y="6070"/>
                  </a:lnTo>
                  <a:close/>
                </a:path>
                <a:path w="31114" h="19050">
                  <a:moveTo>
                    <a:pt x="11480" y="9245"/>
                  </a:moveTo>
                  <a:close/>
                </a:path>
                <a:path w="31114" h="19050">
                  <a:moveTo>
                    <a:pt x="11582" y="6362"/>
                  </a:moveTo>
                  <a:lnTo>
                    <a:pt x="11455" y="6248"/>
                  </a:lnTo>
                  <a:lnTo>
                    <a:pt x="11328" y="6362"/>
                  </a:lnTo>
                  <a:lnTo>
                    <a:pt x="11480" y="6388"/>
                  </a:lnTo>
                  <a:close/>
                </a:path>
                <a:path w="31114" h="19050">
                  <a:moveTo>
                    <a:pt x="11595" y="15354"/>
                  </a:moveTo>
                  <a:lnTo>
                    <a:pt x="11341" y="15163"/>
                  </a:lnTo>
                  <a:lnTo>
                    <a:pt x="11150" y="14770"/>
                  </a:lnTo>
                  <a:lnTo>
                    <a:pt x="11214" y="15367"/>
                  </a:lnTo>
                  <a:lnTo>
                    <a:pt x="11290" y="15163"/>
                  </a:lnTo>
                  <a:lnTo>
                    <a:pt x="11353" y="15506"/>
                  </a:lnTo>
                  <a:lnTo>
                    <a:pt x="11353" y="15367"/>
                  </a:lnTo>
                  <a:lnTo>
                    <a:pt x="11595" y="15354"/>
                  </a:lnTo>
                  <a:close/>
                </a:path>
                <a:path w="31114" h="19050">
                  <a:moveTo>
                    <a:pt x="12001" y="14058"/>
                  </a:moveTo>
                  <a:lnTo>
                    <a:pt x="11976" y="13843"/>
                  </a:lnTo>
                  <a:lnTo>
                    <a:pt x="11861" y="14058"/>
                  </a:lnTo>
                  <a:lnTo>
                    <a:pt x="12001" y="14058"/>
                  </a:lnTo>
                  <a:close/>
                </a:path>
                <a:path w="31114" h="19050">
                  <a:moveTo>
                    <a:pt x="12039" y="18567"/>
                  </a:moveTo>
                  <a:lnTo>
                    <a:pt x="11976" y="18148"/>
                  </a:lnTo>
                  <a:lnTo>
                    <a:pt x="11976" y="18567"/>
                  </a:lnTo>
                  <a:close/>
                </a:path>
                <a:path w="31114" h="19050">
                  <a:moveTo>
                    <a:pt x="12090" y="17411"/>
                  </a:moveTo>
                  <a:lnTo>
                    <a:pt x="11938" y="17297"/>
                  </a:lnTo>
                  <a:lnTo>
                    <a:pt x="12014" y="17665"/>
                  </a:lnTo>
                  <a:lnTo>
                    <a:pt x="12014" y="17437"/>
                  </a:lnTo>
                  <a:close/>
                </a:path>
                <a:path w="31114" h="19050">
                  <a:moveTo>
                    <a:pt x="12192" y="11938"/>
                  </a:moveTo>
                  <a:lnTo>
                    <a:pt x="12128" y="11645"/>
                  </a:lnTo>
                  <a:lnTo>
                    <a:pt x="11925" y="12026"/>
                  </a:lnTo>
                  <a:lnTo>
                    <a:pt x="12128" y="11938"/>
                  </a:lnTo>
                  <a:close/>
                </a:path>
                <a:path w="31114" h="19050">
                  <a:moveTo>
                    <a:pt x="12446" y="13322"/>
                  </a:moveTo>
                  <a:lnTo>
                    <a:pt x="12306" y="13284"/>
                  </a:lnTo>
                  <a:lnTo>
                    <a:pt x="12420" y="13500"/>
                  </a:lnTo>
                  <a:lnTo>
                    <a:pt x="12446" y="13322"/>
                  </a:lnTo>
                  <a:close/>
                </a:path>
                <a:path w="31114" h="19050">
                  <a:moveTo>
                    <a:pt x="12636" y="12458"/>
                  </a:moveTo>
                  <a:lnTo>
                    <a:pt x="12598" y="12280"/>
                  </a:lnTo>
                  <a:lnTo>
                    <a:pt x="12522" y="12420"/>
                  </a:lnTo>
                  <a:close/>
                </a:path>
                <a:path w="31114" h="19050">
                  <a:moveTo>
                    <a:pt x="12700" y="17183"/>
                  </a:moveTo>
                  <a:lnTo>
                    <a:pt x="12522" y="17145"/>
                  </a:lnTo>
                  <a:lnTo>
                    <a:pt x="12700" y="17373"/>
                  </a:lnTo>
                  <a:lnTo>
                    <a:pt x="12700" y="17183"/>
                  </a:lnTo>
                  <a:close/>
                </a:path>
                <a:path w="31114" h="19050">
                  <a:moveTo>
                    <a:pt x="12738" y="4000"/>
                  </a:moveTo>
                  <a:lnTo>
                    <a:pt x="12547" y="3860"/>
                  </a:lnTo>
                  <a:lnTo>
                    <a:pt x="12522" y="4000"/>
                  </a:lnTo>
                  <a:lnTo>
                    <a:pt x="12738" y="4000"/>
                  </a:lnTo>
                  <a:close/>
                </a:path>
                <a:path w="31114" h="19050">
                  <a:moveTo>
                    <a:pt x="12814" y="11366"/>
                  </a:moveTo>
                  <a:lnTo>
                    <a:pt x="12636" y="11506"/>
                  </a:lnTo>
                  <a:lnTo>
                    <a:pt x="12814" y="11366"/>
                  </a:lnTo>
                  <a:close/>
                </a:path>
                <a:path w="31114" h="19050">
                  <a:moveTo>
                    <a:pt x="12852" y="355"/>
                  </a:moveTo>
                  <a:lnTo>
                    <a:pt x="12814" y="0"/>
                  </a:lnTo>
                  <a:lnTo>
                    <a:pt x="12700" y="177"/>
                  </a:lnTo>
                  <a:lnTo>
                    <a:pt x="12522" y="685"/>
                  </a:lnTo>
                  <a:lnTo>
                    <a:pt x="12750" y="876"/>
                  </a:lnTo>
                  <a:lnTo>
                    <a:pt x="12839" y="698"/>
                  </a:lnTo>
                  <a:lnTo>
                    <a:pt x="12674" y="584"/>
                  </a:lnTo>
                  <a:lnTo>
                    <a:pt x="12852" y="355"/>
                  </a:lnTo>
                  <a:close/>
                </a:path>
                <a:path w="31114" h="19050">
                  <a:moveTo>
                    <a:pt x="12954" y="14516"/>
                  </a:moveTo>
                  <a:lnTo>
                    <a:pt x="12700" y="14351"/>
                  </a:lnTo>
                  <a:lnTo>
                    <a:pt x="12725" y="14528"/>
                  </a:lnTo>
                  <a:lnTo>
                    <a:pt x="12623" y="14681"/>
                  </a:lnTo>
                  <a:lnTo>
                    <a:pt x="12954" y="14516"/>
                  </a:lnTo>
                  <a:close/>
                </a:path>
                <a:path w="31114" h="19050">
                  <a:moveTo>
                    <a:pt x="13093" y="6502"/>
                  </a:moveTo>
                  <a:lnTo>
                    <a:pt x="12979" y="6324"/>
                  </a:lnTo>
                  <a:lnTo>
                    <a:pt x="12966" y="6540"/>
                  </a:lnTo>
                  <a:lnTo>
                    <a:pt x="13093" y="6502"/>
                  </a:lnTo>
                  <a:close/>
                </a:path>
                <a:path w="31114" h="19050">
                  <a:moveTo>
                    <a:pt x="13208" y="63"/>
                  </a:moveTo>
                  <a:lnTo>
                    <a:pt x="13068" y="38"/>
                  </a:lnTo>
                  <a:lnTo>
                    <a:pt x="13030" y="203"/>
                  </a:lnTo>
                  <a:lnTo>
                    <a:pt x="13093" y="355"/>
                  </a:lnTo>
                  <a:lnTo>
                    <a:pt x="13208" y="63"/>
                  </a:lnTo>
                  <a:close/>
                </a:path>
                <a:path w="31114" h="19050">
                  <a:moveTo>
                    <a:pt x="13233" y="3149"/>
                  </a:moveTo>
                  <a:lnTo>
                    <a:pt x="13220" y="2755"/>
                  </a:lnTo>
                  <a:lnTo>
                    <a:pt x="13195" y="2057"/>
                  </a:lnTo>
                  <a:lnTo>
                    <a:pt x="13233" y="3149"/>
                  </a:lnTo>
                  <a:close/>
                </a:path>
                <a:path w="31114" h="19050">
                  <a:moveTo>
                    <a:pt x="13512" y="15290"/>
                  </a:moveTo>
                  <a:lnTo>
                    <a:pt x="13474" y="15062"/>
                  </a:lnTo>
                  <a:lnTo>
                    <a:pt x="13512" y="15290"/>
                  </a:lnTo>
                  <a:close/>
                </a:path>
                <a:path w="31114" h="19050">
                  <a:moveTo>
                    <a:pt x="13601" y="3086"/>
                  </a:moveTo>
                  <a:lnTo>
                    <a:pt x="13335" y="2806"/>
                  </a:lnTo>
                  <a:lnTo>
                    <a:pt x="13309" y="2628"/>
                  </a:lnTo>
                  <a:lnTo>
                    <a:pt x="13284" y="2781"/>
                  </a:lnTo>
                  <a:lnTo>
                    <a:pt x="13309" y="3035"/>
                  </a:lnTo>
                  <a:lnTo>
                    <a:pt x="13347" y="3314"/>
                  </a:lnTo>
                  <a:lnTo>
                    <a:pt x="13385" y="3035"/>
                  </a:lnTo>
                  <a:lnTo>
                    <a:pt x="13436" y="3238"/>
                  </a:lnTo>
                  <a:lnTo>
                    <a:pt x="13601" y="3086"/>
                  </a:lnTo>
                  <a:close/>
                </a:path>
                <a:path w="31114" h="19050">
                  <a:moveTo>
                    <a:pt x="13690" y="14262"/>
                  </a:moveTo>
                  <a:lnTo>
                    <a:pt x="13538" y="14439"/>
                  </a:lnTo>
                  <a:lnTo>
                    <a:pt x="13690" y="14262"/>
                  </a:lnTo>
                  <a:close/>
                </a:path>
                <a:path w="31114" h="19050">
                  <a:moveTo>
                    <a:pt x="13716" y="16281"/>
                  </a:moveTo>
                  <a:lnTo>
                    <a:pt x="13576" y="16027"/>
                  </a:lnTo>
                  <a:lnTo>
                    <a:pt x="13462" y="16167"/>
                  </a:lnTo>
                  <a:lnTo>
                    <a:pt x="13677" y="16395"/>
                  </a:lnTo>
                  <a:close/>
                </a:path>
                <a:path w="31114" h="19050">
                  <a:moveTo>
                    <a:pt x="13893" y="4000"/>
                  </a:moveTo>
                  <a:lnTo>
                    <a:pt x="13855" y="3708"/>
                  </a:lnTo>
                  <a:lnTo>
                    <a:pt x="13830" y="3492"/>
                  </a:lnTo>
                  <a:lnTo>
                    <a:pt x="13716" y="3149"/>
                  </a:lnTo>
                  <a:lnTo>
                    <a:pt x="13652" y="3949"/>
                  </a:lnTo>
                  <a:lnTo>
                    <a:pt x="13893" y="4000"/>
                  </a:lnTo>
                  <a:close/>
                </a:path>
                <a:path w="31114" h="19050">
                  <a:moveTo>
                    <a:pt x="13906" y="17805"/>
                  </a:moveTo>
                  <a:lnTo>
                    <a:pt x="13754" y="17995"/>
                  </a:lnTo>
                  <a:lnTo>
                    <a:pt x="13817" y="17843"/>
                  </a:lnTo>
                  <a:close/>
                </a:path>
                <a:path w="31114" h="19050">
                  <a:moveTo>
                    <a:pt x="14173" y="4610"/>
                  </a:moveTo>
                  <a:lnTo>
                    <a:pt x="13944" y="4254"/>
                  </a:lnTo>
                  <a:lnTo>
                    <a:pt x="13982" y="4114"/>
                  </a:lnTo>
                  <a:lnTo>
                    <a:pt x="13804" y="4025"/>
                  </a:lnTo>
                  <a:lnTo>
                    <a:pt x="13944" y="4508"/>
                  </a:lnTo>
                  <a:lnTo>
                    <a:pt x="14173" y="4610"/>
                  </a:lnTo>
                  <a:close/>
                </a:path>
                <a:path w="31114" h="19050">
                  <a:moveTo>
                    <a:pt x="14312" y="13931"/>
                  </a:moveTo>
                  <a:lnTo>
                    <a:pt x="14185" y="13728"/>
                  </a:lnTo>
                  <a:lnTo>
                    <a:pt x="14185" y="13944"/>
                  </a:lnTo>
                  <a:lnTo>
                    <a:pt x="14008" y="14147"/>
                  </a:lnTo>
                  <a:lnTo>
                    <a:pt x="14122" y="14351"/>
                  </a:lnTo>
                  <a:lnTo>
                    <a:pt x="14160" y="14147"/>
                  </a:lnTo>
                  <a:lnTo>
                    <a:pt x="14312" y="13931"/>
                  </a:lnTo>
                  <a:close/>
                </a:path>
                <a:path w="31114" h="19050">
                  <a:moveTo>
                    <a:pt x="14490" y="5765"/>
                  </a:moveTo>
                  <a:lnTo>
                    <a:pt x="14389" y="5524"/>
                  </a:lnTo>
                  <a:lnTo>
                    <a:pt x="14414" y="5308"/>
                  </a:lnTo>
                  <a:lnTo>
                    <a:pt x="14338" y="5499"/>
                  </a:lnTo>
                  <a:lnTo>
                    <a:pt x="14376" y="5626"/>
                  </a:lnTo>
                  <a:lnTo>
                    <a:pt x="14376" y="5880"/>
                  </a:lnTo>
                  <a:close/>
                </a:path>
                <a:path w="31114" h="19050">
                  <a:moveTo>
                    <a:pt x="17259" y="1841"/>
                  </a:moveTo>
                  <a:lnTo>
                    <a:pt x="17106" y="1714"/>
                  </a:lnTo>
                  <a:lnTo>
                    <a:pt x="17081" y="1879"/>
                  </a:lnTo>
                  <a:lnTo>
                    <a:pt x="17259" y="1841"/>
                  </a:lnTo>
                  <a:close/>
                </a:path>
                <a:path w="31114" h="19050">
                  <a:moveTo>
                    <a:pt x="30035" y="13830"/>
                  </a:moveTo>
                  <a:lnTo>
                    <a:pt x="29959" y="13258"/>
                  </a:lnTo>
                  <a:lnTo>
                    <a:pt x="29984" y="14008"/>
                  </a:lnTo>
                  <a:lnTo>
                    <a:pt x="29921" y="15049"/>
                  </a:lnTo>
                  <a:lnTo>
                    <a:pt x="29997" y="15621"/>
                  </a:lnTo>
                  <a:lnTo>
                    <a:pt x="29959" y="14871"/>
                  </a:lnTo>
                  <a:lnTo>
                    <a:pt x="30035" y="13830"/>
                  </a:lnTo>
                  <a:close/>
                </a:path>
                <a:path w="31114" h="19050">
                  <a:moveTo>
                    <a:pt x="30772" y="9245"/>
                  </a:moveTo>
                  <a:lnTo>
                    <a:pt x="30683" y="9385"/>
                  </a:lnTo>
                  <a:lnTo>
                    <a:pt x="30657" y="9537"/>
                  </a:lnTo>
                  <a:lnTo>
                    <a:pt x="30759" y="9385"/>
                  </a:lnTo>
                  <a:lnTo>
                    <a:pt x="30772" y="92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6" name="object 146"/>
            <p:cNvSpPr/>
            <p:nvPr/>
          </p:nvSpPr>
          <p:spPr>
            <a:xfrm>
              <a:off x="3976941" y="1258214"/>
              <a:ext cx="30480" cy="16510"/>
            </a:xfrm>
            <a:custGeom>
              <a:avLst/>
              <a:gdLst/>
              <a:ahLst/>
              <a:cxnLst/>
              <a:rect l="l" t="t" r="r" b="b"/>
              <a:pathLst>
                <a:path w="30479" h="16509">
                  <a:moveTo>
                    <a:pt x="6908" y="254"/>
                  </a:moveTo>
                  <a:lnTo>
                    <a:pt x="6769" y="381"/>
                  </a:lnTo>
                  <a:lnTo>
                    <a:pt x="6908" y="469"/>
                  </a:lnTo>
                  <a:lnTo>
                    <a:pt x="6908" y="254"/>
                  </a:lnTo>
                  <a:close/>
                </a:path>
                <a:path w="30479" h="16509">
                  <a:moveTo>
                    <a:pt x="7772" y="15163"/>
                  </a:moveTo>
                  <a:lnTo>
                    <a:pt x="7759" y="14681"/>
                  </a:lnTo>
                  <a:lnTo>
                    <a:pt x="7607" y="14681"/>
                  </a:lnTo>
                  <a:lnTo>
                    <a:pt x="7772" y="15163"/>
                  </a:lnTo>
                  <a:close/>
                </a:path>
                <a:path w="30479" h="16509">
                  <a:moveTo>
                    <a:pt x="9017" y="76"/>
                  </a:moveTo>
                  <a:lnTo>
                    <a:pt x="8928" y="292"/>
                  </a:lnTo>
                  <a:lnTo>
                    <a:pt x="9017" y="76"/>
                  </a:lnTo>
                  <a:close/>
                </a:path>
                <a:path w="30479" h="16509">
                  <a:moveTo>
                    <a:pt x="9448" y="15836"/>
                  </a:moveTo>
                  <a:lnTo>
                    <a:pt x="8915" y="15836"/>
                  </a:lnTo>
                  <a:lnTo>
                    <a:pt x="8877" y="16002"/>
                  </a:lnTo>
                  <a:lnTo>
                    <a:pt x="8750" y="15836"/>
                  </a:lnTo>
                  <a:lnTo>
                    <a:pt x="8204" y="15163"/>
                  </a:lnTo>
                  <a:lnTo>
                    <a:pt x="8204" y="15836"/>
                  </a:lnTo>
                  <a:lnTo>
                    <a:pt x="8166" y="15163"/>
                  </a:lnTo>
                  <a:lnTo>
                    <a:pt x="7772" y="15163"/>
                  </a:lnTo>
                  <a:lnTo>
                    <a:pt x="63" y="15163"/>
                  </a:lnTo>
                  <a:lnTo>
                    <a:pt x="127" y="16421"/>
                  </a:lnTo>
                  <a:lnTo>
                    <a:pt x="9321" y="16421"/>
                  </a:lnTo>
                  <a:lnTo>
                    <a:pt x="9271" y="16014"/>
                  </a:lnTo>
                  <a:lnTo>
                    <a:pt x="9448" y="15836"/>
                  </a:lnTo>
                  <a:close/>
                </a:path>
                <a:path w="30479" h="16509">
                  <a:moveTo>
                    <a:pt x="9461" y="14541"/>
                  </a:moveTo>
                  <a:lnTo>
                    <a:pt x="9398" y="14770"/>
                  </a:lnTo>
                  <a:lnTo>
                    <a:pt x="9461" y="14541"/>
                  </a:lnTo>
                  <a:close/>
                </a:path>
                <a:path w="30479" h="16509">
                  <a:moveTo>
                    <a:pt x="9563" y="15481"/>
                  </a:moveTo>
                  <a:lnTo>
                    <a:pt x="9474" y="14973"/>
                  </a:lnTo>
                  <a:lnTo>
                    <a:pt x="9321" y="14973"/>
                  </a:lnTo>
                  <a:lnTo>
                    <a:pt x="9372" y="15138"/>
                  </a:lnTo>
                  <a:lnTo>
                    <a:pt x="9372" y="15290"/>
                  </a:lnTo>
                  <a:lnTo>
                    <a:pt x="9321" y="15468"/>
                  </a:lnTo>
                  <a:lnTo>
                    <a:pt x="9220" y="15328"/>
                  </a:lnTo>
                  <a:lnTo>
                    <a:pt x="9131" y="15506"/>
                  </a:lnTo>
                  <a:lnTo>
                    <a:pt x="9296" y="15646"/>
                  </a:lnTo>
                  <a:lnTo>
                    <a:pt x="9512" y="15646"/>
                  </a:lnTo>
                  <a:lnTo>
                    <a:pt x="9550" y="15849"/>
                  </a:lnTo>
                  <a:lnTo>
                    <a:pt x="9563" y="15481"/>
                  </a:lnTo>
                  <a:close/>
                </a:path>
                <a:path w="30479" h="16509">
                  <a:moveTo>
                    <a:pt x="9779" y="14236"/>
                  </a:moveTo>
                  <a:lnTo>
                    <a:pt x="9677" y="14516"/>
                  </a:lnTo>
                  <a:lnTo>
                    <a:pt x="9639" y="14312"/>
                  </a:lnTo>
                  <a:lnTo>
                    <a:pt x="9398" y="14312"/>
                  </a:lnTo>
                  <a:lnTo>
                    <a:pt x="9537" y="14376"/>
                  </a:lnTo>
                  <a:lnTo>
                    <a:pt x="9563" y="14516"/>
                  </a:lnTo>
                  <a:lnTo>
                    <a:pt x="9537" y="14757"/>
                  </a:lnTo>
                  <a:lnTo>
                    <a:pt x="9639" y="14617"/>
                  </a:lnTo>
                  <a:lnTo>
                    <a:pt x="9537" y="14820"/>
                  </a:lnTo>
                  <a:lnTo>
                    <a:pt x="9575" y="15036"/>
                  </a:lnTo>
                  <a:lnTo>
                    <a:pt x="9740" y="14719"/>
                  </a:lnTo>
                  <a:lnTo>
                    <a:pt x="9779" y="14236"/>
                  </a:lnTo>
                  <a:close/>
                </a:path>
                <a:path w="30479" h="16509">
                  <a:moveTo>
                    <a:pt x="9855" y="10375"/>
                  </a:moveTo>
                  <a:lnTo>
                    <a:pt x="8166" y="10375"/>
                  </a:lnTo>
                  <a:lnTo>
                    <a:pt x="8140" y="10515"/>
                  </a:lnTo>
                  <a:lnTo>
                    <a:pt x="8026" y="10375"/>
                  </a:lnTo>
                  <a:lnTo>
                    <a:pt x="12" y="10375"/>
                  </a:lnTo>
                  <a:lnTo>
                    <a:pt x="25" y="10693"/>
                  </a:lnTo>
                  <a:lnTo>
                    <a:pt x="8128" y="10693"/>
                  </a:lnTo>
                  <a:lnTo>
                    <a:pt x="9740" y="10693"/>
                  </a:lnTo>
                  <a:lnTo>
                    <a:pt x="9855" y="10375"/>
                  </a:lnTo>
                  <a:close/>
                </a:path>
                <a:path w="30479" h="16509">
                  <a:moveTo>
                    <a:pt x="9969" y="15519"/>
                  </a:moveTo>
                  <a:lnTo>
                    <a:pt x="9906" y="15303"/>
                  </a:lnTo>
                  <a:lnTo>
                    <a:pt x="9906" y="15494"/>
                  </a:lnTo>
                  <a:close/>
                </a:path>
                <a:path w="30479" h="16509">
                  <a:moveTo>
                    <a:pt x="9994" y="9271"/>
                  </a:moveTo>
                  <a:lnTo>
                    <a:pt x="9956" y="8712"/>
                  </a:lnTo>
                  <a:lnTo>
                    <a:pt x="9931" y="8458"/>
                  </a:lnTo>
                  <a:lnTo>
                    <a:pt x="9906" y="8077"/>
                  </a:lnTo>
                  <a:lnTo>
                    <a:pt x="0" y="8077"/>
                  </a:lnTo>
                  <a:lnTo>
                    <a:pt x="12" y="9271"/>
                  </a:lnTo>
                  <a:lnTo>
                    <a:pt x="9994" y="9271"/>
                  </a:lnTo>
                  <a:close/>
                </a:path>
                <a:path w="30479" h="16509">
                  <a:moveTo>
                    <a:pt x="10045" y="15240"/>
                  </a:moveTo>
                  <a:lnTo>
                    <a:pt x="10007" y="14909"/>
                  </a:lnTo>
                  <a:lnTo>
                    <a:pt x="9944" y="15278"/>
                  </a:lnTo>
                  <a:close/>
                </a:path>
                <a:path w="30479" h="16509">
                  <a:moveTo>
                    <a:pt x="10121" y="6146"/>
                  </a:moveTo>
                  <a:lnTo>
                    <a:pt x="9906" y="6007"/>
                  </a:lnTo>
                  <a:lnTo>
                    <a:pt x="9906" y="6299"/>
                  </a:lnTo>
                  <a:lnTo>
                    <a:pt x="10121" y="6337"/>
                  </a:lnTo>
                  <a:lnTo>
                    <a:pt x="10121" y="6146"/>
                  </a:lnTo>
                  <a:close/>
                </a:path>
                <a:path w="30479" h="16509">
                  <a:moveTo>
                    <a:pt x="10160" y="16154"/>
                  </a:moveTo>
                  <a:lnTo>
                    <a:pt x="10020" y="16027"/>
                  </a:lnTo>
                  <a:lnTo>
                    <a:pt x="10071" y="16256"/>
                  </a:lnTo>
                  <a:lnTo>
                    <a:pt x="10058" y="16395"/>
                  </a:lnTo>
                  <a:lnTo>
                    <a:pt x="10147" y="16256"/>
                  </a:lnTo>
                  <a:close/>
                </a:path>
                <a:path w="30479" h="16509">
                  <a:moveTo>
                    <a:pt x="10198" y="14719"/>
                  </a:moveTo>
                  <a:lnTo>
                    <a:pt x="10045" y="14795"/>
                  </a:lnTo>
                  <a:lnTo>
                    <a:pt x="10083" y="14935"/>
                  </a:lnTo>
                  <a:lnTo>
                    <a:pt x="10198" y="14719"/>
                  </a:lnTo>
                  <a:close/>
                </a:path>
                <a:path w="30479" h="16509">
                  <a:moveTo>
                    <a:pt x="10223" y="3505"/>
                  </a:moveTo>
                  <a:lnTo>
                    <a:pt x="10185" y="3200"/>
                  </a:lnTo>
                  <a:lnTo>
                    <a:pt x="10007" y="3136"/>
                  </a:lnTo>
                  <a:lnTo>
                    <a:pt x="9969" y="3276"/>
                  </a:lnTo>
                  <a:lnTo>
                    <a:pt x="10121" y="3365"/>
                  </a:lnTo>
                  <a:lnTo>
                    <a:pt x="10033" y="3505"/>
                  </a:lnTo>
                  <a:lnTo>
                    <a:pt x="10223" y="3505"/>
                  </a:lnTo>
                  <a:close/>
                </a:path>
                <a:path w="30479" h="16509">
                  <a:moveTo>
                    <a:pt x="10337" y="14211"/>
                  </a:moveTo>
                  <a:lnTo>
                    <a:pt x="9613" y="13182"/>
                  </a:lnTo>
                  <a:lnTo>
                    <a:pt x="9613" y="13792"/>
                  </a:lnTo>
                  <a:lnTo>
                    <a:pt x="9486" y="13614"/>
                  </a:lnTo>
                  <a:lnTo>
                    <a:pt x="9613" y="13792"/>
                  </a:lnTo>
                  <a:lnTo>
                    <a:pt x="9613" y="13182"/>
                  </a:lnTo>
                  <a:lnTo>
                    <a:pt x="9575" y="13030"/>
                  </a:lnTo>
                  <a:lnTo>
                    <a:pt x="9105" y="12433"/>
                  </a:lnTo>
                  <a:lnTo>
                    <a:pt x="9372" y="13157"/>
                  </a:lnTo>
                  <a:lnTo>
                    <a:pt x="9232" y="13258"/>
                  </a:lnTo>
                  <a:lnTo>
                    <a:pt x="8661" y="12433"/>
                  </a:lnTo>
                  <a:lnTo>
                    <a:pt x="8585" y="12827"/>
                  </a:lnTo>
                  <a:lnTo>
                    <a:pt x="8458" y="13449"/>
                  </a:lnTo>
                  <a:lnTo>
                    <a:pt x="7848" y="12433"/>
                  </a:lnTo>
                  <a:lnTo>
                    <a:pt x="8458" y="12433"/>
                  </a:lnTo>
                  <a:lnTo>
                    <a:pt x="8610" y="12433"/>
                  </a:lnTo>
                  <a:lnTo>
                    <a:pt x="9105" y="12433"/>
                  </a:lnTo>
                  <a:lnTo>
                    <a:pt x="9664" y="12433"/>
                  </a:lnTo>
                  <a:lnTo>
                    <a:pt x="10083" y="12433"/>
                  </a:lnTo>
                  <a:lnTo>
                    <a:pt x="9969" y="11544"/>
                  </a:lnTo>
                  <a:lnTo>
                    <a:pt x="9817" y="11544"/>
                  </a:lnTo>
                  <a:lnTo>
                    <a:pt x="9740" y="11137"/>
                  </a:lnTo>
                  <a:lnTo>
                    <a:pt x="7607" y="11137"/>
                  </a:lnTo>
                  <a:lnTo>
                    <a:pt x="7607" y="14211"/>
                  </a:lnTo>
                  <a:lnTo>
                    <a:pt x="7226" y="14211"/>
                  </a:lnTo>
                  <a:lnTo>
                    <a:pt x="7226" y="12433"/>
                  </a:lnTo>
                  <a:lnTo>
                    <a:pt x="7607" y="14211"/>
                  </a:lnTo>
                  <a:lnTo>
                    <a:pt x="7607" y="11137"/>
                  </a:lnTo>
                  <a:lnTo>
                    <a:pt x="25" y="11137"/>
                  </a:lnTo>
                  <a:lnTo>
                    <a:pt x="50" y="14681"/>
                  </a:lnTo>
                  <a:lnTo>
                    <a:pt x="7607" y="14681"/>
                  </a:lnTo>
                  <a:lnTo>
                    <a:pt x="7620" y="14465"/>
                  </a:lnTo>
                  <a:lnTo>
                    <a:pt x="7874" y="14503"/>
                  </a:lnTo>
                  <a:lnTo>
                    <a:pt x="7899" y="14655"/>
                  </a:lnTo>
                  <a:lnTo>
                    <a:pt x="7975" y="14503"/>
                  </a:lnTo>
                  <a:lnTo>
                    <a:pt x="7772" y="14325"/>
                  </a:lnTo>
                  <a:lnTo>
                    <a:pt x="7620" y="14452"/>
                  </a:lnTo>
                  <a:lnTo>
                    <a:pt x="7658" y="14211"/>
                  </a:lnTo>
                  <a:lnTo>
                    <a:pt x="9918" y="14211"/>
                  </a:lnTo>
                  <a:lnTo>
                    <a:pt x="10337" y="14211"/>
                  </a:lnTo>
                  <a:close/>
                </a:path>
                <a:path w="30479" h="16509">
                  <a:moveTo>
                    <a:pt x="10337" y="3060"/>
                  </a:moveTo>
                  <a:lnTo>
                    <a:pt x="10274" y="2870"/>
                  </a:lnTo>
                  <a:lnTo>
                    <a:pt x="10299" y="3124"/>
                  </a:lnTo>
                  <a:close/>
                </a:path>
                <a:path w="30479" h="16509">
                  <a:moveTo>
                    <a:pt x="10401" y="5511"/>
                  </a:moveTo>
                  <a:lnTo>
                    <a:pt x="10337" y="5702"/>
                  </a:lnTo>
                  <a:lnTo>
                    <a:pt x="10147" y="5702"/>
                  </a:lnTo>
                  <a:lnTo>
                    <a:pt x="10147" y="5448"/>
                  </a:lnTo>
                  <a:lnTo>
                    <a:pt x="10337" y="5448"/>
                  </a:lnTo>
                  <a:lnTo>
                    <a:pt x="10185" y="5080"/>
                  </a:lnTo>
                  <a:lnTo>
                    <a:pt x="10071" y="5295"/>
                  </a:lnTo>
                  <a:lnTo>
                    <a:pt x="9982" y="5613"/>
                  </a:lnTo>
                  <a:lnTo>
                    <a:pt x="10121" y="5778"/>
                  </a:lnTo>
                  <a:lnTo>
                    <a:pt x="10337" y="5778"/>
                  </a:lnTo>
                  <a:lnTo>
                    <a:pt x="10401" y="5511"/>
                  </a:lnTo>
                  <a:close/>
                </a:path>
                <a:path w="30479" h="16509">
                  <a:moveTo>
                    <a:pt x="10414" y="2590"/>
                  </a:moveTo>
                  <a:lnTo>
                    <a:pt x="10274" y="2298"/>
                  </a:lnTo>
                  <a:lnTo>
                    <a:pt x="10236" y="2476"/>
                  </a:lnTo>
                  <a:lnTo>
                    <a:pt x="10414" y="2590"/>
                  </a:lnTo>
                  <a:close/>
                </a:path>
                <a:path w="30479" h="16509">
                  <a:moveTo>
                    <a:pt x="10452" y="16395"/>
                  </a:moveTo>
                  <a:lnTo>
                    <a:pt x="10375" y="16217"/>
                  </a:lnTo>
                  <a:lnTo>
                    <a:pt x="10337" y="16395"/>
                  </a:lnTo>
                  <a:close/>
                </a:path>
                <a:path w="30479" h="16509">
                  <a:moveTo>
                    <a:pt x="10477" y="4406"/>
                  </a:moveTo>
                  <a:lnTo>
                    <a:pt x="10337" y="4254"/>
                  </a:lnTo>
                  <a:lnTo>
                    <a:pt x="10363" y="4076"/>
                  </a:lnTo>
                  <a:lnTo>
                    <a:pt x="10261" y="4229"/>
                  </a:lnTo>
                  <a:lnTo>
                    <a:pt x="10185" y="3937"/>
                  </a:lnTo>
                  <a:lnTo>
                    <a:pt x="10071" y="4102"/>
                  </a:lnTo>
                  <a:lnTo>
                    <a:pt x="10147" y="4279"/>
                  </a:lnTo>
                  <a:lnTo>
                    <a:pt x="10033" y="4648"/>
                  </a:lnTo>
                  <a:lnTo>
                    <a:pt x="10058" y="4800"/>
                  </a:lnTo>
                  <a:lnTo>
                    <a:pt x="10033" y="5029"/>
                  </a:lnTo>
                  <a:lnTo>
                    <a:pt x="10147" y="4749"/>
                  </a:lnTo>
                  <a:lnTo>
                    <a:pt x="10363" y="4826"/>
                  </a:lnTo>
                  <a:lnTo>
                    <a:pt x="10439" y="4597"/>
                  </a:lnTo>
                  <a:lnTo>
                    <a:pt x="10477" y="4406"/>
                  </a:lnTo>
                  <a:close/>
                </a:path>
                <a:path w="30479" h="16509">
                  <a:moveTo>
                    <a:pt x="10541" y="16395"/>
                  </a:moveTo>
                  <a:close/>
                </a:path>
                <a:path w="30479" h="16509">
                  <a:moveTo>
                    <a:pt x="10693" y="3454"/>
                  </a:moveTo>
                  <a:lnTo>
                    <a:pt x="10655" y="3670"/>
                  </a:lnTo>
                  <a:lnTo>
                    <a:pt x="10693" y="3454"/>
                  </a:lnTo>
                  <a:close/>
                </a:path>
                <a:path w="30479" h="16509">
                  <a:moveTo>
                    <a:pt x="10782" y="3136"/>
                  </a:moveTo>
                  <a:lnTo>
                    <a:pt x="10756" y="2908"/>
                  </a:lnTo>
                  <a:lnTo>
                    <a:pt x="10617" y="3035"/>
                  </a:lnTo>
                  <a:lnTo>
                    <a:pt x="10782" y="3136"/>
                  </a:lnTo>
                  <a:close/>
                </a:path>
                <a:path w="30479" h="16509">
                  <a:moveTo>
                    <a:pt x="10795" y="14084"/>
                  </a:moveTo>
                  <a:lnTo>
                    <a:pt x="10642" y="14147"/>
                  </a:lnTo>
                  <a:lnTo>
                    <a:pt x="10744" y="14338"/>
                  </a:lnTo>
                  <a:lnTo>
                    <a:pt x="10795" y="14084"/>
                  </a:lnTo>
                  <a:close/>
                </a:path>
                <a:path w="30479" h="16509">
                  <a:moveTo>
                    <a:pt x="10883" y="14490"/>
                  </a:moveTo>
                  <a:lnTo>
                    <a:pt x="10693" y="14363"/>
                  </a:lnTo>
                  <a:lnTo>
                    <a:pt x="10655" y="14617"/>
                  </a:lnTo>
                  <a:lnTo>
                    <a:pt x="10845" y="14617"/>
                  </a:lnTo>
                  <a:lnTo>
                    <a:pt x="10883" y="14490"/>
                  </a:lnTo>
                  <a:close/>
                </a:path>
                <a:path w="30479" h="16509">
                  <a:moveTo>
                    <a:pt x="11087" y="14401"/>
                  </a:moveTo>
                  <a:lnTo>
                    <a:pt x="11036" y="14185"/>
                  </a:lnTo>
                  <a:lnTo>
                    <a:pt x="10909" y="14439"/>
                  </a:lnTo>
                  <a:lnTo>
                    <a:pt x="11087" y="14401"/>
                  </a:lnTo>
                  <a:close/>
                </a:path>
                <a:path w="30479" h="16509">
                  <a:moveTo>
                    <a:pt x="11150" y="14452"/>
                  </a:moveTo>
                  <a:lnTo>
                    <a:pt x="10998" y="14452"/>
                  </a:lnTo>
                  <a:lnTo>
                    <a:pt x="11150" y="14655"/>
                  </a:lnTo>
                  <a:lnTo>
                    <a:pt x="11150" y="14452"/>
                  </a:lnTo>
                  <a:close/>
                </a:path>
                <a:path w="30479" h="16509">
                  <a:moveTo>
                    <a:pt x="11353" y="16395"/>
                  </a:moveTo>
                  <a:lnTo>
                    <a:pt x="11315" y="16217"/>
                  </a:lnTo>
                  <a:lnTo>
                    <a:pt x="11277" y="16395"/>
                  </a:lnTo>
                  <a:close/>
                </a:path>
                <a:path w="30479" h="16509">
                  <a:moveTo>
                    <a:pt x="11430" y="1143"/>
                  </a:moveTo>
                  <a:lnTo>
                    <a:pt x="11277" y="977"/>
                  </a:lnTo>
                  <a:lnTo>
                    <a:pt x="11430" y="1143"/>
                  </a:lnTo>
                  <a:close/>
                </a:path>
                <a:path w="30479" h="16509">
                  <a:moveTo>
                    <a:pt x="11468" y="16395"/>
                  </a:moveTo>
                  <a:close/>
                </a:path>
                <a:path w="30479" h="16509">
                  <a:moveTo>
                    <a:pt x="11569" y="850"/>
                  </a:moveTo>
                  <a:lnTo>
                    <a:pt x="11315" y="850"/>
                  </a:lnTo>
                  <a:lnTo>
                    <a:pt x="11442" y="965"/>
                  </a:lnTo>
                  <a:lnTo>
                    <a:pt x="11569" y="850"/>
                  </a:lnTo>
                  <a:close/>
                </a:path>
                <a:path w="30479" h="16509">
                  <a:moveTo>
                    <a:pt x="11582" y="10287"/>
                  </a:moveTo>
                  <a:lnTo>
                    <a:pt x="11341" y="10274"/>
                  </a:lnTo>
                  <a:lnTo>
                    <a:pt x="11277" y="10490"/>
                  </a:lnTo>
                  <a:lnTo>
                    <a:pt x="11201" y="10274"/>
                  </a:lnTo>
                  <a:lnTo>
                    <a:pt x="11137" y="10871"/>
                  </a:lnTo>
                  <a:lnTo>
                    <a:pt x="11315" y="10566"/>
                  </a:lnTo>
                  <a:lnTo>
                    <a:pt x="11582" y="10287"/>
                  </a:lnTo>
                  <a:close/>
                </a:path>
                <a:path w="30479" h="16509">
                  <a:moveTo>
                    <a:pt x="11785" y="14579"/>
                  </a:moveTo>
                  <a:lnTo>
                    <a:pt x="11684" y="14439"/>
                  </a:lnTo>
                  <a:lnTo>
                    <a:pt x="11569" y="14579"/>
                  </a:lnTo>
                  <a:lnTo>
                    <a:pt x="11785" y="14579"/>
                  </a:lnTo>
                  <a:close/>
                </a:path>
                <a:path w="30479" h="16509">
                  <a:moveTo>
                    <a:pt x="11988" y="11595"/>
                  </a:moveTo>
                  <a:lnTo>
                    <a:pt x="11849" y="11595"/>
                  </a:lnTo>
                  <a:lnTo>
                    <a:pt x="11849" y="11811"/>
                  </a:lnTo>
                  <a:lnTo>
                    <a:pt x="11988" y="11595"/>
                  </a:lnTo>
                  <a:close/>
                </a:path>
                <a:path w="30479" h="16509">
                  <a:moveTo>
                    <a:pt x="12026" y="7073"/>
                  </a:moveTo>
                  <a:lnTo>
                    <a:pt x="11963" y="7505"/>
                  </a:lnTo>
                  <a:lnTo>
                    <a:pt x="12026" y="7073"/>
                  </a:lnTo>
                  <a:close/>
                </a:path>
                <a:path w="30479" h="16509">
                  <a:moveTo>
                    <a:pt x="12077" y="8242"/>
                  </a:moveTo>
                  <a:lnTo>
                    <a:pt x="12001" y="7988"/>
                  </a:lnTo>
                  <a:lnTo>
                    <a:pt x="11925" y="8356"/>
                  </a:lnTo>
                  <a:lnTo>
                    <a:pt x="12077" y="8242"/>
                  </a:lnTo>
                  <a:close/>
                </a:path>
                <a:path w="30479" h="16509">
                  <a:moveTo>
                    <a:pt x="12115" y="14897"/>
                  </a:moveTo>
                  <a:lnTo>
                    <a:pt x="12090" y="14668"/>
                  </a:lnTo>
                  <a:lnTo>
                    <a:pt x="12052" y="14300"/>
                  </a:lnTo>
                  <a:lnTo>
                    <a:pt x="11938" y="14668"/>
                  </a:lnTo>
                  <a:lnTo>
                    <a:pt x="12115" y="14897"/>
                  </a:lnTo>
                  <a:close/>
                </a:path>
                <a:path w="30479" h="16509">
                  <a:moveTo>
                    <a:pt x="12179" y="13690"/>
                  </a:moveTo>
                  <a:lnTo>
                    <a:pt x="11912" y="13614"/>
                  </a:lnTo>
                  <a:lnTo>
                    <a:pt x="12090" y="13931"/>
                  </a:lnTo>
                  <a:lnTo>
                    <a:pt x="12179" y="13690"/>
                  </a:lnTo>
                  <a:close/>
                </a:path>
                <a:path w="30479" h="16509">
                  <a:moveTo>
                    <a:pt x="12433" y="12319"/>
                  </a:moveTo>
                  <a:lnTo>
                    <a:pt x="12407" y="12153"/>
                  </a:lnTo>
                  <a:lnTo>
                    <a:pt x="12255" y="12357"/>
                  </a:lnTo>
                  <a:lnTo>
                    <a:pt x="12433" y="12319"/>
                  </a:lnTo>
                  <a:close/>
                </a:path>
                <a:path w="30479" h="16509">
                  <a:moveTo>
                    <a:pt x="12623" y="1104"/>
                  </a:moveTo>
                  <a:lnTo>
                    <a:pt x="12585" y="927"/>
                  </a:lnTo>
                  <a:lnTo>
                    <a:pt x="12509" y="1066"/>
                  </a:lnTo>
                  <a:close/>
                </a:path>
                <a:path w="30479" h="16509">
                  <a:moveTo>
                    <a:pt x="12687" y="8280"/>
                  </a:moveTo>
                  <a:lnTo>
                    <a:pt x="12509" y="8496"/>
                  </a:lnTo>
                  <a:lnTo>
                    <a:pt x="12687" y="8458"/>
                  </a:lnTo>
                  <a:lnTo>
                    <a:pt x="12687" y="8280"/>
                  </a:lnTo>
                  <a:close/>
                </a:path>
                <a:path w="30479" h="16509">
                  <a:moveTo>
                    <a:pt x="12725" y="3213"/>
                  </a:moveTo>
                  <a:lnTo>
                    <a:pt x="12509" y="3200"/>
                  </a:lnTo>
                  <a:lnTo>
                    <a:pt x="12534" y="3352"/>
                  </a:lnTo>
                  <a:lnTo>
                    <a:pt x="12725" y="3213"/>
                  </a:lnTo>
                  <a:close/>
                </a:path>
                <a:path w="30479" h="16509">
                  <a:moveTo>
                    <a:pt x="12801" y="14274"/>
                  </a:moveTo>
                  <a:lnTo>
                    <a:pt x="12623" y="14135"/>
                  </a:lnTo>
                  <a:lnTo>
                    <a:pt x="12687" y="14351"/>
                  </a:lnTo>
                  <a:close/>
                </a:path>
                <a:path w="30479" h="16509">
                  <a:moveTo>
                    <a:pt x="12839" y="6845"/>
                  </a:moveTo>
                  <a:lnTo>
                    <a:pt x="12661" y="6604"/>
                  </a:lnTo>
                  <a:lnTo>
                    <a:pt x="12827" y="6515"/>
                  </a:lnTo>
                  <a:lnTo>
                    <a:pt x="12738" y="6337"/>
                  </a:lnTo>
                  <a:lnTo>
                    <a:pt x="12509" y="6527"/>
                  </a:lnTo>
                  <a:lnTo>
                    <a:pt x="12687" y="7035"/>
                  </a:lnTo>
                  <a:lnTo>
                    <a:pt x="12738" y="7213"/>
                  </a:lnTo>
                  <a:lnTo>
                    <a:pt x="12738" y="6946"/>
                  </a:lnTo>
                  <a:close/>
                </a:path>
                <a:path w="30479" h="16509">
                  <a:moveTo>
                    <a:pt x="12941" y="11112"/>
                  </a:moveTo>
                  <a:lnTo>
                    <a:pt x="12712" y="10909"/>
                  </a:lnTo>
                  <a:lnTo>
                    <a:pt x="12712" y="11112"/>
                  </a:lnTo>
                  <a:lnTo>
                    <a:pt x="12674" y="11315"/>
                  </a:lnTo>
                  <a:lnTo>
                    <a:pt x="12941" y="11112"/>
                  </a:lnTo>
                  <a:close/>
                </a:path>
                <a:path w="30479" h="16509">
                  <a:moveTo>
                    <a:pt x="13081" y="685"/>
                  </a:moveTo>
                  <a:lnTo>
                    <a:pt x="12954" y="660"/>
                  </a:lnTo>
                  <a:lnTo>
                    <a:pt x="12966" y="876"/>
                  </a:lnTo>
                  <a:lnTo>
                    <a:pt x="13081" y="685"/>
                  </a:lnTo>
                  <a:close/>
                </a:path>
                <a:path w="30479" h="16509">
                  <a:moveTo>
                    <a:pt x="13195" y="7150"/>
                  </a:moveTo>
                  <a:lnTo>
                    <a:pt x="13081" y="6845"/>
                  </a:lnTo>
                  <a:lnTo>
                    <a:pt x="13017" y="6997"/>
                  </a:lnTo>
                  <a:lnTo>
                    <a:pt x="13055" y="7175"/>
                  </a:lnTo>
                  <a:lnTo>
                    <a:pt x="13195" y="7150"/>
                  </a:lnTo>
                  <a:close/>
                </a:path>
                <a:path w="30479" h="16509">
                  <a:moveTo>
                    <a:pt x="13500" y="10350"/>
                  </a:moveTo>
                  <a:lnTo>
                    <a:pt x="13347" y="10566"/>
                  </a:lnTo>
                  <a:lnTo>
                    <a:pt x="13500" y="10350"/>
                  </a:lnTo>
                  <a:close/>
                </a:path>
                <a:path w="30479" h="16509">
                  <a:moveTo>
                    <a:pt x="13589" y="4152"/>
                  </a:moveTo>
                  <a:lnTo>
                    <a:pt x="13423" y="3987"/>
                  </a:lnTo>
                  <a:lnTo>
                    <a:pt x="13373" y="4178"/>
                  </a:lnTo>
                  <a:lnTo>
                    <a:pt x="13411" y="3898"/>
                  </a:lnTo>
                  <a:lnTo>
                    <a:pt x="13296" y="4178"/>
                  </a:lnTo>
                  <a:lnTo>
                    <a:pt x="13271" y="4445"/>
                  </a:lnTo>
                  <a:lnTo>
                    <a:pt x="13296" y="4597"/>
                  </a:lnTo>
                  <a:lnTo>
                    <a:pt x="13322" y="4419"/>
                  </a:lnTo>
                  <a:lnTo>
                    <a:pt x="13589" y="4152"/>
                  </a:lnTo>
                  <a:close/>
                </a:path>
                <a:path w="30479" h="16509">
                  <a:moveTo>
                    <a:pt x="13677" y="11379"/>
                  </a:moveTo>
                  <a:lnTo>
                    <a:pt x="13627" y="11125"/>
                  </a:lnTo>
                  <a:lnTo>
                    <a:pt x="13563" y="11379"/>
                  </a:lnTo>
                  <a:close/>
                </a:path>
                <a:path w="30479" h="16509">
                  <a:moveTo>
                    <a:pt x="13703" y="9359"/>
                  </a:moveTo>
                  <a:lnTo>
                    <a:pt x="13665" y="9220"/>
                  </a:lnTo>
                  <a:lnTo>
                    <a:pt x="13449" y="9486"/>
                  </a:lnTo>
                  <a:lnTo>
                    <a:pt x="13563" y="9626"/>
                  </a:lnTo>
                  <a:lnTo>
                    <a:pt x="13703" y="9359"/>
                  </a:lnTo>
                  <a:close/>
                </a:path>
                <a:path w="30479" h="16509">
                  <a:moveTo>
                    <a:pt x="13881" y="3200"/>
                  </a:moveTo>
                  <a:lnTo>
                    <a:pt x="13639" y="3238"/>
                  </a:lnTo>
                  <a:lnTo>
                    <a:pt x="13627" y="3987"/>
                  </a:lnTo>
                  <a:lnTo>
                    <a:pt x="13817" y="3708"/>
                  </a:lnTo>
                  <a:lnTo>
                    <a:pt x="13843" y="3492"/>
                  </a:lnTo>
                  <a:lnTo>
                    <a:pt x="13881" y="3200"/>
                  </a:lnTo>
                  <a:close/>
                </a:path>
                <a:path w="30479" h="16509">
                  <a:moveTo>
                    <a:pt x="13893" y="7835"/>
                  </a:moveTo>
                  <a:lnTo>
                    <a:pt x="13741" y="7658"/>
                  </a:lnTo>
                  <a:lnTo>
                    <a:pt x="13779" y="7835"/>
                  </a:lnTo>
                  <a:close/>
                </a:path>
                <a:path w="30479" h="16509">
                  <a:moveTo>
                    <a:pt x="14147" y="11696"/>
                  </a:moveTo>
                  <a:lnTo>
                    <a:pt x="14109" y="11303"/>
                  </a:lnTo>
                  <a:lnTo>
                    <a:pt x="13995" y="11493"/>
                  </a:lnTo>
                  <a:lnTo>
                    <a:pt x="14147" y="11696"/>
                  </a:lnTo>
                  <a:close/>
                </a:path>
                <a:path w="30479" h="16509">
                  <a:moveTo>
                    <a:pt x="14160" y="2590"/>
                  </a:moveTo>
                  <a:lnTo>
                    <a:pt x="13944" y="2705"/>
                  </a:lnTo>
                  <a:lnTo>
                    <a:pt x="13792" y="3175"/>
                  </a:lnTo>
                  <a:lnTo>
                    <a:pt x="13970" y="3098"/>
                  </a:lnTo>
                  <a:lnTo>
                    <a:pt x="13931" y="2959"/>
                  </a:lnTo>
                  <a:lnTo>
                    <a:pt x="14160" y="2590"/>
                  </a:lnTo>
                  <a:close/>
                </a:path>
                <a:path w="30479" h="16509">
                  <a:moveTo>
                    <a:pt x="14478" y="1447"/>
                  </a:moveTo>
                  <a:lnTo>
                    <a:pt x="14363" y="1320"/>
                  </a:lnTo>
                  <a:lnTo>
                    <a:pt x="14363" y="1587"/>
                  </a:lnTo>
                  <a:lnTo>
                    <a:pt x="14325" y="1714"/>
                  </a:lnTo>
                  <a:lnTo>
                    <a:pt x="14325" y="1905"/>
                  </a:lnTo>
                  <a:lnTo>
                    <a:pt x="14376" y="1689"/>
                  </a:lnTo>
                  <a:lnTo>
                    <a:pt x="14478" y="1447"/>
                  </a:lnTo>
                  <a:close/>
                </a:path>
                <a:path w="30479" h="16509">
                  <a:moveTo>
                    <a:pt x="17246" y="5359"/>
                  </a:moveTo>
                  <a:lnTo>
                    <a:pt x="17068" y="5321"/>
                  </a:lnTo>
                  <a:lnTo>
                    <a:pt x="17094" y="5499"/>
                  </a:lnTo>
                  <a:lnTo>
                    <a:pt x="17246" y="5359"/>
                  </a:lnTo>
                  <a:close/>
                </a:path>
                <a:path w="30479" h="16509">
                  <a:moveTo>
                    <a:pt x="30022" y="11823"/>
                  </a:moveTo>
                  <a:lnTo>
                    <a:pt x="29946" y="10769"/>
                  </a:lnTo>
                  <a:lnTo>
                    <a:pt x="29984" y="10033"/>
                  </a:lnTo>
                  <a:lnTo>
                    <a:pt x="29895" y="10591"/>
                  </a:lnTo>
                  <a:lnTo>
                    <a:pt x="29972" y="11645"/>
                  </a:lnTo>
                  <a:lnTo>
                    <a:pt x="29946" y="12382"/>
                  </a:lnTo>
                  <a:lnTo>
                    <a:pt x="30022" y="118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7" name="object 147"/>
            <p:cNvSpPr/>
            <p:nvPr/>
          </p:nvSpPr>
          <p:spPr>
            <a:xfrm>
              <a:off x="3976941" y="1265288"/>
              <a:ext cx="31115" cy="19050"/>
            </a:xfrm>
            <a:custGeom>
              <a:avLst/>
              <a:gdLst/>
              <a:ahLst/>
              <a:cxnLst/>
              <a:rect l="l" t="t" r="r" b="b"/>
              <a:pathLst>
                <a:path w="31114" h="19050">
                  <a:moveTo>
                    <a:pt x="6908" y="6731"/>
                  </a:moveTo>
                  <a:lnTo>
                    <a:pt x="6769" y="6845"/>
                  </a:lnTo>
                  <a:lnTo>
                    <a:pt x="6908" y="6959"/>
                  </a:lnTo>
                  <a:lnTo>
                    <a:pt x="6908" y="6731"/>
                  </a:lnTo>
                  <a:close/>
                </a:path>
                <a:path w="31114" h="19050">
                  <a:moveTo>
                    <a:pt x="9017" y="7150"/>
                  </a:moveTo>
                  <a:lnTo>
                    <a:pt x="8928" y="6934"/>
                  </a:lnTo>
                  <a:lnTo>
                    <a:pt x="8928" y="7200"/>
                  </a:lnTo>
                  <a:close/>
                </a:path>
                <a:path w="31114" h="19050">
                  <a:moveTo>
                    <a:pt x="9448" y="17957"/>
                  </a:moveTo>
                  <a:lnTo>
                    <a:pt x="8915" y="17957"/>
                  </a:lnTo>
                  <a:lnTo>
                    <a:pt x="8877" y="18122"/>
                  </a:lnTo>
                  <a:lnTo>
                    <a:pt x="8750" y="17957"/>
                  </a:lnTo>
                  <a:lnTo>
                    <a:pt x="63" y="17957"/>
                  </a:lnTo>
                  <a:lnTo>
                    <a:pt x="139" y="18542"/>
                  </a:lnTo>
                  <a:lnTo>
                    <a:pt x="9321" y="18542"/>
                  </a:lnTo>
                  <a:lnTo>
                    <a:pt x="9271" y="18148"/>
                  </a:lnTo>
                  <a:lnTo>
                    <a:pt x="9448" y="17957"/>
                  </a:lnTo>
                  <a:close/>
                </a:path>
                <a:path w="31114" h="19050">
                  <a:moveTo>
                    <a:pt x="9461" y="16675"/>
                  </a:moveTo>
                  <a:lnTo>
                    <a:pt x="9398" y="16903"/>
                  </a:lnTo>
                  <a:lnTo>
                    <a:pt x="9461" y="16675"/>
                  </a:lnTo>
                  <a:close/>
                </a:path>
                <a:path w="31114" h="19050">
                  <a:moveTo>
                    <a:pt x="9969" y="17665"/>
                  </a:moveTo>
                  <a:lnTo>
                    <a:pt x="9906" y="17437"/>
                  </a:lnTo>
                  <a:lnTo>
                    <a:pt x="9906" y="17627"/>
                  </a:lnTo>
                  <a:close/>
                </a:path>
                <a:path w="31114" h="19050">
                  <a:moveTo>
                    <a:pt x="10045" y="17373"/>
                  </a:moveTo>
                  <a:lnTo>
                    <a:pt x="10007" y="17056"/>
                  </a:lnTo>
                  <a:lnTo>
                    <a:pt x="9944" y="17411"/>
                  </a:lnTo>
                  <a:close/>
                </a:path>
                <a:path w="31114" h="19050">
                  <a:moveTo>
                    <a:pt x="10058" y="11506"/>
                  </a:moveTo>
                  <a:lnTo>
                    <a:pt x="9969" y="11087"/>
                  </a:lnTo>
                  <a:lnTo>
                    <a:pt x="9918" y="10845"/>
                  </a:lnTo>
                  <a:lnTo>
                    <a:pt x="9867" y="10680"/>
                  </a:lnTo>
                  <a:lnTo>
                    <a:pt x="9664" y="10680"/>
                  </a:lnTo>
                  <a:lnTo>
                    <a:pt x="9906" y="10198"/>
                  </a:lnTo>
                  <a:lnTo>
                    <a:pt x="8610" y="10198"/>
                  </a:lnTo>
                  <a:lnTo>
                    <a:pt x="8610" y="11506"/>
                  </a:lnTo>
                  <a:lnTo>
                    <a:pt x="8077" y="12039"/>
                  </a:lnTo>
                  <a:lnTo>
                    <a:pt x="8394" y="11506"/>
                  </a:lnTo>
                  <a:lnTo>
                    <a:pt x="8610" y="11506"/>
                  </a:lnTo>
                  <a:lnTo>
                    <a:pt x="8610" y="10198"/>
                  </a:lnTo>
                  <a:lnTo>
                    <a:pt x="8001" y="10198"/>
                  </a:lnTo>
                  <a:lnTo>
                    <a:pt x="8001" y="11506"/>
                  </a:lnTo>
                  <a:lnTo>
                    <a:pt x="7962" y="11874"/>
                  </a:lnTo>
                  <a:lnTo>
                    <a:pt x="7874" y="11506"/>
                  </a:lnTo>
                  <a:lnTo>
                    <a:pt x="8001" y="11506"/>
                  </a:lnTo>
                  <a:lnTo>
                    <a:pt x="8001" y="10198"/>
                  </a:lnTo>
                  <a:lnTo>
                    <a:pt x="0" y="10198"/>
                  </a:lnTo>
                  <a:lnTo>
                    <a:pt x="25" y="12801"/>
                  </a:lnTo>
                  <a:lnTo>
                    <a:pt x="8128" y="12801"/>
                  </a:lnTo>
                  <a:lnTo>
                    <a:pt x="9740" y="12801"/>
                  </a:lnTo>
                  <a:lnTo>
                    <a:pt x="9740" y="12611"/>
                  </a:lnTo>
                  <a:lnTo>
                    <a:pt x="9969" y="12611"/>
                  </a:lnTo>
                  <a:lnTo>
                    <a:pt x="9855" y="11506"/>
                  </a:lnTo>
                  <a:lnTo>
                    <a:pt x="10058" y="11506"/>
                  </a:lnTo>
                  <a:close/>
                </a:path>
                <a:path w="31114" h="19050">
                  <a:moveTo>
                    <a:pt x="10071" y="16497"/>
                  </a:moveTo>
                  <a:lnTo>
                    <a:pt x="9042" y="15062"/>
                  </a:lnTo>
                  <a:lnTo>
                    <a:pt x="9245" y="16497"/>
                  </a:lnTo>
                  <a:lnTo>
                    <a:pt x="10071" y="16497"/>
                  </a:lnTo>
                  <a:close/>
                </a:path>
                <a:path w="31114" h="19050">
                  <a:moveTo>
                    <a:pt x="10121" y="876"/>
                  </a:moveTo>
                  <a:lnTo>
                    <a:pt x="9906" y="914"/>
                  </a:lnTo>
                  <a:lnTo>
                    <a:pt x="9906" y="1219"/>
                  </a:lnTo>
                  <a:lnTo>
                    <a:pt x="10121" y="1066"/>
                  </a:lnTo>
                  <a:lnTo>
                    <a:pt x="10121" y="876"/>
                  </a:lnTo>
                  <a:close/>
                </a:path>
                <a:path w="31114" h="19050">
                  <a:moveTo>
                    <a:pt x="10160" y="18288"/>
                  </a:moveTo>
                  <a:lnTo>
                    <a:pt x="10020" y="18161"/>
                  </a:lnTo>
                  <a:lnTo>
                    <a:pt x="10071" y="18402"/>
                  </a:lnTo>
                  <a:lnTo>
                    <a:pt x="10058" y="18529"/>
                  </a:lnTo>
                  <a:lnTo>
                    <a:pt x="10147" y="18402"/>
                  </a:lnTo>
                  <a:close/>
                </a:path>
                <a:path w="31114" h="19050">
                  <a:moveTo>
                    <a:pt x="10210" y="16129"/>
                  </a:moveTo>
                  <a:lnTo>
                    <a:pt x="9817" y="14566"/>
                  </a:lnTo>
                  <a:lnTo>
                    <a:pt x="10083" y="14566"/>
                  </a:lnTo>
                  <a:lnTo>
                    <a:pt x="9969" y="13614"/>
                  </a:lnTo>
                  <a:lnTo>
                    <a:pt x="9817" y="13614"/>
                  </a:lnTo>
                  <a:lnTo>
                    <a:pt x="9740" y="13220"/>
                  </a:lnTo>
                  <a:lnTo>
                    <a:pt x="25" y="13220"/>
                  </a:lnTo>
                  <a:lnTo>
                    <a:pt x="63" y="17284"/>
                  </a:lnTo>
                  <a:lnTo>
                    <a:pt x="7708" y="17284"/>
                  </a:lnTo>
                  <a:lnTo>
                    <a:pt x="7899" y="16814"/>
                  </a:lnTo>
                  <a:lnTo>
                    <a:pt x="7759" y="16814"/>
                  </a:lnTo>
                  <a:lnTo>
                    <a:pt x="7721" y="17157"/>
                  </a:lnTo>
                  <a:lnTo>
                    <a:pt x="7607" y="16814"/>
                  </a:lnTo>
                  <a:lnTo>
                    <a:pt x="7569" y="16649"/>
                  </a:lnTo>
                  <a:lnTo>
                    <a:pt x="7543" y="16497"/>
                  </a:lnTo>
                  <a:lnTo>
                    <a:pt x="7721" y="16497"/>
                  </a:lnTo>
                  <a:lnTo>
                    <a:pt x="7569" y="16649"/>
                  </a:lnTo>
                  <a:lnTo>
                    <a:pt x="7874" y="16624"/>
                  </a:lnTo>
                  <a:lnTo>
                    <a:pt x="7899" y="16776"/>
                  </a:lnTo>
                  <a:lnTo>
                    <a:pt x="7975" y="16624"/>
                  </a:lnTo>
                  <a:lnTo>
                    <a:pt x="7810" y="16497"/>
                  </a:lnTo>
                  <a:lnTo>
                    <a:pt x="8026" y="16497"/>
                  </a:lnTo>
                  <a:lnTo>
                    <a:pt x="8318" y="16497"/>
                  </a:lnTo>
                  <a:lnTo>
                    <a:pt x="9017" y="16497"/>
                  </a:lnTo>
                  <a:lnTo>
                    <a:pt x="8559" y="14859"/>
                  </a:lnTo>
                  <a:lnTo>
                    <a:pt x="8458" y="15570"/>
                  </a:lnTo>
                  <a:lnTo>
                    <a:pt x="8051" y="14909"/>
                  </a:lnTo>
                  <a:lnTo>
                    <a:pt x="7759" y="15494"/>
                  </a:lnTo>
                  <a:lnTo>
                    <a:pt x="7518" y="14566"/>
                  </a:lnTo>
                  <a:lnTo>
                    <a:pt x="7861" y="14566"/>
                  </a:lnTo>
                  <a:lnTo>
                    <a:pt x="8242" y="14566"/>
                  </a:lnTo>
                  <a:lnTo>
                    <a:pt x="9144" y="14566"/>
                  </a:lnTo>
                  <a:lnTo>
                    <a:pt x="10210" y="16129"/>
                  </a:lnTo>
                  <a:close/>
                </a:path>
                <a:path w="31114" h="19050">
                  <a:moveTo>
                    <a:pt x="10223" y="3708"/>
                  </a:moveTo>
                  <a:lnTo>
                    <a:pt x="10071" y="3644"/>
                  </a:lnTo>
                  <a:lnTo>
                    <a:pt x="10121" y="3860"/>
                  </a:lnTo>
                  <a:lnTo>
                    <a:pt x="9969" y="3937"/>
                  </a:lnTo>
                  <a:lnTo>
                    <a:pt x="10007" y="4076"/>
                  </a:lnTo>
                  <a:lnTo>
                    <a:pt x="10185" y="4013"/>
                  </a:lnTo>
                  <a:lnTo>
                    <a:pt x="10185" y="3784"/>
                  </a:lnTo>
                  <a:close/>
                </a:path>
                <a:path w="31114" h="19050">
                  <a:moveTo>
                    <a:pt x="10337" y="4152"/>
                  </a:moveTo>
                  <a:lnTo>
                    <a:pt x="10274" y="4356"/>
                  </a:lnTo>
                  <a:lnTo>
                    <a:pt x="10337" y="4152"/>
                  </a:lnTo>
                  <a:close/>
                </a:path>
                <a:path w="31114" h="19050">
                  <a:moveTo>
                    <a:pt x="10401" y="1689"/>
                  </a:moveTo>
                  <a:lnTo>
                    <a:pt x="10337" y="1422"/>
                  </a:lnTo>
                  <a:lnTo>
                    <a:pt x="10121" y="1422"/>
                  </a:lnTo>
                  <a:lnTo>
                    <a:pt x="9982" y="1600"/>
                  </a:lnTo>
                  <a:lnTo>
                    <a:pt x="10071" y="1905"/>
                  </a:lnTo>
                  <a:lnTo>
                    <a:pt x="10185" y="2120"/>
                  </a:lnTo>
                  <a:lnTo>
                    <a:pt x="10363" y="1866"/>
                  </a:lnTo>
                  <a:lnTo>
                    <a:pt x="10223" y="1790"/>
                  </a:lnTo>
                  <a:lnTo>
                    <a:pt x="10121" y="1612"/>
                  </a:lnTo>
                  <a:lnTo>
                    <a:pt x="10337" y="1498"/>
                  </a:lnTo>
                  <a:lnTo>
                    <a:pt x="10401" y="1689"/>
                  </a:lnTo>
                  <a:close/>
                </a:path>
                <a:path w="31114" h="19050">
                  <a:moveTo>
                    <a:pt x="10414" y="4648"/>
                  </a:moveTo>
                  <a:lnTo>
                    <a:pt x="10236" y="4737"/>
                  </a:lnTo>
                  <a:lnTo>
                    <a:pt x="10274" y="4914"/>
                  </a:lnTo>
                  <a:lnTo>
                    <a:pt x="10414" y="4648"/>
                  </a:lnTo>
                  <a:close/>
                </a:path>
                <a:path w="31114" h="19050">
                  <a:moveTo>
                    <a:pt x="10477" y="2781"/>
                  </a:moveTo>
                  <a:lnTo>
                    <a:pt x="10439" y="2603"/>
                  </a:lnTo>
                  <a:lnTo>
                    <a:pt x="10363" y="2362"/>
                  </a:lnTo>
                  <a:lnTo>
                    <a:pt x="10147" y="2438"/>
                  </a:lnTo>
                  <a:lnTo>
                    <a:pt x="10147" y="2146"/>
                  </a:lnTo>
                  <a:lnTo>
                    <a:pt x="10058" y="2400"/>
                  </a:lnTo>
                  <a:lnTo>
                    <a:pt x="10121" y="2654"/>
                  </a:lnTo>
                  <a:lnTo>
                    <a:pt x="10033" y="2959"/>
                  </a:lnTo>
                  <a:lnTo>
                    <a:pt x="10071" y="3086"/>
                  </a:lnTo>
                  <a:lnTo>
                    <a:pt x="10185" y="3276"/>
                  </a:lnTo>
                  <a:lnTo>
                    <a:pt x="10261" y="2984"/>
                  </a:lnTo>
                  <a:lnTo>
                    <a:pt x="10363" y="3124"/>
                  </a:lnTo>
                  <a:lnTo>
                    <a:pt x="10439" y="2959"/>
                  </a:lnTo>
                  <a:lnTo>
                    <a:pt x="10477" y="2781"/>
                  </a:lnTo>
                  <a:close/>
                </a:path>
                <a:path w="31114" h="19050">
                  <a:moveTo>
                    <a:pt x="10541" y="18529"/>
                  </a:moveTo>
                  <a:close/>
                </a:path>
                <a:path w="31114" h="19050">
                  <a:moveTo>
                    <a:pt x="10693" y="3771"/>
                  </a:moveTo>
                  <a:lnTo>
                    <a:pt x="10655" y="3543"/>
                  </a:lnTo>
                  <a:lnTo>
                    <a:pt x="10617" y="3721"/>
                  </a:lnTo>
                  <a:close/>
                </a:path>
                <a:path w="31114" h="19050">
                  <a:moveTo>
                    <a:pt x="10782" y="4076"/>
                  </a:moveTo>
                  <a:lnTo>
                    <a:pt x="10617" y="4191"/>
                  </a:lnTo>
                  <a:lnTo>
                    <a:pt x="10756" y="4305"/>
                  </a:lnTo>
                  <a:lnTo>
                    <a:pt x="10782" y="4076"/>
                  </a:lnTo>
                  <a:close/>
                </a:path>
                <a:path w="31114" h="19050">
                  <a:moveTo>
                    <a:pt x="10795" y="16217"/>
                  </a:moveTo>
                  <a:lnTo>
                    <a:pt x="10642" y="16294"/>
                  </a:lnTo>
                  <a:lnTo>
                    <a:pt x="10744" y="16471"/>
                  </a:lnTo>
                  <a:lnTo>
                    <a:pt x="10795" y="16217"/>
                  </a:lnTo>
                  <a:close/>
                </a:path>
                <a:path w="31114" h="19050">
                  <a:moveTo>
                    <a:pt x="10883" y="16624"/>
                  </a:moveTo>
                  <a:lnTo>
                    <a:pt x="10693" y="16497"/>
                  </a:lnTo>
                  <a:lnTo>
                    <a:pt x="10655" y="16738"/>
                  </a:lnTo>
                  <a:lnTo>
                    <a:pt x="10845" y="16738"/>
                  </a:lnTo>
                  <a:close/>
                </a:path>
                <a:path w="31114" h="19050">
                  <a:moveTo>
                    <a:pt x="11087" y="7327"/>
                  </a:moveTo>
                  <a:lnTo>
                    <a:pt x="11036" y="7112"/>
                  </a:lnTo>
                  <a:lnTo>
                    <a:pt x="10909" y="7366"/>
                  </a:lnTo>
                  <a:lnTo>
                    <a:pt x="11087" y="7327"/>
                  </a:lnTo>
                  <a:close/>
                </a:path>
                <a:path w="31114" h="19050">
                  <a:moveTo>
                    <a:pt x="11150" y="7378"/>
                  </a:moveTo>
                  <a:lnTo>
                    <a:pt x="10998" y="7378"/>
                  </a:lnTo>
                  <a:lnTo>
                    <a:pt x="11150" y="7581"/>
                  </a:lnTo>
                  <a:lnTo>
                    <a:pt x="11150" y="7378"/>
                  </a:lnTo>
                  <a:close/>
                </a:path>
                <a:path w="31114" h="19050">
                  <a:moveTo>
                    <a:pt x="11353" y="18529"/>
                  </a:moveTo>
                  <a:lnTo>
                    <a:pt x="11315" y="18364"/>
                  </a:lnTo>
                  <a:lnTo>
                    <a:pt x="11277" y="18529"/>
                  </a:lnTo>
                  <a:close/>
                </a:path>
                <a:path w="31114" h="19050">
                  <a:moveTo>
                    <a:pt x="11430" y="6083"/>
                  </a:moveTo>
                  <a:lnTo>
                    <a:pt x="11201" y="6159"/>
                  </a:lnTo>
                  <a:lnTo>
                    <a:pt x="11277" y="6350"/>
                  </a:lnTo>
                  <a:lnTo>
                    <a:pt x="11391" y="6108"/>
                  </a:lnTo>
                  <a:close/>
                </a:path>
                <a:path w="31114" h="19050">
                  <a:moveTo>
                    <a:pt x="11468" y="18529"/>
                  </a:moveTo>
                  <a:close/>
                </a:path>
                <a:path w="31114" h="19050">
                  <a:moveTo>
                    <a:pt x="11569" y="6375"/>
                  </a:moveTo>
                  <a:lnTo>
                    <a:pt x="11442" y="6261"/>
                  </a:lnTo>
                  <a:lnTo>
                    <a:pt x="11315" y="6375"/>
                  </a:lnTo>
                  <a:lnTo>
                    <a:pt x="11468" y="6413"/>
                  </a:lnTo>
                  <a:close/>
                </a:path>
                <a:path w="31114" h="19050">
                  <a:moveTo>
                    <a:pt x="11582" y="12433"/>
                  </a:moveTo>
                  <a:lnTo>
                    <a:pt x="11341" y="12420"/>
                  </a:lnTo>
                  <a:lnTo>
                    <a:pt x="11353" y="12280"/>
                  </a:lnTo>
                  <a:lnTo>
                    <a:pt x="11277" y="12636"/>
                  </a:lnTo>
                  <a:lnTo>
                    <a:pt x="11201" y="12433"/>
                  </a:lnTo>
                  <a:lnTo>
                    <a:pt x="11137" y="13004"/>
                  </a:lnTo>
                  <a:lnTo>
                    <a:pt x="11315" y="12712"/>
                  </a:lnTo>
                  <a:lnTo>
                    <a:pt x="11582" y="12433"/>
                  </a:lnTo>
                  <a:close/>
                </a:path>
                <a:path w="31114" h="19050">
                  <a:moveTo>
                    <a:pt x="11785" y="16713"/>
                  </a:moveTo>
                  <a:lnTo>
                    <a:pt x="11684" y="16573"/>
                  </a:lnTo>
                  <a:lnTo>
                    <a:pt x="11569" y="16713"/>
                  </a:lnTo>
                  <a:lnTo>
                    <a:pt x="11785" y="16713"/>
                  </a:lnTo>
                  <a:close/>
                </a:path>
                <a:path w="31114" h="19050">
                  <a:moveTo>
                    <a:pt x="11988" y="13728"/>
                  </a:moveTo>
                  <a:lnTo>
                    <a:pt x="11849" y="13728"/>
                  </a:lnTo>
                  <a:lnTo>
                    <a:pt x="11849" y="13944"/>
                  </a:lnTo>
                  <a:lnTo>
                    <a:pt x="11988" y="13728"/>
                  </a:lnTo>
                  <a:close/>
                </a:path>
                <a:path w="31114" h="19050">
                  <a:moveTo>
                    <a:pt x="12077" y="10375"/>
                  </a:moveTo>
                  <a:lnTo>
                    <a:pt x="12001" y="10109"/>
                  </a:lnTo>
                  <a:lnTo>
                    <a:pt x="11925" y="10490"/>
                  </a:lnTo>
                  <a:lnTo>
                    <a:pt x="12077" y="10375"/>
                  </a:lnTo>
                  <a:close/>
                </a:path>
                <a:path w="31114" h="19050">
                  <a:moveTo>
                    <a:pt x="12179" y="15836"/>
                  </a:moveTo>
                  <a:lnTo>
                    <a:pt x="11912" y="15748"/>
                  </a:lnTo>
                  <a:lnTo>
                    <a:pt x="12090" y="16078"/>
                  </a:lnTo>
                  <a:lnTo>
                    <a:pt x="12179" y="15836"/>
                  </a:lnTo>
                  <a:close/>
                </a:path>
                <a:path w="31114" h="19050">
                  <a:moveTo>
                    <a:pt x="12420" y="9677"/>
                  </a:moveTo>
                  <a:close/>
                </a:path>
                <a:path w="31114" h="19050">
                  <a:moveTo>
                    <a:pt x="12433" y="14452"/>
                  </a:moveTo>
                  <a:lnTo>
                    <a:pt x="12407" y="14287"/>
                  </a:lnTo>
                  <a:lnTo>
                    <a:pt x="12255" y="14490"/>
                  </a:lnTo>
                  <a:lnTo>
                    <a:pt x="12433" y="14452"/>
                  </a:lnTo>
                  <a:close/>
                </a:path>
                <a:path w="31114" h="19050">
                  <a:moveTo>
                    <a:pt x="12623" y="9232"/>
                  </a:moveTo>
                  <a:lnTo>
                    <a:pt x="12433" y="9232"/>
                  </a:lnTo>
                  <a:lnTo>
                    <a:pt x="12496" y="9372"/>
                  </a:lnTo>
                  <a:lnTo>
                    <a:pt x="12420" y="9677"/>
                  </a:lnTo>
                  <a:lnTo>
                    <a:pt x="12433" y="9982"/>
                  </a:lnTo>
                  <a:lnTo>
                    <a:pt x="12230" y="9740"/>
                  </a:lnTo>
                  <a:lnTo>
                    <a:pt x="12407" y="9677"/>
                  </a:lnTo>
                  <a:lnTo>
                    <a:pt x="12357" y="9410"/>
                  </a:lnTo>
                  <a:lnTo>
                    <a:pt x="12293" y="9232"/>
                  </a:lnTo>
                  <a:lnTo>
                    <a:pt x="12090" y="9232"/>
                  </a:lnTo>
                  <a:lnTo>
                    <a:pt x="11988" y="9410"/>
                  </a:lnTo>
                  <a:lnTo>
                    <a:pt x="12026" y="9207"/>
                  </a:lnTo>
                  <a:lnTo>
                    <a:pt x="11963" y="9639"/>
                  </a:lnTo>
                  <a:lnTo>
                    <a:pt x="11988" y="9436"/>
                  </a:lnTo>
                  <a:lnTo>
                    <a:pt x="12242" y="9525"/>
                  </a:lnTo>
                  <a:lnTo>
                    <a:pt x="12090" y="9512"/>
                  </a:lnTo>
                  <a:lnTo>
                    <a:pt x="12090" y="9728"/>
                  </a:lnTo>
                  <a:lnTo>
                    <a:pt x="12153" y="9855"/>
                  </a:lnTo>
                  <a:lnTo>
                    <a:pt x="12153" y="10236"/>
                  </a:lnTo>
                  <a:lnTo>
                    <a:pt x="12090" y="10642"/>
                  </a:lnTo>
                  <a:lnTo>
                    <a:pt x="12192" y="10337"/>
                  </a:lnTo>
                  <a:lnTo>
                    <a:pt x="12141" y="10096"/>
                  </a:lnTo>
                  <a:lnTo>
                    <a:pt x="12293" y="9982"/>
                  </a:lnTo>
                  <a:lnTo>
                    <a:pt x="12268" y="10274"/>
                  </a:lnTo>
                  <a:lnTo>
                    <a:pt x="12585" y="10325"/>
                  </a:lnTo>
                  <a:lnTo>
                    <a:pt x="12496" y="9994"/>
                  </a:lnTo>
                  <a:lnTo>
                    <a:pt x="12623" y="9499"/>
                  </a:lnTo>
                  <a:lnTo>
                    <a:pt x="12623" y="9232"/>
                  </a:lnTo>
                  <a:close/>
                </a:path>
                <a:path w="31114" h="19050">
                  <a:moveTo>
                    <a:pt x="12623" y="6883"/>
                  </a:moveTo>
                  <a:lnTo>
                    <a:pt x="12280" y="6819"/>
                  </a:lnTo>
                  <a:lnTo>
                    <a:pt x="12433" y="6997"/>
                  </a:lnTo>
                  <a:lnTo>
                    <a:pt x="12623" y="6883"/>
                  </a:lnTo>
                  <a:close/>
                </a:path>
                <a:path w="31114" h="19050">
                  <a:moveTo>
                    <a:pt x="12623" y="6108"/>
                  </a:moveTo>
                  <a:lnTo>
                    <a:pt x="12484" y="6210"/>
                  </a:lnTo>
                  <a:lnTo>
                    <a:pt x="12433" y="6057"/>
                  </a:lnTo>
                  <a:lnTo>
                    <a:pt x="12268" y="5918"/>
                  </a:lnTo>
                  <a:lnTo>
                    <a:pt x="12179" y="6248"/>
                  </a:lnTo>
                  <a:lnTo>
                    <a:pt x="12268" y="6426"/>
                  </a:lnTo>
                  <a:lnTo>
                    <a:pt x="12331" y="6286"/>
                  </a:lnTo>
                  <a:lnTo>
                    <a:pt x="12433" y="6451"/>
                  </a:lnTo>
                  <a:lnTo>
                    <a:pt x="12280" y="6604"/>
                  </a:lnTo>
                  <a:lnTo>
                    <a:pt x="12280" y="6781"/>
                  </a:lnTo>
                  <a:lnTo>
                    <a:pt x="12357" y="6553"/>
                  </a:lnTo>
                  <a:lnTo>
                    <a:pt x="12585" y="6692"/>
                  </a:lnTo>
                  <a:lnTo>
                    <a:pt x="12623" y="6515"/>
                  </a:lnTo>
                  <a:lnTo>
                    <a:pt x="12471" y="6413"/>
                  </a:lnTo>
                  <a:lnTo>
                    <a:pt x="12509" y="6286"/>
                  </a:lnTo>
                  <a:lnTo>
                    <a:pt x="12623" y="6108"/>
                  </a:lnTo>
                  <a:close/>
                </a:path>
                <a:path w="31114" h="19050">
                  <a:moveTo>
                    <a:pt x="12687" y="10414"/>
                  </a:moveTo>
                  <a:lnTo>
                    <a:pt x="12509" y="10629"/>
                  </a:lnTo>
                  <a:lnTo>
                    <a:pt x="12687" y="10591"/>
                  </a:lnTo>
                  <a:lnTo>
                    <a:pt x="12687" y="10414"/>
                  </a:lnTo>
                  <a:close/>
                </a:path>
                <a:path w="31114" h="19050">
                  <a:moveTo>
                    <a:pt x="12725" y="4000"/>
                  </a:moveTo>
                  <a:lnTo>
                    <a:pt x="12534" y="3873"/>
                  </a:lnTo>
                  <a:lnTo>
                    <a:pt x="12509" y="4013"/>
                  </a:lnTo>
                  <a:lnTo>
                    <a:pt x="12725" y="4000"/>
                  </a:lnTo>
                  <a:close/>
                </a:path>
                <a:path w="31114" h="19050">
                  <a:moveTo>
                    <a:pt x="12801" y="16421"/>
                  </a:moveTo>
                  <a:lnTo>
                    <a:pt x="12623" y="16294"/>
                  </a:lnTo>
                  <a:lnTo>
                    <a:pt x="12687" y="16497"/>
                  </a:lnTo>
                  <a:close/>
                </a:path>
                <a:path w="31114" h="19050">
                  <a:moveTo>
                    <a:pt x="12839" y="368"/>
                  </a:moveTo>
                  <a:lnTo>
                    <a:pt x="12801" y="0"/>
                  </a:lnTo>
                  <a:lnTo>
                    <a:pt x="12687" y="177"/>
                  </a:lnTo>
                  <a:lnTo>
                    <a:pt x="12509" y="685"/>
                  </a:lnTo>
                  <a:lnTo>
                    <a:pt x="12738" y="876"/>
                  </a:lnTo>
                  <a:lnTo>
                    <a:pt x="12827" y="698"/>
                  </a:lnTo>
                  <a:lnTo>
                    <a:pt x="12661" y="584"/>
                  </a:lnTo>
                  <a:lnTo>
                    <a:pt x="12839" y="368"/>
                  </a:lnTo>
                  <a:close/>
                </a:path>
                <a:path w="31114" h="19050">
                  <a:moveTo>
                    <a:pt x="12941" y="13246"/>
                  </a:moveTo>
                  <a:lnTo>
                    <a:pt x="12712" y="13030"/>
                  </a:lnTo>
                  <a:lnTo>
                    <a:pt x="12712" y="13233"/>
                  </a:lnTo>
                  <a:lnTo>
                    <a:pt x="12674" y="13423"/>
                  </a:lnTo>
                  <a:lnTo>
                    <a:pt x="12941" y="13246"/>
                  </a:lnTo>
                  <a:close/>
                </a:path>
                <a:path w="31114" h="19050">
                  <a:moveTo>
                    <a:pt x="13081" y="6527"/>
                  </a:moveTo>
                  <a:lnTo>
                    <a:pt x="12966" y="6350"/>
                  </a:lnTo>
                  <a:lnTo>
                    <a:pt x="12954" y="6565"/>
                  </a:lnTo>
                  <a:lnTo>
                    <a:pt x="13081" y="6527"/>
                  </a:lnTo>
                  <a:close/>
                </a:path>
                <a:path w="31114" h="19050">
                  <a:moveTo>
                    <a:pt x="13195" y="63"/>
                  </a:moveTo>
                  <a:lnTo>
                    <a:pt x="13055" y="38"/>
                  </a:lnTo>
                  <a:lnTo>
                    <a:pt x="13017" y="228"/>
                  </a:lnTo>
                  <a:lnTo>
                    <a:pt x="13081" y="368"/>
                  </a:lnTo>
                  <a:lnTo>
                    <a:pt x="13195" y="63"/>
                  </a:lnTo>
                  <a:close/>
                </a:path>
                <a:path w="31114" h="19050">
                  <a:moveTo>
                    <a:pt x="13220" y="3149"/>
                  </a:moveTo>
                  <a:lnTo>
                    <a:pt x="13208" y="2730"/>
                  </a:lnTo>
                  <a:lnTo>
                    <a:pt x="13182" y="2057"/>
                  </a:lnTo>
                  <a:lnTo>
                    <a:pt x="13220" y="3149"/>
                  </a:lnTo>
                  <a:close/>
                </a:path>
                <a:path w="31114" h="19050">
                  <a:moveTo>
                    <a:pt x="13500" y="12496"/>
                  </a:moveTo>
                  <a:lnTo>
                    <a:pt x="13347" y="12712"/>
                  </a:lnTo>
                  <a:lnTo>
                    <a:pt x="13500" y="12496"/>
                  </a:lnTo>
                  <a:close/>
                </a:path>
                <a:path w="31114" h="19050">
                  <a:moveTo>
                    <a:pt x="13589" y="3060"/>
                  </a:moveTo>
                  <a:lnTo>
                    <a:pt x="13322" y="2794"/>
                  </a:lnTo>
                  <a:lnTo>
                    <a:pt x="13296" y="2616"/>
                  </a:lnTo>
                  <a:lnTo>
                    <a:pt x="13271" y="2768"/>
                  </a:lnTo>
                  <a:lnTo>
                    <a:pt x="13296" y="3048"/>
                  </a:lnTo>
                  <a:lnTo>
                    <a:pt x="13335" y="3302"/>
                  </a:lnTo>
                  <a:lnTo>
                    <a:pt x="13373" y="3035"/>
                  </a:lnTo>
                  <a:lnTo>
                    <a:pt x="13423" y="3225"/>
                  </a:lnTo>
                  <a:lnTo>
                    <a:pt x="13589" y="3060"/>
                  </a:lnTo>
                  <a:close/>
                </a:path>
                <a:path w="31114" h="19050">
                  <a:moveTo>
                    <a:pt x="13677" y="13512"/>
                  </a:moveTo>
                  <a:lnTo>
                    <a:pt x="13627" y="13258"/>
                  </a:lnTo>
                  <a:lnTo>
                    <a:pt x="13563" y="13512"/>
                  </a:lnTo>
                  <a:close/>
                </a:path>
                <a:path w="31114" h="19050">
                  <a:moveTo>
                    <a:pt x="13703" y="11480"/>
                  </a:moveTo>
                  <a:lnTo>
                    <a:pt x="13449" y="11607"/>
                  </a:lnTo>
                  <a:lnTo>
                    <a:pt x="13563" y="11760"/>
                  </a:lnTo>
                  <a:lnTo>
                    <a:pt x="13703" y="11480"/>
                  </a:lnTo>
                  <a:close/>
                </a:path>
                <a:path w="31114" h="19050">
                  <a:moveTo>
                    <a:pt x="13881" y="4013"/>
                  </a:moveTo>
                  <a:lnTo>
                    <a:pt x="13843" y="3721"/>
                  </a:lnTo>
                  <a:lnTo>
                    <a:pt x="13817" y="3492"/>
                  </a:lnTo>
                  <a:lnTo>
                    <a:pt x="13703" y="3162"/>
                  </a:lnTo>
                  <a:lnTo>
                    <a:pt x="13639" y="3962"/>
                  </a:lnTo>
                  <a:lnTo>
                    <a:pt x="13881" y="4013"/>
                  </a:lnTo>
                  <a:close/>
                </a:path>
                <a:path w="31114" h="19050">
                  <a:moveTo>
                    <a:pt x="13893" y="9969"/>
                  </a:moveTo>
                  <a:lnTo>
                    <a:pt x="13741" y="9779"/>
                  </a:lnTo>
                  <a:lnTo>
                    <a:pt x="13779" y="9969"/>
                  </a:lnTo>
                  <a:close/>
                </a:path>
                <a:path w="31114" h="19050">
                  <a:moveTo>
                    <a:pt x="14160" y="4635"/>
                  </a:moveTo>
                  <a:lnTo>
                    <a:pt x="13931" y="4267"/>
                  </a:lnTo>
                  <a:lnTo>
                    <a:pt x="13970" y="4127"/>
                  </a:lnTo>
                  <a:lnTo>
                    <a:pt x="13792" y="4038"/>
                  </a:lnTo>
                  <a:lnTo>
                    <a:pt x="13931" y="4521"/>
                  </a:lnTo>
                  <a:lnTo>
                    <a:pt x="14160" y="4635"/>
                  </a:lnTo>
                  <a:close/>
                </a:path>
                <a:path w="31114" h="19050">
                  <a:moveTo>
                    <a:pt x="14300" y="13881"/>
                  </a:moveTo>
                  <a:lnTo>
                    <a:pt x="14147" y="13652"/>
                  </a:lnTo>
                  <a:lnTo>
                    <a:pt x="14109" y="13436"/>
                  </a:lnTo>
                  <a:lnTo>
                    <a:pt x="13995" y="13639"/>
                  </a:lnTo>
                  <a:lnTo>
                    <a:pt x="14173" y="13855"/>
                  </a:lnTo>
                  <a:lnTo>
                    <a:pt x="14173" y="14058"/>
                  </a:lnTo>
                  <a:lnTo>
                    <a:pt x="14300" y="13881"/>
                  </a:lnTo>
                  <a:close/>
                </a:path>
                <a:path w="31114" h="19050">
                  <a:moveTo>
                    <a:pt x="14478" y="5791"/>
                  </a:moveTo>
                  <a:lnTo>
                    <a:pt x="14376" y="5537"/>
                  </a:lnTo>
                  <a:lnTo>
                    <a:pt x="14401" y="5308"/>
                  </a:lnTo>
                  <a:lnTo>
                    <a:pt x="14325" y="5511"/>
                  </a:lnTo>
                  <a:lnTo>
                    <a:pt x="14363" y="5651"/>
                  </a:lnTo>
                  <a:lnTo>
                    <a:pt x="14363" y="5905"/>
                  </a:lnTo>
                  <a:close/>
                </a:path>
                <a:path w="31114" h="19050">
                  <a:moveTo>
                    <a:pt x="17246" y="1854"/>
                  </a:moveTo>
                  <a:lnTo>
                    <a:pt x="17094" y="1727"/>
                  </a:lnTo>
                  <a:lnTo>
                    <a:pt x="17068" y="1892"/>
                  </a:lnTo>
                  <a:lnTo>
                    <a:pt x="17246" y="1854"/>
                  </a:lnTo>
                  <a:close/>
                </a:path>
                <a:path w="31114" h="19050">
                  <a:moveTo>
                    <a:pt x="30022" y="13957"/>
                  </a:moveTo>
                  <a:lnTo>
                    <a:pt x="29946" y="12903"/>
                  </a:lnTo>
                  <a:lnTo>
                    <a:pt x="29984" y="12153"/>
                  </a:lnTo>
                  <a:lnTo>
                    <a:pt x="29895" y="12725"/>
                  </a:lnTo>
                  <a:lnTo>
                    <a:pt x="29972" y="13766"/>
                  </a:lnTo>
                  <a:lnTo>
                    <a:pt x="29946" y="14516"/>
                  </a:lnTo>
                  <a:lnTo>
                    <a:pt x="30022" y="13957"/>
                  </a:lnTo>
                  <a:close/>
                </a:path>
                <a:path w="31114" h="19050">
                  <a:moveTo>
                    <a:pt x="30759" y="18529"/>
                  </a:moveTo>
                  <a:lnTo>
                    <a:pt x="30746" y="18389"/>
                  </a:lnTo>
                  <a:lnTo>
                    <a:pt x="30708" y="18135"/>
                  </a:lnTo>
                  <a:lnTo>
                    <a:pt x="30670" y="18389"/>
                  </a:lnTo>
                  <a:lnTo>
                    <a:pt x="30683" y="1852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8" name="object 148"/>
            <p:cNvSpPr/>
            <p:nvPr/>
          </p:nvSpPr>
          <p:spPr>
            <a:xfrm>
              <a:off x="3976941" y="1274495"/>
              <a:ext cx="31115" cy="19050"/>
            </a:xfrm>
            <a:custGeom>
              <a:avLst/>
              <a:gdLst/>
              <a:ahLst/>
              <a:cxnLst/>
              <a:rect l="l" t="t" r="r" b="b"/>
              <a:pathLst>
                <a:path w="31114" h="19050">
                  <a:moveTo>
                    <a:pt x="6908" y="6731"/>
                  </a:moveTo>
                  <a:lnTo>
                    <a:pt x="6769" y="6845"/>
                  </a:lnTo>
                  <a:lnTo>
                    <a:pt x="6908" y="6959"/>
                  </a:lnTo>
                  <a:lnTo>
                    <a:pt x="6908" y="6731"/>
                  </a:lnTo>
                  <a:close/>
                </a:path>
                <a:path w="31114" h="19050">
                  <a:moveTo>
                    <a:pt x="9017" y="7150"/>
                  </a:moveTo>
                  <a:lnTo>
                    <a:pt x="8928" y="6934"/>
                  </a:lnTo>
                  <a:lnTo>
                    <a:pt x="8928" y="7200"/>
                  </a:lnTo>
                  <a:close/>
                </a:path>
                <a:path w="31114" h="19050">
                  <a:moveTo>
                    <a:pt x="9321" y="18453"/>
                  </a:moveTo>
                  <a:lnTo>
                    <a:pt x="9296" y="18186"/>
                  </a:lnTo>
                  <a:lnTo>
                    <a:pt x="63" y="18186"/>
                  </a:lnTo>
                  <a:lnTo>
                    <a:pt x="127" y="18453"/>
                  </a:lnTo>
                  <a:lnTo>
                    <a:pt x="9321" y="18453"/>
                  </a:lnTo>
                  <a:close/>
                </a:path>
                <a:path w="31114" h="19050">
                  <a:moveTo>
                    <a:pt x="9448" y="17868"/>
                  </a:moveTo>
                  <a:lnTo>
                    <a:pt x="9296" y="17868"/>
                  </a:lnTo>
                  <a:lnTo>
                    <a:pt x="9118" y="17653"/>
                  </a:lnTo>
                  <a:lnTo>
                    <a:pt x="8915" y="17868"/>
                  </a:lnTo>
                  <a:lnTo>
                    <a:pt x="8877" y="18034"/>
                  </a:lnTo>
                  <a:lnTo>
                    <a:pt x="8750" y="17868"/>
                  </a:lnTo>
                  <a:lnTo>
                    <a:pt x="8572" y="17653"/>
                  </a:lnTo>
                  <a:lnTo>
                    <a:pt x="8140" y="17653"/>
                  </a:lnTo>
                  <a:lnTo>
                    <a:pt x="63" y="17653"/>
                  </a:lnTo>
                  <a:lnTo>
                    <a:pt x="63" y="18059"/>
                  </a:lnTo>
                  <a:lnTo>
                    <a:pt x="8877" y="18059"/>
                  </a:lnTo>
                  <a:lnTo>
                    <a:pt x="9271" y="18059"/>
                  </a:lnTo>
                  <a:lnTo>
                    <a:pt x="9448" y="17868"/>
                  </a:lnTo>
                  <a:close/>
                </a:path>
                <a:path w="31114" h="19050">
                  <a:moveTo>
                    <a:pt x="9461" y="16598"/>
                  </a:moveTo>
                  <a:lnTo>
                    <a:pt x="9398" y="16814"/>
                  </a:lnTo>
                  <a:lnTo>
                    <a:pt x="9461" y="16598"/>
                  </a:lnTo>
                  <a:close/>
                </a:path>
                <a:path w="31114" h="19050">
                  <a:moveTo>
                    <a:pt x="9563" y="8432"/>
                  </a:moveTo>
                  <a:lnTo>
                    <a:pt x="9474" y="7912"/>
                  </a:lnTo>
                  <a:lnTo>
                    <a:pt x="9321" y="7912"/>
                  </a:lnTo>
                  <a:lnTo>
                    <a:pt x="9372" y="8051"/>
                  </a:lnTo>
                  <a:lnTo>
                    <a:pt x="9372" y="8216"/>
                  </a:lnTo>
                  <a:lnTo>
                    <a:pt x="9321" y="8407"/>
                  </a:lnTo>
                  <a:lnTo>
                    <a:pt x="9220" y="8267"/>
                  </a:lnTo>
                  <a:lnTo>
                    <a:pt x="9131" y="8458"/>
                  </a:lnTo>
                  <a:lnTo>
                    <a:pt x="9296" y="8597"/>
                  </a:lnTo>
                  <a:lnTo>
                    <a:pt x="9512" y="8597"/>
                  </a:lnTo>
                  <a:lnTo>
                    <a:pt x="9550" y="8826"/>
                  </a:lnTo>
                  <a:lnTo>
                    <a:pt x="9563" y="8432"/>
                  </a:lnTo>
                  <a:close/>
                </a:path>
                <a:path w="31114" h="19050">
                  <a:moveTo>
                    <a:pt x="9779" y="7188"/>
                  </a:moveTo>
                  <a:lnTo>
                    <a:pt x="9677" y="7480"/>
                  </a:lnTo>
                  <a:lnTo>
                    <a:pt x="9639" y="7264"/>
                  </a:lnTo>
                  <a:lnTo>
                    <a:pt x="9398" y="7264"/>
                  </a:lnTo>
                  <a:lnTo>
                    <a:pt x="9537" y="7302"/>
                  </a:lnTo>
                  <a:lnTo>
                    <a:pt x="9563" y="7467"/>
                  </a:lnTo>
                  <a:lnTo>
                    <a:pt x="9537" y="7696"/>
                  </a:lnTo>
                  <a:lnTo>
                    <a:pt x="9639" y="7531"/>
                  </a:lnTo>
                  <a:lnTo>
                    <a:pt x="9537" y="7772"/>
                  </a:lnTo>
                  <a:lnTo>
                    <a:pt x="9575" y="7975"/>
                  </a:lnTo>
                  <a:lnTo>
                    <a:pt x="9740" y="7658"/>
                  </a:lnTo>
                  <a:lnTo>
                    <a:pt x="9779" y="7188"/>
                  </a:lnTo>
                  <a:close/>
                </a:path>
                <a:path w="31114" h="19050">
                  <a:moveTo>
                    <a:pt x="9969" y="17576"/>
                  </a:moveTo>
                  <a:lnTo>
                    <a:pt x="9906" y="17360"/>
                  </a:lnTo>
                  <a:lnTo>
                    <a:pt x="9906" y="17551"/>
                  </a:lnTo>
                  <a:close/>
                </a:path>
                <a:path w="31114" h="19050">
                  <a:moveTo>
                    <a:pt x="9994" y="11328"/>
                  </a:moveTo>
                  <a:lnTo>
                    <a:pt x="9956" y="10782"/>
                  </a:lnTo>
                  <a:lnTo>
                    <a:pt x="9931" y="10528"/>
                  </a:lnTo>
                  <a:lnTo>
                    <a:pt x="9906" y="10147"/>
                  </a:lnTo>
                  <a:lnTo>
                    <a:pt x="8166" y="10147"/>
                  </a:lnTo>
                  <a:lnTo>
                    <a:pt x="8166" y="12433"/>
                  </a:lnTo>
                  <a:lnTo>
                    <a:pt x="8140" y="12585"/>
                  </a:lnTo>
                  <a:lnTo>
                    <a:pt x="8026" y="12433"/>
                  </a:lnTo>
                  <a:lnTo>
                    <a:pt x="8166" y="12433"/>
                  </a:lnTo>
                  <a:lnTo>
                    <a:pt x="8166" y="10147"/>
                  </a:lnTo>
                  <a:lnTo>
                    <a:pt x="0" y="10147"/>
                  </a:lnTo>
                  <a:lnTo>
                    <a:pt x="25" y="12738"/>
                  </a:lnTo>
                  <a:lnTo>
                    <a:pt x="8128" y="12738"/>
                  </a:lnTo>
                  <a:lnTo>
                    <a:pt x="9740" y="12738"/>
                  </a:lnTo>
                  <a:lnTo>
                    <a:pt x="9740" y="12585"/>
                  </a:lnTo>
                  <a:lnTo>
                    <a:pt x="9867" y="12433"/>
                  </a:lnTo>
                  <a:lnTo>
                    <a:pt x="9906" y="11988"/>
                  </a:lnTo>
                  <a:lnTo>
                    <a:pt x="9791" y="12433"/>
                  </a:lnTo>
                  <a:lnTo>
                    <a:pt x="9728" y="11328"/>
                  </a:lnTo>
                  <a:lnTo>
                    <a:pt x="9994" y="11328"/>
                  </a:lnTo>
                  <a:close/>
                </a:path>
                <a:path w="31114" h="19050">
                  <a:moveTo>
                    <a:pt x="10045" y="17297"/>
                  </a:moveTo>
                  <a:lnTo>
                    <a:pt x="10007" y="16967"/>
                  </a:lnTo>
                  <a:lnTo>
                    <a:pt x="9944" y="17335"/>
                  </a:lnTo>
                  <a:close/>
                </a:path>
                <a:path w="31114" h="19050">
                  <a:moveTo>
                    <a:pt x="10121" y="876"/>
                  </a:moveTo>
                  <a:lnTo>
                    <a:pt x="9906" y="901"/>
                  </a:lnTo>
                  <a:lnTo>
                    <a:pt x="9906" y="1206"/>
                  </a:lnTo>
                  <a:lnTo>
                    <a:pt x="10121" y="1066"/>
                  </a:lnTo>
                  <a:lnTo>
                    <a:pt x="10121" y="876"/>
                  </a:lnTo>
                  <a:close/>
                </a:path>
                <a:path w="31114" h="19050">
                  <a:moveTo>
                    <a:pt x="10160" y="18224"/>
                  </a:moveTo>
                  <a:lnTo>
                    <a:pt x="10020" y="18097"/>
                  </a:lnTo>
                  <a:lnTo>
                    <a:pt x="10071" y="18326"/>
                  </a:lnTo>
                  <a:lnTo>
                    <a:pt x="10058" y="18465"/>
                  </a:lnTo>
                  <a:lnTo>
                    <a:pt x="10147" y="18326"/>
                  </a:lnTo>
                  <a:close/>
                </a:path>
                <a:path w="31114" h="19050">
                  <a:moveTo>
                    <a:pt x="10198" y="7645"/>
                  </a:moveTo>
                  <a:lnTo>
                    <a:pt x="10045" y="7721"/>
                  </a:lnTo>
                  <a:lnTo>
                    <a:pt x="10083" y="7874"/>
                  </a:lnTo>
                  <a:lnTo>
                    <a:pt x="10198" y="7645"/>
                  </a:lnTo>
                  <a:close/>
                </a:path>
                <a:path w="31114" h="19050">
                  <a:moveTo>
                    <a:pt x="10223" y="3721"/>
                  </a:moveTo>
                  <a:lnTo>
                    <a:pt x="10071" y="3644"/>
                  </a:lnTo>
                  <a:lnTo>
                    <a:pt x="10121" y="3860"/>
                  </a:lnTo>
                  <a:lnTo>
                    <a:pt x="9969" y="3937"/>
                  </a:lnTo>
                  <a:lnTo>
                    <a:pt x="10007" y="4076"/>
                  </a:lnTo>
                  <a:lnTo>
                    <a:pt x="10185" y="4013"/>
                  </a:lnTo>
                  <a:lnTo>
                    <a:pt x="10185" y="3797"/>
                  </a:lnTo>
                  <a:close/>
                </a:path>
                <a:path w="31114" h="19050">
                  <a:moveTo>
                    <a:pt x="10337" y="4152"/>
                  </a:moveTo>
                  <a:lnTo>
                    <a:pt x="10274" y="4343"/>
                  </a:lnTo>
                  <a:lnTo>
                    <a:pt x="10337" y="4152"/>
                  </a:lnTo>
                  <a:close/>
                </a:path>
                <a:path w="31114" h="19050">
                  <a:moveTo>
                    <a:pt x="10401" y="1701"/>
                  </a:moveTo>
                  <a:lnTo>
                    <a:pt x="10337" y="1447"/>
                  </a:lnTo>
                  <a:lnTo>
                    <a:pt x="10121" y="1447"/>
                  </a:lnTo>
                  <a:lnTo>
                    <a:pt x="9982" y="1612"/>
                  </a:lnTo>
                  <a:lnTo>
                    <a:pt x="10071" y="1943"/>
                  </a:lnTo>
                  <a:lnTo>
                    <a:pt x="10185" y="2146"/>
                  </a:lnTo>
                  <a:lnTo>
                    <a:pt x="10363" y="1866"/>
                  </a:lnTo>
                  <a:lnTo>
                    <a:pt x="10223" y="1790"/>
                  </a:lnTo>
                  <a:lnTo>
                    <a:pt x="10121" y="1600"/>
                  </a:lnTo>
                  <a:lnTo>
                    <a:pt x="10337" y="1511"/>
                  </a:lnTo>
                  <a:lnTo>
                    <a:pt x="10401" y="1701"/>
                  </a:lnTo>
                  <a:close/>
                </a:path>
                <a:path w="31114" h="19050">
                  <a:moveTo>
                    <a:pt x="10414" y="4622"/>
                  </a:moveTo>
                  <a:lnTo>
                    <a:pt x="10236" y="4737"/>
                  </a:lnTo>
                  <a:lnTo>
                    <a:pt x="10274" y="4914"/>
                  </a:lnTo>
                  <a:lnTo>
                    <a:pt x="10414" y="4622"/>
                  </a:lnTo>
                  <a:close/>
                </a:path>
                <a:path w="31114" h="19050">
                  <a:moveTo>
                    <a:pt x="10452" y="9321"/>
                  </a:moveTo>
                  <a:lnTo>
                    <a:pt x="10375" y="9156"/>
                  </a:lnTo>
                  <a:lnTo>
                    <a:pt x="10337" y="9321"/>
                  </a:lnTo>
                  <a:close/>
                </a:path>
                <a:path w="31114" h="19050">
                  <a:moveTo>
                    <a:pt x="10477" y="2781"/>
                  </a:moveTo>
                  <a:lnTo>
                    <a:pt x="10439" y="2603"/>
                  </a:lnTo>
                  <a:lnTo>
                    <a:pt x="10363" y="2362"/>
                  </a:lnTo>
                  <a:lnTo>
                    <a:pt x="10147" y="2438"/>
                  </a:lnTo>
                  <a:lnTo>
                    <a:pt x="10147" y="2159"/>
                  </a:lnTo>
                  <a:lnTo>
                    <a:pt x="10058" y="2400"/>
                  </a:lnTo>
                  <a:lnTo>
                    <a:pt x="10121" y="2641"/>
                  </a:lnTo>
                  <a:lnTo>
                    <a:pt x="10033" y="2959"/>
                  </a:lnTo>
                  <a:lnTo>
                    <a:pt x="10071" y="3111"/>
                  </a:lnTo>
                  <a:lnTo>
                    <a:pt x="10185" y="3302"/>
                  </a:lnTo>
                  <a:lnTo>
                    <a:pt x="10261" y="2971"/>
                  </a:lnTo>
                  <a:lnTo>
                    <a:pt x="10363" y="3124"/>
                  </a:lnTo>
                  <a:lnTo>
                    <a:pt x="10439" y="2946"/>
                  </a:lnTo>
                  <a:lnTo>
                    <a:pt x="10477" y="2781"/>
                  </a:lnTo>
                  <a:close/>
                </a:path>
                <a:path w="31114" h="19050">
                  <a:moveTo>
                    <a:pt x="10693" y="3771"/>
                  </a:moveTo>
                  <a:lnTo>
                    <a:pt x="10655" y="3543"/>
                  </a:lnTo>
                  <a:lnTo>
                    <a:pt x="10617" y="3721"/>
                  </a:lnTo>
                  <a:close/>
                </a:path>
                <a:path w="31114" h="19050">
                  <a:moveTo>
                    <a:pt x="10782" y="4076"/>
                  </a:moveTo>
                  <a:lnTo>
                    <a:pt x="10617" y="4191"/>
                  </a:lnTo>
                  <a:lnTo>
                    <a:pt x="10756" y="4305"/>
                  </a:lnTo>
                  <a:lnTo>
                    <a:pt x="10782" y="4076"/>
                  </a:lnTo>
                  <a:close/>
                </a:path>
                <a:path w="31114" h="19050">
                  <a:moveTo>
                    <a:pt x="10795" y="16116"/>
                  </a:moveTo>
                  <a:lnTo>
                    <a:pt x="10642" y="16192"/>
                  </a:lnTo>
                  <a:lnTo>
                    <a:pt x="10744" y="16370"/>
                  </a:lnTo>
                  <a:lnTo>
                    <a:pt x="10795" y="16116"/>
                  </a:lnTo>
                  <a:close/>
                </a:path>
                <a:path w="31114" h="19050">
                  <a:moveTo>
                    <a:pt x="10807" y="14478"/>
                  </a:moveTo>
                  <a:lnTo>
                    <a:pt x="10477" y="14478"/>
                  </a:lnTo>
                  <a:lnTo>
                    <a:pt x="9575" y="15087"/>
                  </a:lnTo>
                  <a:lnTo>
                    <a:pt x="9398" y="15201"/>
                  </a:lnTo>
                  <a:lnTo>
                    <a:pt x="9207" y="14630"/>
                  </a:lnTo>
                  <a:lnTo>
                    <a:pt x="9029" y="15011"/>
                  </a:lnTo>
                  <a:lnTo>
                    <a:pt x="8826" y="15557"/>
                  </a:lnTo>
                  <a:lnTo>
                    <a:pt x="8559" y="14808"/>
                  </a:lnTo>
                  <a:lnTo>
                    <a:pt x="8458" y="15506"/>
                  </a:lnTo>
                  <a:lnTo>
                    <a:pt x="7810" y="14478"/>
                  </a:lnTo>
                  <a:lnTo>
                    <a:pt x="10071" y="14478"/>
                  </a:lnTo>
                  <a:lnTo>
                    <a:pt x="9969" y="13614"/>
                  </a:lnTo>
                  <a:lnTo>
                    <a:pt x="9817" y="13614"/>
                  </a:lnTo>
                  <a:lnTo>
                    <a:pt x="9740" y="13220"/>
                  </a:lnTo>
                  <a:lnTo>
                    <a:pt x="7327" y="13220"/>
                  </a:lnTo>
                  <a:lnTo>
                    <a:pt x="7327" y="16256"/>
                  </a:lnTo>
                  <a:lnTo>
                    <a:pt x="7239" y="14478"/>
                  </a:lnTo>
                  <a:lnTo>
                    <a:pt x="7327" y="16256"/>
                  </a:lnTo>
                  <a:lnTo>
                    <a:pt x="7327" y="13220"/>
                  </a:lnTo>
                  <a:lnTo>
                    <a:pt x="25" y="13220"/>
                  </a:lnTo>
                  <a:lnTo>
                    <a:pt x="63" y="17208"/>
                  </a:lnTo>
                  <a:lnTo>
                    <a:pt x="7708" y="17208"/>
                  </a:lnTo>
                  <a:lnTo>
                    <a:pt x="7861" y="17208"/>
                  </a:lnTo>
                  <a:lnTo>
                    <a:pt x="7861" y="16713"/>
                  </a:lnTo>
                  <a:lnTo>
                    <a:pt x="7747" y="17068"/>
                  </a:lnTo>
                  <a:lnTo>
                    <a:pt x="7683" y="16510"/>
                  </a:lnTo>
                  <a:lnTo>
                    <a:pt x="7874" y="16560"/>
                  </a:lnTo>
                  <a:lnTo>
                    <a:pt x="7899" y="16700"/>
                  </a:lnTo>
                  <a:lnTo>
                    <a:pt x="7975" y="16560"/>
                  </a:lnTo>
                  <a:lnTo>
                    <a:pt x="7772" y="16383"/>
                  </a:lnTo>
                  <a:lnTo>
                    <a:pt x="7658" y="16256"/>
                  </a:lnTo>
                  <a:lnTo>
                    <a:pt x="10337" y="16256"/>
                  </a:lnTo>
                  <a:lnTo>
                    <a:pt x="9791" y="15494"/>
                  </a:lnTo>
                  <a:lnTo>
                    <a:pt x="10807" y="14478"/>
                  </a:lnTo>
                  <a:close/>
                </a:path>
                <a:path w="31114" h="19050">
                  <a:moveTo>
                    <a:pt x="10883" y="16548"/>
                  </a:moveTo>
                  <a:lnTo>
                    <a:pt x="10693" y="16421"/>
                  </a:lnTo>
                  <a:lnTo>
                    <a:pt x="10655" y="16662"/>
                  </a:lnTo>
                  <a:lnTo>
                    <a:pt x="10845" y="16662"/>
                  </a:lnTo>
                  <a:close/>
                </a:path>
                <a:path w="31114" h="19050">
                  <a:moveTo>
                    <a:pt x="11087" y="7315"/>
                  </a:moveTo>
                  <a:lnTo>
                    <a:pt x="11036" y="7099"/>
                  </a:lnTo>
                  <a:lnTo>
                    <a:pt x="10909" y="7353"/>
                  </a:lnTo>
                  <a:lnTo>
                    <a:pt x="11087" y="7315"/>
                  </a:lnTo>
                  <a:close/>
                </a:path>
                <a:path w="31114" h="19050">
                  <a:moveTo>
                    <a:pt x="11150" y="7366"/>
                  </a:moveTo>
                  <a:lnTo>
                    <a:pt x="10998" y="7378"/>
                  </a:lnTo>
                  <a:lnTo>
                    <a:pt x="11150" y="7569"/>
                  </a:lnTo>
                  <a:lnTo>
                    <a:pt x="11150" y="7366"/>
                  </a:lnTo>
                  <a:close/>
                </a:path>
                <a:path w="31114" h="19050">
                  <a:moveTo>
                    <a:pt x="11430" y="6083"/>
                  </a:moveTo>
                  <a:lnTo>
                    <a:pt x="11201" y="6159"/>
                  </a:lnTo>
                  <a:lnTo>
                    <a:pt x="11277" y="6350"/>
                  </a:lnTo>
                  <a:lnTo>
                    <a:pt x="11391" y="6108"/>
                  </a:lnTo>
                  <a:close/>
                </a:path>
                <a:path w="31114" h="19050">
                  <a:moveTo>
                    <a:pt x="11569" y="6375"/>
                  </a:moveTo>
                  <a:lnTo>
                    <a:pt x="11442" y="6261"/>
                  </a:lnTo>
                  <a:lnTo>
                    <a:pt x="11315" y="6375"/>
                  </a:lnTo>
                  <a:lnTo>
                    <a:pt x="11468" y="6426"/>
                  </a:lnTo>
                  <a:close/>
                </a:path>
                <a:path w="31114" h="19050">
                  <a:moveTo>
                    <a:pt x="11582" y="12344"/>
                  </a:moveTo>
                  <a:lnTo>
                    <a:pt x="11341" y="12344"/>
                  </a:lnTo>
                  <a:lnTo>
                    <a:pt x="11341" y="12217"/>
                  </a:lnTo>
                  <a:lnTo>
                    <a:pt x="11277" y="12547"/>
                  </a:lnTo>
                  <a:lnTo>
                    <a:pt x="11201" y="12344"/>
                  </a:lnTo>
                  <a:lnTo>
                    <a:pt x="11137" y="12928"/>
                  </a:lnTo>
                  <a:lnTo>
                    <a:pt x="11315" y="12623"/>
                  </a:lnTo>
                  <a:lnTo>
                    <a:pt x="11582" y="12344"/>
                  </a:lnTo>
                  <a:close/>
                </a:path>
                <a:path w="31114" h="19050">
                  <a:moveTo>
                    <a:pt x="11988" y="13639"/>
                  </a:moveTo>
                  <a:lnTo>
                    <a:pt x="11849" y="13639"/>
                  </a:lnTo>
                  <a:lnTo>
                    <a:pt x="11849" y="13868"/>
                  </a:lnTo>
                  <a:lnTo>
                    <a:pt x="11988" y="13639"/>
                  </a:lnTo>
                  <a:close/>
                </a:path>
                <a:path w="31114" h="19050">
                  <a:moveTo>
                    <a:pt x="12026" y="9144"/>
                  </a:moveTo>
                  <a:lnTo>
                    <a:pt x="11963" y="9563"/>
                  </a:lnTo>
                  <a:lnTo>
                    <a:pt x="12026" y="9144"/>
                  </a:lnTo>
                  <a:close/>
                </a:path>
                <a:path w="31114" h="19050">
                  <a:moveTo>
                    <a:pt x="12077" y="10299"/>
                  </a:moveTo>
                  <a:lnTo>
                    <a:pt x="12001" y="10045"/>
                  </a:lnTo>
                  <a:lnTo>
                    <a:pt x="11925" y="10414"/>
                  </a:lnTo>
                  <a:lnTo>
                    <a:pt x="12077" y="10299"/>
                  </a:lnTo>
                  <a:close/>
                </a:path>
                <a:path w="31114" h="19050">
                  <a:moveTo>
                    <a:pt x="12179" y="15760"/>
                  </a:moveTo>
                  <a:lnTo>
                    <a:pt x="11912" y="15671"/>
                  </a:lnTo>
                  <a:lnTo>
                    <a:pt x="12090" y="15989"/>
                  </a:lnTo>
                  <a:lnTo>
                    <a:pt x="12179" y="15760"/>
                  </a:lnTo>
                  <a:close/>
                </a:path>
                <a:path w="31114" h="19050">
                  <a:moveTo>
                    <a:pt x="12433" y="14389"/>
                  </a:moveTo>
                  <a:lnTo>
                    <a:pt x="12407" y="14185"/>
                  </a:lnTo>
                  <a:lnTo>
                    <a:pt x="12255" y="14414"/>
                  </a:lnTo>
                  <a:lnTo>
                    <a:pt x="12433" y="14389"/>
                  </a:lnTo>
                  <a:close/>
                </a:path>
                <a:path w="31114" h="19050">
                  <a:moveTo>
                    <a:pt x="12623" y="6896"/>
                  </a:moveTo>
                  <a:lnTo>
                    <a:pt x="12280" y="6832"/>
                  </a:lnTo>
                  <a:lnTo>
                    <a:pt x="12433" y="7010"/>
                  </a:lnTo>
                  <a:lnTo>
                    <a:pt x="12623" y="6896"/>
                  </a:lnTo>
                  <a:close/>
                </a:path>
                <a:path w="31114" h="19050">
                  <a:moveTo>
                    <a:pt x="12623" y="6121"/>
                  </a:moveTo>
                  <a:lnTo>
                    <a:pt x="12484" y="6223"/>
                  </a:lnTo>
                  <a:lnTo>
                    <a:pt x="12433" y="6083"/>
                  </a:lnTo>
                  <a:lnTo>
                    <a:pt x="12268" y="5930"/>
                  </a:lnTo>
                  <a:lnTo>
                    <a:pt x="12179" y="6261"/>
                  </a:lnTo>
                  <a:lnTo>
                    <a:pt x="12268" y="6451"/>
                  </a:lnTo>
                  <a:lnTo>
                    <a:pt x="12331" y="6286"/>
                  </a:lnTo>
                  <a:lnTo>
                    <a:pt x="12433" y="6464"/>
                  </a:lnTo>
                  <a:lnTo>
                    <a:pt x="12280" y="6604"/>
                  </a:lnTo>
                  <a:lnTo>
                    <a:pt x="12280" y="6794"/>
                  </a:lnTo>
                  <a:lnTo>
                    <a:pt x="12357" y="6578"/>
                  </a:lnTo>
                  <a:lnTo>
                    <a:pt x="12585" y="6731"/>
                  </a:lnTo>
                  <a:lnTo>
                    <a:pt x="12623" y="6540"/>
                  </a:lnTo>
                  <a:lnTo>
                    <a:pt x="12471" y="6451"/>
                  </a:lnTo>
                  <a:lnTo>
                    <a:pt x="12534" y="6324"/>
                  </a:lnTo>
                  <a:lnTo>
                    <a:pt x="12623" y="6121"/>
                  </a:lnTo>
                  <a:close/>
                </a:path>
                <a:path w="31114" h="19050">
                  <a:moveTo>
                    <a:pt x="12687" y="10337"/>
                  </a:moveTo>
                  <a:lnTo>
                    <a:pt x="12509" y="10553"/>
                  </a:lnTo>
                  <a:lnTo>
                    <a:pt x="12687" y="10515"/>
                  </a:lnTo>
                  <a:lnTo>
                    <a:pt x="12687" y="10337"/>
                  </a:lnTo>
                  <a:close/>
                </a:path>
                <a:path w="31114" h="19050">
                  <a:moveTo>
                    <a:pt x="12725" y="4013"/>
                  </a:moveTo>
                  <a:lnTo>
                    <a:pt x="12547" y="3873"/>
                  </a:lnTo>
                  <a:lnTo>
                    <a:pt x="12509" y="4013"/>
                  </a:lnTo>
                  <a:lnTo>
                    <a:pt x="12725" y="4013"/>
                  </a:lnTo>
                  <a:close/>
                </a:path>
                <a:path w="31114" h="19050">
                  <a:moveTo>
                    <a:pt x="12801" y="16344"/>
                  </a:moveTo>
                  <a:lnTo>
                    <a:pt x="12623" y="16192"/>
                  </a:lnTo>
                  <a:lnTo>
                    <a:pt x="12687" y="16421"/>
                  </a:lnTo>
                  <a:close/>
                </a:path>
                <a:path w="31114" h="19050">
                  <a:moveTo>
                    <a:pt x="12839" y="368"/>
                  </a:moveTo>
                  <a:lnTo>
                    <a:pt x="12801" y="0"/>
                  </a:lnTo>
                  <a:lnTo>
                    <a:pt x="12687" y="177"/>
                  </a:lnTo>
                  <a:lnTo>
                    <a:pt x="12509" y="673"/>
                  </a:lnTo>
                  <a:lnTo>
                    <a:pt x="12738" y="876"/>
                  </a:lnTo>
                  <a:lnTo>
                    <a:pt x="12827" y="698"/>
                  </a:lnTo>
                  <a:lnTo>
                    <a:pt x="12661" y="596"/>
                  </a:lnTo>
                  <a:lnTo>
                    <a:pt x="12839" y="368"/>
                  </a:lnTo>
                  <a:close/>
                </a:path>
                <a:path w="31114" h="19050">
                  <a:moveTo>
                    <a:pt x="12941" y="13182"/>
                  </a:moveTo>
                  <a:lnTo>
                    <a:pt x="12712" y="12966"/>
                  </a:lnTo>
                  <a:lnTo>
                    <a:pt x="12712" y="13169"/>
                  </a:lnTo>
                  <a:lnTo>
                    <a:pt x="12674" y="13360"/>
                  </a:lnTo>
                  <a:lnTo>
                    <a:pt x="12941" y="13182"/>
                  </a:lnTo>
                  <a:close/>
                </a:path>
                <a:path w="31114" h="19050">
                  <a:moveTo>
                    <a:pt x="13081" y="6527"/>
                  </a:moveTo>
                  <a:lnTo>
                    <a:pt x="12966" y="6350"/>
                  </a:lnTo>
                  <a:lnTo>
                    <a:pt x="12954" y="6565"/>
                  </a:lnTo>
                  <a:lnTo>
                    <a:pt x="13081" y="6527"/>
                  </a:lnTo>
                  <a:close/>
                </a:path>
                <a:path w="31114" h="19050">
                  <a:moveTo>
                    <a:pt x="13195" y="63"/>
                  </a:moveTo>
                  <a:lnTo>
                    <a:pt x="13055" y="38"/>
                  </a:lnTo>
                  <a:lnTo>
                    <a:pt x="13017" y="215"/>
                  </a:lnTo>
                  <a:lnTo>
                    <a:pt x="13081" y="368"/>
                  </a:lnTo>
                  <a:lnTo>
                    <a:pt x="13195" y="63"/>
                  </a:lnTo>
                  <a:close/>
                </a:path>
                <a:path w="31114" h="19050">
                  <a:moveTo>
                    <a:pt x="13220" y="3022"/>
                  </a:moveTo>
                  <a:lnTo>
                    <a:pt x="13208" y="2768"/>
                  </a:lnTo>
                  <a:lnTo>
                    <a:pt x="13220" y="3175"/>
                  </a:lnTo>
                  <a:lnTo>
                    <a:pt x="13220" y="3022"/>
                  </a:lnTo>
                  <a:close/>
                </a:path>
                <a:path w="31114" h="19050">
                  <a:moveTo>
                    <a:pt x="13411" y="3340"/>
                  </a:moveTo>
                  <a:lnTo>
                    <a:pt x="13373" y="3060"/>
                  </a:lnTo>
                  <a:lnTo>
                    <a:pt x="13296" y="2641"/>
                  </a:lnTo>
                  <a:lnTo>
                    <a:pt x="13271" y="2794"/>
                  </a:lnTo>
                  <a:lnTo>
                    <a:pt x="13296" y="3060"/>
                  </a:lnTo>
                  <a:lnTo>
                    <a:pt x="13335" y="3340"/>
                  </a:lnTo>
                  <a:close/>
                </a:path>
                <a:path w="31114" h="19050">
                  <a:moveTo>
                    <a:pt x="13500" y="12407"/>
                  </a:moveTo>
                  <a:lnTo>
                    <a:pt x="13347" y="12623"/>
                  </a:lnTo>
                  <a:lnTo>
                    <a:pt x="13500" y="12407"/>
                  </a:lnTo>
                  <a:close/>
                </a:path>
                <a:path w="31114" h="19050">
                  <a:moveTo>
                    <a:pt x="13677" y="13423"/>
                  </a:moveTo>
                  <a:lnTo>
                    <a:pt x="13627" y="13169"/>
                  </a:lnTo>
                  <a:lnTo>
                    <a:pt x="13563" y="13423"/>
                  </a:lnTo>
                  <a:close/>
                </a:path>
                <a:path w="31114" h="19050">
                  <a:moveTo>
                    <a:pt x="13703" y="11417"/>
                  </a:moveTo>
                  <a:lnTo>
                    <a:pt x="13665" y="11290"/>
                  </a:lnTo>
                  <a:lnTo>
                    <a:pt x="13449" y="11531"/>
                  </a:lnTo>
                  <a:lnTo>
                    <a:pt x="13563" y="11684"/>
                  </a:lnTo>
                  <a:lnTo>
                    <a:pt x="13703" y="11417"/>
                  </a:lnTo>
                  <a:close/>
                </a:path>
                <a:path w="31114" h="19050">
                  <a:moveTo>
                    <a:pt x="13881" y="4013"/>
                  </a:moveTo>
                  <a:lnTo>
                    <a:pt x="13843" y="3733"/>
                  </a:lnTo>
                  <a:lnTo>
                    <a:pt x="13817" y="3505"/>
                  </a:lnTo>
                  <a:lnTo>
                    <a:pt x="13703" y="3175"/>
                  </a:lnTo>
                  <a:lnTo>
                    <a:pt x="13639" y="3975"/>
                  </a:lnTo>
                  <a:lnTo>
                    <a:pt x="13881" y="4013"/>
                  </a:lnTo>
                  <a:close/>
                </a:path>
                <a:path w="31114" h="19050">
                  <a:moveTo>
                    <a:pt x="13893" y="9893"/>
                  </a:moveTo>
                  <a:lnTo>
                    <a:pt x="13741" y="9715"/>
                  </a:lnTo>
                  <a:lnTo>
                    <a:pt x="13779" y="9893"/>
                  </a:lnTo>
                  <a:close/>
                </a:path>
                <a:path w="31114" h="19050">
                  <a:moveTo>
                    <a:pt x="14147" y="13741"/>
                  </a:moveTo>
                  <a:lnTo>
                    <a:pt x="14109" y="13347"/>
                  </a:lnTo>
                  <a:lnTo>
                    <a:pt x="13995" y="13538"/>
                  </a:lnTo>
                  <a:lnTo>
                    <a:pt x="14147" y="13741"/>
                  </a:lnTo>
                  <a:close/>
                </a:path>
                <a:path w="31114" h="19050">
                  <a:moveTo>
                    <a:pt x="14160" y="4622"/>
                  </a:moveTo>
                  <a:lnTo>
                    <a:pt x="13931" y="4267"/>
                  </a:lnTo>
                  <a:lnTo>
                    <a:pt x="13970" y="4114"/>
                  </a:lnTo>
                  <a:lnTo>
                    <a:pt x="13792" y="4025"/>
                  </a:lnTo>
                  <a:lnTo>
                    <a:pt x="13931" y="4521"/>
                  </a:lnTo>
                  <a:lnTo>
                    <a:pt x="14160" y="4622"/>
                  </a:lnTo>
                  <a:close/>
                </a:path>
                <a:path w="31114" h="19050">
                  <a:moveTo>
                    <a:pt x="14478" y="5778"/>
                  </a:moveTo>
                  <a:lnTo>
                    <a:pt x="14376" y="5524"/>
                  </a:lnTo>
                  <a:lnTo>
                    <a:pt x="14401" y="5308"/>
                  </a:lnTo>
                  <a:lnTo>
                    <a:pt x="14325" y="5499"/>
                  </a:lnTo>
                  <a:lnTo>
                    <a:pt x="14363" y="5638"/>
                  </a:lnTo>
                  <a:lnTo>
                    <a:pt x="14363" y="5892"/>
                  </a:lnTo>
                  <a:close/>
                </a:path>
                <a:path w="31114" h="19050">
                  <a:moveTo>
                    <a:pt x="17246" y="1866"/>
                  </a:moveTo>
                  <a:lnTo>
                    <a:pt x="17094" y="1739"/>
                  </a:lnTo>
                  <a:lnTo>
                    <a:pt x="17068" y="1905"/>
                  </a:lnTo>
                  <a:lnTo>
                    <a:pt x="17246" y="1866"/>
                  </a:lnTo>
                  <a:close/>
                </a:path>
                <a:path w="31114" h="19050">
                  <a:moveTo>
                    <a:pt x="30035" y="9144"/>
                  </a:moveTo>
                  <a:lnTo>
                    <a:pt x="29997" y="10452"/>
                  </a:lnTo>
                  <a:lnTo>
                    <a:pt x="30035" y="10020"/>
                  </a:lnTo>
                  <a:lnTo>
                    <a:pt x="30022" y="9537"/>
                  </a:lnTo>
                  <a:lnTo>
                    <a:pt x="30035" y="9144"/>
                  </a:lnTo>
                  <a:close/>
                </a:path>
                <a:path w="31114" h="19050">
                  <a:moveTo>
                    <a:pt x="30759" y="9321"/>
                  </a:moveTo>
                  <a:lnTo>
                    <a:pt x="30746" y="9182"/>
                  </a:lnTo>
                  <a:lnTo>
                    <a:pt x="30708" y="8928"/>
                  </a:lnTo>
                  <a:lnTo>
                    <a:pt x="30670" y="9182"/>
                  </a:lnTo>
                  <a:lnTo>
                    <a:pt x="30683" y="93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9" name="object 149"/>
            <p:cNvSpPr/>
            <p:nvPr/>
          </p:nvSpPr>
          <p:spPr>
            <a:xfrm>
              <a:off x="3976929" y="1214297"/>
              <a:ext cx="29845" cy="83820"/>
            </a:xfrm>
            <a:custGeom>
              <a:avLst/>
              <a:gdLst/>
              <a:ahLst/>
              <a:cxnLst/>
              <a:rect l="l" t="t" r="r" b="b"/>
              <a:pathLst>
                <a:path w="29845" h="83819">
                  <a:moveTo>
                    <a:pt x="6921" y="76073"/>
                  </a:moveTo>
                  <a:lnTo>
                    <a:pt x="6781" y="76174"/>
                  </a:lnTo>
                  <a:lnTo>
                    <a:pt x="6921" y="76288"/>
                  </a:lnTo>
                  <a:lnTo>
                    <a:pt x="6921" y="76073"/>
                  </a:lnTo>
                  <a:close/>
                </a:path>
                <a:path w="29845" h="83819">
                  <a:moveTo>
                    <a:pt x="9029" y="76479"/>
                  </a:moveTo>
                  <a:lnTo>
                    <a:pt x="8940" y="76263"/>
                  </a:lnTo>
                  <a:lnTo>
                    <a:pt x="8940" y="76530"/>
                  </a:lnTo>
                  <a:close/>
                </a:path>
                <a:path w="29845" h="83819">
                  <a:moveTo>
                    <a:pt x="9448" y="79133"/>
                  </a:moveTo>
                  <a:lnTo>
                    <a:pt x="9309" y="78994"/>
                  </a:lnTo>
                  <a:lnTo>
                    <a:pt x="9334" y="78689"/>
                  </a:lnTo>
                  <a:lnTo>
                    <a:pt x="0" y="78600"/>
                  </a:lnTo>
                  <a:lnTo>
                    <a:pt x="139" y="78651"/>
                  </a:lnTo>
                  <a:lnTo>
                    <a:pt x="76" y="78867"/>
                  </a:lnTo>
                  <a:lnTo>
                    <a:pt x="114" y="79095"/>
                  </a:lnTo>
                  <a:lnTo>
                    <a:pt x="0" y="83794"/>
                  </a:lnTo>
                  <a:lnTo>
                    <a:pt x="2387" y="82537"/>
                  </a:lnTo>
                  <a:lnTo>
                    <a:pt x="4991" y="81203"/>
                  </a:lnTo>
                  <a:lnTo>
                    <a:pt x="7861" y="79870"/>
                  </a:lnTo>
                  <a:lnTo>
                    <a:pt x="8064" y="79768"/>
                  </a:lnTo>
                  <a:lnTo>
                    <a:pt x="8153" y="79209"/>
                  </a:lnTo>
                  <a:lnTo>
                    <a:pt x="8229" y="79336"/>
                  </a:lnTo>
                  <a:lnTo>
                    <a:pt x="8191" y="79641"/>
                  </a:lnTo>
                  <a:lnTo>
                    <a:pt x="8382" y="79603"/>
                  </a:lnTo>
                  <a:lnTo>
                    <a:pt x="8280" y="79463"/>
                  </a:lnTo>
                  <a:lnTo>
                    <a:pt x="8496" y="79502"/>
                  </a:lnTo>
                  <a:lnTo>
                    <a:pt x="8915" y="79032"/>
                  </a:lnTo>
                  <a:lnTo>
                    <a:pt x="8877" y="79209"/>
                  </a:lnTo>
                  <a:lnTo>
                    <a:pt x="9055" y="79311"/>
                  </a:lnTo>
                  <a:lnTo>
                    <a:pt x="9334" y="79171"/>
                  </a:lnTo>
                  <a:close/>
                </a:path>
                <a:path w="29845" h="83819">
                  <a:moveTo>
                    <a:pt x="9575" y="77787"/>
                  </a:moveTo>
                  <a:lnTo>
                    <a:pt x="9486" y="77228"/>
                  </a:lnTo>
                  <a:lnTo>
                    <a:pt x="9334" y="77228"/>
                  </a:lnTo>
                  <a:lnTo>
                    <a:pt x="9385" y="77406"/>
                  </a:lnTo>
                  <a:lnTo>
                    <a:pt x="9385" y="77546"/>
                  </a:lnTo>
                  <a:lnTo>
                    <a:pt x="9334" y="77736"/>
                  </a:lnTo>
                  <a:lnTo>
                    <a:pt x="9232" y="77597"/>
                  </a:lnTo>
                  <a:lnTo>
                    <a:pt x="9144" y="77787"/>
                  </a:lnTo>
                  <a:lnTo>
                    <a:pt x="9309" y="77939"/>
                  </a:lnTo>
                  <a:lnTo>
                    <a:pt x="9525" y="77939"/>
                  </a:lnTo>
                  <a:lnTo>
                    <a:pt x="9563" y="78155"/>
                  </a:lnTo>
                  <a:lnTo>
                    <a:pt x="9575" y="77787"/>
                  </a:lnTo>
                  <a:close/>
                </a:path>
                <a:path w="29845" h="83819">
                  <a:moveTo>
                    <a:pt x="9791" y="76504"/>
                  </a:moveTo>
                  <a:lnTo>
                    <a:pt x="9690" y="76796"/>
                  </a:lnTo>
                  <a:lnTo>
                    <a:pt x="9652" y="76568"/>
                  </a:lnTo>
                  <a:lnTo>
                    <a:pt x="9410" y="76568"/>
                  </a:lnTo>
                  <a:lnTo>
                    <a:pt x="9550" y="76619"/>
                  </a:lnTo>
                  <a:lnTo>
                    <a:pt x="9575" y="76796"/>
                  </a:lnTo>
                  <a:lnTo>
                    <a:pt x="9550" y="77000"/>
                  </a:lnTo>
                  <a:lnTo>
                    <a:pt x="9652" y="76860"/>
                  </a:lnTo>
                  <a:lnTo>
                    <a:pt x="9550" y="77089"/>
                  </a:lnTo>
                  <a:lnTo>
                    <a:pt x="9588" y="77304"/>
                  </a:lnTo>
                  <a:lnTo>
                    <a:pt x="9753" y="76974"/>
                  </a:lnTo>
                  <a:lnTo>
                    <a:pt x="9791" y="76504"/>
                  </a:lnTo>
                  <a:close/>
                </a:path>
                <a:path w="29845" h="83819">
                  <a:moveTo>
                    <a:pt x="9982" y="78587"/>
                  </a:moveTo>
                  <a:lnTo>
                    <a:pt x="9829" y="78625"/>
                  </a:lnTo>
                  <a:lnTo>
                    <a:pt x="9918" y="78778"/>
                  </a:lnTo>
                  <a:lnTo>
                    <a:pt x="9880" y="78905"/>
                  </a:lnTo>
                  <a:lnTo>
                    <a:pt x="9944" y="78765"/>
                  </a:lnTo>
                  <a:lnTo>
                    <a:pt x="9982" y="78587"/>
                  </a:lnTo>
                  <a:close/>
                </a:path>
                <a:path w="29845" h="83819">
                  <a:moveTo>
                    <a:pt x="10134" y="70205"/>
                  </a:moveTo>
                  <a:lnTo>
                    <a:pt x="9918" y="70243"/>
                  </a:lnTo>
                  <a:lnTo>
                    <a:pt x="9918" y="70535"/>
                  </a:lnTo>
                  <a:lnTo>
                    <a:pt x="10134" y="70383"/>
                  </a:lnTo>
                  <a:lnTo>
                    <a:pt x="10134" y="70205"/>
                  </a:lnTo>
                  <a:close/>
                </a:path>
                <a:path w="29845" h="83819">
                  <a:moveTo>
                    <a:pt x="10160" y="78727"/>
                  </a:moveTo>
                  <a:lnTo>
                    <a:pt x="10134" y="78587"/>
                  </a:lnTo>
                  <a:lnTo>
                    <a:pt x="10071" y="78816"/>
                  </a:lnTo>
                  <a:close/>
                </a:path>
                <a:path w="29845" h="83819">
                  <a:moveTo>
                    <a:pt x="10210" y="76974"/>
                  </a:moveTo>
                  <a:lnTo>
                    <a:pt x="10058" y="77050"/>
                  </a:lnTo>
                  <a:lnTo>
                    <a:pt x="10096" y="77190"/>
                  </a:lnTo>
                  <a:lnTo>
                    <a:pt x="10210" y="76974"/>
                  </a:lnTo>
                  <a:close/>
                </a:path>
                <a:path w="29845" h="83819">
                  <a:moveTo>
                    <a:pt x="10236" y="73037"/>
                  </a:moveTo>
                  <a:lnTo>
                    <a:pt x="10083" y="72974"/>
                  </a:lnTo>
                  <a:lnTo>
                    <a:pt x="10134" y="73190"/>
                  </a:lnTo>
                  <a:lnTo>
                    <a:pt x="9982" y="73279"/>
                  </a:lnTo>
                  <a:lnTo>
                    <a:pt x="10020" y="73406"/>
                  </a:lnTo>
                  <a:lnTo>
                    <a:pt x="10198" y="73342"/>
                  </a:lnTo>
                  <a:lnTo>
                    <a:pt x="10198" y="73126"/>
                  </a:lnTo>
                  <a:close/>
                </a:path>
                <a:path w="29845" h="83819">
                  <a:moveTo>
                    <a:pt x="10350" y="73482"/>
                  </a:moveTo>
                  <a:lnTo>
                    <a:pt x="10287" y="73672"/>
                  </a:lnTo>
                  <a:lnTo>
                    <a:pt x="10350" y="73482"/>
                  </a:lnTo>
                  <a:close/>
                </a:path>
                <a:path w="29845" h="83819">
                  <a:moveTo>
                    <a:pt x="10414" y="71018"/>
                  </a:moveTo>
                  <a:lnTo>
                    <a:pt x="10350" y="70751"/>
                  </a:lnTo>
                  <a:lnTo>
                    <a:pt x="10134" y="70751"/>
                  </a:lnTo>
                  <a:lnTo>
                    <a:pt x="9994" y="70929"/>
                  </a:lnTo>
                  <a:lnTo>
                    <a:pt x="10083" y="71247"/>
                  </a:lnTo>
                  <a:lnTo>
                    <a:pt x="10198" y="71450"/>
                  </a:lnTo>
                  <a:lnTo>
                    <a:pt x="10375" y="71183"/>
                  </a:lnTo>
                  <a:lnTo>
                    <a:pt x="10236" y="71107"/>
                  </a:lnTo>
                  <a:lnTo>
                    <a:pt x="10134" y="70916"/>
                  </a:lnTo>
                  <a:lnTo>
                    <a:pt x="10350" y="70827"/>
                  </a:lnTo>
                  <a:lnTo>
                    <a:pt x="10414" y="71018"/>
                  </a:lnTo>
                  <a:close/>
                </a:path>
                <a:path w="29845" h="83819">
                  <a:moveTo>
                    <a:pt x="10426" y="73952"/>
                  </a:moveTo>
                  <a:lnTo>
                    <a:pt x="10248" y="74066"/>
                  </a:lnTo>
                  <a:lnTo>
                    <a:pt x="10287" y="74256"/>
                  </a:lnTo>
                  <a:lnTo>
                    <a:pt x="10426" y="73952"/>
                  </a:lnTo>
                  <a:close/>
                </a:path>
                <a:path w="29845" h="83819">
                  <a:moveTo>
                    <a:pt x="10464" y="78587"/>
                  </a:moveTo>
                  <a:close/>
                </a:path>
                <a:path w="29845" h="83819">
                  <a:moveTo>
                    <a:pt x="10490" y="72123"/>
                  </a:moveTo>
                  <a:lnTo>
                    <a:pt x="10452" y="71945"/>
                  </a:lnTo>
                  <a:lnTo>
                    <a:pt x="10375" y="71691"/>
                  </a:lnTo>
                  <a:lnTo>
                    <a:pt x="10160" y="71767"/>
                  </a:lnTo>
                  <a:lnTo>
                    <a:pt x="10160" y="71488"/>
                  </a:lnTo>
                  <a:lnTo>
                    <a:pt x="10071" y="71729"/>
                  </a:lnTo>
                  <a:lnTo>
                    <a:pt x="10134" y="71996"/>
                  </a:lnTo>
                  <a:lnTo>
                    <a:pt x="10045" y="72275"/>
                  </a:lnTo>
                  <a:lnTo>
                    <a:pt x="10083" y="72415"/>
                  </a:lnTo>
                  <a:lnTo>
                    <a:pt x="10198" y="72605"/>
                  </a:lnTo>
                  <a:lnTo>
                    <a:pt x="10274" y="72313"/>
                  </a:lnTo>
                  <a:lnTo>
                    <a:pt x="10375" y="72466"/>
                  </a:lnTo>
                  <a:lnTo>
                    <a:pt x="10452" y="72288"/>
                  </a:lnTo>
                  <a:lnTo>
                    <a:pt x="10490" y="72123"/>
                  </a:lnTo>
                  <a:close/>
                </a:path>
                <a:path w="29845" h="83819">
                  <a:moveTo>
                    <a:pt x="10541" y="78587"/>
                  </a:moveTo>
                  <a:close/>
                </a:path>
                <a:path w="29845" h="83819">
                  <a:moveTo>
                    <a:pt x="10706" y="73075"/>
                  </a:moveTo>
                  <a:lnTo>
                    <a:pt x="10668" y="72859"/>
                  </a:lnTo>
                  <a:lnTo>
                    <a:pt x="10629" y="73037"/>
                  </a:lnTo>
                  <a:close/>
                </a:path>
                <a:path w="29845" h="83819">
                  <a:moveTo>
                    <a:pt x="10795" y="73406"/>
                  </a:moveTo>
                  <a:lnTo>
                    <a:pt x="10629" y="73520"/>
                  </a:lnTo>
                  <a:lnTo>
                    <a:pt x="10769" y="73634"/>
                  </a:lnTo>
                  <a:lnTo>
                    <a:pt x="10795" y="73406"/>
                  </a:lnTo>
                  <a:close/>
                </a:path>
                <a:path w="29845" h="83819">
                  <a:moveTo>
                    <a:pt x="11099" y="76657"/>
                  </a:moveTo>
                  <a:lnTo>
                    <a:pt x="11049" y="76441"/>
                  </a:lnTo>
                  <a:lnTo>
                    <a:pt x="10922" y="76695"/>
                  </a:lnTo>
                  <a:lnTo>
                    <a:pt x="11099" y="76657"/>
                  </a:lnTo>
                  <a:close/>
                </a:path>
                <a:path w="29845" h="83819">
                  <a:moveTo>
                    <a:pt x="11163" y="76708"/>
                  </a:moveTo>
                  <a:lnTo>
                    <a:pt x="11010" y="76720"/>
                  </a:lnTo>
                  <a:lnTo>
                    <a:pt x="11163" y="76898"/>
                  </a:lnTo>
                  <a:lnTo>
                    <a:pt x="11163" y="76708"/>
                  </a:lnTo>
                  <a:close/>
                </a:path>
                <a:path w="29845" h="83819">
                  <a:moveTo>
                    <a:pt x="11442" y="75412"/>
                  </a:moveTo>
                  <a:lnTo>
                    <a:pt x="11214" y="75488"/>
                  </a:lnTo>
                  <a:lnTo>
                    <a:pt x="11290" y="75666"/>
                  </a:lnTo>
                  <a:lnTo>
                    <a:pt x="11442" y="75412"/>
                  </a:lnTo>
                  <a:close/>
                </a:path>
                <a:path w="29845" h="83819">
                  <a:moveTo>
                    <a:pt x="11455" y="75615"/>
                  </a:moveTo>
                  <a:lnTo>
                    <a:pt x="11328" y="75704"/>
                  </a:lnTo>
                  <a:lnTo>
                    <a:pt x="11328" y="75831"/>
                  </a:lnTo>
                  <a:lnTo>
                    <a:pt x="11455" y="75615"/>
                  </a:lnTo>
                  <a:close/>
                </a:path>
                <a:path w="29845" h="83819">
                  <a:moveTo>
                    <a:pt x="11582" y="75704"/>
                  </a:moveTo>
                  <a:close/>
                </a:path>
                <a:path w="29845" h="83819">
                  <a:moveTo>
                    <a:pt x="12636" y="76200"/>
                  </a:moveTo>
                  <a:lnTo>
                    <a:pt x="12306" y="76174"/>
                  </a:lnTo>
                  <a:lnTo>
                    <a:pt x="12446" y="76314"/>
                  </a:lnTo>
                  <a:lnTo>
                    <a:pt x="12636" y="76200"/>
                  </a:lnTo>
                  <a:close/>
                </a:path>
                <a:path w="29845" h="83819">
                  <a:moveTo>
                    <a:pt x="12636" y="75450"/>
                  </a:moveTo>
                  <a:lnTo>
                    <a:pt x="12496" y="75526"/>
                  </a:lnTo>
                  <a:lnTo>
                    <a:pt x="12446" y="75374"/>
                  </a:lnTo>
                  <a:lnTo>
                    <a:pt x="12280" y="75234"/>
                  </a:lnTo>
                  <a:lnTo>
                    <a:pt x="12192" y="75552"/>
                  </a:lnTo>
                  <a:lnTo>
                    <a:pt x="12280" y="75730"/>
                  </a:lnTo>
                  <a:lnTo>
                    <a:pt x="12344" y="75577"/>
                  </a:lnTo>
                  <a:lnTo>
                    <a:pt x="12446" y="75755"/>
                  </a:lnTo>
                  <a:lnTo>
                    <a:pt x="12293" y="75907"/>
                  </a:lnTo>
                  <a:lnTo>
                    <a:pt x="12293" y="76111"/>
                  </a:lnTo>
                  <a:lnTo>
                    <a:pt x="12369" y="75882"/>
                  </a:lnTo>
                  <a:lnTo>
                    <a:pt x="12598" y="76022"/>
                  </a:lnTo>
                  <a:lnTo>
                    <a:pt x="12636" y="75844"/>
                  </a:lnTo>
                  <a:lnTo>
                    <a:pt x="12484" y="75730"/>
                  </a:lnTo>
                  <a:lnTo>
                    <a:pt x="12636" y="75450"/>
                  </a:lnTo>
                  <a:close/>
                </a:path>
                <a:path w="29845" h="83819">
                  <a:moveTo>
                    <a:pt x="12738" y="73317"/>
                  </a:moveTo>
                  <a:lnTo>
                    <a:pt x="12547" y="73202"/>
                  </a:lnTo>
                  <a:lnTo>
                    <a:pt x="12522" y="73342"/>
                  </a:lnTo>
                  <a:lnTo>
                    <a:pt x="12738" y="73317"/>
                  </a:lnTo>
                  <a:close/>
                </a:path>
                <a:path w="29845" h="83819">
                  <a:moveTo>
                    <a:pt x="12852" y="69697"/>
                  </a:moveTo>
                  <a:lnTo>
                    <a:pt x="12801" y="69342"/>
                  </a:lnTo>
                  <a:lnTo>
                    <a:pt x="12700" y="69507"/>
                  </a:lnTo>
                  <a:lnTo>
                    <a:pt x="12522" y="70015"/>
                  </a:lnTo>
                  <a:lnTo>
                    <a:pt x="12750" y="70205"/>
                  </a:lnTo>
                  <a:lnTo>
                    <a:pt x="12839" y="70027"/>
                  </a:lnTo>
                  <a:lnTo>
                    <a:pt x="12674" y="69938"/>
                  </a:lnTo>
                  <a:lnTo>
                    <a:pt x="12852" y="69697"/>
                  </a:lnTo>
                  <a:close/>
                </a:path>
                <a:path w="29845" h="83819">
                  <a:moveTo>
                    <a:pt x="13093" y="75844"/>
                  </a:moveTo>
                  <a:lnTo>
                    <a:pt x="12979" y="75666"/>
                  </a:lnTo>
                  <a:lnTo>
                    <a:pt x="12966" y="75882"/>
                  </a:lnTo>
                  <a:lnTo>
                    <a:pt x="13093" y="75844"/>
                  </a:lnTo>
                  <a:close/>
                </a:path>
                <a:path w="29845" h="83819">
                  <a:moveTo>
                    <a:pt x="13208" y="69392"/>
                  </a:moveTo>
                  <a:lnTo>
                    <a:pt x="13068" y="69380"/>
                  </a:lnTo>
                  <a:lnTo>
                    <a:pt x="13030" y="69545"/>
                  </a:lnTo>
                  <a:lnTo>
                    <a:pt x="13093" y="69697"/>
                  </a:lnTo>
                  <a:lnTo>
                    <a:pt x="13208" y="69392"/>
                  </a:lnTo>
                  <a:close/>
                </a:path>
                <a:path w="29845" h="83819">
                  <a:moveTo>
                    <a:pt x="13233" y="72491"/>
                  </a:moveTo>
                  <a:lnTo>
                    <a:pt x="13220" y="72097"/>
                  </a:lnTo>
                  <a:lnTo>
                    <a:pt x="13195" y="71412"/>
                  </a:lnTo>
                  <a:lnTo>
                    <a:pt x="13233" y="72491"/>
                  </a:lnTo>
                  <a:close/>
                </a:path>
                <a:path w="29845" h="83819">
                  <a:moveTo>
                    <a:pt x="13601" y="72415"/>
                  </a:moveTo>
                  <a:lnTo>
                    <a:pt x="13335" y="72123"/>
                  </a:lnTo>
                  <a:lnTo>
                    <a:pt x="13309" y="71945"/>
                  </a:lnTo>
                  <a:lnTo>
                    <a:pt x="13284" y="72097"/>
                  </a:lnTo>
                  <a:lnTo>
                    <a:pt x="13309" y="72364"/>
                  </a:lnTo>
                  <a:lnTo>
                    <a:pt x="13347" y="72644"/>
                  </a:lnTo>
                  <a:lnTo>
                    <a:pt x="13385" y="72364"/>
                  </a:lnTo>
                  <a:lnTo>
                    <a:pt x="13436" y="72555"/>
                  </a:lnTo>
                  <a:lnTo>
                    <a:pt x="13601" y="72415"/>
                  </a:lnTo>
                  <a:close/>
                </a:path>
                <a:path w="29845" h="83819">
                  <a:moveTo>
                    <a:pt x="13893" y="73342"/>
                  </a:moveTo>
                  <a:lnTo>
                    <a:pt x="13855" y="73037"/>
                  </a:lnTo>
                  <a:lnTo>
                    <a:pt x="13830" y="72821"/>
                  </a:lnTo>
                  <a:lnTo>
                    <a:pt x="13716" y="72491"/>
                  </a:lnTo>
                  <a:lnTo>
                    <a:pt x="13652" y="73291"/>
                  </a:lnTo>
                  <a:lnTo>
                    <a:pt x="13893" y="73342"/>
                  </a:lnTo>
                  <a:close/>
                </a:path>
                <a:path w="29845" h="83819">
                  <a:moveTo>
                    <a:pt x="14173" y="73939"/>
                  </a:moveTo>
                  <a:lnTo>
                    <a:pt x="13944" y="73571"/>
                  </a:lnTo>
                  <a:lnTo>
                    <a:pt x="13982" y="73431"/>
                  </a:lnTo>
                  <a:lnTo>
                    <a:pt x="13804" y="73355"/>
                  </a:lnTo>
                  <a:lnTo>
                    <a:pt x="13944" y="73825"/>
                  </a:lnTo>
                  <a:lnTo>
                    <a:pt x="14173" y="73939"/>
                  </a:lnTo>
                  <a:close/>
                </a:path>
                <a:path w="29845" h="83819">
                  <a:moveTo>
                    <a:pt x="14490" y="75107"/>
                  </a:moveTo>
                  <a:lnTo>
                    <a:pt x="14389" y="74853"/>
                  </a:lnTo>
                  <a:lnTo>
                    <a:pt x="14414" y="74637"/>
                  </a:lnTo>
                  <a:lnTo>
                    <a:pt x="14338" y="74828"/>
                  </a:lnTo>
                  <a:lnTo>
                    <a:pt x="14376" y="74968"/>
                  </a:lnTo>
                  <a:lnTo>
                    <a:pt x="14376" y="75234"/>
                  </a:lnTo>
                  <a:lnTo>
                    <a:pt x="14490" y="75107"/>
                  </a:lnTo>
                  <a:close/>
                </a:path>
                <a:path w="29845" h="83819">
                  <a:moveTo>
                    <a:pt x="17259" y="71183"/>
                  </a:moveTo>
                  <a:lnTo>
                    <a:pt x="17106" y="71056"/>
                  </a:lnTo>
                  <a:lnTo>
                    <a:pt x="17081" y="71234"/>
                  </a:lnTo>
                  <a:lnTo>
                    <a:pt x="17259" y="71183"/>
                  </a:lnTo>
                  <a:close/>
                </a:path>
                <a:path w="29845" h="83819">
                  <a:moveTo>
                    <a:pt x="26746" y="9004"/>
                  </a:moveTo>
                  <a:lnTo>
                    <a:pt x="26555" y="8864"/>
                  </a:lnTo>
                  <a:lnTo>
                    <a:pt x="26403" y="9042"/>
                  </a:lnTo>
                  <a:lnTo>
                    <a:pt x="26581" y="9194"/>
                  </a:lnTo>
                  <a:lnTo>
                    <a:pt x="26746" y="9004"/>
                  </a:lnTo>
                  <a:close/>
                </a:path>
                <a:path w="29845" h="83819">
                  <a:moveTo>
                    <a:pt x="26771" y="215"/>
                  </a:moveTo>
                  <a:lnTo>
                    <a:pt x="26530" y="0"/>
                  </a:lnTo>
                  <a:lnTo>
                    <a:pt x="26301" y="241"/>
                  </a:lnTo>
                  <a:lnTo>
                    <a:pt x="26555" y="457"/>
                  </a:lnTo>
                  <a:lnTo>
                    <a:pt x="26771" y="215"/>
                  </a:lnTo>
                  <a:close/>
                </a:path>
                <a:path w="29845" h="83819">
                  <a:moveTo>
                    <a:pt x="26784" y="4800"/>
                  </a:moveTo>
                  <a:lnTo>
                    <a:pt x="26441" y="4635"/>
                  </a:lnTo>
                  <a:lnTo>
                    <a:pt x="26276" y="4978"/>
                  </a:lnTo>
                  <a:lnTo>
                    <a:pt x="26606" y="5143"/>
                  </a:lnTo>
                  <a:lnTo>
                    <a:pt x="26784" y="4800"/>
                  </a:lnTo>
                  <a:close/>
                </a:path>
                <a:path w="29845" h="83819">
                  <a:moveTo>
                    <a:pt x="26797" y="7924"/>
                  </a:moveTo>
                  <a:lnTo>
                    <a:pt x="26466" y="7785"/>
                  </a:lnTo>
                  <a:lnTo>
                    <a:pt x="26327" y="8102"/>
                  </a:lnTo>
                  <a:lnTo>
                    <a:pt x="26644" y="8229"/>
                  </a:lnTo>
                  <a:lnTo>
                    <a:pt x="26797" y="7924"/>
                  </a:lnTo>
                  <a:close/>
                </a:path>
                <a:path w="29845" h="83819">
                  <a:moveTo>
                    <a:pt x="27038" y="6413"/>
                  </a:moveTo>
                  <a:lnTo>
                    <a:pt x="26911" y="6159"/>
                  </a:lnTo>
                  <a:lnTo>
                    <a:pt x="26670" y="6286"/>
                  </a:lnTo>
                  <a:lnTo>
                    <a:pt x="26797" y="6527"/>
                  </a:lnTo>
                  <a:lnTo>
                    <a:pt x="27038" y="6413"/>
                  </a:lnTo>
                  <a:close/>
                </a:path>
                <a:path w="29845" h="83819">
                  <a:moveTo>
                    <a:pt x="27190" y="4381"/>
                  </a:moveTo>
                  <a:lnTo>
                    <a:pt x="26974" y="4076"/>
                  </a:lnTo>
                  <a:lnTo>
                    <a:pt x="26682" y="4279"/>
                  </a:lnTo>
                  <a:lnTo>
                    <a:pt x="26898" y="4584"/>
                  </a:lnTo>
                  <a:lnTo>
                    <a:pt x="27190" y="4381"/>
                  </a:lnTo>
                  <a:close/>
                </a:path>
                <a:path w="29845" h="83819">
                  <a:moveTo>
                    <a:pt x="27228" y="5384"/>
                  </a:moveTo>
                  <a:lnTo>
                    <a:pt x="27025" y="5207"/>
                  </a:lnTo>
                  <a:lnTo>
                    <a:pt x="26847" y="5410"/>
                  </a:lnTo>
                  <a:lnTo>
                    <a:pt x="27063" y="5588"/>
                  </a:lnTo>
                  <a:lnTo>
                    <a:pt x="27228" y="5384"/>
                  </a:lnTo>
                  <a:close/>
                </a:path>
                <a:path w="29845" h="83819">
                  <a:moveTo>
                    <a:pt x="27254" y="7442"/>
                  </a:moveTo>
                  <a:lnTo>
                    <a:pt x="27012" y="7327"/>
                  </a:lnTo>
                  <a:lnTo>
                    <a:pt x="26885" y="7569"/>
                  </a:lnTo>
                  <a:lnTo>
                    <a:pt x="27127" y="7696"/>
                  </a:lnTo>
                  <a:lnTo>
                    <a:pt x="27254" y="7442"/>
                  </a:lnTo>
                  <a:close/>
                </a:path>
                <a:path w="29845" h="83819">
                  <a:moveTo>
                    <a:pt x="27355" y="8255"/>
                  </a:moveTo>
                  <a:lnTo>
                    <a:pt x="27089" y="8128"/>
                  </a:lnTo>
                  <a:lnTo>
                    <a:pt x="26949" y="8394"/>
                  </a:lnTo>
                  <a:lnTo>
                    <a:pt x="27216" y="8534"/>
                  </a:lnTo>
                  <a:lnTo>
                    <a:pt x="27355" y="8255"/>
                  </a:lnTo>
                  <a:close/>
                </a:path>
                <a:path w="29845" h="83819">
                  <a:moveTo>
                    <a:pt x="27698" y="1358"/>
                  </a:moveTo>
                  <a:lnTo>
                    <a:pt x="27406" y="1092"/>
                  </a:lnTo>
                  <a:lnTo>
                    <a:pt x="27165" y="1384"/>
                  </a:lnTo>
                  <a:lnTo>
                    <a:pt x="27343" y="1536"/>
                  </a:lnTo>
                  <a:lnTo>
                    <a:pt x="27101" y="1701"/>
                  </a:lnTo>
                  <a:lnTo>
                    <a:pt x="27279" y="1955"/>
                  </a:lnTo>
                  <a:lnTo>
                    <a:pt x="27546" y="1765"/>
                  </a:lnTo>
                  <a:lnTo>
                    <a:pt x="27419" y="1587"/>
                  </a:lnTo>
                  <a:lnTo>
                    <a:pt x="27698" y="1358"/>
                  </a:lnTo>
                  <a:close/>
                </a:path>
                <a:path w="29845" h="83819">
                  <a:moveTo>
                    <a:pt x="27724" y="7861"/>
                  </a:moveTo>
                  <a:lnTo>
                    <a:pt x="27508" y="7531"/>
                  </a:lnTo>
                  <a:lnTo>
                    <a:pt x="27190" y="7734"/>
                  </a:lnTo>
                  <a:lnTo>
                    <a:pt x="27406" y="8064"/>
                  </a:lnTo>
                  <a:lnTo>
                    <a:pt x="27724" y="7861"/>
                  </a:lnTo>
                  <a:close/>
                </a:path>
                <a:path w="29845" h="83819">
                  <a:moveTo>
                    <a:pt x="27927" y="5727"/>
                  </a:moveTo>
                  <a:lnTo>
                    <a:pt x="27736" y="5473"/>
                  </a:lnTo>
                  <a:lnTo>
                    <a:pt x="27508" y="5689"/>
                  </a:lnTo>
                  <a:lnTo>
                    <a:pt x="27698" y="5918"/>
                  </a:lnTo>
                  <a:lnTo>
                    <a:pt x="27927" y="5727"/>
                  </a:lnTo>
                  <a:close/>
                </a:path>
                <a:path w="29845" h="83819">
                  <a:moveTo>
                    <a:pt x="27978" y="6896"/>
                  </a:moveTo>
                  <a:lnTo>
                    <a:pt x="27800" y="6654"/>
                  </a:lnTo>
                  <a:lnTo>
                    <a:pt x="27559" y="6832"/>
                  </a:lnTo>
                  <a:lnTo>
                    <a:pt x="27635" y="6959"/>
                  </a:lnTo>
                  <a:lnTo>
                    <a:pt x="27711" y="7200"/>
                  </a:lnTo>
                  <a:lnTo>
                    <a:pt x="27901" y="7061"/>
                  </a:lnTo>
                  <a:lnTo>
                    <a:pt x="27978" y="6896"/>
                  </a:lnTo>
                  <a:close/>
                </a:path>
                <a:path w="29845" h="83819">
                  <a:moveTo>
                    <a:pt x="28067" y="5270"/>
                  </a:moveTo>
                  <a:lnTo>
                    <a:pt x="27914" y="5016"/>
                  </a:lnTo>
                  <a:lnTo>
                    <a:pt x="27686" y="5168"/>
                  </a:lnTo>
                  <a:lnTo>
                    <a:pt x="27825" y="5384"/>
                  </a:lnTo>
                  <a:lnTo>
                    <a:pt x="28067" y="5270"/>
                  </a:lnTo>
                  <a:close/>
                </a:path>
                <a:path w="29845" h="83819">
                  <a:moveTo>
                    <a:pt x="28194" y="4178"/>
                  </a:moveTo>
                  <a:lnTo>
                    <a:pt x="28041" y="3886"/>
                  </a:lnTo>
                  <a:lnTo>
                    <a:pt x="27749" y="4038"/>
                  </a:lnTo>
                  <a:lnTo>
                    <a:pt x="27901" y="4343"/>
                  </a:lnTo>
                  <a:lnTo>
                    <a:pt x="28194" y="4178"/>
                  </a:lnTo>
                  <a:close/>
                </a:path>
                <a:path w="29845" h="83819">
                  <a:moveTo>
                    <a:pt x="28219" y="558"/>
                  </a:moveTo>
                  <a:lnTo>
                    <a:pt x="27927" y="330"/>
                  </a:lnTo>
                  <a:lnTo>
                    <a:pt x="27711" y="622"/>
                  </a:lnTo>
                  <a:lnTo>
                    <a:pt x="27940" y="812"/>
                  </a:lnTo>
                  <a:lnTo>
                    <a:pt x="27838" y="1028"/>
                  </a:lnTo>
                  <a:lnTo>
                    <a:pt x="28105" y="1143"/>
                  </a:lnTo>
                  <a:lnTo>
                    <a:pt x="28219" y="863"/>
                  </a:lnTo>
                  <a:lnTo>
                    <a:pt x="28028" y="812"/>
                  </a:lnTo>
                  <a:lnTo>
                    <a:pt x="28219" y="558"/>
                  </a:lnTo>
                  <a:close/>
                </a:path>
                <a:path w="29845" h="83819">
                  <a:moveTo>
                    <a:pt x="28244" y="3327"/>
                  </a:moveTo>
                  <a:lnTo>
                    <a:pt x="27990" y="3098"/>
                  </a:lnTo>
                  <a:lnTo>
                    <a:pt x="27749" y="3352"/>
                  </a:lnTo>
                  <a:lnTo>
                    <a:pt x="28028" y="3581"/>
                  </a:lnTo>
                  <a:lnTo>
                    <a:pt x="28244" y="3327"/>
                  </a:lnTo>
                  <a:close/>
                </a:path>
                <a:path w="29845" h="83819">
                  <a:moveTo>
                    <a:pt x="28486" y="8648"/>
                  </a:moveTo>
                  <a:lnTo>
                    <a:pt x="28308" y="8432"/>
                  </a:lnTo>
                  <a:lnTo>
                    <a:pt x="28117" y="8623"/>
                  </a:lnTo>
                  <a:lnTo>
                    <a:pt x="28282" y="8813"/>
                  </a:lnTo>
                  <a:lnTo>
                    <a:pt x="28486" y="8648"/>
                  </a:lnTo>
                  <a:close/>
                </a:path>
                <a:path w="29845" h="83819">
                  <a:moveTo>
                    <a:pt x="28651" y="6489"/>
                  </a:moveTo>
                  <a:lnTo>
                    <a:pt x="28384" y="6362"/>
                  </a:lnTo>
                  <a:lnTo>
                    <a:pt x="28244" y="6654"/>
                  </a:lnTo>
                  <a:lnTo>
                    <a:pt x="28549" y="6794"/>
                  </a:lnTo>
                  <a:lnTo>
                    <a:pt x="28651" y="6489"/>
                  </a:lnTo>
                  <a:close/>
                </a:path>
                <a:path w="29845" h="83819">
                  <a:moveTo>
                    <a:pt x="28765" y="8445"/>
                  </a:moveTo>
                  <a:lnTo>
                    <a:pt x="28600" y="8267"/>
                  </a:lnTo>
                  <a:lnTo>
                    <a:pt x="28422" y="8407"/>
                  </a:lnTo>
                  <a:lnTo>
                    <a:pt x="28562" y="8623"/>
                  </a:lnTo>
                  <a:lnTo>
                    <a:pt x="28765" y="8445"/>
                  </a:lnTo>
                  <a:close/>
                </a:path>
                <a:path w="29845" h="83819">
                  <a:moveTo>
                    <a:pt x="28765" y="3708"/>
                  </a:moveTo>
                  <a:lnTo>
                    <a:pt x="28511" y="3568"/>
                  </a:lnTo>
                  <a:lnTo>
                    <a:pt x="28371" y="3822"/>
                  </a:lnTo>
                  <a:lnTo>
                    <a:pt x="28625" y="3962"/>
                  </a:lnTo>
                  <a:lnTo>
                    <a:pt x="28765" y="3708"/>
                  </a:lnTo>
                  <a:close/>
                </a:path>
                <a:path w="29845" h="83819">
                  <a:moveTo>
                    <a:pt x="29006" y="2984"/>
                  </a:moveTo>
                  <a:lnTo>
                    <a:pt x="28714" y="2768"/>
                  </a:lnTo>
                  <a:lnTo>
                    <a:pt x="28536" y="3060"/>
                  </a:lnTo>
                  <a:lnTo>
                    <a:pt x="28829" y="3238"/>
                  </a:lnTo>
                  <a:lnTo>
                    <a:pt x="29006" y="2984"/>
                  </a:lnTo>
                  <a:close/>
                </a:path>
                <a:path w="29845" h="83819">
                  <a:moveTo>
                    <a:pt x="29032" y="4559"/>
                  </a:moveTo>
                  <a:lnTo>
                    <a:pt x="28841" y="4318"/>
                  </a:lnTo>
                  <a:lnTo>
                    <a:pt x="28587" y="4508"/>
                  </a:lnTo>
                  <a:lnTo>
                    <a:pt x="28790" y="4762"/>
                  </a:lnTo>
                  <a:lnTo>
                    <a:pt x="29032" y="4559"/>
                  </a:lnTo>
                  <a:close/>
                </a:path>
                <a:path w="29845" h="83819">
                  <a:moveTo>
                    <a:pt x="29095" y="9334"/>
                  </a:moveTo>
                  <a:lnTo>
                    <a:pt x="28778" y="9156"/>
                  </a:lnTo>
                  <a:lnTo>
                    <a:pt x="28587" y="9474"/>
                  </a:lnTo>
                  <a:lnTo>
                    <a:pt x="28917" y="9664"/>
                  </a:lnTo>
                  <a:lnTo>
                    <a:pt x="29095" y="9334"/>
                  </a:lnTo>
                  <a:close/>
                </a:path>
                <a:path w="29845" h="83819">
                  <a:moveTo>
                    <a:pt x="29159" y="2679"/>
                  </a:moveTo>
                  <a:lnTo>
                    <a:pt x="29006" y="2463"/>
                  </a:lnTo>
                  <a:lnTo>
                    <a:pt x="28816" y="2616"/>
                  </a:lnTo>
                  <a:lnTo>
                    <a:pt x="28956" y="2806"/>
                  </a:lnTo>
                  <a:lnTo>
                    <a:pt x="29159" y="2679"/>
                  </a:lnTo>
                  <a:close/>
                </a:path>
                <a:path w="29845" h="83819">
                  <a:moveTo>
                    <a:pt x="29324" y="2336"/>
                  </a:moveTo>
                  <a:lnTo>
                    <a:pt x="29121" y="2095"/>
                  </a:lnTo>
                  <a:lnTo>
                    <a:pt x="28879" y="2311"/>
                  </a:lnTo>
                  <a:lnTo>
                    <a:pt x="29006" y="2463"/>
                  </a:lnTo>
                  <a:lnTo>
                    <a:pt x="29324" y="2336"/>
                  </a:lnTo>
                  <a:close/>
                </a:path>
                <a:path w="29845" h="83819">
                  <a:moveTo>
                    <a:pt x="29438" y="5905"/>
                  </a:moveTo>
                  <a:lnTo>
                    <a:pt x="29171" y="5765"/>
                  </a:lnTo>
                  <a:lnTo>
                    <a:pt x="29044" y="5994"/>
                  </a:lnTo>
                  <a:lnTo>
                    <a:pt x="28854" y="5854"/>
                  </a:lnTo>
                  <a:lnTo>
                    <a:pt x="28651" y="6146"/>
                  </a:lnTo>
                  <a:lnTo>
                    <a:pt x="28917" y="6337"/>
                  </a:lnTo>
                  <a:lnTo>
                    <a:pt x="29108" y="6083"/>
                  </a:lnTo>
                  <a:lnTo>
                    <a:pt x="29298" y="6172"/>
                  </a:lnTo>
                  <a:lnTo>
                    <a:pt x="29438" y="5905"/>
                  </a:lnTo>
                  <a:close/>
                </a:path>
                <a:path w="29845" h="83819">
                  <a:moveTo>
                    <a:pt x="29616" y="7073"/>
                  </a:moveTo>
                  <a:lnTo>
                    <a:pt x="29349" y="6946"/>
                  </a:lnTo>
                  <a:lnTo>
                    <a:pt x="29222" y="7213"/>
                  </a:lnTo>
                  <a:lnTo>
                    <a:pt x="29489" y="7340"/>
                  </a:lnTo>
                  <a:lnTo>
                    <a:pt x="29616" y="7073"/>
                  </a:lnTo>
                  <a:close/>
                </a:path>
                <a:path w="29845" h="83819">
                  <a:moveTo>
                    <a:pt x="29616" y="2184"/>
                  </a:moveTo>
                  <a:lnTo>
                    <a:pt x="29438" y="1968"/>
                  </a:lnTo>
                  <a:lnTo>
                    <a:pt x="29210" y="2133"/>
                  </a:lnTo>
                  <a:lnTo>
                    <a:pt x="29375" y="2362"/>
                  </a:lnTo>
                  <a:lnTo>
                    <a:pt x="29616" y="2184"/>
                  </a:lnTo>
                  <a:close/>
                </a:path>
                <a:path w="29845" h="83819">
                  <a:moveTo>
                    <a:pt x="29629" y="2755"/>
                  </a:moveTo>
                  <a:lnTo>
                    <a:pt x="29286" y="2565"/>
                  </a:lnTo>
                  <a:lnTo>
                    <a:pt x="29108" y="2895"/>
                  </a:lnTo>
                  <a:lnTo>
                    <a:pt x="29438" y="3086"/>
                  </a:lnTo>
                  <a:lnTo>
                    <a:pt x="29629" y="27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0" name="object 150"/>
            <p:cNvSpPr/>
            <p:nvPr/>
          </p:nvSpPr>
          <p:spPr>
            <a:xfrm>
              <a:off x="4003218" y="1197685"/>
              <a:ext cx="3810" cy="52069"/>
            </a:xfrm>
            <a:custGeom>
              <a:avLst/>
              <a:gdLst/>
              <a:ahLst/>
              <a:cxnLst/>
              <a:rect l="l" t="t" r="r" b="b"/>
              <a:pathLst>
                <a:path w="3810" h="52069">
                  <a:moveTo>
                    <a:pt x="444" y="51117"/>
                  </a:moveTo>
                  <a:lnTo>
                    <a:pt x="254" y="50952"/>
                  </a:lnTo>
                  <a:lnTo>
                    <a:pt x="101" y="51142"/>
                  </a:lnTo>
                  <a:lnTo>
                    <a:pt x="292" y="51295"/>
                  </a:lnTo>
                  <a:lnTo>
                    <a:pt x="444" y="51117"/>
                  </a:lnTo>
                  <a:close/>
                </a:path>
                <a:path w="3810" h="52069">
                  <a:moveTo>
                    <a:pt x="482" y="16827"/>
                  </a:moveTo>
                  <a:lnTo>
                    <a:pt x="241" y="16611"/>
                  </a:lnTo>
                  <a:lnTo>
                    <a:pt x="12" y="16852"/>
                  </a:lnTo>
                  <a:lnTo>
                    <a:pt x="266" y="17068"/>
                  </a:lnTo>
                  <a:lnTo>
                    <a:pt x="482" y="16827"/>
                  </a:lnTo>
                  <a:close/>
                </a:path>
                <a:path w="3810" h="52069">
                  <a:moveTo>
                    <a:pt x="495" y="11430"/>
                  </a:moveTo>
                  <a:lnTo>
                    <a:pt x="279" y="11328"/>
                  </a:lnTo>
                  <a:lnTo>
                    <a:pt x="165" y="11544"/>
                  </a:lnTo>
                  <a:lnTo>
                    <a:pt x="381" y="11645"/>
                  </a:lnTo>
                  <a:lnTo>
                    <a:pt x="495" y="11430"/>
                  </a:lnTo>
                  <a:close/>
                </a:path>
                <a:path w="3810" h="52069">
                  <a:moveTo>
                    <a:pt x="508" y="50038"/>
                  </a:moveTo>
                  <a:lnTo>
                    <a:pt x="177" y="49885"/>
                  </a:lnTo>
                  <a:lnTo>
                    <a:pt x="38" y="50190"/>
                  </a:lnTo>
                  <a:lnTo>
                    <a:pt x="355" y="50342"/>
                  </a:lnTo>
                  <a:lnTo>
                    <a:pt x="508" y="50038"/>
                  </a:lnTo>
                  <a:close/>
                </a:path>
                <a:path w="3810" h="52069">
                  <a:moveTo>
                    <a:pt x="508" y="13512"/>
                  </a:moveTo>
                  <a:lnTo>
                    <a:pt x="177" y="13347"/>
                  </a:lnTo>
                  <a:lnTo>
                    <a:pt x="0" y="13639"/>
                  </a:lnTo>
                  <a:lnTo>
                    <a:pt x="317" y="13830"/>
                  </a:lnTo>
                  <a:lnTo>
                    <a:pt x="508" y="13512"/>
                  </a:lnTo>
                  <a:close/>
                </a:path>
                <a:path w="3810" h="52069">
                  <a:moveTo>
                    <a:pt x="596" y="14046"/>
                  </a:moveTo>
                  <a:lnTo>
                    <a:pt x="330" y="13931"/>
                  </a:lnTo>
                  <a:lnTo>
                    <a:pt x="215" y="14185"/>
                  </a:lnTo>
                  <a:lnTo>
                    <a:pt x="469" y="14312"/>
                  </a:lnTo>
                  <a:lnTo>
                    <a:pt x="596" y="14046"/>
                  </a:lnTo>
                  <a:close/>
                </a:path>
                <a:path w="3810" h="52069">
                  <a:moveTo>
                    <a:pt x="635" y="4762"/>
                  </a:moveTo>
                  <a:lnTo>
                    <a:pt x="508" y="4508"/>
                  </a:lnTo>
                  <a:lnTo>
                    <a:pt x="254" y="4635"/>
                  </a:lnTo>
                  <a:lnTo>
                    <a:pt x="381" y="4889"/>
                  </a:lnTo>
                  <a:lnTo>
                    <a:pt x="635" y="4762"/>
                  </a:lnTo>
                  <a:close/>
                </a:path>
                <a:path w="3810" h="52069">
                  <a:moveTo>
                    <a:pt x="647" y="7035"/>
                  </a:moveTo>
                  <a:lnTo>
                    <a:pt x="368" y="6883"/>
                  </a:lnTo>
                  <a:lnTo>
                    <a:pt x="228" y="7175"/>
                  </a:lnTo>
                  <a:lnTo>
                    <a:pt x="495" y="7315"/>
                  </a:lnTo>
                  <a:lnTo>
                    <a:pt x="647" y="7035"/>
                  </a:lnTo>
                  <a:close/>
                </a:path>
                <a:path w="3810" h="52069">
                  <a:moveTo>
                    <a:pt x="711" y="7429"/>
                  </a:moveTo>
                  <a:lnTo>
                    <a:pt x="368" y="7277"/>
                  </a:lnTo>
                  <a:lnTo>
                    <a:pt x="228" y="7594"/>
                  </a:lnTo>
                  <a:lnTo>
                    <a:pt x="558" y="7747"/>
                  </a:lnTo>
                  <a:lnTo>
                    <a:pt x="711" y="7429"/>
                  </a:lnTo>
                  <a:close/>
                </a:path>
                <a:path w="3810" h="52069">
                  <a:moveTo>
                    <a:pt x="838" y="15252"/>
                  </a:moveTo>
                  <a:lnTo>
                    <a:pt x="622" y="15087"/>
                  </a:lnTo>
                  <a:lnTo>
                    <a:pt x="469" y="15303"/>
                  </a:lnTo>
                  <a:lnTo>
                    <a:pt x="685" y="15455"/>
                  </a:lnTo>
                  <a:lnTo>
                    <a:pt x="838" y="15252"/>
                  </a:lnTo>
                  <a:close/>
                </a:path>
                <a:path w="3810" h="52069">
                  <a:moveTo>
                    <a:pt x="863" y="457"/>
                  </a:moveTo>
                  <a:lnTo>
                    <a:pt x="635" y="355"/>
                  </a:lnTo>
                  <a:lnTo>
                    <a:pt x="520" y="584"/>
                  </a:lnTo>
                  <a:lnTo>
                    <a:pt x="762" y="711"/>
                  </a:lnTo>
                  <a:lnTo>
                    <a:pt x="863" y="457"/>
                  </a:lnTo>
                  <a:close/>
                </a:path>
                <a:path w="3810" h="52069">
                  <a:moveTo>
                    <a:pt x="901" y="3721"/>
                  </a:moveTo>
                  <a:lnTo>
                    <a:pt x="711" y="3454"/>
                  </a:lnTo>
                  <a:lnTo>
                    <a:pt x="419" y="3644"/>
                  </a:lnTo>
                  <a:lnTo>
                    <a:pt x="596" y="3911"/>
                  </a:lnTo>
                  <a:lnTo>
                    <a:pt x="901" y="3721"/>
                  </a:lnTo>
                  <a:close/>
                </a:path>
                <a:path w="3810" h="52069">
                  <a:moveTo>
                    <a:pt x="914" y="4876"/>
                  </a:moveTo>
                  <a:lnTo>
                    <a:pt x="723" y="4686"/>
                  </a:lnTo>
                  <a:lnTo>
                    <a:pt x="520" y="4876"/>
                  </a:lnTo>
                  <a:lnTo>
                    <a:pt x="723" y="5054"/>
                  </a:lnTo>
                  <a:lnTo>
                    <a:pt x="914" y="4876"/>
                  </a:lnTo>
                  <a:close/>
                </a:path>
                <a:path w="3810" h="52069">
                  <a:moveTo>
                    <a:pt x="939" y="49504"/>
                  </a:moveTo>
                  <a:lnTo>
                    <a:pt x="698" y="49390"/>
                  </a:lnTo>
                  <a:lnTo>
                    <a:pt x="571" y="49644"/>
                  </a:lnTo>
                  <a:lnTo>
                    <a:pt x="812" y="49758"/>
                  </a:lnTo>
                  <a:lnTo>
                    <a:pt x="939" y="49504"/>
                  </a:lnTo>
                  <a:close/>
                </a:path>
                <a:path w="3810" h="52069">
                  <a:moveTo>
                    <a:pt x="939" y="12992"/>
                  </a:moveTo>
                  <a:lnTo>
                    <a:pt x="698" y="12903"/>
                  </a:lnTo>
                  <a:lnTo>
                    <a:pt x="584" y="13157"/>
                  </a:lnTo>
                  <a:lnTo>
                    <a:pt x="444" y="13474"/>
                  </a:lnTo>
                  <a:lnTo>
                    <a:pt x="774" y="13639"/>
                  </a:lnTo>
                  <a:lnTo>
                    <a:pt x="939" y="13322"/>
                  </a:lnTo>
                  <a:lnTo>
                    <a:pt x="774" y="13233"/>
                  </a:lnTo>
                  <a:lnTo>
                    <a:pt x="939" y="12992"/>
                  </a:lnTo>
                  <a:close/>
                </a:path>
                <a:path w="3810" h="52069">
                  <a:moveTo>
                    <a:pt x="1016" y="50317"/>
                  </a:moveTo>
                  <a:lnTo>
                    <a:pt x="762" y="50177"/>
                  </a:lnTo>
                  <a:lnTo>
                    <a:pt x="622" y="50444"/>
                  </a:lnTo>
                  <a:lnTo>
                    <a:pt x="876" y="50596"/>
                  </a:lnTo>
                  <a:lnTo>
                    <a:pt x="1016" y="50317"/>
                  </a:lnTo>
                  <a:close/>
                </a:path>
                <a:path w="3810" h="52069">
                  <a:moveTo>
                    <a:pt x="1244" y="3568"/>
                  </a:moveTo>
                  <a:lnTo>
                    <a:pt x="1028" y="3302"/>
                  </a:lnTo>
                  <a:lnTo>
                    <a:pt x="774" y="3492"/>
                  </a:lnTo>
                  <a:lnTo>
                    <a:pt x="965" y="3746"/>
                  </a:lnTo>
                  <a:lnTo>
                    <a:pt x="1244" y="3568"/>
                  </a:lnTo>
                  <a:close/>
                </a:path>
                <a:path w="3810" h="52069">
                  <a:moveTo>
                    <a:pt x="1257" y="5892"/>
                  </a:moveTo>
                  <a:lnTo>
                    <a:pt x="1066" y="5676"/>
                  </a:lnTo>
                  <a:lnTo>
                    <a:pt x="850" y="5854"/>
                  </a:lnTo>
                  <a:lnTo>
                    <a:pt x="1028" y="6083"/>
                  </a:lnTo>
                  <a:lnTo>
                    <a:pt x="1257" y="5892"/>
                  </a:lnTo>
                  <a:close/>
                </a:path>
                <a:path w="3810" h="52069">
                  <a:moveTo>
                    <a:pt x="1282" y="2260"/>
                  </a:moveTo>
                  <a:lnTo>
                    <a:pt x="1028" y="2006"/>
                  </a:lnTo>
                  <a:lnTo>
                    <a:pt x="787" y="2235"/>
                  </a:lnTo>
                  <a:lnTo>
                    <a:pt x="1016" y="2501"/>
                  </a:lnTo>
                  <a:lnTo>
                    <a:pt x="1282" y="2260"/>
                  </a:lnTo>
                  <a:close/>
                </a:path>
                <a:path w="3810" h="52069">
                  <a:moveTo>
                    <a:pt x="1371" y="16370"/>
                  </a:moveTo>
                  <a:lnTo>
                    <a:pt x="1206" y="16306"/>
                  </a:lnTo>
                  <a:lnTo>
                    <a:pt x="1346" y="16179"/>
                  </a:lnTo>
                  <a:lnTo>
                    <a:pt x="1104" y="15887"/>
                  </a:lnTo>
                  <a:lnTo>
                    <a:pt x="812" y="16141"/>
                  </a:lnTo>
                  <a:lnTo>
                    <a:pt x="1003" y="16370"/>
                  </a:lnTo>
                  <a:lnTo>
                    <a:pt x="927" y="16522"/>
                  </a:lnTo>
                  <a:lnTo>
                    <a:pt x="1231" y="16675"/>
                  </a:lnTo>
                  <a:lnTo>
                    <a:pt x="1371" y="16370"/>
                  </a:lnTo>
                  <a:close/>
                </a:path>
                <a:path w="3810" h="52069">
                  <a:moveTo>
                    <a:pt x="1435" y="49949"/>
                  </a:moveTo>
                  <a:lnTo>
                    <a:pt x="1219" y="49631"/>
                  </a:lnTo>
                  <a:lnTo>
                    <a:pt x="901" y="49847"/>
                  </a:lnTo>
                  <a:lnTo>
                    <a:pt x="1117" y="50152"/>
                  </a:lnTo>
                  <a:lnTo>
                    <a:pt x="1435" y="49949"/>
                  </a:lnTo>
                  <a:close/>
                </a:path>
                <a:path w="3810" h="52069">
                  <a:moveTo>
                    <a:pt x="1549" y="8674"/>
                  </a:moveTo>
                  <a:lnTo>
                    <a:pt x="1282" y="8407"/>
                  </a:lnTo>
                  <a:lnTo>
                    <a:pt x="1016" y="8661"/>
                  </a:lnTo>
                  <a:lnTo>
                    <a:pt x="1270" y="8928"/>
                  </a:lnTo>
                  <a:lnTo>
                    <a:pt x="1549" y="8674"/>
                  </a:lnTo>
                  <a:close/>
                </a:path>
                <a:path w="3810" h="52069">
                  <a:moveTo>
                    <a:pt x="1612" y="2565"/>
                  </a:moveTo>
                  <a:lnTo>
                    <a:pt x="1409" y="2362"/>
                  </a:lnTo>
                  <a:lnTo>
                    <a:pt x="1219" y="2578"/>
                  </a:lnTo>
                  <a:lnTo>
                    <a:pt x="1422" y="2755"/>
                  </a:lnTo>
                  <a:lnTo>
                    <a:pt x="1612" y="2565"/>
                  </a:lnTo>
                  <a:close/>
                </a:path>
                <a:path w="3810" h="52069">
                  <a:moveTo>
                    <a:pt x="1651" y="1841"/>
                  </a:moveTo>
                  <a:lnTo>
                    <a:pt x="1435" y="1701"/>
                  </a:lnTo>
                  <a:lnTo>
                    <a:pt x="1282" y="1943"/>
                  </a:lnTo>
                  <a:lnTo>
                    <a:pt x="1524" y="2095"/>
                  </a:lnTo>
                  <a:lnTo>
                    <a:pt x="1651" y="1841"/>
                  </a:lnTo>
                  <a:close/>
                </a:path>
                <a:path w="3810" h="52069">
                  <a:moveTo>
                    <a:pt x="1689" y="48996"/>
                  </a:moveTo>
                  <a:lnTo>
                    <a:pt x="1511" y="48755"/>
                  </a:lnTo>
                  <a:lnTo>
                    <a:pt x="1270" y="48920"/>
                  </a:lnTo>
                  <a:lnTo>
                    <a:pt x="1346" y="49047"/>
                  </a:lnTo>
                  <a:lnTo>
                    <a:pt x="1422" y="49314"/>
                  </a:lnTo>
                  <a:lnTo>
                    <a:pt x="1612" y="49161"/>
                  </a:lnTo>
                  <a:lnTo>
                    <a:pt x="1689" y="48996"/>
                  </a:lnTo>
                  <a:close/>
                </a:path>
                <a:path w="3810" h="52069">
                  <a:moveTo>
                    <a:pt x="1739" y="13792"/>
                  </a:moveTo>
                  <a:lnTo>
                    <a:pt x="1498" y="13589"/>
                  </a:lnTo>
                  <a:lnTo>
                    <a:pt x="1295" y="13830"/>
                  </a:lnTo>
                  <a:lnTo>
                    <a:pt x="1549" y="14033"/>
                  </a:lnTo>
                  <a:lnTo>
                    <a:pt x="1739" y="13792"/>
                  </a:lnTo>
                  <a:close/>
                </a:path>
                <a:path w="3810" h="52069">
                  <a:moveTo>
                    <a:pt x="1778" y="1117"/>
                  </a:moveTo>
                  <a:lnTo>
                    <a:pt x="1562" y="901"/>
                  </a:lnTo>
                  <a:lnTo>
                    <a:pt x="1346" y="1117"/>
                  </a:lnTo>
                  <a:lnTo>
                    <a:pt x="1562" y="1333"/>
                  </a:lnTo>
                  <a:lnTo>
                    <a:pt x="1778" y="1117"/>
                  </a:lnTo>
                  <a:close/>
                </a:path>
                <a:path w="3810" h="52069">
                  <a:moveTo>
                    <a:pt x="1828" y="4292"/>
                  </a:moveTo>
                  <a:lnTo>
                    <a:pt x="1651" y="4051"/>
                  </a:lnTo>
                  <a:lnTo>
                    <a:pt x="1409" y="4229"/>
                  </a:lnTo>
                  <a:lnTo>
                    <a:pt x="1587" y="4483"/>
                  </a:lnTo>
                  <a:lnTo>
                    <a:pt x="1828" y="4292"/>
                  </a:lnTo>
                  <a:close/>
                </a:path>
                <a:path w="3810" h="52069">
                  <a:moveTo>
                    <a:pt x="1841" y="8178"/>
                  </a:moveTo>
                  <a:lnTo>
                    <a:pt x="1587" y="7912"/>
                  </a:lnTo>
                  <a:lnTo>
                    <a:pt x="1333" y="8153"/>
                  </a:lnTo>
                  <a:lnTo>
                    <a:pt x="1562" y="8407"/>
                  </a:lnTo>
                  <a:lnTo>
                    <a:pt x="1841" y="8178"/>
                  </a:lnTo>
                  <a:close/>
                </a:path>
                <a:path w="3810" h="52069">
                  <a:moveTo>
                    <a:pt x="1879" y="12458"/>
                  </a:moveTo>
                  <a:lnTo>
                    <a:pt x="1689" y="12115"/>
                  </a:lnTo>
                  <a:lnTo>
                    <a:pt x="1511" y="12230"/>
                  </a:lnTo>
                  <a:lnTo>
                    <a:pt x="1397" y="12014"/>
                  </a:lnTo>
                  <a:lnTo>
                    <a:pt x="1435" y="11772"/>
                  </a:lnTo>
                  <a:lnTo>
                    <a:pt x="1130" y="11633"/>
                  </a:lnTo>
                  <a:lnTo>
                    <a:pt x="990" y="11963"/>
                  </a:lnTo>
                  <a:lnTo>
                    <a:pt x="1282" y="12090"/>
                  </a:lnTo>
                  <a:lnTo>
                    <a:pt x="1155" y="12179"/>
                  </a:lnTo>
                  <a:lnTo>
                    <a:pt x="1308" y="12433"/>
                  </a:lnTo>
                  <a:lnTo>
                    <a:pt x="1549" y="12649"/>
                  </a:lnTo>
                  <a:lnTo>
                    <a:pt x="1879" y="12458"/>
                  </a:lnTo>
                  <a:close/>
                </a:path>
                <a:path w="3810" h="52069">
                  <a:moveTo>
                    <a:pt x="1968" y="6311"/>
                  </a:moveTo>
                  <a:lnTo>
                    <a:pt x="1778" y="6134"/>
                  </a:lnTo>
                  <a:lnTo>
                    <a:pt x="1600" y="6311"/>
                  </a:lnTo>
                  <a:lnTo>
                    <a:pt x="1778" y="6502"/>
                  </a:lnTo>
                  <a:lnTo>
                    <a:pt x="1968" y="6311"/>
                  </a:lnTo>
                  <a:close/>
                </a:path>
                <a:path w="3810" h="52069">
                  <a:moveTo>
                    <a:pt x="1981" y="3340"/>
                  </a:moveTo>
                  <a:lnTo>
                    <a:pt x="1790" y="3060"/>
                  </a:lnTo>
                  <a:lnTo>
                    <a:pt x="1524" y="3238"/>
                  </a:lnTo>
                  <a:lnTo>
                    <a:pt x="1701" y="3505"/>
                  </a:lnTo>
                  <a:lnTo>
                    <a:pt x="1981" y="3340"/>
                  </a:lnTo>
                  <a:close/>
                </a:path>
                <a:path w="3810" h="52069">
                  <a:moveTo>
                    <a:pt x="1993" y="6794"/>
                  </a:moveTo>
                  <a:lnTo>
                    <a:pt x="1816" y="6565"/>
                  </a:lnTo>
                  <a:lnTo>
                    <a:pt x="1587" y="6731"/>
                  </a:lnTo>
                  <a:lnTo>
                    <a:pt x="1752" y="6972"/>
                  </a:lnTo>
                  <a:lnTo>
                    <a:pt x="1993" y="6794"/>
                  </a:lnTo>
                  <a:close/>
                </a:path>
                <a:path w="3810" h="52069">
                  <a:moveTo>
                    <a:pt x="2108" y="9994"/>
                  </a:moveTo>
                  <a:lnTo>
                    <a:pt x="1879" y="9817"/>
                  </a:lnTo>
                  <a:lnTo>
                    <a:pt x="1714" y="10045"/>
                  </a:lnTo>
                  <a:lnTo>
                    <a:pt x="1930" y="10210"/>
                  </a:lnTo>
                  <a:lnTo>
                    <a:pt x="2108" y="9994"/>
                  </a:lnTo>
                  <a:close/>
                </a:path>
                <a:path w="3810" h="52069">
                  <a:moveTo>
                    <a:pt x="2159" y="8280"/>
                  </a:moveTo>
                  <a:lnTo>
                    <a:pt x="1866" y="8153"/>
                  </a:lnTo>
                  <a:lnTo>
                    <a:pt x="1727" y="8470"/>
                  </a:lnTo>
                  <a:lnTo>
                    <a:pt x="2044" y="8610"/>
                  </a:lnTo>
                  <a:lnTo>
                    <a:pt x="2159" y="8280"/>
                  </a:lnTo>
                  <a:close/>
                </a:path>
                <a:path w="3810" h="52069">
                  <a:moveTo>
                    <a:pt x="2171" y="723"/>
                  </a:moveTo>
                  <a:lnTo>
                    <a:pt x="1879" y="596"/>
                  </a:lnTo>
                  <a:lnTo>
                    <a:pt x="1752" y="876"/>
                  </a:lnTo>
                  <a:lnTo>
                    <a:pt x="2032" y="1003"/>
                  </a:lnTo>
                  <a:lnTo>
                    <a:pt x="2171" y="723"/>
                  </a:lnTo>
                  <a:close/>
                </a:path>
                <a:path w="3810" h="52069">
                  <a:moveTo>
                    <a:pt x="2209" y="50698"/>
                  </a:moveTo>
                  <a:lnTo>
                    <a:pt x="2032" y="50495"/>
                  </a:lnTo>
                  <a:lnTo>
                    <a:pt x="1828" y="50673"/>
                  </a:lnTo>
                  <a:lnTo>
                    <a:pt x="2006" y="50876"/>
                  </a:lnTo>
                  <a:lnTo>
                    <a:pt x="2209" y="50698"/>
                  </a:lnTo>
                  <a:close/>
                </a:path>
                <a:path w="3810" h="52069">
                  <a:moveTo>
                    <a:pt x="2273" y="15468"/>
                  </a:moveTo>
                  <a:lnTo>
                    <a:pt x="2082" y="15240"/>
                  </a:lnTo>
                  <a:lnTo>
                    <a:pt x="1828" y="15417"/>
                  </a:lnTo>
                  <a:lnTo>
                    <a:pt x="2032" y="15671"/>
                  </a:lnTo>
                  <a:lnTo>
                    <a:pt x="2273" y="15468"/>
                  </a:lnTo>
                  <a:close/>
                </a:path>
                <a:path w="3810" h="52069">
                  <a:moveTo>
                    <a:pt x="2362" y="48590"/>
                  </a:moveTo>
                  <a:lnTo>
                    <a:pt x="2095" y="48475"/>
                  </a:lnTo>
                  <a:lnTo>
                    <a:pt x="1955" y="48768"/>
                  </a:lnTo>
                  <a:lnTo>
                    <a:pt x="2260" y="48907"/>
                  </a:lnTo>
                  <a:lnTo>
                    <a:pt x="2362" y="48590"/>
                  </a:lnTo>
                  <a:close/>
                </a:path>
                <a:path w="3810" h="52069">
                  <a:moveTo>
                    <a:pt x="2374" y="4521"/>
                  </a:moveTo>
                  <a:lnTo>
                    <a:pt x="2171" y="4241"/>
                  </a:lnTo>
                  <a:lnTo>
                    <a:pt x="1905" y="4419"/>
                  </a:lnTo>
                  <a:lnTo>
                    <a:pt x="2108" y="4724"/>
                  </a:lnTo>
                  <a:lnTo>
                    <a:pt x="2374" y="4521"/>
                  </a:lnTo>
                  <a:close/>
                </a:path>
                <a:path w="3810" h="52069">
                  <a:moveTo>
                    <a:pt x="2476" y="50571"/>
                  </a:moveTo>
                  <a:lnTo>
                    <a:pt x="2311" y="50368"/>
                  </a:lnTo>
                  <a:lnTo>
                    <a:pt x="2133" y="50533"/>
                  </a:lnTo>
                  <a:lnTo>
                    <a:pt x="2273" y="50723"/>
                  </a:lnTo>
                  <a:lnTo>
                    <a:pt x="2476" y="50571"/>
                  </a:lnTo>
                  <a:close/>
                </a:path>
                <a:path w="3810" h="52069">
                  <a:moveTo>
                    <a:pt x="2476" y="1536"/>
                  </a:moveTo>
                  <a:lnTo>
                    <a:pt x="2260" y="1320"/>
                  </a:lnTo>
                  <a:lnTo>
                    <a:pt x="2057" y="1524"/>
                  </a:lnTo>
                  <a:lnTo>
                    <a:pt x="2260" y="1739"/>
                  </a:lnTo>
                  <a:lnTo>
                    <a:pt x="2476" y="1536"/>
                  </a:lnTo>
                  <a:close/>
                </a:path>
                <a:path w="3810" h="52069">
                  <a:moveTo>
                    <a:pt x="2489" y="7645"/>
                  </a:moveTo>
                  <a:lnTo>
                    <a:pt x="2209" y="7493"/>
                  </a:lnTo>
                  <a:lnTo>
                    <a:pt x="2044" y="7759"/>
                  </a:lnTo>
                  <a:lnTo>
                    <a:pt x="2171" y="7848"/>
                  </a:lnTo>
                  <a:lnTo>
                    <a:pt x="2209" y="8115"/>
                  </a:lnTo>
                  <a:lnTo>
                    <a:pt x="2413" y="8013"/>
                  </a:lnTo>
                  <a:lnTo>
                    <a:pt x="2489" y="7645"/>
                  </a:lnTo>
                  <a:close/>
                </a:path>
                <a:path w="3810" h="52069">
                  <a:moveTo>
                    <a:pt x="2540" y="14681"/>
                  </a:moveTo>
                  <a:lnTo>
                    <a:pt x="2273" y="14566"/>
                  </a:lnTo>
                  <a:lnTo>
                    <a:pt x="2184" y="14744"/>
                  </a:lnTo>
                  <a:lnTo>
                    <a:pt x="1930" y="14947"/>
                  </a:lnTo>
                  <a:lnTo>
                    <a:pt x="2171" y="15252"/>
                  </a:lnTo>
                  <a:lnTo>
                    <a:pt x="2463" y="15011"/>
                  </a:lnTo>
                  <a:lnTo>
                    <a:pt x="2540" y="14681"/>
                  </a:lnTo>
                  <a:close/>
                </a:path>
                <a:path w="3810" h="52069">
                  <a:moveTo>
                    <a:pt x="2552" y="279"/>
                  </a:moveTo>
                  <a:lnTo>
                    <a:pt x="2298" y="0"/>
                  </a:lnTo>
                  <a:lnTo>
                    <a:pt x="2032" y="241"/>
                  </a:lnTo>
                  <a:lnTo>
                    <a:pt x="2260" y="533"/>
                  </a:lnTo>
                  <a:lnTo>
                    <a:pt x="2552" y="279"/>
                  </a:lnTo>
                  <a:close/>
                </a:path>
                <a:path w="3810" h="52069">
                  <a:moveTo>
                    <a:pt x="2565" y="10782"/>
                  </a:moveTo>
                  <a:lnTo>
                    <a:pt x="2336" y="10579"/>
                  </a:lnTo>
                  <a:lnTo>
                    <a:pt x="2146" y="10782"/>
                  </a:lnTo>
                  <a:lnTo>
                    <a:pt x="2362" y="10985"/>
                  </a:lnTo>
                  <a:lnTo>
                    <a:pt x="2565" y="10782"/>
                  </a:lnTo>
                  <a:close/>
                </a:path>
                <a:path w="3810" h="52069">
                  <a:moveTo>
                    <a:pt x="2616" y="12700"/>
                  </a:moveTo>
                  <a:lnTo>
                    <a:pt x="2476" y="12598"/>
                  </a:lnTo>
                  <a:lnTo>
                    <a:pt x="2260" y="12382"/>
                  </a:lnTo>
                  <a:lnTo>
                    <a:pt x="2146" y="12649"/>
                  </a:lnTo>
                  <a:lnTo>
                    <a:pt x="2425" y="12928"/>
                  </a:lnTo>
                  <a:lnTo>
                    <a:pt x="2616" y="12700"/>
                  </a:lnTo>
                  <a:close/>
                </a:path>
                <a:path w="3810" h="52069">
                  <a:moveTo>
                    <a:pt x="2616" y="6604"/>
                  </a:moveTo>
                  <a:lnTo>
                    <a:pt x="2425" y="6388"/>
                  </a:lnTo>
                  <a:lnTo>
                    <a:pt x="2209" y="6578"/>
                  </a:lnTo>
                  <a:lnTo>
                    <a:pt x="2400" y="6794"/>
                  </a:lnTo>
                  <a:lnTo>
                    <a:pt x="2616" y="6604"/>
                  </a:lnTo>
                  <a:close/>
                </a:path>
                <a:path w="3810" h="52069">
                  <a:moveTo>
                    <a:pt x="2641" y="2857"/>
                  </a:moveTo>
                  <a:lnTo>
                    <a:pt x="2374" y="2667"/>
                  </a:lnTo>
                  <a:lnTo>
                    <a:pt x="2171" y="2908"/>
                  </a:lnTo>
                  <a:lnTo>
                    <a:pt x="2425" y="3111"/>
                  </a:lnTo>
                  <a:lnTo>
                    <a:pt x="2641" y="2857"/>
                  </a:lnTo>
                  <a:close/>
                </a:path>
                <a:path w="3810" h="52069">
                  <a:moveTo>
                    <a:pt x="2679" y="12115"/>
                  </a:moveTo>
                  <a:lnTo>
                    <a:pt x="2527" y="11861"/>
                  </a:lnTo>
                  <a:lnTo>
                    <a:pt x="2273" y="12014"/>
                  </a:lnTo>
                  <a:lnTo>
                    <a:pt x="2438" y="12268"/>
                  </a:lnTo>
                  <a:lnTo>
                    <a:pt x="2679" y="12115"/>
                  </a:lnTo>
                  <a:close/>
                </a:path>
                <a:path w="3810" h="52069">
                  <a:moveTo>
                    <a:pt x="2755" y="14376"/>
                  </a:moveTo>
                  <a:lnTo>
                    <a:pt x="2616" y="14173"/>
                  </a:lnTo>
                  <a:lnTo>
                    <a:pt x="2413" y="14325"/>
                  </a:lnTo>
                  <a:lnTo>
                    <a:pt x="2565" y="14528"/>
                  </a:lnTo>
                  <a:lnTo>
                    <a:pt x="2755" y="14376"/>
                  </a:lnTo>
                  <a:close/>
                </a:path>
                <a:path w="3810" h="52069">
                  <a:moveTo>
                    <a:pt x="2768" y="9779"/>
                  </a:moveTo>
                  <a:lnTo>
                    <a:pt x="2616" y="9550"/>
                  </a:lnTo>
                  <a:lnTo>
                    <a:pt x="2387" y="9715"/>
                  </a:lnTo>
                  <a:lnTo>
                    <a:pt x="2552" y="9944"/>
                  </a:lnTo>
                  <a:lnTo>
                    <a:pt x="2768" y="9779"/>
                  </a:lnTo>
                  <a:close/>
                </a:path>
                <a:path w="3810" h="52069">
                  <a:moveTo>
                    <a:pt x="2806" y="51447"/>
                  </a:moveTo>
                  <a:lnTo>
                    <a:pt x="2489" y="51269"/>
                  </a:lnTo>
                  <a:lnTo>
                    <a:pt x="2298" y="51587"/>
                  </a:lnTo>
                  <a:lnTo>
                    <a:pt x="2628" y="51777"/>
                  </a:lnTo>
                  <a:lnTo>
                    <a:pt x="2806" y="51447"/>
                  </a:lnTo>
                  <a:close/>
                </a:path>
                <a:path w="3810" h="52069">
                  <a:moveTo>
                    <a:pt x="2832" y="3962"/>
                  </a:moveTo>
                  <a:lnTo>
                    <a:pt x="2603" y="3695"/>
                  </a:lnTo>
                  <a:lnTo>
                    <a:pt x="2336" y="3911"/>
                  </a:lnTo>
                  <a:lnTo>
                    <a:pt x="2565" y="4178"/>
                  </a:lnTo>
                  <a:lnTo>
                    <a:pt x="2832" y="3962"/>
                  </a:lnTo>
                  <a:close/>
                </a:path>
                <a:path w="3810" h="52069">
                  <a:moveTo>
                    <a:pt x="2844" y="11049"/>
                  </a:moveTo>
                  <a:lnTo>
                    <a:pt x="2578" y="10858"/>
                  </a:lnTo>
                  <a:lnTo>
                    <a:pt x="2362" y="11125"/>
                  </a:lnTo>
                  <a:lnTo>
                    <a:pt x="2628" y="11315"/>
                  </a:lnTo>
                  <a:lnTo>
                    <a:pt x="2844" y="11049"/>
                  </a:lnTo>
                  <a:close/>
                </a:path>
                <a:path w="3810" h="52069">
                  <a:moveTo>
                    <a:pt x="2870" y="5143"/>
                  </a:moveTo>
                  <a:lnTo>
                    <a:pt x="2616" y="4889"/>
                  </a:lnTo>
                  <a:lnTo>
                    <a:pt x="2362" y="5130"/>
                  </a:lnTo>
                  <a:lnTo>
                    <a:pt x="2603" y="5384"/>
                  </a:lnTo>
                  <a:lnTo>
                    <a:pt x="2870" y="5143"/>
                  </a:lnTo>
                  <a:close/>
                </a:path>
                <a:path w="3810" h="52069">
                  <a:moveTo>
                    <a:pt x="2946" y="10388"/>
                  </a:moveTo>
                  <a:lnTo>
                    <a:pt x="2654" y="10172"/>
                  </a:lnTo>
                  <a:lnTo>
                    <a:pt x="2463" y="10464"/>
                  </a:lnTo>
                  <a:lnTo>
                    <a:pt x="2743" y="10655"/>
                  </a:lnTo>
                  <a:lnTo>
                    <a:pt x="2946" y="10388"/>
                  </a:lnTo>
                  <a:close/>
                </a:path>
                <a:path w="3810" h="52069">
                  <a:moveTo>
                    <a:pt x="3200" y="6210"/>
                  </a:moveTo>
                  <a:lnTo>
                    <a:pt x="3009" y="5918"/>
                  </a:lnTo>
                  <a:lnTo>
                    <a:pt x="2717" y="6108"/>
                  </a:lnTo>
                  <a:lnTo>
                    <a:pt x="2908" y="6375"/>
                  </a:lnTo>
                  <a:lnTo>
                    <a:pt x="3200" y="6210"/>
                  </a:lnTo>
                  <a:close/>
                </a:path>
                <a:path w="3810" h="52069">
                  <a:moveTo>
                    <a:pt x="3213" y="9359"/>
                  </a:moveTo>
                  <a:lnTo>
                    <a:pt x="2959" y="9080"/>
                  </a:lnTo>
                  <a:lnTo>
                    <a:pt x="2959" y="8953"/>
                  </a:lnTo>
                  <a:lnTo>
                    <a:pt x="2679" y="8826"/>
                  </a:lnTo>
                  <a:lnTo>
                    <a:pt x="2552" y="9131"/>
                  </a:lnTo>
                  <a:lnTo>
                    <a:pt x="2781" y="9245"/>
                  </a:lnTo>
                  <a:lnTo>
                    <a:pt x="2921" y="9588"/>
                  </a:lnTo>
                  <a:lnTo>
                    <a:pt x="3213" y="9359"/>
                  </a:lnTo>
                  <a:close/>
                </a:path>
                <a:path w="3810" h="52069">
                  <a:moveTo>
                    <a:pt x="3225" y="5549"/>
                  </a:moveTo>
                  <a:lnTo>
                    <a:pt x="2971" y="5308"/>
                  </a:lnTo>
                  <a:lnTo>
                    <a:pt x="2730" y="5562"/>
                  </a:lnTo>
                  <a:lnTo>
                    <a:pt x="2984" y="5791"/>
                  </a:lnTo>
                  <a:lnTo>
                    <a:pt x="3225" y="5549"/>
                  </a:lnTo>
                  <a:close/>
                </a:path>
                <a:path w="3810" h="52069">
                  <a:moveTo>
                    <a:pt x="3263" y="15811"/>
                  </a:moveTo>
                  <a:lnTo>
                    <a:pt x="2997" y="15582"/>
                  </a:lnTo>
                  <a:lnTo>
                    <a:pt x="2768" y="15849"/>
                  </a:lnTo>
                  <a:lnTo>
                    <a:pt x="3035" y="16065"/>
                  </a:lnTo>
                  <a:lnTo>
                    <a:pt x="3263" y="15811"/>
                  </a:lnTo>
                  <a:close/>
                </a:path>
                <a:path w="3810" h="52069">
                  <a:moveTo>
                    <a:pt x="3327" y="49187"/>
                  </a:moveTo>
                  <a:lnTo>
                    <a:pt x="3060" y="49060"/>
                  </a:lnTo>
                  <a:lnTo>
                    <a:pt x="2933" y="49326"/>
                  </a:lnTo>
                  <a:lnTo>
                    <a:pt x="3200" y="49453"/>
                  </a:lnTo>
                  <a:lnTo>
                    <a:pt x="3327" y="491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1" name="object 151"/>
            <p:cNvSpPr/>
            <p:nvPr/>
          </p:nvSpPr>
          <p:spPr>
            <a:xfrm>
              <a:off x="4003205" y="1226489"/>
              <a:ext cx="3810" cy="20320"/>
            </a:xfrm>
            <a:custGeom>
              <a:avLst/>
              <a:gdLst/>
              <a:ahLst/>
              <a:cxnLst/>
              <a:rect l="l" t="t" r="r" b="b"/>
              <a:pathLst>
                <a:path w="3810" h="20319">
                  <a:moveTo>
                    <a:pt x="495" y="13512"/>
                  </a:moveTo>
                  <a:lnTo>
                    <a:pt x="254" y="13309"/>
                  </a:lnTo>
                  <a:lnTo>
                    <a:pt x="25" y="13550"/>
                  </a:lnTo>
                  <a:lnTo>
                    <a:pt x="279" y="13779"/>
                  </a:lnTo>
                  <a:lnTo>
                    <a:pt x="495" y="13512"/>
                  </a:lnTo>
                  <a:close/>
                </a:path>
                <a:path w="3810" h="20319">
                  <a:moveTo>
                    <a:pt x="508" y="18097"/>
                  </a:moveTo>
                  <a:lnTo>
                    <a:pt x="165" y="17919"/>
                  </a:lnTo>
                  <a:lnTo>
                    <a:pt x="0" y="18262"/>
                  </a:lnTo>
                  <a:lnTo>
                    <a:pt x="330" y="18440"/>
                  </a:lnTo>
                  <a:lnTo>
                    <a:pt x="508" y="18097"/>
                  </a:lnTo>
                  <a:close/>
                </a:path>
                <a:path w="3810" h="20319">
                  <a:moveTo>
                    <a:pt x="508" y="8128"/>
                  </a:moveTo>
                  <a:lnTo>
                    <a:pt x="292" y="8026"/>
                  </a:lnTo>
                  <a:lnTo>
                    <a:pt x="177" y="8229"/>
                  </a:lnTo>
                  <a:lnTo>
                    <a:pt x="393" y="8356"/>
                  </a:lnTo>
                  <a:lnTo>
                    <a:pt x="508" y="8128"/>
                  </a:lnTo>
                  <a:close/>
                </a:path>
                <a:path w="3810" h="20319">
                  <a:moveTo>
                    <a:pt x="609" y="10744"/>
                  </a:moveTo>
                  <a:lnTo>
                    <a:pt x="342" y="10629"/>
                  </a:lnTo>
                  <a:lnTo>
                    <a:pt x="228" y="10883"/>
                  </a:lnTo>
                  <a:lnTo>
                    <a:pt x="482" y="11010"/>
                  </a:lnTo>
                  <a:lnTo>
                    <a:pt x="609" y="10744"/>
                  </a:lnTo>
                  <a:close/>
                </a:path>
                <a:path w="3810" h="20319">
                  <a:moveTo>
                    <a:pt x="647" y="1435"/>
                  </a:moveTo>
                  <a:lnTo>
                    <a:pt x="508" y="1181"/>
                  </a:lnTo>
                  <a:lnTo>
                    <a:pt x="266" y="1333"/>
                  </a:lnTo>
                  <a:lnTo>
                    <a:pt x="393" y="1574"/>
                  </a:lnTo>
                  <a:lnTo>
                    <a:pt x="647" y="1435"/>
                  </a:lnTo>
                  <a:close/>
                </a:path>
                <a:path w="3810" h="20319">
                  <a:moveTo>
                    <a:pt x="660" y="3733"/>
                  </a:moveTo>
                  <a:lnTo>
                    <a:pt x="381" y="3581"/>
                  </a:lnTo>
                  <a:lnTo>
                    <a:pt x="241" y="3873"/>
                  </a:lnTo>
                  <a:lnTo>
                    <a:pt x="508" y="4013"/>
                  </a:lnTo>
                  <a:lnTo>
                    <a:pt x="660" y="3733"/>
                  </a:lnTo>
                  <a:close/>
                </a:path>
                <a:path w="3810" h="20319">
                  <a:moveTo>
                    <a:pt x="723" y="4114"/>
                  </a:moveTo>
                  <a:lnTo>
                    <a:pt x="381" y="3975"/>
                  </a:lnTo>
                  <a:lnTo>
                    <a:pt x="241" y="4292"/>
                  </a:lnTo>
                  <a:lnTo>
                    <a:pt x="571" y="4457"/>
                  </a:lnTo>
                  <a:lnTo>
                    <a:pt x="723" y="4114"/>
                  </a:lnTo>
                  <a:close/>
                </a:path>
                <a:path w="3810" h="20319">
                  <a:moveTo>
                    <a:pt x="762" y="19710"/>
                  </a:moveTo>
                  <a:lnTo>
                    <a:pt x="635" y="19456"/>
                  </a:lnTo>
                  <a:lnTo>
                    <a:pt x="393" y="19608"/>
                  </a:lnTo>
                  <a:lnTo>
                    <a:pt x="520" y="19824"/>
                  </a:lnTo>
                  <a:lnTo>
                    <a:pt x="762" y="19710"/>
                  </a:lnTo>
                  <a:close/>
                </a:path>
                <a:path w="3810" h="20319">
                  <a:moveTo>
                    <a:pt x="838" y="11988"/>
                  </a:moveTo>
                  <a:lnTo>
                    <a:pt x="635" y="11836"/>
                  </a:lnTo>
                  <a:lnTo>
                    <a:pt x="482" y="12026"/>
                  </a:lnTo>
                  <a:lnTo>
                    <a:pt x="685" y="12179"/>
                  </a:lnTo>
                  <a:lnTo>
                    <a:pt x="838" y="11988"/>
                  </a:lnTo>
                  <a:close/>
                </a:path>
                <a:path w="3810" h="20319">
                  <a:moveTo>
                    <a:pt x="914" y="17602"/>
                  </a:moveTo>
                  <a:lnTo>
                    <a:pt x="698" y="17310"/>
                  </a:lnTo>
                  <a:lnTo>
                    <a:pt x="393" y="17526"/>
                  </a:lnTo>
                  <a:lnTo>
                    <a:pt x="609" y="17830"/>
                  </a:lnTo>
                  <a:lnTo>
                    <a:pt x="914" y="17602"/>
                  </a:lnTo>
                  <a:close/>
                </a:path>
                <a:path w="3810" h="20319">
                  <a:moveTo>
                    <a:pt x="914" y="457"/>
                  </a:moveTo>
                  <a:lnTo>
                    <a:pt x="723" y="152"/>
                  </a:lnTo>
                  <a:lnTo>
                    <a:pt x="431" y="342"/>
                  </a:lnTo>
                  <a:lnTo>
                    <a:pt x="609" y="609"/>
                  </a:lnTo>
                  <a:lnTo>
                    <a:pt x="914" y="457"/>
                  </a:lnTo>
                  <a:close/>
                </a:path>
                <a:path w="3810" h="20319">
                  <a:moveTo>
                    <a:pt x="927" y="1549"/>
                  </a:moveTo>
                  <a:lnTo>
                    <a:pt x="736" y="1358"/>
                  </a:lnTo>
                  <a:lnTo>
                    <a:pt x="533" y="1562"/>
                  </a:lnTo>
                  <a:lnTo>
                    <a:pt x="736" y="1752"/>
                  </a:lnTo>
                  <a:lnTo>
                    <a:pt x="927" y="1549"/>
                  </a:lnTo>
                  <a:close/>
                </a:path>
                <a:path w="3810" h="20319">
                  <a:moveTo>
                    <a:pt x="952" y="18669"/>
                  </a:moveTo>
                  <a:lnTo>
                    <a:pt x="749" y="18516"/>
                  </a:lnTo>
                  <a:lnTo>
                    <a:pt x="571" y="18719"/>
                  </a:lnTo>
                  <a:lnTo>
                    <a:pt x="787" y="18897"/>
                  </a:lnTo>
                  <a:lnTo>
                    <a:pt x="952" y="18669"/>
                  </a:lnTo>
                  <a:close/>
                </a:path>
                <a:path w="3810" h="20319">
                  <a:moveTo>
                    <a:pt x="952" y="9690"/>
                  </a:moveTo>
                  <a:lnTo>
                    <a:pt x="711" y="9575"/>
                  </a:lnTo>
                  <a:lnTo>
                    <a:pt x="596" y="9842"/>
                  </a:lnTo>
                  <a:lnTo>
                    <a:pt x="850" y="9944"/>
                  </a:lnTo>
                  <a:lnTo>
                    <a:pt x="952" y="9690"/>
                  </a:lnTo>
                  <a:close/>
                </a:path>
                <a:path w="3810" h="20319">
                  <a:moveTo>
                    <a:pt x="965" y="10058"/>
                  </a:moveTo>
                  <a:lnTo>
                    <a:pt x="635" y="9893"/>
                  </a:lnTo>
                  <a:lnTo>
                    <a:pt x="482" y="10198"/>
                  </a:lnTo>
                  <a:lnTo>
                    <a:pt x="190" y="10033"/>
                  </a:lnTo>
                  <a:lnTo>
                    <a:pt x="12" y="10337"/>
                  </a:lnTo>
                  <a:lnTo>
                    <a:pt x="330" y="10515"/>
                  </a:lnTo>
                  <a:lnTo>
                    <a:pt x="495" y="10248"/>
                  </a:lnTo>
                  <a:lnTo>
                    <a:pt x="800" y="10388"/>
                  </a:lnTo>
                  <a:lnTo>
                    <a:pt x="965" y="10058"/>
                  </a:lnTo>
                  <a:close/>
                </a:path>
                <a:path w="3810" h="20319">
                  <a:moveTo>
                    <a:pt x="1257" y="266"/>
                  </a:moveTo>
                  <a:lnTo>
                    <a:pt x="1041" y="0"/>
                  </a:lnTo>
                  <a:lnTo>
                    <a:pt x="787" y="190"/>
                  </a:lnTo>
                  <a:lnTo>
                    <a:pt x="977" y="457"/>
                  </a:lnTo>
                  <a:lnTo>
                    <a:pt x="1257" y="266"/>
                  </a:lnTo>
                  <a:close/>
                </a:path>
                <a:path w="3810" h="20319">
                  <a:moveTo>
                    <a:pt x="1270" y="2603"/>
                  </a:moveTo>
                  <a:lnTo>
                    <a:pt x="1079" y="2374"/>
                  </a:lnTo>
                  <a:lnTo>
                    <a:pt x="863" y="2552"/>
                  </a:lnTo>
                  <a:lnTo>
                    <a:pt x="1041" y="2768"/>
                  </a:lnTo>
                  <a:lnTo>
                    <a:pt x="1270" y="2603"/>
                  </a:lnTo>
                  <a:close/>
                </a:path>
                <a:path w="3810" h="20319">
                  <a:moveTo>
                    <a:pt x="1371" y="12877"/>
                  </a:moveTo>
                  <a:lnTo>
                    <a:pt x="1117" y="12598"/>
                  </a:lnTo>
                  <a:lnTo>
                    <a:pt x="812" y="12827"/>
                  </a:lnTo>
                  <a:lnTo>
                    <a:pt x="977" y="13042"/>
                  </a:lnTo>
                  <a:lnTo>
                    <a:pt x="914" y="13195"/>
                  </a:lnTo>
                  <a:lnTo>
                    <a:pt x="1231" y="13335"/>
                  </a:lnTo>
                  <a:lnTo>
                    <a:pt x="1346" y="13042"/>
                  </a:lnTo>
                  <a:lnTo>
                    <a:pt x="1371" y="12877"/>
                  </a:lnTo>
                  <a:close/>
                </a:path>
                <a:path w="3810" h="20319">
                  <a:moveTo>
                    <a:pt x="1422" y="14655"/>
                  </a:moveTo>
                  <a:lnTo>
                    <a:pt x="1130" y="14401"/>
                  </a:lnTo>
                  <a:lnTo>
                    <a:pt x="889" y="14693"/>
                  </a:lnTo>
                  <a:lnTo>
                    <a:pt x="1079" y="14859"/>
                  </a:lnTo>
                  <a:lnTo>
                    <a:pt x="838" y="15024"/>
                  </a:lnTo>
                  <a:lnTo>
                    <a:pt x="1028" y="15290"/>
                  </a:lnTo>
                  <a:lnTo>
                    <a:pt x="1295" y="15113"/>
                  </a:lnTo>
                  <a:lnTo>
                    <a:pt x="1143" y="14909"/>
                  </a:lnTo>
                  <a:lnTo>
                    <a:pt x="1422" y="14655"/>
                  </a:lnTo>
                  <a:close/>
                </a:path>
                <a:path w="3810" h="20319">
                  <a:moveTo>
                    <a:pt x="1562" y="5384"/>
                  </a:moveTo>
                  <a:lnTo>
                    <a:pt x="1295" y="5092"/>
                  </a:lnTo>
                  <a:lnTo>
                    <a:pt x="1028" y="5359"/>
                  </a:lnTo>
                  <a:lnTo>
                    <a:pt x="1282" y="5638"/>
                  </a:lnTo>
                  <a:lnTo>
                    <a:pt x="1562" y="5384"/>
                  </a:lnTo>
                  <a:close/>
                </a:path>
                <a:path w="3810" h="20319">
                  <a:moveTo>
                    <a:pt x="1651" y="19024"/>
                  </a:moveTo>
                  <a:lnTo>
                    <a:pt x="1460" y="18796"/>
                  </a:lnTo>
                  <a:lnTo>
                    <a:pt x="1231" y="18986"/>
                  </a:lnTo>
                  <a:lnTo>
                    <a:pt x="1422" y="19215"/>
                  </a:lnTo>
                  <a:lnTo>
                    <a:pt x="1651" y="19024"/>
                  </a:lnTo>
                  <a:close/>
                </a:path>
                <a:path w="3810" h="20319">
                  <a:moveTo>
                    <a:pt x="1752" y="10490"/>
                  </a:moveTo>
                  <a:lnTo>
                    <a:pt x="1511" y="10274"/>
                  </a:lnTo>
                  <a:lnTo>
                    <a:pt x="1308" y="10528"/>
                  </a:lnTo>
                  <a:lnTo>
                    <a:pt x="1562" y="10744"/>
                  </a:lnTo>
                  <a:lnTo>
                    <a:pt x="1752" y="10490"/>
                  </a:lnTo>
                  <a:close/>
                </a:path>
                <a:path w="3810" h="20319">
                  <a:moveTo>
                    <a:pt x="1790" y="18567"/>
                  </a:moveTo>
                  <a:lnTo>
                    <a:pt x="1638" y="18313"/>
                  </a:lnTo>
                  <a:lnTo>
                    <a:pt x="1409" y="18465"/>
                  </a:lnTo>
                  <a:lnTo>
                    <a:pt x="1549" y="18694"/>
                  </a:lnTo>
                  <a:lnTo>
                    <a:pt x="1790" y="18567"/>
                  </a:lnTo>
                  <a:close/>
                </a:path>
                <a:path w="3810" h="20319">
                  <a:moveTo>
                    <a:pt x="1841" y="990"/>
                  </a:moveTo>
                  <a:lnTo>
                    <a:pt x="1663" y="749"/>
                  </a:lnTo>
                  <a:lnTo>
                    <a:pt x="1422" y="914"/>
                  </a:lnTo>
                  <a:lnTo>
                    <a:pt x="1600" y="1168"/>
                  </a:lnTo>
                  <a:lnTo>
                    <a:pt x="1841" y="990"/>
                  </a:lnTo>
                  <a:close/>
                </a:path>
                <a:path w="3810" h="20319">
                  <a:moveTo>
                    <a:pt x="1854" y="4864"/>
                  </a:moveTo>
                  <a:lnTo>
                    <a:pt x="1600" y="4610"/>
                  </a:lnTo>
                  <a:lnTo>
                    <a:pt x="1346" y="4851"/>
                  </a:lnTo>
                  <a:lnTo>
                    <a:pt x="1574" y="5105"/>
                  </a:lnTo>
                  <a:lnTo>
                    <a:pt x="1854" y="4864"/>
                  </a:lnTo>
                  <a:close/>
                </a:path>
                <a:path w="3810" h="20319">
                  <a:moveTo>
                    <a:pt x="1892" y="9156"/>
                  </a:moveTo>
                  <a:lnTo>
                    <a:pt x="1701" y="8826"/>
                  </a:lnTo>
                  <a:lnTo>
                    <a:pt x="1524" y="8928"/>
                  </a:lnTo>
                  <a:lnTo>
                    <a:pt x="1409" y="8712"/>
                  </a:lnTo>
                  <a:lnTo>
                    <a:pt x="1447" y="8483"/>
                  </a:lnTo>
                  <a:lnTo>
                    <a:pt x="1143" y="8343"/>
                  </a:lnTo>
                  <a:lnTo>
                    <a:pt x="1003" y="8648"/>
                  </a:lnTo>
                  <a:lnTo>
                    <a:pt x="1295" y="8788"/>
                  </a:lnTo>
                  <a:lnTo>
                    <a:pt x="1168" y="8877"/>
                  </a:lnTo>
                  <a:lnTo>
                    <a:pt x="1320" y="9118"/>
                  </a:lnTo>
                  <a:lnTo>
                    <a:pt x="1562" y="9359"/>
                  </a:lnTo>
                  <a:lnTo>
                    <a:pt x="1892" y="9156"/>
                  </a:lnTo>
                  <a:close/>
                </a:path>
                <a:path w="3810" h="20319">
                  <a:moveTo>
                    <a:pt x="1917" y="17487"/>
                  </a:moveTo>
                  <a:lnTo>
                    <a:pt x="1765" y="17183"/>
                  </a:lnTo>
                  <a:lnTo>
                    <a:pt x="1473" y="17348"/>
                  </a:lnTo>
                  <a:lnTo>
                    <a:pt x="1625" y="17653"/>
                  </a:lnTo>
                  <a:lnTo>
                    <a:pt x="1917" y="17487"/>
                  </a:lnTo>
                  <a:close/>
                </a:path>
                <a:path w="3810" h="20319">
                  <a:moveTo>
                    <a:pt x="1943" y="13855"/>
                  </a:moveTo>
                  <a:lnTo>
                    <a:pt x="1651" y="13627"/>
                  </a:lnTo>
                  <a:lnTo>
                    <a:pt x="1435" y="13931"/>
                  </a:lnTo>
                  <a:lnTo>
                    <a:pt x="1663" y="14109"/>
                  </a:lnTo>
                  <a:lnTo>
                    <a:pt x="1562" y="14338"/>
                  </a:lnTo>
                  <a:lnTo>
                    <a:pt x="1828" y="14439"/>
                  </a:lnTo>
                  <a:lnTo>
                    <a:pt x="1943" y="14173"/>
                  </a:lnTo>
                  <a:lnTo>
                    <a:pt x="1752" y="14109"/>
                  </a:lnTo>
                  <a:lnTo>
                    <a:pt x="1943" y="13855"/>
                  </a:lnTo>
                  <a:close/>
                </a:path>
                <a:path w="3810" h="20319">
                  <a:moveTo>
                    <a:pt x="1968" y="16637"/>
                  </a:moveTo>
                  <a:lnTo>
                    <a:pt x="1714" y="16408"/>
                  </a:lnTo>
                  <a:lnTo>
                    <a:pt x="1473" y="16662"/>
                  </a:lnTo>
                  <a:lnTo>
                    <a:pt x="1752" y="16891"/>
                  </a:lnTo>
                  <a:lnTo>
                    <a:pt x="1968" y="16637"/>
                  </a:lnTo>
                  <a:close/>
                </a:path>
                <a:path w="3810" h="20319">
                  <a:moveTo>
                    <a:pt x="1981" y="3009"/>
                  </a:moveTo>
                  <a:lnTo>
                    <a:pt x="1790" y="2819"/>
                  </a:lnTo>
                  <a:lnTo>
                    <a:pt x="1612" y="3009"/>
                  </a:lnTo>
                  <a:lnTo>
                    <a:pt x="1790" y="3200"/>
                  </a:lnTo>
                  <a:lnTo>
                    <a:pt x="1981" y="3009"/>
                  </a:lnTo>
                  <a:close/>
                </a:path>
                <a:path w="3810" h="20319">
                  <a:moveTo>
                    <a:pt x="2006" y="3492"/>
                  </a:moveTo>
                  <a:lnTo>
                    <a:pt x="1828" y="3251"/>
                  </a:lnTo>
                  <a:lnTo>
                    <a:pt x="1600" y="3416"/>
                  </a:lnTo>
                  <a:lnTo>
                    <a:pt x="1765" y="3670"/>
                  </a:lnTo>
                  <a:lnTo>
                    <a:pt x="2006" y="3492"/>
                  </a:lnTo>
                  <a:close/>
                </a:path>
                <a:path w="3810" h="20319">
                  <a:moveTo>
                    <a:pt x="2120" y="6692"/>
                  </a:moveTo>
                  <a:lnTo>
                    <a:pt x="1892" y="6502"/>
                  </a:lnTo>
                  <a:lnTo>
                    <a:pt x="1727" y="6743"/>
                  </a:lnTo>
                  <a:lnTo>
                    <a:pt x="1943" y="6896"/>
                  </a:lnTo>
                  <a:lnTo>
                    <a:pt x="2120" y="6692"/>
                  </a:lnTo>
                  <a:close/>
                </a:path>
                <a:path w="3810" h="20319">
                  <a:moveTo>
                    <a:pt x="2171" y="4978"/>
                  </a:moveTo>
                  <a:lnTo>
                    <a:pt x="1879" y="4851"/>
                  </a:lnTo>
                  <a:lnTo>
                    <a:pt x="1739" y="5168"/>
                  </a:lnTo>
                  <a:lnTo>
                    <a:pt x="2057" y="5295"/>
                  </a:lnTo>
                  <a:lnTo>
                    <a:pt x="2171" y="4978"/>
                  </a:lnTo>
                  <a:close/>
                </a:path>
                <a:path w="3810" h="20319">
                  <a:moveTo>
                    <a:pt x="2286" y="12166"/>
                  </a:moveTo>
                  <a:lnTo>
                    <a:pt x="2095" y="11925"/>
                  </a:lnTo>
                  <a:lnTo>
                    <a:pt x="1841" y="12128"/>
                  </a:lnTo>
                  <a:lnTo>
                    <a:pt x="2044" y="12369"/>
                  </a:lnTo>
                  <a:lnTo>
                    <a:pt x="2286" y="12166"/>
                  </a:lnTo>
                  <a:close/>
                </a:path>
                <a:path w="3810" h="20319">
                  <a:moveTo>
                    <a:pt x="2374" y="19786"/>
                  </a:moveTo>
                  <a:lnTo>
                    <a:pt x="2108" y="19672"/>
                  </a:lnTo>
                  <a:lnTo>
                    <a:pt x="1968" y="19964"/>
                  </a:lnTo>
                  <a:lnTo>
                    <a:pt x="2273" y="20104"/>
                  </a:lnTo>
                  <a:lnTo>
                    <a:pt x="2374" y="19786"/>
                  </a:lnTo>
                  <a:close/>
                </a:path>
                <a:path w="3810" h="20319">
                  <a:moveTo>
                    <a:pt x="2387" y="1206"/>
                  </a:moveTo>
                  <a:lnTo>
                    <a:pt x="2184" y="914"/>
                  </a:lnTo>
                  <a:lnTo>
                    <a:pt x="1917" y="1130"/>
                  </a:lnTo>
                  <a:lnTo>
                    <a:pt x="2120" y="1397"/>
                  </a:lnTo>
                  <a:lnTo>
                    <a:pt x="2387" y="1206"/>
                  </a:lnTo>
                  <a:close/>
                </a:path>
                <a:path w="3810" h="20319">
                  <a:moveTo>
                    <a:pt x="2476" y="16967"/>
                  </a:moveTo>
                  <a:lnTo>
                    <a:pt x="2235" y="16827"/>
                  </a:lnTo>
                  <a:lnTo>
                    <a:pt x="2095" y="17068"/>
                  </a:lnTo>
                  <a:lnTo>
                    <a:pt x="2324" y="17221"/>
                  </a:lnTo>
                  <a:lnTo>
                    <a:pt x="2476" y="16967"/>
                  </a:lnTo>
                  <a:close/>
                </a:path>
                <a:path w="3810" h="20319">
                  <a:moveTo>
                    <a:pt x="2501" y="4343"/>
                  </a:moveTo>
                  <a:lnTo>
                    <a:pt x="2222" y="4165"/>
                  </a:lnTo>
                  <a:lnTo>
                    <a:pt x="2057" y="4457"/>
                  </a:lnTo>
                  <a:lnTo>
                    <a:pt x="2184" y="4546"/>
                  </a:lnTo>
                  <a:lnTo>
                    <a:pt x="2222" y="4826"/>
                  </a:lnTo>
                  <a:lnTo>
                    <a:pt x="2425" y="4673"/>
                  </a:lnTo>
                  <a:lnTo>
                    <a:pt x="2501" y="4343"/>
                  </a:lnTo>
                  <a:close/>
                </a:path>
                <a:path w="3810" h="20319">
                  <a:moveTo>
                    <a:pt x="2552" y="11391"/>
                  </a:moveTo>
                  <a:lnTo>
                    <a:pt x="2286" y="11264"/>
                  </a:lnTo>
                  <a:lnTo>
                    <a:pt x="2171" y="11493"/>
                  </a:lnTo>
                  <a:lnTo>
                    <a:pt x="1955" y="11658"/>
                  </a:lnTo>
                  <a:lnTo>
                    <a:pt x="2184" y="11950"/>
                  </a:lnTo>
                  <a:lnTo>
                    <a:pt x="2489" y="11709"/>
                  </a:lnTo>
                  <a:lnTo>
                    <a:pt x="2552" y="11391"/>
                  </a:lnTo>
                  <a:close/>
                </a:path>
                <a:path w="3810" h="20319">
                  <a:moveTo>
                    <a:pt x="2578" y="7480"/>
                  </a:moveTo>
                  <a:lnTo>
                    <a:pt x="2349" y="7277"/>
                  </a:lnTo>
                  <a:lnTo>
                    <a:pt x="2159" y="7493"/>
                  </a:lnTo>
                  <a:lnTo>
                    <a:pt x="2374" y="7683"/>
                  </a:lnTo>
                  <a:lnTo>
                    <a:pt x="2578" y="7480"/>
                  </a:lnTo>
                  <a:close/>
                </a:path>
                <a:path w="3810" h="20319">
                  <a:moveTo>
                    <a:pt x="2628" y="9398"/>
                  </a:moveTo>
                  <a:lnTo>
                    <a:pt x="2489" y="9296"/>
                  </a:lnTo>
                  <a:lnTo>
                    <a:pt x="2273" y="9093"/>
                  </a:lnTo>
                  <a:lnTo>
                    <a:pt x="2159" y="9359"/>
                  </a:lnTo>
                  <a:lnTo>
                    <a:pt x="2438" y="9626"/>
                  </a:lnTo>
                  <a:lnTo>
                    <a:pt x="2628" y="9398"/>
                  </a:lnTo>
                  <a:close/>
                </a:path>
                <a:path w="3810" h="20319">
                  <a:moveTo>
                    <a:pt x="2628" y="3302"/>
                  </a:moveTo>
                  <a:lnTo>
                    <a:pt x="2438" y="3086"/>
                  </a:lnTo>
                  <a:lnTo>
                    <a:pt x="2222" y="3276"/>
                  </a:lnTo>
                  <a:lnTo>
                    <a:pt x="2413" y="3492"/>
                  </a:lnTo>
                  <a:lnTo>
                    <a:pt x="2628" y="3302"/>
                  </a:lnTo>
                  <a:close/>
                </a:path>
                <a:path w="3810" h="20319">
                  <a:moveTo>
                    <a:pt x="2692" y="8813"/>
                  </a:moveTo>
                  <a:lnTo>
                    <a:pt x="2540" y="8559"/>
                  </a:lnTo>
                  <a:lnTo>
                    <a:pt x="2286" y="8699"/>
                  </a:lnTo>
                  <a:lnTo>
                    <a:pt x="2451" y="8953"/>
                  </a:lnTo>
                  <a:lnTo>
                    <a:pt x="2692" y="8813"/>
                  </a:lnTo>
                  <a:close/>
                </a:path>
                <a:path w="3810" h="20319">
                  <a:moveTo>
                    <a:pt x="2730" y="16268"/>
                  </a:moveTo>
                  <a:lnTo>
                    <a:pt x="2438" y="16103"/>
                  </a:lnTo>
                  <a:lnTo>
                    <a:pt x="2260" y="16370"/>
                  </a:lnTo>
                  <a:lnTo>
                    <a:pt x="2552" y="16560"/>
                  </a:lnTo>
                  <a:lnTo>
                    <a:pt x="2730" y="16268"/>
                  </a:lnTo>
                  <a:close/>
                </a:path>
                <a:path w="3810" h="20319">
                  <a:moveTo>
                    <a:pt x="2755" y="17868"/>
                  </a:moveTo>
                  <a:lnTo>
                    <a:pt x="2565" y="17614"/>
                  </a:lnTo>
                  <a:lnTo>
                    <a:pt x="2311" y="17830"/>
                  </a:lnTo>
                  <a:lnTo>
                    <a:pt x="2514" y="18084"/>
                  </a:lnTo>
                  <a:lnTo>
                    <a:pt x="2755" y="17868"/>
                  </a:lnTo>
                  <a:close/>
                </a:path>
                <a:path w="3810" h="20319">
                  <a:moveTo>
                    <a:pt x="2768" y="11074"/>
                  </a:moveTo>
                  <a:lnTo>
                    <a:pt x="2628" y="10858"/>
                  </a:lnTo>
                  <a:lnTo>
                    <a:pt x="2425" y="11023"/>
                  </a:lnTo>
                  <a:lnTo>
                    <a:pt x="2578" y="11226"/>
                  </a:lnTo>
                  <a:lnTo>
                    <a:pt x="2768" y="11074"/>
                  </a:lnTo>
                  <a:close/>
                </a:path>
                <a:path w="3810" h="20319">
                  <a:moveTo>
                    <a:pt x="2781" y="6464"/>
                  </a:moveTo>
                  <a:lnTo>
                    <a:pt x="2628" y="6248"/>
                  </a:lnTo>
                  <a:lnTo>
                    <a:pt x="2400" y="6413"/>
                  </a:lnTo>
                  <a:lnTo>
                    <a:pt x="2565" y="6642"/>
                  </a:lnTo>
                  <a:lnTo>
                    <a:pt x="2781" y="6464"/>
                  </a:lnTo>
                  <a:close/>
                </a:path>
                <a:path w="3810" h="20319">
                  <a:moveTo>
                    <a:pt x="2844" y="647"/>
                  </a:moveTo>
                  <a:lnTo>
                    <a:pt x="2616" y="393"/>
                  </a:lnTo>
                  <a:lnTo>
                    <a:pt x="2349" y="609"/>
                  </a:lnTo>
                  <a:lnTo>
                    <a:pt x="2578" y="863"/>
                  </a:lnTo>
                  <a:lnTo>
                    <a:pt x="2844" y="647"/>
                  </a:lnTo>
                  <a:close/>
                </a:path>
                <a:path w="3810" h="20319">
                  <a:moveTo>
                    <a:pt x="2857" y="7747"/>
                  </a:moveTo>
                  <a:lnTo>
                    <a:pt x="2590" y="7556"/>
                  </a:lnTo>
                  <a:lnTo>
                    <a:pt x="2374" y="7810"/>
                  </a:lnTo>
                  <a:lnTo>
                    <a:pt x="2641" y="8001"/>
                  </a:lnTo>
                  <a:lnTo>
                    <a:pt x="2857" y="7747"/>
                  </a:lnTo>
                  <a:close/>
                </a:path>
                <a:path w="3810" h="20319">
                  <a:moveTo>
                    <a:pt x="2882" y="15976"/>
                  </a:moveTo>
                  <a:lnTo>
                    <a:pt x="2730" y="15786"/>
                  </a:lnTo>
                  <a:lnTo>
                    <a:pt x="2540" y="15925"/>
                  </a:lnTo>
                  <a:lnTo>
                    <a:pt x="2679" y="16129"/>
                  </a:lnTo>
                  <a:lnTo>
                    <a:pt x="2882" y="15976"/>
                  </a:lnTo>
                  <a:close/>
                </a:path>
                <a:path w="3810" h="20319">
                  <a:moveTo>
                    <a:pt x="2882" y="1854"/>
                  </a:moveTo>
                  <a:lnTo>
                    <a:pt x="2628" y="1587"/>
                  </a:lnTo>
                  <a:lnTo>
                    <a:pt x="2374" y="1828"/>
                  </a:lnTo>
                  <a:lnTo>
                    <a:pt x="2616" y="2082"/>
                  </a:lnTo>
                  <a:lnTo>
                    <a:pt x="2882" y="1854"/>
                  </a:lnTo>
                  <a:close/>
                </a:path>
                <a:path w="3810" h="20319">
                  <a:moveTo>
                    <a:pt x="2959" y="7086"/>
                  </a:moveTo>
                  <a:lnTo>
                    <a:pt x="2667" y="6858"/>
                  </a:lnTo>
                  <a:lnTo>
                    <a:pt x="2476" y="7150"/>
                  </a:lnTo>
                  <a:lnTo>
                    <a:pt x="2755" y="7340"/>
                  </a:lnTo>
                  <a:lnTo>
                    <a:pt x="2959" y="7086"/>
                  </a:lnTo>
                  <a:close/>
                </a:path>
                <a:path w="3810" h="20319">
                  <a:moveTo>
                    <a:pt x="3048" y="15659"/>
                  </a:moveTo>
                  <a:lnTo>
                    <a:pt x="2844" y="15405"/>
                  </a:lnTo>
                  <a:lnTo>
                    <a:pt x="2603" y="15621"/>
                  </a:lnTo>
                  <a:lnTo>
                    <a:pt x="2730" y="15786"/>
                  </a:lnTo>
                  <a:lnTo>
                    <a:pt x="3048" y="15659"/>
                  </a:lnTo>
                  <a:close/>
                </a:path>
                <a:path w="3810" h="20319">
                  <a:moveTo>
                    <a:pt x="3136" y="19164"/>
                  </a:moveTo>
                  <a:lnTo>
                    <a:pt x="2882" y="19024"/>
                  </a:lnTo>
                  <a:lnTo>
                    <a:pt x="2730" y="19278"/>
                  </a:lnTo>
                  <a:lnTo>
                    <a:pt x="2578" y="19164"/>
                  </a:lnTo>
                  <a:lnTo>
                    <a:pt x="2374" y="19456"/>
                  </a:lnTo>
                  <a:lnTo>
                    <a:pt x="2641" y="19659"/>
                  </a:lnTo>
                  <a:lnTo>
                    <a:pt x="2857" y="19367"/>
                  </a:lnTo>
                  <a:lnTo>
                    <a:pt x="2997" y="19431"/>
                  </a:lnTo>
                  <a:lnTo>
                    <a:pt x="3136" y="19164"/>
                  </a:lnTo>
                  <a:close/>
                </a:path>
                <a:path w="3810" h="20319">
                  <a:moveTo>
                    <a:pt x="3213" y="2908"/>
                  </a:moveTo>
                  <a:lnTo>
                    <a:pt x="3022" y="2628"/>
                  </a:lnTo>
                  <a:lnTo>
                    <a:pt x="2730" y="2806"/>
                  </a:lnTo>
                  <a:lnTo>
                    <a:pt x="2921" y="3098"/>
                  </a:lnTo>
                  <a:lnTo>
                    <a:pt x="3213" y="2908"/>
                  </a:lnTo>
                  <a:close/>
                </a:path>
                <a:path w="3810" h="20319">
                  <a:moveTo>
                    <a:pt x="3225" y="6057"/>
                  </a:moveTo>
                  <a:lnTo>
                    <a:pt x="2971" y="5778"/>
                  </a:lnTo>
                  <a:lnTo>
                    <a:pt x="2971" y="5651"/>
                  </a:lnTo>
                  <a:lnTo>
                    <a:pt x="2692" y="5524"/>
                  </a:lnTo>
                  <a:lnTo>
                    <a:pt x="2565" y="5829"/>
                  </a:lnTo>
                  <a:lnTo>
                    <a:pt x="2794" y="5930"/>
                  </a:lnTo>
                  <a:lnTo>
                    <a:pt x="2933" y="6273"/>
                  </a:lnTo>
                  <a:lnTo>
                    <a:pt x="3225" y="6057"/>
                  </a:lnTo>
                  <a:close/>
                </a:path>
                <a:path w="3810" h="20319">
                  <a:moveTo>
                    <a:pt x="3225" y="2273"/>
                  </a:moveTo>
                  <a:lnTo>
                    <a:pt x="2984" y="2032"/>
                  </a:lnTo>
                  <a:lnTo>
                    <a:pt x="2743" y="2273"/>
                  </a:lnTo>
                  <a:lnTo>
                    <a:pt x="2984" y="2514"/>
                  </a:lnTo>
                  <a:lnTo>
                    <a:pt x="3225" y="2273"/>
                  </a:lnTo>
                  <a:close/>
                </a:path>
                <a:path w="3810" h="20319">
                  <a:moveTo>
                    <a:pt x="3276" y="12496"/>
                  </a:moveTo>
                  <a:lnTo>
                    <a:pt x="3009" y="12268"/>
                  </a:lnTo>
                  <a:lnTo>
                    <a:pt x="2781" y="12534"/>
                  </a:lnTo>
                  <a:lnTo>
                    <a:pt x="3048" y="12763"/>
                  </a:lnTo>
                  <a:lnTo>
                    <a:pt x="3276" y="12496"/>
                  </a:lnTo>
                  <a:close/>
                </a:path>
                <a:path w="3810" h="20319">
                  <a:moveTo>
                    <a:pt x="3340" y="15494"/>
                  </a:moveTo>
                  <a:lnTo>
                    <a:pt x="3162" y="15278"/>
                  </a:lnTo>
                  <a:lnTo>
                    <a:pt x="2933" y="15443"/>
                  </a:lnTo>
                  <a:lnTo>
                    <a:pt x="3098" y="15671"/>
                  </a:lnTo>
                  <a:lnTo>
                    <a:pt x="3340" y="15494"/>
                  </a:lnTo>
                  <a:close/>
                </a:path>
                <a:path w="3810" h="20319">
                  <a:moveTo>
                    <a:pt x="3352" y="16065"/>
                  </a:moveTo>
                  <a:lnTo>
                    <a:pt x="3009" y="15875"/>
                  </a:lnTo>
                  <a:lnTo>
                    <a:pt x="2832" y="16205"/>
                  </a:lnTo>
                  <a:lnTo>
                    <a:pt x="3162" y="16395"/>
                  </a:lnTo>
                  <a:lnTo>
                    <a:pt x="3352" y="160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2" name="object 152"/>
            <p:cNvSpPr/>
            <p:nvPr/>
          </p:nvSpPr>
          <p:spPr>
            <a:xfrm>
              <a:off x="4003205" y="1223200"/>
              <a:ext cx="3810" cy="52705"/>
            </a:xfrm>
            <a:custGeom>
              <a:avLst/>
              <a:gdLst/>
              <a:ahLst/>
              <a:cxnLst/>
              <a:rect l="l" t="t" r="r" b="b"/>
              <a:pathLst>
                <a:path w="3810" h="52705">
                  <a:moveTo>
                    <a:pt x="469" y="51803"/>
                  </a:moveTo>
                  <a:lnTo>
                    <a:pt x="279" y="51650"/>
                  </a:lnTo>
                  <a:lnTo>
                    <a:pt x="127" y="51828"/>
                  </a:lnTo>
                  <a:lnTo>
                    <a:pt x="304" y="51981"/>
                  </a:lnTo>
                  <a:lnTo>
                    <a:pt x="469" y="51803"/>
                  </a:lnTo>
                  <a:close/>
                </a:path>
                <a:path w="3810" h="52705">
                  <a:moveTo>
                    <a:pt x="495" y="42989"/>
                  </a:moveTo>
                  <a:lnTo>
                    <a:pt x="254" y="42773"/>
                  </a:lnTo>
                  <a:lnTo>
                    <a:pt x="25" y="43027"/>
                  </a:lnTo>
                  <a:lnTo>
                    <a:pt x="279" y="43243"/>
                  </a:lnTo>
                  <a:lnTo>
                    <a:pt x="495" y="42989"/>
                  </a:lnTo>
                  <a:close/>
                </a:path>
                <a:path w="3810" h="52705">
                  <a:moveTo>
                    <a:pt x="508" y="47586"/>
                  </a:moveTo>
                  <a:lnTo>
                    <a:pt x="165" y="47409"/>
                  </a:lnTo>
                  <a:lnTo>
                    <a:pt x="0" y="47752"/>
                  </a:lnTo>
                  <a:lnTo>
                    <a:pt x="330" y="47917"/>
                  </a:lnTo>
                  <a:lnTo>
                    <a:pt x="508" y="47586"/>
                  </a:lnTo>
                  <a:close/>
                </a:path>
                <a:path w="3810" h="52705">
                  <a:moveTo>
                    <a:pt x="508" y="37592"/>
                  </a:moveTo>
                  <a:lnTo>
                    <a:pt x="292" y="37490"/>
                  </a:lnTo>
                  <a:lnTo>
                    <a:pt x="177" y="37719"/>
                  </a:lnTo>
                  <a:lnTo>
                    <a:pt x="393" y="37820"/>
                  </a:lnTo>
                  <a:lnTo>
                    <a:pt x="508" y="37592"/>
                  </a:lnTo>
                  <a:close/>
                </a:path>
                <a:path w="3810" h="52705">
                  <a:moveTo>
                    <a:pt x="520" y="50711"/>
                  </a:moveTo>
                  <a:lnTo>
                    <a:pt x="190" y="50558"/>
                  </a:lnTo>
                  <a:lnTo>
                    <a:pt x="50" y="50876"/>
                  </a:lnTo>
                  <a:lnTo>
                    <a:pt x="368" y="51028"/>
                  </a:lnTo>
                  <a:lnTo>
                    <a:pt x="520" y="50711"/>
                  </a:lnTo>
                  <a:close/>
                </a:path>
                <a:path w="3810" h="52705">
                  <a:moveTo>
                    <a:pt x="520" y="39700"/>
                  </a:moveTo>
                  <a:lnTo>
                    <a:pt x="190" y="39509"/>
                  </a:lnTo>
                  <a:lnTo>
                    <a:pt x="12" y="39827"/>
                  </a:lnTo>
                  <a:lnTo>
                    <a:pt x="330" y="40005"/>
                  </a:lnTo>
                  <a:lnTo>
                    <a:pt x="520" y="39700"/>
                  </a:lnTo>
                  <a:close/>
                </a:path>
                <a:path w="3810" h="52705">
                  <a:moveTo>
                    <a:pt x="609" y="40233"/>
                  </a:moveTo>
                  <a:lnTo>
                    <a:pt x="342" y="40106"/>
                  </a:lnTo>
                  <a:lnTo>
                    <a:pt x="228" y="40373"/>
                  </a:lnTo>
                  <a:lnTo>
                    <a:pt x="482" y="40487"/>
                  </a:lnTo>
                  <a:lnTo>
                    <a:pt x="609" y="40233"/>
                  </a:lnTo>
                  <a:close/>
                </a:path>
                <a:path w="3810" h="52705">
                  <a:moveTo>
                    <a:pt x="762" y="49187"/>
                  </a:moveTo>
                  <a:lnTo>
                    <a:pt x="635" y="48933"/>
                  </a:lnTo>
                  <a:lnTo>
                    <a:pt x="393" y="49072"/>
                  </a:lnTo>
                  <a:lnTo>
                    <a:pt x="520" y="49301"/>
                  </a:lnTo>
                  <a:lnTo>
                    <a:pt x="762" y="49187"/>
                  </a:lnTo>
                  <a:close/>
                </a:path>
                <a:path w="3810" h="52705">
                  <a:moveTo>
                    <a:pt x="850" y="41427"/>
                  </a:moveTo>
                  <a:lnTo>
                    <a:pt x="635" y="41275"/>
                  </a:lnTo>
                  <a:lnTo>
                    <a:pt x="482" y="41490"/>
                  </a:lnTo>
                  <a:lnTo>
                    <a:pt x="698" y="41643"/>
                  </a:lnTo>
                  <a:lnTo>
                    <a:pt x="850" y="41427"/>
                  </a:lnTo>
                  <a:close/>
                </a:path>
                <a:path w="3810" h="52705">
                  <a:moveTo>
                    <a:pt x="876" y="444"/>
                  </a:moveTo>
                  <a:lnTo>
                    <a:pt x="647" y="342"/>
                  </a:lnTo>
                  <a:lnTo>
                    <a:pt x="533" y="571"/>
                  </a:lnTo>
                  <a:lnTo>
                    <a:pt x="774" y="698"/>
                  </a:lnTo>
                  <a:lnTo>
                    <a:pt x="876" y="444"/>
                  </a:lnTo>
                  <a:close/>
                </a:path>
                <a:path w="3810" h="52705">
                  <a:moveTo>
                    <a:pt x="901" y="47155"/>
                  </a:moveTo>
                  <a:lnTo>
                    <a:pt x="685" y="46850"/>
                  </a:lnTo>
                  <a:lnTo>
                    <a:pt x="393" y="47053"/>
                  </a:lnTo>
                  <a:lnTo>
                    <a:pt x="609" y="47358"/>
                  </a:lnTo>
                  <a:lnTo>
                    <a:pt x="901" y="47155"/>
                  </a:lnTo>
                  <a:close/>
                </a:path>
                <a:path w="3810" h="52705">
                  <a:moveTo>
                    <a:pt x="952" y="48145"/>
                  </a:moveTo>
                  <a:lnTo>
                    <a:pt x="749" y="47980"/>
                  </a:lnTo>
                  <a:lnTo>
                    <a:pt x="571" y="48196"/>
                  </a:lnTo>
                  <a:lnTo>
                    <a:pt x="787" y="48361"/>
                  </a:lnTo>
                  <a:lnTo>
                    <a:pt x="952" y="48145"/>
                  </a:lnTo>
                  <a:close/>
                </a:path>
                <a:path w="3810" h="52705">
                  <a:moveTo>
                    <a:pt x="952" y="39166"/>
                  </a:moveTo>
                  <a:lnTo>
                    <a:pt x="698" y="39065"/>
                  </a:lnTo>
                  <a:lnTo>
                    <a:pt x="596" y="39319"/>
                  </a:lnTo>
                  <a:lnTo>
                    <a:pt x="457" y="39649"/>
                  </a:lnTo>
                  <a:lnTo>
                    <a:pt x="787" y="39827"/>
                  </a:lnTo>
                  <a:lnTo>
                    <a:pt x="952" y="39497"/>
                  </a:lnTo>
                  <a:lnTo>
                    <a:pt x="685" y="39370"/>
                  </a:lnTo>
                  <a:lnTo>
                    <a:pt x="850" y="39420"/>
                  </a:lnTo>
                  <a:lnTo>
                    <a:pt x="952" y="39166"/>
                  </a:lnTo>
                  <a:close/>
                </a:path>
                <a:path w="3810" h="52705">
                  <a:moveTo>
                    <a:pt x="965" y="50177"/>
                  </a:moveTo>
                  <a:lnTo>
                    <a:pt x="723" y="50063"/>
                  </a:lnTo>
                  <a:lnTo>
                    <a:pt x="596" y="50317"/>
                  </a:lnTo>
                  <a:lnTo>
                    <a:pt x="838" y="50431"/>
                  </a:lnTo>
                  <a:lnTo>
                    <a:pt x="965" y="50177"/>
                  </a:lnTo>
                  <a:close/>
                </a:path>
                <a:path w="3810" h="52705">
                  <a:moveTo>
                    <a:pt x="1028" y="50990"/>
                  </a:moveTo>
                  <a:lnTo>
                    <a:pt x="774" y="50850"/>
                  </a:lnTo>
                  <a:lnTo>
                    <a:pt x="635" y="51117"/>
                  </a:lnTo>
                  <a:lnTo>
                    <a:pt x="889" y="51257"/>
                  </a:lnTo>
                  <a:lnTo>
                    <a:pt x="1028" y="50990"/>
                  </a:lnTo>
                  <a:close/>
                </a:path>
                <a:path w="3810" h="52705">
                  <a:moveTo>
                    <a:pt x="1257" y="3556"/>
                  </a:moveTo>
                  <a:lnTo>
                    <a:pt x="1041" y="3289"/>
                  </a:lnTo>
                  <a:lnTo>
                    <a:pt x="787" y="3479"/>
                  </a:lnTo>
                  <a:lnTo>
                    <a:pt x="977" y="3746"/>
                  </a:lnTo>
                  <a:lnTo>
                    <a:pt x="1257" y="3556"/>
                  </a:lnTo>
                  <a:close/>
                </a:path>
                <a:path w="3810" h="52705">
                  <a:moveTo>
                    <a:pt x="1295" y="2235"/>
                  </a:moveTo>
                  <a:lnTo>
                    <a:pt x="1041" y="1993"/>
                  </a:lnTo>
                  <a:lnTo>
                    <a:pt x="800" y="2222"/>
                  </a:lnTo>
                  <a:lnTo>
                    <a:pt x="1028" y="2476"/>
                  </a:lnTo>
                  <a:lnTo>
                    <a:pt x="1295" y="2235"/>
                  </a:lnTo>
                  <a:close/>
                </a:path>
                <a:path w="3810" h="52705">
                  <a:moveTo>
                    <a:pt x="1371" y="42354"/>
                  </a:moveTo>
                  <a:lnTo>
                    <a:pt x="1117" y="42062"/>
                  </a:lnTo>
                  <a:lnTo>
                    <a:pt x="812" y="42316"/>
                  </a:lnTo>
                  <a:lnTo>
                    <a:pt x="977" y="42519"/>
                  </a:lnTo>
                  <a:lnTo>
                    <a:pt x="914" y="42659"/>
                  </a:lnTo>
                  <a:lnTo>
                    <a:pt x="1231" y="42811"/>
                  </a:lnTo>
                  <a:lnTo>
                    <a:pt x="1346" y="42519"/>
                  </a:lnTo>
                  <a:lnTo>
                    <a:pt x="1371" y="42354"/>
                  </a:lnTo>
                  <a:close/>
                </a:path>
                <a:path w="3810" h="52705">
                  <a:moveTo>
                    <a:pt x="1422" y="44119"/>
                  </a:moveTo>
                  <a:lnTo>
                    <a:pt x="1130" y="43865"/>
                  </a:lnTo>
                  <a:lnTo>
                    <a:pt x="889" y="44170"/>
                  </a:lnTo>
                  <a:lnTo>
                    <a:pt x="1079" y="44335"/>
                  </a:lnTo>
                  <a:lnTo>
                    <a:pt x="825" y="44513"/>
                  </a:lnTo>
                  <a:lnTo>
                    <a:pt x="1003" y="44767"/>
                  </a:lnTo>
                  <a:lnTo>
                    <a:pt x="1270" y="44589"/>
                  </a:lnTo>
                  <a:lnTo>
                    <a:pt x="1092" y="44348"/>
                  </a:lnTo>
                  <a:lnTo>
                    <a:pt x="1422" y="44119"/>
                  </a:lnTo>
                  <a:close/>
                </a:path>
                <a:path w="3810" h="52705">
                  <a:moveTo>
                    <a:pt x="1447" y="50634"/>
                  </a:moveTo>
                  <a:lnTo>
                    <a:pt x="1231" y="50317"/>
                  </a:lnTo>
                  <a:lnTo>
                    <a:pt x="914" y="50533"/>
                  </a:lnTo>
                  <a:lnTo>
                    <a:pt x="1130" y="50850"/>
                  </a:lnTo>
                  <a:lnTo>
                    <a:pt x="1447" y="50634"/>
                  </a:lnTo>
                  <a:close/>
                </a:path>
                <a:path w="3810" h="52705">
                  <a:moveTo>
                    <a:pt x="1625" y="2540"/>
                  </a:moveTo>
                  <a:lnTo>
                    <a:pt x="1422" y="2349"/>
                  </a:lnTo>
                  <a:lnTo>
                    <a:pt x="1231" y="2552"/>
                  </a:lnTo>
                  <a:lnTo>
                    <a:pt x="1435" y="2743"/>
                  </a:lnTo>
                  <a:lnTo>
                    <a:pt x="1625" y="2540"/>
                  </a:lnTo>
                  <a:close/>
                </a:path>
                <a:path w="3810" h="52705">
                  <a:moveTo>
                    <a:pt x="1651" y="48514"/>
                  </a:moveTo>
                  <a:lnTo>
                    <a:pt x="1460" y="48272"/>
                  </a:lnTo>
                  <a:lnTo>
                    <a:pt x="1231" y="48475"/>
                  </a:lnTo>
                  <a:lnTo>
                    <a:pt x="1422" y="48704"/>
                  </a:lnTo>
                  <a:lnTo>
                    <a:pt x="1651" y="48514"/>
                  </a:lnTo>
                  <a:close/>
                </a:path>
                <a:path w="3810" h="52705">
                  <a:moveTo>
                    <a:pt x="1663" y="1816"/>
                  </a:moveTo>
                  <a:lnTo>
                    <a:pt x="1447" y="1676"/>
                  </a:lnTo>
                  <a:lnTo>
                    <a:pt x="1295" y="1917"/>
                  </a:lnTo>
                  <a:lnTo>
                    <a:pt x="1536" y="2070"/>
                  </a:lnTo>
                  <a:lnTo>
                    <a:pt x="1663" y="1816"/>
                  </a:lnTo>
                  <a:close/>
                </a:path>
                <a:path w="3810" h="52705">
                  <a:moveTo>
                    <a:pt x="1701" y="49682"/>
                  </a:moveTo>
                  <a:lnTo>
                    <a:pt x="1524" y="49428"/>
                  </a:lnTo>
                  <a:lnTo>
                    <a:pt x="1282" y="49618"/>
                  </a:lnTo>
                  <a:lnTo>
                    <a:pt x="1358" y="49745"/>
                  </a:lnTo>
                  <a:lnTo>
                    <a:pt x="1435" y="49987"/>
                  </a:lnTo>
                  <a:lnTo>
                    <a:pt x="1625" y="49847"/>
                  </a:lnTo>
                  <a:lnTo>
                    <a:pt x="1701" y="49682"/>
                  </a:lnTo>
                  <a:close/>
                </a:path>
                <a:path w="3810" h="52705">
                  <a:moveTo>
                    <a:pt x="1752" y="39979"/>
                  </a:moveTo>
                  <a:lnTo>
                    <a:pt x="1511" y="39776"/>
                  </a:lnTo>
                  <a:lnTo>
                    <a:pt x="1308" y="40005"/>
                  </a:lnTo>
                  <a:lnTo>
                    <a:pt x="1562" y="40220"/>
                  </a:lnTo>
                  <a:lnTo>
                    <a:pt x="1752" y="39979"/>
                  </a:lnTo>
                  <a:close/>
                </a:path>
                <a:path w="3810" h="52705">
                  <a:moveTo>
                    <a:pt x="1790" y="48056"/>
                  </a:moveTo>
                  <a:lnTo>
                    <a:pt x="1638" y="47802"/>
                  </a:lnTo>
                  <a:lnTo>
                    <a:pt x="1409" y="47942"/>
                  </a:lnTo>
                  <a:lnTo>
                    <a:pt x="1549" y="48171"/>
                  </a:lnTo>
                  <a:lnTo>
                    <a:pt x="1790" y="48056"/>
                  </a:lnTo>
                  <a:close/>
                </a:path>
                <a:path w="3810" h="52705">
                  <a:moveTo>
                    <a:pt x="1790" y="1117"/>
                  </a:moveTo>
                  <a:lnTo>
                    <a:pt x="1574" y="876"/>
                  </a:lnTo>
                  <a:lnTo>
                    <a:pt x="1358" y="1117"/>
                  </a:lnTo>
                  <a:lnTo>
                    <a:pt x="1574" y="1320"/>
                  </a:lnTo>
                  <a:lnTo>
                    <a:pt x="1790" y="1117"/>
                  </a:lnTo>
                  <a:close/>
                </a:path>
                <a:path w="3810" h="52705">
                  <a:moveTo>
                    <a:pt x="1892" y="38646"/>
                  </a:moveTo>
                  <a:lnTo>
                    <a:pt x="1701" y="38315"/>
                  </a:lnTo>
                  <a:lnTo>
                    <a:pt x="1524" y="38417"/>
                  </a:lnTo>
                  <a:lnTo>
                    <a:pt x="1409" y="38201"/>
                  </a:lnTo>
                  <a:lnTo>
                    <a:pt x="1447" y="37973"/>
                  </a:lnTo>
                  <a:lnTo>
                    <a:pt x="1143" y="37820"/>
                  </a:lnTo>
                  <a:lnTo>
                    <a:pt x="1003" y="38138"/>
                  </a:lnTo>
                  <a:lnTo>
                    <a:pt x="1295" y="38277"/>
                  </a:lnTo>
                  <a:lnTo>
                    <a:pt x="1168" y="38366"/>
                  </a:lnTo>
                  <a:lnTo>
                    <a:pt x="1320" y="38608"/>
                  </a:lnTo>
                  <a:lnTo>
                    <a:pt x="1562" y="38836"/>
                  </a:lnTo>
                  <a:lnTo>
                    <a:pt x="1892" y="38646"/>
                  </a:lnTo>
                  <a:close/>
                </a:path>
                <a:path w="3810" h="52705">
                  <a:moveTo>
                    <a:pt x="1917" y="46977"/>
                  </a:moveTo>
                  <a:lnTo>
                    <a:pt x="1765" y="46659"/>
                  </a:lnTo>
                  <a:lnTo>
                    <a:pt x="1473" y="46837"/>
                  </a:lnTo>
                  <a:lnTo>
                    <a:pt x="1625" y="47129"/>
                  </a:lnTo>
                  <a:lnTo>
                    <a:pt x="1917" y="46977"/>
                  </a:lnTo>
                  <a:close/>
                </a:path>
                <a:path w="3810" h="52705">
                  <a:moveTo>
                    <a:pt x="1943" y="43345"/>
                  </a:moveTo>
                  <a:lnTo>
                    <a:pt x="1651" y="43103"/>
                  </a:lnTo>
                  <a:lnTo>
                    <a:pt x="1435" y="43408"/>
                  </a:lnTo>
                  <a:lnTo>
                    <a:pt x="1663" y="43573"/>
                  </a:lnTo>
                  <a:lnTo>
                    <a:pt x="1562" y="43802"/>
                  </a:lnTo>
                  <a:lnTo>
                    <a:pt x="1828" y="43929"/>
                  </a:lnTo>
                  <a:lnTo>
                    <a:pt x="1943" y="43662"/>
                  </a:lnTo>
                  <a:lnTo>
                    <a:pt x="1739" y="43586"/>
                  </a:lnTo>
                  <a:lnTo>
                    <a:pt x="1943" y="43345"/>
                  </a:lnTo>
                  <a:close/>
                </a:path>
                <a:path w="3810" h="52705">
                  <a:moveTo>
                    <a:pt x="1968" y="46113"/>
                  </a:moveTo>
                  <a:lnTo>
                    <a:pt x="1714" y="45885"/>
                  </a:lnTo>
                  <a:lnTo>
                    <a:pt x="1473" y="46139"/>
                  </a:lnTo>
                  <a:lnTo>
                    <a:pt x="1752" y="46367"/>
                  </a:lnTo>
                  <a:lnTo>
                    <a:pt x="1968" y="46113"/>
                  </a:lnTo>
                  <a:close/>
                </a:path>
                <a:path w="3810" h="52705">
                  <a:moveTo>
                    <a:pt x="1993" y="3314"/>
                  </a:moveTo>
                  <a:lnTo>
                    <a:pt x="1803" y="3048"/>
                  </a:lnTo>
                  <a:lnTo>
                    <a:pt x="1536" y="3213"/>
                  </a:lnTo>
                  <a:lnTo>
                    <a:pt x="1714" y="3479"/>
                  </a:lnTo>
                  <a:lnTo>
                    <a:pt x="1993" y="3314"/>
                  </a:lnTo>
                  <a:close/>
                </a:path>
                <a:path w="3810" h="52705">
                  <a:moveTo>
                    <a:pt x="2120" y="36169"/>
                  </a:moveTo>
                  <a:lnTo>
                    <a:pt x="1892" y="35979"/>
                  </a:lnTo>
                  <a:lnTo>
                    <a:pt x="1727" y="36220"/>
                  </a:lnTo>
                  <a:lnTo>
                    <a:pt x="1943" y="36385"/>
                  </a:lnTo>
                  <a:lnTo>
                    <a:pt x="2120" y="36169"/>
                  </a:lnTo>
                  <a:close/>
                </a:path>
                <a:path w="3810" h="52705">
                  <a:moveTo>
                    <a:pt x="2209" y="51435"/>
                  </a:moveTo>
                  <a:lnTo>
                    <a:pt x="2032" y="51244"/>
                  </a:lnTo>
                  <a:lnTo>
                    <a:pt x="1841" y="51409"/>
                  </a:lnTo>
                  <a:lnTo>
                    <a:pt x="2006" y="51625"/>
                  </a:lnTo>
                  <a:lnTo>
                    <a:pt x="2209" y="51435"/>
                  </a:lnTo>
                  <a:close/>
                </a:path>
                <a:path w="3810" h="52705">
                  <a:moveTo>
                    <a:pt x="2209" y="762"/>
                  </a:moveTo>
                  <a:lnTo>
                    <a:pt x="1930" y="635"/>
                  </a:lnTo>
                  <a:lnTo>
                    <a:pt x="1790" y="901"/>
                  </a:lnTo>
                  <a:lnTo>
                    <a:pt x="2082" y="1041"/>
                  </a:lnTo>
                  <a:lnTo>
                    <a:pt x="2209" y="762"/>
                  </a:lnTo>
                  <a:close/>
                </a:path>
                <a:path w="3810" h="52705">
                  <a:moveTo>
                    <a:pt x="2286" y="41643"/>
                  </a:moveTo>
                  <a:lnTo>
                    <a:pt x="2095" y="41389"/>
                  </a:lnTo>
                  <a:lnTo>
                    <a:pt x="1841" y="41592"/>
                  </a:lnTo>
                  <a:lnTo>
                    <a:pt x="2044" y="41846"/>
                  </a:lnTo>
                  <a:lnTo>
                    <a:pt x="2286" y="41643"/>
                  </a:lnTo>
                  <a:close/>
                </a:path>
                <a:path w="3810" h="52705">
                  <a:moveTo>
                    <a:pt x="2374" y="49263"/>
                  </a:moveTo>
                  <a:lnTo>
                    <a:pt x="2108" y="49136"/>
                  </a:lnTo>
                  <a:lnTo>
                    <a:pt x="1968" y="49441"/>
                  </a:lnTo>
                  <a:lnTo>
                    <a:pt x="2273" y="49568"/>
                  </a:lnTo>
                  <a:lnTo>
                    <a:pt x="2374" y="49263"/>
                  </a:lnTo>
                  <a:close/>
                </a:path>
                <a:path w="3810" h="52705">
                  <a:moveTo>
                    <a:pt x="2476" y="46431"/>
                  </a:moveTo>
                  <a:lnTo>
                    <a:pt x="2222" y="46291"/>
                  </a:lnTo>
                  <a:lnTo>
                    <a:pt x="2082" y="46545"/>
                  </a:lnTo>
                  <a:lnTo>
                    <a:pt x="2336" y="46685"/>
                  </a:lnTo>
                  <a:lnTo>
                    <a:pt x="2476" y="46431"/>
                  </a:lnTo>
                  <a:close/>
                </a:path>
                <a:path w="3810" h="52705">
                  <a:moveTo>
                    <a:pt x="2489" y="51244"/>
                  </a:moveTo>
                  <a:lnTo>
                    <a:pt x="2324" y="51054"/>
                  </a:lnTo>
                  <a:lnTo>
                    <a:pt x="2146" y="51219"/>
                  </a:lnTo>
                  <a:lnTo>
                    <a:pt x="2286" y="51396"/>
                  </a:lnTo>
                  <a:lnTo>
                    <a:pt x="2489" y="51244"/>
                  </a:lnTo>
                  <a:close/>
                </a:path>
                <a:path w="3810" h="52705">
                  <a:moveTo>
                    <a:pt x="2489" y="1511"/>
                  </a:moveTo>
                  <a:lnTo>
                    <a:pt x="2273" y="1308"/>
                  </a:lnTo>
                  <a:lnTo>
                    <a:pt x="2070" y="1511"/>
                  </a:lnTo>
                  <a:lnTo>
                    <a:pt x="2273" y="1727"/>
                  </a:lnTo>
                  <a:lnTo>
                    <a:pt x="2489" y="1511"/>
                  </a:lnTo>
                  <a:close/>
                </a:path>
                <a:path w="3810" h="52705">
                  <a:moveTo>
                    <a:pt x="2552" y="40843"/>
                  </a:moveTo>
                  <a:lnTo>
                    <a:pt x="2286" y="40741"/>
                  </a:lnTo>
                  <a:lnTo>
                    <a:pt x="2184" y="40957"/>
                  </a:lnTo>
                  <a:lnTo>
                    <a:pt x="1955" y="41135"/>
                  </a:lnTo>
                  <a:lnTo>
                    <a:pt x="2184" y="41440"/>
                  </a:lnTo>
                  <a:lnTo>
                    <a:pt x="2489" y="41186"/>
                  </a:lnTo>
                  <a:lnTo>
                    <a:pt x="2552" y="40843"/>
                  </a:lnTo>
                  <a:close/>
                </a:path>
                <a:path w="3810" h="52705">
                  <a:moveTo>
                    <a:pt x="2565" y="279"/>
                  </a:moveTo>
                  <a:lnTo>
                    <a:pt x="2311" y="0"/>
                  </a:lnTo>
                  <a:lnTo>
                    <a:pt x="2044" y="228"/>
                  </a:lnTo>
                  <a:lnTo>
                    <a:pt x="2273" y="495"/>
                  </a:lnTo>
                  <a:lnTo>
                    <a:pt x="2565" y="279"/>
                  </a:lnTo>
                  <a:close/>
                </a:path>
                <a:path w="3810" h="52705">
                  <a:moveTo>
                    <a:pt x="2578" y="36957"/>
                  </a:moveTo>
                  <a:lnTo>
                    <a:pt x="2349" y="36741"/>
                  </a:lnTo>
                  <a:lnTo>
                    <a:pt x="2159" y="36957"/>
                  </a:lnTo>
                  <a:lnTo>
                    <a:pt x="2374" y="37160"/>
                  </a:lnTo>
                  <a:lnTo>
                    <a:pt x="2578" y="36957"/>
                  </a:lnTo>
                  <a:close/>
                </a:path>
                <a:path w="3810" h="52705">
                  <a:moveTo>
                    <a:pt x="2628" y="38887"/>
                  </a:moveTo>
                  <a:lnTo>
                    <a:pt x="2476" y="38773"/>
                  </a:lnTo>
                  <a:lnTo>
                    <a:pt x="2540" y="38646"/>
                  </a:lnTo>
                  <a:lnTo>
                    <a:pt x="2273" y="38557"/>
                  </a:lnTo>
                  <a:lnTo>
                    <a:pt x="2159" y="38823"/>
                  </a:lnTo>
                  <a:lnTo>
                    <a:pt x="2438" y="39116"/>
                  </a:lnTo>
                  <a:lnTo>
                    <a:pt x="2628" y="38887"/>
                  </a:lnTo>
                  <a:close/>
                </a:path>
                <a:path w="3810" h="52705">
                  <a:moveTo>
                    <a:pt x="2654" y="2844"/>
                  </a:moveTo>
                  <a:lnTo>
                    <a:pt x="2387" y="2654"/>
                  </a:lnTo>
                  <a:lnTo>
                    <a:pt x="2184" y="2895"/>
                  </a:lnTo>
                  <a:lnTo>
                    <a:pt x="2438" y="3098"/>
                  </a:lnTo>
                  <a:lnTo>
                    <a:pt x="2654" y="2844"/>
                  </a:lnTo>
                  <a:close/>
                </a:path>
                <a:path w="3810" h="52705">
                  <a:moveTo>
                    <a:pt x="2692" y="38290"/>
                  </a:moveTo>
                  <a:lnTo>
                    <a:pt x="2540" y="38036"/>
                  </a:lnTo>
                  <a:lnTo>
                    <a:pt x="2286" y="38188"/>
                  </a:lnTo>
                  <a:lnTo>
                    <a:pt x="2451" y="38442"/>
                  </a:lnTo>
                  <a:lnTo>
                    <a:pt x="2692" y="38290"/>
                  </a:lnTo>
                  <a:close/>
                </a:path>
                <a:path w="3810" h="52705">
                  <a:moveTo>
                    <a:pt x="2730" y="45758"/>
                  </a:moveTo>
                  <a:lnTo>
                    <a:pt x="2438" y="45567"/>
                  </a:lnTo>
                  <a:lnTo>
                    <a:pt x="2260" y="45859"/>
                  </a:lnTo>
                  <a:lnTo>
                    <a:pt x="2552" y="46037"/>
                  </a:lnTo>
                  <a:lnTo>
                    <a:pt x="2730" y="45758"/>
                  </a:lnTo>
                  <a:close/>
                </a:path>
                <a:path w="3810" h="52705">
                  <a:moveTo>
                    <a:pt x="2755" y="47345"/>
                  </a:moveTo>
                  <a:lnTo>
                    <a:pt x="2565" y="47104"/>
                  </a:lnTo>
                  <a:lnTo>
                    <a:pt x="2311" y="47320"/>
                  </a:lnTo>
                  <a:lnTo>
                    <a:pt x="2514" y="47561"/>
                  </a:lnTo>
                  <a:lnTo>
                    <a:pt x="2755" y="47345"/>
                  </a:lnTo>
                  <a:close/>
                </a:path>
                <a:path w="3810" h="52705">
                  <a:moveTo>
                    <a:pt x="2768" y="40563"/>
                  </a:moveTo>
                  <a:lnTo>
                    <a:pt x="2628" y="40360"/>
                  </a:lnTo>
                  <a:lnTo>
                    <a:pt x="2425" y="40513"/>
                  </a:lnTo>
                  <a:lnTo>
                    <a:pt x="2578" y="40716"/>
                  </a:lnTo>
                  <a:lnTo>
                    <a:pt x="2768" y="40563"/>
                  </a:lnTo>
                  <a:close/>
                </a:path>
                <a:path w="3810" h="52705">
                  <a:moveTo>
                    <a:pt x="2781" y="35941"/>
                  </a:moveTo>
                  <a:lnTo>
                    <a:pt x="2628" y="35725"/>
                  </a:lnTo>
                  <a:lnTo>
                    <a:pt x="2400" y="35890"/>
                  </a:lnTo>
                  <a:lnTo>
                    <a:pt x="2565" y="36106"/>
                  </a:lnTo>
                  <a:lnTo>
                    <a:pt x="2781" y="35941"/>
                  </a:lnTo>
                  <a:close/>
                </a:path>
                <a:path w="3810" h="52705">
                  <a:moveTo>
                    <a:pt x="2819" y="52133"/>
                  </a:moveTo>
                  <a:lnTo>
                    <a:pt x="2501" y="51943"/>
                  </a:lnTo>
                  <a:lnTo>
                    <a:pt x="2311" y="52273"/>
                  </a:lnTo>
                  <a:lnTo>
                    <a:pt x="2641" y="52451"/>
                  </a:lnTo>
                  <a:lnTo>
                    <a:pt x="2819" y="52133"/>
                  </a:lnTo>
                  <a:close/>
                </a:path>
                <a:path w="3810" h="52705">
                  <a:moveTo>
                    <a:pt x="2857" y="37223"/>
                  </a:moveTo>
                  <a:lnTo>
                    <a:pt x="2590" y="37045"/>
                  </a:lnTo>
                  <a:lnTo>
                    <a:pt x="2374" y="37299"/>
                  </a:lnTo>
                  <a:lnTo>
                    <a:pt x="2641" y="37490"/>
                  </a:lnTo>
                  <a:lnTo>
                    <a:pt x="2857" y="37223"/>
                  </a:lnTo>
                  <a:close/>
                </a:path>
                <a:path w="3810" h="52705">
                  <a:moveTo>
                    <a:pt x="2959" y="36537"/>
                  </a:moveTo>
                  <a:lnTo>
                    <a:pt x="2667" y="36347"/>
                  </a:lnTo>
                  <a:lnTo>
                    <a:pt x="2476" y="36639"/>
                  </a:lnTo>
                  <a:lnTo>
                    <a:pt x="2755" y="36817"/>
                  </a:lnTo>
                  <a:lnTo>
                    <a:pt x="2959" y="36537"/>
                  </a:lnTo>
                  <a:close/>
                </a:path>
                <a:path w="3810" h="52705">
                  <a:moveTo>
                    <a:pt x="3048" y="45148"/>
                  </a:moveTo>
                  <a:lnTo>
                    <a:pt x="2844" y="44894"/>
                  </a:lnTo>
                  <a:lnTo>
                    <a:pt x="2603" y="45110"/>
                  </a:lnTo>
                  <a:lnTo>
                    <a:pt x="2717" y="45262"/>
                  </a:lnTo>
                  <a:lnTo>
                    <a:pt x="2540" y="45402"/>
                  </a:lnTo>
                  <a:lnTo>
                    <a:pt x="2679" y="45593"/>
                  </a:lnTo>
                  <a:lnTo>
                    <a:pt x="2882" y="45453"/>
                  </a:lnTo>
                  <a:lnTo>
                    <a:pt x="2730" y="45275"/>
                  </a:lnTo>
                  <a:lnTo>
                    <a:pt x="3048" y="45148"/>
                  </a:lnTo>
                  <a:close/>
                </a:path>
                <a:path w="3810" h="52705">
                  <a:moveTo>
                    <a:pt x="3136" y="48641"/>
                  </a:moveTo>
                  <a:lnTo>
                    <a:pt x="2882" y="48514"/>
                  </a:lnTo>
                  <a:lnTo>
                    <a:pt x="2730" y="48755"/>
                  </a:lnTo>
                  <a:lnTo>
                    <a:pt x="2578" y="48653"/>
                  </a:lnTo>
                  <a:lnTo>
                    <a:pt x="2374" y="48920"/>
                  </a:lnTo>
                  <a:lnTo>
                    <a:pt x="2641" y="49123"/>
                  </a:lnTo>
                  <a:lnTo>
                    <a:pt x="2870" y="48844"/>
                  </a:lnTo>
                  <a:lnTo>
                    <a:pt x="2997" y="48907"/>
                  </a:lnTo>
                  <a:lnTo>
                    <a:pt x="3136" y="48641"/>
                  </a:lnTo>
                  <a:close/>
                </a:path>
                <a:path w="3810" h="52705">
                  <a:moveTo>
                    <a:pt x="3225" y="35496"/>
                  </a:moveTo>
                  <a:lnTo>
                    <a:pt x="2984" y="35217"/>
                  </a:lnTo>
                  <a:lnTo>
                    <a:pt x="2705" y="35458"/>
                  </a:lnTo>
                  <a:lnTo>
                    <a:pt x="2946" y="35737"/>
                  </a:lnTo>
                  <a:lnTo>
                    <a:pt x="3225" y="35496"/>
                  </a:lnTo>
                  <a:close/>
                </a:path>
                <a:path w="3810" h="52705">
                  <a:moveTo>
                    <a:pt x="3251" y="41998"/>
                  </a:moveTo>
                  <a:lnTo>
                    <a:pt x="2997" y="41783"/>
                  </a:lnTo>
                  <a:lnTo>
                    <a:pt x="2768" y="42037"/>
                  </a:lnTo>
                  <a:lnTo>
                    <a:pt x="3022" y="42265"/>
                  </a:lnTo>
                  <a:lnTo>
                    <a:pt x="3251" y="41998"/>
                  </a:lnTo>
                  <a:close/>
                </a:path>
                <a:path w="3810" h="52705">
                  <a:moveTo>
                    <a:pt x="3340" y="44983"/>
                  </a:moveTo>
                  <a:lnTo>
                    <a:pt x="3162" y="44754"/>
                  </a:lnTo>
                  <a:lnTo>
                    <a:pt x="2933" y="44932"/>
                  </a:lnTo>
                  <a:lnTo>
                    <a:pt x="3098" y="45148"/>
                  </a:lnTo>
                  <a:lnTo>
                    <a:pt x="3340" y="44983"/>
                  </a:lnTo>
                  <a:close/>
                </a:path>
                <a:path w="3810" h="52705">
                  <a:moveTo>
                    <a:pt x="3352" y="49898"/>
                  </a:moveTo>
                  <a:lnTo>
                    <a:pt x="3098" y="49784"/>
                  </a:lnTo>
                  <a:lnTo>
                    <a:pt x="2959" y="50038"/>
                  </a:lnTo>
                  <a:lnTo>
                    <a:pt x="3225" y="50177"/>
                  </a:lnTo>
                  <a:lnTo>
                    <a:pt x="3352" y="49898"/>
                  </a:lnTo>
                  <a:close/>
                </a:path>
                <a:path w="3810" h="52705">
                  <a:moveTo>
                    <a:pt x="3352" y="45542"/>
                  </a:moveTo>
                  <a:lnTo>
                    <a:pt x="3009" y="45351"/>
                  </a:lnTo>
                  <a:lnTo>
                    <a:pt x="2832" y="45694"/>
                  </a:lnTo>
                  <a:lnTo>
                    <a:pt x="3162" y="45885"/>
                  </a:lnTo>
                  <a:lnTo>
                    <a:pt x="3352" y="455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3" name="object 153"/>
            <p:cNvSpPr/>
            <p:nvPr/>
          </p:nvSpPr>
          <p:spPr>
            <a:xfrm>
              <a:off x="4003446" y="1249400"/>
              <a:ext cx="3175" cy="37465"/>
            </a:xfrm>
            <a:custGeom>
              <a:avLst/>
              <a:gdLst/>
              <a:ahLst/>
              <a:cxnLst/>
              <a:rect l="l" t="t" r="r" b="b"/>
              <a:pathLst>
                <a:path w="3175" h="37465">
                  <a:moveTo>
                    <a:pt x="88" y="36817"/>
                  </a:moveTo>
                  <a:close/>
                </a:path>
                <a:path w="3175" h="37465">
                  <a:moveTo>
                    <a:pt x="406" y="30200"/>
                  </a:moveTo>
                  <a:lnTo>
                    <a:pt x="266" y="29946"/>
                  </a:lnTo>
                  <a:lnTo>
                    <a:pt x="12" y="30086"/>
                  </a:lnTo>
                  <a:lnTo>
                    <a:pt x="152" y="30340"/>
                  </a:lnTo>
                  <a:lnTo>
                    <a:pt x="406" y="30200"/>
                  </a:lnTo>
                  <a:close/>
                </a:path>
                <a:path w="3175" h="37465">
                  <a:moveTo>
                    <a:pt x="406" y="4724"/>
                  </a:moveTo>
                  <a:lnTo>
                    <a:pt x="266" y="4470"/>
                  </a:lnTo>
                  <a:lnTo>
                    <a:pt x="25" y="4610"/>
                  </a:lnTo>
                  <a:lnTo>
                    <a:pt x="152" y="4864"/>
                  </a:lnTo>
                  <a:lnTo>
                    <a:pt x="406" y="4724"/>
                  </a:lnTo>
                  <a:close/>
                </a:path>
                <a:path w="3175" h="37465">
                  <a:moveTo>
                    <a:pt x="419" y="32499"/>
                  </a:moveTo>
                  <a:lnTo>
                    <a:pt x="139" y="32372"/>
                  </a:lnTo>
                  <a:lnTo>
                    <a:pt x="0" y="32639"/>
                  </a:lnTo>
                  <a:lnTo>
                    <a:pt x="266" y="32791"/>
                  </a:lnTo>
                  <a:lnTo>
                    <a:pt x="419" y="32499"/>
                  </a:lnTo>
                  <a:close/>
                </a:path>
                <a:path w="3175" h="37465">
                  <a:moveTo>
                    <a:pt x="419" y="7023"/>
                  </a:moveTo>
                  <a:lnTo>
                    <a:pt x="139" y="6883"/>
                  </a:lnTo>
                  <a:lnTo>
                    <a:pt x="0" y="7150"/>
                  </a:lnTo>
                  <a:lnTo>
                    <a:pt x="266" y="7289"/>
                  </a:lnTo>
                  <a:lnTo>
                    <a:pt x="419" y="7023"/>
                  </a:lnTo>
                  <a:close/>
                </a:path>
                <a:path w="3175" h="37465">
                  <a:moveTo>
                    <a:pt x="482" y="32918"/>
                  </a:moveTo>
                  <a:lnTo>
                    <a:pt x="139" y="32753"/>
                  </a:lnTo>
                  <a:lnTo>
                    <a:pt x="0" y="33083"/>
                  </a:lnTo>
                  <a:lnTo>
                    <a:pt x="330" y="33235"/>
                  </a:lnTo>
                  <a:lnTo>
                    <a:pt x="482" y="32918"/>
                  </a:lnTo>
                  <a:close/>
                </a:path>
                <a:path w="3175" h="37465">
                  <a:moveTo>
                    <a:pt x="482" y="7404"/>
                  </a:moveTo>
                  <a:lnTo>
                    <a:pt x="139" y="7264"/>
                  </a:lnTo>
                  <a:lnTo>
                    <a:pt x="0" y="7581"/>
                  </a:lnTo>
                  <a:lnTo>
                    <a:pt x="330" y="7734"/>
                  </a:lnTo>
                  <a:lnTo>
                    <a:pt x="482" y="7404"/>
                  </a:lnTo>
                  <a:close/>
                </a:path>
                <a:path w="3175" h="37465">
                  <a:moveTo>
                    <a:pt x="635" y="25920"/>
                  </a:moveTo>
                  <a:lnTo>
                    <a:pt x="406" y="25819"/>
                  </a:lnTo>
                  <a:lnTo>
                    <a:pt x="292" y="26047"/>
                  </a:lnTo>
                  <a:lnTo>
                    <a:pt x="533" y="26174"/>
                  </a:lnTo>
                  <a:lnTo>
                    <a:pt x="635" y="25920"/>
                  </a:lnTo>
                  <a:close/>
                </a:path>
                <a:path w="3175" h="37465">
                  <a:moveTo>
                    <a:pt x="635" y="431"/>
                  </a:moveTo>
                  <a:lnTo>
                    <a:pt x="406" y="342"/>
                  </a:lnTo>
                  <a:lnTo>
                    <a:pt x="292" y="571"/>
                  </a:lnTo>
                  <a:lnTo>
                    <a:pt x="533" y="685"/>
                  </a:lnTo>
                  <a:lnTo>
                    <a:pt x="635" y="431"/>
                  </a:lnTo>
                  <a:close/>
                </a:path>
                <a:path w="3175" h="37465">
                  <a:moveTo>
                    <a:pt x="673" y="29210"/>
                  </a:moveTo>
                  <a:lnTo>
                    <a:pt x="482" y="28930"/>
                  </a:lnTo>
                  <a:lnTo>
                    <a:pt x="190" y="29108"/>
                  </a:lnTo>
                  <a:lnTo>
                    <a:pt x="368" y="29375"/>
                  </a:lnTo>
                  <a:lnTo>
                    <a:pt x="673" y="29210"/>
                  </a:lnTo>
                  <a:close/>
                </a:path>
                <a:path w="3175" h="37465">
                  <a:moveTo>
                    <a:pt x="673" y="3708"/>
                  </a:moveTo>
                  <a:lnTo>
                    <a:pt x="482" y="3441"/>
                  </a:lnTo>
                  <a:lnTo>
                    <a:pt x="190" y="3606"/>
                  </a:lnTo>
                  <a:lnTo>
                    <a:pt x="368" y="3873"/>
                  </a:lnTo>
                  <a:lnTo>
                    <a:pt x="673" y="3708"/>
                  </a:lnTo>
                  <a:close/>
                </a:path>
                <a:path w="3175" h="37465">
                  <a:moveTo>
                    <a:pt x="685" y="30327"/>
                  </a:moveTo>
                  <a:lnTo>
                    <a:pt x="495" y="30162"/>
                  </a:lnTo>
                  <a:lnTo>
                    <a:pt x="292" y="30340"/>
                  </a:lnTo>
                  <a:lnTo>
                    <a:pt x="495" y="30530"/>
                  </a:lnTo>
                  <a:lnTo>
                    <a:pt x="685" y="30327"/>
                  </a:lnTo>
                  <a:close/>
                </a:path>
                <a:path w="3175" h="37465">
                  <a:moveTo>
                    <a:pt x="685" y="4838"/>
                  </a:moveTo>
                  <a:lnTo>
                    <a:pt x="495" y="4635"/>
                  </a:lnTo>
                  <a:lnTo>
                    <a:pt x="292" y="4851"/>
                  </a:lnTo>
                  <a:lnTo>
                    <a:pt x="495" y="5029"/>
                  </a:lnTo>
                  <a:lnTo>
                    <a:pt x="685" y="4838"/>
                  </a:lnTo>
                  <a:close/>
                </a:path>
                <a:path w="3175" h="37465">
                  <a:moveTo>
                    <a:pt x="1016" y="29032"/>
                  </a:moveTo>
                  <a:lnTo>
                    <a:pt x="800" y="28765"/>
                  </a:lnTo>
                  <a:lnTo>
                    <a:pt x="546" y="28956"/>
                  </a:lnTo>
                  <a:lnTo>
                    <a:pt x="736" y="29222"/>
                  </a:lnTo>
                  <a:lnTo>
                    <a:pt x="1016" y="29032"/>
                  </a:lnTo>
                  <a:close/>
                </a:path>
                <a:path w="3175" h="37465">
                  <a:moveTo>
                    <a:pt x="1016" y="3556"/>
                  </a:moveTo>
                  <a:lnTo>
                    <a:pt x="800" y="3276"/>
                  </a:lnTo>
                  <a:lnTo>
                    <a:pt x="546" y="3479"/>
                  </a:lnTo>
                  <a:lnTo>
                    <a:pt x="736" y="3733"/>
                  </a:lnTo>
                  <a:lnTo>
                    <a:pt x="1016" y="3556"/>
                  </a:lnTo>
                  <a:close/>
                </a:path>
                <a:path w="3175" h="37465">
                  <a:moveTo>
                    <a:pt x="1028" y="31356"/>
                  </a:moveTo>
                  <a:lnTo>
                    <a:pt x="838" y="31140"/>
                  </a:lnTo>
                  <a:lnTo>
                    <a:pt x="622" y="31330"/>
                  </a:lnTo>
                  <a:lnTo>
                    <a:pt x="800" y="31546"/>
                  </a:lnTo>
                  <a:lnTo>
                    <a:pt x="1028" y="31356"/>
                  </a:lnTo>
                  <a:close/>
                </a:path>
                <a:path w="3175" h="37465">
                  <a:moveTo>
                    <a:pt x="1028" y="5854"/>
                  </a:moveTo>
                  <a:lnTo>
                    <a:pt x="838" y="5638"/>
                  </a:lnTo>
                  <a:lnTo>
                    <a:pt x="622" y="5816"/>
                  </a:lnTo>
                  <a:lnTo>
                    <a:pt x="800" y="6045"/>
                  </a:lnTo>
                  <a:lnTo>
                    <a:pt x="1028" y="5854"/>
                  </a:lnTo>
                  <a:close/>
                </a:path>
                <a:path w="3175" h="37465">
                  <a:moveTo>
                    <a:pt x="1054" y="27736"/>
                  </a:moveTo>
                  <a:lnTo>
                    <a:pt x="800" y="27482"/>
                  </a:lnTo>
                  <a:lnTo>
                    <a:pt x="558" y="27736"/>
                  </a:lnTo>
                  <a:lnTo>
                    <a:pt x="787" y="27965"/>
                  </a:lnTo>
                  <a:lnTo>
                    <a:pt x="1054" y="27736"/>
                  </a:lnTo>
                  <a:close/>
                </a:path>
                <a:path w="3175" h="37465">
                  <a:moveTo>
                    <a:pt x="1054" y="2235"/>
                  </a:moveTo>
                  <a:lnTo>
                    <a:pt x="800" y="1981"/>
                  </a:lnTo>
                  <a:lnTo>
                    <a:pt x="558" y="2222"/>
                  </a:lnTo>
                  <a:lnTo>
                    <a:pt x="787" y="2463"/>
                  </a:lnTo>
                  <a:lnTo>
                    <a:pt x="1054" y="2235"/>
                  </a:lnTo>
                  <a:close/>
                </a:path>
                <a:path w="3175" h="37465">
                  <a:moveTo>
                    <a:pt x="1320" y="34150"/>
                  </a:moveTo>
                  <a:lnTo>
                    <a:pt x="1054" y="33870"/>
                  </a:lnTo>
                  <a:lnTo>
                    <a:pt x="787" y="34124"/>
                  </a:lnTo>
                  <a:lnTo>
                    <a:pt x="1041" y="34391"/>
                  </a:lnTo>
                  <a:lnTo>
                    <a:pt x="1320" y="34150"/>
                  </a:lnTo>
                  <a:close/>
                </a:path>
                <a:path w="3175" h="37465">
                  <a:moveTo>
                    <a:pt x="1320" y="8661"/>
                  </a:moveTo>
                  <a:lnTo>
                    <a:pt x="1054" y="8382"/>
                  </a:lnTo>
                  <a:lnTo>
                    <a:pt x="774" y="8636"/>
                  </a:lnTo>
                  <a:lnTo>
                    <a:pt x="1028" y="8915"/>
                  </a:lnTo>
                  <a:lnTo>
                    <a:pt x="1320" y="8661"/>
                  </a:lnTo>
                  <a:close/>
                </a:path>
                <a:path w="3175" h="37465">
                  <a:moveTo>
                    <a:pt x="1384" y="28016"/>
                  </a:moveTo>
                  <a:lnTo>
                    <a:pt x="1181" y="27825"/>
                  </a:lnTo>
                  <a:lnTo>
                    <a:pt x="990" y="28041"/>
                  </a:lnTo>
                  <a:lnTo>
                    <a:pt x="1193" y="28219"/>
                  </a:lnTo>
                  <a:lnTo>
                    <a:pt x="1384" y="28016"/>
                  </a:lnTo>
                  <a:close/>
                </a:path>
                <a:path w="3175" h="37465">
                  <a:moveTo>
                    <a:pt x="1384" y="2527"/>
                  </a:moveTo>
                  <a:lnTo>
                    <a:pt x="1181" y="2324"/>
                  </a:lnTo>
                  <a:lnTo>
                    <a:pt x="990" y="2540"/>
                  </a:lnTo>
                  <a:lnTo>
                    <a:pt x="1193" y="2730"/>
                  </a:lnTo>
                  <a:lnTo>
                    <a:pt x="1384" y="2527"/>
                  </a:lnTo>
                  <a:close/>
                </a:path>
                <a:path w="3175" h="37465">
                  <a:moveTo>
                    <a:pt x="1422" y="27305"/>
                  </a:moveTo>
                  <a:lnTo>
                    <a:pt x="1206" y="27178"/>
                  </a:lnTo>
                  <a:lnTo>
                    <a:pt x="1054" y="27406"/>
                  </a:lnTo>
                  <a:lnTo>
                    <a:pt x="1295" y="27559"/>
                  </a:lnTo>
                  <a:lnTo>
                    <a:pt x="1422" y="27305"/>
                  </a:lnTo>
                  <a:close/>
                </a:path>
                <a:path w="3175" h="37465">
                  <a:moveTo>
                    <a:pt x="1422" y="1816"/>
                  </a:moveTo>
                  <a:lnTo>
                    <a:pt x="1206" y="1676"/>
                  </a:lnTo>
                  <a:lnTo>
                    <a:pt x="1054" y="1917"/>
                  </a:lnTo>
                  <a:lnTo>
                    <a:pt x="1295" y="2044"/>
                  </a:lnTo>
                  <a:lnTo>
                    <a:pt x="1422" y="1816"/>
                  </a:lnTo>
                  <a:close/>
                </a:path>
                <a:path w="3175" h="37465">
                  <a:moveTo>
                    <a:pt x="1549" y="26581"/>
                  </a:moveTo>
                  <a:lnTo>
                    <a:pt x="1333" y="26377"/>
                  </a:lnTo>
                  <a:lnTo>
                    <a:pt x="1117" y="26581"/>
                  </a:lnTo>
                  <a:lnTo>
                    <a:pt x="1333" y="26809"/>
                  </a:lnTo>
                  <a:lnTo>
                    <a:pt x="1549" y="26581"/>
                  </a:lnTo>
                  <a:close/>
                </a:path>
                <a:path w="3175" h="37465">
                  <a:moveTo>
                    <a:pt x="1549" y="1104"/>
                  </a:moveTo>
                  <a:lnTo>
                    <a:pt x="1333" y="889"/>
                  </a:lnTo>
                  <a:lnTo>
                    <a:pt x="1117" y="1104"/>
                  </a:lnTo>
                  <a:lnTo>
                    <a:pt x="1333" y="1320"/>
                  </a:lnTo>
                  <a:lnTo>
                    <a:pt x="1549" y="1104"/>
                  </a:lnTo>
                  <a:close/>
                </a:path>
                <a:path w="3175" h="37465">
                  <a:moveTo>
                    <a:pt x="1600" y="29768"/>
                  </a:moveTo>
                  <a:lnTo>
                    <a:pt x="1422" y="29527"/>
                  </a:lnTo>
                  <a:lnTo>
                    <a:pt x="1181" y="29692"/>
                  </a:lnTo>
                  <a:lnTo>
                    <a:pt x="1358" y="29933"/>
                  </a:lnTo>
                  <a:lnTo>
                    <a:pt x="1600" y="29768"/>
                  </a:lnTo>
                  <a:close/>
                </a:path>
                <a:path w="3175" h="37465">
                  <a:moveTo>
                    <a:pt x="1600" y="8140"/>
                  </a:moveTo>
                  <a:lnTo>
                    <a:pt x="1358" y="7886"/>
                  </a:lnTo>
                  <a:lnTo>
                    <a:pt x="1104" y="8128"/>
                  </a:lnTo>
                  <a:lnTo>
                    <a:pt x="1346" y="8382"/>
                  </a:lnTo>
                  <a:lnTo>
                    <a:pt x="1600" y="8140"/>
                  </a:lnTo>
                  <a:close/>
                </a:path>
                <a:path w="3175" h="37465">
                  <a:moveTo>
                    <a:pt x="1600" y="4267"/>
                  </a:moveTo>
                  <a:lnTo>
                    <a:pt x="1422" y="4013"/>
                  </a:lnTo>
                  <a:lnTo>
                    <a:pt x="1181" y="4191"/>
                  </a:lnTo>
                  <a:lnTo>
                    <a:pt x="1358" y="4445"/>
                  </a:lnTo>
                  <a:lnTo>
                    <a:pt x="1600" y="4267"/>
                  </a:lnTo>
                  <a:close/>
                </a:path>
                <a:path w="3175" h="37465">
                  <a:moveTo>
                    <a:pt x="1739" y="31800"/>
                  </a:moveTo>
                  <a:lnTo>
                    <a:pt x="1549" y="31610"/>
                  </a:lnTo>
                  <a:lnTo>
                    <a:pt x="1371" y="31800"/>
                  </a:lnTo>
                  <a:lnTo>
                    <a:pt x="1549" y="31978"/>
                  </a:lnTo>
                  <a:lnTo>
                    <a:pt x="1739" y="31800"/>
                  </a:lnTo>
                  <a:close/>
                </a:path>
                <a:path w="3175" h="37465">
                  <a:moveTo>
                    <a:pt x="1739" y="28816"/>
                  </a:moveTo>
                  <a:lnTo>
                    <a:pt x="1574" y="28536"/>
                  </a:lnTo>
                  <a:lnTo>
                    <a:pt x="1308" y="28702"/>
                  </a:lnTo>
                  <a:lnTo>
                    <a:pt x="1473" y="28981"/>
                  </a:lnTo>
                  <a:lnTo>
                    <a:pt x="1739" y="28816"/>
                  </a:lnTo>
                  <a:close/>
                </a:path>
                <a:path w="3175" h="37465">
                  <a:moveTo>
                    <a:pt x="1739" y="6299"/>
                  </a:moveTo>
                  <a:lnTo>
                    <a:pt x="1549" y="6108"/>
                  </a:lnTo>
                  <a:lnTo>
                    <a:pt x="1371" y="6299"/>
                  </a:lnTo>
                  <a:lnTo>
                    <a:pt x="1549" y="6489"/>
                  </a:lnTo>
                  <a:lnTo>
                    <a:pt x="1739" y="6299"/>
                  </a:lnTo>
                  <a:close/>
                </a:path>
                <a:path w="3175" h="37465">
                  <a:moveTo>
                    <a:pt x="1752" y="3314"/>
                  </a:moveTo>
                  <a:lnTo>
                    <a:pt x="1562" y="3035"/>
                  </a:lnTo>
                  <a:lnTo>
                    <a:pt x="1295" y="3213"/>
                  </a:lnTo>
                  <a:lnTo>
                    <a:pt x="1473" y="3479"/>
                  </a:lnTo>
                  <a:lnTo>
                    <a:pt x="1752" y="3314"/>
                  </a:lnTo>
                  <a:close/>
                </a:path>
                <a:path w="3175" h="37465">
                  <a:moveTo>
                    <a:pt x="1765" y="32270"/>
                  </a:moveTo>
                  <a:lnTo>
                    <a:pt x="1587" y="32042"/>
                  </a:lnTo>
                  <a:lnTo>
                    <a:pt x="1358" y="32207"/>
                  </a:lnTo>
                  <a:lnTo>
                    <a:pt x="1524" y="32448"/>
                  </a:lnTo>
                  <a:lnTo>
                    <a:pt x="1765" y="32270"/>
                  </a:lnTo>
                  <a:close/>
                </a:path>
                <a:path w="3175" h="37465">
                  <a:moveTo>
                    <a:pt x="1765" y="6781"/>
                  </a:moveTo>
                  <a:lnTo>
                    <a:pt x="1587" y="6527"/>
                  </a:lnTo>
                  <a:lnTo>
                    <a:pt x="1358" y="6705"/>
                  </a:lnTo>
                  <a:lnTo>
                    <a:pt x="1524" y="6959"/>
                  </a:lnTo>
                  <a:lnTo>
                    <a:pt x="1765" y="6781"/>
                  </a:lnTo>
                  <a:close/>
                </a:path>
                <a:path w="3175" h="37465">
                  <a:moveTo>
                    <a:pt x="1879" y="35458"/>
                  </a:moveTo>
                  <a:lnTo>
                    <a:pt x="1651" y="35280"/>
                  </a:lnTo>
                  <a:lnTo>
                    <a:pt x="1485" y="35509"/>
                  </a:lnTo>
                  <a:lnTo>
                    <a:pt x="1701" y="35687"/>
                  </a:lnTo>
                  <a:lnTo>
                    <a:pt x="1879" y="35458"/>
                  </a:lnTo>
                  <a:close/>
                </a:path>
                <a:path w="3175" h="37465">
                  <a:moveTo>
                    <a:pt x="1930" y="8267"/>
                  </a:moveTo>
                  <a:lnTo>
                    <a:pt x="1638" y="8140"/>
                  </a:lnTo>
                  <a:lnTo>
                    <a:pt x="1498" y="8445"/>
                  </a:lnTo>
                  <a:lnTo>
                    <a:pt x="1816" y="8585"/>
                  </a:lnTo>
                  <a:lnTo>
                    <a:pt x="1930" y="8267"/>
                  </a:lnTo>
                  <a:close/>
                </a:path>
                <a:path w="3175" h="37465">
                  <a:moveTo>
                    <a:pt x="1943" y="33718"/>
                  </a:moveTo>
                  <a:lnTo>
                    <a:pt x="1625" y="33578"/>
                  </a:lnTo>
                  <a:lnTo>
                    <a:pt x="1358" y="33388"/>
                  </a:lnTo>
                  <a:lnTo>
                    <a:pt x="1104" y="33642"/>
                  </a:lnTo>
                  <a:lnTo>
                    <a:pt x="1333" y="33896"/>
                  </a:lnTo>
                  <a:lnTo>
                    <a:pt x="1574" y="33693"/>
                  </a:lnTo>
                  <a:lnTo>
                    <a:pt x="1498" y="33883"/>
                  </a:lnTo>
                  <a:lnTo>
                    <a:pt x="1816" y="34023"/>
                  </a:lnTo>
                  <a:lnTo>
                    <a:pt x="1943" y="33718"/>
                  </a:lnTo>
                  <a:close/>
                </a:path>
                <a:path w="3175" h="37465">
                  <a:moveTo>
                    <a:pt x="1943" y="685"/>
                  </a:moveTo>
                  <a:lnTo>
                    <a:pt x="1651" y="558"/>
                  </a:lnTo>
                  <a:lnTo>
                    <a:pt x="1524" y="838"/>
                  </a:lnTo>
                  <a:lnTo>
                    <a:pt x="1803" y="965"/>
                  </a:lnTo>
                  <a:lnTo>
                    <a:pt x="1943" y="685"/>
                  </a:lnTo>
                  <a:close/>
                </a:path>
                <a:path w="3175" h="37465">
                  <a:moveTo>
                    <a:pt x="1968" y="26250"/>
                  </a:moveTo>
                  <a:lnTo>
                    <a:pt x="1689" y="26098"/>
                  </a:lnTo>
                  <a:lnTo>
                    <a:pt x="1549" y="26390"/>
                  </a:lnTo>
                  <a:lnTo>
                    <a:pt x="1841" y="26517"/>
                  </a:lnTo>
                  <a:lnTo>
                    <a:pt x="1968" y="26250"/>
                  </a:lnTo>
                  <a:close/>
                </a:path>
                <a:path w="3175" h="37465">
                  <a:moveTo>
                    <a:pt x="2133" y="36055"/>
                  </a:moveTo>
                  <a:close/>
                </a:path>
                <a:path w="3175" h="37465">
                  <a:moveTo>
                    <a:pt x="2146" y="29972"/>
                  </a:moveTo>
                  <a:lnTo>
                    <a:pt x="1943" y="29692"/>
                  </a:lnTo>
                  <a:lnTo>
                    <a:pt x="1676" y="29908"/>
                  </a:lnTo>
                  <a:lnTo>
                    <a:pt x="1879" y="30175"/>
                  </a:lnTo>
                  <a:lnTo>
                    <a:pt x="2146" y="29972"/>
                  </a:lnTo>
                  <a:close/>
                </a:path>
                <a:path w="3175" h="37465">
                  <a:moveTo>
                    <a:pt x="2146" y="4483"/>
                  </a:moveTo>
                  <a:lnTo>
                    <a:pt x="1943" y="4216"/>
                  </a:lnTo>
                  <a:lnTo>
                    <a:pt x="1676" y="4406"/>
                  </a:lnTo>
                  <a:lnTo>
                    <a:pt x="1879" y="4699"/>
                  </a:lnTo>
                  <a:lnTo>
                    <a:pt x="2146" y="4483"/>
                  </a:lnTo>
                  <a:close/>
                </a:path>
                <a:path w="3175" h="37465">
                  <a:moveTo>
                    <a:pt x="2247" y="27025"/>
                  </a:moveTo>
                  <a:lnTo>
                    <a:pt x="2032" y="26809"/>
                  </a:lnTo>
                  <a:lnTo>
                    <a:pt x="1828" y="27012"/>
                  </a:lnTo>
                  <a:lnTo>
                    <a:pt x="2032" y="27228"/>
                  </a:lnTo>
                  <a:lnTo>
                    <a:pt x="2247" y="27025"/>
                  </a:lnTo>
                  <a:close/>
                </a:path>
                <a:path w="3175" h="37465">
                  <a:moveTo>
                    <a:pt x="2247" y="1511"/>
                  </a:moveTo>
                  <a:lnTo>
                    <a:pt x="2032" y="1308"/>
                  </a:lnTo>
                  <a:lnTo>
                    <a:pt x="1828" y="1511"/>
                  </a:lnTo>
                  <a:lnTo>
                    <a:pt x="2032" y="1714"/>
                  </a:lnTo>
                  <a:lnTo>
                    <a:pt x="2247" y="1511"/>
                  </a:lnTo>
                  <a:close/>
                </a:path>
                <a:path w="3175" h="37465">
                  <a:moveTo>
                    <a:pt x="2260" y="33134"/>
                  </a:moveTo>
                  <a:lnTo>
                    <a:pt x="1981" y="32956"/>
                  </a:lnTo>
                  <a:lnTo>
                    <a:pt x="1816" y="33235"/>
                  </a:lnTo>
                  <a:lnTo>
                    <a:pt x="1943" y="33324"/>
                  </a:lnTo>
                  <a:lnTo>
                    <a:pt x="1981" y="33591"/>
                  </a:lnTo>
                  <a:lnTo>
                    <a:pt x="2184" y="33464"/>
                  </a:lnTo>
                  <a:lnTo>
                    <a:pt x="2260" y="33134"/>
                  </a:lnTo>
                  <a:close/>
                </a:path>
                <a:path w="3175" h="37465">
                  <a:moveTo>
                    <a:pt x="2260" y="7632"/>
                  </a:moveTo>
                  <a:lnTo>
                    <a:pt x="1981" y="7467"/>
                  </a:lnTo>
                  <a:lnTo>
                    <a:pt x="1816" y="7734"/>
                  </a:lnTo>
                  <a:lnTo>
                    <a:pt x="1943" y="7835"/>
                  </a:lnTo>
                  <a:lnTo>
                    <a:pt x="1981" y="8115"/>
                  </a:lnTo>
                  <a:lnTo>
                    <a:pt x="2184" y="7962"/>
                  </a:lnTo>
                  <a:lnTo>
                    <a:pt x="2260" y="7632"/>
                  </a:lnTo>
                  <a:close/>
                </a:path>
                <a:path w="3175" h="37465">
                  <a:moveTo>
                    <a:pt x="2324" y="25768"/>
                  </a:moveTo>
                  <a:lnTo>
                    <a:pt x="2070" y="25488"/>
                  </a:lnTo>
                  <a:lnTo>
                    <a:pt x="1803" y="25717"/>
                  </a:lnTo>
                  <a:lnTo>
                    <a:pt x="2032" y="25984"/>
                  </a:lnTo>
                  <a:lnTo>
                    <a:pt x="2324" y="25768"/>
                  </a:lnTo>
                  <a:close/>
                </a:path>
                <a:path w="3175" h="37465">
                  <a:moveTo>
                    <a:pt x="2324" y="266"/>
                  </a:moveTo>
                  <a:lnTo>
                    <a:pt x="2070" y="0"/>
                  </a:lnTo>
                  <a:lnTo>
                    <a:pt x="1803" y="228"/>
                  </a:lnTo>
                  <a:lnTo>
                    <a:pt x="2032" y="495"/>
                  </a:lnTo>
                  <a:lnTo>
                    <a:pt x="2324" y="266"/>
                  </a:lnTo>
                  <a:close/>
                </a:path>
                <a:path w="3175" h="37465">
                  <a:moveTo>
                    <a:pt x="2387" y="32080"/>
                  </a:moveTo>
                  <a:lnTo>
                    <a:pt x="2197" y="31851"/>
                  </a:lnTo>
                  <a:lnTo>
                    <a:pt x="1981" y="32054"/>
                  </a:lnTo>
                  <a:lnTo>
                    <a:pt x="2171" y="32258"/>
                  </a:lnTo>
                  <a:lnTo>
                    <a:pt x="2387" y="32080"/>
                  </a:lnTo>
                  <a:close/>
                </a:path>
                <a:path w="3175" h="37465">
                  <a:moveTo>
                    <a:pt x="2387" y="6565"/>
                  </a:moveTo>
                  <a:lnTo>
                    <a:pt x="2197" y="6350"/>
                  </a:lnTo>
                  <a:lnTo>
                    <a:pt x="1981" y="6553"/>
                  </a:lnTo>
                  <a:lnTo>
                    <a:pt x="2171" y="6769"/>
                  </a:lnTo>
                  <a:lnTo>
                    <a:pt x="2387" y="6565"/>
                  </a:lnTo>
                  <a:close/>
                </a:path>
                <a:path w="3175" h="37465">
                  <a:moveTo>
                    <a:pt x="2413" y="28333"/>
                  </a:moveTo>
                  <a:lnTo>
                    <a:pt x="2146" y="28130"/>
                  </a:lnTo>
                  <a:lnTo>
                    <a:pt x="1943" y="28384"/>
                  </a:lnTo>
                  <a:lnTo>
                    <a:pt x="2197" y="28587"/>
                  </a:lnTo>
                  <a:lnTo>
                    <a:pt x="2413" y="28333"/>
                  </a:lnTo>
                  <a:close/>
                </a:path>
                <a:path w="3175" h="37465">
                  <a:moveTo>
                    <a:pt x="2413" y="2832"/>
                  </a:moveTo>
                  <a:lnTo>
                    <a:pt x="2146" y="2628"/>
                  </a:lnTo>
                  <a:lnTo>
                    <a:pt x="1943" y="2882"/>
                  </a:lnTo>
                  <a:lnTo>
                    <a:pt x="2197" y="3086"/>
                  </a:lnTo>
                  <a:lnTo>
                    <a:pt x="2413" y="2832"/>
                  </a:lnTo>
                  <a:close/>
                </a:path>
                <a:path w="3175" h="37465">
                  <a:moveTo>
                    <a:pt x="2540" y="35242"/>
                  </a:moveTo>
                  <a:lnTo>
                    <a:pt x="2387" y="35026"/>
                  </a:lnTo>
                  <a:lnTo>
                    <a:pt x="2159" y="35179"/>
                  </a:lnTo>
                  <a:lnTo>
                    <a:pt x="2324" y="35407"/>
                  </a:lnTo>
                  <a:lnTo>
                    <a:pt x="2540" y="35242"/>
                  </a:lnTo>
                  <a:close/>
                </a:path>
                <a:path w="3175" h="37465">
                  <a:moveTo>
                    <a:pt x="2603" y="29451"/>
                  </a:moveTo>
                  <a:lnTo>
                    <a:pt x="2374" y="29171"/>
                  </a:lnTo>
                  <a:lnTo>
                    <a:pt x="2108" y="29387"/>
                  </a:lnTo>
                  <a:lnTo>
                    <a:pt x="2336" y="29654"/>
                  </a:lnTo>
                  <a:lnTo>
                    <a:pt x="2603" y="29451"/>
                  </a:lnTo>
                  <a:close/>
                </a:path>
                <a:path w="3175" h="37465">
                  <a:moveTo>
                    <a:pt x="2603" y="3937"/>
                  </a:moveTo>
                  <a:lnTo>
                    <a:pt x="2374" y="3683"/>
                  </a:lnTo>
                  <a:lnTo>
                    <a:pt x="2108" y="3898"/>
                  </a:lnTo>
                  <a:lnTo>
                    <a:pt x="2336" y="4152"/>
                  </a:lnTo>
                  <a:lnTo>
                    <a:pt x="2603" y="3937"/>
                  </a:lnTo>
                  <a:close/>
                </a:path>
                <a:path w="3175" h="37465">
                  <a:moveTo>
                    <a:pt x="2628" y="30594"/>
                  </a:moveTo>
                  <a:lnTo>
                    <a:pt x="2387" y="30340"/>
                  </a:lnTo>
                  <a:lnTo>
                    <a:pt x="2133" y="30581"/>
                  </a:lnTo>
                  <a:lnTo>
                    <a:pt x="2374" y="30835"/>
                  </a:lnTo>
                  <a:lnTo>
                    <a:pt x="2628" y="30594"/>
                  </a:lnTo>
                  <a:close/>
                </a:path>
                <a:path w="3175" h="37465">
                  <a:moveTo>
                    <a:pt x="2641" y="5105"/>
                  </a:moveTo>
                  <a:lnTo>
                    <a:pt x="2387" y="4864"/>
                  </a:lnTo>
                  <a:lnTo>
                    <a:pt x="2133" y="5105"/>
                  </a:lnTo>
                  <a:lnTo>
                    <a:pt x="2374" y="5346"/>
                  </a:lnTo>
                  <a:lnTo>
                    <a:pt x="2641" y="5105"/>
                  </a:lnTo>
                  <a:close/>
                </a:path>
                <a:path w="3175" h="37465">
                  <a:moveTo>
                    <a:pt x="2705" y="35852"/>
                  </a:moveTo>
                  <a:lnTo>
                    <a:pt x="2425" y="35636"/>
                  </a:lnTo>
                  <a:lnTo>
                    <a:pt x="2235" y="35928"/>
                  </a:lnTo>
                  <a:lnTo>
                    <a:pt x="2705" y="35852"/>
                  </a:lnTo>
                  <a:close/>
                </a:path>
                <a:path w="3175" h="37465">
                  <a:moveTo>
                    <a:pt x="2971" y="34810"/>
                  </a:moveTo>
                  <a:lnTo>
                    <a:pt x="2730" y="34531"/>
                  </a:lnTo>
                  <a:lnTo>
                    <a:pt x="2451" y="34302"/>
                  </a:lnTo>
                  <a:lnTo>
                    <a:pt x="2324" y="34594"/>
                  </a:lnTo>
                  <a:lnTo>
                    <a:pt x="2527" y="34696"/>
                  </a:lnTo>
                  <a:lnTo>
                    <a:pt x="2679" y="35039"/>
                  </a:lnTo>
                  <a:lnTo>
                    <a:pt x="2971" y="34810"/>
                  </a:lnTo>
                  <a:close/>
                </a:path>
                <a:path w="3175" h="37465">
                  <a:moveTo>
                    <a:pt x="2971" y="31686"/>
                  </a:moveTo>
                  <a:lnTo>
                    <a:pt x="2781" y="31394"/>
                  </a:lnTo>
                  <a:lnTo>
                    <a:pt x="2489" y="31584"/>
                  </a:lnTo>
                  <a:lnTo>
                    <a:pt x="2679" y="31851"/>
                  </a:lnTo>
                  <a:lnTo>
                    <a:pt x="2971" y="31686"/>
                  </a:lnTo>
                  <a:close/>
                </a:path>
                <a:path w="3175" h="37465">
                  <a:moveTo>
                    <a:pt x="2971" y="6197"/>
                  </a:moveTo>
                  <a:lnTo>
                    <a:pt x="2781" y="5905"/>
                  </a:lnTo>
                  <a:lnTo>
                    <a:pt x="2489" y="6096"/>
                  </a:lnTo>
                  <a:lnTo>
                    <a:pt x="2679" y="6362"/>
                  </a:lnTo>
                  <a:lnTo>
                    <a:pt x="2971" y="6197"/>
                  </a:lnTo>
                  <a:close/>
                </a:path>
                <a:path w="3175" h="37465">
                  <a:moveTo>
                    <a:pt x="2984" y="9296"/>
                  </a:moveTo>
                  <a:lnTo>
                    <a:pt x="2743" y="9017"/>
                  </a:lnTo>
                  <a:lnTo>
                    <a:pt x="2451" y="8801"/>
                  </a:lnTo>
                  <a:lnTo>
                    <a:pt x="2324" y="9105"/>
                  </a:lnTo>
                  <a:lnTo>
                    <a:pt x="2540" y="9194"/>
                  </a:lnTo>
                  <a:lnTo>
                    <a:pt x="2705" y="9537"/>
                  </a:lnTo>
                  <a:lnTo>
                    <a:pt x="2984" y="9296"/>
                  </a:lnTo>
                  <a:close/>
                </a:path>
                <a:path w="3175" h="37465">
                  <a:moveTo>
                    <a:pt x="2997" y="31026"/>
                  </a:moveTo>
                  <a:lnTo>
                    <a:pt x="2743" y="30797"/>
                  </a:lnTo>
                  <a:lnTo>
                    <a:pt x="2501" y="31038"/>
                  </a:lnTo>
                  <a:lnTo>
                    <a:pt x="2755" y="31280"/>
                  </a:lnTo>
                  <a:lnTo>
                    <a:pt x="2997" y="31026"/>
                  </a:lnTo>
                  <a:close/>
                </a:path>
                <a:path w="3175" h="37465">
                  <a:moveTo>
                    <a:pt x="2997" y="5524"/>
                  </a:moveTo>
                  <a:lnTo>
                    <a:pt x="2743" y="5283"/>
                  </a:lnTo>
                  <a:lnTo>
                    <a:pt x="2501" y="5537"/>
                  </a:lnTo>
                  <a:lnTo>
                    <a:pt x="2755" y="5765"/>
                  </a:lnTo>
                  <a:lnTo>
                    <a:pt x="2997" y="5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4" name="object 154"/>
            <p:cNvSpPr/>
            <p:nvPr/>
          </p:nvSpPr>
          <p:spPr>
            <a:xfrm>
              <a:off x="4005250" y="1177848"/>
              <a:ext cx="73025" cy="97790"/>
            </a:xfrm>
            <a:custGeom>
              <a:avLst/>
              <a:gdLst/>
              <a:ahLst/>
              <a:cxnLst/>
              <a:rect l="l" t="t" r="r" b="b"/>
              <a:pathLst>
                <a:path w="73025" h="97790">
                  <a:moveTo>
                    <a:pt x="520" y="97320"/>
                  </a:moveTo>
                  <a:lnTo>
                    <a:pt x="266" y="97040"/>
                  </a:lnTo>
                  <a:lnTo>
                    <a:pt x="0" y="97269"/>
                  </a:lnTo>
                  <a:lnTo>
                    <a:pt x="228" y="97536"/>
                  </a:lnTo>
                  <a:lnTo>
                    <a:pt x="520" y="97320"/>
                  </a:lnTo>
                  <a:close/>
                </a:path>
                <a:path w="73025" h="97790">
                  <a:moveTo>
                    <a:pt x="26974" y="9779"/>
                  </a:moveTo>
                  <a:lnTo>
                    <a:pt x="26771" y="9791"/>
                  </a:lnTo>
                  <a:lnTo>
                    <a:pt x="26974" y="9779"/>
                  </a:lnTo>
                  <a:close/>
                </a:path>
                <a:path w="73025" h="97790">
                  <a:moveTo>
                    <a:pt x="38608" y="10782"/>
                  </a:moveTo>
                  <a:lnTo>
                    <a:pt x="38366" y="10718"/>
                  </a:lnTo>
                  <a:lnTo>
                    <a:pt x="38608" y="10782"/>
                  </a:lnTo>
                  <a:close/>
                </a:path>
                <a:path w="73025" h="97790">
                  <a:moveTo>
                    <a:pt x="46748" y="11988"/>
                  </a:moveTo>
                  <a:lnTo>
                    <a:pt x="46685" y="11798"/>
                  </a:lnTo>
                  <a:lnTo>
                    <a:pt x="46583" y="12014"/>
                  </a:lnTo>
                  <a:lnTo>
                    <a:pt x="46609" y="12331"/>
                  </a:lnTo>
                  <a:lnTo>
                    <a:pt x="46736" y="12522"/>
                  </a:lnTo>
                  <a:lnTo>
                    <a:pt x="46685" y="12306"/>
                  </a:lnTo>
                  <a:lnTo>
                    <a:pt x="46748" y="11988"/>
                  </a:lnTo>
                  <a:close/>
                </a:path>
                <a:path w="73025" h="97790">
                  <a:moveTo>
                    <a:pt x="47409" y="546"/>
                  </a:moveTo>
                  <a:lnTo>
                    <a:pt x="47371" y="393"/>
                  </a:lnTo>
                  <a:lnTo>
                    <a:pt x="47409" y="546"/>
                  </a:lnTo>
                  <a:close/>
                </a:path>
                <a:path w="73025" h="97790">
                  <a:moveTo>
                    <a:pt x="48158" y="11658"/>
                  </a:moveTo>
                  <a:lnTo>
                    <a:pt x="48031" y="11684"/>
                  </a:lnTo>
                  <a:lnTo>
                    <a:pt x="48031" y="11811"/>
                  </a:lnTo>
                  <a:lnTo>
                    <a:pt x="48158" y="11709"/>
                  </a:lnTo>
                  <a:close/>
                </a:path>
                <a:path w="73025" h="97790">
                  <a:moveTo>
                    <a:pt x="49822" y="50"/>
                  </a:moveTo>
                  <a:lnTo>
                    <a:pt x="49695" y="0"/>
                  </a:lnTo>
                  <a:lnTo>
                    <a:pt x="49822" y="50"/>
                  </a:lnTo>
                  <a:close/>
                </a:path>
                <a:path w="73025" h="97790">
                  <a:moveTo>
                    <a:pt x="50419" y="9144"/>
                  </a:moveTo>
                  <a:lnTo>
                    <a:pt x="50241" y="9283"/>
                  </a:lnTo>
                  <a:lnTo>
                    <a:pt x="50228" y="9144"/>
                  </a:lnTo>
                  <a:lnTo>
                    <a:pt x="50114" y="9474"/>
                  </a:lnTo>
                  <a:lnTo>
                    <a:pt x="50215" y="10020"/>
                  </a:lnTo>
                  <a:lnTo>
                    <a:pt x="49695" y="9956"/>
                  </a:lnTo>
                  <a:lnTo>
                    <a:pt x="49606" y="10223"/>
                  </a:lnTo>
                  <a:lnTo>
                    <a:pt x="49618" y="10375"/>
                  </a:lnTo>
                  <a:lnTo>
                    <a:pt x="49733" y="10807"/>
                  </a:lnTo>
                  <a:lnTo>
                    <a:pt x="50076" y="10604"/>
                  </a:lnTo>
                  <a:lnTo>
                    <a:pt x="50228" y="10236"/>
                  </a:lnTo>
                  <a:lnTo>
                    <a:pt x="50342" y="9626"/>
                  </a:lnTo>
                  <a:lnTo>
                    <a:pt x="50330" y="9258"/>
                  </a:lnTo>
                  <a:close/>
                </a:path>
                <a:path w="73025" h="97790">
                  <a:moveTo>
                    <a:pt x="50736" y="0"/>
                  </a:moveTo>
                  <a:lnTo>
                    <a:pt x="50609" y="50"/>
                  </a:lnTo>
                  <a:lnTo>
                    <a:pt x="50736" y="139"/>
                  </a:lnTo>
                  <a:lnTo>
                    <a:pt x="50736" y="0"/>
                  </a:lnTo>
                  <a:close/>
                </a:path>
                <a:path w="73025" h="97790">
                  <a:moveTo>
                    <a:pt x="52438" y="10858"/>
                  </a:moveTo>
                  <a:lnTo>
                    <a:pt x="52374" y="10680"/>
                  </a:lnTo>
                  <a:lnTo>
                    <a:pt x="52260" y="10515"/>
                  </a:lnTo>
                  <a:lnTo>
                    <a:pt x="52031" y="10490"/>
                  </a:lnTo>
                  <a:lnTo>
                    <a:pt x="52031" y="11099"/>
                  </a:lnTo>
                  <a:lnTo>
                    <a:pt x="52222" y="10744"/>
                  </a:lnTo>
                  <a:lnTo>
                    <a:pt x="52438" y="10858"/>
                  </a:lnTo>
                  <a:close/>
                </a:path>
                <a:path w="73025" h="97790">
                  <a:moveTo>
                    <a:pt x="52590" y="8661"/>
                  </a:moveTo>
                  <a:lnTo>
                    <a:pt x="52565" y="8521"/>
                  </a:lnTo>
                  <a:lnTo>
                    <a:pt x="52527" y="8724"/>
                  </a:lnTo>
                  <a:close/>
                </a:path>
                <a:path w="73025" h="97790">
                  <a:moveTo>
                    <a:pt x="53136" y="10629"/>
                  </a:moveTo>
                  <a:lnTo>
                    <a:pt x="53111" y="10782"/>
                  </a:lnTo>
                  <a:lnTo>
                    <a:pt x="53136" y="10629"/>
                  </a:lnTo>
                  <a:close/>
                </a:path>
                <a:path w="73025" h="97790">
                  <a:moveTo>
                    <a:pt x="53606" y="14592"/>
                  </a:moveTo>
                  <a:lnTo>
                    <a:pt x="53479" y="14643"/>
                  </a:lnTo>
                  <a:lnTo>
                    <a:pt x="53606" y="14592"/>
                  </a:lnTo>
                  <a:close/>
                </a:path>
                <a:path w="73025" h="97790">
                  <a:moveTo>
                    <a:pt x="55333" y="11391"/>
                  </a:moveTo>
                  <a:lnTo>
                    <a:pt x="55232" y="11087"/>
                  </a:lnTo>
                  <a:lnTo>
                    <a:pt x="55194" y="11290"/>
                  </a:lnTo>
                  <a:lnTo>
                    <a:pt x="55333" y="11391"/>
                  </a:lnTo>
                  <a:close/>
                </a:path>
                <a:path w="73025" h="97790">
                  <a:moveTo>
                    <a:pt x="56134" y="5803"/>
                  </a:moveTo>
                  <a:lnTo>
                    <a:pt x="56134" y="6057"/>
                  </a:lnTo>
                  <a:lnTo>
                    <a:pt x="56134" y="5803"/>
                  </a:lnTo>
                  <a:close/>
                </a:path>
                <a:path w="73025" h="97790">
                  <a:moveTo>
                    <a:pt x="57581" y="10287"/>
                  </a:moveTo>
                  <a:lnTo>
                    <a:pt x="57454" y="10629"/>
                  </a:lnTo>
                  <a:lnTo>
                    <a:pt x="57581" y="10287"/>
                  </a:lnTo>
                  <a:close/>
                </a:path>
                <a:path w="73025" h="97790">
                  <a:moveTo>
                    <a:pt x="58077" y="10706"/>
                  </a:moveTo>
                  <a:lnTo>
                    <a:pt x="57950" y="10706"/>
                  </a:lnTo>
                  <a:lnTo>
                    <a:pt x="58077" y="10807"/>
                  </a:lnTo>
                  <a:close/>
                </a:path>
                <a:path w="73025" h="97790">
                  <a:moveTo>
                    <a:pt x="58318" y="10490"/>
                  </a:moveTo>
                  <a:lnTo>
                    <a:pt x="58267" y="10312"/>
                  </a:lnTo>
                  <a:lnTo>
                    <a:pt x="58318" y="10490"/>
                  </a:lnTo>
                  <a:close/>
                </a:path>
                <a:path w="73025" h="97790">
                  <a:moveTo>
                    <a:pt x="58953" y="6883"/>
                  </a:moveTo>
                  <a:lnTo>
                    <a:pt x="58928" y="6756"/>
                  </a:lnTo>
                  <a:lnTo>
                    <a:pt x="58788" y="6781"/>
                  </a:lnTo>
                  <a:lnTo>
                    <a:pt x="58953" y="6883"/>
                  </a:lnTo>
                  <a:close/>
                </a:path>
                <a:path w="73025" h="97790">
                  <a:moveTo>
                    <a:pt x="59931" y="10807"/>
                  </a:moveTo>
                  <a:lnTo>
                    <a:pt x="59804" y="10833"/>
                  </a:lnTo>
                  <a:lnTo>
                    <a:pt x="59931" y="10807"/>
                  </a:lnTo>
                  <a:close/>
                </a:path>
                <a:path w="73025" h="97790">
                  <a:moveTo>
                    <a:pt x="60236" y="3467"/>
                  </a:moveTo>
                  <a:lnTo>
                    <a:pt x="60109" y="3365"/>
                  </a:lnTo>
                  <a:lnTo>
                    <a:pt x="59994" y="3543"/>
                  </a:lnTo>
                  <a:lnTo>
                    <a:pt x="60236" y="3467"/>
                  </a:lnTo>
                  <a:close/>
                </a:path>
                <a:path w="73025" h="97790">
                  <a:moveTo>
                    <a:pt x="60731" y="13563"/>
                  </a:moveTo>
                  <a:lnTo>
                    <a:pt x="60579" y="12636"/>
                  </a:lnTo>
                  <a:lnTo>
                    <a:pt x="60248" y="11887"/>
                  </a:lnTo>
                  <a:lnTo>
                    <a:pt x="60299" y="11176"/>
                  </a:lnTo>
                  <a:lnTo>
                    <a:pt x="60147" y="11176"/>
                  </a:lnTo>
                  <a:lnTo>
                    <a:pt x="60248" y="12077"/>
                  </a:lnTo>
                  <a:lnTo>
                    <a:pt x="60464" y="12852"/>
                  </a:lnTo>
                  <a:lnTo>
                    <a:pt x="60731" y="13563"/>
                  </a:lnTo>
                  <a:close/>
                </a:path>
                <a:path w="73025" h="97790">
                  <a:moveTo>
                    <a:pt x="62611" y="7518"/>
                  </a:moveTo>
                  <a:lnTo>
                    <a:pt x="62382" y="7454"/>
                  </a:lnTo>
                  <a:lnTo>
                    <a:pt x="62255" y="7340"/>
                  </a:lnTo>
                  <a:lnTo>
                    <a:pt x="62407" y="7543"/>
                  </a:lnTo>
                  <a:lnTo>
                    <a:pt x="62611" y="7518"/>
                  </a:lnTo>
                  <a:close/>
                </a:path>
                <a:path w="73025" h="97790">
                  <a:moveTo>
                    <a:pt x="63804" y="4305"/>
                  </a:moveTo>
                  <a:lnTo>
                    <a:pt x="63652" y="4191"/>
                  </a:lnTo>
                  <a:lnTo>
                    <a:pt x="63487" y="4203"/>
                  </a:lnTo>
                  <a:lnTo>
                    <a:pt x="63804" y="4305"/>
                  </a:lnTo>
                  <a:close/>
                </a:path>
                <a:path w="73025" h="97790">
                  <a:moveTo>
                    <a:pt x="64020" y="13741"/>
                  </a:moveTo>
                  <a:lnTo>
                    <a:pt x="63855" y="13246"/>
                  </a:lnTo>
                  <a:lnTo>
                    <a:pt x="63296" y="13792"/>
                  </a:lnTo>
                  <a:lnTo>
                    <a:pt x="63322" y="14046"/>
                  </a:lnTo>
                  <a:lnTo>
                    <a:pt x="63423" y="13741"/>
                  </a:lnTo>
                  <a:lnTo>
                    <a:pt x="63779" y="13385"/>
                  </a:lnTo>
                  <a:lnTo>
                    <a:pt x="64020" y="13741"/>
                  </a:lnTo>
                  <a:close/>
                </a:path>
                <a:path w="73025" h="97790">
                  <a:moveTo>
                    <a:pt x="64058" y="4114"/>
                  </a:moveTo>
                  <a:lnTo>
                    <a:pt x="63919" y="3987"/>
                  </a:lnTo>
                  <a:lnTo>
                    <a:pt x="63919" y="4114"/>
                  </a:lnTo>
                  <a:lnTo>
                    <a:pt x="64058" y="4114"/>
                  </a:lnTo>
                  <a:close/>
                </a:path>
                <a:path w="73025" h="97790">
                  <a:moveTo>
                    <a:pt x="64338" y="12268"/>
                  </a:moveTo>
                  <a:lnTo>
                    <a:pt x="64211" y="12268"/>
                  </a:lnTo>
                  <a:lnTo>
                    <a:pt x="64262" y="12446"/>
                  </a:lnTo>
                  <a:lnTo>
                    <a:pt x="64338" y="12268"/>
                  </a:lnTo>
                  <a:close/>
                </a:path>
                <a:path w="73025" h="97790">
                  <a:moveTo>
                    <a:pt x="64401" y="4406"/>
                  </a:moveTo>
                  <a:lnTo>
                    <a:pt x="64389" y="4267"/>
                  </a:lnTo>
                  <a:lnTo>
                    <a:pt x="64122" y="4368"/>
                  </a:lnTo>
                  <a:lnTo>
                    <a:pt x="64401" y="4406"/>
                  </a:lnTo>
                  <a:close/>
                </a:path>
                <a:path w="73025" h="97790">
                  <a:moveTo>
                    <a:pt x="64833" y="4889"/>
                  </a:moveTo>
                  <a:lnTo>
                    <a:pt x="64579" y="4927"/>
                  </a:lnTo>
                  <a:lnTo>
                    <a:pt x="64833" y="4889"/>
                  </a:lnTo>
                  <a:close/>
                </a:path>
                <a:path w="73025" h="97790">
                  <a:moveTo>
                    <a:pt x="68376" y="9321"/>
                  </a:moveTo>
                  <a:lnTo>
                    <a:pt x="68148" y="9105"/>
                  </a:lnTo>
                  <a:lnTo>
                    <a:pt x="68313" y="9436"/>
                  </a:lnTo>
                  <a:close/>
                </a:path>
                <a:path w="73025" h="97790">
                  <a:moveTo>
                    <a:pt x="68389" y="10706"/>
                  </a:moveTo>
                  <a:lnTo>
                    <a:pt x="68326" y="10858"/>
                  </a:lnTo>
                  <a:lnTo>
                    <a:pt x="68389" y="10706"/>
                  </a:lnTo>
                  <a:close/>
                </a:path>
                <a:path w="73025" h="97790">
                  <a:moveTo>
                    <a:pt x="68999" y="4292"/>
                  </a:moveTo>
                  <a:lnTo>
                    <a:pt x="68935" y="4089"/>
                  </a:lnTo>
                  <a:lnTo>
                    <a:pt x="68808" y="4114"/>
                  </a:lnTo>
                  <a:lnTo>
                    <a:pt x="68770" y="4330"/>
                  </a:lnTo>
                  <a:lnTo>
                    <a:pt x="68999" y="4292"/>
                  </a:lnTo>
                  <a:close/>
                </a:path>
                <a:path w="73025" h="97790">
                  <a:moveTo>
                    <a:pt x="71043" y="11557"/>
                  </a:moveTo>
                  <a:lnTo>
                    <a:pt x="70916" y="11595"/>
                  </a:lnTo>
                  <a:lnTo>
                    <a:pt x="71043" y="11557"/>
                  </a:lnTo>
                  <a:close/>
                </a:path>
                <a:path w="73025" h="97790">
                  <a:moveTo>
                    <a:pt x="71183" y="7937"/>
                  </a:moveTo>
                  <a:lnTo>
                    <a:pt x="70993" y="7899"/>
                  </a:lnTo>
                  <a:lnTo>
                    <a:pt x="71094" y="8089"/>
                  </a:lnTo>
                  <a:lnTo>
                    <a:pt x="71183" y="7937"/>
                  </a:lnTo>
                  <a:close/>
                </a:path>
                <a:path w="73025" h="97790">
                  <a:moveTo>
                    <a:pt x="71894" y="6769"/>
                  </a:moveTo>
                  <a:lnTo>
                    <a:pt x="71755" y="6591"/>
                  </a:lnTo>
                  <a:lnTo>
                    <a:pt x="71729" y="6756"/>
                  </a:lnTo>
                  <a:lnTo>
                    <a:pt x="71894" y="6769"/>
                  </a:lnTo>
                  <a:close/>
                </a:path>
                <a:path w="73025" h="97790">
                  <a:moveTo>
                    <a:pt x="72110" y="6692"/>
                  </a:moveTo>
                  <a:lnTo>
                    <a:pt x="72009" y="6553"/>
                  </a:lnTo>
                  <a:lnTo>
                    <a:pt x="72034" y="6743"/>
                  </a:lnTo>
                  <a:close/>
                </a:path>
                <a:path w="73025" h="97790">
                  <a:moveTo>
                    <a:pt x="72694" y="4241"/>
                  </a:moveTo>
                  <a:lnTo>
                    <a:pt x="72326" y="4267"/>
                  </a:lnTo>
                  <a:lnTo>
                    <a:pt x="72644" y="4368"/>
                  </a:lnTo>
                  <a:lnTo>
                    <a:pt x="72694" y="42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5" name="object 155"/>
            <p:cNvSpPr/>
            <p:nvPr/>
          </p:nvSpPr>
          <p:spPr>
            <a:xfrm>
              <a:off x="4041318" y="1192732"/>
              <a:ext cx="35560" cy="20320"/>
            </a:xfrm>
            <a:custGeom>
              <a:avLst/>
              <a:gdLst/>
              <a:ahLst/>
              <a:cxnLst/>
              <a:rect l="l" t="t" r="r" b="b"/>
              <a:pathLst>
                <a:path w="35560" h="20319">
                  <a:moveTo>
                    <a:pt x="114" y="4457"/>
                  </a:moveTo>
                  <a:lnTo>
                    <a:pt x="0" y="4584"/>
                  </a:lnTo>
                  <a:lnTo>
                    <a:pt x="114" y="4457"/>
                  </a:lnTo>
                  <a:close/>
                </a:path>
                <a:path w="35560" h="20319">
                  <a:moveTo>
                    <a:pt x="4775" y="9067"/>
                  </a:moveTo>
                  <a:close/>
                </a:path>
                <a:path w="35560" h="20319">
                  <a:moveTo>
                    <a:pt x="5638" y="15989"/>
                  </a:moveTo>
                  <a:lnTo>
                    <a:pt x="5334" y="16217"/>
                  </a:lnTo>
                  <a:lnTo>
                    <a:pt x="5549" y="16230"/>
                  </a:lnTo>
                  <a:lnTo>
                    <a:pt x="5448" y="16103"/>
                  </a:lnTo>
                  <a:lnTo>
                    <a:pt x="5613" y="16116"/>
                  </a:lnTo>
                  <a:lnTo>
                    <a:pt x="5638" y="15989"/>
                  </a:lnTo>
                  <a:close/>
                </a:path>
                <a:path w="35560" h="20319">
                  <a:moveTo>
                    <a:pt x="8039" y="19481"/>
                  </a:moveTo>
                  <a:lnTo>
                    <a:pt x="7975" y="19354"/>
                  </a:lnTo>
                  <a:lnTo>
                    <a:pt x="7962" y="19481"/>
                  </a:lnTo>
                  <a:lnTo>
                    <a:pt x="7785" y="19519"/>
                  </a:lnTo>
                  <a:lnTo>
                    <a:pt x="8039" y="19481"/>
                  </a:lnTo>
                  <a:close/>
                </a:path>
                <a:path w="35560" h="20319">
                  <a:moveTo>
                    <a:pt x="9194" y="15913"/>
                  </a:moveTo>
                  <a:lnTo>
                    <a:pt x="8978" y="15862"/>
                  </a:lnTo>
                  <a:lnTo>
                    <a:pt x="9194" y="15913"/>
                  </a:lnTo>
                  <a:close/>
                </a:path>
                <a:path w="35560" h="20319">
                  <a:moveTo>
                    <a:pt x="9220" y="19443"/>
                  </a:moveTo>
                  <a:lnTo>
                    <a:pt x="9169" y="19265"/>
                  </a:lnTo>
                  <a:lnTo>
                    <a:pt x="9131" y="19392"/>
                  </a:lnTo>
                  <a:close/>
                </a:path>
                <a:path w="35560" h="20319">
                  <a:moveTo>
                    <a:pt x="9626" y="18656"/>
                  </a:moveTo>
                  <a:lnTo>
                    <a:pt x="9588" y="18834"/>
                  </a:lnTo>
                  <a:lnTo>
                    <a:pt x="9626" y="18656"/>
                  </a:lnTo>
                  <a:close/>
                </a:path>
                <a:path w="35560" h="20319">
                  <a:moveTo>
                    <a:pt x="9677" y="18897"/>
                  </a:moveTo>
                  <a:lnTo>
                    <a:pt x="9652" y="19138"/>
                  </a:lnTo>
                  <a:lnTo>
                    <a:pt x="9677" y="18897"/>
                  </a:lnTo>
                  <a:close/>
                </a:path>
                <a:path w="35560" h="20319">
                  <a:moveTo>
                    <a:pt x="10363" y="19494"/>
                  </a:moveTo>
                  <a:lnTo>
                    <a:pt x="10185" y="19392"/>
                  </a:lnTo>
                  <a:lnTo>
                    <a:pt x="10210" y="19583"/>
                  </a:lnTo>
                  <a:lnTo>
                    <a:pt x="10363" y="19494"/>
                  </a:lnTo>
                  <a:close/>
                </a:path>
                <a:path w="35560" h="20319">
                  <a:moveTo>
                    <a:pt x="10718" y="17919"/>
                  </a:moveTo>
                  <a:lnTo>
                    <a:pt x="10693" y="18097"/>
                  </a:lnTo>
                  <a:lnTo>
                    <a:pt x="10718" y="17919"/>
                  </a:lnTo>
                  <a:close/>
                </a:path>
                <a:path w="35560" h="20319">
                  <a:moveTo>
                    <a:pt x="10731" y="8331"/>
                  </a:moveTo>
                  <a:lnTo>
                    <a:pt x="10591" y="8382"/>
                  </a:lnTo>
                  <a:lnTo>
                    <a:pt x="10731" y="8331"/>
                  </a:lnTo>
                  <a:close/>
                </a:path>
                <a:path w="35560" h="20319">
                  <a:moveTo>
                    <a:pt x="11074" y="19418"/>
                  </a:moveTo>
                  <a:lnTo>
                    <a:pt x="10909" y="19418"/>
                  </a:lnTo>
                  <a:lnTo>
                    <a:pt x="10985" y="19545"/>
                  </a:lnTo>
                  <a:lnTo>
                    <a:pt x="11074" y="19418"/>
                  </a:lnTo>
                  <a:close/>
                </a:path>
                <a:path w="35560" h="20319">
                  <a:moveTo>
                    <a:pt x="11366" y="6819"/>
                  </a:moveTo>
                  <a:lnTo>
                    <a:pt x="11315" y="6311"/>
                  </a:lnTo>
                  <a:lnTo>
                    <a:pt x="11315" y="5791"/>
                  </a:lnTo>
                  <a:lnTo>
                    <a:pt x="11214" y="5245"/>
                  </a:lnTo>
                  <a:lnTo>
                    <a:pt x="11252" y="5765"/>
                  </a:lnTo>
                  <a:lnTo>
                    <a:pt x="11252" y="6273"/>
                  </a:lnTo>
                  <a:lnTo>
                    <a:pt x="11366" y="6819"/>
                  </a:lnTo>
                  <a:close/>
                </a:path>
                <a:path w="35560" h="20319">
                  <a:moveTo>
                    <a:pt x="11887" y="19646"/>
                  </a:moveTo>
                  <a:lnTo>
                    <a:pt x="11747" y="19761"/>
                  </a:lnTo>
                  <a:lnTo>
                    <a:pt x="11887" y="19646"/>
                  </a:lnTo>
                  <a:close/>
                </a:path>
                <a:path w="35560" h="20319">
                  <a:moveTo>
                    <a:pt x="11887" y="2070"/>
                  </a:moveTo>
                  <a:lnTo>
                    <a:pt x="11747" y="2120"/>
                  </a:lnTo>
                  <a:lnTo>
                    <a:pt x="11887" y="2070"/>
                  </a:lnTo>
                  <a:close/>
                </a:path>
                <a:path w="35560" h="20319">
                  <a:moveTo>
                    <a:pt x="12039" y="16573"/>
                  </a:moveTo>
                  <a:lnTo>
                    <a:pt x="11734" y="16624"/>
                  </a:lnTo>
                  <a:lnTo>
                    <a:pt x="11188" y="16522"/>
                  </a:lnTo>
                  <a:lnTo>
                    <a:pt x="10934" y="16649"/>
                  </a:lnTo>
                  <a:lnTo>
                    <a:pt x="11201" y="16624"/>
                  </a:lnTo>
                  <a:lnTo>
                    <a:pt x="11696" y="16713"/>
                  </a:lnTo>
                  <a:lnTo>
                    <a:pt x="12039" y="16573"/>
                  </a:lnTo>
                  <a:close/>
                </a:path>
                <a:path w="35560" h="20319">
                  <a:moveTo>
                    <a:pt x="13830" y="4546"/>
                  </a:moveTo>
                  <a:lnTo>
                    <a:pt x="13703" y="4597"/>
                  </a:lnTo>
                  <a:lnTo>
                    <a:pt x="13614" y="5461"/>
                  </a:lnTo>
                  <a:lnTo>
                    <a:pt x="13614" y="6375"/>
                  </a:lnTo>
                  <a:lnTo>
                    <a:pt x="13677" y="7035"/>
                  </a:lnTo>
                  <a:lnTo>
                    <a:pt x="13677" y="6045"/>
                  </a:lnTo>
                  <a:lnTo>
                    <a:pt x="13728" y="5511"/>
                  </a:lnTo>
                  <a:lnTo>
                    <a:pt x="13830" y="4572"/>
                  </a:lnTo>
                  <a:close/>
                </a:path>
                <a:path w="35560" h="20319">
                  <a:moveTo>
                    <a:pt x="14287" y="2006"/>
                  </a:moveTo>
                  <a:lnTo>
                    <a:pt x="14071" y="1955"/>
                  </a:lnTo>
                  <a:lnTo>
                    <a:pt x="14033" y="2108"/>
                  </a:lnTo>
                  <a:lnTo>
                    <a:pt x="14173" y="2197"/>
                  </a:lnTo>
                  <a:lnTo>
                    <a:pt x="14287" y="2006"/>
                  </a:lnTo>
                  <a:close/>
                </a:path>
                <a:path w="35560" h="20319">
                  <a:moveTo>
                    <a:pt x="16840" y="11925"/>
                  </a:moveTo>
                  <a:lnTo>
                    <a:pt x="16713" y="12217"/>
                  </a:lnTo>
                  <a:lnTo>
                    <a:pt x="16840" y="12217"/>
                  </a:lnTo>
                  <a:lnTo>
                    <a:pt x="16840" y="11925"/>
                  </a:lnTo>
                  <a:close/>
                </a:path>
                <a:path w="35560" h="20319">
                  <a:moveTo>
                    <a:pt x="17589" y="4927"/>
                  </a:moveTo>
                  <a:lnTo>
                    <a:pt x="17551" y="5054"/>
                  </a:lnTo>
                  <a:lnTo>
                    <a:pt x="17589" y="4927"/>
                  </a:lnTo>
                  <a:close/>
                </a:path>
                <a:path w="35560" h="20319">
                  <a:moveTo>
                    <a:pt x="17945" y="8648"/>
                  </a:moveTo>
                  <a:lnTo>
                    <a:pt x="17729" y="8775"/>
                  </a:lnTo>
                  <a:lnTo>
                    <a:pt x="17868" y="8864"/>
                  </a:lnTo>
                  <a:lnTo>
                    <a:pt x="17945" y="8648"/>
                  </a:lnTo>
                  <a:close/>
                </a:path>
                <a:path w="35560" h="20319">
                  <a:moveTo>
                    <a:pt x="18707" y="14947"/>
                  </a:moveTo>
                  <a:lnTo>
                    <a:pt x="18542" y="13716"/>
                  </a:lnTo>
                  <a:lnTo>
                    <a:pt x="18364" y="12077"/>
                  </a:lnTo>
                  <a:lnTo>
                    <a:pt x="18364" y="10718"/>
                  </a:lnTo>
                  <a:lnTo>
                    <a:pt x="18313" y="12192"/>
                  </a:lnTo>
                  <a:lnTo>
                    <a:pt x="18440" y="13703"/>
                  </a:lnTo>
                  <a:lnTo>
                    <a:pt x="18707" y="14947"/>
                  </a:lnTo>
                  <a:close/>
                </a:path>
                <a:path w="35560" h="20319">
                  <a:moveTo>
                    <a:pt x="20866" y="10490"/>
                  </a:moveTo>
                  <a:lnTo>
                    <a:pt x="20688" y="10515"/>
                  </a:lnTo>
                  <a:lnTo>
                    <a:pt x="20866" y="10490"/>
                  </a:lnTo>
                  <a:close/>
                </a:path>
                <a:path w="35560" h="20319">
                  <a:moveTo>
                    <a:pt x="20980" y="9791"/>
                  </a:moveTo>
                  <a:lnTo>
                    <a:pt x="20675" y="9499"/>
                  </a:lnTo>
                  <a:lnTo>
                    <a:pt x="20193" y="9817"/>
                  </a:lnTo>
                  <a:lnTo>
                    <a:pt x="20142" y="10172"/>
                  </a:lnTo>
                  <a:lnTo>
                    <a:pt x="20332" y="9956"/>
                  </a:lnTo>
                  <a:lnTo>
                    <a:pt x="20510" y="9639"/>
                  </a:lnTo>
                  <a:lnTo>
                    <a:pt x="20980" y="9791"/>
                  </a:lnTo>
                  <a:close/>
                </a:path>
                <a:path w="35560" h="20319">
                  <a:moveTo>
                    <a:pt x="22263" y="6337"/>
                  </a:moveTo>
                  <a:lnTo>
                    <a:pt x="22136" y="6896"/>
                  </a:lnTo>
                  <a:lnTo>
                    <a:pt x="22009" y="7607"/>
                  </a:lnTo>
                  <a:lnTo>
                    <a:pt x="22059" y="8255"/>
                  </a:lnTo>
                  <a:lnTo>
                    <a:pt x="22034" y="7632"/>
                  </a:lnTo>
                  <a:lnTo>
                    <a:pt x="22237" y="6896"/>
                  </a:lnTo>
                  <a:lnTo>
                    <a:pt x="22263" y="6337"/>
                  </a:lnTo>
                  <a:close/>
                </a:path>
                <a:path w="35560" h="20319">
                  <a:moveTo>
                    <a:pt x="22923" y="15849"/>
                  </a:moveTo>
                  <a:lnTo>
                    <a:pt x="22491" y="15735"/>
                  </a:lnTo>
                  <a:lnTo>
                    <a:pt x="22440" y="15595"/>
                  </a:lnTo>
                  <a:lnTo>
                    <a:pt x="22466" y="15824"/>
                  </a:lnTo>
                  <a:lnTo>
                    <a:pt x="22923" y="15849"/>
                  </a:lnTo>
                  <a:close/>
                </a:path>
                <a:path w="35560" h="20319">
                  <a:moveTo>
                    <a:pt x="23533" y="15900"/>
                  </a:moveTo>
                  <a:lnTo>
                    <a:pt x="23368" y="15824"/>
                  </a:lnTo>
                  <a:lnTo>
                    <a:pt x="23533" y="15900"/>
                  </a:lnTo>
                  <a:close/>
                </a:path>
                <a:path w="35560" h="20319">
                  <a:moveTo>
                    <a:pt x="23914" y="15913"/>
                  </a:moveTo>
                  <a:lnTo>
                    <a:pt x="23558" y="15900"/>
                  </a:lnTo>
                  <a:lnTo>
                    <a:pt x="23736" y="16014"/>
                  </a:lnTo>
                  <a:lnTo>
                    <a:pt x="23914" y="15913"/>
                  </a:lnTo>
                  <a:close/>
                </a:path>
                <a:path w="35560" h="20319">
                  <a:moveTo>
                    <a:pt x="23926" y="15430"/>
                  </a:moveTo>
                  <a:lnTo>
                    <a:pt x="23888" y="15252"/>
                  </a:lnTo>
                  <a:lnTo>
                    <a:pt x="23774" y="15392"/>
                  </a:lnTo>
                  <a:lnTo>
                    <a:pt x="23926" y="15430"/>
                  </a:lnTo>
                  <a:close/>
                </a:path>
                <a:path w="35560" h="20319">
                  <a:moveTo>
                    <a:pt x="24434" y="13754"/>
                  </a:moveTo>
                  <a:lnTo>
                    <a:pt x="24282" y="14351"/>
                  </a:lnTo>
                  <a:lnTo>
                    <a:pt x="24409" y="14109"/>
                  </a:lnTo>
                  <a:lnTo>
                    <a:pt x="24434" y="13754"/>
                  </a:lnTo>
                  <a:close/>
                </a:path>
                <a:path w="35560" h="20319">
                  <a:moveTo>
                    <a:pt x="24485" y="13157"/>
                  </a:moveTo>
                  <a:lnTo>
                    <a:pt x="24333" y="13004"/>
                  </a:lnTo>
                  <a:lnTo>
                    <a:pt x="24371" y="13449"/>
                  </a:lnTo>
                  <a:lnTo>
                    <a:pt x="24434" y="13677"/>
                  </a:lnTo>
                  <a:lnTo>
                    <a:pt x="24460" y="13436"/>
                  </a:lnTo>
                  <a:lnTo>
                    <a:pt x="24485" y="13157"/>
                  </a:lnTo>
                  <a:close/>
                </a:path>
                <a:path w="35560" h="20319">
                  <a:moveTo>
                    <a:pt x="24828" y="15798"/>
                  </a:moveTo>
                  <a:lnTo>
                    <a:pt x="24561" y="15722"/>
                  </a:lnTo>
                  <a:lnTo>
                    <a:pt x="24231" y="15697"/>
                  </a:lnTo>
                  <a:lnTo>
                    <a:pt x="24142" y="15443"/>
                  </a:lnTo>
                  <a:lnTo>
                    <a:pt x="24168" y="15798"/>
                  </a:lnTo>
                  <a:lnTo>
                    <a:pt x="24612" y="15925"/>
                  </a:lnTo>
                  <a:lnTo>
                    <a:pt x="24714" y="15798"/>
                  </a:lnTo>
                  <a:close/>
                </a:path>
                <a:path w="35560" h="20319">
                  <a:moveTo>
                    <a:pt x="25971" y="16268"/>
                  </a:moveTo>
                  <a:lnTo>
                    <a:pt x="25742" y="16154"/>
                  </a:lnTo>
                  <a:lnTo>
                    <a:pt x="25971" y="16268"/>
                  </a:lnTo>
                  <a:close/>
                </a:path>
                <a:path w="35560" h="20319">
                  <a:moveTo>
                    <a:pt x="26987" y="5651"/>
                  </a:moveTo>
                  <a:lnTo>
                    <a:pt x="26860" y="5880"/>
                  </a:lnTo>
                  <a:lnTo>
                    <a:pt x="26746" y="6096"/>
                  </a:lnTo>
                  <a:lnTo>
                    <a:pt x="26644" y="6350"/>
                  </a:lnTo>
                  <a:lnTo>
                    <a:pt x="26822" y="6311"/>
                  </a:lnTo>
                  <a:lnTo>
                    <a:pt x="26822" y="6134"/>
                  </a:lnTo>
                  <a:lnTo>
                    <a:pt x="26987" y="5651"/>
                  </a:lnTo>
                  <a:close/>
                </a:path>
                <a:path w="35560" h="20319">
                  <a:moveTo>
                    <a:pt x="27470" y="10604"/>
                  </a:moveTo>
                  <a:lnTo>
                    <a:pt x="27292" y="10312"/>
                  </a:lnTo>
                  <a:lnTo>
                    <a:pt x="27292" y="10528"/>
                  </a:lnTo>
                  <a:lnTo>
                    <a:pt x="27470" y="10604"/>
                  </a:lnTo>
                  <a:close/>
                </a:path>
                <a:path w="35560" h="20319">
                  <a:moveTo>
                    <a:pt x="27800" y="11404"/>
                  </a:moveTo>
                  <a:lnTo>
                    <a:pt x="27622" y="11366"/>
                  </a:lnTo>
                  <a:lnTo>
                    <a:pt x="27800" y="11404"/>
                  </a:lnTo>
                  <a:close/>
                </a:path>
                <a:path w="35560" h="20319">
                  <a:moveTo>
                    <a:pt x="27914" y="11836"/>
                  </a:moveTo>
                  <a:lnTo>
                    <a:pt x="27813" y="11455"/>
                  </a:lnTo>
                  <a:lnTo>
                    <a:pt x="27673" y="11671"/>
                  </a:lnTo>
                  <a:lnTo>
                    <a:pt x="27914" y="11836"/>
                  </a:lnTo>
                  <a:close/>
                </a:path>
                <a:path w="35560" h="20319">
                  <a:moveTo>
                    <a:pt x="28575" y="10261"/>
                  </a:moveTo>
                  <a:lnTo>
                    <a:pt x="28448" y="10528"/>
                  </a:lnTo>
                  <a:lnTo>
                    <a:pt x="28308" y="10756"/>
                  </a:lnTo>
                  <a:lnTo>
                    <a:pt x="28143" y="10960"/>
                  </a:lnTo>
                  <a:lnTo>
                    <a:pt x="28346" y="10985"/>
                  </a:lnTo>
                  <a:lnTo>
                    <a:pt x="28448" y="10782"/>
                  </a:lnTo>
                  <a:lnTo>
                    <a:pt x="28422" y="10642"/>
                  </a:lnTo>
                  <a:lnTo>
                    <a:pt x="28549" y="10642"/>
                  </a:lnTo>
                  <a:lnTo>
                    <a:pt x="28575" y="10261"/>
                  </a:lnTo>
                  <a:close/>
                </a:path>
                <a:path w="35560" h="20319">
                  <a:moveTo>
                    <a:pt x="31407" y="241"/>
                  </a:moveTo>
                  <a:lnTo>
                    <a:pt x="31242" y="254"/>
                  </a:lnTo>
                  <a:lnTo>
                    <a:pt x="31407" y="241"/>
                  </a:lnTo>
                  <a:close/>
                </a:path>
                <a:path w="35560" h="20319">
                  <a:moveTo>
                    <a:pt x="35255" y="63"/>
                  </a:moveTo>
                  <a:lnTo>
                    <a:pt x="34696" y="0"/>
                  </a:lnTo>
                  <a:lnTo>
                    <a:pt x="34874" y="38"/>
                  </a:lnTo>
                  <a:lnTo>
                    <a:pt x="35039" y="63"/>
                  </a:lnTo>
                  <a:lnTo>
                    <a:pt x="35255" y="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6" name="object 156"/>
            <p:cNvSpPr/>
            <p:nvPr/>
          </p:nvSpPr>
          <p:spPr>
            <a:xfrm>
              <a:off x="4030180" y="1177607"/>
              <a:ext cx="50165" cy="40640"/>
            </a:xfrm>
            <a:custGeom>
              <a:avLst/>
              <a:gdLst/>
              <a:ahLst/>
              <a:cxnLst/>
              <a:rect l="l" t="t" r="r" b="b"/>
              <a:pathLst>
                <a:path w="50164" h="40640">
                  <a:moveTo>
                    <a:pt x="901" y="7251"/>
                  </a:moveTo>
                  <a:lnTo>
                    <a:pt x="850" y="7112"/>
                  </a:lnTo>
                  <a:lnTo>
                    <a:pt x="114" y="7112"/>
                  </a:lnTo>
                  <a:lnTo>
                    <a:pt x="901" y="7251"/>
                  </a:lnTo>
                  <a:close/>
                </a:path>
                <a:path w="50164" h="40640">
                  <a:moveTo>
                    <a:pt x="1028" y="7112"/>
                  </a:moveTo>
                  <a:lnTo>
                    <a:pt x="723" y="6858"/>
                  </a:lnTo>
                  <a:lnTo>
                    <a:pt x="850" y="7112"/>
                  </a:lnTo>
                  <a:lnTo>
                    <a:pt x="1028" y="7112"/>
                  </a:lnTo>
                  <a:close/>
                </a:path>
                <a:path w="50164" h="40640">
                  <a:moveTo>
                    <a:pt x="1079" y="5765"/>
                  </a:moveTo>
                  <a:lnTo>
                    <a:pt x="939" y="5765"/>
                  </a:lnTo>
                  <a:lnTo>
                    <a:pt x="1079" y="5765"/>
                  </a:lnTo>
                  <a:close/>
                </a:path>
                <a:path w="50164" h="40640">
                  <a:moveTo>
                    <a:pt x="1219" y="12954"/>
                  </a:moveTo>
                  <a:lnTo>
                    <a:pt x="1054" y="12700"/>
                  </a:lnTo>
                  <a:lnTo>
                    <a:pt x="1003" y="12865"/>
                  </a:lnTo>
                  <a:lnTo>
                    <a:pt x="787" y="12700"/>
                  </a:lnTo>
                  <a:lnTo>
                    <a:pt x="825" y="13208"/>
                  </a:lnTo>
                  <a:lnTo>
                    <a:pt x="927" y="13462"/>
                  </a:lnTo>
                  <a:lnTo>
                    <a:pt x="1130" y="13462"/>
                  </a:lnTo>
                  <a:lnTo>
                    <a:pt x="1130" y="12954"/>
                  </a:lnTo>
                  <a:close/>
                </a:path>
                <a:path w="50164" h="40640">
                  <a:moveTo>
                    <a:pt x="1282" y="12700"/>
                  </a:moveTo>
                  <a:lnTo>
                    <a:pt x="1054" y="12585"/>
                  </a:lnTo>
                  <a:lnTo>
                    <a:pt x="1104" y="12446"/>
                  </a:lnTo>
                  <a:lnTo>
                    <a:pt x="977" y="12547"/>
                  </a:lnTo>
                  <a:lnTo>
                    <a:pt x="825" y="12446"/>
                  </a:lnTo>
                  <a:lnTo>
                    <a:pt x="825" y="12674"/>
                  </a:lnTo>
                  <a:lnTo>
                    <a:pt x="1016" y="12700"/>
                  </a:lnTo>
                  <a:lnTo>
                    <a:pt x="1282" y="12700"/>
                  </a:lnTo>
                  <a:close/>
                </a:path>
                <a:path w="50164" h="40640">
                  <a:moveTo>
                    <a:pt x="1663" y="7112"/>
                  </a:moveTo>
                  <a:lnTo>
                    <a:pt x="1028" y="7112"/>
                  </a:lnTo>
                  <a:lnTo>
                    <a:pt x="1574" y="7366"/>
                  </a:lnTo>
                  <a:lnTo>
                    <a:pt x="1663" y="7112"/>
                  </a:lnTo>
                  <a:close/>
                </a:path>
                <a:path w="50164" h="40640">
                  <a:moveTo>
                    <a:pt x="2032" y="6350"/>
                  </a:moveTo>
                  <a:lnTo>
                    <a:pt x="1905" y="6223"/>
                  </a:lnTo>
                  <a:lnTo>
                    <a:pt x="1676" y="6350"/>
                  </a:lnTo>
                  <a:lnTo>
                    <a:pt x="1955" y="6350"/>
                  </a:lnTo>
                  <a:close/>
                </a:path>
                <a:path w="50164" h="40640">
                  <a:moveTo>
                    <a:pt x="2654" y="8128"/>
                  </a:moveTo>
                  <a:lnTo>
                    <a:pt x="2209" y="7975"/>
                  </a:lnTo>
                  <a:lnTo>
                    <a:pt x="2209" y="8128"/>
                  </a:lnTo>
                  <a:lnTo>
                    <a:pt x="2654" y="8128"/>
                  </a:lnTo>
                  <a:close/>
                </a:path>
                <a:path w="50164" h="40640">
                  <a:moveTo>
                    <a:pt x="3238" y="10871"/>
                  </a:moveTo>
                  <a:lnTo>
                    <a:pt x="2844" y="11049"/>
                  </a:lnTo>
                  <a:lnTo>
                    <a:pt x="3175" y="11049"/>
                  </a:lnTo>
                  <a:lnTo>
                    <a:pt x="3238" y="10871"/>
                  </a:lnTo>
                  <a:close/>
                </a:path>
                <a:path w="50164" h="40640">
                  <a:moveTo>
                    <a:pt x="3352" y="12954"/>
                  </a:moveTo>
                  <a:lnTo>
                    <a:pt x="3327" y="12700"/>
                  </a:lnTo>
                  <a:lnTo>
                    <a:pt x="3200" y="12700"/>
                  </a:lnTo>
                  <a:lnTo>
                    <a:pt x="3352" y="12954"/>
                  </a:lnTo>
                  <a:close/>
                </a:path>
                <a:path w="50164" h="40640">
                  <a:moveTo>
                    <a:pt x="5867" y="16002"/>
                  </a:moveTo>
                  <a:lnTo>
                    <a:pt x="5676" y="16129"/>
                  </a:lnTo>
                  <a:lnTo>
                    <a:pt x="5727" y="16256"/>
                  </a:lnTo>
                  <a:lnTo>
                    <a:pt x="5803" y="16129"/>
                  </a:lnTo>
                  <a:lnTo>
                    <a:pt x="5867" y="16002"/>
                  </a:lnTo>
                  <a:close/>
                </a:path>
                <a:path w="50164" h="40640">
                  <a:moveTo>
                    <a:pt x="5905" y="15367"/>
                  </a:moveTo>
                  <a:lnTo>
                    <a:pt x="5664" y="15367"/>
                  </a:lnTo>
                  <a:lnTo>
                    <a:pt x="5905" y="15367"/>
                  </a:lnTo>
                  <a:close/>
                </a:path>
                <a:path w="50164" h="40640">
                  <a:moveTo>
                    <a:pt x="7912" y="22225"/>
                  </a:moveTo>
                  <a:lnTo>
                    <a:pt x="7658" y="22098"/>
                  </a:lnTo>
                  <a:lnTo>
                    <a:pt x="7556" y="21971"/>
                  </a:lnTo>
                  <a:lnTo>
                    <a:pt x="7505" y="22098"/>
                  </a:lnTo>
                  <a:lnTo>
                    <a:pt x="7912" y="22225"/>
                  </a:lnTo>
                  <a:close/>
                </a:path>
                <a:path w="50164" h="40640">
                  <a:moveTo>
                    <a:pt x="8191" y="21717"/>
                  </a:moveTo>
                  <a:lnTo>
                    <a:pt x="8051" y="21590"/>
                  </a:lnTo>
                  <a:lnTo>
                    <a:pt x="7467" y="21590"/>
                  </a:lnTo>
                  <a:lnTo>
                    <a:pt x="7213" y="21590"/>
                  </a:lnTo>
                  <a:lnTo>
                    <a:pt x="7353" y="21717"/>
                  </a:lnTo>
                  <a:lnTo>
                    <a:pt x="8077" y="21844"/>
                  </a:lnTo>
                  <a:lnTo>
                    <a:pt x="8191" y="21717"/>
                  </a:lnTo>
                  <a:close/>
                </a:path>
                <a:path w="50164" h="40640">
                  <a:moveTo>
                    <a:pt x="10121" y="20066"/>
                  </a:moveTo>
                  <a:lnTo>
                    <a:pt x="9944" y="20066"/>
                  </a:lnTo>
                  <a:lnTo>
                    <a:pt x="9994" y="20193"/>
                  </a:lnTo>
                  <a:lnTo>
                    <a:pt x="10121" y="20066"/>
                  </a:lnTo>
                  <a:close/>
                </a:path>
                <a:path w="50164" h="40640">
                  <a:moveTo>
                    <a:pt x="10261" y="26035"/>
                  </a:moveTo>
                  <a:lnTo>
                    <a:pt x="9791" y="25908"/>
                  </a:lnTo>
                  <a:lnTo>
                    <a:pt x="9842" y="26162"/>
                  </a:lnTo>
                  <a:lnTo>
                    <a:pt x="10261" y="26035"/>
                  </a:lnTo>
                  <a:close/>
                </a:path>
                <a:path w="50164" h="40640">
                  <a:moveTo>
                    <a:pt x="10426" y="20066"/>
                  </a:moveTo>
                  <a:lnTo>
                    <a:pt x="10147" y="20066"/>
                  </a:lnTo>
                  <a:lnTo>
                    <a:pt x="10248" y="20320"/>
                  </a:lnTo>
                  <a:lnTo>
                    <a:pt x="10388" y="20193"/>
                  </a:lnTo>
                  <a:lnTo>
                    <a:pt x="10426" y="20066"/>
                  </a:lnTo>
                  <a:close/>
                </a:path>
                <a:path w="50164" h="40640">
                  <a:moveTo>
                    <a:pt x="10515" y="20828"/>
                  </a:moveTo>
                  <a:lnTo>
                    <a:pt x="10439" y="20574"/>
                  </a:lnTo>
                  <a:lnTo>
                    <a:pt x="10033" y="20574"/>
                  </a:lnTo>
                  <a:lnTo>
                    <a:pt x="9944" y="20066"/>
                  </a:lnTo>
                  <a:lnTo>
                    <a:pt x="9664" y="20066"/>
                  </a:lnTo>
                  <a:lnTo>
                    <a:pt x="9728" y="20574"/>
                  </a:lnTo>
                  <a:lnTo>
                    <a:pt x="10515" y="20828"/>
                  </a:lnTo>
                  <a:close/>
                </a:path>
                <a:path w="50164" h="40640">
                  <a:moveTo>
                    <a:pt x="10629" y="25400"/>
                  </a:moveTo>
                  <a:lnTo>
                    <a:pt x="10375" y="25400"/>
                  </a:lnTo>
                  <a:lnTo>
                    <a:pt x="10350" y="25654"/>
                  </a:lnTo>
                  <a:lnTo>
                    <a:pt x="10502" y="25527"/>
                  </a:lnTo>
                  <a:lnTo>
                    <a:pt x="10629" y="25400"/>
                  </a:lnTo>
                  <a:close/>
                </a:path>
                <a:path w="50164" h="40640">
                  <a:moveTo>
                    <a:pt x="10769" y="20066"/>
                  </a:moveTo>
                  <a:lnTo>
                    <a:pt x="10502" y="19812"/>
                  </a:lnTo>
                  <a:lnTo>
                    <a:pt x="10426" y="20066"/>
                  </a:lnTo>
                  <a:lnTo>
                    <a:pt x="10769" y="20066"/>
                  </a:lnTo>
                  <a:close/>
                </a:path>
                <a:path w="50164" h="40640">
                  <a:moveTo>
                    <a:pt x="11379" y="26416"/>
                  </a:moveTo>
                  <a:lnTo>
                    <a:pt x="11277" y="26162"/>
                  </a:lnTo>
                  <a:lnTo>
                    <a:pt x="11087" y="26162"/>
                  </a:lnTo>
                  <a:lnTo>
                    <a:pt x="11099" y="26035"/>
                  </a:lnTo>
                  <a:lnTo>
                    <a:pt x="10934" y="26162"/>
                  </a:lnTo>
                  <a:lnTo>
                    <a:pt x="10820" y="26416"/>
                  </a:lnTo>
                  <a:lnTo>
                    <a:pt x="11061" y="26416"/>
                  </a:lnTo>
                  <a:lnTo>
                    <a:pt x="11379" y="26416"/>
                  </a:lnTo>
                  <a:close/>
                </a:path>
                <a:path w="50164" h="40640">
                  <a:moveTo>
                    <a:pt x="12522" y="18034"/>
                  </a:moveTo>
                  <a:lnTo>
                    <a:pt x="12344" y="18034"/>
                  </a:lnTo>
                  <a:lnTo>
                    <a:pt x="12369" y="18161"/>
                  </a:lnTo>
                  <a:lnTo>
                    <a:pt x="12522" y="18034"/>
                  </a:lnTo>
                  <a:close/>
                </a:path>
                <a:path w="50164" h="40640">
                  <a:moveTo>
                    <a:pt x="12928" y="33655"/>
                  </a:moveTo>
                  <a:lnTo>
                    <a:pt x="12420" y="33528"/>
                  </a:lnTo>
                  <a:lnTo>
                    <a:pt x="12522" y="33655"/>
                  </a:lnTo>
                  <a:lnTo>
                    <a:pt x="12928" y="33655"/>
                  </a:lnTo>
                  <a:close/>
                </a:path>
                <a:path w="50164" h="40640">
                  <a:moveTo>
                    <a:pt x="12979" y="16891"/>
                  </a:moveTo>
                  <a:lnTo>
                    <a:pt x="11049" y="16891"/>
                  </a:lnTo>
                  <a:lnTo>
                    <a:pt x="10858" y="16891"/>
                  </a:lnTo>
                  <a:lnTo>
                    <a:pt x="10858" y="18288"/>
                  </a:lnTo>
                  <a:lnTo>
                    <a:pt x="10795" y="18415"/>
                  </a:lnTo>
                  <a:lnTo>
                    <a:pt x="10718" y="18542"/>
                  </a:lnTo>
                  <a:lnTo>
                    <a:pt x="10744" y="18288"/>
                  </a:lnTo>
                  <a:lnTo>
                    <a:pt x="10858" y="16891"/>
                  </a:lnTo>
                  <a:lnTo>
                    <a:pt x="10706" y="16891"/>
                  </a:lnTo>
                  <a:lnTo>
                    <a:pt x="10629" y="17399"/>
                  </a:lnTo>
                  <a:lnTo>
                    <a:pt x="8280" y="17399"/>
                  </a:lnTo>
                  <a:lnTo>
                    <a:pt x="5930" y="19177"/>
                  </a:lnTo>
                  <a:lnTo>
                    <a:pt x="6007" y="19685"/>
                  </a:lnTo>
                  <a:lnTo>
                    <a:pt x="6248" y="20066"/>
                  </a:lnTo>
                  <a:lnTo>
                    <a:pt x="6324" y="20193"/>
                  </a:lnTo>
                  <a:lnTo>
                    <a:pt x="6400" y="20320"/>
                  </a:lnTo>
                  <a:lnTo>
                    <a:pt x="6477" y="20447"/>
                  </a:lnTo>
                  <a:lnTo>
                    <a:pt x="6565" y="20574"/>
                  </a:lnTo>
                  <a:lnTo>
                    <a:pt x="6642" y="20701"/>
                  </a:lnTo>
                  <a:lnTo>
                    <a:pt x="6718" y="20828"/>
                  </a:lnTo>
                  <a:lnTo>
                    <a:pt x="6794" y="20955"/>
                  </a:lnTo>
                  <a:lnTo>
                    <a:pt x="6883" y="21082"/>
                  </a:lnTo>
                  <a:lnTo>
                    <a:pt x="7315" y="21463"/>
                  </a:lnTo>
                  <a:lnTo>
                    <a:pt x="7912" y="21463"/>
                  </a:lnTo>
                  <a:lnTo>
                    <a:pt x="7975" y="20701"/>
                  </a:lnTo>
                  <a:lnTo>
                    <a:pt x="8001" y="20447"/>
                  </a:lnTo>
                  <a:lnTo>
                    <a:pt x="7861" y="20574"/>
                  </a:lnTo>
                  <a:lnTo>
                    <a:pt x="7785" y="20701"/>
                  </a:lnTo>
                  <a:lnTo>
                    <a:pt x="7747" y="20574"/>
                  </a:lnTo>
                  <a:lnTo>
                    <a:pt x="7581" y="20447"/>
                  </a:lnTo>
                  <a:lnTo>
                    <a:pt x="7594" y="19558"/>
                  </a:lnTo>
                  <a:lnTo>
                    <a:pt x="7277" y="19558"/>
                  </a:lnTo>
                  <a:lnTo>
                    <a:pt x="7378" y="19050"/>
                  </a:lnTo>
                  <a:lnTo>
                    <a:pt x="7874" y="18669"/>
                  </a:lnTo>
                  <a:lnTo>
                    <a:pt x="8305" y="18415"/>
                  </a:lnTo>
                  <a:lnTo>
                    <a:pt x="8648" y="18415"/>
                  </a:lnTo>
                  <a:lnTo>
                    <a:pt x="8864" y="18288"/>
                  </a:lnTo>
                  <a:lnTo>
                    <a:pt x="8890" y="18034"/>
                  </a:lnTo>
                  <a:lnTo>
                    <a:pt x="9550" y="18161"/>
                  </a:lnTo>
                  <a:lnTo>
                    <a:pt x="9842" y="18288"/>
                  </a:lnTo>
                  <a:lnTo>
                    <a:pt x="9779" y="18669"/>
                  </a:lnTo>
                  <a:lnTo>
                    <a:pt x="9626" y="18796"/>
                  </a:lnTo>
                  <a:lnTo>
                    <a:pt x="9626" y="19177"/>
                  </a:lnTo>
                  <a:lnTo>
                    <a:pt x="9296" y="19304"/>
                  </a:lnTo>
                  <a:lnTo>
                    <a:pt x="9537" y="19304"/>
                  </a:lnTo>
                  <a:lnTo>
                    <a:pt x="9626" y="19812"/>
                  </a:lnTo>
                  <a:lnTo>
                    <a:pt x="10858" y="19812"/>
                  </a:lnTo>
                  <a:lnTo>
                    <a:pt x="11163" y="20066"/>
                  </a:lnTo>
                  <a:lnTo>
                    <a:pt x="11620" y="20066"/>
                  </a:lnTo>
                  <a:lnTo>
                    <a:pt x="11734" y="20320"/>
                  </a:lnTo>
                  <a:lnTo>
                    <a:pt x="11811" y="20193"/>
                  </a:lnTo>
                  <a:lnTo>
                    <a:pt x="11887" y="20066"/>
                  </a:lnTo>
                  <a:lnTo>
                    <a:pt x="11493" y="19812"/>
                  </a:lnTo>
                  <a:lnTo>
                    <a:pt x="11366" y="19812"/>
                  </a:lnTo>
                  <a:lnTo>
                    <a:pt x="11087" y="19812"/>
                  </a:lnTo>
                  <a:lnTo>
                    <a:pt x="10934" y="19685"/>
                  </a:lnTo>
                  <a:lnTo>
                    <a:pt x="11087" y="19812"/>
                  </a:lnTo>
                  <a:lnTo>
                    <a:pt x="11176" y="19685"/>
                  </a:lnTo>
                  <a:lnTo>
                    <a:pt x="11264" y="19558"/>
                  </a:lnTo>
                  <a:lnTo>
                    <a:pt x="11112" y="19558"/>
                  </a:lnTo>
                  <a:lnTo>
                    <a:pt x="11290" y="19431"/>
                  </a:lnTo>
                  <a:lnTo>
                    <a:pt x="11480" y="19431"/>
                  </a:lnTo>
                  <a:lnTo>
                    <a:pt x="11468" y="19304"/>
                  </a:lnTo>
                  <a:lnTo>
                    <a:pt x="11023" y="19304"/>
                  </a:lnTo>
                  <a:lnTo>
                    <a:pt x="10960" y="19050"/>
                  </a:lnTo>
                  <a:lnTo>
                    <a:pt x="11455" y="19050"/>
                  </a:lnTo>
                  <a:lnTo>
                    <a:pt x="11468" y="19304"/>
                  </a:lnTo>
                  <a:lnTo>
                    <a:pt x="12344" y="19304"/>
                  </a:lnTo>
                  <a:lnTo>
                    <a:pt x="12344" y="19177"/>
                  </a:lnTo>
                  <a:lnTo>
                    <a:pt x="12331" y="19050"/>
                  </a:lnTo>
                  <a:lnTo>
                    <a:pt x="11557" y="19050"/>
                  </a:lnTo>
                  <a:lnTo>
                    <a:pt x="11645" y="18669"/>
                  </a:lnTo>
                  <a:lnTo>
                    <a:pt x="11849" y="18796"/>
                  </a:lnTo>
                  <a:lnTo>
                    <a:pt x="11836" y="18669"/>
                  </a:lnTo>
                  <a:lnTo>
                    <a:pt x="11874" y="18542"/>
                  </a:lnTo>
                  <a:lnTo>
                    <a:pt x="11912" y="18415"/>
                  </a:lnTo>
                  <a:lnTo>
                    <a:pt x="11988" y="18161"/>
                  </a:lnTo>
                  <a:lnTo>
                    <a:pt x="11747" y="18161"/>
                  </a:lnTo>
                  <a:lnTo>
                    <a:pt x="11658" y="18415"/>
                  </a:lnTo>
                  <a:lnTo>
                    <a:pt x="11455" y="18415"/>
                  </a:lnTo>
                  <a:lnTo>
                    <a:pt x="11544" y="18288"/>
                  </a:lnTo>
                  <a:lnTo>
                    <a:pt x="11658" y="18034"/>
                  </a:lnTo>
                  <a:lnTo>
                    <a:pt x="12344" y="18034"/>
                  </a:lnTo>
                  <a:lnTo>
                    <a:pt x="12306" y="17907"/>
                  </a:lnTo>
                  <a:lnTo>
                    <a:pt x="12611" y="17653"/>
                  </a:lnTo>
                  <a:lnTo>
                    <a:pt x="12738" y="17399"/>
                  </a:lnTo>
                  <a:lnTo>
                    <a:pt x="12852" y="17145"/>
                  </a:lnTo>
                  <a:lnTo>
                    <a:pt x="12979" y="16891"/>
                  </a:lnTo>
                  <a:close/>
                </a:path>
                <a:path w="50164" h="40640">
                  <a:moveTo>
                    <a:pt x="13131" y="18034"/>
                  </a:moveTo>
                  <a:lnTo>
                    <a:pt x="12687" y="18034"/>
                  </a:lnTo>
                  <a:lnTo>
                    <a:pt x="12877" y="18161"/>
                  </a:lnTo>
                  <a:lnTo>
                    <a:pt x="13131" y="18034"/>
                  </a:lnTo>
                  <a:close/>
                </a:path>
                <a:path w="50164" h="40640">
                  <a:moveTo>
                    <a:pt x="13741" y="18034"/>
                  </a:moveTo>
                  <a:lnTo>
                    <a:pt x="13335" y="17780"/>
                  </a:lnTo>
                  <a:lnTo>
                    <a:pt x="13157" y="17907"/>
                  </a:lnTo>
                  <a:lnTo>
                    <a:pt x="13182" y="18034"/>
                  </a:lnTo>
                  <a:lnTo>
                    <a:pt x="13741" y="18034"/>
                  </a:lnTo>
                  <a:close/>
                </a:path>
                <a:path w="50164" h="40640">
                  <a:moveTo>
                    <a:pt x="14058" y="7366"/>
                  </a:moveTo>
                  <a:lnTo>
                    <a:pt x="1574" y="7366"/>
                  </a:lnTo>
                  <a:lnTo>
                    <a:pt x="1955" y="7620"/>
                  </a:lnTo>
                  <a:lnTo>
                    <a:pt x="1778" y="7620"/>
                  </a:lnTo>
                  <a:lnTo>
                    <a:pt x="1816" y="7874"/>
                  </a:lnTo>
                  <a:lnTo>
                    <a:pt x="1943" y="7874"/>
                  </a:lnTo>
                  <a:lnTo>
                    <a:pt x="2222" y="7874"/>
                  </a:lnTo>
                  <a:lnTo>
                    <a:pt x="13373" y="7874"/>
                  </a:lnTo>
                  <a:lnTo>
                    <a:pt x="13665" y="7620"/>
                  </a:lnTo>
                  <a:lnTo>
                    <a:pt x="14058" y="7366"/>
                  </a:lnTo>
                  <a:close/>
                </a:path>
                <a:path w="50164" h="40640">
                  <a:moveTo>
                    <a:pt x="14287" y="18161"/>
                  </a:moveTo>
                  <a:lnTo>
                    <a:pt x="14274" y="18034"/>
                  </a:lnTo>
                  <a:lnTo>
                    <a:pt x="13741" y="18034"/>
                  </a:lnTo>
                  <a:lnTo>
                    <a:pt x="13728" y="18161"/>
                  </a:lnTo>
                  <a:lnTo>
                    <a:pt x="14287" y="18161"/>
                  </a:lnTo>
                  <a:close/>
                </a:path>
                <a:path w="50164" h="40640">
                  <a:moveTo>
                    <a:pt x="14351" y="19050"/>
                  </a:moveTo>
                  <a:lnTo>
                    <a:pt x="14160" y="18923"/>
                  </a:lnTo>
                  <a:lnTo>
                    <a:pt x="14211" y="18796"/>
                  </a:lnTo>
                  <a:lnTo>
                    <a:pt x="14046" y="18796"/>
                  </a:lnTo>
                  <a:lnTo>
                    <a:pt x="13957" y="18669"/>
                  </a:lnTo>
                  <a:lnTo>
                    <a:pt x="13843" y="18288"/>
                  </a:lnTo>
                  <a:lnTo>
                    <a:pt x="13703" y="18288"/>
                  </a:lnTo>
                  <a:lnTo>
                    <a:pt x="13728" y="18161"/>
                  </a:lnTo>
                  <a:lnTo>
                    <a:pt x="12877" y="18161"/>
                  </a:lnTo>
                  <a:lnTo>
                    <a:pt x="12458" y="18161"/>
                  </a:lnTo>
                  <a:lnTo>
                    <a:pt x="12407" y="18288"/>
                  </a:lnTo>
                  <a:lnTo>
                    <a:pt x="12369" y="18161"/>
                  </a:lnTo>
                  <a:lnTo>
                    <a:pt x="11988" y="18161"/>
                  </a:lnTo>
                  <a:lnTo>
                    <a:pt x="12103" y="18288"/>
                  </a:lnTo>
                  <a:lnTo>
                    <a:pt x="12217" y="18415"/>
                  </a:lnTo>
                  <a:lnTo>
                    <a:pt x="12331" y="19050"/>
                  </a:lnTo>
                  <a:lnTo>
                    <a:pt x="14351" y="19050"/>
                  </a:lnTo>
                  <a:close/>
                </a:path>
                <a:path w="50164" h="40640">
                  <a:moveTo>
                    <a:pt x="14478" y="18034"/>
                  </a:moveTo>
                  <a:lnTo>
                    <a:pt x="14427" y="17907"/>
                  </a:lnTo>
                  <a:lnTo>
                    <a:pt x="14262" y="17907"/>
                  </a:lnTo>
                  <a:lnTo>
                    <a:pt x="14274" y="18034"/>
                  </a:lnTo>
                  <a:lnTo>
                    <a:pt x="14478" y="18034"/>
                  </a:lnTo>
                  <a:close/>
                </a:path>
                <a:path w="50164" h="40640">
                  <a:moveTo>
                    <a:pt x="14859" y="16891"/>
                  </a:moveTo>
                  <a:lnTo>
                    <a:pt x="14401" y="16764"/>
                  </a:lnTo>
                  <a:lnTo>
                    <a:pt x="14325" y="16637"/>
                  </a:lnTo>
                  <a:lnTo>
                    <a:pt x="14173" y="16637"/>
                  </a:lnTo>
                  <a:lnTo>
                    <a:pt x="14033" y="16675"/>
                  </a:lnTo>
                  <a:lnTo>
                    <a:pt x="13843" y="16637"/>
                  </a:lnTo>
                  <a:lnTo>
                    <a:pt x="13627" y="16637"/>
                  </a:lnTo>
                  <a:lnTo>
                    <a:pt x="13576" y="16764"/>
                  </a:lnTo>
                  <a:lnTo>
                    <a:pt x="12979" y="16891"/>
                  </a:lnTo>
                  <a:lnTo>
                    <a:pt x="13538" y="16891"/>
                  </a:lnTo>
                  <a:lnTo>
                    <a:pt x="14478" y="16891"/>
                  </a:lnTo>
                  <a:lnTo>
                    <a:pt x="14859" y="16891"/>
                  </a:lnTo>
                  <a:close/>
                </a:path>
                <a:path w="50164" h="40640">
                  <a:moveTo>
                    <a:pt x="14973" y="10795"/>
                  </a:moveTo>
                  <a:close/>
                </a:path>
                <a:path w="50164" h="40640">
                  <a:moveTo>
                    <a:pt x="14998" y="16891"/>
                  </a:moveTo>
                  <a:lnTo>
                    <a:pt x="14859" y="16891"/>
                  </a:lnTo>
                  <a:lnTo>
                    <a:pt x="14871" y="17018"/>
                  </a:lnTo>
                  <a:lnTo>
                    <a:pt x="14998" y="16891"/>
                  </a:lnTo>
                  <a:close/>
                </a:path>
                <a:path w="50164" h="40640">
                  <a:moveTo>
                    <a:pt x="15100" y="18161"/>
                  </a:moveTo>
                  <a:lnTo>
                    <a:pt x="15011" y="18034"/>
                  </a:lnTo>
                  <a:lnTo>
                    <a:pt x="14478" y="18034"/>
                  </a:lnTo>
                  <a:lnTo>
                    <a:pt x="14516" y="18161"/>
                  </a:lnTo>
                  <a:lnTo>
                    <a:pt x="15100" y="18161"/>
                  </a:lnTo>
                  <a:close/>
                </a:path>
                <a:path w="50164" h="40640">
                  <a:moveTo>
                    <a:pt x="15163" y="16738"/>
                  </a:moveTo>
                  <a:lnTo>
                    <a:pt x="15011" y="16637"/>
                  </a:lnTo>
                  <a:lnTo>
                    <a:pt x="15113" y="16789"/>
                  </a:lnTo>
                  <a:close/>
                </a:path>
                <a:path w="50164" h="40640">
                  <a:moveTo>
                    <a:pt x="15633" y="7721"/>
                  </a:moveTo>
                  <a:lnTo>
                    <a:pt x="15494" y="7747"/>
                  </a:lnTo>
                  <a:lnTo>
                    <a:pt x="15633" y="7721"/>
                  </a:lnTo>
                  <a:close/>
                </a:path>
                <a:path w="50164" h="40640">
                  <a:moveTo>
                    <a:pt x="15697" y="7874"/>
                  </a:moveTo>
                  <a:lnTo>
                    <a:pt x="15646" y="7747"/>
                  </a:lnTo>
                  <a:lnTo>
                    <a:pt x="15557" y="7874"/>
                  </a:lnTo>
                  <a:lnTo>
                    <a:pt x="15697" y="7874"/>
                  </a:lnTo>
                  <a:close/>
                </a:path>
                <a:path w="50164" h="40640">
                  <a:moveTo>
                    <a:pt x="15773" y="16637"/>
                  </a:moveTo>
                  <a:lnTo>
                    <a:pt x="15709" y="16510"/>
                  </a:lnTo>
                  <a:lnTo>
                    <a:pt x="15544" y="16510"/>
                  </a:lnTo>
                  <a:lnTo>
                    <a:pt x="15646" y="16383"/>
                  </a:lnTo>
                  <a:lnTo>
                    <a:pt x="15392" y="16510"/>
                  </a:lnTo>
                  <a:lnTo>
                    <a:pt x="15278" y="16637"/>
                  </a:lnTo>
                  <a:lnTo>
                    <a:pt x="15430" y="16637"/>
                  </a:lnTo>
                  <a:lnTo>
                    <a:pt x="15773" y="16637"/>
                  </a:lnTo>
                  <a:close/>
                </a:path>
                <a:path w="50164" h="40640">
                  <a:moveTo>
                    <a:pt x="15824" y="17272"/>
                  </a:moveTo>
                  <a:lnTo>
                    <a:pt x="15722" y="17145"/>
                  </a:lnTo>
                  <a:lnTo>
                    <a:pt x="15544" y="17145"/>
                  </a:lnTo>
                  <a:lnTo>
                    <a:pt x="15709" y="17018"/>
                  </a:lnTo>
                  <a:lnTo>
                    <a:pt x="15417" y="17018"/>
                  </a:lnTo>
                  <a:lnTo>
                    <a:pt x="15417" y="16891"/>
                  </a:lnTo>
                  <a:lnTo>
                    <a:pt x="15290" y="16891"/>
                  </a:lnTo>
                  <a:lnTo>
                    <a:pt x="15290" y="17272"/>
                  </a:lnTo>
                  <a:lnTo>
                    <a:pt x="15125" y="17145"/>
                  </a:lnTo>
                  <a:lnTo>
                    <a:pt x="15100" y="17018"/>
                  </a:lnTo>
                  <a:lnTo>
                    <a:pt x="15151" y="17145"/>
                  </a:lnTo>
                  <a:lnTo>
                    <a:pt x="15290" y="17272"/>
                  </a:lnTo>
                  <a:lnTo>
                    <a:pt x="15290" y="16891"/>
                  </a:lnTo>
                  <a:lnTo>
                    <a:pt x="15176" y="16751"/>
                  </a:lnTo>
                  <a:lnTo>
                    <a:pt x="15201" y="16891"/>
                  </a:lnTo>
                  <a:lnTo>
                    <a:pt x="15049" y="16891"/>
                  </a:lnTo>
                  <a:lnTo>
                    <a:pt x="14871" y="17018"/>
                  </a:lnTo>
                  <a:lnTo>
                    <a:pt x="14884" y="17272"/>
                  </a:lnTo>
                  <a:lnTo>
                    <a:pt x="15011" y="18034"/>
                  </a:lnTo>
                  <a:lnTo>
                    <a:pt x="15506" y="18034"/>
                  </a:lnTo>
                  <a:lnTo>
                    <a:pt x="15633" y="18161"/>
                  </a:lnTo>
                  <a:lnTo>
                    <a:pt x="15760" y="17272"/>
                  </a:lnTo>
                  <a:close/>
                </a:path>
                <a:path w="50164" h="40640">
                  <a:moveTo>
                    <a:pt x="16090" y="7620"/>
                  </a:moveTo>
                  <a:lnTo>
                    <a:pt x="15735" y="7620"/>
                  </a:lnTo>
                  <a:lnTo>
                    <a:pt x="16090" y="7620"/>
                  </a:lnTo>
                  <a:close/>
                </a:path>
                <a:path w="50164" h="40640">
                  <a:moveTo>
                    <a:pt x="17145" y="28829"/>
                  </a:moveTo>
                  <a:lnTo>
                    <a:pt x="17132" y="28575"/>
                  </a:lnTo>
                  <a:lnTo>
                    <a:pt x="16967" y="28575"/>
                  </a:lnTo>
                  <a:lnTo>
                    <a:pt x="16979" y="28829"/>
                  </a:lnTo>
                  <a:lnTo>
                    <a:pt x="17145" y="28829"/>
                  </a:lnTo>
                  <a:close/>
                </a:path>
                <a:path w="50164" h="40640">
                  <a:moveTo>
                    <a:pt x="17970" y="26924"/>
                  </a:moveTo>
                  <a:lnTo>
                    <a:pt x="17741" y="27051"/>
                  </a:lnTo>
                  <a:lnTo>
                    <a:pt x="17868" y="27051"/>
                  </a:lnTo>
                  <a:lnTo>
                    <a:pt x="17881" y="27432"/>
                  </a:lnTo>
                  <a:lnTo>
                    <a:pt x="17970" y="26924"/>
                  </a:lnTo>
                  <a:close/>
                </a:path>
                <a:path w="50164" h="40640">
                  <a:moveTo>
                    <a:pt x="18186" y="28575"/>
                  </a:moveTo>
                  <a:lnTo>
                    <a:pt x="17678" y="28575"/>
                  </a:lnTo>
                  <a:lnTo>
                    <a:pt x="17564" y="28194"/>
                  </a:lnTo>
                  <a:lnTo>
                    <a:pt x="17551" y="28067"/>
                  </a:lnTo>
                  <a:lnTo>
                    <a:pt x="17741" y="28194"/>
                  </a:lnTo>
                  <a:lnTo>
                    <a:pt x="17741" y="28067"/>
                  </a:lnTo>
                  <a:lnTo>
                    <a:pt x="17703" y="26543"/>
                  </a:lnTo>
                  <a:lnTo>
                    <a:pt x="17868" y="26543"/>
                  </a:lnTo>
                  <a:lnTo>
                    <a:pt x="17868" y="26416"/>
                  </a:lnTo>
                  <a:lnTo>
                    <a:pt x="17868" y="26035"/>
                  </a:lnTo>
                  <a:lnTo>
                    <a:pt x="17678" y="26035"/>
                  </a:lnTo>
                  <a:lnTo>
                    <a:pt x="17729" y="26416"/>
                  </a:lnTo>
                  <a:lnTo>
                    <a:pt x="17589" y="26416"/>
                  </a:lnTo>
                  <a:lnTo>
                    <a:pt x="16891" y="26416"/>
                  </a:lnTo>
                  <a:lnTo>
                    <a:pt x="16954" y="26924"/>
                  </a:lnTo>
                  <a:lnTo>
                    <a:pt x="17081" y="26924"/>
                  </a:lnTo>
                  <a:lnTo>
                    <a:pt x="17119" y="27051"/>
                  </a:lnTo>
                  <a:lnTo>
                    <a:pt x="16954" y="27051"/>
                  </a:lnTo>
                  <a:lnTo>
                    <a:pt x="17081" y="27178"/>
                  </a:lnTo>
                  <a:lnTo>
                    <a:pt x="17132" y="28575"/>
                  </a:lnTo>
                  <a:lnTo>
                    <a:pt x="17449" y="28575"/>
                  </a:lnTo>
                  <a:lnTo>
                    <a:pt x="17462" y="28829"/>
                  </a:lnTo>
                  <a:lnTo>
                    <a:pt x="18110" y="28829"/>
                  </a:lnTo>
                  <a:lnTo>
                    <a:pt x="18186" y="28575"/>
                  </a:lnTo>
                  <a:close/>
                </a:path>
                <a:path w="50164" h="40640">
                  <a:moveTo>
                    <a:pt x="18478" y="25908"/>
                  </a:moveTo>
                  <a:lnTo>
                    <a:pt x="18465" y="24892"/>
                  </a:lnTo>
                  <a:lnTo>
                    <a:pt x="18186" y="25019"/>
                  </a:lnTo>
                  <a:lnTo>
                    <a:pt x="18097" y="25908"/>
                  </a:lnTo>
                  <a:lnTo>
                    <a:pt x="18478" y="25908"/>
                  </a:lnTo>
                  <a:close/>
                </a:path>
                <a:path w="50164" h="40640">
                  <a:moveTo>
                    <a:pt x="18542" y="28575"/>
                  </a:moveTo>
                  <a:lnTo>
                    <a:pt x="18491" y="26162"/>
                  </a:lnTo>
                  <a:lnTo>
                    <a:pt x="18491" y="26035"/>
                  </a:lnTo>
                  <a:lnTo>
                    <a:pt x="18084" y="26035"/>
                  </a:lnTo>
                  <a:lnTo>
                    <a:pt x="17957" y="26162"/>
                  </a:lnTo>
                  <a:lnTo>
                    <a:pt x="18046" y="26289"/>
                  </a:lnTo>
                  <a:lnTo>
                    <a:pt x="18275" y="26162"/>
                  </a:lnTo>
                  <a:lnTo>
                    <a:pt x="18186" y="28575"/>
                  </a:lnTo>
                  <a:lnTo>
                    <a:pt x="18542" y="28575"/>
                  </a:lnTo>
                  <a:close/>
                </a:path>
                <a:path w="50164" h="40640">
                  <a:moveTo>
                    <a:pt x="18567" y="19685"/>
                  </a:moveTo>
                  <a:lnTo>
                    <a:pt x="18364" y="19685"/>
                  </a:lnTo>
                  <a:lnTo>
                    <a:pt x="18249" y="19304"/>
                  </a:lnTo>
                  <a:lnTo>
                    <a:pt x="12344" y="19304"/>
                  </a:lnTo>
                  <a:lnTo>
                    <a:pt x="12382" y="19812"/>
                  </a:lnTo>
                  <a:lnTo>
                    <a:pt x="18415" y="19812"/>
                  </a:lnTo>
                  <a:lnTo>
                    <a:pt x="18567" y="19685"/>
                  </a:lnTo>
                  <a:close/>
                </a:path>
                <a:path w="50164" h="40640">
                  <a:moveTo>
                    <a:pt x="18605" y="18542"/>
                  </a:moveTo>
                  <a:lnTo>
                    <a:pt x="18580" y="18415"/>
                  </a:lnTo>
                  <a:lnTo>
                    <a:pt x="18542" y="18288"/>
                  </a:lnTo>
                  <a:lnTo>
                    <a:pt x="18046" y="18288"/>
                  </a:lnTo>
                  <a:lnTo>
                    <a:pt x="18046" y="18161"/>
                  </a:lnTo>
                  <a:lnTo>
                    <a:pt x="15811" y="18161"/>
                  </a:lnTo>
                  <a:lnTo>
                    <a:pt x="15811" y="18288"/>
                  </a:lnTo>
                  <a:lnTo>
                    <a:pt x="15760" y="18161"/>
                  </a:lnTo>
                  <a:lnTo>
                    <a:pt x="15646" y="18415"/>
                  </a:lnTo>
                  <a:lnTo>
                    <a:pt x="15494" y="18288"/>
                  </a:lnTo>
                  <a:lnTo>
                    <a:pt x="15671" y="18161"/>
                  </a:lnTo>
                  <a:lnTo>
                    <a:pt x="15100" y="18161"/>
                  </a:lnTo>
                  <a:lnTo>
                    <a:pt x="15049" y="18415"/>
                  </a:lnTo>
                  <a:lnTo>
                    <a:pt x="14732" y="18542"/>
                  </a:lnTo>
                  <a:lnTo>
                    <a:pt x="14757" y="18288"/>
                  </a:lnTo>
                  <a:lnTo>
                    <a:pt x="14516" y="18161"/>
                  </a:lnTo>
                  <a:lnTo>
                    <a:pt x="14287" y="18161"/>
                  </a:lnTo>
                  <a:lnTo>
                    <a:pt x="14351" y="19050"/>
                  </a:lnTo>
                  <a:lnTo>
                    <a:pt x="14363" y="19177"/>
                  </a:lnTo>
                  <a:lnTo>
                    <a:pt x="16764" y="19177"/>
                  </a:lnTo>
                  <a:lnTo>
                    <a:pt x="18237" y="19177"/>
                  </a:lnTo>
                  <a:lnTo>
                    <a:pt x="18211" y="19050"/>
                  </a:lnTo>
                  <a:lnTo>
                    <a:pt x="16789" y="19050"/>
                  </a:lnTo>
                  <a:lnTo>
                    <a:pt x="16814" y="18923"/>
                  </a:lnTo>
                  <a:lnTo>
                    <a:pt x="18021" y="18923"/>
                  </a:lnTo>
                  <a:lnTo>
                    <a:pt x="18389" y="18669"/>
                  </a:lnTo>
                  <a:lnTo>
                    <a:pt x="16814" y="18669"/>
                  </a:lnTo>
                  <a:lnTo>
                    <a:pt x="16738" y="18796"/>
                  </a:lnTo>
                  <a:lnTo>
                    <a:pt x="16649" y="18923"/>
                  </a:lnTo>
                  <a:lnTo>
                    <a:pt x="16649" y="18542"/>
                  </a:lnTo>
                  <a:lnTo>
                    <a:pt x="18605" y="18542"/>
                  </a:lnTo>
                  <a:close/>
                </a:path>
                <a:path w="50164" h="40640">
                  <a:moveTo>
                    <a:pt x="18935" y="17526"/>
                  </a:moveTo>
                  <a:lnTo>
                    <a:pt x="18732" y="17526"/>
                  </a:lnTo>
                  <a:lnTo>
                    <a:pt x="18897" y="17653"/>
                  </a:lnTo>
                  <a:lnTo>
                    <a:pt x="18935" y="17526"/>
                  </a:lnTo>
                  <a:close/>
                </a:path>
                <a:path w="50164" h="40640">
                  <a:moveTo>
                    <a:pt x="19024" y="17145"/>
                  </a:moveTo>
                  <a:lnTo>
                    <a:pt x="19011" y="17018"/>
                  </a:lnTo>
                  <a:lnTo>
                    <a:pt x="19011" y="16891"/>
                  </a:lnTo>
                  <a:lnTo>
                    <a:pt x="18999" y="16764"/>
                  </a:lnTo>
                  <a:lnTo>
                    <a:pt x="18656" y="16891"/>
                  </a:lnTo>
                  <a:lnTo>
                    <a:pt x="15976" y="16891"/>
                  </a:lnTo>
                  <a:lnTo>
                    <a:pt x="15887" y="17145"/>
                  </a:lnTo>
                  <a:lnTo>
                    <a:pt x="16052" y="17145"/>
                  </a:lnTo>
                  <a:lnTo>
                    <a:pt x="16141" y="17018"/>
                  </a:lnTo>
                  <a:lnTo>
                    <a:pt x="16052" y="17907"/>
                  </a:lnTo>
                  <a:lnTo>
                    <a:pt x="15824" y="17907"/>
                  </a:lnTo>
                  <a:lnTo>
                    <a:pt x="15811" y="18034"/>
                  </a:lnTo>
                  <a:lnTo>
                    <a:pt x="18034" y="18034"/>
                  </a:lnTo>
                  <a:lnTo>
                    <a:pt x="18021" y="17780"/>
                  </a:lnTo>
                  <a:lnTo>
                    <a:pt x="18249" y="17653"/>
                  </a:lnTo>
                  <a:lnTo>
                    <a:pt x="18516" y="17653"/>
                  </a:lnTo>
                  <a:lnTo>
                    <a:pt x="18732" y="17526"/>
                  </a:lnTo>
                  <a:lnTo>
                    <a:pt x="18796" y="17145"/>
                  </a:lnTo>
                  <a:lnTo>
                    <a:pt x="19024" y="17145"/>
                  </a:lnTo>
                  <a:close/>
                </a:path>
                <a:path w="50164" h="40640">
                  <a:moveTo>
                    <a:pt x="19151" y="34544"/>
                  </a:moveTo>
                  <a:lnTo>
                    <a:pt x="12954" y="34544"/>
                  </a:lnTo>
                  <a:lnTo>
                    <a:pt x="12941" y="34798"/>
                  </a:lnTo>
                  <a:lnTo>
                    <a:pt x="19075" y="34798"/>
                  </a:lnTo>
                  <a:lnTo>
                    <a:pt x="19151" y="34544"/>
                  </a:lnTo>
                  <a:close/>
                </a:path>
                <a:path w="50164" h="40640">
                  <a:moveTo>
                    <a:pt x="19151" y="24384"/>
                  </a:moveTo>
                  <a:lnTo>
                    <a:pt x="18948" y="24257"/>
                  </a:lnTo>
                  <a:lnTo>
                    <a:pt x="19011" y="24511"/>
                  </a:lnTo>
                  <a:lnTo>
                    <a:pt x="19138" y="24511"/>
                  </a:lnTo>
                  <a:lnTo>
                    <a:pt x="19151" y="24384"/>
                  </a:lnTo>
                  <a:close/>
                </a:path>
                <a:path w="50164" h="40640">
                  <a:moveTo>
                    <a:pt x="19189" y="18161"/>
                  </a:moveTo>
                  <a:lnTo>
                    <a:pt x="19113" y="18034"/>
                  </a:lnTo>
                  <a:lnTo>
                    <a:pt x="18034" y="18034"/>
                  </a:lnTo>
                  <a:lnTo>
                    <a:pt x="18046" y="18161"/>
                  </a:lnTo>
                  <a:lnTo>
                    <a:pt x="19189" y="18161"/>
                  </a:lnTo>
                  <a:close/>
                </a:path>
                <a:path w="50164" h="40640">
                  <a:moveTo>
                    <a:pt x="19291" y="25908"/>
                  </a:moveTo>
                  <a:lnTo>
                    <a:pt x="18478" y="25908"/>
                  </a:lnTo>
                  <a:lnTo>
                    <a:pt x="18491" y="26035"/>
                  </a:lnTo>
                  <a:lnTo>
                    <a:pt x="19291" y="26035"/>
                  </a:lnTo>
                  <a:lnTo>
                    <a:pt x="19291" y="25908"/>
                  </a:lnTo>
                  <a:close/>
                </a:path>
                <a:path w="50164" h="40640">
                  <a:moveTo>
                    <a:pt x="19342" y="19177"/>
                  </a:moveTo>
                  <a:lnTo>
                    <a:pt x="18237" y="19177"/>
                  </a:lnTo>
                  <a:lnTo>
                    <a:pt x="18249" y="19304"/>
                  </a:lnTo>
                  <a:lnTo>
                    <a:pt x="19240" y="19304"/>
                  </a:lnTo>
                  <a:lnTo>
                    <a:pt x="19342" y="19177"/>
                  </a:lnTo>
                  <a:close/>
                </a:path>
                <a:path w="50164" h="40640">
                  <a:moveTo>
                    <a:pt x="19367" y="18923"/>
                  </a:moveTo>
                  <a:lnTo>
                    <a:pt x="18186" y="18923"/>
                  </a:lnTo>
                  <a:lnTo>
                    <a:pt x="18211" y="19050"/>
                  </a:lnTo>
                  <a:lnTo>
                    <a:pt x="19354" y="19050"/>
                  </a:lnTo>
                  <a:lnTo>
                    <a:pt x="19367" y="18923"/>
                  </a:lnTo>
                  <a:close/>
                </a:path>
                <a:path w="50164" h="40640">
                  <a:moveTo>
                    <a:pt x="19532" y="28829"/>
                  </a:moveTo>
                  <a:lnTo>
                    <a:pt x="19519" y="28575"/>
                  </a:lnTo>
                  <a:lnTo>
                    <a:pt x="18542" y="28575"/>
                  </a:lnTo>
                  <a:lnTo>
                    <a:pt x="18554" y="28829"/>
                  </a:lnTo>
                  <a:lnTo>
                    <a:pt x="19532" y="28829"/>
                  </a:lnTo>
                  <a:close/>
                </a:path>
                <a:path w="50164" h="40640">
                  <a:moveTo>
                    <a:pt x="19659" y="19050"/>
                  </a:moveTo>
                  <a:lnTo>
                    <a:pt x="19354" y="19050"/>
                  </a:lnTo>
                  <a:lnTo>
                    <a:pt x="19342" y="19177"/>
                  </a:lnTo>
                  <a:lnTo>
                    <a:pt x="19659" y="19177"/>
                  </a:lnTo>
                  <a:lnTo>
                    <a:pt x="19659" y="19050"/>
                  </a:lnTo>
                  <a:close/>
                </a:path>
                <a:path w="50164" h="40640">
                  <a:moveTo>
                    <a:pt x="19659" y="18923"/>
                  </a:moveTo>
                  <a:lnTo>
                    <a:pt x="19646" y="18669"/>
                  </a:lnTo>
                  <a:lnTo>
                    <a:pt x="19380" y="18669"/>
                  </a:lnTo>
                  <a:lnTo>
                    <a:pt x="19367" y="18923"/>
                  </a:lnTo>
                  <a:lnTo>
                    <a:pt x="19659" y="18923"/>
                  </a:lnTo>
                  <a:close/>
                </a:path>
                <a:path w="50164" h="40640">
                  <a:moveTo>
                    <a:pt x="19685" y="25908"/>
                  </a:moveTo>
                  <a:lnTo>
                    <a:pt x="19621" y="25146"/>
                  </a:lnTo>
                  <a:lnTo>
                    <a:pt x="19291" y="25146"/>
                  </a:lnTo>
                  <a:lnTo>
                    <a:pt x="19291" y="25908"/>
                  </a:lnTo>
                  <a:lnTo>
                    <a:pt x="19685" y="25908"/>
                  </a:lnTo>
                  <a:close/>
                </a:path>
                <a:path w="50164" h="40640">
                  <a:moveTo>
                    <a:pt x="19723" y="18034"/>
                  </a:moveTo>
                  <a:lnTo>
                    <a:pt x="19113" y="18034"/>
                  </a:lnTo>
                  <a:lnTo>
                    <a:pt x="19367" y="18161"/>
                  </a:lnTo>
                  <a:lnTo>
                    <a:pt x="19723" y="18034"/>
                  </a:lnTo>
                  <a:close/>
                </a:path>
                <a:path w="50164" h="40640">
                  <a:moveTo>
                    <a:pt x="19824" y="16637"/>
                  </a:moveTo>
                  <a:lnTo>
                    <a:pt x="19685" y="16510"/>
                  </a:lnTo>
                  <a:lnTo>
                    <a:pt x="19342" y="16637"/>
                  </a:lnTo>
                  <a:lnTo>
                    <a:pt x="19824" y="16637"/>
                  </a:lnTo>
                  <a:close/>
                </a:path>
                <a:path w="50164" h="40640">
                  <a:moveTo>
                    <a:pt x="19850" y="24511"/>
                  </a:moveTo>
                  <a:lnTo>
                    <a:pt x="19138" y="24511"/>
                  </a:lnTo>
                  <a:lnTo>
                    <a:pt x="19113" y="24638"/>
                  </a:lnTo>
                  <a:lnTo>
                    <a:pt x="19837" y="24638"/>
                  </a:lnTo>
                  <a:lnTo>
                    <a:pt x="19850" y="24511"/>
                  </a:lnTo>
                  <a:close/>
                </a:path>
                <a:path w="50164" h="40640">
                  <a:moveTo>
                    <a:pt x="19951" y="35941"/>
                  </a:moveTo>
                  <a:lnTo>
                    <a:pt x="19862" y="35814"/>
                  </a:lnTo>
                  <a:lnTo>
                    <a:pt x="19773" y="35687"/>
                  </a:lnTo>
                  <a:lnTo>
                    <a:pt x="19634" y="35814"/>
                  </a:lnTo>
                  <a:lnTo>
                    <a:pt x="19469" y="35890"/>
                  </a:lnTo>
                  <a:lnTo>
                    <a:pt x="19608" y="35687"/>
                  </a:lnTo>
                  <a:lnTo>
                    <a:pt x="19723" y="35560"/>
                  </a:lnTo>
                  <a:lnTo>
                    <a:pt x="19608" y="35306"/>
                  </a:lnTo>
                  <a:lnTo>
                    <a:pt x="19558" y="35179"/>
                  </a:lnTo>
                  <a:lnTo>
                    <a:pt x="19481" y="35560"/>
                  </a:lnTo>
                  <a:lnTo>
                    <a:pt x="19507" y="35306"/>
                  </a:lnTo>
                  <a:lnTo>
                    <a:pt x="19367" y="35306"/>
                  </a:lnTo>
                  <a:lnTo>
                    <a:pt x="19354" y="35179"/>
                  </a:lnTo>
                  <a:lnTo>
                    <a:pt x="19151" y="35306"/>
                  </a:lnTo>
                  <a:lnTo>
                    <a:pt x="19100" y="35052"/>
                  </a:lnTo>
                  <a:lnTo>
                    <a:pt x="19075" y="34925"/>
                  </a:lnTo>
                  <a:lnTo>
                    <a:pt x="18694" y="34925"/>
                  </a:lnTo>
                  <a:lnTo>
                    <a:pt x="18694" y="35560"/>
                  </a:lnTo>
                  <a:lnTo>
                    <a:pt x="18478" y="35560"/>
                  </a:lnTo>
                  <a:lnTo>
                    <a:pt x="18300" y="35306"/>
                  </a:lnTo>
                  <a:lnTo>
                    <a:pt x="18186" y="35179"/>
                  </a:lnTo>
                  <a:lnTo>
                    <a:pt x="18580" y="35052"/>
                  </a:lnTo>
                  <a:lnTo>
                    <a:pt x="18694" y="35560"/>
                  </a:lnTo>
                  <a:lnTo>
                    <a:pt x="18694" y="34925"/>
                  </a:lnTo>
                  <a:lnTo>
                    <a:pt x="12941" y="34925"/>
                  </a:lnTo>
                  <a:lnTo>
                    <a:pt x="12928" y="35941"/>
                  </a:lnTo>
                  <a:lnTo>
                    <a:pt x="18707" y="35941"/>
                  </a:lnTo>
                  <a:lnTo>
                    <a:pt x="18618" y="35814"/>
                  </a:lnTo>
                  <a:lnTo>
                    <a:pt x="18757" y="35814"/>
                  </a:lnTo>
                  <a:lnTo>
                    <a:pt x="18796" y="35687"/>
                  </a:lnTo>
                  <a:lnTo>
                    <a:pt x="19113" y="35687"/>
                  </a:lnTo>
                  <a:lnTo>
                    <a:pt x="19265" y="35814"/>
                  </a:lnTo>
                  <a:lnTo>
                    <a:pt x="18757" y="35814"/>
                  </a:lnTo>
                  <a:lnTo>
                    <a:pt x="18707" y="35941"/>
                  </a:lnTo>
                  <a:lnTo>
                    <a:pt x="19316" y="35941"/>
                  </a:lnTo>
                  <a:lnTo>
                    <a:pt x="19342" y="36068"/>
                  </a:lnTo>
                  <a:lnTo>
                    <a:pt x="19469" y="35941"/>
                  </a:lnTo>
                  <a:lnTo>
                    <a:pt x="19951" y="35941"/>
                  </a:lnTo>
                  <a:close/>
                </a:path>
                <a:path w="50164" h="40640">
                  <a:moveTo>
                    <a:pt x="20015" y="34798"/>
                  </a:moveTo>
                  <a:lnTo>
                    <a:pt x="19075" y="34798"/>
                  </a:lnTo>
                  <a:lnTo>
                    <a:pt x="19177" y="34925"/>
                  </a:lnTo>
                  <a:lnTo>
                    <a:pt x="19951" y="34925"/>
                  </a:lnTo>
                  <a:lnTo>
                    <a:pt x="20015" y="34798"/>
                  </a:lnTo>
                  <a:close/>
                </a:path>
                <a:path w="50164" h="40640">
                  <a:moveTo>
                    <a:pt x="20053" y="18161"/>
                  </a:moveTo>
                  <a:lnTo>
                    <a:pt x="20027" y="18034"/>
                  </a:lnTo>
                  <a:lnTo>
                    <a:pt x="19723" y="18034"/>
                  </a:lnTo>
                  <a:lnTo>
                    <a:pt x="20053" y="18161"/>
                  </a:lnTo>
                  <a:close/>
                </a:path>
                <a:path w="50164" h="40640">
                  <a:moveTo>
                    <a:pt x="20269" y="35179"/>
                  </a:moveTo>
                  <a:lnTo>
                    <a:pt x="20015" y="35052"/>
                  </a:lnTo>
                  <a:lnTo>
                    <a:pt x="19837" y="35179"/>
                  </a:lnTo>
                  <a:lnTo>
                    <a:pt x="19685" y="35052"/>
                  </a:lnTo>
                  <a:lnTo>
                    <a:pt x="19710" y="35560"/>
                  </a:lnTo>
                  <a:lnTo>
                    <a:pt x="19939" y="35306"/>
                  </a:lnTo>
                  <a:lnTo>
                    <a:pt x="19723" y="35560"/>
                  </a:lnTo>
                  <a:lnTo>
                    <a:pt x="19685" y="35687"/>
                  </a:lnTo>
                  <a:lnTo>
                    <a:pt x="20040" y="35687"/>
                  </a:lnTo>
                  <a:lnTo>
                    <a:pt x="20091" y="35560"/>
                  </a:lnTo>
                  <a:lnTo>
                    <a:pt x="20193" y="35306"/>
                  </a:lnTo>
                  <a:lnTo>
                    <a:pt x="20269" y="35179"/>
                  </a:lnTo>
                  <a:close/>
                </a:path>
                <a:path w="50164" h="40640">
                  <a:moveTo>
                    <a:pt x="20307" y="26035"/>
                  </a:moveTo>
                  <a:lnTo>
                    <a:pt x="19812" y="26035"/>
                  </a:lnTo>
                  <a:lnTo>
                    <a:pt x="19786" y="27559"/>
                  </a:lnTo>
                  <a:lnTo>
                    <a:pt x="19697" y="26035"/>
                  </a:lnTo>
                  <a:lnTo>
                    <a:pt x="19291" y="26035"/>
                  </a:lnTo>
                  <a:lnTo>
                    <a:pt x="19418" y="27051"/>
                  </a:lnTo>
                  <a:lnTo>
                    <a:pt x="19519" y="28575"/>
                  </a:lnTo>
                  <a:lnTo>
                    <a:pt x="20256" y="28575"/>
                  </a:lnTo>
                  <a:lnTo>
                    <a:pt x="20281" y="27559"/>
                  </a:lnTo>
                  <a:lnTo>
                    <a:pt x="20307" y="26035"/>
                  </a:lnTo>
                  <a:close/>
                </a:path>
                <a:path w="50164" h="40640">
                  <a:moveTo>
                    <a:pt x="20332" y="24638"/>
                  </a:moveTo>
                  <a:lnTo>
                    <a:pt x="19837" y="24638"/>
                  </a:lnTo>
                  <a:lnTo>
                    <a:pt x="19824" y="25908"/>
                  </a:lnTo>
                  <a:lnTo>
                    <a:pt x="20307" y="25908"/>
                  </a:lnTo>
                  <a:lnTo>
                    <a:pt x="20332" y="24638"/>
                  </a:lnTo>
                  <a:close/>
                </a:path>
                <a:path w="50164" h="40640">
                  <a:moveTo>
                    <a:pt x="20358" y="18542"/>
                  </a:moveTo>
                  <a:lnTo>
                    <a:pt x="20027" y="18542"/>
                  </a:lnTo>
                  <a:lnTo>
                    <a:pt x="19646" y="18669"/>
                  </a:lnTo>
                  <a:lnTo>
                    <a:pt x="20320" y="18669"/>
                  </a:lnTo>
                  <a:lnTo>
                    <a:pt x="20358" y="18542"/>
                  </a:lnTo>
                  <a:close/>
                </a:path>
                <a:path w="50164" h="40640">
                  <a:moveTo>
                    <a:pt x="20396" y="35560"/>
                  </a:moveTo>
                  <a:lnTo>
                    <a:pt x="20180" y="35560"/>
                  </a:lnTo>
                  <a:lnTo>
                    <a:pt x="20383" y="35687"/>
                  </a:lnTo>
                  <a:lnTo>
                    <a:pt x="20396" y="35560"/>
                  </a:lnTo>
                  <a:close/>
                </a:path>
                <a:path w="50164" h="40640">
                  <a:moveTo>
                    <a:pt x="20396" y="35064"/>
                  </a:moveTo>
                  <a:lnTo>
                    <a:pt x="20269" y="35064"/>
                  </a:lnTo>
                  <a:lnTo>
                    <a:pt x="20396" y="35064"/>
                  </a:lnTo>
                  <a:close/>
                </a:path>
                <a:path w="50164" h="40640">
                  <a:moveTo>
                    <a:pt x="20472" y="28575"/>
                  </a:moveTo>
                  <a:lnTo>
                    <a:pt x="20256" y="28575"/>
                  </a:lnTo>
                  <a:lnTo>
                    <a:pt x="20256" y="28829"/>
                  </a:lnTo>
                  <a:lnTo>
                    <a:pt x="20459" y="28829"/>
                  </a:lnTo>
                  <a:lnTo>
                    <a:pt x="20472" y="28575"/>
                  </a:lnTo>
                  <a:close/>
                </a:path>
                <a:path w="50164" h="40640">
                  <a:moveTo>
                    <a:pt x="20535" y="17272"/>
                  </a:moveTo>
                  <a:lnTo>
                    <a:pt x="20523" y="17018"/>
                  </a:lnTo>
                  <a:lnTo>
                    <a:pt x="20510" y="16891"/>
                  </a:lnTo>
                  <a:lnTo>
                    <a:pt x="20002" y="16891"/>
                  </a:lnTo>
                  <a:lnTo>
                    <a:pt x="20027" y="17018"/>
                  </a:lnTo>
                  <a:lnTo>
                    <a:pt x="20129" y="17145"/>
                  </a:lnTo>
                  <a:lnTo>
                    <a:pt x="20231" y="17272"/>
                  </a:lnTo>
                  <a:lnTo>
                    <a:pt x="20231" y="17018"/>
                  </a:lnTo>
                  <a:lnTo>
                    <a:pt x="20535" y="17272"/>
                  </a:lnTo>
                  <a:close/>
                </a:path>
                <a:path w="50164" h="40640">
                  <a:moveTo>
                    <a:pt x="20574" y="19812"/>
                  </a:moveTo>
                  <a:lnTo>
                    <a:pt x="20256" y="19558"/>
                  </a:lnTo>
                  <a:lnTo>
                    <a:pt x="19862" y="19304"/>
                  </a:lnTo>
                  <a:lnTo>
                    <a:pt x="19240" y="19304"/>
                  </a:lnTo>
                  <a:lnTo>
                    <a:pt x="19138" y="19431"/>
                  </a:lnTo>
                  <a:lnTo>
                    <a:pt x="18961" y="19431"/>
                  </a:lnTo>
                  <a:lnTo>
                    <a:pt x="18897" y="19558"/>
                  </a:lnTo>
                  <a:lnTo>
                    <a:pt x="18834" y="19685"/>
                  </a:lnTo>
                  <a:lnTo>
                    <a:pt x="18770" y="19812"/>
                  </a:lnTo>
                  <a:lnTo>
                    <a:pt x="19608" y="19812"/>
                  </a:lnTo>
                  <a:lnTo>
                    <a:pt x="19685" y="19939"/>
                  </a:lnTo>
                  <a:lnTo>
                    <a:pt x="19837" y="19812"/>
                  </a:lnTo>
                  <a:lnTo>
                    <a:pt x="20574" y="19812"/>
                  </a:lnTo>
                  <a:close/>
                </a:path>
                <a:path w="50164" h="40640">
                  <a:moveTo>
                    <a:pt x="20612" y="32893"/>
                  </a:moveTo>
                  <a:lnTo>
                    <a:pt x="20561" y="32766"/>
                  </a:lnTo>
                  <a:lnTo>
                    <a:pt x="20421" y="32893"/>
                  </a:lnTo>
                  <a:lnTo>
                    <a:pt x="20612" y="32893"/>
                  </a:lnTo>
                  <a:close/>
                </a:path>
                <a:path w="50164" h="40640">
                  <a:moveTo>
                    <a:pt x="20701" y="25908"/>
                  </a:moveTo>
                  <a:lnTo>
                    <a:pt x="20307" y="25908"/>
                  </a:lnTo>
                  <a:lnTo>
                    <a:pt x="20307" y="26035"/>
                  </a:lnTo>
                  <a:lnTo>
                    <a:pt x="20548" y="26035"/>
                  </a:lnTo>
                  <a:lnTo>
                    <a:pt x="20701" y="25908"/>
                  </a:lnTo>
                  <a:close/>
                </a:path>
                <a:path w="50164" h="40640">
                  <a:moveTo>
                    <a:pt x="20802" y="18669"/>
                  </a:moveTo>
                  <a:lnTo>
                    <a:pt x="20459" y="18542"/>
                  </a:lnTo>
                  <a:lnTo>
                    <a:pt x="20459" y="18669"/>
                  </a:lnTo>
                  <a:lnTo>
                    <a:pt x="20802" y="18669"/>
                  </a:lnTo>
                  <a:close/>
                </a:path>
                <a:path w="50164" h="40640">
                  <a:moveTo>
                    <a:pt x="20853" y="18034"/>
                  </a:moveTo>
                  <a:lnTo>
                    <a:pt x="20764" y="17907"/>
                  </a:lnTo>
                  <a:lnTo>
                    <a:pt x="20675" y="17780"/>
                  </a:lnTo>
                  <a:lnTo>
                    <a:pt x="20586" y="17653"/>
                  </a:lnTo>
                  <a:lnTo>
                    <a:pt x="20497" y="17526"/>
                  </a:lnTo>
                  <a:lnTo>
                    <a:pt x="20459" y="17780"/>
                  </a:lnTo>
                  <a:lnTo>
                    <a:pt x="20002" y="17653"/>
                  </a:lnTo>
                  <a:lnTo>
                    <a:pt x="20027" y="18034"/>
                  </a:lnTo>
                  <a:lnTo>
                    <a:pt x="20853" y="18034"/>
                  </a:lnTo>
                  <a:close/>
                </a:path>
                <a:path w="50164" h="40640">
                  <a:moveTo>
                    <a:pt x="20967" y="16637"/>
                  </a:moveTo>
                  <a:lnTo>
                    <a:pt x="20726" y="16637"/>
                  </a:lnTo>
                  <a:lnTo>
                    <a:pt x="20675" y="16802"/>
                  </a:lnTo>
                  <a:lnTo>
                    <a:pt x="20967" y="16637"/>
                  </a:lnTo>
                  <a:close/>
                </a:path>
                <a:path w="50164" h="40640">
                  <a:moveTo>
                    <a:pt x="21069" y="19050"/>
                  </a:moveTo>
                  <a:lnTo>
                    <a:pt x="20980" y="18923"/>
                  </a:lnTo>
                  <a:lnTo>
                    <a:pt x="19659" y="18923"/>
                  </a:lnTo>
                  <a:lnTo>
                    <a:pt x="19659" y="19050"/>
                  </a:lnTo>
                  <a:lnTo>
                    <a:pt x="21069" y="19050"/>
                  </a:lnTo>
                  <a:close/>
                </a:path>
                <a:path w="50164" h="40640">
                  <a:moveTo>
                    <a:pt x="21107" y="18542"/>
                  </a:moveTo>
                  <a:lnTo>
                    <a:pt x="21031" y="18288"/>
                  </a:lnTo>
                  <a:lnTo>
                    <a:pt x="20942" y="18161"/>
                  </a:lnTo>
                  <a:lnTo>
                    <a:pt x="20294" y="18161"/>
                  </a:lnTo>
                  <a:lnTo>
                    <a:pt x="20586" y="18415"/>
                  </a:lnTo>
                  <a:lnTo>
                    <a:pt x="20370" y="18288"/>
                  </a:lnTo>
                  <a:lnTo>
                    <a:pt x="20053" y="18161"/>
                  </a:lnTo>
                  <a:lnTo>
                    <a:pt x="19367" y="18161"/>
                  </a:lnTo>
                  <a:lnTo>
                    <a:pt x="19189" y="18161"/>
                  </a:lnTo>
                  <a:lnTo>
                    <a:pt x="19088" y="18288"/>
                  </a:lnTo>
                  <a:lnTo>
                    <a:pt x="18986" y="18415"/>
                  </a:lnTo>
                  <a:lnTo>
                    <a:pt x="18884" y="18542"/>
                  </a:lnTo>
                  <a:lnTo>
                    <a:pt x="20027" y="18542"/>
                  </a:lnTo>
                  <a:lnTo>
                    <a:pt x="20231" y="18415"/>
                  </a:lnTo>
                  <a:lnTo>
                    <a:pt x="20383" y="18415"/>
                  </a:lnTo>
                  <a:lnTo>
                    <a:pt x="20510" y="18542"/>
                  </a:lnTo>
                  <a:lnTo>
                    <a:pt x="21107" y="18542"/>
                  </a:lnTo>
                  <a:close/>
                </a:path>
                <a:path w="50164" h="40640">
                  <a:moveTo>
                    <a:pt x="21158" y="24511"/>
                  </a:moveTo>
                  <a:lnTo>
                    <a:pt x="20332" y="24511"/>
                  </a:lnTo>
                  <a:lnTo>
                    <a:pt x="20332" y="24638"/>
                  </a:lnTo>
                  <a:lnTo>
                    <a:pt x="21094" y="24638"/>
                  </a:lnTo>
                  <a:lnTo>
                    <a:pt x="21158" y="24511"/>
                  </a:lnTo>
                  <a:close/>
                </a:path>
                <a:path w="50164" h="40640">
                  <a:moveTo>
                    <a:pt x="21158" y="22098"/>
                  </a:moveTo>
                  <a:lnTo>
                    <a:pt x="21031" y="21971"/>
                  </a:lnTo>
                  <a:lnTo>
                    <a:pt x="20942" y="21717"/>
                  </a:lnTo>
                  <a:lnTo>
                    <a:pt x="20828" y="21336"/>
                  </a:lnTo>
                  <a:lnTo>
                    <a:pt x="20789" y="21209"/>
                  </a:lnTo>
                  <a:lnTo>
                    <a:pt x="20027" y="21209"/>
                  </a:lnTo>
                  <a:lnTo>
                    <a:pt x="20269" y="21336"/>
                  </a:lnTo>
                  <a:lnTo>
                    <a:pt x="20599" y="21590"/>
                  </a:lnTo>
                  <a:lnTo>
                    <a:pt x="20662" y="21717"/>
                  </a:lnTo>
                  <a:lnTo>
                    <a:pt x="20726" y="21844"/>
                  </a:lnTo>
                  <a:lnTo>
                    <a:pt x="20789" y="21971"/>
                  </a:lnTo>
                  <a:lnTo>
                    <a:pt x="21056" y="22225"/>
                  </a:lnTo>
                  <a:lnTo>
                    <a:pt x="21158" y="22098"/>
                  </a:lnTo>
                  <a:close/>
                </a:path>
                <a:path w="50164" h="40640">
                  <a:moveTo>
                    <a:pt x="21170" y="40132"/>
                  </a:moveTo>
                  <a:lnTo>
                    <a:pt x="20955" y="40005"/>
                  </a:lnTo>
                  <a:lnTo>
                    <a:pt x="20942" y="39624"/>
                  </a:lnTo>
                  <a:lnTo>
                    <a:pt x="20967" y="39370"/>
                  </a:lnTo>
                  <a:lnTo>
                    <a:pt x="21018" y="38862"/>
                  </a:lnTo>
                  <a:lnTo>
                    <a:pt x="21043" y="38608"/>
                  </a:lnTo>
                  <a:lnTo>
                    <a:pt x="20802" y="38481"/>
                  </a:lnTo>
                  <a:lnTo>
                    <a:pt x="20942" y="38481"/>
                  </a:lnTo>
                  <a:lnTo>
                    <a:pt x="20967" y="38227"/>
                  </a:lnTo>
                  <a:lnTo>
                    <a:pt x="20662" y="38227"/>
                  </a:lnTo>
                  <a:lnTo>
                    <a:pt x="20675" y="38100"/>
                  </a:lnTo>
                  <a:lnTo>
                    <a:pt x="19215" y="38100"/>
                  </a:lnTo>
                  <a:lnTo>
                    <a:pt x="19342" y="37846"/>
                  </a:lnTo>
                  <a:lnTo>
                    <a:pt x="20828" y="37846"/>
                  </a:lnTo>
                  <a:lnTo>
                    <a:pt x="20955" y="37922"/>
                  </a:lnTo>
                  <a:lnTo>
                    <a:pt x="20955" y="37782"/>
                  </a:lnTo>
                  <a:lnTo>
                    <a:pt x="20916" y="37592"/>
                  </a:lnTo>
                  <a:lnTo>
                    <a:pt x="20701" y="37465"/>
                  </a:lnTo>
                  <a:lnTo>
                    <a:pt x="20916" y="37211"/>
                  </a:lnTo>
                  <a:lnTo>
                    <a:pt x="20789" y="37211"/>
                  </a:lnTo>
                  <a:lnTo>
                    <a:pt x="21018" y="37084"/>
                  </a:lnTo>
                  <a:lnTo>
                    <a:pt x="21107" y="36449"/>
                  </a:lnTo>
                  <a:lnTo>
                    <a:pt x="21132" y="36322"/>
                  </a:lnTo>
                  <a:lnTo>
                    <a:pt x="19304" y="36322"/>
                  </a:lnTo>
                  <a:lnTo>
                    <a:pt x="19278" y="36449"/>
                  </a:lnTo>
                  <a:lnTo>
                    <a:pt x="19138" y="36449"/>
                  </a:lnTo>
                  <a:lnTo>
                    <a:pt x="19138" y="36068"/>
                  </a:lnTo>
                  <a:lnTo>
                    <a:pt x="12928" y="36068"/>
                  </a:lnTo>
                  <a:lnTo>
                    <a:pt x="12852" y="38862"/>
                  </a:lnTo>
                  <a:lnTo>
                    <a:pt x="12725" y="40640"/>
                  </a:lnTo>
                  <a:lnTo>
                    <a:pt x="20942" y="40640"/>
                  </a:lnTo>
                  <a:lnTo>
                    <a:pt x="20942" y="40386"/>
                  </a:lnTo>
                  <a:lnTo>
                    <a:pt x="20942" y="40132"/>
                  </a:lnTo>
                  <a:lnTo>
                    <a:pt x="20637" y="40386"/>
                  </a:lnTo>
                  <a:lnTo>
                    <a:pt x="20942" y="40132"/>
                  </a:lnTo>
                  <a:lnTo>
                    <a:pt x="21170" y="40132"/>
                  </a:lnTo>
                  <a:close/>
                </a:path>
                <a:path w="50164" h="40640">
                  <a:moveTo>
                    <a:pt x="21310" y="40640"/>
                  </a:moveTo>
                  <a:lnTo>
                    <a:pt x="21259" y="40386"/>
                  </a:lnTo>
                  <a:lnTo>
                    <a:pt x="20942" y="40640"/>
                  </a:lnTo>
                  <a:lnTo>
                    <a:pt x="21310" y="40640"/>
                  </a:lnTo>
                  <a:close/>
                </a:path>
                <a:path w="50164" h="40640">
                  <a:moveTo>
                    <a:pt x="21310" y="26035"/>
                  </a:moveTo>
                  <a:lnTo>
                    <a:pt x="20548" y="26035"/>
                  </a:lnTo>
                  <a:lnTo>
                    <a:pt x="20472" y="28575"/>
                  </a:lnTo>
                  <a:lnTo>
                    <a:pt x="20739" y="28575"/>
                  </a:lnTo>
                  <a:lnTo>
                    <a:pt x="20789" y="27051"/>
                  </a:lnTo>
                  <a:lnTo>
                    <a:pt x="20980" y="26924"/>
                  </a:lnTo>
                  <a:lnTo>
                    <a:pt x="21082" y="26670"/>
                  </a:lnTo>
                  <a:lnTo>
                    <a:pt x="21170" y="26416"/>
                  </a:lnTo>
                  <a:lnTo>
                    <a:pt x="21259" y="26162"/>
                  </a:lnTo>
                  <a:lnTo>
                    <a:pt x="21310" y="26035"/>
                  </a:lnTo>
                  <a:close/>
                </a:path>
                <a:path w="50164" h="40640">
                  <a:moveTo>
                    <a:pt x="21310" y="19304"/>
                  </a:moveTo>
                  <a:lnTo>
                    <a:pt x="21183" y="19177"/>
                  </a:lnTo>
                  <a:lnTo>
                    <a:pt x="19659" y="19177"/>
                  </a:lnTo>
                  <a:lnTo>
                    <a:pt x="19862" y="19304"/>
                  </a:lnTo>
                  <a:lnTo>
                    <a:pt x="21310" y="19304"/>
                  </a:lnTo>
                  <a:close/>
                </a:path>
                <a:path w="50164" h="40640">
                  <a:moveTo>
                    <a:pt x="21361" y="35560"/>
                  </a:moveTo>
                  <a:lnTo>
                    <a:pt x="20929" y="35306"/>
                  </a:lnTo>
                  <a:lnTo>
                    <a:pt x="21005" y="35560"/>
                  </a:lnTo>
                  <a:lnTo>
                    <a:pt x="20840" y="35560"/>
                  </a:lnTo>
                  <a:lnTo>
                    <a:pt x="20713" y="35687"/>
                  </a:lnTo>
                  <a:lnTo>
                    <a:pt x="20383" y="35687"/>
                  </a:lnTo>
                  <a:lnTo>
                    <a:pt x="19964" y="35941"/>
                  </a:lnTo>
                  <a:lnTo>
                    <a:pt x="20701" y="35941"/>
                  </a:lnTo>
                  <a:lnTo>
                    <a:pt x="20701" y="35814"/>
                  </a:lnTo>
                  <a:lnTo>
                    <a:pt x="20751" y="35941"/>
                  </a:lnTo>
                  <a:lnTo>
                    <a:pt x="21082" y="35941"/>
                  </a:lnTo>
                  <a:lnTo>
                    <a:pt x="21069" y="35814"/>
                  </a:lnTo>
                  <a:lnTo>
                    <a:pt x="20929" y="35687"/>
                  </a:lnTo>
                  <a:lnTo>
                    <a:pt x="21069" y="35687"/>
                  </a:lnTo>
                  <a:lnTo>
                    <a:pt x="21107" y="35560"/>
                  </a:lnTo>
                  <a:lnTo>
                    <a:pt x="21361" y="35560"/>
                  </a:lnTo>
                  <a:close/>
                </a:path>
                <a:path w="50164" h="40640">
                  <a:moveTo>
                    <a:pt x="21386" y="24511"/>
                  </a:moveTo>
                  <a:lnTo>
                    <a:pt x="21209" y="24511"/>
                  </a:lnTo>
                  <a:lnTo>
                    <a:pt x="21120" y="24638"/>
                  </a:lnTo>
                  <a:lnTo>
                    <a:pt x="21272" y="24638"/>
                  </a:lnTo>
                  <a:lnTo>
                    <a:pt x="21386" y="24511"/>
                  </a:lnTo>
                  <a:close/>
                </a:path>
                <a:path w="50164" h="40640">
                  <a:moveTo>
                    <a:pt x="21386" y="19177"/>
                  </a:moveTo>
                  <a:lnTo>
                    <a:pt x="21374" y="19050"/>
                  </a:lnTo>
                  <a:lnTo>
                    <a:pt x="21069" y="19050"/>
                  </a:lnTo>
                  <a:lnTo>
                    <a:pt x="21183" y="19177"/>
                  </a:lnTo>
                  <a:lnTo>
                    <a:pt x="21386" y="19177"/>
                  </a:lnTo>
                  <a:close/>
                </a:path>
                <a:path w="50164" h="40640">
                  <a:moveTo>
                    <a:pt x="21437" y="34950"/>
                  </a:moveTo>
                  <a:lnTo>
                    <a:pt x="21361" y="34734"/>
                  </a:lnTo>
                  <a:lnTo>
                    <a:pt x="21323" y="34886"/>
                  </a:lnTo>
                  <a:close/>
                </a:path>
                <a:path w="50164" h="40640">
                  <a:moveTo>
                    <a:pt x="21577" y="18669"/>
                  </a:moveTo>
                  <a:lnTo>
                    <a:pt x="20802" y="18669"/>
                  </a:lnTo>
                  <a:lnTo>
                    <a:pt x="20891" y="18796"/>
                  </a:lnTo>
                  <a:lnTo>
                    <a:pt x="20980" y="18923"/>
                  </a:lnTo>
                  <a:lnTo>
                    <a:pt x="21577" y="18923"/>
                  </a:lnTo>
                  <a:lnTo>
                    <a:pt x="21577" y="18669"/>
                  </a:lnTo>
                  <a:close/>
                </a:path>
                <a:path w="50164" h="40640">
                  <a:moveTo>
                    <a:pt x="21640" y="20066"/>
                  </a:moveTo>
                  <a:lnTo>
                    <a:pt x="21564" y="19812"/>
                  </a:lnTo>
                  <a:lnTo>
                    <a:pt x="20574" y="19812"/>
                  </a:lnTo>
                  <a:lnTo>
                    <a:pt x="20878" y="20066"/>
                  </a:lnTo>
                  <a:lnTo>
                    <a:pt x="21640" y="20066"/>
                  </a:lnTo>
                  <a:close/>
                </a:path>
                <a:path w="50164" h="40640">
                  <a:moveTo>
                    <a:pt x="21729" y="6604"/>
                  </a:moveTo>
                  <a:lnTo>
                    <a:pt x="2438" y="6604"/>
                  </a:lnTo>
                  <a:lnTo>
                    <a:pt x="2413" y="6350"/>
                  </a:lnTo>
                  <a:lnTo>
                    <a:pt x="2171" y="6350"/>
                  </a:lnTo>
                  <a:lnTo>
                    <a:pt x="2197" y="6477"/>
                  </a:lnTo>
                  <a:lnTo>
                    <a:pt x="1955" y="6350"/>
                  </a:lnTo>
                  <a:lnTo>
                    <a:pt x="2209" y="6604"/>
                  </a:lnTo>
                  <a:lnTo>
                    <a:pt x="1638" y="6604"/>
                  </a:lnTo>
                  <a:lnTo>
                    <a:pt x="1663" y="7112"/>
                  </a:lnTo>
                  <a:lnTo>
                    <a:pt x="14439" y="7112"/>
                  </a:lnTo>
                  <a:lnTo>
                    <a:pt x="14185" y="7366"/>
                  </a:lnTo>
                  <a:lnTo>
                    <a:pt x="14566" y="7112"/>
                  </a:lnTo>
                  <a:lnTo>
                    <a:pt x="16217" y="7112"/>
                  </a:lnTo>
                  <a:lnTo>
                    <a:pt x="16205" y="7620"/>
                  </a:lnTo>
                  <a:lnTo>
                    <a:pt x="21615" y="7620"/>
                  </a:lnTo>
                  <a:lnTo>
                    <a:pt x="21640" y="7366"/>
                  </a:lnTo>
                  <a:lnTo>
                    <a:pt x="21729" y="6604"/>
                  </a:lnTo>
                  <a:close/>
                </a:path>
                <a:path w="50164" h="40640">
                  <a:moveTo>
                    <a:pt x="21805" y="24384"/>
                  </a:moveTo>
                  <a:lnTo>
                    <a:pt x="21602" y="24257"/>
                  </a:lnTo>
                  <a:lnTo>
                    <a:pt x="21488" y="24384"/>
                  </a:lnTo>
                  <a:lnTo>
                    <a:pt x="21386" y="24511"/>
                  </a:lnTo>
                  <a:lnTo>
                    <a:pt x="21729" y="24511"/>
                  </a:lnTo>
                  <a:lnTo>
                    <a:pt x="21805" y="24384"/>
                  </a:lnTo>
                  <a:close/>
                </a:path>
                <a:path w="50164" h="40640">
                  <a:moveTo>
                    <a:pt x="21971" y="38036"/>
                  </a:moveTo>
                  <a:lnTo>
                    <a:pt x="21932" y="37769"/>
                  </a:lnTo>
                  <a:lnTo>
                    <a:pt x="21704" y="37515"/>
                  </a:lnTo>
                  <a:lnTo>
                    <a:pt x="21755" y="37998"/>
                  </a:lnTo>
                  <a:lnTo>
                    <a:pt x="21818" y="37807"/>
                  </a:lnTo>
                  <a:lnTo>
                    <a:pt x="21869" y="38100"/>
                  </a:lnTo>
                  <a:close/>
                </a:path>
                <a:path w="50164" h="40640">
                  <a:moveTo>
                    <a:pt x="22034" y="6604"/>
                  </a:moveTo>
                  <a:lnTo>
                    <a:pt x="21755" y="6350"/>
                  </a:lnTo>
                  <a:lnTo>
                    <a:pt x="21729" y="6604"/>
                  </a:lnTo>
                  <a:lnTo>
                    <a:pt x="21907" y="6604"/>
                  </a:lnTo>
                  <a:lnTo>
                    <a:pt x="21907" y="6858"/>
                  </a:lnTo>
                  <a:lnTo>
                    <a:pt x="22034" y="6604"/>
                  </a:lnTo>
                  <a:close/>
                </a:path>
                <a:path w="50164" h="40640">
                  <a:moveTo>
                    <a:pt x="22136" y="24511"/>
                  </a:moveTo>
                  <a:lnTo>
                    <a:pt x="21729" y="24511"/>
                  </a:lnTo>
                  <a:lnTo>
                    <a:pt x="21844" y="24638"/>
                  </a:lnTo>
                  <a:lnTo>
                    <a:pt x="22072" y="24638"/>
                  </a:lnTo>
                  <a:lnTo>
                    <a:pt x="22136" y="24511"/>
                  </a:lnTo>
                  <a:close/>
                </a:path>
                <a:path w="50164" h="40640">
                  <a:moveTo>
                    <a:pt x="22225" y="9271"/>
                  </a:moveTo>
                  <a:lnTo>
                    <a:pt x="21488" y="9271"/>
                  </a:lnTo>
                  <a:lnTo>
                    <a:pt x="21475" y="9525"/>
                  </a:lnTo>
                  <a:lnTo>
                    <a:pt x="22225" y="9525"/>
                  </a:lnTo>
                  <a:lnTo>
                    <a:pt x="22225" y="9271"/>
                  </a:lnTo>
                  <a:close/>
                </a:path>
                <a:path w="50164" h="40640">
                  <a:moveTo>
                    <a:pt x="22225" y="8382"/>
                  </a:moveTo>
                  <a:lnTo>
                    <a:pt x="22212" y="7620"/>
                  </a:lnTo>
                  <a:lnTo>
                    <a:pt x="21615" y="7620"/>
                  </a:lnTo>
                  <a:lnTo>
                    <a:pt x="21564" y="8128"/>
                  </a:lnTo>
                  <a:lnTo>
                    <a:pt x="14528" y="8128"/>
                  </a:lnTo>
                  <a:lnTo>
                    <a:pt x="14287" y="8128"/>
                  </a:lnTo>
                  <a:lnTo>
                    <a:pt x="14897" y="7874"/>
                  </a:lnTo>
                  <a:lnTo>
                    <a:pt x="13373" y="7874"/>
                  </a:lnTo>
                  <a:lnTo>
                    <a:pt x="13081" y="8128"/>
                  </a:lnTo>
                  <a:lnTo>
                    <a:pt x="13233" y="8128"/>
                  </a:lnTo>
                  <a:lnTo>
                    <a:pt x="13246" y="8382"/>
                  </a:lnTo>
                  <a:lnTo>
                    <a:pt x="14198" y="8382"/>
                  </a:lnTo>
                  <a:lnTo>
                    <a:pt x="13817" y="8636"/>
                  </a:lnTo>
                  <a:lnTo>
                    <a:pt x="13665" y="8636"/>
                  </a:lnTo>
                  <a:lnTo>
                    <a:pt x="14084" y="9017"/>
                  </a:lnTo>
                  <a:lnTo>
                    <a:pt x="13931" y="9017"/>
                  </a:lnTo>
                  <a:lnTo>
                    <a:pt x="21488" y="9271"/>
                  </a:lnTo>
                  <a:lnTo>
                    <a:pt x="21539" y="8382"/>
                  </a:lnTo>
                  <a:lnTo>
                    <a:pt x="22225" y="8382"/>
                  </a:lnTo>
                  <a:close/>
                </a:path>
                <a:path w="50164" h="40640">
                  <a:moveTo>
                    <a:pt x="22237" y="10287"/>
                  </a:moveTo>
                  <a:lnTo>
                    <a:pt x="21386" y="10287"/>
                  </a:lnTo>
                  <a:lnTo>
                    <a:pt x="21424" y="10033"/>
                  </a:lnTo>
                  <a:lnTo>
                    <a:pt x="21450" y="9779"/>
                  </a:lnTo>
                  <a:lnTo>
                    <a:pt x="21475" y="9525"/>
                  </a:lnTo>
                  <a:lnTo>
                    <a:pt x="16408" y="9525"/>
                  </a:lnTo>
                  <a:lnTo>
                    <a:pt x="16408" y="10414"/>
                  </a:lnTo>
                  <a:lnTo>
                    <a:pt x="16217" y="10287"/>
                  </a:lnTo>
                  <a:lnTo>
                    <a:pt x="16357" y="10160"/>
                  </a:lnTo>
                  <a:lnTo>
                    <a:pt x="16408" y="10414"/>
                  </a:lnTo>
                  <a:lnTo>
                    <a:pt x="16408" y="9525"/>
                  </a:lnTo>
                  <a:lnTo>
                    <a:pt x="16065" y="9525"/>
                  </a:lnTo>
                  <a:lnTo>
                    <a:pt x="16065" y="10287"/>
                  </a:lnTo>
                  <a:lnTo>
                    <a:pt x="15976" y="10515"/>
                  </a:lnTo>
                  <a:lnTo>
                    <a:pt x="15976" y="11049"/>
                  </a:lnTo>
                  <a:lnTo>
                    <a:pt x="15811" y="11303"/>
                  </a:lnTo>
                  <a:lnTo>
                    <a:pt x="15836" y="11049"/>
                  </a:lnTo>
                  <a:lnTo>
                    <a:pt x="15976" y="11049"/>
                  </a:lnTo>
                  <a:lnTo>
                    <a:pt x="15976" y="10515"/>
                  </a:lnTo>
                  <a:lnTo>
                    <a:pt x="15849" y="10795"/>
                  </a:lnTo>
                  <a:lnTo>
                    <a:pt x="15798" y="10922"/>
                  </a:lnTo>
                  <a:lnTo>
                    <a:pt x="15481" y="10795"/>
                  </a:lnTo>
                  <a:lnTo>
                    <a:pt x="15430" y="10287"/>
                  </a:lnTo>
                  <a:lnTo>
                    <a:pt x="15811" y="10287"/>
                  </a:lnTo>
                  <a:lnTo>
                    <a:pt x="15938" y="10541"/>
                  </a:lnTo>
                  <a:lnTo>
                    <a:pt x="16065" y="10287"/>
                  </a:lnTo>
                  <a:lnTo>
                    <a:pt x="16065" y="9525"/>
                  </a:lnTo>
                  <a:lnTo>
                    <a:pt x="15151" y="9525"/>
                  </a:lnTo>
                  <a:lnTo>
                    <a:pt x="15151" y="10287"/>
                  </a:lnTo>
                  <a:lnTo>
                    <a:pt x="15113" y="10426"/>
                  </a:lnTo>
                  <a:lnTo>
                    <a:pt x="14935" y="10287"/>
                  </a:lnTo>
                  <a:lnTo>
                    <a:pt x="15151" y="10287"/>
                  </a:lnTo>
                  <a:lnTo>
                    <a:pt x="15151" y="9525"/>
                  </a:lnTo>
                  <a:lnTo>
                    <a:pt x="14859" y="9525"/>
                  </a:lnTo>
                  <a:lnTo>
                    <a:pt x="14744" y="9271"/>
                  </a:lnTo>
                  <a:lnTo>
                    <a:pt x="14439" y="9271"/>
                  </a:lnTo>
                  <a:lnTo>
                    <a:pt x="13792" y="9271"/>
                  </a:lnTo>
                  <a:lnTo>
                    <a:pt x="13525" y="9271"/>
                  </a:lnTo>
                  <a:lnTo>
                    <a:pt x="13296" y="9398"/>
                  </a:lnTo>
                  <a:lnTo>
                    <a:pt x="13246" y="8382"/>
                  </a:lnTo>
                  <a:lnTo>
                    <a:pt x="2832" y="8382"/>
                  </a:lnTo>
                  <a:lnTo>
                    <a:pt x="2832" y="9779"/>
                  </a:lnTo>
                  <a:lnTo>
                    <a:pt x="2463" y="9893"/>
                  </a:lnTo>
                  <a:lnTo>
                    <a:pt x="1993" y="10033"/>
                  </a:lnTo>
                  <a:lnTo>
                    <a:pt x="1993" y="10287"/>
                  </a:lnTo>
                  <a:lnTo>
                    <a:pt x="2159" y="10414"/>
                  </a:lnTo>
                  <a:lnTo>
                    <a:pt x="1828" y="10287"/>
                  </a:lnTo>
                  <a:lnTo>
                    <a:pt x="1689" y="10541"/>
                  </a:lnTo>
                  <a:lnTo>
                    <a:pt x="1752" y="10287"/>
                  </a:lnTo>
                  <a:lnTo>
                    <a:pt x="1828" y="10033"/>
                  </a:lnTo>
                  <a:lnTo>
                    <a:pt x="2286" y="9779"/>
                  </a:lnTo>
                  <a:lnTo>
                    <a:pt x="2489" y="9779"/>
                  </a:lnTo>
                  <a:lnTo>
                    <a:pt x="2832" y="9779"/>
                  </a:lnTo>
                  <a:lnTo>
                    <a:pt x="2832" y="8382"/>
                  </a:lnTo>
                  <a:lnTo>
                    <a:pt x="2184" y="8382"/>
                  </a:lnTo>
                  <a:lnTo>
                    <a:pt x="2120" y="8636"/>
                  </a:lnTo>
                  <a:lnTo>
                    <a:pt x="1854" y="8636"/>
                  </a:lnTo>
                  <a:lnTo>
                    <a:pt x="2578" y="9017"/>
                  </a:lnTo>
                  <a:lnTo>
                    <a:pt x="2184" y="9017"/>
                  </a:lnTo>
                  <a:lnTo>
                    <a:pt x="1574" y="9525"/>
                  </a:lnTo>
                  <a:lnTo>
                    <a:pt x="1308" y="9779"/>
                  </a:lnTo>
                  <a:lnTo>
                    <a:pt x="393" y="10795"/>
                  </a:lnTo>
                  <a:lnTo>
                    <a:pt x="3276" y="10795"/>
                  </a:lnTo>
                  <a:lnTo>
                    <a:pt x="3403" y="10795"/>
                  </a:lnTo>
                  <a:lnTo>
                    <a:pt x="14414" y="10795"/>
                  </a:lnTo>
                  <a:lnTo>
                    <a:pt x="14389" y="10934"/>
                  </a:lnTo>
                  <a:lnTo>
                    <a:pt x="13931" y="11049"/>
                  </a:lnTo>
                  <a:lnTo>
                    <a:pt x="14389" y="11049"/>
                  </a:lnTo>
                  <a:lnTo>
                    <a:pt x="14363" y="11303"/>
                  </a:lnTo>
                  <a:lnTo>
                    <a:pt x="14554" y="11049"/>
                  </a:lnTo>
                  <a:lnTo>
                    <a:pt x="14693" y="11049"/>
                  </a:lnTo>
                  <a:lnTo>
                    <a:pt x="14820" y="11049"/>
                  </a:lnTo>
                  <a:lnTo>
                    <a:pt x="14935" y="10845"/>
                  </a:lnTo>
                  <a:lnTo>
                    <a:pt x="14617" y="10883"/>
                  </a:lnTo>
                  <a:lnTo>
                    <a:pt x="14757" y="10541"/>
                  </a:lnTo>
                  <a:lnTo>
                    <a:pt x="14884" y="10795"/>
                  </a:lnTo>
                  <a:lnTo>
                    <a:pt x="15087" y="10541"/>
                  </a:lnTo>
                  <a:lnTo>
                    <a:pt x="15290" y="10541"/>
                  </a:lnTo>
                  <a:lnTo>
                    <a:pt x="15265" y="10795"/>
                  </a:lnTo>
                  <a:lnTo>
                    <a:pt x="15062" y="10795"/>
                  </a:lnTo>
                  <a:lnTo>
                    <a:pt x="15468" y="11049"/>
                  </a:lnTo>
                  <a:lnTo>
                    <a:pt x="15506" y="11188"/>
                  </a:lnTo>
                  <a:lnTo>
                    <a:pt x="15189" y="11049"/>
                  </a:lnTo>
                  <a:lnTo>
                    <a:pt x="15011" y="10909"/>
                  </a:lnTo>
                  <a:lnTo>
                    <a:pt x="14947" y="11049"/>
                  </a:lnTo>
                  <a:lnTo>
                    <a:pt x="15494" y="11303"/>
                  </a:lnTo>
                  <a:lnTo>
                    <a:pt x="15214" y="11303"/>
                  </a:lnTo>
                  <a:lnTo>
                    <a:pt x="15125" y="11531"/>
                  </a:lnTo>
                  <a:lnTo>
                    <a:pt x="14986" y="11303"/>
                  </a:lnTo>
                  <a:lnTo>
                    <a:pt x="14668" y="11303"/>
                  </a:lnTo>
                  <a:lnTo>
                    <a:pt x="14693" y="11049"/>
                  </a:lnTo>
                  <a:lnTo>
                    <a:pt x="14363" y="11303"/>
                  </a:lnTo>
                  <a:lnTo>
                    <a:pt x="14008" y="11455"/>
                  </a:lnTo>
                  <a:lnTo>
                    <a:pt x="13970" y="11252"/>
                  </a:lnTo>
                  <a:lnTo>
                    <a:pt x="13970" y="11468"/>
                  </a:lnTo>
                  <a:lnTo>
                    <a:pt x="13970" y="11252"/>
                  </a:lnTo>
                  <a:lnTo>
                    <a:pt x="13931" y="11049"/>
                  </a:lnTo>
                  <a:lnTo>
                    <a:pt x="13690" y="11049"/>
                  </a:lnTo>
                  <a:lnTo>
                    <a:pt x="13855" y="11303"/>
                  </a:lnTo>
                  <a:lnTo>
                    <a:pt x="13373" y="11303"/>
                  </a:lnTo>
                  <a:lnTo>
                    <a:pt x="13335" y="11557"/>
                  </a:lnTo>
                  <a:lnTo>
                    <a:pt x="13754" y="11557"/>
                  </a:lnTo>
                  <a:lnTo>
                    <a:pt x="13944" y="11557"/>
                  </a:lnTo>
                  <a:lnTo>
                    <a:pt x="14046" y="11811"/>
                  </a:lnTo>
                  <a:lnTo>
                    <a:pt x="13538" y="11811"/>
                  </a:lnTo>
                  <a:lnTo>
                    <a:pt x="13335" y="11557"/>
                  </a:lnTo>
                  <a:lnTo>
                    <a:pt x="3200" y="11557"/>
                  </a:lnTo>
                  <a:lnTo>
                    <a:pt x="3187" y="11684"/>
                  </a:lnTo>
                  <a:lnTo>
                    <a:pt x="3086" y="11811"/>
                  </a:lnTo>
                  <a:lnTo>
                    <a:pt x="2959" y="11684"/>
                  </a:lnTo>
                  <a:lnTo>
                    <a:pt x="3086" y="11811"/>
                  </a:lnTo>
                  <a:lnTo>
                    <a:pt x="3086" y="11582"/>
                  </a:lnTo>
                  <a:lnTo>
                    <a:pt x="2882" y="11557"/>
                  </a:lnTo>
                  <a:lnTo>
                    <a:pt x="2743" y="11557"/>
                  </a:lnTo>
                  <a:lnTo>
                    <a:pt x="3022" y="11303"/>
                  </a:lnTo>
                  <a:lnTo>
                    <a:pt x="3225" y="11303"/>
                  </a:lnTo>
                  <a:lnTo>
                    <a:pt x="3213" y="11430"/>
                  </a:lnTo>
                  <a:lnTo>
                    <a:pt x="3365" y="11303"/>
                  </a:lnTo>
                  <a:lnTo>
                    <a:pt x="13169" y="11303"/>
                  </a:lnTo>
                  <a:lnTo>
                    <a:pt x="13525" y="11049"/>
                  </a:lnTo>
                  <a:lnTo>
                    <a:pt x="3175" y="11049"/>
                  </a:lnTo>
                  <a:lnTo>
                    <a:pt x="3124" y="11176"/>
                  </a:lnTo>
                  <a:lnTo>
                    <a:pt x="2844" y="11049"/>
                  </a:lnTo>
                  <a:lnTo>
                    <a:pt x="419" y="11049"/>
                  </a:lnTo>
                  <a:lnTo>
                    <a:pt x="495" y="11811"/>
                  </a:lnTo>
                  <a:lnTo>
                    <a:pt x="584" y="12192"/>
                  </a:lnTo>
                  <a:lnTo>
                    <a:pt x="711" y="12700"/>
                  </a:lnTo>
                  <a:lnTo>
                    <a:pt x="825" y="12446"/>
                  </a:lnTo>
                  <a:lnTo>
                    <a:pt x="838" y="12192"/>
                  </a:lnTo>
                  <a:lnTo>
                    <a:pt x="977" y="11811"/>
                  </a:lnTo>
                  <a:lnTo>
                    <a:pt x="1003" y="11633"/>
                  </a:lnTo>
                  <a:lnTo>
                    <a:pt x="1295" y="11811"/>
                  </a:lnTo>
                  <a:lnTo>
                    <a:pt x="1308" y="12192"/>
                  </a:lnTo>
                  <a:lnTo>
                    <a:pt x="1562" y="12446"/>
                  </a:lnTo>
                  <a:lnTo>
                    <a:pt x="2997" y="12446"/>
                  </a:lnTo>
                  <a:lnTo>
                    <a:pt x="3149" y="12573"/>
                  </a:lnTo>
                  <a:lnTo>
                    <a:pt x="3200" y="12446"/>
                  </a:lnTo>
                  <a:lnTo>
                    <a:pt x="20358" y="12446"/>
                  </a:lnTo>
                  <a:lnTo>
                    <a:pt x="20332" y="12700"/>
                  </a:lnTo>
                  <a:lnTo>
                    <a:pt x="20980" y="12700"/>
                  </a:lnTo>
                  <a:lnTo>
                    <a:pt x="21018" y="12446"/>
                  </a:lnTo>
                  <a:lnTo>
                    <a:pt x="20688" y="12446"/>
                  </a:lnTo>
                  <a:lnTo>
                    <a:pt x="20370" y="12446"/>
                  </a:lnTo>
                  <a:lnTo>
                    <a:pt x="20777" y="12192"/>
                  </a:lnTo>
                  <a:lnTo>
                    <a:pt x="20688" y="12446"/>
                  </a:lnTo>
                  <a:lnTo>
                    <a:pt x="21069" y="12192"/>
                  </a:lnTo>
                  <a:lnTo>
                    <a:pt x="21018" y="12446"/>
                  </a:lnTo>
                  <a:lnTo>
                    <a:pt x="21209" y="12192"/>
                  </a:lnTo>
                  <a:lnTo>
                    <a:pt x="21259" y="11811"/>
                  </a:lnTo>
                  <a:lnTo>
                    <a:pt x="21297" y="11303"/>
                  </a:lnTo>
                  <a:lnTo>
                    <a:pt x="21361" y="10541"/>
                  </a:lnTo>
                  <a:lnTo>
                    <a:pt x="22237" y="10541"/>
                  </a:lnTo>
                  <a:lnTo>
                    <a:pt x="22237" y="10287"/>
                  </a:lnTo>
                  <a:close/>
                </a:path>
                <a:path w="50164" h="40640">
                  <a:moveTo>
                    <a:pt x="22263" y="22352"/>
                  </a:moveTo>
                  <a:lnTo>
                    <a:pt x="22161" y="20955"/>
                  </a:lnTo>
                  <a:lnTo>
                    <a:pt x="22047" y="20574"/>
                  </a:lnTo>
                  <a:lnTo>
                    <a:pt x="22034" y="20193"/>
                  </a:lnTo>
                  <a:lnTo>
                    <a:pt x="21831" y="20066"/>
                  </a:lnTo>
                  <a:lnTo>
                    <a:pt x="21640" y="20066"/>
                  </a:lnTo>
                  <a:lnTo>
                    <a:pt x="21678" y="20193"/>
                  </a:lnTo>
                  <a:lnTo>
                    <a:pt x="21805" y="20574"/>
                  </a:lnTo>
                  <a:lnTo>
                    <a:pt x="21920" y="20955"/>
                  </a:lnTo>
                  <a:lnTo>
                    <a:pt x="22047" y="21336"/>
                  </a:lnTo>
                  <a:lnTo>
                    <a:pt x="22161" y="21717"/>
                  </a:lnTo>
                  <a:lnTo>
                    <a:pt x="22263" y="22352"/>
                  </a:lnTo>
                  <a:close/>
                </a:path>
                <a:path w="50164" h="40640">
                  <a:moveTo>
                    <a:pt x="22301" y="24765"/>
                  </a:moveTo>
                  <a:lnTo>
                    <a:pt x="22161" y="24638"/>
                  </a:lnTo>
                  <a:lnTo>
                    <a:pt x="21958" y="24765"/>
                  </a:lnTo>
                  <a:lnTo>
                    <a:pt x="21844" y="24638"/>
                  </a:lnTo>
                  <a:lnTo>
                    <a:pt x="21272" y="24638"/>
                  </a:lnTo>
                  <a:lnTo>
                    <a:pt x="21196" y="24765"/>
                  </a:lnTo>
                  <a:lnTo>
                    <a:pt x="21120" y="24892"/>
                  </a:lnTo>
                  <a:lnTo>
                    <a:pt x="20904" y="24892"/>
                  </a:lnTo>
                  <a:lnTo>
                    <a:pt x="20815" y="25400"/>
                  </a:lnTo>
                  <a:lnTo>
                    <a:pt x="20701" y="25908"/>
                  </a:lnTo>
                  <a:lnTo>
                    <a:pt x="21336" y="25908"/>
                  </a:lnTo>
                  <a:lnTo>
                    <a:pt x="21348" y="25781"/>
                  </a:lnTo>
                  <a:lnTo>
                    <a:pt x="21475" y="25654"/>
                  </a:lnTo>
                  <a:lnTo>
                    <a:pt x="21602" y="25527"/>
                  </a:lnTo>
                  <a:lnTo>
                    <a:pt x="21653" y="24765"/>
                  </a:lnTo>
                  <a:lnTo>
                    <a:pt x="22047" y="24892"/>
                  </a:lnTo>
                  <a:lnTo>
                    <a:pt x="22059" y="24765"/>
                  </a:lnTo>
                  <a:lnTo>
                    <a:pt x="22301" y="24765"/>
                  </a:lnTo>
                  <a:close/>
                </a:path>
                <a:path w="50164" h="40640">
                  <a:moveTo>
                    <a:pt x="22377" y="10541"/>
                  </a:moveTo>
                  <a:lnTo>
                    <a:pt x="22237" y="10541"/>
                  </a:lnTo>
                  <a:lnTo>
                    <a:pt x="22237" y="11049"/>
                  </a:lnTo>
                  <a:lnTo>
                    <a:pt x="22364" y="10795"/>
                  </a:lnTo>
                  <a:lnTo>
                    <a:pt x="22377" y="10541"/>
                  </a:lnTo>
                  <a:close/>
                </a:path>
                <a:path w="50164" h="40640">
                  <a:moveTo>
                    <a:pt x="22390" y="36931"/>
                  </a:moveTo>
                  <a:lnTo>
                    <a:pt x="22352" y="36753"/>
                  </a:lnTo>
                  <a:lnTo>
                    <a:pt x="22275" y="36931"/>
                  </a:lnTo>
                  <a:close/>
                </a:path>
                <a:path w="50164" h="40640">
                  <a:moveTo>
                    <a:pt x="22415" y="9525"/>
                  </a:moveTo>
                  <a:lnTo>
                    <a:pt x="22225" y="9525"/>
                  </a:lnTo>
                  <a:lnTo>
                    <a:pt x="22237" y="10287"/>
                  </a:lnTo>
                  <a:lnTo>
                    <a:pt x="22390" y="10287"/>
                  </a:lnTo>
                  <a:lnTo>
                    <a:pt x="22415" y="9525"/>
                  </a:lnTo>
                  <a:close/>
                </a:path>
                <a:path w="50164" h="40640">
                  <a:moveTo>
                    <a:pt x="22428" y="40563"/>
                  </a:moveTo>
                  <a:lnTo>
                    <a:pt x="22364" y="40195"/>
                  </a:lnTo>
                  <a:lnTo>
                    <a:pt x="22364" y="40563"/>
                  </a:lnTo>
                  <a:close/>
                </a:path>
                <a:path w="50164" h="40640">
                  <a:moveTo>
                    <a:pt x="22479" y="8382"/>
                  </a:moveTo>
                  <a:lnTo>
                    <a:pt x="22225" y="8382"/>
                  </a:lnTo>
                  <a:lnTo>
                    <a:pt x="22225" y="9271"/>
                  </a:lnTo>
                  <a:lnTo>
                    <a:pt x="22428" y="9271"/>
                  </a:lnTo>
                  <a:lnTo>
                    <a:pt x="22479" y="8382"/>
                  </a:lnTo>
                  <a:close/>
                </a:path>
                <a:path w="50164" h="40640">
                  <a:moveTo>
                    <a:pt x="22529" y="35229"/>
                  </a:moveTo>
                  <a:lnTo>
                    <a:pt x="22479" y="35001"/>
                  </a:lnTo>
                  <a:lnTo>
                    <a:pt x="22479" y="35229"/>
                  </a:lnTo>
                  <a:close/>
                </a:path>
                <a:path w="50164" h="40640">
                  <a:moveTo>
                    <a:pt x="22618" y="18034"/>
                  </a:moveTo>
                  <a:lnTo>
                    <a:pt x="21971" y="18034"/>
                  </a:lnTo>
                  <a:lnTo>
                    <a:pt x="21945" y="18161"/>
                  </a:lnTo>
                  <a:lnTo>
                    <a:pt x="22529" y="18161"/>
                  </a:lnTo>
                  <a:lnTo>
                    <a:pt x="22618" y="18034"/>
                  </a:lnTo>
                  <a:close/>
                </a:path>
                <a:path w="50164" h="40640">
                  <a:moveTo>
                    <a:pt x="22669" y="18923"/>
                  </a:moveTo>
                  <a:lnTo>
                    <a:pt x="21577" y="18923"/>
                  </a:lnTo>
                  <a:lnTo>
                    <a:pt x="21374" y="19050"/>
                  </a:lnTo>
                  <a:lnTo>
                    <a:pt x="22656" y="19050"/>
                  </a:lnTo>
                  <a:lnTo>
                    <a:pt x="22669" y="18923"/>
                  </a:lnTo>
                  <a:close/>
                </a:path>
                <a:path w="50164" h="40640">
                  <a:moveTo>
                    <a:pt x="22669" y="18542"/>
                  </a:moveTo>
                  <a:lnTo>
                    <a:pt x="21805" y="18542"/>
                  </a:lnTo>
                  <a:lnTo>
                    <a:pt x="21844" y="18161"/>
                  </a:lnTo>
                  <a:lnTo>
                    <a:pt x="21005" y="18161"/>
                  </a:lnTo>
                  <a:lnTo>
                    <a:pt x="21374" y="18288"/>
                  </a:lnTo>
                  <a:lnTo>
                    <a:pt x="21361" y="18415"/>
                  </a:lnTo>
                  <a:lnTo>
                    <a:pt x="21209" y="18542"/>
                  </a:lnTo>
                  <a:lnTo>
                    <a:pt x="21577" y="18542"/>
                  </a:lnTo>
                  <a:lnTo>
                    <a:pt x="21577" y="18669"/>
                  </a:lnTo>
                  <a:lnTo>
                    <a:pt x="22669" y="18669"/>
                  </a:lnTo>
                  <a:lnTo>
                    <a:pt x="22669" y="18542"/>
                  </a:lnTo>
                  <a:close/>
                </a:path>
                <a:path w="50164" h="40640">
                  <a:moveTo>
                    <a:pt x="22720" y="13208"/>
                  </a:moveTo>
                  <a:lnTo>
                    <a:pt x="22618" y="12954"/>
                  </a:lnTo>
                  <a:lnTo>
                    <a:pt x="20942" y="12954"/>
                  </a:lnTo>
                  <a:lnTo>
                    <a:pt x="20904" y="13208"/>
                  </a:lnTo>
                  <a:lnTo>
                    <a:pt x="22720" y="13208"/>
                  </a:lnTo>
                  <a:close/>
                </a:path>
                <a:path w="50164" h="40640">
                  <a:moveTo>
                    <a:pt x="22733" y="36334"/>
                  </a:moveTo>
                  <a:lnTo>
                    <a:pt x="22593" y="36309"/>
                  </a:lnTo>
                  <a:lnTo>
                    <a:pt x="22694" y="36487"/>
                  </a:lnTo>
                  <a:lnTo>
                    <a:pt x="22733" y="36334"/>
                  </a:lnTo>
                  <a:close/>
                </a:path>
                <a:path w="50164" h="40640">
                  <a:moveTo>
                    <a:pt x="22809" y="18669"/>
                  </a:moveTo>
                  <a:lnTo>
                    <a:pt x="22669" y="18669"/>
                  </a:lnTo>
                  <a:lnTo>
                    <a:pt x="22669" y="18796"/>
                  </a:lnTo>
                  <a:lnTo>
                    <a:pt x="22809" y="18669"/>
                  </a:lnTo>
                  <a:close/>
                </a:path>
                <a:path w="50164" h="40640">
                  <a:moveTo>
                    <a:pt x="22898" y="18161"/>
                  </a:moveTo>
                  <a:lnTo>
                    <a:pt x="22529" y="18161"/>
                  </a:lnTo>
                  <a:lnTo>
                    <a:pt x="22606" y="18288"/>
                  </a:lnTo>
                  <a:lnTo>
                    <a:pt x="22669" y="18542"/>
                  </a:lnTo>
                  <a:lnTo>
                    <a:pt x="22821" y="18542"/>
                  </a:lnTo>
                  <a:lnTo>
                    <a:pt x="22898" y="18161"/>
                  </a:lnTo>
                  <a:close/>
                </a:path>
                <a:path w="50164" h="40640">
                  <a:moveTo>
                    <a:pt x="22948" y="39420"/>
                  </a:moveTo>
                  <a:lnTo>
                    <a:pt x="22796" y="39408"/>
                  </a:lnTo>
                  <a:lnTo>
                    <a:pt x="22948" y="39573"/>
                  </a:lnTo>
                  <a:lnTo>
                    <a:pt x="22948" y="39420"/>
                  </a:lnTo>
                  <a:close/>
                </a:path>
                <a:path w="50164" h="40640">
                  <a:moveTo>
                    <a:pt x="23025" y="34772"/>
                  </a:moveTo>
                  <a:lnTo>
                    <a:pt x="22885" y="34886"/>
                  </a:lnTo>
                  <a:lnTo>
                    <a:pt x="23025" y="34772"/>
                  </a:lnTo>
                  <a:close/>
                </a:path>
                <a:path w="50164" h="40640">
                  <a:moveTo>
                    <a:pt x="23050" y="28575"/>
                  </a:moveTo>
                  <a:lnTo>
                    <a:pt x="20739" y="28575"/>
                  </a:lnTo>
                  <a:lnTo>
                    <a:pt x="20726" y="28829"/>
                  </a:lnTo>
                  <a:lnTo>
                    <a:pt x="23050" y="28829"/>
                  </a:lnTo>
                  <a:lnTo>
                    <a:pt x="23050" y="28575"/>
                  </a:lnTo>
                  <a:close/>
                </a:path>
                <a:path w="50164" h="40640">
                  <a:moveTo>
                    <a:pt x="23050" y="25908"/>
                  </a:moveTo>
                  <a:lnTo>
                    <a:pt x="21336" y="25908"/>
                  </a:lnTo>
                  <a:lnTo>
                    <a:pt x="21310" y="26035"/>
                  </a:lnTo>
                  <a:lnTo>
                    <a:pt x="23050" y="26035"/>
                  </a:lnTo>
                  <a:lnTo>
                    <a:pt x="23050" y="25908"/>
                  </a:lnTo>
                  <a:close/>
                </a:path>
                <a:path w="50164" h="40640">
                  <a:moveTo>
                    <a:pt x="23050" y="24511"/>
                  </a:moveTo>
                  <a:lnTo>
                    <a:pt x="22186" y="24511"/>
                  </a:lnTo>
                  <a:lnTo>
                    <a:pt x="22161" y="24638"/>
                  </a:lnTo>
                  <a:lnTo>
                    <a:pt x="23050" y="24638"/>
                  </a:lnTo>
                  <a:lnTo>
                    <a:pt x="23050" y="24511"/>
                  </a:lnTo>
                  <a:close/>
                </a:path>
                <a:path w="50164" h="40640">
                  <a:moveTo>
                    <a:pt x="23050" y="13208"/>
                  </a:moveTo>
                  <a:lnTo>
                    <a:pt x="22720" y="13208"/>
                  </a:lnTo>
                  <a:lnTo>
                    <a:pt x="22466" y="13462"/>
                  </a:lnTo>
                  <a:lnTo>
                    <a:pt x="23050" y="13208"/>
                  </a:lnTo>
                  <a:close/>
                </a:path>
                <a:path w="50164" h="40640">
                  <a:moveTo>
                    <a:pt x="23139" y="30607"/>
                  </a:moveTo>
                  <a:lnTo>
                    <a:pt x="22352" y="30353"/>
                  </a:lnTo>
                  <a:lnTo>
                    <a:pt x="20815" y="30353"/>
                  </a:lnTo>
                  <a:lnTo>
                    <a:pt x="20281" y="30099"/>
                  </a:lnTo>
                  <a:lnTo>
                    <a:pt x="20472" y="30099"/>
                  </a:lnTo>
                  <a:lnTo>
                    <a:pt x="20243" y="29972"/>
                  </a:lnTo>
                  <a:lnTo>
                    <a:pt x="20370" y="29845"/>
                  </a:lnTo>
                  <a:lnTo>
                    <a:pt x="20408" y="29591"/>
                  </a:lnTo>
                  <a:lnTo>
                    <a:pt x="20701" y="29591"/>
                  </a:lnTo>
                  <a:lnTo>
                    <a:pt x="20701" y="29464"/>
                  </a:lnTo>
                  <a:lnTo>
                    <a:pt x="20726" y="28829"/>
                  </a:lnTo>
                  <a:lnTo>
                    <a:pt x="20459" y="28829"/>
                  </a:lnTo>
                  <a:lnTo>
                    <a:pt x="20447" y="29337"/>
                  </a:lnTo>
                  <a:lnTo>
                    <a:pt x="20243" y="29464"/>
                  </a:lnTo>
                  <a:lnTo>
                    <a:pt x="20256" y="28829"/>
                  </a:lnTo>
                  <a:lnTo>
                    <a:pt x="19532" y="28829"/>
                  </a:lnTo>
                  <a:lnTo>
                    <a:pt x="19545" y="29083"/>
                  </a:lnTo>
                  <a:lnTo>
                    <a:pt x="19659" y="30353"/>
                  </a:lnTo>
                  <a:lnTo>
                    <a:pt x="18770" y="30353"/>
                  </a:lnTo>
                  <a:lnTo>
                    <a:pt x="18669" y="29972"/>
                  </a:lnTo>
                  <a:lnTo>
                    <a:pt x="18554" y="28829"/>
                  </a:lnTo>
                  <a:lnTo>
                    <a:pt x="18110" y="28829"/>
                  </a:lnTo>
                  <a:lnTo>
                    <a:pt x="17995" y="29464"/>
                  </a:lnTo>
                  <a:lnTo>
                    <a:pt x="17881" y="29972"/>
                  </a:lnTo>
                  <a:lnTo>
                    <a:pt x="17741" y="29972"/>
                  </a:lnTo>
                  <a:lnTo>
                    <a:pt x="17665" y="30353"/>
                  </a:lnTo>
                  <a:lnTo>
                    <a:pt x="17538" y="30353"/>
                  </a:lnTo>
                  <a:lnTo>
                    <a:pt x="17475" y="29972"/>
                  </a:lnTo>
                  <a:lnTo>
                    <a:pt x="17348" y="29972"/>
                  </a:lnTo>
                  <a:lnTo>
                    <a:pt x="17348" y="29845"/>
                  </a:lnTo>
                  <a:lnTo>
                    <a:pt x="17602" y="29845"/>
                  </a:lnTo>
                  <a:lnTo>
                    <a:pt x="17487" y="29083"/>
                  </a:lnTo>
                  <a:lnTo>
                    <a:pt x="17462" y="28829"/>
                  </a:lnTo>
                  <a:lnTo>
                    <a:pt x="17145" y="28829"/>
                  </a:lnTo>
                  <a:lnTo>
                    <a:pt x="17183" y="29972"/>
                  </a:lnTo>
                  <a:lnTo>
                    <a:pt x="17030" y="29845"/>
                  </a:lnTo>
                  <a:lnTo>
                    <a:pt x="16979" y="28956"/>
                  </a:lnTo>
                  <a:lnTo>
                    <a:pt x="16979" y="28829"/>
                  </a:lnTo>
                  <a:lnTo>
                    <a:pt x="16713" y="28829"/>
                  </a:lnTo>
                  <a:lnTo>
                    <a:pt x="16713" y="28956"/>
                  </a:lnTo>
                  <a:lnTo>
                    <a:pt x="16700" y="29083"/>
                  </a:lnTo>
                  <a:lnTo>
                    <a:pt x="16586" y="29845"/>
                  </a:lnTo>
                  <a:lnTo>
                    <a:pt x="16395" y="29845"/>
                  </a:lnTo>
                  <a:lnTo>
                    <a:pt x="16421" y="29591"/>
                  </a:lnTo>
                  <a:lnTo>
                    <a:pt x="16522" y="29464"/>
                  </a:lnTo>
                  <a:lnTo>
                    <a:pt x="16624" y="29337"/>
                  </a:lnTo>
                  <a:lnTo>
                    <a:pt x="16687" y="29083"/>
                  </a:lnTo>
                  <a:lnTo>
                    <a:pt x="16713" y="28956"/>
                  </a:lnTo>
                  <a:lnTo>
                    <a:pt x="16713" y="28829"/>
                  </a:lnTo>
                  <a:lnTo>
                    <a:pt x="16332" y="28829"/>
                  </a:lnTo>
                  <a:lnTo>
                    <a:pt x="16319" y="29210"/>
                  </a:lnTo>
                  <a:lnTo>
                    <a:pt x="16319" y="29337"/>
                  </a:lnTo>
                  <a:lnTo>
                    <a:pt x="16319" y="29464"/>
                  </a:lnTo>
                  <a:lnTo>
                    <a:pt x="16256" y="29210"/>
                  </a:lnTo>
                  <a:lnTo>
                    <a:pt x="16319" y="28829"/>
                  </a:lnTo>
                  <a:lnTo>
                    <a:pt x="16027" y="28575"/>
                  </a:lnTo>
                  <a:lnTo>
                    <a:pt x="16129" y="29210"/>
                  </a:lnTo>
                  <a:lnTo>
                    <a:pt x="16027" y="28829"/>
                  </a:lnTo>
                  <a:lnTo>
                    <a:pt x="15989" y="28575"/>
                  </a:lnTo>
                  <a:lnTo>
                    <a:pt x="15671" y="28575"/>
                  </a:lnTo>
                  <a:lnTo>
                    <a:pt x="15671" y="28702"/>
                  </a:lnTo>
                  <a:lnTo>
                    <a:pt x="15316" y="28575"/>
                  </a:lnTo>
                  <a:lnTo>
                    <a:pt x="15671" y="28575"/>
                  </a:lnTo>
                  <a:lnTo>
                    <a:pt x="15671" y="28194"/>
                  </a:lnTo>
                  <a:lnTo>
                    <a:pt x="15951" y="28194"/>
                  </a:lnTo>
                  <a:lnTo>
                    <a:pt x="16027" y="28575"/>
                  </a:lnTo>
                  <a:lnTo>
                    <a:pt x="16611" y="28575"/>
                  </a:lnTo>
                  <a:lnTo>
                    <a:pt x="16471" y="28448"/>
                  </a:lnTo>
                  <a:lnTo>
                    <a:pt x="16662" y="28321"/>
                  </a:lnTo>
                  <a:lnTo>
                    <a:pt x="16611" y="28575"/>
                  </a:lnTo>
                  <a:lnTo>
                    <a:pt x="16967" y="28575"/>
                  </a:lnTo>
                  <a:lnTo>
                    <a:pt x="16954" y="28321"/>
                  </a:lnTo>
                  <a:lnTo>
                    <a:pt x="16878" y="27813"/>
                  </a:lnTo>
                  <a:lnTo>
                    <a:pt x="17030" y="27940"/>
                  </a:lnTo>
                  <a:lnTo>
                    <a:pt x="16979" y="27686"/>
                  </a:lnTo>
                  <a:lnTo>
                    <a:pt x="16840" y="27686"/>
                  </a:lnTo>
                  <a:lnTo>
                    <a:pt x="16802" y="27432"/>
                  </a:lnTo>
                  <a:lnTo>
                    <a:pt x="16764" y="27178"/>
                  </a:lnTo>
                  <a:lnTo>
                    <a:pt x="16725" y="26924"/>
                  </a:lnTo>
                  <a:lnTo>
                    <a:pt x="16598" y="26924"/>
                  </a:lnTo>
                  <a:lnTo>
                    <a:pt x="16598" y="28067"/>
                  </a:lnTo>
                  <a:lnTo>
                    <a:pt x="16497" y="28194"/>
                  </a:lnTo>
                  <a:lnTo>
                    <a:pt x="16598" y="28067"/>
                  </a:lnTo>
                  <a:lnTo>
                    <a:pt x="16598" y="26924"/>
                  </a:lnTo>
                  <a:lnTo>
                    <a:pt x="16573" y="26670"/>
                  </a:lnTo>
                  <a:lnTo>
                    <a:pt x="16573" y="26543"/>
                  </a:lnTo>
                  <a:lnTo>
                    <a:pt x="16370" y="26416"/>
                  </a:lnTo>
                  <a:lnTo>
                    <a:pt x="16370" y="27813"/>
                  </a:lnTo>
                  <a:lnTo>
                    <a:pt x="16370" y="28067"/>
                  </a:lnTo>
                  <a:lnTo>
                    <a:pt x="16217" y="28067"/>
                  </a:lnTo>
                  <a:lnTo>
                    <a:pt x="16256" y="27940"/>
                  </a:lnTo>
                  <a:lnTo>
                    <a:pt x="16052" y="27813"/>
                  </a:lnTo>
                  <a:lnTo>
                    <a:pt x="15989" y="27686"/>
                  </a:lnTo>
                  <a:lnTo>
                    <a:pt x="16179" y="27571"/>
                  </a:lnTo>
                  <a:lnTo>
                    <a:pt x="16040" y="27457"/>
                  </a:lnTo>
                  <a:lnTo>
                    <a:pt x="16281" y="27432"/>
                  </a:lnTo>
                  <a:lnTo>
                    <a:pt x="16332" y="27686"/>
                  </a:lnTo>
                  <a:lnTo>
                    <a:pt x="16179" y="27571"/>
                  </a:lnTo>
                  <a:lnTo>
                    <a:pt x="16217" y="27813"/>
                  </a:lnTo>
                  <a:lnTo>
                    <a:pt x="16370" y="27813"/>
                  </a:lnTo>
                  <a:lnTo>
                    <a:pt x="16370" y="26416"/>
                  </a:lnTo>
                  <a:lnTo>
                    <a:pt x="15913" y="26416"/>
                  </a:lnTo>
                  <a:lnTo>
                    <a:pt x="15913" y="27178"/>
                  </a:lnTo>
                  <a:lnTo>
                    <a:pt x="15900" y="27559"/>
                  </a:lnTo>
                  <a:lnTo>
                    <a:pt x="15913" y="27178"/>
                  </a:lnTo>
                  <a:lnTo>
                    <a:pt x="15913" y="26416"/>
                  </a:lnTo>
                  <a:lnTo>
                    <a:pt x="14427" y="26416"/>
                  </a:lnTo>
                  <a:lnTo>
                    <a:pt x="14427" y="32004"/>
                  </a:lnTo>
                  <a:lnTo>
                    <a:pt x="12661" y="32258"/>
                  </a:lnTo>
                  <a:lnTo>
                    <a:pt x="12547" y="32766"/>
                  </a:lnTo>
                  <a:lnTo>
                    <a:pt x="12293" y="32639"/>
                  </a:lnTo>
                  <a:lnTo>
                    <a:pt x="11887" y="32512"/>
                  </a:lnTo>
                  <a:lnTo>
                    <a:pt x="12001" y="32004"/>
                  </a:lnTo>
                  <a:lnTo>
                    <a:pt x="13322" y="32131"/>
                  </a:lnTo>
                  <a:lnTo>
                    <a:pt x="13347" y="32004"/>
                  </a:lnTo>
                  <a:lnTo>
                    <a:pt x="14427" y="32004"/>
                  </a:lnTo>
                  <a:lnTo>
                    <a:pt x="14427" y="26416"/>
                  </a:lnTo>
                  <a:lnTo>
                    <a:pt x="11404" y="26416"/>
                  </a:lnTo>
                  <a:lnTo>
                    <a:pt x="11404" y="26797"/>
                  </a:lnTo>
                  <a:lnTo>
                    <a:pt x="11658" y="26670"/>
                  </a:lnTo>
                  <a:lnTo>
                    <a:pt x="11671" y="29845"/>
                  </a:lnTo>
                  <a:lnTo>
                    <a:pt x="11798" y="30099"/>
                  </a:lnTo>
                  <a:lnTo>
                    <a:pt x="11912" y="30353"/>
                  </a:lnTo>
                  <a:lnTo>
                    <a:pt x="11963" y="30480"/>
                  </a:lnTo>
                  <a:lnTo>
                    <a:pt x="12052" y="31369"/>
                  </a:lnTo>
                  <a:lnTo>
                    <a:pt x="11379" y="31623"/>
                  </a:lnTo>
                  <a:lnTo>
                    <a:pt x="11430" y="31750"/>
                  </a:lnTo>
                  <a:lnTo>
                    <a:pt x="13385" y="31750"/>
                  </a:lnTo>
                  <a:lnTo>
                    <a:pt x="11442" y="31813"/>
                  </a:lnTo>
                  <a:lnTo>
                    <a:pt x="11518" y="32004"/>
                  </a:lnTo>
                  <a:lnTo>
                    <a:pt x="11569" y="32131"/>
                  </a:lnTo>
                  <a:lnTo>
                    <a:pt x="11671" y="32385"/>
                  </a:lnTo>
                  <a:lnTo>
                    <a:pt x="11760" y="32639"/>
                  </a:lnTo>
                  <a:lnTo>
                    <a:pt x="12382" y="32766"/>
                  </a:lnTo>
                  <a:lnTo>
                    <a:pt x="12331" y="33274"/>
                  </a:lnTo>
                  <a:lnTo>
                    <a:pt x="12674" y="33020"/>
                  </a:lnTo>
                  <a:lnTo>
                    <a:pt x="13131" y="33020"/>
                  </a:lnTo>
                  <a:lnTo>
                    <a:pt x="13563" y="32893"/>
                  </a:lnTo>
                  <a:lnTo>
                    <a:pt x="13284" y="33020"/>
                  </a:lnTo>
                  <a:lnTo>
                    <a:pt x="13131" y="33020"/>
                  </a:lnTo>
                  <a:lnTo>
                    <a:pt x="12954" y="33274"/>
                  </a:lnTo>
                  <a:lnTo>
                    <a:pt x="12954" y="34417"/>
                  </a:lnTo>
                  <a:lnTo>
                    <a:pt x="19189" y="34417"/>
                  </a:lnTo>
                  <a:lnTo>
                    <a:pt x="19215" y="34290"/>
                  </a:lnTo>
                  <a:lnTo>
                    <a:pt x="19570" y="34290"/>
                  </a:lnTo>
                  <a:lnTo>
                    <a:pt x="19596" y="33782"/>
                  </a:lnTo>
                  <a:lnTo>
                    <a:pt x="19596" y="33909"/>
                  </a:lnTo>
                  <a:lnTo>
                    <a:pt x="19824" y="33909"/>
                  </a:lnTo>
                  <a:lnTo>
                    <a:pt x="19926" y="33782"/>
                  </a:lnTo>
                  <a:lnTo>
                    <a:pt x="20015" y="33655"/>
                  </a:lnTo>
                  <a:lnTo>
                    <a:pt x="20116" y="33528"/>
                  </a:lnTo>
                  <a:lnTo>
                    <a:pt x="20180" y="33655"/>
                  </a:lnTo>
                  <a:lnTo>
                    <a:pt x="20637" y="33782"/>
                  </a:lnTo>
                  <a:lnTo>
                    <a:pt x="20561" y="33655"/>
                  </a:lnTo>
                  <a:lnTo>
                    <a:pt x="20485" y="33528"/>
                  </a:lnTo>
                  <a:lnTo>
                    <a:pt x="20485" y="33274"/>
                  </a:lnTo>
                  <a:lnTo>
                    <a:pt x="20650" y="33020"/>
                  </a:lnTo>
                  <a:lnTo>
                    <a:pt x="19367" y="33020"/>
                  </a:lnTo>
                  <a:lnTo>
                    <a:pt x="19532" y="32893"/>
                  </a:lnTo>
                  <a:lnTo>
                    <a:pt x="20421" y="32893"/>
                  </a:lnTo>
                  <a:lnTo>
                    <a:pt x="20345" y="32766"/>
                  </a:lnTo>
                  <a:lnTo>
                    <a:pt x="20281" y="32639"/>
                  </a:lnTo>
                  <a:lnTo>
                    <a:pt x="20205" y="32512"/>
                  </a:lnTo>
                  <a:lnTo>
                    <a:pt x="19329" y="32893"/>
                  </a:lnTo>
                  <a:lnTo>
                    <a:pt x="19253" y="32766"/>
                  </a:lnTo>
                  <a:lnTo>
                    <a:pt x="19164" y="32639"/>
                  </a:lnTo>
                  <a:lnTo>
                    <a:pt x="19989" y="32512"/>
                  </a:lnTo>
                  <a:lnTo>
                    <a:pt x="20205" y="32385"/>
                  </a:lnTo>
                  <a:lnTo>
                    <a:pt x="20231" y="32512"/>
                  </a:lnTo>
                  <a:lnTo>
                    <a:pt x="20472" y="32385"/>
                  </a:lnTo>
                  <a:lnTo>
                    <a:pt x="20472" y="32512"/>
                  </a:lnTo>
                  <a:lnTo>
                    <a:pt x="20624" y="32512"/>
                  </a:lnTo>
                  <a:lnTo>
                    <a:pt x="20650" y="32258"/>
                  </a:lnTo>
                  <a:lnTo>
                    <a:pt x="20866" y="32385"/>
                  </a:lnTo>
                  <a:lnTo>
                    <a:pt x="21005" y="32512"/>
                  </a:lnTo>
                  <a:lnTo>
                    <a:pt x="21259" y="32512"/>
                  </a:lnTo>
                  <a:lnTo>
                    <a:pt x="21310" y="32258"/>
                  </a:lnTo>
                  <a:lnTo>
                    <a:pt x="21526" y="32258"/>
                  </a:lnTo>
                  <a:lnTo>
                    <a:pt x="22415" y="32131"/>
                  </a:lnTo>
                  <a:lnTo>
                    <a:pt x="22847" y="32004"/>
                  </a:lnTo>
                  <a:lnTo>
                    <a:pt x="18834" y="31940"/>
                  </a:lnTo>
                  <a:lnTo>
                    <a:pt x="18834" y="32258"/>
                  </a:lnTo>
                  <a:lnTo>
                    <a:pt x="18719" y="32385"/>
                  </a:lnTo>
                  <a:lnTo>
                    <a:pt x="18745" y="32258"/>
                  </a:lnTo>
                  <a:lnTo>
                    <a:pt x="18834" y="31940"/>
                  </a:lnTo>
                  <a:lnTo>
                    <a:pt x="18084" y="31927"/>
                  </a:lnTo>
                  <a:lnTo>
                    <a:pt x="18084" y="32639"/>
                  </a:lnTo>
                  <a:lnTo>
                    <a:pt x="17970" y="32766"/>
                  </a:lnTo>
                  <a:lnTo>
                    <a:pt x="17754" y="32639"/>
                  </a:lnTo>
                  <a:lnTo>
                    <a:pt x="18084" y="32639"/>
                  </a:lnTo>
                  <a:lnTo>
                    <a:pt x="18084" y="31927"/>
                  </a:lnTo>
                  <a:lnTo>
                    <a:pt x="15303" y="31877"/>
                  </a:lnTo>
                  <a:lnTo>
                    <a:pt x="16179" y="31750"/>
                  </a:lnTo>
                  <a:lnTo>
                    <a:pt x="15252" y="31750"/>
                  </a:lnTo>
                  <a:lnTo>
                    <a:pt x="14897" y="31750"/>
                  </a:lnTo>
                  <a:lnTo>
                    <a:pt x="15100" y="31623"/>
                  </a:lnTo>
                  <a:lnTo>
                    <a:pt x="15252" y="31750"/>
                  </a:lnTo>
                  <a:lnTo>
                    <a:pt x="15367" y="31623"/>
                  </a:lnTo>
                  <a:lnTo>
                    <a:pt x="15989" y="31496"/>
                  </a:lnTo>
                  <a:lnTo>
                    <a:pt x="16535" y="31496"/>
                  </a:lnTo>
                  <a:lnTo>
                    <a:pt x="16560" y="31369"/>
                  </a:lnTo>
                  <a:lnTo>
                    <a:pt x="16941" y="31242"/>
                  </a:lnTo>
                  <a:lnTo>
                    <a:pt x="16814" y="31115"/>
                  </a:lnTo>
                  <a:lnTo>
                    <a:pt x="16992" y="31242"/>
                  </a:lnTo>
                  <a:lnTo>
                    <a:pt x="17272" y="31242"/>
                  </a:lnTo>
                  <a:lnTo>
                    <a:pt x="17221" y="31115"/>
                  </a:lnTo>
                  <a:lnTo>
                    <a:pt x="16929" y="30988"/>
                  </a:lnTo>
                  <a:lnTo>
                    <a:pt x="18440" y="30988"/>
                  </a:lnTo>
                  <a:lnTo>
                    <a:pt x="18021" y="31242"/>
                  </a:lnTo>
                  <a:lnTo>
                    <a:pt x="17691" y="31115"/>
                  </a:lnTo>
                  <a:lnTo>
                    <a:pt x="17627" y="31369"/>
                  </a:lnTo>
                  <a:lnTo>
                    <a:pt x="17322" y="31496"/>
                  </a:lnTo>
                  <a:lnTo>
                    <a:pt x="17995" y="31496"/>
                  </a:lnTo>
                  <a:lnTo>
                    <a:pt x="17995" y="31623"/>
                  </a:lnTo>
                  <a:lnTo>
                    <a:pt x="18161" y="31623"/>
                  </a:lnTo>
                  <a:lnTo>
                    <a:pt x="18288" y="31496"/>
                  </a:lnTo>
                  <a:lnTo>
                    <a:pt x="18630" y="31496"/>
                  </a:lnTo>
                  <a:lnTo>
                    <a:pt x="18745" y="31115"/>
                  </a:lnTo>
                  <a:lnTo>
                    <a:pt x="18935" y="30988"/>
                  </a:lnTo>
                  <a:lnTo>
                    <a:pt x="19151" y="31115"/>
                  </a:lnTo>
                  <a:lnTo>
                    <a:pt x="19367" y="31242"/>
                  </a:lnTo>
                  <a:lnTo>
                    <a:pt x="19418" y="31115"/>
                  </a:lnTo>
                  <a:lnTo>
                    <a:pt x="19672" y="31242"/>
                  </a:lnTo>
                  <a:lnTo>
                    <a:pt x="19812" y="31115"/>
                  </a:lnTo>
                  <a:lnTo>
                    <a:pt x="20116" y="31242"/>
                  </a:lnTo>
                  <a:lnTo>
                    <a:pt x="20193" y="31115"/>
                  </a:lnTo>
                  <a:lnTo>
                    <a:pt x="20269" y="30988"/>
                  </a:lnTo>
                  <a:lnTo>
                    <a:pt x="20345" y="30861"/>
                  </a:lnTo>
                  <a:lnTo>
                    <a:pt x="20878" y="30861"/>
                  </a:lnTo>
                  <a:lnTo>
                    <a:pt x="21513" y="30607"/>
                  </a:lnTo>
                  <a:lnTo>
                    <a:pt x="23139" y="30607"/>
                  </a:lnTo>
                  <a:close/>
                </a:path>
                <a:path w="50164" h="40640">
                  <a:moveTo>
                    <a:pt x="23152" y="37299"/>
                  </a:moveTo>
                  <a:lnTo>
                    <a:pt x="22948" y="37172"/>
                  </a:lnTo>
                  <a:lnTo>
                    <a:pt x="22974" y="37490"/>
                  </a:lnTo>
                  <a:lnTo>
                    <a:pt x="23152" y="37299"/>
                  </a:lnTo>
                  <a:close/>
                </a:path>
                <a:path w="50164" h="40640">
                  <a:moveTo>
                    <a:pt x="23177" y="24257"/>
                  </a:moveTo>
                  <a:lnTo>
                    <a:pt x="22910" y="24003"/>
                  </a:lnTo>
                  <a:lnTo>
                    <a:pt x="21602" y="24003"/>
                  </a:lnTo>
                  <a:lnTo>
                    <a:pt x="21602" y="23495"/>
                  </a:lnTo>
                  <a:lnTo>
                    <a:pt x="21882" y="23368"/>
                  </a:lnTo>
                  <a:lnTo>
                    <a:pt x="21958" y="23495"/>
                  </a:lnTo>
                  <a:lnTo>
                    <a:pt x="22034" y="23622"/>
                  </a:lnTo>
                  <a:lnTo>
                    <a:pt x="22110" y="23495"/>
                  </a:lnTo>
                  <a:lnTo>
                    <a:pt x="22186" y="23368"/>
                  </a:lnTo>
                  <a:lnTo>
                    <a:pt x="22453" y="23495"/>
                  </a:lnTo>
                  <a:lnTo>
                    <a:pt x="22491" y="23622"/>
                  </a:lnTo>
                  <a:lnTo>
                    <a:pt x="22644" y="23495"/>
                  </a:lnTo>
                  <a:lnTo>
                    <a:pt x="22644" y="23368"/>
                  </a:lnTo>
                  <a:lnTo>
                    <a:pt x="22402" y="23241"/>
                  </a:lnTo>
                  <a:lnTo>
                    <a:pt x="22402" y="22987"/>
                  </a:lnTo>
                  <a:lnTo>
                    <a:pt x="22275" y="22860"/>
                  </a:lnTo>
                  <a:lnTo>
                    <a:pt x="22199" y="22733"/>
                  </a:lnTo>
                  <a:lnTo>
                    <a:pt x="22136" y="22606"/>
                  </a:lnTo>
                  <a:lnTo>
                    <a:pt x="21920" y="22606"/>
                  </a:lnTo>
                  <a:lnTo>
                    <a:pt x="21805" y="21971"/>
                  </a:lnTo>
                  <a:lnTo>
                    <a:pt x="21717" y="21717"/>
                  </a:lnTo>
                  <a:lnTo>
                    <a:pt x="21615" y="21463"/>
                  </a:lnTo>
                  <a:lnTo>
                    <a:pt x="21539" y="21336"/>
                  </a:lnTo>
                  <a:lnTo>
                    <a:pt x="21475" y="21209"/>
                  </a:lnTo>
                  <a:lnTo>
                    <a:pt x="21399" y="21082"/>
                  </a:lnTo>
                  <a:lnTo>
                    <a:pt x="21323" y="20955"/>
                  </a:lnTo>
                  <a:lnTo>
                    <a:pt x="21196" y="20701"/>
                  </a:lnTo>
                  <a:lnTo>
                    <a:pt x="21107" y="20447"/>
                  </a:lnTo>
                  <a:lnTo>
                    <a:pt x="21031" y="20320"/>
                  </a:lnTo>
                  <a:lnTo>
                    <a:pt x="20955" y="20193"/>
                  </a:lnTo>
                  <a:lnTo>
                    <a:pt x="20878" y="20066"/>
                  </a:lnTo>
                  <a:lnTo>
                    <a:pt x="19761" y="20066"/>
                  </a:lnTo>
                  <a:lnTo>
                    <a:pt x="19837" y="20193"/>
                  </a:lnTo>
                  <a:lnTo>
                    <a:pt x="20193" y="20447"/>
                  </a:lnTo>
                  <a:lnTo>
                    <a:pt x="20269" y="20193"/>
                  </a:lnTo>
                  <a:lnTo>
                    <a:pt x="20421" y="20193"/>
                  </a:lnTo>
                  <a:lnTo>
                    <a:pt x="20535" y="20447"/>
                  </a:lnTo>
                  <a:lnTo>
                    <a:pt x="20650" y="20574"/>
                  </a:lnTo>
                  <a:lnTo>
                    <a:pt x="20726" y="20701"/>
                  </a:lnTo>
                  <a:lnTo>
                    <a:pt x="20789" y="20828"/>
                  </a:lnTo>
                  <a:lnTo>
                    <a:pt x="20853" y="20955"/>
                  </a:lnTo>
                  <a:lnTo>
                    <a:pt x="20916" y="21082"/>
                  </a:lnTo>
                  <a:lnTo>
                    <a:pt x="20980" y="21209"/>
                  </a:lnTo>
                  <a:lnTo>
                    <a:pt x="21082" y="21590"/>
                  </a:lnTo>
                  <a:lnTo>
                    <a:pt x="21196" y="21717"/>
                  </a:lnTo>
                  <a:lnTo>
                    <a:pt x="21297" y="21844"/>
                  </a:lnTo>
                  <a:lnTo>
                    <a:pt x="21323" y="22606"/>
                  </a:lnTo>
                  <a:lnTo>
                    <a:pt x="21247" y="22479"/>
                  </a:lnTo>
                  <a:lnTo>
                    <a:pt x="21170" y="22352"/>
                  </a:lnTo>
                  <a:lnTo>
                    <a:pt x="21120" y="22606"/>
                  </a:lnTo>
                  <a:lnTo>
                    <a:pt x="21297" y="22733"/>
                  </a:lnTo>
                  <a:lnTo>
                    <a:pt x="21005" y="22860"/>
                  </a:lnTo>
                  <a:lnTo>
                    <a:pt x="20624" y="22606"/>
                  </a:lnTo>
                  <a:lnTo>
                    <a:pt x="20408" y="22479"/>
                  </a:lnTo>
                  <a:lnTo>
                    <a:pt x="20358" y="22225"/>
                  </a:lnTo>
                  <a:lnTo>
                    <a:pt x="20193" y="22098"/>
                  </a:lnTo>
                  <a:lnTo>
                    <a:pt x="19926" y="22098"/>
                  </a:lnTo>
                  <a:lnTo>
                    <a:pt x="19850" y="21590"/>
                  </a:lnTo>
                  <a:lnTo>
                    <a:pt x="19697" y="21590"/>
                  </a:lnTo>
                  <a:lnTo>
                    <a:pt x="19697" y="21463"/>
                  </a:lnTo>
                  <a:lnTo>
                    <a:pt x="20027" y="21209"/>
                  </a:lnTo>
                  <a:lnTo>
                    <a:pt x="19367" y="20701"/>
                  </a:lnTo>
                  <a:lnTo>
                    <a:pt x="19253" y="20574"/>
                  </a:lnTo>
                  <a:lnTo>
                    <a:pt x="19177" y="20066"/>
                  </a:lnTo>
                  <a:lnTo>
                    <a:pt x="16992" y="20066"/>
                  </a:lnTo>
                  <a:lnTo>
                    <a:pt x="16992" y="24892"/>
                  </a:lnTo>
                  <a:lnTo>
                    <a:pt x="16713" y="24892"/>
                  </a:lnTo>
                  <a:lnTo>
                    <a:pt x="16776" y="24765"/>
                  </a:lnTo>
                  <a:lnTo>
                    <a:pt x="16840" y="24638"/>
                  </a:lnTo>
                  <a:lnTo>
                    <a:pt x="16903" y="24511"/>
                  </a:lnTo>
                  <a:lnTo>
                    <a:pt x="16929" y="24257"/>
                  </a:lnTo>
                  <a:lnTo>
                    <a:pt x="16992" y="24892"/>
                  </a:lnTo>
                  <a:lnTo>
                    <a:pt x="16992" y="20066"/>
                  </a:lnTo>
                  <a:lnTo>
                    <a:pt x="16141" y="20066"/>
                  </a:lnTo>
                  <a:lnTo>
                    <a:pt x="16141" y="24511"/>
                  </a:lnTo>
                  <a:lnTo>
                    <a:pt x="15621" y="24511"/>
                  </a:lnTo>
                  <a:lnTo>
                    <a:pt x="15532" y="24257"/>
                  </a:lnTo>
                  <a:lnTo>
                    <a:pt x="16014" y="24257"/>
                  </a:lnTo>
                  <a:lnTo>
                    <a:pt x="16078" y="24384"/>
                  </a:lnTo>
                  <a:lnTo>
                    <a:pt x="16141" y="24511"/>
                  </a:lnTo>
                  <a:lnTo>
                    <a:pt x="16141" y="20066"/>
                  </a:lnTo>
                  <a:lnTo>
                    <a:pt x="15951" y="20066"/>
                  </a:lnTo>
                  <a:lnTo>
                    <a:pt x="15951" y="24003"/>
                  </a:lnTo>
                  <a:lnTo>
                    <a:pt x="15722" y="24130"/>
                  </a:lnTo>
                  <a:lnTo>
                    <a:pt x="15519" y="24053"/>
                  </a:lnTo>
                  <a:lnTo>
                    <a:pt x="15519" y="24244"/>
                  </a:lnTo>
                  <a:lnTo>
                    <a:pt x="15519" y="24053"/>
                  </a:lnTo>
                  <a:lnTo>
                    <a:pt x="15722" y="24003"/>
                  </a:lnTo>
                  <a:lnTo>
                    <a:pt x="15786" y="23876"/>
                  </a:lnTo>
                  <a:lnTo>
                    <a:pt x="15951" y="24003"/>
                  </a:lnTo>
                  <a:lnTo>
                    <a:pt x="15951" y="20066"/>
                  </a:lnTo>
                  <a:lnTo>
                    <a:pt x="12306" y="20066"/>
                  </a:lnTo>
                  <a:lnTo>
                    <a:pt x="12217" y="20193"/>
                  </a:lnTo>
                  <a:lnTo>
                    <a:pt x="12141" y="20320"/>
                  </a:lnTo>
                  <a:lnTo>
                    <a:pt x="11988" y="20320"/>
                  </a:lnTo>
                  <a:lnTo>
                    <a:pt x="12014" y="20701"/>
                  </a:lnTo>
                  <a:lnTo>
                    <a:pt x="11734" y="20828"/>
                  </a:lnTo>
                  <a:lnTo>
                    <a:pt x="10947" y="20955"/>
                  </a:lnTo>
                  <a:lnTo>
                    <a:pt x="11061" y="21336"/>
                  </a:lnTo>
                  <a:lnTo>
                    <a:pt x="11176" y="21717"/>
                  </a:lnTo>
                  <a:lnTo>
                    <a:pt x="11290" y="22098"/>
                  </a:lnTo>
                  <a:lnTo>
                    <a:pt x="11391" y="22479"/>
                  </a:lnTo>
                  <a:lnTo>
                    <a:pt x="11506" y="22860"/>
                  </a:lnTo>
                  <a:lnTo>
                    <a:pt x="11620" y="24003"/>
                  </a:lnTo>
                  <a:lnTo>
                    <a:pt x="11328" y="24003"/>
                  </a:lnTo>
                  <a:lnTo>
                    <a:pt x="10668" y="24257"/>
                  </a:lnTo>
                  <a:lnTo>
                    <a:pt x="9652" y="24511"/>
                  </a:lnTo>
                  <a:lnTo>
                    <a:pt x="9652" y="25654"/>
                  </a:lnTo>
                  <a:lnTo>
                    <a:pt x="9918" y="25527"/>
                  </a:lnTo>
                  <a:lnTo>
                    <a:pt x="9969" y="25654"/>
                  </a:lnTo>
                  <a:lnTo>
                    <a:pt x="10210" y="25654"/>
                  </a:lnTo>
                  <a:lnTo>
                    <a:pt x="10261" y="25781"/>
                  </a:lnTo>
                  <a:lnTo>
                    <a:pt x="10350" y="25654"/>
                  </a:lnTo>
                  <a:lnTo>
                    <a:pt x="10198" y="25527"/>
                  </a:lnTo>
                  <a:lnTo>
                    <a:pt x="10096" y="25146"/>
                  </a:lnTo>
                  <a:lnTo>
                    <a:pt x="10350" y="25019"/>
                  </a:lnTo>
                  <a:lnTo>
                    <a:pt x="10439" y="24765"/>
                  </a:lnTo>
                  <a:lnTo>
                    <a:pt x="10896" y="24638"/>
                  </a:lnTo>
                  <a:lnTo>
                    <a:pt x="10896" y="24511"/>
                  </a:lnTo>
                  <a:lnTo>
                    <a:pt x="11112" y="24638"/>
                  </a:lnTo>
                  <a:lnTo>
                    <a:pt x="11214" y="24511"/>
                  </a:lnTo>
                  <a:lnTo>
                    <a:pt x="11315" y="24384"/>
                  </a:lnTo>
                  <a:lnTo>
                    <a:pt x="11417" y="24257"/>
                  </a:lnTo>
                  <a:lnTo>
                    <a:pt x="12014" y="24384"/>
                  </a:lnTo>
                  <a:lnTo>
                    <a:pt x="12115" y="24511"/>
                  </a:lnTo>
                  <a:lnTo>
                    <a:pt x="12153" y="25146"/>
                  </a:lnTo>
                  <a:lnTo>
                    <a:pt x="12065" y="25019"/>
                  </a:lnTo>
                  <a:lnTo>
                    <a:pt x="11976" y="24892"/>
                  </a:lnTo>
                  <a:lnTo>
                    <a:pt x="11760" y="25019"/>
                  </a:lnTo>
                  <a:lnTo>
                    <a:pt x="11785" y="25527"/>
                  </a:lnTo>
                  <a:lnTo>
                    <a:pt x="11607" y="25400"/>
                  </a:lnTo>
                  <a:lnTo>
                    <a:pt x="11544" y="25146"/>
                  </a:lnTo>
                  <a:lnTo>
                    <a:pt x="11252" y="25146"/>
                  </a:lnTo>
                  <a:lnTo>
                    <a:pt x="11239" y="25273"/>
                  </a:lnTo>
                  <a:lnTo>
                    <a:pt x="11112" y="25781"/>
                  </a:lnTo>
                  <a:lnTo>
                    <a:pt x="10998" y="26035"/>
                  </a:lnTo>
                  <a:lnTo>
                    <a:pt x="11226" y="26035"/>
                  </a:lnTo>
                  <a:lnTo>
                    <a:pt x="11277" y="26162"/>
                  </a:lnTo>
                  <a:lnTo>
                    <a:pt x="16243" y="26162"/>
                  </a:lnTo>
                  <a:lnTo>
                    <a:pt x="16167" y="25527"/>
                  </a:lnTo>
                  <a:lnTo>
                    <a:pt x="16217" y="25146"/>
                  </a:lnTo>
                  <a:lnTo>
                    <a:pt x="16370" y="25400"/>
                  </a:lnTo>
                  <a:lnTo>
                    <a:pt x="16522" y="25527"/>
                  </a:lnTo>
                  <a:lnTo>
                    <a:pt x="16637" y="25781"/>
                  </a:lnTo>
                  <a:lnTo>
                    <a:pt x="16700" y="26162"/>
                  </a:lnTo>
                  <a:lnTo>
                    <a:pt x="16243" y="26162"/>
                  </a:lnTo>
                  <a:lnTo>
                    <a:pt x="16370" y="26416"/>
                  </a:lnTo>
                  <a:lnTo>
                    <a:pt x="16738" y="26416"/>
                  </a:lnTo>
                  <a:lnTo>
                    <a:pt x="16738" y="26162"/>
                  </a:lnTo>
                  <a:lnTo>
                    <a:pt x="17373" y="26162"/>
                  </a:lnTo>
                  <a:lnTo>
                    <a:pt x="17576" y="26314"/>
                  </a:lnTo>
                  <a:lnTo>
                    <a:pt x="17564" y="26149"/>
                  </a:lnTo>
                  <a:lnTo>
                    <a:pt x="17551" y="25908"/>
                  </a:lnTo>
                  <a:lnTo>
                    <a:pt x="17792" y="25908"/>
                  </a:lnTo>
                  <a:lnTo>
                    <a:pt x="17780" y="25781"/>
                  </a:lnTo>
                  <a:lnTo>
                    <a:pt x="17818" y="25146"/>
                  </a:lnTo>
                  <a:lnTo>
                    <a:pt x="17703" y="25273"/>
                  </a:lnTo>
                  <a:lnTo>
                    <a:pt x="17551" y="25273"/>
                  </a:lnTo>
                  <a:lnTo>
                    <a:pt x="17551" y="25654"/>
                  </a:lnTo>
                  <a:lnTo>
                    <a:pt x="17373" y="25781"/>
                  </a:lnTo>
                  <a:lnTo>
                    <a:pt x="17360" y="25285"/>
                  </a:lnTo>
                  <a:lnTo>
                    <a:pt x="17513" y="25400"/>
                  </a:lnTo>
                  <a:lnTo>
                    <a:pt x="17551" y="25654"/>
                  </a:lnTo>
                  <a:lnTo>
                    <a:pt x="17551" y="25273"/>
                  </a:lnTo>
                  <a:lnTo>
                    <a:pt x="17360" y="25273"/>
                  </a:lnTo>
                  <a:lnTo>
                    <a:pt x="17360" y="25146"/>
                  </a:lnTo>
                  <a:lnTo>
                    <a:pt x="17183" y="25146"/>
                  </a:lnTo>
                  <a:lnTo>
                    <a:pt x="17170" y="24892"/>
                  </a:lnTo>
                  <a:lnTo>
                    <a:pt x="17157" y="24638"/>
                  </a:lnTo>
                  <a:lnTo>
                    <a:pt x="17373" y="24638"/>
                  </a:lnTo>
                  <a:lnTo>
                    <a:pt x="17348" y="24765"/>
                  </a:lnTo>
                  <a:lnTo>
                    <a:pt x="17653" y="24638"/>
                  </a:lnTo>
                  <a:lnTo>
                    <a:pt x="17754" y="24511"/>
                  </a:lnTo>
                  <a:lnTo>
                    <a:pt x="17932" y="24638"/>
                  </a:lnTo>
                  <a:lnTo>
                    <a:pt x="19037" y="24638"/>
                  </a:lnTo>
                  <a:lnTo>
                    <a:pt x="19011" y="24511"/>
                  </a:lnTo>
                  <a:lnTo>
                    <a:pt x="17907" y="24511"/>
                  </a:lnTo>
                  <a:lnTo>
                    <a:pt x="17995" y="24003"/>
                  </a:lnTo>
                  <a:lnTo>
                    <a:pt x="18059" y="24257"/>
                  </a:lnTo>
                  <a:lnTo>
                    <a:pt x="18389" y="24384"/>
                  </a:lnTo>
                  <a:lnTo>
                    <a:pt x="18364" y="24003"/>
                  </a:lnTo>
                  <a:lnTo>
                    <a:pt x="18580" y="23876"/>
                  </a:lnTo>
                  <a:lnTo>
                    <a:pt x="18910" y="23749"/>
                  </a:lnTo>
                  <a:lnTo>
                    <a:pt x="18910" y="23622"/>
                  </a:lnTo>
                  <a:lnTo>
                    <a:pt x="19227" y="23622"/>
                  </a:lnTo>
                  <a:lnTo>
                    <a:pt x="19189" y="23495"/>
                  </a:lnTo>
                  <a:lnTo>
                    <a:pt x="19710" y="22987"/>
                  </a:lnTo>
                  <a:lnTo>
                    <a:pt x="19786" y="23241"/>
                  </a:lnTo>
                  <a:lnTo>
                    <a:pt x="19850" y="24511"/>
                  </a:lnTo>
                  <a:lnTo>
                    <a:pt x="20332" y="24511"/>
                  </a:lnTo>
                  <a:lnTo>
                    <a:pt x="20447" y="23241"/>
                  </a:lnTo>
                  <a:lnTo>
                    <a:pt x="21031" y="23368"/>
                  </a:lnTo>
                  <a:lnTo>
                    <a:pt x="21132" y="23495"/>
                  </a:lnTo>
                  <a:lnTo>
                    <a:pt x="21221" y="23622"/>
                  </a:lnTo>
                  <a:lnTo>
                    <a:pt x="21323" y="23495"/>
                  </a:lnTo>
                  <a:lnTo>
                    <a:pt x="21234" y="24384"/>
                  </a:lnTo>
                  <a:lnTo>
                    <a:pt x="21412" y="24257"/>
                  </a:lnTo>
                  <a:lnTo>
                    <a:pt x="21501" y="24130"/>
                  </a:lnTo>
                  <a:lnTo>
                    <a:pt x="21488" y="24257"/>
                  </a:lnTo>
                  <a:lnTo>
                    <a:pt x="23177" y="24257"/>
                  </a:lnTo>
                  <a:close/>
                </a:path>
                <a:path w="50164" h="40640">
                  <a:moveTo>
                    <a:pt x="23190" y="12700"/>
                  </a:moveTo>
                  <a:lnTo>
                    <a:pt x="22504" y="12446"/>
                  </a:lnTo>
                  <a:lnTo>
                    <a:pt x="21132" y="12446"/>
                  </a:lnTo>
                  <a:lnTo>
                    <a:pt x="21069" y="12700"/>
                  </a:lnTo>
                  <a:lnTo>
                    <a:pt x="23190" y="12700"/>
                  </a:lnTo>
                  <a:close/>
                </a:path>
                <a:path w="50164" h="40640">
                  <a:moveTo>
                    <a:pt x="23304" y="24384"/>
                  </a:moveTo>
                  <a:lnTo>
                    <a:pt x="23177" y="24257"/>
                  </a:lnTo>
                  <a:lnTo>
                    <a:pt x="23050" y="24511"/>
                  </a:lnTo>
                  <a:lnTo>
                    <a:pt x="23266" y="24511"/>
                  </a:lnTo>
                  <a:lnTo>
                    <a:pt x="23304" y="24384"/>
                  </a:lnTo>
                  <a:close/>
                </a:path>
                <a:path w="50164" h="40640">
                  <a:moveTo>
                    <a:pt x="23317" y="23368"/>
                  </a:moveTo>
                  <a:lnTo>
                    <a:pt x="23126" y="22987"/>
                  </a:lnTo>
                  <a:lnTo>
                    <a:pt x="23050" y="23368"/>
                  </a:lnTo>
                  <a:lnTo>
                    <a:pt x="23317" y="23368"/>
                  </a:lnTo>
                  <a:close/>
                </a:path>
                <a:path w="50164" h="40640">
                  <a:moveTo>
                    <a:pt x="23355" y="29210"/>
                  </a:moveTo>
                  <a:lnTo>
                    <a:pt x="23228" y="29083"/>
                  </a:lnTo>
                  <a:lnTo>
                    <a:pt x="23215" y="28829"/>
                  </a:lnTo>
                  <a:lnTo>
                    <a:pt x="23050" y="28829"/>
                  </a:lnTo>
                  <a:lnTo>
                    <a:pt x="23050" y="29210"/>
                  </a:lnTo>
                  <a:lnTo>
                    <a:pt x="23355" y="29210"/>
                  </a:lnTo>
                  <a:close/>
                </a:path>
                <a:path w="50164" h="40640">
                  <a:moveTo>
                    <a:pt x="23406" y="24638"/>
                  </a:moveTo>
                  <a:lnTo>
                    <a:pt x="23215" y="24752"/>
                  </a:lnTo>
                  <a:lnTo>
                    <a:pt x="23164" y="25273"/>
                  </a:lnTo>
                  <a:lnTo>
                    <a:pt x="23342" y="25146"/>
                  </a:lnTo>
                  <a:lnTo>
                    <a:pt x="23393" y="24765"/>
                  </a:lnTo>
                  <a:lnTo>
                    <a:pt x="23406" y="24638"/>
                  </a:lnTo>
                  <a:close/>
                </a:path>
                <a:path w="50164" h="40640">
                  <a:moveTo>
                    <a:pt x="23418" y="12001"/>
                  </a:moveTo>
                  <a:lnTo>
                    <a:pt x="23253" y="11925"/>
                  </a:lnTo>
                  <a:lnTo>
                    <a:pt x="23253" y="12179"/>
                  </a:lnTo>
                  <a:lnTo>
                    <a:pt x="23418" y="12001"/>
                  </a:lnTo>
                  <a:close/>
                </a:path>
                <a:path w="50164" h="40640">
                  <a:moveTo>
                    <a:pt x="23456" y="26035"/>
                  </a:moveTo>
                  <a:lnTo>
                    <a:pt x="23253" y="26035"/>
                  </a:lnTo>
                  <a:lnTo>
                    <a:pt x="23317" y="26162"/>
                  </a:lnTo>
                  <a:lnTo>
                    <a:pt x="23456" y="26035"/>
                  </a:lnTo>
                  <a:close/>
                </a:path>
                <a:path w="50164" h="40640">
                  <a:moveTo>
                    <a:pt x="23456" y="20701"/>
                  </a:moveTo>
                  <a:lnTo>
                    <a:pt x="23050" y="20574"/>
                  </a:lnTo>
                  <a:lnTo>
                    <a:pt x="23050" y="22987"/>
                  </a:lnTo>
                  <a:lnTo>
                    <a:pt x="23291" y="22987"/>
                  </a:lnTo>
                  <a:lnTo>
                    <a:pt x="23215" y="22606"/>
                  </a:lnTo>
                  <a:lnTo>
                    <a:pt x="23444" y="22479"/>
                  </a:lnTo>
                  <a:lnTo>
                    <a:pt x="23456" y="20701"/>
                  </a:lnTo>
                  <a:close/>
                </a:path>
                <a:path w="50164" h="40640">
                  <a:moveTo>
                    <a:pt x="23596" y="37922"/>
                  </a:moveTo>
                  <a:lnTo>
                    <a:pt x="23545" y="37731"/>
                  </a:lnTo>
                  <a:lnTo>
                    <a:pt x="23596" y="37922"/>
                  </a:lnTo>
                  <a:close/>
                </a:path>
                <a:path w="50164" h="40640">
                  <a:moveTo>
                    <a:pt x="23647" y="30861"/>
                  </a:moveTo>
                  <a:lnTo>
                    <a:pt x="23482" y="30861"/>
                  </a:lnTo>
                  <a:lnTo>
                    <a:pt x="23520" y="30988"/>
                  </a:lnTo>
                  <a:lnTo>
                    <a:pt x="23647" y="30861"/>
                  </a:lnTo>
                  <a:close/>
                </a:path>
                <a:path w="50164" h="40640">
                  <a:moveTo>
                    <a:pt x="23660" y="660"/>
                  </a:moveTo>
                  <a:lnTo>
                    <a:pt x="23634" y="495"/>
                  </a:lnTo>
                  <a:lnTo>
                    <a:pt x="23583" y="660"/>
                  </a:lnTo>
                  <a:close/>
                </a:path>
                <a:path w="50164" h="40640">
                  <a:moveTo>
                    <a:pt x="23685" y="12954"/>
                  </a:moveTo>
                  <a:lnTo>
                    <a:pt x="23317" y="12954"/>
                  </a:lnTo>
                  <a:lnTo>
                    <a:pt x="23050" y="13208"/>
                  </a:lnTo>
                  <a:lnTo>
                    <a:pt x="23037" y="13462"/>
                  </a:lnTo>
                  <a:lnTo>
                    <a:pt x="23482" y="13462"/>
                  </a:lnTo>
                  <a:lnTo>
                    <a:pt x="23622" y="13208"/>
                  </a:lnTo>
                  <a:lnTo>
                    <a:pt x="23685" y="12954"/>
                  </a:lnTo>
                  <a:close/>
                </a:path>
                <a:path w="50164" h="40640">
                  <a:moveTo>
                    <a:pt x="23698" y="8801"/>
                  </a:moveTo>
                  <a:lnTo>
                    <a:pt x="23634" y="9067"/>
                  </a:lnTo>
                  <a:lnTo>
                    <a:pt x="23698" y="8801"/>
                  </a:lnTo>
                  <a:close/>
                </a:path>
                <a:path w="50164" h="40640">
                  <a:moveTo>
                    <a:pt x="23698" y="8712"/>
                  </a:moveTo>
                  <a:close/>
                </a:path>
                <a:path w="50164" h="40640">
                  <a:moveTo>
                    <a:pt x="23749" y="38696"/>
                  </a:moveTo>
                  <a:lnTo>
                    <a:pt x="23647" y="38493"/>
                  </a:lnTo>
                  <a:lnTo>
                    <a:pt x="23545" y="38620"/>
                  </a:lnTo>
                  <a:lnTo>
                    <a:pt x="23723" y="38823"/>
                  </a:lnTo>
                  <a:lnTo>
                    <a:pt x="23749" y="38696"/>
                  </a:lnTo>
                  <a:close/>
                </a:path>
                <a:path w="50164" h="40640">
                  <a:moveTo>
                    <a:pt x="23749" y="37109"/>
                  </a:moveTo>
                  <a:lnTo>
                    <a:pt x="23609" y="37249"/>
                  </a:lnTo>
                  <a:lnTo>
                    <a:pt x="23749" y="37109"/>
                  </a:lnTo>
                  <a:close/>
                </a:path>
                <a:path w="50164" h="40640">
                  <a:moveTo>
                    <a:pt x="23799" y="30607"/>
                  </a:moveTo>
                  <a:lnTo>
                    <a:pt x="23393" y="30607"/>
                  </a:lnTo>
                  <a:lnTo>
                    <a:pt x="23431" y="30734"/>
                  </a:lnTo>
                  <a:lnTo>
                    <a:pt x="23799" y="30607"/>
                  </a:lnTo>
                  <a:close/>
                </a:path>
                <a:path w="50164" h="40640">
                  <a:moveTo>
                    <a:pt x="23799" y="12700"/>
                  </a:moveTo>
                  <a:lnTo>
                    <a:pt x="23444" y="12700"/>
                  </a:lnTo>
                  <a:lnTo>
                    <a:pt x="23520" y="12446"/>
                  </a:lnTo>
                  <a:lnTo>
                    <a:pt x="23152" y="12446"/>
                  </a:lnTo>
                  <a:lnTo>
                    <a:pt x="23241" y="12700"/>
                  </a:lnTo>
                  <a:lnTo>
                    <a:pt x="23596" y="12954"/>
                  </a:lnTo>
                  <a:lnTo>
                    <a:pt x="23799" y="12700"/>
                  </a:lnTo>
                  <a:close/>
                </a:path>
                <a:path w="50164" h="40640">
                  <a:moveTo>
                    <a:pt x="23901" y="39928"/>
                  </a:moveTo>
                  <a:lnTo>
                    <a:pt x="23774" y="40068"/>
                  </a:lnTo>
                  <a:lnTo>
                    <a:pt x="23901" y="39928"/>
                  </a:lnTo>
                  <a:close/>
                </a:path>
                <a:path w="50164" h="40640">
                  <a:moveTo>
                    <a:pt x="24053" y="18161"/>
                  </a:moveTo>
                  <a:lnTo>
                    <a:pt x="24028" y="18034"/>
                  </a:lnTo>
                  <a:lnTo>
                    <a:pt x="22936" y="18034"/>
                  </a:lnTo>
                  <a:lnTo>
                    <a:pt x="22898" y="18161"/>
                  </a:lnTo>
                  <a:lnTo>
                    <a:pt x="24053" y="18161"/>
                  </a:lnTo>
                  <a:close/>
                </a:path>
                <a:path w="50164" h="40640">
                  <a:moveTo>
                    <a:pt x="24155" y="18669"/>
                  </a:moveTo>
                  <a:lnTo>
                    <a:pt x="24130" y="18542"/>
                  </a:lnTo>
                  <a:lnTo>
                    <a:pt x="22821" y="18542"/>
                  </a:lnTo>
                  <a:lnTo>
                    <a:pt x="22809" y="18669"/>
                  </a:lnTo>
                  <a:lnTo>
                    <a:pt x="24155" y="18669"/>
                  </a:lnTo>
                  <a:close/>
                </a:path>
                <a:path w="50164" h="40640">
                  <a:moveTo>
                    <a:pt x="24269" y="5461"/>
                  </a:moveTo>
                  <a:lnTo>
                    <a:pt x="24257" y="5207"/>
                  </a:lnTo>
                  <a:lnTo>
                    <a:pt x="1739" y="5207"/>
                  </a:lnTo>
                  <a:lnTo>
                    <a:pt x="1574" y="5461"/>
                  </a:lnTo>
                  <a:lnTo>
                    <a:pt x="1397" y="5461"/>
                  </a:lnTo>
                  <a:lnTo>
                    <a:pt x="1270" y="5842"/>
                  </a:lnTo>
                  <a:lnTo>
                    <a:pt x="1917" y="6083"/>
                  </a:lnTo>
                  <a:lnTo>
                    <a:pt x="2133" y="6096"/>
                  </a:lnTo>
                  <a:lnTo>
                    <a:pt x="2413" y="6248"/>
                  </a:lnTo>
                  <a:lnTo>
                    <a:pt x="2413" y="6096"/>
                  </a:lnTo>
                  <a:lnTo>
                    <a:pt x="2692" y="6096"/>
                  </a:lnTo>
                  <a:lnTo>
                    <a:pt x="2336" y="5842"/>
                  </a:lnTo>
                  <a:lnTo>
                    <a:pt x="2197" y="5842"/>
                  </a:lnTo>
                  <a:lnTo>
                    <a:pt x="1587" y="5461"/>
                  </a:lnTo>
                  <a:lnTo>
                    <a:pt x="24269" y="5461"/>
                  </a:lnTo>
                  <a:close/>
                </a:path>
                <a:path w="50164" h="40640">
                  <a:moveTo>
                    <a:pt x="24345" y="18542"/>
                  </a:moveTo>
                  <a:lnTo>
                    <a:pt x="24333" y="18161"/>
                  </a:lnTo>
                  <a:lnTo>
                    <a:pt x="24053" y="18161"/>
                  </a:lnTo>
                  <a:lnTo>
                    <a:pt x="24079" y="18288"/>
                  </a:lnTo>
                  <a:lnTo>
                    <a:pt x="24193" y="18542"/>
                  </a:lnTo>
                  <a:lnTo>
                    <a:pt x="24345" y="18542"/>
                  </a:lnTo>
                  <a:close/>
                </a:path>
                <a:path w="50164" h="40640">
                  <a:moveTo>
                    <a:pt x="24371" y="0"/>
                  </a:moveTo>
                  <a:lnTo>
                    <a:pt x="20193" y="0"/>
                  </a:lnTo>
                  <a:lnTo>
                    <a:pt x="16116" y="2921"/>
                  </a:lnTo>
                  <a:lnTo>
                    <a:pt x="10452" y="4191"/>
                  </a:lnTo>
                  <a:lnTo>
                    <a:pt x="749" y="4953"/>
                  </a:lnTo>
                  <a:lnTo>
                    <a:pt x="0" y="4953"/>
                  </a:lnTo>
                  <a:lnTo>
                    <a:pt x="88" y="5207"/>
                  </a:lnTo>
                  <a:lnTo>
                    <a:pt x="177" y="5461"/>
                  </a:lnTo>
                  <a:lnTo>
                    <a:pt x="254" y="5842"/>
                  </a:lnTo>
                  <a:lnTo>
                    <a:pt x="304" y="6096"/>
                  </a:lnTo>
                  <a:lnTo>
                    <a:pt x="406" y="6604"/>
                  </a:lnTo>
                  <a:lnTo>
                    <a:pt x="723" y="6858"/>
                  </a:lnTo>
                  <a:lnTo>
                    <a:pt x="660" y="6604"/>
                  </a:lnTo>
                  <a:lnTo>
                    <a:pt x="571" y="6350"/>
                  </a:lnTo>
                  <a:lnTo>
                    <a:pt x="469" y="6096"/>
                  </a:lnTo>
                  <a:lnTo>
                    <a:pt x="914" y="6096"/>
                  </a:lnTo>
                  <a:lnTo>
                    <a:pt x="825" y="6350"/>
                  </a:lnTo>
                  <a:lnTo>
                    <a:pt x="1511" y="6350"/>
                  </a:lnTo>
                  <a:lnTo>
                    <a:pt x="1612" y="6096"/>
                  </a:lnTo>
                  <a:lnTo>
                    <a:pt x="1193" y="6096"/>
                  </a:lnTo>
                  <a:lnTo>
                    <a:pt x="711" y="5842"/>
                  </a:lnTo>
                  <a:lnTo>
                    <a:pt x="914" y="5842"/>
                  </a:lnTo>
                  <a:lnTo>
                    <a:pt x="723" y="5461"/>
                  </a:lnTo>
                  <a:lnTo>
                    <a:pt x="1079" y="5461"/>
                  </a:lnTo>
                  <a:lnTo>
                    <a:pt x="1739" y="5207"/>
                  </a:lnTo>
                  <a:lnTo>
                    <a:pt x="1193" y="5207"/>
                  </a:lnTo>
                  <a:lnTo>
                    <a:pt x="1231" y="4953"/>
                  </a:lnTo>
                  <a:lnTo>
                    <a:pt x="1054" y="5092"/>
                  </a:lnTo>
                  <a:lnTo>
                    <a:pt x="914" y="4953"/>
                  </a:lnTo>
                  <a:lnTo>
                    <a:pt x="1231" y="4953"/>
                  </a:lnTo>
                  <a:lnTo>
                    <a:pt x="24244" y="4953"/>
                  </a:lnTo>
                  <a:lnTo>
                    <a:pt x="24231" y="4572"/>
                  </a:lnTo>
                  <a:lnTo>
                    <a:pt x="22123" y="4572"/>
                  </a:lnTo>
                  <a:lnTo>
                    <a:pt x="22237" y="3302"/>
                  </a:lnTo>
                  <a:lnTo>
                    <a:pt x="22694" y="3302"/>
                  </a:lnTo>
                  <a:lnTo>
                    <a:pt x="22694" y="3175"/>
                  </a:lnTo>
                  <a:lnTo>
                    <a:pt x="22428" y="3175"/>
                  </a:lnTo>
                  <a:lnTo>
                    <a:pt x="22225" y="2921"/>
                  </a:lnTo>
                  <a:lnTo>
                    <a:pt x="21932" y="2921"/>
                  </a:lnTo>
                  <a:lnTo>
                    <a:pt x="21539" y="3175"/>
                  </a:lnTo>
                  <a:lnTo>
                    <a:pt x="21640" y="2413"/>
                  </a:lnTo>
                  <a:lnTo>
                    <a:pt x="21780" y="2286"/>
                  </a:lnTo>
                  <a:lnTo>
                    <a:pt x="20447" y="2286"/>
                  </a:lnTo>
                  <a:lnTo>
                    <a:pt x="20751" y="2032"/>
                  </a:lnTo>
                  <a:lnTo>
                    <a:pt x="20789" y="1524"/>
                  </a:lnTo>
                  <a:lnTo>
                    <a:pt x="20231" y="1143"/>
                  </a:lnTo>
                  <a:lnTo>
                    <a:pt x="20332" y="254"/>
                  </a:lnTo>
                  <a:lnTo>
                    <a:pt x="23901" y="254"/>
                  </a:lnTo>
                  <a:lnTo>
                    <a:pt x="24371" y="0"/>
                  </a:lnTo>
                  <a:close/>
                </a:path>
                <a:path w="50164" h="40640">
                  <a:moveTo>
                    <a:pt x="24511" y="20320"/>
                  </a:moveTo>
                  <a:lnTo>
                    <a:pt x="24320" y="20447"/>
                  </a:lnTo>
                  <a:lnTo>
                    <a:pt x="24384" y="22606"/>
                  </a:lnTo>
                  <a:lnTo>
                    <a:pt x="24498" y="23622"/>
                  </a:lnTo>
                  <a:lnTo>
                    <a:pt x="24511" y="20320"/>
                  </a:lnTo>
                  <a:close/>
                </a:path>
                <a:path w="50164" h="40640">
                  <a:moveTo>
                    <a:pt x="24536" y="12192"/>
                  </a:moveTo>
                  <a:lnTo>
                    <a:pt x="24206" y="11811"/>
                  </a:lnTo>
                  <a:lnTo>
                    <a:pt x="23964" y="12077"/>
                  </a:lnTo>
                  <a:lnTo>
                    <a:pt x="23482" y="11950"/>
                  </a:lnTo>
                  <a:lnTo>
                    <a:pt x="23520" y="12192"/>
                  </a:lnTo>
                  <a:lnTo>
                    <a:pt x="23545" y="12446"/>
                  </a:lnTo>
                  <a:lnTo>
                    <a:pt x="23939" y="12446"/>
                  </a:lnTo>
                  <a:lnTo>
                    <a:pt x="24155" y="12192"/>
                  </a:lnTo>
                  <a:lnTo>
                    <a:pt x="24447" y="12192"/>
                  </a:lnTo>
                  <a:close/>
                </a:path>
                <a:path w="50164" h="40640">
                  <a:moveTo>
                    <a:pt x="24612" y="24511"/>
                  </a:moveTo>
                  <a:lnTo>
                    <a:pt x="24409" y="24511"/>
                  </a:lnTo>
                  <a:lnTo>
                    <a:pt x="23266" y="24511"/>
                  </a:lnTo>
                  <a:lnTo>
                    <a:pt x="23241" y="24638"/>
                  </a:lnTo>
                  <a:lnTo>
                    <a:pt x="23406" y="24638"/>
                  </a:lnTo>
                  <a:lnTo>
                    <a:pt x="24422" y="24638"/>
                  </a:lnTo>
                  <a:lnTo>
                    <a:pt x="24612" y="24638"/>
                  </a:lnTo>
                  <a:lnTo>
                    <a:pt x="24612" y="24511"/>
                  </a:lnTo>
                  <a:close/>
                </a:path>
                <a:path w="50164" h="40640">
                  <a:moveTo>
                    <a:pt x="24625" y="26035"/>
                  </a:moveTo>
                  <a:lnTo>
                    <a:pt x="24612" y="25908"/>
                  </a:lnTo>
                  <a:lnTo>
                    <a:pt x="23279" y="25908"/>
                  </a:lnTo>
                  <a:lnTo>
                    <a:pt x="23456" y="26035"/>
                  </a:lnTo>
                  <a:lnTo>
                    <a:pt x="24625" y="26035"/>
                  </a:lnTo>
                  <a:close/>
                </a:path>
                <a:path w="50164" h="40640">
                  <a:moveTo>
                    <a:pt x="24765" y="29845"/>
                  </a:moveTo>
                  <a:lnTo>
                    <a:pt x="23482" y="29718"/>
                  </a:lnTo>
                  <a:lnTo>
                    <a:pt x="23393" y="29337"/>
                  </a:lnTo>
                  <a:lnTo>
                    <a:pt x="23050" y="29337"/>
                  </a:lnTo>
                  <a:lnTo>
                    <a:pt x="22872" y="29337"/>
                  </a:lnTo>
                  <a:lnTo>
                    <a:pt x="22809" y="29464"/>
                  </a:lnTo>
                  <a:lnTo>
                    <a:pt x="23215" y="29845"/>
                  </a:lnTo>
                  <a:lnTo>
                    <a:pt x="23444" y="29972"/>
                  </a:lnTo>
                  <a:lnTo>
                    <a:pt x="24612" y="29972"/>
                  </a:lnTo>
                  <a:lnTo>
                    <a:pt x="24765" y="29845"/>
                  </a:lnTo>
                  <a:close/>
                </a:path>
                <a:path w="50164" h="40640">
                  <a:moveTo>
                    <a:pt x="24930" y="28829"/>
                  </a:moveTo>
                  <a:lnTo>
                    <a:pt x="24777" y="28575"/>
                  </a:lnTo>
                  <a:lnTo>
                    <a:pt x="23215" y="28575"/>
                  </a:lnTo>
                  <a:lnTo>
                    <a:pt x="23215" y="28829"/>
                  </a:lnTo>
                  <a:lnTo>
                    <a:pt x="24930" y="28829"/>
                  </a:lnTo>
                  <a:close/>
                </a:path>
                <a:path w="50164" h="40640">
                  <a:moveTo>
                    <a:pt x="24930" y="25908"/>
                  </a:moveTo>
                  <a:lnTo>
                    <a:pt x="24853" y="25273"/>
                  </a:lnTo>
                  <a:lnTo>
                    <a:pt x="24752" y="25019"/>
                  </a:lnTo>
                  <a:lnTo>
                    <a:pt x="24688" y="24892"/>
                  </a:lnTo>
                  <a:lnTo>
                    <a:pt x="24612" y="25908"/>
                  </a:lnTo>
                  <a:lnTo>
                    <a:pt x="24930" y="25908"/>
                  </a:lnTo>
                  <a:close/>
                </a:path>
                <a:path w="50164" h="40640">
                  <a:moveTo>
                    <a:pt x="25069" y="30645"/>
                  </a:moveTo>
                  <a:lnTo>
                    <a:pt x="24536" y="30607"/>
                  </a:lnTo>
                  <a:lnTo>
                    <a:pt x="24472" y="30734"/>
                  </a:lnTo>
                  <a:lnTo>
                    <a:pt x="23647" y="30861"/>
                  </a:lnTo>
                  <a:lnTo>
                    <a:pt x="24409" y="30861"/>
                  </a:lnTo>
                  <a:lnTo>
                    <a:pt x="24345" y="30988"/>
                  </a:lnTo>
                  <a:lnTo>
                    <a:pt x="24688" y="30861"/>
                  </a:lnTo>
                  <a:lnTo>
                    <a:pt x="24980" y="30861"/>
                  </a:lnTo>
                  <a:lnTo>
                    <a:pt x="25069" y="30645"/>
                  </a:lnTo>
                  <a:close/>
                </a:path>
                <a:path w="50164" h="40640">
                  <a:moveTo>
                    <a:pt x="25069" y="4826"/>
                  </a:moveTo>
                  <a:lnTo>
                    <a:pt x="24625" y="4572"/>
                  </a:lnTo>
                  <a:lnTo>
                    <a:pt x="24231" y="4572"/>
                  </a:lnTo>
                  <a:lnTo>
                    <a:pt x="25069" y="4826"/>
                  </a:lnTo>
                  <a:close/>
                </a:path>
                <a:path w="50164" h="40640">
                  <a:moveTo>
                    <a:pt x="25120" y="26035"/>
                  </a:moveTo>
                  <a:lnTo>
                    <a:pt x="25107" y="25908"/>
                  </a:lnTo>
                  <a:lnTo>
                    <a:pt x="24930" y="25908"/>
                  </a:lnTo>
                  <a:lnTo>
                    <a:pt x="24930" y="26035"/>
                  </a:lnTo>
                  <a:lnTo>
                    <a:pt x="25120" y="26035"/>
                  </a:lnTo>
                  <a:close/>
                </a:path>
                <a:path w="50164" h="40640">
                  <a:moveTo>
                    <a:pt x="25146" y="28829"/>
                  </a:moveTo>
                  <a:lnTo>
                    <a:pt x="24930" y="28829"/>
                  </a:lnTo>
                  <a:lnTo>
                    <a:pt x="24841" y="29337"/>
                  </a:lnTo>
                  <a:lnTo>
                    <a:pt x="24726" y="29845"/>
                  </a:lnTo>
                  <a:lnTo>
                    <a:pt x="24904" y="29718"/>
                  </a:lnTo>
                  <a:lnTo>
                    <a:pt x="25146" y="29845"/>
                  </a:lnTo>
                  <a:lnTo>
                    <a:pt x="25120" y="29718"/>
                  </a:lnTo>
                  <a:lnTo>
                    <a:pt x="25146" y="28829"/>
                  </a:lnTo>
                  <a:close/>
                </a:path>
                <a:path w="50164" h="40640">
                  <a:moveTo>
                    <a:pt x="25247" y="17907"/>
                  </a:moveTo>
                  <a:lnTo>
                    <a:pt x="25107" y="17780"/>
                  </a:lnTo>
                  <a:lnTo>
                    <a:pt x="25171" y="18034"/>
                  </a:lnTo>
                  <a:lnTo>
                    <a:pt x="25247" y="17907"/>
                  </a:lnTo>
                  <a:close/>
                </a:path>
                <a:path w="50164" h="40640">
                  <a:moveTo>
                    <a:pt x="25260" y="18161"/>
                  </a:moveTo>
                  <a:lnTo>
                    <a:pt x="25171" y="18034"/>
                  </a:lnTo>
                  <a:lnTo>
                    <a:pt x="24320" y="18034"/>
                  </a:lnTo>
                  <a:lnTo>
                    <a:pt x="24333" y="18161"/>
                  </a:lnTo>
                  <a:lnTo>
                    <a:pt x="25260" y="18161"/>
                  </a:lnTo>
                  <a:close/>
                </a:path>
                <a:path w="50164" h="40640">
                  <a:moveTo>
                    <a:pt x="25412" y="24638"/>
                  </a:moveTo>
                  <a:lnTo>
                    <a:pt x="25400" y="24511"/>
                  </a:lnTo>
                  <a:lnTo>
                    <a:pt x="24676" y="24511"/>
                  </a:lnTo>
                  <a:lnTo>
                    <a:pt x="24688" y="24638"/>
                  </a:lnTo>
                  <a:lnTo>
                    <a:pt x="25412" y="24638"/>
                  </a:lnTo>
                  <a:close/>
                </a:path>
                <a:path w="50164" h="40640">
                  <a:moveTo>
                    <a:pt x="25641" y="16637"/>
                  </a:moveTo>
                  <a:lnTo>
                    <a:pt x="20967" y="16637"/>
                  </a:lnTo>
                  <a:lnTo>
                    <a:pt x="20904" y="18034"/>
                  </a:lnTo>
                  <a:lnTo>
                    <a:pt x="21971" y="18034"/>
                  </a:lnTo>
                  <a:lnTo>
                    <a:pt x="22021" y="17780"/>
                  </a:lnTo>
                  <a:lnTo>
                    <a:pt x="22504" y="17907"/>
                  </a:lnTo>
                  <a:lnTo>
                    <a:pt x="22555" y="17780"/>
                  </a:lnTo>
                  <a:lnTo>
                    <a:pt x="22669" y="17526"/>
                  </a:lnTo>
                  <a:lnTo>
                    <a:pt x="22618" y="18034"/>
                  </a:lnTo>
                  <a:lnTo>
                    <a:pt x="22936" y="18034"/>
                  </a:lnTo>
                  <a:lnTo>
                    <a:pt x="23037" y="17653"/>
                  </a:lnTo>
                  <a:lnTo>
                    <a:pt x="23063" y="17526"/>
                  </a:lnTo>
                  <a:lnTo>
                    <a:pt x="23152" y="17399"/>
                  </a:lnTo>
                  <a:lnTo>
                    <a:pt x="23228" y="17272"/>
                  </a:lnTo>
                  <a:lnTo>
                    <a:pt x="23291" y="17399"/>
                  </a:lnTo>
                  <a:lnTo>
                    <a:pt x="23355" y="17780"/>
                  </a:lnTo>
                  <a:lnTo>
                    <a:pt x="23634" y="17907"/>
                  </a:lnTo>
                  <a:lnTo>
                    <a:pt x="23736" y="17653"/>
                  </a:lnTo>
                  <a:lnTo>
                    <a:pt x="23901" y="17526"/>
                  </a:lnTo>
                  <a:lnTo>
                    <a:pt x="23939" y="17653"/>
                  </a:lnTo>
                  <a:lnTo>
                    <a:pt x="24028" y="18034"/>
                  </a:lnTo>
                  <a:lnTo>
                    <a:pt x="24320" y="18034"/>
                  </a:lnTo>
                  <a:lnTo>
                    <a:pt x="24269" y="17526"/>
                  </a:lnTo>
                  <a:lnTo>
                    <a:pt x="24282" y="17272"/>
                  </a:lnTo>
                  <a:lnTo>
                    <a:pt x="24307" y="17653"/>
                  </a:lnTo>
                  <a:lnTo>
                    <a:pt x="24434" y="17526"/>
                  </a:lnTo>
                  <a:lnTo>
                    <a:pt x="24511" y="17272"/>
                  </a:lnTo>
                  <a:lnTo>
                    <a:pt x="24523" y="17145"/>
                  </a:lnTo>
                  <a:lnTo>
                    <a:pt x="24663" y="17145"/>
                  </a:lnTo>
                  <a:lnTo>
                    <a:pt x="24599" y="17399"/>
                  </a:lnTo>
                  <a:lnTo>
                    <a:pt x="24815" y="17272"/>
                  </a:lnTo>
                  <a:lnTo>
                    <a:pt x="24904" y="17399"/>
                  </a:lnTo>
                  <a:lnTo>
                    <a:pt x="24993" y="17526"/>
                  </a:lnTo>
                  <a:lnTo>
                    <a:pt x="25057" y="17780"/>
                  </a:lnTo>
                  <a:lnTo>
                    <a:pt x="25273" y="17653"/>
                  </a:lnTo>
                  <a:lnTo>
                    <a:pt x="25209" y="17526"/>
                  </a:lnTo>
                  <a:lnTo>
                    <a:pt x="25120" y="17272"/>
                  </a:lnTo>
                  <a:lnTo>
                    <a:pt x="25095" y="17145"/>
                  </a:lnTo>
                  <a:lnTo>
                    <a:pt x="25082" y="17018"/>
                  </a:lnTo>
                  <a:lnTo>
                    <a:pt x="25209" y="17145"/>
                  </a:lnTo>
                  <a:lnTo>
                    <a:pt x="25209" y="17018"/>
                  </a:lnTo>
                  <a:lnTo>
                    <a:pt x="25590" y="17018"/>
                  </a:lnTo>
                  <a:lnTo>
                    <a:pt x="25641" y="16637"/>
                  </a:lnTo>
                  <a:close/>
                </a:path>
                <a:path w="50164" h="40640">
                  <a:moveTo>
                    <a:pt x="25679" y="19812"/>
                  </a:moveTo>
                  <a:lnTo>
                    <a:pt x="21564" y="19812"/>
                  </a:lnTo>
                  <a:lnTo>
                    <a:pt x="21831" y="20066"/>
                  </a:lnTo>
                  <a:lnTo>
                    <a:pt x="25654" y="20066"/>
                  </a:lnTo>
                  <a:lnTo>
                    <a:pt x="25679" y="19812"/>
                  </a:lnTo>
                  <a:close/>
                </a:path>
                <a:path w="50164" h="40640">
                  <a:moveTo>
                    <a:pt x="25755" y="19177"/>
                  </a:moveTo>
                  <a:lnTo>
                    <a:pt x="22707" y="19177"/>
                  </a:lnTo>
                  <a:lnTo>
                    <a:pt x="21386" y="19177"/>
                  </a:lnTo>
                  <a:lnTo>
                    <a:pt x="21412" y="19304"/>
                  </a:lnTo>
                  <a:lnTo>
                    <a:pt x="22656" y="19304"/>
                  </a:lnTo>
                  <a:lnTo>
                    <a:pt x="25742" y="19304"/>
                  </a:lnTo>
                  <a:lnTo>
                    <a:pt x="25755" y="19177"/>
                  </a:lnTo>
                  <a:close/>
                </a:path>
                <a:path w="50164" h="40640">
                  <a:moveTo>
                    <a:pt x="25869" y="18923"/>
                  </a:moveTo>
                  <a:lnTo>
                    <a:pt x="24409" y="18923"/>
                  </a:lnTo>
                  <a:lnTo>
                    <a:pt x="22771" y="18923"/>
                  </a:lnTo>
                  <a:lnTo>
                    <a:pt x="22758" y="19050"/>
                  </a:lnTo>
                  <a:lnTo>
                    <a:pt x="24434" y="19050"/>
                  </a:lnTo>
                  <a:lnTo>
                    <a:pt x="25768" y="19050"/>
                  </a:lnTo>
                  <a:lnTo>
                    <a:pt x="25869" y="18923"/>
                  </a:lnTo>
                  <a:close/>
                </a:path>
                <a:path w="50164" h="40640">
                  <a:moveTo>
                    <a:pt x="25882" y="20066"/>
                  </a:moveTo>
                  <a:lnTo>
                    <a:pt x="25654" y="20066"/>
                  </a:lnTo>
                  <a:lnTo>
                    <a:pt x="25641" y="21590"/>
                  </a:lnTo>
                  <a:lnTo>
                    <a:pt x="25768" y="21463"/>
                  </a:lnTo>
                  <a:lnTo>
                    <a:pt x="25882" y="20066"/>
                  </a:lnTo>
                  <a:close/>
                </a:path>
                <a:path w="50164" h="40640">
                  <a:moveTo>
                    <a:pt x="25920" y="14478"/>
                  </a:moveTo>
                  <a:lnTo>
                    <a:pt x="25527" y="14224"/>
                  </a:lnTo>
                  <a:lnTo>
                    <a:pt x="25793" y="14478"/>
                  </a:lnTo>
                  <a:lnTo>
                    <a:pt x="25920" y="14478"/>
                  </a:lnTo>
                  <a:close/>
                </a:path>
                <a:path w="50164" h="40640">
                  <a:moveTo>
                    <a:pt x="26073" y="26035"/>
                  </a:moveTo>
                  <a:lnTo>
                    <a:pt x="25895" y="25908"/>
                  </a:lnTo>
                  <a:lnTo>
                    <a:pt x="25755" y="25908"/>
                  </a:lnTo>
                  <a:lnTo>
                    <a:pt x="25628" y="25908"/>
                  </a:lnTo>
                  <a:lnTo>
                    <a:pt x="25628" y="26035"/>
                  </a:lnTo>
                  <a:lnTo>
                    <a:pt x="26073" y="26035"/>
                  </a:lnTo>
                  <a:close/>
                </a:path>
                <a:path w="50164" h="40640">
                  <a:moveTo>
                    <a:pt x="26073" y="24511"/>
                  </a:moveTo>
                  <a:lnTo>
                    <a:pt x="25425" y="24511"/>
                  </a:lnTo>
                  <a:lnTo>
                    <a:pt x="25869" y="24638"/>
                  </a:lnTo>
                  <a:lnTo>
                    <a:pt x="26073" y="24511"/>
                  </a:lnTo>
                  <a:close/>
                </a:path>
                <a:path w="50164" h="40640">
                  <a:moveTo>
                    <a:pt x="26085" y="14732"/>
                  </a:moveTo>
                  <a:lnTo>
                    <a:pt x="25793" y="14478"/>
                  </a:lnTo>
                  <a:lnTo>
                    <a:pt x="25323" y="14478"/>
                  </a:lnTo>
                  <a:lnTo>
                    <a:pt x="24879" y="14376"/>
                  </a:lnTo>
                  <a:lnTo>
                    <a:pt x="24828" y="14605"/>
                  </a:lnTo>
                  <a:lnTo>
                    <a:pt x="24726" y="14478"/>
                  </a:lnTo>
                  <a:lnTo>
                    <a:pt x="24879" y="14478"/>
                  </a:lnTo>
                  <a:lnTo>
                    <a:pt x="24307" y="14224"/>
                  </a:lnTo>
                  <a:lnTo>
                    <a:pt x="24396" y="13970"/>
                  </a:lnTo>
                  <a:lnTo>
                    <a:pt x="24066" y="13970"/>
                  </a:lnTo>
                  <a:lnTo>
                    <a:pt x="24168" y="13716"/>
                  </a:lnTo>
                  <a:lnTo>
                    <a:pt x="24955" y="13716"/>
                  </a:lnTo>
                  <a:lnTo>
                    <a:pt x="24218" y="13589"/>
                  </a:lnTo>
                  <a:lnTo>
                    <a:pt x="23964" y="13550"/>
                  </a:lnTo>
                  <a:lnTo>
                    <a:pt x="23482" y="13462"/>
                  </a:lnTo>
                  <a:lnTo>
                    <a:pt x="23482" y="13601"/>
                  </a:lnTo>
                  <a:lnTo>
                    <a:pt x="23025" y="13639"/>
                  </a:lnTo>
                  <a:lnTo>
                    <a:pt x="23037" y="13462"/>
                  </a:lnTo>
                  <a:lnTo>
                    <a:pt x="22733" y="13462"/>
                  </a:lnTo>
                  <a:lnTo>
                    <a:pt x="22745" y="13601"/>
                  </a:lnTo>
                  <a:lnTo>
                    <a:pt x="22466" y="13462"/>
                  </a:lnTo>
                  <a:lnTo>
                    <a:pt x="22326" y="13601"/>
                  </a:lnTo>
                  <a:lnTo>
                    <a:pt x="22212" y="13462"/>
                  </a:lnTo>
                  <a:lnTo>
                    <a:pt x="22059" y="13462"/>
                  </a:lnTo>
                  <a:lnTo>
                    <a:pt x="21983" y="13716"/>
                  </a:lnTo>
                  <a:lnTo>
                    <a:pt x="21945" y="13843"/>
                  </a:lnTo>
                  <a:lnTo>
                    <a:pt x="21729" y="13716"/>
                  </a:lnTo>
                  <a:lnTo>
                    <a:pt x="21285" y="13462"/>
                  </a:lnTo>
                  <a:lnTo>
                    <a:pt x="20942" y="13589"/>
                  </a:lnTo>
                  <a:lnTo>
                    <a:pt x="20840" y="13462"/>
                  </a:lnTo>
                  <a:lnTo>
                    <a:pt x="20662" y="13462"/>
                  </a:lnTo>
                  <a:lnTo>
                    <a:pt x="20802" y="13208"/>
                  </a:lnTo>
                  <a:lnTo>
                    <a:pt x="20929" y="12954"/>
                  </a:lnTo>
                  <a:lnTo>
                    <a:pt x="20307" y="12954"/>
                  </a:lnTo>
                  <a:lnTo>
                    <a:pt x="20332" y="12700"/>
                  </a:lnTo>
                  <a:lnTo>
                    <a:pt x="6464" y="12700"/>
                  </a:lnTo>
                  <a:lnTo>
                    <a:pt x="6464" y="13462"/>
                  </a:lnTo>
                  <a:lnTo>
                    <a:pt x="6438" y="13716"/>
                  </a:lnTo>
                  <a:lnTo>
                    <a:pt x="6438" y="14224"/>
                  </a:lnTo>
                  <a:lnTo>
                    <a:pt x="6388" y="14478"/>
                  </a:lnTo>
                  <a:lnTo>
                    <a:pt x="6248" y="14478"/>
                  </a:lnTo>
                  <a:lnTo>
                    <a:pt x="5956" y="14478"/>
                  </a:lnTo>
                  <a:lnTo>
                    <a:pt x="5956" y="14630"/>
                  </a:lnTo>
                  <a:lnTo>
                    <a:pt x="5880" y="14490"/>
                  </a:lnTo>
                  <a:lnTo>
                    <a:pt x="5956" y="14630"/>
                  </a:lnTo>
                  <a:lnTo>
                    <a:pt x="5956" y="14478"/>
                  </a:lnTo>
                  <a:lnTo>
                    <a:pt x="5918" y="14224"/>
                  </a:lnTo>
                  <a:lnTo>
                    <a:pt x="6248" y="14478"/>
                  </a:lnTo>
                  <a:lnTo>
                    <a:pt x="6438" y="14224"/>
                  </a:lnTo>
                  <a:lnTo>
                    <a:pt x="6438" y="13716"/>
                  </a:lnTo>
                  <a:lnTo>
                    <a:pt x="6413" y="13855"/>
                  </a:lnTo>
                  <a:lnTo>
                    <a:pt x="6413" y="13716"/>
                  </a:lnTo>
                  <a:lnTo>
                    <a:pt x="1841" y="13716"/>
                  </a:lnTo>
                  <a:lnTo>
                    <a:pt x="1841" y="14224"/>
                  </a:lnTo>
                  <a:lnTo>
                    <a:pt x="1841" y="14363"/>
                  </a:lnTo>
                  <a:lnTo>
                    <a:pt x="1689" y="14224"/>
                  </a:lnTo>
                  <a:lnTo>
                    <a:pt x="1841" y="14224"/>
                  </a:lnTo>
                  <a:lnTo>
                    <a:pt x="1841" y="13716"/>
                  </a:lnTo>
                  <a:lnTo>
                    <a:pt x="1295" y="13716"/>
                  </a:lnTo>
                  <a:lnTo>
                    <a:pt x="1447" y="13462"/>
                  </a:lnTo>
                  <a:lnTo>
                    <a:pt x="6464" y="13462"/>
                  </a:lnTo>
                  <a:lnTo>
                    <a:pt x="6464" y="12700"/>
                  </a:lnTo>
                  <a:lnTo>
                    <a:pt x="3327" y="12700"/>
                  </a:lnTo>
                  <a:lnTo>
                    <a:pt x="3683" y="12954"/>
                  </a:lnTo>
                  <a:lnTo>
                    <a:pt x="3594" y="13208"/>
                  </a:lnTo>
                  <a:lnTo>
                    <a:pt x="3517" y="12954"/>
                  </a:lnTo>
                  <a:lnTo>
                    <a:pt x="3149" y="13208"/>
                  </a:lnTo>
                  <a:lnTo>
                    <a:pt x="3517" y="12954"/>
                  </a:lnTo>
                  <a:lnTo>
                    <a:pt x="3352" y="12954"/>
                  </a:lnTo>
                  <a:lnTo>
                    <a:pt x="3225" y="12954"/>
                  </a:lnTo>
                  <a:lnTo>
                    <a:pt x="3187" y="12700"/>
                  </a:lnTo>
                  <a:lnTo>
                    <a:pt x="3048" y="12954"/>
                  </a:lnTo>
                  <a:lnTo>
                    <a:pt x="3111" y="12700"/>
                  </a:lnTo>
                  <a:lnTo>
                    <a:pt x="1435" y="12700"/>
                  </a:lnTo>
                  <a:lnTo>
                    <a:pt x="1701" y="12954"/>
                  </a:lnTo>
                  <a:lnTo>
                    <a:pt x="1397" y="12954"/>
                  </a:lnTo>
                  <a:lnTo>
                    <a:pt x="1358" y="13462"/>
                  </a:lnTo>
                  <a:lnTo>
                    <a:pt x="1130" y="13462"/>
                  </a:lnTo>
                  <a:lnTo>
                    <a:pt x="1028" y="13716"/>
                  </a:lnTo>
                  <a:lnTo>
                    <a:pt x="1244" y="13970"/>
                  </a:lnTo>
                  <a:lnTo>
                    <a:pt x="1524" y="14224"/>
                  </a:lnTo>
                  <a:lnTo>
                    <a:pt x="1727" y="14478"/>
                  </a:lnTo>
                  <a:lnTo>
                    <a:pt x="1854" y="14478"/>
                  </a:lnTo>
                  <a:lnTo>
                    <a:pt x="1879" y="14732"/>
                  </a:lnTo>
                  <a:lnTo>
                    <a:pt x="2133" y="14986"/>
                  </a:lnTo>
                  <a:lnTo>
                    <a:pt x="2692" y="15240"/>
                  </a:lnTo>
                  <a:lnTo>
                    <a:pt x="2895" y="15290"/>
                  </a:lnTo>
                  <a:lnTo>
                    <a:pt x="2425" y="14986"/>
                  </a:lnTo>
                  <a:lnTo>
                    <a:pt x="2578" y="14986"/>
                  </a:lnTo>
                  <a:lnTo>
                    <a:pt x="2857" y="15240"/>
                  </a:lnTo>
                  <a:lnTo>
                    <a:pt x="3225" y="15240"/>
                  </a:lnTo>
                  <a:lnTo>
                    <a:pt x="3073" y="15328"/>
                  </a:lnTo>
                  <a:lnTo>
                    <a:pt x="3314" y="15367"/>
                  </a:lnTo>
                  <a:lnTo>
                    <a:pt x="3835" y="15240"/>
                  </a:lnTo>
                  <a:lnTo>
                    <a:pt x="3937" y="16129"/>
                  </a:lnTo>
                  <a:lnTo>
                    <a:pt x="4051" y="16256"/>
                  </a:lnTo>
                  <a:lnTo>
                    <a:pt x="4152" y="16002"/>
                  </a:lnTo>
                  <a:lnTo>
                    <a:pt x="4305" y="16129"/>
                  </a:lnTo>
                  <a:lnTo>
                    <a:pt x="4533" y="16129"/>
                  </a:lnTo>
                  <a:lnTo>
                    <a:pt x="4508" y="16306"/>
                  </a:lnTo>
                  <a:lnTo>
                    <a:pt x="4165" y="16256"/>
                  </a:lnTo>
                  <a:lnTo>
                    <a:pt x="4254" y="16383"/>
                  </a:lnTo>
                  <a:lnTo>
                    <a:pt x="4495" y="16510"/>
                  </a:lnTo>
                  <a:lnTo>
                    <a:pt x="4508" y="16383"/>
                  </a:lnTo>
                  <a:lnTo>
                    <a:pt x="5181" y="16383"/>
                  </a:lnTo>
                  <a:lnTo>
                    <a:pt x="5321" y="16510"/>
                  </a:lnTo>
                  <a:lnTo>
                    <a:pt x="5448" y="16383"/>
                  </a:lnTo>
                  <a:lnTo>
                    <a:pt x="5359" y="16637"/>
                  </a:lnTo>
                  <a:lnTo>
                    <a:pt x="5283" y="16891"/>
                  </a:lnTo>
                  <a:lnTo>
                    <a:pt x="5511" y="16891"/>
                  </a:lnTo>
                  <a:lnTo>
                    <a:pt x="5791" y="16891"/>
                  </a:lnTo>
                  <a:lnTo>
                    <a:pt x="10426" y="16891"/>
                  </a:lnTo>
                  <a:lnTo>
                    <a:pt x="10147" y="16637"/>
                  </a:lnTo>
                  <a:lnTo>
                    <a:pt x="5867" y="16637"/>
                  </a:lnTo>
                  <a:lnTo>
                    <a:pt x="5689" y="16764"/>
                  </a:lnTo>
                  <a:lnTo>
                    <a:pt x="5588" y="16637"/>
                  </a:lnTo>
                  <a:lnTo>
                    <a:pt x="5867" y="16637"/>
                  </a:lnTo>
                  <a:lnTo>
                    <a:pt x="5778" y="16383"/>
                  </a:lnTo>
                  <a:lnTo>
                    <a:pt x="5638" y="16256"/>
                  </a:lnTo>
                  <a:lnTo>
                    <a:pt x="5575" y="16129"/>
                  </a:lnTo>
                  <a:lnTo>
                    <a:pt x="5397" y="16256"/>
                  </a:lnTo>
                  <a:lnTo>
                    <a:pt x="5397" y="16002"/>
                  </a:lnTo>
                  <a:lnTo>
                    <a:pt x="5397" y="15875"/>
                  </a:lnTo>
                  <a:lnTo>
                    <a:pt x="5486" y="15621"/>
                  </a:lnTo>
                  <a:lnTo>
                    <a:pt x="5575" y="15494"/>
                  </a:lnTo>
                  <a:lnTo>
                    <a:pt x="5397" y="15494"/>
                  </a:lnTo>
                  <a:lnTo>
                    <a:pt x="5410" y="15240"/>
                  </a:lnTo>
                  <a:lnTo>
                    <a:pt x="4889" y="15494"/>
                  </a:lnTo>
                  <a:lnTo>
                    <a:pt x="4826" y="15875"/>
                  </a:lnTo>
                  <a:lnTo>
                    <a:pt x="4800" y="15621"/>
                  </a:lnTo>
                  <a:lnTo>
                    <a:pt x="4787" y="15494"/>
                  </a:lnTo>
                  <a:lnTo>
                    <a:pt x="4686" y="15367"/>
                  </a:lnTo>
                  <a:lnTo>
                    <a:pt x="4470" y="15367"/>
                  </a:lnTo>
                  <a:lnTo>
                    <a:pt x="4470" y="14986"/>
                  </a:lnTo>
                  <a:lnTo>
                    <a:pt x="5181" y="14986"/>
                  </a:lnTo>
                  <a:lnTo>
                    <a:pt x="4800" y="14732"/>
                  </a:lnTo>
                  <a:lnTo>
                    <a:pt x="5168" y="14732"/>
                  </a:lnTo>
                  <a:lnTo>
                    <a:pt x="4838" y="14579"/>
                  </a:lnTo>
                  <a:lnTo>
                    <a:pt x="4660" y="14478"/>
                  </a:lnTo>
                  <a:lnTo>
                    <a:pt x="4864" y="14478"/>
                  </a:lnTo>
                  <a:lnTo>
                    <a:pt x="5092" y="14478"/>
                  </a:lnTo>
                  <a:lnTo>
                    <a:pt x="5168" y="14732"/>
                  </a:lnTo>
                  <a:lnTo>
                    <a:pt x="5410" y="14478"/>
                  </a:lnTo>
                  <a:lnTo>
                    <a:pt x="5588" y="14732"/>
                  </a:lnTo>
                  <a:lnTo>
                    <a:pt x="5575" y="14478"/>
                  </a:lnTo>
                  <a:lnTo>
                    <a:pt x="5702" y="14478"/>
                  </a:lnTo>
                  <a:lnTo>
                    <a:pt x="5969" y="14706"/>
                  </a:lnTo>
                  <a:lnTo>
                    <a:pt x="6197" y="14732"/>
                  </a:lnTo>
                  <a:lnTo>
                    <a:pt x="6057" y="14605"/>
                  </a:lnTo>
                  <a:lnTo>
                    <a:pt x="6248" y="14732"/>
                  </a:lnTo>
                  <a:lnTo>
                    <a:pt x="6705" y="14732"/>
                  </a:lnTo>
                  <a:lnTo>
                    <a:pt x="7023" y="14986"/>
                  </a:lnTo>
                  <a:lnTo>
                    <a:pt x="7429" y="14986"/>
                  </a:lnTo>
                  <a:lnTo>
                    <a:pt x="7683" y="15113"/>
                  </a:lnTo>
                  <a:lnTo>
                    <a:pt x="7518" y="14986"/>
                  </a:lnTo>
                  <a:lnTo>
                    <a:pt x="25133" y="14986"/>
                  </a:lnTo>
                  <a:lnTo>
                    <a:pt x="24930" y="14732"/>
                  </a:lnTo>
                  <a:lnTo>
                    <a:pt x="26085" y="14732"/>
                  </a:lnTo>
                  <a:close/>
                </a:path>
                <a:path w="50164" h="40640">
                  <a:moveTo>
                    <a:pt x="26187" y="18542"/>
                  </a:moveTo>
                  <a:lnTo>
                    <a:pt x="24345" y="18542"/>
                  </a:lnTo>
                  <a:lnTo>
                    <a:pt x="24371" y="18669"/>
                  </a:lnTo>
                  <a:lnTo>
                    <a:pt x="26085" y="18669"/>
                  </a:lnTo>
                  <a:lnTo>
                    <a:pt x="26187" y="18542"/>
                  </a:lnTo>
                  <a:close/>
                </a:path>
                <a:path w="50164" h="40640">
                  <a:moveTo>
                    <a:pt x="26212" y="393"/>
                  </a:moveTo>
                  <a:lnTo>
                    <a:pt x="25882" y="0"/>
                  </a:lnTo>
                  <a:lnTo>
                    <a:pt x="24371" y="0"/>
                  </a:lnTo>
                  <a:lnTo>
                    <a:pt x="24650" y="254"/>
                  </a:lnTo>
                  <a:lnTo>
                    <a:pt x="25311" y="254"/>
                  </a:lnTo>
                  <a:lnTo>
                    <a:pt x="25730" y="254"/>
                  </a:lnTo>
                  <a:lnTo>
                    <a:pt x="26212" y="393"/>
                  </a:lnTo>
                  <a:close/>
                </a:path>
                <a:path w="50164" h="40640">
                  <a:moveTo>
                    <a:pt x="26314" y="19050"/>
                  </a:moveTo>
                  <a:lnTo>
                    <a:pt x="25768" y="19050"/>
                  </a:lnTo>
                  <a:lnTo>
                    <a:pt x="25755" y="19177"/>
                  </a:lnTo>
                  <a:lnTo>
                    <a:pt x="26301" y="19177"/>
                  </a:lnTo>
                  <a:lnTo>
                    <a:pt x="26314" y="19050"/>
                  </a:lnTo>
                  <a:close/>
                </a:path>
                <a:path w="50164" h="40640">
                  <a:moveTo>
                    <a:pt x="26327" y="19431"/>
                  </a:moveTo>
                  <a:lnTo>
                    <a:pt x="26301" y="19304"/>
                  </a:lnTo>
                  <a:lnTo>
                    <a:pt x="25742" y="19304"/>
                  </a:lnTo>
                  <a:lnTo>
                    <a:pt x="25679" y="19812"/>
                  </a:lnTo>
                  <a:lnTo>
                    <a:pt x="25895" y="19812"/>
                  </a:lnTo>
                  <a:lnTo>
                    <a:pt x="26327" y="19431"/>
                  </a:lnTo>
                  <a:close/>
                </a:path>
                <a:path w="50164" h="40640">
                  <a:moveTo>
                    <a:pt x="26339" y="25908"/>
                  </a:moveTo>
                  <a:lnTo>
                    <a:pt x="26250" y="25781"/>
                  </a:lnTo>
                  <a:lnTo>
                    <a:pt x="25717" y="25527"/>
                  </a:lnTo>
                  <a:lnTo>
                    <a:pt x="25844" y="25019"/>
                  </a:lnTo>
                  <a:lnTo>
                    <a:pt x="25869" y="24892"/>
                  </a:lnTo>
                  <a:lnTo>
                    <a:pt x="26035" y="24892"/>
                  </a:lnTo>
                  <a:lnTo>
                    <a:pt x="26098" y="24765"/>
                  </a:lnTo>
                  <a:lnTo>
                    <a:pt x="26174" y="24638"/>
                  </a:lnTo>
                  <a:lnTo>
                    <a:pt x="25869" y="24638"/>
                  </a:lnTo>
                  <a:lnTo>
                    <a:pt x="25539" y="24638"/>
                  </a:lnTo>
                  <a:lnTo>
                    <a:pt x="25615" y="25273"/>
                  </a:lnTo>
                  <a:lnTo>
                    <a:pt x="25361" y="25527"/>
                  </a:lnTo>
                  <a:lnTo>
                    <a:pt x="25234" y="25654"/>
                  </a:lnTo>
                  <a:lnTo>
                    <a:pt x="25107" y="25908"/>
                  </a:lnTo>
                  <a:lnTo>
                    <a:pt x="25628" y="25908"/>
                  </a:lnTo>
                  <a:lnTo>
                    <a:pt x="25628" y="25781"/>
                  </a:lnTo>
                  <a:lnTo>
                    <a:pt x="25895" y="25908"/>
                  </a:lnTo>
                  <a:lnTo>
                    <a:pt x="26339" y="25908"/>
                  </a:lnTo>
                  <a:close/>
                </a:path>
                <a:path w="50164" h="40640">
                  <a:moveTo>
                    <a:pt x="26390" y="14986"/>
                  </a:moveTo>
                  <a:lnTo>
                    <a:pt x="26238" y="14732"/>
                  </a:lnTo>
                  <a:lnTo>
                    <a:pt x="26085" y="14732"/>
                  </a:lnTo>
                  <a:lnTo>
                    <a:pt x="26390" y="14986"/>
                  </a:lnTo>
                  <a:close/>
                </a:path>
                <a:path w="50164" h="40640">
                  <a:moveTo>
                    <a:pt x="26403" y="27559"/>
                  </a:moveTo>
                  <a:lnTo>
                    <a:pt x="26365" y="27432"/>
                  </a:lnTo>
                  <a:lnTo>
                    <a:pt x="25247" y="27432"/>
                  </a:lnTo>
                  <a:lnTo>
                    <a:pt x="25323" y="26797"/>
                  </a:lnTo>
                  <a:lnTo>
                    <a:pt x="25133" y="26924"/>
                  </a:lnTo>
                  <a:lnTo>
                    <a:pt x="25044" y="27432"/>
                  </a:lnTo>
                  <a:lnTo>
                    <a:pt x="24930" y="26035"/>
                  </a:lnTo>
                  <a:lnTo>
                    <a:pt x="24625" y="26035"/>
                  </a:lnTo>
                  <a:lnTo>
                    <a:pt x="24701" y="28448"/>
                  </a:lnTo>
                  <a:lnTo>
                    <a:pt x="24777" y="28575"/>
                  </a:lnTo>
                  <a:lnTo>
                    <a:pt x="25158" y="28575"/>
                  </a:lnTo>
                  <a:lnTo>
                    <a:pt x="25044" y="28067"/>
                  </a:lnTo>
                  <a:lnTo>
                    <a:pt x="24930" y="27559"/>
                  </a:lnTo>
                  <a:lnTo>
                    <a:pt x="25996" y="27686"/>
                  </a:lnTo>
                  <a:lnTo>
                    <a:pt x="26390" y="27940"/>
                  </a:lnTo>
                  <a:lnTo>
                    <a:pt x="26403" y="27559"/>
                  </a:lnTo>
                  <a:close/>
                </a:path>
                <a:path w="50164" h="40640">
                  <a:moveTo>
                    <a:pt x="26581" y="28575"/>
                  </a:moveTo>
                  <a:lnTo>
                    <a:pt x="25158" y="28575"/>
                  </a:lnTo>
                  <a:lnTo>
                    <a:pt x="25146" y="28829"/>
                  </a:lnTo>
                  <a:lnTo>
                    <a:pt x="26581" y="28829"/>
                  </a:lnTo>
                  <a:lnTo>
                    <a:pt x="26581" y="28575"/>
                  </a:lnTo>
                  <a:close/>
                </a:path>
                <a:path w="50164" h="40640">
                  <a:moveTo>
                    <a:pt x="26606" y="18034"/>
                  </a:moveTo>
                  <a:lnTo>
                    <a:pt x="26441" y="18034"/>
                  </a:lnTo>
                  <a:lnTo>
                    <a:pt x="25273" y="18034"/>
                  </a:lnTo>
                  <a:lnTo>
                    <a:pt x="25311" y="18161"/>
                  </a:lnTo>
                  <a:lnTo>
                    <a:pt x="26314" y="18161"/>
                  </a:lnTo>
                  <a:lnTo>
                    <a:pt x="26504" y="18161"/>
                  </a:lnTo>
                  <a:lnTo>
                    <a:pt x="26606" y="18034"/>
                  </a:lnTo>
                  <a:close/>
                </a:path>
                <a:path w="50164" h="40640">
                  <a:moveTo>
                    <a:pt x="26619" y="24638"/>
                  </a:moveTo>
                  <a:lnTo>
                    <a:pt x="26238" y="24511"/>
                  </a:lnTo>
                  <a:lnTo>
                    <a:pt x="26174" y="24638"/>
                  </a:lnTo>
                  <a:lnTo>
                    <a:pt x="26619" y="24638"/>
                  </a:lnTo>
                  <a:close/>
                </a:path>
                <a:path w="50164" h="40640">
                  <a:moveTo>
                    <a:pt x="26695" y="15240"/>
                  </a:moveTo>
                  <a:lnTo>
                    <a:pt x="26390" y="14986"/>
                  </a:lnTo>
                  <a:lnTo>
                    <a:pt x="25603" y="14986"/>
                  </a:lnTo>
                  <a:lnTo>
                    <a:pt x="26060" y="15240"/>
                  </a:lnTo>
                  <a:lnTo>
                    <a:pt x="26695" y="15240"/>
                  </a:lnTo>
                  <a:close/>
                </a:path>
                <a:path w="50164" h="40640">
                  <a:moveTo>
                    <a:pt x="26771" y="26797"/>
                  </a:moveTo>
                  <a:lnTo>
                    <a:pt x="26670" y="26416"/>
                  </a:lnTo>
                  <a:lnTo>
                    <a:pt x="26504" y="26162"/>
                  </a:lnTo>
                  <a:lnTo>
                    <a:pt x="26416" y="26035"/>
                  </a:lnTo>
                  <a:lnTo>
                    <a:pt x="26073" y="26035"/>
                  </a:lnTo>
                  <a:lnTo>
                    <a:pt x="26073" y="26162"/>
                  </a:lnTo>
                  <a:lnTo>
                    <a:pt x="26276" y="26162"/>
                  </a:lnTo>
                  <a:lnTo>
                    <a:pt x="26377" y="26301"/>
                  </a:lnTo>
                  <a:lnTo>
                    <a:pt x="26073" y="26162"/>
                  </a:lnTo>
                  <a:lnTo>
                    <a:pt x="25476" y="26162"/>
                  </a:lnTo>
                  <a:lnTo>
                    <a:pt x="25552" y="26035"/>
                  </a:lnTo>
                  <a:lnTo>
                    <a:pt x="25120" y="26035"/>
                  </a:lnTo>
                  <a:lnTo>
                    <a:pt x="25133" y="26670"/>
                  </a:lnTo>
                  <a:lnTo>
                    <a:pt x="25285" y="26797"/>
                  </a:lnTo>
                  <a:lnTo>
                    <a:pt x="25374" y="26416"/>
                  </a:lnTo>
                  <a:lnTo>
                    <a:pt x="26479" y="26416"/>
                  </a:lnTo>
                  <a:lnTo>
                    <a:pt x="26581" y="26543"/>
                  </a:lnTo>
                  <a:lnTo>
                    <a:pt x="26682" y="26670"/>
                  </a:lnTo>
                  <a:lnTo>
                    <a:pt x="26771" y="26797"/>
                  </a:lnTo>
                  <a:close/>
                </a:path>
                <a:path w="50164" h="40640">
                  <a:moveTo>
                    <a:pt x="26797" y="16637"/>
                  </a:moveTo>
                  <a:lnTo>
                    <a:pt x="26758" y="16510"/>
                  </a:lnTo>
                  <a:lnTo>
                    <a:pt x="25742" y="16510"/>
                  </a:lnTo>
                  <a:lnTo>
                    <a:pt x="25641" y="16637"/>
                  </a:lnTo>
                  <a:lnTo>
                    <a:pt x="26797" y="16637"/>
                  </a:lnTo>
                  <a:close/>
                </a:path>
                <a:path w="50164" h="40640">
                  <a:moveTo>
                    <a:pt x="26822" y="20828"/>
                  </a:moveTo>
                  <a:lnTo>
                    <a:pt x="26670" y="20955"/>
                  </a:lnTo>
                  <a:lnTo>
                    <a:pt x="26593" y="21082"/>
                  </a:lnTo>
                  <a:lnTo>
                    <a:pt x="26504" y="21209"/>
                  </a:lnTo>
                  <a:lnTo>
                    <a:pt x="26390" y="21717"/>
                  </a:lnTo>
                  <a:lnTo>
                    <a:pt x="26555" y="21590"/>
                  </a:lnTo>
                  <a:lnTo>
                    <a:pt x="26644" y="21209"/>
                  </a:lnTo>
                  <a:lnTo>
                    <a:pt x="26733" y="21082"/>
                  </a:lnTo>
                  <a:lnTo>
                    <a:pt x="26822" y="20828"/>
                  </a:lnTo>
                  <a:close/>
                </a:path>
                <a:path w="50164" h="40640">
                  <a:moveTo>
                    <a:pt x="26860" y="24511"/>
                  </a:moveTo>
                  <a:lnTo>
                    <a:pt x="26479" y="24257"/>
                  </a:lnTo>
                  <a:lnTo>
                    <a:pt x="26073" y="24511"/>
                  </a:lnTo>
                  <a:lnTo>
                    <a:pt x="26238" y="24511"/>
                  </a:lnTo>
                  <a:lnTo>
                    <a:pt x="26860" y="24511"/>
                  </a:lnTo>
                  <a:close/>
                </a:path>
                <a:path w="50164" h="40640">
                  <a:moveTo>
                    <a:pt x="26949" y="18161"/>
                  </a:moveTo>
                  <a:lnTo>
                    <a:pt x="26504" y="18161"/>
                  </a:lnTo>
                  <a:lnTo>
                    <a:pt x="26390" y="18288"/>
                  </a:lnTo>
                  <a:lnTo>
                    <a:pt x="26289" y="18415"/>
                  </a:lnTo>
                  <a:lnTo>
                    <a:pt x="26187" y="18542"/>
                  </a:lnTo>
                  <a:lnTo>
                    <a:pt x="26504" y="18542"/>
                  </a:lnTo>
                  <a:lnTo>
                    <a:pt x="26555" y="18415"/>
                  </a:lnTo>
                  <a:lnTo>
                    <a:pt x="26733" y="18415"/>
                  </a:lnTo>
                  <a:lnTo>
                    <a:pt x="26885" y="18288"/>
                  </a:lnTo>
                  <a:lnTo>
                    <a:pt x="26949" y="18161"/>
                  </a:lnTo>
                  <a:close/>
                </a:path>
                <a:path w="50164" h="40640">
                  <a:moveTo>
                    <a:pt x="26974" y="24003"/>
                  </a:moveTo>
                  <a:lnTo>
                    <a:pt x="26847" y="24257"/>
                  </a:lnTo>
                  <a:lnTo>
                    <a:pt x="26809" y="24384"/>
                  </a:lnTo>
                  <a:lnTo>
                    <a:pt x="26974" y="24511"/>
                  </a:lnTo>
                  <a:lnTo>
                    <a:pt x="26974" y="24003"/>
                  </a:lnTo>
                  <a:close/>
                </a:path>
                <a:path w="50164" h="40640">
                  <a:moveTo>
                    <a:pt x="27000" y="18669"/>
                  </a:moveTo>
                  <a:lnTo>
                    <a:pt x="26492" y="18669"/>
                  </a:lnTo>
                  <a:lnTo>
                    <a:pt x="26085" y="18669"/>
                  </a:lnTo>
                  <a:lnTo>
                    <a:pt x="25984" y="18796"/>
                  </a:lnTo>
                  <a:lnTo>
                    <a:pt x="25869" y="18923"/>
                  </a:lnTo>
                  <a:lnTo>
                    <a:pt x="26327" y="18923"/>
                  </a:lnTo>
                  <a:lnTo>
                    <a:pt x="26403" y="18796"/>
                  </a:lnTo>
                  <a:lnTo>
                    <a:pt x="26365" y="18923"/>
                  </a:lnTo>
                  <a:lnTo>
                    <a:pt x="26911" y="18796"/>
                  </a:lnTo>
                  <a:lnTo>
                    <a:pt x="27000" y="18669"/>
                  </a:lnTo>
                  <a:close/>
                </a:path>
                <a:path w="50164" h="40640">
                  <a:moveTo>
                    <a:pt x="27038" y="17907"/>
                  </a:moveTo>
                  <a:lnTo>
                    <a:pt x="26708" y="17907"/>
                  </a:lnTo>
                  <a:lnTo>
                    <a:pt x="26606" y="18034"/>
                  </a:lnTo>
                  <a:lnTo>
                    <a:pt x="26987" y="18034"/>
                  </a:lnTo>
                  <a:lnTo>
                    <a:pt x="27038" y="17907"/>
                  </a:lnTo>
                  <a:close/>
                </a:path>
                <a:path w="50164" h="40640">
                  <a:moveTo>
                    <a:pt x="27051" y="28575"/>
                  </a:moveTo>
                  <a:lnTo>
                    <a:pt x="26619" y="28575"/>
                  </a:lnTo>
                  <a:lnTo>
                    <a:pt x="26606" y="28829"/>
                  </a:lnTo>
                  <a:lnTo>
                    <a:pt x="27025" y="28829"/>
                  </a:lnTo>
                  <a:lnTo>
                    <a:pt x="27051" y="28575"/>
                  </a:lnTo>
                  <a:close/>
                </a:path>
                <a:path w="50164" h="40640">
                  <a:moveTo>
                    <a:pt x="27051" y="24638"/>
                  </a:moveTo>
                  <a:lnTo>
                    <a:pt x="26619" y="24638"/>
                  </a:lnTo>
                  <a:lnTo>
                    <a:pt x="26987" y="24765"/>
                  </a:lnTo>
                  <a:lnTo>
                    <a:pt x="27051" y="24638"/>
                  </a:lnTo>
                  <a:close/>
                </a:path>
                <a:path w="50164" h="40640">
                  <a:moveTo>
                    <a:pt x="27101" y="21336"/>
                  </a:moveTo>
                  <a:lnTo>
                    <a:pt x="26898" y="21463"/>
                  </a:lnTo>
                  <a:lnTo>
                    <a:pt x="26631" y="21717"/>
                  </a:lnTo>
                  <a:lnTo>
                    <a:pt x="26644" y="22733"/>
                  </a:lnTo>
                  <a:lnTo>
                    <a:pt x="26847" y="22733"/>
                  </a:lnTo>
                  <a:lnTo>
                    <a:pt x="26962" y="21717"/>
                  </a:lnTo>
                  <a:lnTo>
                    <a:pt x="27051" y="21463"/>
                  </a:lnTo>
                  <a:lnTo>
                    <a:pt x="27101" y="21336"/>
                  </a:lnTo>
                  <a:close/>
                </a:path>
                <a:path w="50164" h="40640">
                  <a:moveTo>
                    <a:pt x="27101" y="762"/>
                  </a:moveTo>
                  <a:lnTo>
                    <a:pt x="26695" y="508"/>
                  </a:lnTo>
                  <a:lnTo>
                    <a:pt x="26555" y="508"/>
                  </a:lnTo>
                  <a:lnTo>
                    <a:pt x="27101" y="762"/>
                  </a:lnTo>
                  <a:close/>
                </a:path>
                <a:path w="50164" h="40640">
                  <a:moveTo>
                    <a:pt x="27901" y="18796"/>
                  </a:moveTo>
                  <a:lnTo>
                    <a:pt x="27825" y="18669"/>
                  </a:lnTo>
                  <a:lnTo>
                    <a:pt x="27495" y="18542"/>
                  </a:lnTo>
                  <a:lnTo>
                    <a:pt x="27736" y="18542"/>
                  </a:lnTo>
                  <a:lnTo>
                    <a:pt x="27393" y="18516"/>
                  </a:lnTo>
                  <a:lnTo>
                    <a:pt x="27165" y="18415"/>
                  </a:lnTo>
                  <a:lnTo>
                    <a:pt x="26708" y="18440"/>
                  </a:lnTo>
                  <a:lnTo>
                    <a:pt x="26568" y="18542"/>
                  </a:lnTo>
                  <a:lnTo>
                    <a:pt x="27076" y="18542"/>
                  </a:lnTo>
                  <a:lnTo>
                    <a:pt x="27000" y="18669"/>
                  </a:lnTo>
                  <a:lnTo>
                    <a:pt x="27673" y="18669"/>
                  </a:lnTo>
                  <a:lnTo>
                    <a:pt x="27901" y="18796"/>
                  </a:lnTo>
                  <a:close/>
                </a:path>
                <a:path w="50164" h="40640">
                  <a:moveTo>
                    <a:pt x="27940" y="22352"/>
                  </a:moveTo>
                  <a:lnTo>
                    <a:pt x="27927" y="22098"/>
                  </a:lnTo>
                  <a:lnTo>
                    <a:pt x="27787" y="22225"/>
                  </a:lnTo>
                  <a:lnTo>
                    <a:pt x="27940" y="22352"/>
                  </a:lnTo>
                  <a:close/>
                </a:path>
                <a:path w="50164" h="40640">
                  <a:moveTo>
                    <a:pt x="27940" y="18923"/>
                  </a:moveTo>
                  <a:lnTo>
                    <a:pt x="26479" y="18923"/>
                  </a:lnTo>
                  <a:lnTo>
                    <a:pt x="26454" y="19050"/>
                  </a:lnTo>
                  <a:lnTo>
                    <a:pt x="27889" y="19050"/>
                  </a:lnTo>
                  <a:lnTo>
                    <a:pt x="27940" y="18923"/>
                  </a:lnTo>
                  <a:close/>
                </a:path>
                <a:path w="50164" h="40640">
                  <a:moveTo>
                    <a:pt x="27965" y="13462"/>
                  </a:moveTo>
                  <a:lnTo>
                    <a:pt x="24841" y="13462"/>
                  </a:lnTo>
                  <a:lnTo>
                    <a:pt x="25057" y="13716"/>
                  </a:lnTo>
                  <a:lnTo>
                    <a:pt x="27901" y="13716"/>
                  </a:lnTo>
                  <a:lnTo>
                    <a:pt x="27965" y="13462"/>
                  </a:lnTo>
                  <a:close/>
                </a:path>
                <a:path w="50164" h="40640">
                  <a:moveTo>
                    <a:pt x="27978" y="30607"/>
                  </a:moveTo>
                  <a:lnTo>
                    <a:pt x="27813" y="30480"/>
                  </a:lnTo>
                  <a:lnTo>
                    <a:pt x="27673" y="30607"/>
                  </a:lnTo>
                  <a:lnTo>
                    <a:pt x="27978" y="30607"/>
                  </a:lnTo>
                  <a:close/>
                </a:path>
                <a:path w="50164" h="40640">
                  <a:moveTo>
                    <a:pt x="28067" y="18923"/>
                  </a:moveTo>
                  <a:lnTo>
                    <a:pt x="27889" y="19050"/>
                  </a:lnTo>
                  <a:lnTo>
                    <a:pt x="28016" y="19050"/>
                  </a:lnTo>
                  <a:lnTo>
                    <a:pt x="28067" y="18923"/>
                  </a:lnTo>
                  <a:close/>
                </a:path>
                <a:path w="50164" h="40640">
                  <a:moveTo>
                    <a:pt x="28105" y="29718"/>
                  </a:moveTo>
                  <a:lnTo>
                    <a:pt x="27914" y="29845"/>
                  </a:lnTo>
                  <a:lnTo>
                    <a:pt x="27787" y="30353"/>
                  </a:lnTo>
                  <a:lnTo>
                    <a:pt x="27952" y="30099"/>
                  </a:lnTo>
                  <a:lnTo>
                    <a:pt x="28054" y="29845"/>
                  </a:lnTo>
                  <a:lnTo>
                    <a:pt x="28105" y="29718"/>
                  </a:lnTo>
                  <a:close/>
                </a:path>
                <a:path w="50164" h="40640">
                  <a:moveTo>
                    <a:pt x="28130" y="14058"/>
                  </a:moveTo>
                  <a:lnTo>
                    <a:pt x="28092" y="13716"/>
                  </a:lnTo>
                  <a:lnTo>
                    <a:pt x="27901" y="13716"/>
                  </a:lnTo>
                  <a:lnTo>
                    <a:pt x="27825" y="13970"/>
                  </a:lnTo>
                  <a:lnTo>
                    <a:pt x="28028" y="13970"/>
                  </a:lnTo>
                  <a:close/>
                </a:path>
                <a:path w="50164" h="40640">
                  <a:moveTo>
                    <a:pt x="28168" y="19304"/>
                  </a:moveTo>
                  <a:lnTo>
                    <a:pt x="28092" y="19177"/>
                  </a:lnTo>
                  <a:lnTo>
                    <a:pt x="26428" y="19177"/>
                  </a:lnTo>
                  <a:lnTo>
                    <a:pt x="26390" y="19304"/>
                  </a:lnTo>
                  <a:lnTo>
                    <a:pt x="28168" y="19304"/>
                  </a:lnTo>
                  <a:close/>
                </a:path>
                <a:path w="50164" h="40640">
                  <a:moveTo>
                    <a:pt x="28206" y="25908"/>
                  </a:moveTo>
                  <a:lnTo>
                    <a:pt x="26339" y="25908"/>
                  </a:lnTo>
                  <a:lnTo>
                    <a:pt x="26416" y="26035"/>
                  </a:lnTo>
                  <a:lnTo>
                    <a:pt x="28206" y="26035"/>
                  </a:lnTo>
                  <a:lnTo>
                    <a:pt x="28206" y="25908"/>
                  </a:lnTo>
                  <a:close/>
                </a:path>
                <a:path w="50164" h="40640">
                  <a:moveTo>
                    <a:pt x="28232" y="24511"/>
                  </a:moveTo>
                  <a:lnTo>
                    <a:pt x="27165" y="24511"/>
                  </a:lnTo>
                  <a:lnTo>
                    <a:pt x="27241" y="24638"/>
                  </a:lnTo>
                  <a:lnTo>
                    <a:pt x="28232" y="24638"/>
                  </a:lnTo>
                  <a:lnTo>
                    <a:pt x="28232" y="24511"/>
                  </a:lnTo>
                  <a:close/>
                </a:path>
                <a:path w="50164" h="40640">
                  <a:moveTo>
                    <a:pt x="28232" y="18034"/>
                  </a:moveTo>
                  <a:lnTo>
                    <a:pt x="26987" y="18034"/>
                  </a:lnTo>
                  <a:lnTo>
                    <a:pt x="26949" y="18161"/>
                  </a:lnTo>
                  <a:lnTo>
                    <a:pt x="28155" y="18161"/>
                  </a:lnTo>
                  <a:lnTo>
                    <a:pt x="28232" y="18034"/>
                  </a:lnTo>
                  <a:close/>
                </a:path>
                <a:path w="50164" h="40640">
                  <a:moveTo>
                    <a:pt x="28282" y="11099"/>
                  </a:moveTo>
                  <a:close/>
                </a:path>
                <a:path w="50164" h="40640">
                  <a:moveTo>
                    <a:pt x="28308" y="28575"/>
                  </a:moveTo>
                  <a:lnTo>
                    <a:pt x="27101" y="28575"/>
                  </a:lnTo>
                  <a:lnTo>
                    <a:pt x="27063" y="28829"/>
                  </a:lnTo>
                  <a:lnTo>
                    <a:pt x="28257" y="28829"/>
                  </a:lnTo>
                  <a:lnTo>
                    <a:pt x="28308" y="28575"/>
                  </a:lnTo>
                  <a:close/>
                </a:path>
                <a:path w="50164" h="40640">
                  <a:moveTo>
                    <a:pt x="28308" y="10693"/>
                  </a:moveTo>
                  <a:lnTo>
                    <a:pt x="28054" y="10731"/>
                  </a:lnTo>
                  <a:lnTo>
                    <a:pt x="28206" y="10756"/>
                  </a:lnTo>
                  <a:close/>
                </a:path>
                <a:path w="50164" h="40640">
                  <a:moveTo>
                    <a:pt x="28346" y="19812"/>
                  </a:moveTo>
                  <a:lnTo>
                    <a:pt x="25895" y="19812"/>
                  </a:lnTo>
                  <a:lnTo>
                    <a:pt x="25882" y="20066"/>
                  </a:lnTo>
                  <a:lnTo>
                    <a:pt x="28346" y="20066"/>
                  </a:lnTo>
                  <a:lnTo>
                    <a:pt x="28346" y="19812"/>
                  </a:lnTo>
                  <a:close/>
                </a:path>
                <a:path w="50164" h="40640">
                  <a:moveTo>
                    <a:pt x="28346" y="16510"/>
                  </a:moveTo>
                  <a:close/>
                </a:path>
                <a:path w="50164" h="40640">
                  <a:moveTo>
                    <a:pt x="28359" y="26035"/>
                  </a:moveTo>
                  <a:lnTo>
                    <a:pt x="28206" y="26035"/>
                  </a:lnTo>
                  <a:lnTo>
                    <a:pt x="28194" y="26416"/>
                  </a:lnTo>
                  <a:lnTo>
                    <a:pt x="28346" y="26162"/>
                  </a:lnTo>
                  <a:lnTo>
                    <a:pt x="28359" y="26035"/>
                  </a:lnTo>
                  <a:close/>
                </a:path>
                <a:path w="50164" h="40640">
                  <a:moveTo>
                    <a:pt x="28384" y="28829"/>
                  </a:moveTo>
                  <a:lnTo>
                    <a:pt x="28257" y="28829"/>
                  </a:lnTo>
                  <a:lnTo>
                    <a:pt x="28219" y="28956"/>
                  </a:lnTo>
                  <a:lnTo>
                    <a:pt x="28384" y="28829"/>
                  </a:lnTo>
                  <a:close/>
                </a:path>
                <a:path w="50164" h="40640">
                  <a:moveTo>
                    <a:pt x="28422" y="15240"/>
                  </a:moveTo>
                  <a:lnTo>
                    <a:pt x="28232" y="15240"/>
                  </a:lnTo>
                  <a:lnTo>
                    <a:pt x="28282" y="15367"/>
                  </a:lnTo>
                  <a:lnTo>
                    <a:pt x="28371" y="15494"/>
                  </a:lnTo>
                  <a:lnTo>
                    <a:pt x="28422" y="15240"/>
                  </a:lnTo>
                  <a:close/>
                </a:path>
                <a:path w="50164" h="40640">
                  <a:moveTo>
                    <a:pt x="28460" y="28448"/>
                  </a:moveTo>
                  <a:lnTo>
                    <a:pt x="28308" y="28575"/>
                  </a:lnTo>
                  <a:lnTo>
                    <a:pt x="28435" y="28575"/>
                  </a:lnTo>
                  <a:lnTo>
                    <a:pt x="28460" y="28448"/>
                  </a:lnTo>
                  <a:close/>
                </a:path>
                <a:path w="50164" h="40640">
                  <a:moveTo>
                    <a:pt x="28498" y="16510"/>
                  </a:moveTo>
                  <a:lnTo>
                    <a:pt x="28346" y="16510"/>
                  </a:lnTo>
                  <a:lnTo>
                    <a:pt x="28308" y="16637"/>
                  </a:lnTo>
                  <a:lnTo>
                    <a:pt x="28498" y="16510"/>
                  </a:lnTo>
                  <a:close/>
                </a:path>
                <a:path w="50164" h="40640">
                  <a:moveTo>
                    <a:pt x="28587" y="18796"/>
                  </a:moveTo>
                  <a:lnTo>
                    <a:pt x="28397" y="18669"/>
                  </a:lnTo>
                  <a:lnTo>
                    <a:pt x="27990" y="18796"/>
                  </a:lnTo>
                  <a:lnTo>
                    <a:pt x="28587" y="18796"/>
                  </a:lnTo>
                  <a:close/>
                </a:path>
                <a:path w="50164" h="40640">
                  <a:moveTo>
                    <a:pt x="28638" y="25908"/>
                  </a:moveTo>
                  <a:lnTo>
                    <a:pt x="28333" y="25908"/>
                  </a:lnTo>
                  <a:lnTo>
                    <a:pt x="28359" y="26035"/>
                  </a:lnTo>
                  <a:lnTo>
                    <a:pt x="28638" y="26035"/>
                  </a:lnTo>
                  <a:lnTo>
                    <a:pt x="28638" y="25908"/>
                  </a:lnTo>
                  <a:close/>
                </a:path>
                <a:path w="50164" h="40640">
                  <a:moveTo>
                    <a:pt x="28803" y="15240"/>
                  </a:moveTo>
                  <a:lnTo>
                    <a:pt x="28651" y="14986"/>
                  </a:lnTo>
                  <a:lnTo>
                    <a:pt x="28536" y="15240"/>
                  </a:lnTo>
                  <a:lnTo>
                    <a:pt x="28803" y="15240"/>
                  </a:lnTo>
                  <a:close/>
                </a:path>
                <a:path w="50164" h="40640">
                  <a:moveTo>
                    <a:pt x="28981" y="24511"/>
                  </a:moveTo>
                  <a:lnTo>
                    <a:pt x="28282" y="24511"/>
                  </a:lnTo>
                  <a:lnTo>
                    <a:pt x="28257" y="24638"/>
                  </a:lnTo>
                  <a:lnTo>
                    <a:pt x="28956" y="24638"/>
                  </a:lnTo>
                  <a:lnTo>
                    <a:pt x="28981" y="24511"/>
                  </a:lnTo>
                  <a:close/>
                </a:path>
                <a:path w="50164" h="40640">
                  <a:moveTo>
                    <a:pt x="29095" y="18542"/>
                  </a:moveTo>
                  <a:lnTo>
                    <a:pt x="28994" y="18415"/>
                  </a:lnTo>
                  <a:lnTo>
                    <a:pt x="28879" y="18288"/>
                  </a:lnTo>
                  <a:lnTo>
                    <a:pt x="28384" y="18288"/>
                  </a:lnTo>
                  <a:lnTo>
                    <a:pt x="28308" y="18161"/>
                  </a:lnTo>
                  <a:lnTo>
                    <a:pt x="28155" y="18161"/>
                  </a:lnTo>
                  <a:lnTo>
                    <a:pt x="28067" y="18288"/>
                  </a:lnTo>
                  <a:lnTo>
                    <a:pt x="27990" y="18415"/>
                  </a:lnTo>
                  <a:lnTo>
                    <a:pt x="27901" y="18542"/>
                  </a:lnTo>
                  <a:lnTo>
                    <a:pt x="29095" y="18542"/>
                  </a:lnTo>
                  <a:close/>
                </a:path>
                <a:path w="50164" h="40640">
                  <a:moveTo>
                    <a:pt x="29222" y="18796"/>
                  </a:moveTo>
                  <a:lnTo>
                    <a:pt x="28587" y="18796"/>
                  </a:lnTo>
                  <a:lnTo>
                    <a:pt x="28778" y="18923"/>
                  </a:lnTo>
                  <a:lnTo>
                    <a:pt x="29222" y="18796"/>
                  </a:lnTo>
                  <a:close/>
                </a:path>
                <a:path w="50164" h="40640">
                  <a:moveTo>
                    <a:pt x="29286" y="24638"/>
                  </a:moveTo>
                  <a:lnTo>
                    <a:pt x="29235" y="24511"/>
                  </a:lnTo>
                  <a:lnTo>
                    <a:pt x="29006" y="24511"/>
                  </a:lnTo>
                  <a:lnTo>
                    <a:pt x="28994" y="24638"/>
                  </a:lnTo>
                  <a:lnTo>
                    <a:pt x="29286" y="24638"/>
                  </a:lnTo>
                  <a:close/>
                </a:path>
                <a:path w="50164" h="40640">
                  <a:moveTo>
                    <a:pt x="29616" y="24638"/>
                  </a:moveTo>
                  <a:lnTo>
                    <a:pt x="29400" y="24511"/>
                  </a:lnTo>
                  <a:lnTo>
                    <a:pt x="29375" y="24638"/>
                  </a:lnTo>
                  <a:lnTo>
                    <a:pt x="29616" y="24638"/>
                  </a:lnTo>
                  <a:close/>
                </a:path>
                <a:path w="50164" h="40640">
                  <a:moveTo>
                    <a:pt x="29629" y="14986"/>
                  </a:moveTo>
                  <a:lnTo>
                    <a:pt x="29451" y="14732"/>
                  </a:lnTo>
                  <a:lnTo>
                    <a:pt x="28257" y="14732"/>
                  </a:lnTo>
                  <a:lnTo>
                    <a:pt x="28321" y="14478"/>
                  </a:lnTo>
                  <a:lnTo>
                    <a:pt x="28689" y="14478"/>
                  </a:lnTo>
                  <a:lnTo>
                    <a:pt x="28689" y="14224"/>
                  </a:lnTo>
                  <a:lnTo>
                    <a:pt x="28346" y="14224"/>
                  </a:lnTo>
                  <a:lnTo>
                    <a:pt x="28155" y="14224"/>
                  </a:lnTo>
                  <a:lnTo>
                    <a:pt x="28105" y="14478"/>
                  </a:lnTo>
                  <a:lnTo>
                    <a:pt x="27927" y="14478"/>
                  </a:lnTo>
                  <a:lnTo>
                    <a:pt x="28041" y="14732"/>
                  </a:lnTo>
                  <a:lnTo>
                    <a:pt x="28282" y="14986"/>
                  </a:lnTo>
                  <a:lnTo>
                    <a:pt x="28651" y="14986"/>
                  </a:lnTo>
                  <a:lnTo>
                    <a:pt x="29629" y="14986"/>
                  </a:lnTo>
                  <a:close/>
                </a:path>
                <a:path w="50164" h="40640">
                  <a:moveTo>
                    <a:pt x="29641" y="13462"/>
                  </a:moveTo>
                  <a:lnTo>
                    <a:pt x="29438" y="13208"/>
                  </a:lnTo>
                  <a:lnTo>
                    <a:pt x="29400" y="13462"/>
                  </a:lnTo>
                  <a:lnTo>
                    <a:pt x="29641" y="13462"/>
                  </a:lnTo>
                  <a:close/>
                </a:path>
                <a:path w="50164" h="40640">
                  <a:moveTo>
                    <a:pt x="29692" y="10668"/>
                  </a:moveTo>
                  <a:lnTo>
                    <a:pt x="29476" y="10668"/>
                  </a:lnTo>
                  <a:lnTo>
                    <a:pt x="29324" y="11277"/>
                  </a:lnTo>
                  <a:lnTo>
                    <a:pt x="29489" y="11277"/>
                  </a:lnTo>
                  <a:lnTo>
                    <a:pt x="29692" y="10668"/>
                  </a:lnTo>
                  <a:close/>
                </a:path>
                <a:path w="50164" h="40640">
                  <a:moveTo>
                    <a:pt x="29883" y="14986"/>
                  </a:moveTo>
                  <a:lnTo>
                    <a:pt x="29667" y="14986"/>
                  </a:lnTo>
                  <a:lnTo>
                    <a:pt x="29883" y="14986"/>
                  </a:lnTo>
                  <a:close/>
                </a:path>
                <a:path w="50164" h="40640">
                  <a:moveTo>
                    <a:pt x="29984" y="14478"/>
                  </a:moveTo>
                  <a:lnTo>
                    <a:pt x="29273" y="14478"/>
                  </a:lnTo>
                  <a:lnTo>
                    <a:pt x="29451" y="14732"/>
                  </a:lnTo>
                  <a:lnTo>
                    <a:pt x="29972" y="14732"/>
                  </a:lnTo>
                  <a:lnTo>
                    <a:pt x="29984" y="14478"/>
                  </a:lnTo>
                  <a:close/>
                </a:path>
                <a:path w="50164" h="40640">
                  <a:moveTo>
                    <a:pt x="30099" y="19812"/>
                  </a:moveTo>
                  <a:lnTo>
                    <a:pt x="28752" y="19812"/>
                  </a:lnTo>
                  <a:lnTo>
                    <a:pt x="28346" y="20066"/>
                  </a:lnTo>
                  <a:lnTo>
                    <a:pt x="29959" y="20066"/>
                  </a:lnTo>
                  <a:lnTo>
                    <a:pt x="30099" y="19812"/>
                  </a:lnTo>
                  <a:close/>
                </a:path>
                <a:path w="50164" h="40640">
                  <a:moveTo>
                    <a:pt x="30251" y="14732"/>
                  </a:moveTo>
                  <a:lnTo>
                    <a:pt x="29972" y="14732"/>
                  </a:lnTo>
                  <a:lnTo>
                    <a:pt x="29972" y="14986"/>
                  </a:lnTo>
                  <a:lnTo>
                    <a:pt x="30149" y="14986"/>
                  </a:lnTo>
                  <a:lnTo>
                    <a:pt x="30251" y="14732"/>
                  </a:lnTo>
                  <a:close/>
                </a:path>
                <a:path w="50164" h="40640">
                  <a:moveTo>
                    <a:pt x="30289" y="14986"/>
                  </a:moveTo>
                  <a:lnTo>
                    <a:pt x="30149" y="14986"/>
                  </a:lnTo>
                  <a:lnTo>
                    <a:pt x="30060" y="15240"/>
                  </a:lnTo>
                  <a:lnTo>
                    <a:pt x="30289" y="14986"/>
                  </a:lnTo>
                  <a:close/>
                </a:path>
                <a:path w="50164" h="40640">
                  <a:moveTo>
                    <a:pt x="30314" y="13716"/>
                  </a:moveTo>
                  <a:lnTo>
                    <a:pt x="30276" y="13462"/>
                  </a:lnTo>
                  <a:lnTo>
                    <a:pt x="29641" y="13462"/>
                  </a:lnTo>
                  <a:lnTo>
                    <a:pt x="29476" y="13716"/>
                  </a:lnTo>
                  <a:lnTo>
                    <a:pt x="29121" y="13462"/>
                  </a:lnTo>
                  <a:lnTo>
                    <a:pt x="27965" y="13462"/>
                  </a:lnTo>
                  <a:lnTo>
                    <a:pt x="28092" y="13716"/>
                  </a:lnTo>
                  <a:lnTo>
                    <a:pt x="29235" y="13716"/>
                  </a:lnTo>
                  <a:lnTo>
                    <a:pt x="29171" y="14224"/>
                  </a:lnTo>
                  <a:lnTo>
                    <a:pt x="29006" y="14478"/>
                  </a:lnTo>
                  <a:lnTo>
                    <a:pt x="29311" y="14224"/>
                  </a:lnTo>
                  <a:lnTo>
                    <a:pt x="29552" y="13970"/>
                  </a:lnTo>
                  <a:lnTo>
                    <a:pt x="29679" y="13970"/>
                  </a:lnTo>
                  <a:lnTo>
                    <a:pt x="29870" y="14224"/>
                  </a:lnTo>
                  <a:lnTo>
                    <a:pt x="29895" y="13970"/>
                  </a:lnTo>
                  <a:lnTo>
                    <a:pt x="30022" y="13970"/>
                  </a:lnTo>
                  <a:lnTo>
                    <a:pt x="29718" y="13716"/>
                  </a:lnTo>
                  <a:lnTo>
                    <a:pt x="30314" y="13716"/>
                  </a:lnTo>
                  <a:close/>
                </a:path>
                <a:path w="50164" h="40640">
                  <a:moveTo>
                    <a:pt x="30429" y="18796"/>
                  </a:moveTo>
                  <a:lnTo>
                    <a:pt x="30289" y="18796"/>
                  </a:lnTo>
                  <a:lnTo>
                    <a:pt x="30429" y="18923"/>
                  </a:lnTo>
                  <a:lnTo>
                    <a:pt x="30429" y="18796"/>
                  </a:lnTo>
                  <a:close/>
                </a:path>
                <a:path w="50164" h="40640">
                  <a:moveTo>
                    <a:pt x="30454" y="14478"/>
                  </a:moveTo>
                  <a:lnTo>
                    <a:pt x="30289" y="14224"/>
                  </a:lnTo>
                  <a:lnTo>
                    <a:pt x="29984" y="13970"/>
                  </a:lnTo>
                  <a:lnTo>
                    <a:pt x="29870" y="14224"/>
                  </a:lnTo>
                  <a:lnTo>
                    <a:pt x="30048" y="14478"/>
                  </a:lnTo>
                  <a:lnTo>
                    <a:pt x="30454" y="14478"/>
                  </a:lnTo>
                  <a:close/>
                </a:path>
                <a:path w="50164" h="40640">
                  <a:moveTo>
                    <a:pt x="30619" y="2006"/>
                  </a:moveTo>
                  <a:lnTo>
                    <a:pt x="28790" y="1358"/>
                  </a:lnTo>
                  <a:lnTo>
                    <a:pt x="27851" y="1028"/>
                  </a:lnTo>
                  <a:lnTo>
                    <a:pt x="30619" y="2006"/>
                  </a:lnTo>
                  <a:close/>
                </a:path>
                <a:path w="50164" h="40640">
                  <a:moveTo>
                    <a:pt x="30657" y="19304"/>
                  </a:moveTo>
                  <a:lnTo>
                    <a:pt x="30632" y="19177"/>
                  </a:lnTo>
                  <a:lnTo>
                    <a:pt x="28130" y="19177"/>
                  </a:lnTo>
                  <a:lnTo>
                    <a:pt x="28168" y="19304"/>
                  </a:lnTo>
                  <a:lnTo>
                    <a:pt x="28219" y="19431"/>
                  </a:lnTo>
                  <a:lnTo>
                    <a:pt x="28333" y="19304"/>
                  </a:lnTo>
                  <a:lnTo>
                    <a:pt x="30657" y="19304"/>
                  </a:lnTo>
                  <a:close/>
                </a:path>
                <a:path w="50164" h="40640">
                  <a:moveTo>
                    <a:pt x="30683" y="12700"/>
                  </a:moveTo>
                  <a:lnTo>
                    <a:pt x="30670" y="12446"/>
                  </a:lnTo>
                  <a:lnTo>
                    <a:pt x="30048" y="12446"/>
                  </a:lnTo>
                  <a:lnTo>
                    <a:pt x="29108" y="12446"/>
                  </a:lnTo>
                  <a:lnTo>
                    <a:pt x="29311" y="11849"/>
                  </a:lnTo>
                  <a:lnTo>
                    <a:pt x="29159" y="11849"/>
                  </a:lnTo>
                  <a:lnTo>
                    <a:pt x="28968" y="12446"/>
                  </a:lnTo>
                  <a:lnTo>
                    <a:pt x="27279" y="12446"/>
                  </a:lnTo>
                  <a:lnTo>
                    <a:pt x="27597" y="12204"/>
                  </a:lnTo>
                  <a:lnTo>
                    <a:pt x="27470" y="12179"/>
                  </a:lnTo>
                  <a:lnTo>
                    <a:pt x="27571" y="12039"/>
                  </a:lnTo>
                  <a:lnTo>
                    <a:pt x="27343" y="12103"/>
                  </a:lnTo>
                  <a:lnTo>
                    <a:pt x="27152" y="12306"/>
                  </a:lnTo>
                  <a:lnTo>
                    <a:pt x="27190" y="12446"/>
                  </a:lnTo>
                  <a:lnTo>
                    <a:pt x="25374" y="12446"/>
                  </a:lnTo>
                  <a:lnTo>
                    <a:pt x="23964" y="12446"/>
                  </a:lnTo>
                  <a:lnTo>
                    <a:pt x="23799" y="12700"/>
                  </a:lnTo>
                  <a:lnTo>
                    <a:pt x="28613" y="12700"/>
                  </a:lnTo>
                  <a:lnTo>
                    <a:pt x="28727" y="13195"/>
                  </a:lnTo>
                  <a:lnTo>
                    <a:pt x="29171" y="13195"/>
                  </a:lnTo>
                  <a:lnTo>
                    <a:pt x="29121" y="12700"/>
                  </a:lnTo>
                  <a:lnTo>
                    <a:pt x="29552" y="12700"/>
                  </a:lnTo>
                  <a:lnTo>
                    <a:pt x="29438" y="13208"/>
                  </a:lnTo>
                  <a:lnTo>
                    <a:pt x="29603" y="12954"/>
                  </a:lnTo>
                  <a:lnTo>
                    <a:pt x="29692" y="12700"/>
                  </a:lnTo>
                  <a:lnTo>
                    <a:pt x="29997" y="12954"/>
                  </a:lnTo>
                  <a:lnTo>
                    <a:pt x="30251" y="13208"/>
                  </a:lnTo>
                  <a:lnTo>
                    <a:pt x="30289" y="12954"/>
                  </a:lnTo>
                  <a:lnTo>
                    <a:pt x="29870" y="12700"/>
                  </a:lnTo>
                  <a:lnTo>
                    <a:pt x="30683" y="12700"/>
                  </a:lnTo>
                  <a:close/>
                </a:path>
                <a:path w="50164" h="40640">
                  <a:moveTo>
                    <a:pt x="30695" y="11557"/>
                  </a:moveTo>
                  <a:lnTo>
                    <a:pt x="30530" y="11811"/>
                  </a:lnTo>
                  <a:lnTo>
                    <a:pt x="30213" y="11811"/>
                  </a:lnTo>
                  <a:lnTo>
                    <a:pt x="30022" y="12192"/>
                  </a:lnTo>
                  <a:lnTo>
                    <a:pt x="30416" y="12192"/>
                  </a:lnTo>
                  <a:lnTo>
                    <a:pt x="30670" y="12446"/>
                  </a:lnTo>
                  <a:lnTo>
                    <a:pt x="30695" y="11557"/>
                  </a:lnTo>
                  <a:close/>
                </a:path>
                <a:path w="50164" h="40640">
                  <a:moveTo>
                    <a:pt x="30708" y="13462"/>
                  </a:moveTo>
                  <a:lnTo>
                    <a:pt x="30314" y="13462"/>
                  </a:lnTo>
                  <a:lnTo>
                    <a:pt x="30314" y="13716"/>
                  </a:lnTo>
                  <a:lnTo>
                    <a:pt x="30708" y="13716"/>
                  </a:lnTo>
                  <a:lnTo>
                    <a:pt x="30708" y="13462"/>
                  </a:lnTo>
                  <a:close/>
                </a:path>
                <a:path w="50164" h="40640">
                  <a:moveTo>
                    <a:pt x="30759" y="14478"/>
                  </a:moveTo>
                  <a:lnTo>
                    <a:pt x="30289" y="14986"/>
                  </a:lnTo>
                  <a:lnTo>
                    <a:pt x="30683" y="14986"/>
                  </a:lnTo>
                  <a:lnTo>
                    <a:pt x="30759" y="14478"/>
                  </a:lnTo>
                  <a:close/>
                </a:path>
                <a:path w="50164" h="40640">
                  <a:moveTo>
                    <a:pt x="30797" y="18542"/>
                  </a:moveTo>
                  <a:lnTo>
                    <a:pt x="29781" y="18542"/>
                  </a:lnTo>
                  <a:lnTo>
                    <a:pt x="29654" y="18542"/>
                  </a:lnTo>
                  <a:lnTo>
                    <a:pt x="29679" y="18669"/>
                  </a:lnTo>
                  <a:lnTo>
                    <a:pt x="29781" y="18796"/>
                  </a:lnTo>
                  <a:lnTo>
                    <a:pt x="29222" y="18796"/>
                  </a:lnTo>
                  <a:lnTo>
                    <a:pt x="29933" y="18923"/>
                  </a:lnTo>
                  <a:lnTo>
                    <a:pt x="29806" y="18796"/>
                  </a:lnTo>
                  <a:lnTo>
                    <a:pt x="30289" y="18796"/>
                  </a:lnTo>
                  <a:lnTo>
                    <a:pt x="29832" y="18669"/>
                  </a:lnTo>
                  <a:lnTo>
                    <a:pt x="30162" y="18669"/>
                  </a:lnTo>
                  <a:lnTo>
                    <a:pt x="30708" y="18669"/>
                  </a:lnTo>
                  <a:lnTo>
                    <a:pt x="30797" y="18542"/>
                  </a:lnTo>
                  <a:close/>
                </a:path>
                <a:path w="50164" h="40640">
                  <a:moveTo>
                    <a:pt x="30911" y="14478"/>
                  </a:moveTo>
                  <a:lnTo>
                    <a:pt x="30873" y="13716"/>
                  </a:lnTo>
                  <a:lnTo>
                    <a:pt x="30708" y="13716"/>
                  </a:lnTo>
                  <a:lnTo>
                    <a:pt x="30734" y="14478"/>
                  </a:lnTo>
                  <a:lnTo>
                    <a:pt x="30911" y="14478"/>
                  </a:lnTo>
                  <a:close/>
                </a:path>
                <a:path w="50164" h="40640">
                  <a:moveTo>
                    <a:pt x="31013" y="24257"/>
                  </a:moveTo>
                  <a:lnTo>
                    <a:pt x="30607" y="24003"/>
                  </a:lnTo>
                  <a:lnTo>
                    <a:pt x="30505" y="24257"/>
                  </a:lnTo>
                  <a:lnTo>
                    <a:pt x="31013" y="24257"/>
                  </a:lnTo>
                  <a:close/>
                </a:path>
                <a:path w="50164" h="40640">
                  <a:moveTo>
                    <a:pt x="31051" y="2006"/>
                  </a:moveTo>
                  <a:lnTo>
                    <a:pt x="30619" y="2006"/>
                  </a:lnTo>
                  <a:lnTo>
                    <a:pt x="31026" y="2451"/>
                  </a:lnTo>
                  <a:lnTo>
                    <a:pt x="31051" y="2006"/>
                  </a:lnTo>
                  <a:close/>
                </a:path>
                <a:path w="50164" h="40640">
                  <a:moveTo>
                    <a:pt x="31076" y="18542"/>
                  </a:moveTo>
                  <a:lnTo>
                    <a:pt x="31038" y="18415"/>
                  </a:lnTo>
                  <a:lnTo>
                    <a:pt x="30873" y="18415"/>
                  </a:lnTo>
                  <a:lnTo>
                    <a:pt x="30797" y="18542"/>
                  </a:lnTo>
                  <a:lnTo>
                    <a:pt x="31076" y="18542"/>
                  </a:lnTo>
                  <a:close/>
                </a:path>
                <a:path w="50164" h="40640">
                  <a:moveTo>
                    <a:pt x="31140" y="21336"/>
                  </a:moveTo>
                  <a:lnTo>
                    <a:pt x="30708" y="21209"/>
                  </a:lnTo>
                  <a:lnTo>
                    <a:pt x="30657" y="20066"/>
                  </a:lnTo>
                  <a:lnTo>
                    <a:pt x="29959" y="20066"/>
                  </a:lnTo>
                  <a:lnTo>
                    <a:pt x="30022" y="20828"/>
                  </a:lnTo>
                  <a:lnTo>
                    <a:pt x="30086" y="21336"/>
                  </a:lnTo>
                  <a:lnTo>
                    <a:pt x="29946" y="21209"/>
                  </a:lnTo>
                  <a:lnTo>
                    <a:pt x="29819" y="21463"/>
                  </a:lnTo>
                  <a:lnTo>
                    <a:pt x="29756" y="21590"/>
                  </a:lnTo>
                  <a:lnTo>
                    <a:pt x="29692" y="21717"/>
                  </a:lnTo>
                  <a:lnTo>
                    <a:pt x="30543" y="21717"/>
                  </a:lnTo>
                  <a:lnTo>
                    <a:pt x="30556" y="21336"/>
                  </a:lnTo>
                  <a:lnTo>
                    <a:pt x="31140" y="21336"/>
                  </a:lnTo>
                  <a:close/>
                </a:path>
                <a:path w="50164" h="40640">
                  <a:moveTo>
                    <a:pt x="31165" y="18923"/>
                  </a:moveTo>
                  <a:lnTo>
                    <a:pt x="31140" y="18796"/>
                  </a:lnTo>
                  <a:lnTo>
                    <a:pt x="30492" y="18796"/>
                  </a:lnTo>
                  <a:lnTo>
                    <a:pt x="30543" y="18923"/>
                  </a:lnTo>
                  <a:lnTo>
                    <a:pt x="29933" y="18923"/>
                  </a:lnTo>
                  <a:lnTo>
                    <a:pt x="28778" y="18923"/>
                  </a:lnTo>
                  <a:lnTo>
                    <a:pt x="28067" y="18923"/>
                  </a:lnTo>
                  <a:lnTo>
                    <a:pt x="28105" y="19050"/>
                  </a:lnTo>
                  <a:lnTo>
                    <a:pt x="30594" y="19050"/>
                  </a:lnTo>
                  <a:lnTo>
                    <a:pt x="30721" y="18923"/>
                  </a:lnTo>
                  <a:lnTo>
                    <a:pt x="31165" y="18923"/>
                  </a:lnTo>
                  <a:close/>
                </a:path>
                <a:path w="50164" h="40640">
                  <a:moveTo>
                    <a:pt x="31191" y="19050"/>
                  </a:moveTo>
                  <a:lnTo>
                    <a:pt x="30594" y="19050"/>
                  </a:lnTo>
                  <a:lnTo>
                    <a:pt x="30632" y="19177"/>
                  </a:lnTo>
                  <a:lnTo>
                    <a:pt x="31178" y="19177"/>
                  </a:lnTo>
                  <a:lnTo>
                    <a:pt x="31191" y="19050"/>
                  </a:lnTo>
                  <a:close/>
                </a:path>
                <a:path w="50164" h="40640">
                  <a:moveTo>
                    <a:pt x="31356" y="23241"/>
                  </a:moveTo>
                  <a:lnTo>
                    <a:pt x="30492" y="22987"/>
                  </a:lnTo>
                  <a:lnTo>
                    <a:pt x="30886" y="22987"/>
                  </a:lnTo>
                  <a:lnTo>
                    <a:pt x="30848" y="22860"/>
                  </a:lnTo>
                  <a:lnTo>
                    <a:pt x="30810" y="22733"/>
                  </a:lnTo>
                  <a:lnTo>
                    <a:pt x="30518" y="22479"/>
                  </a:lnTo>
                  <a:lnTo>
                    <a:pt x="30518" y="22352"/>
                  </a:lnTo>
                  <a:lnTo>
                    <a:pt x="30530" y="22225"/>
                  </a:lnTo>
                  <a:lnTo>
                    <a:pt x="29743" y="22225"/>
                  </a:lnTo>
                  <a:lnTo>
                    <a:pt x="29679" y="22098"/>
                  </a:lnTo>
                  <a:lnTo>
                    <a:pt x="30530" y="22098"/>
                  </a:lnTo>
                  <a:lnTo>
                    <a:pt x="30543" y="21844"/>
                  </a:lnTo>
                  <a:lnTo>
                    <a:pt x="29857" y="21844"/>
                  </a:lnTo>
                  <a:lnTo>
                    <a:pt x="29654" y="21717"/>
                  </a:lnTo>
                  <a:lnTo>
                    <a:pt x="29730" y="21463"/>
                  </a:lnTo>
                  <a:lnTo>
                    <a:pt x="29565" y="21590"/>
                  </a:lnTo>
                  <a:lnTo>
                    <a:pt x="29552" y="22352"/>
                  </a:lnTo>
                  <a:lnTo>
                    <a:pt x="29273" y="22606"/>
                  </a:lnTo>
                  <a:lnTo>
                    <a:pt x="29273" y="22860"/>
                  </a:lnTo>
                  <a:lnTo>
                    <a:pt x="29210" y="22606"/>
                  </a:lnTo>
                  <a:lnTo>
                    <a:pt x="29070" y="22606"/>
                  </a:lnTo>
                  <a:lnTo>
                    <a:pt x="29184" y="22225"/>
                  </a:lnTo>
                  <a:lnTo>
                    <a:pt x="28917" y="21971"/>
                  </a:lnTo>
                  <a:lnTo>
                    <a:pt x="28867" y="21590"/>
                  </a:lnTo>
                  <a:lnTo>
                    <a:pt x="28359" y="21590"/>
                  </a:lnTo>
                  <a:lnTo>
                    <a:pt x="28295" y="21463"/>
                  </a:lnTo>
                  <a:lnTo>
                    <a:pt x="28219" y="21336"/>
                  </a:lnTo>
                  <a:lnTo>
                    <a:pt x="28155" y="21209"/>
                  </a:lnTo>
                  <a:lnTo>
                    <a:pt x="27914" y="21209"/>
                  </a:lnTo>
                  <a:lnTo>
                    <a:pt x="27774" y="21082"/>
                  </a:lnTo>
                  <a:lnTo>
                    <a:pt x="27673" y="20955"/>
                  </a:lnTo>
                  <a:lnTo>
                    <a:pt x="27571" y="20828"/>
                  </a:lnTo>
                  <a:lnTo>
                    <a:pt x="27038" y="21336"/>
                  </a:lnTo>
                  <a:lnTo>
                    <a:pt x="27876" y="21221"/>
                  </a:lnTo>
                  <a:lnTo>
                    <a:pt x="28092" y="22352"/>
                  </a:lnTo>
                  <a:lnTo>
                    <a:pt x="27940" y="22352"/>
                  </a:lnTo>
                  <a:lnTo>
                    <a:pt x="27838" y="22479"/>
                  </a:lnTo>
                  <a:lnTo>
                    <a:pt x="27736" y="22606"/>
                  </a:lnTo>
                  <a:lnTo>
                    <a:pt x="27584" y="22555"/>
                  </a:lnTo>
                  <a:lnTo>
                    <a:pt x="27584" y="22987"/>
                  </a:lnTo>
                  <a:lnTo>
                    <a:pt x="27457" y="23114"/>
                  </a:lnTo>
                  <a:lnTo>
                    <a:pt x="27051" y="22987"/>
                  </a:lnTo>
                  <a:lnTo>
                    <a:pt x="27584" y="22987"/>
                  </a:lnTo>
                  <a:lnTo>
                    <a:pt x="27584" y="22555"/>
                  </a:lnTo>
                  <a:lnTo>
                    <a:pt x="27406" y="22479"/>
                  </a:lnTo>
                  <a:lnTo>
                    <a:pt x="27051" y="22606"/>
                  </a:lnTo>
                  <a:lnTo>
                    <a:pt x="27279" y="22733"/>
                  </a:lnTo>
                  <a:lnTo>
                    <a:pt x="26847" y="22733"/>
                  </a:lnTo>
                  <a:lnTo>
                    <a:pt x="26860" y="22860"/>
                  </a:lnTo>
                  <a:lnTo>
                    <a:pt x="26543" y="22860"/>
                  </a:lnTo>
                  <a:lnTo>
                    <a:pt x="26466" y="22733"/>
                  </a:lnTo>
                  <a:lnTo>
                    <a:pt x="26390" y="22606"/>
                  </a:lnTo>
                  <a:lnTo>
                    <a:pt x="26428" y="21844"/>
                  </a:lnTo>
                  <a:lnTo>
                    <a:pt x="26327" y="21971"/>
                  </a:lnTo>
                  <a:lnTo>
                    <a:pt x="26276" y="22098"/>
                  </a:lnTo>
                  <a:lnTo>
                    <a:pt x="26174" y="22352"/>
                  </a:lnTo>
                  <a:lnTo>
                    <a:pt x="26060" y="22606"/>
                  </a:lnTo>
                  <a:lnTo>
                    <a:pt x="25933" y="22479"/>
                  </a:lnTo>
                  <a:lnTo>
                    <a:pt x="25692" y="22606"/>
                  </a:lnTo>
                  <a:lnTo>
                    <a:pt x="25704" y="22225"/>
                  </a:lnTo>
                  <a:lnTo>
                    <a:pt x="25717" y="21844"/>
                  </a:lnTo>
                  <a:lnTo>
                    <a:pt x="25577" y="21971"/>
                  </a:lnTo>
                  <a:lnTo>
                    <a:pt x="25565" y="22225"/>
                  </a:lnTo>
                  <a:lnTo>
                    <a:pt x="25565" y="21971"/>
                  </a:lnTo>
                  <a:lnTo>
                    <a:pt x="25450" y="22098"/>
                  </a:lnTo>
                  <a:lnTo>
                    <a:pt x="25400" y="22606"/>
                  </a:lnTo>
                  <a:lnTo>
                    <a:pt x="25273" y="23368"/>
                  </a:lnTo>
                  <a:lnTo>
                    <a:pt x="25158" y="23622"/>
                  </a:lnTo>
                  <a:lnTo>
                    <a:pt x="25057" y="23749"/>
                  </a:lnTo>
                  <a:lnTo>
                    <a:pt x="25336" y="23749"/>
                  </a:lnTo>
                  <a:lnTo>
                    <a:pt x="25425" y="23495"/>
                  </a:lnTo>
                  <a:lnTo>
                    <a:pt x="25958" y="22987"/>
                  </a:lnTo>
                  <a:lnTo>
                    <a:pt x="26555" y="22987"/>
                  </a:lnTo>
                  <a:lnTo>
                    <a:pt x="27101" y="23241"/>
                  </a:lnTo>
                  <a:lnTo>
                    <a:pt x="27038" y="23495"/>
                  </a:lnTo>
                  <a:lnTo>
                    <a:pt x="27203" y="23368"/>
                  </a:lnTo>
                  <a:lnTo>
                    <a:pt x="27330" y="23241"/>
                  </a:lnTo>
                  <a:lnTo>
                    <a:pt x="27863" y="23241"/>
                  </a:lnTo>
                  <a:lnTo>
                    <a:pt x="28092" y="23368"/>
                  </a:lnTo>
                  <a:lnTo>
                    <a:pt x="28206" y="24257"/>
                  </a:lnTo>
                  <a:lnTo>
                    <a:pt x="28346" y="24003"/>
                  </a:lnTo>
                  <a:lnTo>
                    <a:pt x="28371" y="23622"/>
                  </a:lnTo>
                  <a:lnTo>
                    <a:pt x="28625" y="23368"/>
                  </a:lnTo>
                  <a:lnTo>
                    <a:pt x="28816" y="23241"/>
                  </a:lnTo>
                  <a:lnTo>
                    <a:pt x="28740" y="23495"/>
                  </a:lnTo>
                  <a:lnTo>
                    <a:pt x="28536" y="23495"/>
                  </a:lnTo>
                  <a:lnTo>
                    <a:pt x="28587" y="23876"/>
                  </a:lnTo>
                  <a:lnTo>
                    <a:pt x="28714" y="24257"/>
                  </a:lnTo>
                  <a:lnTo>
                    <a:pt x="28854" y="24257"/>
                  </a:lnTo>
                  <a:lnTo>
                    <a:pt x="29006" y="24003"/>
                  </a:lnTo>
                  <a:lnTo>
                    <a:pt x="29133" y="24003"/>
                  </a:lnTo>
                  <a:lnTo>
                    <a:pt x="29197" y="23876"/>
                  </a:lnTo>
                  <a:lnTo>
                    <a:pt x="29260" y="23749"/>
                  </a:lnTo>
                  <a:lnTo>
                    <a:pt x="29413" y="23749"/>
                  </a:lnTo>
                  <a:lnTo>
                    <a:pt x="29413" y="24511"/>
                  </a:lnTo>
                  <a:lnTo>
                    <a:pt x="29603" y="24511"/>
                  </a:lnTo>
                  <a:lnTo>
                    <a:pt x="29641" y="24257"/>
                  </a:lnTo>
                  <a:lnTo>
                    <a:pt x="29743" y="24003"/>
                  </a:lnTo>
                  <a:lnTo>
                    <a:pt x="29832" y="23749"/>
                  </a:lnTo>
                  <a:lnTo>
                    <a:pt x="29972" y="23749"/>
                  </a:lnTo>
                  <a:lnTo>
                    <a:pt x="29921" y="23495"/>
                  </a:lnTo>
                  <a:lnTo>
                    <a:pt x="29832" y="23368"/>
                  </a:lnTo>
                  <a:lnTo>
                    <a:pt x="30238" y="23495"/>
                  </a:lnTo>
                  <a:lnTo>
                    <a:pt x="30340" y="23749"/>
                  </a:lnTo>
                  <a:lnTo>
                    <a:pt x="29972" y="23749"/>
                  </a:lnTo>
                  <a:lnTo>
                    <a:pt x="30518" y="23876"/>
                  </a:lnTo>
                  <a:lnTo>
                    <a:pt x="30518" y="24003"/>
                  </a:lnTo>
                  <a:lnTo>
                    <a:pt x="30810" y="24003"/>
                  </a:lnTo>
                  <a:lnTo>
                    <a:pt x="30873" y="23622"/>
                  </a:lnTo>
                  <a:lnTo>
                    <a:pt x="31115" y="23749"/>
                  </a:lnTo>
                  <a:lnTo>
                    <a:pt x="31076" y="23622"/>
                  </a:lnTo>
                  <a:lnTo>
                    <a:pt x="31305" y="23749"/>
                  </a:lnTo>
                  <a:lnTo>
                    <a:pt x="31330" y="23622"/>
                  </a:lnTo>
                  <a:lnTo>
                    <a:pt x="31330" y="23368"/>
                  </a:lnTo>
                  <a:lnTo>
                    <a:pt x="31356" y="23241"/>
                  </a:lnTo>
                  <a:close/>
                </a:path>
                <a:path w="50164" h="40640">
                  <a:moveTo>
                    <a:pt x="31483" y="9271"/>
                  </a:moveTo>
                  <a:lnTo>
                    <a:pt x="28117" y="9271"/>
                  </a:lnTo>
                  <a:lnTo>
                    <a:pt x="26085" y="9271"/>
                  </a:lnTo>
                  <a:lnTo>
                    <a:pt x="26162" y="9029"/>
                  </a:lnTo>
                  <a:lnTo>
                    <a:pt x="25958" y="9080"/>
                  </a:lnTo>
                  <a:lnTo>
                    <a:pt x="25933" y="8839"/>
                  </a:lnTo>
                  <a:lnTo>
                    <a:pt x="25755" y="8839"/>
                  </a:lnTo>
                  <a:lnTo>
                    <a:pt x="25666" y="9232"/>
                  </a:lnTo>
                  <a:lnTo>
                    <a:pt x="22428" y="9271"/>
                  </a:lnTo>
                  <a:lnTo>
                    <a:pt x="22415" y="9525"/>
                  </a:lnTo>
                  <a:lnTo>
                    <a:pt x="25704" y="9525"/>
                  </a:lnTo>
                  <a:lnTo>
                    <a:pt x="25755" y="9893"/>
                  </a:lnTo>
                  <a:lnTo>
                    <a:pt x="25628" y="10287"/>
                  </a:lnTo>
                  <a:lnTo>
                    <a:pt x="22390" y="10287"/>
                  </a:lnTo>
                  <a:lnTo>
                    <a:pt x="22377" y="10541"/>
                  </a:lnTo>
                  <a:lnTo>
                    <a:pt x="30734" y="10541"/>
                  </a:lnTo>
                  <a:lnTo>
                    <a:pt x="30835" y="10287"/>
                  </a:lnTo>
                  <a:lnTo>
                    <a:pt x="25742" y="10287"/>
                  </a:lnTo>
                  <a:lnTo>
                    <a:pt x="26022" y="10033"/>
                  </a:lnTo>
                  <a:lnTo>
                    <a:pt x="26123" y="9893"/>
                  </a:lnTo>
                  <a:lnTo>
                    <a:pt x="25996" y="9626"/>
                  </a:lnTo>
                  <a:lnTo>
                    <a:pt x="31178" y="9525"/>
                  </a:lnTo>
                  <a:lnTo>
                    <a:pt x="31483" y="9271"/>
                  </a:lnTo>
                  <a:close/>
                </a:path>
                <a:path w="50164" h="40640">
                  <a:moveTo>
                    <a:pt x="31559" y="12446"/>
                  </a:moveTo>
                  <a:lnTo>
                    <a:pt x="30810" y="12446"/>
                  </a:lnTo>
                  <a:lnTo>
                    <a:pt x="30822" y="12700"/>
                  </a:lnTo>
                  <a:lnTo>
                    <a:pt x="31546" y="12700"/>
                  </a:lnTo>
                  <a:lnTo>
                    <a:pt x="31559" y="12446"/>
                  </a:lnTo>
                  <a:close/>
                </a:path>
                <a:path w="50164" h="40640">
                  <a:moveTo>
                    <a:pt x="31610" y="14732"/>
                  </a:moveTo>
                  <a:lnTo>
                    <a:pt x="31572" y="13716"/>
                  </a:lnTo>
                  <a:lnTo>
                    <a:pt x="31407" y="13970"/>
                  </a:lnTo>
                  <a:lnTo>
                    <a:pt x="31330" y="14224"/>
                  </a:lnTo>
                  <a:lnTo>
                    <a:pt x="31254" y="14478"/>
                  </a:lnTo>
                  <a:lnTo>
                    <a:pt x="30784" y="14986"/>
                  </a:lnTo>
                  <a:lnTo>
                    <a:pt x="31178" y="14986"/>
                  </a:lnTo>
                  <a:lnTo>
                    <a:pt x="31191" y="15113"/>
                  </a:lnTo>
                  <a:lnTo>
                    <a:pt x="31559" y="14986"/>
                  </a:lnTo>
                  <a:lnTo>
                    <a:pt x="31318" y="14986"/>
                  </a:lnTo>
                  <a:lnTo>
                    <a:pt x="31610" y="14732"/>
                  </a:lnTo>
                  <a:close/>
                </a:path>
                <a:path w="50164" h="40640">
                  <a:moveTo>
                    <a:pt x="31635" y="18796"/>
                  </a:moveTo>
                  <a:lnTo>
                    <a:pt x="31483" y="18796"/>
                  </a:lnTo>
                  <a:lnTo>
                    <a:pt x="31203" y="18923"/>
                  </a:lnTo>
                  <a:lnTo>
                    <a:pt x="31635" y="18796"/>
                  </a:lnTo>
                  <a:close/>
                </a:path>
                <a:path w="50164" h="40640">
                  <a:moveTo>
                    <a:pt x="31648" y="11049"/>
                  </a:moveTo>
                  <a:lnTo>
                    <a:pt x="31521" y="11074"/>
                  </a:lnTo>
                  <a:lnTo>
                    <a:pt x="31648" y="11049"/>
                  </a:lnTo>
                  <a:lnTo>
                    <a:pt x="30886" y="10795"/>
                  </a:lnTo>
                  <a:lnTo>
                    <a:pt x="30886" y="10541"/>
                  </a:lnTo>
                  <a:lnTo>
                    <a:pt x="30734" y="10541"/>
                  </a:lnTo>
                  <a:lnTo>
                    <a:pt x="30734" y="11188"/>
                  </a:lnTo>
                  <a:lnTo>
                    <a:pt x="29895" y="11303"/>
                  </a:lnTo>
                  <a:lnTo>
                    <a:pt x="30734" y="11303"/>
                  </a:lnTo>
                  <a:lnTo>
                    <a:pt x="30734" y="11557"/>
                  </a:lnTo>
                  <a:lnTo>
                    <a:pt x="31597" y="11557"/>
                  </a:lnTo>
                  <a:lnTo>
                    <a:pt x="31559" y="11303"/>
                  </a:lnTo>
                  <a:lnTo>
                    <a:pt x="31648" y="11049"/>
                  </a:lnTo>
                  <a:close/>
                </a:path>
                <a:path w="50164" h="40640">
                  <a:moveTo>
                    <a:pt x="31737" y="21844"/>
                  </a:moveTo>
                  <a:lnTo>
                    <a:pt x="31724" y="21717"/>
                  </a:lnTo>
                  <a:lnTo>
                    <a:pt x="30543" y="21717"/>
                  </a:lnTo>
                  <a:lnTo>
                    <a:pt x="30543" y="21844"/>
                  </a:lnTo>
                  <a:lnTo>
                    <a:pt x="31737" y="21844"/>
                  </a:lnTo>
                  <a:close/>
                </a:path>
                <a:path w="50164" h="40640">
                  <a:moveTo>
                    <a:pt x="31737" y="2451"/>
                  </a:moveTo>
                  <a:lnTo>
                    <a:pt x="31546" y="2451"/>
                  </a:lnTo>
                  <a:lnTo>
                    <a:pt x="31572" y="2679"/>
                  </a:lnTo>
                  <a:lnTo>
                    <a:pt x="31737" y="2451"/>
                  </a:lnTo>
                  <a:close/>
                </a:path>
                <a:path w="50164" h="40640">
                  <a:moveTo>
                    <a:pt x="31762" y="21463"/>
                  </a:moveTo>
                  <a:lnTo>
                    <a:pt x="31648" y="21336"/>
                  </a:lnTo>
                  <a:lnTo>
                    <a:pt x="31140" y="21336"/>
                  </a:lnTo>
                  <a:lnTo>
                    <a:pt x="31762" y="21463"/>
                  </a:lnTo>
                  <a:close/>
                </a:path>
                <a:path w="50164" h="40640">
                  <a:moveTo>
                    <a:pt x="31800" y="10287"/>
                  </a:moveTo>
                  <a:lnTo>
                    <a:pt x="30886" y="10287"/>
                  </a:lnTo>
                  <a:lnTo>
                    <a:pt x="30886" y="10541"/>
                  </a:lnTo>
                  <a:lnTo>
                    <a:pt x="31762" y="10541"/>
                  </a:lnTo>
                  <a:lnTo>
                    <a:pt x="31800" y="10287"/>
                  </a:lnTo>
                  <a:close/>
                </a:path>
                <a:path w="50164" h="40640">
                  <a:moveTo>
                    <a:pt x="31889" y="11557"/>
                  </a:moveTo>
                  <a:lnTo>
                    <a:pt x="31597" y="11557"/>
                  </a:lnTo>
                  <a:lnTo>
                    <a:pt x="31559" y="12446"/>
                  </a:lnTo>
                  <a:lnTo>
                    <a:pt x="31877" y="12446"/>
                  </a:lnTo>
                  <a:lnTo>
                    <a:pt x="31889" y="11557"/>
                  </a:lnTo>
                  <a:close/>
                </a:path>
                <a:path w="50164" h="40640">
                  <a:moveTo>
                    <a:pt x="31965" y="19050"/>
                  </a:moveTo>
                  <a:lnTo>
                    <a:pt x="31889" y="18923"/>
                  </a:lnTo>
                  <a:lnTo>
                    <a:pt x="31203" y="18923"/>
                  </a:lnTo>
                  <a:lnTo>
                    <a:pt x="31191" y="19050"/>
                  </a:lnTo>
                  <a:lnTo>
                    <a:pt x="31965" y="19050"/>
                  </a:lnTo>
                  <a:close/>
                </a:path>
                <a:path w="50164" h="40640">
                  <a:moveTo>
                    <a:pt x="32067" y="18796"/>
                  </a:moveTo>
                  <a:lnTo>
                    <a:pt x="31826" y="18796"/>
                  </a:lnTo>
                  <a:lnTo>
                    <a:pt x="31889" y="18923"/>
                  </a:lnTo>
                  <a:lnTo>
                    <a:pt x="32054" y="18923"/>
                  </a:lnTo>
                  <a:lnTo>
                    <a:pt x="32067" y="18796"/>
                  </a:lnTo>
                  <a:close/>
                </a:path>
                <a:path w="50164" h="40640">
                  <a:moveTo>
                    <a:pt x="32258" y="18034"/>
                  </a:moveTo>
                  <a:lnTo>
                    <a:pt x="28232" y="18034"/>
                  </a:lnTo>
                  <a:lnTo>
                    <a:pt x="28308" y="18161"/>
                  </a:lnTo>
                  <a:lnTo>
                    <a:pt x="32258" y="18161"/>
                  </a:lnTo>
                  <a:lnTo>
                    <a:pt x="32258" y="18034"/>
                  </a:lnTo>
                  <a:close/>
                </a:path>
                <a:path w="50164" h="40640">
                  <a:moveTo>
                    <a:pt x="32461" y="12446"/>
                  </a:moveTo>
                  <a:lnTo>
                    <a:pt x="31877" y="12446"/>
                  </a:lnTo>
                  <a:lnTo>
                    <a:pt x="31864" y="12700"/>
                  </a:lnTo>
                  <a:lnTo>
                    <a:pt x="32321" y="12700"/>
                  </a:lnTo>
                  <a:lnTo>
                    <a:pt x="32461" y="12446"/>
                  </a:lnTo>
                  <a:close/>
                </a:path>
                <a:path w="50164" h="40640">
                  <a:moveTo>
                    <a:pt x="32588" y="30988"/>
                  </a:moveTo>
                  <a:lnTo>
                    <a:pt x="31127" y="30861"/>
                  </a:lnTo>
                  <a:lnTo>
                    <a:pt x="30543" y="30657"/>
                  </a:lnTo>
                  <a:lnTo>
                    <a:pt x="30416" y="30480"/>
                  </a:lnTo>
                  <a:lnTo>
                    <a:pt x="29972" y="30353"/>
                  </a:lnTo>
                  <a:lnTo>
                    <a:pt x="30048" y="30810"/>
                  </a:lnTo>
                  <a:lnTo>
                    <a:pt x="29438" y="30734"/>
                  </a:lnTo>
                  <a:lnTo>
                    <a:pt x="29273" y="30607"/>
                  </a:lnTo>
                  <a:lnTo>
                    <a:pt x="28625" y="30607"/>
                  </a:lnTo>
                  <a:lnTo>
                    <a:pt x="28448" y="30619"/>
                  </a:lnTo>
                  <a:lnTo>
                    <a:pt x="28067" y="30607"/>
                  </a:lnTo>
                  <a:lnTo>
                    <a:pt x="28232" y="30645"/>
                  </a:lnTo>
                  <a:lnTo>
                    <a:pt x="27520" y="30695"/>
                  </a:lnTo>
                  <a:lnTo>
                    <a:pt x="27393" y="30695"/>
                  </a:lnTo>
                  <a:lnTo>
                    <a:pt x="27241" y="30708"/>
                  </a:lnTo>
                  <a:lnTo>
                    <a:pt x="26835" y="30607"/>
                  </a:lnTo>
                  <a:lnTo>
                    <a:pt x="26847" y="30734"/>
                  </a:lnTo>
                  <a:lnTo>
                    <a:pt x="25069" y="30861"/>
                  </a:lnTo>
                  <a:lnTo>
                    <a:pt x="30060" y="30861"/>
                  </a:lnTo>
                  <a:lnTo>
                    <a:pt x="29921" y="30924"/>
                  </a:lnTo>
                  <a:lnTo>
                    <a:pt x="29591" y="30861"/>
                  </a:lnTo>
                  <a:lnTo>
                    <a:pt x="29768" y="30988"/>
                  </a:lnTo>
                  <a:lnTo>
                    <a:pt x="30353" y="30988"/>
                  </a:lnTo>
                  <a:lnTo>
                    <a:pt x="32588" y="30988"/>
                  </a:lnTo>
                  <a:close/>
                </a:path>
                <a:path w="50164" h="40640">
                  <a:moveTo>
                    <a:pt x="32639" y="12954"/>
                  </a:moveTo>
                  <a:lnTo>
                    <a:pt x="32423" y="12954"/>
                  </a:lnTo>
                  <a:lnTo>
                    <a:pt x="32448" y="12700"/>
                  </a:lnTo>
                  <a:lnTo>
                    <a:pt x="32321" y="12700"/>
                  </a:lnTo>
                  <a:lnTo>
                    <a:pt x="32042" y="13208"/>
                  </a:lnTo>
                  <a:lnTo>
                    <a:pt x="31940" y="13398"/>
                  </a:lnTo>
                  <a:lnTo>
                    <a:pt x="31686" y="13208"/>
                  </a:lnTo>
                  <a:lnTo>
                    <a:pt x="31724" y="12954"/>
                  </a:lnTo>
                  <a:lnTo>
                    <a:pt x="31864" y="12954"/>
                  </a:lnTo>
                  <a:lnTo>
                    <a:pt x="31864" y="12700"/>
                  </a:lnTo>
                  <a:lnTo>
                    <a:pt x="31546" y="12700"/>
                  </a:lnTo>
                  <a:lnTo>
                    <a:pt x="31521" y="13462"/>
                  </a:lnTo>
                  <a:lnTo>
                    <a:pt x="30861" y="13462"/>
                  </a:lnTo>
                  <a:lnTo>
                    <a:pt x="30873" y="13716"/>
                  </a:lnTo>
                  <a:lnTo>
                    <a:pt x="31483" y="13716"/>
                  </a:lnTo>
                  <a:lnTo>
                    <a:pt x="31521" y="13589"/>
                  </a:lnTo>
                  <a:lnTo>
                    <a:pt x="31521" y="13716"/>
                  </a:lnTo>
                  <a:lnTo>
                    <a:pt x="31813" y="13716"/>
                  </a:lnTo>
                  <a:lnTo>
                    <a:pt x="31851" y="13462"/>
                  </a:lnTo>
                  <a:lnTo>
                    <a:pt x="31826" y="13716"/>
                  </a:lnTo>
                  <a:lnTo>
                    <a:pt x="31737" y="13970"/>
                  </a:lnTo>
                  <a:lnTo>
                    <a:pt x="31635" y="14224"/>
                  </a:lnTo>
                  <a:lnTo>
                    <a:pt x="31902" y="14224"/>
                  </a:lnTo>
                  <a:lnTo>
                    <a:pt x="32067" y="13970"/>
                  </a:lnTo>
                  <a:lnTo>
                    <a:pt x="32194" y="13462"/>
                  </a:lnTo>
                  <a:lnTo>
                    <a:pt x="32410" y="13208"/>
                  </a:lnTo>
                  <a:lnTo>
                    <a:pt x="32639" y="12954"/>
                  </a:lnTo>
                  <a:close/>
                </a:path>
                <a:path w="50164" h="40640">
                  <a:moveTo>
                    <a:pt x="32677" y="16637"/>
                  </a:moveTo>
                  <a:lnTo>
                    <a:pt x="30492" y="16637"/>
                  </a:lnTo>
                  <a:lnTo>
                    <a:pt x="30391" y="17018"/>
                  </a:lnTo>
                  <a:lnTo>
                    <a:pt x="29832" y="16891"/>
                  </a:lnTo>
                  <a:lnTo>
                    <a:pt x="29362" y="17018"/>
                  </a:lnTo>
                  <a:lnTo>
                    <a:pt x="28867" y="16891"/>
                  </a:lnTo>
                  <a:lnTo>
                    <a:pt x="28587" y="16891"/>
                  </a:lnTo>
                  <a:lnTo>
                    <a:pt x="28536" y="16637"/>
                  </a:lnTo>
                  <a:lnTo>
                    <a:pt x="28409" y="16789"/>
                  </a:lnTo>
                  <a:lnTo>
                    <a:pt x="28244" y="16687"/>
                  </a:lnTo>
                  <a:lnTo>
                    <a:pt x="27749" y="16764"/>
                  </a:lnTo>
                  <a:lnTo>
                    <a:pt x="27546" y="16637"/>
                  </a:lnTo>
                  <a:lnTo>
                    <a:pt x="26797" y="16637"/>
                  </a:lnTo>
                  <a:lnTo>
                    <a:pt x="26847" y="17018"/>
                  </a:lnTo>
                  <a:lnTo>
                    <a:pt x="27012" y="16891"/>
                  </a:lnTo>
                  <a:lnTo>
                    <a:pt x="27952" y="16891"/>
                  </a:lnTo>
                  <a:lnTo>
                    <a:pt x="28143" y="17018"/>
                  </a:lnTo>
                  <a:lnTo>
                    <a:pt x="28257" y="17526"/>
                  </a:lnTo>
                  <a:lnTo>
                    <a:pt x="28486" y="17399"/>
                  </a:lnTo>
                  <a:lnTo>
                    <a:pt x="29286" y="17399"/>
                  </a:lnTo>
                  <a:lnTo>
                    <a:pt x="29375" y="17272"/>
                  </a:lnTo>
                  <a:lnTo>
                    <a:pt x="29451" y="17145"/>
                  </a:lnTo>
                  <a:lnTo>
                    <a:pt x="29984" y="17145"/>
                  </a:lnTo>
                  <a:lnTo>
                    <a:pt x="30302" y="17272"/>
                  </a:lnTo>
                  <a:lnTo>
                    <a:pt x="30530" y="17145"/>
                  </a:lnTo>
                  <a:lnTo>
                    <a:pt x="30683" y="17272"/>
                  </a:lnTo>
                  <a:lnTo>
                    <a:pt x="30746" y="17399"/>
                  </a:lnTo>
                  <a:lnTo>
                    <a:pt x="30810" y="17653"/>
                  </a:lnTo>
                  <a:lnTo>
                    <a:pt x="30924" y="17526"/>
                  </a:lnTo>
                  <a:lnTo>
                    <a:pt x="31013" y="17272"/>
                  </a:lnTo>
                  <a:lnTo>
                    <a:pt x="31203" y="17272"/>
                  </a:lnTo>
                  <a:lnTo>
                    <a:pt x="31229" y="17145"/>
                  </a:lnTo>
                  <a:lnTo>
                    <a:pt x="31242" y="17018"/>
                  </a:lnTo>
                  <a:lnTo>
                    <a:pt x="31927" y="17018"/>
                  </a:lnTo>
                  <a:lnTo>
                    <a:pt x="32016" y="17145"/>
                  </a:lnTo>
                  <a:lnTo>
                    <a:pt x="32105" y="17272"/>
                  </a:lnTo>
                  <a:lnTo>
                    <a:pt x="32219" y="16891"/>
                  </a:lnTo>
                  <a:lnTo>
                    <a:pt x="32473" y="16891"/>
                  </a:lnTo>
                  <a:lnTo>
                    <a:pt x="32677" y="16637"/>
                  </a:lnTo>
                  <a:close/>
                </a:path>
                <a:path w="50164" h="40640">
                  <a:moveTo>
                    <a:pt x="32702" y="11303"/>
                  </a:moveTo>
                  <a:lnTo>
                    <a:pt x="31991" y="11303"/>
                  </a:lnTo>
                  <a:lnTo>
                    <a:pt x="31800" y="11049"/>
                  </a:lnTo>
                  <a:lnTo>
                    <a:pt x="31661" y="11303"/>
                  </a:lnTo>
                  <a:lnTo>
                    <a:pt x="31889" y="11303"/>
                  </a:lnTo>
                  <a:lnTo>
                    <a:pt x="31889" y="11557"/>
                  </a:lnTo>
                  <a:lnTo>
                    <a:pt x="32664" y="11557"/>
                  </a:lnTo>
                  <a:lnTo>
                    <a:pt x="32702" y="11303"/>
                  </a:lnTo>
                  <a:close/>
                </a:path>
                <a:path w="50164" h="40640">
                  <a:moveTo>
                    <a:pt x="32854" y="11557"/>
                  </a:moveTo>
                  <a:lnTo>
                    <a:pt x="32664" y="11557"/>
                  </a:lnTo>
                  <a:lnTo>
                    <a:pt x="32550" y="12192"/>
                  </a:lnTo>
                  <a:lnTo>
                    <a:pt x="32816" y="11811"/>
                  </a:lnTo>
                  <a:lnTo>
                    <a:pt x="32854" y="11557"/>
                  </a:lnTo>
                  <a:close/>
                </a:path>
                <a:path w="50164" h="40640">
                  <a:moveTo>
                    <a:pt x="33096" y="10541"/>
                  </a:moveTo>
                  <a:lnTo>
                    <a:pt x="32804" y="10541"/>
                  </a:lnTo>
                  <a:lnTo>
                    <a:pt x="32766" y="10795"/>
                  </a:lnTo>
                  <a:lnTo>
                    <a:pt x="31775" y="10795"/>
                  </a:lnTo>
                  <a:lnTo>
                    <a:pt x="31762" y="11049"/>
                  </a:lnTo>
                  <a:lnTo>
                    <a:pt x="32727" y="11049"/>
                  </a:lnTo>
                  <a:lnTo>
                    <a:pt x="32702" y="11303"/>
                  </a:lnTo>
                  <a:lnTo>
                    <a:pt x="32842" y="11303"/>
                  </a:lnTo>
                  <a:lnTo>
                    <a:pt x="33007" y="11049"/>
                  </a:lnTo>
                  <a:lnTo>
                    <a:pt x="33096" y="10541"/>
                  </a:lnTo>
                  <a:close/>
                </a:path>
                <a:path w="50164" h="40640">
                  <a:moveTo>
                    <a:pt x="33299" y="19812"/>
                  </a:moveTo>
                  <a:lnTo>
                    <a:pt x="30988" y="19812"/>
                  </a:lnTo>
                  <a:lnTo>
                    <a:pt x="30988" y="19558"/>
                  </a:lnTo>
                  <a:lnTo>
                    <a:pt x="31140" y="19558"/>
                  </a:lnTo>
                  <a:lnTo>
                    <a:pt x="31165" y="19304"/>
                  </a:lnTo>
                  <a:lnTo>
                    <a:pt x="30657" y="19304"/>
                  </a:lnTo>
                  <a:lnTo>
                    <a:pt x="30695" y="19431"/>
                  </a:lnTo>
                  <a:lnTo>
                    <a:pt x="30289" y="19431"/>
                  </a:lnTo>
                  <a:lnTo>
                    <a:pt x="30226" y="19558"/>
                  </a:lnTo>
                  <a:lnTo>
                    <a:pt x="30162" y="19685"/>
                  </a:lnTo>
                  <a:lnTo>
                    <a:pt x="30099" y="19812"/>
                  </a:lnTo>
                  <a:lnTo>
                    <a:pt x="30759" y="19812"/>
                  </a:lnTo>
                  <a:lnTo>
                    <a:pt x="30657" y="20066"/>
                  </a:lnTo>
                  <a:lnTo>
                    <a:pt x="31343" y="20066"/>
                  </a:lnTo>
                  <a:lnTo>
                    <a:pt x="33286" y="20066"/>
                  </a:lnTo>
                  <a:lnTo>
                    <a:pt x="33299" y="19812"/>
                  </a:lnTo>
                  <a:close/>
                </a:path>
                <a:path w="50164" h="40640">
                  <a:moveTo>
                    <a:pt x="33299" y="16637"/>
                  </a:moveTo>
                  <a:lnTo>
                    <a:pt x="32778" y="16510"/>
                  </a:lnTo>
                  <a:lnTo>
                    <a:pt x="32677" y="16637"/>
                  </a:lnTo>
                  <a:lnTo>
                    <a:pt x="33299" y="16637"/>
                  </a:lnTo>
                  <a:close/>
                </a:path>
                <a:path w="50164" h="40640">
                  <a:moveTo>
                    <a:pt x="33312" y="19177"/>
                  </a:moveTo>
                  <a:lnTo>
                    <a:pt x="31178" y="19177"/>
                  </a:lnTo>
                  <a:lnTo>
                    <a:pt x="31165" y="19304"/>
                  </a:lnTo>
                  <a:lnTo>
                    <a:pt x="33312" y="19304"/>
                  </a:lnTo>
                  <a:lnTo>
                    <a:pt x="33312" y="19177"/>
                  </a:lnTo>
                  <a:close/>
                </a:path>
                <a:path w="50164" h="40640">
                  <a:moveTo>
                    <a:pt x="33312" y="18923"/>
                  </a:moveTo>
                  <a:lnTo>
                    <a:pt x="32054" y="18923"/>
                  </a:lnTo>
                  <a:lnTo>
                    <a:pt x="32042" y="19050"/>
                  </a:lnTo>
                  <a:lnTo>
                    <a:pt x="33312" y="19050"/>
                  </a:lnTo>
                  <a:lnTo>
                    <a:pt x="33312" y="18923"/>
                  </a:lnTo>
                  <a:close/>
                </a:path>
                <a:path w="50164" h="40640">
                  <a:moveTo>
                    <a:pt x="33324" y="18542"/>
                  </a:moveTo>
                  <a:lnTo>
                    <a:pt x="31076" y="18542"/>
                  </a:lnTo>
                  <a:lnTo>
                    <a:pt x="31140" y="18796"/>
                  </a:lnTo>
                  <a:lnTo>
                    <a:pt x="31483" y="18796"/>
                  </a:lnTo>
                  <a:lnTo>
                    <a:pt x="31750" y="18669"/>
                  </a:lnTo>
                  <a:lnTo>
                    <a:pt x="32080" y="18669"/>
                  </a:lnTo>
                  <a:lnTo>
                    <a:pt x="32067" y="18796"/>
                  </a:lnTo>
                  <a:lnTo>
                    <a:pt x="33312" y="18796"/>
                  </a:lnTo>
                  <a:lnTo>
                    <a:pt x="33312" y="18669"/>
                  </a:lnTo>
                  <a:lnTo>
                    <a:pt x="33324" y="18542"/>
                  </a:lnTo>
                  <a:close/>
                </a:path>
                <a:path w="50164" h="40640">
                  <a:moveTo>
                    <a:pt x="33337" y="18034"/>
                  </a:moveTo>
                  <a:lnTo>
                    <a:pt x="32346" y="18034"/>
                  </a:lnTo>
                  <a:lnTo>
                    <a:pt x="32397" y="18161"/>
                  </a:lnTo>
                  <a:lnTo>
                    <a:pt x="33324" y="18161"/>
                  </a:lnTo>
                  <a:lnTo>
                    <a:pt x="33337" y="18034"/>
                  </a:lnTo>
                  <a:close/>
                </a:path>
                <a:path w="50164" h="40640">
                  <a:moveTo>
                    <a:pt x="33401" y="11455"/>
                  </a:moveTo>
                  <a:lnTo>
                    <a:pt x="33375" y="11201"/>
                  </a:lnTo>
                  <a:lnTo>
                    <a:pt x="33350" y="11455"/>
                  </a:lnTo>
                  <a:close/>
                </a:path>
                <a:path w="50164" h="40640">
                  <a:moveTo>
                    <a:pt x="33413" y="10541"/>
                  </a:moveTo>
                  <a:lnTo>
                    <a:pt x="33185" y="10287"/>
                  </a:lnTo>
                  <a:lnTo>
                    <a:pt x="33096" y="10541"/>
                  </a:lnTo>
                  <a:lnTo>
                    <a:pt x="33413" y="10541"/>
                  </a:lnTo>
                  <a:close/>
                </a:path>
                <a:path w="50164" h="40640">
                  <a:moveTo>
                    <a:pt x="33477" y="20066"/>
                  </a:moveTo>
                  <a:lnTo>
                    <a:pt x="33286" y="20066"/>
                  </a:lnTo>
                  <a:lnTo>
                    <a:pt x="33286" y="20447"/>
                  </a:lnTo>
                  <a:lnTo>
                    <a:pt x="33426" y="20320"/>
                  </a:lnTo>
                  <a:lnTo>
                    <a:pt x="33477" y="20066"/>
                  </a:lnTo>
                  <a:close/>
                </a:path>
                <a:path w="50164" h="40640">
                  <a:moveTo>
                    <a:pt x="33553" y="19304"/>
                  </a:moveTo>
                  <a:lnTo>
                    <a:pt x="33312" y="19304"/>
                  </a:lnTo>
                  <a:lnTo>
                    <a:pt x="33299" y="19812"/>
                  </a:lnTo>
                  <a:lnTo>
                    <a:pt x="33528" y="19812"/>
                  </a:lnTo>
                  <a:lnTo>
                    <a:pt x="33553" y="19304"/>
                  </a:lnTo>
                  <a:close/>
                </a:path>
                <a:path w="50164" h="40640">
                  <a:moveTo>
                    <a:pt x="33566" y="19050"/>
                  </a:moveTo>
                  <a:lnTo>
                    <a:pt x="33312" y="19050"/>
                  </a:lnTo>
                  <a:lnTo>
                    <a:pt x="33312" y="19177"/>
                  </a:lnTo>
                  <a:lnTo>
                    <a:pt x="33553" y="19177"/>
                  </a:lnTo>
                  <a:lnTo>
                    <a:pt x="33566" y="19050"/>
                  </a:lnTo>
                  <a:close/>
                </a:path>
                <a:path w="50164" h="40640">
                  <a:moveTo>
                    <a:pt x="33578" y="18796"/>
                  </a:moveTo>
                  <a:lnTo>
                    <a:pt x="33312" y="18796"/>
                  </a:lnTo>
                  <a:lnTo>
                    <a:pt x="33312" y="18923"/>
                  </a:lnTo>
                  <a:lnTo>
                    <a:pt x="33566" y="18923"/>
                  </a:lnTo>
                  <a:lnTo>
                    <a:pt x="33578" y="18796"/>
                  </a:lnTo>
                  <a:close/>
                </a:path>
                <a:path w="50164" h="40640">
                  <a:moveTo>
                    <a:pt x="33578" y="12954"/>
                  </a:moveTo>
                  <a:lnTo>
                    <a:pt x="33439" y="12954"/>
                  </a:lnTo>
                  <a:lnTo>
                    <a:pt x="33502" y="12700"/>
                  </a:lnTo>
                  <a:lnTo>
                    <a:pt x="32804" y="13208"/>
                  </a:lnTo>
                  <a:lnTo>
                    <a:pt x="32702" y="13462"/>
                  </a:lnTo>
                  <a:lnTo>
                    <a:pt x="32600" y="13716"/>
                  </a:lnTo>
                  <a:lnTo>
                    <a:pt x="32905" y="13462"/>
                  </a:lnTo>
                  <a:lnTo>
                    <a:pt x="33121" y="13208"/>
                  </a:lnTo>
                  <a:lnTo>
                    <a:pt x="33413" y="12979"/>
                  </a:lnTo>
                  <a:lnTo>
                    <a:pt x="33337" y="13208"/>
                  </a:lnTo>
                  <a:lnTo>
                    <a:pt x="33578" y="12954"/>
                  </a:lnTo>
                  <a:close/>
                </a:path>
                <a:path w="50164" h="40640">
                  <a:moveTo>
                    <a:pt x="33604" y="18161"/>
                  </a:moveTo>
                  <a:lnTo>
                    <a:pt x="33324" y="18161"/>
                  </a:lnTo>
                  <a:lnTo>
                    <a:pt x="33324" y="18542"/>
                  </a:lnTo>
                  <a:lnTo>
                    <a:pt x="33578" y="18542"/>
                  </a:lnTo>
                  <a:lnTo>
                    <a:pt x="33604" y="18161"/>
                  </a:lnTo>
                  <a:close/>
                </a:path>
                <a:path w="50164" h="40640">
                  <a:moveTo>
                    <a:pt x="33655" y="11303"/>
                  </a:moveTo>
                  <a:lnTo>
                    <a:pt x="33578" y="11049"/>
                  </a:lnTo>
                  <a:lnTo>
                    <a:pt x="33578" y="10795"/>
                  </a:lnTo>
                  <a:lnTo>
                    <a:pt x="33159" y="10795"/>
                  </a:lnTo>
                  <a:lnTo>
                    <a:pt x="33655" y="11303"/>
                  </a:lnTo>
                  <a:close/>
                </a:path>
                <a:path w="50164" h="40640">
                  <a:moveTo>
                    <a:pt x="33782" y="12446"/>
                  </a:moveTo>
                  <a:lnTo>
                    <a:pt x="33108" y="12446"/>
                  </a:lnTo>
                  <a:lnTo>
                    <a:pt x="33451" y="12166"/>
                  </a:lnTo>
                  <a:lnTo>
                    <a:pt x="33655" y="11772"/>
                  </a:lnTo>
                  <a:lnTo>
                    <a:pt x="33362" y="12166"/>
                  </a:lnTo>
                  <a:lnTo>
                    <a:pt x="33020" y="12446"/>
                  </a:lnTo>
                  <a:lnTo>
                    <a:pt x="32550" y="12446"/>
                  </a:lnTo>
                  <a:lnTo>
                    <a:pt x="32448" y="12700"/>
                  </a:lnTo>
                  <a:lnTo>
                    <a:pt x="32842" y="12700"/>
                  </a:lnTo>
                  <a:lnTo>
                    <a:pt x="32727" y="12979"/>
                  </a:lnTo>
                  <a:lnTo>
                    <a:pt x="32893" y="12700"/>
                  </a:lnTo>
                  <a:lnTo>
                    <a:pt x="33502" y="12700"/>
                  </a:lnTo>
                  <a:lnTo>
                    <a:pt x="33642" y="12801"/>
                  </a:lnTo>
                  <a:lnTo>
                    <a:pt x="33782" y="12446"/>
                  </a:lnTo>
                  <a:close/>
                </a:path>
                <a:path w="50164" h="40640">
                  <a:moveTo>
                    <a:pt x="34074" y="13462"/>
                  </a:moveTo>
                  <a:lnTo>
                    <a:pt x="33820" y="13462"/>
                  </a:lnTo>
                  <a:lnTo>
                    <a:pt x="33820" y="13589"/>
                  </a:lnTo>
                  <a:lnTo>
                    <a:pt x="34074" y="13462"/>
                  </a:lnTo>
                  <a:close/>
                </a:path>
                <a:path w="50164" h="40640">
                  <a:moveTo>
                    <a:pt x="34201" y="11049"/>
                  </a:moveTo>
                  <a:lnTo>
                    <a:pt x="33578" y="11049"/>
                  </a:lnTo>
                  <a:lnTo>
                    <a:pt x="34163" y="11303"/>
                  </a:lnTo>
                  <a:lnTo>
                    <a:pt x="34201" y="11049"/>
                  </a:lnTo>
                  <a:close/>
                </a:path>
                <a:path w="50164" h="40640">
                  <a:moveTo>
                    <a:pt x="34239" y="18034"/>
                  </a:moveTo>
                  <a:lnTo>
                    <a:pt x="33604" y="18034"/>
                  </a:lnTo>
                  <a:lnTo>
                    <a:pt x="33604" y="18161"/>
                  </a:lnTo>
                  <a:lnTo>
                    <a:pt x="34226" y="18161"/>
                  </a:lnTo>
                  <a:lnTo>
                    <a:pt x="34239" y="18034"/>
                  </a:lnTo>
                  <a:close/>
                </a:path>
                <a:path w="50164" h="40640">
                  <a:moveTo>
                    <a:pt x="34810" y="18669"/>
                  </a:moveTo>
                  <a:lnTo>
                    <a:pt x="34671" y="18542"/>
                  </a:lnTo>
                  <a:lnTo>
                    <a:pt x="33578" y="18542"/>
                  </a:lnTo>
                  <a:lnTo>
                    <a:pt x="33578" y="18796"/>
                  </a:lnTo>
                  <a:lnTo>
                    <a:pt x="34759" y="18796"/>
                  </a:lnTo>
                  <a:lnTo>
                    <a:pt x="34810" y="18669"/>
                  </a:lnTo>
                  <a:close/>
                </a:path>
                <a:path w="50164" h="40640">
                  <a:moveTo>
                    <a:pt x="34963" y="10541"/>
                  </a:moveTo>
                  <a:lnTo>
                    <a:pt x="34925" y="10414"/>
                  </a:lnTo>
                  <a:lnTo>
                    <a:pt x="34709" y="10541"/>
                  </a:lnTo>
                  <a:lnTo>
                    <a:pt x="34963" y="10541"/>
                  </a:lnTo>
                  <a:close/>
                </a:path>
                <a:path w="50164" h="40640">
                  <a:moveTo>
                    <a:pt x="35026" y="19050"/>
                  </a:moveTo>
                  <a:lnTo>
                    <a:pt x="35013" y="18923"/>
                  </a:lnTo>
                  <a:lnTo>
                    <a:pt x="33566" y="18923"/>
                  </a:lnTo>
                  <a:lnTo>
                    <a:pt x="33566" y="19050"/>
                  </a:lnTo>
                  <a:lnTo>
                    <a:pt x="35026" y="19050"/>
                  </a:lnTo>
                  <a:close/>
                </a:path>
                <a:path w="50164" h="40640">
                  <a:moveTo>
                    <a:pt x="35052" y="19304"/>
                  </a:moveTo>
                  <a:lnTo>
                    <a:pt x="35039" y="19177"/>
                  </a:lnTo>
                  <a:lnTo>
                    <a:pt x="33553" y="19177"/>
                  </a:lnTo>
                  <a:lnTo>
                    <a:pt x="33553" y="19304"/>
                  </a:lnTo>
                  <a:lnTo>
                    <a:pt x="35052" y="19304"/>
                  </a:lnTo>
                  <a:close/>
                </a:path>
                <a:path w="50164" h="40640">
                  <a:moveTo>
                    <a:pt x="35090" y="18796"/>
                  </a:moveTo>
                  <a:lnTo>
                    <a:pt x="34759" y="18796"/>
                  </a:lnTo>
                  <a:lnTo>
                    <a:pt x="35013" y="18923"/>
                  </a:lnTo>
                  <a:lnTo>
                    <a:pt x="35090" y="18796"/>
                  </a:lnTo>
                  <a:close/>
                </a:path>
                <a:path w="50164" h="40640">
                  <a:moveTo>
                    <a:pt x="35090" y="13208"/>
                  </a:moveTo>
                  <a:lnTo>
                    <a:pt x="34823" y="13081"/>
                  </a:lnTo>
                  <a:lnTo>
                    <a:pt x="34912" y="12954"/>
                  </a:lnTo>
                  <a:lnTo>
                    <a:pt x="34683" y="13030"/>
                  </a:lnTo>
                  <a:lnTo>
                    <a:pt x="34556" y="12954"/>
                  </a:lnTo>
                  <a:lnTo>
                    <a:pt x="34480" y="13081"/>
                  </a:lnTo>
                  <a:lnTo>
                    <a:pt x="34480" y="13208"/>
                  </a:lnTo>
                  <a:lnTo>
                    <a:pt x="34290" y="13208"/>
                  </a:lnTo>
                  <a:lnTo>
                    <a:pt x="34480" y="13208"/>
                  </a:lnTo>
                  <a:lnTo>
                    <a:pt x="34480" y="13081"/>
                  </a:lnTo>
                  <a:lnTo>
                    <a:pt x="34340" y="13119"/>
                  </a:lnTo>
                  <a:lnTo>
                    <a:pt x="34455" y="12954"/>
                  </a:lnTo>
                  <a:lnTo>
                    <a:pt x="34264" y="12954"/>
                  </a:lnTo>
                  <a:lnTo>
                    <a:pt x="34264" y="13144"/>
                  </a:lnTo>
                  <a:lnTo>
                    <a:pt x="34124" y="13106"/>
                  </a:lnTo>
                  <a:lnTo>
                    <a:pt x="34264" y="13144"/>
                  </a:lnTo>
                  <a:lnTo>
                    <a:pt x="34264" y="12954"/>
                  </a:lnTo>
                  <a:lnTo>
                    <a:pt x="34036" y="12954"/>
                  </a:lnTo>
                  <a:lnTo>
                    <a:pt x="33896" y="12954"/>
                  </a:lnTo>
                  <a:lnTo>
                    <a:pt x="33578" y="12954"/>
                  </a:lnTo>
                  <a:lnTo>
                    <a:pt x="34036" y="13081"/>
                  </a:lnTo>
                  <a:lnTo>
                    <a:pt x="34048" y="13208"/>
                  </a:lnTo>
                  <a:lnTo>
                    <a:pt x="34074" y="13462"/>
                  </a:lnTo>
                  <a:lnTo>
                    <a:pt x="34556" y="13462"/>
                  </a:lnTo>
                  <a:lnTo>
                    <a:pt x="34734" y="13208"/>
                  </a:lnTo>
                  <a:lnTo>
                    <a:pt x="34963" y="13208"/>
                  </a:lnTo>
                  <a:lnTo>
                    <a:pt x="35090" y="13208"/>
                  </a:lnTo>
                  <a:close/>
                </a:path>
                <a:path w="50164" h="40640">
                  <a:moveTo>
                    <a:pt x="35166" y="16510"/>
                  </a:moveTo>
                  <a:lnTo>
                    <a:pt x="35026" y="16383"/>
                  </a:lnTo>
                  <a:lnTo>
                    <a:pt x="30314" y="16383"/>
                  </a:lnTo>
                  <a:lnTo>
                    <a:pt x="30327" y="16510"/>
                  </a:lnTo>
                  <a:lnTo>
                    <a:pt x="28498" y="16510"/>
                  </a:lnTo>
                  <a:lnTo>
                    <a:pt x="28448" y="16637"/>
                  </a:lnTo>
                  <a:lnTo>
                    <a:pt x="30492" y="16637"/>
                  </a:lnTo>
                  <a:lnTo>
                    <a:pt x="30530" y="16510"/>
                  </a:lnTo>
                  <a:lnTo>
                    <a:pt x="32778" y="16510"/>
                  </a:lnTo>
                  <a:lnTo>
                    <a:pt x="35166" y="16510"/>
                  </a:lnTo>
                  <a:close/>
                </a:path>
                <a:path w="50164" h="40640">
                  <a:moveTo>
                    <a:pt x="35191" y="14478"/>
                  </a:moveTo>
                  <a:lnTo>
                    <a:pt x="35077" y="14224"/>
                  </a:lnTo>
                  <a:lnTo>
                    <a:pt x="35001" y="13970"/>
                  </a:lnTo>
                  <a:lnTo>
                    <a:pt x="34874" y="13970"/>
                  </a:lnTo>
                  <a:lnTo>
                    <a:pt x="34683" y="14097"/>
                  </a:lnTo>
                  <a:lnTo>
                    <a:pt x="34518" y="13970"/>
                  </a:lnTo>
                  <a:lnTo>
                    <a:pt x="34709" y="13970"/>
                  </a:lnTo>
                  <a:lnTo>
                    <a:pt x="34683" y="13716"/>
                  </a:lnTo>
                  <a:lnTo>
                    <a:pt x="33820" y="13716"/>
                  </a:lnTo>
                  <a:lnTo>
                    <a:pt x="33820" y="14478"/>
                  </a:lnTo>
                  <a:lnTo>
                    <a:pt x="34137" y="14478"/>
                  </a:lnTo>
                  <a:lnTo>
                    <a:pt x="34505" y="14224"/>
                  </a:lnTo>
                  <a:lnTo>
                    <a:pt x="34861" y="14224"/>
                  </a:lnTo>
                  <a:lnTo>
                    <a:pt x="35191" y="14478"/>
                  </a:lnTo>
                  <a:close/>
                </a:path>
                <a:path w="50164" h="40640">
                  <a:moveTo>
                    <a:pt x="35204" y="9525"/>
                  </a:moveTo>
                  <a:lnTo>
                    <a:pt x="31178" y="9525"/>
                  </a:lnTo>
                  <a:lnTo>
                    <a:pt x="30886" y="9779"/>
                  </a:lnTo>
                  <a:lnTo>
                    <a:pt x="30835" y="10287"/>
                  </a:lnTo>
                  <a:lnTo>
                    <a:pt x="31051" y="10033"/>
                  </a:lnTo>
                  <a:lnTo>
                    <a:pt x="31153" y="9779"/>
                  </a:lnTo>
                  <a:lnTo>
                    <a:pt x="31559" y="9779"/>
                  </a:lnTo>
                  <a:lnTo>
                    <a:pt x="31813" y="10033"/>
                  </a:lnTo>
                  <a:lnTo>
                    <a:pt x="31800" y="10287"/>
                  </a:lnTo>
                  <a:lnTo>
                    <a:pt x="31788" y="10541"/>
                  </a:lnTo>
                  <a:lnTo>
                    <a:pt x="32118" y="10541"/>
                  </a:lnTo>
                  <a:lnTo>
                    <a:pt x="32245" y="10541"/>
                  </a:lnTo>
                  <a:lnTo>
                    <a:pt x="32385" y="10541"/>
                  </a:lnTo>
                  <a:lnTo>
                    <a:pt x="32727" y="10541"/>
                  </a:lnTo>
                  <a:lnTo>
                    <a:pt x="32677" y="10287"/>
                  </a:lnTo>
                  <a:lnTo>
                    <a:pt x="32397" y="10414"/>
                  </a:lnTo>
                  <a:lnTo>
                    <a:pt x="32423" y="10287"/>
                  </a:lnTo>
                  <a:lnTo>
                    <a:pt x="32677" y="10287"/>
                  </a:lnTo>
                  <a:lnTo>
                    <a:pt x="33185" y="10287"/>
                  </a:lnTo>
                  <a:lnTo>
                    <a:pt x="34277" y="10287"/>
                  </a:lnTo>
                  <a:lnTo>
                    <a:pt x="33985" y="10541"/>
                  </a:lnTo>
                  <a:lnTo>
                    <a:pt x="33413" y="10541"/>
                  </a:lnTo>
                  <a:lnTo>
                    <a:pt x="33578" y="10795"/>
                  </a:lnTo>
                  <a:lnTo>
                    <a:pt x="33896" y="10629"/>
                  </a:lnTo>
                  <a:lnTo>
                    <a:pt x="33705" y="10795"/>
                  </a:lnTo>
                  <a:lnTo>
                    <a:pt x="34188" y="10795"/>
                  </a:lnTo>
                  <a:lnTo>
                    <a:pt x="34442" y="10287"/>
                  </a:lnTo>
                  <a:lnTo>
                    <a:pt x="34785" y="10287"/>
                  </a:lnTo>
                  <a:lnTo>
                    <a:pt x="35064" y="9779"/>
                  </a:lnTo>
                  <a:lnTo>
                    <a:pt x="35204" y="9525"/>
                  </a:lnTo>
                  <a:close/>
                </a:path>
                <a:path w="50164" h="40640">
                  <a:moveTo>
                    <a:pt x="35242" y="16383"/>
                  </a:moveTo>
                  <a:lnTo>
                    <a:pt x="35191" y="16256"/>
                  </a:lnTo>
                  <a:lnTo>
                    <a:pt x="34874" y="16256"/>
                  </a:lnTo>
                  <a:lnTo>
                    <a:pt x="35026" y="16383"/>
                  </a:lnTo>
                  <a:lnTo>
                    <a:pt x="35242" y="16383"/>
                  </a:lnTo>
                  <a:close/>
                </a:path>
                <a:path w="50164" h="40640">
                  <a:moveTo>
                    <a:pt x="35242" y="15494"/>
                  </a:moveTo>
                  <a:lnTo>
                    <a:pt x="35153" y="15367"/>
                  </a:lnTo>
                  <a:lnTo>
                    <a:pt x="35064" y="15240"/>
                  </a:lnTo>
                  <a:lnTo>
                    <a:pt x="34569" y="15240"/>
                  </a:lnTo>
                  <a:lnTo>
                    <a:pt x="34620" y="14986"/>
                  </a:lnTo>
                  <a:lnTo>
                    <a:pt x="34493" y="14732"/>
                  </a:lnTo>
                  <a:lnTo>
                    <a:pt x="33642" y="14732"/>
                  </a:lnTo>
                  <a:lnTo>
                    <a:pt x="33820" y="14478"/>
                  </a:lnTo>
                  <a:lnTo>
                    <a:pt x="32346" y="14478"/>
                  </a:lnTo>
                  <a:lnTo>
                    <a:pt x="32131" y="14605"/>
                  </a:lnTo>
                  <a:lnTo>
                    <a:pt x="32207" y="14478"/>
                  </a:lnTo>
                  <a:lnTo>
                    <a:pt x="31838" y="14732"/>
                  </a:lnTo>
                  <a:lnTo>
                    <a:pt x="32054" y="14732"/>
                  </a:lnTo>
                  <a:lnTo>
                    <a:pt x="33172" y="14732"/>
                  </a:lnTo>
                  <a:lnTo>
                    <a:pt x="32867" y="14986"/>
                  </a:lnTo>
                  <a:lnTo>
                    <a:pt x="32499" y="14986"/>
                  </a:lnTo>
                  <a:lnTo>
                    <a:pt x="31813" y="15240"/>
                  </a:lnTo>
                  <a:lnTo>
                    <a:pt x="30607" y="15748"/>
                  </a:lnTo>
                  <a:lnTo>
                    <a:pt x="30378" y="15621"/>
                  </a:lnTo>
                  <a:lnTo>
                    <a:pt x="30314" y="15494"/>
                  </a:lnTo>
                  <a:lnTo>
                    <a:pt x="30543" y="15367"/>
                  </a:lnTo>
                  <a:lnTo>
                    <a:pt x="30746" y="15367"/>
                  </a:lnTo>
                  <a:lnTo>
                    <a:pt x="30822" y="15240"/>
                  </a:lnTo>
                  <a:lnTo>
                    <a:pt x="30060" y="15240"/>
                  </a:lnTo>
                  <a:lnTo>
                    <a:pt x="29908" y="15240"/>
                  </a:lnTo>
                  <a:lnTo>
                    <a:pt x="29730" y="15240"/>
                  </a:lnTo>
                  <a:lnTo>
                    <a:pt x="29667" y="15494"/>
                  </a:lnTo>
                  <a:lnTo>
                    <a:pt x="29908" y="15494"/>
                  </a:lnTo>
                  <a:lnTo>
                    <a:pt x="29857" y="15621"/>
                  </a:lnTo>
                  <a:lnTo>
                    <a:pt x="29756" y="15875"/>
                  </a:lnTo>
                  <a:lnTo>
                    <a:pt x="29591" y="15748"/>
                  </a:lnTo>
                  <a:lnTo>
                    <a:pt x="29413" y="15621"/>
                  </a:lnTo>
                  <a:lnTo>
                    <a:pt x="29349" y="15748"/>
                  </a:lnTo>
                  <a:lnTo>
                    <a:pt x="29070" y="15748"/>
                  </a:lnTo>
                  <a:lnTo>
                    <a:pt x="29083" y="15494"/>
                  </a:lnTo>
                  <a:lnTo>
                    <a:pt x="29375" y="15494"/>
                  </a:lnTo>
                  <a:lnTo>
                    <a:pt x="29362" y="15621"/>
                  </a:lnTo>
                  <a:lnTo>
                    <a:pt x="29552" y="15494"/>
                  </a:lnTo>
                  <a:lnTo>
                    <a:pt x="29616" y="15240"/>
                  </a:lnTo>
                  <a:lnTo>
                    <a:pt x="28803" y="15240"/>
                  </a:lnTo>
                  <a:lnTo>
                    <a:pt x="28765" y="15621"/>
                  </a:lnTo>
                  <a:lnTo>
                    <a:pt x="28676" y="15875"/>
                  </a:lnTo>
                  <a:lnTo>
                    <a:pt x="28473" y="15875"/>
                  </a:lnTo>
                  <a:lnTo>
                    <a:pt x="28460" y="15748"/>
                  </a:lnTo>
                  <a:lnTo>
                    <a:pt x="26847" y="15367"/>
                  </a:lnTo>
                  <a:lnTo>
                    <a:pt x="27101" y="15494"/>
                  </a:lnTo>
                  <a:lnTo>
                    <a:pt x="27292" y="15621"/>
                  </a:lnTo>
                  <a:lnTo>
                    <a:pt x="27546" y="15621"/>
                  </a:lnTo>
                  <a:lnTo>
                    <a:pt x="27635" y="15748"/>
                  </a:lnTo>
                  <a:lnTo>
                    <a:pt x="27901" y="15748"/>
                  </a:lnTo>
                  <a:lnTo>
                    <a:pt x="27825" y="16002"/>
                  </a:lnTo>
                  <a:lnTo>
                    <a:pt x="27736" y="15875"/>
                  </a:lnTo>
                  <a:lnTo>
                    <a:pt x="27635" y="15748"/>
                  </a:lnTo>
                  <a:lnTo>
                    <a:pt x="27470" y="15748"/>
                  </a:lnTo>
                  <a:lnTo>
                    <a:pt x="27292" y="15621"/>
                  </a:lnTo>
                  <a:lnTo>
                    <a:pt x="26555" y="15621"/>
                  </a:lnTo>
                  <a:lnTo>
                    <a:pt x="26543" y="15367"/>
                  </a:lnTo>
                  <a:lnTo>
                    <a:pt x="26149" y="15367"/>
                  </a:lnTo>
                  <a:lnTo>
                    <a:pt x="26060" y="15240"/>
                  </a:lnTo>
                  <a:lnTo>
                    <a:pt x="7937" y="15240"/>
                  </a:lnTo>
                  <a:lnTo>
                    <a:pt x="7378" y="15240"/>
                  </a:lnTo>
                  <a:lnTo>
                    <a:pt x="8051" y="15494"/>
                  </a:lnTo>
                  <a:lnTo>
                    <a:pt x="8432" y="15494"/>
                  </a:lnTo>
                  <a:lnTo>
                    <a:pt x="8509" y="15748"/>
                  </a:lnTo>
                  <a:lnTo>
                    <a:pt x="8851" y="15875"/>
                  </a:lnTo>
                  <a:lnTo>
                    <a:pt x="8648" y="15875"/>
                  </a:lnTo>
                  <a:lnTo>
                    <a:pt x="9080" y="16002"/>
                  </a:lnTo>
                  <a:lnTo>
                    <a:pt x="8877" y="16002"/>
                  </a:lnTo>
                  <a:lnTo>
                    <a:pt x="9271" y="16103"/>
                  </a:lnTo>
                  <a:lnTo>
                    <a:pt x="9842" y="16383"/>
                  </a:lnTo>
                  <a:lnTo>
                    <a:pt x="10045" y="16510"/>
                  </a:lnTo>
                  <a:lnTo>
                    <a:pt x="9906" y="16510"/>
                  </a:lnTo>
                  <a:lnTo>
                    <a:pt x="10642" y="16764"/>
                  </a:lnTo>
                  <a:lnTo>
                    <a:pt x="10604" y="16637"/>
                  </a:lnTo>
                  <a:lnTo>
                    <a:pt x="13627" y="16637"/>
                  </a:lnTo>
                  <a:lnTo>
                    <a:pt x="13665" y="16510"/>
                  </a:lnTo>
                  <a:lnTo>
                    <a:pt x="13817" y="16383"/>
                  </a:lnTo>
                  <a:lnTo>
                    <a:pt x="13843" y="16637"/>
                  </a:lnTo>
                  <a:lnTo>
                    <a:pt x="14008" y="16510"/>
                  </a:lnTo>
                  <a:lnTo>
                    <a:pt x="14325" y="16637"/>
                  </a:lnTo>
                  <a:lnTo>
                    <a:pt x="15011" y="16637"/>
                  </a:lnTo>
                  <a:lnTo>
                    <a:pt x="15189" y="16713"/>
                  </a:lnTo>
                  <a:lnTo>
                    <a:pt x="15303" y="16510"/>
                  </a:lnTo>
                  <a:lnTo>
                    <a:pt x="15417" y="16383"/>
                  </a:lnTo>
                  <a:lnTo>
                    <a:pt x="15646" y="16383"/>
                  </a:lnTo>
                  <a:lnTo>
                    <a:pt x="15709" y="16510"/>
                  </a:lnTo>
                  <a:lnTo>
                    <a:pt x="19685" y="16510"/>
                  </a:lnTo>
                  <a:lnTo>
                    <a:pt x="25742" y="16510"/>
                  </a:lnTo>
                  <a:lnTo>
                    <a:pt x="25844" y="16383"/>
                  </a:lnTo>
                  <a:lnTo>
                    <a:pt x="25946" y="16256"/>
                  </a:lnTo>
                  <a:lnTo>
                    <a:pt x="26682" y="16256"/>
                  </a:lnTo>
                  <a:lnTo>
                    <a:pt x="26758" y="16510"/>
                  </a:lnTo>
                  <a:lnTo>
                    <a:pt x="28244" y="16510"/>
                  </a:lnTo>
                  <a:lnTo>
                    <a:pt x="28308" y="16383"/>
                  </a:lnTo>
                  <a:lnTo>
                    <a:pt x="29997" y="16383"/>
                  </a:lnTo>
                  <a:lnTo>
                    <a:pt x="30314" y="16383"/>
                  </a:lnTo>
                  <a:lnTo>
                    <a:pt x="30302" y="16256"/>
                  </a:lnTo>
                  <a:lnTo>
                    <a:pt x="30010" y="16256"/>
                  </a:lnTo>
                  <a:lnTo>
                    <a:pt x="29438" y="16256"/>
                  </a:lnTo>
                  <a:lnTo>
                    <a:pt x="29489" y="16129"/>
                  </a:lnTo>
                  <a:lnTo>
                    <a:pt x="30289" y="16129"/>
                  </a:lnTo>
                  <a:lnTo>
                    <a:pt x="30302" y="16256"/>
                  </a:lnTo>
                  <a:lnTo>
                    <a:pt x="34874" y="16256"/>
                  </a:lnTo>
                  <a:lnTo>
                    <a:pt x="34582" y="16002"/>
                  </a:lnTo>
                  <a:lnTo>
                    <a:pt x="32880" y="16002"/>
                  </a:lnTo>
                  <a:lnTo>
                    <a:pt x="32715" y="16002"/>
                  </a:lnTo>
                  <a:lnTo>
                    <a:pt x="32664" y="16129"/>
                  </a:lnTo>
                  <a:lnTo>
                    <a:pt x="32588" y="16002"/>
                  </a:lnTo>
                  <a:lnTo>
                    <a:pt x="32512" y="15875"/>
                  </a:lnTo>
                  <a:lnTo>
                    <a:pt x="32334" y="15875"/>
                  </a:lnTo>
                  <a:lnTo>
                    <a:pt x="31953" y="15748"/>
                  </a:lnTo>
                  <a:lnTo>
                    <a:pt x="31953" y="15621"/>
                  </a:lnTo>
                  <a:lnTo>
                    <a:pt x="32905" y="15621"/>
                  </a:lnTo>
                  <a:lnTo>
                    <a:pt x="32880" y="15875"/>
                  </a:lnTo>
                  <a:lnTo>
                    <a:pt x="34290" y="15875"/>
                  </a:lnTo>
                  <a:lnTo>
                    <a:pt x="34391" y="15748"/>
                  </a:lnTo>
                  <a:lnTo>
                    <a:pt x="34493" y="15621"/>
                  </a:lnTo>
                  <a:lnTo>
                    <a:pt x="34074" y="15240"/>
                  </a:lnTo>
                  <a:lnTo>
                    <a:pt x="33743" y="15240"/>
                  </a:lnTo>
                  <a:lnTo>
                    <a:pt x="33616" y="15748"/>
                  </a:lnTo>
                  <a:lnTo>
                    <a:pt x="33172" y="15748"/>
                  </a:lnTo>
                  <a:lnTo>
                    <a:pt x="33083" y="15621"/>
                  </a:lnTo>
                  <a:lnTo>
                    <a:pt x="32994" y="15494"/>
                  </a:lnTo>
                  <a:lnTo>
                    <a:pt x="32537" y="15494"/>
                  </a:lnTo>
                  <a:lnTo>
                    <a:pt x="32727" y="15367"/>
                  </a:lnTo>
                  <a:lnTo>
                    <a:pt x="32994" y="15494"/>
                  </a:lnTo>
                  <a:lnTo>
                    <a:pt x="33020" y="15367"/>
                  </a:lnTo>
                  <a:lnTo>
                    <a:pt x="32994" y="14986"/>
                  </a:lnTo>
                  <a:lnTo>
                    <a:pt x="33769" y="15125"/>
                  </a:lnTo>
                  <a:lnTo>
                    <a:pt x="33807" y="14986"/>
                  </a:lnTo>
                  <a:lnTo>
                    <a:pt x="33959" y="14986"/>
                  </a:lnTo>
                  <a:lnTo>
                    <a:pt x="34036" y="15163"/>
                  </a:lnTo>
                  <a:lnTo>
                    <a:pt x="34391" y="15227"/>
                  </a:lnTo>
                  <a:lnTo>
                    <a:pt x="34455" y="15494"/>
                  </a:lnTo>
                  <a:lnTo>
                    <a:pt x="35242" y="15494"/>
                  </a:lnTo>
                  <a:close/>
                </a:path>
                <a:path w="50164" h="40640">
                  <a:moveTo>
                    <a:pt x="35306" y="14732"/>
                  </a:moveTo>
                  <a:lnTo>
                    <a:pt x="35191" y="14478"/>
                  </a:lnTo>
                  <a:lnTo>
                    <a:pt x="34378" y="14478"/>
                  </a:lnTo>
                  <a:lnTo>
                    <a:pt x="34493" y="14732"/>
                  </a:lnTo>
                  <a:lnTo>
                    <a:pt x="35306" y="14732"/>
                  </a:lnTo>
                  <a:close/>
                </a:path>
                <a:path w="50164" h="40640">
                  <a:moveTo>
                    <a:pt x="35369" y="11049"/>
                  </a:moveTo>
                  <a:lnTo>
                    <a:pt x="34988" y="10795"/>
                  </a:lnTo>
                  <a:lnTo>
                    <a:pt x="34239" y="10795"/>
                  </a:lnTo>
                  <a:lnTo>
                    <a:pt x="34201" y="11049"/>
                  </a:lnTo>
                  <a:lnTo>
                    <a:pt x="35369" y="11049"/>
                  </a:lnTo>
                  <a:close/>
                </a:path>
                <a:path w="50164" h="40640">
                  <a:moveTo>
                    <a:pt x="35382" y="14986"/>
                  </a:moveTo>
                  <a:lnTo>
                    <a:pt x="34886" y="14986"/>
                  </a:lnTo>
                  <a:lnTo>
                    <a:pt x="35064" y="15240"/>
                  </a:lnTo>
                  <a:lnTo>
                    <a:pt x="35382" y="15240"/>
                  </a:lnTo>
                  <a:lnTo>
                    <a:pt x="35382" y="14986"/>
                  </a:lnTo>
                  <a:close/>
                </a:path>
                <a:path w="50164" h="40640">
                  <a:moveTo>
                    <a:pt x="35471" y="18161"/>
                  </a:moveTo>
                  <a:lnTo>
                    <a:pt x="34950" y="18161"/>
                  </a:lnTo>
                  <a:lnTo>
                    <a:pt x="34861" y="18288"/>
                  </a:lnTo>
                  <a:lnTo>
                    <a:pt x="34810" y="18415"/>
                  </a:lnTo>
                  <a:lnTo>
                    <a:pt x="34899" y="18161"/>
                  </a:lnTo>
                  <a:lnTo>
                    <a:pt x="34226" y="18161"/>
                  </a:lnTo>
                  <a:lnTo>
                    <a:pt x="34671" y="18542"/>
                  </a:lnTo>
                  <a:lnTo>
                    <a:pt x="35267" y="18542"/>
                  </a:lnTo>
                  <a:lnTo>
                    <a:pt x="35433" y="18415"/>
                  </a:lnTo>
                  <a:lnTo>
                    <a:pt x="35471" y="18161"/>
                  </a:lnTo>
                  <a:close/>
                </a:path>
                <a:path w="50164" h="40640">
                  <a:moveTo>
                    <a:pt x="35585" y="8382"/>
                  </a:moveTo>
                  <a:lnTo>
                    <a:pt x="35496" y="8128"/>
                  </a:lnTo>
                  <a:lnTo>
                    <a:pt x="35280" y="7874"/>
                  </a:lnTo>
                  <a:lnTo>
                    <a:pt x="35039" y="7696"/>
                  </a:lnTo>
                  <a:lnTo>
                    <a:pt x="34798" y="7874"/>
                  </a:lnTo>
                  <a:lnTo>
                    <a:pt x="35102" y="7874"/>
                  </a:lnTo>
                  <a:lnTo>
                    <a:pt x="35153" y="8382"/>
                  </a:lnTo>
                  <a:lnTo>
                    <a:pt x="35585" y="8382"/>
                  </a:lnTo>
                  <a:close/>
                </a:path>
                <a:path w="50164" h="40640">
                  <a:moveTo>
                    <a:pt x="35598" y="9271"/>
                  </a:moveTo>
                  <a:lnTo>
                    <a:pt x="35204" y="9271"/>
                  </a:lnTo>
                  <a:lnTo>
                    <a:pt x="35356" y="9017"/>
                  </a:lnTo>
                  <a:lnTo>
                    <a:pt x="35229" y="9017"/>
                  </a:lnTo>
                  <a:lnTo>
                    <a:pt x="35153" y="8382"/>
                  </a:lnTo>
                  <a:lnTo>
                    <a:pt x="32143" y="8382"/>
                  </a:lnTo>
                  <a:lnTo>
                    <a:pt x="31877" y="8636"/>
                  </a:lnTo>
                  <a:lnTo>
                    <a:pt x="31559" y="9271"/>
                  </a:lnTo>
                  <a:lnTo>
                    <a:pt x="32118" y="9271"/>
                  </a:lnTo>
                  <a:lnTo>
                    <a:pt x="35166" y="9271"/>
                  </a:lnTo>
                  <a:lnTo>
                    <a:pt x="35204" y="9525"/>
                  </a:lnTo>
                  <a:lnTo>
                    <a:pt x="35572" y="9525"/>
                  </a:lnTo>
                  <a:lnTo>
                    <a:pt x="35598" y="9271"/>
                  </a:lnTo>
                  <a:close/>
                </a:path>
                <a:path w="50164" h="40640">
                  <a:moveTo>
                    <a:pt x="35877" y="16256"/>
                  </a:moveTo>
                  <a:lnTo>
                    <a:pt x="35775" y="15748"/>
                  </a:lnTo>
                  <a:lnTo>
                    <a:pt x="35725" y="15621"/>
                  </a:lnTo>
                  <a:lnTo>
                    <a:pt x="35394" y="15621"/>
                  </a:lnTo>
                  <a:lnTo>
                    <a:pt x="34696" y="15621"/>
                  </a:lnTo>
                  <a:lnTo>
                    <a:pt x="34455" y="15494"/>
                  </a:lnTo>
                  <a:lnTo>
                    <a:pt x="34493" y="15621"/>
                  </a:lnTo>
                  <a:lnTo>
                    <a:pt x="34658" y="15621"/>
                  </a:lnTo>
                  <a:lnTo>
                    <a:pt x="34709" y="15748"/>
                  </a:lnTo>
                  <a:lnTo>
                    <a:pt x="35064" y="15875"/>
                  </a:lnTo>
                  <a:lnTo>
                    <a:pt x="35115" y="16002"/>
                  </a:lnTo>
                  <a:lnTo>
                    <a:pt x="35191" y="16256"/>
                  </a:lnTo>
                  <a:lnTo>
                    <a:pt x="35826" y="16256"/>
                  </a:lnTo>
                  <a:lnTo>
                    <a:pt x="35712" y="16129"/>
                  </a:lnTo>
                  <a:lnTo>
                    <a:pt x="35598" y="16002"/>
                  </a:lnTo>
                  <a:lnTo>
                    <a:pt x="35509" y="15875"/>
                  </a:lnTo>
                  <a:lnTo>
                    <a:pt x="35636" y="16002"/>
                  </a:lnTo>
                  <a:lnTo>
                    <a:pt x="35750" y="16129"/>
                  </a:lnTo>
                  <a:lnTo>
                    <a:pt x="35877" y="16256"/>
                  </a:lnTo>
                  <a:close/>
                </a:path>
                <a:path w="50164" h="40640">
                  <a:moveTo>
                    <a:pt x="35928" y="16510"/>
                  </a:moveTo>
                  <a:lnTo>
                    <a:pt x="35877" y="16383"/>
                  </a:lnTo>
                  <a:lnTo>
                    <a:pt x="35242" y="16383"/>
                  </a:lnTo>
                  <a:lnTo>
                    <a:pt x="35280" y="16510"/>
                  </a:lnTo>
                  <a:lnTo>
                    <a:pt x="35928" y="16510"/>
                  </a:lnTo>
                  <a:close/>
                </a:path>
                <a:path w="50164" h="40640">
                  <a:moveTo>
                    <a:pt x="35966" y="17653"/>
                  </a:moveTo>
                  <a:lnTo>
                    <a:pt x="35521" y="17780"/>
                  </a:lnTo>
                  <a:lnTo>
                    <a:pt x="35928" y="17780"/>
                  </a:lnTo>
                  <a:lnTo>
                    <a:pt x="35966" y="17653"/>
                  </a:lnTo>
                  <a:close/>
                </a:path>
                <a:path w="50164" h="40640">
                  <a:moveTo>
                    <a:pt x="36055" y="9525"/>
                  </a:moveTo>
                  <a:lnTo>
                    <a:pt x="35966" y="8382"/>
                  </a:lnTo>
                  <a:lnTo>
                    <a:pt x="35585" y="8382"/>
                  </a:lnTo>
                  <a:lnTo>
                    <a:pt x="35598" y="9271"/>
                  </a:lnTo>
                  <a:lnTo>
                    <a:pt x="35737" y="9271"/>
                  </a:lnTo>
                  <a:lnTo>
                    <a:pt x="35737" y="9525"/>
                  </a:lnTo>
                  <a:lnTo>
                    <a:pt x="35572" y="9525"/>
                  </a:lnTo>
                  <a:lnTo>
                    <a:pt x="35267" y="9779"/>
                  </a:lnTo>
                  <a:lnTo>
                    <a:pt x="35407" y="9779"/>
                  </a:lnTo>
                  <a:lnTo>
                    <a:pt x="35369" y="10033"/>
                  </a:lnTo>
                  <a:lnTo>
                    <a:pt x="35204" y="10033"/>
                  </a:lnTo>
                  <a:lnTo>
                    <a:pt x="35140" y="10287"/>
                  </a:lnTo>
                  <a:lnTo>
                    <a:pt x="35394" y="10287"/>
                  </a:lnTo>
                  <a:lnTo>
                    <a:pt x="35560" y="10033"/>
                  </a:lnTo>
                  <a:lnTo>
                    <a:pt x="35560" y="10287"/>
                  </a:lnTo>
                  <a:lnTo>
                    <a:pt x="35826" y="9779"/>
                  </a:lnTo>
                  <a:lnTo>
                    <a:pt x="35648" y="9779"/>
                  </a:lnTo>
                  <a:lnTo>
                    <a:pt x="35737" y="9563"/>
                  </a:lnTo>
                  <a:lnTo>
                    <a:pt x="35737" y="9779"/>
                  </a:lnTo>
                  <a:lnTo>
                    <a:pt x="36055" y="9525"/>
                  </a:lnTo>
                  <a:close/>
                </a:path>
                <a:path w="50164" h="40640">
                  <a:moveTo>
                    <a:pt x="36360" y="8382"/>
                  </a:moveTo>
                  <a:lnTo>
                    <a:pt x="35966" y="8382"/>
                  </a:lnTo>
                  <a:lnTo>
                    <a:pt x="36309" y="8509"/>
                  </a:lnTo>
                  <a:lnTo>
                    <a:pt x="36360" y="8382"/>
                  </a:lnTo>
                  <a:close/>
                </a:path>
                <a:path w="50164" h="40640">
                  <a:moveTo>
                    <a:pt x="36398" y="19812"/>
                  </a:moveTo>
                  <a:lnTo>
                    <a:pt x="33528" y="19812"/>
                  </a:lnTo>
                  <a:lnTo>
                    <a:pt x="33477" y="20066"/>
                  </a:lnTo>
                  <a:lnTo>
                    <a:pt x="36207" y="20066"/>
                  </a:lnTo>
                  <a:lnTo>
                    <a:pt x="36398" y="19812"/>
                  </a:lnTo>
                  <a:close/>
                </a:path>
                <a:path w="50164" h="40640">
                  <a:moveTo>
                    <a:pt x="36512" y="12458"/>
                  </a:moveTo>
                  <a:lnTo>
                    <a:pt x="36449" y="12204"/>
                  </a:lnTo>
                  <a:lnTo>
                    <a:pt x="36347" y="12433"/>
                  </a:lnTo>
                  <a:lnTo>
                    <a:pt x="36512" y="12458"/>
                  </a:lnTo>
                  <a:close/>
                </a:path>
                <a:path w="50164" h="40640">
                  <a:moveTo>
                    <a:pt x="36550" y="19177"/>
                  </a:moveTo>
                  <a:lnTo>
                    <a:pt x="35090" y="19177"/>
                  </a:lnTo>
                  <a:lnTo>
                    <a:pt x="35090" y="19304"/>
                  </a:lnTo>
                  <a:lnTo>
                    <a:pt x="36537" y="19304"/>
                  </a:lnTo>
                  <a:lnTo>
                    <a:pt x="36550" y="19177"/>
                  </a:lnTo>
                  <a:close/>
                </a:path>
                <a:path w="50164" h="40640">
                  <a:moveTo>
                    <a:pt x="36576" y="18923"/>
                  </a:moveTo>
                  <a:lnTo>
                    <a:pt x="35090" y="18923"/>
                  </a:lnTo>
                  <a:lnTo>
                    <a:pt x="35090" y="19050"/>
                  </a:lnTo>
                  <a:lnTo>
                    <a:pt x="36563" y="19050"/>
                  </a:lnTo>
                  <a:lnTo>
                    <a:pt x="36576" y="18923"/>
                  </a:lnTo>
                  <a:close/>
                </a:path>
                <a:path w="50164" h="40640">
                  <a:moveTo>
                    <a:pt x="36588" y="20066"/>
                  </a:moveTo>
                  <a:lnTo>
                    <a:pt x="36207" y="20066"/>
                  </a:lnTo>
                  <a:lnTo>
                    <a:pt x="36106" y="20193"/>
                  </a:lnTo>
                  <a:lnTo>
                    <a:pt x="36017" y="20320"/>
                  </a:lnTo>
                  <a:lnTo>
                    <a:pt x="35966" y="20701"/>
                  </a:lnTo>
                  <a:lnTo>
                    <a:pt x="36588" y="20066"/>
                  </a:lnTo>
                  <a:close/>
                </a:path>
                <a:path w="50164" h="40640">
                  <a:moveTo>
                    <a:pt x="36614" y="19685"/>
                  </a:moveTo>
                  <a:lnTo>
                    <a:pt x="36398" y="19812"/>
                  </a:lnTo>
                  <a:lnTo>
                    <a:pt x="36614" y="19812"/>
                  </a:lnTo>
                  <a:lnTo>
                    <a:pt x="36614" y="19685"/>
                  </a:lnTo>
                  <a:close/>
                </a:path>
                <a:path w="50164" h="40640">
                  <a:moveTo>
                    <a:pt x="36614" y="18415"/>
                  </a:moveTo>
                  <a:lnTo>
                    <a:pt x="36385" y="18415"/>
                  </a:lnTo>
                  <a:lnTo>
                    <a:pt x="36410" y="18542"/>
                  </a:lnTo>
                  <a:lnTo>
                    <a:pt x="35267" y="18542"/>
                  </a:lnTo>
                  <a:lnTo>
                    <a:pt x="35090" y="18669"/>
                  </a:lnTo>
                  <a:lnTo>
                    <a:pt x="35090" y="18796"/>
                  </a:lnTo>
                  <a:lnTo>
                    <a:pt x="36588" y="18796"/>
                  </a:lnTo>
                  <a:lnTo>
                    <a:pt x="36614" y="18415"/>
                  </a:lnTo>
                  <a:close/>
                </a:path>
                <a:path w="50164" h="40640">
                  <a:moveTo>
                    <a:pt x="36639" y="18161"/>
                  </a:moveTo>
                  <a:lnTo>
                    <a:pt x="36563" y="18034"/>
                  </a:lnTo>
                  <a:lnTo>
                    <a:pt x="35547" y="18034"/>
                  </a:lnTo>
                  <a:lnTo>
                    <a:pt x="35534" y="17907"/>
                  </a:lnTo>
                  <a:lnTo>
                    <a:pt x="35521" y="17780"/>
                  </a:lnTo>
                  <a:lnTo>
                    <a:pt x="35623" y="17399"/>
                  </a:lnTo>
                  <a:lnTo>
                    <a:pt x="35648" y="17272"/>
                  </a:lnTo>
                  <a:lnTo>
                    <a:pt x="35801" y="17399"/>
                  </a:lnTo>
                  <a:lnTo>
                    <a:pt x="36106" y="17272"/>
                  </a:lnTo>
                  <a:lnTo>
                    <a:pt x="36182" y="17399"/>
                  </a:lnTo>
                  <a:lnTo>
                    <a:pt x="36258" y="17526"/>
                  </a:lnTo>
                  <a:lnTo>
                    <a:pt x="36334" y="17653"/>
                  </a:lnTo>
                  <a:lnTo>
                    <a:pt x="36410" y="17780"/>
                  </a:lnTo>
                  <a:lnTo>
                    <a:pt x="36487" y="17907"/>
                  </a:lnTo>
                  <a:lnTo>
                    <a:pt x="36474" y="17399"/>
                  </a:lnTo>
                  <a:lnTo>
                    <a:pt x="36360" y="17272"/>
                  </a:lnTo>
                  <a:lnTo>
                    <a:pt x="36233" y="17145"/>
                  </a:lnTo>
                  <a:lnTo>
                    <a:pt x="36576" y="17018"/>
                  </a:lnTo>
                  <a:lnTo>
                    <a:pt x="36398" y="16891"/>
                  </a:lnTo>
                  <a:lnTo>
                    <a:pt x="35458" y="16891"/>
                  </a:lnTo>
                  <a:lnTo>
                    <a:pt x="35458" y="17018"/>
                  </a:lnTo>
                  <a:lnTo>
                    <a:pt x="35369" y="17272"/>
                  </a:lnTo>
                  <a:lnTo>
                    <a:pt x="35458" y="17018"/>
                  </a:lnTo>
                  <a:lnTo>
                    <a:pt x="35458" y="16891"/>
                  </a:lnTo>
                  <a:lnTo>
                    <a:pt x="33578" y="16891"/>
                  </a:lnTo>
                  <a:lnTo>
                    <a:pt x="33439" y="16764"/>
                  </a:lnTo>
                  <a:lnTo>
                    <a:pt x="33426" y="16891"/>
                  </a:lnTo>
                  <a:lnTo>
                    <a:pt x="33337" y="18034"/>
                  </a:lnTo>
                  <a:lnTo>
                    <a:pt x="33604" y="18034"/>
                  </a:lnTo>
                  <a:lnTo>
                    <a:pt x="33718" y="17907"/>
                  </a:lnTo>
                  <a:lnTo>
                    <a:pt x="33845" y="17653"/>
                  </a:lnTo>
                  <a:lnTo>
                    <a:pt x="33870" y="17272"/>
                  </a:lnTo>
                  <a:lnTo>
                    <a:pt x="34023" y="17272"/>
                  </a:lnTo>
                  <a:lnTo>
                    <a:pt x="34048" y="17653"/>
                  </a:lnTo>
                  <a:lnTo>
                    <a:pt x="34290" y="17653"/>
                  </a:lnTo>
                  <a:lnTo>
                    <a:pt x="34239" y="18034"/>
                  </a:lnTo>
                  <a:lnTo>
                    <a:pt x="34950" y="18034"/>
                  </a:lnTo>
                  <a:lnTo>
                    <a:pt x="34988" y="17907"/>
                  </a:lnTo>
                  <a:lnTo>
                    <a:pt x="35013" y="18034"/>
                  </a:lnTo>
                  <a:lnTo>
                    <a:pt x="35496" y="18034"/>
                  </a:lnTo>
                  <a:lnTo>
                    <a:pt x="35560" y="18161"/>
                  </a:lnTo>
                  <a:lnTo>
                    <a:pt x="36639" y="18161"/>
                  </a:lnTo>
                  <a:close/>
                </a:path>
                <a:path w="50164" h="40640">
                  <a:moveTo>
                    <a:pt x="36639" y="7112"/>
                  </a:moveTo>
                  <a:lnTo>
                    <a:pt x="36423" y="6858"/>
                  </a:lnTo>
                  <a:lnTo>
                    <a:pt x="36487" y="6604"/>
                  </a:lnTo>
                  <a:lnTo>
                    <a:pt x="33083" y="6604"/>
                  </a:lnTo>
                  <a:lnTo>
                    <a:pt x="33007" y="7112"/>
                  </a:lnTo>
                  <a:lnTo>
                    <a:pt x="32956" y="7239"/>
                  </a:lnTo>
                  <a:lnTo>
                    <a:pt x="32677" y="7112"/>
                  </a:lnTo>
                  <a:lnTo>
                    <a:pt x="33007" y="7112"/>
                  </a:lnTo>
                  <a:lnTo>
                    <a:pt x="33007" y="6553"/>
                  </a:lnTo>
                  <a:lnTo>
                    <a:pt x="32753" y="6350"/>
                  </a:lnTo>
                  <a:lnTo>
                    <a:pt x="32867" y="5461"/>
                  </a:lnTo>
                  <a:lnTo>
                    <a:pt x="24269" y="5461"/>
                  </a:lnTo>
                  <a:lnTo>
                    <a:pt x="24307" y="6604"/>
                  </a:lnTo>
                  <a:lnTo>
                    <a:pt x="32753" y="6604"/>
                  </a:lnTo>
                  <a:lnTo>
                    <a:pt x="32677" y="6858"/>
                  </a:lnTo>
                  <a:lnTo>
                    <a:pt x="32600" y="7112"/>
                  </a:lnTo>
                  <a:lnTo>
                    <a:pt x="24142" y="7112"/>
                  </a:lnTo>
                  <a:lnTo>
                    <a:pt x="24091" y="7251"/>
                  </a:lnTo>
                  <a:lnTo>
                    <a:pt x="23939" y="7112"/>
                  </a:lnTo>
                  <a:lnTo>
                    <a:pt x="23787" y="7239"/>
                  </a:lnTo>
                  <a:lnTo>
                    <a:pt x="23710" y="7112"/>
                  </a:lnTo>
                  <a:lnTo>
                    <a:pt x="23507" y="7366"/>
                  </a:lnTo>
                  <a:lnTo>
                    <a:pt x="23634" y="7366"/>
                  </a:lnTo>
                  <a:lnTo>
                    <a:pt x="23863" y="7366"/>
                  </a:lnTo>
                  <a:lnTo>
                    <a:pt x="24053" y="7366"/>
                  </a:lnTo>
                  <a:lnTo>
                    <a:pt x="24244" y="7366"/>
                  </a:lnTo>
                  <a:lnTo>
                    <a:pt x="32905" y="7366"/>
                  </a:lnTo>
                  <a:lnTo>
                    <a:pt x="33147" y="7366"/>
                  </a:lnTo>
                  <a:lnTo>
                    <a:pt x="33096" y="7620"/>
                  </a:lnTo>
                  <a:lnTo>
                    <a:pt x="31407" y="7620"/>
                  </a:lnTo>
                  <a:lnTo>
                    <a:pt x="31597" y="7467"/>
                  </a:lnTo>
                  <a:lnTo>
                    <a:pt x="30835" y="7467"/>
                  </a:lnTo>
                  <a:lnTo>
                    <a:pt x="30772" y="7620"/>
                  </a:lnTo>
                  <a:lnTo>
                    <a:pt x="23406" y="7620"/>
                  </a:lnTo>
                  <a:lnTo>
                    <a:pt x="23406" y="7874"/>
                  </a:lnTo>
                  <a:lnTo>
                    <a:pt x="23558" y="7874"/>
                  </a:lnTo>
                  <a:lnTo>
                    <a:pt x="23558" y="8001"/>
                  </a:lnTo>
                  <a:lnTo>
                    <a:pt x="23266" y="7874"/>
                  </a:lnTo>
                  <a:lnTo>
                    <a:pt x="23075" y="7874"/>
                  </a:lnTo>
                  <a:lnTo>
                    <a:pt x="23304" y="7620"/>
                  </a:lnTo>
                  <a:lnTo>
                    <a:pt x="23482" y="7366"/>
                  </a:lnTo>
                  <a:lnTo>
                    <a:pt x="23622" y="7112"/>
                  </a:lnTo>
                  <a:lnTo>
                    <a:pt x="23939" y="7112"/>
                  </a:lnTo>
                  <a:lnTo>
                    <a:pt x="24142" y="7112"/>
                  </a:lnTo>
                  <a:lnTo>
                    <a:pt x="24218" y="6858"/>
                  </a:lnTo>
                  <a:lnTo>
                    <a:pt x="24307" y="6604"/>
                  </a:lnTo>
                  <a:lnTo>
                    <a:pt x="22034" y="6604"/>
                  </a:lnTo>
                  <a:lnTo>
                    <a:pt x="22212" y="6858"/>
                  </a:lnTo>
                  <a:lnTo>
                    <a:pt x="22212" y="7620"/>
                  </a:lnTo>
                  <a:lnTo>
                    <a:pt x="22529" y="7620"/>
                  </a:lnTo>
                  <a:lnTo>
                    <a:pt x="22644" y="7366"/>
                  </a:lnTo>
                  <a:lnTo>
                    <a:pt x="22796" y="7620"/>
                  </a:lnTo>
                  <a:lnTo>
                    <a:pt x="22529" y="7620"/>
                  </a:lnTo>
                  <a:lnTo>
                    <a:pt x="22479" y="8382"/>
                  </a:lnTo>
                  <a:lnTo>
                    <a:pt x="24752" y="8382"/>
                  </a:lnTo>
                  <a:lnTo>
                    <a:pt x="24752" y="8674"/>
                  </a:lnTo>
                  <a:lnTo>
                    <a:pt x="24828" y="8382"/>
                  </a:lnTo>
                  <a:lnTo>
                    <a:pt x="32143" y="8382"/>
                  </a:lnTo>
                  <a:lnTo>
                    <a:pt x="32346" y="8128"/>
                  </a:lnTo>
                  <a:lnTo>
                    <a:pt x="32143" y="8128"/>
                  </a:lnTo>
                  <a:lnTo>
                    <a:pt x="32981" y="7874"/>
                  </a:lnTo>
                  <a:lnTo>
                    <a:pt x="33667" y="7874"/>
                  </a:lnTo>
                  <a:lnTo>
                    <a:pt x="34226" y="7874"/>
                  </a:lnTo>
                  <a:lnTo>
                    <a:pt x="34455" y="7874"/>
                  </a:lnTo>
                  <a:lnTo>
                    <a:pt x="34683" y="7874"/>
                  </a:lnTo>
                  <a:lnTo>
                    <a:pt x="34950" y="7620"/>
                  </a:lnTo>
                  <a:lnTo>
                    <a:pt x="34302" y="7620"/>
                  </a:lnTo>
                  <a:lnTo>
                    <a:pt x="34175" y="7645"/>
                  </a:lnTo>
                  <a:lnTo>
                    <a:pt x="34036" y="7670"/>
                  </a:lnTo>
                  <a:lnTo>
                    <a:pt x="33642" y="7747"/>
                  </a:lnTo>
                  <a:lnTo>
                    <a:pt x="33629" y="7620"/>
                  </a:lnTo>
                  <a:lnTo>
                    <a:pt x="33820" y="7620"/>
                  </a:lnTo>
                  <a:lnTo>
                    <a:pt x="33820" y="7366"/>
                  </a:lnTo>
                  <a:lnTo>
                    <a:pt x="33591" y="7366"/>
                  </a:lnTo>
                  <a:lnTo>
                    <a:pt x="33566" y="7226"/>
                  </a:lnTo>
                  <a:lnTo>
                    <a:pt x="33413" y="7277"/>
                  </a:lnTo>
                  <a:lnTo>
                    <a:pt x="33515" y="7112"/>
                  </a:lnTo>
                  <a:lnTo>
                    <a:pt x="33718" y="7112"/>
                  </a:lnTo>
                  <a:lnTo>
                    <a:pt x="33845" y="7112"/>
                  </a:lnTo>
                  <a:lnTo>
                    <a:pt x="33693" y="7175"/>
                  </a:lnTo>
                  <a:lnTo>
                    <a:pt x="34277" y="7366"/>
                  </a:lnTo>
                  <a:lnTo>
                    <a:pt x="34328" y="7112"/>
                  </a:lnTo>
                  <a:lnTo>
                    <a:pt x="33642" y="6858"/>
                  </a:lnTo>
                  <a:lnTo>
                    <a:pt x="35064" y="7112"/>
                  </a:lnTo>
                  <a:lnTo>
                    <a:pt x="36639" y="7112"/>
                  </a:lnTo>
                  <a:close/>
                </a:path>
                <a:path w="50164" h="40640">
                  <a:moveTo>
                    <a:pt x="36652" y="3276"/>
                  </a:moveTo>
                  <a:lnTo>
                    <a:pt x="34048" y="2730"/>
                  </a:lnTo>
                  <a:lnTo>
                    <a:pt x="33147" y="2540"/>
                  </a:lnTo>
                  <a:lnTo>
                    <a:pt x="32867" y="2540"/>
                  </a:lnTo>
                  <a:lnTo>
                    <a:pt x="32943" y="2730"/>
                  </a:lnTo>
                  <a:lnTo>
                    <a:pt x="33070" y="2730"/>
                  </a:lnTo>
                  <a:lnTo>
                    <a:pt x="33210" y="3276"/>
                  </a:lnTo>
                  <a:lnTo>
                    <a:pt x="33337" y="2730"/>
                  </a:lnTo>
                  <a:lnTo>
                    <a:pt x="33807" y="3276"/>
                  </a:lnTo>
                  <a:lnTo>
                    <a:pt x="36652" y="3276"/>
                  </a:lnTo>
                  <a:close/>
                </a:path>
                <a:path w="50164" h="40640">
                  <a:moveTo>
                    <a:pt x="36703" y="13995"/>
                  </a:moveTo>
                  <a:lnTo>
                    <a:pt x="36614" y="13817"/>
                  </a:lnTo>
                  <a:lnTo>
                    <a:pt x="36499" y="13982"/>
                  </a:lnTo>
                  <a:lnTo>
                    <a:pt x="36677" y="13995"/>
                  </a:lnTo>
                  <a:close/>
                </a:path>
                <a:path w="50164" h="40640">
                  <a:moveTo>
                    <a:pt x="36728" y="16764"/>
                  </a:moveTo>
                  <a:close/>
                </a:path>
                <a:path w="50164" h="40640">
                  <a:moveTo>
                    <a:pt x="36817" y="36753"/>
                  </a:moveTo>
                  <a:lnTo>
                    <a:pt x="36753" y="36283"/>
                  </a:lnTo>
                  <a:lnTo>
                    <a:pt x="36766" y="36880"/>
                  </a:lnTo>
                  <a:lnTo>
                    <a:pt x="36703" y="37719"/>
                  </a:lnTo>
                  <a:lnTo>
                    <a:pt x="36766" y="38176"/>
                  </a:lnTo>
                  <a:lnTo>
                    <a:pt x="36753" y="37579"/>
                  </a:lnTo>
                  <a:lnTo>
                    <a:pt x="36817" y="36753"/>
                  </a:lnTo>
                  <a:close/>
                </a:path>
                <a:path w="50164" h="40640">
                  <a:moveTo>
                    <a:pt x="36842" y="39306"/>
                  </a:moveTo>
                  <a:lnTo>
                    <a:pt x="36766" y="38760"/>
                  </a:lnTo>
                  <a:lnTo>
                    <a:pt x="36766" y="40563"/>
                  </a:lnTo>
                  <a:lnTo>
                    <a:pt x="36779" y="39966"/>
                  </a:lnTo>
                  <a:lnTo>
                    <a:pt x="36842" y="39306"/>
                  </a:lnTo>
                  <a:close/>
                </a:path>
                <a:path w="50164" h="40640">
                  <a:moveTo>
                    <a:pt x="36906" y="13004"/>
                  </a:moveTo>
                  <a:lnTo>
                    <a:pt x="36817" y="12712"/>
                  </a:lnTo>
                  <a:lnTo>
                    <a:pt x="36601" y="12509"/>
                  </a:lnTo>
                  <a:lnTo>
                    <a:pt x="36626" y="13093"/>
                  </a:lnTo>
                  <a:lnTo>
                    <a:pt x="36906" y="13004"/>
                  </a:lnTo>
                  <a:close/>
                </a:path>
                <a:path w="50164" h="40640">
                  <a:moveTo>
                    <a:pt x="36957" y="16510"/>
                  </a:moveTo>
                  <a:lnTo>
                    <a:pt x="35928" y="16510"/>
                  </a:lnTo>
                  <a:lnTo>
                    <a:pt x="35966" y="16637"/>
                  </a:lnTo>
                  <a:lnTo>
                    <a:pt x="36169" y="16637"/>
                  </a:lnTo>
                  <a:lnTo>
                    <a:pt x="36449" y="16891"/>
                  </a:lnTo>
                  <a:lnTo>
                    <a:pt x="36423" y="16637"/>
                  </a:lnTo>
                  <a:lnTo>
                    <a:pt x="36664" y="16751"/>
                  </a:lnTo>
                  <a:lnTo>
                    <a:pt x="36957" y="16510"/>
                  </a:lnTo>
                  <a:close/>
                </a:path>
                <a:path w="50164" h="40640">
                  <a:moveTo>
                    <a:pt x="37084" y="8636"/>
                  </a:moveTo>
                  <a:lnTo>
                    <a:pt x="36715" y="8636"/>
                  </a:lnTo>
                  <a:lnTo>
                    <a:pt x="36652" y="8890"/>
                  </a:lnTo>
                  <a:lnTo>
                    <a:pt x="37084" y="8636"/>
                  </a:lnTo>
                  <a:close/>
                </a:path>
                <a:path w="50164" h="40640">
                  <a:moveTo>
                    <a:pt x="37147" y="16383"/>
                  </a:moveTo>
                  <a:lnTo>
                    <a:pt x="37033" y="16256"/>
                  </a:lnTo>
                  <a:lnTo>
                    <a:pt x="35877" y="16256"/>
                  </a:lnTo>
                  <a:lnTo>
                    <a:pt x="35991" y="16383"/>
                  </a:lnTo>
                  <a:lnTo>
                    <a:pt x="37147" y="16383"/>
                  </a:lnTo>
                  <a:close/>
                </a:path>
                <a:path w="50164" h="40640">
                  <a:moveTo>
                    <a:pt x="37261" y="8382"/>
                  </a:moveTo>
                  <a:lnTo>
                    <a:pt x="36360" y="8382"/>
                  </a:lnTo>
                  <a:lnTo>
                    <a:pt x="36449" y="8559"/>
                  </a:lnTo>
                  <a:lnTo>
                    <a:pt x="36614" y="8610"/>
                  </a:lnTo>
                  <a:lnTo>
                    <a:pt x="37261" y="8382"/>
                  </a:lnTo>
                  <a:close/>
                </a:path>
                <a:path w="50164" h="40640">
                  <a:moveTo>
                    <a:pt x="37274" y="16256"/>
                  </a:moveTo>
                  <a:lnTo>
                    <a:pt x="37249" y="15875"/>
                  </a:lnTo>
                  <a:lnTo>
                    <a:pt x="37147" y="15748"/>
                  </a:lnTo>
                  <a:lnTo>
                    <a:pt x="37033" y="15621"/>
                  </a:lnTo>
                  <a:lnTo>
                    <a:pt x="37033" y="16256"/>
                  </a:lnTo>
                  <a:lnTo>
                    <a:pt x="37274" y="16256"/>
                  </a:lnTo>
                  <a:close/>
                </a:path>
                <a:path w="50164" h="40640">
                  <a:moveTo>
                    <a:pt x="37287" y="16510"/>
                  </a:moveTo>
                  <a:lnTo>
                    <a:pt x="37274" y="16383"/>
                  </a:lnTo>
                  <a:lnTo>
                    <a:pt x="37147" y="16383"/>
                  </a:lnTo>
                  <a:lnTo>
                    <a:pt x="36957" y="16510"/>
                  </a:lnTo>
                  <a:lnTo>
                    <a:pt x="37287" y="16510"/>
                  </a:lnTo>
                  <a:close/>
                </a:path>
                <a:path w="50164" h="40640">
                  <a:moveTo>
                    <a:pt x="37414" y="7874"/>
                  </a:moveTo>
                  <a:lnTo>
                    <a:pt x="37287" y="7620"/>
                  </a:lnTo>
                  <a:lnTo>
                    <a:pt x="35128" y="7620"/>
                  </a:lnTo>
                  <a:lnTo>
                    <a:pt x="37414" y="7874"/>
                  </a:lnTo>
                  <a:close/>
                </a:path>
                <a:path w="50164" h="40640">
                  <a:moveTo>
                    <a:pt x="37426" y="18034"/>
                  </a:moveTo>
                  <a:lnTo>
                    <a:pt x="37312" y="17399"/>
                  </a:lnTo>
                  <a:lnTo>
                    <a:pt x="37020" y="17145"/>
                  </a:lnTo>
                  <a:lnTo>
                    <a:pt x="36626" y="16891"/>
                  </a:lnTo>
                  <a:lnTo>
                    <a:pt x="36449" y="16891"/>
                  </a:lnTo>
                  <a:lnTo>
                    <a:pt x="36626" y="17018"/>
                  </a:lnTo>
                  <a:lnTo>
                    <a:pt x="36982" y="17272"/>
                  </a:lnTo>
                  <a:lnTo>
                    <a:pt x="37058" y="17399"/>
                  </a:lnTo>
                  <a:lnTo>
                    <a:pt x="37147" y="17526"/>
                  </a:lnTo>
                  <a:lnTo>
                    <a:pt x="37223" y="17653"/>
                  </a:lnTo>
                  <a:lnTo>
                    <a:pt x="37287" y="17780"/>
                  </a:lnTo>
                  <a:lnTo>
                    <a:pt x="37363" y="17907"/>
                  </a:lnTo>
                  <a:lnTo>
                    <a:pt x="37426" y="18034"/>
                  </a:lnTo>
                  <a:close/>
                </a:path>
                <a:path w="50164" h="40640">
                  <a:moveTo>
                    <a:pt x="37477" y="16256"/>
                  </a:moveTo>
                  <a:lnTo>
                    <a:pt x="37274" y="16256"/>
                  </a:lnTo>
                  <a:lnTo>
                    <a:pt x="37274" y="16383"/>
                  </a:lnTo>
                  <a:lnTo>
                    <a:pt x="37465" y="16383"/>
                  </a:lnTo>
                  <a:lnTo>
                    <a:pt x="37477" y="16256"/>
                  </a:lnTo>
                  <a:close/>
                </a:path>
                <a:path w="50164" h="40640">
                  <a:moveTo>
                    <a:pt x="37503" y="18034"/>
                  </a:moveTo>
                  <a:lnTo>
                    <a:pt x="36639" y="18034"/>
                  </a:lnTo>
                  <a:lnTo>
                    <a:pt x="36664" y="18161"/>
                  </a:lnTo>
                  <a:lnTo>
                    <a:pt x="37490" y="18161"/>
                  </a:lnTo>
                  <a:lnTo>
                    <a:pt x="37503" y="18034"/>
                  </a:lnTo>
                  <a:close/>
                </a:path>
                <a:path w="50164" h="40640">
                  <a:moveTo>
                    <a:pt x="37566" y="15494"/>
                  </a:moveTo>
                  <a:lnTo>
                    <a:pt x="37185" y="15494"/>
                  </a:lnTo>
                  <a:lnTo>
                    <a:pt x="37274" y="15748"/>
                  </a:lnTo>
                  <a:lnTo>
                    <a:pt x="37528" y="15875"/>
                  </a:lnTo>
                  <a:lnTo>
                    <a:pt x="37566" y="15494"/>
                  </a:lnTo>
                  <a:close/>
                </a:path>
                <a:path w="50164" h="40640">
                  <a:moveTo>
                    <a:pt x="37579" y="16002"/>
                  </a:moveTo>
                  <a:lnTo>
                    <a:pt x="37312" y="15875"/>
                  </a:lnTo>
                  <a:lnTo>
                    <a:pt x="37401" y="16002"/>
                  </a:lnTo>
                  <a:lnTo>
                    <a:pt x="37477" y="16256"/>
                  </a:lnTo>
                  <a:lnTo>
                    <a:pt x="37579" y="16002"/>
                  </a:lnTo>
                  <a:close/>
                </a:path>
                <a:path w="50164" h="40640">
                  <a:moveTo>
                    <a:pt x="37706" y="16383"/>
                  </a:moveTo>
                  <a:lnTo>
                    <a:pt x="37465" y="16383"/>
                  </a:lnTo>
                  <a:lnTo>
                    <a:pt x="37655" y="16510"/>
                  </a:lnTo>
                  <a:lnTo>
                    <a:pt x="37706" y="16383"/>
                  </a:lnTo>
                  <a:close/>
                </a:path>
                <a:path w="50164" h="40640">
                  <a:moveTo>
                    <a:pt x="37871" y="15494"/>
                  </a:moveTo>
                  <a:lnTo>
                    <a:pt x="37566" y="15494"/>
                  </a:lnTo>
                  <a:lnTo>
                    <a:pt x="37566" y="15621"/>
                  </a:lnTo>
                  <a:lnTo>
                    <a:pt x="37769" y="15621"/>
                  </a:lnTo>
                  <a:lnTo>
                    <a:pt x="37871" y="15494"/>
                  </a:lnTo>
                  <a:close/>
                </a:path>
                <a:path w="50164" h="40640">
                  <a:moveTo>
                    <a:pt x="37973" y="16383"/>
                  </a:moveTo>
                  <a:lnTo>
                    <a:pt x="37858" y="16256"/>
                  </a:lnTo>
                  <a:lnTo>
                    <a:pt x="37668" y="16256"/>
                  </a:lnTo>
                  <a:lnTo>
                    <a:pt x="37706" y="16383"/>
                  </a:lnTo>
                  <a:lnTo>
                    <a:pt x="37973" y="16383"/>
                  </a:lnTo>
                  <a:close/>
                </a:path>
                <a:path w="50164" h="40640">
                  <a:moveTo>
                    <a:pt x="38074" y="16510"/>
                  </a:moveTo>
                  <a:lnTo>
                    <a:pt x="37693" y="16510"/>
                  </a:lnTo>
                  <a:lnTo>
                    <a:pt x="37642" y="16891"/>
                  </a:lnTo>
                  <a:lnTo>
                    <a:pt x="37655" y="16510"/>
                  </a:lnTo>
                  <a:lnTo>
                    <a:pt x="37287" y="16510"/>
                  </a:lnTo>
                  <a:lnTo>
                    <a:pt x="37299" y="16891"/>
                  </a:lnTo>
                  <a:lnTo>
                    <a:pt x="36982" y="16891"/>
                  </a:lnTo>
                  <a:lnTo>
                    <a:pt x="36817" y="16891"/>
                  </a:lnTo>
                  <a:lnTo>
                    <a:pt x="37096" y="17018"/>
                  </a:lnTo>
                  <a:lnTo>
                    <a:pt x="37807" y="16891"/>
                  </a:lnTo>
                  <a:lnTo>
                    <a:pt x="38023" y="16637"/>
                  </a:lnTo>
                  <a:lnTo>
                    <a:pt x="38074" y="16510"/>
                  </a:lnTo>
                  <a:close/>
                </a:path>
                <a:path w="50164" h="40640">
                  <a:moveTo>
                    <a:pt x="38087" y="13119"/>
                  </a:moveTo>
                  <a:lnTo>
                    <a:pt x="37744" y="13119"/>
                  </a:lnTo>
                  <a:lnTo>
                    <a:pt x="37655" y="13335"/>
                  </a:lnTo>
                  <a:lnTo>
                    <a:pt x="37553" y="14046"/>
                  </a:lnTo>
                  <a:lnTo>
                    <a:pt x="38087" y="13119"/>
                  </a:lnTo>
                  <a:close/>
                </a:path>
                <a:path w="50164" h="40640">
                  <a:moveTo>
                    <a:pt x="38239" y="16510"/>
                  </a:moveTo>
                  <a:lnTo>
                    <a:pt x="38227" y="16383"/>
                  </a:lnTo>
                  <a:lnTo>
                    <a:pt x="37973" y="16383"/>
                  </a:lnTo>
                  <a:lnTo>
                    <a:pt x="38074" y="16510"/>
                  </a:lnTo>
                  <a:lnTo>
                    <a:pt x="38239" y="16510"/>
                  </a:lnTo>
                  <a:close/>
                </a:path>
                <a:path w="50164" h="40640">
                  <a:moveTo>
                    <a:pt x="38239" y="15621"/>
                  </a:moveTo>
                  <a:lnTo>
                    <a:pt x="37769" y="15621"/>
                  </a:lnTo>
                  <a:lnTo>
                    <a:pt x="37858" y="16256"/>
                  </a:lnTo>
                  <a:lnTo>
                    <a:pt x="38214" y="16256"/>
                  </a:lnTo>
                  <a:lnTo>
                    <a:pt x="38239" y="15621"/>
                  </a:lnTo>
                  <a:close/>
                </a:path>
                <a:path w="50164" h="40640">
                  <a:moveTo>
                    <a:pt x="38290" y="14986"/>
                  </a:moveTo>
                  <a:lnTo>
                    <a:pt x="37630" y="14986"/>
                  </a:lnTo>
                  <a:lnTo>
                    <a:pt x="37414" y="14947"/>
                  </a:lnTo>
                  <a:lnTo>
                    <a:pt x="37096" y="14909"/>
                  </a:lnTo>
                  <a:lnTo>
                    <a:pt x="37312" y="14566"/>
                  </a:lnTo>
                  <a:lnTo>
                    <a:pt x="37172" y="14439"/>
                  </a:lnTo>
                  <a:lnTo>
                    <a:pt x="37096" y="13995"/>
                  </a:lnTo>
                  <a:lnTo>
                    <a:pt x="36741" y="14109"/>
                  </a:lnTo>
                  <a:lnTo>
                    <a:pt x="36944" y="14287"/>
                  </a:lnTo>
                  <a:lnTo>
                    <a:pt x="37071" y="14287"/>
                  </a:lnTo>
                  <a:lnTo>
                    <a:pt x="37172" y="14605"/>
                  </a:lnTo>
                  <a:lnTo>
                    <a:pt x="37007" y="14770"/>
                  </a:lnTo>
                  <a:lnTo>
                    <a:pt x="37007" y="14986"/>
                  </a:lnTo>
                  <a:lnTo>
                    <a:pt x="37007" y="14770"/>
                  </a:lnTo>
                  <a:lnTo>
                    <a:pt x="36817" y="14935"/>
                  </a:lnTo>
                  <a:lnTo>
                    <a:pt x="35623" y="14986"/>
                  </a:lnTo>
                  <a:lnTo>
                    <a:pt x="35560" y="14617"/>
                  </a:lnTo>
                  <a:lnTo>
                    <a:pt x="35623" y="14363"/>
                  </a:lnTo>
                  <a:lnTo>
                    <a:pt x="35433" y="14274"/>
                  </a:lnTo>
                  <a:lnTo>
                    <a:pt x="35560" y="13868"/>
                  </a:lnTo>
                  <a:lnTo>
                    <a:pt x="35356" y="13906"/>
                  </a:lnTo>
                  <a:lnTo>
                    <a:pt x="35331" y="13703"/>
                  </a:lnTo>
                  <a:lnTo>
                    <a:pt x="35306" y="13423"/>
                  </a:lnTo>
                  <a:lnTo>
                    <a:pt x="35102" y="13462"/>
                  </a:lnTo>
                  <a:lnTo>
                    <a:pt x="35039" y="13233"/>
                  </a:lnTo>
                  <a:lnTo>
                    <a:pt x="35344" y="14046"/>
                  </a:lnTo>
                  <a:lnTo>
                    <a:pt x="35394" y="14630"/>
                  </a:lnTo>
                  <a:lnTo>
                    <a:pt x="35433" y="14986"/>
                  </a:lnTo>
                  <a:lnTo>
                    <a:pt x="35458" y="15240"/>
                  </a:lnTo>
                  <a:lnTo>
                    <a:pt x="35394" y="15494"/>
                  </a:lnTo>
                  <a:lnTo>
                    <a:pt x="35623" y="15494"/>
                  </a:lnTo>
                  <a:lnTo>
                    <a:pt x="35725" y="15621"/>
                  </a:lnTo>
                  <a:lnTo>
                    <a:pt x="36029" y="15913"/>
                  </a:lnTo>
                  <a:lnTo>
                    <a:pt x="35928" y="15621"/>
                  </a:lnTo>
                  <a:lnTo>
                    <a:pt x="37033" y="15621"/>
                  </a:lnTo>
                  <a:lnTo>
                    <a:pt x="37172" y="15621"/>
                  </a:lnTo>
                  <a:lnTo>
                    <a:pt x="37071" y="15494"/>
                  </a:lnTo>
                  <a:lnTo>
                    <a:pt x="35763" y="15494"/>
                  </a:lnTo>
                  <a:lnTo>
                    <a:pt x="35725" y="15240"/>
                  </a:lnTo>
                  <a:lnTo>
                    <a:pt x="37363" y="15240"/>
                  </a:lnTo>
                  <a:lnTo>
                    <a:pt x="38188" y="15240"/>
                  </a:lnTo>
                  <a:lnTo>
                    <a:pt x="38290" y="14986"/>
                  </a:lnTo>
                  <a:close/>
                </a:path>
                <a:path w="50164" h="40640">
                  <a:moveTo>
                    <a:pt x="38303" y="17018"/>
                  </a:moveTo>
                  <a:lnTo>
                    <a:pt x="38290" y="16891"/>
                  </a:lnTo>
                  <a:lnTo>
                    <a:pt x="37807" y="16891"/>
                  </a:lnTo>
                  <a:lnTo>
                    <a:pt x="38074" y="17145"/>
                  </a:lnTo>
                  <a:lnTo>
                    <a:pt x="38303" y="17018"/>
                  </a:lnTo>
                  <a:close/>
                </a:path>
                <a:path w="50164" h="40640">
                  <a:moveTo>
                    <a:pt x="38392" y="12687"/>
                  </a:moveTo>
                  <a:lnTo>
                    <a:pt x="37947" y="12687"/>
                  </a:lnTo>
                  <a:lnTo>
                    <a:pt x="38011" y="12979"/>
                  </a:lnTo>
                  <a:lnTo>
                    <a:pt x="38188" y="12979"/>
                  </a:lnTo>
                  <a:lnTo>
                    <a:pt x="38392" y="12687"/>
                  </a:lnTo>
                  <a:close/>
                </a:path>
                <a:path w="50164" h="40640">
                  <a:moveTo>
                    <a:pt x="38544" y="15240"/>
                  </a:moveTo>
                  <a:lnTo>
                    <a:pt x="38188" y="15240"/>
                  </a:lnTo>
                  <a:lnTo>
                    <a:pt x="37871" y="15494"/>
                  </a:lnTo>
                  <a:lnTo>
                    <a:pt x="38354" y="15494"/>
                  </a:lnTo>
                  <a:lnTo>
                    <a:pt x="38455" y="15367"/>
                  </a:lnTo>
                  <a:lnTo>
                    <a:pt x="38544" y="15240"/>
                  </a:lnTo>
                  <a:close/>
                </a:path>
                <a:path w="50164" h="40640">
                  <a:moveTo>
                    <a:pt x="38773" y="14986"/>
                  </a:moveTo>
                  <a:lnTo>
                    <a:pt x="38595" y="14732"/>
                  </a:lnTo>
                  <a:lnTo>
                    <a:pt x="38392" y="14986"/>
                  </a:lnTo>
                  <a:lnTo>
                    <a:pt x="38773" y="14986"/>
                  </a:lnTo>
                  <a:close/>
                </a:path>
                <a:path w="50164" h="40640">
                  <a:moveTo>
                    <a:pt x="39458" y="3276"/>
                  </a:moveTo>
                  <a:lnTo>
                    <a:pt x="38658" y="3276"/>
                  </a:lnTo>
                  <a:lnTo>
                    <a:pt x="38950" y="4102"/>
                  </a:lnTo>
                  <a:lnTo>
                    <a:pt x="39458" y="3276"/>
                  </a:lnTo>
                  <a:close/>
                </a:path>
                <a:path w="50164" h="40640">
                  <a:moveTo>
                    <a:pt x="39624" y="11150"/>
                  </a:moveTo>
                  <a:lnTo>
                    <a:pt x="39357" y="11150"/>
                  </a:lnTo>
                  <a:lnTo>
                    <a:pt x="38760" y="11722"/>
                  </a:lnTo>
                  <a:lnTo>
                    <a:pt x="38633" y="12090"/>
                  </a:lnTo>
                  <a:lnTo>
                    <a:pt x="38430" y="12090"/>
                  </a:lnTo>
                  <a:lnTo>
                    <a:pt x="38341" y="12687"/>
                  </a:lnTo>
                  <a:lnTo>
                    <a:pt x="39027" y="11899"/>
                  </a:lnTo>
                  <a:lnTo>
                    <a:pt x="39471" y="11531"/>
                  </a:lnTo>
                  <a:lnTo>
                    <a:pt x="39624" y="11150"/>
                  </a:lnTo>
                  <a:close/>
                </a:path>
                <a:path w="50164" h="40640">
                  <a:moveTo>
                    <a:pt x="40017" y="14605"/>
                  </a:moveTo>
                  <a:lnTo>
                    <a:pt x="39319" y="15151"/>
                  </a:lnTo>
                  <a:lnTo>
                    <a:pt x="39687" y="15151"/>
                  </a:lnTo>
                  <a:lnTo>
                    <a:pt x="40017" y="14605"/>
                  </a:lnTo>
                  <a:close/>
                </a:path>
                <a:path w="50164" h="40640">
                  <a:moveTo>
                    <a:pt x="40093" y="13690"/>
                  </a:moveTo>
                  <a:lnTo>
                    <a:pt x="39839" y="14147"/>
                  </a:lnTo>
                  <a:lnTo>
                    <a:pt x="40081" y="14147"/>
                  </a:lnTo>
                  <a:lnTo>
                    <a:pt x="40093" y="13690"/>
                  </a:lnTo>
                  <a:close/>
                </a:path>
                <a:path w="50164" h="40640">
                  <a:moveTo>
                    <a:pt x="40271" y="13500"/>
                  </a:moveTo>
                  <a:lnTo>
                    <a:pt x="40106" y="13284"/>
                  </a:lnTo>
                  <a:lnTo>
                    <a:pt x="40106" y="13500"/>
                  </a:lnTo>
                  <a:lnTo>
                    <a:pt x="40271" y="13500"/>
                  </a:lnTo>
                  <a:close/>
                </a:path>
                <a:path w="50164" h="40640">
                  <a:moveTo>
                    <a:pt x="40284" y="10782"/>
                  </a:moveTo>
                  <a:lnTo>
                    <a:pt x="39763" y="10782"/>
                  </a:lnTo>
                  <a:lnTo>
                    <a:pt x="39624" y="11150"/>
                  </a:lnTo>
                  <a:lnTo>
                    <a:pt x="40220" y="11150"/>
                  </a:lnTo>
                  <a:lnTo>
                    <a:pt x="40284" y="10782"/>
                  </a:lnTo>
                  <a:close/>
                </a:path>
                <a:path w="50164" h="40640">
                  <a:moveTo>
                    <a:pt x="40678" y="11150"/>
                  </a:moveTo>
                  <a:lnTo>
                    <a:pt x="40500" y="11150"/>
                  </a:lnTo>
                  <a:lnTo>
                    <a:pt x="40525" y="11531"/>
                  </a:lnTo>
                  <a:lnTo>
                    <a:pt x="40678" y="11150"/>
                  </a:lnTo>
                  <a:close/>
                </a:path>
                <a:path w="50164" h="40640">
                  <a:moveTo>
                    <a:pt x="40716" y="13690"/>
                  </a:moveTo>
                  <a:lnTo>
                    <a:pt x="40513" y="14147"/>
                  </a:lnTo>
                  <a:lnTo>
                    <a:pt x="40017" y="14605"/>
                  </a:lnTo>
                  <a:lnTo>
                    <a:pt x="40703" y="14147"/>
                  </a:lnTo>
                  <a:lnTo>
                    <a:pt x="40716" y="13690"/>
                  </a:lnTo>
                  <a:close/>
                </a:path>
                <a:path w="50164" h="40640">
                  <a:moveTo>
                    <a:pt x="40843" y="14541"/>
                  </a:moveTo>
                  <a:lnTo>
                    <a:pt x="40360" y="14833"/>
                  </a:lnTo>
                  <a:lnTo>
                    <a:pt x="39395" y="15646"/>
                  </a:lnTo>
                  <a:lnTo>
                    <a:pt x="40525" y="14833"/>
                  </a:lnTo>
                  <a:lnTo>
                    <a:pt x="40843" y="14541"/>
                  </a:lnTo>
                  <a:close/>
                </a:path>
                <a:path w="50164" h="40640">
                  <a:moveTo>
                    <a:pt x="40944" y="13055"/>
                  </a:moveTo>
                  <a:lnTo>
                    <a:pt x="40741" y="13055"/>
                  </a:lnTo>
                  <a:lnTo>
                    <a:pt x="40716" y="13690"/>
                  </a:lnTo>
                  <a:lnTo>
                    <a:pt x="40919" y="13500"/>
                  </a:lnTo>
                  <a:lnTo>
                    <a:pt x="40944" y="13055"/>
                  </a:lnTo>
                  <a:close/>
                </a:path>
                <a:path w="50164" h="40640">
                  <a:moveTo>
                    <a:pt x="41287" y="14236"/>
                  </a:moveTo>
                  <a:lnTo>
                    <a:pt x="40779" y="14541"/>
                  </a:lnTo>
                  <a:lnTo>
                    <a:pt x="40982" y="14541"/>
                  </a:lnTo>
                  <a:lnTo>
                    <a:pt x="41287" y="14236"/>
                  </a:lnTo>
                  <a:close/>
                </a:path>
                <a:path w="50164" h="40640">
                  <a:moveTo>
                    <a:pt x="41529" y="13804"/>
                  </a:moveTo>
                  <a:lnTo>
                    <a:pt x="41135" y="14236"/>
                  </a:lnTo>
                  <a:lnTo>
                    <a:pt x="41287" y="14236"/>
                  </a:lnTo>
                  <a:lnTo>
                    <a:pt x="41529" y="13804"/>
                  </a:lnTo>
                  <a:close/>
                </a:path>
                <a:path w="50164" h="40640">
                  <a:moveTo>
                    <a:pt x="41910" y="10528"/>
                  </a:moveTo>
                  <a:lnTo>
                    <a:pt x="41859" y="10147"/>
                  </a:lnTo>
                  <a:lnTo>
                    <a:pt x="41592" y="9931"/>
                  </a:lnTo>
                  <a:lnTo>
                    <a:pt x="41275" y="10020"/>
                  </a:lnTo>
                  <a:lnTo>
                    <a:pt x="41249" y="10363"/>
                  </a:lnTo>
                  <a:lnTo>
                    <a:pt x="41414" y="10414"/>
                  </a:lnTo>
                  <a:lnTo>
                    <a:pt x="41567" y="10604"/>
                  </a:lnTo>
                  <a:lnTo>
                    <a:pt x="41503" y="10731"/>
                  </a:lnTo>
                  <a:lnTo>
                    <a:pt x="41656" y="10553"/>
                  </a:lnTo>
                  <a:lnTo>
                    <a:pt x="41783" y="10642"/>
                  </a:lnTo>
                  <a:lnTo>
                    <a:pt x="41719" y="10502"/>
                  </a:lnTo>
                  <a:lnTo>
                    <a:pt x="41910" y="10528"/>
                  </a:lnTo>
                  <a:close/>
                </a:path>
                <a:path w="50164" h="40640">
                  <a:moveTo>
                    <a:pt x="42087" y="9169"/>
                  </a:moveTo>
                  <a:lnTo>
                    <a:pt x="41503" y="9410"/>
                  </a:lnTo>
                  <a:lnTo>
                    <a:pt x="40906" y="10121"/>
                  </a:lnTo>
                  <a:lnTo>
                    <a:pt x="40030" y="10287"/>
                  </a:lnTo>
                  <a:lnTo>
                    <a:pt x="39751" y="10782"/>
                  </a:lnTo>
                  <a:lnTo>
                    <a:pt x="40678" y="10287"/>
                  </a:lnTo>
                  <a:lnTo>
                    <a:pt x="41097" y="10121"/>
                  </a:lnTo>
                  <a:lnTo>
                    <a:pt x="41833" y="9410"/>
                  </a:lnTo>
                  <a:lnTo>
                    <a:pt x="42087" y="9169"/>
                  </a:lnTo>
                  <a:close/>
                </a:path>
                <a:path w="50164" h="40640">
                  <a:moveTo>
                    <a:pt x="42659" y="11455"/>
                  </a:moveTo>
                  <a:lnTo>
                    <a:pt x="42519" y="11417"/>
                  </a:lnTo>
                  <a:lnTo>
                    <a:pt x="42659" y="11455"/>
                  </a:lnTo>
                  <a:close/>
                </a:path>
                <a:path w="50164" h="40640">
                  <a:moveTo>
                    <a:pt x="43141" y="3276"/>
                  </a:moveTo>
                  <a:lnTo>
                    <a:pt x="41109" y="3276"/>
                  </a:lnTo>
                  <a:lnTo>
                    <a:pt x="41059" y="3949"/>
                  </a:lnTo>
                  <a:lnTo>
                    <a:pt x="40970" y="3276"/>
                  </a:lnTo>
                  <a:lnTo>
                    <a:pt x="40157" y="3276"/>
                  </a:lnTo>
                  <a:lnTo>
                    <a:pt x="39395" y="4622"/>
                  </a:lnTo>
                  <a:lnTo>
                    <a:pt x="41021" y="4622"/>
                  </a:lnTo>
                  <a:lnTo>
                    <a:pt x="41160" y="4622"/>
                  </a:lnTo>
                  <a:lnTo>
                    <a:pt x="42735" y="4622"/>
                  </a:lnTo>
                  <a:lnTo>
                    <a:pt x="43141" y="3276"/>
                  </a:lnTo>
                  <a:close/>
                </a:path>
                <a:path w="50164" h="40640">
                  <a:moveTo>
                    <a:pt x="43586" y="11112"/>
                  </a:moveTo>
                  <a:lnTo>
                    <a:pt x="42837" y="11112"/>
                  </a:lnTo>
                  <a:lnTo>
                    <a:pt x="43116" y="11823"/>
                  </a:lnTo>
                  <a:lnTo>
                    <a:pt x="43129" y="12026"/>
                  </a:lnTo>
                  <a:lnTo>
                    <a:pt x="43332" y="12026"/>
                  </a:lnTo>
                  <a:lnTo>
                    <a:pt x="43586" y="11112"/>
                  </a:lnTo>
                  <a:close/>
                </a:path>
                <a:path w="50164" h="40640">
                  <a:moveTo>
                    <a:pt x="43624" y="8648"/>
                  </a:moveTo>
                  <a:lnTo>
                    <a:pt x="43014" y="8648"/>
                  </a:lnTo>
                  <a:lnTo>
                    <a:pt x="42824" y="8864"/>
                  </a:lnTo>
                  <a:lnTo>
                    <a:pt x="42087" y="9169"/>
                  </a:lnTo>
                  <a:lnTo>
                    <a:pt x="43624" y="8648"/>
                  </a:lnTo>
                  <a:close/>
                </a:path>
                <a:path w="50164" h="40640">
                  <a:moveTo>
                    <a:pt x="45085" y="10896"/>
                  </a:moveTo>
                  <a:lnTo>
                    <a:pt x="44894" y="10502"/>
                  </a:lnTo>
                  <a:lnTo>
                    <a:pt x="44983" y="10731"/>
                  </a:lnTo>
                  <a:lnTo>
                    <a:pt x="45085" y="10896"/>
                  </a:lnTo>
                  <a:close/>
                </a:path>
                <a:path w="50164" h="40640">
                  <a:moveTo>
                    <a:pt x="46316" y="5435"/>
                  </a:moveTo>
                  <a:lnTo>
                    <a:pt x="46113" y="5410"/>
                  </a:lnTo>
                  <a:lnTo>
                    <a:pt x="46316" y="5435"/>
                  </a:lnTo>
                  <a:close/>
                </a:path>
                <a:path w="50164" h="40640">
                  <a:moveTo>
                    <a:pt x="47078" y="8712"/>
                  </a:moveTo>
                  <a:lnTo>
                    <a:pt x="47015" y="9156"/>
                  </a:lnTo>
                  <a:lnTo>
                    <a:pt x="47078" y="9004"/>
                  </a:lnTo>
                  <a:lnTo>
                    <a:pt x="47078" y="8712"/>
                  </a:lnTo>
                  <a:close/>
                </a:path>
                <a:path w="50164" h="40640">
                  <a:moveTo>
                    <a:pt x="47167" y="5753"/>
                  </a:moveTo>
                  <a:lnTo>
                    <a:pt x="46939" y="5588"/>
                  </a:lnTo>
                  <a:lnTo>
                    <a:pt x="46685" y="5727"/>
                  </a:lnTo>
                  <a:lnTo>
                    <a:pt x="46837" y="5664"/>
                  </a:lnTo>
                  <a:lnTo>
                    <a:pt x="47167" y="5753"/>
                  </a:lnTo>
                  <a:close/>
                </a:path>
                <a:path w="50164" h="40640">
                  <a:moveTo>
                    <a:pt x="47586" y="5918"/>
                  </a:moveTo>
                  <a:lnTo>
                    <a:pt x="47396" y="5918"/>
                  </a:lnTo>
                  <a:lnTo>
                    <a:pt x="47586" y="6096"/>
                  </a:lnTo>
                  <a:lnTo>
                    <a:pt x="47586" y="5918"/>
                  </a:lnTo>
                  <a:close/>
                </a:path>
                <a:path w="50164" h="40640">
                  <a:moveTo>
                    <a:pt x="48069" y="9791"/>
                  </a:moveTo>
                  <a:lnTo>
                    <a:pt x="47942" y="9728"/>
                  </a:lnTo>
                  <a:lnTo>
                    <a:pt x="47993" y="9893"/>
                  </a:lnTo>
                  <a:close/>
                </a:path>
                <a:path w="50164" h="40640">
                  <a:moveTo>
                    <a:pt x="48361" y="8648"/>
                  </a:moveTo>
                  <a:lnTo>
                    <a:pt x="48272" y="8420"/>
                  </a:lnTo>
                  <a:lnTo>
                    <a:pt x="48171" y="8585"/>
                  </a:lnTo>
                  <a:lnTo>
                    <a:pt x="47929" y="8699"/>
                  </a:lnTo>
                  <a:lnTo>
                    <a:pt x="47866" y="8394"/>
                  </a:lnTo>
                  <a:lnTo>
                    <a:pt x="47739" y="8534"/>
                  </a:lnTo>
                  <a:lnTo>
                    <a:pt x="47332" y="8458"/>
                  </a:lnTo>
                  <a:lnTo>
                    <a:pt x="47117" y="8394"/>
                  </a:lnTo>
                  <a:lnTo>
                    <a:pt x="46964" y="8356"/>
                  </a:lnTo>
                  <a:lnTo>
                    <a:pt x="46888" y="8204"/>
                  </a:lnTo>
                  <a:lnTo>
                    <a:pt x="46761" y="8229"/>
                  </a:lnTo>
                  <a:lnTo>
                    <a:pt x="46634" y="8356"/>
                  </a:lnTo>
                  <a:lnTo>
                    <a:pt x="46456" y="8394"/>
                  </a:lnTo>
                  <a:lnTo>
                    <a:pt x="46240" y="8356"/>
                  </a:lnTo>
                  <a:lnTo>
                    <a:pt x="46062" y="8458"/>
                  </a:lnTo>
                  <a:lnTo>
                    <a:pt x="45681" y="8559"/>
                  </a:lnTo>
                  <a:lnTo>
                    <a:pt x="45961" y="8521"/>
                  </a:lnTo>
                  <a:lnTo>
                    <a:pt x="46113" y="8610"/>
                  </a:lnTo>
                  <a:lnTo>
                    <a:pt x="46342" y="8521"/>
                  </a:lnTo>
                  <a:lnTo>
                    <a:pt x="46774" y="8610"/>
                  </a:lnTo>
                  <a:lnTo>
                    <a:pt x="46951" y="8432"/>
                  </a:lnTo>
                  <a:lnTo>
                    <a:pt x="47167" y="8686"/>
                  </a:lnTo>
                  <a:lnTo>
                    <a:pt x="47421" y="8674"/>
                  </a:lnTo>
                  <a:lnTo>
                    <a:pt x="47637" y="8674"/>
                  </a:lnTo>
                  <a:lnTo>
                    <a:pt x="47866" y="8851"/>
                  </a:lnTo>
                  <a:lnTo>
                    <a:pt x="48082" y="8890"/>
                  </a:lnTo>
                  <a:lnTo>
                    <a:pt x="48133" y="8750"/>
                  </a:lnTo>
                  <a:lnTo>
                    <a:pt x="48361" y="8648"/>
                  </a:lnTo>
                  <a:close/>
                </a:path>
                <a:path w="50164" h="40640">
                  <a:moveTo>
                    <a:pt x="49314" y="13804"/>
                  </a:moveTo>
                  <a:lnTo>
                    <a:pt x="48526" y="13538"/>
                  </a:lnTo>
                  <a:lnTo>
                    <a:pt x="48590" y="12979"/>
                  </a:lnTo>
                  <a:lnTo>
                    <a:pt x="49047" y="12026"/>
                  </a:lnTo>
                  <a:lnTo>
                    <a:pt x="48641" y="12560"/>
                  </a:lnTo>
                  <a:lnTo>
                    <a:pt x="48704" y="12026"/>
                  </a:lnTo>
                  <a:lnTo>
                    <a:pt x="48691" y="11112"/>
                  </a:lnTo>
                  <a:lnTo>
                    <a:pt x="48539" y="11112"/>
                  </a:lnTo>
                  <a:lnTo>
                    <a:pt x="48107" y="11658"/>
                  </a:lnTo>
                  <a:lnTo>
                    <a:pt x="47980" y="11823"/>
                  </a:lnTo>
                  <a:lnTo>
                    <a:pt x="48247" y="11823"/>
                  </a:lnTo>
                  <a:lnTo>
                    <a:pt x="48209" y="12026"/>
                  </a:lnTo>
                  <a:lnTo>
                    <a:pt x="47917" y="12026"/>
                  </a:lnTo>
                  <a:lnTo>
                    <a:pt x="47917" y="13335"/>
                  </a:lnTo>
                  <a:lnTo>
                    <a:pt x="47231" y="13106"/>
                  </a:lnTo>
                  <a:lnTo>
                    <a:pt x="47345" y="12026"/>
                  </a:lnTo>
                  <a:lnTo>
                    <a:pt x="47371" y="11823"/>
                  </a:lnTo>
                  <a:lnTo>
                    <a:pt x="46812" y="11112"/>
                  </a:lnTo>
                  <a:lnTo>
                    <a:pt x="45707" y="11112"/>
                  </a:lnTo>
                  <a:lnTo>
                    <a:pt x="46888" y="11823"/>
                  </a:lnTo>
                  <a:lnTo>
                    <a:pt x="46774" y="13804"/>
                  </a:lnTo>
                  <a:lnTo>
                    <a:pt x="46113" y="14236"/>
                  </a:lnTo>
                  <a:lnTo>
                    <a:pt x="45669" y="13804"/>
                  </a:lnTo>
                  <a:lnTo>
                    <a:pt x="46774" y="13804"/>
                  </a:lnTo>
                  <a:lnTo>
                    <a:pt x="46774" y="11823"/>
                  </a:lnTo>
                  <a:lnTo>
                    <a:pt x="46583" y="11823"/>
                  </a:lnTo>
                  <a:lnTo>
                    <a:pt x="46570" y="12026"/>
                  </a:lnTo>
                  <a:lnTo>
                    <a:pt x="45173" y="12026"/>
                  </a:lnTo>
                  <a:lnTo>
                    <a:pt x="45427" y="11823"/>
                  </a:lnTo>
                  <a:lnTo>
                    <a:pt x="46050" y="11823"/>
                  </a:lnTo>
                  <a:lnTo>
                    <a:pt x="45681" y="11112"/>
                  </a:lnTo>
                  <a:lnTo>
                    <a:pt x="44907" y="11112"/>
                  </a:lnTo>
                  <a:lnTo>
                    <a:pt x="44767" y="11823"/>
                  </a:lnTo>
                  <a:lnTo>
                    <a:pt x="44780" y="12026"/>
                  </a:lnTo>
                  <a:lnTo>
                    <a:pt x="45085" y="12026"/>
                  </a:lnTo>
                  <a:lnTo>
                    <a:pt x="45008" y="12344"/>
                  </a:lnTo>
                  <a:lnTo>
                    <a:pt x="44361" y="12115"/>
                  </a:lnTo>
                  <a:lnTo>
                    <a:pt x="44361" y="12534"/>
                  </a:lnTo>
                  <a:lnTo>
                    <a:pt x="43980" y="12153"/>
                  </a:lnTo>
                  <a:lnTo>
                    <a:pt x="42214" y="13093"/>
                  </a:lnTo>
                  <a:lnTo>
                    <a:pt x="42608" y="12026"/>
                  </a:lnTo>
                  <a:lnTo>
                    <a:pt x="42227" y="12026"/>
                  </a:lnTo>
                  <a:lnTo>
                    <a:pt x="41859" y="12954"/>
                  </a:lnTo>
                  <a:lnTo>
                    <a:pt x="41897" y="12242"/>
                  </a:lnTo>
                  <a:lnTo>
                    <a:pt x="41668" y="12242"/>
                  </a:lnTo>
                  <a:lnTo>
                    <a:pt x="41694" y="11938"/>
                  </a:lnTo>
                  <a:lnTo>
                    <a:pt x="39852" y="12242"/>
                  </a:lnTo>
                  <a:lnTo>
                    <a:pt x="39573" y="12547"/>
                  </a:lnTo>
                  <a:lnTo>
                    <a:pt x="39103" y="13055"/>
                  </a:lnTo>
                  <a:lnTo>
                    <a:pt x="39941" y="13055"/>
                  </a:lnTo>
                  <a:lnTo>
                    <a:pt x="39789" y="12839"/>
                  </a:lnTo>
                  <a:lnTo>
                    <a:pt x="40970" y="12471"/>
                  </a:lnTo>
                  <a:lnTo>
                    <a:pt x="40944" y="13055"/>
                  </a:lnTo>
                  <a:lnTo>
                    <a:pt x="41821" y="13055"/>
                  </a:lnTo>
                  <a:lnTo>
                    <a:pt x="41694" y="13385"/>
                  </a:lnTo>
                  <a:lnTo>
                    <a:pt x="40894" y="13804"/>
                  </a:lnTo>
                  <a:lnTo>
                    <a:pt x="41529" y="13804"/>
                  </a:lnTo>
                  <a:lnTo>
                    <a:pt x="41960" y="13804"/>
                  </a:lnTo>
                  <a:lnTo>
                    <a:pt x="43180" y="13804"/>
                  </a:lnTo>
                  <a:lnTo>
                    <a:pt x="42506" y="14173"/>
                  </a:lnTo>
                  <a:lnTo>
                    <a:pt x="41567" y="14820"/>
                  </a:lnTo>
                  <a:lnTo>
                    <a:pt x="40551" y="15405"/>
                  </a:lnTo>
                  <a:lnTo>
                    <a:pt x="41668" y="14897"/>
                  </a:lnTo>
                  <a:lnTo>
                    <a:pt x="42557" y="14160"/>
                  </a:lnTo>
                  <a:lnTo>
                    <a:pt x="43764" y="13881"/>
                  </a:lnTo>
                  <a:lnTo>
                    <a:pt x="46164" y="14541"/>
                  </a:lnTo>
                  <a:lnTo>
                    <a:pt x="46824" y="14236"/>
                  </a:lnTo>
                  <a:lnTo>
                    <a:pt x="47866" y="13804"/>
                  </a:lnTo>
                  <a:lnTo>
                    <a:pt x="48196" y="13804"/>
                  </a:lnTo>
                  <a:lnTo>
                    <a:pt x="48501" y="13804"/>
                  </a:lnTo>
                  <a:lnTo>
                    <a:pt x="49314" y="13804"/>
                  </a:lnTo>
                  <a:close/>
                </a:path>
                <a:path w="50164" h="40640">
                  <a:moveTo>
                    <a:pt x="49542" y="10795"/>
                  </a:moveTo>
                  <a:lnTo>
                    <a:pt x="49276" y="9969"/>
                  </a:lnTo>
                  <a:lnTo>
                    <a:pt x="48691" y="9334"/>
                  </a:lnTo>
                  <a:lnTo>
                    <a:pt x="48044" y="8978"/>
                  </a:lnTo>
                  <a:lnTo>
                    <a:pt x="48704" y="9410"/>
                  </a:lnTo>
                  <a:lnTo>
                    <a:pt x="49199" y="10033"/>
                  </a:lnTo>
                  <a:lnTo>
                    <a:pt x="49542" y="107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7" name="object 157"/>
            <p:cNvSpPr/>
            <p:nvPr/>
          </p:nvSpPr>
          <p:spPr>
            <a:xfrm>
              <a:off x="4035933" y="1181861"/>
              <a:ext cx="40005" cy="36830"/>
            </a:xfrm>
            <a:custGeom>
              <a:avLst/>
              <a:gdLst/>
              <a:ahLst/>
              <a:cxnLst/>
              <a:rect l="l" t="t" r="r" b="b"/>
              <a:pathLst>
                <a:path w="40004" h="36830">
                  <a:moveTo>
                    <a:pt x="1422" y="10655"/>
                  </a:moveTo>
                  <a:lnTo>
                    <a:pt x="1028" y="10477"/>
                  </a:lnTo>
                  <a:lnTo>
                    <a:pt x="317" y="10591"/>
                  </a:lnTo>
                  <a:lnTo>
                    <a:pt x="76" y="10807"/>
                  </a:lnTo>
                  <a:lnTo>
                    <a:pt x="342" y="10718"/>
                  </a:lnTo>
                  <a:lnTo>
                    <a:pt x="838" y="10528"/>
                  </a:lnTo>
                  <a:lnTo>
                    <a:pt x="1422" y="10655"/>
                  </a:lnTo>
                  <a:close/>
                </a:path>
                <a:path w="40004" h="36830">
                  <a:moveTo>
                    <a:pt x="2908" y="15100"/>
                  </a:moveTo>
                  <a:lnTo>
                    <a:pt x="2832" y="15278"/>
                  </a:lnTo>
                  <a:lnTo>
                    <a:pt x="2768" y="15506"/>
                  </a:lnTo>
                  <a:lnTo>
                    <a:pt x="2565" y="15595"/>
                  </a:lnTo>
                  <a:lnTo>
                    <a:pt x="2857" y="15621"/>
                  </a:lnTo>
                  <a:lnTo>
                    <a:pt x="2882" y="15252"/>
                  </a:lnTo>
                  <a:lnTo>
                    <a:pt x="2908" y="15100"/>
                  </a:lnTo>
                  <a:close/>
                </a:path>
                <a:path w="40004" h="36830">
                  <a:moveTo>
                    <a:pt x="10515" y="27127"/>
                  </a:moveTo>
                  <a:lnTo>
                    <a:pt x="10325" y="27254"/>
                  </a:lnTo>
                  <a:lnTo>
                    <a:pt x="10515" y="27190"/>
                  </a:lnTo>
                  <a:close/>
                </a:path>
                <a:path w="40004" h="36830">
                  <a:moveTo>
                    <a:pt x="10947" y="21742"/>
                  </a:moveTo>
                  <a:lnTo>
                    <a:pt x="10756" y="21742"/>
                  </a:lnTo>
                  <a:lnTo>
                    <a:pt x="10883" y="21907"/>
                  </a:lnTo>
                  <a:lnTo>
                    <a:pt x="10947" y="21742"/>
                  </a:lnTo>
                  <a:close/>
                </a:path>
                <a:path w="40004" h="36830">
                  <a:moveTo>
                    <a:pt x="12039" y="22542"/>
                  </a:moveTo>
                  <a:close/>
                </a:path>
                <a:path w="40004" h="36830">
                  <a:moveTo>
                    <a:pt x="12560" y="30721"/>
                  </a:moveTo>
                  <a:lnTo>
                    <a:pt x="12560" y="30886"/>
                  </a:lnTo>
                  <a:lnTo>
                    <a:pt x="12560" y="30721"/>
                  </a:lnTo>
                  <a:close/>
                </a:path>
                <a:path w="40004" h="36830">
                  <a:moveTo>
                    <a:pt x="13601" y="25882"/>
                  </a:moveTo>
                  <a:lnTo>
                    <a:pt x="13563" y="25704"/>
                  </a:lnTo>
                  <a:lnTo>
                    <a:pt x="13423" y="25831"/>
                  </a:lnTo>
                  <a:lnTo>
                    <a:pt x="13601" y="25882"/>
                  </a:lnTo>
                  <a:close/>
                </a:path>
                <a:path w="40004" h="36830">
                  <a:moveTo>
                    <a:pt x="13741" y="25806"/>
                  </a:moveTo>
                  <a:close/>
                </a:path>
                <a:path w="40004" h="36830">
                  <a:moveTo>
                    <a:pt x="14681" y="29552"/>
                  </a:moveTo>
                  <a:lnTo>
                    <a:pt x="14668" y="29235"/>
                  </a:lnTo>
                  <a:lnTo>
                    <a:pt x="14643" y="29413"/>
                  </a:lnTo>
                  <a:lnTo>
                    <a:pt x="14478" y="29413"/>
                  </a:lnTo>
                  <a:lnTo>
                    <a:pt x="14312" y="29514"/>
                  </a:lnTo>
                  <a:lnTo>
                    <a:pt x="14414" y="29667"/>
                  </a:lnTo>
                  <a:lnTo>
                    <a:pt x="14414" y="29895"/>
                  </a:lnTo>
                  <a:lnTo>
                    <a:pt x="14617" y="29972"/>
                  </a:lnTo>
                  <a:lnTo>
                    <a:pt x="14643" y="29464"/>
                  </a:lnTo>
                  <a:close/>
                </a:path>
                <a:path w="40004" h="36830">
                  <a:moveTo>
                    <a:pt x="14871" y="30200"/>
                  </a:moveTo>
                  <a:lnTo>
                    <a:pt x="14693" y="29908"/>
                  </a:lnTo>
                  <a:lnTo>
                    <a:pt x="14668" y="30073"/>
                  </a:lnTo>
                  <a:lnTo>
                    <a:pt x="14744" y="30264"/>
                  </a:lnTo>
                  <a:lnTo>
                    <a:pt x="14668" y="30137"/>
                  </a:lnTo>
                  <a:lnTo>
                    <a:pt x="14554" y="30480"/>
                  </a:lnTo>
                  <a:lnTo>
                    <a:pt x="14744" y="30480"/>
                  </a:lnTo>
                  <a:lnTo>
                    <a:pt x="14719" y="30264"/>
                  </a:lnTo>
                  <a:lnTo>
                    <a:pt x="14871" y="30556"/>
                  </a:lnTo>
                  <a:lnTo>
                    <a:pt x="14871" y="30200"/>
                  </a:lnTo>
                  <a:close/>
                </a:path>
                <a:path w="40004" h="36830">
                  <a:moveTo>
                    <a:pt x="15011" y="28816"/>
                  </a:moveTo>
                  <a:close/>
                </a:path>
                <a:path w="40004" h="36830">
                  <a:moveTo>
                    <a:pt x="15138" y="35458"/>
                  </a:moveTo>
                  <a:lnTo>
                    <a:pt x="14973" y="35318"/>
                  </a:lnTo>
                  <a:lnTo>
                    <a:pt x="14973" y="35547"/>
                  </a:lnTo>
                  <a:lnTo>
                    <a:pt x="15138" y="35572"/>
                  </a:lnTo>
                  <a:close/>
                </a:path>
                <a:path w="40004" h="36830">
                  <a:moveTo>
                    <a:pt x="15201" y="30162"/>
                  </a:moveTo>
                  <a:lnTo>
                    <a:pt x="15062" y="30099"/>
                  </a:lnTo>
                  <a:lnTo>
                    <a:pt x="15201" y="30162"/>
                  </a:lnTo>
                  <a:close/>
                </a:path>
                <a:path w="40004" h="36830">
                  <a:moveTo>
                    <a:pt x="15201" y="29273"/>
                  </a:moveTo>
                  <a:lnTo>
                    <a:pt x="14922" y="29057"/>
                  </a:lnTo>
                  <a:lnTo>
                    <a:pt x="14986" y="29413"/>
                  </a:lnTo>
                  <a:lnTo>
                    <a:pt x="15201" y="29273"/>
                  </a:lnTo>
                  <a:close/>
                </a:path>
                <a:path w="40004" h="36830">
                  <a:moveTo>
                    <a:pt x="15227" y="33312"/>
                  </a:moveTo>
                  <a:lnTo>
                    <a:pt x="15201" y="33083"/>
                  </a:lnTo>
                  <a:lnTo>
                    <a:pt x="15036" y="33020"/>
                  </a:lnTo>
                  <a:lnTo>
                    <a:pt x="15138" y="33210"/>
                  </a:lnTo>
                  <a:lnTo>
                    <a:pt x="15087" y="33375"/>
                  </a:lnTo>
                  <a:lnTo>
                    <a:pt x="15227" y="33312"/>
                  </a:lnTo>
                  <a:close/>
                </a:path>
                <a:path w="40004" h="36830">
                  <a:moveTo>
                    <a:pt x="15303" y="32969"/>
                  </a:moveTo>
                  <a:lnTo>
                    <a:pt x="15252" y="32829"/>
                  </a:lnTo>
                  <a:lnTo>
                    <a:pt x="15265" y="33020"/>
                  </a:lnTo>
                  <a:close/>
                </a:path>
                <a:path w="40004" h="36830">
                  <a:moveTo>
                    <a:pt x="15316" y="35102"/>
                  </a:moveTo>
                  <a:lnTo>
                    <a:pt x="15163" y="35102"/>
                  </a:lnTo>
                  <a:lnTo>
                    <a:pt x="15316" y="35153"/>
                  </a:lnTo>
                  <a:close/>
                </a:path>
                <a:path w="40004" h="36830">
                  <a:moveTo>
                    <a:pt x="15341" y="34798"/>
                  </a:moveTo>
                  <a:lnTo>
                    <a:pt x="15201" y="34594"/>
                  </a:lnTo>
                  <a:lnTo>
                    <a:pt x="15163" y="34886"/>
                  </a:lnTo>
                  <a:lnTo>
                    <a:pt x="15316" y="34886"/>
                  </a:lnTo>
                  <a:close/>
                </a:path>
                <a:path w="40004" h="36830">
                  <a:moveTo>
                    <a:pt x="15430" y="34061"/>
                  </a:moveTo>
                  <a:lnTo>
                    <a:pt x="15328" y="33934"/>
                  </a:lnTo>
                  <a:lnTo>
                    <a:pt x="15354" y="33794"/>
                  </a:lnTo>
                  <a:lnTo>
                    <a:pt x="15201" y="33667"/>
                  </a:lnTo>
                  <a:lnTo>
                    <a:pt x="15100" y="33807"/>
                  </a:lnTo>
                  <a:lnTo>
                    <a:pt x="15074" y="34239"/>
                  </a:lnTo>
                  <a:lnTo>
                    <a:pt x="15087" y="34378"/>
                  </a:lnTo>
                  <a:lnTo>
                    <a:pt x="15074" y="34582"/>
                  </a:lnTo>
                  <a:lnTo>
                    <a:pt x="15176" y="34340"/>
                  </a:lnTo>
                  <a:lnTo>
                    <a:pt x="15354" y="34404"/>
                  </a:lnTo>
                  <a:lnTo>
                    <a:pt x="15405" y="34201"/>
                  </a:lnTo>
                  <a:lnTo>
                    <a:pt x="15430" y="34061"/>
                  </a:lnTo>
                  <a:close/>
                </a:path>
                <a:path w="40004" h="36830">
                  <a:moveTo>
                    <a:pt x="15430" y="28752"/>
                  </a:moveTo>
                  <a:lnTo>
                    <a:pt x="15303" y="28778"/>
                  </a:lnTo>
                  <a:lnTo>
                    <a:pt x="15328" y="28968"/>
                  </a:lnTo>
                  <a:lnTo>
                    <a:pt x="15430" y="28752"/>
                  </a:lnTo>
                  <a:close/>
                </a:path>
                <a:path w="40004" h="36830">
                  <a:moveTo>
                    <a:pt x="15532" y="27876"/>
                  </a:moveTo>
                  <a:lnTo>
                    <a:pt x="15354" y="27952"/>
                  </a:lnTo>
                  <a:lnTo>
                    <a:pt x="15532" y="27876"/>
                  </a:lnTo>
                  <a:close/>
                </a:path>
                <a:path w="40004" h="36830">
                  <a:moveTo>
                    <a:pt x="15646" y="27889"/>
                  </a:moveTo>
                  <a:lnTo>
                    <a:pt x="15430" y="27940"/>
                  </a:lnTo>
                  <a:lnTo>
                    <a:pt x="15443" y="28105"/>
                  </a:lnTo>
                  <a:lnTo>
                    <a:pt x="15646" y="27889"/>
                  </a:lnTo>
                  <a:close/>
                </a:path>
                <a:path w="40004" h="36830">
                  <a:moveTo>
                    <a:pt x="15659" y="33032"/>
                  </a:moveTo>
                  <a:lnTo>
                    <a:pt x="15621" y="32829"/>
                  </a:lnTo>
                  <a:lnTo>
                    <a:pt x="15659" y="33032"/>
                  </a:lnTo>
                  <a:close/>
                </a:path>
                <a:path w="40004" h="36830">
                  <a:moveTo>
                    <a:pt x="15862" y="23368"/>
                  </a:moveTo>
                  <a:lnTo>
                    <a:pt x="14935" y="23368"/>
                  </a:lnTo>
                  <a:lnTo>
                    <a:pt x="15024" y="24180"/>
                  </a:lnTo>
                  <a:lnTo>
                    <a:pt x="15430" y="24180"/>
                  </a:lnTo>
                  <a:lnTo>
                    <a:pt x="15608" y="24180"/>
                  </a:lnTo>
                  <a:lnTo>
                    <a:pt x="15773" y="24180"/>
                  </a:lnTo>
                  <a:lnTo>
                    <a:pt x="15786" y="23990"/>
                  </a:lnTo>
                  <a:lnTo>
                    <a:pt x="15862" y="23368"/>
                  </a:lnTo>
                  <a:close/>
                </a:path>
                <a:path w="40004" h="36830">
                  <a:moveTo>
                    <a:pt x="15913" y="30416"/>
                  </a:moveTo>
                  <a:lnTo>
                    <a:pt x="15773" y="30403"/>
                  </a:lnTo>
                  <a:lnTo>
                    <a:pt x="15875" y="30594"/>
                  </a:lnTo>
                  <a:lnTo>
                    <a:pt x="15913" y="30416"/>
                  </a:lnTo>
                  <a:close/>
                </a:path>
                <a:path w="40004" h="36830">
                  <a:moveTo>
                    <a:pt x="16192" y="31419"/>
                  </a:moveTo>
                  <a:lnTo>
                    <a:pt x="16065" y="31292"/>
                  </a:lnTo>
                  <a:lnTo>
                    <a:pt x="16192" y="31419"/>
                  </a:lnTo>
                  <a:close/>
                </a:path>
                <a:path w="40004" h="36830">
                  <a:moveTo>
                    <a:pt x="16268" y="28498"/>
                  </a:moveTo>
                  <a:lnTo>
                    <a:pt x="16116" y="28498"/>
                  </a:lnTo>
                  <a:lnTo>
                    <a:pt x="16217" y="28879"/>
                  </a:lnTo>
                  <a:lnTo>
                    <a:pt x="16268" y="28498"/>
                  </a:lnTo>
                  <a:close/>
                </a:path>
                <a:path w="40004" h="36830">
                  <a:moveTo>
                    <a:pt x="16306" y="31191"/>
                  </a:moveTo>
                  <a:lnTo>
                    <a:pt x="16090" y="31191"/>
                  </a:lnTo>
                  <a:lnTo>
                    <a:pt x="16306" y="31191"/>
                  </a:lnTo>
                  <a:close/>
                </a:path>
                <a:path w="40004" h="36830">
                  <a:moveTo>
                    <a:pt x="16497" y="28498"/>
                  </a:moveTo>
                  <a:lnTo>
                    <a:pt x="16344" y="28562"/>
                  </a:lnTo>
                  <a:lnTo>
                    <a:pt x="16497" y="28498"/>
                  </a:lnTo>
                  <a:close/>
                </a:path>
                <a:path w="40004" h="36830">
                  <a:moveTo>
                    <a:pt x="16738" y="15062"/>
                  </a:moveTo>
                  <a:lnTo>
                    <a:pt x="16675" y="14871"/>
                  </a:lnTo>
                  <a:lnTo>
                    <a:pt x="16675" y="15087"/>
                  </a:lnTo>
                  <a:lnTo>
                    <a:pt x="16535" y="15227"/>
                  </a:lnTo>
                  <a:lnTo>
                    <a:pt x="16649" y="15379"/>
                  </a:lnTo>
                  <a:lnTo>
                    <a:pt x="16637" y="15138"/>
                  </a:lnTo>
                  <a:close/>
                </a:path>
                <a:path w="40004" h="36830">
                  <a:moveTo>
                    <a:pt x="17119" y="30784"/>
                  </a:moveTo>
                  <a:lnTo>
                    <a:pt x="16979" y="30683"/>
                  </a:lnTo>
                  <a:lnTo>
                    <a:pt x="16852" y="30835"/>
                  </a:lnTo>
                  <a:lnTo>
                    <a:pt x="17119" y="30784"/>
                  </a:lnTo>
                  <a:close/>
                </a:path>
                <a:path w="40004" h="36830">
                  <a:moveTo>
                    <a:pt x="17132" y="31394"/>
                  </a:moveTo>
                  <a:lnTo>
                    <a:pt x="17119" y="31242"/>
                  </a:lnTo>
                  <a:lnTo>
                    <a:pt x="17106" y="31064"/>
                  </a:lnTo>
                  <a:lnTo>
                    <a:pt x="17106" y="30924"/>
                  </a:lnTo>
                  <a:lnTo>
                    <a:pt x="16916" y="31051"/>
                  </a:lnTo>
                  <a:lnTo>
                    <a:pt x="16852" y="30899"/>
                  </a:lnTo>
                  <a:lnTo>
                    <a:pt x="16852" y="31026"/>
                  </a:lnTo>
                  <a:lnTo>
                    <a:pt x="16891" y="31254"/>
                  </a:lnTo>
                  <a:lnTo>
                    <a:pt x="16764" y="31305"/>
                  </a:lnTo>
                  <a:lnTo>
                    <a:pt x="16840" y="31559"/>
                  </a:lnTo>
                  <a:lnTo>
                    <a:pt x="16979" y="31432"/>
                  </a:lnTo>
                  <a:lnTo>
                    <a:pt x="17132" y="31394"/>
                  </a:lnTo>
                  <a:close/>
                </a:path>
                <a:path w="40004" h="36830">
                  <a:moveTo>
                    <a:pt x="17589" y="36233"/>
                  </a:moveTo>
                  <a:lnTo>
                    <a:pt x="17513" y="35979"/>
                  </a:lnTo>
                  <a:lnTo>
                    <a:pt x="17437" y="36106"/>
                  </a:lnTo>
                  <a:lnTo>
                    <a:pt x="17475" y="36258"/>
                  </a:lnTo>
                  <a:close/>
                </a:path>
                <a:path w="40004" h="36830">
                  <a:moveTo>
                    <a:pt x="17741" y="33693"/>
                  </a:moveTo>
                  <a:lnTo>
                    <a:pt x="17665" y="33845"/>
                  </a:lnTo>
                  <a:lnTo>
                    <a:pt x="17653" y="34048"/>
                  </a:lnTo>
                  <a:lnTo>
                    <a:pt x="17741" y="33693"/>
                  </a:lnTo>
                  <a:close/>
                </a:path>
                <a:path w="40004" h="36830">
                  <a:moveTo>
                    <a:pt x="18148" y="33083"/>
                  </a:moveTo>
                  <a:lnTo>
                    <a:pt x="17945" y="33096"/>
                  </a:lnTo>
                  <a:lnTo>
                    <a:pt x="17995" y="33756"/>
                  </a:lnTo>
                  <a:lnTo>
                    <a:pt x="18072" y="33502"/>
                  </a:lnTo>
                  <a:lnTo>
                    <a:pt x="18110" y="33312"/>
                  </a:lnTo>
                  <a:lnTo>
                    <a:pt x="18148" y="33083"/>
                  </a:lnTo>
                  <a:close/>
                </a:path>
                <a:path w="40004" h="36830">
                  <a:moveTo>
                    <a:pt x="18199" y="32994"/>
                  </a:moveTo>
                  <a:lnTo>
                    <a:pt x="18173" y="32677"/>
                  </a:lnTo>
                  <a:lnTo>
                    <a:pt x="18046" y="33058"/>
                  </a:lnTo>
                  <a:lnTo>
                    <a:pt x="18199" y="32994"/>
                  </a:lnTo>
                  <a:close/>
                </a:path>
                <a:path w="40004" h="36830">
                  <a:moveTo>
                    <a:pt x="18554" y="32042"/>
                  </a:moveTo>
                  <a:lnTo>
                    <a:pt x="18529" y="31788"/>
                  </a:lnTo>
                  <a:lnTo>
                    <a:pt x="18529" y="32042"/>
                  </a:lnTo>
                  <a:close/>
                </a:path>
                <a:path w="40004" h="36830">
                  <a:moveTo>
                    <a:pt x="20840" y="34798"/>
                  </a:moveTo>
                  <a:lnTo>
                    <a:pt x="20701" y="34772"/>
                  </a:lnTo>
                  <a:lnTo>
                    <a:pt x="20713" y="34912"/>
                  </a:lnTo>
                  <a:lnTo>
                    <a:pt x="20840" y="34798"/>
                  </a:lnTo>
                  <a:close/>
                </a:path>
                <a:path w="40004" h="36830">
                  <a:moveTo>
                    <a:pt x="20955" y="16332"/>
                  </a:moveTo>
                  <a:lnTo>
                    <a:pt x="20840" y="16497"/>
                  </a:lnTo>
                  <a:lnTo>
                    <a:pt x="20955" y="16332"/>
                  </a:lnTo>
                  <a:close/>
                </a:path>
                <a:path w="40004" h="36830">
                  <a:moveTo>
                    <a:pt x="21691" y="23533"/>
                  </a:moveTo>
                  <a:lnTo>
                    <a:pt x="21564" y="22186"/>
                  </a:lnTo>
                  <a:lnTo>
                    <a:pt x="21539" y="21666"/>
                  </a:lnTo>
                  <a:lnTo>
                    <a:pt x="20789" y="19977"/>
                  </a:lnTo>
                  <a:lnTo>
                    <a:pt x="21158" y="20612"/>
                  </a:lnTo>
                  <a:lnTo>
                    <a:pt x="21463" y="21488"/>
                  </a:lnTo>
                  <a:lnTo>
                    <a:pt x="21539" y="22555"/>
                  </a:lnTo>
                  <a:lnTo>
                    <a:pt x="21564" y="23164"/>
                  </a:lnTo>
                  <a:lnTo>
                    <a:pt x="21564" y="24218"/>
                  </a:lnTo>
                  <a:lnTo>
                    <a:pt x="21691" y="23533"/>
                  </a:lnTo>
                  <a:close/>
                </a:path>
                <a:path w="40004" h="36830">
                  <a:moveTo>
                    <a:pt x="22225" y="15659"/>
                  </a:moveTo>
                  <a:lnTo>
                    <a:pt x="22174" y="15506"/>
                  </a:lnTo>
                  <a:lnTo>
                    <a:pt x="22021" y="15341"/>
                  </a:lnTo>
                  <a:lnTo>
                    <a:pt x="21882" y="15252"/>
                  </a:lnTo>
                  <a:lnTo>
                    <a:pt x="21513" y="15557"/>
                  </a:lnTo>
                  <a:lnTo>
                    <a:pt x="21107" y="15773"/>
                  </a:lnTo>
                  <a:lnTo>
                    <a:pt x="20891" y="16217"/>
                  </a:lnTo>
                  <a:lnTo>
                    <a:pt x="21043" y="16256"/>
                  </a:lnTo>
                  <a:lnTo>
                    <a:pt x="21018" y="16065"/>
                  </a:lnTo>
                  <a:lnTo>
                    <a:pt x="21132" y="16192"/>
                  </a:lnTo>
                  <a:lnTo>
                    <a:pt x="21107" y="16065"/>
                  </a:lnTo>
                  <a:lnTo>
                    <a:pt x="21183" y="16192"/>
                  </a:lnTo>
                  <a:lnTo>
                    <a:pt x="21132" y="16014"/>
                  </a:lnTo>
                  <a:lnTo>
                    <a:pt x="21272" y="15951"/>
                  </a:lnTo>
                  <a:lnTo>
                    <a:pt x="21551" y="15773"/>
                  </a:lnTo>
                  <a:lnTo>
                    <a:pt x="21805" y="15811"/>
                  </a:lnTo>
                  <a:lnTo>
                    <a:pt x="22059" y="15887"/>
                  </a:lnTo>
                  <a:lnTo>
                    <a:pt x="22059" y="15659"/>
                  </a:lnTo>
                  <a:lnTo>
                    <a:pt x="22225" y="15659"/>
                  </a:lnTo>
                  <a:close/>
                </a:path>
                <a:path w="40004" h="36830">
                  <a:moveTo>
                    <a:pt x="22923" y="15621"/>
                  </a:moveTo>
                  <a:lnTo>
                    <a:pt x="22872" y="15430"/>
                  </a:lnTo>
                  <a:lnTo>
                    <a:pt x="22847" y="15621"/>
                  </a:lnTo>
                  <a:close/>
                </a:path>
                <a:path w="40004" h="36830">
                  <a:moveTo>
                    <a:pt x="24866" y="24053"/>
                  </a:moveTo>
                  <a:lnTo>
                    <a:pt x="24726" y="24053"/>
                  </a:lnTo>
                  <a:lnTo>
                    <a:pt x="24739" y="24396"/>
                  </a:lnTo>
                  <a:lnTo>
                    <a:pt x="24866" y="24053"/>
                  </a:lnTo>
                  <a:close/>
                </a:path>
                <a:path w="40004" h="36830">
                  <a:moveTo>
                    <a:pt x="25285" y="15862"/>
                  </a:moveTo>
                  <a:lnTo>
                    <a:pt x="25158" y="15760"/>
                  </a:lnTo>
                  <a:lnTo>
                    <a:pt x="25285" y="15862"/>
                  </a:lnTo>
                  <a:close/>
                </a:path>
                <a:path w="40004" h="36830">
                  <a:moveTo>
                    <a:pt x="26466" y="23698"/>
                  </a:moveTo>
                  <a:lnTo>
                    <a:pt x="25882" y="23799"/>
                  </a:lnTo>
                  <a:lnTo>
                    <a:pt x="25857" y="24968"/>
                  </a:lnTo>
                  <a:lnTo>
                    <a:pt x="26225" y="25400"/>
                  </a:lnTo>
                  <a:lnTo>
                    <a:pt x="25996" y="24980"/>
                  </a:lnTo>
                  <a:lnTo>
                    <a:pt x="25996" y="24409"/>
                  </a:lnTo>
                  <a:lnTo>
                    <a:pt x="26250" y="23990"/>
                  </a:lnTo>
                  <a:lnTo>
                    <a:pt x="26466" y="23698"/>
                  </a:lnTo>
                  <a:close/>
                </a:path>
                <a:path w="40004" h="36830">
                  <a:moveTo>
                    <a:pt x="26771" y="10439"/>
                  </a:moveTo>
                  <a:lnTo>
                    <a:pt x="26746" y="10287"/>
                  </a:lnTo>
                  <a:lnTo>
                    <a:pt x="26771" y="10439"/>
                  </a:lnTo>
                  <a:close/>
                </a:path>
                <a:path w="40004" h="36830">
                  <a:moveTo>
                    <a:pt x="27330" y="19900"/>
                  </a:moveTo>
                  <a:lnTo>
                    <a:pt x="27228" y="20777"/>
                  </a:lnTo>
                  <a:lnTo>
                    <a:pt x="27038" y="21805"/>
                  </a:lnTo>
                  <a:lnTo>
                    <a:pt x="27076" y="22529"/>
                  </a:lnTo>
                  <a:lnTo>
                    <a:pt x="27152" y="21615"/>
                  </a:lnTo>
                  <a:lnTo>
                    <a:pt x="27266" y="20764"/>
                  </a:lnTo>
                  <a:lnTo>
                    <a:pt x="27330" y="19900"/>
                  </a:lnTo>
                  <a:close/>
                </a:path>
                <a:path w="40004" h="36830">
                  <a:moveTo>
                    <a:pt x="29324" y="20408"/>
                  </a:moveTo>
                  <a:lnTo>
                    <a:pt x="29121" y="20281"/>
                  </a:lnTo>
                  <a:lnTo>
                    <a:pt x="29121" y="20408"/>
                  </a:lnTo>
                  <a:lnTo>
                    <a:pt x="29298" y="20548"/>
                  </a:lnTo>
                  <a:lnTo>
                    <a:pt x="29324" y="20408"/>
                  </a:lnTo>
                  <a:close/>
                </a:path>
                <a:path w="40004" h="36830">
                  <a:moveTo>
                    <a:pt x="29578" y="26835"/>
                  </a:moveTo>
                  <a:lnTo>
                    <a:pt x="29375" y="26771"/>
                  </a:lnTo>
                  <a:lnTo>
                    <a:pt x="29578" y="26835"/>
                  </a:lnTo>
                  <a:close/>
                </a:path>
                <a:path w="40004" h="36830">
                  <a:moveTo>
                    <a:pt x="30924" y="18567"/>
                  </a:moveTo>
                  <a:close/>
                </a:path>
                <a:path w="40004" h="36830">
                  <a:moveTo>
                    <a:pt x="31178" y="26860"/>
                  </a:moveTo>
                  <a:lnTo>
                    <a:pt x="31013" y="26898"/>
                  </a:lnTo>
                  <a:lnTo>
                    <a:pt x="30746" y="26784"/>
                  </a:lnTo>
                  <a:lnTo>
                    <a:pt x="30607" y="26758"/>
                  </a:lnTo>
                  <a:lnTo>
                    <a:pt x="30391" y="26758"/>
                  </a:lnTo>
                  <a:lnTo>
                    <a:pt x="30429" y="26898"/>
                  </a:lnTo>
                  <a:lnTo>
                    <a:pt x="30568" y="26911"/>
                  </a:lnTo>
                  <a:lnTo>
                    <a:pt x="30975" y="27025"/>
                  </a:lnTo>
                  <a:lnTo>
                    <a:pt x="30695" y="27000"/>
                  </a:lnTo>
                  <a:lnTo>
                    <a:pt x="31000" y="27101"/>
                  </a:lnTo>
                  <a:lnTo>
                    <a:pt x="31178" y="26860"/>
                  </a:lnTo>
                  <a:close/>
                </a:path>
                <a:path w="40004" h="36830">
                  <a:moveTo>
                    <a:pt x="31864" y="28549"/>
                  </a:moveTo>
                  <a:lnTo>
                    <a:pt x="31610" y="28651"/>
                  </a:lnTo>
                  <a:lnTo>
                    <a:pt x="31610" y="29146"/>
                  </a:lnTo>
                  <a:lnTo>
                    <a:pt x="31661" y="28727"/>
                  </a:lnTo>
                  <a:lnTo>
                    <a:pt x="31864" y="28549"/>
                  </a:lnTo>
                  <a:close/>
                </a:path>
                <a:path w="40004" h="36830">
                  <a:moveTo>
                    <a:pt x="32131" y="18059"/>
                  </a:moveTo>
                  <a:lnTo>
                    <a:pt x="32042" y="17818"/>
                  </a:lnTo>
                  <a:lnTo>
                    <a:pt x="32105" y="17640"/>
                  </a:lnTo>
                  <a:lnTo>
                    <a:pt x="31915" y="17665"/>
                  </a:lnTo>
                  <a:lnTo>
                    <a:pt x="31661" y="18440"/>
                  </a:lnTo>
                  <a:lnTo>
                    <a:pt x="31305" y="19278"/>
                  </a:lnTo>
                  <a:lnTo>
                    <a:pt x="31280" y="20231"/>
                  </a:lnTo>
                  <a:lnTo>
                    <a:pt x="31419" y="20142"/>
                  </a:lnTo>
                  <a:lnTo>
                    <a:pt x="31305" y="19977"/>
                  </a:lnTo>
                  <a:lnTo>
                    <a:pt x="31661" y="19977"/>
                  </a:lnTo>
                  <a:lnTo>
                    <a:pt x="31851" y="20091"/>
                  </a:lnTo>
                  <a:lnTo>
                    <a:pt x="31699" y="19913"/>
                  </a:lnTo>
                  <a:lnTo>
                    <a:pt x="31699" y="19723"/>
                  </a:lnTo>
                  <a:lnTo>
                    <a:pt x="31762" y="19367"/>
                  </a:lnTo>
                  <a:lnTo>
                    <a:pt x="31788" y="19138"/>
                  </a:lnTo>
                  <a:lnTo>
                    <a:pt x="32004" y="19050"/>
                  </a:lnTo>
                  <a:lnTo>
                    <a:pt x="31851" y="18491"/>
                  </a:lnTo>
                  <a:lnTo>
                    <a:pt x="32004" y="18237"/>
                  </a:lnTo>
                  <a:lnTo>
                    <a:pt x="32131" y="18059"/>
                  </a:lnTo>
                  <a:close/>
                </a:path>
                <a:path w="40004" h="36830">
                  <a:moveTo>
                    <a:pt x="33540" y="13423"/>
                  </a:moveTo>
                  <a:lnTo>
                    <a:pt x="33223" y="13423"/>
                  </a:lnTo>
                  <a:lnTo>
                    <a:pt x="33032" y="13639"/>
                  </a:lnTo>
                  <a:lnTo>
                    <a:pt x="32766" y="13741"/>
                  </a:lnTo>
                  <a:lnTo>
                    <a:pt x="32550" y="13589"/>
                  </a:lnTo>
                  <a:lnTo>
                    <a:pt x="32588" y="13792"/>
                  </a:lnTo>
                  <a:lnTo>
                    <a:pt x="32893" y="13931"/>
                  </a:lnTo>
                  <a:lnTo>
                    <a:pt x="32994" y="14160"/>
                  </a:lnTo>
                  <a:lnTo>
                    <a:pt x="33020" y="13906"/>
                  </a:lnTo>
                  <a:lnTo>
                    <a:pt x="33147" y="13957"/>
                  </a:lnTo>
                  <a:lnTo>
                    <a:pt x="33235" y="13538"/>
                  </a:lnTo>
                  <a:lnTo>
                    <a:pt x="33540" y="13423"/>
                  </a:lnTo>
                  <a:close/>
                </a:path>
                <a:path w="40004" h="36830">
                  <a:moveTo>
                    <a:pt x="35890" y="14427"/>
                  </a:moveTo>
                  <a:lnTo>
                    <a:pt x="35572" y="14401"/>
                  </a:lnTo>
                  <a:lnTo>
                    <a:pt x="35877" y="14541"/>
                  </a:lnTo>
                  <a:close/>
                </a:path>
                <a:path w="40004" h="36830">
                  <a:moveTo>
                    <a:pt x="36766" y="17297"/>
                  </a:moveTo>
                  <a:lnTo>
                    <a:pt x="36703" y="17106"/>
                  </a:lnTo>
                  <a:lnTo>
                    <a:pt x="36677" y="17360"/>
                  </a:lnTo>
                  <a:lnTo>
                    <a:pt x="36474" y="17576"/>
                  </a:lnTo>
                  <a:lnTo>
                    <a:pt x="36512" y="17780"/>
                  </a:lnTo>
                  <a:lnTo>
                    <a:pt x="36563" y="17526"/>
                  </a:lnTo>
                  <a:lnTo>
                    <a:pt x="36766" y="17297"/>
                  </a:lnTo>
                  <a:close/>
                </a:path>
                <a:path w="40004" h="36830">
                  <a:moveTo>
                    <a:pt x="37109" y="14986"/>
                  </a:moveTo>
                  <a:lnTo>
                    <a:pt x="36855" y="14820"/>
                  </a:lnTo>
                  <a:lnTo>
                    <a:pt x="36957" y="14960"/>
                  </a:lnTo>
                  <a:lnTo>
                    <a:pt x="37109" y="14986"/>
                  </a:lnTo>
                  <a:close/>
                </a:path>
                <a:path w="40004" h="36830">
                  <a:moveTo>
                    <a:pt x="37541" y="165"/>
                  </a:moveTo>
                  <a:lnTo>
                    <a:pt x="37401" y="165"/>
                  </a:lnTo>
                  <a:lnTo>
                    <a:pt x="37401" y="317"/>
                  </a:lnTo>
                  <a:lnTo>
                    <a:pt x="37541" y="317"/>
                  </a:lnTo>
                  <a:lnTo>
                    <a:pt x="37541" y="165"/>
                  </a:lnTo>
                  <a:close/>
                </a:path>
                <a:path w="40004" h="36830">
                  <a:moveTo>
                    <a:pt x="37909" y="0"/>
                  </a:moveTo>
                  <a:lnTo>
                    <a:pt x="37731" y="101"/>
                  </a:lnTo>
                  <a:lnTo>
                    <a:pt x="37731" y="393"/>
                  </a:lnTo>
                  <a:lnTo>
                    <a:pt x="37871" y="355"/>
                  </a:lnTo>
                  <a:lnTo>
                    <a:pt x="37909" y="0"/>
                  </a:lnTo>
                  <a:close/>
                </a:path>
                <a:path w="40004" h="36830">
                  <a:moveTo>
                    <a:pt x="39560" y="12331"/>
                  </a:moveTo>
                  <a:lnTo>
                    <a:pt x="39420" y="12433"/>
                  </a:lnTo>
                  <a:lnTo>
                    <a:pt x="39281" y="12573"/>
                  </a:lnTo>
                  <a:lnTo>
                    <a:pt x="39522" y="12623"/>
                  </a:lnTo>
                  <a:lnTo>
                    <a:pt x="39560" y="123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8" name="object 158"/>
            <p:cNvSpPr/>
            <p:nvPr/>
          </p:nvSpPr>
          <p:spPr>
            <a:xfrm>
              <a:off x="4042791" y="1182026"/>
              <a:ext cx="36830" cy="43815"/>
            </a:xfrm>
            <a:custGeom>
              <a:avLst/>
              <a:gdLst/>
              <a:ahLst/>
              <a:cxnLst/>
              <a:rect l="l" t="t" r="r" b="b"/>
              <a:pathLst>
                <a:path w="36829" h="43815">
                  <a:moveTo>
                    <a:pt x="7366" y="30403"/>
                  </a:moveTo>
                  <a:lnTo>
                    <a:pt x="7315" y="30581"/>
                  </a:lnTo>
                  <a:lnTo>
                    <a:pt x="7366" y="30403"/>
                  </a:lnTo>
                  <a:close/>
                </a:path>
                <a:path w="36829" h="43815">
                  <a:moveTo>
                    <a:pt x="7493" y="43624"/>
                  </a:moveTo>
                  <a:lnTo>
                    <a:pt x="7442" y="43294"/>
                  </a:lnTo>
                  <a:lnTo>
                    <a:pt x="7150" y="43294"/>
                  </a:lnTo>
                  <a:lnTo>
                    <a:pt x="7010" y="43129"/>
                  </a:lnTo>
                  <a:lnTo>
                    <a:pt x="6832" y="42926"/>
                  </a:lnTo>
                  <a:lnTo>
                    <a:pt x="6553" y="42926"/>
                  </a:lnTo>
                  <a:lnTo>
                    <a:pt x="6553" y="43129"/>
                  </a:lnTo>
                  <a:lnTo>
                    <a:pt x="6540" y="42633"/>
                  </a:lnTo>
                  <a:lnTo>
                    <a:pt x="6210" y="42633"/>
                  </a:lnTo>
                  <a:lnTo>
                    <a:pt x="6235" y="42227"/>
                  </a:lnTo>
                  <a:lnTo>
                    <a:pt x="6057" y="42227"/>
                  </a:lnTo>
                  <a:lnTo>
                    <a:pt x="6057" y="42633"/>
                  </a:lnTo>
                  <a:lnTo>
                    <a:pt x="0" y="42633"/>
                  </a:lnTo>
                  <a:lnTo>
                    <a:pt x="0" y="43624"/>
                  </a:lnTo>
                  <a:lnTo>
                    <a:pt x="7493" y="43624"/>
                  </a:lnTo>
                  <a:close/>
                </a:path>
                <a:path w="36829" h="43815">
                  <a:moveTo>
                    <a:pt x="7594" y="42125"/>
                  </a:moveTo>
                  <a:lnTo>
                    <a:pt x="7543" y="42303"/>
                  </a:lnTo>
                  <a:lnTo>
                    <a:pt x="7594" y="42125"/>
                  </a:lnTo>
                  <a:close/>
                </a:path>
                <a:path w="36829" h="43815">
                  <a:moveTo>
                    <a:pt x="7670" y="42900"/>
                  </a:moveTo>
                  <a:lnTo>
                    <a:pt x="7594" y="42468"/>
                  </a:lnTo>
                  <a:lnTo>
                    <a:pt x="7391" y="42545"/>
                  </a:lnTo>
                  <a:lnTo>
                    <a:pt x="7480" y="42887"/>
                  </a:lnTo>
                  <a:lnTo>
                    <a:pt x="7302" y="42913"/>
                  </a:lnTo>
                  <a:lnTo>
                    <a:pt x="7442" y="43027"/>
                  </a:lnTo>
                  <a:lnTo>
                    <a:pt x="7632" y="43027"/>
                  </a:lnTo>
                  <a:lnTo>
                    <a:pt x="7658" y="43205"/>
                  </a:lnTo>
                  <a:lnTo>
                    <a:pt x="7670" y="42900"/>
                  </a:lnTo>
                  <a:close/>
                </a:path>
                <a:path w="36829" h="43815">
                  <a:moveTo>
                    <a:pt x="7924" y="39052"/>
                  </a:moveTo>
                  <a:lnTo>
                    <a:pt x="6515" y="39052"/>
                  </a:lnTo>
                  <a:lnTo>
                    <a:pt x="6451" y="38811"/>
                  </a:lnTo>
                  <a:lnTo>
                    <a:pt x="0" y="38811"/>
                  </a:lnTo>
                  <a:lnTo>
                    <a:pt x="0" y="39560"/>
                  </a:lnTo>
                  <a:lnTo>
                    <a:pt x="7797" y="39560"/>
                  </a:lnTo>
                  <a:lnTo>
                    <a:pt x="7696" y="39331"/>
                  </a:lnTo>
                  <a:lnTo>
                    <a:pt x="7899" y="39331"/>
                  </a:lnTo>
                  <a:lnTo>
                    <a:pt x="7924" y="39052"/>
                  </a:lnTo>
                  <a:close/>
                </a:path>
                <a:path w="36829" h="43815">
                  <a:moveTo>
                    <a:pt x="8001" y="42900"/>
                  </a:moveTo>
                  <a:lnTo>
                    <a:pt x="7937" y="42735"/>
                  </a:lnTo>
                  <a:lnTo>
                    <a:pt x="7937" y="42887"/>
                  </a:lnTo>
                  <a:close/>
                </a:path>
                <a:path w="36829" h="43815">
                  <a:moveTo>
                    <a:pt x="8064" y="42672"/>
                  </a:moveTo>
                  <a:lnTo>
                    <a:pt x="8026" y="42405"/>
                  </a:lnTo>
                  <a:lnTo>
                    <a:pt x="7962" y="42697"/>
                  </a:lnTo>
                  <a:close/>
                </a:path>
                <a:path w="36829" h="43815">
                  <a:moveTo>
                    <a:pt x="8064" y="37934"/>
                  </a:moveTo>
                  <a:lnTo>
                    <a:pt x="8013" y="37477"/>
                  </a:lnTo>
                  <a:lnTo>
                    <a:pt x="8001" y="37261"/>
                  </a:lnTo>
                  <a:lnTo>
                    <a:pt x="7950" y="36868"/>
                  </a:lnTo>
                  <a:lnTo>
                    <a:pt x="0" y="36868"/>
                  </a:lnTo>
                  <a:lnTo>
                    <a:pt x="0" y="37934"/>
                  </a:lnTo>
                  <a:lnTo>
                    <a:pt x="8064" y="37934"/>
                  </a:lnTo>
                  <a:close/>
                </a:path>
                <a:path w="36829" h="43815">
                  <a:moveTo>
                    <a:pt x="8140" y="43408"/>
                  </a:moveTo>
                  <a:lnTo>
                    <a:pt x="8077" y="43611"/>
                  </a:lnTo>
                  <a:lnTo>
                    <a:pt x="8140" y="43408"/>
                  </a:lnTo>
                  <a:close/>
                </a:path>
                <a:path w="36829" h="43815">
                  <a:moveTo>
                    <a:pt x="8166" y="43167"/>
                  </a:moveTo>
                  <a:lnTo>
                    <a:pt x="7962" y="43040"/>
                  </a:lnTo>
                  <a:lnTo>
                    <a:pt x="7874" y="43281"/>
                  </a:lnTo>
                  <a:lnTo>
                    <a:pt x="8166" y="43167"/>
                  </a:lnTo>
                  <a:close/>
                </a:path>
                <a:path w="36829" h="43815">
                  <a:moveTo>
                    <a:pt x="8178" y="42278"/>
                  </a:moveTo>
                  <a:lnTo>
                    <a:pt x="8051" y="42329"/>
                  </a:lnTo>
                  <a:lnTo>
                    <a:pt x="8077" y="42456"/>
                  </a:lnTo>
                  <a:lnTo>
                    <a:pt x="8178" y="42278"/>
                  </a:lnTo>
                  <a:close/>
                </a:path>
                <a:path w="36829" h="43815">
                  <a:moveTo>
                    <a:pt x="8229" y="38925"/>
                  </a:moveTo>
                  <a:lnTo>
                    <a:pt x="8178" y="38785"/>
                  </a:lnTo>
                  <a:lnTo>
                    <a:pt x="8077" y="39039"/>
                  </a:lnTo>
                  <a:lnTo>
                    <a:pt x="8229" y="38925"/>
                  </a:lnTo>
                  <a:close/>
                </a:path>
                <a:path w="36829" h="43815">
                  <a:moveTo>
                    <a:pt x="8305" y="41998"/>
                  </a:moveTo>
                  <a:lnTo>
                    <a:pt x="7874" y="40424"/>
                  </a:lnTo>
                  <a:lnTo>
                    <a:pt x="8064" y="40093"/>
                  </a:lnTo>
                  <a:lnTo>
                    <a:pt x="8026" y="39712"/>
                  </a:lnTo>
                  <a:lnTo>
                    <a:pt x="7823" y="39712"/>
                  </a:lnTo>
                  <a:lnTo>
                    <a:pt x="7823" y="41998"/>
                  </a:lnTo>
                  <a:lnTo>
                    <a:pt x="7772" y="42138"/>
                  </a:lnTo>
                  <a:lnTo>
                    <a:pt x="7734" y="41998"/>
                  </a:lnTo>
                  <a:lnTo>
                    <a:pt x="7823" y="39712"/>
                  </a:lnTo>
                  <a:lnTo>
                    <a:pt x="6819" y="39712"/>
                  </a:lnTo>
                  <a:lnTo>
                    <a:pt x="6819" y="40424"/>
                  </a:lnTo>
                  <a:lnTo>
                    <a:pt x="6756" y="41211"/>
                  </a:lnTo>
                  <a:lnTo>
                    <a:pt x="6261" y="40424"/>
                  </a:lnTo>
                  <a:lnTo>
                    <a:pt x="6819" y="40424"/>
                  </a:lnTo>
                  <a:lnTo>
                    <a:pt x="6819" y="39712"/>
                  </a:lnTo>
                  <a:lnTo>
                    <a:pt x="0" y="39712"/>
                  </a:lnTo>
                  <a:lnTo>
                    <a:pt x="0" y="42227"/>
                  </a:lnTo>
                  <a:lnTo>
                    <a:pt x="6057" y="42227"/>
                  </a:lnTo>
                  <a:lnTo>
                    <a:pt x="6057" y="41998"/>
                  </a:lnTo>
                  <a:lnTo>
                    <a:pt x="6324" y="42100"/>
                  </a:lnTo>
                  <a:lnTo>
                    <a:pt x="6489" y="41998"/>
                  </a:lnTo>
                  <a:lnTo>
                    <a:pt x="7543" y="41998"/>
                  </a:lnTo>
                  <a:lnTo>
                    <a:pt x="7594" y="42125"/>
                  </a:lnTo>
                  <a:lnTo>
                    <a:pt x="7670" y="42316"/>
                  </a:lnTo>
                  <a:lnTo>
                    <a:pt x="7696" y="42545"/>
                  </a:lnTo>
                  <a:lnTo>
                    <a:pt x="7823" y="42278"/>
                  </a:lnTo>
                  <a:lnTo>
                    <a:pt x="7861" y="41998"/>
                  </a:lnTo>
                  <a:lnTo>
                    <a:pt x="8305" y="41998"/>
                  </a:lnTo>
                  <a:close/>
                </a:path>
                <a:path w="36829" h="43815">
                  <a:moveTo>
                    <a:pt x="8382" y="43611"/>
                  </a:moveTo>
                  <a:lnTo>
                    <a:pt x="8331" y="43459"/>
                  </a:lnTo>
                  <a:lnTo>
                    <a:pt x="8305" y="43611"/>
                  </a:lnTo>
                  <a:close/>
                </a:path>
                <a:path w="36829" h="43815">
                  <a:moveTo>
                    <a:pt x="8470" y="43611"/>
                  </a:moveTo>
                  <a:close/>
                </a:path>
                <a:path w="36829" h="43815">
                  <a:moveTo>
                    <a:pt x="8509" y="32410"/>
                  </a:moveTo>
                  <a:lnTo>
                    <a:pt x="8394" y="32194"/>
                  </a:lnTo>
                  <a:lnTo>
                    <a:pt x="8369" y="32334"/>
                  </a:lnTo>
                  <a:lnTo>
                    <a:pt x="8509" y="32410"/>
                  </a:lnTo>
                  <a:close/>
                </a:path>
                <a:path w="36829" h="43815">
                  <a:moveTo>
                    <a:pt x="8661" y="41732"/>
                  </a:moveTo>
                  <a:lnTo>
                    <a:pt x="8610" y="41948"/>
                  </a:lnTo>
                  <a:lnTo>
                    <a:pt x="8661" y="41732"/>
                  </a:lnTo>
                  <a:close/>
                </a:path>
                <a:path w="36829" h="43815">
                  <a:moveTo>
                    <a:pt x="8724" y="42100"/>
                  </a:moveTo>
                  <a:lnTo>
                    <a:pt x="8585" y="41986"/>
                  </a:lnTo>
                  <a:lnTo>
                    <a:pt x="8547" y="42202"/>
                  </a:lnTo>
                  <a:lnTo>
                    <a:pt x="8699" y="42202"/>
                  </a:lnTo>
                  <a:close/>
                </a:path>
                <a:path w="36829" h="43815">
                  <a:moveTo>
                    <a:pt x="8737" y="33121"/>
                  </a:moveTo>
                  <a:lnTo>
                    <a:pt x="8712" y="33286"/>
                  </a:lnTo>
                  <a:lnTo>
                    <a:pt x="8737" y="33121"/>
                  </a:lnTo>
                  <a:close/>
                </a:path>
                <a:path w="36829" h="43815">
                  <a:moveTo>
                    <a:pt x="8750" y="41275"/>
                  </a:moveTo>
                  <a:lnTo>
                    <a:pt x="8648" y="41541"/>
                  </a:lnTo>
                  <a:lnTo>
                    <a:pt x="8496" y="41643"/>
                  </a:lnTo>
                  <a:lnTo>
                    <a:pt x="8699" y="41719"/>
                  </a:lnTo>
                  <a:lnTo>
                    <a:pt x="8750" y="41275"/>
                  </a:lnTo>
                  <a:close/>
                </a:path>
                <a:path w="36829" h="43815">
                  <a:moveTo>
                    <a:pt x="8890" y="42024"/>
                  </a:moveTo>
                  <a:lnTo>
                    <a:pt x="8851" y="41846"/>
                  </a:lnTo>
                  <a:lnTo>
                    <a:pt x="8750" y="42037"/>
                  </a:lnTo>
                  <a:lnTo>
                    <a:pt x="8890" y="42024"/>
                  </a:lnTo>
                  <a:close/>
                </a:path>
                <a:path w="36829" h="43815">
                  <a:moveTo>
                    <a:pt x="9105" y="43611"/>
                  </a:moveTo>
                  <a:lnTo>
                    <a:pt x="9080" y="43459"/>
                  </a:lnTo>
                  <a:lnTo>
                    <a:pt x="9042" y="43611"/>
                  </a:lnTo>
                  <a:close/>
                </a:path>
                <a:path w="36829" h="43815">
                  <a:moveTo>
                    <a:pt x="9144" y="41046"/>
                  </a:moveTo>
                  <a:lnTo>
                    <a:pt x="9004" y="41084"/>
                  </a:lnTo>
                  <a:lnTo>
                    <a:pt x="9042" y="41224"/>
                  </a:lnTo>
                  <a:lnTo>
                    <a:pt x="9144" y="41046"/>
                  </a:lnTo>
                  <a:close/>
                </a:path>
                <a:path w="36829" h="43815">
                  <a:moveTo>
                    <a:pt x="9182" y="38658"/>
                  </a:moveTo>
                  <a:lnTo>
                    <a:pt x="9042" y="38874"/>
                  </a:lnTo>
                  <a:lnTo>
                    <a:pt x="8978" y="38696"/>
                  </a:lnTo>
                  <a:lnTo>
                    <a:pt x="8928" y="39179"/>
                  </a:lnTo>
                  <a:lnTo>
                    <a:pt x="9080" y="38963"/>
                  </a:lnTo>
                  <a:lnTo>
                    <a:pt x="9105" y="38722"/>
                  </a:lnTo>
                  <a:close/>
                </a:path>
                <a:path w="36829" h="43815">
                  <a:moveTo>
                    <a:pt x="9207" y="43611"/>
                  </a:moveTo>
                  <a:close/>
                </a:path>
                <a:path w="36829" h="43815">
                  <a:moveTo>
                    <a:pt x="9271" y="41249"/>
                  </a:moveTo>
                  <a:lnTo>
                    <a:pt x="9080" y="41249"/>
                  </a:lnTo>
                  <a:lnTo>
                    <a:pt x="9271" y="41249"/>
                  </a:lnTo>
                  <a:close/>
                </a:path>
                <a:path w="36829" h="43815">
                  <a:moveTo>
                    <a:pt x="9448" y="42151"/>
                  </a:moveTo>
                  <a:lnTo>
                    <a:pt x="9372" y="42024"/>
                  </a:lnTo>
                  <a:lnTo>
                    <a:pt x="9271" y="42151"/>
                  </a:lnTo>
                  <a:lnTo>
                    <a:pt x="9448" y="42151"/>
                  </a:lnTo>
                  <a:close/>
                </a:path>
                <a:path w="36829" h="43815">
                  <a:moveTo>
                    <a:pt x="9639" y="39763"/>
                  </a:moveTo>
                  <a:lnTo>
                    <a:pt x="9499" y="39763"/>
                  </a:lnTo>
                  <a:lnTo>
                    <a:pt x="9499" y="39928"/>
                  </a:lnTo>
                  <a:lnTo>
                    <a:pt x="9639" y="39763"/>
                  </a:lnTo>
                  <a:close/>
                </a:path>
                <a:path w="36829" h="43815">
                  <a:moveTo>
                    <a:pt x="9652" y="36169"/>
                  </a:moveTo>
                  <a:lnTo>
                    <a:pt x="9601" y="36512"/>
                  </a:lnTo>
                  <a:lnTo>
                    <a:pt x="9652" y="36169"/>
                  </a:lnTo>
                  <a:close/>
                </a:path>
                <a:path w="36829" h="43815">
                  <a:moveTo>
                    <a:pt x="9715" y="42379"/>
                  </a:moveTo>
                  <a:lnTo>
                    <a:pt x="9677" y="42100"/>
                  </a:lnTo>
                  <a:lnTo>
                    <a:pt x="9563" y="42252"/>
                  </a:lnTo>
                  <a:lnTo>
                    <a:pt x="9715" y="42379"/>
                  </a:lnTo>
                  <a:close/>
                </a:path>
                <a:path w="36829" h="43815">
                  <a:moveTo>
                    <a:pt x="9766" y="41465"/>
                  </a:moveTo>
                  <a:lnTo>
                    <a:pt x="9702" y="41694"/>
                  </a:lnTo>
                  <a:lnTo>
                    <a:pt x="9766" y="41465"/>
                  </a:lnTo>
                  <a:close/>
                </a:path>
                <a:path w="36829" h="43815">
                  <a:moveTo>
                    <a:pt x="9982" y="40360"/>
                  </a:moveTo>
                  <a:lnTo>
                    <a:pt x="9956" y="40208"/>
                  </a:lnTo>
                  <a:lnTo>
                    <a:pt x="9829" y="40386"/>
                  </a:lnTo>
                  <a:lnTo>
                    <a:pt x="9982" y="40360"/>
                  </a:lnTo>
                  <a:close/>
                </a:path>
                <a:path w="36829" h="43815">
                  <a:moveTo>
                    <a:pt x="10109" y="41668"/>
                  </a:moveTo>
                  <a:lnTo>
                    <a:pt x="9855" y="41605"/>
                  </a:lnTo>
                  <a:lnTo>
                    <a:pt x="9982" y="41744"/>
                  </a:lnTo>
                  <a:lnTo>
                    <a:pt x="10109" y="41668"/>
                  </a:lnTo>
                  <a:close/>
                </a:path>
                <a:path w="36829" h="43815">
                  <a:moveTo>
                    <a:pt x="10121" y="41046"/>
                  </a:moveTo>
                  <a:lnTo>
                    <a:pt x="9994" y="41071"/>
                  </a:lnTo>
                  <a:lnTo>
                    <a:pt x="9829" y="40881"/>
                  </a:lnTo>
                  <a:lnTo>
                    <a:pt x="9779" y="41135"/>
                  </a:lnTo>
                  <a:lnTo>
                    <a:pt x="9829" y="41275"/>
                  </a:lnTo>
                  <a:lnTo>
                    <a:pt x="9956" y="41300"/>
                  </a:lnTo>
                  <a:lnTo>
                    <a:pt x="9855" y="41427"/>
                  </a:lnTo>
                  <a:lnTo>
                    <a:pt x="9855" y="41567"/>
                  </a:lnTo>
                  <a:lnTo>
                    <a:pt x="9918" y="41402"/>
                  </a:lnTo>
                  <a:lnTo>
                    <a:pt x="10096" y="41516"/>
                  </a:lnTo>
                  <a:lnTo>
                    <a:pt x="10096" y="41376"/>
                  </a:lnTo>
                  <a:lnTo>
                    <a:pt x="10058" y="41211"/>
                  </a:lnTo>
                  <a:lnTo>
                    <a:pt x="10121" y="41046"/>
                  </a:lnTo>
                  <a:close/>
                </a:path>
                <a:path w="36829" h="43815">
                  <a:moveTo>
                    <a:pt x="10172" y="37122"/>
                  </a:moveTo>
                  <a:lnTo>
                    <a:pt x="10020" y="37287"/>
                  </a:lnTo>
                  <a:lnTo>
                    <a:pt x="10172" y="37261"/>
                  </a:lnTo>
                  <a:lnTo>
                    <a:pt x="10172" y="37122"/>
                  </a:lnTo>
                  <a:close/>
                </a:path>
                <a:path w="36829" h="43815">
                  <a:moveTo>
                    <a:pt x="10261" y="41922"/>
                  </a:moveTo>
                  <a:lnTo>
                    <a:pt x="10109" y="41795"/>
                  </a:lnTo>
                  <a:lnTo>
                    <a:pt x="10147" y="41973"/>
                  </a:lnTo>
                  <a:close/>
                </a:path>
                <a:path w="36829" h="43815">
                  <a:moveTo>
                    <a:pt x="10375" y="39382"/>
                  </a:moveTo>
                  <a:lnTo>
                    <a:pt x="10198" y="39204"/>
                  </a:lnTo>
                  <a:lnTo>
                    <a:pt x="10172" y="39535"/>
                  </a:lnTo>
                  <a:lnTo>
                    <a:pt x="10375" y="39382"/>
                  </a:lnTo>
                  <a:close/>
                </a:path>
                <a:path w="36829" h="43815">
                  <a:moveTo>
                    <a:pt x="10642" y="30911"/>
                  </a:moveTo>
                  <a:lnTo>
                    <a:pt x="10515" y="30886"/>
                  </a:lnTo>
                  <a:lnTo>
                    <a:pt x="10541" y="31051"/>
                  </a:lnTo>
                  <a:lnTo>
                    <a:pt x="10642" y="30911"/>
                  </a:lnTo>
                  <a:close/>
                </a:path>
                <a:path w="36829" h="43815">
                  <a:moveTo>
                    <a:pt x="10820" y="38785"/>
                  </a:moveTo>
                  <a:lnTo>
                    <a:pt x="10693" y="38963"/>
                  </a:lnTo>
                  <a:lnTo>
                    <a:pt x="10820" y="38785"/>
                  </a:lnTo>
                  <a:close/>
                </a:path>
                <a:path w="36829" h="43815">
                  <a:moveTo>
                    <a:pt x="10947" y="39585"/>
                  </a:moveTo>
                  <a:lnTo>
                    <a:pt x="10922" y="39382"/>
                  </a:lnTo>
                  <a:lnTo>
                    <a:pt x="10871" y="39585"/>
                  </a:lnTo>
                  <a:close/>
                </a:path>
                <a:path w="36829" h="43815">
                  <a:moveTo>
                    <a:pt x="10985" y="37985"/>
                  </a:moveTo>
                  <a:lnTo>
                    <a:pt x="10947" y="37858"/>
                  </a:lnTo>
                  <a:lnTo>
                    <a:pt x="10782" y="38061"/>
                  </a:lnTo>
                  <a:lnTo>
                    <a:pt x="10858" y="38201"/>
                  </a:lnTo>
                  <a:lnTo>
                    <a:pt x="10985" y="37985"/>
                  </a:lnTo>
                  <a:close/>
                </a:path>
                <a:path w="36829" h="43815">
                  <a:moveTo>
                    <a:pt x="11150" y="36766"/>
                  </a:moveTo>
                  <a:lnTo>
                    <a:pt x="11023" y="36614"/>
                  </a:lnTo>
                  <a:lnTo>
                    <a:pt x="11049" y="36766"/>
                  </a:lnTo>
                  <a:close/>
                </a:path>
                <a:path w="36829" h="43815">
                  <a:moveTo>
                    <a:pt x="11176" y="39446"/>
                  </a:moveTo>
                  <a:lnTo>
                    <a:pt x="11023" y="39382"/>
                  </a:lnTo>
                  <a:lnTo>
                    <a:pt x="11150" y="39763"/>
                  </a:lnTo>
                  <a:lnTo>
                    <a:pt x="11176" y="39446"/>
                  </a:lnTo>
                  <a:close/>
                </a:path>
                <a:path w="36829" h="43815">
                  <a:moveTo>
                    <a:pt x="11544" y="40398"/>
                  </a:moveTo>
                  <a:lnTo>
                    <a:pt x="11468" y="40551"/>
                  </a:lnTo>
                  <a:lnTo>
                    <a:pt x="11544" y="40398"/>
                  </a:lnTo>
                  <a:close/>
                </a:path>
                <a:path w="36829" h="43815">
                  <a:moveTo>
                    <a:pt x="12395" y="2006"/>
                  </a:moveTo>
                  <a:lnTo>
                    <a:pt x="12153" y="1892"/>
                  </a:lnTo>
                  <a:lnTo>
                    <a:pt x="12014" y="1689"/>
                  </a:lnTo>
                  <a:lnTo>
                    <a:pt x="11823" y="2184"/>
                  </a:lnTo>
                  <a:lnTo>
                    <a:pt x="11836" y="2882"/>
                  </a:lnTo>
                  <a:lnTo>
                    <a:pt x="11785" y="3492"/>
                  </a:lnTo>
                  <a:lnTo>
                    <a:pt x="11912" y="3352"/>
                  </a:lnTo>
                  <a:lnTo>
                    <a:pt x="12115" y="2933"/>
                  </a:lnTo>
                  <a:lnTo>
                    <a:pt x="11938" y="2184"/>
                  </a:lnTo>
                  <a:lnTo>
                    <a:pt x="12395" y="2006"/>
                  </a:lnTo>
                  <a:close/>
                </a:path>
                <a:path w="36829" h="43815">
                  <a:moveTo>
                    <a:pt x="15240" y="4775"/>
                  </a:moveTo>
                  <a:lnTo>
                    <a:pt x="15036" y="4584"/>
                  </a:lnTo>
                  <a:lnTo>
                    <a:pt x="15062" y="5105"/>
                  </a:lnTo>
                  <a:lnTo>
                    <a:pt x="15240" y="5219"/>
                  </a:lnTo>
                  <a:lnTo>
                    <a:pt x="15214" y="4864"/>
                  </a:lnTo>
                  <a:close/>
                </a:path>
                <a:path w="36829" h="43815">
                  <a:moveTo>
                    <a:pt x="24041" y="39941"/>
                  </a:moveTo>
                  <a:lnTo>
                    <a:pt x="23977" y="39116"/>
                  </a:lnTo>
                  <a:lnTo>
                    <a:pt x="24015" y="38519"/>
                  </a:lnTo>
                  <a:lnTo>
                    <a:pt x="23952" y="38976"/>
                  </a:lnTo>
                  <a:lnTo>
                    <a:pt x="24003" y="39814"/>
                  </a:lnTo>
                  <a:lnTo>
                    <a:pt x="23977" y="40411"/>
                  </a:lnTo>
                  <a:lnTo>
                    <a:pt x="24041" y="39941"/>
                  </a:lnTo>
                  <a:close/>
                </a:path>
                <a:path w="36829" h="43815">
                  <a:moveTo>
                    <a:pt x="24625" y="43611"/>
                  </a:moveTo>
                  <a:lnTo>
                    <a:pt x="24587" y="43281"/>
                  </a:lnTo>
                  <a:lnTo>
                    <a:pt x="24587" y="43611"/>
                  </a:lnTo>
                  <a:close/>
                </a:path>
                <a:path w="36829" h="43815">
                  <a:moveTo>
                    <a:pt x="25806" y="20256"/>
                  </a:moveTo>
                  <a:lnTo>
                    <a:pt x="25654" y="19926"/>
                  </a:lnTo>
                  <a:lnTo>
                    <a:pt x="25298" y="19939"/>
                  </a:lnTo>
                  <a:lnTo>
                    <a:pt x="25400" y="20408"/>
                  </a:lnTo>
                  <a:lnTo>
                    <a:pt x="25590" y="20408"/>
                  </a:lnTo>
                  <a:lnTo>
                    <a:pt x="25615" y="20548"/>
                  </a:lnTo>
                  <a:lnTo>
                    <a:pt x="25806" y="20256"/>
                  </a:lnTo>
                  <a:close/>
                </a:path>
                <a:path w="36829" h="43815">
                  <a:moveTo>
                    <a:pt x="26644" y="12458"/>
                  </a:moveTo>
                  <a:lnTo>
                    <a:pt x="26619" y="12268"/>
                  </a:lnTo>
                  <a:lnTo>
                    <a:pt x="26250" y="12319"/>
                  </a:lnTo>
                  <a:lnTo>
                    <a:pt x="25971" y="12471"/>
                  </a:lnTo>
                  <a:lnTo>
                    <a:pt x="25692" y="12611"/>
                  </a:lnTo>
                  <a:lnTo>
                    <a:pt x="25933" y="12839"/>
                  </a:lnTo>
                  <a:lnTo>
                    <a:pt x="26136" y="12636"/>
                  </a:lnTo>
                  <a:lnTo>
                    <a:pt x="26276" y="12611"/>
                  </a:lnTo>
                  <a:lnTo>
                    <a:pt x="26428" y="12509"/>
                  </a:lnTo>
                  <a:lnTo>
                    <a:pt x="26644" y="12458"/>
                  </a:lnTo>
                  <a:close/>
                </a:path>
                <a:path w="36829" h="43815">
                  <a:moveTo>
                    <a:pt x="30683" y="0"/>
                  </a:moveTo>
                  <a:lnTo>
                    <a:pt x="30543" y="0"/>
                  </a:lnTo>
                  <a:lnTo>
                    <a:pt x="30543" y="152"/>
                  </a:lnTo>
                  <a:lnTo>
                    <a:pt x="30683" y="152"/>
                  </a:lnTo>
                  <a:lnTo>
                    <a:pt x="30683" y="0"/>
                  </a:lnTo>
                  <a:close/>
                </a:path>
                <a:path w="36829" h="43815">
                  <a:moveTo>
                    <a:pt x="32854" y="11506"/>
                  </a:moveTo>
                  <a:lnTo>
                    <a:pt x="32626" y="11531"/>
                  </a:lnTo>
                  <a:lnTo>
                    <a:pt x="32600" y="11277"/>
                  </a:lnTo>
                  <a:lnTo>
                    <a:pt x="32435" y="11303"/>
                  </a:lnTo>
                  <a:lnTo>
                    <a:pt x="32258" y="11849"/>
                  </a:lnTo>
                  <a:lnTo>
                    <a:pt x="32334" y="11671"/>
                  </a:lnTo>
                  <a:lnTo>
                    <a:pt x="32854" y="11760"/>
                  </a:lnTo>
                  <a:lnTo>
                    <a:pt x="32854" y="11506"/>
                  </a:lnTo>
                  <a:close/>
                </a:path>
                <a:path w="36829" h="43815">
                  <a:moveTo>
                    <a:pt x="36245" y="5969"/>
                  </a:moveTo>
                  <a:lnTo>
                    <a:pt x="36080" y="5384"/>
                  </a:lnTo>
                  <a:lnTo>
                    <a:pt x="35953" y="5740"/>
                  </a:lnTo>
                  <a:lnTo>
                    <a:pt x="36118" y="5803"/>
                  </a:lnTo>
                  <a:lnTo>
                    <a:pt x="36093" y="6057"/>
                  </a:lnTo>
                  <a:lnTo>
                    <a:pt x="36245" y="59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9" name="object 159"/>
            <p:cNvSpPr/>
            <p:nvPr/>
          </p:nvSpPr>
          <p:spPr>
            <a:xfrm>
              <a:off x="4042803" y="1218209"/>
              <a:ext cx="24765" cy="15240"/>
            </a:xfrm>
            <a:custGeom>
              <a:avLst/>
              <a:gdLst/>
              <a:ahLst/>
              <a:cxnLst/>
              <a:rect l="l" t="t" r="r" b="b"/>
              <a:pathLst>
                <a:path w="24764" h="15240">
                  <a:moveTo>
                    <a:pt x="6540" y="13893"/>
                  </a:moveTo>
                  <a:lnTo>
                    <a:pt x="6527" y="13741"/>
                  </a:lnTo>
                  <a:lnTo>
                    <a:pt x="63" y="13741"/>
                  </a:lnTo>
                  <a:lnTo>
                    <a:pt x="63" y="13893"/>
                  </a:lnTo>
                  <a:lnTo>
                    <a:pt x="6540" y="13893"/>
                  </a:lnTo>
                  <a:close/>
                </a:path>
                <a:path w="24764" h="15240">
                  <a:moveTo>
                    <a:pt x="7213" y="5689"/>
                  </a:moveTo>
                  <a:lnTo>
                    <a:pt x="7162" y="5511"/>
                  </a:lnTo>
                  <a:lnTo>
                    <a:pt x="7162" y="5740"/>
                  </a:lnTo>
                  <a:close/>
                </a:path>
                <a:path w="24764" h="15240">
                  <a:moveTo>
                    <a:pt x="7480" y="14732"/>
                  </a:moveTo>
                  <a:lnTo>
                    <a:pt x="7442" y="14490"/>
                  </a:lnTo>
                  <a:lnTo>
                    <a:pt x="7200" y="14490"/>
                  </a:lnTo>
                  <a:lnTo>
                    <a:pt x="6985" y="14236"/>
                  </a:lnTo>
                  <a:lnTo>
                    <a:pt x="6794" y="14020"/>
                  </a:lnTo>
                  <a:lnTo>
                    <a:pt x="6540" y="14020"/>
                  </a:lnTo>
                  <a:lnTo>
                    <a:pt x="63" y="14020"/>
                  </a:lnTo>
                  <a:lnTo>
                    <a:pt x="127" y="14732"/>
                  </a:lnTo>
                  <a:lnTo>
                    <a:pt x="7480" y="14732"/>
                  </a:lnTo>
                  <a:close/>
                </a:path>
                <a:path w="24764" h="15240">
                  <a:moveTo>
                    <a:pt x="7581" y="13246"/>
                  </a:moveTo>
                  <a:lnTo>
                    <a:pt x="7531" y="13423"/>
                  </a:lnTo>
                  <a:lnTo>
                    <a:pt x="7581" y="13246"/>
                  </a:lnTo>
                  <a:close/>
                </a:path>
                <a:path w="24764" h="15240">
                  <a:moveTo>
                    <a:pt x="7658" y="14033"/>
                  </a:moveTo>
                  <a:lnTo>
                    <a:pt x="7581" y="13601"/>
                  </a:lnTo>
                  <a:lnTo>
                    <a:pt x="7378" y="13665"/>
                  </a:lnTo>
                  <a:lnTo>
                    <a:pt x="7467" y="14008"/>
                  </a:lnTo>
                  <a:lnTo>
                    <a:pt x="7289" y="14033"/>
                  </a:lnTo>
                  <a:lnTo>
                    <a:pt x="7429" y="14160"/>
                  </a:lnTo>
                  <a:lnTo>
                    <a:pt x="7620" y="14160"/>
                  </a:lnTo>
                  <a:lnTo>
                    <a:pt x="7645" y="14325"/>
                  </a:lnTo>
                  <a:lnTo>
                    <a:pt x="7658" y="14033"/>
                  </a:lnTo>
                  <a:close/>
                </a:path>
                <a:path w="24764" h="15240">
                  <a:moveTo>
                    <a:pt x="7912" y="10160"/>
                  </a:moveTo>
                  <a:lnTo>
                    <a:pt x="6502" y="10160"/>
                  </a:lnTo>
                  <a:lnTo>
                    <a:pt x="6438" y="9906"/>
                  </a:lnTo>
                  <a:lnTo>
                    <a:pt x="12" y="9906"/>
                  </a:lnTo>
                  <a:lnTo>
                    <a:pt x="25" y="10541"/>
                  </a:lnTo>
                  <a:lnTo>
                    <a:pt x="7874" y="10541"/>
                  </a:lnTo>
                  <a:lnTo>
                    <a:pt x="7912" y="10160"/>
                  </a:lnTo>
                  <a:close/>
                </a:path>
                <a:path w="24764" h="15240">
                  <a:moveTo>
                    <a:pt x="7988" y="14732"/>
                  </a:moveTo>
                  <a:close/>
                </a:path>
                <a:path w="24764" h="15240">
                  <a:moveTo>
                    <a:pt x="7988" y="14033"/>
                  </a:moveTo>
                  <a:lnTo>
                    <a:pt x="7924" y="13855"/>
                  </a:lnTo>
                  <a:lnTo>
                    <a:pt x="7924" y="14008"/>
                  </a:lnTo>
                  <a:close/>
                </a:path>
                <a:path w="24764" h="15240">
                  <a:moveTo>
                    <a:pt x="8039" y="9017"/>
                  </a:moveTo>
                  <a:lnTo>
                    <a:pt x="8001" y="8572"/>
                  </a:lnTo>
                  <a:lnTo>
                    <a:pt x="7975" y="8356"/>
                  </a:lnTo>
                  <a:lnTo>
                    <a:pt x="7937" y="7988"/>
                  </a:lnTo>
                  <a:lnTo>
                    <a:pt x="0" y="7988"/>
                  </a:lnTo>
                  <a:lnTo>
                    <a:pt x="12" y="9017"/>
                  </a:lnTo>
                  <a:lnTo>
                    <a:pt x="8039" y="9017"/>
                  </a:lnTo>
                  <a:close/>
                </a:path>
                <a:path w="24764" h="15240">
                  <a:moveTo>
                    <a:pt x="8051" y="13804"/>
                  </a:moveTo>
                  <a:lnTo>
                    <a:pt x="8013" y="13550"/>
                  </a:lnTo>
                  <a:lnTo>
                    <a:pt x="7950" y="13817"/>
                  </a:lnTo>
                  <a:close/>
                </a:path>
                <a:path w="24764" h="15240">
                  <a:moveTo>
                    <a:pt x="8102" y="685"/>
                  </a:moveTo>
                  <a:lnTo>
                    <a:pt x="7924" y="698"/>
                  </a:lnTo>
                  <a:lnTo>
                    <a:pt x="7924" y="939"/>
                  </a:lnTo>
                  <a:lnTo>
                    <a:pt x="8102" y="812"/>
                  </a:lnTo>
                  <a:lnTo>
                    <a:pt x="8102" y="685"/>
                  </a:lnTo>
                  <a:close/>
                </a:path>
                <a:path w="24764" h="15240">
                  <a:moveTo>
                    <a:pt x="8128" y="14528"/>
                  </a:moveTo>
                  <a:lnTo>
                    <a:pt x="8064" y="14732"/>
                  </a:lnTo>
                  <a:lnTo>
                    <a:pt x="8128" y="14528"/>
                  </a:lnTo>
                  <a:close/>
                </a:path>
                <a:path w="24764" h="15240">
                  <a:moveTo>
                    <a:pt x="8153" y="14287"/>
                  </a:moveTo>
                  <a:lnTo>
                    <a:pt x="7950" y="14160"/>
                  </a:lnTo>
                  <a:lnTo>
                    <a:pt x="7861" y="14414"/>
                  </a:lnTo>
                  <a:lnTo>
                    <a:pt x="8153" y="14287"/>
                  </a:lnTo>
                  <a:close/>
                </a:path>
                <a:path w="24764" h="15240">
                  <a:moveTo>
                    <a:pt x="8166" y="13398"/>
                  </a:moveTo>
                  <a:lnTo>
                    <a:pt x="8039" y="13449"/>
                  </a:lnTo>
                  <a:lnTo>
                    <a:pt x="8064" y="13576"/>
                  </a:lnTo>
                  <a:lnTo>
                    <a:pt x="8166" y="13398"/>
                  </a:lnTo>
                  <a:close/>
                </a:path>
                <a:path w="24764" h="15240">
                  <a:moveTo>
                    <a:pt x="8191" y="2946"/>
                  </a:moveTo>
                  <a:lnTo>
                    <a:pt x="8064" y="2882"/>
                  </a:lnTo>
                  <a:lnTo>
                    <a:pt x="8102" y="3048"/>
                  </a:lnTo>
                  <a:lnTo>
                    <a:pt x="8013" y="3225"/>
                  </a:lnTo>
                  <a:lnTo>
                    <a:pt x="8166" y="3175"/>
                  </a:lnTo>
                  <a:lnTo>
                    <a:pt x="8166" y="2997"/>
                  </a:lnTo>
                  <a:close/>
                </a:path>
                <a:path w="24764" h="15240">
                  <a:moveTo>
                    <a:pt x="8216" y="10045"/>
                  </a:moveTo>
                  <a:lnTo>
                    <a:pt x="8166" y="9893"/>
                  </a:lnTo>
                  <a:lnTo>
                    <a:pt x="8064" y="10160"/>
                  </a:lnTo>
                  <a:lnTo>
                    <a:pt x="8216" y="10045"/>
                  </a:lnTo>
                  <a:close/>
                </a:path>
                <a:path w="24764" h="15240">
                  <a:moveTo>
                    <a:pt x="8280" y="3302"/>
                  </a:moveTo>
                  <a:lnTo>
                    <a:pt x="8216" y="3454"/>
                  </a:lnTo>
                  <a:lnTo>
                    <a:pt x="8280" y="3302"/>
                  </a:lnTo>
                  <a:close/>
                </a:path>
                <a:path w="24764" h="15240">
                  <a:moveTo>
                    <a:pt x="8293" y="1104"/>
                  </a:moveTo>
                  <a:lnTo>
                    <a:pt x="8102" y="1104"/>
                  </a:lnTo>
                  <a:lnTo>
                    <a:pt x="8293" y="1155"/>
                  </a:lnTo>
                  <a:close/>
                </a:path>
                <a:path w="24764" h="15240">
                  <a:moveTo>
                    <a:pt x="8305" y="13131"/>
                  </a:moveTo>
                  <a:lnTo>
                    <a:pt x="7848" y="11544"/>
                  </a:lnTo>
                  <a:lnTo>
                    <a:pt x="8051" y="11201"/>
                  </a:lnTo>
                  <a:lnTo>
                    <a:pt x="8013" y="10833"/>
                  </a:lnTo>
                  <a:lnTo>
                    <a:pt x="7797" y="10833"/>
                  </a:lnTo>
                  <a:lnTo>
                    <a:pt x="7797" y="13131"/>
                  </a:lnTo>
                  <a:lnTo>
                    <a:pt x="7708" y="13296"/>
                  </a:lnTo>
                  <a:lnTo>
                    <a:pt x="7721" y="13131"/>
                  </a:lnTo>
                  <a:lnTo>
                    <a:pt x="7797" y="10833"/>
                  </a:lnTo>
                  <a:lnTo>
                    <a:pt x="6819" y="10833"/>
                  </a:lnTo>
                  <a:lnTo>
                    <a:pt x="6819" y="11544"/>
                  </a:lnTo>
                  <a:lnTo>
                    <a:pt x="6743" y="12331"/>
                  </a:lnTo>
                  <a:lnTo>
                    <a:pt x="6261" y="11544"/>
                  </a:lnTo>
                  <a:lnTo>
                    <a:pt x="6819" y="11544"/>
                  </a:lnTo>
                  <a:lnTo>
                    <a:pt x="6819" y="10833"/>
                  </a:lnTo>
                  <a:lnTo>
                    <a:pt x="25" y="10833"/>
                  </a:lnTo>
                  <a:lnTo>
                    <a:pt x="50" y="13373"/>
                  </a:lnTo>
                  <a:lnTo>
                    <a:pt x="6121" y="13373"/>
                  </a:lnTo>
                  <a:lnTo>
                    <a:pt x="6057" y="13208"/>
                  </a:lnTo>
                  <a:lnTo>
                    <a:pt x="6311" y="13195"/>
                  </a:lnTo>
                  <a:lnTo>
                    <a:pt x="6337" y="13335"/>
                  </a:lnTo>
                  <a:lnTo>
                    <a:pt x="6400" y="13195"/>
                  </a:lnTo>
                  <a:lnTo>
                    <a:pt x="6489" y="13131"/>
                  </a:lnTo>
                  <a:lnTo>
                    <a:pt x="7543" y="13131"/>
                  </a:lnTo>
                  <a:lnTo>
                    <a:pt x="7658" y="13423"/>
                  </a:lnTo>
                  <a:lnTo>
                    <a:pt x="7683" y="13665"/>
                  </a:lnTo>
                  <a:lnTo>
                    <a:pt x="7810" y="13411"/>
                  </a:lnTo>
                  <a:lnTo>
                    <a:pt x="7848" y="13131"/>
                  </a:lnTo>
                  <a:lnTo>
                    <a:pt x="8305" y="13131"/>
                  </a:lnTo>
                  <a:close/>
                </a:path>
                <a:path w="24764" h="15240">
                  <a:moveTo>
                    <a:pt x="8318" y="1473"/>
                  </a:moveTo>
                  <a:lnTo>
                    <a:pt x="8191" y="1397"/>
                  </a:lnTo>
                  <a:lnTo>
                    <a:pt x="8166" y="1651"/>
                  </a:lnTo>
                  <a:lnTo>
                    <a:pt x="8318" y="1473"/>
                  </a:lnTo>
                  <a:close/>
                </a:path>
                <a:path w="24764" h="15240">
                  <a:moveTo>
                    <a:pt x="8343" y="3670"/>
                  </a:moveTo>
                  <a:lnTo>
                    <a:pt x="8191" y="3746"/>
                  </a:lnTo>
                  <a:lnTo>
                    <a:pt x="8216" y="3911"/>
                  </a:lnTo>
                  <a:lnTo>
                    <a:pt x="8343" y="3670"/>
                  </a:lnTo>
                  <a:close/>
                </a:path>
                <a:path w="24764" h="15240">
                  <a:moveTo>
                    <a:pt x="8369" y="14732"/>
                  </a:moveTo>
                  <a:lnTo>
                    <a:pt x="8318" y="14592"/>
                  </a:lnTo>
                  <a:lnTo>
                    <a:pt x="8293" y="14732"/>
                  </a:lnTo>
                  <a:close/>
                </a:path>
                <a:path w="24764" h="15240">
                  <a:moveTo>
                    <a:pt x="8394" y="2209"/>
                  </a:moveTo>
                  <a:lnTo>
                    <a:pt x="8369" y="2057"/>
                  </a:lnTo>
                  <a:lnTo>
                    <a:pt x="8318" y="1854"/>
                  </a:lnTo>
                  <a:lnTo>
                    <a:pt x="8140" y="1917"/>
                  </a:lnTo>
                  <a:lnTo>
                    <a:pt x="8140" y="1676"/>
                  </a:lnTo>
                  <a:lnTo>
                    <a:pt x="8064" y="1879"/>
                  </a:lnTo>
                  <a:lnTo>
                    <a:pt x="8115" y="2082"/>
                  </a:lnTo>
                  <a:lnTo>
                    <a:pt x="8039" y="2311"/>
                  </a:lnTo>
                  <a:lnTo>
                    <a:pt x="8089" y="2438"/>
                  </a:lnTo>
                  <a:lnTo>
                    <a:pt x="8166" y="2590"/>
                  </a:lnTo>
                  <a:lnTo>
                    <a:pt x="8216" y="2362"/>
                  </a:lnTo>
                  <a:lnTo>
                    <a:pt x="8369" y="2336"/>
                  </a:lnTo>
                  <a:lnTo>
                    <a:pt x="8394" y="2209"/>
                  </a:lnTo>
                  <a:close/>
                </a:path>
                <a:path w="24764" h="15240">
                  <a:moveTo>
                    <a:pt x="8458" y="14732"/>
                  </a:moveTo>
                  <a:close/>
                </a:path>
                <a:path w="24764" h="15240">
                  <a:moveTo>
                    <a:pt x="8572" y="2971"/>
                  </a:moveTo>
                  <a:lnTo>
                    <a:pt x="8534" y="2806"/>
                  </a:lnTo>
                  <a:lnTo>
                    <a:pt x="8496" y="2946"/>
                  </a:lnTo>
                  <a:close/>
                </a:path>
                <a:path w="24764" h="15240">
                  <a:moveTo>
                    <a:pt x="8636" y="3213"/>
                  </a:moveTo>
                  <a:lnTo>
                    <a:pt x="8509" y="3327"/>
                  </a:lnTo>
                  <a:lnTo>
                    <a:pt x="8636" y="3213"/>
                  </a:lnTo>
                  <a:close/>
                </a:path>
                <a:path w="24764" h="15240">
                  <a:moveTo>
                    <a:pt x="8648" y="12865"/>
                  </a:moveTo>
                  <a:lnTo>
                    <a:pt x="8597" y="13068"/>
                  </a:lnTo>
                  <a:lnTo>
                    <a:pt x="8648" y="12865"/>
                  </a:lnTo>
                  <a:close/>
                </a:path>
                <a:path w="24764" h="15240">
                  <a:moveTo>
                    <a:pt x="8712" y="13195"/>
                  </a:moveTo>
                  <a:lnTo>
                    <a:pt x="8572" y="13106"/>
                  </a:lnTo>
                  <a:lnTo>
                    <a:pt x="8534" y="13309"/>
                  </a:lnTo>
                  <a:lnTo>
                    <a:pt x="8686" y="13309"/>
                  </a:lnTo>
                  <a:close/>
                </a:path>
                <a:path w="24764" h="15240">
                  <a:moveTo>
                    <a:pt x="8737" y="12407"/>
                  </a:moveTo>
                  <a:lnTo>
                    <a:pt x="8636" y="12674"/>
                  </a:lnTo>
                  <a:lnTo>
                    <a:pt x="8483" y="12763"/>
                  </a:lnTo>
                  <a:lnTo>
                    <a:pt x="8686" y="12839"/>
                  </a:lnTo>
                  <a:lnTo>
                    <a:pt x="8737" y="12407"/>
                  </a:lnTo>
                  <a:close/>
                </a:path>
                <a:path w="24764" h="15240">
                  <a:moveTo>
                    <a:pt x="8877" y="13131"/>
                  </a:moveTo>
                  <a:lnTo>
                    <a:pt x="8839" y="12941"/>
                  </a:lnTo>
                  <a:lnTo>
                    <a:pt x="8737" y="13157"/>
                  </a:lnTo>
                  <a:lnTo>
                    <a:pt x="8877" y="13131"/>
                  </a:lnTo>
                  <a:close/>
                </a:path>
                <a:path w="24764" h="15240">
                  <a:moveTo>
                    <a:pt x="9093" y="14732"/>
                  </a:moveTo>
                  <a:lnTo>
                    <a:pt x="9067" y="14592"/>
                  </a:lnTo>
                  <a:lnTo>
                    <a:pt x="9029" y="14732"/>
                  </a:lnTo>
                  <a:close/>
                </a:path>
                <a:path w="24764" h="15240">
                  <a:moveTo>
                    <a:pt x="9169" y="9779"/>
                  </a:moveTo>
                  <a:lnTo>
                    <a:pt x="9029" y="10007"/>
                  </a:lnTo>
                  <a:lnTo>
                    <a:pt x="8966" y="9817"/>
                  </a:lnTo>
                  <a:lnTo>
                    <a:pt x="8915" y="10299"/>
                  </a:lnTo>
                  <a:lnTo>
                    <a:pt x="9067" y="10083"/>
                  </a:lnTo>
                  <a:lnTo>
                    <a:pt x="9093" y="9842"/>
                  </a:lnTo>
                  <a:close/>
                </a:path>
                <a:path w="24764" h="15240">
                  <a:moveTo>
                    <a:pt x="9194" y="14732"/>
                  </a:moveTo>
                  <a:close/>
                </a:path>
                <a:path w="24764" h="15240">
                  <a:moveTo>
                    <a:pt x="9436" y="13271"/>
                  </a:moveTo>
                  <a:lnTo>
                    <a:pt x="9258" y="13271"/>
                  </a:lnTo>
                  <a:lnTo>
                    <a:pt x="9436" y="13271"/>
                  </a:lnTo>
                  <a:close/>
                </a:path>
                <a:path w="24764" h="15240">
                  <a:moveTo>
                    <a:pt x="9626" y="10883"/>
                  </a:moveTo>
                  <a:lnTo>
                    <a:pt x="9486" y="10883"/>
                  </a:lnTo>
                  <a:lnTo>
                    <a:pt x="9486" y="11061"/>
                  </a:lnTo>
                  <a:lnTo>
                    <a:pt x="9626" y="10883"/>
                  </a:lnTo>
                  <a:close/>
                </a:path>
                <a:path w="24764" h="15240">
                  <a:moveTo>
                    <a:pt x="9639" y="7264"/>
                  </a:moveTo>
                  <a:lnTo>
                    <a:pt x="9588" y="7620"/>
                  </a:lnTo>
                  <a:lnTo>
                    <a:pt x="9639" y="7264"/>
                  </a:lnTo>
                  <a:close/>
                </a:path>
                <a:path w="24764" h="15240">
                  <a:moveTo>
                    <a:pt x="9753" y="12573"/>
                  </a:moveTo>
                  <a:lnTo>
                    <a:pt x="9690" y="12814"/>
                  </a:lnTo>
                  <a:lnTo>
                    <a:pt x="9753" y="12573"/>
                  </a:lnTo>
                  <a:close/>
                </a:path>
                <a:path w="24764" h="15240">
                  <a:moveTo>
                    <a:pt x="9969" y="11468"/>
                  </a:moveTo>
                  <a:lnTo>
                    <a:pt x="9944" y="11315"/>
                  </a:lnTo>
                  <a:lnTo>
                    <a:pt x="9817" y="11493"/>
                  </a:lnTo>
                  <a:lnTo>
                    <a:pt x="9969" y="11468"/>
                  </a:lnTo>
                  <a:close/>
                </a:path>
                <a:path w="24764" h="15240">
                  <a:moveTo>
                    <a:pt x="10096" y="12776"/>
                  </a:moveTo>
                  <a:lnTo>
                    <a:pt x="9842" y="12750"/>
                  </a:lnTo>
                  <a:lnTo>
                    <a:pt x="9969" y="12865"/>
                  </a:lnTo>
                  <a:lnTo>
                    <a:pt x="10096" y="12776"/>
                  </a:lnTo>
                  <a:close/>
                </a:path>
                <a:path w="24764" h="15240">
                  <a:moveTo>
                    <a:pt x="10109" y="12166"/>
                  </a:moveTo>
                  <a:lnTo>
                    <a:pt x="9969" y="12090"/>
                  </a:lnTo>
                  <a:lnTo>
                    <a:pt x="9817" y="11988"/>
                  </a:lnTo>
                  <a:lnTo>
                    <a:pt x="9766" y="12242"/>
                  </a:lnTo>
                  <a:lnTo>
                    <a:pt x="9817" y="12382"/>
                  </a:lnTo>
                  <a:lnTo>
                    <a:pt x="9944" y="12407"/>
                  </a:lnTo>
                  <a:lnTo>
                    <a:pt x="9842" y="12687"/>
                  </a:lnTo>
                  <a:lnTo>
                    <a:pt x="9906" y="12509"/>
                  </a:lnTo>
                  <a:lnTo>
                    <a:pt x="10083" y="12611"/>
                  </a:lnTo>
                  <a:lnTo>
                    <a:pt x="10083" y="12484"/>
                  </a:lnTo>
                  <a:lnTo>
                    <a:pt x="10033" y="12319"/>
                  </a:lnTo>
                  <a:lnTo>
                    <a:pt x="10109" y="12166"/>
                  </a:lnTo>
                  <a:close/>
                </a:path>
                <a:path w="24764" h="15240">
                  <a:moveTo>
                    <a:pt x="10160" y="8242"/>
                  </a:moveTo>
                  <a:lnTo>
                    <a:pt x="10007" y="8407"/>
                  </a:lnTo>
                  <a:lnTo>
                    <a:pt x="10160" y="8382"/>
                  </a:lnTo>
                  <a:lnTo>
                    <a:pt x="10160" y="8242"/>
                  </a:lnTo>
                  <a:close/>
                </a:path>
                <a:path w="24764" h="15240">
                  <a:moveTo>
                    <a:pt x="10248" y="13042"/>
                  </a:moveTo>
                  <a:lnTo>
                    <a:pt x="10096" y="12915"/>
                  </a:lnTo>
                  <a:lnTo>
                    <a:pt x="10134" y="13106"/>
                  </a:lnTo>
                  <a:close/>
                </a:path>
                <a:path w="24764" h="15240">
                  <a:moveTo>
                    <a:pt x="10363" y="10502"/>
                  </a:moveTo>
                  <a:lnTo>
                    <a:pt x="10185" y="10337"/>
                  </a:lnTo>
                  <a:lnTo>
                    <a:pt x="10160" y="10655"/>
                  </a:lnTo>
                  <a:lnTo>
                    <a:pt x="10363" y="10502"/>
                  </a:lnTo>
                  <a:close/>
                </a:path>
                <a:path w="24764" h="15240">
                  <a:moveTo>
                    <a:pt x="10490" y="5168"/>
                  </a:moveTo>
                  <a:lnTo>
                    <a:pt x="10388" y="5041"/>
                  </a:lnTo>
                  <a:lnTo>
                    <a:pt x="10363" y="5207"/>
                  </a:lnTo>
                  <a:lnTo>
                    <a:pt x="10490" y="5168"/>
                  </a:lnTo>
                  <a:close/>
                </a:path>
                <a:path w="24764" h="15240">
                  <a:moveTo>
                    <a:pt x="10566" y="25"/>
                  </a:moveTo>
                  <a:lnTo>
                    <a:pt x="10426" y="101"/>
                  </a:lnTo>
                  <a:lnTo>
                    <a:pt x="10477" y="266"/>
                  </a:lnTo>
                  <a:lnTo>
                    <a:pt x="10566" y="25"/>
                  </a:lnTo>
                  <a:close/>
                </a:path>
                <a:path w="24764" h="15240">
                  <a:moveTo>
                    <a:pt x="10756" y="2565"/>
                  </a:moveTo>
                  <a:lnTo>
                    <a:pt x="10655" y="2070"/>
                  </a:lnTo>
                  <a:lnTo>
                    <a:pt x="10642" y="2209"/>
                  </a:lnTo>
                  <a:lnTo>
                    <a:pt x="10655" y="2413"/>
                  </a:lnTo>
                  <a:lnTo>
                    <a:pt x="10680" y="2628"/>
                  </a:lnTo>
                  <a:close/>
                </a:path>
                <a:path w="24764" h="15240">
                  <a:moveTo>
                    <a:pt x="10807" y="9893"/>
                  </a:moveTo>
                  <a:lnTo>
                    <a:pt x="10680" y="10083"/>
                  </a:lnTo>
                  <a:lnTo>
                    <a:pt x="10807" y="9893"/>
                  </a:lnTo>
                  <a:close/>
                </a:path>
                <a:path w="24764" h="15240">
                  <a:moveTo>
                    <a:pt x="10934" y="10706"/>
                  </a:moveTo>
                  <a:lnTo>
                    <a:pt x="10909" y="10502"/>
                  </a:lnTo>
                  <a:lnTo>
                    <a:pt x="10858" y="10706"/>
                  </a:lnTo>
                  <a:close/>
                </a:path>
                <a:path w="24764" h="15240">
                  <a:moveTo>
                    <a:pt x="10972" y="9118"/>
                  </a:moveTo>
                  <a:lnTo>
                    <a:pt x="10934" y="8991"/>
                  </a:lnTo>
                  <a:lnTo>
                    <a:pt x="10769" y="9194"/>
                  </a:lnTo>
                  <a:lnTo>
                    <a:pt x="10845" y="9334"/>
                  </a:lnTo>
                  <a:lnTo>
                    <a:pt x="10972" y="9118"/>
                  </a:lnTo>
                  <a:close/>
                </a:path>
                <a:path w="24764" h="15240">
                  <a:moveTo>
                    <a:pt x="11112" y="3175"/>
                  </a:moveTo>
                  <a:lnTo>
                    <a:pt x="11087" y="2933"/>
                  </a:lnTo>
                  <a:lnTo>
                    <a:pt x="11049" y="2755"/>
                  </a:lnTo>
                  <a:lnTo>
                    <a:pt x="10972" y="2501"/>
                  </a:lnTo>
                  <a:lnTo>
                    <a:pt x="10922" y="3162"/>
                  </a:lnTo>
                  <a:lnTo>
                    <a:pt x="11112" y="3175"/>
                  </a:lnTo>
                  <a:close/>
                </a:path>
                <a:path w="24764" h="15240">
                  <a:moveTo>
                    <a:pt x="11137" y="7886"/>
                  </a:moveTo>
                  <a:lnTo>
                    <a:pt x="11010" y="7734"/>
                  </a:lnTo>
                  <a:lnTo>
                    <a:pt x="11036" y="7886"/>
                  </a:lnTo>
                  <a:close/>
                </a:path>
                <a:path w="24764" h="15240">
                  <a:moveTo>
                    <a:pt x="11163" y="3263"/>
                  </a:moveTo>
                  <a:lnTo>
                    <a:pt x="11010" y="3200"/>
                  </a:lnTo>
                  <a:lnTo>
                    <a:pt x="11137" y="3581"/>
                  </a:lnTo>
                  <a:lnTo>
                    <a:pt x="11163" y="3263"/>
                  </a:lnTo>
                  <a:close/>
                </a:path>
                <a:path w="24764" h="15240">
                  <a:moveTo>
                    <a:pt x="13817" y="1473"/>
                  </a:moveTo>
                  <a:lnTo>
                    <a:pt x="13690" y="1384"/>
                  </a:lnTo>
                  <a:lnTo>
                    <a:pt x="13817" y="1473"/>
                  </a:lnTo>
                  <a:close/>
                </a:path>
                <a:path w="24764" h="15240">
                  <a:moveTo>
                    <a:pt x="24028" y="11061"/>
                  </a:moveTo>
                  <a:lnTo>
                    <a:pt x="23964" y="10248"/>
                  </a:lnTo>
                  <a:lnTo>
                    <a:pt x="24003" y="9652"/>
                  </a:lnTo>
                  <a:lnTo>
                    <a:pt x="23939" y="10109"/>
                  </a:lnTo>
                  <a:lnTo>
                    <a:pt x="23990" y="10934"/>
                  </a:lnTo>
                  <a:lnTo>
                    <a:pt x="23964" y="11544"/>
                  </a:lnTo>
                  <a:lnTo>
                    <a:pt x="24028" y="11061"/>
                  </a:lnTo>
                  <a:close/>
                </a:path>
                <a:path w="24764" h="15240">
                  <a:moveTo>
                    <a:pt x="24612" y="14732"/>
                  </a:moveTo>
                  <a:lnTo>
                    <a:pt x="24574" y="14401"/>
                  </a:lnTo>
                  <a:lnTo>
                    <a:pt x="24574" y="147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0" name="object 160"/>
            <p:cNvSpPr/>
            <p:nvPr/>
          </p:nvSpPr>
          <p:spPr>
            <a:xfrm>
              <a:off x="4042803" y="1225498"/>
              <a:ext cx="24765" cy="15240"/>
            </a:xfrm>
            <a:custGeom>
              <a:avLst/>
              <a:gdLst/>
              <a:ahLst/>
              <a:cxnLst/>
              <a:rect l="l" t="t" r="r" b="b"/>
              <a:pathLst>
                <a:path w="24764" h="15240">
                  <a:moveTo>
                    <a:pt x="5524" y="5384"/>
                  </a:moveTo>
                  <a:lnTo>
                    <a:pt x="5524" y="5549"/>
                  </a:lnTo>
                  <a:lnTo>
                    <a:pt x="5524" y="5384"/>
                  </a:lnTo>
                  <a:close/>
                </a:path>
                <a:path w="24764" h="15240">
                  <a:moveTo>
                    <a:pt x="7213" y="5689"/>
                  </a:moveTo>
                  <a:lnTo>
                    <a:pt x="7162" y="5524"/>
                  </a:lnTo>
                  <a:lnTo>
                    <a:pt x="7162" y="5753"/>
                  </a:lnTo>
                  <a:close/>
                </a:path>
                <a:path w="24764" h="15240">
                  <a:moveTo>
                    <a:pt x="7480" y="7429"/>
                  </a:moveTo>
                  <a:lnTo>
                    <a:pt x="7112" y="7734"/>
                  </a:lnTo>
                  <a:lnTo>
                    <a:pt x="50" y="7734"/>
                  </a:lnTo>
                  <a:lnTo>
                    <a:pt x="50" y="8229"/>
                  </a:lnTo>
                  <a:lnTo>
                    <a:pt x="6540" y="8229"/>
                  </a:lnTo>
                  <a:lnTo>
                    <a:pt x="6680" y="8229"/>
                  </a:lnTo>
                  <a:lnTo>
                    <a:pt x="6921" y="7950"/>
                  </a:lnTo>
                  <a:lnTo>
                    <a:pt x="7416" y="7734"/>
                  </a:lnTo>
                  <a:lnTo>
                    <a:pt x="7480" y="7429"/>
                  </a:lnTo>
                  <a:close/>
                </a:path>
                <a:path w="24764" h="15240">
                  <a:moveTo>
                    <a:pt x="7658" y="8089"/>
                  </a:moveTo>
                  <a:lnTo>
                    <a:pt x="7645" y="7785"/>
                  </a:lnTo>
                  <a:lnTo>
                    <a:pt x="7620" y="7962"/>
                  </a:lnTo>
                  <a:lnTo>
                    <a:pt x="7429" y="7962"/>
                  </a:lnTo>
                  <a:lnTo>
                    <a:pt x="7289" y="8077"/>
                  </a:lnTo>
                  <a:lnTo>
                    <a:pt x="7378" y="8229"/>
                  </a:lnTo>
                  <a:lnTo>
                    <a:pt x="7467" y="8102"/>
                  </a:lnTo>
                  <a:lnTo>
                    <a:pt x="7378" y="8458"/>
                  </a:lnTo>
                  <a:lnTo>
                    <a:pt x="7594" y="8521"/>
                  </a:lnTo>
                  <a:lnTo>
                    <a:pt x="7620" y="8026"/>
                  </a:lnTo>
                  <a:close/>
                </a:path>
                <a:path w="24764" h="15240">
                  <a:moveTo>
                    <a:pt x="7899" y="13525"/>
                  </a:moveTo>
                  <a:lnTo>
                    <a:pt x="7772" y="13741"/>
                  </a:lnTo>
                  <a:lnTo>
                    <a:pt x="7899" y="13741"/>
                  </a:lnTo>
                  <a:lnTo>
                    <a:pt x="7899" y="13525"/>
                  </a:lnTo>
                  <a:close/>
                </a:path>
                <a:path w="24764" h="15240">
                  <a:moveTo>
                    <a:pt x="7899" y="11696"/>
                  </a:moveTo>
                  <a:lnTo>
                    <a:pt x="25" y="11696"/>
                  </a:lnTo>
                  <a:lnTo>
                    <a:pt x="0" y="13741"/>
                  </a:lnTo>
                  <a:lnTo>
                    <a:pt x="7772" y="13741"/>
                  </a:lnTo>
                  <a:lnTo>
                    <a:pt x="7835" y="13525"/>
                  </a:lnTo>
                  <a:lnTo>
                    <a:pt x="7899" y="13004"/>
                  </a:lnTo>
                  <a:lnTo>
                    <a:pt x="7747" y="12827"/>
                  </a:lnTo>
                  <a:lnTo>
                    <a:pt x="7721" y="12649"/>
                  </a:lnTo>
                  <a:lnTo>
                    <a:pt x="7848" y="12306"/>
                  </a:lnTo>
                  <a:lnTo>
                    <a:pt x="6426" y="12306"/>
                  </a:lnTo>
                  <a:lnTo>
                    <a:pt x="6540" y="11963"/>
                  </a:lnTo>
                  <a:lnTo>
                    <a:pt x="7899" y="11963"/>
                  </a:lnTo>
                  <a:lnTo>
                    <a:pt x="7899" y="11696"/>
                  </a:lnTo>
                  <a:close/>
                </a:path>
                <a:path w="24764" h="15240">
                  <a:moveTo>
                    <a:pt x="7988" y="8077"/>
                  </a:moveTo>
                  <a:lnTo>
                    <a:pt x="7924" y="8255"/>
                  </a:lnTo>
                  <a:lnTo>
                    <a:pt x="7988" y="8077"/>
                  </a:lnTo>
                  <a:close/>
                </a:path>
                <a:path w="24764" h="15240">
                  <a:moveTo>
                    <a:pt x="8051" y="8318"/>
                  </a:moveTo>
                  <a:lnTo>
                    <a:pt x="8013" y="8585"/>
                  </a:lnTo>
                  <a:lnTo>
                    <a:pt x="8051" y="8318"/>
                  </a:lnTo>
                  <a:close/>
                </a:path>
                <a:path w="24764" h="15240">
                  <a:moveTo>
                    <a:pt x="8102" y="698"/>
                  </a:moveTo>
                  <a:lnTo>
                    <a:pt x="7924" y="723"/>
                  </a:lnTo>
                  <a:lnTo>
                    <a:pt x="7924" y="952"/>
                  </a:lnTo>
                  <a:lnTo>
                    <a:pt x="8102" y="825"/>
                  </a:lnTo>
                  <a:lnTo>
                    <a:pt x="8102" y="698"/>
                  </a:lnTo>
                  <a:close/>
                </a:path>
                <a:path w="24764" h="15240">
                  <a:moveTo>
                    <a:pt x="8128" y="7493"/>
                  </a:moveTo>
                  <a:lnTo>
                    <a:pt x="8039" y="7696"/>
                  </a:lnTo>
                  <a:lnTo>
                    <a:pt x="8128" y="7493"/>
                  </a:lnTo>
                  <a:close/>
                </a:path>
                <a:path w="24764" h="15240">
                  <a:moveTo>
                    <a:pt x="8153" y="7823"/>
                  </a:moveTo>
                  <a:lnTo>
                    <a:pt x="7899" y="7620"/>
                  </a:lnTo>
                  <a:lnTo>
                    <a:pt x="7950" y="7962"/>
                  </a:lnTo>
                  <a:lnTo>
                    <a:pt x="8153" y="7823"/>
                  </a:lnTo>
                  <a:close/>
                </a:path>
                <a:path w="24764" h="15240">
                  <a:moveTo>
                    <a:pt x="8191" y="2959"/>
                  </a:moveTo>
                  <a:lnTo>
                    <a:pt x="8064" y="2895"/>
                  </a:lnTo>
                  <a:lnTo>
                    <a:pt x="8102" y="3060"/>
                  </a:lnTo>
                  <a:lnTo>
                    <a:pt x="8013" y="3251"/>
                  </a:lnTo>
                  <a:lnTo>
                    <a:pt x="8166" y="3187"/>
                  </a:lnTo>
                  <a:lnTo>
                    <a:pt x="8166" y="3009"/>
                  </a:lnTo>
                  <a:close/>
                </a:path>
                <a:path w="24764" h="15240">
                  <a:moveTo>
                    <a:pt x="8216" y="12090"/>
                  </a:moveTo>
                  <a:lnTo>
                    <a:pt x="8064" y="11976"/>
                  </a:lnTo>
                  <a:lnTo>
                    <a:pt x="8166" y="12230"/>
                  </a:lnTo>
                  <a:lnTo>
                    <a:pt x="8166" y="12103"/>
                  </a:lnTo>
                  <a:close/>
                </a:path>
                <a:path w="24764" h="15240">
                  <a:moveTo>
                    <a:pt x="8280" y="3314"/>
                  </a:moveTo>
                  <a:lnTo>
                    <a:pt x="8216" y="3441"/>
                  </a:lnTo>
                  <a:lnTo>
                    <a:pt x="8280" y="3314"/>
                  </a:lnTo>
                  <a:close/>
                </a:path>
                <a:path w="24764" h="15240">
                  <a:moveTo>
                    <a:pt x="8293" y="1104"/>
                  </a:moveTo>
                  <a:lnTo>
                    <a:pt x="8102" y="1104"/>
                  </a:lnTo>
                  <a:lnTo>
                    <a:pt x="8293" y="1155"/>
                  </a:lnTo>
                  <a:close/>
                </a:path>
                <a:path w="24764" h="15240">
                  <a:moveTo>
                    <a:pt x="8305" y="8775"/>
                  </a:moveTo>
                  <a:lnTo>
                    <a:pt x="7848" y="8775"/>
                  </a:lnTo>
                  <a:lnTo>
                    <a:pt x="7683" y="8470"/>
                  </a:lnTo>
                  <a:lnTo>
                    <a:pt x="7658" y="8636"/>
                  </a:lnTo>
                  <a:lnTo>
                    <a:pt x="7708" y="8775"/>
                  </a:lnTo>
                  <a:lnTo>
                    <a:pt x="7556" y="8775"/>
                  </a:lnTo>
                  <a:lnTo>
                    <a:pt x="7277" y="9258"/>
                  </a:lnTo>
                  <a:lnTo>
                    <a:pt x="7175" y="9512"/>
                  </a:lnTo>
                  <a:lnTo>
                    <a:pt x="7010" y="8775"/>
                  </a:lnTo>
                  <a:lnTo>
                    <a:pt x="6184" y="8775"/>
                  </a:lnTo>
                  <a:lnTo>
                    <a:pt x="6184" y="8953"/>
                  </a:lnTo>
                  <a:lnTo>
                    <a:pt x="6045" y="8864"/>
                  </a:lnTo>
                  <a:lnTo>
                    <a:pt x="6184" y="9017"/>
                  </a:lnTo>
                  <a:lnTo>
                    <a:pt x="6184" y="10604"/>
                  </a:lnTo>
                  <a:lnTo>
                    <a:pt x="5689" y="10604"/>
                  </a:lnTo>
                  <a:lnTo>
                    <a:pt x="5334" y="8775"/>
                  </a:lnTo>
                  <a:lnTo>
                    <a:pt x="50" y="8775"/>
                  </a:lnTo>
                  <a:lnTo>
                    <a:pt x="25" y="11239"/>
                  </a:lnTo>
                  <a:lnTo>
                    <a:pt x="8013" y="11239"/>
                  </a:lnTo>
                  <a:lnTo>
                    <a:pt x="8077" y="10604"/>
                  </a:lnTo>
                  <a:lnTo>
                    <a:pt x="7874" y="10604"/>
                  </a:lnTo>
                  <a:lnTo>
                    <a:pt x="8305" y="8775"/>
                  </a:lnTo>
                  <a:close/>
                </a:path>
                <a:path w="24764" h="15240">
                  <a:moveTo>
                    <a:pt x="8318" y="1473"/>
                  </a:moveTo>
                  <a:lnTo>
                    <a:pt x="8191" y="1409"/>
                  </a:lnTo>
                  <a:lnTo>
                    <a:pt x="8166" y="1651"/>
                  </a:lnTo>
                  <a:lnTo>
                    <a:pt x="8318" y="1473"/>
                  </a:lnTo>
                  <a:close/>
                </a:path>
                <a:path w="24764" h="15240">
                  <a:moveTo>
                    <a:pt x="8343" y="3695"/>
                  </a:moveTo>
                  <a:lnTo>
                    <a:pt x="8191" y="3771"/>
                  </a:lnTo>
                  <a:lnTo>
                    <a:pt x="8216" y="3911"/>
                  </a:lnTo>
                  <a:lnTo>
                    <a:pt x="8343" y="3695"/>
                  </a:lnTo>
                  <a:close/>
                </a:path>
                <a:path w="24764" h="15240">
                  <a:moveTo>
                    <a:pt x="8369" y="14846"/>
                  </a:moveTo>
                  <a:lnTo>
                    <a:pt x="8166" y="14198"/>
                  </a:lnTo>
                  <a:lnTo>
                    <a:pt x="8166" y="14846"/>
                  </a:lnTo>
                  <a:lnTo>
                    <a:pt x="8369" y="14846"/>
                  </a:lnTo>
                  <a:close/>
                </a:path>
                <a:path w="24764" h="15240">
                  <a:moveTo>
                    <a:pt x="8369" y="7391"/>
                  </a:moveTo>
                  <a:lnTo>
                    <a:pt x="8318" y="7531"/>
                  </a:lnTo>
                  <a:lnTo>
                    <a:pt x="8369" y="7391"/>
                  </a:lnTo>
                  <a:close/>
                </a:path>
                <a:path w="24764" h="15240">
                  <a:moveTo>
                    <a:pt x="8394" y="2209"/>
                  </a:moveTo>
                  <a:lnTo>
                    <a:pt x="8369" y="2070"/>
                  </a:lnTo>
                  <a:lnTo>
                    <a:pt x="8318" y="1879"/>
                  </a:lnTo>
                  <a:lnTo>
                    <a:pt x="8140" y="1930"/>
                  </a:lnTo>
                  <a:lnTo>
                    <a:pt x="8140" y="1701"/>
                  </a:lnTo>
                  <a:lnTo>
                    <a:pt x="8064" y="1892"/>
                  </a:lnTo>
                  <a:lnTo>
                    <a:pt x="8115" y="2108"/>
                  </a:lnTo>
                  <a:lnTo>
                    <a:pt x="8039" y="2362"/>
                  </a:lnTo>
                  <a:lnTo>
                    <a:pt x="8166" y="2603"/>
                  </a:lnTo>
                  <a:lnTo>
                    <a:pt x="8216" y="2387"/>
                  </a:lnTo>
                  <a:lnTo>
                    <a:pt x="8369" y="2349"/>
                  </a:lnTo>
                  <a:lnTo>
                    <a:pt x="8394" y="2209"/>
                  </a:lnTo>
                  <a:close/>
                </a:path>
                <a:path w="24764" h="15240">
                  <a:moveTo>
                    <a:pt x="8458" y="7391"/>
                  </a:moveTo>
                  <a:close/>
                </a:path>
                <a:path w="24764" h="15240">
                  <a:moveTo>
                    <a:pt x="8572" y="2984"/>
                  </a:moveTo>
                  <a:lnTo>
                    <a:pt x="8534" y="2819"/>
                  </a:lnTo>
                  <a:lnTo>
                    <a:pt x="8496" y="2959"/>
                  </a:lnTo>
                  <a:close/>
                </a:path>
                <a:path w="24764" h="15240">
                  <a:moveTo>
                    <a:pt x="8636" y="3238"/>
                  </a:moveTo>
                  <a:lnTo>
                    <a:pt x="8509" y="3352"/>
                  </a:lnTo>
                  <a:lnTo>
                    <a:pt x="8636" y="3238"/>
                  </a:lnTo>
                  <a:close/>
                </a:path>
                <a:path w="24764" h="15240">
                  <a:moveTo>
                    <a:pt x="8648" y="9258"/>
                  </a:moveTo>
                  <a:lnTo>
                    <a:pt x="8597" y="9055"/>
                  </a:lnTo>
                  <a:lnTo>
                    <a:pt x="8534" y="9194"/>
                  </a:lnTo>
                  <a:close/>
                </a:path>
                <a:path w="24764" h="15240">
                  <a:moveTo>
                    <a:pt x="8712" y="8915"/>
                  </a:moveTo>
                  <a:lnTo>
                    <a:pt x="8534" y="8813"/>
                  </a:lnTo>
                  <a:lnTo>
                    <a:pt x="8572" y="9004"/>
                  </a:lnTo>
                  <a:lnTo>
                    <a:pt x="8712" y="8915"/>
                  </a:lnTo>
                  <a:close/>
                </a:path>
                <a:path w="24764" h="15240">
                  <a:moveTo>
                    <a:pt x="8737" y="9702"/>
                  </a:moveTo>
                  <a:lnTo>
                    <a:pt x="8686" y="9283"/>
                  </a:lnTo>
                  <a:lnTo>
                    <a:pt x="8483" y="9385"/>
                  </a:lnTo>
                  <a:lnTo>
                    <a:pt x="8636" y="9461"/>
                  </a:lnTo>
                  <a:lnTo>
                    <a:pt x="8737" y="9702"/>
                  </a:lnTo>
                  <a:close/>
                </a:path>
                <a:path w="24764" h="15240">
                  <a:moveTo>
                    <a:pt x="9093" y="7391"/>
                  </a:moveTo>
                  <a:lnTo>
                    <a:pt x="9067" y="7531"/>
                  </a:lnTo>
                  <a:lnTo>
                    <a:pt x="9093" y="7391"/>
                  </a:lnTo>
                  <a:close/>
                </a:path>
                <a:path w="24764" h="15240">
                  <a:moveTo>
                    <a:pt x="9131" y="4876"/>
                  </a:moveTo>
                  <a:lnTo>
                    <a:pt x="8991" y="4914"/>
                  </a:lnTo>
                  <a:lnTo>
                    <a:pt x="9029" y="5054"/>
                  </a:lnTo>
                  <a:lnTo>
                    <a:pt x="9131" y="4876"/>
                  </a:lnTo>
                  <a:close/>
                </a:path>
                <a:path w="24764" h="15240">
                  <a:moveTo>
                    <a:pt x="9169" y="12344"/>
                  </a:moveTo>
                  <a:lnTo>
                    <a:pt x="9144" y="12090"/>
                  </a:lnTo>
                  <a:lnTo>
                    <a:pt x="8915" y="11823"/>
                  </a:lnTo>
                  <a:lnTo>
                    <a:pt x="8966" y="12293"/>
                  </a:lnTo>
                  <a:lnTo>
                    <a:pt x="9029" y="12141"/>
                  </a:lnTo>
                  <a:lnTo>
                    <a:pt x="9093" y="12407"/>
                  </a:lnTo>
                  <a:close/>
                </a:path>
                <a:path w="24764" h="15240">
                  <a:moveTo>
                    <a:pt x="9194" y="7391"/>
                  </a:moveTo>
                  <a:close/>
                </a:path>
                <a:path w="24764" h="15240">
                  <a:moveTo>
                    <a:pt x="9258" y="5080"/>
                  </a:moveTo>
                  <a:lnTo>
                    <a:pt x="9067" y="5080"/>
                  </a:lnTo>
                  <a:lnTo>
                    <a:pt x="9258" y="5080"/>
                  </a:lnTo>
                  <a:close/>
                </a:path>
                <a:path w="24764" h="15240">
                  <a:moveTo>
                    <a:pt x="9436" y="8851"/>
                  </a:moveTo>
                  <a:lnTo>
                    <a:pt x="9258" y="8851"/>
                  </a:lnTo>
                  <a:lnTo>
                    <a:pt x="9436" y="8851"/>
                  </a:lnTo>
                  <a:close/>
                </a:path>
                <a:path w="24764" h="15240">
                  <a:moveTo>
                    <a:pt x="9626" y="11239"/>
                  </a:moveTo>
                  <a:lnTo>
                    <a:pt x="9588" y="11061"/>
                  </a:lnTo>
                  <a:lnTo>
                    <a:pt x="9486" y="11239"/>
                  </a:lnTo>
                  <a:lnTo>
                    <a:pt x="9626" y="11239"/>
                  </a:lnTo>
                  <a:close/>
                </a:path>
                <a:path w="24764" h="15240">
                  <a:moveTo>
                    <a:pt x="9639" y="14846"/>
                  </a:moveTo>
                  <a:lnTo>
                    <a:pt x="9588" y="14490"/>
                  </a:lnTo>
                  <a:lnTo>
                    <a:pt x="9588" y="14846"/>
                  </a:lnTo>
                  <a:close/>
                </a:path>
                <a:path w="24764" h="15240">
                  <a:moveTo>
                    <a:pt x="9753" y="9550"/>
                  </a:moveTo>
                  <a:lnTo>
                    <a:pt x="9690" y="9296"/>
                  </a:lnTo>
                  <a:lnTo>
                    <a:pt x="9690" y="9550"/>
                  </a:lnTo>
                  <a:close/>
                </a:path>
                <a:path w="24764" h="15240">
                  <a:moveTo>
                    <a:pt x="9969" y="10655"/>
                  </a:moveTo>
                  <a:lnTo>
                    <a:pt x="9842" y="10629"/>
                  </a:lnTo>
                  <a:lnTo>
                    <a:pt x="9944" y="10795"/>
                  </a:lnTo>
                  <a:lnTo>
                    <a:pt x="9969" y="10655"/>
                  </a:lnTo>
                  <a:close/>
                </a:path>
                <a:path w="24764" h="15240">
                  <a:moveTo>
                    <a:pt x="10109" y="4876"/>
                  </a:moveTo>
                  <a:lnTo>
                    <a:pt x="9956" y="4876"/>
                  </a:lnTo>
                  <a:lnTo>
                    <a:pt x="9982" y="5003"/>
                  </a:lnTo>
                  <a:lnTo>
                    <a:pt x="10109" y="4876"/>
                  </a:lnTo>
                  <a:close/>
                </a:path>
                <a:path w="24764" h="15240">
                  <a:moveTo>
                    <a:pt x="10160" y="13741"/>
                  </a:moveTo>
                  <a:lnTo>
                    <a:pt x="10007" y="13716"/>
                  </a:lnTo>
                  <a:lnTo>
                    <a:pt x="10160" y="13881"/>
                  </a:lnTo>
                  <a:lnTo>
                    <a:pt x="10160" y="13741"/>
                  </a:lnTo>
                  <a:close/>
                </a:path>
                <a:path w="24764" h="15240">
                  <a:moveTo>
                    <a:pt x="10248" y="9080"/>
                  </a:moveTo>
                  <a:lnTo>
                    <a:pt x="10096" y="9194"/>
                  </a:lnTo>
                  <a:lnTo>
                    <a:pt x="10248" y="9080"/>
                  </a:lnTo>
                  <a:close/>
                </a:path>
                <a:path w="24764" h="15240">
                  <a:moveTo>
                    <a:pt x="10363" y="11620"/>
                  </a:moveTo>
                  <a:lnTo>
                    <a:pt x="10160" y="11468"/>
                  </a:lnTo>
                  <a:lnTo>
                    <a:pt x="10185" y="11798"/>
                  </a:lnTo>
                  <a:lnTo>
                    <a:pt x="10363" y="11620"/>
                  </a:lnTo>
                  <a:close/>
                </a:path>
                <a:path w="24764" h="15240">
                  <a:moveTo>
                    <a:pt x="10490" y="5207"/>
                  </a:moveTo>
                  <a:lnTo>
                    <a:pt x="10388" y="5054"/>
                  </a:lnTo>
                  <a:lnTo>
                    <a:pt x="10363" y="5232"/>
                  </a:lnTo>
                  <a:lnTo>
                    <a:pt x="10490" y="5207"/>
                  </a:lnTo>
                  <a:close/>
                </a:path>
                <a:path w="24764" h="15240">
                  <a:moveTo>
                    <a:pt x="10566" y="25"/>
                  </a:moveTo>
                  <a:lnTo>
                    <a:pt x="10426" y="101"/>
                  </a:lnTo>
                  <a:lnTo>
                    <a:pt x="10477" y="266"/>
                  </a:lnTo>
                  <a:lnTo>
                    <a:pt x="10566" y="25"/>
                  </a:lnTo>
                  <a:close/>
                </a:path>
                <a:path w="24764" h="15240">
                  <a:moveTo>
                    <a:pt x="10756" y="2578"/>
                  </a:moveTo>
                  <a:lnTo>
                    <a:pt x="10655" y="2082"/>
                  </a:lnTo>
                  <a:lnTo>
                    <a:pt x="10642" y="2222"/>
                  </a:lnTo>
                  <a:lnTo>
                    <a:pt x="10655" y="2425"/>
                  </a:lnTo>
                  <a:lnTo>
                    <a:pt x="10680" y="2628"/>
                  </a:lnTo>
                  <a:close/>
                </a:path>
                <a:path w="24764" h="15240">
                  <a:moveTo>
                    <a:pt x="10807" y="12230"/>
                  </a:moveTo>
                  <a:lnTo>
                    <a:pt x="10782" y="12052"/>
                  </a:lnTo>
                  <a:lnTo>
                    <a:pt x="10807" y="12230"/>
                  </a:lnTo>
                  <a:close/>
                </a:path>
                <a:path w="24764" h="15240">
                  <a:moveTo>
                    <a:pt x="10934" y="11417"/>
                  </a:moveTo>
                  <a:lnTo>
                    <a:pt x="10833" y="11557"/>
                  </a:lnTo>
                  <a:lnTo>
                    <a:pt x="10934" y="11417"/>
                  </a:lnTo>
                  <a:close/>
                </a:path>
                <a:path w="24764" h="15240">
                  <a:moveTo>
                    <a:pt x="10972" y="13030"/>
                  </a:moveTo>
                  <a:lnTo>
                    <a:pt x="10845" y="12814"/>
                  </a:lnTo>
                  <a:lnTo>
                    <a:pt x="10934" y="13131"/>
                  </a:lnTo>
                  <a:close/>
                </a:path>
                <a:path w="24764" h="15240">
                  <a:moveTo>
                    <a:pt x="11112" y="3187"/>
                  </a:moveTo>
                  <a:lnTo>
                    <a:pt x="11087" y="2946"/>
                  </a:lnTo>
                  <a:lnTo>
                    <a:pt x="11049" y="2781"/>
                  </a:lnTo>
                  <a:lnTo>
                    <a:pt x="10972" y="2514"/>
                  </a:lnTo>
                  <a:lnTo>
                    <a:pt x="10922" y="3149"/>
                  </a:lnTo>
                  <a:lnTo>
                    <a:pt x="11112" y="3187"/>
                  </a:lnTo>
                  <a:close/>
                </a:path>
                <a:path w="24764" h="15240">
                  <a:moveTo>
                    <a:pt x="11137" y="14249"/>
                  </a:moveTo>
                  <a:lnTo>
                    <a:pt x="11010" y="14389"/>
                  </a:lnTo>
                  <a:lnTo>
                    <a:pt x="11074" y="14262"/>
                  </a:lnTo>
                  <a:close/>
                </a:path>
                <a:path w="24764" h="15240">
                  <a:moveTo>
                    <a:pt x="11163" y="3276"/>
                  </a:moveTo>
                  <a:lnTo>
                    <a:pt x="11010" y="3213"/>
                  </a:lnTo>
                  <a:lnTo>
                    <a:pt x="11137" y="3594"/>
                  </a:lnTo>
                  <a:lnTo>
                    <a:pt x="11163" y="3276"/>
                  </a:lnTo>
                  <a:close/>
                </a:path>
                <a:path w="24764" h="15240">
                  <a:moveTo>
                    <a:pt x="11531" y="4241"/>
                  </a:moveTo>
                  <a:lnTo>
                    <a:pt x="11455" y="4381"/>
                  </a:lnTo>
                  <a:lnTo>
                    <a:pt x="11531" y="4241"/>
                  </a:lnTo>
                  <a:close/>
                </a:path>
                <a:path w="24764" h="15240">
                  <a:moveTo>
                    <a:pt x="13817" y="1485"/>
                  </a:moveTo>
                  <a:lnTo>
                    <a:pt x="13690" y="1397"/>
                  </a:lnTo>
                  <a:lnTo>
                    <a:pt x="13817" y="1485"/>
                  </a:lnTo>
                  <a:close/>
                </a:path>
                <a:path w="24764" h="15240">
                  <a:moveTo>
                    <a:pt x="24028" y="11061"/>
                  </a:moveTo>
                  <a:lnTo>
                    <a:pt x="23964" y="10591"/>
                  </a:lnTo>
                  <a:lnTo>
                    <a:pt x="23990" y="11201"/>
                  </a:lnTo>
                  <a:lnTo>
                    <a:pt x="23939" y="12039"/>
                  </a:lnTo>
                  <a:lnTo>
                    <a:pt x="24003" y="12484"/>
                  </a:lnTo>
                  <a:lnTo>
                    <a:pt x="23964" y="11887"/>
                  </a:lnTo>
                  <a:lnTo>
                    <a:pt x="24028" y="11061"/>
                  </a:lnTo>
                  <a:close/>
                </a:path>
                <a:path w="24764" h="15240">
                  <a:moveTo>
                    <a:pt x="24612" y="7378"/>
                  </a:moveTo>
                  <a:lnTo>
                    <a:pt x="24574" y="7708"/>
                  </a:lnTo>
                  <a:lnTo>
                    <a:pt x="24612" y="73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1" name="object 161"/>
            <p:cNvSpPr/>
            <p:nvPr/>
          </p:nvSpPr>
          <p:spPr>
            <a:xfrm>
              <a:off x="4042803" y="1233969"/>
              <a:ext cx="24130" cy="13970"/>
            </a:xfrm>
            <a:custGeom>
              <a:avLst/>
              <a:gdLst/>
              <a:ahLst/>
              <a:cxnLst/>
              <a:rect l="l" t="t" r="r" b="b"/>
              <a:pathLst>
                <a:path w="24129" h="13969">
                  <a:moveTo>
                    <a:pt x="5524" y="812"/>
                  </a:moveTo>
                  <a:lnTo>
                    <a:pt x="5524" y="990"/>
                  </a:lnTo>
                  <a:lnTo>
                    <a:pt x="5524" y="812"/>
                  </a:lnTo>
                  <a:close/>
                </a:path>
                <a:path w="24129" h="13969">
                  <a:moveTo>
                    <a:pt x="6400" y="12217"/>
                  </a:moveTo>
                  <a:lnTo>
                    <a:pt x="6210" y="12065"/>
                  </a:lnTo>
                  <a:lnTo>
                    <a:pt x="6083" y="12192"/>
                  </a:lnTo>
                  <a:lnTo>
                    <a:pt x="6311" y="12217"/>
                  </a:lnTo>
                  <a:close/>
                </a:path>
                <a:path w="24129" h="13969">
                  <a:moveTo>
                    <a:pt x="7213" y="660"/>
                  </a:moveTo>
                  <a:lnTo>
                    <a:pt x="7162" y="825"/>
                  </a:lnTo>
                  <a:lnTo>
                    <a:pt x="7213" y="660"/>
                  </a:lnTo>
                  <a:close/>
                </a:path>
                <a:path w="24129" h="13969">
                  <a:moveTo>
                    <a:pt x="7480" y="13728"/>
                  </a:moveTo>
                  <a:lnTo>
                    <a:pt x="7454" y="13500"/>
                  </a:lnTo>
                  <a:lnTo>
                    <a:pt x="7226" y="13500"/>
                  </a:lnTo>
                  <a:lnTo>
                    <a:pt x="6985" y="13220"/>
                  </a:lnTo>
                  <a:lnTo>
                    <a:pt x="6819" y="13017"/>
                  </a:lnTo>
                  <a:lnTo>
                    <a:pt x="6553" y="13017"/>
                  </a:lnTo>
                  <a:lnTo>
                    <a:pt x="6565" y="13220"/>
                  </a:lnTo>
                  <a:lnTo>
                    <a:pt x="6527" y="12725"/>
                  </a:lnTo>
                  <a:lnTo>
                    <a:pt x="63" y="12725"/>
                  </a:lnTo>
                  <a:lnTo>
                    <a:pt x="127" y="13728"/>
                  </a:lnTo>
                  <a:lnTo>
                    <a:pt x="7480" y="13728"/>
                  </a:lnTo>
                  <a:close/>
                </a:path>
                <a:path w="24129" h="13969">
                  <a:moveTo>
                    <a:pt x="7581" y="12242"/>
                  </a:moveTo>
                  <a:lnTo>
                    <a:pt x="7531" y="12407"/>
                  </a:lnTo>
                  <a:lnTo>
                    <a:pt x="7581" y="12242"/>
                  </a:lnTo>
                  <a:close/>
                </a:path>
                <a:path w="24129" h="13969">
                  <a:moveTo>
                    <a:pt x="7835" y="8915"/>
                  </a:moveTo>
                  <a:lnTo>
                    <a:pt x="7823" y="8788"/>
                  </a:lnTo>
                  <a:lnTo>
                    <a:pt x="6400" y="8788"/>
                  </a:lnTo>
                  <a:lnTo>
                    <a:pt x="6438" y="8915"/>
                  </a:lnTo>
                  <a:lnTo>
                    <a:pt x="7835" y="8915"/>
                  </a:lnTo>
                  <a:close/>
                </a:path>
                <a:path w="24129" h="13969">
                  <a:moveTo>
                    <a:pt x="7848" y="304"/>
                  </a:moveTo>
                  <a:lnTo>
                    <a:pt x="7683" y="0"/>
                  </a:lnTo>
                  <a:lnTo>
                    <a:pt x="7658" y="165"/>
                  </a:lnTo>
                  <a:lnTo>
                    <a:pt x="7734" y="342"/>
                  </a:lnTo>
                  <a:lnTo>
                    <a:pt x="7531" y="584"/>
                  </a:lnTo>
                  <a:lnTo>
                    <a:pt x="7734" y="584"/>
                  </a:lnTo>
                  <a:lnTo>
                    <a:pt x="7708" y="355"/>
                  </a:lnTo>
                  <a:lnTo>
                    <a:pt x="7848" y="635"/>
                  </a:lnTo>
                  <a:lnTo>
                    <a:pt x="7848" y="304"/>
                  </a:lnTo>
                  <a:close/>
                </a:path>
                <a:path w="24129" h="13969">
                  <a:moveTo>
                    <a:pt x="7912" y="9131"/>
                  </a:moveTo>
                  <a:lnTo>
                    <a:pt x="6502" y="9131"/>
                  </a:lnTo>
                  <a:lnTo>
                    <a:pt x="6438" y="8915"/>
                  </a:lnTo>
                  <a:lnTo>
                    <a:pt x="25" y="8915"/>
                  </a:lnTo>
                  <a:lnTo>
                    <a:pt x="25" y="9677"/>
                  </a:lnTo>
                  <a:lnTo>
                    <a:pt x="7785" y="9677"/>
                  </a:lnTo>
                  <a:lnTo>
                    <a:pt x="7683" y="9410"/>
                  </a:lnTo>
                  <a:lnTo>
                    <a:pt x="7886" y="9410"/>
                  </a:lnTo>
                  <a:lnTo>
                    <a:pt x="7912" y="9131"/>
                  </a:lnTo>
                  <a:close/>
                </a:path>
                <a:path w="24129" h="13969">
                  <a:moveTo>
                    <a:pt x="7988" y="13017"/>
                  </a:moveTo>
                  <a:lnTo>
                    <a:pt x="7924" y="12852"/>
                  </a:lnTo>
                  <a:lnTo>
                    <a:pt x="7924" y="12992"/>
                  </a:lnTo>
                  <a:close/>
                </a:path>
                <a:path w="24129" h="13969">
                  <a:moveTo>
                    <a:pt x="8039" y="7988"/>
                  </a:moveTo>
                  <a:lnTo>
                    <a:pt x="8001" y="7569"/>
                  </a:lnTo>
                  <a:lnTo>
                    <a:pt x="7988" y="7353"/>
                  </a:lnTo>
                  <a:lnTo>
                    <a:pt x="7937" y="6921"/>
                  </a:lnTo>
                  <a:lnTo>
                    <a:pt x="0" y="6921"/>
                  </a:lnTo>
                  <a:lnTo>
                    <a:pt x="12" y="7988"/>
                  </a:lnTo>
                  <a:lnTo>
                    <a:pt x="8039" y="7988"/>
                  </a:lnTo>
                  <a:close/>
                </a:path>
                <a:path w="24129" h="13969">
                  <a:moveTo>
                    <a:pt x="8051" y="12788"/>
                  </a:moveTo>
                  <a:lnTo>
                    <a:pt x="8013" y="12522"/>
                  </a:lnTo>
                  <a:lnTo>
                    <a:pt x="7950" y="12814"/>
                  </a:lnTo>
                  <a:close/>
                </a:path>
                <a:path w="24129" h="13969">
                  <a:moveTo>
                    <a:pt x="8102" y="5537"/>
                  </a:moveTo>
                  <a:lnTo>
                    <a:pt x="7924" y="5410"/>
                  </a:lnTo>
                  <a:lnTo>
                    <a:pt x="7924" y="5638"/>
                  </a:lnTo>
                  <a:lnTo>
                    <a:pt x="8102" y="5676"/>
                  </a:lnTo>
                  <a:lnTo>
                    <a:pt x="8102" y="5537"/>
                  </a:lnTo>
                  <a:close/>
                </a:path>
                <a:path w="24129" h="13969">
                  <a:moveTo>
                    <a:pt x="8128" y="13538"/>
                  </a:moveTo>
                  <a:lnTo>
                    <a:pt x="8064" y="13728"/>
                  </a:lnTo>
                  <a:lnTo>
                    <a:pt x="8128" y="13538"/>
                  </a:lnTo>
                  <a:close/>
                </a:path>
                <a:path w="24129" h="13969">
                  <a:moveTo>
                    <a:pt x="8166" y="266"/>
                  </a:moveTo>
                  <a:lnTo>
                    <a:pt x="8064" y="76"/>
                  </a:lnTo>
                  <a:lnTo>
                    <a:pt x="8039" y="203"/>
                  </a:lnTo>
                  <a:lnTo>
                    <a:pt x="8166" y="266"/>
                  </a:lnTo>
                  <a:close/>
                </a:path>
                <a:path w="24129" h="13969">
                  <a:moveTo>
                    <a:pt x="8191" y="3403"/>
                  </a:moveTo>
                  <a:lnTo>
                    <a:pt x="8166" y="3175"/>
                  </a:lnTo>
                  <a:lnTo>
                    <a:pt x="8013" y="3124"/>
                  </a:lnTo>
                  <a:lnTo>
                    <a:pt x="8102" y="3302"/>
                  </a:lnTo>
                  <a:lnTo>
                    <a:pt x="8064" y="3467"/>
                  </a:lnTo>
                  <a:lnTo>
                    <a:pt x="8191" y="3403"/>
                  </a:lnTo>
                  <a:close/>
                </a:path>
                <a:path w="24129" h="13969">
                  <a:moveTo>
                    <a:pt x="8216" y="9029"/>
                  </a:moveTo>
                  <a:lnTo>
                    <a:pt x="8166" y="8902"/>
                  </a:lnTo>
                  <a:lnTo>
                    <a:pt x="8064" y="9144"/>
                  </a:lnTo>
                  <a:lnTo>
                    <a:pt x="8216" y="9029"/>
                  </a:lnTo>
                  <a:close/>
                </a:path>
                <a:path w="24129" h="13969">
                  <a:moveTo>
                    <a:pt x="8280" y="3048"/>
                  </a:moveTo>
                  <a:lnTo>
                    <a:pt x="8216" y="2908"/>
                  </a:lnTo>
                  <a:lnTo>
                    <a:pt x="8242" y="3098"/>
                  </a:lnTo>
                  <a:close/>
                </a:path>
                <a:path w="24129" h="13969">
                  <a:moveTo>
                    <a:pt x="8293" y="12065"/>
                  </a:moveTo>
                  <a:lnTo>
                    <a:pt x="7874" y="10528"/>
                  </a:lnTo>
                  <a:lnTo>
                    <a:pt x="8051" y="10185"/>
                  </a:lnTo>
                  <a:lnTo>
                    <a:pt x="8013" y="9817"/>
                  </a:lnTo>
                  <a:lnTo>
                    <a:pt x="6819" y="9817"/>
                  </a:lnTo>
                  <a:lnTo>
                    <a:pt x="6819" y="10528"/>
                  </a:lnTo>
                  <a:lnTo>
                    <a:pt x="6743" y="11328"/>
                  </a:lnTo>
                  <a:lnTo>
                    <a:pt x="6286" y="10528"/>
                  </a:lnTo>
                  <a:lnTo>
                    <a:pt x="6819" y="10528"/>
                  </a:lnTo>
                  <a:lnTo>
                    <a:pt x="6819" y="9817"/>
                  </a:lnTo>
                  <a:lnTo>
                    <a:pt x="25" y="9817"/>
                  </a:lnTo>
                  <a:lnTo>
                    <a:pt x="50" y="12319"/>
                  </a:lnTo>
                  <a:lnTo>
                    <a:pt x="6121" y="12319"/>
                  </a:lnTo>
                  <a:lnTo>
                    <a:pt x="6083" y="12192"/>
                  </a:lnTo>
                  <a:lnTo>
                    <a:pt x="6045" y="12065"/>
                  </a:lnTo>
                  <a:lnTo>
                    <a:pt x="6210" y="12065"/>
                  </a:lnTo>
                  <a:lnTo>
                    <a:pt x="6464" y="12065"/>
                  </a:lnTo>
                  <a:lnTo>
                    <a:pt x="6692" y="12065"/>
                  </a:lnTo>
                  <a:lnTo>
                    <a:pt x="7188" y="12065"/>
                  </a:lnTo>
                  <a:lnTo>
                    <a:pt x="7340" y="12065"/>
                  </a:lnTo>
                  <a:lnTo>
                    <a:pt x="8293" y="12065"/>
                  </a:lnTo>
                  <a:close/>
                </a:path>
                <a:path w="24129" h="13969">
                  <a:moveTo>
                    <a:pt x="8318" y="4889"/>
                  </a:moveTo>
                  <a:lnTo>
                    <a:pt x="8166" y="4686"/>
                  </a:lnTo>
                  <a:lnTo>
                    <a:pt x="8128" y="4978"/>
                  </a:lnTo>
                  <a:lnTo>
                    <a:pt x="8293" y="4978"/>
                  </a:lnTo>
                  <a:close/>
                </a:path>
                <a:path w="24129" h="13969">
                  <a:moveTo>
                    <a:pt x="8343" y="5029"/>
                  </a:moveTo>
                  <a:lnTo>
                    <a:pt x="8293" y="5181"/>
                  </a:lnTo>
                  <a:lnTo>
                    <a:pt x="8128" y="5181"/>
                  </a:lnTo>
                  <a:lnTo>
                    <a:pt x="8293" y="5232"/>
                  </a:lnTo>
                  <a:lnTo>
                    <a:pt x="8343" y="5029"/>
                  </a:lnTo>
                  <a:close/>
                </a:path>
                <a:path w="24129" h="13969">
                  <a:moveTo>
                    <a:pt x="8343" y="2667"/>
                  </a:moveTo>
                  <a:lnTo>
                    <a:pt x="8216" y="2438"/>
                  </a:lnTo>
                  <a:lnTo>
                    <a:pt x="8191" y="2590"/>
                  </a:lnTo>
                  <a:lnTo>
                    <a:pt x="8343" y="2667"/>
                  </a:lnTo>
                  <a:close/>
                </a:path>
                <a:path w="24129" h="13969">
                  <a:moveTo>
                    <a:pt x="8394" y="4140"/>
                  </a:moveTo>
                  <a:lnTo>
                    <a:pt x="8293" y="4013"/>
                  </a:lnTo>
                  <a:lnTo>
                    <a:pt x="8318" y="3873"/>
                  </a:lnTo>
                  <a:lnTo>
                    <a:pt x="8166" y="3784"/>
                  </a:lnTo>
                  <a:lnTo>
                    <a:pt x="8089" y="3911"/>
                  </a:lnTo>
                  <a:lnTo>
                    <a:pt x="8140" y="4051"/>
                  </a:lnTo>
                  <a:lnTo>
                    <a:pt x="8039" y="4343"/>
                  </a:lnTo>
                  <a:lnTo>
                    <a:pt x="8064" y="4470"/>
                  </a:lnTo>
                  <a:lnTo>
                    <a:pt x="8039" y="4660"/>
                  </a:lnTo>
                  <a:lnTo>
                    <a:pt x="8140" y="4432"/>
                  </a:lnTo>
                  <a:lnTo>
                    <a:pt x="8318" y="4483"/>
                  </a:lnTo>
                  <a:lnTo>
                    <a:pt x="8369" y="4279"/>
                  </a:lnTo>
                  <a:lnTo>
                    <a:pt x="8394" y="4140"/>
                  </a:lnTo>
                  <a:close/>
                </a:path>
                <a:path w="24129" h="13969">
                  <a:moveTo>
                    <a:pt x="8458" y="13728"/>
                  </a:moveTo>
                  <a:close/>
                </a:path>
                <a:path w="24129" h="13969">
                  <a:moveTo>
                    <a:pt x="8572" y="3365"/>
                  </a:moveTo>
                  <a:lnTo>
                    <a:pt x="8534" y="3543"/>
                  </a:lnTo>
                  <a:lnTo>
                    <a:pt x="8572" y="3365"/>
                  </a:lnTo>
                  <a:close/>
                </a:path>
                <a:path w="24129" h="13969">
                  <a:moveTo>
                    <a:pt x="8636" y="3124"/>
                  </a:moveTo>
                  <a:lnTo>
                    <a:pt x="8610" y="2946"/>
                  </a:lnTo>
                  <a:lnTo>
                    <a:pt x="8636" y="3124"/>
                  </a:lnTo>
                  <a:close/>
                </a:path>
                <a:path w="24129" h="13969">
                  <a:moveTo>
                    <a:pt x="8648" y="11861"/>
                  </a:moveTo>
                  <a:lnTo>
                    <a:pt x="8597" y="12052"/>
                  </a:lnTo>
                  <a:lnTo>
                    <a:pt x="8648" y="11861"/>
                  </a:lnTo>
                  <a:close/>
                </a:path>
                <a:path w="24129" h="13969">
                  <a:moveTo>
                    <a:pt x="8712" y="12230"/>
                  </a:moveTo>
                  <a:lnTo>
                    <a:pt x="8572" y="12090"/>
                  </a:lnTo>
                  <a:lnTo>
                    <a:pt x="8534" y="12306"/>
                  </a:lnTo>
                  <a:lnTo>
                    <a:pt x="8686" y="12306"/>
                  </a:lnTo>
                  <a:close/>
                </a:path>
                <a:path w="24129" h="13969">
                  <a:moveTo>
                    <a:pt x="8737" y="11379"/>
                  </a:moveTo>
                  <a:lnTo>
                    <a:pt x="8636" y="11658"/>
                  </a:lnTo>
                  <a:lnTo>
                    <a:pt x="8483" y="11734"/>
                  </a:lnTo>
                  <a:lnTo>
                    <a:pt x="8686" y="11849"/>
                  </a:lnTo>
                  <a:lnTo>
                    <a:pt x="8737" y="11379"/>
                  </a:lnTo>
                  <a:close/>
                </a:path>
                <a:path w="24129" h="13969">
                  <a:moveTo>
                    <a:pt x="8877" y="520"/>
                  </a:moveTo>
                  <a:lnTo>
                    <a:pt x="8737" y="482"/>
                  </a:lnTo>
                  <a:lnTo>
                    <a:pt x="8839" y="685"/>
                  </a:lnTo>
                  <a:lnTo>
                    <a:pt x="8877" y="520"/>
                  </a:lnTo>
                  <a:close/>
                </a:path>
                <a:path w="24129" h="13969">
                  <a:moveTo>
                    <a:pt x="9093" y="13728"/>
                  </a:moveTo>
                  <a:lnTo>
                    <a:pt x="9067" y="13589"/>
                  </a:lnTo>
                  <a:lnTo>
                    <a:pt x="9029" y="13728"/>
                  </a:lnTo>
                  <a:close/>
                </a:path>
                <a:path w="24129" h="13969">
                  <a:moveTo>
                    <a:pt x="9169" y="8763"/>
                  </a:moveTo>
                  <a:lnTo>
                    <a:pt x="9029" y="8991"/>
                  </a:lnTo>
                  <a:lnTo>
                    <a:pt x="8966" y="8826"/>
                  </a:lnTo>
                  <a:lnTo>
                    <a:pt x="8915" y="9296"/>
                  </a:lnTo>
                  <a:lnTo>
                    <a:pt x="9067" y="9055"/>
                  </a:lnTo>
                  <a:lnTo>
                    <a:pt x="9093" y="8839"/>
                  </a:lnTo>
                  <a:close/>
                </a:path>
                <a:path w="24129" h="13969">
                  <a:moveTo>
                    <a:pt x="9169" y="1511"/>
                  </a:moveTo>
                  <a:lnTo>
                    <a:pt x="9029" y="1397"/>
                  </a:lnTo>
                  <a:lnTo>
                    <a:pt x="9169" y="1511"/>
                  </a:lnTo>
                  <a:close/>
                </a:path>
                <a:path w="24129" h="13969">
                  <a:moveTo>
                    <a:pt x="9194" y="13728"/>
                  </a:moveTo>
                  <a:close/>
                </a:path>
                <a:path w="24129" h="13969">
                  <a:moveTo>
                    <a:pt x="9258" y="1282"/>
                  </a:moveTo>
                  <a:lnTo>
                    <a:pt x="9067" y="1282"/>
                  </a:lnTo>
                  <a:lnTo>
                    <a:pt x="9258" y="1282"/>
                  </a:lnTo>
                  <a:close/>
                </a:path>
                <a:path w="24129" h="13969">
                  <a:moveTo>
                    <a:pt x="9436" y="12268"/>
                  </a:moveTo>
                  <a:lnTo>
                    <a:pt x="9359" y="12141"/>
                  </a:lnTo>
                  <a:lnTo>
                    <a:pt x="9258" y="12268"/>
                  </a:lnTo>
                  <a:lnTo>
                    <a:pt x="9436" y="12268"/>
                  </a:lnTo>
                  <a:close/>
                </a:path>
                <a:path w="24129" h="13969">
                  <a:moveTo>
                    <a:pt x="9626" y="9867"/>
                  </a:moveTo>
                  <a:lnTo>
                    <a:pt x="9486" y="9867"/>
                  </a:lnTo>
                  <a:lnTo>
                    <a:pt x="9486" y="10058"/>
                  </a:lnTo>
                  <a:lnTo>
                    <a:pt x="9626" y="9867"/>
                  </a:lnTo>
                  <a:close/>
                </a:path>
                <a:path w="24129" h="13969">
                  <a:moveTo>
                    <a:pt x="9639" y="6273"/>
                  </a:moveTo>
                  <a:lnTo>
                    <a:pt x="9588" y="6616"/>
                  </a:lnTo>
                  <a:lnTo>
                    <a:pt x="9639" y="6273"/>
                  </a:lnTo>
                  <a:close/>
                </a:path>
                <a:path w="24129" h="13969">
                  <a:moveTo>
                    <a:pt x="9753" y="11557"/>
                  </a:moveTo>
                  <a:lnTo>
                    <a:pt x="9690" y="11798"/>
                  </a:lnTo>
                  <a:lnTo>
                    <a:pt x="9753" y="11557"/>
                  </a:lnTo>
                  <a:close/>
                </a:path>
                <a:path w="24129" h="13969">
                  <a:moveTo>
                    <a:pt x="9969" y="10464"/>
                  </a:moveTo>
                  <a:lnTo>
                    <a:pt x="9944" y="10325"/>
                  </a:lnTo>
                  <a:lnTo>
                    <a:pt x="9817" y="10502"/>
                  </a:lnTo>
                  <a:lnTo>
                    <a:pt x="9969" y="10464"/>
                  </a:lnTo>
                  <a:close/>
                </a:path>
                <a:path w="24129" h="13969">
                  <a:moveTo>
                    <a:pt x="10096" y="889"/>
                  </a:moveTo>
                  <a:lnTo>
                    <a:pt x="9969" y="787"/>
                  </a:lnTo>
                  <a:lnTo>
                    <a:pt x="9842" y="914"/>
                  </a:lnTo>
                  <a:lnTo>
                    <a:pt x="10096" y="889"/>
                  </a:lnTo>
                  <a:close/>
                </a:path>
                <a:path w="24129" h="13969">
                  <a:moveTo>
                    <a:pt x="10109" y="1473"/>
                  </a:moveTo>
                  <a:lnTo>
                    <a:pt x="10083" y="1346"/>
                  </a:lnTo>
                  <a:lnTo>
                    <a:pt x="10083" y="1155"/>
                  </a:lnTo>
                  <a:lnTo>
                    <a:pt x="10083" y="1016"/>
                  </a:lnTo>
                  <a:lnTo>
                    <a:pt x="9906" y="1130"/>
                  </a:lnTo>
                  <a:lnTo>
                    <a:pt x="9842" y="977"/>
                  </a:lnTo>
                  <a:lnTo>
                    <a:pt x="9842" y="1130"/>
                  </a:lnTo>
                  <a:lnTo>
                    <a:pt x="9867" y="1384"/>
                  </a:lnTo>
                  <a:lnTo>
                    <a:pt x="9817" y="1257"/>
                  </a:lnTo>
                  <a:lnTo>
                    <a:pt x="9766" y="1409"/>
                  </a:lnTo>
                  <a:lnTo>
                    <a:pt x="9817" y="1651"/>
                  </a:lnTo>
                  <a:lnTo>
                    <a:pt x="9969" y="1536"/>
                  </a:lnTo>
                  <a:lnTo>
                    <a:pt x="10109" y="1473"/>
                  </a:lnTo>
                  <a:close/>
                </a:path>
                <a:path w="24129" h="13969">
                  <a:moveTo>
                    <a:pt x="10160" y="7213"/>
                  </a:moveTo>
                  <a:lnTo>
                    <a:pt x="10007" y="7391"/>
                  </a:lnTo>
                  <a:lnTo>
                    <a:pt x="10160" y="7366"/>
                  </a:lnTo>
                  <a:lnTo>
                    <a:pt x="10160" y="7213"/>
                  </a:lnTo>
                  <a:close/>
                </a:path>
                <a:path w="24129" h="13969">
                  <a:moveTo>
                    <a:pt x="10248" y="12026"/>
                  </a:moveTo>
                  <a:lnTo>
                    <a:pt x="10096" y="11925"/>
                  </a:lnTo>
                  <a:lnTo>
                    <a:pt x="10134" y="12077"/>
                  </a:lnTo>
                  <a:close/>
                </a:path>
                <a:path w="24129" h="13969">
                  <a:moveTo>
                    <a:pt x="10363" y="9499"/>
                  </a:moveTo>
                  <a:lnTo>
                    <a:pt x="10185" y="9321"/>
                  </a:lnTo>
                  <a:lnTo>
                    <a:pt x="10160" y="9652"/>
                  </a:lnTo>
                  <a:lnTo>
                    <a:pt x="10363" y="9499"/>
                  </a:lnTo>
                  <a:close/>
                </a:path>
                <a:path w="24129" h="13969">
                  <a:moveTo>
                    <a:pt x="10490" y="1155"/>
                  </a:moveTo>
                  <a:lnTo>
                    <a:pt x="10363" y="1130"/>
                  </a:lnTo>
                  <a:lnTo>
                    <a:pt x="10388" y="1308"/>
                  </a:lnTo>
                  <a:lnTo>
                    <a:pt x="10490" y="1155"/>
                  </a:lnTo>
                  <a:close/>
                </a:path>
                <a:path w="24129" h="13969">
                  <a:moveTo>
                    <a:pt x="10566" y="6324"/>
                  </a:moveTo>
                  <a:lnTo>
                    <a:pt x="10477" y="6070"/>
                  </a:lnTo>
                  <a:lnTo>
                    <a:pt x="10426" y="6210"/>
                  </a:lnTo>
                  <a:lnTo>
                    <a:pt x="10452" y="6350"/>
                  </a:lnTo>
                  <a:close/>
                </a:path>
                <a:path w="24129" h="13969">
                  <a:moveTo>
                    <a:pt x="10756" y="3784"/>
                  </a:moveTo>
                  <a:lnTo>
                    <a:pt x="10655" y="3924"/>
                  </a:lnTo>
                  <a:lnTo>
                    <a:pt x="10642" y="4140"/>
                  </a:lnTo>
                  <a:lnTo>
                    <a:pt x="10655" y="4279"/>
                  </a:lnTo>
                  <a:lnTo>
                    <a:pt x="10756" y="3784"/>
                  </a:lnTo>
                  <a:close/>
                </a:path>
                <a:path w="24129" h="13969">
                  <a:moveTo>
                    <a:pt x="10807" y="8902"/>
                  </a:moveTo>
                  <a:lnTo>
                    <a:pt x="10680" y="9055"/>
                  </a:lnTo>
                  <a:lnTo>
                    <a:pt x="10807" y="8902"/>
                  </a:lnTo>
                  <a:close/>
                </a:path>
                <a:path w="24129" h="13969">
                  <a:moveTo>
                    <a:pt x="10934" y="9702"/>
                  </a:moveTo>
                  <a:lnTo>
                    <a:pt x="10909" y="9499"/>
                  </a:lnTo>
                  <a:lnTo>
                    <a:pt x="10858" y="9702"/>
                  </a:lnTo>
                  <a:close/>
                </a:path>
                <a:path w="24129" h="13969">
                  <a:moveTo>
                    <a:pt x="10972" y="8102"/>
                  </a:moveTo>
                  <a:lnTo>
                    <a:pt x="10769" y="8178"/>
                  </a:lnTo>
                  <a:lnTo>
                    <a:pt x="10845" y="8318"/>
                  </a:lnTo>
                  <a:lnTo>
                    <a:pt x="10972" y="8102"/>
                  </a:lnTo>
                  <a:close/>
                </a:path>
                <a:path w="24129" h="13969">
                  <a:moveTo>
                    <a:pt x="11112" y="3175"/>
                  </a:moveTo>
                  <a:lnTo>
                    <a:pt x="10922" y="3200"/>
                  </a:lnTo>
                  <a:lnTo>
                    <a:pt x="10896" y="3797"/>
                  </a:lnTo>
                  <a:lnTo>
                    <a:pt x="11049" y="3594"/>
                  </a:lnTo>
                  <a:lnTo>
                    <a:pt x="11087" y="3403"/>
                  </a:lnTo>
                  <a:lnTo>
                    <a:pt x="11112" y="3175"/>
                  </a:lnTo>
                  <a:close/>
                </a:path>
                <a:path w="24129" h="13969">
                  <a:moveTo>
                    <a:pt x="11137" y="6883"/>
                  </a:moveTo>
                  <a:lnTo>
                    <a:pt x="11010" y="6731"/>
                  </a:lnTo>
                  <a:lnTo>
                    <a:pt x="11036" y="6883"/>
                  </a:lnTo>
                  <a:close/>
                </a:path>
                <a:path w="24129" h="13969">
                  <a:moveTo>
                    <a:pt x="11163" y="3086"/>
                  </a:moveTo>
                  <a:lnTo>
                    <a:pt x="11137" y="2768"/>
                  </a:lnTo>
                  <a:lnTo>
                    <a:pt x="11010" y="3149"/>
                  </a:lnTo>
                  <a:lnTo>
                    <a:pt x="11163" y="3086"/>
                  </a:lnTo>
                  <a:close/>
                </a:path>
                <a:path w="24129" h="13969">
                  <a:moveTo>
                    <a:pt x="11531" y="2120"/>
                  </a:moveTo>
                  <a:lnTo>
                    <a:pt x="11493" y="1879"/>
                  </a:lnTo>
                  <a:lnTo>
                    <a:pt x="11455" y="2120"/>
                  </a:lnTo>
                  <a:close/>
                </a:path>
                <a:path w="24129" h="13969">
                  <a:moveTo>
                    <a:pt x="13817" y="4889"/>
                  </a:moveTo>
                  <a:lnTo>
                    <a:pt x="13665" y="4864"/>
                  </a:lnTo>
                  <a:lnTo>
                    <a:pt x="13690" y="4991"/>
                  </a:lnTo>
                  <a:lnTo>
                    <a:pt x="13817" y="4889"/>
                  </a:lnTo>
                  <a:close/>
                </a:path>
                <a:path w="24129" h="13969">
                  <a:moveTo>
                    <a:pt x="24028" y="10058"/>
                  </a:moveTo>
                  <a:lnTo>
                    <a:pt x="23964" y="9232"/>
                  </a:lnTo>
                  <a:lnTo>
                    <a:pt x="24003" y="8636"/>
                  </a:lnTo>
                  <a:lnTo>
                    <a:pt x="23939" y="9080"/>
                  </a:lnTo>
                  <a:lnTo>
                    <a:pt x="23990" y="9918"/>
                  </a:lnTo>
                  <a:lnTo>
                    <a:pt x="23964" y="10528"/>
                  </a:lnTo>
                  <a:lnTo>
                    <a:pt x="24028" y="100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2" name="object 162"/>
            <p:cNvSpPr/>
            <p:nvPr/>
          </p:nvSpPr>
          <p:spPr>
            <a:xfrm>
              <a:off x="4048214" y="1240269"/>
              <a:ext cx="19685" cy="15240"/>
            </a:xfrm>
            <a:custGeom>
              <a:avLst/>
              <a:gdLst/>
              <a:ahLst/>
              <a:cxnLst/>
              <a:rect l="l" t="t" r="r" b="b"/>
              <a:pathLst>
                <a:path w="19685" h="15240">
                  <a:moveTo>
                    <a:pt x="114" y="5359"/>
                  </a:moveTo>
                  <a:lnTo>
                    <a:pt x="114" y="5549"/>
                  </a:lnTo>
                  <a:lnTo>
                    <a:pt x="114" y="5359"/>
                  </a:lnTo>
                  <a:close/>
                </a:path>
                <a:path w="19685" h="15240">
                  <a:moveTo>
                    <a:pt x="990" y="13246"/>
                  </a:moveTo>
                  <a:lnTo>
                    <a:pt x="800" y="13106"/>
                  </a:lnTo>
                  <a:lnTo>
                    <a:pt x="901" y="13246"/>
                  </a:lnTo>
                  <a:close/>
                </a:path>
                <a:path w="19685" h="15240">
                  <a:moveTo>
                    <a:pt x="1803" y="5676"/>
                  </a:moveTo>
                  <a:lnTo>
                    <a:pt x="1752" y="5499"/>
                  </a:lnTo>
                  <a:lnTo>
                    <a:pt x="1752" y="5727"/>
                  </a:lnTo>
                  <a:close/>
                </a:path>
                <a:path w="19685" h="15240">
                  <a:moveTo>
                    <a:pt x="2171" y="13271"/>
                  </a:moveTo>
                  <a:lnTo>
                    <a:pt x="2120" y="13436"/>
                  </a:lnTo>
                  <a:lnTo>
                    <a:pt x="2171" y="13271"/>
                  </a:lnTo>
                  <a:close/>
                </a:path>
                <a:path w="19685" h="15240">
                  <a:moveTo>
                    <a:pt x="2209" y="12776"/>
                  </a:moveTo>
                  <a:lnTo>
                    <a:pt x="2108" y="12649"/>
                  </a:lnTo>
                  <a:lnTo>
                    <a:pt x="2082" y="12776"/>
                  </a:lnTo>
                  <a:lnTo>
                    <a:pt x="2209" y="12776"/>
                  </a:lnTo>
                  <a:close/>
                </a:path>
                <a:path w="19685" h="15240">
                  <a:moveTo>
                    <a:pt x="2247" y="6718"/>
                  </a:moveTo>
                  <a:lnTo>
                    <a:pt x="2171" y="6273"/>
                  </a:lnTo>
                  <a:lnTo>
                    <a:pt x="1968" y="6350"/>
                  </a:lnTo>
                  <a:lnTo>
                    <a:pt x="2057" y="6705"/>
                  </a:lnTo>
                  <a:lnTo>
                    <a:pt x="1879" y="6731"/>
                  </a:lnTo>
                  <a:lnTo>
                    <a:pt x="2019" y="6845"/>
                  </a:lnTo>
                  <a:lnTo>
                    <a:pt x="2209" y="6845"/>
                  </a:lnTo>
                  <a:lnTo>
                    <a:pt x="2235" y="7023"/>
                  </a:lnTo>
                  <a:lnTo>
                    <a:pt x="2247" y="6718"/>
                  </a:lnTo>
                  <a:close/>
                </a:path>
                <a:path w="19685" h="15240">
                  <a:moveTo>
                    <a:pt x="2438" y="5702"/>
                  </a:moveTo>
                  <a:lnTo>
                    <a:pt x="2349" y="5943"/>
                  </a:lnTo>
                  <a:lnTo>
                    <a:pt x="2324" y="5765"/>
                  </a:lnTo>
                  <a:lnTo>
                    <a:pt x="2120" y="5765"/>
                  </a:lnTo>
                  <a:lnTo>
                    <a:pt x="2247" y="6121"/>
                  </a:lnTo>
                  <a:lnTo>
                    <a:pt x="2273" y="6350"/>
                  </a:lnTo>
                  <a:lnTo>
                    <a:pt x="2400" y="6108"/>
                  </a:lnTo>
                  <a:lnTo>
                    <a:pt x="2438" y="5702"/>
                  </a:lnTo>
                  <a:close/>
                </a:path>
                <a:path w="19685" h="15240">
                  <a:moveTo>
                    <a:pt x="2578" y="14046"/>
                  </a:moveTo>
                  <a:lnTo>
                    <a:pt x="2514" y="13893"/>
                  </a:lnTo>
                  <a:lnTo>
                    <a:pt x="2514" y="14033"/>
                  </a:lnTo>
                  <a:close/>
                </a:path>
                <a:path w="19685" h="15240">
                  <a:moveTo>
                    <a:pt x="2641" y="13817"/>
                  </a:moveTo>
                  <a:lnTo>
                    <a:pt x="2603" y="13550"/>
                  </a:lnTo>
                  <a:lnTo>
                    <a:pt x="2540" y="13855"/>
                  </a:lnTo>
                  <a:close/>
                </a:path>
                <a:path w="19685" h="15240">
                  <a:moveTo>
                    <a:pt x="2692" y="673"/>
                  </a:moveTo>
                  <a:lnTo>
                    <a:pt x="2514" y="711"/>
                  </a:lnTo>
                  <a:lnTo>
                    <a:pt x="2514" y="914"/>
                  </a:lnTo>
                  <a:lnTo>
                    <a:pt x="2692" y="812"/>
                  </a:lnTo>
                  <a:lnTo>
                    <a:pt x="2692" y="673"/>
                  </a:lnTo>
                  <a:close/>
                </a:path>
                <a:path w="19685" h="15240">
                  <a:moveTo>
                    <a:pt x="2743" y="6985"/>
                  </a:moveTo>
                  <a:lnTo>
                    <a:pt x="2540" y="6845"/>
                  </a:lnTo>
                  <a:lnTo>
                    <a:pt x="2451" y="7099"/>
                  </a:lnTo>
                  <a:lnTo>
                    <a:pt x="2743" y="6985"/>
                  </a:lnTo>
                  <a:close/>
                </a:path>
                <a:path w="19685" h="15240">
                  <a:moveTo>
                    <a:pt x="2755" y="6083"/>
                  </a:moveTo>
                  <a:lnTo>
                    <a:pt x="2628" y="6146"/>
                  </a:lnTo>
                  <a:lnTo>
                    <a:pt x="2755" y="6083"/>
                  </a:lnTo>
                  <a:close/>
                </a:path>
                <a:path w="19685" h="15240">
                  <a:moveTo>
                    <a:pt x="2781" y="2946"/>
                  </a:moveTo>
                  <a:lnTo>
                    <a:pt x="2654" y="2895"/>
                  </a:lnTo>
                  <a:lnTo>
                    <a:pt x="2692" y="3048"/>
                  </a:lnTo>
                  <a:lnTo>
                    <a:pt x="2603" y="3213"/>
                  </a:lnTo>
                  <a:lnTo>
                    <a:pt x="2755" y="3162"/>
                  </a:lnTo>
                  <a:lnTo>
                    <a:pt x="2755" y="2997"/>
                  </a:lnTo>
                  <a:close/>
                </a:path>
                <a:path w="19685" h="15240">
                  <a:moveTo>
                    <a:pt x="2806" y="10071"/>
                  </a:moveTo>
                  <a:lnTo>
                    <a:pt x="2755" y="9918"/>
                  </a:lnTo>
                  <a:lnTo>
                    <a:pt x="2654" y="10185"/>
                  </a:lnTo>
                  <a:lnTo>
                    <a:pt x="2806" y="10071"/>
                  </a:lnTo>
                  <a:close/>
                </a:path>
                <a:path w="19685" h="15240">
                  <a:moveTo>
                    <a:pt x="2870" y="3289"/>
                  </a:moveTo>
                  <a:lnTo>
                    <a:pt x="2806" y="3441"/>
                  </a:lnTo>
                  <a:lnTo>
                    <a:pt x="2870" y="3289"/>
                  </a:lnTo>
                  <a:close/>
                </a:path>
                <a:path w="19685" h="15240">
                  <a:moveTo>
                    <a:pt x="2882" y="1092"/>
                  </a:moveTo>
                  <a:lnTo>
                    <a:pt x="2692" y="1092"/>
                  </a:lnTo>
                  <a:lnTo>
                    <a:pt x="2882" y="1155"/>
                  </a:lnTo>
                  <a:close/>
                </a:path>
                <a:path w="19685" h="15240">
                  <a:moveTo>
                    <a:pt x="2908" y="1447"/>
                  </a:moveTo>
                  <a:lnTo>
                    <a:pt x="2781" y="1397"/>
                  </a:lnTo>
                  <a:lnTo>
                    <a:pt x="2755" y="1663"/>
                  </a:lnTo>
                  <a:lnTo>
                    <a:pt x="2908" y="1447"/>
                  </a:lnTo>
                  <a:close/>
                </a:path>
                <a:path w="19685" h="15240">
                  <a:moveTo>
                    <a:pt x="2933" y="3670"/>
                  </a:moveTo>
                  <a:lnTo>
                    <a:pt x="2781" y="3759"/>
                  </a:lnTo>
                  <a:lnTo>
                    <a:pt x="2806" y="3898"/>
                  </a:lnTo>
                  <a:lnTo>
                    <a:pt x="2933" y="3670"/>
                  </a:lnTo>
                  <a:close/>
                </a:path>
                <a:path w="19685" h="15240">
                  <a:moveTo>
                    <a:pt x="2959" y="7429"/>
                  </a:moveTo>
                  <a:lnTo>
                    <a:pt x="2908" y="7289"/>
                  </a:lnTo>
                  <a:lnTo>
                    <a:pt x="2882" y="7429"/>
                  </a:lnTo>
                  <a:close/>
                </a:path>
                <a:path w="19685" h="15240">
                  <a:moveTo>
                    <a:pt x="2984" y="2209"/>
                  </a:moveTo>
                  <a:lnTo>
                    <a:pt x="2959" y="2082"/>
                  </a:lnTo>
                  <a:lnTo>
                    <a:pt x="2908" y="1879"/>
                  </a:lnTo>
                  <a:lnTo>
                    <a:pt x="2730" y="1930"/>
                  </a:lnTo>
                  <a:lnTo>
                    <a:pt x="2730" y="1701"/>
                  </a:lnTo>
                  <a:lnTo>
                    <a:pt x="2654" y="1905"/>
                  </a:lnTo>
                  <a:lnTo>
                    <a:pt x="2705" y="2095"/>
                  </a:lnTo>
                  <a:lnTo>
                    <a:pt x="2628" y="2349"/>
                  </a:lnTo>
                  <a:lnTo>
                    <a:pt x="2755" y="2603"/>
                  </a:lnTo>
                  <a:lnTo>
                    <a:pt x="2806" y="2362"/>
                  </a:lnTo>
                  <a:lnTo>
                    <a:pt x="2959" y="2349"/>
                  </a:lnTo>
                  <a:lnTo>
                    <a:pt x="2984" y="2209"/>
                  </a:lnTo>
                  <a:close/>
                </a:path>
                <a:path w="19685" h="15240">
                  <a:moveTo>
                    <a:pt x="3162" y="2971"/>
                  </a:moveTo>
                  <a:lnTo>
                    <a:pt x="3124" y="2794"/>
                  </a:lnTo>
                  <a:lnTo>
                    <a:pt x="3086" y="2946"/>
                  </a:lnTo>
                  <a:close/>
                </a:path>
                <a:path w="19685" h="15240">
                  <a:moveTo>
                    <a:pt x="3225" y="3213"/>
                  </a:moveTo>
                  <a:lnTo>
                    <a:pt x="3098" y="3314"/>
                  </a:lnTo>
                  <a:lnTo>
                    <a:pt x="3225" y="3213"/>
                  </a:lnTo>
                  <a:close/>
                </a:path>
                <a:path w="19685" h="15240">
                  <a:moveTo>
                    <a:pt x="3238" y="12890"/>
                  </a:moveTo>
                  <a:lnTo>
                    <a:pt x="3187" y="13093"/>
                  </a:lnTo>
                  <a:lnTo>
                    <a:pt x="3238" y="12890"/>
                  </a:lnTo>
                  <a:close/>
                </a:path>
                <a:path w="19685" h="15240">
                  <a:moveTo>
                    <a:pt x="3302" y="13246"/>
                  </a:moveTo>
                  <a:lnTo>
                    <a:pt x="3162" y="13119"/>
                  </a:lnTo>
                  <a:lnTo>
                    <a:pt x="3124" y="13322"/>
                  </a:lnTo>
                  <a:lnTo>
                    <a:pt x="3276" y="13322"/>
                  </a:lnTo>
                  <a:close/>
                </a:path>
                <a:path w="19685" h="15240">
                  <a:moveTo>
                    <a:pt x="3327" y="12433"/>
                  </a:moveTo>
                  <a:lnTo>
                    <a:pt x="3225" y="12687"/>
                  </a:lnTo>
                  <a:lnTo>
                    <a:pt x="3073" y="12763"/>
                  </a:lnTo>
                  <a:lnTo>
                    <a:pt x="3276" y="12865"/>
                  </a:lnTo>
                  <a:lnTo>
                    <a:pt x="3327" y="12433"/>
                  </a:lnTo>
                  <a:close/>
                </a:path>
                <a:path w="19685" h="15240">
                  <a:moveTo>
                    <a:pt x="3467" y="5829"/>
                  </a:moveTo>
                  <a:lnTo>
                    <a:pt x="3429" y="5651"/>
                  </a:lnTo>
                  <a:lnTo>
                    <a:pt x="3327" y="5854"/>
                  </a:lnTo>
                  <a:lnTo>
                    <a:pt x="3467" y="5829"/>
                  </a:lnTo>
                  <a:close/>
                </a:path>
                <a:path w="19685" h="15240">
                  <a:moveTo>
                    <a:pt x="3657" y="10083"/>
                  </a:moveTo>
                  <a:lnTo>
                    <a:pt x="3556" y="9867"/>
                  </a:lnTo>
                  <a:lnTo>
                    <a:pt x="3505" y="10325"/>
                  </a:lnTo>
                  <a:lnTo>
                    <a:pt x="3657" y="10083"/>
                  </a:lnTo>
                  <a:close/>
                </a:path>
                <a:path w="19685" h="15240">
                  <a:moveTo>
                    <a:pt x="3683" y="14757"/>
                  </a:moveTo>
                  <a:lnTo>
                    <a:pt x="3657" y="14605"/>
                  </a:lnTo>
                  <a:lnTo>
                    <a:pt x="3619" y="14757"/>
                  </a:lnTo>
                  <a:close/>
                </a:path>
                <a:path w="19685" h="15240">
                  <a:moveTo>
                    <a:pt x="3759" y="4826"/>
                  </a:moveTo>
                  <a:lnTo>
                    <a:pt x="3581" y="4889"/>
                  </a:lnTo>
                  <a:lnTo>
                    <a:pt x="3619" y="5041"/>
                  </a:lnTo>
                  <a:lnTo>
                    <a:pt x="3721" y="4864"/>
                  </a:lnTo>
                  <a:close/>
                </a:path>
                <a:path w="19685" h="15240">
                  <a:moveTo>
                    <a:pt x="3784" y="7429"/>
                  </a:moveTo>
                  <a:close/>
                </a:path>
                <a:path w="19685" h="15240">
                  <a:moveTo>
                    <a:pt x="3848" y="5080"/>
                  </a:moveTo>
                  <a:lnTo>
                    <a:pt x="3657" y="5080"/>
                  </a:lnTo>
                  <a:lnTo>
                    <a:pt x="3848" y="5080"/>
                  </a:lnTo>
                  <a:close/>
                </a:path>
                <a:path w="19685" h="15240">
                  <a:moveTo>
                    <a:pt x="4025" y="13296"/>
                  </a:moveTo>
                  <a:lnTo>
                    <a:pt x="3949" y="13169"/>
                  </a:lnTo>
                  <a:lnTo>
                    <a:pt x="3848" y="13296"/>
                  </a:lnTo>
                  <a:lnTo>
                    <a:pt x="4025" y="13296"/>
                  </a:lnTo>
                  <a:close/>
                </a:path>
                <a:path w="19685" h="15240">
                  <a:moveTo>
                    <a:pt x="4216" y="10909"/>
                  </a:moveTo>
                  <a:lnTo>
                    <a:pt x="4076" y="10909"/>
                  </a:lnTo>
                  <a:lnTo>
                    <a:pt x="4076" y="11074"/>
                  </a:lnTo>
                  <a:lnTo>
                    <a:pt x="4216" y="10909"/>
                  </a:lnTo>
                  <a:close/>
                </a:path>
                <a:path w="19685" h="15240">
                  <a:moveTo>
                    <a:pt x="4229" y="7315"/>
                  </a:moveTo>
                  <a:lnTo>
                    <a:pt x="4178" y="7645"/>
                  </a:lnTo>
                  <a:lnTo>
                    <a:pt x="4229" y="7315"/>
                  </a:lnTo>
                  <a:close/>
                </a:path>
                <a:path w="19685" h="15240">
                  <a:moveTo>
                    <a:pt x="4343" y="12611"/>
                  </a:moveTo>
                  <a:lnTo>
                    <a:pt x="4279" y="12839"/>
                  </a:lnTo>
                  <a:lnTo>
                    <a:pt x="4343" y="12611"/>
                  </a:lnTo>
                  <a:close/>
                </a:path>
                <a:path w="19685" h="15240">
                  <a:moveTo>
                    <a:pt x="4559" y="11506"/>
                  </a:moveTo>
                  <a:lnTo>
                    <a:pt x="4533" y="11353"/>
                  </a:lnTo>
                  <a:lnTo>
                    <a:pt x="4406" y="11531"/>
                  </a:lnTo>
                  <a:lnTo>
                    <a:pt x="4559" y="11506"/>
                  </a:lnTo>
                  <a:close/>
                </a:path>
                <a:path w="19685" h="15240">
                  <a:moveTo>
                    <a:pt x="4686" y="5473"/>
                  </a:moveTo>
                  <a:lnTo>
                    <a:pt x="4432" y="5448"/>
                  </a:lnTo>
                  <a:lnTo>
                    <a:pt x="4559" y="5575"/>
                  </a:lnTo>
                  <a:lnTo>
                    <a:pt x="4686" y="5473"/>
                  </a:lnTo>
                  <a:close/>
                </a:path>
                <a:path w="19685" h="15240">
                  <a:moveTo>
                    <a:pt x="4699" y="4864"/>
                  </a:moveTo>
                  <a:lnTo>
                    <a:pt x="4572" y="4876"/>
                  </a:lnTo>
                  <a:lnTo>
                    <a:pt x="4406" y="4711"/>
                  </a:lnTo>
                  <a:lnTo>
                    <a:pt x="4356" y="4953"/>
                  </a:lnTo>
                  <a:lnTo>
                    <a:pt x="4406" y="5105"/>
                  </a:lnTo>
                  <a:lnTo>
                    <a:pt x="4457" y="4978"/>
                  </a:lnTo>
                  <a:lnTo>
                    <a:pt x="4533" y="5118"/>
                  </a:lnTo>
                  <a:lnTo>
                    <a:pt x="4432" y="5397"/>
                  </a:lnTo>
                  <a:lnTo>
                    <a:pt x="4495" y="5219"/>
                  </a:lnTo>
                  <a:lnTo>
                    <a:pt x="4673" y="5334"/>
                  </a:lnTo>
                  <a:lnTo>
                    <a:pt x="4673" y="5194"/>
                  </a:lnTo>
                  <a:lnTo>
                    <a:pt x="4635" y="5016"/>
                  </a:lnTo>
                  <a:lnTo>
                    <a:pt x="4699" y="4864"/>
                  </a:lnTo>
                  <a:close/>
                </a:path>
                <a:path w="19685" h="15240">
                  <a:moveTo>
                    <a:pt x="4749" y="8267"/>
                  </a:moveTo>
                  <a:lnTo>
                    <a:pt x="4597" y="8432"/>
                  </a:lnTo>
                  <a:lnTo>
                    <a:pt x="4749" y="8407"/>
                  </a:lnTo>
                  <a:lnTo>
                    <a:pt x="4749" y="8267"/>
                  </a:lnTo>
                  <a:close/>
                </a:path>
                <a:path w="19685" h="15240">
                  <a:moveTo>
                    <a:pt x="4838" y="13055"/>
                  </a:moveTo>
                  <a:lnTo>
                    <a:pt x="4686" y="12941"/>
                  </a:lnTo>
                  <a:lnTo>
                    <a:pt x="4724" y="13119"/>
                  </a:lnTo>
                  <a:close/>
                </a:path>
                <a:path w="19685" h="15240">
                  <a:moveTo>
                    <a:pt x="4953" y="10541"/>
                  </a:moveTo>
                  <a:lnTo>
                    <a:pt x="4775" y="10363"/>
                  </a:lnTo>
                  <a:lnTo>
                    <a:pt x="4749" y="10680"/>
                  </a:lnTo>
                  <a:lnTo>
                    <a:pt x="4953" y="10541"/>
                  </a:lnTo>
                  <a:close/>
                </a:path>
                <a:path w="19685" h="15240">
                  <a:moveTo>
                    <a:pt x="5080" y="5181"/>
                  </a:moveTo>
                  <a:lnTo>
                    <a:pt x="4978" y="5041"/>
                  </a:lnTo>
                  <a:lnTo>
                    <a:pt x="4953" y="5207"/>
                  </a:lnTo>
                  <a:lnTo>
                    <a:pt x="5080" y="5181"/>
                  </a:lnTo>
                  <a:close/>
                </a:path>
                <a:path w="19685" h="15240">
                  <a:moveTo>
                    <a:pt x="5156" y="25"/>
                  </a:moveTo>
                  <a:lnTo>
                    <a:pt x="5016" y="88"/>
                  </a:lnTo>
                  <a:lnTo>
                    <a:pt x="5067" y="266"/>
                  </a:lnTo>
                  <a:lnTo>
                    <a:pt x="5156" y="25"/>
                  </a:lnTo>
                  <a:close/>
                </a:path>
                <a:path w="19685" h="15240">
                  <a:moveTo>
                    <a:pt x="5346" y="2578"/>
                  </a:moveTo>
                  <a:lnTo>
                    <a:pt x="5245" y="2070"/>
                  </a:lnTo>
                  <a:lnTo>
                    <a:pt x="5232" y="2197"/>
                  </a:lnTo>
                  <a:lnTo>
                    <a:pt x="5245" y="2400"/>
                  </a:lnTo>
                  <a:lnTo>
                    <a:pt x="5270" y="2628"/>
                  </a:lnTo>
                  <a:close/>
                </a:path>
                <a:path w="19685" h="15240">
                  <a:moveTo>
                    <a:pt x="5397" y="9931"/>
                  </a:moveTo>
                  <a:lnTo>
                    <a:pt x="5270" y="10096"/>
                  </a:lnTo>
                  <a:lnTo>
                    <a:pt x="5397" y="9931"/>
                  </a:lnTo>
                  <a:close/>
                </a:path>
                <a:path w="19685" h="15240">
                  <a:moveTo>
                    <a:pt x="5524" y="10731"/>
                  </a:moveTo>
                  <a:lnTo>
                    <a:pt x="5499" y="10541"/>
                  </a:lnTo>
                  <a:lnTo>
                    <a:pt x="5448" y="10731"/>
                  </a:lnTo>
                  <a:close/>
                </a:path>
                <a:path w="19685" h="15240">
                  <a:moveTo>
                    <a:pt x="5562" y="9144"/>
                  </a:moveTo>
                  <a:lnTo>
                    <a:pt x="5524" y="9017"/>
                  </a:lnTo>
                  <a:lnTo>
                    <a:pt x="5359" y="9220"/>
                  </a:lnTo>
                  <a:lnTo>
                    <a:pt x="5435" y="9347"/>
                  </a:lnTo>
                  <a:lnTo>
                    <a:pt x="5562" y="9144"/>
                  </a:lnTo>
                  <a:close/>
                </a:path>
                <a:path w="19685" h="15240">
                  <a:moveTo>
                    <a:pt x="5702" y="3162"/>
                  </a:moveTo>
                  <a:lnTo>
                    <a:pt x="5676" y="2921"/>
                  </a:lnTo>
                  <a:lnTo>
                    <a:pt x="5638" y="2743"/>
                  </a:lnTo>
                  <a:lnTo>
                    <a:pt x="5562" y="2489"/>
                  </a:lnTo>
                  <a:lnTo>
                    <a:pt x="5511" y="3136"/>
                  </a:lnTo>
                  <a:lnTo>
                    <a:pt x="5702" y="3162"/>
                  </a:lnTo>
                  <a:close/>
                </a:path>
                <a:path w="19685" h="15240">
                  <a:moveTo>
                    <a:pt x="5727" y="7912"/>
                  </a:moveTo>
                  <a:lnTo>
                    <a:pt x="5600" y="7759"/>
                  </a:lnTo>
                  <a:lnTo>
                    <a:pt x="5626" y="7912"/>
                  </a:lnTo>
                  <a:close/>
                </a:path>
                <a:path w="19685" h="15240">
                  <a:moveTo>
                    <a:pt x="5753" y="3251"/>
                  </a:moveTo>
                  <a:lnTo>
                    <a:pt x="5600" y="3200"/>
                  </a:lnTo>
                  <a:lnTo>
                    <a:pt x="5727" y="3568"/>
                  </a:lnTo>
                  <a:lnTo>
                    <a:pt x="5753" y="3251"/>
                  </a:lnTo>
                  <a:close/>
                </a:path>
                <a:path w="19685" h="15240">
                  <a:moveTo>
                    <a:pt x="6121" y="4216"/>
                  </a:moveTo>
                  <a:lnTo>
                    <a:pt x="6045" y="4356"/>
                  </a:lnTo>
                  <a:lnTo>
                    <a:pt x="6121" y="4216"/>
                  </a:lnTo>
                  <a:close/>
                </a:path>
                <a:path w="19685" h="15240">
                  <a:moveTo>
                    <a:pt x="8407" y="1447"/>
                  </a:moveTo>
                  <a:lnTo>
                    <a:pt x="8280" y="1371"/>
                  </a:lnTo>
                  <a:lnTo>
                    <a:pt x="8407" y="1447"/>
                  </a:lnTo>
                  <a:close/>
                </a:path>
                <a:path w="19685" h="15240">
                  <a:moveTo>
                    <a:pt x="18605" y="10985"/>
                  </a:moveTo>
                  <a:lnTo>
                    <a:pt x="18567" y="10223"/>
                  </a:lnTo>
                  <a:lnTo>
                    <a:pt x="18592" y="9652"/>
                  </a:lnTo>
                  <a:lnTo>
                    <a:pt x="18529" y="10096"/>
                  </a:lnTo>
                  <a:lnTo>
                    <a:pt x="18567" y="10871"/>
                  </a:lnTo>
                  <a:lnTo>
                    <a:pt x="18554" y="11480"/>
                  </a:lnTo>
                  <a:lnTo>
                    <a:pt x="18605" y="10985"/>
                  </a:lnTo>
                  <a:close/>
                </a:path>
                <a:path w="19685" h="15240">
                  <a:moveTo>
                    <a:pt x="19202" y="7429"/>
                  </a:moveTo>
                  <a:lnTo>
                    <a:pt x="19164" y="7112"/>
                  </a:lnTo>
                  <a:lnTo>
                    <a:pt x="19164" y="742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3" name="object 163"/>
            <p:cNvSpPr/>
            <p:nvPr/>
          </p:nvSpPr>
          <p:spPr>
            <a:xfrm>
              <a:off x="4042803" y="1247584"/>
              <a:ext cx="13970" cy="15240"/>
            </a:xfrm>
            <a:custGeom>
              <a:avLst/>
              <a:gdLst/>
              <a:ahLst/>
              <a:cxnLst/>
              <a:rect l="l" t="t" r="r" b="b"/>
              <a:pathLst>
                <a:path w="13970" h="15240">
                  <a:moveTo>
                    <a:pt x="6540" y="6616"/>
                  </a:moveTo>
                  <a:lnTo>
                    <a:pt x="6527" y="6464"/>
                  </a:lnTo>
                  <a:lnTo>
                    <a:pt x="63" y="6464"/>
                  </a:lnTo>
                  <a:lnTo>
                    <a:pt x="63" y="6616"/>
                  </a:lnTo>
                  <a:lnTo>
                    <a:pt x="6540" y="6616"/>
                  </a:lnTo>
                  <a:close/>
                </a:path>
                <a:path w="13970" h="15240">
                  <a:moveTo>
                    <a:pt x="7213" y="7226"/>
                  </a:moveTo>
                  <a:lnTo>
                    <a:pt x="6985" y="6959"/>
                  </a:lnTo>
                  <a:lnTo>
                    <a:pt x="6794" y="6743"/>
                  </a:lnTo>
                  <a:lnTo>
                    <a:pt x="6540" y="6743"/>
                  </a:lnTo>
                  <a:lnTo>
                    <a:pt x="63" y="6743"/>
                  </a:lnTo>
                  <a:lnTo>
                    <a:pt x="63" y="7226"/>
                  </a:lnTo>
                  <a:lnTo>
                    <a:pt x="7213" y="7226"/>
                  </a:lnTo>
                  <a:close/>
                </a:path>
                <a:path w="13970" h="15240">
                  <a:moveTo>
                    <a:pt x="7594" y="8877"/>
                  </a:moveTo>
                  <a:lnTo>
                    <a:pt x="7531" y="8699"/>
                  </a:lnTo>
                  <a:lnTo>
                    <a:pt x="7505" y="8826"/>
                  </a:lnTo>
                  <a:close/>
                </a:path>
                <a:path w="13970" h="15240">
                  <a:moveTo>
                    <a:pt x="7620" y="9372"/>
                  </a:moveTo>
                  <a:lnTo>
                    <a:pt x="7493" y="9372"/>
                  </a:lnTo>
                  <a:lnTo>
                    <a:pt x="7620" y="9372"/>
                  </a:lnTo>
                  <a:close/>
                </a:path>
                <a:path w="13970" h="15240">
                  <a:moveTo>
                    <a:pt x="7658" y="6731"/>
                  </a:moveTo>
                  <a:lnTo>
                    <a:pt x="7581" y="6299"/>
                  </a:lnTo>
                  <a:lnTo>
                    <a:pt x="7378" y="6375"/>
                  </a:lnTo>
                  <a:lnTo>
                    <a:pt x="7467" y="6705"/>
                  </a:lnTo>
                  <a:lnTo>
                    <a:pt x="7289" y="6743"/>
                  </a:lnTo>
                  <a:lnTo>
                    <a:pt x="7429" y="6870"/>
                  </a:lnTo>
                  <a:lnTo>
                    <a:pt x="7620" y="6870"/>
                  </a:lnTo>
                  <a:lnTo>
                    <a:pt x="7645" y="7035"/>
                  </a:lnTo>
                  <a:lnTo>
                    <a:pt x="7658" y="6731"/>
                  </a:lnTo>
                  <a:close/>
                </a:path>
                <a:path w="13970" h="15240">
                  <a:moveTo>
                    <a:pt x="7835" y="2654"/>
                  </a:moveTo>
                  <a:lnTo>
                    <a:pt x="7823" y="2527"/>
                  </a:lnTo>
                  <a:lnTo>
                    <a:pt x="6400" y="2527"/>
                  </a:lnTo>
                  <a:lnTo>
                    <a:pt x="6438" y="2654"/>
                  </a:lnTo>
                  <a:lnTo>
                    <a:pt x="7835" y="2654"/>
                  </a:lnTo>
                  <a:close/>
                </a:path>
                <a:path w="13970" h="15240">
                  <a:moveTo>
                    <a:pt x="7912" y="2882"/>
                  </a:moveTo>
                  <a:lnTo>
                    <a:pt x="6502" y="2882"/>
                  </a:lnTo>
                  <a:lnTo>
                    <a:pt x="6438" y="2654"/>
                  </a:lnTo>
                  <a:lnTo>
                    <a:pt x="25" y="2654"/>
                  </a:lnTo>
                  <a:lnTo>
                    <a:pt x="25" y="3238"/>
                  </a:lnTo>
                  <a:lnTo>
                    <a:pt x="7874" y="3238"/>
                  </a:lnTo>
                  <a:lnTo>
                    <a:pt x="7912" y="2882"/>
                  </a:lnTo>
                  <a:close/>
                </a:path>
                <a:path w="13970" h="15240">
                  <a:moveTo>
                    <a:pt x="7988" y="8089"/>
                  </a:moveTo>
                  <a:lnTo>
                    <a:pt x="7924" y="8267"/>
                  </a:lnTo>
                  <a:lnTo>
                    <a:pt x="7988" y="8089"/>
                  </a:lnTo>
                  <a:close/>
                </a:path>
                <a:path w="13970" h="15240">
                  <a:moveTo>
                    <a:pt x="8051" y="8318"/>
                  </a:moveTo>
                  <a:lnTo>
                    <a:pt x="8013" y="8597"/>
                  </a:lnTo>
                  <a:lnTo>
                    <a:pt x="8051" y="8318"/>
                  </a:lnTo>
                  <a:close/>
                </a:path>
                <a:path w="13970" h="15240">
                  <a:moveTo>
                    <a:pt x="8128" y="7251"/>
                  </a:moveTo>
                  <a:lnTo>
                    <a:pt x="8064" y="7442"/>
                  </a:lnTo>
                  <a:lnTo>
                    <a:pt x="8128" y="7251"/>
                  </a:lnTo>
                  <a:close/>
                </a:path>
                <a:path w="13970" h="15240">
                  <a:moveTo>
                    <a:pt x="8153" y="6972"/>
                  </a:moveTo>
                  <a:lnTo>
                    <a:pt x="7950" y="6858"/>
                  </a:lnTo>
                  <a:lnTo>
                    <a:pt x="7861" y="7112"/>
                  </a:lnTo>
                  <a:lnTo>
                    <a:pt x="8153" y="6972"/>
                  </a:lnTo>
                  <a:close/>
                </a:path>
                <a:path w="13970" h="15240">
                  <a:moveTo>
                    <a:pt x="8166" y="6108"/>
                  </a:moveTo>
                  <a:lnTo>
                    <a:pt x="8039" y="6159"/>
                  </a:lnTo>
                  <a:lnTo>
                    <a:pt x="8166" y="6108"/>
                  </a:lnTo>
                  <a:close/>
                </a:path>
                <a:path w="13970" h="15240">
                  <a:moveTo>
                    <a:pt x="8191" y="2946"/>
                  </a:moveTo>
                  <a:lnTo>
                    <a:pt x="8064" y="2895"/>
                  </a:lnTo>
                  <a:lnTo>
                    <a:pt x="8102" y="3060"/>
                  </a:lnTo>
                  <a:lnTo>
                    <a:pt x="8013" y="3238"/>
                  </a:lnTo>
                  <a:lnTo>
                    <a:pt x="8166" y="3187"/>
                  </a:lnTo>
                  <a:lnTo>
                    <a:pt x="8166" y="3022"/>
                  </a:lnTo>
                  <a:close/>
                </a:path>
                <a:path w="13970" h="15240">
                  <a:moveTo>
                    <a:pt x="8216" y="12077"/>
                  </a:moveTo>
                  <a:lnTo>
                    <a:pt x="8064" y="11963"/>
                  </a:lnTo>
                  <a:lnTo>
                    <a:pt x="8166" y="12217"/>
                  </a:lnTo>
                  <a:lnTo>
                    <a:pt x="8216" y="12077"/>
                  </a:lnTo>
                  <a:close/>
                </a:path>
                <a:path w="13970" h="15240">
                  <a:moveTo>
                    <a:pt x="8280" y="3314"/>
                  </a:moveTo>
                  <a:lnTo>
                    <a:pt x="8216" y="3467"/>
                  </a:lnTo>
                  <a:lnTo>
                    <a:pt x="8280" y="3314"/>
                  </a:lnTo>
                  <a:close/>
                </a:path>
                <a:path w="13970" h="15240">
                  <a:moveTo>
                    <a:pt x="8293" y="5829"/>
                  </a:moveTo>
                  <a:lnTo>
                    <a:pt x="7861" y="4267"/>
                  </a:lnTo>
                  <a:lnTo>
                    <a:pt x="8051" y="3924"/>
                  </a:lnTo>
                  <a:lnTo>
                    <a:pt x="8013" y="3543"/>
                  </a:lnTo>
                  <a:lnTo>
                    <a:pt x="7797" y="3543"/>
                  </a:lnTo>
                  <a:lnTo>
                    <a:pt x="7797" y="5829"/>
                  </a:lnTo>
                  <a:lnTo>
                    <a:pt x="7759" y="5956"/>
                  </a:lnTo>
                  <a:lnTo>
                    <a:pt x="7721" y="5829"/>
                  </a:lnTo>
                  <a:lnTo>
                    <a:pt x="7797" y="3543"/>
                  </a:lnTo>
                  <a:lnTo>
                    <a:pt x="6807" y="3543"/>
                  </a:lnTo>
                  <a:lnTo>
                    <a:pt x="6807" y="4267"/>
                  </a:lnTo>
                  <a:lnTo>
                    <a:pt x="6731" y="5067"/>
                  </a:lnTo>
                  <a:lnTo>
                    <a:pt x="6248" y="4267"/>
                  </a:lnTo>
                  <a:lnTo>
                    <a:pt x="6807" y="4267"/>
                  </a:lnTo>
                  <a:lnTo>
                    <a:pt x="6807" y="3543"/>
                  </a:lnTo>
                  <a:lnTo>
                    <a:pt x="25" y="3543"/>
                  </a:lnTo>
                  <a:lnTo>
                    <a:pt x="50" y="6070"/>
                  </a:lnTo>
                  <a:lnTo>
                    <a:pt x="6121" y="6070"/>
                  </a:lnTo>
                  <a:lnTo>
                    <a:pt x="6045" y="5829"/>
                  </a:lnTo>
                  <a:lnTo>
                    <a:pt x="6477" y="5829"/>
                  </a:lnTo>
                  <a:lnTo>
                    <a:pt x="6680" y="5829"/>
                  </a:lnTo>
                  <a:lnTo>
                    <a:pt x="7226" y="5829"/>
                  </a:lnTo>
                  <a:lnTo>
                    <a:pt x="7543" y="5829"/>
                  </a:lnTo>
                  <a:lnTo>
                    <a:pt x="7658" y="6121"/>
                  </a:lnTo>
                  <a:lnTo>
                    <a:pt x="7683" y="6362"/>
                  </a:lnTo>
                  <a:lnTo>
                    <a:pt x="7810" y="6108"/>
                  </a:lnTo>
                  <a:lnTo>
                    <a:pt x="7848" y="5829"/>
                  </a:lnTo>
                  <a:lnTo>
                    <a:pt x="8293" y="5829"/>
                  </a:lnTo>
                  <a:close/>
                </a:path>
                <a:path w="13970" h="15240">
                  <a:moveTo>
                    <a:pt x="8293" y="1130"/>
                  </a:moveTo>
                  <a:lnTo>
                    <a:pt x="8102" y="1130"/>
                  </a:lnTo>
                  <a:lnTo>
                    <a:pt x="8293" y="1168"/>
                  </a:lnTo>
                  <a:close/>
                </a:path>
                <a:path w="13970" h="15240">
                  <a:moveTo>
                    <a:pt x="8318" y="1485"/>
                  </a:moveTo>
                  <a:lnTo>
                    <a:pt x="8191" y="1422"/>
                  </a:lnTo>
                  <a:lnTo>
                    <a:pt x="8166" y="1663"/>
                  </a:lnTo>
                  <a:lnTo>
                    <a:pt x="8318" y="1485"/>
                  </a:lnTo>
                  <a:close/>
                </a:path>
                <a:path w="13970" h="15240">
                  <a:moveTo>
                    <a:pt x="8343" y="3695"/>
                  </a:moveTo>
                  <a:lnTo>
                    <a:pt x="8191" y="3771"/>
                  </a:lnTo>
                  <a:lnTo>
                    <a:pt x="8216" y="3924"/>
                  </a:lnTo>
                  <a:lnTo>
                    <a:pt x="8343" y="3695"/>
                  </a:lnTo>
                  <a:close/>
                </a:path>
                <a:path w="13970" h="15240">
                  <a:moveTo>
                    <a:pt x="8369" y="7442"/>
                  </a:moveTo>
                  <a:lnTo>
                    <a:pt x="8318" y="7289"/>
                  </a:lnTo>
                  <a:lnTo>
                    <a:pt x="8293" y="7442"/>
                  </a:lnTo>
                  <a:close/>
                </a:path>
                <a:path w="13970" h="15240">
                  <a:moveTo>
                    <a:pt x="8394" y="2209"/>
                  </a:moveTo>
                  <a:lnTo>
                    <a:pt x="8369" y="2057"/>
                  </a:lnTo>
                  <a:lnTo>
                    <a:pt x="8318" y="1866"/>
                  </a:lnTo>
                  <a:lnTo>
                    <a:pt x="8140" y="1917"/>
                  </a:lnTo>
                  <a:lnTo>
                    <a:pt x="8140" y="1689"/>
                  </a:lnTo>
                  <a:lnTo>
                    <a:pt x="8013" y="1308"/>
                  </a:lnTo>
                  <a:lnTo>
                    <a:pt x="7988" y="1104"/>
                  </a:lnTo>
                  <a:lnTo>
                    <a:pt x="7962" y="927"/>
                  </a:lnTo>
                  <a:lnTo>
                    <a:pt x="8102" y="825"/>
                  </a:lnTo>
                  <a:lnTo>
                    <a:pt x="8102" y="698"/>
                  </a:lnTo>
                  <a:lnTo>
                    <a:pt x="7937" y="711"/>
                  </a:lnTo>
                  <a:lnTo>
                    <a:pt x="0" y="660"/>
                  </a:lnTo>
                  <a:lnTo>
                    <a:pt x="12" y="1752"/>
                  </a:lnTo>
                  <a:lnTo>
                    <a:pt x="8039" y="1752"/>
                  </a:lnTo>
                  <a:lnTo>
                    <a:pt x="8064" y="1892"/>
                  </a:lnTo>
                  <a:lnTo>
                    <a:pt x="8115" y="2095"/>
                  </a:lnTo>
                  <a:lnTo>
                    <a:pt x="8039" y="2336"/>
                  </a:lnTo>
                  <a:lnTo>
                    <a:pt x="8166" y="2578"/>
                  </a:lnTo>
                  <a:lnTo>
                    <a:pt x="8216" y="2362"/>
                  </a:lnTo>
                  <a:lnTo>
                    <a:pt x="8369" y="2336"/>
                  </a:lnTo>
                  <a:lnTo>
                    <a:pt x="8394" y="2209"/>
                  </a:lnTo>
                  <a:close/>
                </a:path>
                <a:path w="13970" h="15240">
                  <a:moveTo>
                    <a:pt x="8572" y="2984"/>
                  </a:moveTo>
                  <a:lnTo>
                    <a:pt x="8534" y="2806"/>
                  </a:lnTo>
                  <a:lnTo>
                    <a:pt x="8496" y="2946"/>
                  </a:lnTo>
                  <a:close/>
                </a:path>
                <a:path w="13970" h="15240">
                  <a:moveTo>
                    <a:pt x="8636" y="3251"/>
                  </a:moveTo>
                  <a:lnTo>
                    <a:pt x="8509" y="3327"/>
                  </a:lnTo>
                  <a:lnTo>
                    <a:pt x="8636" y="3251"/>
                  </a:lnTo>
                  <a:close/>
                </a:path>
                <a:path w="13970" h="15240">
                  <a:moveTo>
                    <a:pt x="8648" y="9258"/>
                  </a:moveTo>
                  <a:lnTo>
                    <a:pt x="8597" y="9042"/>
                  </a:lnTo>
                  <a:lnTo>
                    <a:pt x="8534" y="9194"/>
                  </a:lnTo>
                  <a:close/>
                </a:path>
                <a:path w="13970" h="15240">
                  <a:moveTo>
                    <a:pt x="8712" y="8902"/>
                  </a:moveTo>
                  <a:lnTo>
                    <a:pt x="8534" y="8826"/>
                  </a:lnTo>
                  <a:lnTo>
                    <a:pt x="8572" y="9017"/>
                  </a:lnTo>
                  <a:lnTo>
                    <a:pt x="8712" y="8902"/>
                  </a:lnTo>
                  <a:close/>
                </a:path>
                <a:path w="13970" h="15240">
                  <a:moveTo>
                    <a:pt x="8737" y="9702"/>
                  </a:moveTo>
                  <a:lnTo>
                    <a:pt x="8686" y="9283"/>
                  </a:lnTo>
                  <a:lnTo>
                    <a:pt x="8483" y="9359"/>
                  </a:lnTo>
                  <a:lnTo>
                    <a:pt x="8636" y="9461"/>
                  </a:lnTo>
                  <a:lnTo>
                    <a:pt x="8737" y="9702"/>
                  </a:lnTo>
                  <a:close/>
                </a:path>
                <a:path w="13970" h="15240">
                  <a:moveTo>
                    <a:pt x="8877" y="5842"/>
                  </a:moveTo>
                  <a:lnTo>
                    <a:pt x="8839" y="5664"/>
                  </a:lnTo>
                  <a:lnTo>
                    <a:pt x="8737" y="5867"/>
                  </a:lnTo>
                  <a:lnTo>
                    <a:pt x="8877" y="5842"/>
                  </a:lnTo>
                  <a:close/>
                </a:path>
                <a:path w="13970" h="15240">
                  <a:moveTo>
                    <a:pt x="9067" y="12039"/>
                  </a:moveTo>
                  <a:lnTo>
                    <a:pt x="8915" y="11811"/>
                  </a:lnTo>
                  <a:lnTo>
                    <a:pt x="8966" y="12293"/>
                  </a:lnTo>
                  <a:lnTo>
                    <a:pt x="9067" y="12039"/>
                  </a:lnTo>
                  <a:close/>
                </a:path>
                <a:path w="13970" h="15240">
                  <a:moveTo>
                    <a:pt x="9093" y="7378"/>
                  </a:moveTo>
                  <a:lnTo>
                    <a:pt x="9067" y="7531"/>
                  </a:lnTo>
                  <a:lnTo>
                    <a:pt x="9093" y="7378"/>
                  </a:lnTo>
                  <a:close/>
                </a:path>
                <a:path w="13970" h="15240">
                  <a:moveTo>
                    <a:pt x="9169" y="2476"/>
                  </a:moveTo>
                  <a:lnTo>
                    <a:pt x="9029" y="2730"/>
                  </a:lnTo>
                  <a:lnTo>
                    <a:pt x="9093" y="2552"/>
                  </a:lnTo>
                  <a:close/>
                </a:path>
                <a:path w="13970" h="15240">
                  <a:moveTo>
                    <a:pt x="9194" y="7442"/>
                  </a:moveTo>
                  <a:close/>
                </a:path>
                <a:path w="13970" h="15240">
                  <a:moveTo>
                    <a:pt x="9258" y="5080"/>
                  </a:moveTo>
                  <a:lnTo>
                    <a:pt x="9067" y="5080"/>
                  </a:lnTo>
                  <a:lnTo>
                    <a:pt x="9258" y="5080"/>
                  </a:lnTo>
                  <a:close/>
                </a:path>
                <a:path w="13970" h="15240">
                  <a:moveTo>
                    <a:pt x="9436" y="8851"/>
                  </a:moveTo>
                  <a:lnTo>
                    <a:pt x="9258" y="8851"/>
                  </a:lnTo>
                  <a:lnTo>
                    <a:pt x="9436" y="8851"/>
                  </a:lnTo>
                  <a:close/>
                </a:path>
                <a:path w="13970" h="15240">
                  <a:moveTo>
                    <a:pt x="9626" y="11226"/>
                  </a:moveTo>
                  <a:lnTo>
                    <a:pt x="9588" y="11061"/>
                  </a:lnTo>
                  <a:lnTo>
                    <a:pt x="9486" y="11226"/>
                  </a:lnTo>
                  <a:lnTo>
                    <a:pt x="9626" y="11226"/>
                  </a:lnTo>
                  <a:close/>
                </a:path>
                <a:path w="13970" h="15240">
                  <a:moveTo>
                    <a:pt x="9639" y="0"/>
                  </a:moveTo>
                  <a:lnTo>
                    <a:pt x="9588" y="330"/>
                  </a:lnTo>
                  <a:lnTo>
                    <a:pt x="9639" y="0"/>
                  </a:lnTo>
                  <a:close/>
                </a:path>
                <a:path w="13970" h="15240">
                  <a:moveTo>
                    <a:pt x="9753" y="9537"/>
                  </a:moveTo>
                  <a:lnTo>
                    <a:pt x="9690" y="9309"/>
                  </a:lnTo>
                  <a:lnTo>
                    <a:pt x="9690" y="9537"/>
                  </a:lnTo>
                  <a:close/>
                </a:path>
                <a:path w="13970" h="15240">
                  <a:moveTo>
                    <a:pt x="9969" y="10668"/>
                  </a:moveTo>
                  <a:lnTo>
                    <a:pt x="9842" y="10629"/>
                  </a:lnTo>
                  <a:lnTo>
                    <a:pt x="9944" y="10795"/>
                  </a:lnTo>
                  <a:lnTo>
                    <a:pt x="9969" y="10668"/>
                  </a:lnTo>
                  <a:close/>
                </a:path>
                <a:path w="13970" h="15240">
                  <a:moveTo>
                    <a:pt x="10096" y="5486"/>
                  </a:moveTo>
                  <a:lnTo>
                    <a:pt x="9842" y="5473"/>
                  </a:lnTo>
                  <a:lnTo>
                    <a:pt x="9969" y="5588"/>
                  </a:lnTo>
                  <a:lnTo>
                    <a:pt x="10096" y="5486"/>
                  </a:lnTo>
                  <a:close/>
                </a:path>
                <a:path w="13970" h="15240">
                  <a:moveTo>
                    <a:pt x="10109" y="4876"/>
                  </a:moveTo>
                  <a:lnTo>
                    <a:pt x="9982" y="4902"/>
                  </a:lnTo>
                  <a:lnTo>
                    <a:pt x="9817" y="4724"/>
                  </a:lnTo>
                  <a:lnTo>
                    <a:pt x="9766" y="4978"/>
                  </a:lnTo>
                  <a:lnTo>
                    <a:pt x="9817" y="5118"/>
                  </a:lnTo>
                  <a:lnTo>
                    <a:pt x="9944" y="5130"/>
                  </a:lnTo>
                  <a:lnTo>
                    <a:pt x="9842" y="5257"/>
                  </a:lnTo>
                  <a:lnTo>
                    <a:pt x="9842" y="5410"/>
                  </a:lnTo>
                  <a:lnTo>
                    <a:pt x="9906" y="5232"/>
                  </a:lnTo>
                  <a:lnTo>
                    <a:pt x="10083" y="5346"/>
                  </a:lnTo>
                  <a:lnTo>
                    <a:pt x="10083" y="5207"/>
                  </a:lnTo>
                  <a:lnTo>
                    <a:pt x="10045" y="5041"/>
                  </a:lnTo>
                  <a:lnTo>
                    <a:pt x="10109" y="4876"/>
                  </a:lnTo>
                  <a:close/>
                </a:path>
                <a:path w="13970" h="15240">
                  <a:moveTo>
                    <a:pt x="10160" y="13728"/>
                  </a:moveTo>
                  <a:lnTo>
                    <a:pt x="10007" y="13703"/>
                  </a:lnTo>
                  <a:lnTo>
                    <a:pt x="10160" y="13868"/>
                  </a:lnTo>
                  <a:lnTo>
                    <a:pt x="10160" y="13728"/>
                  </a:lnTo>
                  <a:close/>
                </a:path>
                <a:path w="13970" h="15240">
                  <a:moveTo>
                    <a:pt x="10248" y="9080"/>
                  </a:moveTo>
                  <a:lnTo>
                    <a:pt x="10096" y="9194"/>
                  </a:lnTo>
                  <a:lnTo>
                    <a:pt x="10248" y="9080"/>
                  </a:lnTo>
                  <a:close/>
                </a:path>
                <a:path w="13970" h="15240">
                  <a:moveTo>
                    <a:pt x="10363" y="11607"/>
                  </a:moveTo>
                  <a:lnTo>
                    <a:pt x="10160" y="11468"/>
                  </a:lnTo>
                  <a:lnTo>
                    <a:pt x="10185" y="11785"/>
                  </a:lnTo>
                  <a:lnTo>
                    <a:pt x="10363" y="11607"/>
                  </a:lnTo>
                  <a:close/>
                </a:path>
                <a:path w="13970" h="15240">
                  <a:moveTo>
                    <a:pt x="10490" y="5181"/>
                  </a:moveTo>
                  <a:lnTo>
                    <a:pt x="10388" y="5054"/>
                  </a:lnTo>
                  <a:lnTo>
                    <a:pt x="10363" y="5219"/>
                  </a:lnTo>
                  <a:lnTo>
                    <a:pt x="10490" y="5181"/>
                  </a:lnTo>
                  <a:close/>
                </a:path>
                <a:path w="13970" h="15240">
                  <a:moveTo>
                    <a:pt x="10566" y="38"/>
                  </a:moveTo>
                  <a:lnTo>
                    <a:pt x="10426" y="101"/>
                  </a:lnTo>
                  <a:lnTo>
                    <a:pt x="10477" y="279"/>
                  </a:lnTo>
                  <a:lnTo>
                    <a:pt x="10566" y="38"/>
                  </a:lnTo>
                  <a:close/>
                </a:path>
                <a:path w="13970" h="15240">
                  <a:moveTo>
                    <a:pt x="10744" y="14579"/>
                  </a:moveTo>
                  <a:lnTo>
                    <a:pt x="10642" y="14376"/>
                  </a:lnTo>
                  <a:lnTo>
                    <a:pt x="10718" y="14681"/>
                  </a:lnTo>
                  <a:close/>
                </a:path>
                <a:path w="13970" h="15240">
                  <a:moveTo>
                    <a:pt x="10756" y="2590"/>
                  </a:moveTo>
                  <a:lnTo>
                    <a:pt x="10655" y="2082"/>
                  </a:lnTo>
                  <a:lnTo>
                    <a:pt x="10642" y="2222"/>
                  </a:lnTo>
                  <a:lnTo>
                    <a:pt x="10655" y="2425"/>
                  </a:lnTo>
                  <a:lnTo>
                    <a:pt x="10680" y="2641"/>
                  </a:lnTo>
                  <a:close/>
                </a:path>
                <a:path w="13970" h="15240">
                  <a:moveTo>
                    <a:pt x="10807" y="12217"/>
                  </a:moveTo>
                  <a:lnTo>
                    <a:pt x="10782" y="12039"/>
                  </a:lnTo>
                  <a:lnTo>
                    <a:pt x="10807" y="12217"/>
                  </a:lnTo>
                  <a:close/>
                </a:path>
                <a:path w="13970" h="15240">
                  <a:moveTo>
                    <a:pt x="10934" y="11417"/>
                  </a:moveTo>
                  <a:lnTo>
                    <a:pt x="10833" y="11557"/>
                  </a:lnTo>
                  <a:lnTo>
                    <a:pt x="10934" y="11417"/>
                  </a:lnTo>
                  <a:close/>
                </a:path>
                <a:path w="13970" h="15240">
                  <a:moveTo>
                    <a:pt x="10972" y="13004"/>
                  </a:moveTo>
                  <a:lnTo>
                    <a:pt x="10845" y="12801"/>
                  </a:lnTo>
                  <a:lnTo>
                    <a:pt x="10769" y="12928"/>
                  </a:lnTo>
                  <a:lnTo>
                    <a:pt x="10934" y="13119"/>
                  </a:lnTo>
                  <a:close/>
                </a:path>
                <a:path w="13970" h="15240">
                  <a:moveTo>
                    <a:pt x="11112" y="3187"/>
                  </a:moveTo>
                  <a:lnTo>
                    <a:pt x="11087" y="2959"/>
                  </a:lnTo>
                  <a:lnTo>
                    <a:pt x="11049" y="2768"/>
                  </a:lnTo>
                  <a:lnTo>
                    <a:pt x="10972" y="2514"/>
                  </a:lnTo>
                  <a:lnTo>
                    <a:pt x="10922" y="3162"/>
                  </a:lnTo>
                  <a:lnTo>
                    <a:pt x="11112" y="3187"/>
                  </a:lnTo>
                  <a:close/>
                </a:path>
                <a:path w="13970" h="15240">
                  <a:moveTo>
                    <a:pt x="11137" y="14224"/>
                  </a:moveTo>
                  <a:lnTo>
                    <a:pt x="11010" y="14376"/>
                  </a:lnTo>
                  <a:lnTo>
                    <a:pt x="11137" y="14224"/>
                  </a:lnTo>
                  <a:close/>
                </a:path>
                <a:path w="13970" h="15240">
                  <a:moveTo>
                    <a:pt x="11163" y="3263"/>
                  </a:moveTo>
                  <a:lnTo>
                    <a:pt x="11010" y="3213"/>
                  </a:lnTo>
                  <a:lnTo>
                    <a:pt x="11137" y="3594"/>
                  </a:lnTo>
                  <a:lnTo>
                    <a:pt x="11163" y="3263"/>
                  </a:lnTo>
                  <a:close/>
                </a:path>
                <a:path w="13970" h="15240">
                  <a:moveTo>
                    <a:pt x="11531" y="4216"/>
                  </a:moveTo>
                  <a:lnTo>
                    <a:pt x="11455" y="4368"/>
                  </a:lnTo>
                  <a:lnTo>
                    <a:pt x="11531" y="4216"/>
                  </a:lnTo>
                  <a:close/>
                </a:path>
                <a:path w="13970" h="15240">
                  <a:moveTo>
                    <a:pt x="13817" y="1485"/>
                  </a:moveTo>
                  <a:lnTo>
                    <a:pt x="13690" y="1384"/>
                  </a:lnTo>
                  <a:lnTo>
                    <a:pt x="13817" y="14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4" name="object 164"/>
            <p:cNvSpPr/>
            <p:nvPr/>
          </p:nvSpPr>
          <p:spPr>
            <a:xfrm>
              <a:off x="4042791" y="1223505"/>
              <a:ext cx="24130" cy="45720"/>
            </a:xfrm>
            <a:custGeom>
              <a:avLst/>
              <a:gdLst/>
              <a:ahLst/>
              <a:cxnLst/>
              <a:rect l="l" t="t" r="r" b="b"/>
              <a:pathLst>
                <a:path w="24129" h="45719">
                  <a:moveTo>
                    <a:pt x="7505" y="31953"/>
                  </a:moveTo>
                  <a:lnTo>
                    <a:pt x="7493" y="31750"/>
                  </a:lnTo>
                  <a:lnTo>
                    <a:pt x="7493" y="31496"/>
                  </a:lnTo>
                  <a:lnTo>
                    <a:pt x="12" y="31496"/>
                  </a:lnTo>
                  <a:lnTo>
                    <a:pt x="12" y="32245"/>
                  </a:lnTo>
                  <a:lnTo>
                    <a:pt x="6540" y="32245"/>
                  </a:lnTo>
                  <a:lnTo>
                    <a:pt x="6527" y="31953"/>
                  </a:lnTo>
                  <a:lnTo>
                    <a:pt x="6578" y="32245"/>
                  </a:lnTo>
                  <a:lnTo>
                    <a:pt x="6705" y="32245"/>
                  </a:lnTo>
                  <a:lnTo>
                    <a:pt x="6946" y="31953"/>
                  </a:lnTo>
                  <a:lnTo>
                    <a:pt x="7505" y="31953"/>
                  </a:lnTo>
                  <a:close/>
                </a:path>
                <a:path w="24129" h="45719">
                  <a:moveTo>
                    <a:pt x="7670" y="32194"/>
                  </a:moveTo>
                  <a:lnTo>
                    <a:pt x="7658" y="31864"/>
                  </a:lnTo>
                  <a:lnTo>
                    <a:pt x="7632" y="32067"/>
                  </a:lnTo>
                  <a:lnTo>
                    <a:pt x="7442" y="32067"/>
                  </a:lnTo>
                  <a:lnTo>
                    <a:pt x="7302" y="32156"/>
                  </a:lnTo>
                  <a:lnTo>
                    <a:pt x="7391" y="32308"/>
                  </a:lnTo>
                  <a:lnTo>
                    <a:pt x="7391" y="32524"/>
                  </a:lnTo>
                  <a:lnTo>
                    <a:pt x="7607" y="32613"/>
                  </a:lnTo>
                  <a:lnTo>
                    <a:pt x="7632" y="32105"/>
                  </a:lnTo>
                  <a:close/>
                </a:path>
                <a:path w="24129" h="45719">
                  <a:moveTo>
                    <a:pt x="7861" y="32854"/>
                  </a:moveTo>
                  <a:lnTo>
                    <a:pt x="7696" y="32550"/>
                  </a:lnTo>
                  <a:lnTo>
                    <a:pt x="7670" y="32727"/>
                  </a:lnTo>
                  <a:lnTo>
                    <a:pt x="7747" y="32905"/>
                  </a:lnTo>
                  <a:lnTo>
                    <a:pt x="7670" y="32778"/>
                  </a:lnTo>
                  <a:lnTo>
                    <a:pt x="7543" y="33134"/>
                  </a:lnTo>
                  <a:lnTo>
                    <a:pt x="7747" y="33134"/>
                  </a:lnTo>
                  <a:lnTo>
                    <a:pt x="7721" y="32931"/>
                  </a:lnTo>
                  <a:lnTo>
                    <a:pt x="7861" y="33210"/>
                  </a:lnTo>
                  <a:lnTo>
                    <a:pt x="7861" y="32854"/>
                  </a:lnTo>
                  <a:close/>
                </a:path>
                <a:path w="24129" h="45719">
                  <a:moveTo>
                    <a:pt x="8013" y="40614"/>
                  </a:moveTo>
                  <a:lnTo>
                    <a:pt x="7975" y="40144"/>
                  </a:lnTo>
                  <a:lnTo>
                    <a:pt x="7950" y="39928"/>
                  </a:lnTo>
                  <a:lnTo>
                    <a:pt x="7912" y="39497"/>
                  </a:lnTo>
                  <a:lnTo>
                    <a:pt x="0" y="39497"/>
                  </a:lnTo>
                  <a:lnTo>
                    <a:pt x="25" y="41249"/>
                  </a:lnTo>
                  <a:lnTo>
                    <a:pt x="88" y="45605"/>
                  </a:lnTo>
                  <a:lnTo>
                    <a:pt x="4318" y="43040"/>
                  </a:lnTo>
                  <a:lnTo>
                    <a:pt x="6489" y="41617"/>
                  </a:lnTo>
                  <a:lnTo>
                    <a:pt x="6921" y="41351"/>
                  </a:lnTo>
                  <a:lnTo>
                    <a:pt x="7759" y="40779"/>
                  </a:lnTo>
                  <a:lnTo>
                    <a:pt x="7810" y="40614"/>
                  </a:lnTo>
                  <a:lnTo>
                    <a:pt x="8013" y="40614"/>
                  </a:lnTo>
                  <a:close/>
                </a:path>
                <a:path w="24129" h="45719">
                  <a:moveTo>
                    <a:pt x="8115" y="39522"/>
                  </a:moveTo>
                  <a:lnTo>
                    <a:pt x="7937" y="39547"/>
                  </a:lnTo>
                  <a:lnTo>
                    <a:pt x="7937" y="39776"/>
                  </a:lnTo>
                  <a:lnTo>
                    <a:pt x="8115" y="39649"/>
                  </a:lnTo>
                  <a:lnTo>
                    <a:pt x="8115" y="39522"/>
                  </a:lnTo>
                  <a:close/>
                </a:path>
                <a:path w="24129" h="45719">
                  <a:moveTo>
                    <a:pt x="8115" y="38087"/>
                  </a:moveTo>
                  <a:lnTo>
                    <a:pt x="7937" y="37947"/>
                  </a:lnTo>
                  <a:lnTo>
                    <a:pt x="7937" y="38201"/>
                  </a:lnTo>
                  <a:lnTo>
                    <a:pt x="8115" y="38239"/>
                  </a:lnTo>
                  <a:lnTo>
                    <a:pt x="8115" y="38087"/>
                  </a:lnTo>
                  <a:close/>
                </a:path>
                <a:path w="24129" h="45719">
                  <a:moveTo>
                    <a:pt x="8140" y="40525"/>
                  </a:moveTo>
                  <a:close/>
                </a:path>
                <a:path w="24129" h="45719">
                  <a:moveTo>
                    <a:pt x="8140" y="31572"/>
                  </a:moveTo>
                  <a:lnTo>
                    <a:pt x="8051" y="31750"/>
                  </a:lnTo>
                  <a:lnTo>
                    <a:pt x="8140" y="31572"/>
                  </a:lnTo>
                  <a:close/>
                </a:path>
                <a:path w="24129" h="45719">
                  <a:moveTo>
                    <a:pt x="8166" y="31902"/>
                  </a:moveTo>
                  <a:lnTo>
                    <a:pt x="7912" y="31686"/>
                  </a:lnTo>
                  <a:lnTo>
                    <a:pt x="7962" y="32054"/>
                  </a:lnTo>
                  <a:lnTo>
                    <a:pt x="8166" y="31902"/>
                  </a:lnTo>
                  <a:close/>
                </a:path>
                <a:path w="24129" h="45719">
                  <a:moveTo>
                    <a:pt x="8178" y="33502"/>
                  </a:moveTo>
                  <a:lnTo>
                    <a:pt x="7239" y="34696"/>
                  </a:lnTo>
                  <a:lnTo>
                    <a:pt x="7340" y="32829"/>
                  </a:lnTo>
                  <a:lnTo>
                    <a:pt x="7251" y="33159"/>
                  </a:lnTo>
                  <a:lnTo>
                    <a:pt x="6858" y="34696"/>
                  </a:lnTo>
                  <a:lnTo>
                    <a:pt x="7175" y="33362"/>
                  </a:lnTo>
                  <a:lnTo>
                    <a:pt x="7226" y="33197"/>
                  </a:lnTo>
                  <a:lnTo>
                    <a:pt x="7302" y="32829"/>
                  </a:lnTo>
                  <a:lnTo>
                    <a:pt x="6197" y="32829"/>
                  </a:lnTo>
                  <a:lnTo>
                    <a:pt x="6197" y="34696"/>
                  </a:lnTo>
                  <a:lnTo>
                    <a:pt x="5715" y="34696"/>
                  </a:lnTo>
                  <a:lnTo>
                    <a:pt x="5461" y="33489"/>
                  </a:lnTo>
                  <a:lnTo>
                    <a:pt x="5537" y="33362"/>
                  </a:lnTo>
                  <a:lnTo>
                    <a:pt x="5334" y="32829"/>
                  </a:lnTo>
                  <a:lnTo>
                    <a:pt x="6057" y="32829"/>
                  </a:lnTo>
                  <a:lnTo>
                    <a:pt x="6057" y="32677"/>
                  </a:lnTo>
                  <a:lnTo>
                    <a:pt x="12" y="32677"/>
                  </a:lnTo>
                  <a:lnTo>
                    <a:pt x="12" y="38785"/>
                  </a:lnTo>
                  <a:lnTo>
                    <a:pt x="7950" y="38785"/>
                  </a:lnTo>
                  <a:lnTo>
                    <a:pt x="7924" y="37795"/>
                  </a:lnTo>
                  <a:lnTo>
                    <a:pt x="7924" y="37604"/>
                  </a:lnTo>
                  <a:lnTo>
                    <a:pt x="7924" y="37045"/>
                  </a:lnTo>
                  <a:lnTo>
                    <a:pt x="7912" y="36029"/>
                  </a:lnTo>
                  <a:lnTo>
                    <a:pt x="7797" y="37045"/>
                  </a:lnTo>
                  <a:lnTo>
                    <a:pt x="7734" y="36703"/>
                  </a:lnTo>
                  <a:lnTo>
                    <a:pt x="6324" y="36703"/>
                  </a:lnTo>
                  <a:lnTo>
                    <a:pt x="6553" y="36029"/>
                  </a:lnTo>
                  <a:lnTo>
                    <a:pt x="7912" y="36029"/>
                  </a:lnTo>
                  <a:lnTo>
                    <a:pt x="7912" y="35725"/>
                  </a:lnTo>
                  <a:lnTo>
                    <a:pt x="7708" y="35725"/>
                  </a:lnTo>
                  <a:lnTo>
                    <a:pt x="7912" y="35483"/>
                  </a:lnTo>
                  <a:lnTo>
                    <a:pt x="7874" y="34696"/>
                  </a:lnTo>
                  <a:lnTo>
                    <a:pt x="8039" y="34696"/>
                  </a:lnTo>
                  <a:lnTo>
                    <a:pt x="8178" y="33502"/>
                  </a:lnTo>
                  <a:close/>
                </a:path>
                <a:path w="24129" h="45719">
                  <a:moveTo>
                    <a:pt x="8178" y="32804"/>
                  </a:moveTo>
                  <a:lnTo>
                    <a:pt x="8077" y="32626"/>
                  </a:lnTo>
                  <a:lnTo>
                    <a:pt x="8102" y="32854"/>
                  </a:lnTo>
                  <a:close/>
                </a:path>
                <a:path w="24129" h="45719">
                  <a:moveTo>
                    <a:pt x="8204" y="35953"/>
                  </a:moveTo>
                  <a:lnTo>
                    <a:pt x="8178" y="35712"/>
                  </a:lnTo>
                  <a:lnTo>
                    <a:pt x="8026" y="35661"/>
                  </a:lnTo>
                  <a:lnTo>
                    <a:pt x="8115" y="35839"/>
                  </a:lnTo>
                  <a:lnTo>
                    <a:pt x="8077" y="36017"/>
                  </a:lnTo>
                  <a:lnTo>
                    <a:pt x="8204" y="35953"/>
                  </a:lnTo>
                  <a:close/>
                </a:path>
                <a:path w="24129" h="45719">
                  <a:moveTo>
                    <a:pt x="8293" y="35610"/>
                  </a:moveTo>
                  <a:lnTo>
                    <a:pt x="8229" y="35471"/>
                  </a:lnTo>
                  <a:lnTo>
                    <a:pt x="8255" y="35661"/>
                  </a:lnTo>
                  <a:close/>
                </a:path>
                <a:path w="24129" h="45719">
                  <a:moveTo>
                    <a:pt x="8305" y="39954"/>
                  </a:moveTo>
                  <a:lnTo>
                    <a:pt x="8115" y="39954"/>
                  </a:lnTo>
                  <a:lnTo>
                    <a:pt x="8305" y="40005"/>
                  </a:lnTo>
                  <a:close/>
                </a:path>
                <a:path w="24129" h="45719">
                  <a:moveTo>
                    <a:pt x="8331" y="40297"/>
                  </a:moveTo>
                  <a:lnTo>
                    <a:pt x="8204" y="40259"/>
                  </a:lnTo>
                  <a:lnTo>
                    <a:pt x="8178" y="40500"/>
                  </a:lnTo>
                  <a:lnTo>
                    <a:pt x="8331" y="40297"/>
                  </a:lnTo>
                  <a:close/>
                </a:path>
                <a:path w="24129" h="45719">
                  <a:moveTo>
                    <a:pt x="8331" y="37439"/>
                  </a:moveTo>
                  <a:lnTo>
                    <a:pt x="8178" y="37236"/>
                  </a:lnTo>
                  <a:lnTo>
                    <a:pt x="8140" y="37528"/>
                  </a:lnTo>
                  <a:lnTo>
                    <a:pt x="8305" y="37528"/>
                  </a:lnTo>
                  <a:close/>
                </a:path>
                <a:path w="24129" h="45719">
                  <a:moveTo>
                    <a:pt x="8356" y="37579"/>
                  </a:moveTo>
                  <a:lnTo>
                    <a:pt x="8305" y="37731"/>
                  </a:lnTo>
                  <a:lnTo>
                    <a:pt x="8140" y="37731"/>
                  </a:lnTo>
                  <a:lnTo>
                    <a:pt x="8305" y="37782"/>
                  </a:lnTo>
                  <a:lnTo>
                    <a:pt x="8356" y="37579"/>
                  </a:lnTo>
                  <a:close/>
                </a:path>
                <a:path w="24129" h="45719">
                  <a:moveTo>
                    <a:pt x="8356" y="35217"/>
                  </a:moveTo>
                  <a:lnTo>
                    <a:pt x="8229" y="35001"/>
                  </a:lnTo>
                  <a:lnTo>
                    <a:pt x="8204" y="35140"/>
                  </a:lnTo>
                  <a:lnTo>
                    <a:pt x="8356" y="35217"/>
                  </a:lnTo>
                  <a:close/>
                </a:path>
                <a:path w="24129" h="45719">
                  <a:moveTo>
                    <a:pt x="8382" y="31457"/>
                  </a:moveTo>
                  <a:lnTo>
                    <a:pt x="8331" y="31610"/>
                  </a:lnTo>
                  <a:lnTo>
                    <a:pt x="8382" y="31457"/>
                  </a:lnTo>
                  <a:close/>
                </a:path>
                <a:path w="24129" h="45719">
                  <a:moveTo>
                    <a:pt x="8394" y="38785"/>
                  </a:moveTo>
                  <a:lnTo>
                    <a:pt x="8331" y="38430"/>
                  </a:lnTo>
                  <a:lnTo>
                    <a:pt x="8102" y="38430"/>
                  </a:lnTo>
                  <a:lnTo>
                    <a:pt x="8102" y="38785"/>
                  </a:lnTo>
                  <a:lnTo>
                    <a:pt x="8394" y="38785"/>
                  </a:lnTo>
                  <a:close/>
                </a:path>
                <a:path w="24129" h="45719">
                  <a:moveTo>
                    <a:pt x="8407" y="36677"/>
                  </a:moveTo>
                  <a:lnTo>
                    <a:pt x="8305" y="36550"/>
                  </a:lnTo>
                  <a:lnTo>
                    <a:pt x="8331" y="36423"/>
                  </a:lnTo>
                  <a:lnTo>
                    <a:pt x="8178" y="36322"/>
                  </a:lnTo>
                  <a:lnTo>
                    <a:pt x="8102" y="36461"/>
                  </a:lnTo>
                  <a:lnTo>
                    <a:pt x="8051" y="36893"/>
                  </a:lnTo>
                  <a:lnTo>
                    <a:pt x="8077" y="37020"/>
                  </a:lnTo>
                  <a:lnTo>
                    <a:pt x="8051" y="37211"/>
                  </a:lnTo>
                  <a:lnTo>
                    <a:pt x="8153" y="36982"/>
                  </a:lnTo>
                  <a:lnTo>
                    <a:pt x="8331" y="37033"/>
                  </a:lnTo>
                  <a:lnTo>
                    <a:pt x="8382" y="36830"/>
                  </a:lnTo>
                  <a:lnTo>
                    <a:pt x="8407" y="36677"/>
                  </a:lnTo>
                  <a:close/>
                </a:path>
                <a:path w="24129" h="45719">
                  <a:moveTo>
                    <a:pt x="8483" y="31457"/>
                  </a:moveTo>
                  <a:close/>
                </a:path>
                <a:path w="24129" h="45719">
                  <a:moveTo>
                    <a:pt x="8585" y="35915"/>
                  </a:moveTo>
                  <a:lnTo>
                    <a:pt x="8547" y="36093"/>
                  </a:lnTo>
                  <a:lnTo>
                    <a:pt x="8585" y="35915"/>
                  </a:lnTo>
                  <a:close/>
                </a:path>
                <a:path w="24129" h="45719">
                  <a:moveTo>
                    <a:pt x="8648" y="35674"/>
                  </a:moveTo>
                  <a:lnTo>
                    <a:pt x="8623" y="35496"/>
                  </a:lnTo>
                  <a:lnTo>
                    <a:pt x="8648" y="35674"/>
                  </a:lnTo>
                  <a:close/>
                </a:path>
                <a:path w="24129" h="45719">
                  <a:moveTo>
                    <a:pt x="8890" y="33070"/>
                  </a:moveTo>
                  <a:lnTo>
                    <a:pt x="8750" y="33045"/>
                  </a:lnTo>
                  <a:lnTo>
                    <a:pt x="8851" y="33261"/>
                  </a:lnTo>
                  <a:lnTo>
                    <a:pt x="8890" y="33070"/>
                  </a:lnTo>
                  <a:close/>
                </a:path>
                <a:path w="24129" h="45719">
                  <a:moveTo>
                    <a:pt x="8966" y="39547"/>
                  </a:moveTo>
                  <a:lnTo>
                    <a:pt x="8839" y="39306"/>
                  </a:lnTo>
                  <a:lnTo>
                    <a:pt x="8851" y="39116"/>
                  </a:lnTo>
                  <a:lnTo>
                    <a:pt x="8737" y="39268"/>
                  </a:lnTo>
                  <a:lnTo>
                    <a:pt x="8788" y="39052"/>
                  </a:lnTo>
                  <a:lnTo>
                    <a:pt x="8915" y="39052"/>
                  </a:lnTo>
                  <a:lnTo>
                    <a:pt x="8851" y="38874"/>
                  </a:lnTo>
                  <a:lnTo>
                    <a:pt x="8623" y="38823"/>
                  </a:lnTo>
                  <a:lnTo>
                    <a:pt x="8661" y="39154"/>
                  </a:lnTo>
                  <a:lnTo>
                    <a:pt x="8420" y="39547"/>
                  </a:lnTo>
                  <a:lnTo>
                    <a:pt x="8458" y="39979"/>
                  </a:lnTo>
                  <a:lnTo>
                    <a:pt x="8458" y="40220"/>
                  </a:lnTo>
                  <a:lnTo>
                    <a:pt x="8369" y="40373"/>
                  </a:lnTo>
                  <a:lnTo>
                    <a:pt x="8763" y="40119"/>
                  </a:lnTo>
                  <a:lnTo>
                    <a:pt x="8788" y="39865"/>
                  </a:lnTo>
                  <a:lnTo>
                    <a:pt x="8737" y="39712"/>
                  </a:lnTo>
                  <a:lnTo>
                    <a:pt x="8966" y="39547"/>
                  </a:lnTo>
                  <a:close/>
                </a:path>
                <a:path w="24129" h="45719">
                  <a:moveTo>
                    <a:pt x="9182" y="36423"/>
                  </a:moveTo>
                  <a:lnTo>
                    <a:pt x="9156" y="36156"/>
                  </a:lnTo>
                  <a:lnTo>
                    <a:pt x="9105" y="36474"/>
                  </a:lnTo>
                  <a:close/>
                </a:path>
                <a:path w="24129" h="45719">
                  <a:moveTo>
                    <a:pt x="9182" y="34061"/>
                  </a:moveTo>
                  <a:lnTo>
                    <a:pt x="9042" y="33934"/>
                  </a:lnTo>
                  <a:lnTo>
                    <a:pt x="9182" y="34061"/>
                  </a:lnTo>
                  <a:close/>
                </a:path>
                <a:path w="24129" h="45719">
                  <a:moveTo>
                    <a:pt x="9207" y="31457"/>
                  </a:moveTo>
                  <a:close/>
                </a:path>
                <a:path w="24129" h="45719">
                  <a:moveTo>
                    <a:pt x="9271" y="33820"/>
                  </a:moveTo>
                  <a:lnTo>
                    <a:pt x="9080" y="33820"/>
                  </a:lnTo>
                  <a:lnTo>
                    <a:pt x="9271" y="33820"/>
                  </a:lnTo>
                  <a:close/>
                </a:path>
                <a:path w="24129" h="45719">
                  <a:moveTo>
                    <a:pt x="9652" y="38823"/>
                  </a:moveTo>
                  <a:lnTo>
                    <a:pt x="9601" y="38582"/>
                  </a:lnTo>
                  <a:lnTo>
                    <a:pt x="9601" y="38823"/>
                  </a:lnTo>
                  <a:lnTo>
                    <a:pt x="9601" y="39154"/>
                  </a:lnTo>
                  <a:lnTo>
                    <a:pt x="9626" y="38925"/>
                  </a:lnTo>
                  <a:close/>
                </a:path>
                <a:path w="24129" h="45719">
                  <a:moveTo>
                    <a:pt x="10109" y="33426"/>
                  </a:moveTo>
                  <a:lnTo>
                    <a:pt x="9982" y="33337"/>
                  </a:lnTo>
                  <a:lnTo>
                    <a:pt x="9855" y="33451"/>
                  </a:lnTo>
                  <a:lnTo>
                    <a:pt x="10109" y="33426"/>
                  </a:lnTo>
                  <a:close/>
                </a:path>
                <a:path w="24129" h="45719">
                  <a:moveTo>
                    <a:pt x="10121" y="34036"/>
                  </a:moveTo>
                  <a:lnTo>
                    <a:pt x="10096" y="33883"/>
                  </a:lnTo>
                  <a:lnTo>
                    <a:pt x="10020" y="34010"/>
                  </a:lnTo>
                  <a:lnTo>
                    <a:pt x="10020" y="33820"/>
                  </a:lnTo>
                  <a:lnTo>
                    <a:pt x="10096" y="33566"/>
                  </a:lnTo>
                  <a:lnTo>
                    <a:pt x="9918" y="33693"/>
                  </a:lnTo>
                  <a:lnTo>
                    <a:pt x="9855" y="33528"/>
                  </a:lnTo>
                  <a:lnTo>
                    <a:pt x="9855" y="33667"/>
                  </a:lnTo>
                  <a:lnTo>
                    <a:pt x="9880" y="33921"/>
                  </a:lnTo>
                  <a:lnTo>
                    <a:pt x="9829" y="33794"/>
                  </a:lnTo>
                  <a:lnTo>
                    <a:pt x="9779" y="33947"/>
                  </a:lnTo>
                  <a:lnTo>
                    <a:pt x="9829" y="34213"/>
                  </a:lnTo>
                  <a:lnTo>
                    <a:pt x="9982" y="34086"/>
                  </a:lnTo>
                  <a:lnTo>
                    <a:pt x="10121" y="34036"/>
                  </a:lnTo>
                  <a:close/>
                </a:path>
                <a:path w="24129" h="45719">
                  <a:moveTo>
                    <a:pt x="10502" y="33705"/>
                  </a:moveTo>
                  <a:lnTo>
                    <a:pt x="10375" y="33693"/>
                  </a:lnTo>
                  <a:lnTo>
                    <a:pt x="10401" y="33845"/>
                  </a:lnTo>
                  <a:lnTo>
                    <a:pt x="10502" y="33705"/>
                  </a:lnTo>
                  <a:close/>
                </a:path>
                <a:path w="24129" h="45719">
                  <a:moveTo>
                    <a:pt x="10579" y="38862"/>
                  </a:moveTo>
                  <a:lnTo>
                    <a:pt x="10490" y="38633"/>
                  </a:lnTo>
                  <a:lnTo>
                    <a:pt x="10439" y="38760"/>
                  </a:lnTo>
                  <a:lnTo>
                    <a:pt x="10439" y="38925"/>
                  </a:lnTo>
                  <a:lnTo>
                    <a:pt x="10566" y="38887"/>
                  </a:lnTo>
                  <a:close/>
                </a:path>
                <a:path w="24129" h="45719">
                  <a:moveTo>
                    <a:pt x="10756" y="38658"/>
                  </a:moveTo>
                  <a:lnTo>
                    <a:pt x="10655" y="38455"/>
                  </a:lnTo>
                  <a:lnTo>
                    <a:pt x="10731" y="38760"/>
                  </a:lnTo>
                  <a:close/>
                </a:path>
                <a:path w="24129" h="45719">
                  <a:moveTo>
                    <a:pt x="10769" y="36334"/>
                  </a:moveTo>
                  <a:lnTo>
                    <a:pt x="10668" y="36487"/>
                  </a:lnTo>
                  <a:lnTo>
                    <a:pt x="10655" y="36690"/>
                  </a:lnTo>
                  <a:lnTo>
                    <a:pt x="10668" y="36830"/>
                  </a:lnTo>
                  <a:lnTo>
                    <a:pt x="10769" y="36334"/>
                  </a:lnTo>
                  <a:close/>
                </a:path>
                <a:path w="24129" h="45719">
                  <a:moveTo>
                    <a:pt x="11125" y="35712"/>
                  </a:moveTo>
                  <a:lnTo>
                    <a:pt x="10934" y="35737"/>
                  </a:lnTo>
                  <a:lnTo>
                    <a:pt x="10909" y="36347"/>
                  </a:lnTo>
                  <a:lnTo>
                    <a:pt x="11061" y="36131"/>
                  </a:lnTo>
                  <a:lnTo>
                    <a:pt x="11099" y="35953"/>
                  </a:lnTo>
                  <a:lnTo>
                    <a:pt x="11125" y="35712"/>
                  </a:lnTo>
                  <a:close/>
                </a:path>
                <a:path w="24129" h="45719">
                  <a:moveTo>
                    <a:pt x="11176" y="35636"/>
                  </a:moveTo>
                  <a:lnTo>
                    <a:pt x="11150" y="35306"/>
                  </a:lnTo>
                  <a:lnTo>
                    <a:pt x="11023" y="35687"/>
                  </a:lnTo>
                  <a:lnTo>
                    <a:pt x="11176" y="35636"/>
                  </a:lnTo>
                  <a:close/>
                </a:path>
                <a:path w="24129" h="45719">
                  <a:moveTo>
                    <a:pt x="11544" y="34683"/>
                  </a:moveTo>
                  <a:lnTo>
                    <a:pt x="11506" y="34429"/>
                  </a:lnTo>
                  <a:lnTo>
                    <a:pt x="11468" y="34683"/>
                  </a:lnTo>
                  <a:close/>
                </a:path>
                <a:path w="24129" h="45719">
                  <a:moveTo>
                    <a:pt x="21399" y="5219"/>
                  </a:moveTo>
                  <a:lnTo>
                    <a:pt x="21272" y="5092"/>
                  </a:lnTo>
                  <a:lnTo>
                    <a:pt x="21132" y="5245"/>
                  </a:lnTo>
                  <a:lnTo>
                    <a:pt x="21285" y="5384"/>
                  </a:lnTo>
                  <a:lnTo>
                    <a:pt x="21399" y="5219"/>
                  </a:lnTo>
                  <a:close/>
                </a:path>
                <a:path w="24129" h="45719">
                  <a:moveTo>
                    <a:pt x="21424" y="1854"/>
                  </a:moveTo>
                  <a:lnTo>
                    <a:pt x="21170" y="1727"/>
                  </a:lnTo>
                  <a:lnTo>
                    <a:pt x="21031" y="1981"/>
                  </a:lnTo>
                  <a:lnTo>
                    <a:pt x="21297" y="2120"/>
                  </a:lnTo>
                  <a:lnTo>
                    <a:pt x="21424" y="1854"/>
                  </a:lnTo>
                  <a:close/>
                </a:path>
                <a:path w="24129" h="45719">
                  <a:moveTo>
                    <a:pt x="21437" y="4356"/>
                  </a:moveTo>
                  <a:lnTo>
                    <a:pt x="21196" y="4254"/>
                  </a:lnTo>
                  <a:lnTo>
                    <a:pt x="21069" y="4495"/>
                  </a:lnTo>
                  <a:lnTo>
                    <a:pt x="21323" y="4610"/>
                  </a:lnTo>
                  <a:lnTo>
                    <a:pt x="21437" y="4356"/>
                  </a:lnTo>
                  <a:close/>
                </a:path>
                <a:path w="24129" h="45719">
                  <a:moveTo>
                    <a:pt x="21653" y="3149"/>
                  </a:moveTo>
                  <a:lnTo>
                    <a:pt x="21539" y="2933"/>
                  </a:lnTo>
                  <a:lnTo>
                    <a:pt x="21336" y="3048"/>
                  </a:lnTo>
                  <a:lnTo>
                    <a:pt x="21450" y="3225"/>
                  </a:lnTo>
                  <a:lnTo>
                    <a:pt x="21653" y="3149"/>
                  </a:lnTo>
                  <a:close/>
                </a:path>
                <a:path w="24129" h="45719">
                  <a:moveTo>
                    <a:pt x="21755" y="1460"/>
                  </a:moveTo>
                  <a:lnTo>
                    <a:pt x="21577" y="1231"/>
                  </a:lnTo>
                  <a:lnTo>
                    <a:pt x="21348" y="1397"/>
                  </a:lnTo>
                  <a:lnTo>
                    <a:pt x="21526" y="1638"/>
                  </a:lnTo>
                  <a:lnTo>
                    <a:pt x="21755" y="1460"/>
                  </a:lnTo>
                  <a:close/>
                </a:path>
                <a:path w="24129" h="45719">
                  <a:moveTo>
                    <a:pt x="21805" y="2311"/>
                  </a:moveTo>
                  <a:lnTo>
                    <a:pt x="21640" y="2171"/>
                  </a:lnTo>
                  <a:lnTo>
                    <a:pt x="21501" y="2349"/>
                  </a:lnTo>
                  <a:lnTo>
                    <a:pt x="21678" y="2476"/>
                  </a:lnTo>
                  <a:lnTo>
                    <a:pt x="21805" y="2311"/>
                  </a:lnTo>
                  <a:close/>
                </a:path>
                <a:path w="24129" h="45719">
                  <a:moveTo>
                    <a:pt x="21831" y="3975"/>
                  </a:moveTo>
                  <a:lnTo>
                    <a:pt x="21640" y="3873"/>
                  </a:lnTo>
                  <a:lnTo>
                    <a:pt x="21526" y="4089"/>
                  </a:lnTo>
                  <a:lnTo>
                    <a:pt x="21729" y="4191"/>
                  </a:lnTo>
                  <a:lnTo>
                    <a:pt x="21831" y="3975"/>
                  </a:lnTo>
                  <a:close/>
                </a:path>
                <a:path w="24129" h="45719">
                  <a:moveTo>
                    <a:pt x="21869" y="4572"/>
                  </a:moveTo>
                  <a:lnTo>
                    <a:pt x="21666" y="4470"/>
                  </a:lnTo>
                  <a:lnTo>
                    <a:pt x="21539" y="4686"/>
                  </a:lnTo>
                  <a:lnTo>
                    <a:pt x="21767" y="4813"/>
                  </a:lnTo>
                  <a:lnTo>
                    <a:pt x="21869" y="4572"/>
                  </a:lnTo>
                  <a:close/>
                </a:path>
                <a:path w="24129" h="45719">
                  <a:moveTo>
                    <a:pt x="22174" y="4318"/>
                  </a:moveTo>
                  <a:lnTo>
                    <a:pt x="22009" y="4051"/>
                  </a:lnTo>
                  <a:lnTo>
                    <a:pt x="21767" y="4216"/>
                  </a:lnTo>
                  <a:lnTo>
                    <a:pt x="21945" y="4470"/>
                  </a:lnTo>
                  <a:lnTo>
                    <a:pt x="22174" y="4318"/>
                  </a:lnTo>
                  <a:close/>
                </a:path>
                <a:path w="24129" h="45719">
                  <a:moveTo>
                    <a:pt x="22352" y="2603"/>
                  </a:moveTo>
                  <a:lnTo>
                    <a:pt x="22186" y="2413"/>
                  </a:lnTo>
                  <a:lnTo>
                    <a:pt x="21996" y="2578"/>
                  </a:lnTo>
                  <a:lnTo>
                    <a:pt x="22161" y="2768"/>
                  </a:lnTo>
                  <a:lnTo>
                    <a:pt x="22352" y="2603"/>
                  </a:lnTo>
                  <a:close/>
                </a:path>
                <a:path w="24129" h="45719">
                  <a:moveTo>
                    <a:pt x="22402" y="3543"/>
                  </a:moveTo>
                  <a:lnTo>
                    <a:pt x="22263" y="3340"/>
                  </a:lnTo>
                  <a:lnTo>
                    <a:pt x="22059" y="3492"/>
                  </a:lnTo>
                  <a:lnTo>
                    <a:pt x="22059" y="3632"/>
                  </a:lnTo>
                  <a:lnTo>
                    <a:pt x="22174" y="3784"/>
                  </a:lnTo>
                  <a:lnTo>
                    <a:pt x="22326" y="3657"/>
                  </a:lnTo>
                  <a:close/>
                </a:path>
                <a:path w="24129" h="45719">
                  <a:moveTo>
                    <a:pt x="22453" y="2222"/>
                  </a:moveTo>
                  <a:lnTo>
                    <a:pt x="22352" y="2019"/>
                  </a:lnTo>
                  <a:lnTo>
                    <a:pt x="22148" y="2146"/>
                  </a:lnTo>
                  <a:lnTo>
                    <a:pt x="22275" y="2336"/>
                  </a:lnTo>
                  <a:lnTo>
                    <a:pt x="22453" y="2222"/>
                  </a:lnTo>
                  <a:close/>
                </a:path>
                <a:path w="24129" h="45719">
                  <a:moveTo>
                    <a:pt x="22567" y="1371"/>
                  </a:moveTo>
                  <a:lnTo>
                    <a:pt x="22440" y="1117"/>
                  </a:lnTo>
                  <a:lnTo>
                    <a:pt x="22186" y="1244"/>
                  </a:lnTo>
                  <a:lnTo>
                    <a:pt x="22339" y="1485"/>
                  </a:lnTo>
                  <a:lnTo>
                    <a:pt x="22567" y="1371"/>
                  </a:lnTo>
                  <a:close/>
                </a:path>
                <a:path w="24129" h="45719">
                  <a:moveTo>
                    <a:pt x="22593" y="673"/>
                  </a:moveTo>
                  <a:lnTo>
                    <a:pt x="22390" y="495"/>
                  </a:lnTo>
                  <a:lnTo>
                    <a:pt x="22199" y="685"/>
                  </a:lnTo>
                  <a:lnTo>
                    <a:pt x="22415" y="889"/>
                  </a:lnTo>
                  <a:lnTo>
                    <a:pt x="22593" y="673"/>
                  </a:lnTo>
                  <a:close/>
                </a:path>
                <a:path w="24129" h="45719">
                  <a:moveTo>
                    <a:pt x="22796" y="4940"/>
                  </a:moveTo>
                  <a:lnTo>
                    <a:pt x="22669" y="4787"/>
                  </a:lnTo>
                  <a:lnTo>
                    <a:pt x="22504" y="4914"/>
                  </a:lnTo>
                  <a:lnTo>
                    <a:pt x="22644" y="5080"/>
                  </a:lnTo>
                  <a:lnTo>
                    <a:pt x="22796" y="4940"/>
                  </a:lnTo>
                  <a:close/>
                </a:path>
                <a:path w="24129" h="45719">
                  <a:moveTo>
                    <a:pt x="22948" y="3200"/>
                  </a:moveTo>
                  <a:lnTo>
                    <a:pt x="22707" y="3111"/>
                  </a:lnTo>
                  <a:lnTo>
                    <a:pt x="22606" y="3352"/>
                  </a:lnTo>
                  <a:lnTo>
                    <a:pt x="22847" y="3467"/>
                  </a:lnTo>
                  <a:lnTo>
                    <a:pt x="22948" y="3200"/>
                  </a:lnTo>
                  <a:close/>
                </a:path>
                <a:path w="24129" h="45719">
                  <a:moveTo>
                    <a:pt x="22999" y="4787"/>
                  </a:moveTo>
                  <a:lnTo>
                    <a:pt x="22885" y="4622"/>
                  </a:lnTo>
                  <a:lnTo>
                    <a:pt x="22733" y="4749"/>
                  </a:lnTo>
                  <a:lnTo>
                    <a:pt x="22860" y="4902"/>
                  </a:lnTo>
                  <a:lnTo>
                    <a:pt x="22999" y="4787"/>
                  </a:lnTo>
                  <a:close/>
                </a:path>
                <a:path w="24129" h="45719">
                  <a:moveTo>
                    <a:pt x="23012" y="952"/>
                  </a:moveTo>
                  <a:lnTo>
                    <a:pt x="22821" y="850"/>
                  </a:lnTo>
                  <a:lnTo>
                    <a:pt x="22707" y="1028"/>
                  </a:lnTo>
                  <a:lnTo>
                    <a:pt x="22885" y="1155"/>
                  </a:lnTo>
                  <a:lnTo>
                    <a:pt x="23012" y="952"/>
                  </a:lnTo>
                  <a:close/>
                </a:path>
                <a:path w="24129" h="45719">
                  <a:moveTo>
                    <a:pt x="23215" y="393"/>
                  </a:moveTo>
                  <a:lnTo>
                    <a:pt x="22999" y="241"/>
                  </a:lnTo>
                  <a:lnTo>
                    <a:pt x="22834" y="469"/>
                  </a:lnTo>
                  <a:lnTo>
                    <a:pt x="23063" y="622"/>
                  </a:lnTo>
                  <a:lnTo>
                    <a:pt x="23215" y="393"/>
                  </a:lnTo>
                  <a:close/>
                </a:path>
                <a:path w="24129" h="45719">
                  <a:moveTo>
                    <a:pt x="23228" y="1663"/>
                  </a:moveTo>
                  <a:lnTo>
                    <a:pt x="23075" y="1460"/>
                  </a:lnTo>
                  <a:lnTo>
                    <a:pt x="22872" y="1625"/>
                  </a:lnTo>
                  <a:lnTo>
                    <a:pt x="23037" y="1841"/>
                  </a:lnTo>
                  <a:lnTo>
                    <a:pt x="23228" y="1663"/>
                  </a:lnTo>
                  <a:close/>
                </a:path>
                <a:path w="24129" h="45719">
                  <a:moveTo>
                    <a:pt x="23279" y="5486"/>
                  </a:moveTo>
                  <a:lnTo>
                    <a:pt x="23025" y="5359"/>
                  </a:lnTo>
                  <a:lnTo>
                    <a:pt x="22872" y="5613"/>
                  </a:lnTo>
                  <a:lnTo>
                    <a:pt x="23126" y="5753"/>
                  </a:lnTo>
                  <a:lnTo>
                    <a:pt x="23279" y="5486"/>
                  </a:lnTo>
                  <a:close/>
                </a:path>
                <a:path w="24129" h="45719">
                  <a:moveTo>
                    <a:pt x="23304" y="2870"/>
                  </a:moveTo>
                  <a:lnTo>
                    <a:pt x="23088" y="2717"/>
                  </a:lnTo>
                  <a:lnTo>
                    <a:pt x="22936" y="2946"/>
                  </a:lnTo>
                  <a:lnTo>
                    <a:pt x="23152" y="3098"/>
                  </a:lnTo>
                  <a:lnTo>
                    <a:pt x="23304" y="2870"/>
                  </a:lnTo>
                  <a:close/>
                </a:path>
                <a:path w="24129" h="45719">
                  <a:moveTo>
                    <a:pt x="23317" y="165"/>
                  </a:moveTo>
                  <a:lnTo>
                    <a:pt x="23215" y="0"/>
                  </a:lnTo>
                  <a:lnTo>
                    <a:pt x="23050" y="114"/>
                  </a:lnTo>
                  <a:lnTo>
                    <a:pt x="23177" y="266"/>
                  </a:lnTo>
                  <a:lnTo>
                    <a:pt x="23317" y="165"/>
                  </a:lnTo>
                  <a:close/>
                </a:path>
                <a:path w="24129" h="45719">
                  <a:moveTo>
                    <a:pt x="23533" y="2692"/>
                  </a:moveTo>
                  <a:lnTo>
                    <a:pt x="23329" y="2603"/>
                  </a:lnTo>
                  <a:lnTo>
                    <a:pt x="23228" y="2806"/>
                  </a:lnTo>
                  <a:lnTo>
                    <a:pt x="23431" y="2933"/>
                  </a:lnTo>
                  <a:lnTo>
                    <a:pt x="23533" y="2692"/>
                  </a:lnTo>
                  <a:close/>
                </a:path>
                <a:path w="24129" h="45719">
                  <a:moveTo>
                    <a:pt x="23698" y="215"/>
                  </a:moveTo>
                  <a:lnTo>
                    <a:pt x="23444" y="76"/>
                  </a:lnTo>
                  <a:lnTo>
                    <a:pt x="23291" y="330"/>
                  </a:lnTo>
                  <a:lnTo>
                    <a:pt x="23545" y="495"/>
                  </a:lnTo>
                  <a:lnTo>
                    <a:pt x="23698" y="215"/>
                  </a:lnTo>
                  <a:close/>
                </a:path>
                <a:path w="24129" h="45719">
                  <a:moveTo>
                    <a:pt x="23723" y="3708"/>
                  </a:moveTo>
                  <a:lnTo>
                    <a:pt x="23507" y="3606"/>
                  </a:lnTo>
                  <a:lnTo>
                    <a:pt x="23406" y="3822"/>
                  </a:lnTo>
                  <a:lnTo>
                    <a:pt x="23622" y="3924"/>
                  </a:lnTo>
                  <a:lnTo>
                    <a:pt x="23723" y="37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5" name="object 165"/>
            <p:cNvSpPr/>
            <p:nvPr/>
          </p:nvSpPr>
          <p:spPr>
            <a:xfrm>
              <a:off x="4063835" y="1208252"/>
              <a:ext cx="3175" cy="41910"/>
            </a:xfrm>
            <a:custGeom>
              <a:avLst/>
              <a:gdLst/>
              <a:ahLst/>
              <a:cxnLst/>
              <a:rect l="l" t="t" r="r" b="b"/>
              <a:pathLst>
                <a:path w="3175" h="41909">
                  <a:moveTo>
                    <a:pt x="355" y="40868"/>
                  </a:moveTo>
                  <a:lnTo>
                    <a:pt x="228" y="40741"/>
                  </a:lnTo>
                  <a:lnTo>
                    <a:pt x="88" y="40894"/>
                  </a:lnTo>
                  <a:lnTo>
                    <a:pt x="241" y="41021"/>
                  </a:lnTo>
                  <a:lnTo>
                    <a:pt x="355" y="40868"/>
                  </a:lnTo>
                  <a:close/>
                </a:path>
                <a:path w="3175" h="41909">
                  <a:moveTo>
                    <a:pt x="381" y="13436"/>
                  </a:moveTo>
                  <a:lnTo>
                    <a:pt x="190" y="13271"/>
                  </a:lnTo>
                  <a:lnTo>
                    <a:pt x="12" y="13474"/>
                  </a:lnTo>
                  <a:lnTo>
                    <a:pt x="215" y="13639"/>
                  </a:lnTo>
                  <a:lnTo>
                    <a:pt x="381" y="13436"/>
                  </a:lnTo>
                  <a:close/>
                </a:path>
                <a:path w="3175" h="41909">
                  <a:moveTo>
                    <a:pt x="381" y="10795"/>
                  </a:moveTo>
                  <a:lnTo>
                    <a:pt x="152" y="10655"/>
                  </a:lnTo>
                  <a:lnTo>
                    <a:pt x="0" y="10909"/>
                  </a:lnTo>
                  <a:lnTo>
                    <a:pt x="254" y="11049"/>
                  </a:lnTo>
                  <a:lnTo>
                    <a:pt x="381" y="10795"/>
                  </a:lnTo>
                  <a:close/>
                </a:path>
                <a:path w="3175" h="41909">
                  <a:moveTo>
                    <a:pt x="381" y="9144"/>
                  </a:moveTo>
                  <a:lnTo>
                    <a:pt x="215" y="9042"/>
                  </a:lnTo>
                  <a:lnTo>
                    <a:pt x="139" y="9220"/>
                  </a:lnTo>
                  <a:lnTo>
                    <a:pt x="304" y="9321"/>
                  </a:lnTo>
                  <a:lnTo>
                    <a:pt x="381" y="9144"/>
                  </a:lnTo>
                  <a:close/>
                </a:path>
                <a:path w="3175" h="41909">
                  <a:moveTo>
                    <a:pt x="469" y="11226"/>
                  </a:moveTo>
                  <a:lnTo>
                    <a:pt x="266" y="11125"/>
                  </a:lnTo>
                  <a:lnTo>
                    <a:pt x="165" y="11341"/>
                  </a:lnTo>
                  <a:lnTo>
                    <a:pt x="368" y="11442"/>
                  </a:lnTo>
                  <a:lnTo>
                    <a:pt x="469" y="11226"/>
                  </a:lnTo>
                  <a:close/>
                </a:path>
                <a:path w="3175" h="41909">
                  <a:moveTo>
                    <a:pt x="508" y="3784"/>
                  </a:moveTo>
                  <a:lnTo>
                    <a:pt x="381" y="3568"/>
                  </a:lnTo>
                  <a:lnTo>
                    <a:pt x="203" y="3683"/>
                  </a:lnTo>
                  <a:lnTo>
                    <a:pt x="317" y="3898"/>
                  </a:lnTo>
                  <a:lnTo>
                    <a:pt x="508" y="3784"/>
                  </a:lnTo>
                  <a:close/>
                </a:path>
                <a:path w="3175" h="41909">
                  <a:moveTo>
                    <a:pt x="520" y="5600"/>
                  </a:moveTo>
                  <a:lnTo>
                    <a:pt x="304" y="5499"/>
                  </a:lnTo>
                  <a:lnTo>
                    <a:pt x="203" y="5727"/>
                  </a:lnTo>
                  <a:lnTo>
                    <a:pt x="406" y="5842"/>
                  </a:lnTo>
                  <a:lnTo>
                    <a:pt x="520" y="5600"/>
                  </a:lnTo>
                  <a:close/>
                </a:path>
                <a:path w="3175" h="41909">
                  <a:moveTo>
                    <a:pt x="558" y="5918"/>
                  </a:moveTo>
                  <a:lnTo>
                    <a:pt x="304" y="5816"/>
                  </a:lnTo>
                  <a:lnTo>
                    <a:pt x="190" y="6083"/>
                  </a:lnTo>
                  <a:lnTo>
                    <a:pt x="444" y="6197"/>
                  </a:lnTo>
                  <a:lnTo>
                    <a:pt x="558" y="5918"/>
                  </a:lnTo>
                  <a:close/>
                </a:path>
                <a:path w="3175" h="41909">
                  <a:moveTo>
                    <a:pt x="660" y="12192"/>
                  </a:moveTo>
                  <a:lnTo>
                    <a:pt x="495" y="12052"/>
                  </a:lnTo>
                  <a:lnTo>
                    <a:pt x="368" y="12230"/>
                  </a:lnTo>
                  <a:lnTo>
                    <a:pt x="533" y="12357"/>
                  </a:lnTo>
                  <a:lnTo>
                    <a:pt x="660" y="12192"/>
                  </a:lnTo>
                  <a:close/>
                </a:path>
                <a:path w="3175" h="41909">
                  <a:moveTo>
                    <a:pt x="698" y="355"/>
                  </a:moveTo>
                  <a:lnTo>
                    <a:pt x="482" y="266"/>
                  </a:lnTo>
                  <a:lnTo>
                    <a:pt x="406" y="457"/>
                  </a:lnTo>
                  <a:lnTo>
                    <a:pt x="609" y="558"/>
                  </a:lnTo>
                  <a:lnTo>
                    <a:pt x="698" y="355"/>
                  </a:lnTo>
                  <a:close/>
                </a:path>
                <a:path w="3175" h="41909">
                  <a:moveTo>
                    <a:pt x="711" y="2959"/>
                  </a:moveTo>
                  <a:lnTo>
                    <a:pt x="571" y="2755"/>
                  </a:lnTo>
                  <a:lnTo>
                    <a:pt x="342" y="2895"/>
                  </a:lnTo>
                  <a:lnTo>
                    <a:pt x="482" y="3111"/>
                  </a:lnTo>
                  <a:lnTo>
                    <a:pt x="711" y="2959"/>
                  </a:lnTo>
                  <a:close/>
                </a:path>
                <a:path w="3175" h="41909">
                  <a:moveTo>
                    <a:pt x="723" y="3873"/>
                  </a:moveTo>
                  <a:lnTo>
                    <a:pt x="571" y="3721"/>
                  </a:lnTo>
                  <a:lnTo>
                    <a:pt x="406" y="3886"/>
                  </a:lnTo>
                  <a:lnTo>
                    <a:pt x="584" y="4038"/>
                  </a:lnTo>
                  <a:lnTo>
                    <a:pt x="723" y="3873"/>
                  </a:lnTo>
                  <a:close/>
                </a:path>
                <a:path w="3175" h="41909">
                  <a:moveTo>
                    <a:pt x="762" y="10375"/>
                  </a:moveTo>
                  <a:lnTo>
                    <a:pt x="533" y="10287"/>
                  </a:lnTo>
                  <a:lnTo>
                    <a:pt x="469" y="10502"/>
                  </a:lnTo>
                  <a:lnTo>
                    <a:pt x="355" y="10756"/>
                  </a:lnTo>
                  <a:lnTo>
                    <a:pt x="609" y="10909"/>
                  </a:lnTo>
                  <a:lnTo>
                    <a:pt x="749" y="10642"/>
                  </a:lnTo>
                  <a:lnTo>
                    <a:pt x="762" y="10375"/>
                  </a:lnTo>
                  <a:close/>
                </a:path>
                <a:path w="3175" h="41909">
                  <a:moveTo>
                    <a:pt x="825" y="40220"/>
                  </a:moveTo>
                  <a:lnTo>
                    <a:pt x="622" y="40119"/>
                  </a:lnTo>
                  <a:lnTo>
                    <a:pt x="495" y="40335"/>
                  </a:lnTo>
                  <a:lnTo>
                    <a:pt x="723" y="40449"/>
                  </a:lnTo>
                  <a:lnTo>
                    <a:pt x="825" y="40220"/>
                  </a:lnTo>
                  <a:close/>
                </a:path>
                <a:path w="3175" h="41909">
                  <a:moveTo>
                    <a:pt x="990" y="2844"/>
                  </a:moveTo>
                  <a:lnTo>
                    <a:pt x="812" y="2628"/>
                  </a:lnTo>
                  <a:lnTo>
                    <a:pt x="609" y="2794"/>
                  </a:lnTo>
                  <a:lnTo>
                    <a:pt x="762" y="2997"/>
                  </a:lnTo>
                  <a:lnTo>
                    <a:pt x="990" y="2844"/>
                  </a:lnTo>
                  <a:close/>
                </a:path>
                <a:path w="3175" h="41909">
                  <a:moveTo>
                    <a:pt x="1016" y="4699"/>
                  </a:moveTo>
                  <a:lnTo>
                    <a:pt x="850" y="4508"/>
                  </a:lnTo>
                  <a:lnTo>
                    <a:pt x="685" y="4673"/>
                  </a:lnTo>
                  <a:lnTo>
                    <a:pt x="825" y="4851"/>
                  </a:lnTo>
                  <a:lnTo>
                    <a:pt x="1016" y="4699"/>
                  </a:lnTo>
                  <a:close/>
                </a:path>
                <a:path w="3175" h="41909">
                  <a:moveTo>
                    <a:pt x="1028" y="1790"/>
                  </a:moveTo>
                  <a:lnTo>
                    <a:pt x="825" y="1587"/>
                  </a:lnTo>
                  <a:lnTo>
                    <a:pt x="635" y="1778"/>
                  </a:lnTo>
                  <a:lnTo>
                    <a:pt x="825" y="1981"/>
                  </a:lnTo>
                  <a:lnTo>
                    <a:pt x="1028" y="1790"/>
                  </a:lnTo>
                  <a:close/>
                </a:path>
                <a:path w="3175" h="41909">
                  <a:moveTo>
                    <a:pt x="1092" y="12928"/>
                  </a:moveTo>
                  <a:lnTo>
                    <a:pt x="876" y="12700"/>
                  </a:lnTo>
                  <a:lnTo>
                    <a:pt x="660" y="12903"/>
                  </a:lnTo>
                  <a:lnTo>
                    <a:pt x="787" y="13068"/>
                  </a:lnTo>
                  <a:lnTo>
                    <a:pt x="952" y="13296"/>
                  </a:lnTo>
                  <a:lnTo>
                    <a:pt x="1066" y="13042"/>
                  </a:lnTo>
                  <a:close/>
                </a:path>
                <a:path w="3175" h="41909">
                  <a:moveTo>
                    <a:pt x="1117" y="14363"/>
                  </a:moveTo>
                  <a:lnTo>
                    <a:pt x="901" y="14160"/>
                  </a:lnTo>
                  <a:lnTo>
                    <a:pt x="698" y="14389"/>
                  </a:lnTo>
                  <a:lnTo>
                    <a:pt x="825" y="14516"/>
                  </a:lnTo>
                  <a:lnTo>
                    <a:pt x="660" y="14643"/>
                  </a:lnTo>
                  <a:lnTo>
                    <a:pt x="800" y="14846"/>
                  </a:lnTo>
                  <a:lnTo>
                    <a:pt x="1016" y="14706"/>
                  </a:lnTo>
                  <a:lnTo>
                    <a:pt x="1117" y="14363"/>
                  </a:lnTo>
                  <a:close/>
                </a:path>
                <a:path w="3175" h="41909">
                  <a:moveTo>
                    <a:pt x="1219" y="6934"/>
                  </a:moveTo>
                  <a:lnTo>
                    <a:pt x="1028" y="6705"/>
                  </a:lnTo>
                  <a:lnTo>
                    <a:pt x="800" y="6908"/>
                  </a:lnTo>
                  <a:lnTo>
                    <a:pt x="1003" y="7124"/>
                  </a:lnTo>
                  <a:lnTo>
                    <a:pt x="1219" y="6934"/>
                  </a:lnTo>
                  <a:close/>
                </a:path>
                <a:path w="3175" h="41909">
                  <a:moveTo>
                    <a:pt x="1282" y="2032"/>
                  </a:moveTo>
                  <a:lnTo>
                    <a:pt x="1117" y="1866"/>
                  </a:lnTo>
                  <a:lnTo>
                    <a:pt x="965" y="2057"/>
                  </a:lnTo>
                  <a:lnTo>
                    <a:pt x="1117" y="2197"/>
                  </a:lnTo>
                  <a:lnTo>
                    <a:pt x="1282" y="2032"/>
                  </a:lnTo>
                  <a:close/>
                </a:path>
                <a:path w="3175" h="41909">
                  <a:moveTo>
                    <a:pt x="1333" y="1460"/>
                  </a:moveTo>
                  <a:lnTo>
                    <a:pt x="1143" y="1346"/>
                  </a:lnTo>
                  <a:lnTo>
                    <a:pt x="1028" y="1536"/>
                  </a:lnTo>
                  <a:lnTo>
                    <a:pt x="1219" y="1663"/>
                  </a:lnTo>
                  <a:lnTo>
                    <a:pt x="1333" y="1460"/>
                  </a:lnTo>
                  <a:close/>
                </a:path>
                <a:path w="3175" h="41909">
                  <a:moveTo>
                    <a:pt x="1409" y="11023"/>
                  </a:moveTo>
                  <a:lnTo>
                    <a:pt x="1206" y="10858"/>
                  </a:lnTo>
                  <a:lnTo>
                    <a:pt x="1041" y="11049"/>
                  </a:lnTo>
                  <a:lnTo>
                    <a:pt x="1244" y="11226"/>
                  </a:lnTo>
                  <a:lnTo>
                    <a:pt x="1409" y="11023"/>
                  </a:lnTo>
                  <a:close/>
                </a:path>
                <a:path w="3175" h="41909">
                  <a:moveTo>
                    <a:pt x="1435" y="876"/>
                  </a:moveTo>
                  <a:lnTo>
                    <a:pt x="1257" y="698"/>
                  </a:lnTo>
                  <a:lnTo>
                    <a:pt x="1079" y="876"/>
                  </a:lnTo>
                  <a:lnTo>
                    <a:pt x="1257" y="1041"/>
                  </a:lnTo>
                  <a:lnTo>
                    <a:pt x="1435" y="876"/>
                  </a:lnTo>
                  <a:close/>
                </a:path>
                <a:path w="3175" h="41909">
                  <a:moveTo>
                    <a:pt x="1473" y="6540"/>
                  </a:moveTo>
                  <a:lnTo>
                    <a:pt x="1282" y="6311"/>
                  </a:lnTo>
                  <a:lnTo>
                    <a:pt x="1066" y="6515"/>
                  </a:lnTo>
                  <a:lnTo>
                    <a:pt x="1257" y="6718"/>
                  </a:lnTo>
                  <a:lnTo>
                    <a:pt x="1473" y="6540"/>
                  </a:lnTo>
                  <a:close/>
                </a:path>
                <a:path w="3175" h="41909">
                  <a:moveTo>
                    <a:pt x="1473" y="3390"/>
                  </a:moveTo>
                  <a:lnTo>
                    <a:pt x="1333" y="3200"/>
                  </a:lnTo>
                  <a:lnTo>
                    <a:pt x="1130" y="3340"/>
                  </a:lnTo>
                  <a:lnTo>
                    <a:pt x="1270" y="3543"/>
                  </a:lnTo>
                  <a:lnTo>
                    <a:pt x="1473" y="3390"/>
                  </a:lnTo>
                  <a:close/>
                </a:path>
                <a:path w="3175" h="41909">
                  <a:moveTo>
                    <a:pt x="1498" y="9956"/>
                  </a:moveTo>
                  <a:lnTo>
                    <a:pt x="1346" y="9677"/>
                  </a:lnTo>
                  <a:lnTo>
                    <a:pt x="1206" y="9766"/>
                  </a:lnTo>
                  <a:lnTo>
                    <a:pt x="1117" y="9626"/>
                  </a:lnTo>
                  <a:lnTo>
                    <a:pt x="1181" y="9461"/>
                  </a:lnTo>
                  <a:lnTo>
                    <a:pt x="939" y="9347"/>
                  </a:lnTo>
                  <a:lnTo>
                    <a:pt x="825" y="9601"/>
                  </a:lnTo>
                  <a:lnTo>
                    <a:pt x="990" y="9690"/>
                  </a:lnTo>
                  <a:lnTo>
                    <a:pt x="1041" y="9944"/>
                  </a:lnTo>
                  <a:lnTo>
                    <a:pt x="1244" y="10121"/>
                  </a:lnTo>
                  <a:lnTo>
                    <a:pt x="1498" y="9956"/>
                  </a:lnTo>
                  <a:close/>
                </a:path>
                <a:path w="3175" h="41909">
                  <a:moveTo>
                    <a:pt x="1549" y="13970"/>
                  </a:moveTo>
                  <a:lnTo>
                    <a:pt x="1371" y="13919"/>
                  </a:lnTo>
                  <a:lnTo>
                    <a:pt x="1524" y="13703"/>
                  </a:lnTo>
                  <a:lnTo>
                    <a:pt x="1308" y="13538"/>
                  </a:lnTo>
                  <a:lnTo>
                    <a:pt x="1117" y="13754"/>
                  </a:lnTo>
                  <a:lnTo>
                    <a:pt x="1320" y="13919"/>
                  </a:lnTo>
                  <a:lnTo>
                    <a:pt x="1257" y="14097"/>
                  </a:lnTo>
                  <a:lnTo>
                    <a:pt x="1460" y="14173"/>
                  </a:lnTo>
                  <a:lnTo>
                    <a:pt x="1549" y="13970"/>
                  </a:lnTo>
                  <a:close/>
                </a:path>
                <a:path w="3175" h="41909">
                  <a:moveTo>
                    <a:pt x="1574" y="5041"/>
                  </a:moveTo>
                  <a:lnTo>
                    <a:pt x="1422" y="4889"/>
                  </a:lnTo>
                  <a:lnTo>
                    <a:pt x="1270" y="5041"/>
                  </a:lnTo>
                  <a:lnTo>
                    <a:pt x="1409" y="5194"/>
                  </a:lnTo>
                  <a:lnTo>
                    <a:pt x="1574" y="5041"/>
                  </a:lnTo>
                  <a:close/>
                </a:path>
                <a:path w="3175" h="41909">
                  <a:moveTo>
                    <a:pt x="1587" y="2628"/>
                  </a:moveTo>
                  <a:lnTo>
                    <a:pt x="1447" y="2413"/>
                  </a:lnTo>
                  <a:lnTo>
                    <a:pt x="1231" y="2565"/>
                  </a:lnTo>
                  <a:lnTo>
                    <a:pt x="1384" y="2781"/>
                  </a:lnTo>
                  <a:lnTo>
                    <a:pt x="1587" y="2628"/>
                  </a:lnTo>
                  <a:close/>
                </a:path>
                <a:path w="3175" h="41909">
                  <a:moveTo>
                    <a:pt x="1600" y="5422"/>
                  </a:moveTo>
                  <a:lnTo>
                    <a:pt x="1460" y="5232"/>
                  </a:lnTo>
                  <a:lnTo>
                    <a:pt x="1257" y="5372"/>
                  </a:lnTo>
                  <a:lnTo>
                    <a:pt x="1397" y="5575"/>
                  </a:lnTo>
                  <a:lnTo>
                    <a:pt x="1600" y="5422"/>
                  </a:lnTo>
                  <a:close/>
                </a:path>
                <a:path w="3175" h="41909">
                  <a:moveTo>
                    <a:pt x="1689" y="7975"/>
                  </a:moveTo>
                  <a:lnTo>
                    <a:pt x="1524" y="7823"/>
                  </a:lnTo>
                  <a:lnTo>
                    <a:pt x="1371" y="8013"/>
                  </a:lnTo>
                  <a:lnTo>
                    <a:pt x="1562" y="8153"/>
                  </a:lnTo>
                  <a:lnTo>
                    <a:pt x="1689" y="7975"/>
                  </a:lnTo>
                  <a:close/>
                </a:path>
                <a:path w="3175" h="41909">
                  <a:moveTo>
                    <a:pt x="1739" y="6616"/>
                  </a:moveTo>
                  <a:lnTo>
                    <a:pt x="1511" y="6502"/>
                  </a:lnTo>
                  <a:lnTo>
                    <a:pt x="1384" y="6756"/>
                  </a:lnTo>
                  <a:lnTo>
                    <a:pt x="1638" y="6870"/>
                  </a:lnTo>
                  <a:lnTo>
                    <a:pt x="1739" y="6616"/>
                  </a:lnTo>
                  <a:close/>
                </a:path>
                <a:path w="3175" h="41909">
                  <a:moveTo>
                    <a:pt x="1752" y="40601"/>
                  </a:moveTo>
                  <a:lnTo>
                    <a:pt x="1625" y="40436"/>
                  </a:lnTo>
                  <a:lnTo>
                    <a:pt x="1460" y="40589"/>
                  </a:lnTo>
                  <a:lnTo>
                    <a:pt x="1600" y="40754"/>
                  </a:lnTo>
                  <a:lnTo>
                    <a:pt x="1752" y="40601"/>
                  </a:lnTo>
                  <a:close/>
                </a:path>
                <a:path w="3175" h="41909">
                  <a:moveTo>
                    <a:pt x="1752" y="596"/>
                  </a:moveTo>
                  <a:lnTo>
                    <a:pt x="1536" y="495"/>
                  </a:lnTo>
                  <a:lnTo>
                    <a:pt x="1422" y="736"/>
                  </a:lnTo>
                  <a:lnTo>
                    <a:pt x="1651" y="850"/>
                  </a:lnTo>
                  <a:lnTo>
                    <a:pt x="1752" y="596"/>
                  </a:lnTo>
                  <a:close/>
                </a:path>
                <a:path w="3175" h="41909">
                  <a:moveTo>
                    <a:pt x="1816" y="12369"/>
                  </a:moveTo>
                  <a:lnTo>
                    <a:pt x="1663" y="12166"/>
                  </a:lnTo>
                  <a:lnTo>
                    <a:pt x="1473" y="12331"/>
                  </a:lnTo>
                  <a:lnTo>
                    <a:pt x="1625" y="12534"/>
                  </a:lnTo>
                  <a:lnTo>
                    <a:pt x="1816" y="12369"/>
                  </a:lnTo>
                  <a:close/>
                </a:path>
                <a:path w="3175" h="41909">
                  <a:moveTo>
                    <a:pt x="1905" y="3594"/>
                  </a:moveTo>
                  <a:lnTo>
                    <a:pt x="1739" y="3378"/>
                  </a:lnTo>
                  <a:lnTo>
                    <a:pt x="1524" y="3530"/>
                  </a:lnTo>
                  <a:lnTo>
                    <a:pt x="1676" y="3746"/>
                  </a:lnTo>
                  <a:lnTo>
                    <a:pt x="1905" y="3594"/>
                  </a:lnTo>
                  <a:close/>
                </a:path>
                <a:path w="3175" h="41909">
                  <a:moveTo>
                    <a:pt x="1955" y="40436"/>
                  </a:moveTo>
                  <a:lnTo>
                    <a:pt x="1841" y="40284"/>
                  </a:lnTo>
                  <a:lnTo>
                    <a:pt x="1689" y="40411"/>
                  </a:lnTo>
                  <a:lnTo>
                    <a:pt x="1816" y="40563"/>
                  </a:lnTo>
                  <a:lnTo>
                    <a:pt x="1955" y="40436"/>
                  </a:lnTo>
                  <a:close/>
                </a:path>
                <a:path w="3175" h="41909">
                  <a:moveTo>
                    <a:pt x="1981" y="1219"/>
                  </a:moveTo>
                  <a:lnTo>
                    <a:pt x="1803" y="1041"/>
                  </a:lnTo>
                  <a:lnTo>
                    <a:pt x="1651" y="1206"/>
                  </a:lnTo>
                  <a:lnTo>
                    <a:pt x="1803" y="1371"/>
                  </a:lnTo>
                  <a:lnTo>
                    <a:pt x="1981" y="1219"/>
                  </a:lnTo>
                  <a:close/>
                </a:path>
                <a:path w="3175" h="41909">
                  <a:moveTo>
                    <a:pt x="1993" y="6121"/>
                  </a:moveTo>
                  <a:lnTo>
                    <a:pt x="1778" y="5969"/>
                  </a:lnTo>
                  <a:lnTo>
                    <a:pt x="1638" y="6184"/>
                  </a:lnTo>
                  <a:lnTo>
                    <a:pt x="1651" y="6311"/>
                  </a:lnTo>
                  <a:lnTo>
                    <a:pt x="1765" y="6477"/>
                  </a:lnTo>
                  <a:lnTo>
                    <a:pt x="1943" y="6375"/>
                  </a:lnTo>
                  <a:lnTo>
                    <a:pt x="1993" y="6121"/>
                  </a:lnTo>
                  <a:close/>
                </a:path>
                <a:path w="3175" h="41909">
                  <a:moveTo>
                    <a:pt x="2019" y="11722"/>
                  </a:moveTo>
                  <a:lnTo>
                    <a:pt x="1803" y="11633"/>
                  </a:lnTo>
                  <a:lnTo>
                    <a:pt x="1701" y="11836"/>
                  </a:lnTo>
                  <a:lnTo>
                    <a:pt x="1562" y="11963"/>
                  </a:lnTo>
                  <a:lnTo>
                    <a:pt x="1739" y="12204"/>
                  </a:lnTo>
                  <a:lnTo>
                    <a:pt x="1968" y="12001"/>
                  </a:lnTo>
                  <a:lnTo>
                    <a:pt x="2019" y="11722"/>
                  </a:lnTo>
                  <a:close/>
                </a:path>
                <a:path w="3175" h="41909">
                  <a:moveTo>
                    <a:pt x="2032" y="215"/>
                  </a:moveTo>
                  <a:lnTo>
                    <a:pt x="1841" y="0"/>
                  </a:lnTo>
                  <a:lnTo>
                    <a:pt x="1625" y="190"/>
                  </a:lnTo>
                  <a:lnTo>
                    <a:pt x="1803" y="406"/>
                  </a:lnTo>
                  <a:lnTo>
                    <a:pt x="2032" y="215"/>
                  </a:lnTo>
                  <a:close/>
                </a:path>
                <a:path w="3175" h="41909">
                  <a:moveTo>
                    <a:pt x="2044" y="8597"/>
                  </a:moveTo>
                  <a:lnTo>
                    <a:pt x="1879" y="8445"/>
                  </a:lnTo>
                  <a:lnTo>
                    <a:pt x="1714" y="8610"/>
                  </a:lnTo>
                  <a:lnTo>
                    <a:pt x="1879" y="8775"/>
                  </a:lnTo>
                  <a:lnTo>
                    <a:pt x="2044" y="8597"/>
                  </a:lnTo>
                  <a:close/>
                </a:path>
                <a:path w="3175" h="41909">
                  <a:moveTo>
                    <a:pt x="2108" y="10147"/>
                  </a:moveTo>
                  <a:lnTo>
                    <a:pt x="1968" y="10045"/>
                  </a:lnTo>
                  <a:lnTo>
                    <a:pt x="1790" y="9906"/>
                  </a:lnTo>
                  <a:lnTo>
                    <a:pt x="1714" y="10109"/>
                  </a:lnTo>
                  <a:lnTo>
                    <a:pt x="1955" y="10337"/>
                  </a:lnTo>
                  <a:lnTo>
                    <a:pt x="2108" y="10147"/>
                  </a:lnTo>
                  <a:close/>
                </a:path>
                <a:path w="3175" h="41909">
                  <a:moveTo>
                    <a:pt x="2108" y="5270"/>
                  </a:moveTo>
                  <a:lnTo>
                    <a:pt x="1955" y="5092"/>
                  </a:lnTo>
                  <a:lnTo>
                    <a:pt x="1765" y="5245"/>
                  </a:lnTo>
                  <a:lnTo>
                    <a:pt x="1930" y="5422"/>
                  </a:lnTo>
                  <a:lnTo>
                    <a:pt x="2108" y="5270"/>
                  </a:lnTo>
                  <a:close/>
                </a:path>
                <a:path w="3175" h="41909">
                  <a:moveTo>
                    <a:pt x="2120" y="2260"/>
                  </a:moveTo>
                  <a:lnTo>
                    <a:pt x="1917" y="2108"/>
                  </a:lnTo>
                  <a:lnTo>
                    <a:pt x="1739" y="2311"/>
                  </a:lnTo>
                  <a:lnTo>
                    <a:pt x="1968" y="2476"/>
                  </a:lnTo>
                  <a:lnTo>
                    <a:pt x="2120" y="2260"/>
                  </a:lnTo>
                  <a:close/>
                </a:path>
                <a:path w="3175" h="41909">
                  <a:moveTo>
                    <a:pt x="2159" y="9664"/>
                  </a:moveTo>
                  <a:lnTo>
                    <a:pt x="2019" y="9474"/>
                  </a:lnTo>
                  <a:lnTo>
                    <a:pt x="1816" y="9601"/>
                  </a:lnTo>
                  <a:lnTo>
                    <a:pt x="1968" y="9804"/>
                  </a:lnTo>
                  <a:lnTo>
                    <a:pt x="2159" y="9664"/>
                  </a:lnTo>
                  <a:close/>
                </a:path>
                <a:path w="3175" h="41909">
                  <a:moveTo>
                    <a:pt x="2197" y="11430"/>
                  </a:moveTo>
                  <a:lnTo>
                    <a:pt x="2082" y="11277"/>
                  </a:lnTo>
                  <a:lnTo>
                    <a:pt x="1930" y="11391"/>
                  </a:lnTo>
                  <a:lnTo>
                    <a:pt x="2044" y="11544"/>
                  </a:lnTo>
                  <a:lnTo>
                    <a:pt x="2197" y="11430"/>
                  </a:lnTo>
                  <a:close/>
                </a:path>
                <a:path w="3175" h="41909">
                  <a:moveTo>
                    <a:pt x="2209" y="7797"/>
                  </a:moveTo>
                  <a:lnTo>
                    <a:pt x="2082" y="7620"/>
                  </a:lnTo>
                  <a:lnTo>
                    <a:pt x="1905" y="7759"/>
                  </a:lnTo>
                  <a:lnTo>
                    <a:pt x="2044" y="7950"/>
                  </a:lnTo>
                  <a:lnTo>
                    <a:pt x="2209" y="7797"/>
                  </a:lnTo>
                  <a:close/>
                </a:path>
                <a:path w="3175" h="41909">
                  <a:moveTo>
                    <a:pt x="2235" y="41135"/>
                  </a:moveTo>
                  <a:lnTo>
                    <a:pt x="1981" y="40995"/>
                  </a:lnTo>
                  <a:lnTo>
                    <a:pt x="1828" y="41249"/>
                  </a:lnTo>
                  <a:lnTo>
                    <a:pt x="2082" y="41402"/>
                  </a:lnTo>
                  <a:lnTo>
                    <a:pt x="2235" y="41135"/>
                  </a:lnTo>
                  <a:close/>
                </a:path>
                <a:path w="3175" h="41909">
                  <a:moveTo>
                    <a:pt x="2247" y="3149"/>
                  </a:moveTo>
                  <a:lnTo>
                    <a:pt x="2082" y="2946"/>
                  </a:lnTo>
                  <a:lnTo>
                    <a:pt x="1879" y="3124"/>
                  </a:lnTo>
                  <a:lnTo>
                    <a:pt x="2044" y="3340"/>
                  </a:lnTo>
                  <a:lnTo>
                    <a:pt x="2247" y="3149"/>
                  </a:lnTo>
                  <a:close/>
                </a:path>
                <a:path w="3175" h="41909">
                  <a:moveTo>
                    <a:pt x="2260" y="8826"/>
                  </a:moveTo>
                  <a:lnTo>
                    <a:pt x="2057" y="8674"/>
                  </a:lnTo>
                  <a:lnTo>
                    <a:pt x="1892" y="8877"/>
                  </a:lnTo>
                  <a:lnTo>
                    <a:pt x="2108" y="9042"/>
                  </a:lnTo>
                  <a:lnTo>
                    <a:pt x="2260" y="8826"/>
                  </a:lnTo>
                  <a:close/>
                </a:path>
                <a:path w="3175" h="41909">
                  <a:moveTo>
                    <a:pt x="2286" y="4102"/>
                  </a:moveTo>
                  <a:lnTo>
                    <a:pt x="2095" y="3911"/>
                  </a:lnTo>
                  <a:lnTo>
                    <a:pt x="1892" y="4076"/>
                  </a:lnTo>
                  <a:lnTo>
                    <a:pt x="2082" y="4305"/>
                  </a:lnTo>
                  <a:lnTo>
                    <a:pt x="2286" y="4102"/>
                  </a:lnTo>
                  <a:close/>
                </a:path>
                <a:path w="3175" h="41909">
                  <a:moveTo>
                    <a:pt x="2362" y="8293"/>
                  </a:moveTo>
                  <a:lnTo>
                    <a:pt x="2133" y="8115"/>
                  </a:lnTo>
                  <a:lnTo>
                    <a:pt x="1981" y="8343"/>
                  </a:lnTo>
                  <a:lnTo>
                    <a:pt x="2184" y="8509"/>
                  </a:lnTo>
                  <a:lnTo>
                    <a:pt x="2362" y="8293"/>
                  </a:lnTo>
                  <a:close/>
                </a:path>
                <a:path w="3175" h="41909">
                  <a:moveTo>
                    <a:pt x="2438" y="15163"/>
                  </a:moveTo>
                  <a:lnTo>
                    <a:pt x="2260" y="14960"/>
                  </a:lnTo>
                  <a:lnTo>
                    <a:pt x="2070" y="15113"/>
                  </a:lnTo>
                  <a:lnTo>
                    <a:pt x="2159" y="15265"/>
                  </a:lnTo>
                  <a:lnTo>
                    <a:pt x="2006" y="15367"/>
                  </a:lnTo>
                  <a:lnTo>
                    <a:pt x="2133" y="15519"/>
                  </a:lnTo>
                  <a:lnTo>
                    <a:pt x="2273" y="15417"/>
                  </a:lnTo>
                  <a:lnTo>
                    <a:pt x="2184" y="15290"/>
                  </a:lnTo>
                  <a:lnTo>
                    <a:pt x="2438" y="15163"/>
                  </a:lnTo>
                  <a:close/>
                </a:path>
                <a:path w="3175" h="41909">
                  <a:moveTo>
                    <a:pt x="2552" y="7467"/>
                  </a:moveTo>
                  <a:lnTo>
                    <a:pt x="2374" y="7264"/>
                  </a:lnTo>
                  <a:lnTo>
                    <a:pt x="2159" y="7112"/>
                  </a:lnTo>
                  <a:lnTo>
                    <a:pt x="2057" y="7353"/>
                  </a:lnTo>
                  <a:lnTo>
                    <a:pt x="2184" y="7416"/>
                  </a:lnTo>
                  <a:lnTo>
                    <a:pt x="2336" y="7658"/>
                  </a:lnTo>
                  <a:lnTo>
                    <a:pt x="2552" y="7467"/>
                  </a:lnTo>
                  <a:close/>
                </a:path>
                <a:path w="3175" h="41909">
                  <a:moveTo>
                    <a:pt x="2552" y="4940"/>
                  </a:moveTo>
                  <a:lnTo>
                    <a:pt x="2400" y="4724"/>
                  </a:lnTo>
                  <a:lnTo>
                    <a:pt x="2171" y="4864"/>
                  </a:lnTo>
                  <a:lnTo>
                    <a:pt x="2324" y="5105"/>
                  </a:lnTo>
                  <a:lnTo>
                    <a:pt x="2552" y="4940"/>
                  </a:lnTo>
                  <a:close/>
                </a:path>
                <a:path w="3175" h="41909">
                  <a:moveTo>
                    <a:pt x="2578" y="4432"/>
                  </a:moveTo>
                  <a:lnTo>
                    <a:pt x="2374" y="4241"/>
                  </a:lnTo>
                  <a:lnTo>
                    <a:pt x="2184" y="4432"/>
                  </a:lnTo>
                  <a:lnTo>
                    <a:pt x="2387" y="4622"/>
                  </a:lnTo>
                  <a:lnTo>
                    <a:pt x="2578" y="4432"/>
                  </a:lnTo>
                  <a:close/>
                </a:path>
                <a:path w="3175" h="41909">
                  <a:moveTo>
                    <a:pt x="2616" y="12636"/>
                  </a:moveTo>
                  <a:lnTo>
                    <a:pt x="2400" y="12446"/>
                  </a:lnTo>
                  <a:lnTo>
                    <a:pt x="2209" y="12674"/>
                  </a:lnTo>
                  <a:lnTo>
                    <a:pt x="2425" y="12839"/>
                  </a:lnTo>
                  <a:lnTo>
                    <a:pt x="2616" y="12636"/>
                  </a:lnTo>
                  <a:close/>
                </a:path>
                <a:path w="3175" h="41909">
                  <a:moveTo>
                    <a:pt x="2654" y="15011"/>
                  </a:moveTo>
                  <a:lnTo>
                    <a:pt x="2514" y="14833"/>
                  </a:lnTo>
                  <a:lnTo>
                    <a:pt x="2349" y="14973"/>
                  </a:lnTo>
                  <a:lnTo>
                    <a:pt x="2476" y="15163"/>
                  </a:lnTo>
                  <a:lnTo>
                    <a:pt x="2654" y="150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6" name="object 166"/>
            <p:cNvSpPr/>
            <p:nvPr/>
          </p:nvSpPr>
          <p:spPr>
            <a:xfrm>
              <a:off x="4063822" y="1232534"/>
              <a:ext cx="3175" cy="16510"/>
            </a:xfrm>
            <a:custGeom>
              <a:avLst/>
              <a:gdLst/>
              <a:ahLst/>
              <a:cxnLst/>
              <a:rect l="l" t="t" r="r" b="b"/>
              <a:pathLst>
                <a:path w="3175" h="16509">
                  <a:moveTo>
                    <a:pt x="393" y="13233"/>
                  </a:moveTo>
                  <a:lnTo>
                    <a:pt x="139" y="13106"/>
                  </a:lnTo>
                  <a:lnTo>
                    <a:pt x="0" y="13373"/>
                  </a:lnTo>
                  <a:lnTo>
                    <a:pt x="266" y="13500"/>
                  </a:lnTo>
                  <a:lnTo>
                    <a:pt x="393" y="13233"/>
                  </a:lnTo>
                  <a:close/>
                </a:path>
                <a:path w="3175" h="16509">
                  <a:moveTo>
                    <a:pt x="393" y="9550"/>
                  </a:moveTo>
                  <a:lnTo>
                    <a:pt x="203" y="9385"/>
                  </a:lnTo>
                  <a:lnTo>
                    <a:pt x="25" y="9588"/>
                  </a:lnTo>
                  <a:lnTo>
                    <a:pt x="228" y="9766"/>
                  </a:lnTo>
                  <a:lnTo>
                    <a:pt x="393" y="9550"/>
                  </a:lnTo>
                  <a:close/>
                </a:path>
                <a:path w="3175" h="16509">
                  <a:moveTo>
                    <a:pt x="393" y="6921"/>
                  </a:moveTo>
                  <a:lnTo>
                    <a:pt x="165" y="6769"/>
                  </a:lnTo>
                  <a:lnTo>
                    <a:pt x="12" y="7023"/>
                  </a:lnTo>
                  <a:lnTo>
                    <a:pt x="266" y="7175"/>
                  </a:lnTo>
                  <a:lnTo>
                    <a:pt x="393" y="6921"/>
                  </a:lnTo>
                  <a:close/>
                </a:path>
                <a:path w="3175" h="16509">
                  <a:moveTo>
                    <a:pt x="393" y="5245"/>
                  </a:moveTo>
                  <a:lnTo>
                    <a:pt x="228" y="5156"/>
                  </a:lnTo>
                  <a:lnTo>
                    <a:pt x="152" y="5346"/>
                  </a:lnTo>
                  <a:lnTo>
                    <a:pt x="317" y="5422"/>
                  </a:lnTo>
                  <a:lnTo>
                    <a:pt x="393" y="5245"/>
                  </a:lnTo>
                  <a:close/>
                </a:path>
                <a:path w="3175" h="16509">
                  <a:moveTo>
                    <a:pt x="406" y="15722"/>
                  </a:moveTo>
                  <a:lnTo>
                    <a:pt x="165" y="15608"/>
                  </a:lnTo>
                  <a:lnTo>
                    <a:pt x="38" y="15862"/>
                  </a:lnTo>
                  <a:lnTo>
                    <a:pt x="292" y="15989"/>
                  </a:lnTo>
                  <a:lnTo>
                    <a:pt x="406" y="15722"/>
                  </a:lnTo>
                  <a:close/>
                </a:path>
                <a:path w="3175" h="16509">
                  <a:moveTo>
                    <a:pt x="482" y="7327"/>
                  </a:moveTo>
                  <a:lnTo>
                    <a:pt x="279" y="7239"/>
                  </a:lnTo>
                  <a:lnTo>
                    <a:pt x="177" y="7442"/>
                  </a:lnTo>
                  <a:lnTo>
                    <a:pt x="381" y="7556"/>
                  </a:lnTo>
                  <a:lnTo>
                    <a:pt x="482" y="7327"/>
                  </a:lnTo>
                  <a:close/>
                </a:path>
                <a:path w="3175" h="16509">
                  <a:moveTo>
                    <a:pt x="533" y="1727"/>
                  </a:moveTo>
                  <a:lnTo>
                    <a:pt x="317" y="1612"/>
                  </a:lnTo>
                  <a:lnTo>
                    <a:pt x="215" y="1841"/>
                  </a:lnTo>
                  <a:lnTo>
                    <a:pt x="419" y="1955"/>
                  </a:lnTo>
                  <a:lnTo>
                    <a:pt x="533" y="1727"/>
                  </a:lnTo>
                  <a:close/>
                </a:path>
                <a:path w="3175" h="16509">
                  <a:moveTo>
                    <a:pt x="571" y="2044"/>
                  </a:moveTo>
                  <a:lnTo>
                    <a:pt x="317" y="1930"/>
                  </a:lnTo>
                  <a:lnTo>
                    <a:pt x="203" y="2184"/>
                  </a:lnTo>
                  <a:lnTo>
                    <a:pt x="457" y="2324"/>
                  </a:lnTo>
                  <a:lnTo>
                    <a:pt x="571" y="2044"/>
                  </a:lnTo>
                  <a:close/>
                </a:path>
                <a:path w="3175" h="16509">
                  <a:moveTo>
                    <a:pt x="622" y="14516"/>
                  </a:moveTo>
                  <a:lnTo>
                    <a:pt x="508" y="14312"/>
                  </a:lnTo>
                  <a:lnTo>
                    <a:pt x="304" y="14414"/>
                  </a:lnTo>
                  <a:lnTo>
                    <a:pt x="419" y="14605"/>
                  </a:lnTo>
                  <a:lnTo>
                    <a:pt x="622" y="14516"/>
                  </a:lnTo>
                  <a:close/>
                </a:path>
                <a:path w="3175" h="16509">
                  <a:moveTo>
                    <a:pt x="673" y="8305"/>
                  </a:moveTo>
                  <a:lnTo>
                    <a:pt x="508" y="8166"/>
                  </a:lnTo>
                  <a:lnTo>
                    <a:pt x="381" y="8343"/>
                  </a:lnTo>
                  <a:lnTo>
                    <a:pt x="546" y="8483"/>
                  </a:lnTo>
                  <a:lnTo>
                    <a:pt x="673" y="8305"/>
                  </a:lnTo>
                  <a:close/>
                </a:path>
                <a:path w="3175" h="16509">
                  <a:moveTo>
                    <a:pt x="723" y="12839"/>
                  </a:moveTo>
                  <a:lnTo>
                    <a:pt x="546" y="12598"/>
                  </a:lnTo>
                  <a:lnTo>
                    <a:pt x="317" y="12763"/>
                  </a:lnTo>
                  <a:lnTo>
                    <a:pt x="495" y="13004"/>
                  </a:lnTo>
                  <a:lnTo>
                    <a:pt x="723" y="12839"/>
                  </a:lnTo>
                  <a:close/>
                </a:path>
                <a:path w="3175" h="16509">
                  <a:moveTo>
                    <a:pt x="774" y="13703"/>
                  </a:moveTo>
                  <a:lnTo>
                    <a:pt x="609" y="13563"/>
                  </a:lnTo>
                  <a:lnTo>
                    <a:pt x="469" y="13741"/>
                  </a:lnTo>
                  <a:lnTo>
                    <a:pt x="647" y="13868"/>
                  </a:lnTo>
                  <a:lnTo>
                    <a:pt x="774" y="13703"/>
                  </a:lnTo>
                  <a:close/>
                </a:path>
                <a:path w="3175" h="16509">
                  <a:moveTo>
                    <a:pt x="774" y="6489"/>
                  </a:moveTo>
                  <a:lnTo>
                    <a:pt x="546" y="6413"/>
                  </a:lnTo>
                  <a:lnTo>
                    <a:pt x="482" y="6616"/>
                  </a:lnTo>
                  <a:lnTo>
                    <a:pt x="368" y="6883"/>
                  </a:lnTo>
                  <a:lnTo>
                    <a:pt x="635" y="7023"/>
                  </a:lnTo>
                  <a:lnTo>
                    <a:pt x="774" y="6743"/>
                  </a:lnTo>
                  <a:lnTo>
                    <a:pt x="774" y="6489"/>
                  </a:lnTo>
                  <a:close/>
                </a:path>
                <a:path w="3175" h="16509">
                  <a:moveTo>
                    <a:pt x="800" y="15328"/>
                  </a:moveTo>
                  <a:lnTo>
                    <a:pt x="609" y="15240"/>
                  </a:lnTo>
                  <a:lnTo>
                    <a:pt x="495" y="15455"/>
                  </a:lnTo>
                  <a:lnTo>
                    <a:pt x="698" y="15532"/>
                  </a:lnTo>
                  <a:lnTo>
                    <a:pt x="800" y="15328"/>
                  </a:lnTo>
                  <a:close/>
                </a:path>
                <a:path w="3175" h="16509">
                  <a:moveTo>
                    <a:pt x="838" y="15938"/>
                  </a:moveTo>
                  <a:lnTo>
                    <a:pt x="635" y="15836"/>
                  </a:lnTo>
                  <a:lnTo>
                    <a:pt x="508" y="16052"/>
                  </a:lnTo>
                  <a:lnTo>
                    <a:pt x="736" y="16167"/>
                  </a:lnTo>
                  <a:lnTo>
                    <a:pt x="838" y="15938"/>
                  </a:lnTo>
                  <a:close/>
                </a:path>
                <a:path w="3175" h="16509">
                  <a:moveTo>
                    <a:pt x="1028" y="812"/>
                  </a:moveTo>
                  <a:lnTo>
                    <a:pt x="863" y="647"/>
                  </a:lnTo>
                  <a:lnTo>
                    <a:pt x="698" y="787"/>
                  </a:lnTo>
                  <a:lnTo>
                    <a:pt x="838" y="965"/>
                  </a:lnTo>
                  <a:lnTo>
                    <a:pt x="1028" y="812"/>
                  </a:lnTo>
                  <a:close/>
                </a:path>
                <a:path w="3175" h="16509">
                  <a:moveTo>
                    <a:pt x="1104" y="9042"/>
                  </a:moveTo>
                  <a:lnTo>
                    <a:pt x="889" y="8813"/>
                  </a:lnTo>
                  <a:lnTo>
                    <a:pt x="673" y="9004"/>
                  </a:lnTo>
                  <a:lnTo>
                    <a:pt x="800" y="9182"/>
                  </a:lnTo>
                  <a:lnTo>
                    <a:pt x="965" y="9410"/>
                  </a:lnTo>
                  <a:lnTo>
                    <a:pt x="1079" y="9156"/>
                  </a:lnTo>
                  <a:close/>
                </a:path>
                <a:path w="3175" h="16509">
                  <a:moveTo>
                    <a:pt x="1130" y="10464"/>
                  </a:moveTo>
                  <a:lnTo>
                    <a:pt x="914" y="10274"/>
                  </a:lnTo>
                  <a:lnTo>
                    <a:pt x="711" y="10490"/>
                  </a:lnTo>
                  <a:lnTo>
                    <a:pt x="850" y="10629"/>
                  </a:lnTo>
                  <a:lnTo>
                    <a:pt x="673" y="10756"/>
                  </a:lnTo>
                  <a:lnTo>
                    <a:pt x="812" y="10972"/>
                  </a:lnTo>
                  <a:lnTo>
                    <a:pt x="1028" y="10820"/>
                  </a:lnTo>
                  <a:lnTo>
                    <a:pt x="1130" y="10464"/>
                  </a:lnTo>
                  <a:close/>
                </a:path>
                <a:path w="3175" h="16509">
                  <a:moveTo>
                    <a:pt x="1143" y="15659"/>
                  </a:moveTo>
                  <a:lnTo>
                    <a:pt x="977" y="15417"/>
                  </a:lnTo>
                  <a:lnTo>
                    <a:pt x="736" y="15582"/>
                  </a:lnTo>
                  <a:lnTo>
                    <a:pt x="914" y="15836"/>
                  </a:lnTo>
                  <a:lnTo>
                    <a:pt x="1143" y="15659"/>
                  </a:lnTo>
                  <a:close/>
                </a:path>
                <a:path w="3175" h="16509">
                  <a:moveTo>
                    <a:pt x="1231" y="3048"/>
                  </a:moveTo>
                  <a:lnTo>
                    <a:pt x="1041" y="2819"/>
                  </a:lnTo>
                  <a:lnTo>
                    <a:pt x="812" y="3022"/>
                  </a:lnTo>
                  <a:lnTo>
                    <a:pt x="1016" y="3251"/>
                  </a:lnTo>
                  <a:lnTo>
                    <a:pt x="1231" y="3048"/>
                  </a:lnTo>
                  <a:close/>
                </a:path>
                <a:path w="3175" h="16509">
                  <a:moveTo>
                    <a:pt x="1308" y="13893"/>
                  </a:moveTo>
                  <a:lnTo>
                    <a:pt x="1155" y="13703"/>
                  </a:lnTo>
                  <a:lnTo>
                    <a:pt x="965" y="13868"/>
                  </a:lnTo>
                  <a:lnTo>
                    <a:pt x="1130" y="14058"/>
                  </a:lnTo>
                  <a:lnTo>
                    <a:pt x="1308" y="13893"/>
                  </a:lnTo>
                  <a:close/>
                </a:path>
                <a:path w="3175" h="16509">
                  <a:moveTo>
                    <a:pt x="1371" y="14909"/>
                  </a:moveTo>
                  <a:lnTo>
                    <a:pt x="1231" y="14706"/>
                  </a:lnTo>
                  <a:lnTo>
                    <a:pt x="1028" y="14846"/>
                  </a:lnTo>
                  <a:lnTo>
                    <a:pt x="1028" y="14998"/>
                  </a:lnTo>
                  <a:lnTo>
                    <a:pt x="1143" y="15151"/>
                  </a:lnTo>
                  <a:lnTo>
                    <a:pt x="1295" y="15036"/>
                  </a:lnTo>
                  <a:lnTo>
                    <a:pt x="1371" y="14909"/>
                  </a:lnTo>
                  <a:close/>
                </a:path>
                <a:path w="3175" h="16509">
                  <a:moveTo>
                    <a:pt x="1422" y="13589"/>
                  </a:moveTo>
                  <a:lnTo>
                    <a:pt x="1320" y="13398"/>
                  </a:lnTo>
                  <a:lnTo>
                    <a:pt x="1117" y="13512"/>
                  </a:lnTo>
                  <a:lnTo>
                    <a:pt x="1244" y="13703"/>
                  </a:lnTo>
                  <a:lnTo>
                    <a:pt x="1422" y="13589"/>
                  </a:lnTo>
                  <a:close/>
                </a:path>
                <a:path w="3175" h="16509">
                  <a:moveTo>
                    <a:pt x="1422" y="7150"/>
                  </a:moveTo>
                  <a:lnTo>
                    <a:pt x="1219" y="6959"/>
                  </a:lnTo>
                  <a:lnTo>
                    <a:pt x="1054" y="7175"/>
                  </a:lnTo>
                  <a:lnTo>
                    <a:pt x="1257" y="7340"/>
                  </a:lnTo>
                  <a:lnTo>
                    <a:pt x="1422" y="7150"/>
                  </a:lnTo>
                  <a:close/>
                </a:path>
                <a:path w="3175" h="16509">
                  <a:moveTo>
                    <a:pt x="1485" y="2641"/>
                  </a:moveTo>
                  <a:lnTo>
                    <a:pt x="1295" y="2438"/>
                  </a:lnTo>
                  <a:lnTo>
                    <a:pt x="1079" y="2616"/>
                  </a:lnTo>
                  <a:lnTo>
                    <a:pt x="1270" y="2844"/>
                  </a:lnTo>
                  <a:lnTo>
                    <a:pt x="1485" y="2641"/>
                  </a:lnTo>
                  <a:close/>
                </a:path>
                <a:path w="3175" h="16509">
                  <a:moveTo>
                    <a:pt x="1511" y="6070"/>
                  </a:moveTo>
                  <a:lnTo>
                    <a:pt x="1358" y="5803"/>
                  </a:lnTo>
                  <a:lnTo>
                    <a:pt x="1231" y="5880"/>
                  </a:lnTo>
                  <a:lnTo>
                    <a:pt x="1130" y="5715"/>
                  </a:lnTo>
                  <a:lnTo>
                    <a:pt x="1155" y="5524"/>
                  </a:lnTo>
                  <a:lnTo>
                    <a:pt x="914" y="5422"/>
                  </a:lnTo>
                  <a:lnTo>
                    <a:pt x="812" y="5664"/>
                  </a:lnTo>
                  <a:lnTo>
                    <a:pt x="1028" y="5791"/>
                  </a:lnTo>
                  <a:lnTo>
                    <a:pt x="1066" y="6057"/>
                  </a:lnTo>
                  <a:lnTo>
                    <a:pt x="1257" y="6210"/>
                  </a:lnTo>
                  <a:lnTo>
                    <a:pt x="1511" y="6070"/>
                  </a:lnTo>
                  <a:close/>
                </a:path>
                <a:path w="3175" h="16509">
                  <a:moveTo>
                    <a:pt x="1536" y="12687"/>
                  </a:moveTo>
                  <a:lnTo>
                    <a:pt x="1409" y="12433"/>
                  </a:lnTo>
                  <a:lnTo>
                    <a:pt x="1168" y="12560"/>
                  </a:lnTo>
                  <a:lnTo>
                    <a:pt x="1295" y="12814"/>
                  </a:lnTo>
                  <a:lnTo>
                    <a:pt x="1536" y="12687"/>
                  </a:lnTo>
                  <a:close/>
                </a:path>
                <a:path w="3175" h="16509">
                  <a:moveTo>
                    <a:pt x="1562" y="12065"/>
                  </a:moveTo>
                  <a:lnTo>
                    <a:pt x="1358" y="11861"/>
                  </a:lnTo>
                  <a:lnTo>
                    <a:pt x="1168" y="12077"/>
                  </a:lnTo>
                  <a:lnTo>
                    <a:pt x="1384" y="12255"/>
                  </a:lnTo>
                  <a:lnTo>
                    <a:pt x="1562" y="12065"/>
                  </a:lnTo>
                  <a:close/>
                </a:path>
                <a:path w="3175" h="16509">
                  <a:moveTo>
                    <a:pt x="1562" y="10071"/>
                  </a:moveTo>
                  <a:lnTo>
                    <a:pt x="1409" y="10020"/>
                  </a:lnTo>
                  <a:lnTo>
                    <a:pt x="1536" y="9842"/>
                  </a:lnTo>
                  <a:lnTo>
                    <a:pt x="1320" y="9652"/>
                  </a:lnTo>
                  <a:lnTo>
                    <a:pt x="1130" y="9893"/>
                  </a:lnTo>
                  <a:lnTo>
                    <a:pt x="1320" y="10033"/>
                  </a:lnTo>
                  <a:lnTo>
                    <a:pt x="1270" y="10210"/>
                  </a:lnTo>
                  <a:lnTo>
                    <a:pt x="1473" y="10312"/>
                  </a:lnTo>
                  <a:lnTo>
                    <a:pt x="1562" y="10071"/>
                  </a:lnTo>
                  <a:close/>
                </a:path>
                <a:path w="3175" h="16509">
                  <a:moveTo>
                    <a:pt x="1587" y="1562"/>
                  </a:moveTo>
                  <a:lnTo>
                    <a:pt x="1460" y="1371"/>
                  </a:lnTo>
                  <a:lnTo>
                    <a:pt x="1257" y="1511"/>
                  </a:lnTo>
                  <a:lnTo>
                    <a:pt x="1384" y="1701"/>
                  </a:lnTo>
                  <a:lnTo>
                    <a:pt x="1587" y="1562"/>
                  </a:lnTo>
                  <a:close/>
                </a:path>
                <a:path w="3175" h="16509">
                  <a:moveTo>
                    <a:pt x="1587" y="1168"/>
                  </a:moveTo>
                  <a:lnTo>
                    <a:pt x="1435" y="1016"/>
                  </a:lnTo>
                  <a:lnTo>
                    <a:pt x="1282" y="1168"/>
                  </a:lnTo>
                  <a:lnTo>
                    <a:pt x="1422" y="1308"/>
                  </a:lnTo>
                  <a:lnTo>
                    <a:pt x="1587" y="1168"/>
                  </a:lnTo>
                  <a:close/>
                </a:path>
                <a:path w="3175" h="16509">
                  <a:moveTo>
                    <a:pt x="1689" y="4038"/>
                  </a:moveTo>
                  <a:lnTo>
                    <a:pt x="1511" y="3911"/>
                  </a:lnTo>
                  <a:lnTo>
                    <a:pt x="1371" y="4102"/>
                  </a:lnTo>
                  <a:lnTo>
                    <a:pt x="1549" y="4229"/>
                  </a:lnTo>
                  <a:lnTo>
                    <a:pt x="1689" y="4038"/>
                  </a:lnTo>
                  <a:close/>
                </a:path>
                <a:path w="3175" h="16509">
                  <a:moveTo>
                    <a:pt x="1752" y="2717"/>
                  </a:moveTo>
                  <a:lnTo>
                    <a:pt x="1524" y="2616"/>
                  </a:lnTo>
                  <a:lnTo>
                    <a:pt x="1397" y="2870"/>
                  </a:lnTo>
                  <a:lnTo>
                    <a:pt x="1651" y="2971"/>
                  </a:lnTo>
                  <a:lnTo>
                    <a:pt x="1752" y="2717"/>
                  </a:lnTo>
                  <a:close/>
                </a:path>
                <a:path w="3175" h="16509">
                  <a:moveTo>
                    <a:pt x="1828" y="8483"/>
                  </a:moveTo>
                  <a:lnTo>
                    <a:pt x="1676" y="8293"/>
                  </a:lnTo>
                  <a:lnTo>
                    <a:pt x="1485" y="8458"/>
                  </a:lnTo>
                  <a:lnTo>
                    <a:pt x="1638" y="8648"/>
                  </a:lnTo>
                  <a:lnTo>
                    <a:pt x="1828" y="8483"/>
                  </a:lnTo>
                  <a:close/>
                </a:path>
                <a:path w="3175" h="16509">
                  <a:moveTo>
                    <a:pt x="1917" y="14566"/>
                  </a:moveTo>
                  <a:lnTo>
                    <a:pt x="1676" y="14478"/>
                  </a:lnTo>
                  <a:lnTo>
                    <a:pt x="1574" y="14719"/>
                  </a:lnTo>
                  <a:lnTo>
                    <a:pt x="1816" y="14820"/>
                  </a:lnTo>
                  <a:lnTo>
                    <a:pt x="1917" y="14566"/>
                  </a:lnTo>
                  <a:close/>
                </a:path>
                <a:path w="3175" h="16509">
                  <a:moveTo>
                    <a:pt x="1981" y="12306"/>
                  </a:moveTo>
                  <a:lnTo>
                    <a:pt x="1790" y="12204"/>
                  </a:lnTo>
                  <a:lnTo>
                    <a:pt x="1676" y="12407"/>
                  </a:lnTo>
                  <a:lnTo>
                    <a:pt x="1854" y="12522"/>
                  </a:lnTo>
                  <a:lnTo>
                    <a:pt x="1981" y="12306"/>
                  </a:lnTo>
                  <a:close/>
                </a:path>
                <a:path w="3175" h="16509">
                  <a:moveTo>
                    <a:pt x="2006" y="2209"/>
                  </a:moveTo>
                  <a:lnTo>
                    <a:pt x="1790" y="2082"/>
                  </a:lnTo>
                  <a:lnTo>
                    <a:pt x="1651" y="2311"/>
                  </a:lnTo>
                  <a:lnTo>
                    <a:pt x="1663" y="2438"/>
                  </a:lnTo>
                  <a:lnTo>
                    <a:pt x="1778" y="2590"/>
                  </a:lnTo>
                  <a:lnTo>
                    <a:pt x="1955" y="2489"/>
                  </a:lnTo>
                  <a:lnTo>
                    <a:pt x="2006" y="2209"/>
                  </a:lnTo>
                  <a:close/>
                </a:path>
                <a:path w="3175" h="16509">
                  <a:moveTo>
                    <a:pt x="2032" y="7835"/>
                  </a:moveTo>
                  <a:lnTo>
                    <a:pt x="1816" y="7747"/>
                  </a:lnTo>
                  <a:lnTo>
                    <a:pt x="1714" y="7950"/>
                  </a:lnTo>
                  <a:lnTo>
                    <a:pt x="1574" y="8077"/>
                  </a:lnTo>
                  <a:lnTo>
                    <a:pt x="1752" y="8305"/>
                  </a:lnTo>
                  <a:lnTo>
                    <a:pt x="1981" y="8115"/>
                  </a:lnTo>
                  <a:lnTo>
                    <a:pt x="2032" y="7835"/>
                  </a:lnTo>
                  <a:close/>
                </a:path>
                <a:path w="3175" h="16509">
                  <a:moveTo>
                    <a:pt x="2057" y="4711"/>
                  </a:moveTo>
                  <a:lnTo>
                    <a:pt x="1892" y="4559"/>
                  </a:lnTo>
                  <a:lnTo>
                    <a:pt x="1727" y="4711"/>
                  </a:lnTo>
                  <a:lnTo>
                    <a:pt x="1892" y="4876"/>
                  </a:lnTo>
                  <a:lnTo>
                    <a:pt x="2057" y="4711"/>
                  </a:lnTo>
                  <a:close/>
                </a:path>
                <a:path w="3175" h="16509">
                  <a:moveTo>
                    <a:pt x="2120" y="6261"/>
                  </a:moveTo>
                  <a:lnTo>
                    <a:pt x="1981" y="6172"/>
                  </a:lnTo>
                  <a:lnTo>
                    <a:pt x="1803" y="6007"/>
                  </a:lnTo>
                  <a:lnTo>
                    <a:pt x="1727" y="6223"/>
                  </a:lnTo>
                  <a:lnTo>
                    <a:pt x="1968" y="6438"/>
                  </a:lnTo>
                  <a:lnTo>
                    <a:pt x="2120" y="6261"/>
                  </a:lnTo>
                  <a:close/>
                </a:path>
                <a:path w="3175" h="16509">
                  <a:moveTo>
                    <a:pt x="2120" y="1371"/>
                  </a:moveTo>
                  <a:lnTo>
                    <a:pt x="1968" y="1206"/>
                  </a:lnTo>
                  <a:lnTo>
                    <a:pt x="1778" y="1358"/>
                  </a:lnTo>
                  <a:lnTo>
                    <a:pt x="1943" y="1536"/>
                  </a:lnTo>
                  <a:lnTo>
                    <a:pt x="2120" y="1371"/>
                  </a:lnTo>
                  <a:close/>
                </a:path>
                <a:path w="3175" h="16509">
                  <a:moveTo>
                    <a:pt x="2171" y="5791"/>
                  </a:moveTo>
                  <a:lnTo>
                    <a:pt x="2032" y="5588"/>
                  </a:lnTo>
                  <a:lnTo>
                    <a:pt x="1828" y="5715"/>
                  </a:lnTo>
                  <a:lnTo>
                    <a:pt x="1981" y="5918"/>
                  </a:lnTo>
                  <a:lnTo>
                    <a:pt x="2171" y="5791"/>
                  </a:lnTo>
                  <a:close/>
                </a:path>
                <a:path w="3175" h="16509">
                  <a:moveTo>
                    <a:pt x="2184" y="11760"/>
                  </a:moveTo>
                  <a:lnTo>
                    <a:pt x="1968" y="11607"/>
                  </a:lnTo>
                  <a:lnTo>
                    <a:pt x="1803" y="11836"/>
                  </a:lnTo>
                  <a:lnTo>
                    <a:pt x="2032" y="11988"/>
                  </a:lnTo>
                  <a:lnTo>
                    <a:pt x="2184" y="11760"/>
                  </a:lnTo>
                  <a:close/>
                </a:path>
                <a:path w="3175" h="16509">
                  <a:moveTo>
                    <a:pt x="2197" y="13042"/>
                  </a:moveTo>
                  <a:lnTo>
                    <a:pt x="2044" y="12852"/>
                  </a:lnTo>
                  <a:lnTo>
                    <a:pt x="1841" y="13017"/>
                  </a:lnTo>
                  <a:lnTo>
                    <a:pt x="2006" y="13208"/>
                  </a:lnTo>
                  <a:lnTo>
                    <a:pt x="2197" y="13042"/>
                  </a:lnTo>
                  <a:close/>
                </a:path>
                <a:path w="3175" h="16509">
                  <a:moveTo>
                    <a:pt x="2222" y="7607"/>
                  </a:moveTo>
                  <a:lnTo>
                    <a:pt x="2108" y="7442"/>
                  </a:lnTo>
                  <a:lnTo>
                    <a:pt x="1955" y="7556"/>
                  </a:lnTo>
                  <a:lnTo>
                    <a:pt x="2070" y="7721"/>
                  </a:lnTo>
                  <a:lnTo>
                    <a:pt x="2222" y="7607"/>
                  </a:lnTo>
                  <a:close/>
                </a:path>
                <a:path w="3175" h="16509">
                  <a:moveTo>
                    <a:pt x="2222" y="3924"/>
                  </a:moveTo>
                  <a:lnTo>
                    <a:pt x="2095" y="3746"/>
                  </a:lnTo>
                  <a:lnTo>
                    <a:pt x="1917" y="3873"/>
                  </a:lnTo>
                  <a:lnTo>
                    <a:pt x="2057" y="4051"/>
                  </a:lnTo>
                  <a:lnTo>
                    <a:pt x="2222" y="3924"/>
                  </a:lnTo>
                  <a:close/>
                </a:path>
                <a:path w="3175" h="16509">
                  <a:moveTo>
                    <a:pt x="2273" y="4953"/>
                  </a:moveTo>
                  <a:lnTo>
                    <a:pt x="2070" y="4787"/>
                  </a:lnTo>
                  <a:lnTo>
                    <a:pt x="1905" y="5003"/>
                  </a:lnTo>
                  <a:lnTo>
                    <a:pt x="2120" y="5156"/>
                  </a:lnTo>
                  <a:lnTo>
                    <a:pt x="2273" y="4953"/>
                  </a:lnTo>
                  <a:close/>
                </a:path>
                <a:path w="3175" h="16509">
                  <a:moveTo>
                    <a:pt x="2298" y="215"/>
                  </a:moveTo>
                  <a:lnTo>
                    <a:pt x="2108" y="0"/>
                  </a:lnTo>
                  <a:lnTo>
                    <a:pt x="1905" y="203"/>
                  </a:lnTo>
                  <a:lnTo>
                    <a:pt x="2095" y="419"/>
                  </a:lnTo>
                  <a:lnTo>
                    <a:pt x="2298" y="215"/>
                  </a:lnTo>
                  <a:close/>
                </a:path>
                <a:path w="3175" h="16509">
                  <a:moveTo>
                    <a:pt x="2374" y="4394"/>
                  </a:moveTo>
                  <a:lnTo>
                    <a:pt x="2146" y="4229"/>
                  </a:lnTo>
                  <a:lnTo>
                    <a:pt x="1993" y="4457"/>
                  </a:lnTo>
                  <a:lnTo>
                    <a:pt x="2197" y="4635"/>
                  </a:lnTo>
                  <a:lnTo>
                    <a:pt x="2374" y="4394"/>
                  </a:lnTo>
                  <a:close/>
                </a:path>
                <a:path w="3175" h="16509">
                  <a:moveTo>
                    <a:pt x="2451" y="11264"/>
                  </a:moveTo>
                  <a:lnTo>
                    <a:pt x="2273" y="11074"/>
                  </a:lnTo>
                  <a:lnTo>
                    <a:pt x="2082" y="11239"/>
                  </a:lnTo>
                  <a:lnTo>
                    <a:pt x="2019" y="11480"/>
                  </a:lnTo>
                  <a:lnTo>
                    <a:pt x="2146" y="11645"/>
                  </a:lnTo>
                  <a:lnTo>
                    <a:pt x="2286" y="11518"/>
                  </a:lnTo>
                  <a:lnTo>
                    <a:pt x="2451" y="11264"/>
                  </a:lnTo>
                  <a:close/>
                </a:path>
                <a:path w="3175" h="16509">
                  <a:moveTo>
                    <a:pt x="2501" y="14071"/>
                  </a:moveTo>
                  <a:lnTo>
                    <a:pt x="2298" y="13970"/>
                  </a:lnTo>
                  <a:lnTo>
                    <a:pt x="2197" y="14160"/>
                  </a:lnTo>
                  <a:lnTo>
                    <a:pt x="2044" y="14046"/>
                  </a:lnTo>
                  <a:lnTo>
                    <a:pt x="1892" y="14274"/>
                  </a:lnTo>
                  <a:lnTo>
                    <a:pt x="2120" y="14427"/>
                  </a:lnTo>
                  <a:lnTo>
                    <a:pt x="2260" y="14224"/>
                  </a:lnTo>
                  <a:lnTo>
                    <a:pt x="2400" y="14300"/>
                  </a:lnTo>
                  <a:lnTo>
                    <a:pt x="2501" y="14071"/>
                  </a:lnTo>
                  <a:close/>
                </a:path>
                <a:path w="3175" h="16509">
                  <a:moveTo>
                    <a:pt x="2565" y="3594"/>
                  </a:moveTo>
                  <a:lnTo>
                    <a:pt x="2387" y="3365"/>
                  </a:lnTo>
                  <a:lnTo>
                    <a:pt x="2159" y="3162"/>
                  </a:lnTo>
                  <a:lnTo>
                    <a:pt x="2044" y="3390"/>
                  </a:lnTo>
                  <a:lnTo>
                    <a:pt x="2235" y="3492"/>
                  </a:lnTo>
                  <a:lnTo>
                    <a:pt x="2349" y="3771"/>
                  </a:lnTo>
                  <a:lnTo>
                    <a:pt x="2565" y="3594"/>
                  </a:lnTo>
                  <a:close/>
                </a:path>
                <a:path w="3175" h="16509">
                  <a:moveTo>
                    <a:pt x="2565" y="1066"/>
                  </a:moveTo>
                  <a:lnTo>
                    <a:pt x="2413" y="825"/>
                  </a:lnTo>
                  <a:lnTo>
                    <a:pt x="2184" y="990"/>
                  </a:lnTo>
                  <a:lnTo>
                    <a:pt x="2336" y="1206"/>
                  </a:lnTo>
                  <a:lnTo>
                    <a:pt x="2565" y="1066"/>
                  </a:lnTo>
                  <a:close/>
                </a:path>
                <a:path w="3175" h="16509">
                  <a:moveTo>
                    <a:pt x="2590" y="546"/>
                  </a:moveTo>
                  <a:lnTo>
                    <a:pt x="2387" y="355"/>
                  </a:lnTo>
                  <a:lnTo>
                    <a:pt x="2197" y="546"/>
                  </a:lnTo>
                  <a:lnTo>
                    <a:pt x="2400" y="736"/>
                  </a:lnTo>
                  <a:lnTo>
                    <a:pt x="2590" y="546"/>
                  </a:lnTo>
                  <a:close/>
                </a:path>
                <a:path w="3175" h="16509">
                  <a:moveTo>
                    <a:pt x="2628" y="8750"/>
                  </a:moveTo>
                  <a:lnTo>
                    <a:pt x="2413" y="8559"/>
                  </a:lnTo>
                  <a:lnTo>
                    <a:pt x="2222" y="8788"/>
                  </a:lnTo>
                  <a:lnTo>
                    <a:pt x="2438" y="8966"/>
                  </a:lnTo>
                  <a:lnTo>
                    <a:pt x="2628" y="8750"/>
                  </a:lnTo>
                  <a:close/>
                </a:path>
                <a:path w="3175" h="16509">
                  <a:moveTo>
                    <a:pt x="2667" y="11607"/>
                  </a:moveTo>
                  <a:lnTo>
                    <a:pt x="2413" y="11455"/>
                  </a:lnTo>
                  <a:lnTo>
                    <a:pt x="2260" y="11722"/>
                  </a:lnTo>
                  <a:lnTo>
                    <a:pt x="2514" y="11861"/>
                  </a:lnTo>
                  <a:lnTo>
                    <a:pt x="2667" y="11607"/>
                  </a:lnTo>
                  <a:close/>
                </a:path>
                <a:path w="3175" h="16509">
                  <a:moveTo>
                    <a:pt x="2667" y="11137"/>
                  </a:moveTo>
                  <a:lnTo>
                    <a:pt x="2527" y="10960"/>
                  </a:lnTo>
                  <a:lnTo>
                    <a:pt x="2362" y="11099"/>
                  </a:lnTo>
                  <a:lnTo>
                    <a:pt x="2489" y="11277"/>
                  </a:lnTo>
                  <a:lnTo>
                    <a:pt x="2667" y="11137"/>
                  </a:lnTo>
                  <a:close/>
                </a:path>
                <a:path w="3175" h="16509">
                  <a:moveTo>
                    <a:pt x="2692" y="15087"/>
                  </a:moveTo>
                  <a:lnTo>
                    <a:pt x="2476" y="14998"/>
                  </a:lnTo>
                  <a:lnTo>
                    <a:pt x="2374" y="15214"/>
                  </a:lnTo>
                  <a:lnTo>
                    <a:pt x="2590" y="15316"/>
                  </a:lnTo>
                  <a:lnTo>
                    <a:pt x="2692" y="150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7" name="object 167"/>
            <p:cNvSpPr/>
            <p:nvPr/>
          </p:nvSpPr>
          <p:spPr>
            <a:xfrm>
              <a:off x="4064038" y="1187056"/>
              <a:ext cx="58419" cy="66675"/>
            </a:xfrm>
            <a:custGeom>
              <a:avLst/>
              <a:gdLst/>
              <a:ahLst/>
              <a:cxnLst/>
              <a:rect l="l" t="t" r="r" b="b"/>
              <a:pathLst>
                <a:path w="58420" h="66675">
                  <a:moveTo>
                    <a:pt x="304" y="45364"/>
                  </a:moveTo>
                  <a:lnTo>
                    <a:pt x="177" y="45173"/>
                  </a:lnTo>
                  <a:lnTo>
                    <a:pt x="0" y="45288"/>
                  </a:lnTo>
                  <a:lnTo>
                    <a:pt x="114" y="45478"/>
                  </a:lnTo>
                  <a:lnTo>
                    <a:pt x="304" y="45364"/>
                  </a:lnTo>
                  <a:close/>
                </a:path>
                <a:path w="58420" h="66675">
                  <a:moveTo>
                    <a:pt x="495" y="62890"/>
                  </a:moveTo>
                  <a:lnTo>
                    <a:pt x="279" y="62814"/>
                  </a:lnTo>
                  <a:lnTo>
                    <a:pt x="203" y="63004"/>
                  </a:lnTo>
                  <a:lnTo>
                    <a:pt x="406" y="63106"/>
                  </a:lnTo>
                  <a:lnTo>
                    <a:pt x="495" y="62890"/>
                  </a:lnTo>
                  <a:close/>
                </a:path>
                <a:path w="58420" h="66675">
                  <a:moveTo>
                    <a:pt x="495" y="41935"/>
                  </a:moveTo>
                  <a:lnTo>
                    <a:pt x="279" y="41859"/>
                  </a:lnTo>
                  <a:lnTo>
                    <a:pt x="203" y="42062"/>
                  </a:lnTo>
                  <a:lnTo>
                    <a:pt x="406" y="42138"/>
                  </a:lnTo>
                  <a:lnTo>
                    <a:pt x="495" y="41935"/>
                  </a:lnTo>
                  <a:close/>
                </a:path>
                <a:path w="58420" h="66675">
                  <a:moveTo>
                    <a:pt x="508" y="65532"/>
                  </a:moveTo>
                  <a:lnTo>
                    <a:pt x="368" y="65290"/>
                  </a:lnTo>
                  <a:lnTo>
                    <a:pt x="139" y="65430"/>
                  </a:lnTo>
                  <a:lnTo>
                    <a:pt x="279" y="65659"/>
                  </a:lnTo>
                  <a:lnTo>
                    <a:pt x="508" y="65532"/>
                  </a:lnTo>
                  <a:close/>
                </a:path>
                <a:path w="58420" h="66675">
                  <a:moveTo>
                    <a:pt x="508" y="44564"/>
                  </a:moveTo>
                  <a:lnTo>
                    <a:pt x="368" y="44348"/>
                  </a:lnTo>
                  <a:lnTo>
                    <a:pt x="139" y="44488"/>
                  </a:lnTo>
                  <a:lnTo>
                    <a:pt x="279" y="44704"/>
                  </a:lnTo>
                  <a:lnTo>
                    <a:pt x="508" y="44564"/>
                  </a:lnTo>
                  <a:close/>
                </a:path>
                <a:path w="58420" h="66675">
                  <a:moveTo>
                    <a:pt x="520" y="66421"/>
                  </a:moveTo>
                  <a:lnTo>
                    <a:pt x="368" y="66268"/>
                  </a:lnTo>
                  <a:lnTo>
                    <a:pt x="177" y="66116"/>
                  </a:lnTo>
                  <a:lnTo>
                    <a:pt x="0" y="66243"/>
                  </a:lnTo>
                  <a:lnTo>
                    <a:pt x="114" y="66446"/>
                  </a:lnTo>
                  <a:lnTo>
                    <a:pt x="266" y="66370"/>
                  </a:lnTo>
                  <a:lnTo>
                    <a:pt x="381" y="66586"/>
                  </a:lnTo>
                  <a:lnTo>
                    <a:pt x="520" y="66421"/>
                  </a:lnTo>
                  <a:close/>
                </a:path>
                <a:path w="58420" h="66675">
                  <a:moveTo>
                    <a:pt x="520" y="45466"/>
                  </a:moveTo>
                  <a:lnTo>
                    <a:pt x="368" y="45313"/>
                  </a:lnTo>
                  <a:lnTo>
                    <a:pt x="203" y="45478"/>
                  </a:lnTo>
                  <a:lnTo>
                    <a:pt x="381" y="45631"/>
                  </a:lnTo>
                  <a:lnTo>
                    <a:pt x="520" y="45466"/>
                  </a:lnTo>
                  <a:close/>
                </a:path>
                <a:path w="58420" h="66675">
                  <a:moveTo>
                    <a:pt x="787" y="65379"/>
                  </a:moveTo>
                  <a:lnTo>
                    <a:pt x="609" y="65163"/>
                  </a:lnTo>
                  <a:lnTo>
                    <a:pt x="406" y="65328"/>
                  </a:lnTo>
                  <a:lnTo>
                    <a:pt x="558" y="65544"/>
                  </a:lnTo>
                  <a:lnTo>
                    <a:pt x="787" y="65379"/>
                  </a:lnTo>
                  <a:close/>
                </a:path>
                <a:path w="58420" h="66675">
                  <a:moveTo>
                    <a:pt x="787" y="44437"/>
                  </a:moveTo>
                  <a:lnTo>
                    <a:pt x="609" y="44221"/>
                  </a:lnTo>
                  <a:lnTo>
                    <a:pt x="406" y="44373"/>
                  </a:lnTo>
                  <a:lnTo>
                    <a:pt x="558" y="44589"/>
                  </a:lnTo>
                  <a:lnTo>
                    <a:pt x="787" y="44437"/>
                  </a:lnTo>
                  <a:close/>
                </a:path>
                <a:path w="58420" h="66675">
                  <a:moveTo>
                    <a:pt x="825" y="64325"/>
                  </a:moveTo>
                  <a:lnTo>
                    <a:pt x="622" y="64147"/>
                  </a:lnTo>
                  <a:lnTo>
                    <a:pt x="431" y="64312"/>
                  </a:lnTo>
                  <a:lnTo>
                    <a:pt x="622" y="64528"/>
                  </a:lnTo>
                  <a:lnTo>
                    <a:pt x="825" y="64325"/>
                  </a:lnTo>
                  <a:close/>
                </a:path>
                <a:path w="58420" h="66675">
                  <a:moveTo>
                    <a:pt x="825" y="43383"/>
                  </a:moveTo>
                  <a:lnTo>
                    <a:pt x="622" y="43180"/>
                  </a:lnTo>
                  <a:lnTo>
                    <a:pt x="431" y="43370"/>
                  </a:lnTo>
                  <a:lnTo>
                    <a:pt x="622" y="43573"/>
                  </a:lnTo>
                  <a:lnTo>
                    <a:pt x="825" y="43383"/>
                  </a:lnTo>
                  <a:close/>
                </a:path>
                <a:path w="58420" h="66675">
                  <a:moveTo>
                    <a:pt x="1079" y="64579"/>
                  </a:moveTo>
                  <a:lnTo>
                    <a:pt x="914" y="64427"/>
                  </a:lnTo>
                  <a:lnTo>
                    <a:pt x="762" y="64604"/>
                  </a:lnTo>
                  <a:lnTo>
                    <a:pt x="914" y="64744"/>
                  </a:lnTo>
                  <a:lnTo>
                    <a:pt x="1079" y="64579"/>
                  </a:lnTo>
                  <a:close/>
                </a:path>
                <a:path w="58420" h="66675">
                  <a:moveTo>
                    <a:pt x="1092" y="43649"/>
                  </a:moveTo>
                  <a:lnTo>
                    <a:pt x="927" y="43497"/>
                  </a:lnTo>
                  <a:lnTo>
                    <a:pt x="774" y="43675"/>
                  </a:lnTo>
                  <a:lnTo>
                    <a:pt x="939" y="43815"/>
                  </a:lnTo>
                  <a:lnTo>
                    <a:pt x="1092" y="43649"/>
                  </a:lnTo>
                  <a:close/>
                </a:path>
                <a:path w="58420" h="66675">
                  <a:moveTo>
                    <a:pt x="1130" y="64008"/>
                  </a:moveTo>
                  <a:lnTo>
                    <a:pt x="939" y="63906"/>
                  </a:lnTo>
                  <a:lnTo>
                    <a:pt x="825" y="64071"/>
                  </a:lnTo>
                  <a:lnTo>
                    <a:pt x="1016" y="64211"/>
                  </a:lnTo>
                  <a:lnTo>
                    <a:pt x="1130" y="64008"/>
                  </a:lnTo>
                  <a:close/>
                </a:path>
                <a:path w="58420" h="66675">
                  <a:moveTo>
                    <a:pt x="1130" y="43053"/>
                  </a:moveTo>
                  <a:lnTo>
                    <a:pt x="939" y="42938"/>
                  </a:lnTo>
                  <a:lnTo>
                    <a:pt x="825" y="43129"/>
                  </a:lnTo>
                  <a:lnTo>
                    <a:pt x="1016" y="43256"/>
                  </a:lnTo>
                  <a:lnTo>
                    <a:pt x="1130" y="43053"/>
                  </a:lnTo>
                  <a:close/>
                </a:path>
                <a:path w="58420" h="66675">
                  <a:moveTo>
                    <a:pt x="1231" y="63436"/>
                  </a:moveTo>
                  <a:lnTo>
                    <a:pt x="1054" y="63258"/>
                  </a:lnTo>
                  <a:lnTo>
                    <a:pt x="876" y="63436"/>
                  </a:lnTo>
                  <a:lnTo>
                    <a:pt x="1054" y="63614"/>
                  </a:lnTo>
                  <a:lnTo>
                    <a:pt x="1231" y="63436"/>
                  </a:lnTo>
                  <a:close/>
                </a:path>
                <a:path w="58420" h="66675">
                  <a:moveTo>
                    <a:pt x="1231" y="42468"/>
                  </a:moveTo>
                  <a:lnTo>
                    <a:pt x="1054" y="42291"/>
                  </a:lnTo>
                  <a:lnTo>
                    <a:pt x="876" y="42468"/>
                  </a:lnTo>
                  <a:lnTo>
                    <a:pt x="1054" y="42646"/>
                  </a:lnTo>
                  <a:lnTo>
                    <a:pt x="1231" y="42468"/>
                  </a:lnTo>
                  <a:close/>
                </a:path>
                <a:path w="58420" h="66675">
                  <a:moveTo>
                    <a:pt x="1257" y="65951"/>
                  </a:moveTo>
                  <a:lnTo>
                    <a:pt x="1117" y="65773"/>
                  </a:lnTo>
                  <a:lnTo>
                    <a:pt x="914" y="65913"/>
                  </a:lnTo>
                  <a:lnTo>
                    <a:pt x="1066" y="66116"/>
                  </a:lnTo>
                  <a:lnTo>
                    <a:pt x="1257" y="65951"/>
                  </a:lnTo>
                  <a:close/>
                </a:path>
                <a:path w="58420" h="66675">
                  <a:moveTo>
                    <a:pt x="1257" y="45021"/>
                  </a:moveTo>
                  <a:lnTo>
                    <a:pt x="1117" y="44818"/>
                  </a:lnTo>
                  <a:lnTo>
                    <a:pt x="914" y="44958"/>
                  </a:lnTo>
                  <a:lnTo>
                    <a:pt x="1066" y="45161"/>
                  </a:lnTo>
                  <a:lnTo>
                    <a:pt x="1257" y="45021"/>
                  </a:lnTo>
                  <a:close/>
                </a:path>
                <a:path w="58420" h="66675">
                  <a:moveTo>
                    <a:pt x="1384" y="65189"/>
                  </a:moveTo>
                  <a:lnTo>
                    <a:pt x="1231" y="64985"/>
                  </a:lnTo>
                  <a:lnTo>
                    <a:pt x="1028" y="65138"/>
                  </a:lnTo>
                  <a:lnTo>
                    <a:pt x="1168" y="65354"/>
                  </a:lnTo>
                  <a:lnTo>
                    <a:pt x="1384" y="65189"/>
                  </a:lnTo>
                  <a:close/>
                </a:path>
                <a:path w="58420" h="66675">
                  <a:moveTo>
                    <a:pt x="1384" y="44246"/>
                  </a:moveTo>
                  <a:lnTo>
                    <a:pt x="1231" y="44030"/>
                  </a:lnTo>
                  <a:lnTo>
                    <a:pt x="1028" y="44170"/>
                  </a:lnTo>
                  <a:lnTo>
                    <a:pt x="1168" y="44386"/>
                  </a:lnTo>
                  <a:lnTo>
                    <a:pt x="1384" y="44246"/>
                  </a:lnTo>
                  <a:close/>
                </a:path>
                <a:path w="58420" h="66675">
                  <a:moveTo>
                    <a:pt x="1549" y="63157"/>
                  </a:moveTo>
                  <a:lnTo>
                    <a:pt x="1333" y="63042"/>
                  </a:lnTo>
                  <a:lnTo>
                    <a:pt x="1219" y="63271"/>
                  </a:lnTo>
                  <a:lnTo>
                    <a:pt x="1447" y="63398"/>
                  </a:lnTo>
                  <a:lnTo>
                    <a:pt x="1549" y="63157"/>
                  </a:lnTo>
                  <a:close/>
                </a:path>
                <a:path w="58420" h="66675">
                  <a:moveTo>
                    <a:pt x="1549" y="42189"/>
                  </a:moveTo>
                  <a:lnTo>
                    <a:pt x="1333" y="42113"/>
                  </a:lnTo>
                  <a:lnTo>
                    <a:pt x="1219" y="42316"/>
                  </a:lnTo>
                  <a:lnTo>
                    <a:pt x="1447" y="42430"/>
                  </a:lnTo>
                  <a:lnTo>
                    <a:pt x="1549" y="42189"/>
                  </a:lnTo>
                  <a:close/>
                </a:path>
                <a:path w="58420" h="66675">
                  <a:moveTo>
                    <a:pt x="1701" y="45186"/>
                  </a:moveTo>
                  <a:lnTo>
                    <a:pt x="1536" y="44970"/>
                  </a:lnTo>
                  <a:lnTo>
                    <a:pt x="1320" y="45135"/>
                  </a:lnTo>
                  <a:lnTo>
                    <a:pt x="1473" y="45351"/>
                  </a:lnTo>
                  <a:lnTo>
                    <a:pt x="1701" y="45186"/>
                  </a:lnTo>
                  <a:close/>
                </a:path>
                <a:path w="58420" h="66675">
                  <a:moveTo>
                    <a:pt x="1778" y="63766"/>
                  </a:moveTo>
                  <a:lnTo>
                    <a:pt x="1600" y="63588"/>
                  </a:lnTo>
                  <a:lnTo>
                    <a:pt x="1447" y="63754"/>
                  </a:lnTo>
                  <a:lnTo>
                    <a:pt x="1600" y="63931"/>
                  </a:lnTo>
                  <a:lnTo>
                    <a:pt x="1778" y="63766"/>
                  </a:lnTo>
                  <a:close/>
                </a:path>
                <a:path w="58420" h="66675">
                  <a:moveTo>
                    <a:pt x="1778" y="42799"/>
                  </a:moveTo>
                  <a:lnTo>
                    <a:pt x="1600" y="42633"/>
                  </a:lnTo>
                  <a:lnTo>
                    <a:pt x="1447" y="42799"/>
                  </a:lnTo>
                  <a:lnTo>
                    <a:pt x="1600" y="42976"/>
                  </a:lnTo>
                  <a:lnTo>
                    <a:pt x="1778" y="42799"/>
                  </a:lnTo>
                  <a:close/>
                </a:path>
                <a:path w="58420" h="66675">
                  <a:moveTo>
                    <a:pt x="1828" y="62776"/>
                  </a:moveTo>
                  <a:lnTo>
                    <a:pt x="1638" y="62547"/>
                  </a:lnTo>
                  <a:lnTo>
                    <a:pt x="1422" y="62725"/>
                  </a:lnTo>
                  <a:lnTo>
                    <a:pt x="1600" y="62953"/>
                  </a:lnTo>
                  <a:lnTo>
                    <a:pt x="1828" y="62776"/>
                  </a:lnTo>
                  <a:close/>
                </a:path>
                <a:path w="58420" h="66675">
                  <a:moveTo>
                    <a:pt x="1828" y="41821"/>
                  </a:moveTo>
                  <a:lnTo>
                    <a:pt x="1638" y="41579"/>
                  </a:lnTo>
                  <a:lnTo>
                    <a:pt x="1422" y="41795"/>
                  </a:lnTo>
                  <a:lnTo>
                    <a:pt x="1600" y="41998"/>
                  </a:lnTo>
                  <a:lnTo>
                    <a:pt x="1828" y="41821"/>
                  </a:lnTo>
                  <a:close/>
                </a:path>
                <a:path w="58420" h="66675">
                  <a:moveTo>
                    <a:pt x="1917" y="64820"/>
                  </a:moveTo>
                  <a:lnTo>
                    <a:pt x="1714" y="64643"/>
                  </a:lnTo>
                  <a:lnTo>
                    <a:pt x="1536" y="64846"/>
                  </a:lnTo>
                  <a:lnTo>
                    <a:pt x="1765" y="65024"/>
                  </a:lnTo>
                  <a:lnTo>
                    <a:pt x="1917" y="64820"/>
                  </a:lnTo>
                  <a:close/>
                </a:path>
                <a:path w="58420" h="66675">
                  <a:moveTo>
                    <a:pt x="1917" y="43865"/>
                  </a:moveTo>
                  <a:lnTo>
                    <a:pt x="1714" y="43688"/>
                  </a:lnTo>
                  <a:lnTo>
                    <a:pt x="1536" y="43903"/>
                  </a:lnTo>
                  <a:lnTo>
                    <a:pt x="1765" y="44069"/>
                  </a:lnTo>
                  <a:lnTo>
                    <a:pt x="1917" y="43865"/>
                  </a:lnTo>
                  <a:close/>
                </a:path>
                <a:path w="58420" h="66675">
                  <a:moveTo>
                    <a:pt x="2044" y="44754"/>
                  </a:moveTo>
                  <a:lnTo>
                    <a:pt x="1879" y="44538"/>
                  </a:lnTo>
                  <a:lnTo>
                    <a:pt x="1676" y="44716"/>
                  </a:lnTo>
                  <a:lnTo>
                    <a:pt x="1841" y="44932"/>
                  </a:lnTo>
                  <a:lnTo>
                    <a:pt x="2044" y="44754"/>
                  </a:lnTo>
                  <a:close/>
                </a:path>
                <a:path w="58420" h="66675">
                  <a:moveTo>
                    <a:pt x="2082" y="45694"/>
                  </a:moveTo>
                  <a:lnTo>
                    <a:pt x="1892" y="45478"/>
                  </a:lnTo>
                  <a:lnTo>
                    <a:pt x="1689" y="45681"/>
                  </a:lnTo>
                  <a:lnTo>
                    <a:pt x="1879" y="45897"/>
                  </a:lnTo>
                  <a:lnTo>
                    <a:pt x="2082" y="45694"/>
                  </a:lnTo>
                  <a:close/>
                </a:path>
                <a:path w="58420" h="66675">
                  <a:moveTo>
                    <a:pt x="39293" y="419"/>
                  </a:moveTo>
                  <a:lnTo>
                    <a:pt x="39268" y="292"/>
                  </a:lnTo>
                  <a:lnTo>
                    <a:pt x="39293" y="419"/>
                  </a:lnTo>
                  <a:close/>
                </a:path>
                <a:path w="58420" h="66675">
                  <a:moveTo>
                    <a:pt x="41122" y="38"/>
                  </a:moveTo>
                  <a:lnTo>
                    <a:pt x="40970" y="50"/>
                  </a:lnTo>
                  <a:lnTo>
                    <a:pt x="41122" y="38"/>
                  </a:lnTo>
                  <a:close/>
                </a:path>
                <a:path w="58420" h="66675">
                  <a:moveTo>
                    <a:pt x="41795" y="0"/>
                  </a:moveTo>
                  <a:close/>
                </a:path>
                <a:path w="58420" h="66675">
                  <a:moveTo>
                    <a:pt x="43180" y="6515"/>
                  </a:moveTo>
                  <a:close/>
                </a:path>
                <a:path w="58420" h="66675">
                  <a:moveTo>
                    <a:pt x="45834" y="4343"/>
                  </a:moveTo>
                  <a:lnTo>
                    <a:pt x="45834" y="4546"/>
                  </a:lnTo>
                  <a:lnTo>
                    <a:pt x="45834" y="4343"/>
                  </a:lnTo>
                  <a:close/>
                </a:path>
                <a:path w="58420" h="66675">
                  <a:moveTo>
                    <a:pt x="47967" y="5156"/>
                  </a:moveTo>
                  <a:lnTo>
                    <a:pt x="47840" y="5092"/>
                  </a:lnTo>
                  <a:lnTo>
                    <a:pt x="47967" y="5156"/>
                  </a:lnTo>
                  <a:close/>
                </a:path>
                <a:path w="58420" h="66675">
                  <a:moveTo>
                    <a:pt x="48247" y="3530"/>
                  </a:moveTo>
                  <a:lnTo>
                    <a:pt x="47980" y="3505"/>
                  </a:lnTo>
                  <a:lnTo>
                    <a:pt x="47840" y="3467"/>
                  </a:lnTo>
                  <a:lnTo>
                    <a:pt x="47523" y="3403"/>
                  </a:lnTo>
                  <a:lnTo>
                    <a:pt x="47764" y="3556"/>
                  </a:lnTo>
                  <a:lnTo>
                    <a:pt x="48247" y="3530"/>
                  </a:lnTo>
                  <a:close/>
                </a:path>
                <a:path w="58420" h="66675">
                  <a:moveTo>
                    <a:pt x="48920" y="2603"/>
                  </a:moveTo>
                  <a:lnTo>
                    <a:pt x="48755" y="2654"/>
                  </a:lnTo>
                  <a:lnTo>
                    <a:pt x="48920" y="2603"/>
                  </a:lnTo>
                  <a:close/>
                </a:path>
                <a:path w="58420" h="66675">
                  <a:moveTo>
                    <a:pt x="50698" y="5638"/>
                  </a:moveTo>
                  <a:lnTo>
                    <a:pt x="50444" y="5499"/>
                  </a:lnTo>
                  <a:lnTo>
                    <a:pt x="50558" y="5651"/>
                  </a:lnTo>
                  <a:lnTo>
                    <a:pt x="50698" y="5638"/>
                  </a:lnTo>
                  <a:close/>
                </a:path>
                <a:path w="58420" h="66675">
                  <a:moveTo>
                    <a:pt x="51587" y="3251"/>
                  </a:moveTo>
                  <a:lnTo>
                    <a:pt x="51346" y="3162"/>
                  </a:lnTo>
                  <a:lnTo>
                    <a:pt x="51587" y="3251"/>
                  </a:lnTo>
                  <a:close/>
                </a:path>
                <a:path w="58420" h="66675">
                  <a:moveTo>
                    <a:pt x="51739" y="3048"/>
                  </a:moveTo>
                  <a:close/>
                </a:path>
                <a:path w="58420" h="66675">
                  <a:moveTo>
                    <a:pt x="51803" y="3086"/>
                  </a:moveTo>
                  <a:close/>
                </a:path>
                <a:path w="58420" h="66675">
                  <a:moveTo>
                    <a:pt x="52031" y="3314"/>
                  </a:moveTo>
                  <a:lnTo>
                    <a:pt x="51828" y="3276"/>
                  </a:lnTo>
                  <a:lnTo>
                    <a:pt x="52031" y="3314"/>
                  </a:lnTo>
                  <a:close/>
                </a:path>
                <a:path w="58420" h="66675">
                  <a:moveTo>
                    <a:pt x="52374" y="3657"/>
                  </a:moveTo>
                  <a:lnTo>
                    <a:pt x="52171" y="3683"/>
                  </a:lnTo>
                  <a:lnTo>
                    <a:pt x="52374" y="3657"/>
                  </a:lnTo>
                  <a:close/>
                </a:path>
                <a:path w="58420" h="66675">
                  <a:moveTo>
                    <a:pt x="55486" y="3238"/>
                  </a:moveTo>
                  <a:lnTo>
                    <a:pt x="55448" y="3086"/>
                  </a:lnTo>
                  <a:lnTo>
                    <a:pt x="55321" y="3251"/>
                  </a:lnTo>
                  <a:lnTo>
                    <a:pt x="55486" y="3238"/>
                  </a:lnTo>
                  <a:close/>
                </a:path>
                <a:path w="58420" h="66675">
                  <a:moveTo>
                    <a:pt x="57124" y="5956"/>
                  </a:moveTo>
                  <a:lnTo>
                    <a:pt x="56972" y="5918"/>
                  </a:lnTo>
                  <a:lnTo>
                    <a:pt x="57048" y="6057"/>
                  </a:lnTo>
                  <a:close/>
                </a:path>
                <a:path w="58420" h="66675">
                  <a:moveTo>
                    <a:pt x="57645" y="5092"/>
                  </a:moveTo>
                  <a:lnTo>
                    <a:pt x="57569" y="4927"/>
                  </a:lnTo>
                  <a:lnTo>
                    <a:pt x="57543" y="5080"/>
                  </a:lnTo>
                  <a:close/>
                </a:path>
                <a:path w="58420" h="66675">
                  <a:moveTo>
                    <a:pt x="57848" y="5016"/>
                  </a:moveTo>
                  <a:close/>
                </a:path>
                <a:path w="58420" h="66675">
                  <a:moveTo>
                    <a:pt x="58267" y="3200"/>
                  </a:moveTo>
                  <a:lnTo>
                    <a:pt x="57975" y="3213"/>
                  </a:lnTo>
                  <a:lnTo>
                    <a:pt x="58204" y="32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8" name="object 168"/>
            <p:cNvSpPr/>
            <p:nvPr/>
          </p:nvSpPr>
          <p:spPr>
            <a:xfrm>
              <a:off x="4094823" y="1193888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70" h="15875">
                  <a:moveTo>
                    <a:pt x="76" y="7683"/>
                  </a:moveTo>
                  <a:close/>
                </a:path>
                <a:path w="26670" h="15875">
                  <a:moveTo>
                    <a:pt x="1905" y="1244"/>
                  </a:moveTo>
                  <a:lnTo>
                    <a:pt x="1739" y="1206"/>
                  </a:lnTo>
                  <a:lnTo>
                    <a:pt x="1905" y="1244"/>
                  </a:lnTo>
                  <a:close/>
                </a:path>
                <a:path w="26670" h="15875">
                  <a:moveTo>
                    <a:pt x="3606" y="11125"/>
                  </a:moveTo>
                  <a:close/>
                </a:path>
                <a:path w="26670" h="15875">
                  <a:moveTo>
                    <a:pt x="8064" y="10579"/>
                  </a:moveTo>
                  <a:lnTo>
                    <a:pt x="7937" y="10617"/>
                  </a:lnTo>
                  <a:lnTo>
                    <a:pt x="8064" y="10579"/>
                  </a:lnTo>
                  <a:close/>
                </a:path>
                <a:path w="26670" h="15875">
                  <a:moveTo>
                    <a:pt x="8509" y="9461"/>
                  </a:moveTo>
                  <a:lnTo>
                    <a:pt x="8496" y="9067"/>
                  </a:lnTo>
                  <a:lnTo>
                    <a:pt x="8496" y="8674"/>
                  </a:lnTo>
                  <a:lnTo>
                    <a:pt x="8407" y="8255"/>
                  </a:lnTo>
                  <a:lnTo>
                    <a:pt x="8432" y="8648"/>
                  </a:lnTo>
                  <a:lnTo>
                    <a:pt x="8420" y="9042"/>
                  </a:lnTo>
                  <a:lnTo>
                    <a:pt x="8509" y="9461"/>
                  </a:lnTo>
                  <a:close/>
                </a:path>
                <a:path w="26670" h="15875">
                  <a:moveTo>
                    <a:pt x="8928" y="5880"/>
                  </a:moveTo>
                  <a:lnTo>
                    <a:pt x="8788" y="5918"/>
                  </a:lnTo>
                  <a:lnTo>
                    <a:pt x="8928" y="5880"/>
                  </a:lnTo>
                  <a:close/>
                </a:path>
                <a:path w="26670" h="15875">
                  <a:moveTo>
                    <a:pt x="9093" y="1917"/>
                  </a:moveTo>
                  <a:close/>
                </a:path>
                <a:path w="26670" h="15875">
                  <a:moveTo>
                    <a:pt x="10375" y="7747"/>
                  </a:moveTo>
                  <a:lnTo>
                    <a:pt x="10210" y="8420"/>
                  </a:lnTo>
                  <a:lnTo>
                    <a:pt x="10198" y="9118"/>
                  </a:lnTo>
                  <a:lnTo>
                    <a:pt x="10248" y="9601"/>
                  </a:lnTo>
                  <a:lnTo>
                    <a:pt x="10261" y="8851"/>
                  </a:lnTo>
                  <a:lnTo>
                    <a:pt x="10312" y="8470"/>
                  </a:lnTo>
                  <a:lnTo>
                    <a:pt x="10375" y="7759"/>
                  </a:lnTo>
                  <a:close/>
                </a:path>
                <a:path w="26670" h="15875">
                  <a:moveTo>
                    <a:pt x="10718" y="5842"/>
                  </a:moveTo>
                  <a:lnTo>
                    <a:pt x="10553" y="5791"/>
                  </a:lnTo>
                  <a:lnTo>
                    <a:pt x="10629" y="5969"/>
                  </a:lnTo>
                  <a:lnTo>
                    <a:pt x="10718" y="5842"/>
                  </a:lnTo>
                  <a:close/>
                </a:path>
                <a:path w="26670" h="15875">
                  <a:moveTo>
                    <a:pt x="12293" y="1320"/>
                  </a:moveTo>
                  <a:lnTo>
                    <a:pt x="11988" y="1028"/>
                  </a:lnTo>
                  <a:lnTo>
                    <a:pt x="11988" y="1498"/>
                  </a:lnTo>
                  <a:lnTo>
                    <a:pt x="12293" y="1320"/>
                  </a:lnTo>
                  <a:close/>
                </a:path>
                <a:path w="26670" h="15875">
                  <a:moveTo>
                    <a:pt x="12801" y="1143"/>
                  </a:moveTo>
                  <a:close/>
                </a:path>
                <a:path w="26670" h="15875">
                  <a:moveTo>
                    <a:pt x="13169" y="4114"/>
                  </a:moveTo>
                  <a:close/>
                </a:path>
                <a:path w="26670" h="15875">
                  <a:moveTo>
                    <a:pt x="13208" y="8013"/>
                  </a:moveTo>
                  <a:close/>
                </a:path>
                <a:path w="26670" h="15875">
                  <a:moveTo>
                    <a:pt x="13462" y="10833"/>
                  </a:moveTo>
                  <a:lnTo>
                    <a:pt x="13309" y="10909"/>
                  </a:lnTo>
                  <a:lnTo>
                    <a:pt x="13462" y="10833"/>
                  </a:lnTo>
                  <a:close/>
                </a:path>
                <a:path w="26670" h="15875">
                  <a:moveTo>
                    <a:pt x="14046" y="15544"/>
                  </a:moveTo>
                  <a:lnTo>
                    <a:pt x="13931" y="14617"/>
                  </a:lnTo>
                  <a:lnTo>
                    <a:pt x="13792" y="13411"/>
                  </a:lnTo>
                  <a:lnTo>
                    <a:pt x="13792" y="12382"/>
                  </a:lnTo>
                  <a:lnTo>
                    <a:pt x="13754" y="13474"/>
                  </a:lnTo>
                  <a:lnTo>
                    <a:pt x="13843" y="14605"/>
                  </a:lnTo>
                  <a:lnTo>
                    <a:pt x="14046" y="15544"/>
                  </a:lnTo>
                  <a:close/>
                </a:path>
                <a:path w="26670" h="15875">
                  <a:moveTo>
                    <a:pt x="14439" y="1701"/>
                  </a:moveTo>
                  <a:lnTo>
                    <a:pt x="14376" y="1485"/>
                  </a:lnTo>
                  <a:lnTo>
                    <a:pt x="14351" y="1651"/>
                  </a:lnTo>
                  <a:close/>
                </a:path>
                <a:path w="26670" h="15875">
                  <a:moveTo>
                    <a:pt x="15659" y="12192"/>
                  </a:moveTo>
                  <a:lnTo>
                    <a:pt x="15519" y="12217"/>
                  </a:lnTo>
                  <a:lnTo>
                    <a:pt x="15659" y="12192"/>
                  </a:lnTo>
                  <a:close/>
                </a:path>
                <a:path w="26670" h="15875">
                  <a:moveTo>
                    <a:pt x="15760" y="11671"/>
                  </a:moveTo>
                  <a:lnTo>
                    <a:pt x="15519" y="11442"/>
                  </a:lnTo>
                  <a:lnTo>
                    <a:pt x="15163" y="11709"/>
                  </a:lnTo>
                  <a:lnTo>
                    <a:pt x="15113" y="11938"/>
                  </a:lnTo>
                  <a:lnTo>
                    <a:pt x="15265" y="11811"/>
                  </a:lnTo>
                  <a:lnTo>
                    <a:pt x="15405" y="11557"/>
                  </a:lnTo>
                  <a:lnTo>
                    <a:pt x="15760" y="11671"/>
                  </a:lnTo>
                  <a:close/>
                </a:path>
                <a:path w="26670" h="15875">
                  <a:moveTo>
                    <a:pt x="15925" y="3835"/>
                  </a:moveTo>
                  <a:lnTo>
                    <a:pt x="15709" y="4013"/>
                  </a:lnTo>
                  <a:lnTo>
                    <a:pt x="15392" y="4191"/>
                  </a:lnTo>
                  <a:lnTo>
                    <a:pt x="15125" y="4445"/>
                  </a:lnTo>
                  <a:lnTo>
                    <a:pt x="15303" y="4381"/>
                  </a:lnTo>
                  <a:lnTo>
                    <a:pt x="15405" y="4229"/>
                  </a:lnTo>
                  <a:lnTo>
                    <a:pt x="15633" y="4178"/>
                  </a:lnTo>
                  <a:lnTo>
                    <a:pt x="15925" y="3835"/>
                  </a:lnTo>
                  <a:close/>
                </a:path>
                <a:path w="26670" h="15875">
                  <a:moveTo>
                    <a:pt x="16141" y="876"/>
                  </a:moveTo>
                  <a:lnTo>
                    <a:pt x="16040" y="1130"/>
                  </a:lnTo>
                  <a:lnTo>
                    <a:pt x="16141" y="876"/>
                  </a:lnTo>
                  <a:close/>
                </a:path>
                <a:path w="26670" h="15875">
                  <a:moveTo>
                    <a:pt x="16497" y="1206"/>
                  </a:moveTo>
                  <a:close/>
                </a:path>
                <a:path w="26670" h="15875">
                  <a:moveTo>
                    <a:pt x="16662" y="889"/>
                  </a:moveTo>
                  <a:lnTo>
                    <a:pt x="16662" y="1016"/>
                  </a:lnTo>
                  <a:lnTo>
                    <a:pt x="16662" y="889"/>
                  </a:lnTo>
                  <a:close/>
                </a:path>
                <a:path w="26670" h="15875">
                  <a:moveTo>
                    <a:pt x="16713" y="9080"/>
                  </a:moveTo>
                  <a:lnTo>
                    <a:pt x="16611" y="9499"/>
                  </a:lnTo>
                  <a:lnTo>
                    <a:pt x="16522" y="10033"/>
                  </a:lnTo>
                  <a:lnTo>
                    <a:pt x="16560" y="10528"/>
                  </a:lnTo>
                  <a:lnTo>
                    <a:pt x="16548" y="10045"/>
                  </a:lnTo>
                  <a:lnTo>
                    <a:pt x="16687" y="9486"/>
                  </a:lnTo>
                  <a:lnTo>
                    <a:pt x="16713" y="9080"/>
                  </a:lnTo>
                  <a:close/>
                </a:path>
                <a:path w="26670" h="15875">
                  <a:moveTo>
                    <a:pt x="17919" y="1270"/>
                  </a:moveTo>
                  <a:close/>
                </a:path>
                <a:path w="26670" h="15875">
                  <a:moveTo>
                    <a:pt x="18503" y="3365"/>
                  </a:moveTo>
                  <a:lnTo>
                    <a:pt x="18389" y="2654"/>
                  </a:lnTo>
                  <a:lnTo>
                    <a:pt x="18122" y="2082"/>
                  </a:lnTo>
                  <a:lnTo>
                    <a:pt x="18186" y="1562"/>
                  </a:lnTo>
                  <a:lnTo>
                    <a:pt x="18135" y="2235"/>
                  </a:lnTo>
                  <a:lnTo>
                    <a:pt x="18300" y="2832"/>
                  </a:lnTo>
                  <a:lnTo>
                    <a:pt x="18503" y="3365"/>
                  </a:lnTo>
                  <a:close/>
                </a:path>
                <a:path w="26670" h="15875">
                  <a:moveTo>
                    <a:pt x="20256" y="8610"/>
                  </a:moveTo>
                  <a:lnTo>
                    <a:pt x="20154" y="8763"/>
                  </a:lnTo>
                  <a:lnTo>
                    <a:pt x="20002" y="9118"/>
                  </a:lnTo>
                  <a:lnTo>
                    <a:pt x="20129" y="9080"/>
                  </a:lnTo>
                  <a:lnTo>
                    <a:pt x="20142" y="8940"/>
                  </a:lnTo>
                  <a:lnTo>
                    <a:pt x="20256" y="8610"/>
                  </a:lnTo>
                  <a:close/>
                </a:path>
                <a:path w="26670" h="15875">
                  <a:moveTo>
                    <a:pt x="20612" y="12293"/>
                  </a:moveTo>
                  <a:lnTo>
                    <a:pt x="20485" y="12065"/>
                  </a:lnTo>
                  <a:lnTo>
                    <a:pt x="20485" y="12217"/>
                  </a:lnTo>
                  <a:lnTo>
                    <a:pt x="20612" y="12293"/>
                  </a:lnTo>
                  <a:close/>
                </a:path>
                <a:path w="26670" h="15875">
                  <a:moveTo>
                    <a:pt x="20980" y="3454"/>
                  </a:moveTo>
                  <a:lnTo>
                    <a:pt x="20840" y="3098"/>
                  </a:lnTo>
                  <a:lnTo>
                    <a:pt x="20459" y="3492"/>
                  </a:lnTo>
                  <a:lnTo>
                    <a:pt x="20459" y="3695"/>
                  </a:lnTo>
                  <a:lnTo>
                    <a:pt x="20523" y="3454"/>
                  </a:lnTo>
                  <a:lnTo>
                    <a:pt x="20789" y="3213"/>
                  </a:lnTo>
                  <a:lnTo>
                    <a:pt x="20980" y="3454"/>
                  </a:lnTo>
                  <a:close/>
                </a:path>
                <a:path w="26670" h="15875">
                  <a:moveTo>
                    <a:pt x="21234" y="2362"/>
                  </a:moveTo>
                  <a:close/>
                </a:path>
                <a:path w="26670" h="15875">
                  <a:moveTo>
                    <a:pt x="21437" y="12039"/>
                  </a:moveTo>
                  <a:lnTo>
                    <a:pt x="21361" y="12217"/>
                  </a:lnTo>
                  <a:lnTo>
                    <a:pt x="21247" y="12407"/>
                  </a:lnTo>
                  <a:lnTo>
                    <a:pt x="21437" y="12319"/>
                  </a:lnTo>
                  <a:lnTo>
                    <a:pt x="21437" y="12039"/>
                  </a:lnTo>
                  <a:close/>
                </a:path>
                <a:path w="26670" h="15875">
                  <a:moveTo>
                    <a:pt x="23558" y="4508"/>
                  </a:moveTo>
                  <a:lnTo>
                    <a:pt x="23418" y="4521"/>
                  </a:lnTo>
                  <a:lnTo>
                    <a:pt x="23558" y="4508"/>
                  </a:lnTo>
                  <a:close/>
                </a:path>
                <a:path w="26670" h="15875">
                  <a:moveTo>
                    <a:pt x="24244" y="152"/>
                  </a:moveTo>
                  <a:lnTo>
                    <a:pt x="24066" y="0"/>
                  </a:lnTo>
                  <a:lnTo>
                    <a:pt x="24206" y="241"/>
                  </a:lnTo>
                  <a:close/>
                </a:path>
                <a:path w="26670" h="15875">
                  <a:moveTo>
                    <a:pt x="24257" y="1206"/>
                  </a:moveTo>
                  <a:close/>
                </a:path>
                <a:path w="26670" h="15875">
                  <a:moveTo>
                    <a:pt x="26238" y="1828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9" name="object 169"/>
            <p:cNvSpPr/>
            <p:nvPr/>
          </p:nvSpPr>
          <p:spPr>
            <a:xfrm>
              <a:off x="4086542" y="1187005"/>
              <a:ext cx="35560" cy="30480"/>
            </a:xfrm>
            <a:custGeom>
              <a:avLst/>
              <a:gdLst/>
              <a:ahLst/>
              <a:cxnLst/>
              <a:rect l="l" t="t" r="r" b="b"/>
              <a:pathLst>
                <a:path w="35560" h="30480">
                  <a:moveTo>
                    <a:pt x="1155" y="5397"/>
                  </a:moveTo>
                  <a:lnTo>
                    <a:pt x="749" y="5270"/>
                  </a:lnTo>
                  <a:lnTo>
                    <a:pt x="622" y="5143"/>
                  </a:lnTo>
                  <a:lnTo>
                    <a:pt x="508" y="5016"/>
                  </a:lnTo>
                  <a:lnTo>
                    <a:pt x="533" y="5397"/>
                  </a:lnTo>
                  <a:lnTo>
                    <a:pt x="1155" y="5397"/>
                  </a:lnTo>
                  <a:close/>
                </a:path>
                <a:path w="35560" h="30480">
                  <a:moveTo>
                    <a:pt x="1600" y="5778"/>
                  </a:moveTo>
                  <a:lnTo>
                    <a:pt x="1333" y="5651"/>
                  </a:lnTo>
                  <a:lnTo>
                    <a:pt x="1333" y="5778"/>
                  </a:lnTo>
                  <a:lnTo>
                    <a:pt x="1600" y="5778"/>
                  </a:lnTo>
                  <a:close/>
                </a:path>
                <a:path w="35560" h="30480">
                  <a:moveTo>
                    <a:pt x="3048" y="12128"/>
                  </a:moveTo>
                  <a:lnTo>
                    <a:pt x="3009" y="12001"/>
                  </a:lnTo>
                  <a:lnTo>
                    <a:pt x="2882" y="11874"/>
                  </a:lnTo>
                  <a:lnTo>
                    <a:pt x="2870" y="12001"/>
                  </a:lnTo>
                  <a:lnTo>
                    <a:pt x="3048" y="12128"/>
                  </a:lnTo>
                  <a:close/>
                </a:path>
                <a:path w="35560" h="30480">
                  <a:moveTo>
                    <a:pt x="3251" y="12128"/>
                  </a:moveTo>
                  <a:lnTo>
                    <a:pt x="3048" y="12128"/>
                  </a:lnTo>
                  <a:lnTo>
                    <a:pt x="3238" y="12255"/>
                  </a:lnTo>
                  <a:lnTo>
                    <a:pt x="3251" y="12128"/>
                  </a:lnTo>
                  <a:close/>
                </a:path>
                <a:path w="35560" h="30480">
                  <a:moveTo>
                    <a:pt x="3759" y="10858"/>
                  </a:moveTo>
                  <a:lnTo>
                    <a:pt x="3606" y="10731"/>
                  </a:lnTo>
                  <a:lnTo>
                    <a:pt x="3619" y="10858"/>
                  </a:lnTo>
                  <a:lnTo>
                    <a:pt x="3759" y="10858"/>
                  </a:lnTo>
                  <a:close/>
                </a:path>
                <a:path w="35560" h="30480">
                  <a:moveTo>
                    <a:pt x="3975" y="10731"/>
                  </a:moveTo>
                  <a:lnTo>
                    <a:pt x="3848" y="10604"/>
                  </a:lnTo>
                  <a:lnTo>
                    <a:pt x="3759" y="10858"/>
                  </a:lnTo>
                  <a:lnTo>
                    <a:pt x="3975" y="10731"/>
                  </a:lnTo>
                  <a:close/>
                </a:path>
                <a:path w="35560" h="30480">
                  <a:moveTo>
                    <a:pt x="4660" y="10350"/>
                  </a:moveTo>
                  <a:lnTo>
                    <a:pt x="4445" y="10477"/>
                  </a:lnTo>
                  <a:lnTo>
                    <a:pt x="4483" y="10604"/>
                  </a:lnTo>
                  <a:lnTo>
                    <a:pt x="4572" y="10477"/>
                  </a:lnTo>
                  <a:lnTo>
                    <a:pt x="4660" y="10350"/>
                  </a:lnTo>
                  <a:close/>
                </a:path>
                <a:path w="35560" h="30480">
                  <a:moveTo>
                    <a:pt x="5994" y="16065"/>
                  </a:moveTo>
                  <a:lnTo>
                    <a:pt x="5626" y="16065"/>
                  </a:lnTo>
                  <a:lnTo>
                    <a:pt x="5245" y="16065"/>
                  </a:lnTo>
                  <a:lnTo>
                    <a:pt x="5334" y="16192"/>
                  </a:lnTo>
                  <a:lnTo>
                    <a:pt x="5969" y="16192"/>
                  </a:lnTo>
                  <a:lnTo>
                    <a:pt x="5994" y="16065"/>
                  </a:lnTo>
                  <a:close/>
                </a:path>
                <a:path w="35560" h="30480">
                  <a:moveTo>
                    <a:pt x="7505" y="19367"/>
                  </a:moveTo>
                  <a:lnTo>
                    <a:pt x="7137" y="19113"/>
                  </a:lnTo>
                  <a:lnTo>
                    <a:pt x="7188" y="19494"/>
                  </a:lnTo>
                  <a:lnTo>
                    <a:pt x="7505" y="19367"/>
                  </a:lnTo>
                  <a:close/>
                </a:path>
                <a:path w="35560" h="30480">
                  <a:moveTo>
                    <a:pt x="8585" y="14668"/>
                  </a:moveTo>
                  <a:lnTo>
                    <a:pt x="8432" y="14541"/>
                  </a:lnTo>
                  <a:lnTo>
                    <a:pt x="8331" y="14668"/>
                  </a:lnTo>
                  <a:lnTo>
                    <a:pt x="8585" y="14668"/>
                  </a:lnTo>
                  <a:close/>
                </a:path>
                <a:path w="35560" h="30480">
                  <a:moveTo>
                    <a:pt x="8750" y="14795"/>
                  </a:moveTo>
                  <a:lnTo>
                    <a:pt x="8585" y="14668"/>
                  </a:lnTo>
                  <a:lnTo>
                    <a:pt x="8623" y="14922"/>
                  </a:lnTo>
                  <a:lnTo>
                    <a:pt x="8750" y="14795"/>
                  </a:lnTo>
                  <a:close/>
                </a:path>
                <a:path w="35560" h="30480">
                  <a:moveTo>
                    <a:pt x="9055" y="14160"/>
                  </a:moveTo>
                  <a:lnTo>
                    <a:pt x="8432" y="14160"/>
                  </a:lnTo>
                  <a:lnTo>
                    <a:pt x="8432" y="14287"/>
                  </a:lnTo>
                  <a:lnTo>
                    <a:pt x="9055" y="14287"/>
                  </a:lnTo>
                  <a:lnTo>
                    <a:pt x="9055" y="14160"/>
                  </a:lnTo>
                  <a:close/>
                </a:path>
                <a:path w="35560" h="30480">
                  <a:moveTo>
                    <a:pt x="11328" y="8064"/>
                  </a:moveTo>
                  <a:lnTo>
                    <a:pt x="11087" y="7937"/>
                  </a:lnTo>
                  <a:lnTo>
                    <a:pt x="11099" y="8064"/>
                  </a:lnTo>
                  <a:lnTo>
                    <a:pt x="10947" y="8064"/>
                  </a:lnTo>
                  <a:lnTo>
                    <a:pt x="10947" y="8191"/>
                  </a:lnTo>
                  <a:lnTo>
                    <a:pt x="11099" y="8191"/>
                  </a:lnTo>
                  <a:lnTo>
                    <a:pt x="11163" y="8318"/>
                  </a:lnTo>
                  <a:lnTo>
                    <a:pt x="11290" y="8191"/>
                  </a:lnTo>
                  <a:lnTo>
                    <a:pt x="11328" y="8064"/>
                  </a:lnTo>
                  <a:close/>
                </a:path>
                <a:path w="35560" h="30480">
                  <a:moveTo>
                    <a:pt x="11417" y="7937"/>
                  </a:moveTo>
                  <a:lnTo>
                    <a:pt x="11188" y="7810"/>
                  </a:lnTo>
                  <a:lnTo>
                    <a:pt x="11112" y="7937"/>
                  </a:lnTo>
                  <a:lnTo>
                    <a:pt x="11417" y="7937"/>
                  </a:lnTo>
                  <a:close/>
                </a:path>
                <a:path w="35560" h="30480">
                  <a:moveTo>
                    <a:pt x="11506" y="5651"/>
                  </a:moveTo>
                  <a:lnTo>
                    <a:pt x="10083" y="5651"/>
                  </a:lnTo>
                  <a:lnTo>
                    <a:pt x="9931" y="5778"/>
                  </a:lnTo>
                  <a:lnTo>
                    <a:pt x="11049" y="5778"/>
                  </a:lnTo>
                  <a:lnTo>
                    <a:pt x="11506" y="5651"/>
                  </a:lnTo>
                  <a:close/>
                </a:path>
                <a:path w="35560" h="30480">
                  <a:moveTo>
                    <a:pt x="11722" y="7810"/>
                  </a:moveTo>
                  <a:lnTo>
                    <a:pt x="11468" y="7810"/>
                  </a:lnTo>
                  <a:lnTo>
                    <a:pt x="11722" y="7937"/>
                  </a:lnTo>
                  <a:lnTo>
                    <a:pt x="11722" y="7810"/>
                  </a:lnTo>
                  <a:close/>
                </a:path>
                <a:path w="35560" h="30480">
                  <a:moveTo>
                    <a:pt x="11963" y="5143"/>
                  </a:moveTo>
                  <a:lnTo>
                    <a:pt x="11760" y="5143"/>
                  </a:lnTo>
                  <a:lnTo>
                    <a:pt x="11798" y="5270"/>
                  </a:lnTo>
                  <a:lnTo>
                    <a:pt x="11963" y="5143"/>
                  </a:lnTo>
                  <a:close/>
                </a:path>
                <a:path w="35560" h="30480">
                  <a:moveTo>
                    <a:pt x="13309" y="22288"/>
                  </a:moveTo>
                  <a:lnTo>
                    <a:pt x="13055" y="22288"/>
                  </a:lnTo>
                  <a:lnTo>
                    <a:pt x="13055" y="22415"/>
                  </a:lnTo>
                  <a:lnTo>
                    <a:pt x="13220" y="22415"/>
                  </a:lnTo>
                  <a:lnTo>
                    <a:pt x="13309" y="22288"/>
                  </a:lnTo>
                  <a:close/>
                </a:path>
                <a:path w="35560" h="30480">
                  <a:moveTo>
                    <a:pt x="13677" y="13906"/>
                  </a:moveTo>
                  <a:lnTo>
                    <a:pt x="12522" y="13906"/>
                  </a:lnTo>
                  <a:lnTo>
                    <a:pt x="12382" y="14033"/>
                  </a:lnTo>
                  <a:lnTo>
                    <a:pt x="12522" y="14033"/>
                  </a:lnTo>
                  <a:lnTo>
                    <a:pt x="12560" y="14160"/>
                  </a:lnTo>
                  <a:lnTo>
                    <a:pt x="13563" y="14160"/>
                  </a:lnTo>
                  <a:lnTo>
                    <a:pt x="13538" y="14033"/>
                  </a:lnTo>
                  <a:lnTo>
                    <a:pt x="13398" y="14033"/>
                  </a:lnTo>
                  <a:lnTo>
                    <a:pt x="13677" y="13906"/>
                  </a:lnTo>
                  <a:close/>
                </a:path>
                <a:path w="35560" h="30480">
                  <a:moveTo>
                    <a:pt x="13817" y="21399"/>
                  </a:moveTo>
                  <a:lnTo>
                    <a:pt x="13766" y="20002"/>
                  </a:lnTo>
                  <a:lnTo>
                    <a:pt x="13639" y="20129"/>
                  </a:lnTo>
                  <a:lnTo>
                    <a:pt x="13627" y="20891"/>
                  </a:lnTo>
                  <a:lnTo>
                    <a:pt x="13500" y="21399"/>
                  </a:lnTo>
                  <a:lnTo>
                    <a:pt x="13817" y="21399"/>
                  </a:lnTo>
                  <a:close/>
                </a:path>
                <a:path w="35560" h="30480">
                  <a:moveTo>
                    <a:pt x="13843" y="22288"/>
                  </a:moveTo>
                  <a:lnTo>
                    <a:pt x="13817" y="21653"/>
                  </a:lnTo>
                  <a:lnTo>
                    <a:pt x="13436" y="21653"/>
                  </a:lnTo>
                  <a:lnTo>
                    <a:pt x="13423" y="21780"/>
                  </a:lnTo>
                  <a:lnTo>
                    <a:pt x="13309" y="22288"/>
                  </a:lnTo>
                  <a:lnTo>
                    <a:pt x="13843" y="22288"/>
                  </a:lnTo>
                  <a:close/>
                </a:path>
                <a:path w="35560" h="30480">
                  <a:moveTo>
                    <a:pt x="14401" y="14160"/>
                  </a:moveTo>
                  <a:lnTo>
                    <a:pt x="13563" y="14160"/>
                  </a:lnTo>
                  <a:lnTo>
                    <a:pt x="13589" y="14287"/>
                  </a:lnTo>
                  <a:lnTo>
                    <a:pt x="14401" y="14287"/>
                  </a:lnTo>
                  <a:lnTo>
                    <a:pt x="14401" y="14160"/>
                  </a:lnTo>
                  <a:close/>
                </a:path>
                <a:path w="35560" h="30480">
                  <a:moveTo>
                    <a:pt x="14414" y="13779"/>
                  </a:moveTo>
                  <a:lnTo>
                    <a:pt x="13677" y="13906"/>
                  </a:lnTo>
                  <a:lnTo>
                    <a:pt x="14401" y="13906"/>
                  </a:lnTo>
                  <a:lnTo>
                    <a:pt x="14414" y="13779"/>
                  </a:lnTo>
                  <a:close/>
                </a:path>
                <a:path w="35560" h="30480">
                  <a:moveTo>
                    <a:pt x="14528" y="21653"/>
                  </a:moveTo>
                  <a:lnTo>
                    <a:pt x="14516" y="21399"/>
                  </a:lnTo>
                  <a:lnTo>
                    <a:pt x="13817" y="21399"/>
                  </a:lnTo>
                  <a:lnTo>
                    <a:pt x="13817" y="21653"/>
                  </a:lnTo>
                  <a:lnTo>
                    <a:pt x="14528" y="21653"/>
                  </a:lnTo>
                  <a:close/>
                </a:path>
                <a:path w="35560" h="30480">
                  <a:moveTo>
                    <a:pt x="14617" y="14160"/>
                  </a:moveTo>
                  <a:lnTo>
                    <a:pt x="14592" y="13906"/>
                  </a:lnTo>
                  <a:lnTo>
                    <a:pt x="14401" y="13906"/>
                  </a:lnTo>
                  <a:lnTo>
                    <a:pt x="14401" y="14160"/>
                  </a:lnTo>
                  <a:lnTo>
                    <a:pt x="14617" y="14160"/>
                  </a:lnTo>
                  <a:close/>
                </a:path>
                <a:path w="35560" h="30480">
                  <a:moveTo>
                    <a:pt x="14732" y="22415"/>
                  </a:moveTo>
                  <a:lnTo>
                    <a:pt x="14693" y="22288"/>
                  </a:lnTo>
                  <a:lnTo>
                    <a:pt x="13843" y="22288"/>
                  </a:lnTo>
                  <a:lnTo>
                    <a:pt x="13957" y="22415"/>
                  </a:lnTo>
                  <a:lnTo>
                    <a:pt x="14732" y="22415"/>
                  </a:lnTo>
                  <a:close/>
                </a:path>
                <a:path w="35560" h="30480">
                  <a:moveTo>
                    <a:pt x="15201" y="25806"/>
                  </a:moveTo>
                  <a:lnTo>
                    <a:pt x="15163" y="25666"/>
                  </a:lnTo>
                  <a:lnTo>
                    <a:pt x="15201" y="25806"/>
                  </a:lnTo>
                  <a:close/>
                </a:path>
                <a:path w="35560" h="30480">
                  <a:moveTo>
                    <a:pt x="15265" y="26225"/>
                  </a:moveTo>
                  <a:lnTo>
                    <a:pt x="15138" y="26162"/>
                  </a:lnTo>
                  <a:lnTo>
                    <a:pt x="14947" y="26225"/>
                  </a:lnTo>
                  <a:lnTo>
                    <a:pt x="14795" y="26225"/>
                  </a:lnTo>
                  <a:lnTo>
                    <a:pt x="14833" y="26352"/>
                  </a:lnTo>
                  <a:lnTo>
                    <a:pt x="15201" y="26352"/>
                  </a:lnTo>
                  <a:lnTo>
                    <a:pt x="15265" y="26225"/>
                  </a:lnTo>
                  <a:close/>
                </a:path>
                <a:path w="35560" h="30480">
                  <a:moveTo>
                    <a:pt x="15481" y="21653"/>
                  </a:moveTo>
                  <a:lnTo>
                    <a:pt x="15125" y="21653"/>
                  </a:lnTo>
                  <a:lnTo>
                    <a:pt x="15100" y="21780"/>
                  </a:lnTo>
                  <a:lnTo>
                    <a:pt x="15100" y="21653"/>
                  </a:lnTo>
                  <a:lnTo>
                    <a:pt x="14528" y="21653"/>
                  </a:lnTo>
                  <a:lnTo>
                    <a:pt x="14579" y="21907"/>
                  </a:lnTo>
                  <a:lnTo>
                    <a:pt x="14693" y="22288"/>
                  </a:lnTo>
                  <a:lnTo>
                    <a:pt x="15214" y="22288"/>
                  </a:lnTo>
                  <a:lnTo>
                    <a:pt x="15240" y="22034"/>
                  </a:lnTo>
                  <a:lnTo>
                    <a:pt x="15468" y="22034"/>
                  </a:lnTo>
                  <a:lnTo>
                    <a:pt x="15481" y="21780"/>
                  </a:lnTo>
                  <a:lnTo>
                    <a:pt x="15481" y="21653"/>
                  </a:lnTo>
                  <a:close/>
                </a:path>
                <a:path w="35560" h="30480">
                  <a:moveTo>
                    <a:pt x="15544" y="25374"/>
                  </a:moveTo>
                  <a:lnTo>
                    <a:pt x="15532" y="25577"/>
                  </a:lnTo>
                  <a:lnTo>
                    <a:pt x="15544" y="25374"/>
                  </a:lnTo>
                  <a:close/>
                </a:path>
                <a:path w="35560" h="30480">
                  <a:moveTo>
                    <a:pt x="15582" y="13906"/>
                  </a:moveTo>
                  <a:lnTo>
                    <a:pt x="15468" y="13779"/>
                  </a:lnTo>
                  <a:lnTo>
                    <a:pt x="14592" y="13779"/>
                  </a:lnTo>
                  <a:lnTo>
                    <a:pt x="14592" y="13906"/>
                  </a:lnTo>
                  <a:lnTo>
                    <a:pt x="15582" y="13906"/>
                  </a:lnTo>
                  <a:close/>
                </a:path>
                <a:path w="35560" h="30480">
                  <a:moveTo>
                    <a:pt x="15849" y="8318"/>
                  </a:moveTo>
                  <a:lnTo>
                    <a:pt x="11442" y="8318"/>
                  </a:lnTo>
                  <a:lnTo>
                    <a:pt x="11430" y="8445"/>
                  </a:lnTo>
                  <a:lnTo>
                    <a:pt x="11442" y="8318"/>
                  </a:lnTo>
                  <a:lnTo>
                    <a:pt x="11264" y="8318"/>
                  </a:lnTo>
                  <a:lnTo>
                    <a:pt x="11239" y="8445"/>
                  </a:lnTo>
                  <a:lnTo>
                    <a:pt x="11163" y="8318"/>
                  </a:lnTo>
                  <a:lnTo>
                    <a:pt x="10617" y="8318"/>
                  </a:lnTo>
                  <a:lnTo>
                    <a:pt x="10642" y="8064"/>
                  </a:lnTo>
                  <a:lnTo>
                    <a:pt x="10287" y="8064"/>
                  </a:lnTo>
                  <a:lnTo>
                    <a:pt x="10401" y="8318"/>
                  </a:lnTo>
                  <a:lnTo>
                    <a:pt x="10274" y="8318"/>
                  </a:lnTo>
                  <a:lnTo>
                    <a:pt x="10172" y="8572"/>
                  </a:lnTo>
                  <a:lnTo>
                    <a:pt x="15836" y="8572"/>
                  </a:lnTo>
                  <a:lnTo>
                    <a:pt x="15849" y="8445"/>
                  </a:lnTo>
                  <a:lnTo>
                    <a:pt x="15849" y="8318"/>
                  </a:lnTo>
                  <a:close/>
                </a:path>
                <a:path w="35560" h="30480">
                  <a:moveTo>
                    <a:pt x="15875" y="26987"/>
                  </a:moveTo>
                  <a:lnTo>
                    <a:pt x="15849" y="26860"/>
                  </a:lnTo>
                  <a:lnTo>
                    <a:pt x="15773" y="26479"/>
                  </a:lnTo>
                  <a:lnTo>
                    <a:pt x="15417" y="26733"/>
                  </a:lnTo>
                  <a:lnTo>
                    <a:pt x="15392" y="26860"/>
                  </a:lnTo>
                  <a:lnTo>
                    <a:pt x="15430" y="26479"/>
                  </a:lnTo>
                  <a:lnTo>
                    <a:pt x="15100" y="26670"/>
                  </a:lnTo>
                  <a:lnTo>
                    <a:pt x="15163" y="26479"/>
                  </a:lnTo>
                  <a:lnTo>
                    <a:pt x="14871" y="26479"/>
                  </a:lnTo>
                  <a:lnTo>
                    <a:pt x="14668" y="26479"/>
                  </a:lnTo>
                  <a:lnTo>
                    <a:pt x="14579" y="26733"/>
                  </a:lnTo>
                  <a:lnTo>
                    <a:pt x="14655" y="26479"/>
                  </a:lnTo>
                  <a:lnTo>
                    <a:pt x="14566" y="26225"/>
                  </a:lnTo>
                  <a:lnTo>
                    <a:pt x="14427" y="26352"/>
                  </a:lnTo>
                  <a:lnTo>
                    <a:pt x="14376" y="26098"/>
                  </a:lnTo>
                  <a:lnTo>
                    <a:pt x="14541" y="25463"/>
                  </a:lnTo>
                  <a:lnTo>
                    <a:pt x="14732" y="25590"/>
                  </a:lnTo>
                  <a:lnTo>
                    <a:pt x="14732" y="25463"/>
                  </a:lnTo>
                  <a:lnTo>
                    <a:pt x="14744" y="25336"/>
                  </a:lnTo>
                  <a:lnTo>
                    <a:pt x="14211" y="25336"/>
                  </a:lnTo>
                  <a:lnTo>
                    <a:pt x="14211" y="26479"/>
                  </a:lnTo>
                  <a:lnTo>
                    <a:pt x="14122" y="26352"/>
                  </a:lnTo>
                  <a:lnTo>
                    <a:pt x="14211" y="26479"/>
                  </a:lnTo>
                  <a:lnTo>
                    <a:pt x="14211" y="25336"/>
                  </a:lnTo>
                  <a:lnTo>
                    <a:pt x="13957" y="25336"/>
                  </a:lnTo>
                  <a:lnTo>
                    <a:pt x="13957" y="26733"/>
                  </a:lnTo>
                  <a:lnTo>
                    <a:pt x="13944" y="26860"/>
                  </a:lnTo>
                  <a:lnTo>
                    <a:pt x="13830" y="26733"/>
                  </a:lnTo>
                  <a:lnTo>
                    <a:pt x="13957" y="26733"/>
                  </a:lnTo>
                  <a:lnTo>
                    <a:pt x="13957" y="25336"/>
                  </a:lnTo>
                  <a:lnTo>
                    <a:pt x="13893" y="26352"/>
                  </a:lnTo>
                  <a:lnTo>
                    <a:pt x="13462" y="26352"/>
                  </a:lnTo>
                  <a:lnTo>
                    <a:pt x="13487" y="26098"/>
                  </a:lnTo>
                  <a:lnTo>
                    <a:pt x="13817" y="26098"/>
                  </a:lnTo>
                  <a:lnTo>
                    <a:pt x="13893" y="26352"/>
                  </a:lnTo>
                  <a:lnTo>
                    <a:pt x="13893" y="25336"/>
                  </a:lnTo>
                  <a:lnTo>
                    <a:pt x="9525" y="25336"/>
                  </a:lnTo>
                  <a:lnTo>
                    <a:pt x="9499" y="27114"/>
                  </a:lnTo>
                  <a:lnTo>
                    <a:pt x="14211" y="27114"/>
                  </a:lnTo>
                  <a:lnTo>
                    <a:pt x="14325" y="26987"/>
                  </a:lnTo>
                  <a:lnTo>
                    <a:pt x="14211" y="27241"/>
                  </a:lnTo>
                  <a:lnTo>
                    <a:pt x="9499" y="27241"/>
                  </a:lnTo>
                  <a:lnTo>
                    <a:pt x="9372" y="30289"/>
                  </a:lnTo>
                  <a:lnTo>
                    <a:pt x="15760" y="30289"/>
                  </a:lnTo>
                  <a:lnTo>
                    <a:pt x="15748" y="29527"/>
                  </a:lnTo>
                  <a:lnTo>
                    <a:pt x="15748" y="29400"/>
                  </a:lnTo>
                  <a:lnTo>
                    <a:pt x="15735" y="28892"/>
                  </a:lnTo>
                  <a:lnTo>
                    <a:pt x="14249" y="28892"/>
                  </a:lnTo>
                  <a:lnTo>
                    <a:pt x="14287" y="28638"/>
                  </a:lnTo>
                  <a:lnTo>
                    <a:pt x="15303" y="28638"/>
                  </a:lnTo>
                  <a:lnTo>
                    <a:pt x="15735" y="28638"/>
                  </a:lnTo>
                  <a:lnTo>
                    <a:pt x="15722" y="28511"/>
                  </a:lnTo>
                  <a:lnTo>
                    <a:pt x="15328" y="28511"/>
                  </a:lnTo>
                  <a:lnTo>
                    <a:pt x="14312" y="28511"/>
                  </a:lnTo>
                  <a:lnTo>
                    <a:pt x="14363" y="28257"/>
                  </a:lnTo>
                  <a:lnTo>
                    <a:pt x="15621" y="28257"/>
                  </a:lnTo>
                  <a:lnTo>
                    <a:pt x="15786" y="28257"/>
                  </a:lnTo>
                  <a:lnTo>
                    <a:pt x="15875" y="28448"/>
                  </a:lnTo>
                  <a:lnTo>
                    <a:pt x="15875" y="28117"/>
                  </a:lnTo>
                  <a:lnTo>
                    <a:pt x="15811" y="27914"/>
                  </a:lnTo>
                  <a:lnTo>
                    <a:pt x="15811" y="27114"/>
                  </a:lnTo>
                  <a:lnTo>
                    <a:pt x="15074" y="27114"/>
                  </a:lnTo>
                  <a:lnTo>
                    <a:pt x="15074" y="26987"/>
                  </a:lnTo>
                  <a:lnTo>
                    <a:pt x="15875" y="26987"/>
                  </a:lnTo>
                  <a:close/>
                </a:path>
                <a:path w="35560" h="30480">
                  <a:moveTo>
                    <a:pt x="15887" y="7937"/>
                  </a:moveTo>
                  <a:lnTo>
                    <a:pt x="11722" y="7937"/>
                  </a:lnTo>
                  <a:lnTo>
                    <a:pt x="11417" y="7937"/>
                  </a:lnTo>
                  <a:lnTo>
                    <a:pt x="11468" y="8064"/>
                  </a:lnTo>
                  <a:lnTo>
                    <a:pt x="15875" y="8064"/>
                  </a:lnTo>
                  <a:lnTo>
                    <a:pt x="15887" y="7937"/>
                  </a:lnTo>
                  <a:close/>
                </a:path>
                <a:path w="35560" h="30480">
                  <a:moveTo>
                    <a:pt x="15925" y="7302"/>
                  </a:moveTo>
                  <a:lnTo>
                    <a:pt x="12179" y="7302"/>
                  </a:lnTo>
                  <a:lnTo>
                    <a:pt x="12153" y="7556"/>
                  </a:lnTo>
                  <a:lnTo>
                    <a:pt x="12115" y="7429"/>
                  </a:lnTo>
                  <a:lnTo>
                    <a:pt x="12179" y="7302"/>
                  </a:lnTo>
                  <a:lnTo>
                    <a:pt x="2209" y="7302"/>
                  </a:lnTo>
                  <a:lnTo>
                    <a:pt x="2209" y="7937"/>
                  </a:lnTo>
                  <a:lnTo>
                    <a:pt x="2159" y="8064"/>
                  </a:lnTo>
                  <a:lnTo>
                    <a:pt x="2006" y="8064"/>
                  </a:lnTo>
                  <a:lnTo>
                    <a:pt x="2184" y="7937"/>
                  </a:lnTo>
                  <a:lnTo>
                    <a:pt x="2209" y="7302"/>
                  </a:lnTo>
                  <a:lnTo>
                    <a:pt x="1917" y="7302"/>
                  </a:lnTo>
                  <a:lnTo>
                    <a:pt x="1917" y="8191"/>
                  </a:lnTo>
                  <a:lnTo>
                    <a:pt x="1854" y="8318"/>
                  </a:lnTo>
                  <a:lnTo>
                    <a:pt x="1879" y="8191"/>
                  </a:lnTo>
                  <a:lnTo>
                    <a:pt x="1917" y="7302"/>
                  </a:lnTo>
                  <a:lnTo>
                    <a:pt x="1651" y="7302"/>
                  </a:lnTo>
                  <a:lnTo>
                    <a:pt x="1435" y="7429"/>
                  </a:lnTo>
                  <a:lnTo>
                    <a:pt x="1485" y="7556"/>
                  </a:lnTo>
                  <a:lnTo>
                    <a:pt x="1155" y="7556"/>
                  </a:lnTo>
                  <a:lnTo>
                    <a:pt x="1231" y="7302"/>
                  </a:lnTo>
                  <a:lnTo>
                    <a:pt x="1397" y="7175"/>
                  </a:lnTo>
                  <a:lnTo>
                    <a:pt x="1651" y="7302"/>
                  </a:lnTo>
                  <a:lnTo>
                    <a:pt x="1701" y="7175"/>
                  </a:lnTo>
                  <a:lnTo>
                    <a:pt x="1739" y="7048"/>
                  </a:lnTo>
                  <a:lnTo>
                    <a:pt x="9867" y="7048"/>
                  </a:lnTo>
                  <a:lnTo>
                    <a:pt x="9779" y="5905"/>
                  </a:lnTo>
                  <a:lnTo>
                    <a:pt x="9931" y="5778"/>
                  </a:lnTo>
                  <a:lnTo>
                    <a:pt x="1651" y="5778"/>
                  </a:lnTo>
                  <a:lnTo>
                    <a:pt x="1714" y="6540"/>
                  </a:lnTo>
                  <a:lnTo>
                    <a:pt x="1054" y="7048"/>
                  </a:lnTo>
                  <a:lnTo>
                    <a:pt x="939" y="7175"/>
                  </a:lnTo>
                  <a:lnTo>
                    <a:pt x="838" y="7302"/>
                  </a:lnTo>
                  <a:lnTo>
                    <a:pt x="762" y="8572"/>
                  </a:lnTo>
                  <a:lnTo>
                    <a:pt x="635" y="8572"/>
                  </a:lnTo>
                  <a:lnTo>
                    <a:pt x="723" y="8445"/>
                  </a:lnTo>
                  <a:lnTo>
                    <a:pt x="520" y="8445"/>
                  </a:lnTo>
                  <a:lnTo>
                    <a:pt x="546" y="8318"/>
                  </a:lnTo>
                  <a:lnTo>
                    <a:pt x="723" y="8445"/>
                  </a:lnTo>
                  <a:lnTo>
                    <a:pt x="762" y="8572"/>
                  </a:lnTo>
                  <a:lnTo>
                    <a:pt x="762" y="7391"/>
                  </a:lnTo>
                  <a:lnTo>
                    <a:pt x="622" y="7556"/>
                  </a:lnTo>
                  <a:lnTo>
                    <a:pt x="508" y="7683"/>
                  </a:lnTo>
                  <a:lnTo>
                    <a:pt x="431" y="9080"/>
                  </a:lnTo>
                  <a:lnTo>
                    <a:pt x="558" y="8826"/>
                  </a:lnTo>
                  <a:lnTo>
                    <a:pt x="596" y="8699"/>
                  </a:lnTo>
                  <a:lnTo>
                    <a:pt x="850" y="8826"/>
                  </a:lnTo>
                  <a:lnTo>
                    <a:pt x="787" y="9207"/>
                  </a:lnTo>
                  <a:lnTo>
                    <a:pt x="990" y="9334"/>
                  </a:lnTo>
                  <a:lnTo>
                    <a:pt x="495" y="9334"/>
                  </a:lnTo>
                  <a:lnTo>
                    <a:pt x="533" y="9461"/>
                  </a:lnTo>
                  <a:lnTo>
                    <a:pt x="647" y="9842"/>
                  </a:lnTo>
                  <a:lnTo>
                    <a:pt x="736" y="9715"/>
                  </a:lnTo>
                  <a:lnTo>
                    <a:pt x="889" y="9715"/>
                  </a:lnTo>
                  <a:lnTo>
                    <a:pt x="889" y="9461"/>
                  </a:lnTo>
                  <a:lnTo>
                    <a:pt x="2247" y="9461"/>
                  </a:lnTo>
                  <a:lnTo>
                    <a:pt x="2209" y="9334"/>
                  </a:lnTo>
                  <a:lnTo>
                    <a:pt x="2540" y="9461"/>
                  </a:lnTo>
                  <a:lnTo>
                    <a:pt x="15227" y="9461"/>
                  </a:lnTo>
                  <a:lnTo>
                    <a:pt x="15240" y="9080"/>
                  </a:lnTo>
                  <a:lnTo>
                    <a:pt x="15252" y="8953"/>
                  </a:lnTo>
                  <a:lnTo>
                    <a:pt x="15468" y="8953"/>
                  </a:lnTo>
                  <a:lnTo>
                    <a:pt x="15633" y="8826"/>
                  </a:lnTo>
                  <a:lnTo>
                    <a:pt x="15519" y="9461"/>
                  </a:lnTo>
                  <a:lnTo>
                    <a:pt x="15684" y="9334"/>
                  </a:lnTo>
                  <a:lnTo>
                    <a:pt x="15760" y="9080"/>
                  </a:lnTo>
                  <a:lnTo>
                    <a:pt x="15811" y="8826"/>
                  </a:lnTo>
                  <a:lnTo>
                    <a:pt x="15824" y="8699"/>
                  </a:lnTo>
                  <a:lnTo>
                    <a:pt x="2235" y="8699"/>
                  </a:lnTo>
                  <a:lnTo>
                    <a:pt x="2235" y="9080"/>
                  </a:lnTo>
                  <a:lnTo>
                    <a:pt x="2184" y="9207"/>
                  </a:lnTo>
                  <a:lnTo>
                    <a:pt x="2057" y="9080"/>
                  </a:lnTo>
                  <a:lnTo>
                    <a:pt x="2235" y="9080"/>
                  </a:lnTo>
                  <a:lnTo>
                    <a:pt x="2235" y="8699"/>
                  </a:lnTo>
                  <a:lnTo>
                    <a:pt x="1917" y="8699"/>
                  </a:lnTo>
                  <a:lnTo>
                    <a:pt x="1778" y="8699"/>
                  </a:lnTo>
                  <a:lnTo>
                    <a:pt x="1739" y="8572"/>
                  </a:lnTo>
                  <a:lnTo>
                    <a:pt x="1917" y="8699"/>
                  </a:lnTo>
                  <a:lnTo>
                    <a:pt x="2095" y="8572"/>
                  </a:lnTo>
                  <a:lnTo>
                    <a:pt x="9994" y="8572"/>
                  </a:lnTo>
                  <a:lnTo>
                    <a:pt x="9855" y="8445"/>
                  </a:lnTo>
                  <a:lnTo>
                    <a:pt x="9867" y="8318"/>
                  </a:lnTo>
                  <a:lnTo>
                    <a:pt x="9563" y="8318"/>
                  </a:lnTo>
                  <a:lnTo>
                    <a:pt x="2235" y="8318"/>
                  </a:lnTo>
                  <a:lnTo>
                    <a:pt x="2006" y="8318"/>
                  </a:lnTo>
                  <a:lnTo>
                    <a:pt x="2095" y="8191"/>
                  </a:lnTo>
                  <a:lnTo>
                    <a:pt x="9880" y="8191"/>
                  </a:lnTo>
                  <a:lnTo>
                    <a:pt x="9918" y="8318"/>
                  </a:lnTo>
                  <a:lnTo>
                    <a:pt x="10274" y="8318"/>
                  </a:lnTo>
                  <a:lnTo>
                    <a:pt x="10172" y="8191"/>
                  </a:lnTo>
                  <a:lnTo>
                    <a:pt x="10083" y="8064"/>
                  </a:lnTo>
                  <a:lnTo>
                    <a:pt x="10287" y="8064"/>
                  </a:lnTo>
                  <a:lnTo>
                    <a:pt x="10655" y="7937"/>
                  </a:lnTo>
                  <a:lnTo>
                    <a:pt x="10642" y="8064"/>
                  </a:lnTo>
                  <a:lnTo>
                    <a:pt x="10807" y="7937"/>
                  </a:lnTo>
                  <a:lnTo>
                    <a:pt x="10947" y="7937"/>
                  </a:lnTo>
                  <a:lnTo>
                    <a:pt x="10947" y="7683"/>
                  </a:lnTo>
                  <a:lnTo>
                    <a:pt x="11188" y="7556"/>
                  </a:lnTo>
                  <a:lnTo>
                    <a:pt x="11277" y="7683"/>
                  </a:lnTo>
                  <a:lnTo>
                    <a:pt x="11366" y="7810"/>
                  </a:lnTo>
                  <a:lnTo>
                    <a:pt x="11430" y="7429"/>
                  </a:lnTo>
                  <a:lnTo>
                    <a:pt x="11722" y="7429"/>
                  </a:lnTo>
                  <a:lnTo>
                    <a:pt x="11722" y="7810"/>
                  </a:lnTo>
                  <a:lnTo>
                    <a:pt x="15887" y="7810"/>
                  </a:lnTo>
                  <a:lnTo>
                    <a:pt x="15913" y="7556"/>
                  </a:lnTo>
                  <a:lnTo>
                    <a:pt x="15925" y="7302"/>
                  </a:lnTo>
                  <a:close/>
                </a:path>
                <a:path w="35560" h="30480">
                  <a:moveTo>
                    <a:pt x="15963" y="14287"/>
                  </a:moveTo>
                  <a:lnTo>
                    <a:pt x="15836" y="14160"/>
                  </a:lnTo>
                  <a:lnTo>
                    <a:pt x="14617" y="14160"/>
                  </a:lnTo>
                  <a:lnTo>
                    <a:pt x="14833" y="14287"/>
                  </a:lnTo>
                  <a:lnTo>
                    <a:pt x="15963" y="14287"/>
                  </a:lnTo>
                  <a:close/>
                </a:path>
                <a:path w="35560" h="30480">
                  <a:moveTo>
                    <a:pt x="16014" y="28778"/>
                  </a:moveTo>
                  <a:lnTo>
                    <a:pt x="15951" y="28562"/>
                  </a:lnTo>
                  <a:lnTo>
                    <a:pt x="16014" y="28778"/>
                  </a:lnTo>
                  <a:close/>
                </a:path>
                <a:path w="35560" h="30480">
                  <a:moveTo>
                    <a:pt x="16014" y="26073"/>
                  </a:moveTo>
                  <a:lnTo>
                    <a:pt x="15963" y="25933"/>
                  </a:lnTo>
                  <a:lnTo>
                    <a:pt x="16014" y="26073"/>
                  </a:lnTo>
                  <a:close/>
                </a:path>
                <a:path w="35560" h="30480">
                  <a:moveTo>
                    <a:pt x="16052" y="30035"/>
                  </a:moveTo>
                  <a:lnTo>
                    <a:pt x="15798" y="29781"/>
                  </a:lnTo>
                  <a:lnTo>
                    <a:pt x="15760" y="30289"/>
                  </a:lnTo>
                  <a:lnTo>
                    <a:pt x="16040" y="30289"/>
                  </a:lnTo>
                  <a:lnTo>
                    <a:pt x="16052" y="30035"/>
                  </a:lnTo>
                  <a:close/>
                </a:path>
                <a:path w="35560" h="30480">
                  <a:moveTo>
                    <a:pt x="16052" y="25806"/>
                  </a:moveTo>
                  <a:lnTo>
                    <a:pt x="15913" y="25742"/>
                  </a:lnTo>
                  <a:lnTo>
                    <a:pt x="15938" y="25908"/>
                  </a:lnTo>
                  <a:close/>
                </a:path>
                <a:path w="35560" h="30480">
                  <a:moveTo>
                    <a:pt x="16052" y="13906"/>
                  </a:moveTo>
                  <a:lnTo>
                    <a:pt x="15582" y="13906"/>
                  </a:lnTo>
                  <a:lnTo>
                    <a:pt x="15709" y="14033"/>
                  </a:lnTo>
                  <a:lnTo>
                    <a:pt x="15836" y="14160"/>
                  </a:lnTo>
                  <a:lnTo>
                    <a:pt x="15989" y="14160"/>
                  </a:lnTo>
                  <a:lnTo>
                    <a:pt x="16052" y="13906"/>
                  </a:lnTo>
                  <a:close/>
                </a:path>
                <a:path w="35560" h="30480">
                  <a:moveTo>
                    <a:pt x="16065" y="5778"/>
                  </a:moveTo>
                  <a:lnTo>
                    <a:pt x="11049" y="5778"/>
                  </a:lnTo>
                  <a:lnTo>
                    <a:pt x="10998" y="6794"/>
                  </a:lnTo>
                  <a:lnTo>
                    <a:pt x="10807" y="6921"/>
                  </a:lnTo>
                  <a:lnTo>
                    <a:pt x="10858" y="6667"/>
                  </a:lnTo>
                  <a:lnTo>
                    <a:pt x="10998" y="6794"/>
                  </a:lnTo>
                  <a:lnTo>
                    <a:pt x="10998" y="5816"/>
                  </a:lnTo>
                  <a:lnTo>
                    <a:pt x="10833" y="5905"/>
                  </a:lnTo>
                  <a:lnTo>
                    <a:pt x="10401" y="6286"/>
                  </a:lnTo>
                  <a:lnTo>
                    <a:pt x="10185" y="6286"/>
                  </a:lnTo>
                  <a:lnTo>
                    <a:pt x="10515" y="6540"/>
                  </a:lnTo>
                  <a:lnTo>
                    <a:pt x="10299" y="6540"/>
                  </a:lnTo>
                  <a:lnTo>
                    <a:pt x="10210" y="6794"/>
                  </a:lnTo>
                  <a:lnTo>
                    <a:pt x="9867" y="6794"/>
                  </a:lnTo>
                  <a:lnTo>
                    <a:pt x="9867" y="7048"/>
                  </a:lnTo>
                  <a:lnTo>
                    <a:pt x="15951" y="7048"/>
                  </a:lnTo>
                  <a:lnTo>
                    <a:pt x="15963" y="6921"/>
                  </a:lnTo>
                  <a:lnTo>
                    <a:pt x="15989" y="6667"/>
                  </a:lnTo>
                  <a:lnTo>
                    <a:pt x="16065" y="5778"/>
                  </a:lnTo>
                  <a:close/>
                </a:path>
                <a:path w="35560" h="30480">
                  <a:moveTo>
                    <a:pt x="16129" y="5143"/>
                  </a:moveTo>
                  <a:lnTo>
                    <a:pt x="11963" y="5143"/>
                  </a:lnTo>
                  <a:lnTo>
                    <a:pt x="12052" y="5270"/>
                  </a:lnTo>
                  <a:lnTo>
                    <a:pt x="12001" y="5524"/>
                  </a:lnTo>
                  <a:lnTo>
                    <a:pt x="11645" y="5651"/>
                  </a:lnTo>
                  <a:lnTo>
                    <a:pt x="16078" y="5651"/>
                  </a:lnTo>
                  <a:lnTo>
                    <a:pt x="16103" y="5397"/>
                  </a:lnTo>
                  <a:lnTo>
                    <a:pt x="16129" y="5143"/>
                  </a:lnTo>
                  <a:close/>
                </a:path>
                <a:path w="35560" h="30480">
                  <a:moveTo>
                    <a:pt x="16167" y="4762"/>
                  </a:moveTo>
                  <a:lnTo>
                    <a:pt x="1676" y="4762"/>
                  </a:lnTo>
                  <a:lnTo>
                    <a:pt x="1676" y="4635"/>
                  </a:lnTo>
                  <a:lnTo>
                    <a:pt x="1828" y="4635"/>
                  </a:lnTo>
                  <a:lnTo>
                    <a:pt x="1524" y="4381"/>
                  </a:lnTo>
                  <a:lnTo>
                    <a:pt x="1270" y="4127"/>
                  </a:lnTo>
                  <a:lnTo>
                    <a:pt x="952" y="4127"/>
                  </a:lnTo>
                  <a:lnTo>
                    <a:pt x="1016" y="4368"/>
                  </a:lnTo>
                  <a:lnTo>
                    <a:pt x="990" y="4635"/>
                  </a:lnTo>
                  <a:lnTo>
                    <a:pt x="1473" y="4635"/>
                  </a:lnTo>
                  <a:lnTo>
                    <a:pt x="1498" y="4762"/>
                  </a:lnTo>
                  <a:lnTo>
                    <a:pt x="1219" y="4762"/>
                  </a:lnTo>
                  <a:lnTo>
                    <a:pt x="1079" y="4889"/>
                  </a:lnTo>
                  <a:lnTo>
                    <a:pt x="876" y="5016"/>
                  </a:lnTo>
                  <a:lnTo>
                    <a:pt x="1003" y="5016"/>
                  </a:lnTo>
                  <a:lnTo>
                    <a:pt x="1041" y="5143"/>
                  </a:lnTo>
                  <a:lnTo>
                    <a:pt x="1155" y="5397"/>
                  </a:lnTo>
                  <a:lnTo>
                    <a:pt x="1308" y="5524"/>
                  </a:lnTo>
                  <a:lnTo>
                    <a:pt x="1320" y="5651"/>
                  </a:lnTo>
                  <a:lnTo>
                    <a:pt x="10083" y="5651"/>
                  </a:lnTo>
                  <a:lnTo>
                    <a:pt x="10236" y="5524"/>
                  </a:lnTo>
                  <a:lnTo>
                    <a:pt x="10617" y="5270"/>
                  </a:lnTo>
                  <a:lnTo>
                    <a:pt x="10718" y="5143"/>
                  </a:lnTo>
                  <a:lnTo>
                    <a:pt x="10820" y="5016"/>
                  </a:lnTo>
                  <a:lnTo>
                    <a:pt x="16141" y="5016"/>
                  </a:lnTo>
                  <a:lnTo>
                    <a:pt x="16167" y="4762"/>
                  </a:lnTo>
                  <a:close/>
                </a:path>
                <a:path w="35560" h="30480">
                  <a:moveTo>
                    <a:pt x="16332" y="24663"/>
                  </a:moveTo>
                  <a:lnTo>
                    <a:pt x="16306" y="24803"/>
                  </a:lnTo>
                  <a:lnTo>
                    <a:pt x="16332" y="24663"/>
                  </a:lnTo>
                  <a:close/>
                </a:path>
                <a:path w="35560" h="30480">
                  <a:moveTo>
                    <a:pt x="16395" y="28409"/>
                  </a:moveTo>
                  <a:lnTo>
                    <a:pt x="16383" y="28194"/>
                  </a:lnTo>
                  <a:lnTo>
                    <a:pt x="16205" y="27990"/>
                  </a:lnTo>
                  <a:lnTo>
                    <a:pt x="16243" y="28346"/>
                  </a:lnTo>
                  <a:lnTo>
                    <a:pt x="16395" y="28409"/>
                  </a:lnTo>
                  <a:close/>
                </a:path>
                <a:path w="35560" h="30480">
                  <a:moveTo>
                    <a:pt x="16395" y="4762"/>
                  </a:moveTo>
                  <a:lnTo>
                    <a:pt x="16332" y="4635"/>
                  </a:lnTo>
                  <a:lnTo>
                    <a:pt x="16192" y="4635"/>
                  </a:lnTo>
                  <a:lnTo>
                    <a:pt x="16167" y="4762"/>
                  </a:lnTo>
                  <a:lnTo>
                    <a:pt x="16395" y="4762"/>
                  </a:lnTo>
                  <a:close/>
                </a:path>
                <a:path w="35560" h="30480">
                  <a:moveTo>
                    <a:pt x="16535" y="16065"/>
                  </a:moveTo>
                  <a:lnTo>
                    <a:pt x="16408" y="15176"/>
                  </a:lnTo>
                  <a:lnTo>
                    <a:pt x="16281" y="14795"/>
                  </a:lnTo>
                  <a:lnTo>
                    <a:pt x="16167" y="14668"/>
                  </a:lnTo>
                  <a:lnTo>
                    <a:pt x="16217" y="15176"/>
                  </a:lnTo>
                  <a:lnTo>
                    <a:pt x="16332" y="15557"/>
                  </a:lnTo>
                  <a:lnTo>
                    <a:pt x="16433" y="15811"/>
                  </a:lnTo>
                  <a:lnTo>
                    <a:pt x="16535" y="16065"/>
                  </a:lnTo>
                  <a:close/>
                </a:path>
                <a:path w="35560" h="30480">
                  <a:moveTo>
                    <a:pt x="16548" y="5651"/>
                  </a:moveTo>
                  <a:lnTo>
                    <a:pt x="16078" y="5651"/>
                  </a:lnTo>
                  <a:lnTo>
                    <a:pt x="16065" y="5778"/>
                  </a:lnTo>
                  <a:lnTo>
                    <a:pt x="16548" y="5778"/>
                  </a:lnTo>
                  <a:lnTo>
                    <a:pt x="16548" y="5651"/>
                  </a:lnTo>
                  <a:close/>
                </a:path>
                <a:path w="35560" h="30480">
                  <a:moveTo>
                    <a:pt x="16548" y="5016"/>
                  </a:moveTo>
                  <a:lnTo>
                    <a:pt x="16141" y="5016"/>
                  </a:lnTo>
                  <a:lnTo>
                    <a:pt x="16129" y="5143"/>
                  </a:lnTo>
                  <a:lnTo>
                    <a:pt x="16548" y="5143"/>
                  </a:lnTo>
                  <a:lnTo>
                    <a:pt x="16548" y="5016"/>
                  </a:lnTo>
                  <a:close/>
                </a:path>
                <a:path w="35560" h="30480">
                  <a:moveTo>
                    <a:pt x="16560" y="18478"/>
                  </a:moveTo>
                  <a:lnTo>
                    <a:pt x="16548" y="18224"/>
                  </a:lnTo>
                  <a:lnTo>
                    <a:pt x="16383" y="18224"/>
                  </a:lnTo>
                  <a:lnTo>
                    <a:pt x="16281" y="18097"/>
                  </a:lnTo>
                  <a:lnTo>
                    <a:pt x="16179" y="17970"/>
                  </a:lnTo>
                  <a:lnTo>
                    <a:pt x="16129" y="17843"/>
                  </a:lnTo>
                  <a:lnTo>
                    <a:pt x="15862" y="18097"/>
                  </a:lnTo>
                  <a:lnTo>
                    <a:pt x="15811" y="18224"/>
                  </a:lnTo>
                  <a:lnTo>
                    <a:pt x="16179" y="18224"/>
                  </a:lnTo>
                  <a:lnTo>
                    <a:pt x="16167" y="18351"/>
                  </a:lnTo>
                  <a:lnTo>
                    <a:pt x="15798" y="18224"/>
                  </a:lnTo>
                  <a:lnTo>
                    <a:pt x="15709" y="18478"/>
                  </a:lnTo>
                  <a:lnTo>
                    <a:pt x="15570" y="18478"/>
                  </a:lnTo>
                  <a:lnTo>
                    <a:pt x="15506" y="18859"/>
                  </a:lnTo>
                  <a:lnTo>
                    <a:pt x="15392" y="19367"/>
                  </a:lnTo>
                  <a:lnTo>
                    <a:pt x="15278" y="20764"/>
                  </a:lnTo>
                  <a:lnTo>
                    <a:pt x="15163" y="21399"/>
                  </a:lnTo>
                  <a:lnTo>
                    <a:pt x="15506" y="21399"/>
                  </a:lnTo>
                  <a:lnTo>
                    <a:pt x="15621" y="20129"/>
                  </a:lnTo>
                  <a:lnTo>
                    <a:pt x="15722" y="19748"/>
                  </a:lnTo>
                  <a:lnTo>
                    <a:pt x="15811" y="19494"/>
                  </a:lnTo>
                  <a:lnTo>
                    <a:pt x="15913" y="19240"/>
                  </a:lnTo>
                  <a:lnTo>
                    <a:pt x="15963" y="19113"/>
                  </a:lnTo>
                  <a:lnTo>
                    <a:pt x="16052" y="18986"/>
                  </a:lnTo>
                  <a:lnTo>
                    <a:pt x="16167" y="18478"/>
                  </a:lnTo>
                  <a:lnTo>
                    <a:pt x="16560" y="18478"/>
                  </a:lnTo>
                  <a:close/>
                </a:path>
                <a:path w="35560" h="30480">
                  <a:moveTo>
                    <a:pt x="16560" y="7810"/>
                  </a:moveTo>
                  <a:lnTo>
                    <a:pt x="15887" y="7810"/>
                  </a:lnTo>
                  <a:lnTo>
                    <a:pt x="15887" y="7937"/>
                  </a:lnTo>
                  <a:lnTo>
                    <a:pt x="16560" y="7937"/>
                  </a:lnTo>
                  <a:lnTo>
                    <a:pt x="16560" y="7810"/>
                  </a:lnTo>
                  <a:close/>
                </a:path>
                <a:path w="35560" h="30480">
                  <a:moveTo>
                    <a:pt x="16560" y="7048"/>
                  </a:moveTo>
                  <a:lnTo>
                    <a:pt x="15951" y="7048"/>
                  </a:lnTo>
                  <a:lnTo>
                    <a:pt x="15925" y="7302"/>
                  </a:lnTo>
                  <a:lnTo>
                    <a:pt x="16560" y="7302"/>
                  </a:lnTo>
                  <a:lnTo>
                    <a:pt x="16560" y="7048"/>
                  </a:lnTo>
                  <a:close/>
                </a:path>
                <a:path w="35560" h="30480">
                  <a:moveTo>
                    <a:pt x="16573" y="8318"/>
                  </a:moveTo>
                  <a:lnTo>
                    <a:pt x="16560" y="8064"/>
                  </a:lnTo>
                  <a:lnTo>
                    <a:pt x="15875" y="8064"/>
                  </a:lnTo>
                  <a:lnTo>
                    <a:pt x="15849" y="8318"/>
                  </a:lnTo>
                  <a:lnTo>
                    <a:pt x="16573" y="8318"/>
                  </a:lnTo>
                  <a:close/>
                </a:path>
                <a:path w="35560" h="30480">
                  <a:moveTo>
                    <a:pt x="16598" y="25755"/>
                  </a:moveTo>
                  <a:lnTo>
                    <a:pt x="16459" y="25755"/>
                  </a:lnTo>
                  <a:lnTo>
                    <a:pt x="16598" y="25755"/>
                  </a:lnTo>
                  <a:close/>
                </a:path>
                <a:path w="35560" h="30480">
                  <a:moveTo>
                    <a:pt x="16700" y="7302"/>
                  </a:moveTo>
                  <a:lnTo>
                    <a:pt x="16560" y="7302"/>
                  </a:lnTo>
                  <a:lnTo>
                    <a:pt x="16560" y="7683"/>
                  </a:lnTo>
                  <a:lnTo>
                    <a:pt x="16687" y="7556"/>
                  </a:lnTo>
                  <a:lnTo>
                    <a:pt x="16700" y="7302"/>
                  </a:lnTo>
                  <a:close/>
                </a:path>
                <a:path w="35560" h="30480">
                  <a:moveTo>
                    <a:pt x="16738" y="27559"/>
                  </a:moveTo>
                  <a:lnTo>
                    <a:pt x="16687" y="27432"/>
                  </a:lnTo>
                  <a:lnTo>
                    <a:pt x="16637" y="27559"/>
                  </a:lnTo>
                  <a:close/>
                </a:path>
                <a:path w="35560" h="30480">
                  <a:moveTo>
                    <a:pt x="16751" y="30289"/>
                  </a:moveTo>
                  <a:lnTo>
                    <a:pt x="16700" y="30022"/>
                  </a:lnTo>
                  <a:lnTo>
                    <a:pt x="16700" y="30289"/>
                  </a:lnTo>
                  <a:close/>
                </a:path>
                <a:path w="35560" h="30480">
                  <a:moveTo>
                    <a:pt x="16789" y="5778"/>
                  </a:moveTo>
                  <a:lnTo>
                    <a:pt x="16548" y="5778"/>
                  </a:lnTo>
                  <a:lnTo>
                    <a:pt x="16560" y="7048"/>
                  </a:lnTo>
                  <a:lnTo>
                    <a:pt x="16713" y="7048"/>
                  </a:lnTo>
                  <a:lnTo>
                    <a:pt x="16789" y="5778"/>
                  </a:lnTo>
                  <a:close/>
                </a:path>
                <a:path w="35560" h="30480">
                  <a:moveTo>
                    <a:pt x="16827" y="26289"/>
                  </a:moveTo>
                  <a:lnTo>
                    <a:pt x="16789" y="26111"/>
                  </a:lnTo>
                  <a:lnTo>
                    <a:pt x="16789" y="26289"/>
                  </a:lnTo>
                  <a:close/>
                </a:path>
                <a:path w="35560" h="30480">
                  <a:moveTo>
                    <a:pt x="16840" y="13779"/>
                  </a:moveTo>
                  <a:lnTo>
                    <a:pt x="16065" y="13779"/>
                  </a:lnTo>
                  <a:lnTo>
                    <a:pt x="16052" y="13906"/>
                  </a:lnTo>
                  <a:lnTo>
                    <a:pt x="16840" y="13906"/>
                  </a:lnTo>
                  <a:lnTo>
                    <a:pt x="16840" y="13779"/>
                  </a:lnTo>
                  <a:close/>
                </a:path>
                <a:path w="35560" h="30480">
                  <a:moveTo>
                    <a:pt x="16992" y="27127"/>
                  </a:moveTo>
                  <a:close/>
                </a:path>
                <a:path w="35560" h="30480">
                  <a:moveTo>
                    <a:pt x="16992" y="9334"/>
                  </a:moveTo>
                  <a:lnTo>
                    <a:pt x="16840" y="9461"/>
                  </a:lnTo>
                  <a:lnTo>
                    <a:pt x="16967" y="9461"/>
                  </a:lnTo>
                  <a:lnTo>
                    <a:pt x="16992" y="9334"/>
                  </a:lnTo>
                  <a:close/>
                </a:path>
                <a:path w="35560" h="30480">
                  <a:moveTo>
                    <a:pt x="17145" y="29451"/>
                  </a:moveTo>
                  <a:close/>
                </a:path>
                <a:path w="35560" h="30480">
                  <a:moveTo>
                    <a:pt x="17183" y="21399"/>
                  </a:moveTo>
                  <a:lnTo>
                    <a:pt x="15506" y="21399"/>
                  </a:lnTo>
                  <a:lnTo>
                    <a:pt x="15481" y="21653"/>
                  </a:lnTo>
                  <a:lnTo>
                    <a:pt x="17183" y="21653"/>
                  </a:lnTo>
                  <a:lnTo>
                    <a:pt x="17183" y="21399"/>
                  </a:lnTo>
                  <a:close/>
                </a:path>
                <a:path w="35560" h="30480">
                  <a:moveTo>
                    <a:pt x="17195" y="23812"/>
                  </a:moveTo>
                  <a:lnTo>
                    <a:pt x="16611" y="23812"/>
                  </a:lnTo>
                  <a:lnTo>
                    <a:pt x="11531" y="23685"/>
                  </a:lnTo>
                  <a:lnTo>
                    <a:pt x="9537" y="24066"/>
                  </a:lnTo>
                  <a:lnTo>
                    <a:pt x="9486" y="24371"/>
                  </a:lnTo>
                  <a:lnTo>
                    <a:pt x="9245" y="24193"/>
                  </a:lnTo>
                  <a:lnTo>
                    <a:pt x="9156" y="24701"/>
                  </a:lnTo>
                  <a:lnTo>
                    <a:pt x="9359" y="24574"/>
                  </a:lnTo>
                  <a:lnTo>
                    <a:pt x="10033" y="24447"/>
                  </a:lnTo>
                  <a:lnTo>
                    <a:pt x="9702" y="24574"/>
                  </a:lnTo>
                  <a:lnTo>
                    <a:pt x="9486" y="24701"/>
                  </a:lnTo>
                  <a:lnTo>
                    <a:pt x="9537" y="25082"/>
                  </a:lnTo>
                  <a:lnTo>
                    <a:pt x="9194" y="24955"/>
                  </a:lnTo>
                  <a:lnTo>
                    <a:pt x="9220" y="25209"/>
                  </a:lnTo>
                  <a:lnTo>
                    <a:pt x="9563" y="25209"/>
                  </a:lnTo>
                  <a:lnTo>
                    <a:pt x="9906" y="25209"/>
                  </a:lnTo>
                  <a:lnTo>
                    <a:pt x="15481" y="25209"/>
                  </a:lnTo>
                  <a:lnTo>
                    <a:pt x="15468" y="25336"/>
                  </a:lnTo>
                  <a:lnTo>
                    <a:pt x="15494" y="25209"/>
                  </a:lnTo>
                  <a:lnTo>
                    <a:pt x="15684" y="25209"/>
                  </a:lnTo>
                  <a:lnTo>
                    <a:pt x="15430" y="24955"/>
                  </a:lnTo>
                  <a:lnTo>
                    <a:pt x="15506" y="24701"/>
                  </a:lnTo>
                  <a:lnTo>
                    <a:pt x="15557" y="24447"/>
                  </a:lnTo>
                  <a:lnTo>
                    <a:pt x="15405" y="24447"/>
                  </a:lnTo>
                  <a:lnTo>
                    <a:pt x="15240" y="24193"/>
                  </a:lnTo>
                  <a:lnTo>
                    <a:pt x="14592" y="24447"/>
                  </a:lnTo>
                  <a:lnTo>
                    <a:pt x="15062" y="24193"/>
                  </a:lnTo>
                  <a:lnTo>
                    <a:pt x="15240" y="24193"/>
                  </a:lnTo>
                  <a:lnTo>
                    <a:pt x="15544" y="24193"/>
                  </a:lnTo>
                  <a:lnTo>
                    <a:pt x="15570" y="24066"/>
                  </a:lnTo>
                  <a:lnTo>
                    <a:pt x="16002" y="24066"/>
                  </a:lnTo>
                  <a:lnTo>
                    <a:pt x="15824" y="23939"/>
                  </a:lnTo>
                  <a:lnTo>
                    <a:pt x="16852" y="23939"/>
                  </a:lnTo>
                  <a:lnTo>
                    <a:pt x="17195" y="23812"/>
                  </a:lnTo>
                  <a:close/>
                </a:path>
                <a:path w="35560" h="30480">
                  <a:moveTo>
                    <a:pt x="17208" y="25946"/>
                  </a:moveTo>
                  <a:lnTo>
                    <a:pt x="17068" y="26047"/>
                  </a:lnTo>
                  <a:lnTo>
                    <a:pt x="17208" y="25946"/>
                  </a:lnTo>
                  <a:close/>
                </a:path>
                <a:path w="35560" h="30480">
                  <a:moveTo>
                    <a:pt x="17272" y="9334"/>
                  </a:moveTo>
                  <a:lnTo>
                    <a:pt x="17233" y="9207"/>
                  </a:lnTo>
                  <a:lnTo>
                    <a:pt x="17030" y="9080"/>
                  </a:lnTo>
                  <a:lnTo>
                    <a:pt x="17018" y="9207"/>
                  </a:lnTo>
                  <a:lnTo>
                    <a:pt x="17272" y="9334"/>
                  </a:lnTo>
                  <a:close/>
                </a:path>
                <a:path w="35560" h="30480">
                  <a:moveTo>
                    <a:pt x="17297" y="27863"/>
                  </a:moveTo>
                  <a:lnTo>
                    <a:pt x="17145" y="27736"/>
                  </a:lnTo>
                  <a:lnTo>
                    <a:pt x="17157" y="27965"/>
                  </a:lnTo>
                  <a:lnTo>
                    <a:pt x="17297" y="27863"/>
                  </a:lnTo>
                  <a:close/>
                </a:path>
                <a:path w="35560" h="30480">
                  <a:moveTo>
                    <a:pt x="17310" y="23647"/>
                  </a:moveTo>
                  <a:lnTo>
                    <a:pt x="17094" y="23685"/>
                  </a:lnTo>
                  <a:lnTo>
                    <a:pt x="16687" y="23596"/>
                  </a:lnTo>
                  <a:lnTo>
                    <a:pt x="16497" y="23685"/>
                  </a:lnTo>
                  <a:lnTo>
                    <a:pt x="16700" y="23685"/>
                  </a:lnTo>
                  <a:lnTo>
                    <a:pt x="17056" y="23749"/>
                  </a:lnTo>
                  <a:lnTo>
                    <a:pt x="17310" y="23647"/>
                  </a:lnTo>
                  <a:close/>
                </a:path>
                <a:path w="35560" h="30480">
                  <a:moveTo>
                    <a:pt x="17449" y="19240"/>
                  </a:moveTo>
                  <a:lnTo>
                    <a:pt x="17373" y="18986"/>
                  </a:lnTo>
                  <a:lnTo>
                    <a:pt x="17297" y="18859"/>
                  </a:lnTo>
                  <a:lnTo>
                    <a:pt x="17183" y="19240"/>
                  </a:lnTo>
                  <a:lnTo>
                    <a:pt x="17449" y="19240"/>
                  </a:lnTo>
                  <a:close/>
                </a:path>
                <a:path w="35560" h="30480">
                  <a:moveTo>
                    <a:pt x="17462" y="21399"/>
                  </a:moveTo>
                  <a:lnTo>
                    <a:pt x="17348" y="20002"/>
                  </a:lnTo>
                  <a:lnTo>
                    <a:pt x="17297" y="19367"/>
                  </a:lnTo>
                  <a:lnTo>
                    <a:pt x="17183" y="21399"/>
                  </a:lnTo>
                  <a:lnTo>
                    <a:pt x="17462" y="21399"/>
                  </a:lnTo>
                  <a:close/>
                </a:path>
                <a:path w="35560" h="30480">
                  <a:moveTo>
                    <a:pt x="17487" y="15303"/>
                  </a:moveTo>
                  <a:lnTo>
                    <a:pt x="17183" y="15176"/>
                  </a:lnTo>
                  <a:lnTo>
                    <a:pt x="17284" y="18376"/>
                  </a:lnTo>
                  <a:lnTo>
                    <a:pt x="17157" y="18478"/>
                  </a:lnTo>
                  <a:lnTo>
                    <a:pt x="17284" y="18478"/>
                  </a:lnTo>
                  <a:lnTo>
                    <a:pt x="17297" y="18605"/>
                  </a:lnTo>
                  <a:lnTo>
                    <a:pt x="17310" y="18732"/>
                  </a:lnTo>
                  <a:lnTo>
                    <a:pt x="17322" y="18478"/>
                  </a:lnTo>
                  <a:lnTo>
                    <a:pt x="17462" y="18478"/>
                  </a:lnTo>
                  <a:lnTo>
                    <a:pt x="17487" y="18224"/>
                  </a:lnTo>
                  <a:lnTo>
                    <a:pt x="17335" y="18351"/>
                  </a:lnTo>
                  <a:lnTo>
                    <a:pt x="17437" y="16954"/>
                  </a:lnTo>
                  <a:lnTo>
                    <a:pt x="17487" y="15303"/>
                  </a:lnTo>
                  <a:close/>
                </a:path>
                <a:path w="35560" h="30480">
                  <a:moveTo>
                    <a:pt x="17576" y="5778"/>
                  </a:moveTo>
                  <a:lnTo>
                    <a:pt x="17373" y="5651"/>
                  </a:lnTo>
                  <a:lnTo>
                    <a:pt x="16814" y="5651"/>
                  </a:lnTo>
                  <a:lnTo>
                    <a:pt x="16789" y="5778"/>
                  </a:lnTo>
                  <a:lnTo>
                    <a:pt x="17576" y="5778"/>
                  </a:lnTo>
                  <a:close/>
                </a:path>
                <a:path w="35560" h="30480">
                  <a:moveTo>
                    <a:pt x="17589" y="5143"/>
                  </a:moveTo>
                  <a:lnTo>
                    <a:pt x="16548" y="5143"/>
                  </a:lnTo>
                  <a:lnTo>
                    <a:pt x="16548" y="5651"/>
                  </a:lnTo>
                  <a:lnTo>
                    <a:pt x="16814" y="5651"/>
                  </a:lnTo>
                  <a:lnTo>
                    <a:pt x="16878" y="5270"/>
                  </a:lnTo>
                  <a:lnTo>
                    <a:pt x="16941" y="5397"/>
                  </a:lnTo>
                  <a:lnTo>
                    <a:pt x="17233" y="5397"/>
                  </a:lnTo>
                  <a:lnTo>
                    <a:pt x="17259" y="5524"/>
                  </a:lnTo>
                  <a:lnTo>
                    <a:pt x="17386" y="5397"/>
                  </a:lnTo>
                  <a:lnTo>
                    <a:pt x="17373" y="5524"/>
                  </a:lnTo>
                  <a:lnTo>
                    <a:pt x="17526" y="5397"/>
                  </a:lnTo>
                  <a:lnTo>
                    <a:pt x="17564" y="5270"/>
                  </a:lnTo>
                  <a:lnTo>
                    <a:pt x="17589" y="5143"/>
                  </a:lnTo>
                  <a:close/>
                </a:path>
                <a:path w="35560" h="30480">
                  <a:moveTo>
                    <a:pt x="17602" y="28295"/>
                  </a:moveTo>
                  <a:close/>
                </a:path>
                <a:path w="35560" h="30480">
                  <a:moveTo>
                    <a:pt x="17678" y="330"/>
                  </a:moveTo>
                  <a:close/>
                </a:path>
                <a:path w="35560" h="30480">
                  <a:moveTo>
                    <a:pt x="17716" y="27698"/>
                  </a:moveTo>
                  <a:lnTo>
                    <a:pt x="17640" y="27825"/>
                  </a:lnTo>
                  <a:lnTo>
                    <a:pt x="17716" y="27698"/>
                  </a:lnTo>
                  <a:close/>
                </a:path>
                <a:path w="35560" h="30480">
                  <a:moveTo>
                    <a:pt x="17754" y="28892"/>
                  </a:moveTo>
                  <a:lnTo>
                    <a:pt x="17665" y="28752"/>
                  </a:lnTo>
                  <a:lnTo>
                    <a:pt x="17729" y="28981"/>
                  </a:lnTo>
                  <a:close/>
                </a:path>
                <a:path w="35560" h="30480">
                  <a:moveTo>
                    <a:pt x="17856" y="29806"/>
                  </a:moveTo>
                  <a:lnTo>
                    <a:pt x="17780" y="29933"/>
                  </a:lnTo>
                  <a:lnTo>
                    <a:pt x="17856" y="29806"/>
                  </a:lnTo>
                  <a:close/>
                </a:path>
                <a:path w="35560" h="30480">
                  <a:moveTo>
                    <a:pt x="18021" y="5143"/>
                  </a:moveTo>
                  <a:lnTo>
                    <a:pt x="17640" y="5143"/>
                  </a:lnTo>
                  <a:lnTo>
                    <a:pt x="17665" y="5270"/>
                  </a:lnTo>
                  <a:lnTo>
                    <a:pt x="17983" y="5270"/>
                  </a:lnTo>
                  <a:lnTo>
                    <a:pt x="18021" y="5143"/>
                  </a:lnTo>
                  <a:close/>
                </a:path>
                <a:path w="35560" h="30480">
                  <a:moveTo>
                    <a:pt x="18097" y="4127"/>
                  </a:moveTo>
                  <a:lnTo>
                    <a:pt x="18059" y="3365"/>
                  </a:lnTo>
                  <a:lnTo>
                    <a:pt x="16484" y="3365"/>
                  </a:lnTo>
                  <a:lnTo>
                    <a:pt x="16586" y="2349"/>
                  </a:lnTo>
                  <a:lnTo>
                    <a:pt x="17462" y="2349"/>
                  </a:lnTo>
                  <a:lnTo>
                    <a:pt x="16649" y="2095"/>
                  </a:lnTo>
                  <a:lnTo>
                    <a:pt x="16268" y="2095"/>
                  </a:lnTo>
                  <a:lnTo>
                    <a:pt x="16027" y="2235"/>
                  </a:lnTo>
                  <a:lnTo>
                    <a:pt x="16129" y="1460"/>
                  </a:lnTo>
                  <a:lnTo>
                    <a:pt x="15455" y="1460"/>
                  </a:lnTo>
                  <a:lnTo>
                    <a:pt x="15494" y="1079"/>
                  </a:lnTo>
                  <a:lnTo>
                    <a:pt x="15074" y="698"/>
                  </a:lnTo>
                  <a:lnTo>
                    <a:pt x="15151" y="190"/>
                  </a:lnTo>
                  <a:lnTo>
                    <a:pt x="14719" y="190"/>
                  </a:lnTo>
                  <a:lnTo>
                    <a:pt x="11874" y="2095"/>
                  </a:lnTo>
                  <a:lnTo>
                    <a:pt x="11531" y="2095"/>
                  </a:lnTo>
                  <a:lnTo>
                    <a:pt x="7797" y="2984"/>
                  </a:lnTo>
                  <a:lnTo>
                    <a:pt x="2959" y="3365"/>
                  </a:lnTo>
                  <a:lnTo>
                    <a:pt x="1358" y="3619"/>
                  </a:lnTo>
                  <a:lnTo>
                    <a:pt x="0" y="3619"/>
                  </a:lnTo>
                  <a:lnTo>
                    <a:pt x="63" y="3873"/>
                  </a:lnTo>
                  <a:lnTo>
                    <a:pt x="177" y="4381"/>
                  </a:lnTo>
                  <a:lnTo>
                    <a:pt x="622" y="4635"/>
                  </a:lnTo>
                  <a:lnTo>
                    <a:pt x="469" y="4381"/>
                  </a:lnTo>
                  <a:lnTo>
                    <a:pt x="431" y="4127"/>
                  </a:lnTo>
                  <a:lnTo>
                    <a:pt x="622" y="4191"/>
                  </a:lnTo>
                  <a:lnTo>
                    <a:pt x="749" y="4203"/>
                  </a:lnTo>
                  <a:lnTo>
                    <a:pt x="800" y="3873"/>
                  </a:lnTo>
                  <a:lnTo>
                    <a:pt x="1270" y="4127"/>
                  </a:lnTo>
                  <a:lnTo>
                    <a:pt x="18097" y="4127"/>
                  </a:lnTo>
                  <a:close/>
                </a:path>
                <a:path w="35560" h="30480">
                  <a:moveTo>
                    <a:pt x="18110" y="13906"/>
                  </a:moveTo>
                  <a:lnTo>
                    <a:pt x="18059" y="13779"/>
                  </a:lnTo>
                  <a:lnTo>
                    <a:pt x="16903" y="13779"/>
                  </a:lnTo>
                  <a:lnTo>
                    <a:pt x="16878" y="13906"/>
                  </a:lnTo>
                  <a:lnTo>
                    <a:pt x="18110" y="13906"/>
                  </a:lnTo>
                  <a:close/>
                </a:path>
                <a:path w="35560" h="30480">
                  <a:moveTo>
                    <a:pt x="18135" y="4762"/>
                  </a:moveTo>
                  <a:lnTo>
                    <a:pt x="16395" y="4762"/>
                  </a:lnTo>
                  <a:lnTo>
                    <a:pt x="16471" y="4889"/>
                  </a:lnTo>
                  <a:lnTo>
                    <a:pt x="16548" y="5016"/>
                  </a:lnTo>
                  <a:lnTo>
                    <a:pt x="18059" y="5016"/>
                  </a:lnTo>
                  <a:lnTo>
                    <a:pt x="18135" y="4762"/>
                  </a:lnTo>
                  <a:close/>
                </a:path>
                <a:path w="35560" h="30480">
                  <a:moveTo>
                    <a:pt x="18186" y="12636"/>
                  </a:moveTo>
                  <a:lnTo>
                    <a:pt x="15633" y="12636"/>
                  </a:lnTo>
                  <a:lnTo>
                    <a:pt x="15633" y="13398"/>
                  </a:lnTo>
                  <a:lnTo>
                    <a:pt x="15913" y="13525"/>
                  </a:lnTo>
                  <a:lnTo>
                    <a:pt x="15824" y="13779"/>
                  </a:lnTo>
                  <a:lnTo>
                    <a:pt x="16065" y="13779"/>
                  </a:lnTo>
                  <a:lnTo>
                    <a:pt x="16154" y="13398"/>
                  </a:lnTo>
                  <a:lnTo>
                    <a:pt x="16205" y="13271"/>
                  </a:lnTo>
                  <a:lnTo>
                    <a:pt x="16205" y="13398"/>
                  </a:lnTo>
                  <a:lnTo>
                    <a:pt x="16332" y="13398"/>
                  </a:lnTo>
                  <a:lnTo>
                    <a:pt x="16344" y="13271"/>
                  </a:lnTo>
                  <a:lnTo>
                    <a:pt x="16357" y="13144"/>
                  </a:lnTo>
                  <a:lnTo>
                    <a:pt x="16725" y="13017"/>
                  </a:lnTo>
                  <a:lnTo>
                    <a:pt x="16852" y="12890"/>
                  </a:lnTo>
                  <a:lnTo>
                    <a:pt x="16840" y="13525"/>
                  </a:lnTo>
                  <a:lnTo>
                    <a:pt x="17005" y="13398"/>
                  </a:lnTo>
                  <a:lnTo>
                    <a:pt x="17119" y="12890"/>
                  </a:lnTo>
                  <a:lnTo>
                    <a:pt x="17322" y="12890"/>
                  </a:lnTo>
                  <a:lnTo>
                    <a:pt x="17399" y="13017"/>
                  </a:lnTo>
                  <a:lnTo>
                    <a:pt x="17246" y="13144"/>
                  </a:lnTo>
                  <a:lnTo>
                    <a:pt x="17576" y="13144"/>
                  </a:lnTo>
                  <a:lnTo>
                    <a:pt x="17640" y="13017"/>
                  </a:lnTo>
                  <a:lnTo>
                    <a:pt x="17767" y="12890"/>
                  </a:lnTo>
                  <a:lnTo>
                    <a:pt x="17843" y="13144"/>
                  </a:lnTo>
                  <a:lnTo>
                    <a:pt x="17957" y="13525"/>
                  </a:lnTo>
                  <a:lnTo>
                    <a:pt x="18059" y="13779"/>
                  </a:lnTo>
                  <a:lnTo>
                    <a:pt x="18034" y="12890"/>
                  </a:lnTo>
                  <a:lnTo>
                    <a:pt x="18186" y="12636"/>
                  </a:lnTo>
                  <a:close/>
                </a:path>
                <a:path w="35560" h="30480">
                  <a:moveTo>
                    <a:pt x="18199" y="8953"/>
                  </a:moveTo>
                  <a:lnTo>
                    <a:pt x="18110" y="8826"/>
                  </a:lnTo>
                  <a:lnTo>
                    <a:pt x="18034" y="8699"/>
                  </a:lnTo>
                  <a:lnTo>
                    <a:pt x="17843" y="8826"/>
                  </a:lnTo>
                  <a:lnTo>
                    <a:pt x="17500" y="8826"/>
                  </a:lnTo>
                  <a:lnTo>
                    <a:pt x="17475" y="9334"/>
                  </a:lnTo>
                  <a:lnTo>
                    <a:pt x="17322" y="9334"/>
                  </a:lnTo>
                  <a:lnTo>
                    <a:pt x="17449" y="9461"/>
                  </a:lnTo>
                  <a:lnTo>
                    <a:pt x="17653" y="9461"/>
                  </a:lnTo>
                  <a:lnTo>
                    <a:pt x="18199" y="8953"/>
                  </a:lnTo>
                  <a:close/>
                </a:path>
                <a:path w="35560" h="30480">
                  <a:moveTo>
                    <a:pt x="18415" y="18478"/>
                  </a:moveTo>
                  <a:lnTo>
                    <a:pt x="18389" y="17970"/>
                  </a:lnTo>
                  <a:lnTo>
                    <a:pt x="18237" y="17970"/>
                  </a:lnTo>
                  <a:lnTo>
                    <a:pt x="18237" y="18478"/>
                  </a:lnTo>
                  <a:lnTo>
                    <a:pt x="18415" y="18478"/>
                  </a:lnTo>
                  <a:close/>
                </a:path>
                <a:path w="35560" h="30480">
                  <a:moveTo>
                    <a:pt x="18630" y="10096"/>
                  </a:moveTo>
                  <a:lnTo>
                    <a:pt x="18516" y="9969"/>
                  </a:lnTo>
                  <a:lnTo>
                    <a:pt x="17500" y="9969"/>
                  </a:lnTo>
                  <a:lnTo>
                    <a:pt x="17576" y="9715"/>
                  </a:lnTo>
                  <a:lnTo>
                    <a:pt x="17145" y="9715"/>
                  </a:lnTo>
                  <a:lnTo>
                    <a:pt x="17449" y="9461"/>
                  </a:lnTo>
                  <a:lnTo>
                    <a:pt x="16967" y="9461"/>
                  </a:lnTo>
                  <a:lnTo>
                    <a:pt x="16916" y="9702"/>
                  </a:lnTo>
                  <a:lnTo>
                    <a:pt x="16840" y="9461"/>
                  </a:lnTo>
                  <a:lnTo>
                    <a:pt x="15621" y="9461"/>
                  </a:lnTo>
                  <a:lnTo>
                    <a:pt x="15494" y="9715"/>
                  </a:lnTo>
                  <a:lnTo>
                    <a:pt x="16916" y="9715"/>
                  </a:lnTo>
                  <a:lnTo>
                    <a:pt x="17119" y="9715"/>
                  </a:lnTo>
                  <a:lnTo>
                    <a:pt x="17106" y="9969"/>
                  </a:lnTo>
                  <a:lnTo>
                    <a:pt x="16903" y="9969"/>
                  </a:lnTo>
                  <a:lnTo>
                    <a:pt x="16891" y="9842"/>
                  </a:lnTo>
                  <a:lnTo>
                    <a:pt x="16637" y="9969"/>
                  </a:lnTo>
                  <a:lnTo>
                    <a:pt x="16459" y="9842"/>
                  </a:lnTo>
                  <a:lnTo>
                    <a:pt x="16357" y="10223"/>
                  </a:lnTo>
                  <a:lnTo>
                    <a:pt x="16103" y="10096"/>
                  </a:lnTo>
                  <a:lnTo>
                    <a:pt x="15849" y="9969"/>
                  </a:lnTo>
                  <a:lnTo>
                    <a:pt x="15430" y="9842"/>
                  </a:lnTo>
                  <a:lnTo>
                    <a:pt x="15519" y="9461"/>
                  </a:lnTo>
                  <a:lnTo>
                    <a:pt x="15227" y="9461"/>
                  </a:lnTo>
                  <a:lnTo>
                    <a:pt x="15214" y="9715"/>
                  </a:lnTo>
                  <a:lnTo>
                    <a:pt x="4787" y="9715"/>
                  </a:lnTo>
                  <a:lnTo>
                    <a:pt x="4787" y="9969"/>
                  </a:lnTo>
                  <a:lnTo>
                    <a:pt x="4635" y="10096"/>
                  </a:lnTo>
                  <a:lnTo>
                    <a:pt x="4660" y="9969"/>
                  </a:lnTo>
                  <a:lnTo>
                    <a:pt x="4787" y="9969"/>
                  </a:lnTo>
                  <a:lnTo>
                    <a:pt x="4787" y="9715"/>
                  </a:lnTo>
                  <a:lnTo>
                    <a:pt x="1841" y="9715"/>
                  </a:lnTo>
                  <a:lnTo>
                    <a:pt x="1841" y="11074"/>
                  </a:lnTo>
                  <a:lnTo>
                    <a:pt x="1663" y="10985"/>
                  </a:lnTo>
                  <a:lnTo>
                    <a:pt x="1790" y="10985"/>
                  </a:lnTo>
                  <a:lnTo>
                    <a:pt x="1841" y="9715"/>
                  </a:lnTo>
                  <a:lnTo>
                    <a:pt x="889" y="9715"/>
                  </a:lnTo>
                  <a:lnTo>
                    <a:pt x="901" y="9969"/>
                  </a:lnTo>
                  <a:lnTo>
                    <a:pt x="698" y="9969"/>
                  </a:lnTo>
                  <a:lnTo>
                    <a:pt x="762" y="10096"/>
                  </a:lnTo>
                  <a:lnTo>
                    <a:pt x="838" y="10223"/>
                  </a:lnTo>
                  <a:lnTo>
                    <a:pt x="914" y="10350"/>
                  </a:lnTo>
                  <a:lnTo>
                    <a:pt x="965" y="10477"/>
                  </a:lnTo>
                  <a:lnTo>
                    <a:pt x="1104" y="10604"/>
                  </a:lnTo>
                  <a:lnTo>
                    <a:pt x="1206" y="10731"/>
                  </a:lnTo>
                  <a:lnTo>
                    <a:pt x="1244" y="10604"/>
                  </a:lnTo>
                  <a:lnTo>
                    <a:pt x="1320" y="10858"/>
                  </a:lnTo>
                  <a:lnTo>
                    <a:pt x="1435" y="10985"/>
                  </a:lnTo>
                  <a:lnTo>
                    <a:pt x="1549" y="11112"/>
                  </a:lnTo>
                  <a:lnTo>
                    <a:pt x="1803" y="11112"/>
                  </a:lnTo>
                  <a:lnTo>
                    <a:pt x="2095" y="11239"/>
                  </a:lnTo>
                  <a:lnTo>
                    <a:pt x="1955" y="11125"/>
                  </a:lnTo>
                  <a:lnTo>
                    <a:pt x="2730" y="11239"/>
                  </a:lnTo>
                  <a:lnTo>
                    <a:pt x="2870" y="11239"/>
                  </a:lnTo>
                  <a:lnTo>
                    <a:pt x="2882" y="11874"/>
                  </a:lnTo>
                  <a:lnTo>
                    <a:pt x="2984" y="11747"/>
                  </a:lnTo>
                  <a:lnTo>
                    <a:pt x="3276" y="11874"/>
                  </a:lnTo>
                  <a:lnTo>
                    <a:pt x="3251" y="12128"/>
                  </a:lnTo>
                  <a:lnTo>
                    <a:pt x="4051" y="12128"/>
                  </a:lnTo>
                  <a:lnTo>
                    <a:pt x="3937" y="12382"/>
                  </a:lnTo>
                  <a:lnTo>
                    <a:pt x="3759" y="12382"/>
                  </a:lnTo>
                  <a:lnTo>
                    <a:pt x="4229" y="12509"/>
                  </a:lnTo>
                  <a:lnTo>
                    <a:pt x="4267" y="11493"/>
                  </a:lnTo>
                  <a:lnTo>
                    <a:pt x="4381" y="11366"/>
                  </a:lnTo>
                  <a:lnTo>
                    <a:pt x="4013" y="11493"/>
                  </a:lnTo>
                  <a:lnTo>
                    <a:pt x="4114" y="11366"/>
                  </a:lnTo>
                  <a:lnTo>
                    <a:pt x="4216" y="11239"/>
                  </a:lnTo>
                  <a:lnTo>
                    <a:pt x="4000" y="11239"/>
                  </a:lnTo>
                  <a:lnTo>
                    <a:pt x="3632" y="11493"/>
                  </a:lnTo>
                  <a:lnTo>
                    <a:pt x="3568" y="11747"/>
                  </a:lnTo>
                  <a:lnTo>
                    <a:pt x="3670" y="10985"/>
                  </a:lnTo>
                  <a:lnTo>
                    <a:pt x="3530" y="10858"/>
                  </a:lnTo>
                  <a:lnTo>
                    <a:pt x="3568" y="10731"/>
                  </a:lnTo>
                  <a:lnTo>
                    <a:pt x="3733" y="10604"/>
                  </a:lnTo>
                  <a:lnTo>
                    <a:pt x="4038" y="10477"/>
                  </a:lnTo>
                  <a:lnTo>
                    <a:pt x="4127" y="10350"/>
                  </a:lnTo>
                  <a:lnTo>
                    <a:pt x="4267" y="10350"/>
                  </a:lnTo>
                  <a:lnTo>
                    <a:pt x="4660" y="10350"/>
                  </a:lnTo>
                  <a:lnTo>
                    <a:pt x="18046" y="10350"/>
                  </a:lnTo>
                  <a:lnTo>
                    <a:pt x="18034" y="10223"/>
                  </a:lnTo>
                  <a:lnTo>
                    <a:pt x="18021" y="10096"/>
                  </a:lnTo>
                  <a:lnTo>
                    <a:pt x="18630" y="10096"/>
                  </a:lnTo>
                  <a:close/>
                </a:path>
                <a:path w="35560" h="30480">
                  <a:moveTo>
                    <a:pt x="18681" y="21399"/>
                  </a:moveTo>
                  <a:lnTo>
                    <a:pt x="17462" y="21399"/>
                  </a:lnTo>
                  <a:lnTo>
                    <a:pt x="17487" y="21653"/>
                  </a:lnTo>
                  <a:lnTo>
                    <a:pt x="18618" y="21653"/>
                  </a:lnTo>
                  <a:lnTo>
                    <a:pt x="18681" y="21399"/>
                  </a:lnTo>
                  <a:close/>
                </a:path>
                <a:path w="35560" h="30480">
                  <a:moveTo>
                    <a:pt x="18732" y="22288"/>
                  </a:moveTo>
                  <a:lnTo>
                    <a:pt x="18364" y="22288"/>
                  </a:lnTo>
                  <a:lnTo>
                    <a:pt x="18465" y="22161"/>
                  </a:lnTo>
                  <a:lnTo>
                    <a:pt x="18580" y="22034"/>
                  </a:lnTo>
                  <a:lnTo>
                    <a:pt x="17589" y="22034"/>
                  </a:lnTo>
                  <a:lnTo>
                    <a:pt x="17487" y="21653"/>
                  </a:lnTo>
                  <a:lnTo>
                    <a:pt x="17183" y="21653"/>
                  </a:lnTo>
                  <a:lnTo>
                    <a:pt x="17056" y="21780"/>
                  </a:lnTo>
                  <a:lnTo>
                    <a:pt x="17018" y="21907"/>
                  </a:lnTo>
                  <a:lnTo>
                    <a:pt x="17500" y="22288"/>
                  </a:lnTo>
                  <a:lnTo>
                    <a:pt x="15214" y="22288"/>
                  </a:lnTo>
                  <a:lnTo>
                    <a:pt x="15201" y="22415"/>
                  </a:lnTo>
                  <a:lnTo>
                    <a:pt x="18719" y="22415"/>
                  </a:lnTo>
                  <a:lnTo>
                    <a:pt x="18732" y="22288"/>
                  </a:lnTo>
                  <a:close/>
                </a:path>
                <a:path w="35560" h="30480">
                  <a:moveTo>
                    <a:pt x="18770" y="21653"/>
                  </a:moveTo>
                  <a:lnTo>
                    <a:pt x="18618" y="21653"/>
                  </a:lnTo>
                  <a:lnTo>
                    <a:pt x="18580" y="22034"/>
                  </a:lnTo>
                  <a:lnTo>
                    <a:pt x="18757" y="22161"/>
                  </a:lnTo>
                  <a:lnTo>
                    <a:pt x="18770" y="21653"/>
                  </a:lnTo>
                  <a:close/>
                </a:path>
                <a:path w="35560" h="30480">
                  <a:moveTo>
                    <a:pt x="18846" y="12636"/>
                  </a:moveTo>
                  <a:lnTo>
                    <a:pt x="18427" y="12636"/>
                  </a:lnTo>
                  <a:lnTo>
                    <a:pt x="18580" y="12890"/>
                  </a:lnTo>
                  <a:lnTo>
                    <a:pt x="18745" y="12738"/>
                  </a:lnTo>
                  <a:lnTo>
                    <a:pt x="18681" y="13271"/>
                  </a:lnTo>
                  <a:lnTo>
                    <a:pt x="18834" y="13398"/>
                  </a:lnTo>
                  <a:lnTo>
                    <a:pt x="18757" y="12725"/>
                  </a:lnTo>
                  <a:close/>
                </a:path>
                <a:path w="35560" h="30480">
                  <a:moveTo>
                    <a:pt x="18986" y="76"/>
                  </a:moveTo>
                  <a:close/>
                </a:path>
                <a:path w="35560" h="30480">
                  <a:moveTo>
                    <a:pt x="18999" y="18224"/>
                  </a:moveTo>
                  <a:lnTo>
                    <a:pt x="18973" y="17970"/>
                  </a:lnTo>
                  <a:lnTo>
                    <a:pt x="18453" y="17970"/>
                  </a:lnTo>
                  <a:lnTo>
                    <a:pt x="18478" y="18224"/>
                  </a:lnTo>
                  <a:lnTo>
                    <a:pt x="18999" y="18224"/>
                  </a:lnTo>
                  <a:close/>
                </a:path>
                <a:path w="35560" h="30480">
                  <a:moveTo>
                    <a:pt x="19050" y="12636"/>
                  </a:moveTo>
                  <a:lnTo>
                    <a:pt x="18872" y="12509"/>
                  </a:lnTo>
                  <a:lnTo>
                    <a:pt x="18846" y="12636"/>
                  </a:lnTo>
                  <a:lnTo>
                    <a:pt x="19050" y="12636"/>
                  </a:lnTo>
                  <a:close/>
                </a:path>
                <a:path w="35560" h="30480">
                  <a:moveTo>
                    <a:pt x="19278" y="14160"/>
                  </a:moveTo>
                  <a:lnTo>
                    <a:pt x="15989" y="14160"/>
                  </a:lnTo>
                  <a:lnTo>
                    <a:pt x="15963" y="14287"/>
                  </a:lnTo>
                  <a:lnTo>
                    <a:pt x="19265" y="14287"/>
                  </a:lnTo>
                  <a:lnTo>
                    <a:pt x="19278" y="14160"/>
                  </a:lnTo>
                  <a:close/>
                </a:path>
                <a:path w="35560" h="30480">
                  <a:moveTo>
                    <a:pt x="19380" y="3619"/>
                  </a:moveTo>
                  <a:lnTo>
                    <a:pt x="18719" y="3492"/>
                  </a:lnTo>
                  <a:lnTo>
                    <a:pt x="19189" y="3619"/>
                  </a:lnTo>
                  <a:lnTo>
                    <a:pt x="19380" y="3619"/>
                  </a:lnTo>
                  <a:close/>
                </a:path>
                <a:path w="35560" h="30480">
                  <a:moveTo>
                    <a:pt x="19519" y="13779"/>
                  </a:moveTo>
                  <a:lnTo>
                    <a:pt x="18148" y="13779"/>
                  </a:lnTo>
                  <a:lnTo>
                    <a:pt x="18148" y="13906"/>
                  </a:lnTo>
                  <a:lnTo>
                    <a:pt x="19405" y="13906"/>
                  </a:lnTo>
                  <a:lnTo>
                    <a:pt x="19519" y="13779"/>
                  </a:lnTo>
                  <a:close/>
                </a:path>
                <a:path w="35560" h="30480">
                  <a:moveTo>
                    <a:pt x="19710" y="14287"/>
                  </a:moveTo>
                  <a:lnTo>
                    <a:pt x="19265" y="14287"/>
                  </a:lnTo>
                  <a:lnTo>
                    <a:pt x="19227" y="14668"/>
                  </a:lnTo>
                  <a:lnTo>
                    <a:pt x="19113" y="15811"/>
                  </a:lnTo>
                  <a:lnTo>
                    <a:pt x="19253" y="15811"/>
                  </a:lnTo>
                  <a:lnTo>
                    <a:pt x="19367" y="14668"/>
                  </a:lnTo>
                  <a:lnTo>
                    <a:pt x="19481" y="14541"/>
                  </a:lnTo>
                  <a:lnTo>
                    <a:pt x="19596" y="14414"/>
                  </a:lnTo>
                  <a:lnTo>
                    <a:pt x="19710" y="14287"/>
                  </a:lnTo>
                  <a:close/>
                </a:path>
                <a:path w="35560" h="30480">
                  <a:moveTo>
                    <a:pt x="19723" y="13906"/>
                  </a:moveTo>
                  <a:lnTo>
                    <a:pt x="19405" y="13906"/>
                  </a:lnTo>
                  <a:lnTo>
                    <a:pt x="19291" y="14033"/>
                  </a:lnTo>
                  <a:lnTo>
                    <a:pt x="19278" y="14160"/>
                  </a:lnTo>
                  <a:lnTo>
                    <a:pt x="19672" y="14160"/>
                  </a:lnTo>
                  <a:lnTo>
                    <a:pt x="19723" y="13906"/>
                  </a:lnTo>
                  <a:close/>
                </a:path>
                <a:path w="35560" h="30480">
                  <a:moveTo>
                    <a:pt x="19824" y="13652"/>
                  </a:moveTo>
                  <a:lnTo>
                    <a:pt x="19646" y="13652"/>
                  </a:lnTo>
                  <a:lnTo>
                    <a:pt x="19519" y="13779"/>
                  </a:lnTo>
                  <a:lnTo>
                    <a:pt x="19773" y="13779"/>
                  </a:lnTo>
                  <a:lnTo>
                    <a:pt x="19824" y="13652"/>
                  </a:lnTo>
                  <a:close/>
                </a:path>
                <a:path w="35560" h="30480">
                  <a:moveTo>
                    <a:pt x="19850" y="17970"/>
                  </a:moveTo>
                  <a:lnTo>
                    <a:pt x="19075" y="17970"/>
                  </a:lnTo>
                  <a:lnTo>
                    <a:pt x="19075" y="18097"/>
                  </a:lnTo>
                  <a:lnTo>
                    <a:pt x="19392" y="18224"/>
                  </a:lnTo>
                  <a:lnTo>
                    <a:pt x="19850" y="17970"/>
                  </a:lnTo>
                  <a:close/>
                </a:path>
                <a:path w="35560" h="30480">
                  <a:moveTo>
                    <a:pt x="19862" y="19367"/>
                  </a:moveTo>
                  <a:lnTo>
                    <a:pt x="19761" y="19240"/>
                  </a:lnTo>
                  <a:lnTo>
                    <a:pt x="19672" y="19113"/>
                  </a:lnTo>
                  <a:lnTo>
                    <a:pt x="19278" y="18859"/>
                  </a:lnTo>
                  <a:lnTo>
                    <a:pt x="19392" y="18478"/>
                  </a:lnTo>
                  <a:lnTo>
                    <a:pt x="19532" y="18478"/>
                  </a:lnTo>
                  <a:lnTo>
                    <a:pt x="19608" y="18224"/>
                  </a:lnTo>
                  <a:lnTo>
                    <a:pt x="19392" y="18224"/>
                  </a:lnTo>
                  <a:lnTo>
                    <a:pt x="19126" y="18224"/>
                  </a:lnTo>
                  <a:lnTo>
                    <a:pt x="19037" y="18859"/>
                  </a:lnTo>
                  <a:lnTo>
                    <a:pt x="18923" y="18986"/>
                  </a:lnTo>
                  <a:lnTo>
                    <a:pt x="18808" y="19113"/>
                  </a:lnTo>
                  <a:lnTo>
                    <a:pt x="18757" y="20256"/>
                  </a:lnTo>
                  <a:lnTo>
                    <a:pt x="18681" y="20002"/>
                  </a:lnTo>
                  <a:lnTo>
                    <a:pt x="18554" y="19113"/>
                  </a:lnTo>
                  <a:lnTo>
                    <a:pt x="18542" y="18986"/>
                  </a:lnTo>
                  <a:lnTo>
                    <a:pt x="18554" y="21145"/>
                  </a:lnTo>
                  <a:lnTo>
                    <a:pt x="18681" y="21399"/>
                  </a:lnTo>
                  <a:lnTo>
                    <a:pt x="18719" y="20383"/>
                  </a:lnTo>
                  <a:lnTo>
                    <a:pt x="19519" y="20510"/>
                  </a:lnTo>
                  <a:lnTo>
                    <a:pt x="19824" y="20764"/>
                  </a:lnTo>
                  <a:lnTo>
                    <a:pt x="19812" y="20383"/>
                  </a:lnTo>
                  <a:lnTo>
                    <a:pt x="18961" y="20256"/>
                  </a:lnTo>
                  <a:lnTo>
                    <a:pt x="19075" y="19494"/>
                  </a:lnTo>
                  <a:lnTo>
                    <a:pt x="19151" y="19367"/>
                  </a:lnTo>
                  <a:lnTo>
                    <a:pt x="19227" y="19113"/>
                  </a:lnTo>
                  <a:lnTo>
                    <a:pt x="19494" y="19240"/>
                  </a:lnTo>
                  <a:lnTo>
                    <a:pt x="19545" y="19367"/>
                  </a:lnTo>
                  <a:lnTo>
                    <a:pt x="19862" y="19367"/>
                  </a:lnTo>
                  <a:close/>
                </a:path>
                <a:path w="35560" h="30480">
                  <a:moveTo>
                    <a:pt x="19913" y="16954"/>
                  </a:moveTo>
                  <a:lnTo>
                    <a:pt x="19799" y="16700"/>
                  </a:lnTo>
                  <a:lnTo>
                    <a:pt x="19735" y="16573"/>
                  </a:lnTo>
                  <a:lnTo>
                    <a:pt x="19596" y="16700"/>
                  </a:lnTo>
                  <a:lnTo>
                    <a:pt x="19227" y="16700"/>
                  </a:lnTo>
                  <a:lnTo>
                    <a:pt x="19151" y="16319"/>
                  </a:lnTo>
                  <a:lnTo>
                    <a:pt x="19050" y="16446"/>
                  </a:lnTo>
                  <a:lnTo>
                    <a:pt x="18948" y="17716"/>
                  </a:lnTo>
                  <a:lnTo>
                    <a:pt x="19075" y="17335"/>
                  </a:lnTo>
                  <a:lnTo>
                    <a:pt x="19469" y="17081"/>
                  </a:lnTo>
                  <a:lnTo>
                    <a:pt x="19913" y="16954"/>
                  </a:lnTo>
                  <a:close/>
                </a:path>
                <a:path w="35560" h="30480">
                  <a:moveTo>
                    <a:pt x="19951" y="12255"/>
                  </a:moveTo>
                  <a:lnTo>
                    <a:pt x="19900" y="12128"/>
                  </a:lnTo>
                  <a:lnTo>
                    <a:pt x="19189" y="12128"/>
                  </a:lnTo>
                  <a:lnTo>
                    <a:pt x="19088" y="12255"/>
                  </a:lnTo>
                  <a:lnTo>
                    <a:pt x="19951" y="12255"/>
                  </a:lnTo>
                  <a:close/>
                </a:path>
                <a:path w="35560" h="30480">
                  <a:moveTo>
                    <a:pt x="19964" y="21399"/>
                  </a:moveTo>
                  <a:lnTo>
                    <a:pt x="18757" y="21399"/>
                  </a:lnTo>
                  <a:lnTo>
                    <a:pt x="18770" y="21653"/>
                  </a:lnTo>
                  <a:lnTo>
                    <a:pt x="19951" y="21653"/>
                  </a:lnTo>
                  <a:lnTo>
                    <a:pt x="19964" y="21399"/>
                  </a:lnTo>
                  <a:close/>
                </a:path>
                <a:path w="35560" h="30480">
                  <a:moveTo>
                    <a:pt x="20078" y="15430"/>
                  </a:moveTo>
                  <a:lnTo>
                    <a:pt x="19926" y="15557"/>
                  </a:lnTo>
                  <a:lnTo>
                    <a:pt x="19850" y="15684"/>
                  </a:lnTo>
                  <a:lnTo>
                    <a:pt x="19748" y="16065"/>
                  </a:lnTo>
                  <a:lnTo>
                    <a:pt x="19951" y="15811"/>
                  </a:lnTo>
                  <a:lnTo>
                    <a:pt x="20078" y="15430"/>
                  </a:lnTo>
                  <a:close/>
                </a:path>
                <a:path w="35560" h="30480">
                  <a:moveTo>
                    <a:pt x="20116" y="17970"/>
                  </a:moveTo>
                  <a:lnTo>
                    <a:pt x="19850" y="17970"/>
                  </a:lnTo>
                  <a:lnTo>
                    <a:pt x="20066" y="18097"/>
                  </a:lnTo>
                  <a:lnTo>
                    <a:pt x="20116" y="17970"/>
                  </a:lnTo>
                  <a:close/>
                </a:path>
                <a:path w="35560" h="30480">
                  <a:moveTo>
                    <a:pt x="20142" y="16065"/>
                  </a:moveTo>
                  <a:lnTo>
                    <a:pt x="19926" y="16192"/>
                  </a:lnTo>
                  <a:lnTo>
                    <a:pt x="19862" y="16827"/>
                  </a:lnTo>
                  <a:lnTo>
                    <a:pt x="19989" y="16954"/>
                  </a:lnTo>
                  <a:lnTo>
                    <a:pt x="20091" y="16192"/>
                  </a:lnTo>
                  <a:lnTo>
                    <a:pt x="20142" y="16065"/>
                  </a:lnTo>
                  <a:close/>
                </a:path>
                <a:path w="35560" h="30480">
                  <a:moveTo>
                    <a:pt x="20231" y="13271"/>
                  </a:moveTo>
                  <a:lnTo>
                    <a:pt x="20002" y="13271"/>
                  </a:lnTo>
                  <a:lnTo>
                    <a:pt x="19875" y="13398"/>
                  </a:lnTo>
                  <a:lnTo>
                    <a:pt x="19875" y="13525"/>
                  </a:lnTo>
                  <a:lnTo>
                    <a:pt x="20015" y="13525"/>
                  </a:lnTo>
                  <a:lnTo>
                    <a:pt x="20142" y="13398"/>
                  </a:lnTo>
                  <a:lnTo>
                    <a:pt x="20231" y="13271"/>
                  </a:lnTo>
                  <a:close/>
                </a:path>
                <a:path w="35560" h="30480">
                  <a:moveTo>
                    <a:pt x="20243" y="18224"/>
                  </a:moveTo>
                  <a:lnTo>
                    <a:pt x="19659" y="18097"/>
                  </a:lnTo>
                  <a:lnTo>
                    <a:pt x="19608" y="18224"/>
                  </a:lnTo>
                  <a:lnTo>
                    <a:pt x="20243" y="18224"/>
                  </a:lnTo>
                  <a:close/>
                </a:path>
                <a:path w="35560" h="30480">
                  <a:moveTo>
                    <a:pt x="20243" y="13652"/>
                  </a:moveTo>
                  <a:lnTo>
                    <a:pt x="19888" y="13652"/>
                  </a:lnTo>
                  <a:lnTo>
                    <a:pt x="19824" y="13779"/>
                  </a:lnTo>
                  <a:lnTo>
                    <a:pt x="20154" y="13779"/>
                  </a:lnTo>
                  <a:lnTo>
                    <a:pt x="20243" y="13652"/>
                  </a:lnTo>
                  <a:close/>
                </a:path>
                <a:path w="35560" h="30480">
                  <a:moveTo>
                    <a:pt x="20320" y="17970"/>
                  </a:moveTo>
                  <a:lnTo>
                    <a:pt x="20256" y="17843"/>
                  </a:lnTo>
                  <a:lnTo>
                    <a:pt x="20116" y="17970"/>
                  </a:lnTo>
                  <a:lnTo>
                    <a:pt x="20320" y="17970"/>
                  </a:lnTo>
                  <a:close/>
                </a:path>
                <a:path w="35560" h="30480">
                  <a:moveTo>
                    <a:pt x="20370" y="11493"/>
                  </a:moveTo>
                  <a:lnTo>
                    <a:pt x="20129" y="11366"/>
                  </a:lnTo>
                  <a:lnTo>
                    <a:pt x="19939" y="11239"/>
                  </a:lnTo>
                  <a:lnTo>
                    <a:pt x="19989" y="11366"/>
                  </a:lnTo>
                  <a:lnTo>
                    <a:pt x="20370" y="11493"/>
                  </a:lnTo>
                  <a:close/>
                </a:path>
                <a:path w="35560" h="30480">
                  <a:moveTo>
                    <a:pt x="20459" y="15684"/>
                  </a:moveTo>
                  <a:lnTo>
                    <a:pt x="20269" y="15684"/>
                  </a:lnTo>
                  <a:lnTo>
                    <a:pt x="20218" y="15811"/>
                  </a:lnTo>
                  <a:lnTo>
                    <a:pt x="20459" y="15684"/>
                  </a:lnTo>
                  <a:close/>
                </a:path>
                <a:path w="35560" h="30480">
                  <a:moveTo>
                    <a:pt x="20485" y="18224"/>
                  </a:moveTo>
                  <a:lnTo>
                    <a:pt x="20091" y="18097"/>
                  </a:lnTo>
                  <a:lnTo>
                    <a:pt x="20281" y="18224"/>
                  </a:lnTo>
                  <a:lnTo>
                    <a:pt x="20485" y="18224"/>
                  </a:lnTo>
                  <a:close/>
                </a:path>
                <a:path w="35560" h="30480">
                  <a:moveTo>
                    <a:pt x="20523" y="13627"/>
                  </a:moveTo>
                  <a:lnTo>
                    <a:pt x="20345" y="13525"/>
                  </a:lnTo>
                  <a:lnTo>
                    <a:pt x="20523" y="13627"/>
                  </a:lnTo>
                  <a:close/>
                </a:path>
                <a:path w="35560" h="30480">
                  <a:moveTo>
                    <a:pt x="20701" y="15684"/>
                  </a:moveTo>
                  <a:lnTo>
                    <a:pt x="20599" y="15557"/>
                  </a:lnTo>
                  <a:lnTo>
                    <a:pt x="20459" y="15684"/>
                  </a:lnTo>
                  <a:lnTo>
                    <a:pt x="20701" y="15684"/>
                  </a:lnTo>
                  <a:close/>
                </a:path>
                <a:path w="35560" h="30480">
                  <a:moveTo>
                    <a:pt x="20853" y="13779"/>
                  </a:moveTo>
                  <a:lnTo>
                    <a:pt x="20154" y="13779"/>
                  </a:lnTo>
                  <a:lnTo>
                    <a:pt x="19824" y="13906"/>
                  </a:lnTo>
                  <a:lnTo>
                    <a:pt x="20662" y="13906"/>
                  </a:lnTo>
                  <a:lnTo>
                    <a:pt x="20840" y="14033"/>
                  </a:lnTo>
                  <a:lnTo>
                    <a:pt x="20853" y="13779"/>
                  </a:lnTo>
                  <a:close/>
                </a:path>
                <a:path w="35560" h="30480">
                  <a:moveTo>
                    <a:pt x="20904" y="22288"/>
                  </a:moveTo>
                  <a:lnTo>
                    <a:pt x="18808" y="22288"/>
                  </a:lnTo>
                  <a:lnTo>
                    <a:pt x="18808" y="22415"/>
                  </a:lnTo>
                  <a:lnTo>
                    <a:pt x="20866" y="22415"/>
                  </a:lnTo>
                  <a:lnTo>
                    <a:pt x="20904" y="22288"/>
                  </a:lnTo>
                  <a:close/>
                </a:path>
                <a:path w="35560" h="30480">
                  <a:moveTo>
                    <a:pt x="20929" y="20142"/>
                  </a:moveTo>
                  <a:lnTo>
                    <a:pt x="20840" y="20370"/>
                  </a:lnTo>
                  <a:lnTo>
                    <a:pt x="20929" y="20142"/>
                  </a:lnTo>
                  <a:close/>
                </a:path>
                <a:path w="35560" h="30480">
                  <a:moveTo>
                    <a:pt x="20967" y="10604"/>
                  </a:moveTo>
                  <a:lnTo>
                    <a:pt x="20955" y="10477"/>
                  </a:lnTo>
                  <a:lnTo>
                    <a:pt x="20840" y="10350"/>
                  </a:lnTo>
                  <a:lnTo>
                    <a:pt x="18046" y="10350"/>
                  </a:lnTo>
                  <a:lnTo>
                    <a:pt x="18072" y="10477"/>
                  </a:lnTo>
                  <a:lnTo>
                    <a:pt x="18313" y="10604"/>
                  </a:lnTo>
                  <a:lnTo>
                    <a:pt x="18529" y="10604"/>
                  </a:lnTo>
                  <a:lnTo>
                    <a:pt x="18986" y="10604"/>
                  </a:lnTo>
                  <a:lnTo>
                    <a:pt x="18834" y="10477"/>
                  </a:lnTo>
                  <a:lnTo>
                    <a:pt x="19024" y="10604"/>
                  </a:lnTo>
                  <a:lnTo>
                    <a:pt x="20967" y="10604"/>
                  </a:lnTo>
                  <a:close/>
                </a:path>
                <a:path w="35560" h="30480">
                  <a:moveTo>
                    <a:pt x="21005" y="14287"/>
                  </a:moveTo>
                  <a:lnTo>
                    <a:pt x="20866" y="14160"/>
                  </a:lnTo>
                  <a:lnTo>
                    <a:pt x="19761" y="14160"/>
                  </a:lnTo>
                  <a:lnTo>
                    <a:pt x="19735" y="14287"/>
                  </a:lnTo>
                  <a:lnTo>
                    <a:pt x="21005" y="14287"/>
                  </a:lnTo>
                  <a:close/>
                </a:path>
                <a:path w="35560" h="30480">
                  <a:moveTo>
                    <a:pt x="21069" y="22161"/>
                  </a:moveTo>
                  <a:lnTo>
                    <a:pt x="20904" y="22288"/>
                  </a:lnTo>
                  <a:lnTo>
                    <a:pt x="21031" y="22288"/>
                  </a:lnTo>
                  <a:lnTo>
                    <a:pt x="21069" y="22161"/>
                  </a:lnTo>
                  <a:close/>
                </a:path>
                <a:path w="35560" h="30480">
                  <a:moveTo>
                    <a:pt x="21069" y="14160"/>
                  </a:moveTo>
                  <a:lnTo>
                    <a:pt x="20993" y="14033"/>
                  </a:lnTo>
                  <a:lnTo>
                    <a:pt x="20866" y="14160"/>
                  </a:lnTo>
                  <a:lnTo>
                    <a:pt x="21069" y="14160"/>
                  </a:lnTo>
                  <a:close/>
                </a:path>
                <a:path w="35560" h="30480">
                  <a:moveTo>
                    <a:pt x="21069" y="10350"/>
                  </a:moveTo>
                  <a:lnTo>
                    <a:pt x="20891" y="10223"/>
                  </a:lnTo>
                  <a:lnTo>
                    <a:pt x="20840" y="10096"/>
                  </a:lnTo>
                  <a:lnTo>
                    <a:pt x="20840" y="10350"/>
                  </a:lnTo>
                  <a:lnTo>
                    <a:pt x="21069" y="10350"/>
                  </a:lnTo>
                  <a:close/>
                </a:path>
                <a:path w="35560" h="30480">
                  <a:moveTo>
                    <a:pt x="21120" y="12636"/>
                  </a:moveTo>
                  <a:lnTo>
                    <a:pt x="20878" y="12509"/>
                  </a:lnTo>
                  <a:lnTo>
                    <a:pt x="20091" y="12509"/>
                  </a:lnTo>
                  <a:lnTo>
                    <a:pt x="20040" y="12636"/>
                  </a:lnTo>
                  <a:lnTo>
                    <a:pt x="21120" y="12636"/>
                  </a:lnTo>
                  <a:close/>
                </a:path>
                <a:path w="35560" h="30480">
                  <a:moveTo>
                    <a:pt x="21158" y="14414"/>
                  </a:moveTo>
                  <a:lnTo>
                    <a:pt x="21145" y="14287"/>
                  </a:lnTo>
                  <a:lnTo>
                    <a:pt x="21005" y="14287"/>
                  </a:lnTo>
                  <a:lnTo>
                    <a:pt x="21158" y="14414"/>
                  </a:lnTo>
                  <a:close/>
                </a:path>
                <a:path w="35560" h="30480">
                  <a:moveTo>
                    <a:pt x="21170" y="18224"/>
                  </a:moveTo>
                  <a:lnTo>
                    <a:pt x="21158" y="17970"/>
                  </a:lnTo>
                  <a:lnTo>
                    <a:pt x="20320" y="17970"/>
                  </a:lnTo>
                  <a:lnTo>
                    <a:pt x="20396" y="18097"/>
                  </a:lnTo>
                  <a:lnTo>
                    <a:pt x="20485" y="18224"/>
                  </a:lnTo>
                  <a:lnTo>
                    <a:pt x="21170" y="18224"/>
                  </a:lnTo>
                  <a:close/>
                </a:path>
                <a:path w="35560" h="30480">
                  <a:moveTo>
                    <a:pt x="21196" y="21399"/>
                  </a:moveTo>
                  <a:lnTo>
                    <a:pt x="20294" y="21399"/>
                  </a:lnTo>
                  <a:lnTo>
                    <a:pt x="19964" y="21399"/>
                  </a:lnTo>
                  <a:lnTo>
                    <a:pt x="19964" y="21653"/>
                  </a:lnTo>
                  <a:lnTo>
                    <a:pt x="20256" y="21653"/>
                  </a:lnTo>
                  <a:lnTo>
                    <a:pt x="21132" y="21653"/>
                  </a:lnTo>
                  <a:lnTo>
                    <a:pt x="21196" y="21399"/>
                  </a:lnTo>
                  <a:close/>
                </a:path>
                <a:path w="35560" h="30480">
                  <a:moveTo>
                    <a:pt x="21450" y="15049"/>
                  </a:moveTo>
                  <a:lnTo>
                    <a:pt x="21297" y="14922"/>
                  </a:lnTo>
                  <a:lnTo>
                    <a:pt x="21386" y="15176"/>
                  </a:lnTo>
                  <a:lnTo>
                    <a:pt x="21450" y="15049"/>
                  </a:lnTo>
                  <a:close/>
                </a:path>
                <a:path w="35560" h="30480">
                  <a:moveTo>
                    <a:pt x="21513" y="14033"/>
                  </a:moveTo>
                  <a:lnTo>
                    <a:pt x="21234" y="13779"/>
                  </a:lnTo>
                  <a:lnTo>
                    <a:pt x="20916" y="13906"/>
                  </a:lnTo>
                  <a:lnTo>
                    <a:pt x="20993" y="14033"/>
                  </a:lnTo>
                  <a:lnTo>
                    <a:pt x="21513" y="14033"/>
                  </a:lnTo>
                  <a:close/>
                </a:path>
                <a:path w="35560" h="30480">
                  <a:moveTo>
                    <a:pt x="21678" y="18859"/>
                  </a:moveTo>
                  <a:lnTo>
                    <a:pt x="21526" y="18986"/>
                  </a:lnTo>
                  <a:lnTo>
                    <a:pt x="21437" y="20002"/>
                  </a:lnTo>
                  <a:lnTo>
                    <a:pt x="21590" y="19748"/>
                  </a:lnTo>
                  <a:lnTo>
                    <a:pt x="21678" y="18859"/>
                  </a:lnTo>
                  <a:close/>
                </a:path>
                <a:path w="35560" h="30480">
                  <a:moveTo>
                    <a:pt x="21717" y="10350"/>
                  </a:moveTo>
                  <a:lnTo>
                    <a:pt x="21069" y="10350"/>
                  </a:lnTo>
                  <a:lnTo>
                    <a:pt x="21348" y="10477"/>
                  </a:lnTo>
                  <a:lnTo>
                    <a:pt x="21691" y="10477"/>
                  </a:lnTo>
                  <a:lnTo>
                    <a:pt x="21717" y="10350"/>
                  </a:lnTo>
                  <a:close/>
                </a:path>
                <a:path w="35560" h="30480">
                  <a:moveTo>
                    <a:pt x="21920" y="9715"/>
                  </a:moveTo>
                  <a:lnTo>
                    <a:pt x="21907" y="9461"/>
                  </a:lnTo>
                  <a:lnTo>
                    <a:pt x="17653" y="9461"/>
                  </a:lnTo>
                  <a:lnTo>
                    <a:pt x="17576" y="9715"/>
                  </a:lnTo>
                  <a:lnTo>
                    <a:pt x="21920" y="9715"/>
                  </a:lnTo>
                  <a:close/>
                </a:path>
                <a:path w="35560" h="30480">
                  <a:moveTo>
                    <a:pt x="21945" y="18224"/>
                  </a:moveTo>
                  <a:lnTo>
                    <a:pt x="21894" y="18097"/>
                  </a:lnTo>
                  <a:lnTo>
                    <a:pt x="21755" y="18224"/>
                  </a:lnTo>
                  <a:lnTo>
                    <a:pt x="21945" y="18224"/>
                  </a:lnTo>
                  <a:close/>
                </a:path>
                <a:path w="35560" h="30480">
                  <a:moveTo>
                    <a:pt x="22034" y="17970"/>
                  </a:moveTo>
                  <a:lnTo>
                    <a:pt x="21628" y="17970"/>
                  </a:lnTo>
                  <a:lnTo>
                    <a:pt x="21272" y="17970"/>
                  </a:lnTo>
                  <a:lnTo>
                    <a:pt x="21221" y="18224"/>
                  </a:lnTo>
                  <a:lnTo>
                    <a:pt x="21742" y="18224"/>
                  </a:lnTo>
                  <a:lnTo>
                    <a:pt x="21780" y="18097"/>
                  </a:lnTo>
                  <a:lnTo>
                    <a:pt x="22034" y="18097"/>
                  </a:lnTo>
                  <a:lnTo>
                    <a:pt x="22034" y="17970"/>
                  </a:lnTo>
                  <a:close/>
                </a:path>
                <a:path w="35560" h="30480">
                  <a:moveTo>
                    <a:pt x="22174" y="11239"/>
                  </a:moveTo>
                  <a:lnTo>
                    <a:pt x="22021" y="11366"/>
                  </a:lnTo>
                  <a:lnTo>
                    <a:pt x="22174" y="11366"/>
                  </a:lnTo>
                  <a:lnTo>
                    <a:pt x="22174" y="11239"/>
                  </a:lnTo>
                  <a:close/>
                </a:path>
                <a:path w="35560" h="30480">
                  <a:moveTo>
                    <a:pt x="22199" y="18224"/>
                  </a:moveTo>
                  <a:lnTo>
                    <a:pt x="22034" y="18097"/>
                  </a:lnTo>
                  <a:lnTo>
                    <a:pt x="22009" y="18224"/>
                  </a:lnTo>
                  <a:lnTo>
                    <a:pt x="22199" y="18224"/>
                  </a:lnTo>
                  <a:close/>
                </a:path>
                <a:path w="35560" h="30480">
                  <a:moveTo>
                    <a:pt x="22225" y="9334"/>
                  </a:moveTo>
                  <a:lnTo>
                    <a:pt x="22098" y="9207"/>
                  </a:lnTo>
                  <a:lnTo>
                    <a:pt x="22059" y="9398"/>
                  </a:lnTo>
                  <a:lnTo>
                    <a:pt x="22225" y="9334"/>
                  </a:lnTo>
                  <a:close/>
                </a:path>
                <a:path w="35560" h="30480">
                  <a:moveTo>
                    <a:pt x="22250" y="14033"/>
                  </a:moveTo>
                  <a:lnTo>
                    <a:pt x="21844" y="13906"/>
                  </a:lnTo>
                  <a:lnTo>
                    <a:pt x="21513" y="14033"/>
                  </a:lnTo>
                  <a:lnTo>
                    <a:pt x="22250" y="14033"/>
                  </a:lnTo>
                  <a:close/>
                </a:path>
                <a:path w="35560" h="30480">
                  <a:moveTo>
                    <a:pt x="22263" y="10350"/>
                  </a:moveTo>
                  <a:lnTo>
                    <a:pt x="22250" y="10223"/>
                  </a:lnTo>
                  <a:lnTo>
                    <a:pt x="22237" y="10096"/>
                  </a:lnTo>
                  <a:lnTo>
                    <a:pt x="22009" y="9969"/>
                  </a:lnTo>
                  <a:lnTo>
                    <a:pt x="21958" y="10096"/>
                  </a:lnTo>
                  <a:lnTo>
                    <a:pt x="21755" y="10096"/>
                  </a:lnTo>
                  <a:lnTo>
                    <a:pt x="21717" y="10350"/>
                  </a:lnTo>
                  <a:lnTo>
                    <a:pt x="21920" y="10350"/>
                  </a:lnTo>
                  <a:lnTo>
                    <a:pt x="21945" y="10223"/>
                  </a:lnTo>
                  <a:lnTo>
                    <a:pt x="22110" y="10350"/>
                  </a:lnTo>
                  <a:lnTo>
                    <a:pt x="22263" y="10350"/>
                  </a:lnTo>
                  <a:close/>
                </a:path>
                <a:path w="35560" h="30480">
                  <a:moveTo>
                    <a:pt x="22301" y="10604"/>
                  </a:moveTo>
                  <a:lnTo>
                    <a:pt x="22275" y="10477"/>
                  </a:lnTo>
                  <a:lnTo>
                    <a:pt x="22110" y="10350"/>
                  </a:lnTo>
                  <a:lnTo>
                    <a:pt x="21920" y="10350"/>
                  </a:lnTo>
                  <a:lnTo>
                    <a:pt x="21831" y="10477"/>
                  </a:lnTo>
                  <a:lnTo>
                    <a:pt x="21755" y="10604"/>
                  </a:lnTo>
                  <a:lnTo>
                    <a:pt x="22301" y="10604"/>
                  </a:lnTo>
                  <a:close/>
                </a:path>
                <a:path w="35560" h="30480">
                  <a:moveTo>
                    <a:pt x="22326" y="22428"/>
                  </a:moveTo>
                  <a:lnTo>
                    <a:pt x="22212" y="21501"/>
                  </a:lnTo>
                  <a:lnTo>
                    <a:pt x="22072" y="20294"/>
                  </a:lnTo>
                  <a:lnTo>
                    <a:pt x="22072" y="19265"/>
                  </a:lnTo>
                  <a:lnTo>
                    <a:pt x="22034" y="20358"/>
                  </a:lnTo>
                  <a:lnTo>
                    <a:pt x="22123" y="21488"/>
                  </a:lnTo>
                  <a:lnTo>
                    <a:pt x="22326" y="22428"/>
                  </a:lnTo>
                  <a:close/>
                </a:path>
                <a:path w="35560" h="30480">
                  <a:moveTo>
                    <a:pt x="22529" y="9715"/>
                  </a:moveTo>
                  <a:lnTo>
                    <a:pt x="22313" y="9461"/>
                  </a:lnTo>
                  <a:lnTo>
                    <a:pt x="22059" y="9461"/>
                  </a:lnTo>
                  <a:lnTo>
                    <a:pt x="22034" y="9715"/>
                  </a:lnTo>
                  <a:lnTo>
                    <a:pt x="22529" y="9715"/>
                  </a:lnTo>
                  <a:close/>
                </a:path>
                <a:path w="35560" h="30480">
                  <a:moveTo>
                    <a:pt x="22542" y="8572"/>
                  </a:moveTo>
                  <a:lnTo>
                    <a:pt x="15836" y="8572"/>
                  </a:lnTo>
                  <a:lnTo>
                    <a:pt x="15824" y="8699"/>
                  </a:lnTo>
                  <a:lnTo>
                    <a:pt x="18034" y="8699"/>
                  </a:lnTo>
                  <a:lnTo>
                    <a:pt x="22466" y="8699"/>
                  </a:lnTo>
                  <a:lnTo>
                    <a:pt x="22542" y="8572"/>
                  </a:lnTo>
                  <a:close/>
                </a:path>
                <a:path w="35560" h="30480">
                  <a:moveTo>
                    <a:pt x="22555" y="9461"/>
                  </a:moveTo>
                  <a:lnTo>
                    <a:pt x="22225" y="9334"/>
                  </a:lnTo>
                  <a:lnTo>
                    <a:pt x="22313" y="9461"/>
                  </a:lnTo>
                  <a:lnTo>
                    <a:pt x="22555" y="9461"/>
                  </a:lnTo>
                  <a:close/>
                </a:path>
                <a:path w="35560" h="30480">
                  <a:moveTo>
                    <a:pt x="22580" y="13779"/>
                  </a:moveTo>
                  <a:lnTo>
                    <a:pt x="22199" y="13652"/>
                  </a:lnTo>
                  <a:lnTo>
                    <a:pt x="21424" y="13525"/>
                  </a:lnTo>
                  <a:lnTo>
                    <a:pt x="21259" y="13398"/>
                  </a:lnTo>
                  <a:lnTo>
                    <a:pt x="21145" y="13271"/>
                  </a:lnTo>
                  <a:lnTo>
                    <a:pt x="21069" y="13398"/>
                  </a:lnTo>
                  <a:lnTo>
                    <a:pt x="21005" y="13525"/>
                  </a:lnTo>
                  <a:lnTo>
                    <a:pt x="20764" y="13652"/>
                  </a:lnTo>
                  <a:lnTo>
                    <a:pt x="20599" y="13652"/>
                  </a:lnTo>
                  <a:lnTo>
                    <a:pt x="20853" y="13779"/>
                  </a:lnTo>
                  <a:lnTo>
                    <a:pt x="21234" y="13779"/>
                  </a:lnTo>
                  <a:lnTo>
                    <a:pt x="22085" y="13779"/>
                  </a:lnTo>
                  <a:lnTo>
                    <a:pt x="22580" y="13779"/>
                  </a:lnTo>
                  <a:close/>
                </a:path>
                <a:path w="35560" h="30480">
                  <a:moveTo>
                    <a:pt x="22606" y="10350"/>
                  </a:moveTo>
                  <a:lnTo>
                    <a:pt x="22364" y="10223"/>
                  </a:lnTo>
                  <a:lnTo>
                    <a:pt x="22364" y="10350"/>
                  </a:lnTo>
                  <a:lnTo>
                    <a:pt x="22606" y="10350"/>
                  </a:lnTo>
                  <a:close/>
                </a:path>
                <a:path w="35560" h="30480">
                  <a:moveTo>
                    <a:pt x="22618" y="12509"/>
                  </a:moveTo>
                  <a:lnTo>
                    <a:pt x="22212" y="12382"/>
                  </a:lnTo>
                  <a:lnTo>
                    <a:pt x="21132" y="12382"/>
                  </a:lnTo>
                  <a:lnTo>
                    <a:pt x="20980" y="12255"/>
                  </a:lnTo>
                  <a:lnTo>
                    <a:pt x="19951" y="12255"/>
                  </a:lnTo>
                  <a:lnTo>
                    <a:pt x="19989" y="12509"/>
                  </a:lnTo>
                  <a:lnTo>
                    <a:pt x="20650" y="12382"/>
                  </a:lnTo>
                  <a:lnTo>
                    <a:pt x="20878" y="12509"/>
                  </a:lnTo>
                  <a:lnTo>
                    <a:pt x="22618" y="12509"/>
                  </a:lnTo>
                  <a:close/>
                </a:path>
                <a:path w="35560" h="30480">
                  <a:moveTo>
                    <a:pt x="22745" y="12128"/>
                  </a:moveTo>
                  <a:lnTo>
                    <a:pt x="22593" y="12128"/>
                  </a:lnTo>
                  <a:lnTo>
                    <a:pt x="22567" y="12001"/>
                  </a:lnTo>
                  <a:lnTo>
                    <a:pt x="22326" y="12001"/>
                  </a:lnTo>
                  <a:lnTo>
                    <a:pt x="21945" y="12001"/>
                  </a:lnTo>
                  <a:lnTo>
                    <a:pt x="21564" y="12128"/>
                  </a:lnTo>
                  <a:lnTo>
                    <a:pt x="21209" y="12128"/>
                  </a:lnTo>
                  <a:lnTo>
                    <a:pt x="21221" y="12255"/>
                  </a:lnTo>
                  <a:lnTo>
                    <a:pt x="22694" y="12255"/>
                  </a:lnTo>
                  <a:lnTo>
                    <a:pt x="22745" y="12128"/>
                  </a:lnTo>
                  <a:close/>
                </a:path>
                <a:path w="35560" h="30480">
                  <a:moveTo>
                    <a:pt x="22783" y="8318"/>
                  </a:moveTo>
                  <a:lnTo>
                    <a:pt x="22758" y="8064"/>
                  </a:lnTo>
                  <a:lnTo>
                    <a:pt x="16662" y="8064"/>
                  </a:lnTo>
                  <a:lnTo>
                    <a:pt x="16624" y="8318"/>
                  </a:lnTo>
                  <a:lnTo>
                    <a:pt x="22783" y="8318"/>
                  </a:lnTo>
                  <a:close/>
                </a:path>
                <a:path w="35560" h="30480">
                  <a:moveTo>
                    <a:pt x="22796" y="14033"/>
                  </a:moveTo>
                  <a:lnTo>
                    <a:pt x="22745" y="13906"/>
                  </a:lnTo>
                  <a:lnTo>
                    <a:pt x="22428" y="13906"/>
                  </a:lnTo>
                  <a:lnTo>
                    <a:pt x="22085" y="13779"/>
                  </a:lnTo>
                  <a:lnTo>
                    <a:pt x="22174" y="13906"/>
                  </a:lnTo>
                  <a:lnTo>
                    <a:pt x="22250" y="14033"/>
                  </a:lnTo>
                  <a:lnTo>
                    <a:pt x="22796" y="14033"/>
                  </a:lnTo>
                  <a:close/>
                </a:path>
                <a:path w="35560" h="30480">
                  <a:moveTo>
                    <a:pt x="22821" y="8572"/>
                  </a:moveTo>
                  <a:lnTo>
                    <a:pt x="22542" y="8572"/>
                  </a:lnTo>
                  <a:lnTo>
                    <a:pt x="22694" y="8699"/>
                  </a:lnTo>
                  <a:lnTo>
                    <a:pt x="22821" y="8572"/>
                  </a:lnTo>
                  <a:close/>
                </a:path>
                <a:path w="35560" h="30480">
                  <a:moveTo>
                    <a:pt x="22860" y="10350"/>
                  </a:moveTo>
                  <a:lnTo>
                    <a:pt x="22606" y="10350"/>
                  </a:lnTo>
                  <a:lnTo>
                    <a:pt x="22593" y="10604"/>
                  </a:lnTo>
                  <a:lnTo>
                    <a:pt x="22860" y="10604"/>
                  </a:lnTo>
                  <a:lnTo>
                    <a:pt x="22860" y="10350"/>
                  </a:lnTo>
                  <a:close/>
                </a:path>
                <a:path w="35560" h="30480">
                  <a:moveTo>
                    <a:pt x="22885" y="7810"/>
                  </a:moveTo>
                  <a:lnTo>
                    <a:pt x="16675" y="7810"/>
                  </a:lnTo>
                  <a:lnTo>
                    <a:pt x="16675" y="7937"/>
                  </a:lnTo>
                  <a:lnTo>
                    <a:pt x="22821" y="7937"/>
                  </a:lnTo>
                  <a:lnTo>
                    <a:pt x="22885" y="7810"/>
                  </a:lnTo>
                  <a:close/>
                </a:path>
                <a:path w="35560" h="30480">
                  <a:moveTo>
                    <a:pt x="22898" y="14287"/>
                  </a:moveTo>
                  <a:lnTo>
                    <a:pt x="22860" y="14160"/>
                  </a:lnTo>
                  <a:lnTo>
                    <a:pt x="21069" y="14160"/>
                  </a:lnTo>
                  <a:lnTo>
                    <a:pt x="21145" y="14287"/>
                  </a:lnTo>
                  <a:lnTo>
                    <a:pt x="22898" y="14287"/>
                  </a:lnTo>
                  <a:close/>
                </a:path>
                <a:path w="35560" h="30480">
                  <a:moveTo>
                    <a:pt x="22898" y="8826"/>
                  </a:moveTo>
                  <a:lnTo>
                    <a:pt x="22694" y="8699"/>
                  </a:lnTo>
                  <a:lnTo>
                    <a:pt x="22466" y="8699"/>
                  </a:lnTo>
                  <a:lnTo>
                    <a:pt x="22377" y="8953"/>
                  </a:lnTo>
                  <a:lnTo>
                    <a:pt x="22669" y="8953"/>
                  </a:lnTo>
                  <a:lnTo>
                    <a:pt x="22860" y="9080"/>
                  </a:lnTo>
                  <a:lnTo>
                    <a:pt x="22898" y="8826"/>
                  </a:lnTo>
                  <a:close/>
                </a:path>
                <a:path w="35560" h="30480">
                  <a:moveTo>
                    <a:pt x="22999" y="22796"/>
                  </a:moveTo>
                  <a:lnTo>
                    <a:pt x="22733" y="22669"/>
                  </a:lnTo>
                  <a:lnTo>
                    <a:pt x="22606" y="22542"/>
                  </a:lnTo>
                  <a:lnTo>
                    <a:pt x="22580" y="22796"/>
                  </a:lnTo>
                  <a:lnTo>
                    <a:pt x="22999" y="22796"/>
                  </a:lnTo>
                  <a:close/>
                </a:path>
                <a:path w="35560" h="30480">
                  <a:moveTo>
                    <a:pt x="23139" y="7302"/>
                  </a:moveTo>
                  <a:lnTo>
                    <a:pt x="22987" y="7302"/>
                  </a:lnTo>
                  <a:lnTo>
                    <a:pt x="22974" y="7429"/>
                  </a:lnTo>
                  <a:lnTo>
                    <a:pt x="23139" y="7302"/>
                  </a:lnTo>
                  <a:close/>
                </a:path>
                <a:path w="35560" h="30480">
                  <a:moveTo>
                    <a:pt x="23190" y="7048"/>
                  </a:moveTo>
                  <a:lnTo>
                    <a:pt x="16713" y="7048"/>
                  </a:lnTo>
                  <a:lnTo>
                    <a:pt x="16700" y="7302"/>
                  </a:lnTo>
                  <a:lnTo>
                    <a:pt x="22987" y="7302"/>
                  </a:lnTo>
                  <a:lnTo>
                    <a:pt x="23012" y="7175"/>
                  </a:lnTo>
                  <a:lnTo>
                    <a:pt x="23190" y="7048"/>
                  </a:lnTo>
                  <a:close/>
                </a:path>
                <a:path w="35560" h="30480">
                  <a:moveTo>
                    <a:pt x="23279" y="12636"/>
                  </a:moveTo>
                  <a:lnTo>
                    <a:pt x="21120" y="12636"/>
                  </a:lnTo>
                  <a:lnTo>
                    <a:pt x="21031" y="13017"/>
                  </a:lnTo>
                  <a:lnTo>
                    <a:pt x="21196" y="12890"/>
                  </a:lnTo>
                  <a:lnTo>
                    <a:pt x="22910" y="12890"/>
                  </a:lnTo>
                  <a:lnTo>
                    <a:pt x="22936" y="13017"/>
                  </a:lnTo>
                  <a:lnTo>
                    <a:pt x="23075" y="12890"/>
                  </a:lnTo>
                  <a:lnTo>
                    <a:pt x="23253" y="12890"/>
                  </a:lnTo>
                  <a:lnTo>
                    <a:pt x="23279" y="12636"/>
                  </a:lnTo>
                  <a:close/>
                </a:path>
                <a:path w="35560" h="30480">
                  <a:moveTo>
                    <a:pt x="23317" y="14287"/>
                  </a:moveTo>
                  <a:lnTo>
                    <a:pt x="22898" y="14287"/>
                  </a:lnTo>
                  <a:lnTo>
                    <a:pt x="22936" y="14414"/>
                  </a:lnTo>
                  <a:lnTo>
                    <a:pt x="22631" y="14414"/>
                  </a:lnTo>
                  <a:lnTo>
                    <a:pt x="22555" y="15811"/>
                  </a:lnTo>
                  <a:lnTo>
                    <a:pt x="22390" y="15811"/>
                  </a:lnTo>
                  <a:lnTo>
                    <a:pt x="22275" y="16065"/>
                  </a:lnTo>
                  <a:lnTo>
                    <a:pt x="22225" y="16192"/>
                  </a:lnTo>
                  <a:lnTo>
                    <a:pt x="22872" y="16192"/>
                  </a:lnTo>
                  <a:lnTo>
                    <a:pt x="22898" y="15684"/>
                  </a:lnTo>
                  <a:lnTo>
                    <a:pt x="23152" y="15684"/>
                  </a:lnTo>
                  <a:lnTo>
                    <a:pt x="22987" y="15557"/>
                  </a:lnTo>
                  <a:lnTo>
                    <a:pt x="22987" y="14668"/>
                  </a:lnTo>
                  <a:lnTo>
                    <a:pt x="23215" y="14668"/>
                  </a:lnTo>
                  <a:lnTo>
                    <a:pt x="23190" y="14414"/>
                  </a:lnTo>
                  <a:lnTo>
                    <a:pt x="23317" y="14287"/>
                  </a:lnTo>
                  <a:close/>
                </a:path>
                <a:path w="35560" h="30480">
                  <a:moveTo>
                    <a:pt x="23317" y="13779"/>
                  </a:moveTo>
                  <a:lnTo>
                    <a:pt x="23266" y="13525"/>
                  </a:lnTo>
                  <a:lnTo>
                    <a:pt x="23126" y="13525"/>
                  </a:lnTo>
                  <a:lnTo>
                    <a:pt x="23063" y="13652"/>
                  </a:lnTo>
                  <a:lnTo>
                    <a:pt x="22999" y="13779"/>
                  </a:lnTo>
                  <a:lnTo>
                    <a:pt x="23317" y="13779"/>
                  </a:lnTo>
                  <a:close/>
                </a:path>
                <a:path w="35560" h="30480">
                  <a:moveTo>
                    <a:pt x="23342" y="10350"/>
                  </a:moveTo>
                  <a:lnTo>
                    <a:pt x="22898" y="10350"/>
                  </a:lnTo>
                  <a:lnTo>
                    <a:pt x="22910" y="10604"/>
                  </a:lnTo>
                  <a:lnTo>
                    <a:pt x="23266" y="10604"/>
                  </a:lnTo>
                  <a:lnTo>
                    <a:pt x="23342" y="10350"/>
                  </a:lnTo>
                  <a:close/>
                </a:path>
                <a:path w="35560" h="30480">
                  <a:moveTo>
                    <a:pt x="23355" y="14033"/>
                  </a:moveTo>
                  <a:lnTo>
                    <a:pt x="22796" y="14033"/>
                  </a:lnTo>
                  <a:lnTo>
                    <a:pt x="22860" y="14160"/>
                  </a:lnTo>
                  <a:lnTo>
                    <a:pt x="23329" y="14160"/>
                  </a:lnTo>
                  <a:lnTo>
                    <a:pt x="23355" y="14033"/>
                  </a:lnTo>
                  <a:close/>
                </a:path>
                <a:path w="35560" h="30480">
                  <a:moveTo>
                    <a:pt x="23482" y="9461"/>
                  </a:moveTo>
                  <a:lnTo>
                    <a:pt x="22885" y="9461"/>
                  </a:lnTo>
                  <a:lnTo>
                    <a:pt x="22555" y="9461"/>
                  </a:lnTo>
                  <a:lnTo>
                    <a:pt x="22593" y="9715"/>
                  </a:lnTo>
                  <a:lnTo>
                    <a:pt x="22872" y="9715"/>
                  </a:lnTo>
                  <a:lnTo>
                    <a:pt x="23482" y="9715"/>
                  </a:lnTo>
                  <a:lnTo>
                    <a:pt x="23482" y="9461"/>
                  </a:lnTo>
                  <a:close/>
                </a:path>
                <a:path w="35560" h="30480">
                  <a:moveTo>
                    <a:pt x="23520" y="8572"/>
                  </a:moveTo>
                  <a:lnTo>
                    <a:pt x="22898" y="8572"/>
                  </a:lnTo>
                  <a:lnTo>
                    <a:pt x="22898" y="8699"/>
                  </a:lnTo>
                  <a:lnTo>
                    <a:pt x="23520" y="8699"/>
                  </a:lnTo>
                  <a:lnTo>
                    <a:pt x="23520" y="8572"/>
                  </a:lnTo>
                  <a:close/>
                </a:path>
                <a:path w="35560" h="30480">
                  <a:moveTo>
                    <a:pt x="23533" y="8318"/>
                  </a:moveTo>
                  <a:lnTo>
                    <a:pt x="23495" y="8064"/>
                  </a:lnTo>
                  <a:lnTo>
                    <a:pt x="22999" y="7937"/>
                  </a:lnTo>
                  <a:lnTo>
                    <a:pt x="22821" y="7937"/>
                  </a:lnTo>
                  <a:lnTo>
                    <a:pt x="22758" y="8064"/>
                  </a:lnTo>
                  <a:lnTo>
                    <a:pt x="22910" y="8064"/>
                  </a:lnTo>
                  <a:lnTo>
                    <a:pt x="22898" y="8318"/>
                  </a:lnTo>
                  <a:lnTo>
                    <a:pt x="23533" y="8318"/>
                  </a:lnTo>
                  <a:close/>
                </a:path>
                <a:path w="35560" h="30480">
                  <a:moveTo>
                    <a:pt x="23558" y="17335"/>
                  </a:moveTo>
                  <a:lnTo>
                    <a:pt x="23202" y="17208"/>
                  </a:lnTo>
                  <a:lnTo>
                    <a:pt x="23088" y="16827"/>
                  </a:lnTo>
                  <a:lnTo>
                    <a:pt x="22974" y="16700"/>
                  </a:lnTo>
                  <a:lnTo>
                    <a:pt x="22872" y="16319"/>
                  </a:lnTo>
                  <a:lnTo>
                    <a:pt x="22745" y="16319"/>
                  </a:lnTo>
                  <a:lnTo>
                    <a:pt x="22745" y="17462"/>
                  </a:lnTo>
                  <a:lnTo>
                    <a:pt x="22504" y="17462"/>
                  </a:lnTo>
                  <a:lnTo>
                    <a:pt x="22364" y="17335"/>
                  </a:lnTo>
                  <a:lnTo>
                    <a:pt x="22669" y="17335"/>
                  </a:lnTo>
                  <a:lnTo>
                    <a:pt x="22745" y="17462"/>
                  </a:lnTo>
                  <a:lnTo>
                    <a:pt x="22745" y="16319"/>
                  </a:lnTo>
                  <a:lnTo>
                    <a:pt x="22174" y="16319"/>
                  </a:lnTo>
                  <a:lnTo>
                    <a:pt x="22237" y="16065"/>
                  </a:lnTo>
                  <a:lnTo>
                    <a:pt x="22009" y="16192"/>
                  </a:lnTo>
                  <a:lnTo>
                    <a:pt x="22085" y="16700"/>
                  </a:lnTo>
                  <a:lnTo>
                    <a:pt x="21882" y="16827"/>
                  </a:lnTo>
                  <a:lnTo>
                    <a:pt x="21742" y="16827"/>
                  </a:lnTo>
                  <a:lnTo>
                    <a:pt x="21666" y="16573"/>
                  </a:lnTo>
                  <a:lnTo>
                    <a:pt x="21590" y="16065"/>
                  </a:lnTo>
                  <a:lnTo>
                    <a:pt x="21551" y="15811"/>
                  </a:lnTo>
                  <a:lnTo>
                    <a:pt x="21424" y="16065"/>
                  </a:lnTo>
                  <a:lnTo>
                    <a:pt x="21158" y="15811"/>
                  </a:lnTo>
                  <a:lnTo>
                    <a:pt x="21082" y="15684"/>
                  </a:lnTo>
                  <a:lnTo>
                    <a:pt x="20701" y="15684"/>
                  </a:lnTo>
                  <a:lnTo>
                    <a:pt x="21018" y="16065"/>
                  </a:lnTo>
                  <a:lnTo>
                    <a:pt x="20891" y="16573"/>
                  </a:lnTo>
                  <a:lnTo>
                    <a:pt x="20866" y="16446"/>
                  </a:lnTo>
                  <a:lnTo>
                    <a:pt x="20764" y="16700"/>
                  </a:lnTo>
                  <a:lnTo>
                    <a:pt x="20701" y="16827"/>
                  </a:lnTo>
                  <a:lnTo>
                    <a:pt x="20205" y="16827"/>
                  </a:lnTo>
                  <a:lnTo>
                    <a:pt x="20383" y="16954"/>
                  </a:lnTo>
                  <a:lnTo>
                    <a:pt x="19989" y="16954"/>
                  </a:lnTo>
                  <a:lnTo>
                    <a:pt x="20320" y="17208"/>
                  </a:lnTo>
                  <a:lnTo>
                    <a:pt x="20574" y="17081"/>
                  </a:lnTo>
                  <a:lnTo>
                    <a:pt x="20904" y="17208"/>
                  </a:lnTo>
                  <a:lnTo>
                    <a:pt x="21056" y="17335"/>
                  </a:lnTo>
                  <a:lnTo>
                    <a:pt x="21158" y="17970"/>
                  </a:lnTo>
                  <a:lnTo>
                    <a:pt x="21297" y="17843"/>
                  </a:lnTo>
                  <a:lnTo>
                    <a:pt x="21374" y="17335"/>
                  </a:lnTo>
                  <a:lnTo>
                    <a:pt x="21551" y="17335"/>
                  </a:lnTo>
                  <a:lnTo>
                    <a:pt x="21628" y="17970"/>
                  </a:lnTo>
                  <a:lnTo>
                    <a:pt x="21729" y="17843"/>
                  </a:lnTo>
                  <a:lnTo>
                    <a:pt x="21818" y="17716"/>
                  </a:lnTo>
                  <a:lnTo>
                    <a:pt x="21907" y="17589"/>
                  </a:lnTo>
                  <a:lnTo>
                    <a:pt x="22059" y="17462"/>
                  </a:lnTo>
                  <a:lnTo>
                    <a:pt x="22034" y="17970"/>
                  </a:lnTo>
                  <a:lnTo>
                    <a:pt x="22186" y="17970"/>
                  </a:lnTo>
                  <a:lnTo>
                    <a:pt x="22275" y="17716"/>
                  </a:lnTo>
                  <a:lnTo>
                    <a:pt x="22364" y="17462"/>
                  </a:lnTo>
                  <a:lnTo>
                    <a:pt x="22745" y="17589"/>
                  </a:lnTo>
                  <a:lnTo>
                    <a:pt x="23101" y="17843"/>
                  </a:lnTo>
                  <a:lnTo>
                    <a:pt x="23139" y="17462"/>
                  </a:lnTo>
                  <a:lnTo>
                    <a:pt x="23558" y="17335"/>
                  </a:lnTo>
                  <a:close/>
                </a:path>
                <a:path w="35560" h="30480">
                  <a:moveTo>
                    <a:pt x="23622" y="10604"/>
                  </a:moveTo>
                  <a:lnTo>
                    <a:pt x="23266" y="10604"/>
                  </a:lnTo>
                  <a:lnTo>
                    <a:pt x="23139" y="10731"/>
                  </a:lnTo>
                  <a:lnTo>
                    <a:pt x="23012" y="10858"/>
                  </a:lnTo>
                  <a:lnTo>
                    <a:pt x="22885" y="10985"/>
                  </a:lnTo>
                  <a:lnTo>
                    <a:pt x="22771" y="11112"/>
                  </a:lnTo>
                  <a:lnTo>
                    <a:pt x="22860" y="10731"/>
                  </a:lnTo>
                  <a:lnTo>
                    <a:pt x="22694" y="10858"/>
                  </a:lnTo>
                  <a:lnTo>
                    <a:pt x="22593" y="10985"/>
                  </a:lnTo>
                  <a:lnTo>
                    <a:pt x="22402" y="11112"/>
                  </a:lnTo>
                  <a:lnTo>
                    <a:pt x="22466" y="10985"/>
                  </a:lnTo>
                  <a:lnTo>
                    <a:pt x="22529" y="10858"/>
                  </a:lnTo>
                  <a:lnTo>
                    <a:pt x="22593" y="10604"/>
                  </a:lnTo>
                  <a:lnTo>
                    <a:pt x="22364" y="10604"/>
                  </a:lnTo>
                  <a:lnTo>
                    <a:pt x="22288" y="10985"/>
                  </a:lnTo>
                  <a:lnTo>
                    <a:pt x="22212" y="11112"/>
                  </a:lnTo>
                  <a:lnTo>
                    <a:pt x="22098" y="10985"/>
                  </a:lnTo>
                  <a:lnTo>
                    <a:pt x="22174" y="11239"/>
                  </a:lnTo>
                  <a:lnTo>
                    <a:pt x="23126" y="11239"/>
                  </a:lnTo>
                  <a:lnTo>
                    <a:pt x="23253" y="11112"/>
                  </a:lnTo>
                  <a:lnTo>
                    <a:pt x="23253" y="10985"/>
                  </a:lnTo>
                  <a:lnTo>
                    <a:pt x="23380" y="10985"/>
                  </a:lnTo>
                  <a:lnTo>
                    <a:pt x="23609" y="10858"/>
                  </a:lnTo>
                  <a:lnTo>
                    <a:pt x="23622" y="10604"/>
                  </a:lnTo>
                  <a:close/>
                </a:path>
                <a:path w="35560" h="30480">
                  <a:moveTo>
                    <a:pt x="23647" y="9715"/>
                  </a:moveTo>
                  <a:lnTo>
                    <a:pt x="23482" y="9715"/>
                  </a:lnTo>
                  <a:lnTo>
                    <a:pt x="23469" y="9969"/>
                  </a:lnTo>
                  <a:lnTo>
                    <a:pt x="23342" y="10350"/>
                  </a:lnTo>
                  <a:lnTo>
                    <a:pt x="23596" y="10350"/>
                  </a:lnTo>
                  <a:lnTo>
                    <a:pt x="23647" y="9715"/>
                  </a:lnTo>
                  <a:close/>
                </a:path>
                <a:path w="35560" h="30480">
                  <a:moveTo>
                    <a:pt x="23647" y="7937"/>
                  </a:moveTo>
                  <a:lnTo>
                    <a:pt x="23495" y="8064"/>
                  </a:lnTo>
                  <a:lnTo>
                    <a:pt x="23634" y="8064"/>
                  </a:lnTo>
                  <a:lnTo>
                    <a:pt x="23647" y="7937"/>
                  </a:lnTo>
                  <a:close/>
                </a:path>
                <a:path w="35560" h="30480">
                  <a:moveTo>
                    <a:pt x="23698" y="7302"/>
                  </a:moveTo>
                  <a:lnTo>
                    <a:pt x="23507" y="7175"/>
                  </a:lnTo>
                  <a:lnTo>
                    <a:pt x="23215" y="7175"/>
                  </a:lnTo>
                  <a:lnTo>
                    <a:pt x="23139" y="7302"/>
                  </a:lnTo>
                  <a:lnTo>
                    <a:pt x="23698" y="7302"/>
                  </a:lnTo>
                  <a:close/>
                </a:path>
                <a:path w="35560" h="30480">
                  <a:moveTo>
                    <a:pt x="23723" y="15811"/>
                  </a:moveTo>
                  <a:lnTo>
                    <a:pt x="23710" y="15684"/>
                  </a:lnTo>
                  <a:lnTo>
                    <a:pt x="23152" y="15684"/>
                  </a:lnTo>
                  <a:lnTo>
                    <a:pt x="23317" y="15811"/>
                  </a:lnTo>
                  <a:lnTo>
                    <a:pt x="23723" y="15811"/>
                  </a:lnTo>
                  <a:close/>
                </a:path>
                <a:path w="35560" h="30480">
                  <a:moveTo>
                    <a:pt x="23723" y="8699"/>
                  </a:moveTo>
                  <a:lnTo>
                    <a:pt x="23520" y="8699"/>
                  </a:lnTo>
                  <a:lnTo>
                    <a:pt x="23482" y="9461"/>
                  </a:lnTo>
                  <a:lnTo>
                    <a:pt x="23660" y="9461"/>
                  </a:lnTo>
                  <a:lnTo>
                    <a:pt x="23723" y="8699"/>
                  </a:lnTo>
                  <a:close/>
                </a:path>
                <a:path w="35560" h="30480">
                  <a:moveTo>
                    <a:pt x="23736" y="11239"/>
                  </a:moveTo>
                  <a:lnTo>
                    <a:pt x="23126" y="11239"/>
                  </a:lnTo>
                  <a:lnTo>
                    <a:pt x="22999" y="11366"/>
                  </a:lnTo>
                  <a:lnTo>
                    <a:pt x="23507" y="11366"/>
                  </a:lnTo>
                  <a:lnTo>
                    <a:pt x="23736" y="11239"/>
                  </a:lnTo>
                  <a:close/>
                </a:path>
                <a:path w="35560" h="30480">
                  <a:moveTo>
                    <a:pt x="23761" y="8318"/>
                  </a:moveTo>
                  <a:lnTo>
                    <a:pt x="23545" y="8318"/>
                  </a:lnTo>
                  <a:lnTo>
                    <a:pt x="23520" y="8572"/>
                  </a:lnTo>
                  <a:lnTo>
                    <a:pt x="23736" y="8572"/>
                  </a:lnTo>
                  <a:lnTo>
                    <a:pt x="23761" y="8318"/>
                  </a:lnTo>
                  <a:close/>
                </a:path>
                <a:path w="35560" h="30480">
                  <a:moveTo>
                    <a:pt x="23774" y="13779"/>
                  </a:moveTo>
                  <a:lnTo>
                    <a:pt x="23317" y="13779"/>
                  </a:lnTo>
                  <a:lnTo>
                    <a:pt x="23355" y="13906"/>
                  </a:lnTo>
                  <a:lnTo>
                    <a:pt x="23774" y="13779"/>
                  </a:lnTo>
                  <a:close/>
                </a:path>
                <a:path w="35560" h="30480">
                  <a:moveTo>
                    <a:pt x="23799" y="16319"/>
                  </a:moveTo>
                  <a:lnTo>
                    <a:pt x="23787" y="16192"/>
                  </a:lnTo>
                  <a:lnTo>
                    <a:pt x="22872" y="16192"/>
                  </a:lnTo>
                  <a:lnTo>
                    <a:pt x="22872" y="16319"/>
                  </a:lnTo>
                  <a:lnTo>
                    <a:pt x="23799" y="16319"/>
                  </a:lnTo>
                  <a:close/>
                </a:path>
                <a:path w="35560" h="30480">
                  <a:moveTo>
                    <a:pt x="23914" y="14033"/>
                  </a:moveTo>
                  <a:lnTo>
                    <a:pt x="23837" y="13906"/>
                  </a:lnTo>
                  <a:lnTo>
                    <a:pt x="23368" y="13906"/>
                  </a:lnTo>
                  <a:lnTo>
                    <a:pt x="23355" y="14033"/>
                  </a:lnTo>
                  <a:lnTo>
                    <a:pt x="23914" y="14033"/>
                  </a:lnTo>
                  <a:close/>
                </a:path>
                <a:path w="35560" h="30480">
                  <a:moveTo>
                    <a:pt x="24053" y="10731"/>
                  </a:moveTo>
                  <a:lnTo>
                    <a:pt x="23837" y="10858"/>
                  </a:lnTo>
                  <a:lnTo>
                    <a:pt x="23672" y="10985"/>
                  </a:lnTo>
                  <a:lnTo>
                    <a:pt x="23990" y="10858"/>
                  </a:lnTo>
                  <a:lnTo>
                    <a:pt x="24053" y="10731"/>
                  </a:lnTo>
                  <a:close/>
                </a:path>
                <a:path w="35560" h="30480">
                  <a:moveTo>
                    <a:pt x="24066" y="9461"/>
                  </a:moveTo>
                  <a:lnTo>
                    <a:pt x="23660" y="9461"/>
                  </a:lnTo>
                  <a:lnTo>
                    <a:pt x="23647" y="9715"/>
                  </a:lnTo>
                  <a:lnTo>
                    <a:pt x="23952" y="9715"/>
                  </a:lnTo>
                  <a:lnTo>
                    <a:pt x="24066" y="9461"/>
                  </a:lnTo>
                  <a:close/>
                </a:path>
                <a:path w="35560" h="30480">
                  <a:moveTo>
                    <a:pt x="24193" y="12255"/>
                  </a:moveTo>
                  <a:lnTo>
                    <a:pt x="22694" y="12255"/>
                  </a:lnTo>
                  <a:lnTo>
                    <a:pt x="22618" y="12509"/>
                  </a:lnTo>
                  <a:lnTo>
                    <a:pt x="23291" y="12509"/>
                  </a:lnTo>
                  <a:lnTo>
                    <a:pt x="23279" y="12636"/>
                  </a:lnTo>
                  <a:lnTo>
                    <a:pt x="23863" y="12636"/>
                  </a:lnTo>
                  <a:lnTo>
                    <a:pt x="23812" y="12509"/>
                  </a:lnTo>
                  <a:lnTo>
                    <a:pt x="24066" y="12509"/>
                  </a:lnTo>
                  <a:lnTo>
                    <a:pt x="24193" y="12382"/>
                  </a:lnTo>
                  <a:lnTo>
                    <a:pt x="24193" y="12255"/>
                  </a:lnTo>
                  <a:close/>
                </a:path>
                <a:path w="35560" h="30480">
                  <a:moveTo>
                    <a:pt x="24257" y="10350"/>
                  </a:moveTo>
                  <a:lnTo>
                    <a:pt x="23939" y="10350"/>
                  </a:lnTo>
                  <a:lnTo>
                    <a:pt x="23799" y="10477"/>
                  </a:lnTo>
                  <a:lnTo>
                    <a:pt x="23634" y="10477"/>
                  </a:lnTo>
                  <a:lnTo>
                    <a:pt x="23622" y="10604"/>
                  </a:lnTo>
                  <a:lnTo>
                    <a:pt x="24117" y="10604"/>
                  </a:lnTo>
                  <a:lnTo>
                    <a:pt x="24180" y="10477"/>
                  </a:lnTo>
                  <a:lnTo>
                    <a:pt x="24257" y="10350"/>
                  </a:lnTo>
                  <a:close/>
                </a:path>
                <a:path w="35560" h="30480">
                  <a:moveTo>
                    <a:pt x="24345" y="8572"/>
                  </a:moveTo>
                  <a:lnTo>
                    <a:pt x="23736" y="8572"/>
                  </a:lnTo>
                  <a:lnTo>
                    <a:pt x="23723" y="8699"/>
                  </a:lnTo>
                  <a:lnTo>
                    <a:pt x="24320" y="8699"/>
                  </a:lnTo>
                  <a:lnTo>
                    <a:pt x="24345" y="8572"/>
                  </a:lnTo>
                  <a:close/>
                </a:path>
                <a:path w="35560" h="30480">
                  <a:moveTo>
                    <a:pt x="24422" y="8064"/>
                  </a:moveTo>
                  <a:lnTo>
                    <a:pt x="23634" y="8064"/>
                  </a:lnTo>
                  <a:lnTo>
                    <a:pt x="23774" y="8191"/>
                  </a:lnTo>
                  <a:lnTo>
                    <a:pt x="23761" y="8318"/>
                  </a:lnTo>
                  <a:lnTo>
                    <a:pt x="24396" y="8318"/>
                  </a:lnTo>
                  <a:lnTo>
                    <a:pt x="24422" y="8064"/>
                  </a:lnTo>
                  <a:close/>
                </a:path>
                <a:path w="35560" h="30480">
                  <a:moveTo>
                    <a:pt x="24447" y="8699"/>
                  </a:moveTo>
                  <a:lnTo>
                    <a:pt x="24320" y="8699"/>
                  </a:lnTo>
                  <a:lnTo>
                    <a:pt x="24295" y="8826"/>
                  </a:lnTo>
                  <a:lnTo>
                    <a:pt x="24447" y="8699"/>
                  </a:lnTo>
                  <a:close/>
                </a:path>
                <a:path w="35560" h="30480">
                  <a:moveTo>
                    <a:pt x="24447" y="7810"/>
                  </a:moveTo>
                  <a:lnTo>
                    <a:pt x="23672" y="7810"/>
                  </a:lnTo>
                  <a:lnTo>
                    <a:pt x="22999" y="7810"/>
                  </a:lnTo>
                  <a:lnTo>
                    <a:pt x="22999" y="7937"/>
                  </a:lnTo>
                  <a:lnTo>
                    <a:pt x="23647" y="7937"/>
                  </a:lnTo>
                  <a:lnTo>
                    <a:pt x="24434" y="7937"/>
                  </a:lnTo>
                  <a:lnTo>
                    <a:pt x="24447" y="7810"/>
                  </a:lnTo>
                  <a:close/>
                </a:path>
                <a:path w="35560" h="30480">
                  <a:moveTo>
                    <a:pt x="24460" y="4127"/>
                  </a:moveTo>
                  <a:lnTo>
                    <a:pt x="18097" y="4127"/>
                  </a:lnTo>
                  <a:lnTo>
                    <a:pt x="18135" y="4762"/>
                  </a:lnTo>
                  <a:lnTo>
                    <a:pt x="24333" y="4762"/>
                  </a:lnTo>
                  <a:lnTo>
                    <a:pt x="24460" y="4127"/>
                  </a:lnTo>
                  <a:close/>
                </a:path>
                <a:path w="35560" h="30480">
                  <a:moveTo>
                    <a:pt x="24498" y="8445"/>
                  </a:moveTo>
                  <a:lnTo>
                    <a:pt x="24345" y="8572"/>
                  </a:lnTo>
                  <a:lnTo>
                    <a:pt x="24498" y="8572"/>
                  </a:lnTo>
                  <a:lnTo>
                    <a:pt x="24498" y="8445"/>
                  </a:lnTo>
                  <a:close/>
                </a:path>
                <a:path w="35560" h="30480">
                  <a:moveTo>
                    <a:pt x="24599" y="11112"/>
                  </a:moveTo>
                  <a:lnTo>
                    <a:pt x="23736" y="11239"/>
                  </a:lnTo>
                  <a:lnTo>
                    <a:pt x="24396" y="11239"/>
                  </a:lnTo>
                  <a:lnTo>
                    <a:pt x="24599" y="11239"/>
                  </a:lnTo>
                  <a:lnTo>
                    <a:pt x="24599" y="11112"/>
                  </a:lnTo>
                  <a:close/>
                </a:path>
                <a:path w="35560" h="30480">
                  <a:moveTo>
                    <a:pt x="24726" y="7937"/>
                  </a:moveTo>
                  <a:lnTo>
                    <a:pt x="24434" y="7937"/>
                  </a:lnTo>
                  <a:lnTo>
                    <a:pt x="24422" y="8064"/>
                  </a:lnTo>
                  <a:lnTo>
                    <a:pt x="24625" y="8064"/>
                  </a:lnTo>
                  <a:lnTo>
                    <a:pt x="24726" y="7937"/>
                  </a:lnTo>
                  <a:close/>
                </a:path>
                <a:path w="35560" h="30480">
                  <a:moveTo>
                    <a:pt x="24828" y="14160"/>
                  </a:moveTo>
                  <a:lnTo>
                    <a:pt x="23329" y="14160"/>
                  </a:lnTo>
                  <a:lnTo>
                    <a:pt x="23317" y="14287"/>
                  </a:lnTo>
                  <a:lnTo>
                    <a:pt x="24828" y="14287"/>
                  </a:lnTo>
                  <a:lnTo>
                    <a:pt x="24828" y="14160"/>
                  </a:lnTo>
                  <a:close/>
                </a:path>
                <a:path w="35560" h="30480">
                  <a:moveTo>
                    <a:pt x="24828" y="13779"/>
                  </a:moveTo>
                  <a:lnTo>
                    <a:pt x="24041" y="13779"/>
                  </a:lnTo>
                  <a:lnTo>
                    <a:pt x="24003" y="14033"/>
                  </a:lnTo>
                  <a:lnTo>
                    <a:pt x="24828" y="14033"/>
                  </a:lnTo>
                  <a:lnTo>
                    <a:pt x="24828" y="13779"/>
                  </a:lnTo>
                  <a:close/>
                </a:path>
                <a:path w="35560" h="30480">
                  <a:moveTo>
                    <a:pt x="24841" y="12509"/>
                  </a:moveTo>
                  <a:lnTo>
                    <a:pt x="24066" y="12509"/>
                  </a:lnTo>
                  <a:lnTo>
                    <a:pt x="23939" y="12636"/>
                  </a:lnTo>
                  <a:lnTo>
                    <a:pt x="24841" y="12636"/>
                  </a:lnTo>
                  <a:lnTo>
                    <a:pt x="24841" y="12509"/>
                  </a:lnTo>
                  <a:close/>
                </a:path>
                <a:path w="35560" h="30480">
                  <a:moveTo>
                    <a:pt x="24841" y="12255"/>
                  </a:moveTo>
                  <a:lnTo>
                    <a:pt x="24460" y="12128"/>
                  </a:lnTo>
                  <a:lnTo>
                    <a:pt x="24384" y="12255"/>
                  </a:lnTo>
                  <a:lnTo>
                    <a:pt x="24841" y="12255"/>
                  </a:lnTo>
                  <a:close/>
                </a:path>
                <a:path w="35560" h="30480">
                  <a:moveTo>
                    <a:pt x="24841" y="2247"/>
                  </a:moveTo>
                  <a:lnTo>
                    <a:pt x="24663" y="1993"/>
                  </a:lnTo>
                  <a:lnTo>
                    <a:pt x="24803" y="2349"/>
                  </a:lnTo>
                  <a:close/>
                </a:path>
                <a:path w="35560" h="30480">
                  <a:moveTo>
                    <a:pt x="24980" y="7937"/>
                  </a:moveTo>
                  <a:lnTo>
                    <a:pt x="24955" y="7810"/>
                  </a:lnTo>
                  <a:lnTo>
                    <a:pt x="24739" y="7810"/>
                  </a:lnTo>
                  <a:lnTo>
                    <a:pt x="24726" y="7937"/>
                  </a:lnTo>
                  <a:lnTo>
                    <a:pt x="24980" y="7937"/>
                  </a:lnTo>
                  <a:close/>
                </a:path>
                <a:path w="35560" h="30480">
                  <a:moveTo>
                    <a:pt x="25044" y="14287"/>
                  </a:moveTo>
                  <a:lnTo>
                    <a:pt x="24828" y="14287"/>
                  </a:lnTo>
                  <a:lnTo>
                    <a:pt x="24828" y="15049"/>
                  </a:lnTo>
                  <a:lnTo>
                    <a:pt x="24968" y="14922"/>
                  </a:lnTo>
                  <a:lnTo>
                    <a:pt x="25044" y="14287"/>
                  </a:lnTo>
                  <a:close/>
                </a:path>
                <a:path w="35560" h="30480">
                  <a:moveTo>
                    <a:pt x="25057" y="5651"/>
                  </a:moveTo>
                  <a:lnTo>
                    <a:pt x="17576" y="5651"/>
                  </a:lnTo>
                  <a:lnTo>
                    <a:pt x="17576" y="5778"/>
                  </a:lnTo>
                  <a:lnTo>
                    <a:pt x="24574" y="5778"/>
                  </a:lnTo>
                  <a:lnTo>
                    <a:pt x="25057" y="5651"/>
                  </a:lnTo>
                  <a:close/>
                </a:path>
                <a:path w="35560" h="30480">
                  <a:moveTo>
                    <a:pt x="25069" y="14033"/>
                  </a:moveTo>
                  <a:lnTo>
                    <a:pt x="24828" y="14033"/>
                  </a:lnTo>
                  <a:lnTo>
                    <a:pt x="24828" y="14160"/>
                  </a:lnTo>
                  <a:lnTo>
                    <a:pt x="25057" y="14160"/>
                  </a:lnTo>
                  <a:lnTo>
                    <a:pt x="25069" y="14033"/>
                  </a:lnTo>
                  <a:close/>
                </a:path>
                <a:path w="35560" h="30480">
                  <a:moveTo>
                    <a:pt x="25120" y="11239"/>
                  </a:moveTo>
                  <a:lnTo>
                    <a:pt x="24599" y="11239"/>
                  </a:lnTo>
                  <a:lnTo>
                    <a:pt x="24599" y="11366"/>
                  </a:lnTo>
                  <a:lnTo>
                    <a:pt x="25095" y="11366"/>
                  </a:lnTo>
                  <a:lnTo>
                    <a:pt x="25120" y="11239"/>
                  </a:lnTo>
                  <a:close/>
                </a:path>
                <a:path w="35560" h="30480">
                  <a:moveTo>
                    <a:pt x="25133" y="8318"/>
                  </a:moveTo>
                  <a:lnTo>
                    <a:pt x="24879" y="8064"/>
                  </a:lnTo>
                  <a:lnTo>
                    <a:pt x="24625" y="8064"/>
                  </a:lnTo>
                  <a:lnTo>
                    <a:pt x="24561" y="8191"/>
                  </a:lnTo>
                  <a:lnTo>
                    <a:pt x="24498" y="8318"/>
                  </a:lnTo>
                  <a:lnTo>
                    <a:pt x="25133" y="8318"/>
                  </a:lnTo>
                  <a:close/>
                </a:path>
                <a:path w="35560" h="30480">
                  <a:moveTo>
                    <a:pt x="25184" y="10350"/>
                  </a:moveTo>
                  <a:lnTo>
                    <a:pt x="24269" y="10350"/>
                  </a:lnTo>
                  <a:lnTo>
                    <a:pt x="24168" y="10604"/>
                  </a:lnTo>
                  <a:lnTo>
                    <a:pt x="25146" y="10604"/>
                  </a:lnTo>
                  <a:lnTo>
                    <a:pt x="25184" y="10350"/>
                  </a:lnTo>
                  <a:close/>
                </a:path>
                <a:path w="35560" h="30480">
                  <a:moveTo>
                    <a:pt x="25450" y="8064"/>
                  </a:moveTo>
                  <a:lnTo>
                    <a:pt x="25425" y="7937"/>
                  </a:lnTo>
                  <a:lnTo>
                    <a:pt x="24980" y="7937"/>
                  </a:lnTo>
                  <a:lnTo>
                    <a:pt x="24993" y="8064"/>
                  </a:lnTo>
                  <a:lnTo>
                    <a:pt x="25450" y="8064"/>
                  </a:lnTo>
                  <a:close/>
                </a:path>
                <a:path w="35560" h="30480">
                  <a:moveTo>
                    <a:pt x="25527" y="8318"/>
                  </a:moveTo>
                  <a:lnTo>
                    <a:pt x="25285" y="8191"/>
                  </a:lnTo>
                  <a:lnTo>
                    <a:pt x="25133" y="8318"/>
                  </a:lnTo>
                  <a:lnTo>
                    <a:pt x="25527" y="8318"/>
                  </a:lnTo>
                  <a:close/>
                </a:path>
                <a:path w="35560" h="30480">
                  <a:moveTo>
                    <a:pt x="25704" y="10858"/>
                  </a:moveTo>
                  <a:lnTo>
                    <a:pt x="25603" y="10604"/>
                  </a:lnTo>
                  <a:lnTo>
                    <a:pt x="25146" y="10604"/>
                  </a:lnTo>
                  <a:lnTo>
                    <a:pt x="25120" y="10858"/>
                  </a:lnTo>
                  <a:lnTo>
                    <a:pt x="24777" y="10858"/>
                  </a:lnTo>
                  <a:lnTo>
                    <a:pt x="24650" y="10985"/>
                  </a:lnTo>
                  <a:lnTo>
                    <a:pt x="25171" y="10985"/>
                  </a:lnTo>
                  <a:lnTo>
                    <a:pt x="25120" y="11239"/>
                  </a:lnTo>
                  <a:lnTo>
                    <a:pt x="25488" y="11239"/>
                  </a:lnTo>
                  <a:lnTo>
                    <a:pt x="25400" y="11112"/>
                  </a:lnTo>
                  <a:lnTo>
                    <a:pt x="25323" y="10985"/>
                  </a:lnTo>
                  <a:lnTo>
                    <a:pt x="25247" y="10858"/>
                  </a:lnTo>
                  <a:lnTo>
                    <a:pt x="25704" y="10858"/>
                  </a:lnTo>
                  <a:close/>
                </a:path>
                <a:path w="35560" h="30480">
                  <a:moveTo>
                    <a:pt x="25717" y="11366"/>
                  </a:moveTo>
                  <a:lnTo>
                    <a:pt x="25654" y="11239"/>
                  </a:lnTo>
                  <a:lnTo>
                    <a:pt x="25488" y="11239"/>
                  </a:lnTo>
                  <a:lnTo>
                    <a:pt x="25692" y="11366"/>
                  </a:lnTo>
                  <a:close/>
                </a:path>
                <a:path w="35560" h="30480">
                  <a:moveTo>
                    <a:pt x="25895" y="11239"/>
                  </a:moveTo>
                  <a:lnTo>
                    <a:pt x="25768" y="11112"/>
                  </a:lnTo>
                  <a:lnTo>
                    <a:pt x="25654" y="11239"/>
                  </a:lnTo>
                  <a:lnTo>
                    <a:pt x="25895" y="11239"/>
                  </a:lnTo>
                  <a:close/>
                </a:path>
                <a:path w="35560" h="30480">
                  <a:moveTo>
                    <a:pt x="26047" y="10350"/>
                  </a:moveTo>
                  <a:lnTo>
                    <a:pt x="25946" y="10223"/>
                  </a:lnTo>
                  <a:lnTo>
                    <a:pt x="25857" y="9842"/>
                  </a:lnTo>
                  <a:lnTo>
                    <a:pt x="25996" y="9715"/>
                  </a:lnTo>
                  <a:lnTo>
                    <a:pt x="25590" y="9715"/>
                  </a:lnTo>
                  <a:lnTo>
                    <a:pt x="25768" y="9461"/>
                  </a:lnTo>
                  <a:lnTo>
                    <a:pt x="25298" y="9461"/>
                  </a:lnTo>
                  <a:lnTo>
                    <a:pt x="25133" y="9525"/>
                  </a:lnTo>
                  <a:lnTo>
                    <a:pt x="24993" y="9474"/>
                  </a:lnTo>
                  <a:lnTo>
                    <a:pt x="24168" y="9461"/>
                  </a:lnTo>
                  <a:lnTo>
                    <a:pt x="24104" y="9715"/>
                  </a:lnTo>
                  <a:lnTo>
                    <a:pt x="23952" y="9715"/>
                  </a:lnTo>
                  <a:lnTo>
                    <a:pt x="23888" y="9842"/>
                  </a:lnTo>
                  <a:lnTo>
                    <a:pt x="23761" y="10096"/>
                  </a:lnTo>
                  <a:lnTo>
                    <a:pt x="23647" y="10350"/>
                  </a:lnTo>
                  <a:lnTo>
                    <a:pt x="23939" y="10350"/>
                  </a:lnTo>
                  <a:lnTo>
                    <a:pt x="24041" y="9969"/>
                  </a:lnTo>
                  <a:lnTo>
                    <a:pt x="24117" y="9842"/>
                  </a:lnTo>
                  <a:lnTo>
                    <a:pt x="24193" y="9715"/>
                  </a:lnTo>
                  <a:lnTo>
                    <a:pt x="24650" y="9715"/>
                  </a:lnTo>
                  <a:lnTo>
                    <a:pt x="24980" y="9486"/>
                  </a:lnTo>
                  <a:lnTo>
                    <a:pt x="24917" y="9613"/>
                  </a:lnTo>
                  <a:lnTo>
                    <a:pt x="24650" y="9715"/>
                  </a:lnTo>
                  <a:lnTo>
                    <a:pt x="24485" y="9842"/>
                  </a:lnTo>
                  <a:lnTo>
                    <a:pt x="24371" y="10096"/>
                  </a:lnTo>
                  <a:lnTo>
                    <a:pt x="24587" y="9969"/>
                  </a:lnTo>
                  <a:lnTo>
                    <a:pt x="24726" y="9842"/>
                  </a:lnTo>
                  <a:lnTo>
                    <a:pt x="24942" y="9842"/>
                  </a:lnTo>
                  <a:lnTo>
                    <a:pt x="24993" y="9715"/>
                  </a:lnTo>
                  <a:lnTo>
                    <a:pt x="25387" y="9715"/>
                  </a:lnTo>
                  <a:lnTo>
                    <a:pt x="25450" y="9969"/>
                  </a:lnTo>
                  <a:lnTo>
                    <a:pt x="25222" y="10096"/>
                  </a:lnTo>
                  <a:lnTo>
                    <a:pt x="25184" y="10350"/>
                  </a:lnTo>
                  <a:lnTo>
                    <a:pt x="25895" y="10350"/>
                  </a:lnTo>
                  <a:lnTo>
                    <a:pt x="26047" y="10350"/>
                  </a:lnTo>
                  <a:close/>
                </a:path>
                <a:path w="35560" h="30480">
                  <a:moveTo>
                    <a:pt x="26123" y="11239"/>
                  </a:moveTo>
                  <a:lnTo>
                    <a:pt x="26035" y="11112"/>
                  </a:lnTo>
                  <a:lnTo>
                    <a:pt x="25768" y="10985"/>
                  </a:lnTo>
                  <a:lnTo>
                    <a:pt x="25869" y="11112"/>
                  </a:lnTo>
                  <a:lnTo>
                    <a:pt x="25895" y="11239"/>
                  </a:lnTo>
                  <a:lnTo>
                    <a:pt x="26123" y="11239"/>
                  </a:lnTo>
                  <a:close/>
                </a:path>
                <a:path w="35560" h="30480">
                  <a:moveTo>
                    <a:pt x="26136" y="14033"/>
                  </a:moveTo>
                  <a:lnTo>
                    <a:pt x="25946" y="13906"/>
                  </a:lnTo>
                  <a:lnTo>
                    <a:pt x="25882" y="13779"/>
                  </a:lnTo>
                  <a:lnTo>
                    <a:pt x="25095" y="13779"/>
                  </a:lnTo>
                  <a:lnTo>
                    <a:pt x="25069" y="14033"/>
                  </a:lnTo>
                  <a:lnTo>
                    <a:pt x="26136" y="14033"/>
                  </a:lnTo>
                  <a:close/>
                </a:path>
                <a:path w="35560" h="30480">
                  <a:moveTo>
                    <a:pt x="26149" y="14160"/>
                  </a:moveTo>
                  <a:lnTo>
                    <a:pt x="25057" y="14160"/>
                  </a:lnTo>
                  <a:lnTo>
                    <a:pt x="25044" y="14287"/>
                  </a:lnTo>
                  <a:lnTo>
                    <a:pt x="26149" y="14287"/>
                  </a:lnTo>
                  <a:lnTo>
                    <a:pt x="26149" y="14160"/>
                  </a:lnTo>
                  <a:close/>
                </a:path>
                <a:path w="35560" h="30480">
                  <a:moveTo>
                    <a:pt x="26149" y="7302"/>
                  </a:moveTo>
                  <a:lnTo>
                    <a:pt x="23698" y="7302"/>
                  </a:lnTo>
                  <a:lnTo>
                    <a:pt x="23685" y="7429"/>
                  </a:lnTo>
                  <a:lnTo>
                    <a:pt x="24206" y="7429"/>
                  </a:lnTo>
                  <a:lnTo>
                    <a:pt x="24168" y="7556"/>
                  </a:lnTo>
                  <a:lnTo>
                    <a:pt x="24396" y="7556"/>
                  </a:lnTo>
                  <a:lnTo>
                    <a:pt x="24498" y="7429"/>
                  </a:lnTo>
                  <a:lnTo>
                    <a:pt x="24447" y="7810"/>
                  </a:lnTo>
                  <a:lnTo>
                    <a:pt x="24739" y="7810"/>
                  </a:lnTo>
                  <a:lnTo>
                    <a:pt x="24777" y="7556"/>
                  </a:lnTo>
                  <a:lnTo>
                    <a:pt x="24942" y="7683"/>
                  </a:lnTo>
                  <a:lnTo>
                    <a:pt x="24955" y="7810"/>
                  </a:lnTo>
                  <a:lnTo>
                    <a:pt x="25184" y="7810"/>
                  </a:lnTo>
                  <a:lnTo>
                    <a:pt x="25158" y="7683"/>
                  </a:lnTo>
                  <a:lnTo>
                    <a:pt x="25387" y="7556"/>
                  </a:lnTo>
                  <a:lnTo>
                    <a:pt x="25552" y="7429"/>
                  </a:lnTo>
                  <a:lnTo>
                    <a:pt x="25438" y="7556"/>
                  </a:lnTo>
                  <a:lnTo>
                    <a:pt x="25336" y="7683"/>
                  </a:lnTo>
                  <a:lnTo>
                    <a:pt x="25234" y="7810"/>
                  </a:lnTo>
                  <a:lnTo>
                    <a:pt x="25565" y="7810"/>
                  </a:lnTo>
                  <a:lnTo>
                    <a:pt x="25844" y="7556"/>
                  </a:lnTo>
                  <a:lnTo>
                    <a:pt x="26073" y="7683"/>
                  </a:lnTo>
                  <a:lnTo>
                    <a:pt x="26085" y="7556"/>
                  </a:lnTo>
                  <a:lnTo>
                    <a:pt x="26149" y="7302"/>
                  </a:lnTo>
                  <a:close/>
                </a:path>
                <a:path w="35560" h="30480">
                  <a:moveTo>
                    <a:pt x="26225" y="10604"/>
                  </a:moveTo>
                  <a:lnTo>
                    <a:pt x="26149" y="10477"/>
                  </a:lnTo>
                  <a:lnTo>
                    <a:pt x="25895" y="10350"/>
                  </a:lnTo>
                  <a:lnTo>
                    <a:pt x="25603" y="10604"/>
                  </a:lnTo>
                  <a:lnTo>
                    <a:pt x="26225" y="10604"/>
                  </a:lnTo>
                  <a:close/>
                </a:path>
                <a:path w="35560" h="30480">
                  <a:moveTo>
                    <a:pt x="26250" y="22758"/>
                  </a:moveTo>
                  <a:lnTo>
                    <a:pt x="26111" y="22682"/>
                  </a:lnTo>
                  <a:lnTo>
                    <a:pt x="26250" y="22758"/>
                  </a:lnTo>
                  <a:close/>
                </a:path>
                <a:path w="35560" h="30480">
                  <a:moveTo>
                    <a:pt x="26250" y="12001"/>
                  </a:moveTo>
                  <a:lnTo>
                    <a:pt x="26022" y="12001"/>
                  </a:lnTo>
                  <a:lnTo>
                    <a:pt x="26238" y="12128"/>
                  </a:lnTo>
                  <a:lnTo>
                    <a:pt x="26250" y="12001"/>
                  </a:lnTo>
                  <a:close/>
                </a:path>
                <a:path w="35560" h="30480">
                  <a:moveTo>
                    <a:pt x="26301" y="7937"/>
                  </a:moveTo>
                  <a:lnTo>
                    <a:pt x="26250" y="7810"/>
                  </a:lnTo>
                  <a:lnTo>
                    <a:pt x="25565" y="7810"/>
                  </a:lnTo>
                  <a:lnTo>
                    <a:pt x="25425" y="7937"/>
                  </a:lnTo>
                  <a:lnTo>
                    <a:pt x="26301" y="7937"/>
                  </a:lnTo>
                  <a:close/>
                </a:path>
                <a:path w="35560" h="30480">
                  <a:moveTo>
                    <a:pt x="26352" y="6667"/>
                  </a:moveTo>
                  <a:lnTo>
                    <a:pt x="26327" y="5905"/>
                  </a:lnTo>
                  <a:lnTo>
                    <a:pt x="26212" y="5778"/>
                  </a:lnTo>
                  <a:lnTo>
                    <a:pt x="26073" y="5778"/>
                  </a:lnTo>
                  <a:lnTo>
                    <a:pt x="24574" y="5778"/>
                  </a:lnTo>
                  <a:lnTo>
                    <a:pt x="24244" y="5905"/>
                  </a:lnTo>
                  <a:lnTo>
                    <a:pt x="24079" y="6032"/>
                  </a:lnTo>
                  <a:lnTo>
                    <a:pt x="23964" y="6159"/>
                  </a:lnTo>
                  <a:lnTo>
                    <a:pt x="23863" y="6286"/>
                  </a:lnTo>
                  <a:lnTo>
                    <a:pt x="23736" y="6286"/>
                  </a:lnTo>
                  <a:lnTo>
                    <a:pt x="23622" y="6540"/>
                  </a:lnTo>
                  <a:lnTo>
                    <a:pt x="23558" y="6794"/>
                  </a:lnTo>
                  <a:lnTo>
                    <a:pt x="23190" y="7048"/>
                  </a:lnTo>
                  <a:lnTo>
                    <a:pt x="26314" y="7048"/>
                  </a:lnTo>
                  <a:lnTo>
                    <a:pt x="26339" y="6794"/>
                  </a:lnTo>
                  <a:lnTo>
                    <a:pt x="26352" y="6667"/>
                  </a:lnTo>
                  <a:close/>
                </a:path>
                <a:path w="35560" h="30480">
                  <a:moveTo>
                    <a:pt x="26390" y="8191"/>
                  </a:moveTo>
                  <a:lnTo>
                    <a:pt x="26377" y="8064"/>
                  </a:lnTo>
                  <a:lnTo>
                    <a:pt x="25450" y="8064"/>
                  </a:lnTo>
                  <a:lnTo>
                    <a:pt x="25488" y="8191"/>
                  </a:lnTo>
                  <a:lnTo>
                    <a:pt x="26390" y="8191"/>
                  </a:lnTo>
                  <a:close/>
                </a:path>
                <a:path w="35560" h="30480">
                  <a:moveTo>
                    <a:pt x="26428" y="11493"/>
                  </a:moveTo>
                  <a:lnTo>
                    <a:pt x="26416" y="11239"/>
                  </a:lnTo>
                  <a:lnTo>
                    <a:pt x="26123" y="11239"/>
                  </a:lnTo>
                  <a:lnTo>
                    <a:pt x="26200" y="11366"/>
                  </a:lnTo>
                  <a:lnTo>
                    <a:pt x="26289" y="11493"/>
                  </a:lnTo>
                  <a:lnTo>
                    <a:pt x="26428" y="11493"/>
                  </a:lnTo>
                  <a:close/>
                </a:path>
                <a:path w="35560" h="30480">
                  <a:moveTo>
                    <a:pt x="26479" y="5778"/>
                  </a:moveTo>
                  <a:lnTo>
                    <a:pt x="26250" y="5651"/>
                  </a:lnTo>
                  <a:lnTo>
                    <a:pt x="26250" y="5778"/>
                  </a:lnTo>
                  <a:lnTo>
                    <a:pt x="26479" y="5778"/>
                  </a:lnTo>
                  <a:close/>
                </a:path>
                <a:path w="35560" h="30480">
                  <a:moveTo>
                    <a:pt x="26606" y="7048"/>
                  </a:moveTo>
                  <a:lnTo>
                    <a:pt x="26314" y="7048"/>
                  </a:lnTo>
                  <a:lnTo>
                    <a:pt x="26225" y="7175"/>
                  </a:lnTo>
                  <a:lnTo>
                    <a:pt x="26149" y="7302"/>
                  </a:lnTo>
                  <a:lnTo>
                    <a:pt x="26454" y="7302"/>
                  </a:lnTo>
                  <a:lnTo>
                    <a:pt x="26466" y="7175"/>
                  </a:lnTo>
                  <a:lnTo>
                    <a:pt x="26606" y="7048"/>
                  </a:lnTo>
                  <a:close/>
                </a:path>
                <a:path w="35560" h="30480">
                  <a:moveTo>
                    <a:pt x="26644" y="7302"/>
                  </a:moveTo>
                  <a:lnTo>
                    <a:pt x="26454" y="7302"/>
                  </a:lnTo>
                  <a:lnTo>
                    <a:pt x="26339" y="7429"/>
                  </a:lnTo>
                  <a:lnTo>
                    <a:pt x="26250" y="7810"/>
                  </a:lnTo>
                  <a:lnTo>
                    <a:pt x="26339" y="7683"/>
                  </a:lnTo>
                  <a:lnTo>
                    <a:pt x="26441" y="7556"/>
                  </a:lnTo>
                  <a:lnTo>
                    <a:pt x="26543" y="7429"/>
                  </a:lnTo>
                  <a:lnTo>
                    <a:pt x="26644" y="7302"/>
                  </a:lnTo>
                  <a:close/>
                </a:path>
                <a:path w="35560" h="30480">
                  <a:moveTo>
                    <a:pt x="26746" y="12001"/>
                  </a:moveTo>
                  <a:lnTo>
                    <a:pt x="26555" y="11874"/>
                  </a:lnTo>
                  <a:lnTo>
                    <a:pt x="26466" y="11747"/>
                  </a:lnTo>
                  <a:lnTo>
                    <a:pt x="26377" y="11620"/>
                  </a:lnTo>
                  <a:lnTo>
                    <a:pt x="26289" y="11493"/>
                  </a:lnTo>
                  <a:lnTo>
                    <a:pt x="25869" y="11493"/>
                  </a:lnTo>
                  <a:lnTo>
                    <a:pt x="25692" y="11366"/>
                  </a:lnTo>
                  <a:lnTo>
                    <a:pt x="25095" y="11366"/>
                  </a:lnTo>
                  <a:lnTo>
                    <a:pt x="25044" y="11620"/>
                  </a:lnTo>
                  <a:lnTo>
                    <a:pt x="24726" y="11620"/>
                  </a:lnTo>
                  <a:lnTo>
                    <a:pt x="24663" y="11493"/>
                  </a:lnTo>
                  <a:lnTo>
                    <a:pt x="24549" y="11747"/>
                  </a:lnTo>
                  <a:lnTo>
                    <a:pt x="24257" y="11747"/>
                  </a:lnTo>
                  <a:lnTo>
                    <a:pt x="23939" y="11620"/>
                  </a:lnTo>
                  <a:lnTo>
                    <a:pt x="23850" y="11493"/>
                  </a:lnTo>
                  <a:lnTo>
                    <a:pt x="24663" y="11493"/>
                  </a:lnTo>
                  <a:lnTo>
                    <a:pt x="24599" y="11366"/>
                  </a:lnTo>
                  <a:lnTo>
                    <a:pt x="24396" y="11239"/>
                  </a:lnTo>
                  <a:lnTo>
                    <a:pt x="23863" y="11366"/>
                  </a:lnTo>
                  <a:lnTo>
                    <a:pt x="23507" y="11366"/>
                  </a:lnTo>
                  <a:lnTo>
                    <a:pt x="23291" y="11493"/>
                  </a:lnTo>
                  <a:lnTo>
                    <a:pt x="22834" y="11620"/>
                  </a:lnTo>
                  <a:lnTo>
                    <a:pt x="23126" y="11747"/>
                  </a:lnTo>
                  <a:lnTo>
                    <a:pt x="22656" y="11747"/>
                  </a:lnTo>
                  <a:lnTo>
                    <a:pt x="22783" y="11620"/>
                  </a:lnTo>
                  <a:lnTo>
                    <a:pt x="22606" y="11493"/>
                  </a:lnTo>
                  <a:lnTo>
                    <a:pt x="22885" y="11493"/>
                  </a:lnTo>
                  <a:lnTo>
                    <a:pt x="22999" y="11366"/>
                  </a:lnTo>
                  <a:lnTo>
                    <a:pt x="22174" y="11366"/>
                  </a:lnTo>
                  <a:lnTo>
                    <a:pt x="22186" y="11620"/>
                  </a:lnTo>
                  <a:lnTo>
                    <a:pt x="21907" y="11493"/>
                  </a:lnTo>
                  <a:lnTo>
                    <a:pt x="21869" y="11620"/>
                  </a:lnTo>
                  <a:lnTo>
                    <a:pt x="21831" y="11493"/>
                  </a:lnTo>
                  <a:lnTo>
                    <a:pt x="22021" y="11366"/>
                  </a:lnTo>
                  <a:lnTo>
                    <a:pt x="21805" y="11366"/>
                  </a:lnTo>
                  <a:lnTo>
                    <a:pt x="21780" y="11239"/>
                  </a:lnTo>
                  <a:lnTo>
                    <a:pt x="22136" y="11239"/>
                  </a:lnTo>
                  <a:lnTo>
                    <a:pt x="22047" y="11112"/>
                  </a:lnTo>
                  <a:lnTo>
                    <a:pt x="21983" y="10858"/>
                  </a:lnTo>
                  <a:lnTo>
                    <a:pt x="21869" y="10731"/>
                  </a:lnTo>
                  <a:lnTo>
                    <a:pt x="21755" y="10604"/>
                  </a:lnTo>
                  <a:lnTo>
                    <a:pt x="20967" y="10604"/>
                  </a:lnTo>
                  <a:lnTo>
                    <a:pt x="21018" y="10858"/>
                  </a:lnTo>
                  <a:lnTo>
                    <a:pt x="20599" y="10731"/>
                  </a:lnTo>
                  <a:lnTo>
                    <a:pt x="20955" y="10985"/>
                  </a:lnTo>
                  <a:lnTo>
                    <a:pt x="21005" y="11239"/>
                  </a:lnTo>
                  <a:lnTo>
                    <a:pt x="21132" y="11620"/>
                  </a:lnTo>
                  <a:lnTo>
                    <a:pt x="21247" y="11366"/>
                  </a:lnTo>
                  <a:lnTo>
                    <a:pt x="21336" y="10985"/>
                  </a:lnTo>
                  <a:lnTo>
                    <a:pt x="21450" y="11620"/>
                  </a:lnTo>
                  <a:lnTo>
                    <a:pt x="21209" y="11747"/>
                  </a:lnTo>
                  <a:lnTo>
                    <a:pt x="21221" y="11620"/>
                  </a:lnTo>
                  <a:lnTo>
                    <a:pt x="20751" y="11620"/>
                  </a:lnTo>
                  <a:lnTo>
                    <a:pt x="20370" y="11493"/>
                  </a:lnTo>
                  <a:lnTo>
                    <a:pt x="20447" y="11620"/>
                  </a:lnTo>
                  <a:lnTo>
                    <a:pt x="20320" y="11620"/>
                  </a:lnTo>
                  <a:lnTo>
                    <a:pt x="20193" y="11493"/>
                  </a:lnTo>
                  <a:lnTo>
                    <a:pt x="19964" y="11366"/>
                  </a:lnTo>
                  <a:lnTo>
                    <a:pt x="19621" y="11366"/>
                  </a:lnTo>
                  <a:lnTo>
                    <a:pt x="19037" y="10985"/>
                  </a:lnTo>
                  <a:lnTo>
                    <a:pt x="18618" y="10985"/>
                  </a:lnTo>
                  <a:lnTo>
                    <a:pt x="18554" y="10731"/>
                  </a:lnTo>
                  <a:lnTo>
                    <a:pt x="18846" y="10731"/>
                  </a:lnTo>
                  <a:lnTo>
                    <a:pt x="18529" y="10604"/>
                  </a:lnTo>
                  <a:lnTo>
                    <a:pt x="18313" y="10604"/>
                  </a:lnTo>
                  <a:lnTo>
                    <a:pt x="8686" y="10604"/>
                  </a:lnTo>
                  <a:lnTo>
                    <a:pt x="8686" y="13398"/>
                  </a:lnTo>
                  <a:lnTo>
                    <a:pt x="8623" y="13652"/>
                  </a:lnTo>
                  <a:lnTo>
                    <a:pt x="8623" y="13525"/>
                  </a:lnTo>
                  <a:lnTo>
                    <a:pt x="8636" y="13398"/>
                  </a:lnTo>
                  <a:lnTo>
                    <a:pt x="8686" y="10604"/>
                  </a:lnTo>
                  <a:lnTo>
                    <a:pt x="8051" y="10604"/>
                  </a:lnTo>
                  <a:lnTo>
                    <a:pt x="8051" y="13525"/>
                  </a:lnTo>
                  <a:lnTo>
                    <a:pt x="7950" y="13779"/>
                  </a:lnTo>
                  <a:lnTo>
                    <a:pt x="7950" y="13525"/>
                  </a:lnTo>
                  <a:lnTo>
                    <a:pt x="8051" y="10604"/>
                  </a:lnTo>
                  <a:lnTo>
                    <a:pt x="4483" y="10604"/>
                  </a:lnTo>
                  <a:lnTo>
                    <a:pt x="4419" y="10477"/>
                  </a:lnTo>
                  <a:lnTo>
                    <a:pt x="4267" y="10350"/>
                  </a:lnTo>
                  <a:lnTo>
                    <a:pt x="4229" y="10604"/>
                  </a:lnTo>
                  <a:lnTo>
                    <a:pt x="4000" y="10604"/>
                  </a:lnTo>
                  <a:lnTo>
                    <a:pt x="4025" y="10858"/>
                  </a:lnTo>
                  <a:lnTo>
                    <a:pt x="4800" y="10858"/>
                  </a:lnTo>
                  <a:lnTo>
                    <a:pt x="5016" y="10985"/>
                  </a:lnTo>
                  <a:lnTo>
                    <a:pt x="5397" y="10985"/>
                  </a:lnTo>
                  <a:lnTo>
                    <a:pt x="5473" y="11112"/>
                  </a:lnTo>
                  <a:lnTo>
                    <a:pt x="5549" y="11239"/>
                  </a:lnTo>
                  <a:lnTo>
                    <a:pt x="5638" y="11366"/>
                  </a:lnTo>
                  <a:lnTo>
                    <a:pt x="5829" y="11366"/>
                  </a:lnTo>
                  <a:lnTo>
                    <a:pt x="5994" y="11493"/>
                  </a:lnTo>
                  <a:lnTo>
                    <a:pt x="6502" y="11747"/>
                  </a:lnTo>
                  <a:lnTo>
                    <a:pt x="6667" y="11874"/>
                  </a:lnTo>
                  <a:lnTo>
                    <a:pt x="6946" y="12001"/>
                  </a:lnTo>
                  <a:lnTo>
                    <a:pt x="7162" y="11874"/>
                  </a:lnTo>
                  <a:lnTo>
                    <a:pt x="7289" y="12128"/>
                  </a:lnTo>
                  <a:lnTo>
                    <a:pt x="7543" y="12382"/>
                  </a:lnTo>
                  <a:lnTo>
                    <a:pt x="7404" y="12382"/>
                  </a:lnTo>
                  <a:lnTo>
                    <a:pt x="7658" y="12509"/>
                  </a:lnTo>
                  <a:lnTo>
                    <a:pt x="7924" y="12636"/>
                  </a:lnTo>
                  <a:lnTo>
                    <a:pt x="7683" y="12636"/>
                  </a:lnTo>
                  <a:lnTo>
                    <a:pt x="7683" y="12890"/>
                  </a:lnTo>
                  <a:lnTo>
                    <a:pt x="6057" y="12890"/>
                  </a:lnTo>
                  <a:lnTo>
                    <a:pt x="4356" y="14160"/>
                  </a:lnTo>
                  <a:lnTo>
                    <a:pt x="4419" y="14668"/>
                  </a:lnTo>
                  <a:lnTo>
                    <a:pt x="4508" y="14795"/>
                  </a:lnTo>
                  <a:lnTo>
                    <a:pt x="4584" y="14922"/>
                  </a:lnTo>
                  <a:lnTo>
                    <a:pt x="4660" y="15049"/>
                  </a:lnTo>
                  <a:lnTo>
                    <a:pt x="4737" y="15176"/>
                  </a:lnTo>
                  <a:lnTo>
                    <a:pt x="4826" y="15303"/>
                  </a:lnTo>
                  <a:lnTo>
                    <a:pt x="4902" y="15430"/>
                  </a:lnTo>
                  <a:lnTo>
                    <a:pt x="4978" y="15557"/>
                  </a:lnTo>
                  <a:lnTo>
                    <a:pt x="5118" y="15684"/>
                  </a:lnTo>
                  <a:lnTo>
                    <a:pt x="5626" y="16065"/>
                  </a:lnTo>
                  <a:lnTo>
                    <a:pt x="5778" y="15811"/>
                  </a:lnTo>
                  <a:lnTo>
                    <a:pt x="5829" y="15303"/>
                  </a:lnTo>
                  <a:lnTo>
                    <a:pt x="5854" y="15176"/>
                  </a:lnTo>
                  <a:lnTo>
                    <a:pt x="5676" y="15303"/>
                  </a:lnTo>
                  <a:lnTo>
                    <a:pt x="5588" y="15049"/>
                  </a:lnTo>
                  <a:lnTo>
                    <a:pt x="5486" y="14668"/>
                  </a:lnTo>
                  <a:lnTo>
                    <a:pt x="5372" y="14033"/>
                  </a:lnTo>
                  <a:lnTo>
                    <a:pt x="6477" y="13525"/>
                  </a:lnTo>
                  <a:lnTo>
                    <a:pt x="6502" y="13398"/>
                  </a:lnTo>
                  <a:lnTo>
                    <a:pt x="6997" y="13398"/>
                  </a:lnTo>
                  <a:lnTo>
                    <a:pt x="7226" y="13525"/>
                  </a:lnTo>
                  <a:lnTo>
                    <a:pt x="7162" y="13779"/>
                  </a:lnTo>
                  <a:lnTo>
                    <a:pt x="7035" y="13906"/>
                  </a:lnTo>
                  <a:lnTo>
                    <a:pt x="7035" y="14160"/>
                  </a:lnTo>
                  <a:lnTo>
                    <a:pt x="6807" y="14287"/>
                  </a:lnTo>
                  <a:lnTo>
                    <a:pt x="6972" y="14287"/>
                  </a:lnTo>
                  <a:lnTo>
                    <a:pt x="7010" y="14414"/>
                  </a:lnTo>
                  <a:lnTo>
                    <a:pt x="7124" y="15303"/>
                  </a:lnTo>
                  <a:lnTo>
                    <a:pt x="7708" y="15430"/>
                  </a:lnTo>
                  <a:lnTo>
                    <a:pt x="7658" y="15303"/>
                  </a:lnTo>
                  <a:lnTo>
                    <a:pt x="7277" y="14922"/>
                  </a:lnTo>
                  <a:lnTo>
                    <a:pt x="7404" y="14922"/>
                  </a:lnTo>
                  <a:lnTo>
                    <a:pt x="7404" y="14541"/>
                  </a:lnTo>
                  <a:lnTo>
                    <a:pt x="7505" y="14922"/>
                  </a:lnTo>
                  <a:lnTo>
                    <a:pt x="7658" y="14795"/>
                  </a:lnTo>
                  <a:lnTo>
                    <a:pt x="7708" y="14668"/>
                  </a:lnTo>
                  <a:lnTo>
                    <a:pt x="8026" y="14922"/>
                  </a:lnTo>
                  <a:lnTo>
                    <a:pt x="8089" y="14668"/>
                  </a:lnTo>
                  <a:lnTo>
                    <a:pt x="8115" y="14541"/>
                  </a:lnTo>
                  <a:lnTo>
                    <a:pt x="8153" y="14414"/>
                  </a:lnTo>
                  <a:lnTo>
                    <a:pt x="8432" y="14414"/>
                  </a:lnTo>
                  <a:lnTo>
                    <a:pt x="8432" y="14287"/>
                  </a:lnTo>
                  <a:lnTo>
                    <a:pt x="8166" y="14287"/>
                  </a:lnTo>
                  <a:lnTo>
                    <a:pt x="8115" y="14160"/>
                  </a:lnTo>
                  <a:lnTo>
                    <a:pt x="8432" y="14160"/>
                  </a:lnTo>
                  <a:lnTo>
                    <a:pt x="8559" y="13779"/>
                  </a:lnTo>
                  <a:lnTo>
                    <a:pt x="8597" y="13906"/>
                  </a:lnTo>
                  <a:lnTo>
                    <a:pt x="8737" y="13779"/>
                  </a:lnTo>
                  <a:lnTo>
                    <a:pt x="8763" y="13652"/>
                  </a:lnTo>
                  <a:lnTo>
                    <a:pt x="8813" y="13398"/>
                  </a:lnTo>
                  <a:lnTo>
                    <a:pt x="8877" y="13525"/>
                  </a:lnTo>
                  <a:lnTo>
                    <a:pt x="9042" y="13652"/>
                  </a:lnTo>
                  <a:lnTo>
                    <a:pt x="9055" y="14160"/>
                  </a:lnTo>
                  <a:lnTo>
                    <a:pt x="10629" y="14160"/>
                  </a:lnTo>
                  <a:lnTo>
                    <a:pt x="10490" y="14033"/>
                  </a:lnTo>
                  <a:lnTo>
                    <a:pt x="10414" y="13906"/>
                  </a:lnTo>
                  <a:lnTo>
                    <a:pt x="10248" y="13779"/>
                  </a:lnTo>
                  <a:lnTo>
                    <a:pt x="10185" y="13525"/>
                  </a:lnTo>
                  <a:lnTo>
                    <a:pt x="10160" y="13398"/>
                  </a:lnTo>
                  <a:lnTo>
                    <a:pt x="9893" y="13144"/>
                  </a:lnTo>
                  <a:lnTo>
                    <a:pt x="9804" y="13271"/>
                  </a:lnTo>
                  <a:lnTo>
                    <a:pt x="9728" y="13398"/>
                  </a:lnTo>
                  <a:lnTo>
                    <a:pt x="9309" y="13271"/>
                  </a:lnTo>
                  <a:lnTo>
                    <a:pt x="9182" y="13525"/>
                  </a:lnTo>
                  <a:lnTo>
                    <a:pt x="9194" y="13398"/>
                  </a:lnTo>
                  <a:lnTo>
                    <a:pt x="9245" y="13144"/>
                  </a:lnTo>
                  <a:lnTo>
                    <a:pt x="9398" y="13017"/>
                  </a:lnTo>
                  <a:lnTo>
                    <a:pt x="9677" y="12636"/>
                  </a:lnTo>
                  <a:lnTo>
                    <a:pt x="9779" y="12509"/>
                  </a:lnTo>
                  <a:lnTo>
                    <a:pt x="10045" y="12382"/>
                  </a:lnTo>
                  <a:lnTo>
                    <a:pt x="10109" y="12255"/>
                  </a:lnTo>
                  <a:lnTo>
                    <a:pt x="10261" y="12255"/>
                  </a:lnTo>
                  <a:lnTo>
                    <a:pt x="10375" y="12128"/>
                  </a:lnTo>
                  <a:lnTo>
                    <a:pt x="10680" y="12382"/>
                  </a:lnTo>
                  <a:lnTo>
                    <a:pt x="10998" y="12382"/>
                  </a:lnTo>
                  <a:lnTo>
                    <a:pt x="11074" y="12890"/>
                  </a:lnTo>
                  <a:lnTo>
                    <a:pt x="11264" y="12636"/>
                  </a:lnTo>
                  <a:lnTo>
                    <a:pt x="11277" y="12509"/>
                  </a:lnTo>
                  <a:lnTo>
                    <a:pt x="11353" y="12890"/>
                  </a:lnTo>
                  <a:lnTo>
                    <a:pt x="11074" y="12890"/>
                  </a:lnTo>
                  <a:lnTo>
                    <a:pt x="11137" y="13652"/>
                  </a:lnTo>
                  <a:lnTo>
                    <a:pt x="10833" y="13525"/>
                  </a:lnTo>
                  <a:lnTo>
                    <a:pt x="10744" y="13398"/>
                  </a:lnTo>
                  <a:lnTo>
                    <a:pt x="10642" y="13271"/>
                  </a:lnTo>
                  <a:lnTo>
                    <a:pt x="10617" y="14033"/>
                  </a:lnTo>
                  <a:lnTo>
                    <a:pt x="12382" y="14033"/>
                  </a:lnTo>
                  <a:lnTo>
                    <a:pt x="12382" y="13779"/>
                  </a:lnTo>
                  <a:lnTo>
                    <a:pt x="14414" y="13779"/>
                  </a:lnTo>
                  <a:lnTo>
                    <a:pt x="14592" y="13779"/>
                  </a:lnTo>
                  <a:lnTo>
                    <a:pt x="14808" y="13652"/>
                  </a:lnTo>
                  <a:lnTo>
                    <a:pt x="15214" y="13652"/>
                  </a:lnTo>
                  <a:lnTo>
                    <a:pt x="15468" y="13779"/>
                  </a:lnTo>
                  <a:lnTo>
                    <a:pt x="15722" y="13779"/>
                  </a:lnTo>
                  <a:lnTo>
                    <a:pt x="15608" y="13525"/>
                  </a:lnTo>
                  <a:lnTo>
                    <a:pt x="15557" y="13398"/>
                  </a:lnTo>
                  <a:lnTo>
                    <a:pt x="15100" y="12636"/>
                  </a:lnTo>
                  <a:lnTo>
                    <a:pt x="15062" y="12509"/>
                  </a:lnTo>
                  <a:lnTo>
                    <a:pt x="15125" y="12636"/>
                  </a:lnTo>
                  <a:lnTo>
                    <a:pt x="15481" y="12890"/>
                  </a:lnTo>
                  <a:lnTo>
                    <a:pt x="15379" y="12509"/>
                  </a:lnTo>
                  <a:lnTo>
                    <a:pt x="15417" y="12382"/>
                  </a:lnTo>
                  <a:lnTo>
                    <a:pt x="15722" y="12509"/>
                  </a:lnTo>
                  <a:lnTo>
                    <a:pt x="18872" y="12509"/>
                  </a:lnTo>
                  <a:lnTo>
                    <a:pt x="19024" y="12509"/>
                  </a:lnTo>
                  <a:lnTo>
                    <a:pt x="19088" y="12636"/>
                  </a:lnTo>
                  <a:lnTo>
                    <a:pt x="19977" y="12636"/>
                  </a:lnTo>
                  <a:lnTo>
                    <a:pt x="19989" y="12509"/>
                  </a:lnTo>
                  <a:lnTo>
                    <a:pt x="19088" y="12509"/>
                  </a:lnTo>
                  <a:lnTo>
                    <a:pt x="19088" y="12382"/>
                  </a:lnTo>
                  <a:lnTo>
                    <a:pt x="19088" y="12255"/>
                  </a:lnTo>
                  <a:lnTo>
                    <a:pt x="14668" y="12255"/>
                  </a:lnTo>
                  <a:lnTo>
                    <a:pt x="14770" y="12382"/>
                  </a:lnTo>
                  <a:lnTo>
                    <a:pt x="14884" y="12509"/>
                  </a:lnTo>
                  <a:lnTo>
                    <a:pt x="15100" y="12890"/>
                  </a:lnTo>
                  <a:lnTo>
                    <a:pt x="15176" y="13017"/>
                  </a:lnTo>
                  <a:lnTo>
                    <a:pt x="15252" y="13144"/>
                  </a:lnTo>
                  <a:lnTo>
                    <a:pt x="14884" y="13144"/>
                  </a:lnTo>
                  <a:lnTo>
                    <a:pt x="14833" y="13271"/>
                  </a:lnTo>
                  <a:lnTo>
                    <a:pt x="15113" y="13398"/>
                  </a:lnTo>
                  <a:lnTo>
                    <a:pt x="15151" y="13525"/>
                  </a:lnTo>
                  <a:lnTo>
                    <a:pt x="14706" y="13271"/>
                  </a:lnTo>
                  <a:lnTo>
                    <a:pt x="14414" y="13398"/>
                  </a:lnTo>
                  <a:lnTo>
                    <a:pt x="14287" y="13398"/>
                  </a:lnTo>
                  <a:lnTo>
                    <a:pt x="14160" y="13525"/>
                  </a:lnTo>
                  <a:lnTo>
                    <a:pt x="14046" y="13652"/>
                  </a:lnTo>
                  <a:lnTo>
                    <a:pt x="13779" y="13652"/>
                  </a:lnTo>
                  <a:lnTo>
                    <a:pt x="13449" y="13525"/>
                  </a:lnTo>
                  <a:lnTo>
                    <a:pt x="13563" y="13017"/>
                  </a:lnTo>
                  <a:lnTo>
                    <a:pt x="13779" y="13017"/>
                  </a:lnTo>
                  <a:lnTo>
                    <a:pt x="14122" y="13271"/>
                  </a:lnTo>
                  <a:lnTo>
                    <a:pt x="14135" y="13017"/>
                  </a:lnTo>
                  <a:lnTo>
                    <a:pt x="14160" y="12382"/>
                  </a:lnTo>
                  <a:lnTo>
                    <a:pt x="14668" y="12255"/>
                  </a:lnTo>
                  <a:lnTo>
                    <a:pt x="11988" y="12255"/>
                  </a:lnTo>
                  <a:lnTo>
                    <a:pt x="11988" y="12636"/>
                  </a:lnTo>
                  <a:lnTo>
                    <a:pt x="11925" y="12890"/>
                  </a:lnTo>
                  <a:lnTo>
                    <a:pt x="11849" y="13144"/>
                  </a:lnTo>
                  <a:lnTo>
                    <a:pt x="11760" y="13271"/>
                  </a:lnTo>
                  <a:lnTo>
                    <a:pt x="11645" y="13525"/>
                  </a:lnTo>
                  <a:lnTo>
                    <a:pt x="11518" y="13652"/>
                  </a:lnTo>
                  <a:lnTo>
                    <a:pt x="11633" y="13271"/>
                  </a:lnTo>
                  <a:lnTo>
                    <a:pt x="11696" y="12890"/>
                  </a:lnTo>
                  <a:lnTo>
                    <a:pt x="11988" y="12636"/>
                  </a:lnTo>
                  <a:lnTo>
                    <a:pt x="11988" y="12255"/>
                  </a:lnTo>
                  <a:lnTo>
                    <a:pt x="11785" y="12255"/>
                  </a:lnTo>
                  <a:lnTo>
                    <a:pt x="11760" y="12636"/>
                  </a:lnTo>
                  <a:lnTo>
                    <a:pt x="11531" y="12636"/>
                  </a:lnTo>
                  <a:lnTo>
                    <a:pt x="11493" y="12509"/>
                  </a:lnTo>
                  <a:lnTo>
                    <a:pt x="11366" y="12509"/>
                  </a:lnTo>
                  <a:lnTo>
                    <a:pt x="11366" y="12255"/>
                  </a:lnTo>
                  <a:lnTo>
                    <a:pt x="11341" y="12128"/>
                  </a:lnTo>
                  <a:lnTo>
                    <a:pt x="11328" y="12255"/>
                  </a:lnTo>
                  <a:lnTo>
                    <a:pt x="11785" y="12255"/>
                  </a:lnTo>
                  <a:lnTo>
                    <a:pt x="11569" y="12128"/>
                  </a:lnTo>
                  <a:lnTo>
                    <a:pt x="19189" y="12128"/>
                  </a:lnTo>
                  <a:lnTo>
                    <a:pt x="19304" y="12001"/>
                  </a:lnTo>
                  <a:lnTo>
                    <a:pt x="19850" y="12001"/>
                  </a:lnTo>
                  <a:lnTo>
                    <a:pt x="19900" y="12128"/>
                  </a:lnTo>
                  <a:lnTo>
                    <a:pt x="21069" y="12128"/>
                  </a:lnTo>
                  <a:lnTo>
                    <a:pt x="21069" y="12255"/>
                  </a:lnTo>
                  <a:lnTo>
                    <a:pt x="21209" y="12128"/>
                  </a:lnTo>
                  <a:lnTo>
                    <a:pt x="21602" y="12001"/>
                  </a:lnTo>
                  <a:lnTo>
                    <a:pt x="21882" y="12001"/>
                  </a:lnTo>
                  <a:lnTo>
                    <a:pt x="21932" y="11874"/>
                  </a:lnTo>
                  <a:lnTo>
                    <a:pt x="22085" y="11874"/>
                  </a:lnTo>
                  <a:lnTo>
                    <a:pt x="21945" y="12001"/>
                  </a:lnTo>
                  <a:lnTo>
                    <a:pt x="22225" y="11874"/>
                  </a:lnTo>
                  <a:lnTo>
                    <a:pt x="22555" y="11874"/>
                  </a:lnTo>
                  <a:lnTo>
                    <a:pt x="22567" y="12001"/>
                  </a:lnTo>
                  <a:lnTo>
                    <a:pt x="26022" y="12001"/>
                  </a:lnTo>
                  <a:lnTo>
                    <a:pt x="25946" y="11874"/>
                  </a:lnTo>
                  <a:lnTo>
                    <a:pt x="25869" y="11747"/>
                  </a:lnTo>
                  <a:lnTo>
                    <a:pt x="25692" y="11620"/>
                  </a:lnTo>
                  <a:lnTo>
                    <a:pt x="25882" y="11620"/>
                  </a:lnTo>
                  <a:lnTo>
                    <a:pt x="26149" y="11747"/>
                  </a:lnTo>
                  <a:lnTo>
                    <a:pt x="26250" y="12001"/>
                  </a:lnTo>
                  <a:lnTo>
                    <a:pt x="26746" y="12001"/>
                  </a:lnTo>
                  <a:close/>
                </a:path>
                <a:path w="35560" h="30480">
                  <a:moveTo>
                    <a:pt x="27228" y="12890"/>
                  </a:moveTo>
                  <a:lnTo>
                    <a:pt x="27038" y="12636"/>
                  </a:lnTo>
                  <a:lnTo>
                    <a:pt x="26479" y="12636"/>
                  </a:lnTo>
                  <a:lnTo>
                    <a:pt x="24841" y="12636"/>
                  </a:lnTo>
                  <a:lnTo>
                    <a:pt x="24828" y="13779"/>
                  </a:lnTo>
                  <a:lnTo>
                    <a:pt x="25095" y="13779"/>
                  </a:lnTo>
                  <a:lnTo>
                    <a:pt x="25222" y="13017"/>
                  </a:lnTo>
                  <a:lnTo>
                    <a:pt x="25311" y="12890"/>
                  </a:lnTo>
                  <a:lnTo>
                    <a:pt x="25412" y="13017"/>
                  </a:lnTo>
                  <a:lnTo>
                    <a:pt x="25603" y="13017"/>
                  </a:lnTo>
                  <a:lnTo>
                    <a:pt x="25552" y="13398"/>
                  </a:lnTo>
                  <a:lnTo>
                    <a:pt x="25768" y="13525"/>
                  </a:lnTo>
                  <a:lnTo>
                    <a:pt x="25882" y="13779"/>
                  </a:lnTo>
                  <a:lnTo>
                    <a:pt x="26187" y="13779"/>
                  </a:lnTo>
                  <a:lnTo>
                    <a:pt x="26441" y="13652"/>
                  </a:lnTo>
                  <a:lnTo>
                    <a:pt x="26530" y="12890"/>
                  </a:lnTo>
                  <a:lnTo>
                    <a:pt x="27025" y="12890"/>
                  </a:lnTo>
                  <a:lnTo>
                    <a:pt x="27101" y="13017"/>
                  </a:lnTo>
                  <a:lnTo>
                    <a:pt x="27228" y="12890"/>
                  </a:lnTo>
                  <a:close/>
                </a:path>
                <a:path w="35560" h="30480">
                  <a:moveTo>
                    <a:pt x="27266" y="14160"/>
                  </a:moveTo>
                  <a:lnTo>
                    <a:pt x="26187" y="14160"/>
                  </a:lnTo>
                  <a:lnTo>
                    <a:pt x="26187" y="14287"/>
                  </a:lnTo>
                  <a:lnTo>
                    <a:pt x="27254" y="14287"/>
                  </a:lnTo>
                  <a:lnTo>
                    <a:pt x="27266" y="14160"/>
                  </a:lnTo>
                  <a:close/>
                </a:path>
                <a:path w="35560" h="30480">
                  <a:moveTo>
                    <a:pt x="27266" y="14033"/>
                  </a:moveTo>
                  <a:lnTo>
                    <a:pt x="27254" y="13779"/>
                  </a:lnTo>
                  <a:lnTo>
                    <a:pt x="26187" y="13779"/>
                  </a:lnTo>
                  <a:lnTo>
                    <a:pt x="26187" y="14033"/>
                  </a:lnTo>
                  <a:lnTo>
                    <a:pt x="27266" y="14033"/>
                  </a:lnTo>
                  <a:close/>
                </a:path>
                <a:path w="35560" h="30480">
                  <a:moveTo>
                    <a:pt x="27292" y="14795"/>
                  </a:moveTo>
                  <a:lnTo>
                    <a:pt x="27279" y="14541"/>
                  </a:lnTo>
                  <a:lnTo>
                    <a:pt x="27139" y="14668"/>
                  </a:lnTo>
                  <a:lnTo>
                    <a:pt x="27051" y="14795"/>
                  </a:lnTo>
                  <a:lnTo>
                    <a:pt x="26962" y="14922"/>
                  </a:lnTo>
                  <a:lnTo>
                    <a:pt x="26885" y="15049"/>
                  </a:lnTo>
                  <a:lnTo>
                    <a:pt x="26797" y="15176"/>
                  </a:lnTo>
                  <a:lnTo>
                    <a:pt x="27025" y="15049"/>
                  </a:lnTo>
                  <a:lnTo>
                    <a:pt x="27292" y="14795"/>
                  </a:lnTo>
                  <a:close/>
                </a:path>
                <a:path w="35560" h="30480">
                  <a:moveTo>
                    <a:pt x="27495" y="2349"/>
                  </a:moveTo>
                  <a:lnTo>
                    <a:pt x="25247" y="1993"/>
                  </a:lnTo>
                  <a:lnTo>
                    <a:pt x="24942" y="1993"/>
                  </a:lnTo>
                  <a:lnTo>
                    <a:pt x="25260" y="2349"/>
                  </a:lnTo>
                  <a:lnTo>
                    <a:pt x="26377" y="2349"/>
                  </a:lnTo>
                  <a:lnTo>
                    <a:pt x="26504" y="2349"/>
                  </a:lnTo>
                  <a:lnTo>
                    <a:pt x="27495" y="2349"/>
                  </a:lnTo>
                  <a:close/>
                </a:path>
                <a:path w="35560" h="30480">
                  <a:moveTo>
                    <a:pt x="27546" y="27419"/>
                  </a:moveTo>
                  <a:lnTo>
                    <a:pt x="27495" y="27076"/>
                  </a:lnTo>
                  <a:lnTo>
                    <a:pt x="27520" y="27520"/>
                  </a:lnTo>
                  <a:lnTo>
                    <a:pt x="27470" y="28143"/>
                  </a:lnTo>
                  <a:lnTo>
                    <a:pt x="27520" y="28511"/>
                  </a:lnTo>
                  <a:lnTo>
                    <a:pt x="27495" y="28054"/>
                  </a:lnTo>
                  <a:lnTo>
                    <a:pt x="27546" y="27419"/>
                  </a:lnTo>
                  <a:close/>
                </a:path>
                <a:path w="35560" h="30480">
                  <a:moveTo>
                    <a:pt x="27736" y="5651"/>
                  </a:moveTo>
                  <a:lnTo>
                    <a:pt x="27711" y="5397"/>
                  </a:lnTo>
                  <a:lnTo>
                    <a:pt x="27482" y="5270"/>
                  </a:lnTo>
                  <a:lnTo>
                    <a:pt x="27444" y="5143"/>
                  </a:lnTo>
                  <a:lnTo>
                    <a:pt x="27330" y="5016"/>
                  </a:lnTo>
                  <a:lnTo>
                    <a:pt x="27216" y="4889"/>
                  </a:lnTo>
                  <a:lnTo>
                    <a:pt x="27101" y="4762"/>
                  </a:lnTo>
                  <a:lnTo>
                    <a:pt x="24333" y="4762"/>
                  </a:lnTo>
                  <a:lnTo>
                    <a:pt x="24282" y="5016"/>
                  </a:lnTo>
                  <a:lnTo>
                    <a:pt x="18059" y="5016"/>
                  </a:lnTo>
                  <a:lnTo>
                    <a:pt x="18021" y="5143"/>
                  </a:lnTo>
                  <a:lnTo>
                    <a:pt x="24625" y="5143"/>
                  </a:lnTo>
                  <a:lnTo>
                    <a:pt x="24599" y="5016"/>
                  </a:lnTo>
                  <a:lnTo>
                    <a:pt x="24930" y="5016"/>
                  </a:lnTo>
                  <a:lnTo>
                    <a:pt x="24765" y="5143"/>
                  </a:lnTo>
                  <a:lnTo>
                    <a:pt x="24663" y="5270"/>
                  </a:lnTo>
                  <a:lnTo>
                    <a:pt x="24955" y="5270"/>
                  </a:lnTo>
                  <a:lnTo>
                    <a:pt x="25222" y="5143"/>
                  </a:lnTo>
                  <a:lnTo>
                    <a:pt x="25311" y="5016"/>
                  </a:lnTo>
                  <a:lnTo>
                    <a:pt x="25577" y="5016"/>
                  </a:lnTo>
                  <a:lnTo>
                    <a:pt x="25539" y="5270"/>
                  </a:lnTo>
                  <a:lnTo>
                    <a:pt x="25539" y="5524"/>
                  </a:lnTo>
                  <a:lnTo>
                    <a:pt x="25349" y="5524"/>
                  </a:lnTo>
                  <a:lnTo>
                    <a:pt x="25501" y="5397"/>
                  </a:lnTo>
                  <a:lnTo>
                    <a:pt x="25539" y="5524"/>
                  </a:lnTo>
                  <a:lnTo>
                    <a:pt x="25539" y="5270"/>
                  </a:lnTo>
                  <a:lnTo>
                    <a:pt x="25184" y="5270"/>
                  </a:lnTo>
                  <a:lnTo>
                    <a:pt x="25184" y="5524"/>
                  </a:lnTo>
                  <a:lnTo>
                    <a:pt x="25031" y="5524"/>
                  </a:lnTo>
                  <a:lnTo>
                    <a:pt x="25057" y="5651"/>
                  </a:lnTo>
                  <a:lnTo>
                    <a:pt x="25984" y="5651"/>
                  </a:lnTo>
                  <a:lnTo>
                    <a:pt x="25933" y="5397"/>
                  </a:lnTo>
                  <a:lnTo>
                    <a:pt x="25920" y="5270"/>
                  </a:lnTo>
                  <a:lnTo>
                    <a:pt x="26060" y="5397"/>
                  </a:lnTo>
                  <a:lnTo>
                    <a:pt x="26149" y="5524"/>
                  </a:lnTo>
                  <a:lnTo>
                    <a:pt x="25984" y="5651"/>
                  </a:lnTo>
                  <a:lnTo>
                    <a:pt x="26250" y="5651"/>
                  </a:lnTo>
                  <a:lnTo>
                    <a:pt x="27736" y="5651"/>
                  </a:lnTo>
                  <a:close/>
                </a:path>
                <a:path w="35560" h="30480">
                  <a:moveTo>
                    <a:pt x="27762" y="23406"/>
                  </a:moveTo>
                  <a:lnTo>
                    <a:pt x="27584" y="23329"/>
                  </a:lnTo>
                  <a:lnTo>
                    <a:pt x="27762" y="23406"/>
                  </a:lnTo>
                  <a:close/>
                </a:path>
                <a:path w="35560" h="30480">
                  <a:moveTo>
                    <a:pt x="27813" y="12001"/>
                  </a:moveTo>
                  <a:lnTo>
                    <a:pt x="27724" y="11620"/>
                  </a:lnTo>
                  <a:lnTo>
                    <a:pt x="27647" y="11493"/>
                  </a:lnTo>
                  <a:lnTo>
                    <a:pt x="27571" y="12001"/>
                  </a:lnTo>
                  <a:lnTo>
                    <a:pt x="27813" y="12001"/>
                  </a:lnTo>
                  <a:close/>
                </a:path>
                <a:path w="35560" h="30480">
                  <a:moveTo>
                    <a:pt x="27813" y="6159"/>
                  </a:moveTo>
                  <a:lnTo>
                    <a:pt x="27787" y="6032"/>
                  </a:lnTo>
                  <a:lnTo>
                    <a:pt x="27762" y="5778"/>
                  </a:lnTo>
                  <a:lnTo>
                    <a:pt x="26479" y="5778"/>
                  </a:lnTo>
                  <a:lnTo>
                    <a:pt x="26517" y="5905"/>
                  </a:lnTo>
                  <a:lnTo>
                    <a:pt x="26631" y="7048"/>
                  </a:lnTo>
                  <a:lnTo>
                    <a:pt x="26822" y="7048"/>
                  </a:lnTo>
                  <a:lnTo>
                    <a:pt x="26835" y="6159"/>
                  </a:lnTo>
                  <a:lnTo>
                    <a:pt x="27114" y="6286"/>
                  </a:lnTo>
                  <a:lnTo>
                    <a:pt x="27127" y="6159"/>
                  </a:lnTo>
                  <a:lnTo>
                    <a:pt x="27152" y="6032"/>
                  </a:lnTo>
                  <a:lnTo>
                    <a:pt x="27203" y="6286"/>
                  </a:lnTo>
                  <a:lnTo>
                    <a:pt x="27444" y="6286"/>
                  </a:lnTo>
                  <a:lnTo>
                    <a:pt x="27546" y="6159"/>
                  </a:lnTo>
                  <a:lnTo>
                    <a:pt x="27813" y="6159"/>
                  </a:lnTo>
                  <a:close/>
                </a:path>
                <a:path w="35560" h="30480">
                  <a:moveTo>
                    <a:pt x="27838" y="12509"/>
                  </a:moveTo>
                  <a:lnTo>
                    <a:pt x="27825" y="12382"/>
                  </a:lnTo>
                  <a:lnTo>
                    <a:pt x="27825" y="12255"/>
                  </a:lnTo>
                  <a:lnTo>
                    <a:pt x="27419" y="12382"/>
                  </a:lnTo>
                  <a:lnTo>
                    <a:pt x="27559" y="12255"/>
                  </a:lnTo>
                  <a:lnTo>
                    <a:pt x="27749" y="12255"/>
                  </a:lnTo>
                  <a:lnTo>
                    <a:pt x="27660" y="12128"/>
                  </a:lnTo>
                  <a:lnTo>
                    <a:pt x="27571" y="12001"/>
                  </a:lnTo>
                  <a:lnTo>
                    <a:pt x="26746" y="12001"/>
                  </a:lnTo>
                  <a:lnTo>
                    <a:pt x="26784" y="12128"/>
                  </a:lnTo>
                  <a:lnTo>
                    <a:pt x="26924" y="12255"/>
                  </a:lnTo>
                  <a:lnTo>
                    <a:pt x="27381" y="12255"/>
                  </a:lnTo>
                  <a:lnTo>
                    <a:pt x="27292" y="12382"/>
                  </a:lnTo>
                  <a:lnTo>
                    <a:pt x="26924" y="12255"/>
                  </a:lnTo>
                  <a:lnTo>
                    <a:pt x="24841" y="12255"/>
                  </a:lnTo>
                  <a:lnTo>
                    <a:pt x="24841" y="12509"/>
                  </a:lnTo>
                  <a:lnTo>
                    <a:pt x="27165" y="12509"/>
                  </a:lnTo>
                  <a:lnTo>
                    <a:pt x="27317" y="12636"/>
                  </a:lnTo>
                  <a:lnTo>
                    <a:pt x="27482" y="12636"/>
                  </a:lnTo>
                  <a:lnTo>
                    <a:pt x="27355" y="12509"/>
                  </a:lnTo>
                  <a:lnTo>
                    <a:pt x="27838" y="12509"/>
                  </a:lnTo>
                  <a:close/>
                </a:path>
                <a:path w="35560" h="30480">
                  <a:moveTo>
                    <a:pt x="27851" y="12636"/>
                  </a:moveTo>
                  <a:lnTo>
                    <a:pt x="27355" y="12509"/>
                  </a:lnTo>
                  <a:lnTo>
                    <a:pt x="27660" y="12636"/>
                  </a:lnTo>
                  <a:lnTo>
                    <a:pt x="27851" y="12636"/>
                  </a:lnTo>
                  <a:close/>
                </a:path>
                <a:path w="35560" h="30480">
                  <a:moveTo>
                    <a:pt x="27863" y="12890"/>
                  </a:moveTo>
                  <a:lnTo>
                    <a:pt x="27660" y="12636"/>
                  </a:lnTo>
                  <a:lnTo>
                    <a:pt x="27482" y="12636"/>
                  </a:lnTo>
                  <a:lnTo>
                    <a:pt x="27698" y="12890"/>
                  </a:lnTo>
                  <a:lnTo>
                    <a:pt x="27800" y="13017"/>
                  </a:lnTo>
                  <a:lnTo>
                    <a:pt x="27863" y="12890"/>
                  </a:lnTo>
                  <a:close/>
                </a:path>
                <a:path w="35560" h="30480">
                  <a:moveTo>
                    <a:pt x="28067" y="12001"/>
                  </a:moveTo>
                  <a:lnTo>
                    <a:pt x="27813" y="12001"/>
                  </a:lnTo>
                  <a:lnTo>
                    <a:pt x="27825" y="12255"/>
                  </a:lnTo>
                  <a:lnTo>
                    <a:pt x="28054" y="12255"/>
                  </a:lnTo>
                  <a:lnTo>
                    <a:pt x="28067" y="12001"/>
                  </a:lnTo>
                  <a:close/>
                </a:path>
                <a:path w="35560" h="30480">
                  <a:moveTo>
                    <a:pt x="28308" y="12509"/>
                  </a:moveTo>
                  <a:lnTo>
                    <a:pt x="28067" y="12382"/>
                  </a:lnTo>
                  <a:lnTo>
                    <a:pt x="28105" y="12509"/>
                  </a:lnTo>
                  <a:lnTo>
                    <a:pt x="28308" y="12509"/>
                  </a:lnTo>
                  <a:close/>
                </a:path>
                <a:path w="35560" h="30480">
                  <a:moveTo>
                    <a:pt x="28422" y="12255"/>
                  </a:moveTo>
                  <a:lnTo>
                    <a:pt x="28308" y="12128"/>
                  </a:lnTo>
                  <a:lnTo>
                    <a:pt x="28206" y="12001"/>
                  </a:lnTo>
                  <a:lnTo>
                    <a:pt x="28130" y="12255"/>
                  </a:lnTo>
                  <a:lnTo>
                    <a:pt x="28422" y="12255"/>
                  </a:lnTo>
                  <a:close/>
                </a:path>
                <a:path w="35560" h="30480">
                  <a:moveTo>
                    <a:pt x="28498" y="11239"/>
                  </a:moveTo>
                  <a:lnTo>
                    <a:pt x="27990" y="11239"/>
                  </a:lnTo>
                  <a:lnTo>
                    <a:pt x="28168" y="11188"/>
                  </a:lnTo>
                  <a:lnTo>
                    <a:pt x="27927" y="11087"/>
                  </a:lnTo>
                  <a:lnTo>
                    <a:pt x="27774" y="11036"/>
                  </a:lnTo>
                  <a:lnTo>
                    <a:pt x="27952" y="10795"/>
                  </a:lnTo>
                  <a:lnTo>
                    <a:pt x="27813" y="10693"/>
                  </a:lnTo>
                  <a:lnTo>
                    <a:pt x="27774" y="10350"/>
                  </a:lnTo>
                  <a:lnTo>
                    <a:pt x="27508" y="10426"/>
                  </a:lnTo>
                  <a:lnTo>
                    <a:pt x="27660" y="10566"/>
                  </a:lnTo>
                  <a:lnTo>
                    <a:pt x="27635" y="11163"/>
                  </a:lnTo>
                  <a:lnTo>
                    <a:pt x="27851" y="11201"/>
                  </a:lnTo>
                  <a:lnTo>
                    <a:pt x="26517" y="11239"/>
                  </a:lnTo>
                  <a:lnTo>
                    <a:pt x="26619" y="11493"/>
                  </a:lnTo>
                  <a:lnTo>
                    <a:pt x="27647" y="11493"/>
                  </a:lnTo>
                  <a:lnTo>
                    <a:pt x="27724" y="11620"/>
                  </a:lnTo>
                  <a:lnTo>
                    <a:pt x="27813" y="11747"/>
                  </a:lnTo>
                  <a:lnTo>
                    <a:pt x="28067" y="11747"/>
                  </a:lnTo>
                  <a:lnTo>
                    <a:pt x="27978" y="11493"/>
                  </a:lnTo>
                  <a:lnTo>
                    <a:pt x="28257" y="11493"/>
                  </a:lnTo>
                  <a:lnTo>
                    <a:pt x="28371" y="11366"/>
                  </a:lnTo>
                  <a:lnTo>
                    <a:pt x="28498" y="11239"/>
                  </a:lnTo>
                  <a:close/>
                </a:path>
                <a:path w="35560" h="30480">
                  <a:moveTo>
                    <a:pt x="28600" y="12509"/>
                  </a:moveTo>
                  <a:lnTo>
                    <a:pt x="28562" y="12255"/>
                  </a:lnTo>
                  <a:lnTo>
                    <a:pt x="28422" y="12255"/>
                  </a:lnTo>
                  <a:lnTo>
                    <a:pt x="28308" y="12509"/>
                  </a:lnTo>
                  <a:lnTo>
                    <a:pt x="28600" y="12509"/>
                  </a:lnTo>
                  <a:close/>
                </a:path>
                <a:path w="35560" h="30480">
                  <a:moveTo>
                    <a:pt x="28651" y="11493"/>
                  </a:moveTo>
                  <a:lnTo>
                    <a:pt x="28257" y="11493"/>
                  </a:lnTo>
                  <a:lnTo>
                    <a:pt x="28206" y="12001"/>
                  </a:lnTo>
                  <a:lnTo>
                    <a:pt x="28524" y="12001"/>
                  </a:lnTo>
                  <a:lnTo>
                    <a:pt x="28460" y="11620"/>
                  </a:lnTo>
                  <a:lnTo>
                    <a:pt x="28651" y="11493"/>
                  </a:lnTo>
                  <a:close/>
                </a:path>
                <a:path w="35560" h="30480">
                  <a:moveTo>
                    <a:pt x="28803" y="10985"/>
                  </a:moveTo>
                  <a:lnTo>
                    <a:pt x="28600" y="11112"/>
                  </a:lnTo>
                  <a:lnTo>
                    <a:pt x="28498" y="11239"/>
                  </a:lnTo>
                  <a:lnTo>
                    <a:pt x="28778" y="11239"/>
                  </a:lnTo>
                  <a:lnTo>
                    <a:pt x="28803" y="10985"/>
                  </a:lnTo>
                  <a:close/>
                </a:path>
                <a:path w="35560" h="30480">
                  <a:moveTo>
                    <a:pt x="29146" y="19748"/>
                  </a:moveTo>
                  <a:lnTo>
                    <a:pt x="29019" y="19735"/>
                  </a:lnTo>
                  <a:lnTo>
                    <a:pt x="29146" y="19748"/>
                  </a:lnTo>
                  <a:close/>
                </a:path>
                <a:path w="35560" h="30480">
                  <a:moveTo>
                    <a:pt x="29222" y="20078"/>
                  </a:moveTo>
                  <a:lnTo>
                    <a:pt x="29146" y="19812"/>
                  </a:lnTo>
                  <a:lnTo>
                    <a:pt x="29222" y="20078"/>
                  </a:lnTo>
                  <a:close/>
                </a:path>
                <a:path w="35560" h="30480">
                  <a:moveTo>
                    <a:pt x="32258" y="23177"/>
                  </a:moveTo>
                  <a:lnTo>
                    <a:pt x="26822" y="23088"/>
                  </a:lnTo>
                  <a:lnTo>
                    <a:pt x="26466" y="22999"/>
                  </a:lnTo>
                  <a:lnTo>
                    <a:pt x="26403" y="22796"/>
                  </a:lnTo>
                  <a:lnTo>
                    <a:pt x="26416" y="23063"/>
                  </a:lnTo>
                  <a:lnTo>
                    <a:pt x="26581" y="23075"/>
                  </a:lnTo>
                  <a:lnTo>
                    <a:pt x="25234" y="23050"/>
                  </a:lnTo>
                  <a:lnTo>
                    <a:pt x="25107" y="22910"/>
                  </a:lnTo>
                  <a:lnTo>
                    <a:pt x="25107" y="23050"/>
                  </a:lnTo>
                  <a:lnTo>
                    <a:pt x="24257" y="23037"/>
                  </a:lnTo>
                  <a:lnTo>
                    <a:pt x="21780" y="22796"/>
                  </a:lnTo>
                  <a:lnTo>
                    <a:pt x="21310" y="22796"/>
                  </a:lnTo>
                  <a:lnTo>
                    <a:pt x="21018" y="22669"/>
                  </a:lnTo>
                  <a:lnTo>
                    <a:pt x="20789" y="22669"/>
                  </a:lnTo>
                  <a:lnTo>
                    <a:pt x="20688" y="22796"/>
                  </a:lnTo>
                  <a:lnTo>
                    <a:pt x="18834" y="22796"/>
                  </a:lnTo>
                  <a:lnTo>
                    <a:pt x="18821" y="22542"/>
                  </a:lnTo>
                  <a:lnTo>
                    <a:pt x="18669" y="22669"/>
                  </a:lnTo>
                  <a:lnTo>
                    <a:pt x="18656" y="22796"/>
                  </a:lnTo>
                  <a:lnTo>
                    <a:pt x="18796" y="22796"/>
                  </a:lnTo>
                  <a:lnTo>
                    <a:pt x="18529" y="22936"/>
                  </a:lnTo>
                  <a:lnTo>
                    <a:pt x="18326" y="22923"/>
                  </a:lnTo>
                  <a:lnTo>
                    <a:pt x="18364" y="22796"/>
                  </a:lnTo>
                  <a:lnTo>
                    <a:pt x="17259" y="22796"/>
                  </a:lnTo>
                  <a:lnTo>
                    <a:pt x="16675" y="22542"/>
                  </a:lnTo>
                  <a:lnTo>
                    <a:pt x="15379" y="22542"/>
                  </a:lnTo>
                  <a:lnTo>
                    <a:pt x="15379" y="22796"/>
                  </a:lnTo>
                  <a:lnTo>
                    <a:pt x="11493" y="22796"/>
                  </a:lnTo>
                  <a:lnTo>
                    <a:pt x="15379" y="22796"/>
                  </a:lnTo>
                  <a:lnTo>
                    <a:pt x="15379" y="22542"/>
                  </a:lnTo>
                  <a:lnTo>
                    <a:pt x="15201" y="22542"/>
                  </a:lnTo>
                  <a:lnTo>
                    <a:pt x="15201" y="22415"/>
                  </a:lnTo>
                  <a:lnTo>
                    <a:pt x="14732" y="22415"/>
                  </a:lnTo>
                  <a:lnTo>
                    <a:pt x="14693" y="22542"/>
                  </a:lnTo>
                  <a:lnTo>
                    <a:pt x="14122" y="22542"/>
                  </a:lnTo>
                  <a:lnTo>
                    <a:pt x="13957" y="22415"/>
                  </a:lnTo>
                  <a:lnTo>
                    <a:pt x="13220" y="22415"/>
                  </a:lnTo>
                  <a:lnTo>
                    <a:pt x="13182" y="22542"/>
                  </a:lnTo>
                  <a:lnTo>
                    <a:pt x="13055" y="22542"/>
                  </a:lnTo>
                  <a:lnTo>
                    <a:pt x="13055" y="22415"/>
                  </a:lnTo>
                  <a:lnTo>
                    <a:pt x="12344" y="22415"/>
                  </a:lnTo>
                  <a:lnTo>
                    <a:pt x="12255" y="22034"/>
                  </a:lnTo>
                  <a:lnTo>
                    <a:pt x="12395" y="21907"/>
                  </a:lnTo>
                  <a:lnTo>
                    <a:pt x="12357" y="22288"/>
                  </a:lnTo>
                  <a:lnTo>
                    <a:pt x="12687" y="22288"/>
                  </a:lnTo>
                  <a:lnTo>
                    <a:pt x="13055" y="22288"/>
                  </a:lnTo>
                  <a:lnTo>
                    <a:pt x="13081" y="20891"/>
                  </a:lnTo>
                  <a:lnTo>
                    <a:pt x="13195" y="19748"/>
                  </a:lnTo>
                  <a:lnTo>
                    <a:pt x="13335" y="19748"/>
                  </a:lnTo>
                  <a:lnTo>
                    <a:pt x="13335" y="19621"/>
                  </a:lnTo>
                  <a:lnTo>
                    <a:pt x="13335" y="19494"/>
                  </a:lnTo>
                  <a:lnTo>
                    <a:pt x="13449" y="19621"/>
                  </a:lnTo>
                  <a:lnTo>
                    <a:pt x="13639" y="19494"/>
                  </a:lnTo>
                  <a:lnTo>
                    <a:pt x="13728" y="18478"/>
                  </a:lnTo>
                  <a:lnTo>
                    <a:pt x="13601" y="18605"/>
                  </a:lnTo>
                  <a:lnTo>
                    <a:pt x="13398" y="18707"/>
                  </a:lnTo>
                  <a:lnTo>
                    <a:pt x="13398" y="19367"/>
                  </a:lnTo>
                  <a:lnTo>
                    <a:pt x="13284" y="19240"/>
                  </a:lnTo>
                  <a:lnTo>
                    <a:pt x="13296" y="18973"/>
                  </a:lnTo>
                  <a:lnTo>
                    <a:pt x="13398" y="19367"/>
                  </a:lnTo>
                  <a:lnTo>
                    <a:pt x="13398" y="18707"/>
                  </a:lnTo>
                  <a:lnTo>
                    <a:pt x="13360" y="18961"/>
                  </a:lnTo>
                  <a:lnTo>
                    <a:pt x="13309" y="18732"/>
                  </a:lnTo>
                  <a:lnTo>
                    <a:pt x="13208" y="19621"/>
                  </a:lnTo>
                  <a:lnTo>
                    <a:pt x="13068" y="19494"/>
                  </a:lnTo>
                  <a:lnTo>
                    <a:pt x="13030" y="19367"/>
                  </a:lnTo>
                  <a:lnTo>
                    <a:pt x="13169" y="19367"/>
                  </a:lnTo>
                  <a:lnTo>
                    <a:pt x="13208" y="19621"/>
                  </a:lnTo>
                  <a:lnTo>
                    <a:pt x="13208" y="18732"/>
                  </a:lnTo>
                  <a:lnTo>
                    <a:pt x="12915" y="18732"/>
                  </a:lnTo>
                  <a:lnTo>
                    <a:pt x="13042" y="18859"/>
                  </a:lnTo>
                  <a:lnTo>
                    <a:pt x="13068" y="19240"/>
                  </a:lnTo>
                  <a:lnTo>
                    <a:pt x="13004" y="19113"/>
                  </a:lnTo>
                  <a:lnTo>
                    <a:pt x="12852" y="19113"/>
                  </a:lnTo>
                  <a:lnTo>
                    <a:pt x="13030" y="18986"/>
                  </a:lnTo>
                  <a:lnTo>
                    <a:pt x="12890" y="18986"/>
                  </a:lnTo>
                  <a:lnTo>
                    <a:pt x="12890" y="18732"/>
                  </a:lnTo>
                  <a:lnTo>
                    <a:pt x="12890" y="18478"/>
                  </a:lnTo>
                  <a:lnTo>
                    <a:pt x="12890" y="18224"/>
                  </a:lnTo>
                  <a:lnTo>
                    <a:pt x="12915" y="18478"/>
                  </a:lnTo>
                  <a:lnTo>
                    <a:pt x="13220" y="18224"/>
                  </a:lnTo>
                  <a:lnTo>
                    <a:pt x="13500" y="18478"/>
                  </a:lnTo>
                  <a:lnTo>
                    <a:pt x="13385" y="18224"/>
                  </a:lnTo>
                  <a:lnTo>
                    <a:pt x="13398" y="18097"/>
                  </a:lnTo>
                  <a:lnTo>
                    <a:pt x="13436" y="17843"/>
                  </a:lnTo>
                  <a:lnTo>
                    <a:pt x="13474" y="18097"/>
                  </a:lnTo>
                  <a:lnTo>
                    <a:pt x="13716" y="18224"/>
                  </a:lnTo>
                  <a:lnTo>
                    <a:pt x="13716" y="17843"/>
                  </a:lnTo>
                  <a:lnTo>
                    <a:pt x="14224" y="17589"/>
                  </a:lnTo>
                  <a:lnTo>
                    <a:pt x="14338" y="17462"/>
                  </a:lnTo>
                  <a:lnTo>
                    <a:pt x="14452" y="17335"/>
                  </a:lnTo>
                  <a:lnTo>
                    <a:pt x="14579" y="17208"/>
                  </a:lnTo>
                  <a:lnTo>
                    <a:pt x="14706" y="17081"/>
                  </a:lnTo>
                  <a:lnTo>
                    <a:pt x="14744" y="20637"/>
                  </a:lnTo>
                  <a:lnTo>
                    <a:pt x="14617" y="18859"/>
                  </a:lnTo>
                  <a:lnTo>
                    <a:pt x="14617" y="18732"/>
                  </a:lnTo>
                  <a:lnTo>
                    <a:pt x="14351" y="18732"/>
                  </a:lnTo>
                  <a:lnTo>
                    <a:pt x="14401" y="19494"/>
                  </a:lnTo>
                  <a:lnTo>
                    <a:pt x="14516" y="21399"/>
                  </a:lnTo>
                  <a:lnTo>
                    <a:pt x="15100" y="21399"/>
                  </a:lnTo>
                  <a:lnTo>
                    <a:pt x="15113" y="20637"/>
                  </a:lnTo>
                  <a:lnTo>
                    <a:pt x="15227" y="17208"/>
                  </a:lnTo>
                  <a:lnTo>
                    <a:pt x="15430" y="17208"/>
                  </a:lnTo>
                  <a:lnTo>
                    <a:pt x="15532" y="17335"/>
                  </a:lnTo>
                  <a:lnTo>
                    <a:pt x="15862" y="17335"/>
                  </a:lnTo>
                  <a:lnTo>
                    <a:pt x="15824" y="17970"/>
                  </a:lnTo>
                  <a:lnTo>
                    <a:pt x="16002" y="17843"/>
                  </a:lnTo>
                  <a:lnTo>
                    <a:pt x="16103" y="17335"/>
                  </a:lnTo>
                  <a:lnTo>
                    <a:pt x="16865" y="17335"/>
                  </a:lnTo>
                  <a:lnTo>
                    <a:pt x="16827" y="17208"/>
                  </a:lnTo>
                  <a:lnTo>
                    <a:pt x="16738" y="16827"/>
                  </a:lnTo>
                  <a:lnTo>
                    <a:pt x="16649" y="17081"/>
                  </a:lnTo>
                  <a:lnTo>
                    <a:pt x="16586" y="16954"/>
                  </a:lnTo>
                  <a:lnTo>
                    <a:pt x="16535" y="16827"/>
                  </a:lnTo>
                  <a:lnTo>
                    <a:pt x="16484" y="16700"/>
                  </a:lnTo>
                  <a:lnTo>
                    <a:pt x="16319" y="16700"/>
                  </a:lnTo>
                  <a:lnTo>
                    <a:pt x="16230" y="16192"/>
                  </a:lnTo>
                  <a:lnTo>
                    <a:pt x="16179" y="16065"/>
                  </a:lnTo>
                  <a:lnTo>
                    <a:pt x="16090" y="15811"/>
                  </a:lnTo>
                  <a:lnTo>
                    <a:pt x="16014" y="15684"/>
                  </a:lnTo>
                  <a:lnTo>
                    <a:pt x="15951" y="15557"/>
                  </a:lnTo>
                  <a:lnTo>
                    <a:pt x="15913" y="16827"/>
                  </a:lnTo>
                  <a:lnTo>
                    <a:pt x="15798" y="16573"/>
                  </a:lnTo>
                  <a:lnTo>
                    <a:pt x="15697" y="16700"/>
                  </a:lnTo>
                  <a:lnTo>
                    <a:pt x="15659" y="16954"/>
                  </a:lnTo>
                  <a:lnTo>
                    <a:pt x="15519" y="16827"/>
                  </a:lnTo>
                  <a:lnTo>
                    <a:pt x="15405" y="16700"/>
                  </a:lnTo>
                  <a:lnTo>
                    <a:pt x="15214" y="16573"/>
                  </a:lnTo>
                  <a:lnTo>
                    <a:pt x="14871" y="16446"/>
                  </a:lnTo>
                  <a:lnTo>
                    <a:pt x="14732" y="16319"/>
                  </a:lnTo>
                  <a:lnTo>
                    <a:pt x="14706" y="16065"/>
                  </a:lnTo>
                  <a:lnTo>
                    <a:pt x="15392" y="16065"/>
                  </a:lnTo>
                  <a:lnTo>
                    <a:pt x="15455" y="16192"/>
                  </a:lnTo>
                  <a:lnTo>
                    <a:pt x="15519" y="16319"/>
                  </a:lnTo>
                  <a:lnTo>
                    <a:pt x="15621" y="16446"/>
                  </a:lnTo>
                  <a:lnTo>
                    <a:pt x="15595" y="16065"/>
                  </a:lnTo>
                  <a:lnTo>
                    <a:pt x="15506" y="15811"/>
                  </a:lnTo>
                  <a:lnTo>
                    <a:pt x="14922" y="15684"/>
                  </a:lnTo>
                  <a:lnTo>
                    <a:pt x="14617" y="15430"/>
                  </a:lnTo>
                  <a:lnTo>
                    <a:pt x="14452" y="15430"/>
                  </a:lnTo>
                  <a:lnTo>
                    <a:pt x="14363" y="15303"/>
                  </a:lnTo>
                  <a:lnTo>
                    <a:pt x="14300" y="14922"/>
                  </a:lnTo>
                  <a:lnTo>
                    <a:pt x="14503" y="14795"/>
                  </a:lnTo>
                  <a:lnTo>
                    <a:pt x="14566" y="14922"/>
                  </a:lnTo>
                  <a:lnTo>
                    <a:pt x="14782" y="14922"/>
                  </a:lnTo>
                  <a:lnTo>
                    <a:pt x="15138" y="15049"/>
                  </a:lnTo>
                  <a:lnTo>
                    <a:pt x="15240" y="14922"/>
                  </a:lnTo>
                  <a:lnTo>
                    <a:pt x="15303" y="15176"/>
                  </a:lnTo>
                  <a:lnTo>
                    <a:pt x="15455" y="15303"/>
                  </a:lnTo>
                  <a:lnTo>
                    <a:pt x="15519" y="15430"/>
                  </a:lnTo>
                  <a:lnTo>
                    <a:pt x="15582" y="15557"/>
                  </a:lnTo>
                  <a:lnTo>
                    <a:pt x="15684" y="15811"/>
                  </a:lnTo>
                  <a:lnTo>
                    <a:pt x="15811" y="16065"/>
                  </a:lnTo>
                  <a:lnTo>
                    <a:pt x="15913" y="16827"/>
                  </a:lnTo>
                  <a:lnTo>
                    <a:pt x="15913" y="15494"/>
                  </a:lnTo>
                  <a:lnTo>
                    <a:pt x="15760" y="15176"/>
                  </a:lnTo>
                  <a:lnTo>
                    <a:pt x="15709" y="15049"/>
                  </a:lnTo>
                  <a:lnTo>
                    <a:pt x="15621" y="14922"/>
                  </a:lnTo>
                  <a:lnTo>
                    <a:pt x="15544" y="14795"/>
                  </a:lnTo>
                  <a:lnTo>
                    <a:pt x="15278" y="14668"/>
                  </a:lnTo>
                  <a:lnTo>
                    <a:pt x="15163" y="14541"/>
                  </a:lnTo>
                  <a:lnTo>
                    <a:pt x="15062" y="14414"/>
                  </a:lnTo>
                  <a:lnTo>
                    <a:pt x="14833" y="14287"/>
                  </a:lnTo>
                  <a:lnTo>
                    <a:pt x="14401" y="14287"/>
                  </a:lnTo>
                  <a:lnTo>
                    <a:pt x="14262" y="14414"/>
                  </a:lnTo>
                  <a:lnTo>
                    <a:pt x="14097" y="14414"/>
                  </a:lnTo>
                  <a:lnTo>
                    <a:pt x="14020" y="14541"/>
                  </a:lnTo>
                  <a:lnTo>
                    <a:pt x="13957" y="14668"/>
                  </a:lnTo>
                  <a:lnTo>
                    <a:pt x="13804" y="14668"/>
                  </a:lnTo>
                  <a:lnTo>
                    <a:pt x="13652" y="14541"/>
                  </a:lnTo>
                  <a:lnTo>
                    <a:pt x="13589" y="14287"/>
                  </a:lnTo>
                  <a:lnTo>
                    <a:pt x="12661" y="14287"/>
                  </a:lnTo>
                  <a:lnTo>
                    <a:pt x="12661" y="18478"/>
                  </a:lnTo>
                  <a:lnTo>
                    <a:pt x="12636" y="21145"/>
                  </a:lnTo>
                  <a:lnTo>
                    <a:pt x="12522" y="20383"/>
                  </a:lnTo>
                  <a:lnTo>
                    <a:pt x="12496" y="20256"/>
                  </a:lnTo>
                  <a:lnTo>
                    <a:pt x="12484" y="20129"/>
                  </a:lnTo>
                  <a:lnTo>
                    <a:pt x="12344" y="20002"/>
                  </a:lnTo>
                  <a:lnTo>
                    <a:pt x="12280" y="19621"/>
                  </a:lnTo>
                  <a:lnTo>
                    <a:pt x="12242" y="21780"/>
                  </a:lnTo>
                  <a:lnTo>
                    <a:pt x="12242" y="21907"/>
                  </a:lnTo>
                  <a:lnTo>
                    <a:pt x="12115" y="21780"/>
                  </a:lnTo>
                  <a:lnTo>
                    <a:pt x="12242" y="21780"/>
                  </a:lnTo>
                  <a:lnTo>
                    <a:pt x="12242" y="19621"/>
                  </a:lnTo>
                  <a:lnTo>
                    <a:pt x="12128" y="19367"/>
                  </a:lnTo>
                  <a:lnTo>
                    <a:pt x="12128" y="20383"/>
                  </a:lnTo>
                  <a:lnTo>
                    <a:pt x="12090" y="20891"/>
                  </a:lnTo>
                  <a:lnTo>
                    <a:pt x="12065" y="20637"/>
                  </a:lnTo>
                  <a:lnTo>
                    <a:pt x="12014" y="21729"/>
                  </a:lnTo>
                  <a:lnTo>
                    <a:pt x="11887" y="21653"/>
                  </a:lnTo>
                  <a:lnTo>
                    <a:pt x="11772" y="21018"/>
                  </a:lnTo>
                  <a:lnTo>
                    <a:pt x="11912" y="21018"/>
                  </a:lnTo>
                  <a:lnTo>
                    <a:pt x="12014" y="21729"/>
                  </a:lnTo>
                  <a:lnTo>
                    <a:pt x="12014" y="20688"/>
                  </a:lnTo>
                  <a:lnTo>
                    <a:pt x="12065" y="20510"/>
                  </a:lnTo>
                  <a:lnTo>
                    <a:pt x="11823" y="20510"/>
                  </a:lnTo>
                  <a:lnTo>
                    <a:pt x="11976" y="20510"/>
                  </a:lnTo>
                  <a:lnTo>
                    <a:pt x="12128" y="20383"/>
                  </a:lnTo>
                  <a:lnTo>
                    <a:pt x="12128" y="19367"/>
                  </a:lnTo>
                  <a:lnTo>
                    <a:pt x="12103" y="18986"/>
                  </a:lnTo>
                  <a:lnTo>
                    <a:pt x="12090" y="18732"/>
                  </a:lnTo>
                  <a:lnTo>
                    <a:pt x="12217" y="18859"/>
                  </a:lnTo>
                  <a:lnTo>
                    <a:pt x="12331" y="19113"/>
                  </a:lnTo>
                  <a:lnTo>
                    <a:pt x="12471" y="19240"/>
                  </a:lnTo>
                  <a:lnTo>
                    <a:pt x="12573" y="19621"/>
                  </a:lnTo>
                  <a:lnTo>
                    <a:pt x="12636" y="21145"/>
                  </a:lnTo>
                  <a:lnTo>
                    <a:pt x="12636" y="18478"/>
                  </a:lnTo>
                  <a:lnTo>
                    <a:pt x="12433" y="18478"/>
                  </a:lnTo>
                  <a:lnTo>
                    <a:pt x="12534" y="18224"/>
                  </a:lnTo>
                  <a:lnTo>
                    <a:pt x="12598" y="18097"/>
                  </a:lnTo>
                  <a:lnTo>
                    <a:pt x="12661" y="18478"/>
                  </a:lnTo>
                  <a:lnTo>
                    <a:pt x="12661" y="14287"/>
                  </a:lnTo>
                  <a:lnTo>
                    <a:pt x="11887" y="14287"/>
                  </a:lnTo>
                  <a:lnTo>
                    <a:pt x="11887" y="18224"/>
                  </a:lnTo>
                  <a:lnTo>
                    <a:pt x="11620" y="18224"/>
                  </a:lnTo>
                  <a:lnTo>
                    <a:pt x="11595" y="18097"/>
                  </a:lnTo>
                  <a:lnTo>
                    <a:pt x="11544" y="17843"/>
                  </a:lnTo>
                  <a:lnTo>
                    <a:pt x="11811" y="17843"/>
                  </a:lnTo>
                  <a:lnTo>
                    <a:pt x="11887" y="18224"/>
                  </a:lnTo>
                  <a:lnTo>
                    <a:pt x="11887" y="14287"/>
                  </a:lnTo>
                  <a:lnTo>
                    <a:pt x="9131" y="14287"/>
                  </a:lnTo>
                  <a:lnTo>
                    <a:pt x="9131" y="18224"/>
                  </a:lnTo>
                  <a:lnTo>
                    <a:pt x="8953" y="18364"/>
                  </a:lnTo>
                  <a:lnTo>
                    <a:pt x="8890" y="18224"/>
                  </a:lnTo>
                  <a:lnTo>
                    <a:pt x="8140" y="18224"/>
                  </a:lnTo>
                  <a:lnTo>
                    <a:pt x="8369" y="18097"/>
                  </a:lnTo>
                  <a:lnTo>
                    <a:pt x="8826" y="18097"/>
                  </a:lnTo>
                  <a:lnTo>
                    <a:pt x="8890" y="18224"/>
                  </a:lnTo>
                  <a:lnTo>
                    <a:pt x="9131" y="18224"/>
                  </a:lnTo>
                  <a:lnTo>
                    <a:pt x="9131" y="14287"/>
                  </a:lnTo>
                  <a:lnTo>
                    <a:pt x="9080" y="14795"/>
                  </a:lnTo>
                  <a:lnTo>
                    <a:pt x="8953" y="14922"/>
                  </a:lnTo>
                  <a:lnTo>
                    <a:pt x="8826" y="15303"/>
                  </a:lnTo>
                  <a:lnTo>
                    <a:pt x="8597" y="15430"/>
                  </a:lnTo>
                  <a:lnTo>
                    <a:pt x="8026" y="15557"/>
                  </a:lnTo>
                  <a:lnTo>
                    <a:pt x="8064" y="15684"/>
                  </a:lnTo>
                  <a:lnTo>
                    <a:pt x="8166" y="16065"/>
                  </a:lnTo>
                  <a:lnTo>
                    <a:pt x="8280" y="16446"/>
                  </a:lnTo>
                  <a:lnTo>
                    <a:pt x="8394" y="16827"/>
                  </a:lnTo>
                  <a:lnTo>
                    <a:pt x="8521" y="17843"/>
                  </a:lnTo>
                  <a:lnTo>
                    <a:pt x="8293" y="17843"/>
                  </a:lnTo>
                  <a:lnTo>
                    <a:pt x="7797" y="17970"/>
                  </a:lnTo>
                  <a:lnTo>
                    <a:pt x="7035" y="18224"/>
                  </a:lnTo>
                  <a:lnTo>
                    <a:pt x="7035" y="19113"/>
                  </a:lnTo>
                  <a:lnTo>
                    <a:pt x="7620" y="19113"/>
                  </a:lnTo>
                  <a:lnTo>
                    <a:pt x="7620" y="18973"/>
                  </a:lnTo>
                  <a:lnTo>
                    <a:pt x="7785" y="18859"/>
                  </a:lnTo>
                  <a:lnTo>
                    <a:pt x="7620" y="18859"/>
                  </a:lnTo>
                  <a:lnTo>
                    <a:pt x="7645" y="18478"/>
                  </a:lnTo>
                  <a:lnTo>
                    <a:pt x="8801" y="18478"/>
                  </a:lnTo>
                  <a:lnTo>
                    <a:pt x="8636" y="18605"/>
                  </a:lnTo>
                  <a:lnTo>
                    <a:pt x="8661" y="18986"/>
                  </a:lnTo>
                  <a:lnTo>
                    <a:pt x="8521" y="18859"/>
                  </a:lnTo>
                  <a:lnTo>
                    <a:pt x="8470" y="18732"/>
                  </a:lnTo>
                  <a:lnTo>
                    <a:pt x="8331" y="18732"/>
                  </a:lnTo>
                  <a:lnTo>
                    <a:pt x="8331" y="19583"/>
                  </a:lnTo>
                  <a:lnTo>
                    <a:pt x="8242" y="19367"/>
                  </a:lnTo>
                  <a:lnTo>
                    <a:pt x="8331" y="19583"/>
                  </a:lnTo>
                  <a:lnTo>
                    <a:pt x="8331" y="18732"/>
                  </a:lnTo>
                  <a:lnTo>
                    <a:pt x="8166" y="19113"/>
                  </a:lnTo>
                  <a:lnTo>
                    <a:pt x="8051" y="19367"/>
                  </a:lnTo>
                  <a:lnTo>
                    <a:pt x="7950" y="19621"/>
                  </a:lnTo>
                  <a:lnTo>
                    <a:pt x="8343" y="19621"/>
                  </a:lnTo>
                  <a:lnTo>
                    <a:pt x="8382" y="20002"/>
                  </a:lnTo>
                  <a:lnTo>
                    <a:pt x="8483" y="20637"/>
                  </a:lnTo>
                  <a:lnTo>
                    <a:pt x="8572" y="22161"/>
                  </a:lnTo>
                  <a:lnTo>
                    <a:pt x="8636" y="22288"/>
                  </a:lnTo>
                  <a:lnTo>
                    <a:pt x="8712" y="22415"/>
                  </a:lnTo>
                  <a:lnTo>
                    <a:pt x="8788" y="22542"/>
                  </a:lnTo>
                  <a:lnTo>
                    <a:pt x="8864" y="23304"/>
                  </a:lnTo>
                  <a:lnTo>
                    <a:pt x="8369" y="23558"/>
                  </a:lnTo>
                  <a:lnTo>
                    <a:pt x="8407" y="23685"/>
                  </a:lnTo>
                  <a:lnTo>
                    <a:pt x="8496" y="23939"/>
                  </a:lnTo>
                  <a:lnTo>
                    <a:pt x="8585" y="24193"/>
                  </a:lnTo>
                  <a:lnTo>
                    <a:pt x="8674" y="24447"/>
                  </a:lnTo>
                  <a:lnTo>
                    <a:pt x="9131" y="24447"/>
                  </a:lnTo>
                  <a:lnTo>
                    <a:pt x="9029" y="23812"/>
                  </a:lnTo>
                  <a:lnTo>
                    <a:pt x="9385" y="23812"/>
                  </a:lnTo>
                  <a:lnTo>
                    <a:pt x="10071" y="23685"/>
                  </a:lnTo>
                  <a:lnTo>
                    <a:pt x="10363" y="23558"/>
                  </a:lnTo>
                  <a:lnTo>
                    <a:pt x="11074" y="23558"/>
                  </a:lnTo>
                  <a:lnTo>
                    <a:pt x="12293" y="23431"/>
                  </a:lnTo>
                  <a:lnTo>
                    <a:pt x="12484" y="23304"/>
                  </a:lnTo>
                  <a:lnTo>
                    <a:pt x="12611" y="23304"/>
                  </a:lnTo>
                  <a:lnTo>
                    <a:pt x="12636" y="23177"/>
                  </a:lnTo>
                  <a:lnTo>
                    <a:pt x="12877" y="23304"/>
                  </a:lnTo>
                  <a:lnTo>
                    <a:pt x="12915" y="23177"/>
                  </a:lnTo>
                  <a:lnTo>
                    <a:pt x="13258" y="23177"/>
                  </a:lnTo>
                  <a:lnTo>
                    <a:pt x="13220" y="23304"/>
                  </a:lnTo>
                  <a:lnTo>
                    <a:pt x="13004" y="23431"/>
                  </a:lnTo>
                  <a:lnTo>
                    <a:pt x="13512" y="23431"/>
                  </a:lnTo>
                  <a:lnTo>
                    <a:pt x="13652" y="23304"/>
                  </a:lnTo>
                  <a:lnTo>
                    <a:pt x="13614" y="23558"/>
                  </a:lnTo>
                  <a:lnTo>
                    <a:pt x="14008" y="23304"/>
                  </a:lnTo>
                  <a:lnTo>
                    <a:pt x="14071" y="23177"/>
                  </a:lnTo>
                  <a:lnTo>
                    <a:pt x="14198" y="23177"/>
                  </a:lnTo>
                  <a:lnTo>
                    <a:pt x="14185" y="23304"/>
                  </a:lnTo>
                  <a:lnTo>
                    <a:pt x="14376" y="23177"/>
                  </a:lnTo>
                  <a:lnTo>
                    <a:pt x="14998" y="23177"/>
                  </a:lnTo>
                  <a:lnTo>
                    <a:pt x="15087" y="23177"/>
                  </a:lnTo>
                  <a:lnTo>
                    <a:pt x="26022" y="23177"/>
                  </a:lnTo>
                  <a:lnTo>
                    <a:pt x="26162" y="23177"/>
                  </a:lnTo>
                  <a:lnTo>
                    <a:pt x="32258" y="23177"/>
                  </a:lnTo>
                  <a:close/>
                </a:path>
                <a:path w="35560" h="30480">
                  <a:moveTo>
                    <a:pt x="34683" y="3949"/>
                  </a:moveTo>
                  <a:lnTo>
                    <a:pt x="34518" y="3924"/>
                  </a:lnTo>
                  <a:lnTo>
                    <a:pt x="34683" y="3949"/>
                  </a:lnTo>
                  <a:close/>
                </a:path>
                <a:path w="35560" h="30480">
                  <a:moveTo>
                    <a:pt x="35166" y="3086"/>
                  </a:moveTo>
                  <a:lnTo>
                    <a:pt x="26492" y="2362"/>
                  </a:lnTo>
                  <a:lnTo>
                    <a:pt x="26327" y="3086"/>
                  </a:lnTo>
                  <a:lnTo>
                    <a:pt x="31330" y="3086"/>
                  </a:lnTo>
                  <a:lnTo>
                    <a:pt x="31851" y="3365"/>
                  </a:lnTo>
                  <a:lnTo>
                    <a:pt x="32181" y="3365"/>
                  </a:lnTo>
                  <a:lnTo>
                    <a:pt x="32105" y="3086"/>
                  </a:lnTo>
                  <a:lnTo>
                    <a:pt x="35166" y="3086"/>
                  </a:lnTo>
                  <a:close/>
                </a:path>
                <a:path w="35560" h="30480">
                  <a:moveTo>
                    <a:pt x="35331" y="4203"/>
                  </a:moveTo>
                  <a:lnTo>
                    <a:pt x="35140" y="4064"/>
                  </a:lnTo>
                  <a:lnTo>
                    <a:pt x="34950" y="4178"/>
                  </a:lnTo>
                  <a:lnTo>
                    <a:pt x="35331" y="42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0" name="object 170"/>
            <p:cNvSpPr/>
            <p:nvPr/>
          </p:nvSpPr>
          <p:spPr>
            <a:xfrm>
              <a:off x="4087165" y="1191208"/>
              <a:ext cx="36830" cy="19685"/>
            </a:xfrm>
            <a:custGeom>
              <a:avLst/>
              <a:gdLst/>
              <a:ahLst/>
              <a:cxnLst/>
              <a:rect l="l" t="t" r="r" b="b"/>
              <a:pathLst>
                <a:path w="36829" h="19684">
                  <a:moveTo>
                    <a:pt x="127" y="0"/>
                  </a:moveTo>
                  <a:lnTo>
                    <a:pt x="0" y="0"/>
                  </a:lnTo>
                  <a:lnTo>
                    <a:pt x="127" y="0"/>
                  </a:lnTo>
                  <a:close/>
                </a:path>
                <a:path w="36829" h="19684">
                  <a:moveTo>
                    <a:pt x="355" y="5588"/>
                  </a:moveTo>
                  <a:lnTo>
                    <a:pt x="165" y="5524"/>
                  </a:lnTo>
                  <a:lnTo>
                    <a:pt x="165" y="5715"/>
                  </a:lnTo>
                  <a:lnTo>
                    <a:pt x="355" y="5588"/>
                  </a:lnTo>
                  <a:close/>
                </a:path>
                <a:path w="36829" h="19684">
                  <a:moveTo>
                    <a:pt x="4699" y="6845"/>
                  </a:moveTo>
                  <a:lnTo>
                    <a:pt x="4406" y="6718"/>
                  </a:lnTo>
                  <a:lnTo>
                    <a:pt x="3860" y="6794"/>
                  </a:lnTo>
                  <a:lnTo>
                    <a:pt x="3683" y="6985"/>
                  </a:lnTo>
                  <a:lnTo>
                    <a:pt x="3886" y="6921"/>
                  </a:lnTo>
                  <a:lnTo>
                    <a:pt x="4254" y="6756"/>
                  </a:lnTo>
                  <a:lnTo>
                    <a:pt x="4699" y="6845"/>
                  </a:lnTo>
                  <a:close/>
                </a:path>
                <a:path w="36829" h="19684">
                  <a:moveTo>
                    <a:pt x="5816" y="10172"/>
                  </a:moveTo>
                  <a:lnTo>
                    <a:pt x="5562" y="10553"/>
                  </a:lnTo>
                  <a:lnTo>
                    <a:pt x="5778" y="10566"/>
                  </a:lnTo>
                  <a:lnTo>
                    <a:pt x="5791" y="10299"/>
                  </a:lnTo>
                  <a:lnTo>
                    <a:pt x="5816" y="10172"/>
                  </a:lnTo>
                  <a:close/>
                </a:path>
                <a:path w="36829" h="19684">
                  <a:moveTo>
                    <a:pt x="11811" y="15163"/>
                  </a:moveTo>
                  <a:lnTo>
                    <a:pt x="11785" y="15290"/>
                  </a:lnTo>
                  <a:lnTo>
                    <a:pt x="11811" y="15163"/>
                  </a:lnTo>
                  <a:close/>
                </a:path>
                <a:path w="36829" h="19684">
                  <a:moveTo>
                    <a:pt x="12649" y="15773"/>
                  </a:moveTo>
                  <a:close/>
                </a:path>
                <a:path w="36829" h="19684">
                  <a:moveTo>
                    <a:pt x="13817" y="18262"/>
                  </a:moveTo>
                  <a:lnTo>
                    <a:pt x="13804" y="18122"/>
                  </a:lnTo>
                  <a:lnTo>
                    <a:pt x="13677" y="18224"/>
                  </a:lnTo>
                  <a:lnTo>
                    <a:pt x="13817" y="18262"/>
                  </a:lnTo>
                  <a:close/>
                </a:path>
                <a:path w="36829" h="19684">
                  <a:moveTo>
                    <a:pt x="13931" y="18211"/>
                  </a:moveTo>
                  <a:close/>
                </a:path>
                <a:path w="36829" h="19684">
                  <a:moveTo>
                    <a:pt x="16891" y="4673"/>
                  </a:moveTo>
                  <a:lnTo>
                    <a:pt x="16751" y="4610"/>
                  </a:lnTo>
                  <a:lnTo>
                    <a:pt x="16751" y="4800"/>
                  </a:lnTo>
                  <a:lnTo>
                    <a:pt x="16891" y="4673"/>
                  </a:lnTo>
                  <a:close/>
                </a:path>
                <a:path w="36829" h="19684">
                  <a:moveTo>
                    <a:pt x="17081" y="2286"/>
                  </a:moveTo>
                  <a:lnTo>
                    <a:pt x="17043" y="2476"/>
                  </a:lnTo>
                  <a:lnTo>
                    <a:pt x="17081" y="2286"/>
                  </a:lnTo>
                  <a:close/>
                </a:path>
                <a:path w="36829" h="19684">
                  <a:moveTo>
                    <a:pt x="17081" y="2197"/>
                  </a:moveTo>
                  <a:close/>
                </a:path>
                <a:path w="36829" h="19684">
                  <a:moveTo>
                    <a:pt x="18923" y="2438"/>
                  </a:moveTo>
                  <a:lnTo>
                    <a:pt x="18757" y="2463"/>
                  </a:lnTo>
                  <a:lnTo>
                    <a:pt x="18745" y="2286"/>
                  </a:lnTo>
                  <a:lnTo>
                    <a:pt x="18618" y="2286"/>
                  </a:lnTo>
                  <a:lnTo>
                    <a:pt x="18542" y="2578"/>
                  </a:lnTo>
                  <a:lnTo>
                    <a:pt x="18618" y="3086"/>
                  </a:lnTo>
                  <a:lnTo>
                    <a:pt x="18503" y="3467"/>
                  </a:lnTo>
                  <a:lnTo>
                    <a:pt x="18910" y="3086"/>
                  </a:lnTo>
                  <a:lnTo>
                    <a:pt x="18808" y="2895"/>
                  </a:lnTo>
                  <a:lnTo>
                    <a:pt x="18923" y="2438"/>
                  </a:lnTo>
                  <a:close/>
                </a:path>
                <a:path w="36829" h="19684">
                  <a:moveTo>
                    <a:pt x="19062" y="2413"/>
                  </a:moveTo>
                  <a:lnTo>
                    <a:pt x="18923" y="2438"/>
                  </a:lnTo>
                  <a:lnTo>
                    <a:pt x="19062" y="2413"/>
                  </a:lnTo>
                  <a:close/>
                </a:path>
                <a:path w="36829" h="19684">
                  <a:moveTo>
                    <a:pt x="19151" y="3352"/>
                  </a:moveTo>
                  <a:lnTo>
                    <a:pt x="19024" y="3340"/>
                  </a:lnTo>
                  <a:lnTo>
                    <a:pt x="18986" y="3644"/>
                  </a:lnTo>
                  <a:lnTo>
                    <a:pt x="19151" y="3352"/>
                  </a:lnTo>
                  <a:close/>
                </a:path>
                <a:path w="36829" h="19684">
                  <a:moveTo>
                    <a:pt x="19342" y="11087"/>
                  </a:moveTo>
                  <a:close/>
                </a:path>
                <a:path w="36829" h="19684">
                  <a:moveTo>
                    <a:pt x="19900" y="16497"/>
                  </a:moveTo>
                  <a:lnTo>
                    <a:pt x="19799" y="15494"/>
                  </a:lnTo>
                  <a:lnTo>
                    <a:pt x="19786" y="15100"/>
                  </a:lnTo>
                  <a:lnTo>
                    <a:pt x="19685" y="14706"/>
                  </a:lnTo>
                  <a:lnTo>
                    <a:pt x="19431" y="13957"/>
                  </a:lnTo>
                  <a:lnTo>
                    <a:pt x="19215" y="13830"/>
                  </a:lnTo>
                  <a:lnTo>
                    <a:pt x="19481" y="14312"/>
                  </a:lnTo>
                  <a:lnTo>
                    <a:pt x="19723" y="14986"/>
                  </a:lnTo>
                  <a:lnTo>
                    <a:pt x="19786" y="15773"/>
                  </a:lnTo>
                  <a:lnTo>
                    <a:pt x="19799" y="16217"/>
                  </a:lnTo>
                  <a:lnTo>
                    <a:pt x="19799" y="17018"/>
                  </a:lnTo>
                  <a:lnTo>
                    <a:pt x="19900" y="16497"/>
                  </a:lnTo>
                  <a:close/>
                </a:path>
                <a:path w="36829" h="19684">
                  <a:moveTo>
                    <a:pt x="20002" y="4826"/>
                  </a:moveTo>
                  <a:lnTo>
                    <a:pt x="19812" y="4724"/>
                  </a:lnTo>
                  <a:lnTo>
                    <a:pt x="19659" y="4902"/>
                  </a:lnTo>
                  <a:lnTo>
                    <a:pt x="19735" y="5105"/>
                  </a:lnTo>
                  <a:lnTo>
                    <a:pt x="20002" y="4826"/>
                  </a:lnTo>
                  <a:close/>
                </a:path>
                <a:path w="36829" h="19684">
                  <a:moveTo>
                    <a:pt x="20497" y="3733"/>
                  </a:moveTo>
                  <a:lnTo>
                    <a:pt x="20358" y="3708"/>
                  </a:lnTo>
                  <a:lnTo>
                    <a:pt x="20497" y="3733"/>
                  </a:lnTo>
                  <a:close/>
                </a:path>
                <a:path w="36829" h="19684">
                  <a:moveTo>
                    <a:pt x="20510" y="4000"/>
                  </a:moveTo>
                  <a:close/>
                </a:path>
                <a:path w="36829" h="19684">
                  <a:moveTo>
                    <a:pt x="22275" y="16891"/>
                  </a:moveTo>
                  <a:lnTo>
                    <a:pt x="22148" y="16891"/>
                  </a:lnTo>
                  <a:lnTo>
                    <a:pt x="22174" y="17157"/>
                  </a:lnTo>
                  <a:lnTo>
                    <a:pt x="22275" y="16891"/>
                  </a:lnTo>
                  <a:close/>
                </a:path>
                <a:path w="36829" h="19684">
                  <a:moveTo>
                    <a:pt x="22618" y="10744"/>
                  </a:moveTo>
                  <a:close/>
                </a:path>
                <a:path w="36829" h="19684">
                  <a:moveTo>
                    <a:pt x="23012" y="1257"/>
                  </a:moveTo>
                  <a:lnTo>
                    <a:pt x="22440" y="1257"/>
                  </a:lnTo>
                  <a:lnTo>
                    <a:pt x="22174" y="1930"/>
                  </a:lnTo>
                  <a:lnTo>
                    <a:pt x="23012" y="1257"/>
                  </a:lnTo>
                  <a:close/>
                </a:path>
                <a:path w="36829" h="19684">
                  <a:moveTo>
                    <a:pt x="23456" y="16649"/>
                  </a:moveTo>
                  <a:lnTo>
                    <a:pt x="23050" y="16687"/>
                  </a:lnTo>
                  <a:lnTo>
                    <a:pt x="23037" y="17564"/>
                  </a:lnTo>
                  <a:lnTo>
                    <a:pt x="23317" y="17907"/>
                  </a:lnTo>
                  <a:lnTo>
                    <a:pt x="23126" y="17564"/>
                  </a:lnTo>
                  <a:lnTo>
                    <a:pt x="23126" y="17170"/>
                  </a:lnTo>
                  <a:lnTo>
                    <a:pt x="23317" y="16852"/>
                  </a:lnTo>
                  <a:lnTo>
                    <a:pt x="23456" y="16649"/>
                  </a:lnTo>
                  <a:close/>
                </a:path>
                <a:path w="36829" h="19684">
                  <a:moveTo>
                    <a:pt x="23571" y="3340"/>
                  </a:moveTo>
                  <a:lnTo>
                    <a:pt x="23469" y="3606"/>
                  </a:lnTo>
                  <a:lnTo>
                    <a:pt x="23571" y="3340"/>
                  </a:lnTo>
                  <a:close/>
                </a:path>
                <a:path w="36829" h="19684">
                  <a:moveTo>
                    <a:pt x="23698" y="6692"/>
                  </a:moveTo>
                  <a:close/>
                </a:path>
                <a:path w="36829" h="19684">
                  <a:moveTo>
                    <a:pt x="24117" y="13792"/>
                  </a:moveTo>
                  <a:lnTo>
                    <a:pt x="24053" y="14452"/>
                  </a:lnTo>
                  <a:lnTo>
                    <a:pt x="23901" y="15214"/>
                  </a:lnTo>
                  <a:lnTo>
                    <a:pt x="23926" y="15760"/>
                  </a:lnTo>
                  <a:lnTo>
                    <a:pt x="23990" y="15087"/>
                  </a:lnTo>
                  <a:lnTo>
                    <a:pt x="24079" y="14439"/>
                  </a:lnTo>
                  <a:lnTo>
                    <a:pt x="24117" y="13792"/>
                  </a:lnTo>
                  <a:close/>
                </a:path>
                <a:path w="36829" h="19684">
                  <a:moveTo>
                    <a:pt x="24371" y="4254"/>
                  </a:moveTo>
                  <a:lnTo>
                    <a:pt x="24333" y="4051"/>
                  </a:lnTo>
                  <a:lnTo>
                    <a:pt x="24320" y="4254"/>
                  </a:lnTo>
                  <a:close/>
                </a:path>
                <a:path w="36829" h="19684">
                  <a:moveTo>
                    <a:pt x="24549" y="4495"/>
                  </a:moveTo>
                  <a:lnTo>
                    <a:pt x="24333" y="4787"/>
                  </a:lnTo>
                  <a:lnTo>
                    <a:pt x="24003" y="5080"/>
                  </a:lnTo>
                  <a:lnTo>
                    <a:pt x="23863" y="5384"/>
                  </a:lnTo>
                  <a:lnTo>
                    <a:pt x="24053" y="5080"/>
                  </a:lnTo>
                  <a:lnTo>
                    <a:pt x="24409" y="4762"/>
                  </a:lnTo>
                  <a:lnTo>
                    <a:pt x="24549" y="4495"/>
                  </a:lnTo>
                  <a:close/>
                </a:path>
                <a:path w="36829" h="19684">
                  <a:moveTo>
                    <a:pt x="25615" y="14160"/>
                  </a:moveTo>
                  <a:lnTo>
                    <a:pt x="25476" y="14058"/>
                  </a:lnTo>
                  <a:lnTo>
                    <a:pt x="25603" y="14274"/>
                  </a:lnTo>
                  <a:close/>
                </a:path>
                <a:path w="36829" h="19684">
                  <a:moveTo>
                    <a:pt x="25819" y="18999"/>
                  </a:moveTo>
                  <a:lnTo>
                    <a:pt x="25666" y="18935"/>
                  </a:lnTo>
                  <a:lnTo>
                    <a:pt x="25819" y="18999"/>
                  </a:lnTo>
                  <a:close/>
                </a:path>
                <a:path w="36829" h="19684">
                  <a:moveTo>
                    <a:pt x="26314" y="14490"/>
                  </a:moveTo>
                  <a:lnTo>
                    <a:pt x="26250" y="14363"/>
                  </a:lnTo>
                  <a:lnTo>
                    <a:pt x="26009" y="14427"/>
                  </a:lnTo>
                  <a:lnTo>
                    <a:pt x="25831" y="14325"/>
                  </a:lnTo>
                  <a:lnTo>
                    <a:pt x="25679" y="14325"/>
                  </a:lnTo>
                  <a:lnTo>
                    <a:pt x="25615" y="14503"/>
                  </a:lnTo>
                  <a:lnTo>
                    <a:pt x="25565" y="14693"/>
                  </a:lnTo>
                  <a:lnTo>
                    <a:pt x="25450" y="15036"/>
                  </a:lnTo>
                  <a:lnTo>
                    <a:pt x="25336" y="15163"/>
                  </a:lnTo>
                  <a:lnTo>
                    <a:pt x="25387" y="15392"/>
                  </a:lnTo>
                  <a:lnTo>
                    <a:pt x="25196" y="15481"/>
                  </a:lnTo>
                  <a:lnTo>
                    <a:pt x="25298" y="15659"/>
                  </a:lnTo>
                  <a:lnTo>
                    <a:pt x="25641" y="15328"/>
                  </a:lnTo>
                  <a:lnTo>
                    <a:pt x="25742" y="15113"/>
                  </a:lnTo>
                  <a:lnTo>
                    <a:pt x="25742" y="15240"/>
                  </a:lnTo>
                  <a:lnTo>
                    <a:pt x="25781" y="14871"/>
                  </a:lnTo>
                  <a:lnTo>
                    <a:pt x="25908" y="14871"/>
                  </a:lnTo>
                  <a:lnTo>
                    <a:pt x="26136" y="14465"/>
                  </a:lnTo>
                  <a:lnTo>
                    <a:pt x="26314" y="14490"/>
                  </a:lnTo>
                  <a:close/>
                </a:path>
                <a:path w="36829" h="19684">
                  <a:moveTo>
                    <a:pt x="26339" y="7594"/>
                  </a:moveTo>
                  <a:lnTo>
                    <a:pt x="26276" y="7378"/>
                  </a:lnTo>
                  <a:lnTo>
                    <a:pt x="26073" y="7226"/>
                  </a:lnTo>
                  <a:lnTo>
                    <a:pt x="26136" y="7023"/>
                  </a:lnTo>
                  <a:lnTo>
                    <a:pt x="26047" y="6438"/>
                  </a:lnTo>
                  <a:lnTo>
                    <a:pt x="25806" y="6096"/>
                  </a:lnTo>
                  <a:lnTo>
                    <a:pt x="25806" y="5930"/>
                  </a:lnTo>
                  <a:lnTo>
                    <a:pt x="25781" y="5740"/>
                  </a:lnTo>
                  <a:lnTo>
                    <a:pt x="25641" y="5765"/>
                  </a:lnTo>
                  <a:lnTo>
                    <a:pt x="25603" y="5575"/>
                  </a:lnTo>
                  <a:lnTo>
                    <a:pt x="25831" y="6197"/>
                  </a:lnTo>
                  <a:lnTo>
                    <a:pt x="25933" y="7162"/>
                  </a:lnTo>
                  <a:lnTo>
                    <a:pt x="26339" y="7594"/>
                  </a:lnTo>
                  <a:close/>
                </a:path>
                <a:path w="36829" h="19684">
                  <a:moveTo>
                    <a:pt x="26695" y="5029"/>
                  </a:moveTo>
                  <a:lnTo>
                    <a:pt x="26657" y="4826"/>
                  </a:lnTo>
                  <a:lnTo>
                    <a:pt x="26581" y="5003"/>
                  </a:lnTo>
                  <a:close/>
                </a:path>
                <a:path w="36829" h="19684">
                  <a:moveTo>
                    <a:pt x="26720" y="6210"/>
                  </a:moveTo>
                  <a:close/>
                </a:path>
                <a:path w="36829" h="19684">
                  <a:moveTo>
                    <a:pt x="26822" y="6146"/>
                  </a:moveTo>
                  <a:lnTo>
                    <a:pt x="26784" y="6019"/>
                  </a:lnTo>
                  <a:lnTo>
                    <a:pt x="26682" y="6146"/>
                  </a:lnTo>
                  <a:lnTo>
                    <a:pt x="26822" y="6146"/>
                  </a:lnTo>
                  <a:close/>
                </a:path>
                <a:path w="36829" h="19684">
                  <a:moveTo>
                    <a:pt x="26835" y="12788"/>
                  </a:moveTo>
                  <a:close/>
                </a:path>
                <a:path w="36829" h="19684">
                  <a:moveTo>
                    <a:pt x="26987" y="14770"/>
                  </a:moveTo>
                  <a:lnTo>
                    <a:pt x="26911" y="14897"/>
                  </a:lnTo>
                  <a:lnTo>
                    <a:pt x="26987" y="14770"/>
                  </a:lnTo>
                  <a:close/>
                </a:path>
                <a:path w="36829" h="19684">
                  <a:moveTo>
                    <a:pt x="26987" y="5410"/>
                  </a:moveTo>
                  <a:lnTo>
                    <a:pt x="26924" y="5194"/>
                  </a:lnTo>
                  <a:lnTo>
                    <a:pt x="26784" y="5041"/>
                  </a:lnTo>
                  <a:lnTo>
                    <a:pt x="26797" y="5473"/>
                  </a:lnTo>
                  <a:lnTo>
                    <a:pt x="26987" y="5410"/>
                  </a:lnTo>
                  <a:close/>
                </a:path>
                <a:path w="36829" h="19684">
                  <a:moveTo>
                    <a:pt x="27000" y="18999"/>
                  </a:moveTo>
                  <a:lnTo>
                    <a:pt x="26682" y="18948"/>
                  </a:lnTo>
                  <a:lnTo>
                    <a:pt x="26428" y="18935"/>
                  </a:lnTo>
                  <a:lnTo>
                    <a:pt x="26428" y="19100"/>
                  </a:lnTo>
                  <a:lnTo>
                    <a:pt x="26847" y="19126"/>
                  </a:lnTo>
                  <a:lnTo>
                    <a:pt x="26644" y="19100"/>
                  </a:lnTo>
                  <a:lnTo>
                    <a:pt x="26873" y="19189"/>
                  </a:lnTo>
                  <a:lnTo>
                    <a:pt x="27000" y="18999"/>
                  </a:lnTo>
                  <a:close/>
                </a:path>
                <a:path w="36829" h="19684">
                  <a:moveTo>
                    <a:pt x="27660" y="5880"/>
                  </a:moveTo>
                  <a:lnTo>
                    <a:pt x="27444" y="5880"/>
                  </a:lnTo>
                  <a:lnTo>
                    <a:pt x="27533" y="6172"/>
                  </a:lnTo>
                  <a:lnTo>
                    <a:pt x="27660" y="5880"/>
                  </a:lnTo>
                  <a:close/>
                </a:path>
                <a:path w="36829" h="19684">
                  <a:moveTo>
                    <a:pt x="27711" y="12090"/>
                  </a:moveTo>
                  <a:lnTo>
                    <a:pt x="27546" y="12090"/>
                  </a:lnTo>
                  <a:lnTo>
                    <a:pt x="27355" y="12700"/>
                  </a:lnTo>
                  <a:lnTo>
                    <a:pt x="27051" y="13360"/>
                  </a:lnTo>
                  <a:lnTo>
                    <a:pt x="27051" y="14058"/>
                  </a:lnTo>
                  <a:lnTo>
                    <a:pt x="27139" y="13931"/>
                  </a:lnTo>
                  <a:lnTo>
                    <a:pt x="27355" y="13855"/>
                  </a:lnTo>
                  <a:lnTo>
                    <a:pt x="27495" y="13957"/>
                  </a:lnTo>
                  <a:lnTo>
                    <a:pt x="27393" y="13817"/>
                  </a:lnTo>
                  <a:lnTo>
                    <a:pt x="27444" y="13233"/>
                  </a:lnTo>
                  <a:lnTo>
                    <a:pt x="27597" y="12573"/>
                  </a:lnTo>
                  <a:lnTo>
                    <a:pt x="27711" y="12090"/>
                  </a:lnTo>
                  <a:close/>
                </a:path>
                <a:path w="36829" h="19684">
                  <a:moveTo>
                    <a:pt x="28448" y="4711"/>
                  </a:moveTo>
                  <a:lnTo>
                    <a:pt x="28257" y="4711"/>
                  </a:lnTo>
                  <a:lnTo>
                    <a:pt x="27889" y="5181"/>
                  </a:lnTo>
                  <a:lnTo>
                    <a:pt x="28067" y="5181"/>
                  </a:lnTo>
                  <a:lnTo>
                    <a:pt x="28448" y="4711"/>
                  </a:lnTo>
                  <a:close/>
                </a:path>
                <a:path w="36829" h="19684">
                  <a:moveTo>
                    <a:pt x="28816" y="8902"/>
                  </a:moveTo>
                  <a:lnTo>
                    <a:pt x="28549" y="8915"/>
                  </a:lnTo>
                  <a:lnTo>
                    <a:pt x="28409" y="9080"/>
                  </a:lnTo>
                  <a:lnTo>
                    <a:pt x="28206" y="9144"/>
                  </a:lnTo>
                  <a:lnTo>
                    <a:pt x="28054" y="9042"/>
                  </a:lnTo>
                  <a:lnTo>
                    <a:pt x="28384" y="9474"/>
                  </a:lnTo>
                  <a:lnTo>
                    <a:pt x="28409" y="9271"/>
                  </a:lnTo>
                  <a:lnTo>
                    <a:pt x="28562" y="9029"/>
                  </a:lnTo>
                  <a:lnTo>
                    <a:pt x="28816" y="8902"/>
                  </a:lnTo>
                  <a:close/>
                </a:path>
                <a:path w="36829" h="19684">
                  <a:moveTo>
                    <a:pt x="28905" y="4305"/>
                  </a:moveTo>
                  <a:lnTo>
                    <a:pt x="28638" y="4305"/>
                  </a:lnTo>
                  <a:lnTo>
                    <a:pt x="28511" y="4305"/>
                  </a:lnTo>
                  <a:lnTo>
                    <a:pt x="28371" y="4445"/>
                  </a:lnTo>
                  <a:lnTo>
                    <a:pt x="28727" y="4445"/>
                  </a:lnTo>
                  <a:lnTo>
                    <a:pt x="28905" y="4305"/>
                  </a:lnTo>
                  <a:close/>
                </a:path>
                <a:path w="36829" h="19684">
                  <a:moveTo>
                    <a:pt x="29857" y="6261"/>
                  </a:moveTo>
                  <a:lnTo>
                    <a:pt x="29832" y="5918"/>
                  </a:lnTo>
                  <a:lnTo>
                    <a:pt x="29387" y="6604"/>
                  </a:lnTo>
                  <a:lnTo>
                    <a:pt x="29857" y="6261"/>
                  </a:lnTo>
                  <a:close/>
                </a:path>
                <a:path w="36829" h="19684">
                  <a:moveTo>
                    <a:pt x="30543" y="9677"/>
                  </a:moveTo>
                  <a:lnTo>
                    <a:pt x="30314" y="9652"/>
                  </a:lnTo>
                  <a:lnTo>
                    <a:pt x="30518" y="9753"/>
                  </a:lnTo>
                  <a:close/>
                </a:path>
                <a:path w="36829" h="19684">
                  <a:moveTo>
                    <a:pt x="30632" y="4292"/>
                  </a:moveTo>
                  <a:lnTo>
                    <a:pt x="28740" y="5105"/>
                  </a:lnTo>
                  <a:lnTo>
                    <a:pt x="28625" y="5422"/>
                  </a:lnTo>
                  <a:lnTo>
                    <a:pt x="28511" y="5778"/>
                  </a:lnTo>
                  <a:lnTo>
                    <a:pt x="29387" y="5778"/>
                  </a:lnTo>
                  <a:lnTo>
                    <a:pt x="29184" y="6261"/>
                  </a:lnTo>
                  <a:lnTo>
                    <a:pt x="29337" y="5918"/>
                  </a:lnTo>
                  <a:lnTo>
                    <a:pt x="29832" y="5918"/>
                  </a:lnTo>
                  <a:lnTo>
                    <a:pt x="29806" y="5422"/>
                  </a:lnTo>
                  <a:lnTo>
                    <a:pt x="29540" y="5422"/>
                  </a:lnTo>
                  <a:lnTo>
                    <a:pt x="29552" y="5105"/>
                  </a:lnTo>
                  <a:lnTo>
                    <a:pt x="29781" y="5105"/>
                  </a:lnTo>
                  <a:lnTo>
                    <a:pt x="29806" y="5422"/>
                  </a:lnTo>
                  <a:lnTo>
                    <a:pt x="30035" y="5422"/>
                  </a:lnTo>
                  <a:lnTo>
                    <a:pt x="30073" y="5105"/>
                  </a:lnTo>
                  <a:lnTo>
                    <a:pt x="30556" y="5105"/>
                  </a:lnTo>
                  <a:lnTo>
                    <a:pt x="30632" y="4292"/>
                  </a:lnTo>
                  <a:close/>
                </a:path>
                <a:path w="36829" h="19684">
                  <a:moveTo>
                    <a:pt x="30759" y="3556"/>
                  </a:moveTo>
                  <a:lnTo>
                    <a:pt x="30721" y="3263"/>
                  </a:lnTo>
                  <a:lnTo>
                    <a:pt x="30505" y="3124"/>
                  </a:lnTo>
                  <a:lnTo>
                    <a:pt x="30264" y="3175"/>
                  </a:lnTo>
                  <a:lnTo>
                    <a:pt x="30238" y="3441"/>
                  </a:lnTo>
                  <a:lnTo>
                    <a:pt x="30391" y="3492"/>
                  </a:lnTo>
                  <a:lnTo>
                    <a:pt x="30492" y="3619"/>
                  </a:lnTo>
                  <a:lnTo>
                    <a:pt x="30657" y="3657"/>
                  </a:lnTo>
                  <a:lnTo>
                    <a:pt x="30594" y="3530"/>
                  </a:lnTo>
                  <a:lnTo>
                    <a:pt x="30759" y="3556"/>
                  </a:lnTo>
                  <a:close/>
                </a:path>
                <a:path w="36829" h="19684">
                  <a:moveTo>
                    <a:pt x="30759" y="2679"/>
                  </a:moveTo>
                  <a:lnTo>
                    <a:pt x="29171" y="3479"/>
                  </a:lnTo>
                  <a:lnTo>
                    <a:pt x="28638" y="4305"/>
                  </a:lnTo>
                  <a:lnTo>
                    <a:pt x="28981" y="4038"/>
                  </a:lnTo>
                  <a:lnTo>
                    <a:pt x="28905" y="4305"/>
                  </a:lnTo>
                  <a:lnTo>
                    <a:pt x="29679" y="4305"/>
                  </a:lnTo>
                  <a:lnTo>
                    <a:pt x="29502" y="3644"/>
                  </a:lnTo>
                  <a:lnTo>
                    <a:pt x="30759" y="2679"/>
                  </a:lnTo>
                  <a:close/>
                </a:path>
                <a:path w="36829" h="19684">
                  <a:moveTo>
                    <a:pt x="31076" y="11938"/>
                  </a:moveTo>
                  <a:lnTo>
                    <a:pt x="31000" y="12179"/>
                  </a:lnTo>
                  <a:lnTo>
                    <a:pt x="31076" y="11938"/>
                  </a:lnTo>
                  <a:close/>
                </a:path>
                <a:path w="36829" h="19684">
                  <a:moveTo>
                    <a:pt x="31318" y="4254"/>
                  </a:moveTo>
                  <a:close/>
                </a:path>
                <a:path w="36829" h="19684">
                  <a:moveTo>
                    <a:pt x="33299" y="8102"/>
                  </a:moveTo>
                  <a:lnTo>
                    <a:pt x="33108" y="8102"/>
                  </a:lnTo>
                  <a:lnTo>
                    <a:pt x="33083" y="8293"/>
                  </a:lnTo>
                  <a:lnTo>
                    <a:pt x="33261" y="8318"/>
                  </a:lnTo>
                  <a:lnTo>
                    <a:pt x="33299" y="8102"/>
                  </a:lnTo>
                  <a:close/>
                </a:path>
                <a:path w="36829" h="19684">
                  <a:moveTo>
                    <a:pt x="33426" y="4572"/>
                  </a:moveTo>
                  <a:lnTo>
                    <a:pt x="32918" y="4572"/>
                  </a:lnTo>
                  <a:lnTo>
                    <a:pt x="32931" y="4775"/>
                  </a:lnTo>
                  <a:lnTo>
                    <a:pt x="33159" y="4775"/>
                  </a:lnTo>
                  <a:lnTo>
                    <a:pt x="33426" y="4572"/>
                  </a:lnTo>
                  <a:close/>
                </a:path>
                <a:path w="36829" h="19684">
                  <a:moveTo>
                    <a:pt x="34620" y="2197"/>
                  </a:moveTo>
                  <a:lnTo>
                    <a:pt x="34569" y="2540"/>
                  </a:lnTo>
                  <a:lnTo>
                    <a:pt x="34620" y="2197"/>
                  </a:lnTo>
                  <a:close/>
                </a:path>
                <a:path w="36829" h="19684">
                  <a:moveTo>
                    <a:pt x="34683" y="1130"/>
                  </a:moveTo>
                  <a:lnTo>
                    <a:pt x="34493" y="1193"/>
                  </a:lnTo>
                  <a:lnTo>
                    <a:pt x="34683" y="1130"/>
                  </a:lnTo>
                  <a:close/>
                </a:path>
                <a:path w="36829" h="19684">
                  <a:moveTo>
                    <a:pt x="34836" y="4572"/>
                  </a:moveTo>
                  <a:lnTo>
                    <a:pt x="34239" y="4572"/>
                  </a:lnTo>
                  <a:lnTo>
                    <a:pt x="34239" y="4775"/>
                  </a:lnTo>
                  <a:lnTo>
                    <a:pt x="34810" y="4775"/>
                  </a:lnTo>
                  <a:lnTo>
                    <a:pt x="34836" y="4572"/>
                  </a:lnTo>
                  <a:close/>
                </a:path>
                <a:path w="36829" h="19684">
                  <a:moveTo>
                    <a:pt x="35001" y="101"/>
                  </a:moveTo>
                  <a:lnTo>
                    <a:pt x="34848" y="101"/>
                  </a:lnTo>
                  <a:lnTo>
                    <a:pt x="35001" y="228"/>
                  </a:lnTo>
                  <a:lnTo>
                    <a:pt x="35001" y="101"/>
                  </a:lnTo>
                  <a:close/>
                </a:path>
                <a:path w="36829" h="19684">
                  <a:moveTo>
                    <a:pt x="35191" y="6045"/>
                  </a:moveTo>
                  <a:lnTo>
                    <a:pt x="34836" y="6184"/>
                  </a:lnTo>
                  <a:lnTo>
                    <a:pt x="35064" y="6184"/>
                  </a:lnTo>
                  <a:lnTo>
                    <a:pt x="35191" y="6045"/>
                  </a:lnTo>
                  <a:close/>
                </a:path>
                <a:path w="36829" h="19684">
                  <a:moveTo>
                    <a:pt x="35267" y="1168"/>
                  </a:moveTo>
                  <a:lnTo>
                    <a:pt x="34950" y="1092"/>
                  </a:lnTo>
                  <a:lnTo>
                    <a:pt x="34810" y="1155"/>
                  </a:lnTo>
                  <a:lnTo>
                    <a:pt x="34683" y="1130"/>
                  </a:lnTo>
                  <a:lnTo>
                    <a:pt x="35153" y="1193"/>
                  </a:lnTo>
                  <a:lnTo>
                    <a:pt x="35064" y="1346"/>
                  </a:lnTo>
                  <a:lnTo>
                    <a:pt x="35102" y="1473"/>
                  </a:lnTo>
                  <a:lnTo>
                    <a:pt x="35267" y="1168"/>
                  </a:lnTo>
                  <a:close/>
                </a:path>
                <a:path w="36829" h="19684">
                  <a:moveTo>
                    <a:pt x="35369" y="3009"/>
                  </a:moveTo>
                  <a:close/>
                </a:path>
                <a:path w="36829" h="19684">
                  <a:moveTo>
                    <a:pt x="35445" y="4432"/>
                  </a:moveTo>
                  <a:close/>
                </a:path>
                <a:path w="36829" h="19684">
                  <a:moveTo>
                    <a:pt x="35801" y="1168"/>
                  </a:moveTo>
                  <a:lnTo>
                    <a:pt x="35610" y="1066"/>
                  </a:lnTo>
                  <a:lnTo>
                    <a:pt x="35267" y="1168"/>
                  </a:lnTo>
                  <a:lnTo>
                    <a:pt x="35445" y="1536"/>
                  </a:lnTo>
                  <a:lnTo>
                    <a:pt x="35585" y="1473"/>
                  </a:lnTo>
                  <a:lnTo>
                    <a:pt x="35801" y="1168"/>
                  </a:lnTo>
                  <a:close/>
                </a:path>
                <a:path w="36829" h="19684">
                  <a:moveTo>
                    <a:pt x="35953" y="5905"/>
                  </a:moveTo>
                  <a:lnTo>
                    <a:pt x="35699" y="5829"/>
                  </a:lnTo>
                  <a:lnTo>
                    <a:pt x="35877" y="4775"/>
                  </a:lnTo>
                  <a:lnTo>
                    <a:pt x="35826" y="4572"/>
                  </a:lnTo>
                  <a:lnTo>
                    <a:pt x="35534" y="4572"/>
                  </a:lnTo>
                  <a:lnTo>
                    <a:pt x="35483" y="4775"/>
                  </a:lnTo>
                  <a:lnTo>
                    <a:pt x="34810" y="4775"/>
                  </a:lnTo>
                  <a:lnTo>
                    <a:pt x="34759" y="5537"/>
                  </a:lnTo>
                  <a:lnTo>
                    <a:pt x="32600" y="4838"/>
                  </a:lnTo>
                  <a:lnTo>
                    <a:pt x="32613" y="5156"/>
                  </a:lnTo>
                  <a:lnTo>
                    <a:pt x="32232" y="4775"/>
                  </a:lnTo>
                  <a:lnTo>
                    <a:pt x="31826" y="4775"/>
                  </a:lnTo>
                  <a:lnTo>
                    <a:pt x="31877" y="4572"/>
                  </a:lnTo>
                  <a:lnTo>
                    <a:pt x="31635" y="4572"/>
                  </a:lnTo>
                  <a:lnTo>
                    <a:pt x="31673" y="4775"/>
                  </a:lnTo>
                  <a:lnTo>
                    <a:pt x="31254" y="4775"/>
                  </a:lnTo>
                  <a:lnTo>
                    <a:pt x="30340" y="5905"/>
                  </a:lnTo>
                  <a:lnTo>
                    <a:pt x="30556" y="5905"/>
                  </a:lnTo>
                  <a:lnTo>
                    <a:pt x="30391" y="6184"/>
                  </a:lnTo>
                  <a:lnTo>
                    <a:pt x="30289" y="6426"/>
                  </a:lnTo>
                  <a:lnTo>
                    <a:pt x="30632" y="6184"/>
                  </a:lnTo>
                  <a:lnTo>
                    <a:pt x="30835" y="5905"/>
                  </a:lnTo>
                  <a:lnTo>
                    <a:pt x="31877" y="5905"/>
                  </a:lnTo>
                  <a:lnTo>
                    <a:pt x="31191" y="6286"/>
                  </a:lnTo>
                  <a:lnTo>
                    <a:pt x="30467" y="6781"/>
                  </a:lnTo>
                  <a:lnTo>
                    <a:pt x="29718" y="7188"/>
                  </a:lnTo>
                  <a:lnTo>
                    <a:pt x="30543" y="6832"/>
                  </a:lnTo>
                  <a:lnTo>
                    <a:pt x="31216" y="6286"/>
                  </a:lnTo>
                  <a:lnTo>
                    <a:pt x="32131" y="6070"/>
                  </a:lnTo>
                  <a:lnTo>
                    <a:pt x="32372" y="5930"/>
                  </a:lnTo>
                  <a:lnTo>
                    <a:pt x="32194" y="5905"/>
                  </a:lnTo>
                  <a:lnTo>
                    <a:pt x="32639" y="5905"/>
                  </a:lnTo>
                  <a:lnTo>
                    <a:pt x="33388" y="5905"/>
                  </a:lnTo>
                  <a:lnTo>
                    <a:pt x="33667" y="6184"/>
                  </a:lnTo>
                  <a:lnTo>
                    <a:pt x="32651" y="6184"/>
                  </a:lnTo>
                  <a:lnTo>
                    <a:pt x="33997" y="6515"/>
                  </a:lnTo>
                  <a:lnTo>
                    <a:pt x="34836" y="6184"/>
                  </a:lnTo>
                  <a:lnTo>
                    <a:pt x="34226" y="6184"/>
                  </a:lnTo>
                  <a:lnTo>
                    <a:pt x="34658" y="5905"/>
                  </a:lnTo>
                  <a:lnTo>
                    <a:pt x="35331" y="5905"/>
                  </a:lnTo>
                  <a:lnTo>
                    <a:pt x="35560" y="5905"/>
                  </a:lnTo>
                  <a:lnTo>
                    <a:pt x="35699" y="5905"/>
                  </a:lnTo>
                  <a:lnTo>
                    <a:pt x="35953" y="5905"/>
                  </a:lnTo>
                  <a:close/>
                </a:path>
                <a:path w="36829" h="19684">
                  <a:moveTo>
                    <a:pt x="36474" y="3759"/>
                  </a:moveTo>
                  <a:lnTo>
                    <a:pt x="36283" y="3149"/>
                  </a:lnTo>
                  <a:lnTo>
                    <a:pt x="35826" y="2667"/>
                  </a:lnTo>
                  <a:lnTo>
                    <a:pt x="35356" y="2413"/>
                  </a:lnTo>
                  <a:lnTo>
                    <a:pt x="35852" y="2730"/>
                  </a:lnTo>
                  <a:lnTo>
                    <a:pt x="36233" y="3187"/>
                  </a:lnTo>
                  <a:lnTo>
                    <a:pt x="36474" y="37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1" name="object 171"/>
            <p:cNvSpPr/>
            <p:nvPr/>
          </p:nvSpPr>
          <p:spPr>
            <a:xfrm>
              <a:off x="4098531" y="1190078"/>
              <a:ext cx="24765" cy="33020"/>
            </a:xfrm>
            <a:custGeom>
              <a:avLst/>
              <a:gdLst/>
              <a:ahLst/>
              <a:cxnLst/>
              <a:rect l="l" t="t" r="r" b="b"/>
              <a:pathLst>
                <a:path w="24764" h="33019">
                  <a:moveTo>
                    <a:pt x="165" y="20332"/>
                  </a:moveTo>
                  <a:lnTo>
                    <a:pt x="0" y="20434"/>
                  </a:lnTo>
                  <a:lnTo>
                    <a:pt x="165" y="20383"/>
                  </a:lnTo>
                  <a:close/>
                </a:path>
                <a:path w="24764" h="33019">
                  <a:moveTo>
                    <a:pt x="1676" y="23025"/>
                  </a:moveTo>
                  <a:lnTo>
                    <a:pt x="1676" y="23164"/>
                  </a:lnTo>
                  <a:lnTo>
                    <a:pt x="1676" y="23025"/>
                  </a:lnTo>
                  <a:close/>
                </a:path>
                <a:path w="24764" h="33019">
                  <a:moveTo>
                    <a:pt x="2959" y="22885"/>
                  </a:moveTo>
                  <a:lnTo>
                    <a:pt x="2895" y="23037"/>
                  </a:lnTo>
                  <a:lnTo>
                    <a:pt x="2959" y="22885"/>
                  </a:lnTo>
                  <a:close/>
                </a:path>
                <a:path w="24764" h="33019">
                  <a:moveTo>
                    <a:pt x="3098" y="31699"/>
                  </a:moveTo>
                  <a:lnTo>
                    <a:pt x="3060" y="31826"/>
                  </a:lnTo>
                  <a:lnTo>
                    <a:pt x="3098" y="31699"/>
                  </a:lnTo>
                  <a:close/>
                </a:path>
                <a:path w="24764" h="33019">
                  <a:moveTo>
                    <a:pt x="3124" y="31330"/>
                  </a:moveTo>
                  <a:close/>
                </a:path>
                <a:path w="24764" h="33019">
                  <a:moveTo>
                    <a:pt x="3276" y="21907"/>
                  </a:moveTo>
                  <a:lnTo>
                    <a:pt x="3251" y="22047"/>
                  </a:lnTo>
                  <a:lnTo>
                    <a:pt x="3111" y="22047"/>
                  </a:lnTo>
                  <a:lnTo>
                    <a:pt x="3073" y="22225"/>
                  </a:lnTo>
                  <a:lnTo>
                    <a:pt x="3073" y="22415"/>
                  </a:lnTo>
                  <a:lnTo>
                    <a:pt x="3225" y="22466"/>
                  </a:lnTo>
                  <a:lnTo>
                    <a:pt x="3251" y="22085"/>
                  </a:lnTo>
                  <a:lnTo>
                    <a:pt x="3276" y="21907"/>
                  </a:lnTo>
                  <a:close/>
                </a:path>
                <a:path w="24764" h="33019">
                  <a:moveTo>
                    <a:pt x="3416" y="32296"/>
                  </a:moveTo>
                  <a:lnTo>
                    <a:pt x="3378" y="32156"/>
                  </a:lnTo>
                  <a:lnTo>
                    <a:pt x="3416" y="32296"/>
                  </a:lnTo>
                  <a:close/>
                </a:path>
                <a:path w="24764" h="33019">
                  <a:moveTo>
                    <a:pt x="3429" y="22631"/>
                  </a:moveTo>
                  <a:lnTo>
                    <a:pt x="3289" y="22415"/>
                  </a:lnTo>
                  <a:lnTo>
                    <a:pt x="3289" y="22567"/>
                  </a:lnTo>
                  <a:lnTo>
                    <a:pt x="3187" y="22847"/>
                  </a:lnTo>
                  <a:lnTo>
                    <a:pt x="3340" y="22847"/>
                  </a:lnTo>
                  <a:lnTo>
                    <a:pt x="3314" y="22669"/>
                  </a:lnTo>
                  <a:lnTo>
                    <a:pt x="3429" y="22898"/>
                  </a:lnTo>
                  <a:lnTo>
                    <a:pt x="3429" y="22631"/>
                  </a:lnTo>
                  <a:close/>
                </a:path>
                <a:path w="24764" h="33019">
                  <a:moveTo>
                    <a:pt x="3441" y="32131"/>
                  </a:moveTo>
                  <a:lnTo>
                    <a:pt x="3429" y="31915"/>
                  </a:lnTo>
                  <a:lnTo>
                    <a:pt x="3378" y="32143"/>
                  </a:lnTo>
                  <a:close/>
                </a:path>
                <a:path w="24764" h="33019">
                  <a:moveTo>
                    <a:pt x="3517" y="21602"/>
                  </a:moveTo>
                  <a:lnTo>
                    <a:pt x="3441" y="21831"/>
                  </a:lnTo>
                  <a:lnTo>
                    <a:pt x="3492" y="22034"/>
                  </a:lnTo>
                  <a:lnTo>
                    <a:pt x="3517" y="21602"/>
                  </a:lnTo>
                  <a:close/>
                </a:path>
                <a:path w="24764" h="33019">
                  <a:moveTo>
                    <a:pt x="3619" y="26555"/>
                  </a:moveTo>
                  <a:lnTo>
                    <a:pt x="3479" y="26492"/>
                  </a:lnTo>
                  <a:lnTo>
                    <a:pt x="3479" y="26657"/>
                  </a:lnTo>
                  <a:lnTo>
                    <a:pt x="3619" y="26670"/>
                  </a:lnTo>
                  <a:close/>
                </a:path>
                <a:path w="24764" h="33019">
                  <a:moveTo>
                    <a:pt x="3657" y="22606"/>
                  </a:moveTo>
                  <a:lnTo>
                    <a:pt x="3581" y="22466"/>
                  </a:lnTo>
                  <a:lnTo>
                    <a:pt x="3606" y="22631"/>
                  </a:lnTo>
                  <a:close/>
                </a:path>
                <a:path w="24764" h="33019">
                  <a:moveTo>
                    <a:pt x="3683" y="24980"/>
                  </a:moveTo>
                  <a:lnTo>
                    <a:pt x="3657" y="24803"/>
                  </a:lnTo>
                  <a:lnTo>
                    <a:pt x="3517" y="24841"/>
                  </a:lnTo>
                  <a:lnTo>
                    <a:pt x="3556" y="24980"/>
                  </a:lnTo>
                  <a:lnTo>
                    <a:pt x="3683" y="24980"/>
                  </a:lnTo>
                  <a:close/>
                </a:path>
                <a:path w="24764" h="33019">
                  <a:moveTo>
                    <a:pt x="3733" y="24726"/>
                  </a:moveTo>
                  <a:close/>
                </a:path>
                <a:path w="24764" h="33019">
                  <a:moveTo>
                    <a:pt x="3771" y="26085"/>
                  </a:moveTo>
                  <a:lnTo>
                    <a:pt x="3657" y="25933"/>
                  </a:lnTo>
                  <a:lnTo>
                    <a:pt x="3632" y="26162"/>
                  </a:lnTo>
                  <a:lnTo>
                    <a:pt x="3771" y="26085"/>
                  </a:lnTo>
                  <a:close/>
                </a:path>
                <a:path w="24764" h="33019">
                  <a:moveTo>
                    <a:pt x="3771" y="24422"/>
                  </a:moveTo>
                  <a:lnTo>
                    <a:pt x="3695" y="24257"/>
                  </a:lnTo>
                  <a:lnTo>
                    <a:pt x="3771" y="24422"/>
                  </a:lnTo>
                  <a:close/>
                </a:path>
                <a:path w="24764" h="33019">
                  <a:moveTo>
                    <a:pt x="3784" y="26187"/>
                  </a:moveTo>
                  <a:lnTo>
                    <a:pt x="3632" y="26301"/>
                  </a:lnTo>
                  <a:lnTo>
                    <a:pt x="3784" y="26187"/>
                  </a:lnTo>
                  <a:close/>
                </a:path>
                <a:path w="24764" h="33019">
                  <a:moveTo>
                    <a:pt x="3810" y="25438"/>
                  </a:moveTo>
                  <a:lnTo>
                    <a:pt x="3657" y="25222"/>
                  </a:lnTo>
                  <a:lnTo>
                    <a:pt x="3594" y="25349"/>
                  </a:lnTo>
                  <a:lnTo>
                    <a:pt x="3556" y="25666"/>
                  </a:lnTo>
                  <a:lnTo>
                    <a:pt x="3556" y="25908"/>
                  </a:lnTo>
                  <a:lnTo>
                    <a:pt x="3632" y="25730"/>
                  </a:lnTo>
                  <a:lnTo>
                    <a:pt x="3771" y="25781"/>
                  </a:lnTo>
                  <a:lnTo>
                    <a:pt x="3733" y="25438"/>
                  </a:lnTo>
                  <a:close/>
                </a:path>
                <a:path w="24764" h="33019">
                  <a:moveTo>
                    <a:pt x="3835" y="21564"/>
                  </a:moveTo>
                  <a:lnTo>
                    <a:pt x="3759" y="21717"/>
                  </a:lnTo>
                  <a:lnTo>
                    <a:pt x="3835" y="21564"/>
                  </a:lnTo>
                  <a:close/>
                </a:path>
                <a:path w="24764" h="33019">
                  <a:moveTo>
                    <a:pt x="3898" y="31432"/>
                  </a:moveTo>
                  <a:lnTo>
                    <a:pt x="3873" y="31584"/>
                  </a:lnTo>
                  <a:lnTo>
                    <a:pt x="3898" y="31432"/>
                  </a:lnTo>
                  <a:close/>
                </a:path>
                <a:path w="24764" h="33019">
                  <a:moveTo>
                    <a:pt x="3911" y="20904"/>
                  </a:moveTo>
                  <a:lnTo>
                    <a:pt x="3771" y="20967"/>
                  </a:lnTo>
                  <a:lnTo>
                    <a:pt x="3911" y="20904"/>
                  </a:lnTo>
                  <a:close/>
                </a:path>
                <a:path w="24764" h="33019">
                  <a:moveTo>
                    <a:pt x="3949" y="31699"/>
                  </a:moveTo>
                  <a:lnTo>
                    <a:pt x="3822" y="31762"/>
                  </a:lnTo>
                  <a:lnTo>
                    <a:pt x="3949" y="31762"/>
                  </a:lnTo>
                  <a:close/>
                </a:path>
                <a:path w="24764" h="33019">
                  <a:moveTo>
                    <a:pt x="3962" y="24968"/>
                  </a:moveTo>
                  <a:lnTo>
                    <a:pt x="3937" y="25095"/>
                  </a:lnTo>
                  <a:lnTo>
                    <a:pt x="3962" y="24968"/>
                  </a:lnTo>
                  <a:close/>
                </a:path>
                <a:path w="24764" h="33019">
                  <a:moveTo>
                    <a:pt x="3987" y="24752"/>
                  </a:moveTo>
                  <a:lnTo>
                    <a:pt x="3975" y="24625"/>
                  </a:lnTo>
                  <a:lnTo>
                    <a:pt x="3987" y="24752"/>
                  </a:lnTo>
                  <a:close/>
                </a:path>
                <a:path w="24764" h="33019">
                  <a:moveTo>
                    <a:pt x="3987" y="20904"/>
                  </a:moveTo>
                  <a:lnTo>
                    <a:pt x="3822" y="20955"/>
                  </a:lnTo>
                  <a:lnTo>
                    <a:pt x="3987" y="20904"/>
                  </a:lnTo>
                  <a:close/>
                </a:path>
                <a:path w="24764" h="33019">
                  <a:moveTo>
                    <a:pt x="4203" y="22821"/>
                  </a:moveTo>
                  <a:lnTo>
                    <a:pt x="4178" y="22948"/>
                  </a:lnTo>
                  <a:lnTo>
                    <a:pt x="4203" y="22821"/>
                  </a:lnTo>
                  <a:close/>
                </a:path>
                <a:path w="24764" h="33019">
                  <a:moveTo>
                    <a:pt x="4229" y="32816"/>
                  </a:moveTo>
                  <a:close/>
                </a:path>
                <a:path w="24764" h="33019">
                  <a:moveTo>
                    <a:pt x="4394" y="23558"/>
                  </a:moveTo>
                  <a:lnTo>
                    <a:pt x="4292" y="23406"/>
                  </a:lnTo>
                  <a:lnTo>
                    <a:pt x="4394" y="23558"/>
                  </a:lnTo>
                  <a:close/>
                </a:path>
                <a:path w="24764" h="33019">
                  <a:moveTo>
                    <a:pt x="4457" y="21361"/>
                  </a:moveTo>
                  <a:lnTo>
                    <a:pt x="4406" y="21653"/>
                  </a:lnTo>
                  <a:lnTo>
                    <a:pt x="4457" y="21361"/>
                  </a:lnTo>
                  <a:close/>
                </a:path>
                <a:path w="24764" h="33019">
                  <a:moveTo>
                    <a:pt x="4483" y="23380"/>
                  </a:moveTo>
                  <a:lnTo>
                    <a:pt x="4330" y="23380"/>
                  </a:lnTo>
                  <a:lnTo>
                    <a:pt x="4483" y="23380"/>
                  </a:lnTo>
                  <a:close/>
                </a:path>
                <a:path w="24764" h="33019">
                  <a:moveTo>
                    <a:pt x="4495" y="31724"/>
                  </a:moveTo>
                  <a:lnTo>
                    <a:pt x="4368" y="31724"/>
                  </a:lnTo>
                  <a:lnTo>
                    <a:pt x="4495" y="31724"/>
                  </a:lnTo>
                  <a:close/>
                </a:path>
                <a:path w="24764" h="33019">
                  <a:moveTo>
                    <a:pt x="4622" y="29921"/>
                  </a:moveTo>
                  <a:lnTo>
                    <a:pt x="4546" y="30060"/>
                  </a:lnTo>
                  <a:lnTo>
                    <a:pt x="4622" y="29921"/>
                  </a:lnTo>
                  <a:close/>
                </a:path>
                <a:path w="24764" h="33019">
                  <a:moveTo>
                    <a:pt x="4648" y="21361"/>
                  </a:moveTo>
                  <a:lnTo>
                    <a:pt x="4508" y="21424"/>
                  </a:lnTo>
                  <a:lnTo>
                    <a:pt x="4648" y="21361"/>
                  </a:lnTo>
                  <a:close/>
                </a:path>
                <a:path w="24764" h="33019">
                  <a:moveTo>
                    <a:pt x="4737" y="31191"/>
                  </a:moveTo>
                  <a:lnTo>
                    <a:pt x="4699" y="31369"/>
                  </a:lnTo>
                  <a:lnTo>
                    <a:pt x="4737" y="31191"/>
                  </a:lnTo>
                  <a:close/>
                </a:path>
                <a:path w="24764" h="33019">
                  <a:moveTo>
                    <a:pt x="4813" y="22771"/>
                  </a:moveTo>
                  <a:lnTo>
                    <a:pt x="4711" y="22631"/>
                  </a:lnTo>
                  <a:lnTo>
                    <a:pt x="4762" y="22885"/>
                  </a:lnTo>
                  <a:close/>
                </a:path>
                <a:path w="24764" h="33019">
                  <a:moveTo>
                    <a:pt x="4889" y="30378"/>
                  </a:moveTo>
                  <a:lnTo>
                    <a:pt x="4851" y="30251"/>
                  </a:lnTo>
                  <a:lnTo>
                    <a:pt x="4775" y="30391"/>
                  </a:lnTo>
                  <a:close/>
                </a:path>
                <a:path w="24764" h="33019">
                  <a:moveTo>
                    <a:pt x="5105" y="31546"/>
                  </a:moveTo>
                  <a:close/>
                </a:path>
                <a:path w="24764" h="33019">
                  <a:moveTo>
                    <a:pt x="5105" y="23533"/>
                  </a:moveTo>
                  <a:lnTo>
                    <a:pt x="5041" y="23368"/>
                  </a:lnTo>
                  <a:lnTo>
                    <a:pt x="5041" y="23507"/>
                  </a:lnTo>
                  <a:lnTo>
                    <a:pt x="5041" y="23368"/>
                  </a:lnTo>
                  <a:lnTo>
                    <a:pt x="5092" y="23164"/>
                  </a:lnTo>
                  <a:lnTo>
                    <a:pt x="4965" y="23266"/>
                  </a:lnTo>
                  <a:lnTo>
                    <a:pt x="5003" y="22987"/>
                  </a:lnTo>
                  <a:lnTo>
                    <a:pt x="4940" y="23444"/>
                  </a:lnTo>
                  <a:lnTo>
                    <a:pt x="4889" y="23660"/>
                  </a:lnTo>
                  <a:lnTo>
                    <a:pt x="5016" y="23533"/>
                  </a:lnTo>
                  <a:close/>
                </a:path>
                <a:path w="24764" h="33019">
                  <a:moveTo>
                    <a:pt x="5346" y="26771"/>
                  </a:moveTo>
                  <a:lnTo>
                    <a:pt x="5257" y="27063"/>
                  </a:lnTo>
                  <a:lnTo>
                    <a:pt x="5346" y="26771"/>
                  </a:lnTo>
                  <a:close/>
                </a:path>
                <a:path w="24764" h="33019">
                  <a:moveTo>
                    <a:pt x="5384" y="23279"/>
                  </a:moveTo>
                  <a:lnTo>
                    <a:pt x="5321" y="23406"/>
                  </a:lnTo>
                  <a:lnTo>
                    <a:pt x="5384" y="23279"/>
                  </a:lnTo>
                  <a:close/>
                </a:path>
                <a:path w="24764" h="33019">
                  <a:moveTo>
                    <a:pt x="5410" y="26746"/>
                  </a:moveTo>
                  <a:lnTo>
                    <a:pt x="5372" y="26504"/>
                  </a:lnTo>
                  <a:lnTo>
                    <a:pt x="5346" y="26771"/>
                  </a:lnTo>
                  <a:close/>
                </a:path>
                <a:path w="24764" h="33019">
                  <a:moveTo>
                    <a:pt x="5461" y="27165"/>
                  </a:moveTo>
                  <a:lnTo>
                    <a:pt x="5384" y="26987"/>
                  </a:lnTo>
                  <a:lnTo>
                    <a:pt x="5346" y="27114"/>
                  </a:lnTo>
                  <a:close/>
                </a:path>
                <a:path w="24764" h="33019">
                  <a:moveTo>
                    <a:pt x="5588" y="25247"/>
                  </a:moveTo>
                  <a:lnTo>
                    <a:pt x="5524" y="25628"/>
                  </a:lnTo>
                  <a:lnTo>
                    <a:pt x="5588" y="25247"/>
                  </a:lnTo>
                  <a:close/>
                </a:path>
                <a:path w="24764" h="33019">
                  <a:moveTo>
                    <a:pt x="5613" y="29806"/>
                  </a:moveTo>
                  <a:lnTo>
                    <a:pt x="5588" y="29654"/>
                  </a:lnTo>
                  <a:lnTo>
                    <a:pt x="5549" y="29806"/>
                  </a:lnTo>
                  <a:close/>
                </a:path>
                <a:path w="24764" h="33019">
                  <a:moveTo>
                    <a:pt x="5829" y="24968"/>
                  </a:moveTo>
                  <a:lnTo>
                    <a:pt x="5753" y="25298"/>
                  </a:lnTo>
                  <a:lnTo>
                    <a:pt x="5816" y="25107"/>
                  </a:lnTo>
                  <a:lnTo>
                    <a:pt x="5829" y="24968"/>
                  </a:lnTo>
                  <a:close/>
                </a:path>
                <a:path w="24764" h="33019">
                  <a:moveTo>
                    <a:pt x="5905" y="24739"/>
                  </a:moveTo>
                  <a:lnTo>
                    <a:pt x="5892" y="24485"/>
                  </a:lnTo>
                  <a:lnTo>
                    <a:pt x="5791" y="24777"/>
                  </a:lnTo>
                  <a:close/>
                </a:path>
                <a:path w="24764" h="33019">
                  <a:moveTo>
                    <a:pt x="6159" y="23660"/>
                  </a:moveTo>
                  <a:lnTo>
                    <a:pt x="6134" y="24003"/>
                  </a:lnTo>
                  <a:lnTo>
                    <a:pt x="6159" y="23660"/>
                  </a:lnTo>
                  <a:close/>
                </a:path>
                <a:path w="24764" h="33019">
                  <a:moveTo>
                    <a:pt x="6705" y="1600"/>
                  </a:moveTo>
                  <a:lnTo>
                    <a:pt x="6413" y="1371"/>
                  </a:lnTo>
                  <a:lnTo>
                    <a:pt x="6286" y="1714"/>
                  </a:lnTo>
                  <a:lnTo>
                    <a:pt x="6299" y="2247"/>
                  </a:lnTo>
                  <a:lnTo>
                    <a:pt x="6261" y="2705"/>
                  </a:lnTo>
                  <a:lnTo>
                    <a:pt x="6477" y="2286"/>
                  </a:lnTo>
                  <a:lnTo>
                    <a:pt x="6362" y="1727"/>
                  </a:lnTo>
                  <a:lnTo>
                    <a:pt x="6705" y="1600"/>
                  </a:lnTo>
                  <a:close/>
                </a:path>
                <a:path w="24764" h="33019">
                  <a:moveTo>
                    <a:pt x="7912" y="26073"/>
                  </a:moveTo>
                  <a:lnTo>
                    <a:pt x="7785" y="26060"/>
                  </a:lnTo>
                  <a:lnTo>
                    <a:pt x="7912" y="26073"/>
                  </a:lnTo>
                  <a:close/>
                </a:path>
                <a:path w="24764" h="33019">
                  <a:moveTo>
                    <a:pt x="8839" y="4038"/>
                  </a:moveTo>
                  <a:lnTo>
                    <a:pt x="8813" y="3771"/>
                  </a:lnTo>
                  <a:lnTo>
                    <a:pt x="8674" y="3556"/>
                  </a:lnTo>
                  <a:lnTo>
                    <a:pt x="8699" y="3962"/>
                  </a:lnTo>
                  <a:lnTo>
                    <a:pt x="8839" y="4038"/>
                  </a:lnTo>
                  <a:close/>
                </a:path>
                <a:path w="24764" h="33019">
                  <a:moveTo>
                    <a:pt x="15455" y="30073"/>
                  </a:moveTo>
                  <a:lnTo>
                    <a:pt x="15417" y="29451"/>
                  </a:lnTo>
                  <a:lnTo>
                    <a:pt x="15430" y="28994"/>
                  </a:lnTo>
                  <a:lnTo>
                    <a:pt x="15367" y="29337"/>
                  </a:lnTo>
                  <a:lnTo>
                    <a:pt x="15430" y="29972"/>
                  </a:lnTo>
                  <a:lnTo>
                    <a:pt x="15392" y="30416"/>
                  </a:lnTo>
                  <a:lnTo>
                    <a:pt x="15455" y="30073"/>
                  </a:lnTo>
                  <a:close/>
                </a:path>
                <a:path w="24764" h="33019">
                  <a:moveTo>
                    <a:pt x="15633" y="20129"/>
                  </a:moveTo>
                  <a:lnTo>
                    <a:pt x="15316" y="20078"/>
                  </a:lnTo>
                  <a:lnTo>
                    <a:pt x="15062" y="20066"/>
                  </a:lnTo>
                  <a:lnTo>
                    <a:pt x="15062" y="20231"/>
                  </a:lnTo>
                  <a:lnTo>
                    <a:pt x="15481" y="20256"/>
                  </a:lnTo>
                  <a:lnTo>
                    <a:pt x="15278" y="20231"/>
                  </a:lnTo>
                  <a:lnTo>
                    <a:pt x="15506" y="20320"/>
                  </a:lnTo>
                  <a:lnTo>
                    <a:pt x="15633" y="20129"/>
                  </a:lnTo>
                  <a:close/>
                </a:path>
                <a:path w="24764" h="33019">
                  <a:moveTo>
                    <a:pt x="16154" y="21399"/>
                  </a:moveTo>
                  <a:lnTo>
                    <a:pt x="15976" y="21488"/>
                  </a:lnTo>
                  <a:lnTo>
                    <a:pt x="15976" y="21844"/>
                  </a:lnTo>
                  <a:lnTo>
                    <a:pt x="16014" y="21526"/>
                  </a:lnTo>
                  <a:lnTo>
                    <a:pt x="16154" y="21399"/>
                  </a:lnTo>
                  <a:close/>
                </a:path>
                <a:path w="24764" h="33019">
                  <a:moveTo>
                    <a:pt x="16751" y="15303"/>
                  </a:moveTo>
                  <a:lnTo>
                    <a:pt x="16637" y="15074"/>
                  </a:lnTo>
                  <a:lnTo>
                    <a:pt x="16383" y="15074"/>
                  </a:lnTo>
                  <a:lnTo>
                    <a:pt x="16433" y="15430"/>
                  </a:lnTo>
                  <a:lnTo>
                    <a:pt x="16700" y="15582"/>
                  </a:lnTo>
                  <a:lnTo>
                    <a:pt x="16751" y="15303"/>
                  </a:lnTo>
                  <a:close/>
                </a:path>
                <a:path w="24764" h="33019">
                  <a:moveTo>
                    <a:pt x="17373" y="9321"/>
                  </a:moveTo>
                  <a:lnTo>
                    <a:pt x="17081" y="9359"/>
                  </a:lnTo>
                  <a:lnTo>
                    <a:pt x="16878" y="9461"/>
                  </a:lnTo>
                  <a:lnTo>
                    <a:pt x="16662" y="9575"/>
                  </a:lnTo>
                  <a:lnTo>
                    <a:pt x="16865" y="9740"/>
                  </a:lnTo>
                  <a:lnTo>
                    <a:pt x="17018" y="9588"/>
                  </a:lnTo>
                  <a:lnTo>
                    <a:pt x="17373" y="9461"/>
                  </a:lnTo>
                  <a:lnTo>
                    <a:pt x="17373" y="9321"/>
                  </a:lnTo>
                  <a:close/>
                </a:path>
                <a:path w="24764" h="33019">
                  <a:moveTo>
                    <a:pt x="20434" y="114"/>
                  </a:moveTo>
                  <a:close/>
                </a:path>
                <a:path w="24764" h="33019">
                  <a:moveTo>
                    <a:pt x="20688" y="0"/>
                  </a:moveTo>
                  <a:lnTo>
                    <a:pt x="20548" y="63"/>
                  </a:lnTo>
                  <a:lnTo>
                    <a:pt x="20548" y="266"/>
                  </a:lnTo>
                  <a:lnTo>
                    <a:pt x="20688" y="0"/>
                  </a:lnTo>
                  <a:close/>
                </a:path>
                <a:path w="24764" h="33019">
                  <a:moveTo>
                    <a:pt x="22047" y="8750"/>
                  </a:moveTo>
                  <a:lnTo>
                    <a:pt x="21882" y="8775"/>
                  </a:lnTo>
                  <a:lnTo>
                    <a:pt x="21844" y="8572"/>
                  </a:lnTo>
                  <a:lnTo>
                    <a:pt x="21717" y="8597"/>
                  </a:lnTo>
                  <a:lnTo>
                    <a:pt x="21602" y="9004"/>
                  </a:lnTo>
                  <a:lnTo>
                    <a:pt x="22047" y="8750"/>
                  </a:lnTo>
                  <a:close/>
                </a:path>
                <a:path w="24764" h="33019">
                  <a:moveTo>
                    <a:pt x="24599" y="4597"/>
                  </a:moveTo>
                  <a:lnTo>
                    <a:pt x="24460" y="4165"/>
                  </a:lnTo>
                  <a:lnTo>
                    <a:pt x="24358" y="4432"/>
                  </a:lnTo>
                  <a:lnTo>
                    <a:pt x="24498" y="4470"/>
                  </a:lnTo>
                  <a:lnTo>
                    <a:pt x="24472" y="4660"/>
                  </a:lnTo>
                  <a:lnTo>
                    <a:pt x="24599" y="45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2" name="object 172"/>
            <p:cNvSpPr/>
            <p:nvPr/>
          </p:nvSpPr>
          <p:spPr>
            <a:xfrm>
              <a:off x="4095940" y="1217307"/>
              <a:ext cx="10795" cy="11430"/>
            </a:xfrm>
            <a:custGeom>
              <a:avLst/>
              <a:gdLst/>
              <a:ahLst/>
              <a:cxnLst/>
              <a:rect l="l" t="t" r="r" b="b"/>
              <a:pathLst>
                <a:path w="10795" h="11430">
                  <a:moveTo>
                    <a:pt x="4800" y="9906"/>
                  </a:moveTo>
                  <a:lnTo>
                    <a:pt x="4673" y="9817"/>
                  </a:lnTo>
                  <a:lnTo>
                    <a:pt x="4699" y="9969"/>
                  </a:lnTo>
                  <a:close/>
                </a:path>
                <a:path w="10795" h="11430">
                  <a:moveTo>
                    <a:pt x="5689" y="9944"/>
                  </a:moveTo>
                  <a:lnTo>
                    <a:pt x="5651" y="10083"/>
                  </a:lnTo>
                  <a:lnTo>
                    <a:pt x="5689" y="9944"/>
                  </a:lnTo>
                  <a:close/>
                </a:path>
                <a:path w="10795" h="11430">
                  <a:moveTo>
                    <a:pt x="5715" y="9575"/>
                  </a:moveTo>
                  <a:close/>
                </a:path>
                <a:path w="10795" h="11430">
                  <a:moveTo>
                    <a:pt x="6007" y="10541"/>
                  </a:moveTo>
                  <a:lnTo>
                    <a:pt x="5969" y="10401"/>
                  </a:lnTo>
                  <a:lnTo>
                    <a:pt x="5969" y="10528"/>
                  </a:lnTo>
                  <a:close/>
                </a:path>
                <a:path w="10795" h="11430">
                  <a:moveTo>
                    <a:pt x="6007" y="5588"/>
                  </a:moveTo>
                  <a:lnTo>
                    <a:pt x="5981" y="5156"/>
                  </a:lnTo>
                  <a:lnTo>
                    <a:pt x="5930" y="5346"/>
                  </a:lnTo>
                  <a:lnTo>
                    <a:pt x="6007" y="5588"/>
                  </a:lnTo>
                  <a:close/>
                </a:path>
                <a:path w="10795" h="11430">
                  <a:moveTo>
                    <a:pt x="6032" y="10363"/>
                  </a:moveTo>
                  <a:lnTo>
                    <a:pt x="6019" y="10172"/>
                  </a:lnTo>
                  <a:lnTo>
                    <a:pt x="5969" y="10375"/>
                  </a:lnTo>
                  <a:close/>
                </a:path>
                <a:path w="10795" h="11430">
                  <a:moveTo>
                    <a:pt x="6083" y="533"/>
                  </a:moveTo>
                  <a:lnTo>
                    <a:pt x="5956" y="546"/>
                  </a:lnTo>
                  <a:lnTo>
                    <a:pt x="5956" y="711"/>
                  </a:lnTo>
                  <a:lnTo>
                    <a:pt x="6083" y="635"/>
                  </a:lnTo>
                  <a:close/>
                </a:path>
                <a:path w="10795" h="11430">
                  <a:moveTo>
                    <a:pt x="6146" y="4584"/>
                  </a:moveTo>
                  <a:lnTo>
                    <a:pt x="6057" y="4724"/>
                  </a:lnTo>
                  <a:lnTo>
                    <a:pt x="6146" y="4584"/>
                  </a:lnTo>
                  <a:close/>
                </a:path>
                <a:path w="10795" h="11430">
                  <a:moveTo>
                    <a:pt x="6172" y="2082"/>
                  </a:moveTo>
                  <a:lnTo>
                    <a:pt x="4889" y="2159"/>
                  </a:lnTo>
                  <a:lnTo>
                    <a:pt x="4826" y="1981"/>
                  </a:lnTo>
                  <a:lnTo>
                    <a:pt x="5905" y="1981"/>
                  </a:lnTo>
                  <a:lnTo>
                    <a:pt x="5918" y="76"/>
                  </a:lnTo>
                  <a:lnTo>
                    <a:pt x="0" y="76"/>
                  </a:lnTo>
                  <a:lnTo>
                    <a:pt x="0" y="5575"/>
                  </a:lnTo>
                  <a:lnTo>
                    <a:pt x="5613" y="5575"/>
                  </a:lnTo>
                  <a:lnTo>
                    <a:pt x="5702" y="5207"/>
                  </a:lnTo>
                  <a:lnTo>
                    <a:pt x="5740" y="5067"/>
                  </a:lnTo>
                  <a:lnTo>
                    <a:pt x="5689" y="4737"/>
                  </a:lnTo>
                  <a:lnTo>
                    <a:pt x="5537" y="4787"/>
                  </a:lnTo>
                  <a:lnTo>
                    <a:pt x="5600" y="5054"/>
                  </a:lnTo>
                  <a:lnTo>
                    <a:pt x="5473" y="5080"/>
                  </a:lnTo>
                  <a:lnTo>
                    <a:pt x="5702" y="5156"/>
                  </a:lnTo>
                  <a:lnTo>
                    <a:pt x="4965" y="5194"/>
                  </a:lnTo>
                  <a:lnTo>
                    <a:pt x="4927" y="4826"/>
                  </a:lnTo>
                  <a:lnTo>
                    <a:pt x="4673" y="4826"/>
                  </a:lnTo>
                  <a:lnTo>
                    <a:pt x="4622" y="4343"/>
                  </a:lnTo>
                  <a:lnTo>
                    <a:pt x="5511" y="4343"/>
                  </a:lnTo>
                  <a:lnTo>
                    <a:pt x="5892" y="4343"/>
                  </a:lnTo>
                  <a:lnTo>
                    <a:pt x="5829" y="4483"/>
                  </a:lnTo>
                  <a:lnTo>
                    <a:pt x="5803" y="4356"/>
                  </a:lnTo>
                  <a:lnTo>
                    <a:pt x="5651" y="4356"/>
                  </a:lnTo>
                  <a:lnTo>
                    <a:pt x="5753" y="4610"/>
                  </a:lnTo>
                  <a:lnTo>
                    <a:pt x="5778" y="4787"/>
                  </a:lnTo>
                  <a:lnTo>
                    <a:pt x="5892" y="4597"/>
                  </a:lnTo>
                  <a:lnTo>
                    <a:pt x="5918" y="4343"/>
                  </a:lnTo>
                  <a:lnTo>
                    <a:pt x="6146" y="4343"/>
                  </a:lnTo>
                  <a:lnTo>
                    <a:pt x="5994" y="3162"/>
                  </a:lnTo>
                  <a:lnTo>
                    <a:pt x="6057" y="2425"/>
                  </a:lnTo>
                  <a:lnTo>
                    <a:pt x="6134" y="2260"/>
                  </a:lnTo>
                  <a:lnTo>
                    <a:pt x="6172" y="2082"/>
                  </a:lnTo>
                  <a:close/>
                </a:path>
                <a:path w="10795" h="11430">
                  <a:moveTo>
                    <a:pt x="6184" y="76"/>
                  </a:moveTo>
                  <a:lnTo>
                    <a:pt x="5918" y="76"/>
                  </a:lnTo>
                  <a:lnTo>
                    <a:pt x="5943" y="355"/>
                  </a:lnTo>
                  <a:lnTo>
                    <a:pt x="6184" y="355"/>
                  </a:lnTo>
                  <a:lnTo>
                    <a:pt x="6184" y="76"/>
                  </a:lnTo>
                  <a:close/>
                </a:path>
                <a:path w="10795" h="11430">
                  <a:moveTo>
                    <a:pt x="6210" y="863"/>
                  </a:moveTo>
                  <a:lnTo>
                    <a:pt x="6083" y="863"/>
                  </a:lnTo>
                  <a:lnTo>
                    <a:pt x="6210" y="889"/>
                  </a:lnTo>
                  <a:close/>
                </a:path>
                <a:path w="10795" h="11430">
                  <a:moveTo>
                    <a:pt x="6223" y="2476"/>
                  </a:moveTo>
                  <a:lnTo>
                    <a:pt x="6184" y="2603"/>
                  </a:lnTo>
                  <a:lnTo>
                    <a:pt x="6223" y="2476"/>
                  </a:lnTo>
                  <a:close/>
                </a:path>
                <a:path w="10795" h="11430">
                  <a:moveTo>
                    <a:pt x="6248" y="1104"/>
                  </a:moveTo>
                  <a:lnTo>
                    <a:pt x="6096" y="1054"/>
                  </a:lnTo>
                  <a:lnTo>
                    <a:pt x="6134" y="1270"/>
                  </a:lnTo>
                  <a:lnTo>
                    <a:pt x="6248" y="1104"/>
                  </a:lnTo>
                  <a:close/>
                </a:path>
                <a:path w="10795" h="11430">
                  <a:moveTo>
                    <a:pt x="6261" y="2768"/>
                  </a:moveTo>
                  <a:lnTo>
                    <a:pt x="6184" y="2946"/>
                  </a:lnTo>
                  <a:lnTo>
                    <a:pt x="6261" y="2768"/>
                  </a:lnTo>
                  <a:close/>
                </a:path>
                <a:path w="10795" h="11430">
                  <a:moveTo>
                    <a:pt x="6273" y="5588"/>
                  </a:moveTo>
                  <a:close/>
                </a:path>
                <a:path w="10795" h="11430">
                  <a:moveTo>
                    <a:pt x="6273" y="1765"/>
                  </a:moveTo>
                  <a:lnTo>
                    <a:pt x="6248" y="1422"/>
                  </a:lnTo>
                  <a:lnTo>
                    <a:pt x="6096" y="1447"/>
                  </a:lnTo>
                  <a:lnTo>
                    <a:pt x="6096" y="1295"/>
                  </a:lnTo>
                  <a:lnTo>
                    <a:pt x="6083" y="1600"/>
                  </a:lnTo>
                  <a:lnTo>
                    <a:pt x="6032" y="1765"/>
                  </a:lnTo>
                  <a:lnTo>
                    <a:pt x="6134" y="1968"/>
                  </a:lnTo>
                  <a:lnTo>
                    <a:pt x="6172" y="1790"/>
                  </a:lnTo>
                  <a:close/>
                </a:path>
                <a:path w="10795" h="11430">
                  <a:moveTo>
                    <a:pt x="6362" y="1854"/>
                  </a:moveTo>
                  <a:lnTo>
                    <a:pt x="6248" y="2032"/>
                  </a:lnTo>
                  <a:lnTo>
                    <a:pt x="6210" y="2400"/>
                  </a:lnTo>
                  <a:lnTo>
                    <a:pt x="6273" y="2171"/>
                  </a:lnTo>
                  <a:lnTo>
                    <a:pt x="6324" y="1943"/>
                  </a:lnTo>
                  <a:close/>
                </a:path>
                <a:path w="10795" h="11430">
                  <a:moveTo>
                    <a:pt x="6426" y="2247"/>
                  </a:moveTo>
                  <a:lnTo>
                    <a:pt x="6413" y="2108"/>
                  </a:lnTo>
                  <a:lnTo>
                    <a:pt x="6388" y="2235"/>
                  </a:lnTo>
                  <a:close/>
                </a:path>
                <a:path w="10795" h="11430">
                  <a:moveTo>
                    <a:pt x="6489" y="9677"/>
                  </a:moveTo>
                  <a:lnTo>
                    <a:pt x="6464" y="9817"/>
                  </a:lnTo>
                  <a:lnTo>
                    <a:pt x="6489" y="9677"/>
                  </a:lnTo>
                  <a:close/>
                </a:path>
                <a:path w="10795" h="11430">
                  <a:moveTo>
                    <a:pt x="6489" y="2451"/>
                  </a:moveTo>
                  <a:lnTo>
                    <a:pt x="6464" y="2578"/>
                  </a:lnTo>
                  <a:lnTo>
                    <a:pt x="6489" y="2451"/>
                  </a:lnTo>
                  <a:close/>
                </a:path>
                <a:path w="10795" h="11430">
                  <a:moveTo>
                    <a:pt x="6502" y="1511"/>
                  </a:moveTo>
                  <a:lnTo>
                    <a:pt x="6324" y="1651"/>
                  </a:lnTo>
                  <a:lnTo>
                    <a:pt x="6362" y="1854"/>
                  </a:lnTo>
                  <a:lnTo>
                    <a:pt x="6451" y="1689"/>
                  </a:lnTo>
                  <a:lnTo>
                    <a:pt x="6502" y="1511"/>
                  </a:lnTo>
                  <a:close/>
                </a:path>
                <a:path w="10795" h="11430">
                  <a:moveTo>
                    <a:pt x="6540" y="9918"/>
                  </a:moveTo>
                  <a:lnTo>
                    <a:pt x="6413" y="9994"/>
                  </a:lnTo>
                  <a:lnTo>
                    <a:pt x="6540" y="9994"/>
                  </a:lnTo>
                  <a:close/>
                </a:path>
                <a:path w="10795" h="11430">
                  <a:moveTo>
                    <a:pt x="6680" y="4394"/>
                  </a:moveTo>
                  <a:lnTo>
                    <a:pt x="6642" y="4254"/>
                  </a:lnTo>
                  <a:lnTo>
                    <a:pt x="6553" y="4419"/>
                  </a:lnTo>
                  <a:lnTo>
                    <a:pt x="6680" y="4394"/>
                  </a:lnTo>
                  <a:close/>
                </a:path>
                <a:path w="10795" h="11430">
                  <a:moveTo>
                    <a:pt x="6819" y="11074"/>
                  </a:moveTo>
                  <a:close/>
                </a:path>
                <a:path w="10795" h="11430">
                  <a:moveTo>
                    <a:pt x="6883" y="5537"/>
                  </a:moveTo>
                  <a:close/>
                </a:path>
                <a:path w="10795" h="11430">
                  <a:moveTo>
                    <a:pt x="6883" y="3632"/>
                  </a:moveTo>
                  <a:lnTo>
                    <a:pt x="6743" y="3695"/>
                  </a:lnTo>
                  <a:lnTo>
                    <a:pt x="6883" y="3632"/>
                  </a:lnTo>
                  <a:close/>
                </a:path>
                <a:path w="10795" h="11430">
                  <a:moveTo>
                    <a:pt x="6883" y="1879"/>
                  </a:moveTo>
                  <a:lnTo>
                    <a:pt x="6781" y="2044"/>
                  </a:lnTo>
                  <a:lnTo>
                    <a:pt x="6731" y="1917"/>
                  </a:lnTo>
                  <a:lnTo>
                    <a:pt x="6692" y="2260"/>
                  </a:lnTo>
                  <a:lnTo>
                    <a:pt x="6807" y="2082"/>
                  </a:lnTo>
                  <a:lnTo>
                    <a:pt x="6832" y="1917"/>
                  </a:lnTo>
                  <a:close/>
                </a:path>
                <a:path w="10795" h="11430">
                  <a:moveTo>
                    <a:pt x="6946" y="3822"/>
                  </a:moveTo>
                  <a:lnTo>
                    <a:pt x="6807" y="3822"/>
                  </a:lnTo>
                  <a:lnTo>
                    <a:pt x="6946" y="3822"/>
                  </a:lnTo>
                  <a:close/>
                </a:path>
                <a:path w="10795" h="11430">
                  <a:moveTo>
                    <a:pt x="7086" y="9969"/>
                  </a:moveTo>
                  <a:lnTo>
                    <a:pt x="6959" y="9969"/>
                  </a:lnTo>
                  <a:lnTo>
                    <a:pt x="7086" y="9969"/>
                  </a:lnTo>
                  <a:close/>
                </a:path>
                <a:path w="10795" h="11430">
                  <a:moveTo>
                    <a:pt x="7239" y="0"/>
                  </a:moveTo>
                  <a:lnTo>
                    <a:pt x="7188" y="254"/>
                  </a:lnTo>
                  <a:lnTo>
                    <a:pt x="7239" y="0"/>
                  </a:lnTo>
                  <a:close/>
                </a:path>
                <a:path w="10795" h="11430">
                  <a:moveTo>
                    <a:pt x="7315" y="673"/>
                  </a:moveTo>
                  <a:lnTo>
                    <a:pt x="7251" y="863"/>
                  </a:lnTo>
                  <a:lnTo>
                    <a:pt x="7315" y="673"/>
                  </a:lnTo>
                  <a:close/>
                </a:path>
                <a:path w="10795" h="11430">
                  <a:moveTo>
                    <a:pt x="7327" y="9448"/>
                  </a:moveTo>
                  <a:lnTo>
                    <a:pt x="7289" y="9626"/>
                  </a:lnTo>
                  <a:lnTo>
                    <a:pt x="7327" y="9448"/>
                  </a:lnTo>
                  <a:close/>
                </a:path>
                <a:path w="10795" h="11430">
                  <a:moveTo>
                    <a:pt x="7569" y="12"/>
                  </a:moveTo>
                  <a:lnTo>
                    <a:pt x="7442" y="266"/>
                  </a:lnTo>
                  <a:lnTo>
                    <a:pt x="7454" y="482"/>
                  </a:lnTo>
                  <a:lnTo>
                    <a:pt x="7315" y="317"/>
                  </a:lnTo>
                  <a:lnTo>
                    <a:pt x="7391" y="127"/>
                  </a:lnTo>
                  <a:lnTo>
                    <a:pt x="7251" y="12"/>
                  </a:lnTo>
                  <a:lnTo>
                    <a:pt x="7289" y="228"/>
                  </a:lnTo>
                  <a:lnTo>
                    <a:pt x="7289" y="393"/>
                  </a:lnTo>
                  <a:lnTo>
                    <a:pt x="7289" y="609"/>
                  </a:lnTo>
                  <a:lnTo>
                    <a:pt x="7378" y="482"/>
                  </a:lnTo>
                  <a:lnTo>
                    <a:pt x="7556" y="673"/>
                  </a:lnTo>
                  <a:lnTo>
                    <a:pt x="7505" y="482"/>
                  </a:lnTo>
                  <a:lnTo>
                    <a:pt x="7569" y="177"/>
                  </a:lnTo>
                  <a:lnTo>
                    <a:pt x="7569" y="12"/>
                  </a:lnTo>
                  <a:close/>
                </a:path>
                <a:path w="10795" h="11430">
                  <a:moveTo>
                    <a:pt x="7594" y="3683"/>
                  </a:moveTo>
                  <a:lnTo>
                    <a:pt x="7366" y="3530"/>
                  </a:lnTo>
                  <a:lnTo>
                    <a:pt x="7327" y="3733"/>
                  </a:lnTo>
                  <a:lnTo>
                    <a:pt x="7378" y="4102"/>
                  </a:lnTo>
                  <a:lnTo>
                    <a:pt x="7416" y="3924"/>
                  </a:lnTo>
                  <a:lnTo>
                    <a:pt x="7569" y="4000"/>
                  </a:lnTo>
                  <a:lnTo>
                    <a:pt x="7505" y="3848"/>
                  </a:lnTo>
                  <a:lnTo>
                    <a:pt x="7594" y="3683"/>
                  </a:lnTo>
                  <a:close/>
                </a:path>
                <a:path w="10795" h="11430">
                  <a:moveTo>
                    <a:pt x="7632" y="723"/>
                  </a:moveTo>
                  <a:lnTo>
                    <a:pt x="7518" y="863"/>
                  </a:lnTo>
                  <a:lnTo>
                    <a:pt x="7632" y="723"/>
                  </a:lnTo>
                  <a:close/>
                </a:path>
                <a:path w="10795" h="11430">
                  <a:moveTo>
                    <a:pt x="7696" y="9791"/>
                  </a:moveTo>
                  <a:close/>
                </a:path>
                <a:path w="10795" h="11430">
                  <a:moveTo>
                    <a:pt x="7772" y="2425"/>
                  </a:moveTo>
                  <a:lnTo>
                    <a:pt x="7645" y="2298"/>
                  </a:lnTo>
                  <a:lnTo>
                    <a:pt x="7620" y="2527"/>
                  </a:lnTo>
                  <a:lnTo>
                    <a:pt x="7772" y="2425"/>
                  </a:lnTo>
                  <a:close/>
                </a:path>
                <a:path w="10795" h="11430">
                  <a:moveTo>
                    <a:pt x="7823" y="431"/>
                  </a:moveTo>
                  <a:lnTo>
                    <a:pt x="7721" y="114"/>
                  </a:lnTo>
                  <a:lnTo>
                    <a:pt x="7721" y="317"/>
                  </a:lnTo>
                  <a:close/>
                </a:path>
                <a:path w="10795" h="11430">
                  <a:moveTo>
                    <a:pt x="7874" y="3898"/>
                  </a:moveTo>
                  <a:close/>
                </a:path>
                <a:path w="10795" h="11430">
                  <a:moveTo>
                    <a:pt x="7886" y="457"/>
                  </a:moveTo>
                  <a:lnTo>
                    <a:pt x="7785" y="635"/>
                  </a:lnTo>
                  <a:lnTo>
                    <a:pt x="7886" y="457"/>
                  </a:lnTo>
                  <a:close/>
                </a:path>
                <a:path w="10795" h="11430">
                  <a:moveTo>
                    <a:pt x="7924" y="50"/>
                  </a:moveTo>
                  <a:lnTo>
                    <a:pt x="7861" y="241"/>
                  </a:lnTo>
                  <a:lnTo>
                    <a:pt x="7924" y="50"/>
                  </a:lnTo>
                  <a:close/>
                </a:path>
                <a:path w="10795" h="11430">
                  <a:moveTo>
                    <a:pt x="8051" y="1930"/>
                  </a:moveTo>
                  <a:lnTo>
                    <a:pt x="7988" y="1562"/>
                  </a:lnTo>
                  <a:lnTo>
                    <a:pt x="8013" y="1968"/>
                  </a:lnTo>
                  <a:close/>
                </a:path>
                <a:path w="10795" h="11430">
                  <a:moveTo>
                    <a:pt x="8102" y="1955"/>
                  </a:moveTo>
                  <a:lnTo>
                    <a:pt x="8026" y="2082"/>
                  </a:lnTo>
                  <a:lnTo>
                    <a:pt x="8102" y="1955"/>
                  </a:lnTo>
                  <a:close/>
                </a:path>
                <a:path w="10795" h="11430">
                  <a:moveTo>
                    <a:pt x="8204" y="2578"/>
                  </a:moveTo>
                  <a:lnTo>
                    <a:pt x="8178" y="2425"/>
                  </a:lnTo>
                  <a:lnTo>
                    <a:pt x="8140" y="2578"/>
                  </a:lnTo>
                  <a:close/>
                </a:path>
                <a:path w="10795" h="11430">
                  <a:moveTo>
                    <a:pt x="8229" y="1384"/>
                  </a:moveTo>
                  <a:lnTo>
                    <a:pt x="8077" y="1447"/>
                  </a:lnTo>
                  <a:lnTo>
                    <a:pt x="8229" y="1384"/>
                  </a:lnTo>
                  <a:close/>
                </a:path>
                <a:path w="10795" h="11430">
                  <a:moveTo>
                    <a:pt x="8331" y="457"/>
                  </a:moveTo>
                  <a:lnTo>
                    <a:pt x="8255" y="330"/>
                  </a:lnTo>
                  <a:lnTo>
                    <a:pt x="8267" y="457"/>
                  </a:lnTo>
                  <a:close/>
                </a:path>
                <a:path w="10795" h="11430">
                  <a:moveTo>
                    <a:pt x="8356" y="2413"/>
                  </a:moveTo>
                  <a:lnTo>
                    <a:pt x="8331" y="2247"/>
                  </a:lnTo>
                  <a:lnTo>
                    <a:pt x="8293" y="2095"/>
                  </a:lnTo>
                  <a:lnTo>
                    <a:pt x="8229" y="1905"/>
                  </a:lnTo>
                  <a:lnTo>
                    <a:pt x="8356" y="2413"/>
                  </a:lnTo>
                  <a:close/>
                </a:path>
                <a:path w="10795" h="11430">
                  <a:moveTo>
                    <a:pt x="8382" y="2476"/>
                  </a:moveTo>
                  <a:lnTo>
                    <a:pt x="8255" y="2425"/>
                  </a:lnTo>
                  <a:lnTo>
                    <a:pt x="8356" y="2717"/>
                  </a:lnTo>
                  <a:lnTo>
                    <a:pt x="8382" y="2476"/>
                  </a:lnTo>
                  <a:close/>
                </a:path>
                <a:path w="10795" h="11430">
                  <a:moveTo>
                    <a:pt x="8648" y="3187"/>
                  </a:moveTo>
                  <a:lnTo>
                    <a:pt x="8623" y="3530"/>
                  </a:lnTo>
                  <a:lnTo>
                    <a:pt x="8648" y="3187"/>
                  </a:lnTo>
                  <a:close/>
                </a:path>
                <a:path w="10795" h="11430">
                  <a:moveTo>
                    <a:pt x="10350" y="1092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3" name="object 173"/>
            <p:cNvSpPr/>
            <p:nvPr/>
          </p:nvSpPr>
          <p:spPr>
            <a:xfrm>
              <a:off x="4095940" y="1222768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>
                  <a:moveTo>
                    <a:pt x="4800" y="6718"/>
                  </a:moveTo>
                  <a:lnTo>
                    <a:pt x="4622" y="6756"/>
                  </a:lnTo>
                  <a:lnTo>
                    <a:pt x="4800" y="6718"/>
                  </a:lnTo>
                  <a:close/>
                </a:path>
                <a:path w="18414" h="6984">
                  <a:moveTo>
                    <a:pt x="5689" y="6680"/>
                  </a:moveTo>
                  <a:lnTo>
                    <a:pt x="5651" y="6540"/>
                  </a:lnTo>
                  <a:lnTo>
                    <a:pt x="5689" y="6680"/>
                  </a:lnTo>
                  <a:close/>
                </a:path>
                <a:path w="18414" h="6984">
                  <a:moveTo>
                    <a:pt x="5740" y="5092"/>
                  </a:moveTo>
                  <a:lnTo>
                    <a:pt x="5689" y="4762"/>
                  </a:lnTo>
                  <a:lnTo>
                    <a:pt x="5537" y="4800"/>
                  </a:lnTo>
                  <a:lnTo>
                    <a:pt x="5600" y="5080"/>
                  </a:lnTo>
                  <a:lnTo>
                    <a:pt x="5473" y="5092"/>
                  </a:lnTo>
                  <a:lnTo>
                    <a:pt x="5702" y="5168"/>
                  </a:lnTo>
                  <a:lnTo>
                    <a:pt x="5740" y="5295"/>
                  </a:lnTo>
                  <a:lnTo>
                    <a:pt x="5740" y="5092"/>
                  </a:lnTo>
                  <a:close/>
                </a:path>
                <a:path w="18414" h="6984">
                  <a:moveTo>
                    <a:pt x="6007" y="6096"/>
                  </a:moveTo>
                  <a:lnTo>
                    <a:pt x="5969" y="6223"/>
                  </a:lnTo>
                  <a:lnTo>
                    <a:pt x="6007" y="6096"/>
                  </a:lnTo>
                  <a:close/>
                </a:path>
                <a:path w="18414" h="6984">
                  <a:moveTo>
                    <a:pt x="6007" y="5613"/>
                  </a:moveTo>
                  <a:lnTo>
                    <a:pt x="5981" y="5168"/>
                  </a:lnTo>
                  <a:lnTo>
                    <a:pt x="5930" y="5359"/>
                  </a:lnTo>
                  <a:lnTo>
                    <a:pt x="6007" y="5613"/>
                  </a:lnTo>
                  <a:close/>
                </a:path>
                <a:path w="18414" h="6984">
                  <a:moveTo>
                    <a:pt x="6032" y="6261"/>
                  </a:moveTo>
                  <a:lnTo>
                    <a:pt x="6019" y="6464"/>
                  </a:lnTo>
                  <a:lnTo>
                    <a:pt x="6032" y="6261"/>
                  </a:lnTo>
                  <a:close/>
                </a:path>
                <a:path w="18414" h="6984">
                  <a:moveTo>
                    <a:pt x="6146" y="4610"/>
                  </a:moveTo>
                  <a:lnTo>
                    <a:pt x="6057" y="4749"/>
                  </a:lnTo>
                  <a:lnTo>
                    <a:pt x="6146" y="4610"/>
                  </a:lnTo>
                  <a:close/>
                </a:path>
                <a:path w="18414" h="6984">
                  <a:moveTo>
                    <a:pt x="6172" y="2095"/>
                  </a:moveTo>
                  <a:close/>
                </a:path>
                <a:path w="18414" h="6984">
                  <a:moveTo>
                    <a:pt x="6210" y="863"/>
                  </a:moveTo>
                  <a:lnTo>
                    <a:pt x="6083" y="863"/>
                  </a:lnTo>
                  <a:lnTo>
                    <a:pt x="6210" y="914"/>
                  </a:lnTo>
                  <a:close/>
                </a:path>
                <a:path w="18414" h="6984">
                  <a:moveTo>
                    <a:pt x="6223" y="2501"/>
                  </a:moveTo>
                  <a:close/>
                </a:path>
                <a:path w="18414" h="6984">
                  <a:moveTo>
                    <a:pt x="6248" y="1130"/>
                  </a:moveTo>
                  <a:lnTo>
                    <a:pt x="6108" y="1079"/>
                  </a:lnTo>
                  <a:lnTo>
                    <a:pt x="6134" y="1282"/>
                  </a:lnTo>
                  <a:lnTo>
                    <a:pt x="6248" y="1130"/>
                  </a:lnTo>
                  <a:close/>
                </a:path>
                <a:path w="18414" h="6984">
                  <a:moveTo>
                    <a:pt x="6261" y="2806"/>
                  </a:moveTo>
                  <a:lnTo>
                    <a:pt x="6184" y="2959"/>
                  </a:lnTo>
                  <a:lnTo>
                    <a:pt x="6261" y="2806"/>
                  </a:lnTo>
                  <a:close/>
                </a:path>
                <a:path w="18414" h="6984">
                  <a:moveTo>
                    <a:pt x="6273" y="5613"/>
                  </a:moveTo>
                  <a:close/>
                </a:path>
                <a:path w="18414" h="6984">
                  <a:moveTo>
                    <a:pt x="6273" y="1765"/>
                  </a:moveTo>
                  <a:lnTo>
                    <a:pt x="6248" y="1422"/>
                  </a:lnTo>
                  <a:lnTo>
                    <a:pt x="6096" y="1460"/>
                  </a:lnTo>
                  <a:lnTo>
                    <a:pt x="6096" y="1295"/>
                  </a:lnTo>
                  <a:lnTo>
                    <a:pt x="6083" y="1612"/>
                  </a:lnTo>
                  <a:lnTo>
                    <a:pt x="5956" y="736"/>
                  </a:lnTo>
                  <a:lnTo>
                    <a:pt x="6083" y="660"/>
                  </a:lnTo>
                  <a:lnTo>
                    <a:pt x="6083" y="533"/>
                  </a:lnTo>
                  <a:lnTo>
                    <a:pt x="5956" y="558"/>
                  </a:lnTo>
                  <a:lnTo>
                    <a:pt x="6184" y="469"/>
                  </a:lnTo>
                  <a:lnTo>
                    <a:pt x="6184" y="63"/>
                  </a:lnTo>
                  <a:lnTo>
                    <a:pt x="5918" y="63"/>
                  </a:lnTo>
                  <a:lnTo>
                    <a:pt x="0" y="63"/>
                  </a:lnTo>
                  <a:lnTo>
                    <a:pt x="0" y="5600"/>
                  </a:lnTo>
                  <a:lnTo>
                    <a:pt x="5613" y="5600"/>
                  </a:lnTo>
                  <a:lnTo>
                    <a:pt x="5715" y="5245"/>
                  </a:lnTo>
                  <a:lnTo>
                    <a:pt x="4953" y="5245"/>
                  </a:lnTo>
                  <a:lnTo>
                    <a:pt x="4902" y="4572"/>
                  </a:lnTo>
                  <a:lnTo>
                    <a:pt x="4648" y="4572"/>
                  </a:lnTo>
                  <a:lnTo>
                    <a:pt x="4622" y="4343"/>
                  </a:lnTo>
                  <a:lnTo>
                    <a:pt x="5524" y="4343"/>
                  </a:lnTo>
                  <a:lnTo>
                    <a:pt x="5905" y="4343"/>
                  </a:lnTo>
                  <a:lnTo>
                    <a:pt x="5829" y="4495"/>
                  </a:lnTo>
                  <a:lnTo>
                    <a:pt x="5803" y="4356"/>
                  </a:lnTo>
                  <a:lnTo>
                    <a:pt x="5651" y="4356"/>
                  </a:lnTo>
                  <a:lnTo>
                    <a:pt x="5753" y="4610"/>
                  </a:lnTo>
                  <a:lnTo>
                    <a:pt x="5778" y="4787"/>
                  </a:lnTo>
                  <a:lnTo>
                    <a:pt x="5892" y="4584"/>
                  </a:lnTo>
                  <a:lnTo>
                    <a:pt x="5918" y="4343"/>
                  </a:lnTo>
                  <a:lnTo>
                    <a:pt x="6134" y="4343"/>
                  </a:lnTo>
                  <a:lnTo>
                    <a:pt x="5994" y="3187"/>
                  </a:lnTo>
                  <a:lnTo>
                    <a:pt x="6057" y="2451"/>
                  </a:lnTo>
                  <a:lnTo>
                    <a:pt x="6134" y="2286"/>
                  </a:lnTo>
                  <a:lnTo>
                    <a:pt x="4889" y="2184"/>
                  </a:lnTo>
                  <a:lnTo>
                    <a:pt x="4826" y="1993"/>
                  </a:lnTo>
                  <a:lnTo>
                    <a:pt x="6045" y="1993"/>
                  </a:lnTo>
                  <a:lnTo>
                    <a:pt x="6032" y="1765"/>
                  </a:lnTo>
                  <a:lnTo>
                    <a:pt x="6134" y="1981"/>
                  </a:lnTo>
                  <a:lnTo>
                    <a:pt x="6172" y="1790"/>
                  </a:lnTo>
                  <a:close/>
                </a:path>
                <a:path w="18414" h="6984">
                  <a:moveTo>
                    <a:pt x="6337" y="5613"/>
                  </a:moveTo>
                  <a:close/>
                </a:path>
                <a:path w="18414" h="6984">
                  <a:moveTo>
                    <a:pt x="6426" y="2273"/>
                  </a:moveTo>
                  <a:lnTo>
                    <a:pt x="6413" y="2133"/>
                  </a:lnTo>
                  <a:lnTo>
                    <a:pt x="6426" y="2273"/>
                  </a:lnTo>
                  <a:close/>
                </a:path>
                <a:path w="18414" h="6984">
                  <a:moveTo>
                    <a:pt x="6489" y="2463"/>
                  </a:moveTo>
                  <a:close/>
                </a:path>
                <a:path w="18414" h="6984">
                  <a:moveTo>
                    <a:pt x="6502" y="1511"/>
                  </a:moveTo>
                  <a:lnTo>
                    <a:pt x="6324" y="1638"/>
                  </a:lnTo>
                  <a:lnTo>
                    <a:pt x="6362" y="1828"/>
                  </a:lnTo>
                  <a:lnTo>
                    <a:pt x="6248" y="2032"/>
                  </a:lnTo>
                  <a:lnTo>
                    <a:pt x="6210" y="2400"/>
                  </a:lnTo>
                  <a:lnTo>
                    <a:pt x="6311" y="2273"/>
                  </a:lnTo>
                  <a:lnTo>
                    <a:pt x="6324" y="1930"/>
                  </a:lnTo>
                  <a:lnTo>
                    <a:pt x="6451" y="1701"/>
                  </a:lnTo>
                  <a:lnTo>
                    <a:pt x="6502" y="1511"/>
                  </a:lnTo>
                  <a:close/>
                </a:path>
                <a:path w="18414" h="6984">
                  <a:moveTo>
                    <a:pt x="6540" y="6642"/>
                  </a:moveTo>
                  <a:lnTo>
                    <a:pt x="6413" y="6642"/>
                  </a:lnTo>
                  <a:lnTo>
                    <a:pt x="6426" y="6794"/>
                  </a:lnTo>
                  <a:lnTo>
                    <a:pt x="6540" y="6642"/>
                  </a:lnTo>
                  <a:close/>
                </a:path>
                <a:path w="18414" h="6984">
                  <a:moveTo>
                    <a:pt x="6680" y="4394"/>
                  </a:moveTo>
                  <a:lnTo>
                    <a:pt x="6553" y="4432"/>
                  </a:lnTo>
                  <a:lnTo>
                    <a:pt x="6680" y="4394"/>
                  </a:lnTo>
                  <a:close/>
                </a:path>
                <a:path w="18414" h="6984">
                  <a:moveTo>
                    <a:pt x="6819" y="5575"/>
                  </a:moveTo>
                  <a:close/>
                </a:path>
                <a:path w="18414" h="6984">
                  <a:moveTo>
                    <a:pt x="6883" y="5575"/>
                  </a:moveTo>
                  <a:close/>
                </a:path>
                <a:path w="18414" h="6984">
                  <a:moveTo>
                    <a:pt x="6883" y="1892"/>
                  </a:moveTo>
                  <a:lnTo>
                    <a:pt x="6781" y="2057"/>
                  </a:lnTo>
                  <a:lnTo>
                    <a:pt x="6731" y="1930"/>
                  </a:lnTo>
                  <a:lnTo>
                    <a:pt x="6692" y="2286"/>
                  </a:lnTo>
                  <a:lnTo>
                    <a:pt x="6807" y="2108"/>
                  </a:lnTo>
                  <a:lnTo>
                    <a:pt x="6832" y="1943"/>
                  </a:lnTo>
                  <a:close/>
                </a:path>
                <a:path w="18414" h="6984">
                  <a:moveTo>
                    <a:pt x="6946" y="3848"/>
                  </a:moveTo>
                  <a:lnTo>
                    <a:pt x="6807" y="3848"/>
                  </a:lnTo>
                  <a:lnTo>
                    <a:pt x="6946" y="3848"/>
                  </a:lnTo>
                  <a:close/>
                </a:path>
                <a:path w="18414" h="6984">
                  <a:moveTo>
                    <a:pt x="7086" y="6667"/>
                  </a:moveTo>
                  <a:lnTo>
                    <a:pt x="6959" y="6667"/>
                  </a:lnTo>
                  <a:lnTo>
                    <a:pt x="7086" y="6667"/>
                  </a:lnTo>
                  <a:close/>
                </a:path>
                <a:path w="18414" h="6984">
                  <a:moveTo>
                    <a:pt x="7213" y="2717"/>
                  </a:moveTo>
                  <a:lnTo>
                    <a:pt x="7137" y="2857"/>
                  </a:lnTo>
                  <a:lnTo>
                    <a:pt x="7213" y="2717"/>
                  </a:lnTo>
                  <a:close/>
                </a:path>
                <a:path w="18414" h="6984">
                  <a:moveTo>
                    <a:pt x="7239" y="12"/>
                  </a:moveTo>
                  <a:lnTo>
                    <a:pt x="7188" y="279"/>
                  </a:lnTo>
                  <a:lnTo>
                    <a:pt x="7239" y="12"/>
                  </a:lnTo>
                  <a:close/>
                </a:path>
                <a:path w="18414" h="6984">
                  <a:moveTo>
                    <a:pt x="7315" y="685"/>
                  </a:moveTo>
                  <a:lnTo>
                    <a:pt x="7251" y="850"/>
                  </a:lnTo>
                  <a:lnTo>
                    <a:pt x="7315" y="685"/>
                  </a:lnTo>
                  <a:close/>
                </a:path>
                <a:path w="18414" h="6984">
                  <a:moveTo>
                    <a:pt x="7480" y="3162"/>
                  </a:moveTo>
                  <a:close/>
                </a:path>
                <a:path w="18414" h="6984">
                  <a:moveTo>
                    <a:pt x="7569" y="0"/>
                  </a:moveTo>
                  <a:lnTo>
                    <a:pt x="7429" y="279"/>
                  </a:lnTo>
                  <a:lnTo>
                    <a:pt x="7454" y="482"/>
                  </a:lnTo>
                  <a:lnTo>
                    <a:pt x="7315" y="317"/>
                  </a:lnTo>
                  <a:lnTo>
                    <a:pt x="7391" y="127"/>
                  </a:lnTo>
                  <a:lnTo>
                    <a:pt x="7353" y="0"/>
                  </a:lnTo>
                  <a:lnTo>
                    <a:pt x="7226" y="0"/>
                  </a:lnTo>
                  <a:lnTo>
                    <a:pt x="7289" y="254"/>
                  </a:lnTo>
                  <a:lnTo>
                    <a:pt x="7289" y="406"/>
                  </a:lnTo>
                  <a:lnTo>
                    <a:pt x="7289" y="609"/>
                  </a:lnTo>
                  <a:lnTo>
                    <a:pt x="7378" y="457"/>
                  </a:lnTo>
                  <a:lnTo>
                    <a:pt x="7556" y="660"/>
                  </a:lnTo>
                  <a:lnTo>
                    <a:pt x="7505" y="457"/>
                  </a:lnTo>
                  <a:lnTo>
                    <a:pt x="7569" y="152"/>
                  </a:lnTo>
                  <a:lnTo>
                    <a:pt x="7569" y="0"/>
                  </a:lnTo>
                  <a:close/>
                </a:path>
                <a:path w="18414" h="6984">
                  <a:moveTo>
                    <a:pt x="7594" y="3683"/>
                  </a:moveTo>
                  <a:lnTo>
                    <a:pt x="7366" y="3556"/>
                  </a:lnTo>
                  <a:lnTo>
                    <a:pt x="7327" y="3746"/>
                  </a:lnTo>
                  <a:lnTo>
                    <a:pt x="7378" y="4114"/>
                  </a:lnTo>
                  <a:lnTo>
                    <a:pt x="7416" y="3949"/>
                  </a:lnTo>
                  <a:lnTo>
                    <a:pt x="7569" y="4013"/>
                  </a:lnTo>
                  <a:lnTo>
                    <a:pt x="7505" y="3860"/>
                  </a:lnTo>
                  <a:lnTo>
                    <a:pt x="7594" y="3683"/>
                  </a:lnTo>
                  <a:close/>
                </a:path>
                <a:path w="18414" h="6984">
                  <a:moveTo>
                    <a:pt x="7632" y="723"/>
                  </a:moveTo>
                  <a:lnTo>
                    <a:pt x="7518" y="850"/>
                  </a:lnTo>
                  <a:lnTo>
                    <a:pt x="7632" y="723"/>
                  </a:lnTo>
                  <a:close/>
                </a:path>
                <a:path w="18414" h="6984">
                  <a:moveTo>
                    <a:pt x="7696" y="6832"/>
                  </a:moveTo>
                  <a:close/>
                </a:path>
                <a:path w="18414" h="6984">
                  <a:moveTo>
                    <a:pt x="7772" y="2425"/>
                  </a:moveTo>
                  <a:lnTo>
                    <a:pt x="7645" y="2298"/>
                  </a:lnTo>
                  <a:lnTo>
                    <a:pt x="7620" y="2540"/>
                  </a:lnTo>
                  <a:lnTo>
                    <a:pt x="7772" y="2425"/>
                  </a:lnTo>
                  <a:close/>
                </a:path>
                <a:path w="18414" h="6984">
                  <a:moveTo>
                    <a:pt x="7874" y="3924"/>
                  </a:moveTo>
                  <a:close/>
                </a:path>
                <a:path w="18414" h="6984">
                  <a:moveTo>
                    <a:pt x="7924" y="38"/>
                  </a:moveTo>
                  <a:lnTo>
                    <a:pt x="7861" y="215"/>
                  </a:lnTo>
                  <a:lnTo>
                    <a:pt x="7924" y="38"/>
                  </a:lnTo>
                  <a:close/>
                </a:path>
                <a:path w="18414" h="6984">
                  <a:moveTo>
                    <a:pt x="8051" y="1943"/>
                  </a:moveTo>
                  <a:lnTo>
                    <a:pt x="7988" y="1587"/>
                  </a:lnTo>
                  <a:lnTo>
                    <a:pt x="8013" y="1993"/>
                  </a:lnTo>
                  <a:close/>
                </a:path>
                <a:path w="18414" h="6984">
                  <a:moveTo>
                    <a:pt x="8102" y="1981"/>
                  </a:moveTo>
                  <a:lnTo>
                    <a:pt x="8026" y="2108"/>
                  </a:lnTo>
                  <a:lnTo>
                    <a:pt x="8102" y="1981"/>
                  </a:lnTo>
                  <a:close/>
                </a:path>
                <a:path w="18414" h="6984">
                  <a:moveTo>
                    <a:pt x="8204" y="2590"/>
                  </a:moveTo>
                  <a:lnTo>
                    <a:pt x="8178" y="2438"/>
                  </a:lnTo>
                  <a:lnTo>
                    <a:pt x="8140" y="2590"/>
                  </a:lnTo>
                  <a:close/>
                </a:path>
                <a:path w="18414" h="6984">
                  <a:moveTo>
                    <a:pt x="8229" y="1397"/>
                  </a:moveTo>
                  <a:lnTo>
                    <a:pt x="8077" y="1460"/>
                  </a:lnTo>
                  <a:lnTo>
                    <a:pt x="8229" y="1397"/>
                  </a:lnTo>
                  <a:close/>
                </a:path>
                <a:path w="18414" h="6984">
                  <a:moveTo>
                    <a:pt x="8331" y="469"/>
                  </a:moveTo>
                  <a:lnTo>
                    <a:pt x="8255" y="342"/>
                  </a:lnTo>
                  <a:lnTo>
                    <a:pt x="8267" y="469"/>
                  </a:lnTo>
                  <a:close/>
                </a:path>
                <a:path w="18414" h="6984">
                  <a:moveTo>
                    <a:pt x="8356" y="2413"/>
                  </a:moveTo>
                  <a:lnTo>
                    <a:pt x="8331" y="2222"/>
                  </a:lnTo>
                  <a:lnTo>
                    <a:pt x="8293" y="2095"/>
                  </a:lnTo>
                  <a:lnTo>
                    <a:pt x="8229" y="1905"/>
                  </a:lnTo>
                  <a:lnTo>
                    <a:pt x="8356" y="2413"/>
                  </a:lnTo>
                  <a:close/>
                </a:path>
                <a:path w="18414" h="6984">
                  <a:moveTo>
                    <a:pt x="8382" y="2476"/>
                  </a:moveTo>
                  <a:lnTo>
                    <a:pt x="8255" y="2425"/>
                  </a:lnTo>
                  <a:lnTo>
                    <a:pt x="8356" y="2717"/>
                  </a:lnTo>
                  <a:lnTo>
                    <a:pt x="8382" y="2476"/>
                  </a:lnTo>
                  <a:close/>
                </a:path>
                <a:path w="18414" h="6984">
                  <a:moveTo>
                    <a:pt x="8648" y="3200"/>
                  </a:moveTo>
                  <a:lnTo>
                    <a:pt x="8623" y="3556"/>
                  </a:lnTo>
                  <a:lnTo>
                    <a:pt x="8648" y="3200"/>
                  </a:lnTo>
                  <a:close/>
                </a:path>
                <a:path w="18414" h="6984">
                  <a:moveTo>
                    <a:pt x="10350" y="1130"/>
                  </a:moveTo>
                  <a:close/>
                </a:path>
                <a:path w="18414" h="6984">
                  <a:moveTo>
                    <a:pt x="18034" y="12"/>
                  </a:moveTo>
                  <a:lnTo>
                    <a:pt x="18021" y="254"/>
                  </a:lnTo>
                  <a:lnTo>
                    <a:pt x="18034" y="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4" name="object 174"/>
            <p:cNvSpPr/>
            <p:nvPr/>
          </p:nvSpPr>
          <p:spPr>
            <a:xfrm>
              <a:off x="4095953" y="1228343"/>
              <a:ext cx="8890" cy="8255"/>
            </a:xfrm>
            <a:custGeom>
              <a:avLst/>
              <a:gdLst/>
              <a:ahLst/>
              <a:cxnLst/>
              <a:rect l="l" t="t" r="r" b="b"/>
              <a:pathLst>
                <a:path w="8889" h="8255">
                  <a:moveTo>
                    <a:pt x="5435" y="38"/>
                  </a:moveTo>
                  <a:lnTo>
                    <a:pt x="4813" y="38"/>
                  </a:lnTo>
                  <a:lnTo>
                    <a:pt x="0" y="38"/>
                  </a:lnTo>
                  <a:lnTo>
                    <a:pt x="0" y="723"/>
                  </a:lnTo>
                  <a:lnTo>
                    <a:pt x="4851" y="723"/>
                  </a:lnTo>
                  <a:lnTo>
                    <a:pt x="5435" y="38"/>
                  </a:lnTo>
                  <a:close/>
                </a:path>
                <a:path w="8889" h="8255">
                  <a:moveTo>
                    <a:pt x="5727" y="292"/>
                  </a:moveTo>
                  <a:lnTo>
                    <a:pt x="5689" y="431"/>
                  </a:lnTo>
                  <a:lnTo>
                    <a:pt x="5562" y="444"/>
                  </a:lnTo>
                  <a:lnTo>
                    <a:pt x="5537" y="38"/>
                  </a:lnTo>
                  <a:lnTo>
                    <a:pt x="4851" y="723"/>
                  </a:lnTo>
                  <a:lnTo>
                    <a:pt x="5537" y="723"/>
                  </a:lnTo>
                  <a:lnTo>
                    <a:pt x="5588" y="850"/>
                  </a:lnTo>
                  <a:lnTo>
                    <a:pt x="5689" y="482"/>
                  </a:lnTo>
                  <a:lnTo>
                    <a:pt x="5727" y="292"/>
                  </a:lnTo>
                  <a:close/>
                </a:path>
                <a:path w="8889" h="8255">
                  <a:moveTo>
                    <a:pt x="5994" y="0"/>
                  </a:moveTo>
                  <a:lnTo>
                    <a:pt x="5918" y="228"/>
                  </a:lnTo>
                  <a:lnTo>
                    <a:pt x="5969" y="419"/>
                  </a:lnTo>
                  <a:lnTo>
                    <a:pt x="5994" y="0"/>
                  </a:lnTo>
                  <a:close/>
                </a:path>
                <a:path w="8889" h="8255">
                  <a:moveTo>
                    <a:pt x="6070" y="4940"/>
                  </a:moveTo>
                  <a:lnTo>
                    <a:pt x="5943" y="4864"/>
                  </a:lnTo>
                  <a:lnTo>
                    <a:pt x="5943" y="5029"/>
                  </a:lnTo>
                  <a:lnTo>
                    <a:pt x="6070" y="5041"/>
                  </a:lnTo>
                  <a:close/>
                </a:path>
                <a:path w="8889" h="8255">
                  <a:moveTo>
                    <a:pt x="6134" y="3352"/>
                  </a:moveTo>
                  <a:lnTo>
                    <a:pt x="6121" y="3175"/>
                  </a:lnTo>
                  <a:lnTo>
                    <a:pt x="5994" y="3136"/>
                  </a:lnTo>
                  <a:lnTo>
                    <a:pt x="6070" y="3276"/>
                  </a:lnTo>
                  <a:lnTo>
                    <a:pt x="6045" y="3403"/>
                  </a:lnTo>
                  <a:close/>
                </a:path>
                <a:path w="8889" h="8255">
                  <a:moveTo>
                    <a:pt x="6134" y="1219"/>
                  </a:moveTo>
                  <a:lnTo>
                    <a:pt x="5600" y="2425"/>
                  </a:lnTo>
                  <a:lnTo>
                    <a:pt x="6057" y="1219"/>
                  </a:lnTo>
                  <a:lnTo>
                    <a:pt x="5905" y="1219"/>
                  </a:lnTo>
                  <a:lnTo>
                    <a:pt x="5905" y="1028"/>
                  </a:lnTo>
                  <a:lnTo>
                    <a:pt x="5867" y="1219"/>
                  </a:lnTo>
                  <a:lnTo>
                    <a:pt x="5765" y="1066"/>
                  </a:lnTo>
                  <a:lnTo>
                    <a:pt x="5867" y="1219"/>
                  </a:lnTo>
                  <a:lnTo>
                    <a:pt x="5867" y="977"/>
                  </a:lnTo>
                  <a:lnTo>
                    <a:pt x="5765" y="812"/>
                  </a:lnTo>
                  <a:lnTo>
                    <a:pt x="5740" y="965"/>
                  </a:lnTo>
                  <a:lnTo>
                    <a:pt x="5638" y="1219"/>
                  </a:lnTo>
                  <a:lnTo>
                    <a:pt x="4508" y="1219"/>
                  </a:lnTo>
                  <a:lnTo>
                    <a:pt x="4495" y="927"/>
                  </a:lnTo>
                  <a:lnTo>
                    <a:pt x="0" y="927"/>
                  </a:lnTo>
                  <a:lnTo>
                    <a:pt x="0" y="5562"/>
                  </a:lnTo>
                  <a:lnTo>
                    <a:pt x="5943" y="5562"/>
                  </a:lnTo>
                  <a:lnTo>
                    <a:pt x="5930" y="4203"/>
                  </a:lnTo>
                  <a:lnTo>
                    <a:pt x="5918" y="3949"/>
                  </a:lnTo>
                  <a:lnTo>
                    <a:pt x="5791" y="4203"/>
                  </a:lnTo>
                  <a:lnTo>
                    <a:pt x="5753" y="3949"/>
                  </a:lnTo>
                  <a:lnTo>
                    <a:pt x="4699" y="3949"/>
                  </a:lnTo>
                  <a:lnTo>
                    <a:pt x="4864" y="3429"/>
                  </a:lnTo>
                  <a:lnTo>
                    <a:pt x="5918" y="3429"/>
                  </a:lnTo>
                  <a:lnTo>
                    <a:pt x="5892" y="2425"/>
                  </a:lnTo>
                  <a:lnTo>
                    <a:pt x="6045" y="2425"/>
                  </a:lnTo>
                  <a:lnTo>
                    <a:pt x="6134" y="1219"/>
                  </a:lnTo>
                  <a:close/>
                </a:path>
                <a:path w="8889" h="8255">
                  <a:moveTo>
                    <a:pt x="6134" y="990"/>
                  </a:moveTo>
                  <a:lnTo>
                    <a:pt x="6045" y="850"/>
                  </a:lnTo>
                  <a:lnTo>
                    <a:pt x="6070" y="1016"/>
                  </a:lnTo>
                  <a:close/>
                </a:path>
                <a:path w="8889" h="8255">
                  <a:moveTo>
                    <a:pt x="6159" y="7594"/>
                  </a:moveTo>
                  <a:lnTo>
                    <a:pt x="6121" y="7467"/>
                  </a:lnTo>
                  <a:lnTo>
                    <a:pt x="6045" y="7670"/>
                  </a:lnTo>
                  <a:close/>
                </a:path>
                <a:path w="8889" h="8255">
                  <a:moveTo>
                    <a:pt x="6159" y="3505"/>
                  </a:moveTo>
                  <a:close/>
                </a:path>
                <a:path w="8889" h="8255">
                  <a:moveTo>
                    <a:pt x="6210" y="3098"/>
                  </a:moveTo>
                  <a:close/>
                </a:path>
                <a:path w="8889" h="8255">
                  <a:moveTo>
                    <a:pt x="6235" y="4483"/>
                  </a:moveTo>
                  <a:lnTo>
                    <a:pt x="6121" y="4330"/>
                  </a:lnTo>
                  <a:lnTo>
                    <a:pt x="6083" y="4546"/>
                  </a:lnTo>
                  <a:lnTo>
                    <a:pt x="6235" y="4483"/>
                  </a:lnTo>
                  <a:close/>
                </a:path>
                <a:path w="8889" h="8255">
                  <a:moveTo>
                    <a:pt x="6248" y="4584"/>
                  </a:moveTo>
                  <a:lnTo>
                    <a:pt x="6083" y="4699"/>
                  </a:lnTo>
                  <a:lnTo>
                    <a:pt x="6248" y="4584"/>
                  </a:lnTo>
                  <a:close/>
                </a:path>
                <a:path w="8889" h="8255">
                  <a:moveTo>
                    <a:pt x="6248" y="2794"/>
                  </a:moveTo>
                  <a:lnTo>
                    <a:pt x="6172" y="2641"/>
                  </a:lnTo>
                  <a:lnTo>
                    <a:pt x="6248" y="2794"/>
                  </a:lnTo>
                  <a:close/>
                </a:path>
                <a:path w="8889" h="8255">
                  <a:moveTo>
                    <a:pt x="6261" y="3822"/>
                  </a:moveTo>
                  <a:lnTo>
                    <a:pt x="6121" y="3619"/>
                  </a:lnTo>
                  <a:lnTo>
                    <a:pt x="6083" y="3835"/>
                  </a:lnTo>
                  <a:lnTo>
                    <a:pt x="6019" y="4051"/>
                  </a:lnTo>
                  <a:lnTo>
                    <a:pt x="6019" y="4305"/>
                  </a:lnTo>
                  <a:lnTo>
                    <a:pt x="6083" y="4127"/>
                  </a:lnTo>
                  <a:lnTo>
                    <a:pt x="6235" y="4165"/>
                  </a:lnTo>
                  <a:lnTo>
                    <a:pt x="6197" y="3822"/>
                  </a:lnTo>
                  <a:close/>
                </a:path>
                <a:path w="8889" h="8255">
                  <a:moveTo>
                    <a:pt x="6261" y="0"/>
                  </a:moveTo>
                  <a:close/>
                </a:path>
                <a:path w="8889" h="8255">
                  <a:moveTo>
                    <a:pt x="6324" y="0"/>
                  </a:moveTo>
                  <a:close/>
                </a:path>
                <a:path w="8889" h="8255">
                  <a:moveTo>
                    <a:pt x="6350" y="3454"/>
                  </a:moveTo>
                  <a:lnTo>
                    <a:pt x="6299" y="3314"/>
                  </a:lnTo>
                  <a:lnTo>
                    <a:pt x="6197" y="3187"/>
                  </a:lnTo>
                  <a:lnTo>
                    <a:pt x="6197" y="3619"/>
                  </a:lnTo>
                  <a:lnTo>
                    <a:pt x="6350" y="3759"/>
                  </a:lnTo>
                  <a:lnTo>
                    <a:pt x="6350" y="3454"/>
                  </a:lnTo>
                  <a:close/>
                </a:path>
                <a:path w="8889" h="8255">
                  <a:moveTo>
                    <a:pt x="6413" y="3327"/>
                  </a:moveTo>
                  <a:lnTo>
                    <a:pt x="6400" y="3467"/>
                  </a:lnTo>
                  <a:lnTo>
                    <a:pt x="6413" y="3327"/>
                  </a:lnTo>
                  <a:close/>
                </a:path>
                <a:path w="8889" h="8255">
                  <a:moveTo>
                    <a:pt x="6477" y="3149"/>
                  </a:moveTo>
                  <a:lnTo>
                    <a:pt x="6451" y="3009"/>
                  </a:lnTo>
                  <a:lnTo>
                    <a:pt x="6477" y="3149"/>
                  </a:lnTo>
                  <a:close/>
                </a:path>
                <a:path w="8889" h="8255">
                  <a:moveTo>
                    <a:pt x="6477" y="1397"/>
                  </a:moveTo>
                  <a:lnTo>
                    <a:pt x="6451" y="1244"/>
                  </a:lnTo>
                  <a:lnTo>
                    <a:pt x="6477" y="1397"/>
                  </a:lnTo>
                  <a:close/>
                </a:path>
                <a:path w="8889" h="8255">
                  <a:moveTo>
                    <a:pt x="6489" y="4089"/>
                  </a:moveTo>
                  <a:lnTo>
                    <a:pt x="6438" y="3898"/>
                  </a:lnTo>
                  <a:lnTo>
                    <a:pt x="6350" y="3759"/>
                  </a:lnTo>
                  <a:lnTo>
                    <a:pt x="6311" y="3949"/>
                  </a:lnTo>
                  <a:lnTo>
                    <a:pt x="6489" y="4089"/>
                  </a:lnTo>
                  <a:close/>
                </a:path>
                <a:path w="8889" h="8255">
                  <a:moveTo>
                    <a:pt x="6667" y="1193"/>
                  </a:moveTo>
                  <a:lnTo>
                    <a:pt x="6540" y="1168"/>
                  </a:lnTo>
                  <a:lnTo>
                    <a:pt x="6629" y="1320"/>
                  </a:lnTo>
                  <a:lnTo>
                    <a:pt x="6667" y="1193"/>
                  </a:lnTo>
                  <a:close/>
                </a:path>
                <a:path w="8889" h="8255">
                  <a:moveTo>
                    <a:pt x="6794" y="7594"/>
                  </a:moveTo>
                  <a:lnTo>
                    <a:pt x="6718" y="7416"/>
                  </a:lnTo>
                  <a:lnTo>
                    <a:pt x="6680" y="7772"/>
                  </a:lnTo>
                  <a:lnTo>
                    <a:pt x="6794" y="7594"/>
                  </a:lnTo>
                  <a:close/>
                </a:path>
                <a:path w="8889" h="8255">
                  <a:moveTo>
                    <a:pt x="6870" y="3708"/>
                  </a:moveTo>
                  <a:lnTo>
                    <a:pt x="6845" y="3505"/>
                  </a:lnTo>
                  <a:lnTo>
                    <a:pt x="6680" y="3314"/>
                  </a:lnTo>
                  <a:lnTo>
                    <a:pt x="6718" y="3657"/>
                  </a:lnTo>
                  <a:lnTo>
                    <a:pt x="6870" y="3708"/>
                  </a:lnTo>
                  <a:close/>
                </a:path>
                <a:path w="8889" h="8255">
                  <a:moveTo>
                    <a:pt x="6870" y="1943"/>
                  </a:moveTo>
                  <a:lnTo>
                    <a:pt x="6769" y="1790"/>
                  </a:lnTo>
                  <a:lnTo>
                    <a:pt x="6870" y="1943"/>
                  </a:lnTo>
                  <a:close/>
                </a:path>
                <a:path w="8889" h="8255">
                  <a:moveTo>
                    <a:pt x="6870" y="0"/>
                  </a:moveTo>
                  <a:close/>
                </a:path>
                <a:path w="8889" h="8255">
                  <a:moveTo>
                    <a:pt x="6934" y="1765"/>
                  </a:moveTo>
                  <a:lnTo>
                    <a:pt x="6794" y="1765"/>
                  </a:lnTo>
                  <a:lnTo>
                    <a:pt x="6934" y="1765"/>
                  </a:lnTo>
                  <a:close/>
                </a:path>
                <a:path w="8889" h="8255">
                  <a:moveTo>
                    <a:pt x="7200" y="2882"/>
                  </a:moveTo>
                  <a:lnTo>
                    <a:pt x="7188" y="2743"/>
                  </a:lnTo>
                  <a:lnTo>
                    <a:pt x="7124" y="2882"/>
                  </a:lnTo>
                  <a:close/>
                </a:path>
                <a:path w="8889" h="8255">
                  <a:moveTo>
                    <a:pt x="7226" y="5575"/>
                  </a:moveTo>
                  <a:lnTo>
                    <a:pt x="7175" y="5334"/>
                  </a:lnTo>
                  <a:lnTo>
                    <a:pt x="7175" y="5575"/>
                  </a:lnTo>
                  <a:close/>
                </a:path>
                <a:path w="8889" h="8255">
                  <a:moveTo>
                    <a:pt x="7315" y="1600"/>
                  </a:moveTo>
                  <a:lnTo>
                    <a:pt x="7277" y="1435"/>
                  </a:lnTo>
                  <a:lnTo>
                    <a:pt x="7277" y="1600"/>
                  </a:lnTo>
                  <a:close/>
                </a:path>
                <a:path w="8889" h="8255">
                  <a:moveTo>
                    <a:pt x="7467" y="2425"/>
                  </a:moveTo>
                  <a:lnTo>
                    <a:pt x="7429" y="2552"/>
                  </a:lnTo>
                  <a:lnTo>
                    <a:pt x="7467" y="2425"/>
                  </a:lnTo>
                  <a:close/>
                </a:path>
                <a:path w="8889" h="8255">
                  <a:moveTo>
                    <a:pt x="7556" y="5435"/>
                  </a:moveTo>
                  <a:lnTo>
                    <a:pt x="7493" y="5130"/>
                  </a:lnTo>
                  <a:lnTo>
                    <a:pt x="7543" y="4927"/>
                  </a:lnTo>
                  <a:lnTo>
                    <a:pt x="7366" y="5130"/>
                  </a:lnTo>
                  <a:lnTo>
                    <a:pt x="7302" y="4902"/>
                  </a:lnTo>
                  <a:lnTo>
                    <a:pt x="7239" y="4737"/>
                  </a:lnTo>
                  <a:lnTo>
                    <a:pt x="7277" y="4978"/>
                  </a:lnTo>
                  <a:lnTo>
                    <a:pt x="7226" y="5194"/>
                  </a:lnTo>
                  <a:lnTo>
                    <a:pt x="7277" y="5334"/>
                  </a:lnTo>
                  <a:lnTo>
                    <a:pt x="7239" y="5575"/>
                  </a:lnTo>
                  <a:lnTo>
                    <a:pt x="7378" y="5473"/>
                  </a:lnTo>
                  <a:lnTo>
                    <a:pt x="7302" y="5283"/>
                  </a:lnTo>
                  <a:lnTo>
                    <a:pt x="7442" y="5130"/>
                  </a:lnTo>
                  <a:lnTo>
                    <a:pt x="7429" y="5346"/>
                  </a:lnTo>
                  <a:lnTo>
                    <a:pt x="7480" y="5511"/>
                  </a:lnTo>
                  <a:close/>
                </a:path>
                <a:path w="8889" h="8255">
                  <a:moveTo>
                    <a:pt x="7581" y="1905"/>
                  </a:moveTo>
                  <a:lnTo>
                    <a:pt x="7493" y="1727"/>
                  </a:lnTo>
                  <a:lnTo>
                    <a:pt x="7556" y="1574"/>
                  </a:lnTo>
                  <a:lnTo>
                    <a:pt x="7404" y="1651"/>
                  </a:lnTo>
                  <a:lnTo>
                    <a:pt x="7467" y="1397"/>
                  </a:lnTo>
                  <a:lnTo>
                    <a:pt x="7391" y="1841"/>
                  </a:lnTo>
                  <a:lnTo>
                    <a:pt x="7353" y="2044"/>
                  </a:lnTo>
                  <a:lnTo>
                    <a:pt x="7493" y="1905"/>
                  </a:lnTo>
                  <a:close/>
                </a:path>
                <a:path w="8889" h="8255">
                  <a:moveTo>
                    <a:pt x="7620" y="6223"/>
                  </a:moveTo>
                  <a:lnTo>
                    <a:pt x="7505" y="6350"/>
                  </a:lnTo>
                  <a:lnTo>
                    <a:pt x="7620" y="6223"/>
                  </a:lnTo>
                  <a:close/>
                </a:path>
                <a:path w="8889" h="8255">
                  <a:moveTo>
                    <a:pt x="7620" y="4749"/>
                  </a:moveTo>
                  <a:lnTo>
                    <a:pt x="7620" y="4876"/>
                  </a:lnTo>
                  <a:lnTo>
                    <a:pt x="7620" y="4749"/>
                  </a:lnTo>
                  <a:close/>
                </a:path>
                <a:path w="8889" h="8255">
                  <a:moveTo>
                    <a:pt x="7683" y="1257"/>
                  </a:moveTo>
                  <a:close/>
                </a:path>
                <a:path w="8889" h="8255">
                  <a:moveTo>
                    <a:pt x="7759" y="3175"/>
                  </a:moveTo>
                  <a:lnTo>
                    <a:pt x="7607" y="3060"/>
                  </a:lnTo>
                  <a:lnTo>
                    <a:pt x="7632" y="3289"/>
                  </a:lnTo>
                  <a:lnTo>
                    <a:pt x="7759" y="3175"/>
                  </a:lnTo>
                  <a:close/>
                </a:path>
                <a:path w="8889" h="8255">
                  <a:moveTo>
                    <a:pt x="7810" y="5156"/>
                  </a:moveTo>
                  <a:lnTo>
                    <a:pt x="7708" y="5461"/>
                  </a:lnTo>
                  <a:lnTo>
                    <a:pt x="7810" y="5156"/>
                  </a:lnTo>
                  <a:close/>
                </a:path>
                <a:path w="8889" h="8255">
                  <a:moveTo>
                    <a:pt x="7861" y="1676"/>
                  </a:moveTo>
                  <a:close/>
                </a:path>
                <a:path w="8889" h="8255">
                  <a:moveTo>
                    <a:pt x="7874" y="5130"/>
                  </a:moveTo>
                  <a:lnTo>
                    <a:pt x="7835" y="4902"/>
                  </a:lnTo>
                  <a:lnTo>
                    <a:pt x="7810" y="5156"/>
                  </a:lnTo>
                  <a:close/>
                </a:path>
                <a:path w="8889" h="8255">
                  <a:moveTo>
                    <a:pt x="7912" y="5537"/>
                  </a:moveTo>
                  <a:lnTo>
                    <a:pt x="7848" y="5359"/>
                  </a:lnTo>
                  <a:lnTo>
                    <a:pt x="7797" y="5499"/>
                  </a:lnTo>
                  <a:close/>
                </a:path>
                <a:path w="8889" h="8255">
                  <a:moveTo>
                    <a:pt x="8039" y="3644"/>
                  </a:moveTo>
                  <a:lnTo>
                    <a:pt x="7975" y="4013"/>
                  </a:lnTo>
                  <a:lnTo>
                    <a:pt x="8039" y="3644"/>
                  </a:lnTo>
                  <a:close/>
                </a:path>
                <a:path w="8889" h="8255">
                  <a:moveTo>
                    <a:pt x="8089" y="3619"/>
                  </a:moveTo>
                  <a:lnTo>
                    <a:pt x="8064" y="3492"/>
                  </a:lnTo>
                  <a:lnTo>
                    <a:pt x="8089" y="3619"/>
                  </a:lnTo>
                  <a:close/>
                </a:path>
                <a:path w="8889" h="8255">
                  <a:moveTo>
                    <a:pt x="8191" y="2997"/>
                  </a:moveTo>
                  <a:lnTo>
                    <a:pt x="8166" y="3162"/>
                  </a:lnTo>
                  <a:lnTo>
                    <a:pt x="8191" y="2997"/>
                  </a:lnTo>
                  <a:close/>
                </a:path>
                <a:path w="8889" h="8255">
                  <a:moveTo>
                    <a:pt x="8216" y="4191"/>
                  </a:moveTo>
                  <a:lnTo>
                    <a:pt x="8128" y="4051"/>
                  </a:lnTo>
                  <a:lnTo>
                    <a:pt x="8204" y="4292"/>
                  </a:lnTo>
                  <a:close/>
                </a:path>
                <a:path w="8889" h="8255">
                  <a:moveTo>
                    <a:pt x="8318" y="5118"/>
                  </a:moveTo>
                  <a:lnTo>
                    <a:pt x="8242" y="5245"/>
                  </a:lnTo>
                  <a:lnTo>
                    <a:pt x="8318" y="5118"/>
                  </a:lnTo>
                  <a:close/>
                </a:path>
                <a:path w="8889" h="8255">
                  <a:moveTo>
                    <a:pt x="8343" y="3175"/>
                  </a:moveTo>
                  <a:lnTo>
                    <a:pt x="8216" y="3683"/>
                  </a:lnTo>
                  <a:lnTo>
                    <a:pt x="8293" y="3492"/>
                  </a:lnTo>
                  <a:lnTo>
                    <a:pt x="8318" y="3340"/>
                  </a:lnTo>
                  <a:lnTo>
                    <a:pt x="8343" y="3175"/>
                  </a:lnTo>
                  <a:close/>
                </a:path>
                <a:path w="8889" h="8255">
                  <a:moveTo>
                    <a:pt x="8369" y="3111"/>
                  </a:moveTo>
                  <a:lnTo>
                    <a:pt x="8343" y="2882"/>
                  </a:lnTo>
                  <a:lnTo>
                    <a:pt x="8242" y="3175"/>
                  </a:lnTo>
                  <a:lnTo>
                    <a:pt x="8369" y="3111"/>
                  </a:lnTo>
                  <a:close/>
                </a:path>
                <a:path w="8889" h="8255">
                  <a:moveTo>
                    <a:pt x="8483" y="5588"/>
                  </a:moveTo>
                  <a:lnTo>
                    <a:pt x="8369" y="5397"/>
                  </a:lnTo>
                  <a:lnTo>
                    <a:pt x="8204" y="5410"/>
                  </a:lnTo>
                  <a:lnTo>
                    <a:pt x="8255" y="5575"/>
                  </a:lnTo>
                  <a:lnTo>
                    <a:pt x="8483" y="5588"/>
                  </a:lnTo>
                  <a:close/>
                </a:path>
                <a:path w="8889" h="8255">
                  <a:moveTo>
                    <a:pt x="8636" y="2387"/>
                  </a:moveTo>
                  <a:lnTo>
                    <a:pt x="8610" y="2044"/>
                  </a:lnTo>
                  <a:lnTo>
                    <a:pt x="8597" y="23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5" name="object 175"/>
            <p:cNvSpPr/>
            <p:nvPr/>
          </p:nvSpPr>
          <p:spPr>
            <a:xfrm>
              <a:off x="4095851" y="1216634"/>
              <a:ext cx="18415" cy="26670"/>
            </a:xfrm>
            <a:custGeom>
              <a:avLst/>
              <a:gdLst/>
              <a:ahLst/>
              <a:cxnLst/>
              <a:rect l="l" t="t" r="r" b="b"/>
              <a:pathLst>
                <a:path w="18414" h="26669">
                  <a:moveTo>
                    <a:pt x="5765" y="19367"/>
                  </a:moveTo>
                  <a:lnTo>
                    <a:pt x="4978" y="19367"/>
                  </a:lnTo>
                  <a:lnTo>
                    <a:pt x="4914" y="19189"/>
                  </a:lnTo>
                  <a:lnTo>
                    <a:pt x="0" y="19189"/>
                  </a:lnTo>
                  <a:lnTo>
                    <a:pt x="0" y="22796"/>
                  </a:lnTo>
                  <a:lnTo>
                    <a:pt x="88" y="25158"/>
                  </a:lnTo>
                  <a:lnTo>
                    <a:pt x="127" y="26200"/>
                  </a:lnTo>
                  <a:lnTo>
                    <a:pt x="977" y="26631"/>
                  </a:lnTo>
                  <a:lnTo>
                    <a:pt x="4292" y="22720"/>
                  </a:lnTo>
                  <a:lnTo>
                    <a:pt x="4838" y="22047"/>
                  </a:lnTo>
                  <a:lnTo>
                    <a:pt x="4724" y="21742"/>
                  </a:lnTo>
                  <a:lnTo>
                    <a:pt x="4699" y="21501"/>
                  </a:lnTo>
                  <a:lnTo>
                    <a:pt x="5562" y="21501"/>
                  </a:lnTo>
                  <a:lnTo>
                    <a:pt x="5092" y="20383"/>
                  </a:lnTo>
                  <a:lnTo>
                    <a:pt x="5740" y="20383"/>
                  </a:lnTo>
                  <a:lnTo>
                    <a:pt x="5765" y="19367"/>
                  </a:lnTo>
                  <a:close/>
                </a:path>
                <a:path w="18414" h="26669">
                  <a:moveTo>
                    <a:pt x="5791" y="18719"/>
                  </a:moveTo>
                  <a:lnTo>
                    <a:pt x="0" y="18719"/>
                  </a:lnTo>
                  <a:lnTo>
                    <a:pt x="0" y="18859"/>
                  </a:lnTo>
                  <a:lnTo>
                    <a:pt x="5791" y="18859"/>
                  </a:lnTo>
                  <a:lnTo>
                    <a:pt x="5791" y="18719"/>
                  </a:lnTo>
                  <a:close/>
                </a:path>
                <a:path w="18414" h="26669">
                  <a:moveTo>
                    <a:pt x="5969" y="18516"/>
                  </a:moveTo>
                  <a:lnTo>
                    <a:pt x="5791" y="18516"/>
                  </a:lnTo>
                  <a:lnTo>
                    <a:pt x="5791" y="18719"/>
                  </a:lnTo>
                  <a:lnTo>
                    <a:pt x="5930" y="18719"/>
                  </a:lnTo>
                  <a:lnTo>
                    <a:pt x="5969" y="18516"/>
                  </a:lnTo>
                  <a:close/>
                </a:path>
                <a:path w="18414" h="26669">
                  <a:moveTo>
                    <a:pt x="5969" y="17272"/>
                  </a:moveTo>
                  <a:lnTo>
                    <a:pt x="0" y="17272"/>
                  </a:lnTo>
                  <a:lnTo>
                    <a:pt x="0" y="18516"/>
                  </a:lnTo>
                  <a:lnTo>
                    <a:pt x="5791" y="18516"/>
                  </a:lnTo>
                  <a:lnTo>
                    <a:pt x="5829" y="17576"/>
                  </a:lnTo>
                  <a:lnTo>
                    <a:pt x="5969" y="17576"/>
                  </a:lnTo>
                  <a:lnTo>
                    <a:pt x="5969" y="17272"/>
                  </a:lnTo>
                  <a:close/>
                </a:path>
                <a:path w="18414" h="26669">
                  <a:moveTo>
                    <a:pt x="6172" y="17741"/>
                  </a:moveTo>
                  <a:lnTo>
                    <a:pt x="6045" y="17754"/>
                  </a:lnTo>
                  <a:lnTo>
                    <a:pt x="6045" y="17932"/>
                  </a:lnTo>
                  <a:lnTo>
                    <a:pt x="6172" y="17856"/>
                  </a:lnTo>
                  <a:close/>
                </a:path>
                <a:path w="18414" h="26669">
                  <a:moveTo>
                    <a:pt x="6235" y="19431"/>
                  </a:moveTo>
                  <a:lnTo>
                    <a:pt x="6083" y="19583"/>
                  </a:lnTo>
                  <a:lnTo>
                    <a:pt x="6223" y="19608"/>
                  </a:lnTo>
                  <a:lnTo>
                    <a:pt x="6223" y="19481"/>
                  </a:lnTo>
                  <a:close/>
                </a:path>
                <a:path w="18414" h="26669">
                  <a:moveTo>
                    <a:pt x="6235" y="17272"/>
                  </a:moveTo>
                  <a:lnTo>
                    <a:pt x="5969" y="17272"/>
                  </a:lnTo>
                  <a:lnTo>
                    <a:pt x="6070" y="17576"/>
                  </a:lnTo>
                  <a:lnTo>
                    <a:pt x="6235" y="17576"/>
                  </a:lnTo>
                  <a:lnTo>
                    <a:pt x="6235" y="17272"/>
                  </a:lnTo>
                  <a:close/>
                </a:path>
                <a:path w="18414" h="26669">
                  <a:moveTo>
                    <a:pt x="6299" y="18059"/>
                  </a:moveTo>
                  <a:lnTo>
                    <a:pt x="6172" y="18059"/>
                  </a:lnTo>
                  <a:lnTo>
                    <a:pt x="6299" y="18097"/>
                  </a:lnTo>
                  <a:close/>
                </a:path>
                <a:path w="18414" h="26669">
                  <a:moveTo>
                    <a:pt x="6311" y="19697"/>
                  </a:moveTo>
                  <a:close/>
                </a:path>
                <a:path w="18414" h="26669">
                  <a:moveTo>
                    <a:pt x="6337" y="18326"/>
                  </a:moveTo>
                  <a:lnTo>
                    <a:pt x="6197" y="18275"/>
                  </a:lnTo>
                  <a:lnTo>
                    <a:pt x="6223" y="18478"/>
                  </a:lnTo>
                  <a:lnTo>
                    <a:pt x="6337" y="18326"/>
                  </a:lnTo>
                  <a:close/>
                </a:path>
                <a:path w="18414" h="26669">
                  <a:moveTo>
                    <a:pt x="6350" y="19989"/>
                  </a:moveTo>
                  <a:lnTo>
                    <a:pt x="6273" y="20167"/>
                  </a:lnTo>
                  <a:lnTo>
                    <a:pt x="6350" y="19989"/>
                  </a:lnTo>
                  <a:close/>
                </a:path>
                <a:path w="18414" h="26669">
                  <a:moveTo>
                    <a:pt x="6362" y="18986"/>
                  </a:moveTo>
                  <a:lnTo>
                    <a:pt x="6337" y="18630"/>
                  </a:lnTo>
                  <a:lnTo>
                    <a:pt x="6184" y="18681"/>
                  </a:lnTo>
                  <a:lnTo>
                    <a:pt x="6184" y="18503"/>
                  </a:lnTo>
                  <a:lnTo>
                    <a:pt x="6172" y="18808"/>
                  </a:lnTo>
                  <a:lnTo>
                    <a:pt x="6121" y="18986"/>
                  </a:lnTo>
                  <a:lnTo>
                    <a:pt x="6223" y="19177"/>
                  </a:lnTo>
                  <a:lnTo>
                    <a:pt x="6261" y="19011"/>
                  </a:lnTo>
                  <a:close/>
                </a:path>
                <a:path w="18414" h="26669">
                  <a:moveTo>
                    <a:pt x="6515" y="19469"/>
                  </a:moveTo>
                  <a:lnTo>
                    <a:pt x="6502" y="19316"/>
                  </a:lnTo>
                  <a:lnTo>
                    <a:pt x="6515" y="19469"/>
                  </a:lnTo>
                  <a:close/>
                </a:path>
                <a:path w="18414" h="26669">
                  <a:moveTo>
                    <a:pt x="6578" y="19672"/>
                  </a:moveTo>
                  <a:lnTo>
                    <a:pt x="6553" y="19799"/>
                  </a:lnTo>
                  <a:lnTo>
                    <a:pt x="6578" y="19672"/>
                  </a:lnTo>
                  <a:close/>
                </a:path>
                <a:path w="18414" h="26669">
                  <a:moveTo>
                    <a:pt x="6591" y="18719"/>
                  </a:moveTo>
                  <a:lnTo>
                    <a:pt x="6413" y="18846"/>
                  </a:lnTo>
                  <a:lnTo>
                    <a:pt x="6451" y="19050"/>
                  </a:lnTo>
                  <a:lnTo>
                    <a:pt x="6337" y="19240"/>
                  </a:lnTo>
                  <a:lnTo>
                    <a:pt x="6299" y="19608"/>
                  </a:lnTo>
                  <a:lnTo>
                    <a:pt x="6362" y="19380"/>
                  </a:lnTo>
                  <a:lnTo>
                    <a:pt x="6413" y="19151"/>
                  </a:lnTo>
                  <a:lnTo>
                    <a:pt x="6540" y="18910"/>
                  </a:lnTo>
                  <a:lnTo>
                    <a:pt x="6591" y="18719"/>
                  </a:lnTo>
                  <a:close/>
                </a:path>
                <a:path w="18414" h="26669">
                  <a:moveTo>
                    <a:pt x="6972" y="19088"/>
                  </a:moveTo>
                  <a:lnTo>
                    <a:pt x="6870" y="19265"/>
                  </a:lnTo>
                  <a:lnTo>
                    <a:pt x="6972" y="19088"/>
                  </a:lnTo>
                  <a:close/>
                </a:path>
                <a:path w="18414" h="26669">
                  <a:moveTo>
                    <a:pt x="7327" y="17208"/>
                  </a:moveTo>
                  <a:lnTo>
                    <a:pt x="7277" y="17462"/>
                  </a:lnTo>
                  <a:lnTo>
                    <a:pt x="7327" y="17208"/>
                  </a:lnTo>
                  <a:close/>
                </a:path>
                <a:path w="18414" h="26669">
                  <a:moveTo>
                    <a:pt x="7404" y="17907"/>
                  </a:moveTo>
                  <a:lnTo>
                    <a:pt x="7340" y="18072"/>
                  </a:lnTo>
                  <a:lnTo>
                    <a:pt x="7404" y="17907"/>
                  </a:lnTo>
                  <a:close/>
                </a:path>
                <a:path w="18414" h="26669">
                  <a:moveTo>
                    <a:pt x="7658" y="17221"/>
                  </a:moveTo>
                  <a:lnTo>
                    <a:pt x="7518" y="17526"/>
                  </a:lnTo>
                  <a:lnTo>
                    <a:pt x="7543" y="17703"/>
                  </a:lnTo>
                  <a:lnTo>
                    <a:pt x="7404" y="17551"/>
                  </a:lnTo>
                  <a:lnTo>
                    <a:pt x="7480" y="17360"/>
                  </a:lnTo>
                  <a:lnTo>
                    <a:pt x="7442" y="17233"/>
                  </a:lnTo>
                  <a:lnTo>
                    <a:pt x="7378" y="17449"/>
                  </a:lnTo>
                  <a:lnTo>
                    <a:pt x="7378" y="17614"/>
                  </a:lnTo>
                  <a:lnTo>
                    <a:pt x="7378" y="17830"/>
                  </a:lnTo>
                  <a:lnTo>
                    <a:pt x="7467" y="17691"/>
                  </a:lnTo>
                  <a:lnTo>
                    <a:pt x="7645" y="17881"/>
                  </a:lnTo>
                  <a:lnTo>
                    <a:pt x="7594" y="17691"/>
                  </a:lnTo>
                  <a:lnTo>
                    <a:pt x="7658" y="17373"/>
                  </a:lnTo>
                  <a:lnTo>
                    <a:pt x="7658" y="17221"/>
                  </a:lnTo>
                  <a:close/>
                </a:path>
                <a:path w="18414" h="26669">
                  <a:moveTo>
                    <a:pt x="7912" y="17653"/>
                  </a:moveTo>
                  <a:lnTo>
                    <a:pt x="7810" y="17360"/>
                  </a:lnTo>
                  <a:lnTo>
                    <a:pt x="7810" y="17551"/>
                  </a:lnTo>
                  <a:close/>
                </a:path>
                <a:path w="18414" h="26669">
                  <a:moveTo>
                    <a:pt x="7975" y="17678"/>
                  </a:moveTo>
                  <a:lnTo>
                    <a:pt x="7874" y="17881"/>
                  </a:lnTo>
                  <a:lnTo>
                    <a:pt x="7975" y="17678"/>
                  </a:lnTo>
                  <a:close/>
                </a:path>
                <a:path w="18414" h="26669">
                  <a:moveTo>
                    <a:pt x="8013" y="17246"/>
                  </a:moveTo>
                  <a:lnTo>
                    <a:pt x="7950" y="17437"/>
                  </a:lnTo>
                  <a:lnTo>
                    <a:pt x="8013" y="17246"/>
                  </a:lnTo>
                  <a:close/>
                </a:path>
                <a:path w="18414" h="26669">
                  <a:moveTo>
                    <a:pt x="8420" y="17665"/>
                  </a:moveTo>
                  <a:close/>
                </a:path>
                <a:path w="18414" h="26669">
                  <a:moveTo>
                    <a:pt x="16141" y="8585"/>
                  </a:moveTo>
                  <a:lnTo>
                    <a:pt x="15925" y="8610"/>
                  </a:lnTo>
                  <a:lnTo>
                    <a:pt x="16052" y="8712"/>
                  </a:lnTo>
                  <a:lnTo>
                    <a:pt x="16141" y="8585"/>
                  </a:lnTo>
                  <a:close/>
                </a:path>
                <a:path w="18414" h="26669">
                  <a:moveTo>
                    <a:pt x="16141" y="3302"/>
                  </a:moveTo>
                  <a:lnTo>
                    <a:pt x="16014" y="3162"/>
                  </a:lnTo>
                  <a:lnTo>
                    <a:pt x="15875" y="3327"/>
                  </a:lnTo>
                  <a:lnTo>
                    <a:pt x="16027" y="3454"/>
                  </a:lnTo>
                  <a:lnTo>
                    <a:pt x="16141" y="3302"/>
                  </a:lnTo>
                  <a:close/>
                </a:path>
                <a:path w="18414" h="26669">
                  <a:moveTo>
                    <a:pt x="16154" y="7924"/>
                  </a:moveTo>
                  <a:lnTo>
                    <a:pt x="15989" y="7835"/>
                  </a:lnTo>
                  <a:lnTo>
                    <a:pt x="15887" y="8026"/>
                  </a:lnTo>
                  <a:lnTo>
                    <a:pt x="16090" y="8128"/>
                  </a:lnTo>
                  <a:lnTo>
                    <a:pt x="16154" y="7924"/>
                  </a:lnTo>
                  <a:close/>
                </a:path>
                <a:path w="18414" h="26669">
                  <a:moveTo>
                    <a:pt x="16154" y="6045"/>
                  </a:moveTo>
                  <a:lnTo>
                    <a:pt x="15976" y="5969"/>
                  </a:lnTo>
                  <a:lnTo>
                    <a:pt x="15849" y="6159"/>
                  </a:lnTo>
                  <a:lnTo>
                    <a:pt x="16065" y="6273"/>
                  </a:lnTo>
                  <a:lnTo>
                    <a:pt x="16154" y="6045"/>
                  </a:lnTo>
                  <a:close/>
                </a:path>
                <a:path w="18414" h="26669">
                  <a:moveTo>
                    <a:pt x="16154" y="76"/>
                  </a:moveTo>
                  <a:lnTo>
                    <a:pt x="16027" y="0"/>
                  </a:lnTo>
                  <a:lnTo>
                    <a:pt x="15963" y="127"/>
                  </a:lnTo>
                  <a:lnTo>
                    <a:pt x="16103" y="203"/>
                  </a:lnTo>
                  <a:lnTo>
                    <a:pt x="16154" y="76"/>
                  </a:lnTo>
                  <a:close/>
                </a:path>
                <a:path w="18414" h="26669">
                  <a:moveTo>
                    <a:pt x="16167" y="1333"/>
                  </a:moveTo>
                  <a:lnTo>
                    <a:pt x="15989" y="1219"/>
                  </a:lnTo>
                  <a:lnTo>
                    <a:pt x="15862" y="1409"/>
                  </a:lnTo>
                  <a:lnTo>
                    <a:pt x="16052" y="1524"/>
                  </a:lnTo>
                  <a:lnTo>
                    <a:pt x="16167" y="1333"/>
                  </a:lnTo>
                  <a:close/>
                </a:path>
                <a:path w="18414" h="26669">
                  <a:moveTo>
                    <a:pt x="16230" y="1663"/>
                  </a:moveTo>
                  <a:lnTo>
                    <a:pt x="16065" y="1574"/>
                  </a:lnTo>
                  <a:lnTo>
                    <a:pt x="16002" y="1739"/>
                  </a:lnTo>
                  <a:lnTo>
                    <a:pt x="16154" y="1803"/>
                  </a:lnTo>
                  <a:lnTo>
                    <a:pt x="16230" y="1663"/>
                  </a:lnTo>
                  <a:close/>
                </a:path>
                <a:path w="18414" h="26669">
                  <a:moveTo>
                    <a:pt x="16306" y="7023"/>
                  </a:moveTo>
                  <a:lnTo>
                    <a:pt x="16230" y="6883"/>
                  </a:lnTo>
                  <a:lnTo>
                    <a:pt x="16103" y="6946"/>
                  </a:lnTo>
                  <a:lnTo>
                    <a:pt x="16167" y="7099"/>
                  </a:lnTo>
                  <a:lnTo>
                    <a:pt x="16306" y="7023"/>
                  </a:lnTo>
                  <a:close/>
                </a:path>
                <a:path w="18414" h="26669">
                  <a:moveTo>
                    <a:pt x="16357" y="2362"/>
                  </a:moveTo>
                  <a:lnTo>
                    <a:pt x="16141" y="2387"/>
                  </a:lnTo>
                  <a:lnTo>
                    <a:pt x="16268" y="2501"/>
                  </a:lnTo>
                  <a:lnTo>
                    <a:pt x="16357" y="2362"/>
                  </a:lnTo>
                  <a:close/>
                </a:path>
                <a:path w="18414" h="26669">
                  <a:moveTo>
                    <a:pt x="16395" y="5753"/>
                  </a:moveTo>
                  <a:lnTo>
                    <a:pt x="16268" y="5575"/>
                  </a:lnTo>
                  <a:lnTo>
                    <a:pt x="16103" y="5715"/>
                  </a:lnTo>
                  <a:lnTo>
                    <a:pt x="16230" y="5892"/>
                  </a:lnTo>
                  <a:lnTo>
                    <a:pt x="16395" y="5753"/>
                  </a:lnTo>
                  <a:close/>
                </a:path>
                <a:path w="18414" h="26669">
                  <a:moveTo>
                    <a:pt x="16433" y="6400"/>
                  </a:moveTo>
                  <a:lnTo>
                    <a:pt x="16217" y="6426"/>
                  </a:lnTo>
                  <a:lnTo>
                    <a:pt x="16344" y="6540"/>
                  </a:lnTo>
                  <a:lnTo>
                    <a:pt x="16433" y="6400"/>
                  </a:lnTo>
                  <a:close/>
                </a:path>
                <a:path w="18414" h="26669">
                  <a:moveTo>
                    <a:pt x="16433" y="990"/>
                  </a:moveTo>
                  <a:lnTo>
                    <a:pt x="16281" y="939"/>
                  </a:lnTo>
                  <a:lnTo>
                    <a:pt x="16217" y="1092"/>
                  </a:lnTo>
                  <a:lnTo>
                    <a:pt x="16129" y="1295"/>
                  </a:lnTo>
                  <a:lnTo>
                    <a:pt x="16319" y="1409"/>
                  </a:lnTo>
                  <a:lnTo>
                    <a:pt x="16433" y="1193"/>
                  </a:lnTo>
                  <a:lnTo>
                    <a:pt x="16433" y="990"/>
                  </a:lnTo>
                  <a:close/>
                </a:path>
                <a:path w="18414" h="26669">
                  <a:moveTo>
                    <a:pt x="16446" y="7645"/>
                  </a:moveTo>
                  <a:lnTo>
                    <a:pt x="16294" y="7556"/>
                  </a:lnTo>
                  <a:lnTo>
                    <a:pt x="16230" y="7721"/>
                  </a:lnTo>
                  <a:lnTo>
                    <a:pt x="16383" y="7785"/>
                  </a:lnTo>
                  <a:lnTo>
                    <a:pt x="16446" y="7645"/>
                  </a:lnTo>
                  <a:close/>
                </a:path>
                <a:path w="18414" h="26669">
                  <a:moveTo>
                    <a:pt x="16484" y="8089"/>
                  </a:moveTo>
                  <a:lnTo>
                    <a:pt x="16319" y="8026"/>
                  </a:lnTo>
                  <a:lnTo>
                    <a:pt x="16243" y="8191"/>
                  </a:lnTo>
                  <a:lnTo>
                    <a:pt x="16395" y="8267"/>
                  </a:lnTo>
                  <a:lnTo>
                    <a:pt x="16484" y="8089"/>
                  </a:lnTo>
                  <a:close/>
                </a:path>
                <a:path w="18414" h="26669">
                  <a:moveTo>
                    <a:pt x="16687" y="2921"/>
                  </a:moveTo>
                  <a:lnTo>
                    <a:pt x="16535" y="2743"/>
                  </a:lnTo>
                  <a:lnTo>
                    <a:pt x="16370" y="2895"/>
                  </a:lnTo>
                  <a:lnTo>
                    <a:pt x="16421" y="3098"/>
                  </a:lnTo>
                  <a:lnTo>
                    <a:pt x="16598" y="3200"/>
                  </a:lnTo>
                  <a:lnTo>
                    <a:pt x="16662" y="3022"/>
                  </a:lnTo>
                  <a:close/>
                </a:path>
                <a:path w="18414" h="26669">
                  <a:moveTo>
                    <a:pt x="16713" y="3987"/>
                  </a:moveTo>
                  <a:lnTo>
                    <a:pt x="16548" y="3835"/>
                  </a:lnTo>
                  <a:lnTo>
                    <a:pt x="16395" y="4013"/>
                  </a:lnTo>
                  <a:lnTo>
                    <a:pt x="16370" y="4216"/>
                  </a:lnTo>
                  <a:lnTo>
                    <a:pt x="16484" y="4368"/>
                  </a:lnTo>
                  <a:lnTo>
                    <a:pt x="16624" y="4254"/>
                  </a:lnTo>
                  <a:lnTo>
                    <a:pt x="16713" y="3987"/>
                  </a:lnTo>
                  <a:close/>
                </a:path>
                <a:path w="18414" h="26669">
                  <a:moveTo>
                    <a:pt x="16725" y="7874"/>
                  </a:moveTo>
                  <a:lnTo>
                    <a:pt x="16598" y="7696"/>
                  </a:lnTo>
                  <a:lnTo>
                    <a:pt x="16408" y="7823"/>
                  </a:lnTo>
                  <a:lnTo>
                    <a:pt x="16548" y="8013"/>
                  </a:lnTo>
                  <a:lnTo>
                    <a:pt x="16725" y="7874"/>
                  </a:lnTo>
                  <a:close/>
                </a:path>
                <a:path w="18414" h="26669">
                  <a:moveTo>
                    <a:pt x="16725" y="279"/>
                  </a:moveTo>
                  <a:lnTo>
                    <a:pt x="16548" y="190"/>
                  </a:lnTo>
                  <a:lnTo>
                    <a:pt x="16471" y="393"/>
                  </a:lnTo>
                  <a:lnTo>
                    <a:pt x="16649" y="457"/>
                  </a:lnTo>
                  <a:lnTo>
                    <a:pt x="16725" y="279"/>
                  </a:lnTo>
                  <a:close/>
                </a:path>
                <a:path w="18414" h="26669">
                  <a:moveTo>
                    <a:pt x="16852" y="6604"/>
                  </a:moveTo>
                  <a:lnTo>
                    <a:pt x="16725" y="6464"/>
                  </a:lnTo>
                  <a:lnTo>
                    <a:pt x="16586" y="6591"/>
                  </a:lnTo>
                  <a:lnTo>
                    <a:pt x="16713" y="6731"/>
                  </a:lnTo>
                  <a:lnTo>
                    <a:pt x="16852" y="6604"/>
                  </a:lnTo>
                  <a:close/>
                </a:path>
                <a:path w="18414" h="26669">
                  <a:moveTo>
                    <a:pt x="16891" y="7315"/>
                  </a:moveTo>
                  <a:lnTo>
                    <a:pt x="16764" y="7162"/>
                  </a:lnTo>
                  <a:lnTo>
                    <a:pt x="16637" y="7277"/>
                  </a:lnTo>
                  <a:lnTo>
                    <a:pt x="16700" y="7505"/>
                  </a:lnTo>
                  <a:lnTo>
                    <a:pt x="16840" y="7404"/>
                  </a:lnTo>
                  <a:close/>
                </a:path>
                <a:path w="18414" h="26669">
                  <a:moveTo>
                    <a:pt x="16903" y="1485"/>
                  </a:moveTo>
                  <a:lnTo>
                    <a:pt x="16776" y="1346"/>
                  </a:lnTo>
                  <a:lnTo>
                    <a:pt x="16637" y="1511"/>
                  </a:lnTo>
                  <a:lnTo>
                    <a:pt x="16802" y="1638"/>
                  </a:lnTo>
                  <a:lnTo>
                    <a:pt x="16903" y="1485"/>
                  </a:lnTo>
                  <a:close/>
                </a:path>
                <a:path w="18414" h="26669">
                  <a:moveTo>
                    <a:pt x="16916" y="6324"/>
                  </a:moveTo>
                  <a:lnTo>
                    <a:pt x="16852" y="6197"/>
                  </a:lnTo>
                  <a:lnTo>
                    <a:pt x="16700" y="6273"/>
                  </a:lnTo>
                  <a:lnTo>
                    <a:pt x="16802" y="6413"/>
                  </a:lnTo>
                  <a:close/>
                </a:path>
                <a:path w="18414" h="26669">
                  <a:moveTo>
                    <a:pt x="16992" y="698"/>
                  </a:moveTo>
                  <a:lnTo>
                    <a:pt x="16891" y="469"/>
                  </a:lnTo>
                  <a:lnTo>
                    <a:pt x="16713" y="419"/>
                  </a:lnTo>
                  <a:lnTo>
                    <a:pt x="16573" y="520"/>
                  </a:lnTo>
                  <a:lnTo>
                    <a:pt x="16675" y="685"/>
                  </a:lnTo>
                  <a:lnTo>
                    <a:pt x="16802" y="800"/>
                  </a:lnTo>
                  <a:lnTo>
                    <a:pt x="16992" y="698"/>
                  </a:lnTo>
                  <a:close/>
                </a:path>
                <a:path w="18414" h="26669">
                  <a:moveTo>
                    <a:pt x="17030" y="5689"/>
                  </a:moveTo>
                  <a:lnTo>
                    <a:pt x="16929" y="5511"/>
                  </a:lnTo>
                  <a:lnTo>
                    <a:pt x="16738" y="5613"/>
                  </a:lnTo>
                  <a:lnTo>
                    <a:pt x="16852" y="5791"/>
                  </a:lnTo>
                  <a:lnTo>
                    <a:pt x="17030" y="5689"/>
                  </a:lnTo>
                  <a:close/>
                </a:path>
                <a:path w="18414" h="26669">
                  <a:moveTo>
                    <a:pt x="17030" y="3695"/>
                  </a:moveTo>
                  <a:lnTo>
                    <a:pt x="16903" y="3670"/>
                  </a:lnTo>
                  <a:lnTo>
                    <a:pt x="17018" y="3517"/>
                  </a:lnTo>
                  <a:lnTo>
                    <a:pt x="16852" y="3390"/>
                  </a:lnTo>
                  <a:lnTo>
                    <a:pt x="16700" y="3556"/>
                  </a:lnTo>
                  <a:lnTo>
                    <a:pt x="16852" y="3683"/>
                  </a:lnTo>
                  <a:lnTo>
                    <a:pt x="16967" y="3860"/>
                  </a:lnTo>
                  <a:lnTo>
                    <a:pt x="17030" y="3695"/>
                  </a:lnTo>
                  <a:close/>
                </a:path>
                <a:path w="18414" h="26669">
                  <a:moveTo>
                    <a:pt x="17043" y="5168"/>
                  </a:moveTo>
                  <a:lnTo>
                    <a:pt x="16891" y="5029"/>
                  </a:lnTo>
                  <a:lnTo>
                    <a:pt x="16751" y="5181"/>
                  </a:lnTo>
                  <a:lnTo>
                    <a:pt x="16916" y="5321"/>
                  </a:lnTo>
                  <a:lnTo>
                    <a:pt x="17043" y="5168"/>
                  </a:lnTo>
                  <a:close/>
                </a:path>
                <a:path w="18414" h="26669">
                  <a:moveTo>
                    <a:pt x="17233" y="2514"/>
                  </a:moveTo>
                  <a:lnTo>
                    <a:pt x="17119" y="2349"/>
                  </a:lnTo>
                  <a:lnTo>
                    <a:pt x="16967" y="2476"/>
                  </a:lnTo>
                  <a:lnTo>
                    <a:pt x="17094" y="2616"/>
                  </a:lnTo>
                  <a:lnTo>
                    <a:pt x="17233" y="2514"/>
                  </a:lnTo>
                  <a:close/>
                </a:path>
                <a:path w="18414" h="26669">
                  <a:moveTo>
                    <a:pt x="17297" y="7061"/>
                  </a:moveTo>
                  <a:lnTo>
                    <a:pt x="17106" y="6985"/>
                  </a:lnTo>
                  <a:lnTo>
                    <a:pt x="17043" y="7162"/>
                  </a:lnTo>
                  <a:lnTo>
                    <a:pt x="17208" y="7239"/>
                  </a:lnTo>
                  <a:lnTo>
                    <a:pt x="17297" y="7061"/>
                  </a:lnTo>
                  <a:close/>
                </a:path>
                <a:path w="18414" h="26669">
                  <a:moveTo>
                    <a:pt x="17360" y="5384"/>
                  </a:moveTo>
                  <a:lnTo>
                    <a:pt x="17195" y="5295"/>
                  </a:lnTo>
                  <a:lnTo>
                    <a:pt x="17119" y="5435"/>
                  </a:lnTo>
                  <a:lnTo>
                    <a:pt x="17272" y="5537"/>
                  </a:lnTo>
                  <a:lnTo>
                    <a:pt x="17360" y="5384"/>
                  </a:lnTo>
                  <a:close/>
                </a:path>
                <a:path w="18414" h="26669">
                  <a:moveTo>
                    <a:pt x="17386" y="2032"/>
                  </a:moveTo>
                  <a:lnTo>
                    <a:pt x="17246" y="1955"/>
                  </a:lnTo>
                  <a:lnTo>
                    <a:pt x="17145" y="2095"/>
                  </a:lnTo>
                  <a:lnTo>
                    <a:pt x="17157" y="2362"/>
                  </a:lnTo>
                  <a:lnTo>
                    <a:pt x="17348" y="2222"/>
                  </a:lnTo>
                  <a:lnTo>
                    <a:pt x="17386" y="2032"/>
                  </a:lnTo>
                  <a:close/>
                </a:path>
                <a:path w="18414" h="26669">
                  <a:moveTo>
                    <a:pt x="17437" y="850"/>
                  </a:moveTo>
                  <a:lnTo>
                    <a:pt x="17373" y="698"/>
                  </a:lnTo>
                  <a:lnTo>
                    <a:pt x="17208" y="647"/>
                  </a:lnTo>
                  <a:lnTo>
                    <a:pt x="17145" y="812"/>
                  </a:lnTo>
                  <a:lnTo>
                    <a:pt x="17335" y="977"/>
                  </a:lnTo>
                  <a:lnTo>
                    <a:pt x="17437" y="850"/>
                  </a:lnTo>
                  <a:close/>
                </a:path>
                <a:path w="18414" h="26669">
                  <a:moveTo>
                    <a:pt x="17462" y="469"/>
                  </a:moveTo>
                  <a:lnTo>
                    <a:pt x="17386" y="330"/>
                  </a:lnTo>
                  <a:lnTo>
                    <a:pt x="17233" y="431"/>
                  </a:lnTo>
                  <a:lnTo>
                    <a:pt x="17348" y="571"/>
                  </a:lnTo>
                  <a:close/>
                </a:path>
                <a:path w="18414" h="26669">
                  <a:moveTo>
                    <a:pt x="17487" y="4978"/>
                  </a:moveTo>
                  <a:lnTo>
                    <a:pt x="17348" y="4851"/>
                  </a:lnTo>
                  <a:lnTo>
                    <a:pt x="17221" y="5029"/>
                  </a:lnTo>
                  <a:lnTo>
                    <a:pt x="17386" y="5143"/>
                  </a:lnTo>
                  <a:lnTo>
                    <a:pt x="17487" y="4978"/>
                  </a:lnTo>
                  <a:close/>
                </a:path>
                <a:path w="18414" h="26669">
                  <a:moveTo>
                    <a:pt x="17500" y="5918"/>
                  </a:moveTo>
                  <a:lnTo>
                    <a:pt x="17386" y="5753"/>
                  </a:lnTo>
                  <a:lnTo>
                    <a:pt x="17233" y="5892"/>
                  </a:lnTo>
                  <a:lnTo>
                    <a:pt x="17373" y="6032"/>
                  </a:lnTo>
                  <a:lnTo>
                    <a:pt x="17500" y="5918"/>
                  </a:lnTo>
                  <a:close/>
                </a:path>
                <a:path w="18414" h="26669">
                  <a:moveTo>
                    <a:pt x="17526" y="1828"/>
                  </a:moveTo>
                  <a:lnTo>
                    <a:pt x="17322" y="1803"/>
                  </a:lnTo>
                  <a:lnTo>
                    <a:pt x="17424" y="1930"/>
                  </a:lnTo>
                  <a:close/>
                </a:path>
                <a:path w="18414" h="26669">
                  <a:moveTo>
                    <a:pt x="17589" y="4775"/>
                  </a:moveTo>
                  <a:lnTo>
                    <a:pt x="17386" y="4749"/>
                  </a:lnTo>
                  <a:lnTo>
                    <a:pt x="17462" y="4876"/>
                  </a:lnTo>
                  <a:lnTo>
                    <a:pt x="17589" y="4775"/>
                  </a:lnTo>
                  <a:close/>
                </a:path>
                <a:path w="18414" h="26669">
                  <a:moveTo>
                    <a:pt x="17678" y="4584"/>
                  </a:moveTo>
                  <a:lnTo>
                    <a:pt x="17564" y="4432"/>
                  </a:lnTo>
                  <a:lnTo>
                    <a:pt x="17411" y="4559"/>
                  </a:lnTo>
                  <a:lnTo>
                    <a:pt x="17551" y="4711"/>
                  </a:lnTo>
                  <a:lnTo>
                    <a:pt x="17678" y="4584"/>
                  </a:lnTo>
                  <a:close/>
                </a:path>
                <a:path w="18414" h="26669">
                  <a:moveTo>
                    <a:pt x="17741" y="6680"/>
                  </a:moveTo>
                  <a:lnTo>
                    <a:pt x="17602" y="6616"/>
                  </a:lnTo>
                  <a:lnTo>
                    <a:pt x="17500" y="6781"/>
                  </a:lnTo>
                  <a:lnTo>
                    <a:pt x="17297" y="6870"/>
                  </a:lnTo>
                  <a:lnTo>
                    <a:pt x="17449" y="6997"/>
                  </a:lnTo>
                  <a:lnTo>
                    <a:pt x="17589" y="6832"/>
                  </a:lnTo>
                  <a:lnTo>
                    <a:pt x="17741" y="6680"/>
                  </a:lnTo>
                  <a:close/>
                </a:path>
                <a:path w="18414" h="26669">
                  <a:moveTo>
                    <a:pt x="17830" y="2692"/>
                  </a:moveTo>
                  <a:lnTo>
                    <a:pt x="17665" y="2552"/>
                  </a:lnTo>
                  <a:lnTo>
                    <a:pt x="17538" y="2717"/>
                  </a:lnTo>
                  <a:lnTo>
                    <a:pt x="17691" y="2870"/>
                  </a:lnTo>
                  <a:lnTo>
                    <a:pt x="17830" y="2692"/>
                  </a:lnTo>
                  <a:close/>
                </a:path>
                <a:path w="18414" h="26669">
                  <a:moveTo>
                    <a:pt x="17843" y="4483"/>
                  </a:moveTo>
                  <a:lnTo>
                    <a:pt x="17754" y="4343"/>
                  </a:lnTo>
                  <a:lnTo>
                    <a:pt x="17614" y="4457"/>
                  </a:lnTo>
                  <a:lnTo>
                    <a:pt x="17729" y="4584"/>
                  </a:lnTo>
                  <a:close/>
                </a:path>
                <a:path w="18414" h="26669">
                  <a:moveTo>
                    <a:pt x="17868" y="4826"/>
                  </a:moveTo>
                  <a:lnTo>
                    <a:pt x="17678" y="4724"/>
                  </a:lnTo>
                  <a:lnTo>
                    <a:pt x="17564" y="4927"/>
                  </a:lnTo>
                  <a:lnTo>
                    <a:pt x="17754" y="5041"/>
                  </a:lnTo>
                  <a:lnTo>
                    <a:pt x="17868" y="48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6" name="object 176"/>
            <p:cNvSpPr/>
            <p:nvPr/>
          </p:nvSpPr>
          <p:spPr>
            <a:xfrm>
              <a:off x="4111815" y="1209852"/>
              <a:ext cx="1905" cy="6985"/>
            </a:xfrm>
            <a:custGeom>
              <a:avLst/>
              <a:gdLst/>
              <a:ahLst/>
              <a:cxnLst/>
              <a:rect l="l" t="t" r="r" b="b"/>
              <a:pathLst>
                <a:path w="1904" h="6984">
                  <a:moveTo>
                    <a:pt x="190" y="6858"/>
                  </a:moveTo>
                  <a:lnTo>
                    <a:pt x="63" y="6781"/>
                  </a:lnTo>
                  <a:lnTo>
                    <a:pt x="0" y="6908"/>
                  </a:lnTo>
                  <a:lnTo>
                    <a:pt x="139" y="6985"/>
                  </a:lnTo>
                  <a:lnTo>
                    <a:pt x="190" y="6858"/>
                  </a:lnTo>
                  <a:close/>
                </a:path>
                <a:path w="1904" h="6984">
                  <a:moveTo>
                    <a:pt x="317" y="4445"/>
                  </a:moveTo>
                  <a:lnTo>
                    <a:pt x="292" y="4203"/>
                  </a:lnTo>
                  <a:lnTo>
                    <a:pt x="127" y="4140"/>
                  </a:lnTo>
                  <a:lnTo>
                    <a:pt x="50" y="4305"/>
                  </a:lnTo>
                  <a:lnTo>
                    <a:pt x="50" y="4559"/>
                  </a:lnTo>
                  <a:lnTo>
                    <a:pt x="254" y="4660"/>
                  </a:lnTo>
                  <a:lnTo>
                    <a:pt x="317" y="4445"/>
                  </a:lnTo>
                  <a:close/>
                </a:path>
                <a:path w="1904" h="6984">
                  <a:moveTo>
                    <a:pt x="406" y="279"/>
                  </a:moveTo>
                  <a:lnTo>
                    <a:pt x="266" y="203"/>
                  </a:lnTo>
                  <a:lnTo>
                    <a:pt x="203" y="355"/>
                  </a:lnTo>
                  <a:lnTo>
                    <a:pt x="342" y="419"/>
                  </a:lnTo>
                  <a:lnTo>
                    <a:pt x="406" y="279"/>
                  </a:lnTo>
                  <a:close/>
                </a:path>
                <a:path w="1904" h="6984">
                  <a:moveTo>
                    <a:pt x="419" y="2235"/>
                  </a:moveTo>
                  <a:lnTo>
                    <a:pt x="317" y="2044"/>
                  </a:lnTo>
                  <a:lnTo>
                    <a:pt x="152" y="2171"/>
                  </a:lnTo>
                  <a:lnTo>
                    <a:pt x="279" y="2349"/>
                  </a:lnTo>
                  <a:lnTo>
                    <a:pt x="419" y="2235"/>
                  </a:lnTo>
                  <a:close/>
                </a:path>
                <a:path w="1904" h="6984">
                  <a:moveTo>
                    <a:pt x="444" y="2908"/>
                  </a:moveTo>
                  <a:lnTo>
                    <a:pt x="330" y="2781"/>
                  </a:lnTo>
                  <a:lnTo>
                    <a:pt x="63" y="2768"/>
                  </a:lnTo>
                  <a:lnTo>
                    <a:pt x="139" y="2908"/>
                  </a:lnTo>
                  <a:lnTo>
                    <a:pt x="266" y="2844"/>
                  </a:lnTo>
                  <a:lnTo>
                    <a:pt x="330" y="3048"/>
                  </a:lnTo>
                  <a:lnTo>
                    <a:pt x="444" y="2908"/>
                  </a:lnTo>
                  <a:close/>
                </a:path>
                <a:path w="1904" h="6984">
                  <a:moveTo>
                    <a:pt x="647" y="2133"/>
                  </a:moveTo>
                  <a:lnTo>
                    <a:pt x="520" y="1968"/>
                  </a:lnTo>
                  <a:lnTo>
                    <a:pt x="355" y="2082"/>
                  </a:lnTo>
                  <a:lnTo>
                    <a:pt x="482" y="2260"/>
                  </a:lnTo>
                  <a:lnTo>
                    <a:pt x="647" y="2133"/>
                  </a:lnTo>
                  <a:close/>
                </a:path>
                <a:path w="1904" h="6984">
                  <a:moveTo>
                    <a:pt x="647" y="1358"/>
                  </a:moveTo>
                  <a:lnTo>
                    <a:pt x="520" y="1206"/>
                  </a:lnTo>
                  <a:lnTo>
                    <a:pt x="381" y="1346"/>
                  </a:lnTo>
                  <a:lnTo>
                    <a:pt x="520" y="1498"/>
                  </a:lnTo>
                  <a:lnTo>
                    <a:pt x="647" y="1358"/>
                  </a:lnTo>
                  <a:close/>
                </a:path>
                <a:path w="1904" h="6984">
                  <a:moveTo>
                    <a:pt x="660" y="3454"/>
                  </a:moveTo>
                  <a:lnTo>
                    <a:pt x="546" y="3314"/>
                  </a:lnTo>
                  <a:lnTo>
                    <a:pt x="406" y="3429"/>
                  </a:lnTo>
                  <a:lnTo>
                    <a:pt x="520" y="3568"/>
                  </a:lnTo>
                  <a:lnTo>
                    <a:pt x="660" y="3454"/>
                  </a:lnTo>
                  <a:close/>
                </a:path>
                <a:path w="1904" h="6984">
                  <a:moveTo>
                    <a:pt x="838" y="5219"/>
                  </a:moveTo>
                  <a:lnTo>
                    <a:pt x="673" y="5041"/>
                  </a:lnTo>
                  <a:lnTo>
                    <a:pt x="508" y="5207"/>
                  </a:lnTo>
                  <a:lnTo>
                    <a:pt x="660" y="5359"/>
                  </a:lnTo>
                  <a:lnTo>
                    <a:pt x="838" y="5219"/>
                  </a:lnTo>
                  <a:close/>
                </a:path>
                <a:path w="1904" h="6984">
                  <a:moveTo>
                    <a:pt x="876" y="1536"/>
                  </a:moveTo>
                  <a:lnTo>
                    <a:pt x="749" y="1409"/>
                  </a:lnTo>
                  <a:lnTo>
                    <a:pt x="635" y="1536"/>
                  </a:lnTo>
                  <a:lnTo>
                    <a:pt x="762" y="1663"/>
                  </a:lnTo>
                  <a:lnTo>
                    <a:pt x="876" y="1536"/>
                  </a:lnTo>
                  <a:close/>
                </a:path>
                <a:path w="1904" h="6984">
                  <a:moveTo>
                    <a:pt x="901" y="1054"/>
                  </a:moveTo>
                  <a:lnTo>
                    <a:pt x="749" y="965"/>
                  </a:lnTo>
                  <a:lnTo>
                    <a:pt x="660" y="1117"/>
                  </a:lnTo>
                  <a:lnTo>
                    <a:pt x="812" y="1206"/>
                  </a:lnTo>
                  <a:lnTo>
                    <a:pt x="901" y="1054"/>
                  </a:lnTo>
                  <a:close/>
                </a:path>
                <a:path w="1904" h="6984">
                  <a:moveTo>
                    <a:pt x="965" y="660"/>
                  </a:moveTo>
                  <a:lnTo>
                    <a:pt x="850" y="533"/>
                  </a:lnTo>
                  <a:lnTo>
                    <a:pt x="698" y="660"/>
                  </a:lnTo>
                  <a:lnTo>
                    <a:pt x="850" y="800"/>
                  </a:lnTo>
                  <a:lnTo>
                    <a:pt x="965" y="660"/>
                  </a:lnTo>
                  <a:close/>
                </a:path>
                <a:path w="1904" h="6984">
                  <a:moveTo>
                    <a:pt x="990" y="2578"/>
                  </a:moveTo>
                  <a:lnTo>
                    <a:pt x="901" y="2413"/>
                  </a:lnTo>
                  <a:lnTo>
                    <a:pt x="736" y="2527"/>
                  </a:lnTo>
                  <a:lnTo>
                    <a:pt x="863" y="2679"/>
                  </a:lnTo>
                  <a:lnTo>
                    <a:pt x="990" y="2578"/>
                  </a:lnTo>
                  <a:close/>
                </a:path>
                <a:path w="1904" h="6984">
                  <a:moveTo>
                    <a:pt x="1079" y="3784"/>
                  </a:moveTo>
                  <a:lnTo>
                    <a:pt x="863" y="3784"/>
                  </a:lnTo>
                  <a:lnTo>
                    <a:pt x="977" y="3911"/>
                  </a:lnTo>
                  <a:lnTo>
                    <a:pt x="1079" y="3784"/>
                  </a:lnTo>
                  <a:close/>
                </a:path>
                <a:path w="1904" h="6984">
                  <a:moveTo>
                    <a:pt x="1079" y="1993"/>
                  </a:moveTo>
                  <a:lnTo>
                    <a:pt x="990" y="1828"/>
                  </a:lnTo>
                  <a:lnTo>
                    <a:pt x="838" y="1943"/>
                  </a:lnTo>
                  <a:lnTo>
                    <a:pt x="939" y="2095"/>
                  </a:lnTo>
                  <a:lnTo>
                    <a:pt x="1079" y="1993"/>
                  </a:lnTo>
                  <a:close/>
                </a:path>
                <a:path w="1904" h="6984">
                  <a:moveTo>
                    <a:pt x="1092" y="4064"/>
                  </a:moveTo>
                  <a:lnTo>
                    <a:pt x="990" y="3924"/>
                  </a:lnTo>
                  <a:lnTo>
                    <a:pt x="850" y="4025"/>
                  </a:lnTo>
                  <a:lnTo>
                    <a:pt x="965" y="4178"/>
                  </a:lnTo>
                  <a:lnTo>
                    <a:pt x="1092" y="4064"/>
                  </a:lnTo>
                  <a:close/>
                </a:path>
                <a:path w="1904" h="6984">
                  <a:moveTo>
                    <a:pt x="1155" y="5981"/>
                  </a:moveTo>
                  <a:lnTo>
                    <a:pt x="927" y="6019"/>
                  </a:lnTo>
                  <a:lnTo>
                    <a:pt x="1066" y="6134"/>
                  </a:lnTo>
                  <a:lnTo>
                    <a:pt x="1155" y="5981"/>
                  </a:lnTo>
                  <a:close/>
                </a:path>
                <a:path w="1904" h="6984">
                  <a:moveTo>
                    <a:pt x="1193" y="4965"/>
                  </a:moveTo>
                  <a:lnTo>
                    <a:pt x="1003" y="4876"/>
                  </a:lnTo>
                  <a:lnTo>
                    <a:pt x="863" y="4737"/>
                  </a:lnTo>
                  <a:lnTo>
                    <a:pt x="698" y="4889"/>
                  </a:lnTo>
                  <a:lnTo>
                    <a:pt x="850" y="5054"/>
                  </a:lnTo>
                  <a:lnTo>
                    <a:pt x="990" y="4914"/>
                  </a:lnTo>
                  <a:lnTo>
                    <a:pt x="939" y="5067"/>
                  </a:lnTo>
                  <a:lnTo>
                    <a:pt x="1117" y="5168"/>
                  </a:lnTo>
                  <a:lnTo>
                    <a:pt x="1193" y="4965"/>
                  </a:lnTo>
                  <a:close/>
                </a:path>
                <a:path w="1904" h="6984">
                  <a:moveTo>
                    <a:pt x="1219" y="469"/>
                  </a:moveTo>
                  <a:lnTo>
                    <a:pt x="1054" y="368"/>
                  </a:lnTo>
                  <a:lnTo>
                    <a:pt x="977" y="546"/>
                  </a:lnTo>
                  <a:lnTo>
                    <a:pt x="1130" y="622"/>
                  </a:lnTo>
                  <a:lnTo>
                    <a:pt x="1219" y="469"/>
                  </a:lnTo>
                  <a:close/>
                </a:path>
                <a:path w="1904" h="6984">
                  <a:moveTo>
                    <a:pt x="1346" y="2705"/>
                  </a:moveTo>
                  <a:lnTo>
                    <a:pt x="1206" y="2540"/>
                  </a:lnTo>
                  <a:lnTo>
                    <a:pt x="1041" y="2654"/>
                  </a:lnTo>
                  <a:lnTo>
                    <a:pt x="1168" y="2819"/>
                  </a:lnTo>
                  <a:lnTo>
                    <a:pt x="1346" y="2705"/>
                  </a:lnTo>
                  <a:close/>
                </a:path>
                <a:path w="1904" h="6984">
                  <a:moveTo>
                    <a:pt x="1384" y="4597"/>
                  </a:moveTo>
                  <a:lnTo>
                    <a:pt x="1231" y="4495"/>
                  </a:lnTo>
                  <a:lnTo>
                    <a:pt x="1117" y="4660"/>
                  </a:lnTo>
                  <a:lnTo>
                    <a:pt x="1231" y="4876"/>
                  </a:lnTo>
                  <a:lnTo>
                    <a:pt x="1371" y="4775"/>
                  </a:lnTo>
                  <a:lnTo>
                    <a:pt x="1384" y="4597"/>
                  </a:lnTo>
                  <a:close/>
                </a:path>
                <a:path w="1904" h="6984">
                  <a:moveTo>
                    <a:pt x="1397" y="914"/>
                  </a:moveTo>
                  <a:lnTo>
                    <a:pt x="1282" y="774"/>
                  </a:lnTo>
                  <a:lnTo>
                    <a:pt x="1143" y="914"/>
                  </a:lnTo>
                  <a:lnTo>
                    <a:pt x="1270" y="1041"/>
                  </a:lnTo>
                  <a:lnTo>
                    <a:pt x="1397" y="914"/>
                  </a:lnTo>
                  <a:close/>
                </a:path>
                <a:path w="1904" h="6984">
                  <a:moveTo>
                    <a:pt x="1422" y="165"/>
                  </a:moveTo>
                  <a:lnTo>
                    <a:pt x="1295" y="0"/>
                  </a:lnTo>
                  <a:lnTo>
                    <a:pt x="1117" y="139"/>
                  </a:lnTo>
                  <a:lnTo>
                    <a:pt x="1257" y="304"/>
                  </a:lnTo>
                  <a:lnTo>
                    <a:pt x="1422" y="165"/>
                  </a:lnTo>
                  <a:close/>
                </a:path>
                <a:path w="1904" h="6984">
                  <a:moveTo>
                    <a:pt x="1460" y="6477"/>
                  </a:moveTo>
                  <a:lnTo>
                    <a:pt x="1320" y="6337"/>
                  </a:lnTo>
                  <a:lnTo>
                    <a:pt x="1193" y="6464"/>
                  </a:lnTo>
                  <a:lnTo>
                    <a:pt x="1333" y="6604"/>
                  </a:lnTo>
                  <a:lnTo>
                    <a:pt x="1460" y="6477"/>
                  </a:lnTo>
                  <a:close/>
                </a:path>
                <a:path w="1904" h="6984">
                  <a:moveTo>
                    <a:pt x="1473" y="3962"/>
                  </a:moveTo>
                  <a:lnTo>
                    <a:pt x="1371" y="3822"/>
                  </a:lnTo>
                  <a:lnTo>
                    <a:pt x="1231" y="3949"/>
                  </a:lnTo>
                  <a:lnTo>
                    <a:pt x="1358" y="4076"/>
                  </a:lnTo>
                  <a:close/>
                </a:path>
                <a:path w="1904" h="6984">
                  <a:moveTo>
                    <a:pt x="1473" y="1714"/>
                  </a:moveTo>
                  <a:lnTo>
                    <a:pt x="1346" y="1587"/>
                  </a:lnTo>
                  <a:lnTo>
                    <a:pt x="1206" y="1752"/>
                  </a:lnTo>
                  <a:lnTo>
                    <a:pt x="1371" y="1866"/>
                  </a:lnTo>
                  <a:lnTo>
                    <a:pt x="1473" y="1714"/>
                  </a:lnTo>
                  <a:close/>
                </a:path>
                <a:path w="1904" h="6984">
                  <a:moveTo>
                    <a:pt x="1574" y="5854"/>
                  </a:moveTo>
                  <a:lnTo>
                    <a:pt x="1485" y="5727"/>
                  </a:lnTo>
                  <a:lnTo>
                    <a:pt x="1346" y="5829"/>
                  </a:lnTo>
                  <a:lnTo>
                    <a:pt x="1447" y="5956"/>
                  </a:lnTo>
                  <a:lnTo>
                    <a:pt x="1574" y="5854"/>
                  </a:lnTo>
                  <a:close/>
                </a:path>
                <a:path w="1904" h="6984">
                  <a:moveTo>
                    <a:pt x="1587" y="2374"/>
                  </a:moveTo>
                  <a:lnTo>
                    <a:pt x="1473" y="2209"/>
                  </a:lnTo>
                  <a:lnTo>
                    <a:pt x="1320" y="2349"/>
                  </a:lnTo>
                  <a:lnTo>
                    <a:pt x="1447" y="2501"/>
                  </a:lnTo>
                  <a:lnTo>
                    <a:pt x="1587" y="2374"/>
                  </a:lnTo>
                  <a:close/>
                </a:path>
                <a:path w="1904" h="6984">
                  <a:moveTo>
                    <a:pt x="1600" y="6629"/>
                  </a:moveTo>
                  <a:lnTo>
                    <a:pt x="1460" y="6502"/>
                  </a:lnTo>
                  <a:lnTo>
                    <a:pt x="1346" y="6680"/>
                  </a:lnTo>
                  <a:lnTo>
                    <a:pt x="1485" y="6794"/>
                  </a:lnTo>
                  <a:lnTo>
                    <a:pt x="1600" y="6629"/>
                  </a:lnTo>
                  <a:close/>
                </a:path>
                <a:path w="1904" h="6984">
                  <a:moveTo>
                    <a:pt x="1625" y="3086"/>
                  </a:moveTo>
                  <a:lnTo>
                    <a:pt x="1485" y="2921"/>
                  </a:lnTo>
                  <a:lnTo>
                    <a:pt x="1333" y="3086"/>
                  </a:lnTo>
                  <a:lnTo>
                    <a:pt x="1473" y="3225"/>
                  </a:lnTo>
                  <a:lnTo>
                    <a:pt x="1625" y="3086"/>
                  </a:lnTo>
                  <a:close/>
                </a:path>
                <a:path w="1904" h="6984">
                  <a:moveTo>
                    <a:pt x="1651" y="6210"/>
                  </a:moveTo>
                  <a:lnTo>
                    <a:pt x="1511" y="6108"/>
                  </a:lnTo>
                  <a:lnTo>
                    <a:pt x="1384" y="6273"/>
                  </a:lnTo>
                  <a:lnTo>
                    <a:pt x="1536" y="6388"/>
                  </a:lnTo>
                  <a:lnTo>
                    <a:pt x="1651" y="6210"/>
                  </a:lnTo>
                  <a:close/>
                </a:path>
                <a:path w="1904" h="6984">
                  <a:moveTo>
                    <a:pt x="1803" y="3721"/>
                  </a:moveTo>
                  <a:lnTo>
                    <a:pt x="1714" y="3530"/>
                  </a:lnTo>
                  <a:lnTo>
                    <a:pt x="1536" y="3657"/>
                  </a:lnTo>
                  <a:lnTo>
                    <a:pt x="1651" y="3822"/>
                  </a:lnTo>
                  <a:lnTo>
                    <a:pt x="1803" y="3721"/>
                  </a:lnTo>
                  <a:close/>
                </a:path>
                <a:path w="1904" h="6984">
                  <a:moveTo>
                    <a:pt x="1816" y="5613"/>
                  </a:moveTo>
                  <a:lnTo>
                    <a:pt x="1701" y="5448"/>
                  </a:lnTo>
                  <a:lnTo>
                    <a:pt x="1498" y="5295"/>
                  </a:lnTo>
                  <a:lnTo>
                    <a:pt x="1422" y="5473"/>
                  </a:lnTo>
                  <a:lnTo>
                    <a:pt x="1587" y="5537"/>
                  </a:lnTo>
                  <a:lnTo>
                    <a:pt x="1663" y="5753"/>
                  </a:lnTo>
                  <a:lnTo>
                    <a:pt x="1816" y="5613"/>
                  </a:lnTo>
                  <a:close/>
                </a:path>
                <a:path w="1904" h="6984">
                  <a:moveTo>
                    <a:pt x="1816" y="3314"/>
                  </a:moveTo>
                  <a:lnTo>
                    <a:pt x="1701" y="3187"/>
                  </a:lnTo>
                  <a:lnTo>
                    <a:pt x="1549" y="3327"/>
                  </a:lnTo>
                  <a:lnTo>
                    <a:pt x="1701" y="3467"/>
                  </a:lnTo>
                  <a:lnTo>
                    <a:pt x="1816" y="33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7" name="object 177"/>
            <p:cNvSpPr/>
            <p:nvPr/>
          </p:nvSpPr>
          <p:spPr>
            <a:xfrm>
              <a:off x="3952520" y="1103528"/>
              <a:ext cx="187325" cy="214629"/>
            </a:xfrm>
            <a:custGeom>
              <a:avLst/>
              <a:gdLst/>
              <a:ahLst/>
              <a:cxnLst/>
              <a:rect l="l" t="t" r="r" b="b"/>
              <a:pathLst>
                <a:path w="187325" h="214630">
                  <a:moveTo>
                    <a:pt x="139052" y="0"/>
                  </a:moveTo>
                  <a:lnTo>
                    <a:pt x="609" y="0"/>
                  </a:lnTo>
                  <a:lnTo>
                    <a:pt x="606" y="1054"/>
                  </a:lnTo>
                  <a:lnTo>
                    <a:pt x="480" y="45237"/>
                  </a:lnTo>
                  <a:lnTo>
                    <a:pt x="361" y="87287"/>
                  </a:lnTo>
                  <a:lnTo>
                    <a:pt x="238" y="130530"/>
                  </a:lnTo>
                  <a:lnTo>
                    <a:pt x="122" y="171005"/>
                  </a:lnTo>
                  <a:lnTo>
                    <a:pt x="0" y="214147"/>
                  </a:lnTo>
                  <a:lnTo>
                    <a:pt x="1883" y="211707"/>
                  </a:lnTo>
                  <a:lnTo>
                    <a:pt x="1086" y="211061"/>
                  </a:lnTo>
                  <a:lnTo>
                    <a:pt x="203" y="210426"/>
                  </a:lnTo>
                  <a:lnTo>
                    <a:pt x="2127" y="208469"/>
                  </a:lnTo>
                  <a:lnTo>
                    <a:pt x="2248" y="164376"/>
                  </a:lnTo>
                  <a:lnTo>
                    <a:pt x="2341" y="130530"/>
                  </a:lnTo>
                  <a:lnTo>
                    <a:pt x="2466" y="84836"/>
                  </a:lnTo>
                  <a:lnTo>
                    <a:pt x="2592" y="38560"/>
                  </a:lnTo>
                  <a:lnTo>
                    <a:pt x="2692" y="2095"/>
                  </a:lnTo>
                  <a:lnTo>
                    <a:pt x="137325" y="2095"/>
                  </a:lnTo>
                  <a:lnTo>
                    <a:pt x="137160" y="1270"/>
                  </a:lnTo>
                  <a:lnTo>
                    <a:pt x="138188" y="1054"/>
                  </a:lnTo>
                  <a:lnTo>
                    <a:pt x="139260" y="1054"/>
                  </a:lnTo>
                  <a:lnTo>
                    <a:pt x="139052" y="0"/>
                  </a:lnTo>
                  <a:close/>
                </a:path>
                <a:path w="187325" h="214630">
                  <a:moveTo>
                    <a:pt x="2127" y="208469"/>
                  </a:moveTo>
                  <a:lnTo>
                    <a:pt x="203" y="210426"/>
                  </a:lnTo>
                  <a:lnTo>
                    <a:pt x="1082" y="211061"/>
                  </a:lnTo>
                  <a:lnTo>
                    <a:pt x="1906" y="211707"/>
                  </a:lnTo>
                  <a:lnTo>
                    <a:pt x="2554" y="211061"/>
                  </a:lnTo>
                  <a:lnTo>
                    <a:pt x="2120" y="211061"/>
                  </a:lnTo>
                  <a:lnTo>
                    <a:pt x="2127" y="208469"/>
                  </a:lnTo>
                  <a:close/>
                </a:path>
                <a:path w="187325" h="214630">
                  <a:moveTo>
                    <a:pt x="67500" y="175831"/>
                  </a:moveTo>
                  <a:lnTo>
                    <a:pt x="13698" y="199574"/>
                  </a:lnTo>
                  <a:lnTo>
                    <a:pt x="2120" y="211061"/>
                  </a:lnTo>
                  <a:lnTo>
                    <a:pt x="2554" y="211061"/>
                  </a:lnTo>
                  <a:lnTo>
                    <a:pt x="5157" y="208469"/>
                  </a:lnTo>
                  <a:lnTo>
                    <a:pt x="6639" y="207374"/>
                  </a:lnTo>
                  <a:lnTo>
                    <a:pt x="15795" y="200734"/>
                  </a:lnTo>
                  <a:lnTo>
                    <a:pt x="35993" y="190071"/>
                  </a:lnTo>
                  <a:lnTo>
                    <a:pt x="68211" y="177800"/>
                  </a:lnTo>
                  <a:lnTo>
                    <a:pt x="70095" y="177034"/>
                  </a:lnTo>
                  <a:lnTo>
                    <a:pt x="70603" y="176809"/>
                  </a:lnTo>
                  <a:lnTo>
                    <a:pt x="67881" y="176809"/>
                  </a:lnTo>
                  <a:lnTo>
                    <a:pt x="67500" y="175831"/>
                  </a:lnTo>
                  <a:close/>
                </a:path>
                <a:path w="187325" h="214630">
                  <a:moveTo>
                    <a:pt x="128333" y="130530"/>
                  </a:moveTo>
                  <a:lnTo>
                    <a:pt x="100147" y="158051"/>
                  </a:lnTo>
                  <a:lnTo>
                    <a:pt x="67559" y="175831"/>
                  </a:lnTo>
                  <a:lnTo>
                    <a:pt x="67881" y="176809"/>
                  </a:lnTo>
                  <a:lnTo>
                    <a:pt x="70603" y="176809"/>
                  </a:lnTo>
                  <a:lnTo>
                    <a:pt x="75050" y="174836"/>
                  </a:lnTo>
                  <a:lnTo>
                    <a:pt x="111513" y="152017"/>
                  </a:lnTo>
                  <a:lnTo>
                    <a:pt x="128996" y="133182"/>
                  </a:lnTo>
                  <a:lnTo>
                    <a:pt x="128244" y="132803"/>
                  </a:lnTo>
                  <a:lnTo>
                    <a:pt x="128701" y="131876"/>
                  </a:lnTo>
                  <a:lnTo>
                    <a:pt x="131012" y="131876"/>
                  </a:lnTo>
                  <a:lnTo>
                    <a:pt x="128333" y="130530"/>
                  </a:lnTo>
                  <a:close/>
                </a:path>
                <a:path w="187325" h="214630">
                  <a:moveTo>
                    <a:pt x="131012" y="131876"/>
                  </a:moveTo>
                  <a:lnTo>
                    <a:pt x="128701" y="131876"/>
                  </a:lnTo>
                  <a:lnTo>
                    <a:pt x="129578" y="132461"/>
                  </a:lnTo>
                  <a:lnTo>
                    <a:pt x="128996" y="133182"/>
                  </a:lnTo>
                  <a:lnTo>
                    <a:pt x="144589" y="141033"/>
                  </a:lnTo>
                  <a:lnTo>
                    <a:pt x="146790" y="138430"/>
                  </a:lnTo>
                  <a:lnTo>
                    <a:pt x="144056" y="138430"/>
                  </a:lnTo>
                  <a:lnTo>
                    <a:pt x="131012" y="131876"/>
                  </a:lnTo>
                  <a:close/>
                </a:path>
                <a:path w="187325" h="214630">
                  <a:moveTo>
                    <a:pt x="184810" y="90208"/>
                  </a:moveTo>
                  <a:lnTo>
                    <a:pt x="144056" y="138430"/>
                  </a:lnTo>
                  <a:lnTo>
                    <a:pt x="146790" y="138430"/>
                  </a:lnTo>
                  <a:lnTo>
                    <a:pt x="186497" y="91452"/>
                  </a:lnTo>
                  <a:lnTo>
                    <a:pt x="184721" y="91452"/>
                  </a:lnTo>
                  <a:lnTo>
                    <a:pt x="184426" y="90970"/>
                  </a:lnTo>
                  <a:lnTo>
                    <a:pt x="185699" y="90970"/>
                  </a:lnTo>
                  <a:lnTo>
                    <a:pt x="184810" y="90208"/>
                  </a:lnTo>
                  <a:close/>
                </a:path>
                <a:path w="187325" h="214630">
                  <a:moveTo>
                    <a:pt x="128701" y="131876"/>
                  </a:moveTo>
                  <a:lnTo>
                    <a:pt x="128244" y="132803"/>
                  </a:lnTo>
                  <a:lnTo>
                    <a:pt x="128996" y="133182"/>
                  </a:lnTo>
                  <a:lnTo>
                    <a:pt x="129578" y="132461"/>
                  </a:lnTo>
                  <a:lnTo>
                    <a:pt x="128701" y="131876"/>
                  </a:lnTo>
                  <a:close/>
                </a:path>
                <a:path w="187325" h="214630">
                  <a:moveTo>
                    <a:pt x="138188" y="1054"/>
                  </a:moveTo>
                  <a:lnTo>
                    <a:pt x="137160" y="1270"/>
                  </a:lnTo>
                  <a:lnTo>
                    <a:pt x="138188" y="6400"/>
                  </a:lnTo>
                  <a:lnTo>
                    <a:pt x="141668" y="14465"/>
                  </a:lnTo>
                  <a:lnTo>
                    <a:pt x="170732" y="68186"/>
                  </a:lnTo>
                  <a:lnTo>
                    <a:pt x="184721" y="91452"/>
                  </a:lnTo>
                  <a:lnTo>
                    <a:pt x="185489" y="90970"/>
                  </a:lnTo>
                  <a:lnTo>
                    <a:pt x="184166" y="90970"/>
                  </a:lnTo>
                  <a:lnTo>
                    <a:pt x="184810" y="90208"/>
                  </a:lnTo>
                  <a:lnTo>
                    <a:pt x="186430" y="90208"/>
                  </a:lnTo>
                  <a:lnTo>
                    <a:pt x="184607" y="87287"/>
                  </a:lnTo>
                  <a:lnTo>
                    <a:pt x="180399" y="80334"/>
                  </a:lnTo>
                  <a:lnTo>
                    <a:pt x="160020" y="45237"/>
                  </a:lnTo>
                  <a:lnTo>
                    <a:pt x="140030" y="4940"/>
                  </a:lnTo>
                  <a:lnTo>
                    <a:pt x="139467" y="2095"/>
                  </a:lnTo>
                  <a:lnTo>
                    <a:pt x="138188" y="2095"/>
                  </a:lnTo>
                  <a:lnTo>
                    <a:pt x="138188" y="1054"/>
                  </a:lnTo>
                  <a:close/>
                </a:path>
                <a:path w="187325" h="214630">
                  <a:moveTo>
                    <a:pt x="186430" y="90208"/>
                  </a:moveTo>
                  <a:lnTo>
                    <a:pt x="184810" y="90208"/>
                  </a:lnTo>
                  <a:lnTo>
                    <a:pt x="185699" y="90970"/>
                  </a:lnTo>
                  <a:lnTo>
                    <a:pt x="185489" y="90970"/>
                  </a:lnTo>
                  <a:lnTo>
                    <a:pt x="184721" y="91452"/>
                  </a:lnTo>
                  <a:lnTo>
                    <a:pt x="186497" y="91452"/>
                  </a:lnTo>
                  <a:lnTo>
                    <a:pt x="186905" y="90970"/>
                  </a:lnTo>
                  <a:lnTo>
                    <a:pt x="186430" y="90208"/>
                  </a:lnTo>
                  <a:close/>
                </a:path>
                <a:path w="187325" h="214630">
                  <a:moveTo>
                    <a:pt x="139260" y="1054"/>
                  </a:moveTo>
                  <a:lnTo>
                    <a:pt x="138188" y="1054"/>
                  </a:lnTo>
                  <a:lnTo>
                    <a:pt x="138188" y="2095"/>
                  </a:lnTo>
                  <a:lnTo>
                    <a:pt x="139467" y="2095"/>
                  </a:lnTo>
                  <a:lnTo>
                    <a:pt x="139303" y="1270"/>
                  </a:lnTo>
                  <a:lnTo>
                    <a:pt x="139260" y="1054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8" name="object 178"/>
            <p:cNvSpPr/>
            <p:nvPr/>
          </p:nvSpPr>
          <p:spPr>
            <a:xfrm>
              <a:off x="3761007" y="1104023"/>
              <a:ext cx="184150" cy="210820"/>
            </a:xfrm>
            <a:custGeom>
              <a:avLst/>
              <a:gdLst/>
              <a:ahLst/>
              <a:cxnLst/>
              <a:rect l="l" t="t" r="r" b="b"/>
              <a:pathLst>
                <a:path w="184150" h="210819">
                  <a:moveTo>
                    <a:pt x="183959" y="0"/>
                  </a:moveTo>
                  <a:lnTo>
                    <a:pt x="47421" y="0"/>
                  </a:lnTo>
                  <a:lnTo>
                    <a:pt x="44480" y="12374"/>
                  </a:lnTo>
                  <a:lnTo>
                    <a:pt x="38560" y="25796"/>
                  </a:lnTo>
                  <a:lnTo>
                    <a:pt x="25215" y="48634"/>
                  </a:lnTo>
                  <a:lnTo>
                    <a:pt x="0" y="89255"/>
                  </a:lnTo>
                  <a:lnTo>
                    <a:pt x="41287" y="137794"/>
                  </a:lnTo>
                  <a:lnTo>
                    <a:pt x="56896" y="129971"/>
                  </a:lnTo>
                  <a:lnTo>
                    <a:pt x="68990" y="146992"/>
                  </a:lnTo>
                  <a:lnTo>
                    <a:pt x="79355" y="157314"/>
                  </a:lnTo>
                  <a:lnTo>
                    <a:pt x="93693" y="165122"/>
                  </a:lnTo>
                  <a:lnTo>
                    <a:pt x="117703" y="174599"/>
                  </a:lnTo>
                  <a:lnTo>
                    <a:pt x="149021" y="184898"/>
                  </a:lnTo>
                  <a:lnTo>
                    <a:pt x="166362" y="192074"/>
                  </a:lnTo>
                  <a:lnTo>
                    <a:pt x="175937" y="199499"/>
                  </a:lnTo>
                  <a:lnTo>
                    <a:pt x="183959" y="210540"/>
                  </a:lnTo>
                  <a:lnTo>
                    <a:pt x="183959" y="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9" name="object 179"/>
            <p:cNvSpPr/>
            <p:nvPr/>
          </p:nvSpPr>
          <p:spPr>
            <a:xfrm>
              <a:off x="3777969" y="1001763"/>
              <a:ext cx="29209" cy="27305"/>
            </a:xfrm>
            <a:custGeom>
              <a:avLst/>
              <a:gdLst/>
              <a:ahLst/>
              <a:cxnLst/>
              <a:rect l="l" t="t" r="r" b="b"/>
              <a:pathLst>
                <a:path w="29210" h="27305">
                  <a:moveTo>
                    <a:pt x="22694" y="0"/>
                  </a:moveTo>
                  <a:lnTo>
                    <a:pt x="17386" y="3517"/>
                  </a:lnTo>
                  <a:lnTo>
                    <a:pt x="16178" y="12314"/>
                  </a:lnTo>
                  <a:lnTo>
                    <a:pt x="13963" y="16357"/>
                  </a:lnTo>
                  <a:lnTo>
                    <a:pt x="9110" y="16648"/>
                  </a:lnTo>
                  <a:lnTo>
                    <a:pt x="0" y="14185"/>
                  </a:lnTo>
                  <a:lnTo>
                    <a:pt x="2882" y="19989"/>
                  </a:lnTo>
                  <a:lnTo>
                    <a:pt x="13195" y="27241"/>
                  </a:lnTo>
                  <a:lnTo>
                    <a:pt x="24066" y="25285"/>
                  </a:lnTo>
                  <a:lnTo>
                    <a:pt x="29108" y="17475"/>
                  </a:lnTo>
                  <a:lnTo>
                    <a:pt x="29108" y="8547"/>
                  </a:lnTo>
                  <a:lnTo>
                    <a:pt x="22694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0" name="object 180"/>
            <p:cNvSpPr/>
            <p:nvPr/>
          </p:nvSpPr>
          <p:spPr>
            <a:xfrm>
              <a:off x="3769201" y="947364"/>
              <a:ext cx="39370" cy="85090"/>
            </a:xfrm>
            <a:custGeom>
              <a:avLst/>
              <a:gdLst/>
              <a:ahLst/>
              <a:cxnLst/>
              <a:rect l="l" t="t" r="r" b="b"/>
              <a:pathLst>
                <a:path w="39370" h="85090">
                  <a:moveTo>
                    <a:pt x="7568" y="67519"/>
                  </a:moveTo>
                  <a:lnTo>
                    <a:pt x="9967" y="72287"/>
                  </a:lnTo>
                  <a:lnTo>
                    <a:pt x="11577" y="75415"/>
                  </a:lnTo>
                  <a:lnTo>
                    <a:pt x="18501" y="82119"/>
                  </a:lnTo>
                  <a:lnTo>
                    <a:pt x="26825" y="84826"/>
                  </a:lnTo>
                  <a:lnTo>
                    <a:pt x="33476" y="81635"/>
                  </a:lnTo>
                  <a:lnTo>
                    <a:pt x="21961" y="81635"/>
                  </a:lnTo>
                  <a:lnTo>
                    <a:pt x="7568" y="67519"/>
                  </a:lnTo>
                  <a:close/>
                </a:path>
                <a:path w="39370" h="85090">
                  <a:moveTo>
                    <a:pt x="18062" y="0"/>
                  </a:moveTo>
                  <a:lnTo>
                    <a:pt x="9032" y="4496"/>
                  </a:lnTo>
                  <a:lnTo>
                    <a:pt x="2851" y="10509"/>
                  </a:lnTo>
                  <a:lnTo>
                    <a:pt x="0" y="17827"/>
                  </a:lnTo>
                  <a:lnTo>
                    <a:pt x="956" y="26238"/>
                  </a:lnTo>
                  <a:lnTo>
                    <a:pt x="3305" y="33248"/>
                  </a:lnTo>
                  <a:lnTo>
                    <a:pt x="7826" y="39293"/>
                  </a:lnTo>
                  <a:lnTo>
                    <a:pt x="13325" y="44094"/>
                  </a:lnTo>
                  <a:lnTo>
                    <a:pt x="20924" y="51226"/>
                  </a:lnTo>
                  <a:lnTo>
                    <a:pt x="29859" y="61804"/>
                  </a:lnTo>
                  <a:lnTo>
                    <a:pt x="33801" y="72287"/>
                  </a:lnTo>
                  <a:lnTo>
                    <a:pt x="26419" y="79133"/>
                  </a:lnTo>
                  <a:lnTo>
                    <a:pt x="21961" y="81635"/>
                  </a:lnTo>
                  <a:lnTo>
                    <a:pt x="33476" y="81635"/>
                  </a:lnTo>
                  <a:lnTo>
                    <a:pt x="35144" y="80835"/>
                  </a:lnTo>
                  <a:lnTo>
                    <a:pt x="39008" y="74148"/>
                  </a:lnTo>
                  <a:lnTo>
                    <a:pt x="38757" y="67519"/>
                  </a:lnTo>
                  <a:lnTo>
                    <a:pt x="35687" y="61033"/>
                  </a:lnTo>
                  <a:lnTo>
                    <a:pt x="31093" y="54775"/>
                  </a:lnTo>
                  <a:lnTo>
                    <a:pt x="24833" y="48150"/>
                  </a:lnTo>
                  <a:lnTo>
                    <a:pt x="17696" y="41394"/>
                  </a:lnTo>
                  <a:lnTo>
                    <a:pt x="11113" y="34292"/>
                  </a:lnTo>
                  <a:lnTo>
                    <a:pt x="6518" y="26631"/>
                  </a:lnTo>
                  <a:lnTo>
                    <a:pt x="4270" y="20802"/>
                  </a:lnTo>
                  <a:lnTo>
                    <a:pt x="5337" y="14592"/>
                  </a:lnTo>
                  <a:lnTo>
                    <a:pt x="8995" y="9156"/>
                  </a:lnTo>
                  <a:lnTo>
                    <a:pt x="18101" y="393"/>
                  </a:lnTo>
                  <a:lnTo>
                    <a:pt x="180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1" name="object 181"/>
            <p:cNvSpPr/>
            <p:nvPr/>
          </p:nvSpPr>
          <p:spPr>
            <a:xfrm>
              <a:off x="3768239" y="946628"/>
              <a:ext cx="41275" cy="86995"/>
            </a:xfrm>
            <a:custGeom>
              <a:avLst/>
              <a:gdLst/>
              <a:ahLst/>
              <a:cxnLst/>
              <a:rect l="l" t="t" r="r" b="b"/>
              <a:pathLst>
                <a:path w="41275" h="86994">
                  <a:moveTo>
                    <a:pt x="8953" y="67602"/>
                  </a:moveTo>
                  <a:lnTo>
                    <a:pt x="7776" y="68792"/>
                  </a:lnTo>
                  <a:lnTo>
                    <a:pt x="8801" y="72390"/>
                  </a:lnTo>
                  <a:lnTo>
                    <a:pt x="11531" y="76835"/>
                  </a:lnTo>
                  <a:lnTo>
                    <a:pt x="18592" y="83794"/>
                  </a:lnTo>
                  <a:lnTo>
                    <a:pt x="22974" y="86372"/>
                  </a:lnTo>
                  <a:lnTo>
                    <a:pt x="30670" y="86372"/>
                  </a:lnTo>
                  <a:lnTo>
                    <a:pt x="33832" y="85090"/>
                  </a:lnTo>
                  <a:lnTo>
                    <a:pt x="34099" y="84810"/>
                  </a:lnTo>
                  <a:lnTo>
                    <a:pt x="23596" y="84810"/>
                  </a:lnTo>
                  <a:lnTo>
                    <a:pt x="19532" y="82511"/>
                  </a:lnTo>
                  <a:lnTo>
                    <a:pt x="12968" y="76034"/>
                  </a:lnTo>
                  <a:lnTo>
                    <a:pt x="12579" y="75488"/>
                  </a:lnTo>
                  <a:lnTo>
                    <a:pt x="10285" y="71729"/>
                  </a:lnTo>
                  <a:lnTo>
                    <a:pt x="9974" y="70768"/>
                  </a:lnTo>
                  <a:lnTo>
                    <a:pt x="7949" y="68792"/>
                  </a:lnTo>
                  <a:lnTo>
                    <a:pt x="9402" y="68792"/>
                  </a:lnTo>
                  <a:lnTo>
                    <a:pt x="9281" y="68376"/>
                  </a:lnTo>
                  <a:lnTo>
                    <a:pt x="7658" y="68376"/>
                  </a:lnTo>
                  <a:lnTo>
                    <a:pt x="9233" y="67863"/>
                  </a:lnTo>
                  <a:lnTo>
                    <a:pt x="8953" y="67602"/>
                  </a:lnTo>
                  <a:close/>
                </a:path>
                <a:path w="41275" h="86994">
                  <a:moveTo>
                    <a:pt x="19374" y="1576"/>
                  </a:moveTo>
                  <a:lnTo>
                    <a:pt x="18962" y="1576"/>
                  </a:lnTo>
                  <a:lnTo>
                    <a:pt x="16402" y="2484"/>
                  </a:lnTo>
                  <a:lnTo>
                    <a:pt x="14655" y="4241"/>
                  </a:lnTo>
                  <a:lnTo>
                    <a:pt x="9258" y="9588"/>
                  </a:lnTo>
                  <a:lnTo>
                    <a:pt x="9067" y="9817"/>
                  </a:lnTo>
                  <a:lnTo>
                    <a:pt x="6781" y="13208"/>
                  </a:lnTo>
                  <a:lnTo>
                    <a:pt x="5499" y="17081"/>
                  </a:lnTo>
                  <a:lnTo>
                    <a:pt x="5499" y="23266"/>
                  </a:lnTo>
                  <a:lnTo>
                    <a:pt x="5737" y="24612"/>
                  </a:lnTo>
                  <a:lnTo>
                    <a:pt x="5825" y="25107"/>
                  </a:lnTo>
                  <a:lnTo>
                    <a:pt x="27940" y="51676"/>
                  </a:lnTo>
                  <a:lnTo>
                    <a:pt x="35674" y="61239"/>
                  </a:lnTo>
                  <a:lnTo>
                    <a:pt x="39509" y="66789"/>
                  </a:lnTo>
                  <a:lnTo>
                    <a:pt x="39426" y="75260"/>
                  </a:lnTo>
                  <a:lnTo>
                    <a:pt x="38593" y="77495"/>
                  </a:lnTo>
                  <a:lnTo>
                    <a:pt x="38485" y="77787"/>
                  </a:lnTo>
                  <a:lnTo>
                    <a:pt x="38404" y="78003"/>
                  </a:lnTo>
                  <a:lnTo>
                    <a:pt x="34116" y="82511"/>
                  </a:lnTo>
                  <a:lnTo>
                    <a:pt x="32785" y="83794"/>
                  </a:lnTo>
                  <a:lnTo>
                    <a:pt x="30251" y="84810"/>
                  </a:lnTo>
                  <a:lnTo>
                    <a:pt x="34099" y="84810"/>
                  </a:lnTo>
                  <a:lnTo>
                    <a:pt x="39691" y="78955"/>
                  </a:lnTo>
                  <a:lnTo>
                    <a:pt x="39937" y="78447"/>
                  </a:lnTo>
                  <a:lnTo>
                    <a:pt x="41071" y="75488"/>
                  </a:lnTo>
                  <a:lnTo>
                    <a:pt x="41046" y="66040"/>
                  </a:lnTo>
                  <a:lnTo>
                    <a:pt x="36893" y="60325"/>
                  </a:lnTo>
                  <a:lnTo>
                    <a:pt x="29006" y="50533"/>
                  </a:lnTo>
                  <a:lnTo>
                    <a:pt x="23888" y="46164"/>
                  </a:lnTo>
                  <a:lnTo>
                    <a:pt x="14465" y="37007"/>
                  </a:lnTo>
                  <a:lnTo>
                    <a:pt x="10185" y="32245"/>
                  </a:lnTo>
                  <a:lnTo>
                    <a:pt x="7416" y="25107"/>
                  </a:lnTo>
                  <a:lnTo>
                    <a:pt x="7085" y="23266"/>
                  </a:lnTo>
                  <a:lnTo>
                    <a:pt x="7169" y="17081"/>
                  </a:lnTo>
                  <a:lnTo>
                    <a:pt x="8229" y="13843"/>
                  </a:lnTo>
                  <a:lnTo>
                    <a:pt x="10312" y="10744"/>
                  </a:lnTo>
                  <a:lnTo>
                    <a:pt x="9918" y="10414"/>
                  </a:lnTo>
                  <a:lnTo>
                    <a:pt x="10634" y="10414"/>
                  </a:lnTo>
                  <a:lnTo>
                    <a:pt x="11798" y="9220"/>
                  </a:lnTo>
                  <a:lnTo>
                    <a:pt x="16851" y="4241"/>
                  </a:lnTo>
                  <a:lnTo>
                    <a:pt x="18834" y="2209"/>
                  </a:lnTo>
                  <a:lnTo>
                    <a:pt x="19374" y="1576"/>
                  </a:lnTo>
                  <a:close/>
                </a:path>
                <a:path w="41275" h="86994">
                  <a:moveTo>
                    <a:pt x="9233" y="67863"/>
                  </a:moveTo>
                  <a:lnTo>
                    <a:pt x="9281" y="68376"/>
                  </a:lnTo>
                  <a:lnTo>
                    <a:pt x="9862" y="70383"/>
                  </a:lnTo>
                  <a:lnTo>
                    <a:pt x="9974" y="70768"/>
                  </a:lnTo>
                  <a:lnTo>
                    <a:pt x="24460" y="80911"/>
                  </a:lnTo>
                  <a:lnTo>
                    <a:pt x="27120" y="80911"/>
                  </a:lnTo>
                  <a:lnTo>
                    <a:pt x="27602" y="80619"/>
                  </a:lnTo>
                  <a:lnTo>
                    <a:pt x="27428" y="80098"/>
                  </a:lnTo>
                  <a:lnTo>
                    <a:pt x="27381" y="79908"/>
                  </a:lnTo>
                  <a:lnTo>
                    <a:pt x="30314" y="79908"/>
                  </a:lnTo>
                  <a:lnTo>
                    <a:pt x="31270" y="79400"/>
                  </a:lnTo>
                  <a:lnTo>
                    <a:pt x="25006" y="79400"/>
                  </a:lnTo>
                  <a:lnTo>
                    <a:pt x="23874" y="78955"/>
                  </a:lnTo>
                  <a:lnTo>
                    <a:pt x="23677" y="78955"/>
                  </a:lnTo>
                  <a:lnTo>
                    <a:pt x="18750" y="76034"/>
                  </a:lnTo>
                  <a:lnTo>
                    <a:pt x="18041" y="75488"/>
                  </a:lnTo>
                  <a:lnTo>
                    <a:pt x="15506" y="73456"/>
                  </a:lnTo>
                  <a:lnTo>
                    <a:pt x="11935" y="70383"/>
                  </a:lnTo>
                  <a:lnTo>
                    <a:pt x="9233" y="67863"/>
                  </a:lnTo>
                  <a:close/>
                </a:path>
                <a:path w="41275" h="86994">
                  <a:moveTo>
                    <a:pt x="27505" y="80098"/>
                  </a:moveTo>
                  <a:lnTo>
                    <a:pt x="27559" y="80619"/>
                  </a:lnTo>
                  <a:lnTo>
                    <a:pt x="27799" y="80619"/>
                  </a:lnTo>
                  <a:lnTo>
                    <a:pt x="27505" y="80098"/>
                  </a:lnTo>
                  <a:close/>
                </a:path>
                <a:path w="41275" h="86994">
                  <a:moveTo>
                    <a:pt x="30314" y="79908"/>
                  </a:moveTo>
                  <a:lnTo>
                    <a:pt x="27397" y="79908"/>
                  </a:lnTo>
                  <a:lnTo>
                    <a:pt x="27799" y="80619"/>
                  </a:lnTo>
                  <a:lnTo>
                    <a:pt x="27559" y="80619"/>
                  </a:lnTo>
                  <a:lnTo>
                    <a:pt x="30314" y="79908"/>
                  </a:lnTo>
                  <a:close/>
                </a:path>
                <a:path w="41275" h="86994">
                  <a:moveTo>
                    <a:pt x="18732" y="0"/>
                  </a:moveTo>
                  <a:lnTo>
                    <a:pt x="13042" y="2019"/>
                  </a:lnTo>
                  <a:lnTo>
                    <a:pt x="8382" y="4838"/>
                  </a:lnTo>
                  <a:lnTo>
                    <a:pt x="1841" y="11823"/>
                  </a:lnTo>
                  <a:lnTo>
                    <a:pt x="0" y="16040"/>
                  </a:lnTo>
                  <a:lnTo>
                    <a:pt x="77" y="23266"/>
                  </a:lnTo>
                  <a:lnTo>
                    <a:pt x="16157" y="47533"/>
                  </a:lnTo>
                  <a:lnTo>
                    <a:pt x="21196" y="52057"/>
                  </a:lnTo>
                  <a:lnTo>
                    <a:pt x="33874" y="74269"/>
                  </a:lnTo>
                  <a:lnTo>
                    <a:pt x="33707" y="74764"/>
                  </a:lnTo>
                  <a:lnTo>
                    <a:pt x="27763" y="78955"/>
                  </a:lnTo>
                  <a:lnTo>
                    <a:pt x="26974" y="79184"/>
                  </a:lnTo>
                  <a:lnTo>
                    <a:pt x="26607" y="79400"/>
                  </a:lnTo>
                  <a:lnTo>
                    <a:pt x="31270" y="79400"/>
                  </a:lnTo>
                  <a:lnTo>
                    <a:pt x="32106" y="78955"/>
                  </a:lnTo>
                  <a:lnTo>
                    <a:pt x="32693" y="78447"/>
                  </a:lnTo>
                  <a:lnTo>
                    <a:pt x="34975" y="76034"/>
                  </a:lnTo>
                  <a:lnTo>
                    <a:pt x="35560" y="74269"/>
                  </a:lnTo>
                  <a:lnTo>
                    <a:pt x="35547" y="69888"/>
                  </a:lnTo>
                  <a:lnTo>
                    <a:pt x="9372" y="39497"/>
                  </a:lnTo>
                  <a:lnTo>
                    <a:pt x="4953" y="33566"/>
                  </a:lnTo>
                  <a:lnTo>
                    <a:pt x="1917" y="24612"/>
                  </a:lnTo>
                  <a:lnTo>
                    <a:pt x="1687" y="23266"/>
                  </a:lnTo>
                  <a:lnTo>
                    <a:pt x="1574" y="16446"/>
                  </a:lnTo>
                  <a:lnTo>
                    <a:pt x="3238" y="12674"/>
                  </a:lnTo>
                  <a:lnTo>
                    <a:pt x="9283" y="6146"/>
                  </a:lnTo>
                  <a:lnTo>
                    <a:pt x="13741" y="3429"/>
                  </a:lnTo>
                  <a:lnTo>
                    <a:pt x="16402" y="2484"/>
                  </a:lnTo>
                  <a:lnTo>
                    <a:pt x="17988" y="812"/>
                  </a:lnTo>
                  <a:lnTo>
                    <a:pt x="18313" y="393"/>
                  </a:lnTo>
                  <a:lnTo>
                    <a:pt x="19286" y="393"/>
                  </a:lnTo>
                  <a:lnTo>
                    <a:pt x="18732" y="0"/>
                  </a:lnTo>
                  <a:close/>
                </a:path>
                <a:path w="41275" h="86994">
                  <a:moveTo>
                    <a:pt x="9133" y="67863"/>
                  </a:moveTo>
                  <a:lnTo>
                    <a:pt x="7658" y="68376"/>
                  </a:lnTo>
                  <a:lnTo>
                    <a:pt x="7710" y="68559"/>
                  </a:lnTo>
                  <a:lnTo>
                    <a:pt x="9974" y="70768"/>
                  </a:lnTo>
                  <a:lnTo>
                    <a:pt x="9402" y="68792"/>
                  </a:lnTo>
                  <a:lnTo>
                    <a:pt x="7776" y="68792"/>
                  </a:lnTo>
                  <a:lnTo>
                    <a:pt x="8187" y="68376"/>
                  </a:lnTo>
                  <a:lnTo>
                    <a:pt x="9281" y="68376"/>
                  </a:lnTo>
                  <a:lnTo>
                    <a:pt x="9133" y="67863"/>
                  </a:lnTo>
                  <a:close/>
                </a:path>
                <a:path w="41275" h="86994">
                  <a:moveTo>
                    <a:pt x="10634" y="10414"/>
                  </a:moveTo>
                  <a:lnTo>
                    <a:pt x="9918" y="10414"/>
                  </a:lnTo>
                  <a:lnTo>
                    <a:pt x="10392" y="10744"/>
                  </a:lnTo>
                  <a:lnTo>
                    <a:pt x="10634" y="10414"/>
                  </a:lnTo>
                  <a:close/>
                </a:path>
                <a:path w="41275" h="86994">
                  <a:moveTo>
                    <a:pt x="18300" y="393"/>
                  </a:moveTo>
                  <a:lnTo>
                    <a:pt x="18195" y="812"/>
                  </a:lnTo>
                  <a:lnTo>
                    <a:pt x="17988" y="812"/>
                  </a:lnTo>
                  <a:lnTo>
                    <a:pt x="16402" y="2484"/>
                  </a:lnTo>
                  <a:lnTo>
                    <a:pt x="18962" y="1576"/>
                  </a:lnTo>
                  <a:lnTo>
                    <a:pt x="19374" y="1576"/>
                  </a:lnTo>
                  <a:lnTo>
                    <a:pt x="19033" y="812"/>
                  </a:lnTo>
                  <a:lnTo>
                    <a:pt x="18195" y="812"/>
                  </a:lnTo>
                  <a:lnTo>
                    <a:pt x="18300" y="393"/>
                  </a:lnTo>
                  <a:close/>
                </a:path>
                <a:path w="41275" h="86994">
                  <a:moveTo>
                    <a:pt x="19286" y="393"/>
                  </a:moveTo>
                  <a:lnTo>
                    <a:pt x="18313" y="393"/>
                  </a:lnTo>
                  <a:lnTo>
                    <a:pt x="19033" y="812"/>
                  </a:lnTo>
                  <a:lnTo>
                    <a:pt x="19192" y="1168"/>
                  </a:lnTo>
                  <a:lnTo>
                    <a:pt x="19280" y="1366"/>
                  </a:lnTo>
                  <a:lnTo>
                    <a:pt x="19374" y="1576"/>
                  </a:lnTo>
                  <a:lnTo>
                    <a:pt x="18962" y="1576"/>
                  </a:lnTo>
                  <a:lnTo>
                    <a:pt x="19553" y="1366"/>
                  </a:lnTo>
                  <a:lnTo>
                    <a:pt x="19672" y="1168"/>
                  </a:lnTo>
                  <a:lnTo>
                    <a:pt x="19769" y="812"/>
                  </a:lnTo>
                  <a:lnTo>
                    <a:pt x="19286" y="393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2" name="object 182"/>
            <p:cNvSpPr/>
            <p:nvPr/>
          </p:nvSpPr>
          <p:spPr>
            <a:xfrm>
              <a:off x="3787207" y="915025"/>
              <a:ext cx="158115" cy="182245"/>
            </a:xfrm>
            <a:custGeom>
              <a:avLst/>
              <a:gdLst/>
              <a:ahLst/>
              <a:cxnLst/>
              <a:rect l="l" t="t" r="r" b="b"/>
              <a:pathLst>
                <a:path w="158114" h="182244">
                  <a:moveTo>
                    <a:pt x="49605" y="0"/>
                  </a:moveTo>
                  <a:lnTo>
                    <a:pt x="38506" y="2298"/>
                  </a:lnTo>
                  <a:lnTo>
                    <a:pt x="0" y="31876"/>
                  </a:lnTo>
                  <a:lnTo>
                    <a:pt x="17502" y="34706"/>
                  </a:lnTo>
                  <a:lnTo>
                    <a:pt x="27057" y="37799"/>
                  </a:lnTo>
                  <a:lnTo>
                    <a:pt x="32011" y="43090"/>
                  </a:lnTo>
                  <a:lnTo>
                    <a:pt x="35712" y="52513"/>
                  </a:lnTo>
                  <a:lnTo>
                    <a:pt x="46167" y="73688"/>
                  </a:lnTo>
                  <a:lnTo>
                    <a:pt x="48201" y="94228"/>
                  </a:lnTo>
                  <a:lnTo>
                    <a:pt x="40507" y="126267"/>
                  </a:lnTo>
                  <a:lnTo>
                    <a:pt x="21780" y="181939"/>
                  </a:lnTo>
                  <a:lnTo>
                    <a:pt x="157759" y="181939"/>
                  </a:lnTo>
                  <a:lnTo>
                    <a:pt x="157759" y="52653"/>
                  </a:lnTo>
                  <a:lnTo>
                    <a:pt x="138366" y="30758"/>
                  </a:lnTo>
                  <a:lnTo>
                    <a:pt x="127188" y="30837"/>
                  </a:lnTo>
                  <a:lnTo>
                    <a:pt x="118000" y="29295"/>
                  </a:lnTo>
                  <a:lnTo>
                    <a:pt x="105885" y="24718"/>
                  </a:lnTo>
                  <a:lnTo>
                    <a:pt x="85928" y="15696"/>
                  </a:lnTo>
                  <a:lnTo>
                    <a:pt x="68870" y="5443"/>
                  </a:lnTo>
                  <a:lnTo>
                    <a:pt x="58245" y="629"/>
                  </a:lnTo>
                  <a:lnTo>
                    <a:pt x="49605" y="0"/>
                  </a:lnTo>
                  <a:close/>
                </a:path>
              </a:pathLst>
            </a:custGeom>
            <a:solidFill>
              <a:srgbClr val="101D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3" name="object 183"/>
            <p:cNvSpPr/>
            <p:nvPr/>
          </p:nvSpPr>
          <p:spPr>
            <a:xfrm>
              <a:off x="3796131" y="917917"/>
              <a:ext cx="149225" cy="179070"/>
            </a:xfrm>
            <a:custGeom>
              <a:avLst/>
              <a:gdLst/>
              <a:ahLst/>
              <a:cxnLst/>
              <a:rect l="l" t="t" r="r" b="b"/>
              <a:pathLst>
                <a:path w="149225" h="179069">
                  <a:moveTo>
                    <a:pt x="7734" y="29337"/>
                  </a:moveTo>
                  <a:lnTo>
                    <a:pt x="7531" y="29337"/>
                  </a:lnTo>
                  <a:lnTo>
                    <a:pt x="5613" y="31750"/>
                  </a:lnTo>
                  <a:lnTo>
                    <a:pt x="4559" y="33020"/>
                  </a:lnTo>
                  <a:lnTo>
                    <a:pt x="5067" y="33020"/>
                  </a:lnTo>
                  <a:lnTo>
                    <a:pt x="6032" y="31750"/>
                  </a:lnTo>
                  <a:lnTo>
                    <a:pt x="6959" y="30480"/>
                  </a:lnTo>
                  <a:lnTo>
                    <a:pt x="7734" y="29337"/>
                  </a:lnTo>
                  <a:close/>
                </a:path>
                <a:path w="149225" h="179069">
                  <a:moveTo>
                    <a:pt x="21145" y="179070"/>
                  </a:moveTo>
                  <a:lnTo>
                    <a:pt x="18669" y="177800"/>
                  </a:lnTo>
                  <a:lnTo>
                    <a:pt x="16852" y="175260"/>
                  </a:lnTo>
                  <a:lnTo>
                    <a:pt x="14808" y="173990"/>
                  </a:lnTo>
                  <a:lnTo>
                    <a:pt x="14541" y="173990"/>
                  </a:lnTo>
                  <a:lnTo>
                    <a:pt x="16281" y="176530"/>
                  </a:lnTo>
                  <a:lnTo>
                    <a:pt x="17818" y="177800"/>
                  </a:lnTo>
                  <a:lnTo>
                    <a:pt x="19786" y="179070"/>
                  </a:lnTo>
                  <a:lnTo>
                    <a:pt x="21145" y="179070"/>
                  </a:lnTo>
                  <a:close/>
                </a:path>
                <a:path w="149225" h="179069">
                  <a:moveTo>
                    <a:pt x="26339" y="46990"/>
                  </a:moveTo>
                  <a:lnTo>
                    <a:pt x="25361" y="46990"/>
                  </a:lnTo>
                  <a:lnTo>
                    <a:pt x="25488" y="48260"/>
                  </a:lnTo>
                  <a:lnTo>
                    <a:pt x="26009" y="48260"/>
                  </a:lnTo>
                  <a:lnTo>
                    <a:pt x="26250" y="47332"/>
                  </a:lnTo>
                  <a:lnTo>
                    <a:pt x="26339" y="46990"/>
                  </a:lnTo>
                  <a:close/>
                </a:path>
                <a:path w="149225" h="179069">
                  <a:moveTo>
                    <a:pt x="29603" y="115633"/>
                  </a:moveTo>
                  <a:lnTo>
                    <a:pt x="29286" y="115633"/>
                  </a:lnTo>
                  <a:lnTo>
                    <a:pt x="29425" y="114896"/>
                  </a:lnTo>
                  <a:lnTo>
                    <a:pt x="29057" y="115633"/>
                  </a:lnTo>
                  <a:lnTo>
                    <a:pt x="29540" y="116027"/>
                  </a:lnTo>
                  <a:lnTo>
                    <a:pt x="29603" y="115633"/>
                  </a:lnTo>
                  <a:close/>
                </a:path>
                <a:path w="149225" h="179069">
                  <a:moveTo>
                    <a:pt x="30530" y="116840"/>
                  </a:moveTo>
                  <a:lnTo>
                    <a:pt x="29540" y="116027"/>
                  </a:lnTo>
                  <a:lnTo>
                    <a:pt x="29476" y="116344"/>
                  </a:lnTo>
                  <a:lnTo>
                    <a:pt x="29387" y="116840"/>
                  </a:lnTo>
                  <a:lnTo>
                    <a:pt x="30530" y="116840"/>
                  </a:lnTo>
                  <a:close/>
                </a:path>
                <a:path w="149225" h="179069">
                  <a:moveTo>
                    <a:pt x="33020" y="81343"/>
                  </a:moveTo>
                  <a:lnTo>
                    <a:pt x="32626" y="81343"/>
                  </a:lnTo>
                  <a:lnTo>
                    <a:pt x="32626" y="82207"/>
                  </a:lnTo>
                  <a:lnTo>
                    <a:pt x="32804" y="81991"/>
                  </a:lnTo>
                  <a:lnTo>
                    <a:pt x="33020" y="81343"/>
                  </a:lnTo>
                  <a:close/>
                </a:path>
                <a:path w="149225" h="179069">
                  <a:moveTo>
                    <a:pt x="33248" y="127457"/>
                  </a:moveTo>
                  <a:lnTo>
                    <a:pt x="33172" y="127000"/>
                  </a:lnTo>
                  <a:lnTo>
                    <a:pt x="32702" y="125831"/>
                  </a:lnTo>
                  <a:lnTo>
                    <a:pt x="32639" y="126314"/>
                  </a:lnTo>
                  <a:lnTo>
                    <a:pt x="32537" y="127000"/>
                  </a:lnTo>
                  <a:lnTo>
                    <a:pt x="33248" y="127457"/>
                  </a:lnTo>
                  <a:close/>
                </a:path>
                <a:path w="149225" h="179069">
                  <a:moveTo>
                    <a:pt x="35115" y="120650"/>
                  </a:moveTo>
                  <a:lnTo>
                    <a:pt x="29108" y="120650"/>
                  </a:lnTo>
                  <a:lnTo>
                    <a:pt x="28194" y="121920"/>
                  </a:lnTo>
                  <a:lnTo>
                    <a:pt x="27914" y="122986"/>
                  </a:lnTo>
                  <a:lnTo>
                    <a:pt x="27851" y="123190"/>
                  </a:lnTo>
                  <a:lnTo>
                    <a:pt x="29692" y="121920"/>
                  </a:lnTo>
                  <a:lnTo>
                    <a:pt x="30581" y="121920"/>
                  </a:lnTo>
                  <a:lnTo>
                    <a:pt x="32232" y="124625"/>
                  </a:lnTo>
                  <a:lnTo>
                    <a:pt x="32702" y="125831"/>
                  </a:lnTo>
                  <a:lnTo>
                    <a:pt x="32816" y="125044"/>
                  </a:lnTo>
                  <a:lnTo>
                    <a:pt x="32867" y="124625"/>
                  </a:lnTo>
                  <a:lnTo>
                    <a:pt x="32131" y="123190"/>
                  </a:lnTo>
                  <a:lnTo>
                    <a:pt x="31369" y="121920"/>
                  </a:lnTo>
                  <a:lnTo>
                    <a:pt x="35115" y="120650"/>
                  </a:lnTo>
                  <a:close/>
                </a:path>
                <a:path w="149225" h="179069">
                  <a:moveTo>
                    <a:pt x="35433" y="85217"/>
                  </a:moveTo>
                  <a:lnTo>
                    <a:pt x="32829" y="83921"/>
                  </a:lnTo>
                  <a:lnTo>
                    <a:pt x="32626" y="83921"/>
                  </a:lnTo>
                  <a:lnTo>
                    <a:pt x="32600" y="85217"/>
                  </a:lnTo>
                  <a:lnTo>
                    <a:pt x="32778" y="85217"/>
                  </a:lnTo>
                  <a:lnTo>
                    <a:pt x="34277" y="86360"/>
                  </a:lnTo>
                  <a:lnTo>
                    <a:pt x="35179" y="85496"/>
                  </a:lnTo>
                  <a:lnTo>
                    <a:pt x="35433" y="85217"/>
                  </a:lnTo>
                  <a:close/>
                </a:path>
                <a:path w="149225" h="179069">
                  <a:moveTo>
                    <a:pt x="35610" y="55918"/>
                  </a:moveTo>
                  <a:lnTo>
                    <a:pt x="32232" y="58420"/>
                  </a:lnTo>
                  <a:lnTo>
                    <a:pt x="30670" y="60960"/>
                  </a:lnTo>
                  <a:lnTo>
                    <a:pt x="32245" y="59791"/>
                  </a:lnTo>
                  <a:lnTo>
                    <a:pt x="34124" y="58420"/>
                  </a:lnTo>
                  <a:lnTo>
                    <a:pt x="35610" y="55918"/>
                  </a:lnTo>
                  <a:close/>
                </a:path>
                <a:path w="149225" h="179069">
                  <a:moveTo>
                    <a:pt x="36779" y="133362"/>
                  </a:moveTo>
                  <a:lnTo>
                    <a:pt x="36487" y="130810"/>
                  </a:lnTo>
                  <a:lnTo>
                    <a:pt x="34810" y="129540"/>
                  </a:lnTo>
                  <a:lnTo>
                    <a:pt x="36576" y="128320"/>
                  </a:lnTo>
                  <a:lnTo>
                    <a:pt x="34594" y="128320"/>
                  </a:lnTo>
                  <a:lnTo>
                    <a:pt x="34353" y="128320"/>
                  </a:lnTo>
                  <a:lnTo>
                    <a:pt x="33388" y="128320"/>
                  </a:lnTo>
                  <a:lnTo>
                    <a:pt x="33578" y="129540"/>
                  </a:lnTo>
                  <a:lnTo>
                    <a:pt x="28422" y="132080"/>
                  </a:lnTo>
                  <a:lnTo>
                    <a:pt x="25730" y="133362"/>
                  </a:lnTo>
                  <a:lnTo>
                    <a:pt x="25438" y="134620"/>
                  </a:lnTo>
                  <a:lnTo>
                    <a:pt x="28333" y="133362"/>
                  </a:lnTo>
                  <a:lnTo>
                    <a:pt x="31369" y="132080"/>
                  </a:lnTo>
                  <a:lnTo>
                    <a:pt x="34315" y="129540"/>
                  </a:lnTo>
                  <a:lnTo>
                    <a:pt x="35902" y="132080"/>
                  </a:lnTo>
                  <a:lnTo>
                    <a:pt x="36779" y="133362"/>
                  </a:lnTo>
                  <a:close/>
                </a:path>
                <a:path w="149225" h="179069">
                  <a:moveTo>
                    <a:pt x="38938" y="100330"/>
                  </a:moveTo>
                  <a:lnTo>
                    <a:pt x="35267" y="99060"/>
                  </a:lnTo>
                  <a:lnTo>
                    <a:pt x="31623" y="99060"/>
                  </a:lnTo>
                  <a:lnTo>
                    <a:pt x="31559" y="99707"/>
                  </a:lnTo>
                  <a:lnTo>
                    <a:pt x="31496" y="100330"/>
                  </a:lnTo>
                  <a:lnTo>
                    <a:pt x="38938" y="100330"/>
                  </a:lnTo>
                  <a:close/>
                </a:path>
                <a:path w="149225" h="179069">
                  <a:moveTo>
                    <a:pt x="39954" y="95250"/>
                  </a:moveTo>
                  <a:lnTo>
                    <a:pt x="38950" y="92710"/>
                  </a:lnTo>
                  <a:lnTo>
                    <a:pt x="35293" y="92710"/>
                  </a:lnTo>
                  <a:lnTo>
                    <a:pt x="32423" y="91528"/>
                  </a:lnTo>
                  <a:lnTo>
                    <a:pt x="32194" y="91528"/>
                  </a:lnTo>
                  <a:lnTo>
                    <a:pt x="32143" y="92710"/>
                  </a:lnTo>
                  <a:lnTo>
                    <a:pt x="34632" y="92710"/>
                  </a:lnTo>
                  <a:lnTo>
                    <a:pt x="36842" y="94005"/>
                  </a:lnTo>
                  <a:lnTo>
                    <a:pt x="39954" y="95250"/>
                  </a:lnTo>
                  <a:close/>
                </a:path>
                <a:path w="149225" h="179069">
                  <a:moveTo>
                    <a:pt x="40017" y="52070"/>
                  </a:moveTo>
                  <a:lnTo>
                    <a:pt x="38620" y="52070"/>
                  </a:lnTo>
                  <a:lnTo>
                    <a:pt x="37122" y="54292"/>
                  </a:lnTo>
                  <a:lnTo>
                    <a:pt x="38658" y="53479"/>
                  </a:lnTo>
                  <a:lnTo>
                    <a:pt x="38811" y="53479"/>
                  </a:lnTo>
                  <a:lnTo>
                    <a:pt x="40017" y="52070"/>
                  </a:lnTo>
                  <a:close/>
                </a:path>
                <a:path w="149225" h="179069">
                  <a:moveTo>
                    <a:pt x="40614" y="87439"/>
                  </a:moveTo>
                  <a:lnTo>
                    <a:pt x="38354" y="86360"/>
                  </a:lnTo>
                  <a:lnTo>
                    <a:pt x="37871" y="86360"/>
                  </a:lnTo>
                  <a:lnTo>
                    <a:pt x="35521" y="85217"/>
                  </a:lnTo>
                  <a:lnTo>
                    <a:pt x="35229" y="86360"/>
                  </a:lnTo>
                  <a:lnTo>
                    <a:pt x="34366" y="86360"/>
                  </a:lnTo>
                  <a:lnTo>
                    <a:pt x="40614" y="87439"/>
                  </a:lnTo>
                  <a:close/>
                </a:path>
                <a:path w="149225" h="179069">
                  <a:moveTo>
                    <a:pt x="41592" y="104114"/>
                  </a:moveTo>
                  <a:lnTo>
                    <a:pt x="41376" y="102870"/>
                  </a:lnTo>
                  <a:lnTo>
                    <a:pt x="41567" y="101765"/>
                  </a:lnTo>
                  <a:lnTo>
                    <a:pt x="41414" y="101765"/>
                  </a:lnTo>
                  <a:lnTo>
                    <a:pt x="40208" y="102870"/>
                  </a:lnTo>
                  <a:lnTo>
                    <a:pt x="41592" y="104114"/>
                  </a:lnTo>
                  <a:close/>
                </a:path>
                <a:path w="149225" h="179069">
                  <a:moveTo>
                    <a:pt x="41910" y="88061"/>
                  </a:moveTo>
                  <a:lnTo>
                    <a:pt x="41681" y="87630"/>
                  </a:lnTo>
                  <a:lnTo>
                    <a:pt x="40614" y="87439"/>
                  </a:lnTo>
                  <a:lnTo>
                    <a:pt x="41910" y="88061"/>
                  </a:lnTo>
                  <a:close/>
                </a:path>
                <a:path w="149225" h="179069">
                  <a:moveTo>
                    <a:pt x="41986" y="109042"/>
                  </a:moveTo>
                  <a:lnTo>
                    <a:pt x="41821" y="108115"/>
                  </a:lnTo>
                  <a:lnTo>
                    <a:pt x="41795" y="107975"/>
                  </a:lnTo>
                  <a:lnTo>
                    <a:pt x="41338" y="106680"/>
                  </a:lnTo>
                  <a:lnTo>
                    <a:pt x="41008" y="107975"/>
                  </a:lnTo>
                  <a:lnTo>
                    <a:pt x="41986" y="109042"/>
                  </a:lnTo>
                  <a:close/>
                </a:path>
                <a:path w="149225" h="179069">
                  <a:moveTo>
                    <a:pt x="42849" y="92710"/>
                  </a:moveTo>
                  <a:lnTo>
                    <a:pt x="42164" y="92710"/>
                  </a:lnTo>
                  <a:lnTo>
                    <a:pt x="40703" y="94005"/>
                  </a:lnTo>
                  <a:lnTo>
                    <a:pt x="40055" y="94005"/>
                  </a:lnTo>
                  <a:lnTo>
                    <a:pt x="39966" y="95250"/>
                  </a:lnTo>
                  <a:lnTo>
                    <a:pt x="42151" y="94005"/>
                  </a:lnTo>
                  <a:lnTo>
                    <a:pt x="42849" y="92710"/>
                  </a:lnTo>
                  <a:close/>
                </a:path>
                <a:path w="149225" h="179069">
                  <a:moveTo>
                    <a:pt x="43002" y="113030"/>
                  </a:moveTo>
                  <a:lnTo>
                    <a:pt x="42608" y="112699"/>
                  </a:lnTo>
                  <a:lnTo>
                    <a:pt x="42532" y="113030"/>
                  </a:lnTo>
                  <a:lnTo>
                    <a:pt x="42913" y="113461"/>
                  </a:lnTo>
                  <a:lnTo>
                    <a:pt x="43002" y="113030"/>
                  </a:lnTo>
                  <a:close/>
                </a:path>
                <a:path w="149225" h="179069">
                  <a:moveTo>
                    <a:pt x="44577" y="64808"/>
                  </a:moveTo>
                  <a:lnTo>
                    <a:pt x="43738" y="65468"/>
                  </a:lnTo>
                  <a:lnTo>
                    <a:pt x="43078" y="66040"/>
                  </a:lnTo>
                  <a:lnTo>
                    <a:pt x="41465" y="68770"/>
                  </a:lnTo>
                  <a:lnTo>
                    <a:pt x="43192" y="67310"/>
                  </a:lnTo>
                  <a:lnTo>
                    <a:pt x="44577" y="64808"/>
                  </a:lnTo>
                  <a:close/>
                </a:path>
                <a:path w="149225" h="179069">
                  <a:moveTo>
                    <a:pt x="44894" y="105511"/>
                  </a:moveTo>
                  <a:lnTo>
                    <a:pt x="41529" y="105511"/>
                  </a:lnTo>
                  <a:lnTo>
                    <a:pt x="41605" y="104279"/>
                  </a:lnTo>
                  <a:lnTo>
                    <a:pt x="41021" y="105511"/>
                  </a:lnTo>
                  <a:lnTo>
                    <a:pt x="30708" y="105511"/>
                  </a:lnTo>
                  <a:lnTo>
                    <a:pt x="30683" y="105778"/>
                  </a:lnTo>
                  <a:lnTo>
                    <a:pt x="30581" y="106680"/>
                  </a:lnTo>
                  <a:lnTo>
                    <a:pt x="41338" y="106680"/>
                  </a:lnTo>
                  <a:lnTo>
                    <a:pt x="44894" y="105511"/>
                  </a:lnTo>
                  <a:close/>
                </a:path>
                <a:path w="149225" h="179069">
                  <a:moveTo>
                    <a:pt x="45173" y="120840"/>
                  </a:moveTo>
                  <a:lnTo>
                    <a:pt x="45148" y="120650"/>
                  </a:lnTo>
                  <a:lnTo>
                    <a:pt x="44932" y="120650"/>
                  </a:lnTo>
                  <a:lnTo>
                    <a:pt x="45173" y="120840"/>
                  </a:lnTo>
                  <a:close/>
                </a:path>
                <a:path w="149225" h="179069">
                  <a:moveTo>
                    <a:pt x="45847" y="86360"/>
                  </a:moveTo>
                  <a:lnTo>
                    <a:pt x="45783" y="83921"/>
                  </a:lnTo>
                  <a:lnTo>
                    <a:pt x="45377" y="85217"/>
                  </a:lnTo>
                  <a:lnTo>
                    <a:pt x="45224" y="85217"/>
                  </a:lnTo>
                  <a:lnTo>
                    <a:pt x="45847" y="86360"/>
                  </a:lnTo>
                  <a:close/>
                </a:path>
                <a:path w="149225" h="179069">
                  <a:moveTo>
                    <a:pt x="45935" y="16751"/>
                  </a:moveTo>
                  <a:lnTo>
                    <a:pt x="42900" y="17780"/>
                  </a:lnTo>
                  <a:lnTo>
                    <a:pt x="39560" y="20231"/>
                  </a:lnTo>
                  <a:lnTo>
                    <a:pt x="42722" y="19050"/>
                  </a:lnTo>
                  <a:lnTo>
                    <a:pt x="45935" y="16751"/>
                  </a:lnTo>
                  <a:close/>
                </a:path>
                <a:path w="149225" h="179069">
                  <a:moveTo>
                    <a:pt x="46075" y="63500"/>
                  </a:moveTo>
                  <a:lnTo>
                    <a:pt x="45897" y="63500"/>
                  </a:lnTo>
                  <a:lnTo>
                    <a:pt x="45948" y="64363"/>
                  </a:lnTo>
                  <a:lnTo>
                    <a:pt x="46075" y="63500"/>
                  </a:lnTo>
                  <a:close/>
                </a:path>
                <a:path w="149225" h="179069">
                  <a:moveTo>
                    <a:pt x="46901" y="16294"/>
                  </a:moveTo>
                  <a:lnTo>
                    <a:pt x="46266" y="16510"/>
                  </a:lnTo>
                  <a:lnTo>
                    <a:pt x="45935" y="16751"/>
                  </a:lnTo>
                  <a:lnTo>
                    <a:pt x="46634" y="16510"/>
                  </a:lnTo>
                  <a:lnTo>
                    <a:pt x="46901" y="16294"/>
                  </a:lnTo>
                  <a:close/>
                </a:path>
                <a:path w="149225" h="179069">
                  <a:moveTo>
                    <a:pt x="47040" y="46723"/>
                  </a:moveTo>
                  <a:lnTo>
                    <a:pt x="46456" y="46990"/>
                  </a:lnTo>
                  <a:lnTo>
                    <a:pt x="46177" y="47332"/>
                  </a:lnTo>
                  <a:lnTo>
                    <a:pt x="46824" y="46990"/>
                  </a:lnTo>
                  <a:lnTo>
                    <a:pt x="47040" y="46723"/>
                  </a:lnTo>
                  <a:close/>
                </a:path>
                <a:path w="149225" h="179069">
                  <a:moveTo>
                    <a:pt x="47625" y="115633"/>
                  </a:moveTo>
                  <a:lnTo>
                    <a:pt x="43510" y="115633"/>
                  </a:lnTo>
                  <a:lnTo>
                    <a:pt x="43624" y="114300"/>
                  </a:lnTo>
                  <a:lnTo>
                    <a:pt x="42913" y="113461"/>
                  </a:lnTo>
                  <a:lnTo>
                    <a:pt x="42595" y="114896"/>
                  </a:lnTo>
                  <a:lnTo>
                    <a:pt x="42481" y="115633"/>
                  </a:lnTo>
                  <a:lnTo>
                    <a:pt x="43256" y="116840"/>
                  </a:lnTo>
                  <a:lnTo>
                    <a:pt x="38938" y="116840"/>
                  </a:lnTo>
                  <a:lnTo>
                    <a:pt x="35166" y="120650"/>
                  </a:lnTo>
                  <a:lnTo>
                    <a:pt x="39598" y="119253"/>
                  </a:lnTo>
                  <a:lnTo>
                    <a:pt x="42735" y="118211"/>
                  </a:lnTo>
                  <a:lnTo>
                    <a:pt x="43205" y="118211"/>
                  </a:lnTo>
                  <a:lnTo>
                    <a:pt x="44627" y="119253"/>
                  </a:lnTo>
                  <a:lnTo>
                    <a:pt x="44831" y="119468"/>
                  </a:lnTo>
                  <a:lnTo>
                    <a:pt x="45148" y="120650"/>
                  </a:lnTo>
                  <a:lnTo>
                    <a:pt x="45173" y="118211"/>
                  </a:lnTo>
                  <a:lnTo>
                    <a:pt x="44018" y="116840"/>
                  </a:lnTo>
                  <a:lnTo>
                    <a:pt x="47625" y="115633"/>
                  </a:lnTo>
                  <a:close/>
                </a:path>
                <a:path w="149225" h="179069">
                  <a:moveTo>
                    <a:pt x="48602" y="121920"/>
                  </a:moveTo>
                  <a:lnTo>
                    <a:pt x="46482" y="121920"/>
                  </a:lnTo>
                  <a:lnTo>
                    <a:pt x="45262" y="121920"/>
                  </a:lnTo>
                  <a:lnTo>
                    <a:pt x="45377" y="123190"/>
                  </a:lnTo>
                  <a:lnTo>
                    <a:pt x="41262" y="124625"/>
                  </a:lnTo>
                  <a:lnTo>
                    <a:pt x="41503" y="124625"/>
                  </a:lnTo>
                  <a:lnTo>
                    <a:pt x="38176" y="127000"/>
                  </a:lnTo>
                  <a:lnTo>
                    <a:pt x="36842" y="127457"/>
                  </a:lnTo>
                  <a:lnTo>
                    <a:pt x="37833" y="127457"/>
                  </a:lnTo>
                  <a:lnTo>
                    <a:pt x="38493" y="127000"/>
                  </a:lnTo>
                  <a:lnTo>
                    <a:pt x="42011" y="125831"/>
                  </a:lnTo>
                  <a:lnTo>
                    <a:pt x="42151" y="125831"/>
                  </a:lnTo>
                  <a:lnTo>
                    <a:pt x="46139" y="123190"/>
                  </a:lnTo>
                  <a:lnTo>
                    <a:pt x="48082" y="124625"/>
                  </a:lnTo>
                  <a:lnTo>
                    <a:pt x="46748" y="123190"/>
                  </a:lnTo>
                  <a:lnTo>
                    <a:pt x="48602" y="121920"/>
                  </a:lnTo>
                  <a:close/>
                </a:path>
                <a:path w="149225" h="179069">
                  <a:moveTo>
                    <a:pt x="49415" y="60960"/>
                  </a:moveTo>
                  <a:lnTo>
                    <a:pt x="48082" y="62230"/>
                  </a:lnTo>
                  <a:lnTo>
                    <a:pt x="46863" y="63500"/>
                  </a:lnTo>
                  <a:lnTo>
                    <a:pt x="48425" y="62230"/>
                  </a:lnTo>
                  <a:lnTo>
                    <a:pt x="49415" y="60960"/>
                  </a:lnTo>
                  <a:close/>
                </a:path>
                <a:path w="149225" h="179069">
                  <a:moveTo>
                    <a:pt x="53111" y="74930"/>
                  </a:moveTo>
                  <a:lnTo>
                    <a:pt x="52171" y="75869"/>
                  </a:lnTo>
                  <a:lnTo>
                    <a:pt x="51790" y="76263"/>
                  </a:lnTo>
                  <a:lnTo>
                    <a:pt x="51155" y="77470"/>
                  </a:lnTo>
                  <a:lnTo>
                    <a:pt x="52235" y="76263"/>
                  </a:lnTo>
                  <a:lnTo>
                    <a:pt x="53111" y="74930"/>
                  </a:lnTo>
                  <a:close/>
                </a:path>
                <a:path w="149225" h="179069">
                  <a:moveTo>
                    <a:pt x="53365" y="118478"/>
                  </a:moveTo>
                  <a:lnTo>
                    <a:pt x="48641" y="120840"/>
                  </a:lnTo>
                  <a:lnTo>
                    <a:pt x="50177" y="120840"/>
                  </a:lnTo>
                  <a:lnTo>
                    <a:pt x="50457" y="120650"/>
                  </a:lnTo>
                  <a:lnTo>
                    <a:pt x="53365" y="118478"/>
                  </a:lnTo>
                  <a:close/>
                </a:path>
                <a:path w="149225" h="179069">
                  <a:moveTo>
                    <a:pt x="53670" y="57150"/>
                  </a:moveTo>
                  <a:lnTo>
                    <a:pt x="53479" y="57150"/>
                  </a:lnTo>
                  <a:lnTo>
                    <a:pt x="53340" y="57391"/>
                  </a:lnTo>
                  <a:lnTo>
                    <a:pt x="53670" y="57150"/>
                  </a:lnTo>
                  <a:close/>
                </a:path>
                <a:path w="149225" h="179069">
                  <a:moveTo>
                    <a:pt x="55308" y="110591"/>
                  </a:moveTo>
                  <a:lnTo>
                    <a:pt x="55105" y="109220"/>
                  </a:lnTo>
                  <a:lnTo>
                    <a:pt x="54927" y="110591"/>
                  </a:lnTo>
                  <a:lnTo>
                    <a:pt x="55308" y="110591"/>
                  </a:lnTo>
                  <a:close/>
                </a:path>
                <a:path w="149225" h="179069">
                  <a:moveTo>
                    <a:pt x="57035" y="91528"/>
                  </a:moveTo>
                  <a:lnTo>
                    <a:pt x="56121" y="91528"/>
                  </a:lnTo>
                  <a:lnTo>
                    <a:pt x="56032" y="92049"/>
                  </a:lnTo>
                  <a:lnTo>
                    <a:pt x="55918" y="92710"/>
                  </a:lnTo>
                  <a:lnTo>
                    <a:pt x="52273" y="91528"/>
                  </a:lnTo>
                  <a:lnTo>
                    <a:pt x="46888" y="90170"/>
                  </a:lnTo>
                  <a:lnTo>
                    <a:pt x="43980" y="88900"/>
                  </a:lnTo>
                  <a:lnTo>
                    <a:pt x="44132" y="88061"/>
                  </a:lnTo>
                  <a:lnTo>
                    <a:pt x="44208" y="87630"/>
                  </a:lnTo>
                  <a:lnTo>
                    <a:pt x="44627" y="86360"/>
                  </a:lnTo>
                  <a:lnTo>
                    <a:pt x="43929" y="86360"/>
                  </a:lnTo>
                  <a:lnTo>
                    <a:pt x="43878" y="88061"/>
                  </a:lnTo>
                  <a:lnTo>
                    <a:pt x="43637" y="88900"/>
                  </a:lnTo>
                  <a:lnTo>
                    <a:pt x="41910" y="88061"/>
                  </a:lnTo>
                  <a:lnTo>
                    <a:pt x="42964" y="90170"/>
                  </a:lnTo>
                  <a:lnTo>
                    <a:pt x="46393" y="90170"/>
                  </a:lnTo>
                  <a:lnTo>
                    <a:pt x="51435" y="92710"/>
                  </a:lnTo>
                  <a:lnTo>
                    <a:pt x="55511" y="94005"/>
                  </a:lnTo>
                  <a:lnTo>
                    <a:pt x="55257" y="95250"/>
                  </a:lnTo>
                  <a:lnTo>
                    <a:pt x="56197" y="94005"/>
                  </a:lnTo>
                  <a:lnTo>
                    <a:pt x="56642" y="92710"/>
                  </a:lnTo>
                  <a:lnTo>
                    <a:pt x="56769" y="92354"/>
                  </a:lnTo>
                  <a:lnTo>
                    <a:pt x="56870" y="92049"/>
                  </a:lnTo>
                  <a:lnTo>
                    <a:pt x="56959" y="91770"/>
                  </a:lnTo>
                  <a:lnTo>
                    <a:pt x="57035" y="91528"/>
                  </a:lnTo>
                  <a:close/>
                </a:path>
                <a:path w="149225" h="179069">
                  <a:moveTo>
                    <a:pt x="57505" y="55918"/>
                  </a:moveTo>
                  <a:lnTo>
                    <a:pt x="55829" y="57150"/>
                  </a:lnTo>
                  <a:lnTo>
                    <a:pt x="55981" y="57150"/>
                  </a:lnTo>
                  <a:lnTo>
                    <a:pt x="57505" y="55918"/>
                  </a:lnTo>
                  <a:close/>
                </a:path>
                <a:path w="149225" h="179069">
                  <a:moveTo>
                    <a:pt x="58254" y="29337"/>
                  </a:moveTo>
                  <a:lnTo>
                    <a:pt x="57404" y="28905"/>
                  </a:lnTo>
                  <a:lnTo>
                    <a:pt x="57505" y="29337"/>
                  </a:lnTo>
                  <a:lnTo>
                    <a:pt x="58039" y="30340"/>
                  </a:lnTo>
                  <a:lnTo>
                    <a:pt x="58026" y="29337"/>
                  </a:lnTo>
                  <a:lnTo>
                    <a:pt x="58254" y="29337"/>
                  </a:lnTo>
                  <a:close/>
                </a:path>
                <a:path w="149225" h="179069">
                  <a:moveTo>
                    <a:pt x="58902" y="41325"/>
                  </a:moveTo>
                  <a:lnTo>
                    <a:pt x="57721" y="41910"/>
                  </a:lnTo>
                  <a:lnTo>
                    <a:pt x="58420" y="41910"/>
                  </a:lnTo>
                  <a:lnTo>
                    <a:pt x="58902" y="41325"/>
                  </a:lnTo>
                  <a:close/>
                </a:path>
                <a:path w="149225" h="179069">
                  <a:moveTo>
                    <a:pt x="59448" y="11430"/>
                  </a:moveTo>
                  <a:lnTo>
                    <a:pt x="59309" y="11430"/>
                  </a:lnTo>
                  <a:lnTo>
                    <a:pt x="55029" y="12700"/>
                  </a:lnTo>
                  <a:lnTo>
                    <a:pt x="54660" y="12954"/>
                  </a:lnTo>
                  <a:lnTo>
                    <a:pt x="59448" y="11430"/>
                  </a:lnTo>
                  <a:close/>
                </a:path>
                <a:path w="149225" h="179069">
                  <a:moveTo>
                    <a:pt x="59855" y="110591"/>
                  </a:moveTo>
                  <a:lnTo>
                    <a:pt x="59690" y="110591"/>
                  </a:lnTo>
                  <a:lnTo>
                    <a:pt x="57734" y="110591"/>
                  </a:lnTo>
                  <a:lnTo>
                    <a:pt x="56476" y="111760"/>
                  </a:lnTo>
                  <a:lnTo>
                    <a:pt x="55308" y="110591"/>
                  </a:lnTo>
                  <a:lnTo>
                    <a:pt x="51777" y="113030"/>
                  </a:lnTo>
                  <a:lnTo>
                    <a:pt x="47663" y="115633"/>
                  </a:lnTo>
                  <a:lnTo>
                    <a:pt x="51816" y="114300"/>
                  </a:lnTo>
                  <a:lnTo>
                    <a:pt x="55499" y="113030"/>
                  </a:lnTo>
                  <a:lnTo>
                    <a:pt x="56337" y="113030"/>
                  </a:lnTo>
                  <a:lnTo>
                    <a:pt x="58166" y="111760"/>
                  </a:lnTo>
                  <a:lnTo>
                    <a:pt x="59855" y="110591"/>
                  </a:lnTo>
                  <a:close/>
                </a:path>
                <a:path w="149225" h="179069">
                  <a:moveTo>
                    <a:pt x="61683" y="85217"/>
                  </a:moveTo>
                  <a:lnTo>
                    <a:pt x="61302" y="85217"/>
                  </a:lnTo>
                  <a:lnTo>
                    <a:pt x="60744" y="86360"/>
                  </a:lnTo>
                  <a:lnTo>
                    <a:pt x="61417" y="86360"/>
                  </a:lnTo>
                  <a:lnTo>
                    <a:pt x="61620" y="85496"/>
                  </a:lnTo>
                  <a:lnTo>
                    <a:pt x="61683" y="85217"/>
                  </a:lnTo>
                  <a:close/>
                </a:path>
                <a:path w="149225" h="179069">
                  <a:moveTo>
                    <a:pt x="62001" y="104279"/>
                  </a:moveTo>
                  <a:lnTo>
                    <a:pt x="54305" y="104279"/>
                  </a:lnTo>
                  <a:lnTo>
                    <a:pt x="54317" y="102870"/>
                  </a:lnTo>
                  <a:lnTo>
                    <a:pt x="54102" y="102870"/>
                  </a:lnTo>
                  <a:lnTo>
                    <a:pt x="54495" y="101765"/>
                  </a:lnTo>
                  <a:lnTo>
                    <a:pt x="55092" y="101765"/>
                  </a:lnTo>
                  <a:lnTo>
                    <a:pt x="58750" y="102870"/>
                  </a:lnTo>
                  <a:lnTo>
                    <a:pt x="61747" y="101765"/>
                  </a:lnTo>
                  <a:lnTo>
                    <a:pt x="61239" y="101765"/>
                  </a:lnTo>
                  <a:lnTo>
                    <a:pt x="58534" y="100330"/>
                  </a:lnTo>
                  <a:lnTo>
                    <a:pt x="54292" y="100330"/>
                  </a:lnTo>
                  <a:lnTo>
                    <a:pt x="54927" y="99060"/>
                  </a:lnTo>
                  <a:lnTo>
                    <a:pt x="54521" y="99060"/>
                  </a:lnTo>
                  <a:lnTo>
                    <a:pt x="53797" y="100330"/>
                  </a:lnTo>
                  <a:lnTo>
                    <a:pt x="50063" y="100330"/>
                  </a:lnTo>
                  <a:lnTo>
                    <a:pt x="44373" y="101612"/>
                  </a:lnTo>
                  <a:lnTo>
                    <a:pt x="41795" y="99060"/>
                  </a:lnTo>
                  <a:lnTo>
                    <a:pt x="38938" y="100330"/>
                  </a:lnTo>
                  <a:lnTo>
                    <a:pt x="39154" y="100330"/>
                  </a:lnTo>
                  <a:lnTo>
                    <a:pt x="41567" y="101765"/>
                  </a:lnTo>
                  <a:lnTo>
                    <a:pt x="43662" y="101765"/>
                  </a:lnTo>
                  <a:lnTo>
                    <a:pt x="44538" y="101765"/>
                  </a:lnTo>
                  <a:lnTo>
                    <a:pt x="53936" y="101765"/>
                  </a:lnTo>
                  <a:lnTo>
                    <a:pt x="53886" y="102870"/>
                  </a:lnTo>
                  <a:lnTo>
                    <a:pt x="53657" y="103949"/>
                  </a:lnTo>
                  <a:lnTo>
                    <a:pt x="53530" y="104279"/>
                  </a:lnTo>
                  <a:lnTo>
                    <a:pt x="49733" y="105511"/>
                  </a:lnTo>
                  <a:lnTo>
                    <a:pt x="45542" y="105511"/>
                  </a:lnTo>
                  <a:lnTo>
                    <a:pt x="49555" y="106680"/>
                  </a:lnTo>
                  <a:lnTo>
                    <a:pt x="53111" y="105511"/>
                  </a:lnTo>
                  <a:lnTo>
                    <a:pt x="54127" y="105511"/>
                  </a:lnTo>
                  <a:lnTo>
                    <a:pt x="54000" y="106680"/>
                  </a:lnTo>
                  <a:lnTo>
                    <a:pt x="54546" y="107975"/>
                  </a:lnTo>
                  <a:lnTo>
                    <a:pt x="54648" y="106680"/>
                  </a:lnTo>
                  <a:lnTo>
                    <a:pt x="54165" y="106680"/>
                  </a:lnTo>
                  <a:lnTo>
                    <a:pt x="54432" y="105778"/>
                  </a:lnTo>
                  <a:lnTo>
                    <a:pt x="54508" y="105511"/>
                  </a:lnTo>
                  <a:lnTo>
                    <a:pt x="58432" y="105511"/>
                  </a:lnTo>
                  <a:lnTo>
                    <a:pt x="62001" y="104279"/>
                  </a:lnTo>
                  <a:close/>
                </a:path>
                <a:path w="149225" h="179069">
                  <a:moveTo>
                    <a:pt x="62103" y="54610"/>
                  </a:moveTo>
                  <a:lnTo>
                    <a:pt x="58915" y="54610"/>
                  </a:lnTo>
                  <a:lnTo>
                    <a:pt x="56464" y="50800"/>
                  </a:lnTo>
                  <a:lnTo>
                    <a:pt x="54965" y="46990"/>
                  </a:lnTo>
                  <a:lnTo>
                    <a:pt x="52870" y="44450"/>
                  </a:lnTo>
                  <a:lnTo>
                    <a:pt x="55257" y="43180"/>
                  </a:lnTo>
                  <a:lnTo>
                    <a:pt x="57721" y="41910"/>
                  </a:lnTo>
                  <a:lnTo>
                    <a:pt x="55397" y="41910"/>
                  </a:lnTo>
                  <a:lnTo>
                    <a:pt x="52832" y="43180"/>
                  </a:lnTo>
                  <a:lnTo>
                    <a:pt x="50330" y="39484"/>
                  </a:lnTo>
                  <a:lnTo>
                    <a:pt x="49796" y="38100"/>
                  </a:lnTo>
                  <a:lnTo>
                    <a:pt x="48882" y="35560"/>
                  </a:lnTo>
                  <a:lnTo>
                    <a:pt x="46304" y="33020"/>
                  </a:lnTo>
                  <a:lnTo>
                    <a:pt x="47612" y="31750"/>
                  </a:lnTo>
                  <a:lnTo>
                    <a:pt x="48907" y="30480"/>
                  </a:lnTo>
                  <a:lnTo>
                    <a:pt x="51371" y="29337"/>
                  </a:lnTo>
                  <a:lnTo>
                    <a:pt x="52527" y="29337"/>
                  </a:lnTo>
                  <a:lnTo>
                    <a:pt x="53441" y="28498"/>
                  </a:lnTo>
                  <a:lnTo>
                    <a:pt x="51320" y="29337"/>
                  </a:lnTo>
                  <a:lnTo>
                    <a:pt x="49199" y="29337"/>
                  </a:lnTo>
                  <a:lnTo>
                    <a:pt x="46367" y="31750"/>
                  </a:lnTo>
                  <a:lnTo>
                    <a:pt x="43472" y="27940"/>
                  </a:lnTo>
                  <a:lnTo>
                    <a:pt x="41821" y="24130"/>
                  </a:lnTo>
                  <a:lnTo>
                    <a:pt x="40246" y="21653"/>
                  </a:lnTo>
                  <a:lnTo>
                    <a:pt x="39395" y="20345"/>
                  </a:lnTo>
                  <a:lnTo>
                    <a:pt x="39255" y="20345"/>
                  </a:lnTo>
                  <a:lnTo>
                    <a:pt x="39243" y="20091"/>
                  </a:lnTo>
                  <a:lnTo>
                    <a:pt x="35928" y="16510"/>
                  </a:lnTo>
                  <a:lnTo>
                    <a:pt x="34785" y="13093"/>
                  </a:lnTo>
                  <a:lnTo>
                    <a:pt x="34734" y="12954"/>
                  </a:lnTo>
                  <a:lnTo>
                    <a:pt x="34645" y="12700"/>
                  </a:lnTo>
                  <a:lnTo>
                    <a:pt x="31877" y="10160"/>
                  </a:lnTo>
                  <a:lnTo>
                    <a:pt x="33693" y="8890"/>
                  </a:lnTo>
                  <a:lnTo>
                    <a:pt x="35509" y="7620"/>
                  </a:lnTo>
                  <a:lnTo>
                    <a:pt x="39687" y="5080"/>
                  </a:lnTo>
                  <a:lnTo>
                    <a:pt x="43408" y="2590"/>
                  </a:lnTo>
                  <a:lnTo>
                    <a:pt x="40805" y="3810"/>
                  </a:lnTo>
                  <a:lnTo>
                    <a:pt x="35648" y="6350"/>
                  </a:lnTo>
                  <a:lnTo>
                    <a:pt x="31572" y="8890"/>
                  </a:lnTo>
                  <a:lnTo>
                    <a:pt x="29616" y="6350"/>
                  </a:lnTo>
                  <a:lnTo>
                    <a:pt x="27876" y="5080"/>
                  </a:lnTo>
                  <a:lnTo>
                    <a:pt x="26403" y="2590"/>
                  </a:lnTo>
                  <a:lnTo>
                    <a:pt x="25323" y="3810"/>
                  </a:lnTo>
                  <a:lnTo>
                    <a:pt x="26898" y="5080"/>
                  </a:lnTo>
                  <a:lnTo>
                    <a:pt x="28194" y="7620"/>
                  </a:lnTo>
                  <a:lnTo>
                    <a:pt x="30035" y="8890"/>
                  </a:lnTo>
                  <a:lnTo>
                    <a:pt x="26530" y="12954"/>
                  </a:lnTo>
                  <a:lnTo>
                    <a:pt x="26949" y="12700"/>
                  </a:lnTo>
                  <a:lnTo>
                    <a:pt x="30467" y="10160"/>
                  </a:lnTo>
                  <a:lnTo>
                    <a:pt x="34937" y="16510"/>
                  </a:lnTo>
                  <a:lnTo>
                    <a:pt x="37541" y="20091"/>
                  </a:lnTo>
                  <a:lnTo>
                    <a:pt x="37706" y="20345"/>
                  </a:lnTo>
                  <a:lnTo>
                    <a:pt x="34836" y="22860"/>
                  </a:lnTo>
                  <a:lnTo>
                    <a:pt x="31267" y="25488"/>
                  </a:lnTo>
                  <a:lnTo>
                    <a:pt x="32092" y="25146"/>
                  </a:lnTo>
                  <a:lnTo>
                    <a:pt x="34759" y="24130"/>
                  </a:lnTo>
                  <a:lnTo>
                    <a:pt x="37909" y="21653"/>
                  </a:lnTo>
                  <a:lnTo>
                    <a:pt x="38061" y="21653"/>
                  </a:lnTo>
                  <a:lnTo>
                    <a:pt x="40957" y="24130"/>
                  </a:lnTo>
                  <a:lnTo>
                    <a:pt x="42202" y="28498"/>
                  </a:lnTo>
                  <a:lnTo>
                    <a:pt x="42316" y="28905"/>
                  </a:lnTo>
                  <a:lnTo>
                    <a:pt x="42532" y="29337"/>
                  </a:lnTo>
                  <a:lnTo>
                    <a:pt x="44970" y="31750"/>
                  </a:lnTo>
                  <a:lnTo>
                    <a:pt x="42265" y="34290"/>
                  </a:lnTo>
                  <a:lnTo>
                    <a:pt x="43218" y="33870"/>
                  </a:lnTo>
                  <a:lnTo>
                    <a:pt x="45046" y="33020"/>
                  </a:lnTo>
                  <a:lnTo>
                    <a:pt x="47612" y="36842"/>
                  </a:lnTo>
                  <a:lnTo>
                    <a:pt x="48768" y="38100"/>
                  </a:lnTo>
                  <a:lnTo>
                    <a:pt x="49987" y="39484"/>
                  </a:lnTo>
                  <a:lnTo>
                    <a:pt x="51295" y="44450"/>
                  </a:lnTo>
                  <a:lnTo>
                    <a:pt x="48856" y="44450"/>
                  </a:lnTo>
                  <a:lnTo>
                    <a:pt x="47040" y="46723"/>
                  </a:lnTo>
                  <a:lnTo>
                    <a:pt x="49225" y="45720"/>
                  </a:lnTo>
                  <a:lnTo>
                    <a:pt x="51638" y="44450"/>
                  </a:lnTo>
                  <a:lnTo>
                    <a:pt x="53949" y="48260"/>
                  </a:lnTo>
                  <a:lnTo>
                    <a:pt x="55587" y="52070"/>
                  </a:lnTo>
                  <a:lnTo>
                    <a:pt x="57391" y="55575"/>
                  </a:lnTo>
                  <a:lnTo>
                    <a:pt x="57645" y="55918"/>
                  </a:lnTo>
                  <a:lnTo>
                    <a:pt x="59969" y="59791"/>
                  </a:lnTo>
                  <a:lnTo>
                    <a:pt x="61658" y="63500"/>
                  </a:lnTo>
                  <a:lnTo>
                    <a:pt x="61214" y="59791"/>
                  </a:lnTo>
                  <a:lnTo>
                    <a:pt x="61163" y="59321"/>
                  </a:lnTo>
                  <a:lnTo>
                    <a:pt x="61048" y="58420"/>
                  </a:lnTo>
                  <a:lnTo>
                    <a:pt x="59143" y="55918"/>
                  </a:lnTo>
                  <a:lnTo>
                    <a:pt x="61328" y="55918"/>
                  </a:lnTo>
                  <a:lnTo>
                    <a:pt x="62103" y="54610"/>
                  </a:lnTo>
                  <a:close/>
                </a:path>
                <a:path w="149225" h="179069">
                  <a:moveTo>
                    <a:pt x="62293" y="68770"/>
                  </a:moveTo>
                  <a:lnTo>
                    <a:pt x="61302" y="68770"/>
                  </a:lnTo>
                  <a:lnTo>
                    <a:pt x="60553" y="69875"/>
                  </a:lnTo>
                  <a:lnTo>
                    <a:pt x="61810" y="69875"/>
                  </a:lnTo>
                  <a:lnTo>
                    <a:pt x="62242" y="69456"/>
                  </a:lnTo>
                  <a:lnTo>
                    <a:pt x="62293" y="68770"/>
                  </a:lnTo>
                  <a:close/>
                </a:path>
                <a:path w="149225" h="179069">
                  <a:moveTo>
                    <a:pt x="62852" y="68770"/>
                  </a:moveTo>
                  <a:lnTo>
                    <a:pt x="61950" y="64808"/>
                  </a:lnTo>
                  <a:lnTo>
                    <a:pt x="61861" y="64363"/>
                  </a:lnTo>
                  <a:lnTo>
                    <a:pt x="61963" y="66040"/>
                  </a:lnTo>
                  <a:lnTo>
                    <a:pt x="62293" y="68770"/>
                  </a:lnTo>
                  <a:lnTo>
                    <a:pt x="62852" y="68770"/>
                  </a:lnTo>
                  <a:close/>
                </a:path>
                <a:path w="149225" h="179069">
                  <a:moveTo>
                    <a:pt x="63449" y="69202"/>
                  </a:moveTo>
                  <a:lnTo>
                    <a:pt x="63233" y="68770"/>
                  </a:lnTo>
                  <a:lnTo>
                    <a:pt x="62953" y="68770"/>
                  </a:lnTo>
                  <a:lnTo>
                    <a:pt x="62242" y="69456"/>
                  </a:lnTo>
                  <a:lnTo>
                    <a:pt x="62382" y="69456"/>
                  </a:lnTo>
                  <a:lnTo>
                    <a:pt x="62433" y="69875"/>
                  </a:lnTo>
                  <a:lnTo>
                    <a:pt x="63449" y="69202"/>
                  </a:lnTo>
                  <a:close/>
                </a:path>
                <a:path w="149225" h="179069">
                  <a:moveTo>
                    <a:pt x="63576" y="25488"/>
                  </a:moveTo>
                  <a:lnTo>
                    <a:pt x="60198" y="25488"/>
                  </a:lnTo>
                  <a:lnTo>
                    <a:pt x="56845" y="26670"/>
                  </a:lnTo>
                  <a:lnTo>
                    <a:pt x="54178" y="22860"/>
                  </a:lnTo>
                  <a:lnTo>
                    <a:pt x="54102" y="21653"/>
                  </a:lnTo>
                  <a:lnTo>
                    <a:pt x="54013" y="20091"/>
                  </a:lnTo>
                  <a:lnTo>
                    <a:pt x="53936" y="19050"/>
                  </a:lnTo>
                  <a:lnTo>
                    <a:pt x="51295" y="15290"/>
                  </a:lnTo>
                  <a:lnTo>
                    <a:pt x="53149" y="13970"/>
                  </a:lnTo>
                  <a:lnTo>
                    <a:pt x="54660" y="12954"/>
                  </a:lnTo>
                  <a:lnTo>
                    <a:pt x="51435" y="13970"/>
                  </a:lnTo>
                  <a:lnTo>
                    <a:pt x="48412" y="10160"/>
                  </a:lnTo>
                  <a:lnTo>
                    <a:pt x="47675" y="6350"/>
                  </a:lnTo>
                  <a:lnTo>
                    <a:pt x="45085" y="2590"/>
                  </a:lnTo>
                  <a:lnTo>
                    <a:pt x="45948" y="2590"/>
                  </a:lnTo>
                  <a:lnTo>
                    <a:pt x="46139" y="2349"/>
                  </a:lnTo>
                  <a:lnTo>
                    <a:pt x="46977" y="1270"/>
                  </a:lnTo>
                  <a:lnTo>
                    <a:pt x="44907" y="1270"/>
                  </a:lnTo>
                  <a:lnTo>
                    <a:pt x="44424" y="0"/>
                  </a:lnTo>
                  <a:lnTo>
                    <a:pt x="42011" y="0"/>
                  </a:lnTo>
                  <a:lnTo>
                    <a:pt x="42900" y="1270"/>
                  </a:lnTo>
                  <a:lnTo>
                    <a:pt x="43319" y="2349"/>
                  </a:lnTo>
                  <a:lnTo>
                    <a:pt x="43408" y="2590"/>
                  </a:lnTo>
                  <a:lnTo>
                    <a:pt x="43764" y="2349"/>
                  </a:lnTo>
                  <a:lnTo>
                    <a:pt x="43510" y="2590"/>
                  </a:lnTo>
                  <a:lnTo>
                    <a:pt x="45999" y="6350"/>
                  </a:lnTo>
                  <a:lnTo>
                    <a:pt x="47536" y="10160"/>
                  </a:lnTo>
                  <a:lnTo>
                    <a:pt x="49720" y="13970"/>
                  </a:lnTo>
                  <a:lnTo>
                    <a:pt x="46901" y="16294"/>
                  </a:lnTo>
                  <a:lnTo>
                    <a:pt x="49860" y="15290"/>
                  </a:lnTo>
                  <a:lnTo>
                    <a:pt x="50025" y="15290"/>
                  </a:lnTo>
                  <a:lnTo>
                    <a:pt x="52539" y="19050"/>
                  </a:lnTo>
                  <a:lnTo>
                    <a:pt x="53047" y="21653"/>
                  </a:lnTo>
                  <a:lnTo>
                    <a:pt x="53162" y="22263"/>
                  </a:lnTo>
                  <a:lnTo>
                    <a:pt x="53276" y="22860"/>
                  </a:lnTo>
                  <a:lnTo>
                    <a:pt x="55448" y="26670"/>
                  </a:lnTo>
                  <a:lnTo>
                    <a:pt x="53441" y="28498"/>
                  </a:lnTo>
                  <a:lnTo>
                    <a:pt x="54864" y="27940"/>
                  </a:lnTo>
                  <a:lnTo>
                    <a:pt x="55511" y="27940"/>
                  </a:lnTo>
                  <a:lnTo>
                    <a:pt x="57404" y="28905"/>
                  </a:lnTo>
                  <a:lnTo>
                    <a:pt x="57073" y="28498"/>
                  </a:lnTo>
                  <a:lnTo>
                    <a:pt x="56769" y="27940"/>
                  </a:lnTo>
                  <a:lnTo>
                    <a:pt x="60172" y="26670"/>
                  </a:lnTo>
                  <a:lnTo>
                    <a:pt x="63576" y="25488"/>
                  </a:lnTo>
                  <a:close/>
                </a:path>
                <a:path w="149225" h="179069">
                  <a:moveTo>
                    <a:pt x="63906" y="53479"/>
                  </a:moveTo>
                  <a:lnTo>
                    <a:pt x="62776" y="53479"/>
                  </a:lnTo>
                  <a:lnTo>
                    <a:pt x="62103" y="54610"/>
                  </a:lnTo>
                  <a:lnTo>
                    <a:pt x="63169" y="54610"/>
                  </a:lnTo>
                  <a:lnTo>
                    <a:pt x="63906" y="53479"/>
                  </a:lnTo>
                  <a:close/>
                </a:path>
                <a:path w="149225" h="179069">
                  <a:moveTo>
                    <a:pt x="64516" y="25146"/>
                  </a:moveTo>
                  <a:lnTo>
                    <a:pt x="63601" y="25488"/>
                  </a:lnTo>
                  <a:lnTo>
                    <a:pt x="64096" y="25488"/>
                  </a:lnTo>
                  <a:lnTo>
                    <a:pt x="64516" y="25146"/>
                  </a:lnTo>
                  <a:close/>
                </a:path>
                <a:path w="149225" h="179069">
                  <a:moveTo>
                    <a:pt x="66471" y="67310"/>
                  </a:moveTo>
                  <a:lnTo>
                    <a:pt x="65544" y="67310"/>
                  </a:lnTo>
                  <a:lnTo>
                    <a:pt x="64249" y="68770"/>
                  </a:lnTo>
                  <a:lnTo>
                    <a:pt x="66471" y="67310"/>
                  </a:lnTo>
                  <a:close/>
                </a:path>
                <a:path w="149225" h="179069">
                  <a:moveTo>
                    <a:pt x="66535" y="81991"/>
                  </a:moveTo>
                  <a:lnTo>
                    <a:pt x="65963" y="82207"/>
                  </a:lnTo>
                  <a:lnTo>
                    <a:pt x="66205" y="82550"/>
                  </a:lnTo>
                  <a:lnTo>
                    <a:pt x="66535" y="81991"/>
                  </a:lnTo>
                  <a:close/>
                </a:path>
                <a:path w="149225" h="179069">
                  <a:moveTo>
                    <a:pt x="68199" y="81343"/>
                  </a:moveTo>
                  <a:lnTo>
                    <a:pt x="66916" y="81343"/>
                  </a:lnTo>
                  <a:lnTo>
                    <a:pt x="66535" y="81991"/>
                  </a:lnTo>
                  <a:lnTo>
                    <a:pt x="68199" y="81343"/>
                  </a:lnTo>
                  <a:close/>
                </a:path>
                <a:path w="149225" h="179069">
                  <a:moveTo>
                    <a:pt x="69697" y="8890"/>
                  </a:moveTo>
                  <a:lnTo>
                    <a:pt x="67398" y="8890"/>
                  </a:lnTo>
                  <a:lnTo>
                    <a:pt x="65887" y="10160"/>
                  </a:lnTo>
                  <a:lnTo>
                    <a:pt x="67970" y="10160"/>
                  </a:lnTo>
                  <a:lnTo>
                    <a:pt x="69697" y="8890"/>
                  </a:lnTo>
                  <a:close/>
                </a:path>
                <a:path w="149225" h="179069">
                  <a:moveTo>
                    <a:pt x="71335" y="125831"/>
                  </a:moveTo>
                  <a:lnTo>
                    <a:pt x="70891" y="125831"/>
                  </a:lnTo>
                  <a:lnTo>
                    <a:pt x="70700" y="125349"/>
                  </a:lnTo>
                  <a:lnTo>
                    <a:pt x="70104" y="125044"/>
                  </a:lnTo>
                  <a:lnTo>
                    <a:pt x="68808" y="128320"/>
                  </a:lnTo>
                  <a:lnTo>
                    <a:pt x="71335" y="125831"/>
                  </a:lnTo>
                  <a:close/>
                </a:path>
                <a:path w="149225" h="179069">
                  <a:moveTo>
                    <a:pt x="72567" y="52070"/>
                  </a:moveTo>
                  <a:lnTo>
                    <a:pt x="70332" y="50800"/>
                  </a:lnTo>
                  <a:lnTo>
                    <a:pt x="68567" y="52070"/>
                  </a:lnTo>
                  <a:lnTo>
                    <a:pt x="72567" y="52070"/>
                  </a:lnTo>
                  <a:close/>
                </a:path>
                <a:path w="149225" h="179069">
                  <a:moveTo>
                    <a:pt x="75298" y="80010"/>
                  </a:moveTo>
                  <a:lnTo>
                    <a:pt x="74637" y="78816"/>
                  </a:lnTo>
                  <a:lnTo>
                    <a:pt x="74307" y="79641"/>
                  </a:lnTo>
                  <a:lnTo>
                    <a:pt x="74180" y="80010"/>
                  </a:lnTo>
                  <a:lnTo>
                    <a:pt x="75298" y="80010"/>
                  </a:lnTo>
                  <a:close/>
                </a:path>
                <a:path w="149225" h="179069">
                  <a:moveTo>
                    <a:pt x="76047" y="140423"/>
                  </a:moveTo>
                  <a:lnTo>
                    <a:pt x="75120" y="139890"/>
                  </a:lnTo>
                  <a:lnTo>
                    <a:pt x="74587" y="139890"/>
                  </a:lnTo>
                  <a:lnTo>
                    <a:pt x="74129" y="140309"/>
                  </a:lnTo>
                  <a:lnTo>
                    <a:pt x="73329" y="139890"/>
                  </a:lnTo>
                  <a:lnTo>
                    <a:pt x="71602" y="139890"/>
                  </a:lnTo>
                  <a:lnTo>
                    <a:pt x="73418" y="140970"/>
                  </a:lnTo>
                  <a:lnTo>
                    <a:pt x="74015" y="140423"/>
                  </a:lnTo>
                  <a:lnTo>
                    <a:pt x="74371" y="140423"/>
                  </a:lnTo>
                  <a:lnTo>
                    <a:pt x="75425" y="140970"/>
                  </a:lnTo>
                  <a:lnTo>
                    <a:pt x="76047" y="140423"/>
                  </a:lnTo>
                  <a:close/>
                </a:path>
                <a:path w="149225" h="179069">
                  <a:moveTo>
                    <a:pt x="78308" y="22263"/>
                  </a:moveTo>
                  <a:lnTo>
                    <a:pt x="76339" y="21653"/>
                  </a:lnTo>
                  <a:lnTo>
                    <a:pt x="76047" y="21653"/>
                  </a:lnTo>
                  <a:lnTo>
                    <a:pt x="74536" y="22860"/>
                  </a:lnTo>
                  <a:lnTo>
                    <a:pt x="76708" y="22860"/>
                  </a:lnTo>
                  <a:lnTo>
                    <a:pt x="78308" y="22263"/>
                  </a:lnTo>
                  <a:close/>
                </a:path>
                <a:path w="149225" h="179069">
                  <a:moveTo>
                    <a:pt x="79057" y="80010"/>
                  </a:moveTo>
                  <a:lnTo>
                    <a:pt x="79006" y="79641"/>
                  </a:lnTo>
                  <a:lnTo>
                    <a:pt x="78587" y="78816"/>
                  </a:lnTo>
                  <a:lnTo>
                    <a:pt x="77724" y="78816"/>
                  </a:lnTo>
                  <a:lnTo>
                    <a:pt x="77279" y="80010"/>
                  </a:lnTo>
                  <a:lnTo>
                    <a:pt x="79057" y="80010"/>
                  </a:lnTo>
                  <a:close/>
                </a:path>
                <a:path w="149225" h="179069">
                  <a:moveTo>
                    <a:pt x="81826" y="154990"/>
                  </a:moveTo>
                  <a:lnTo>
                    <a:pt x="77635" y="154990"/>
                  </a:lnTo>
                  <a:lnTo>
                    <a:pt x="80073" y="156210"/>
                  </a:lnTo>
                  <a:lnTo>
                    <a:pt x="81826" y="154990"/>
                  </a:lnTo>
                  <a:close/>
                </a:path>
                <a:path w="149225" h="179069">
                  <a:moveTo>
                    <a:pt x="82486" y="139890"/>
                  </a:moveTo>
                  <a:lnTo>
                    <a:pt x="80010" y="139890"/>
                  </a:lnTo>
                  <a:lnTo>
                    <a:pt x="81419" y="140970"/>
                  </a:lnTo>
                  <a:lnTo>
                    <a:pt x="82486" y="139890"/>
                  </a:lnTo>
                  <a:close/>
                </a:path>
                <a:path w="149225" h="179069">
                  <a:moveTo>
                    <a:pt x="83642" y="89179"/>
                  </a:moveTo>
                  <a:lnTo>
                    <a:pt x="82778" y="90170"/>
                  </a:lnTo>
                  <a:lnTo>
                    <a:pt x="82550" y="91528"/>
                  </a:lnTo>
                  <a:lnTo>
                    <a:pt x="82511" y="91770"/>
                  </a:lnTo>
                  <a:lnTo>
                    <a:pt x="82765" y="91528"/>
                  </a:lnTo>
                  <a:lnTo>
                    <a:pt x="83159" y="90563"/>
                  </a:lnTo>
                  <a:lnTo>
                    <a:pt x="83642" y="89179"/>
                  </a:lnTo>
                  <a:close/>
                </a:path>
                <a:path w="149225" h="179069">
                  <a:moveTo>
                    <a:pt x="89408" y="82550"/>
                  </a:moveTo>
                  <a:lnTo>
                    <a:pt x="88074" y="82550"/>
                  </a:lnTo>
                  <a:lnTo>
                    <a:pt x="88112" y="83540"/>
                  </a:lnTo>
                  <a:lnTo>
                    <a:pt x="88176" y="83921"/>
                  </a:lnTo>
                  <a:lnTo>
                    <a:pt x="89281" y="83921"/>
                  </a:lnTo>
                  <a:lnTo>
                    <a:pt x="89382" y="82816"/>
                  </a:lnTo>
                  <a:lnTo>
                    <a:pt x="89408" y="82550"/>
                  </a:lnTo>
                  <a:close/>
                </a:path>
                <a:path w="149225" h="179069">
                  <a:moveTo>
                    <a:pt x="94576" y="152552"/>
                  </a:moveTo>
                  <a:lnTo>
                    <a:pt x="94488" y="152400"/>
                  </a:lnTo>
                  <a:lnTo>
                    <a:pt x="91617" y="153670"/>
                  </a:lnTo>
                  <a:lnTo>
                    <a:pt x="92113" y="153670"/>
                  </a:lnTo>
                  <a:lnTo>
                    <a:pt x="94576" y="152552"/>
                  </a:lnTo>
                  <a:close/>
                </a:path>
                <a:path w="149225" h="179069">
                  <a:moveTo>
                    <a:pt x="96608" y="70662"/>
                  </a:moveTo>
                  <a:lnTo>
                    <a:pt x="96354" y="70180"/>
                  </a:lnTo>
                  <a:lnTo>
                    <a:pt x="96278" y="70027"/>
                  </a:lnTo>
                  <a:lnTo>
                    <a:pt x="96202" y="69875"/>
                  </a:lnTo>
                  <a:lnTo>
                    <a:pt x="94310" y="68770"/>
                  </a:lnTo>
                  <a:lnTo>
                    <a:pt x="95758" y="69875"/>
                  </a:lnTo>
                  <a:lnTo>
                    <a:pt x="96608" y="70662"/>
                  </a:lnTo>
                  <a:close/>
                </a:path>
                <a:path w="149225" h="179069">
                  <a:moveTo>
                    <a:pt x="97205" y="91528"/>
                  </a:moveTo>
                  <a:lnTo>
                    <a:pt x="96494" y="91528"/>
                  </a:lnTo>
                  <a:lnTo>
                    <a:pt x="97205" y="92049"/>
                  </a:lnTo>
                  <a:lnTo>
                    <a:pt x="97205" y="91528"/>
                  </a:lnTo>
                  <a:close/>
                </a:path>
                <a:path w="149225" h="179069">
                  <a:moveTo>
                    <a:pt x="98666" y="99060"/>
                  </a:moveTo>
                  <a:lnTo>
                    <a:pt x="98285" y="97878"/>
                  </a:lnTo>
                  <a:lnTo>
                    <a:pt x="94246" y="99060"/>
                  </a:lnTo>
                  <a:lnTo>
                    <a:pt x="90322" y="100330"/>
                  </a:lnTo>
                  <a:lnTo>
                    <a:pt x="94551" y="100330"/>
                  </a:lnTo>
                  <a:lnTo>
                    <a:pt x="97015" y="99060"/>
                  </a:lnTo>
                  <a:lnTo>
                    <a:pt x="98666" y="99060"/>
                  </a:lnTo>
                  <a:close/>
                </a:path>
                <a:path w="149225" h="179069">
                  <a:moveTo>
                    <a:pt x="98844" y="151003"/>
                  </a:moveTo>
                  <a:lnTo>
                    <a:pt x="98577" y="151130"/>
                  </a:lnTo>
                  <a:lnTo>
                    <a:pt x="98729" y="151130"/>
                  </a:lnTo>
                  <a:lnTo>
                    <a:pt x="98844" y="151003"/>
                  </a:lnTo>
                  <a:close/>
                </a:path>
                <a:path w="149225" h="179069">
                  <a:moveTo>
                    <a:pt x="99136" y="99060"/>
                  </a:moveTo>
                  <a:lnTo>
                    <a:pt x="98666" y="99060"/>
                  </a:lnTo>
                  <a:lnTo>
                    <a:pt x="98894" y="99707"/>
                  </a:lnTo>
                  <a:lnTo>
                    <a:pt x="99136" y="99060"/>
                  </a:lnTo>
                  <a:close/>
                </a:path>
                <a:path w="149225" h="179069">
                  <a:moveTo>
                    <a:pt x="99568" y="101447"/>
                  </a:moveTo>
                  <a:lnTo>
                    <a:pt x="98894" y="99707"/>
                  </a:lnTo>
                  <a:lnTo>
                    <a:pt x="98653" y="100330"/>
                  </a:lnTo>
                  <a:lnTo>
                    <a:pt x="99568" y="101447"/>
                  </a:lnTo>
                  <a:close/>
                </a:path>
                <a:path w="149225" h="179069">
                  <a:moveTo>
                    <a:pt x="102285" y="96964"/>
                  </a:moveTo>
                  <a:lnTo>
                    <a:pt x="99275" y="96672"/>
                  </a:lnTo>
                  <a:lnTo>
                    <a:pt x="99161" y="97802"/>
                  </a:lnTo>
                  <a:lnTo>
                    <a:pt x="102285" y="96964"/>
                  </a:lnTo>
                  <a:close/>
                </a:path>
                <a:path w="149225" h="179069">
                  <a:moveTo>
                    <a:pt x="102565" y="92710"/>
                  </a:moveTo>
                  <a:lnTo>
                    <a:pt x="97828" y="93992"/>
                  </a:lnTo>
                  <a:lnTo>
                    <a:pt x="98132" y="92710"/>
                  </a:lnTo>
                  <a:lnTo>
                    <a:pt x="97205" y="92049"/>
                  </a:lnTo>
                  <a:lnTo>
                    <a:pt x="97167" y="92710"/>
                  </a:lnTo>
                  <a:lnTo>
                    <a:pt x="97332" y="94005"/>
                  </a:lnTo>
                  <a:lnTo>
                    <a:pt x="93764" y="96558"/>
                  </a:lnTo>
                  <a:lnTo>
                    <a:pt x="98158" y="95250"/>
                  </a:lnTo>
                  <a:lnTo>
                    <a:pt x="97815" y="96672"/>
                  </a:lnTo>
                  <a:lnTo>
                    <a:pt x="98285" y="97878"/>
                  </a:lnTo>
                  <a:lnTo>
                    <a:pt x="98539" y="97878"/>
                  </a:lnTo>
                  <a:lnTo>
                    <a:pt x="98818" y="96964"/>
                  </a:lnTo>
                  <a:lnTo>
                    <a:pt x="98920" y="96672"/>
                  </a:lnTo>
                  <a:lnTo>
                    <a:pt x="98361" y="96672"/>
                  </a:lnTo>
                  <a:lnTo>
                    <a:pt x="98628" y="95250"/>
                  </a:lnTo>
                  <a:lnTo>
                    <a:pt x="100571" y="94005"/>
                  </a:lnTo>
                  <a:lnTo>
                    <a:pt x="102565" y="92710"/>
                  </a:lnTo>
                  <a:close/>
                </a:path>
                <a:path w="149225" h="179069">
                  <a:moveTo>
                    <a:pt x="103212" y="179070"/>
                  </a:moveTo>
                  <a:lnTo>
                    <a:pt x="102374" y="176530"/>
                  </a:lnTo>
                  <a:lnTo>
                    <a:pt x="100545" y="168910"/>
                  </a:lnTo>
                  <a:lnTo>
                    <a:pt x="100812" y="167640"/>
                  </a:lnTo>
                  <a:lnTo>
                    <a:pt x="102209" y="167640"/>
                  </a:lnTo>
                  <a:lnTo>
                    <a:pt x="101231" y="166370"/>
                  </a:lnTo>
                  <a:lnTo>
                    <a:pt x="100482" y="167640"/>
                  </a:lnTo>
                  <a:lnTo>
                    <a:pt x="100076" y="166370"/>
                  </a:lnTo>
                  <a:lnTo>
                    <a:pt x="99060" y="161493"/>
                  </a:lnTo>
                  <a:lnTo>
                    <a:pt x="99009" y="161290"/>
                  </a:lnTo>
                  <a:lnTo>
                    <a:pt x="97574" y="157480"/>
                  </a:lnTo>
                  <a:lnTo>
                    <a:pt x="96202" y="152552"/>
                  </a:lnTo>
                  <a:lnTo>
                    <a:pt x="96151" y="152400"/>
                  </a:lnTo>
                  <a:lnTo>
                    <a:pt x="98577" y="151130"/>
                  </a:lnTo>
                  <a:lnTo>
                    <a:pt x="96139" y="151130"/>
                  </a:lnTo>
                  <a:lnTo>
                    <a:pt x="94335" y="147320"/>
                  </a:lnTo>
                  <a:lnTo>
                    <a:pt x="93103" y="142240"/>
                  </a:lnTo>
                  <a:lnTo>
                    <a:pt x="91617" y="138430"/>
                  </a:lnTo>
                  <a:lnTo>
                    <a:pt x="92265" y="137160"/>
                  </a:lnTo>
                  <a:lnTo>
                    <a:pt x="92773" y="136144"/>
                  </a:lnTo>
                  <a:lnTo>
                    <a:pt x="91579" y="137160"/>
                  </a:lnTo>
                  <a:lnTo>
                    <a:pt x="89458" y="133362"/>
                  </a:lnTo>
                  <a:lnTo>
                    <a:pt x="87858" y="128473"/>
                  </a:lnTo>
                  <a:lnTo>
                    <a:pt x="87604" y="127457"/>
                  </a:lnTo>
                  <a:lnTo>
                    <a:pt x="86588" y="123190"/>
                  </a:lnTo>
                  <a:lnTo>
                    <a:pt x="86550" y="122986"/>
                  </a:lnTo>
                  <a:lnTo>
                    <a:pt x="83515" y="119468"/>
                  </a:lnTo>
                  <a:lnTo>
                    <a:pt x="83934" y="120650"/>
                  </a:lnTo>
                  <a:lnTo>
                    <a:pt x="86588" y="124625"/>
                  </a:lnTo>
                  <a:lnTo>
                    <a:pt x="85445" y="124625"/>
                  </a:lnTo>
                  <a:lnTo>
                    <a:pt x="86817" y="128320"/>
                  </a:lnTo>
                  <a:lnTo>
                    <a:pt x="88290" y="133070"/>
                  </a:lnTo>
                  <a:lnTo>
                    <a:pt x="88392" y="133362"/>
                  </a:lnTo>
                  <a:lnTo>
                    <a:pt x="90106" y="137160"/>
                  </a:lnTo>
                  <a:lnTo>
                    <a:pt x="88493" y="138430"/>
                  </a:lnTo>
                  <a:lnTo>
                    <a:pt x="89941" y="138430"/>
                  </a:lnTo>
                  <a:lnTo>
                    <a:pt x="92506" y="142240"/>
                  </a:lnTo>
                  <a:lnTo>
                    <a:pt x="92633" y="143510"/>
                  </a:lnTo>
                  <a:lnTo>
                    <a:pt x="92748" y="144780"/>
                  </a:lnTo>
                  <a:lnTo>
                    <a:pt x="92875" y="146050"/>
                  </a:lnTo>
                  <a:lnTo>
                    <a:pt x="92989" y="147320"/>
                  </a:lnTo>
                  <a:lnTo>
                    <a:pt x="94919" y="152400"/>
                  </a:lnTo>
                  <a:lnTo>
                    <a:pt x="94576" y="152552"/>
                  </a:lnTo>
                  <a:lnTo>
                    <a:pt x="97282" y="157480"/>
                  </a:lnTo>
                  <a:lnTo>
                    <a:pt x="97396" y="158750"/>
                  </a:lnTo>
                  <a:lnTo>
                    <a:pt x="97497" y="160020"/>
                  </a:lnTo>
                  <a:lnTo>
                    <a:pt x="97612" y="161290"/>
                  </a:lnTo>
                  <a:lnTo>
                    <a:pt x="97713" y="162560"/>
                  </a:lnTo>
                  <a:lnTo>
                    <a:pt x="99377" y="167640"/>
                  </a:lnTo>
                  <a:lnTo>
                    <a:pt x="95605" y="168910"/>
                  </a:lnTo>
                  <a:lnTo>
                    <a:pt x="91287" y="170180"/>
                  </a:lnTo>
                  <a:lnTo>
                    <a:pt x="94945" y="170180"/>
                  </a:lnTo>
                  <a:lnTo>
                    <a:pt x="98996" y="168910"/>
                  </a:lnTo>
                  <a:lnTo>
                    <a:pt x="100799" y="171450"/>
                  </a:lnTo>
                  <a:lnTo>
                    <a:pt x="101485" y="175260"/>
                  </a:lnTo>
                  <a:lnTo>
                    <a:pt x="102108" y="179070"/>
                  </a:lnTo>
                  <a:lnTo>
                    <a:pt x="103212" y="179070"/>
                  </a:lnTo>
                  <a:close/>
                </a:path>
                <a:path w="149225" h="179069">
                  <a:moveTo>
                    <a:pt x="106667" y="151003"/>
                  </a:moveTo>
                  <a:lnTo>
                    <a:pt x="105486" y="148590"/>
                  </a:lnTo>
                  <a:lnTo>
                    <a:pt x="104851" y="147320"/>
                  </a:lnTo>
                  <a:lnTo>
                    <a:pt x="105905" y="146050"/>
                  </a:lnTo>
                  <a:lnTo>
                    <a:pt x="104787" y="146050"/>
                  </a:lnTo>
                  <a:lnTo>
                    <a:pt x="101777" y="142240"/>
                  </a:lnTo>
                  <a:lnTo>
                    <a:pt x="103174" y="147320"/>
                  </a:lnTo>
                  <a:lnTo>
                    <a:pt x="100787" y="148590"/>
                  </a:lnTo>
                  <a:lnTo>
                    <a:pt x="98844" y="151003"/>
                  </a:lnTo>
                  <a:lnTo>
                    <a:pt x="100634" y="149974"/>
                  </a:lnTo>
                  <a:lnTo>
                    <a:pt x="103314" y="148590"/>
                  </a:lnTo>
                  <a:lnTo>
                    <a:pt x="106667" y="151003"/>
                  </a:lnTo>
                  <a:close/>
                </a:path>
                <a:path w="149225" h="179069">
                  <a:moveTo>
                    <a:pt x="107213" y="144780"/>
                  </a:moveTo>
                  <a:lnTo>
                    <a:pt x="106845" y="144780"/>
                  </a:lnTo>
                  <a:lnTo>
                    <a:pt x="106413" y="145554"/>
                  </a:lnTo>
                  <a:lnTo>
                    <a:pt x="107213" y="144780"/>
                  </a:lnTo>
                  <a:close/>
                </a:path>
                <a:path w="149225" h="179069">
                  <a:moveTo>
                    <a:pt x="110451" y="142240"/>
                  </a:moveTo>
                  <a:lnTo>
                    <a:pt x="109270" y="142240"/>
                  </a:lnTo>
                  <a:lnTo>
                    <a:pt x="108407" y="143510"/>
                  </a:lnTo>
                  <a:lnTo>
                    <a:pt x="109575" y="143510"/>
                  </a:lnTo>
                  <a:lnTo>
                    <a:pt x="110451" y="142240"/>
                  </a:lnTo>
                  <a:close/>
                </a:path>
                <a:path w="149225" h="179069">
                  <a:moveTo>
                    <a:pt x="112255" y="161290"/>
                  </a:moveTo>
                  <a:lnTo>
                    <a:pt x="111442" y="160020"/>
                  </a:lnTo>
                  <a:lnTo>
                    <a:pt x="109093" y="156210"/>
                  </a:lnTo>
                  <a:lnTo>
                    <a:pt x="107429" y="152552"/>
                  </a:lnTo>
                  <a:lnTo>
                    <a:pt x="106959" y="151587"/>
                  </a:lnTo>
                  <a:lnTo>
                    <a:pt x="108038" y="156210"/>
                  </a:lnTo>
                  <a:lnTo>
                    <a:pt x="110756" y="160020"/>
                  </a:lnTo>
                  <a:lnTo>
                    <a:pt x="110299" y="161290"/>
                  </a:lnTo>
                  <a:lnTo>
                    <a:pt x="111125" y="161290"/>
                  </a:lnTo>
                  <a:lnTo>
                    <a:pt x="111328" y="161493"/>
                  </a:lnTo>
                  <a:lnTo>
                    <a:pt x="111518" y="161290"/>
                  </a:lnTo>
                  <a:lnTo>
                    <a:pt x="112255" y="161290"/>
                  </a:lnTo>
                  <a:close/>
                </a:path>
                <a:path w="149225" h="179069">
                  <a:moveTo>
                    <a:pt x="113284" y="160020"/>
                  </a:moveTo>
                  <a:lnTo>
                    <a:pt x="112255" y="161290"/>
                  </a:lnTo>
                  <a:lnTo>
                    <a:pt x="113220" y="161290"/>
                  </a:lnTo>
                  <a:lnTo>
                    <a:pt x="113284" y="160020"/>
                  </a:lnTo>
                  <a:close/>
                </a:path>
                <a:path w="149225" h="179069">
                  <a:moveTo>
                    <a:pt x="113677" y="163830"/>
                  </a:moveTo>
                  <a:lnTo>
                    <a:pt x="111328" y="161493"/>
                  </a:lnTo>
                  <a:lnTo>
                    <a:pt x="110299" y="162560"/>
                  </a:lnTo>
                  <a:lnTo>
                    <a:pt x="111569" y="162560"/>
                  </a:lnTo>
                  <a:lnTo>
                    <a:pt x="111760" y="163830"/>
                  </a:lnTo>
                  <a:lnTo>
                    <a:pt x="113677" y="163830"/>
                  </a:lnTo>
                  <a:close/>
                </a:path>
                <a:path w="149225" h="179069">
                  <a:moveTo>
                    <a:pt x="114693" y="105511"/>
                  </a:moveTo>
                  <a:lnTo>
                    <a:pt x="114401" y="104279"/>
                  </a:lnTo>
                  <a:lnTo>
                    <a:pt x="114033" y="104279"/>
                  </a:lnTo>
                  <a:lnTo>
                    <a:pt x="113436" y="105511"/>
                  </a:lnTo>
                  <a:lnTo>
                    <a:pt x="113766" y="107975"/>
                  </a:lnTo>
                  <a:lnTo>
                    <a:pt x="114274" y="106680"/>
                  </a:lnTo>
                  <a:lnTo>
                    <a:pt x="114592" y="105778"/>
                  </a:lnTo>
                  <a:lnTo>
                    <a:pt x="114693" y="105511"/>
                  </a:lnTo>
                  <a:close/>
                </a:path>
                <a:path w="149225" h="179069">
                  <a:moveTo>
                    <a:pt x="118618" y="146050"/>
                  </a:moveTo>
                  <a:lnTo>
                    <a:pt x="114985" y="143802"/>
                  </a:lnTo>
                  <a:lnTo>
                    <a:pt x="116268" y="146050"/>
                  </a:lnTo>
                  <a:lnTo>
                    <a:pt x="118440" y="148590"/>
                  </a:lnTo>
                  <a:lnTo>
                    <a:pt x="118529" y="147320"/>
                  </a:lnTo>
                  <a:lnTo>
                    <a:pt x="118618" y="146050"/>
                  </a:lnTo>
                  <a:close/>
                </a:path>
                <a:path w="149225" h="179069">
                  <a:moveTo>
                    <a:pt x="120192" y="175602"/>
                  </a:moveTo>
                  <a:lnTo>
                    <a:pt x="118427" y="176415"/>
                  </a:lnTo>
                  <a:lnTo>
                    <a:pt x="118516" y="175602"/>
                  </a:lnTo>
                  <a:lnTo>
                    <a:pt x="118592" y="175031"/>
                  </a:lnTo>
                  <a:lnTo>
                    <a:pt x="118668" y="174409"/>
                  </a:lnTo>
                  <a:lnTo>
                    <a:pt x="117208" y="174409"/>
                  </a:lnTo>
                  <a:lnTo>
                    <a:pt x="118084" y="175031"/>
                  </a:lnTo>
                  <a:lnTo>
                    <a:pt x="118173" y="175996"/>
                  </a:lnTo>
                  <a:lnTo>
                    <a:pt x="117589" y="177292"/>
                  </a:lnTo>
                  <a:lnTo>
                    <a:pt x="119011" y="177292"/>
                  </a:lnTo>
                  <a:lnTo>
                    <a:pt x="119075" y="179044"/>
                  </a:lnTo>
                  <a:lnTo>
                    <a:pt x="120002" y="179044"/>
                  </a:lnTo>
                  <a:lnTo>
                    <a:pt x="119634" y="177901"/>
                  </a:lnTo>
                  <a:lnTo>
                    <a:pt x="118986" y="176606"/>
                  </a:lnTo>
                  <a:lnTo>
                    <a:pt x="119214" y="176415"/>
                  </a:lnTo>
                  <a:lnTo>
                    <a:pt x="120192" y="175602"/>
                  </a:lnTo>
                  <a:close/>
                </a:path>
                <a:path w="149225" h="179069">
                  <a:moveTo>
                    <a:pt x="123088" y="76263"/>
                  </a:moveTo>
                  <a:lnTo>
                    <a:pt x="122770" y="75869"/>
                  </a:lnTo>
                  <a:lnTo>
                    <a:pt x="122897" y="76263"/>
                  </a:lnTo>
                  <a:lnTo>
                    <a:pt x="123050" y="76581"/>
                  </a:lnTo>
                  <a:lnTo>
                    <a:pt x="123088" y="76263"/>
                  </a:lnTo>
                  <a:close/>
                </a:path>
                <a:path w="149225" h="179069">
                  <a:moveTo>
                    <a:pt x="123761" y="151777"/>
                  </a:moveTo>
                  <a:lnTo>
                    <a:pt x="123723" y="151244"/>
                  </a:lnTo>
                  <a:lnTo>
                    <a:pt x="123304" y="151968"/>
                  </a:lnTo>
                  <a:lnTo>
                    <a:pt x="122135" y="150990"/>
                  </a:lnTo>
                  <a:lnTo>
                    <a:pt x="121666" y="151587"/>
                  </a:lnTo>
                  <a:lnTo>
                    <a:pt x="122199" y="152184"/>
                  </a:lnTo>
                  <a:lnTo>
                    <a:pt x="121602" y="153250"/>
                  </a:lnTo>
                  <a:lnTo>
                    <a:pt x="122796" y="153581"/>
                  </a:lnTo>
                  <a:lnTo>
                    <a:pt x="123317" y="152793"/>
                  </a:lnTo>
                  <a:lnTo>
                    <a:pt x="123761" y="151777"/>
                  </a:lnTo>
                  <a:close/>
                </a:path>
                <a:path w="149225" h="179069">
                  <a:moveTo>
                    <a:pt x="123964" y="126314"/>
                  </a:moveTo>
                  <a:lnTo>
                    <a:pt x="123431" y="127000"/>
                  </a:lnTo>
                  <a:lnTo>
                    <a:pt x="122593" y="128320"/>
                  </a:lnTo>
                  <a:lnTo>
                    <a:pt x="123786" y="127000"/>
                  </a:lnTo>
                  <a:lnTo>
                    <a:pt x="123863" y="126733"/>
                  </a:lnTo>
                  <a:lnTo>
                    <a:pt x="123964" y="126314"/>
                  </a:lnTo>
                  <a:close/>
                </a:path>
                <a:path w="149225" h="179069">
                  <a:moveTo>
                    <a:pt x="128231" y="116840"/>
                  </a:moveTo>
                  <a:lnTo>
                    <a:pt x="128219" y="114300"/>
                  </a:lnTo>
                  <a:lnTo>
                    <a:pt x="128066" y="114896"/>
                  </a:lnTo>
                  <a:lnTo>
                    <a:pt x="127812" y="115633"/>
                  </a:lnTo>
                  <a:lnTo>
                    <a:pt x="127431" y="116840"/>
                  </a:lnTo>
                  <a:lnTo>
                    <a:pt x="127838" y="116840"/>
                  </a:lnTo>
                  <a:lnTo>
                    <a:pt x="128231" y="116840"/>
                  </a:lnTo>
                  <a:close/>
                </a:path>
                <a:path w="149225" h="179069">
                  <a:moveTo>
                    <a:pt x="129324" y="111760"/>
                  </a:moveTo>
                  <a:lnTo>
                    <a:pt x="129070" y="111467"/>
                  </a:lnTo>
                  <a:lnTo>
                    <a:pt x="128625" y="112699"/>
                  </a:lnTo>
                  <a:lnTo>
                    <a:pt x="128498" y="113017"/>
                  </a:lnTo>
                  <a:lnTo>
                    <a:pt x="128765" y="112699"/>
                  </a:lnTo>
                  <a:lnTo>
                    <a:pt x="129209" y="111950"/>
                  </a:lnTo>
                  <a:lnTo>
                    <a:pt x="129324" y="111760"/>
                  </a:lnTo>
                  <a:close/>
                </a:path>
                <a:path w="149225" h="179069">
                  <a:moveTo>
                    <a:pt x="129387" y="110591"/>
                  </a:moveTo>
                  <a:lnTo>
                    <a:pt x="129298" y="109220"/>
                  </a:lnTo>
                  <a:lnTo>
                    <a:pt x="128130" y="110591"/>
                  </a:lnTo>
                  <a:lnTo>
                    <a:pt x="128295" y="110591"/>
                  </a:lnTo>
                  <a:lnTo>
                    <a:pt x="129070" y="111467"/>
                  </a:lnTo>
                  <a:lnTo>
                    <a:pt x="129387" y="110591"/>
                  </a:lnTo>
                  <a:close/>
                </a:path>
                <a:path w="149225" h="179069">
                  <a:moveTo>
                    <a:pt x="130022" y="97878"/>
                  </a:moveTo>
                  <a:lnTo>
                    <a:pt x="129730" y="97523"/>
                  </a:lnTo>
                  <a:lnTo>
                    <a:pt x="129819" y="98717"/>
                  </a:lnTo>
                  <a:lnTo>
                    <a:pt x="130022" y="97878"/>
                  </a:lnTo>
                  <a:close/>
                </a:path>
                <a:path w="149225" h="179069">
                  <a:moveTo>
                    <a:pt x="130124" y="104279"/>
                  </a:moveTo>
                  <a:lnTo>
                    <a:pt x="129832" y="103949"/>
                  </a:lnTo>
                  <a:lnTo>
                    <a:pt x="129743" y="104279"/>
                  </a:lnTo>
                  <a:lnTo>
                    <a:pt x="129425" y="105511"/>
                  </a:lnTo>
                  <a:lnTo>
                    <a:pt x="129540" y="105778"/>
                  </a:lnTo>
                  <a:lnTo>
                    <a:pt x="129959" y="104279"/>
                  </a:lnTo>
                  <a:lnTo>
                    <a:pt x="130124" y="104279"/>
                  </a:lnTo>
                  <a:close/>
                </a:path>
                <a:path w="149225" h="179069">
                  <a:moveTo>
                    <a:pt x="130378" y="107975"/>
                  </a:moveTo>
                  <a:lnTo>
                    <a:pt x="129895" y="106680"/>
                  </a:lnTo>
                  <a:lnTo>
                    <a:pt x="129540" y="105778"/>
                  </a:lnTo>
                  <a:lnTo>
                    <a:pt x="129273" y="106680"/>
                  </a:lnTo>
                  <a:lnTo>
                    <a:pt x="129159" y="107975"/>
                  </a:lnTo>
                  <a:lnTo>
                    <a:pt x="129032" y="109220"/>
                  </a:lnTo>
                  <a:lnTo>
                    <a:pt x="130378" y="107975"/>
                  </a:lnTo>
                  <a:close/>
                </a:path>
                <a:path w="149225" h="179069">
                  <a:moveTo>
                    <a:pt x="133743" y="142544"/>
                  </a:moveTo>
                  <a:lnTo>
                    <a:pt x="133515" y="142011"/>
                  </a:lnTo>
                  <a:lnTo>
                    <a:pt x="132715" y="141693"/>
                  </a:lnTo>
                  <a:lnTo>
                    <a:pt x="131902" y="141427"/>
                  </a:lnTo>
                  <a:lnTo>
                    <a:pt x="131584" y="142290"/>
                  </a:lnTo>
                  <a:lnTo>
                    <a:pt x="132029" y="142836"/>
                  </a:lnTo>
                  <a:lnTo>
                    <a:pt x="132232" y="143484"/>
                  </a:lnTo>
                  <a:lnTo>
                    <a:pt x="132473" y="142557"/>
                  </a:lnTo>
                  <a:lnTo>
                    <a:pt x="133616" y="143725"/>
                  </a:lnTo>
                  <a:lnTo>
                    <a:pt x="133743" y="142544"/>
                  </a:lnTo>
                  <a:close/>
                </a:path>
                <a:path w="149225" h="179069">
                  <a:moveTo>
                    <a:pt x="136144" y="76263"/>
                  </a:moveTo>
                  <a:lnTo>
                    <a:pt x="135534" y="76263"/>
                  </a:lnTo>
                  <a:lnTo>
                    <a:pt x="133502" y="77863"/>
                  </a:lnTo>
                  <a:lnTo>
                    <a:pt x="134912" y="77470"/>
                  </a:lnTo>
                  <a:lnTo>
                    <a:pt x="136144" y="76263"/>
                  </a:lnTo>
                  <a:close/>
                </a:path>
                <a:path w="149225" h="179069">
                  <a:moveTo>
                    <a:pt x="137020" y="129540"/>
                  </a:moveTo>
                  <a:lnTo>
                    <a:pt x="134289" y="127000"/>
                  </a:lnTo>
                  <a:lnTo>
                    <a:pt x="130022" y="125831"/>
                  </a:lnTo>
                  <a:lnTo>
                    <a:pt x="129895" y="125831"/>
                  </a:lnTo>
                  <a:lnTo>
                    <a:pt x="131914" y="127000"/>
                  </a:lnTo>
                  <a:lnTo>
                    <a:pt x="137020" y="129540"/>
                  </a:lnTo>
                  <a:close/>
                </a:path>
                <a:path w="149225" h="179069">
                  <a:moveTo>
                    <a:pt x="141490" y="129870"/>
                  </a:moveTo>
                  <a:lnTo>
                    <a:pt x="141173" y="128028"/>
                  </a:lnTo>
                  <a:lnTo>
                    <a:pt x="140893" y="128435"/>
                  </a:lnTo>
                  <a:lnTo>
                    <a:pt x="139369" y="129400"/>
                  </a:lnTo>
                  <a:lnTo>
                    <a:pt x="139369" y="130365"/>
                  </a:lnTo>
                  <a:lnTo>
                    <a:pt x="141020" y="131102"/>
                  </a:lnTo>
                  <a:lnTo>
                    <a:pt x="141490" y="129870"/>
                  </a:lnTo>
                  <a:close/>
                </a:path>
                <a:path w="149225" h="179069">
                  <a:moveTo>
                    <a:pt x="142011" y="116344"/>
                  </a:moveTo>
                  <a:lnTo>
                    <a:pt x="139433" y="114300"/>
                  </a:lnTo>
                  <a:lnTo>
                    <a:pt x="137109" y="114896"/>
                  </a:lnTo>
                  <a:lnTo>
                    <a:pt x="139915" y="116840"/>
                  </a:lnTo>
                  <a:lnTo>
                    <a:pt x="142011" y="116344"/>
                  </a:lnTo>
                  <a:close/>
                </a:path>
                <a:path w="149225" h="179069">
                  <a:moveTo>
                    <a:pt x="143179" y="83540"/>
                  </a:moveTo>
                  <a:lnTo>
                    <a:pt x="143078" y="82816"/>
                  </a:lnTo>
                  <a:lnTo>
                    <a:pt x="143040" y="82550"/>
                  </a:lnTo>
                  <a:lnTo>
                    <a:pt x="142595" y="81343"/>
                  </a:lnTo>
                  <a:lnTo>
                    <a:pt x="142608" y="82550"/>
                  </a:lnTo>
                  <a:lnTo>
                    <a:pt x="143179" y="83540"/>
                  </a:lnTo>
                  <a:close/>
                </a:path>
                <a:path w="149225" h="179069">
                  <a:moveTo>
                    <a:pt x="144246" y="179057"/>
                  </a:moveTo>
                  <a:close/>
                </a:path>
                <a:path w="149225" h="179069">
                  <a:moveTo>
                    <a:pt x="145630" y="91528"/>
                  </a:moveTo>
                  <a:lnTo>
                    <a:pt x="144970" y="90563"/>
                  </a:lnTo>
                  <a:lnTo>
                    <a:pt x="145084" y="91528"/>
                  </a:lnTo>
                  <a:lnTo>
                    <a:pt x="145161" y="91770"/>
                  </a:lnTo>
                  <a:lnTo>
                    <a:pt x="145249" y="92049"/>
                  </a:lnTo>
                  <a:lnTo>
                    <a:pt x="145351" y="92354"/>
                  </a:lnTo>
                  <a:lnTo>
                    <a:pt x="145529" y="92049"/>
                  </a:lnTo>
                  <a:lnTo>
                    <a:pt x="145630" y="91528"/>
                  </a:lnTo>
                  <a:close/>
                </a:path>
                <a:path w="149225" h="179069">
                  <a:moveTo>
                    <a:pt x="146291" y="100114"/>
                  </a:moveTo>
                  <a:lnTo>
                    <a:pt x="146227" y="99707"/>
                  </a:lnTo>
                  <a:lnTo>
                    <a:pt x="146113" y="99060"/>
                  </a:lnTo>
                  <a:lnTo>
                    <a:pt x="145275" y="99060"/>
                  </a:lnTo>
                  <a:lnTo>
                    <a:pt x="146291" y="100114"/>
                  </a:lnTo>
                  <a:close/>
                </a:path>
                <a:path w="149225" h="179069">
                  <a:moveTo>
                    <a:pt x="146329" y="95250"/>
                  </a:moveTo>
                  <a:lnTo>
                    <a:pt x="145478" y="92710"/>
                  </a:lnTo>
                  <a:lnTo>
                    <a:pt x="145161" y="94005"/>
                  </a:lnTo>
                  <a:lnTo>
                    <a:pt x="144919" y="95250"/>
                  </a:lnTo>
                  <a:lnTo>
                    <a:pt x="145542" y="97523"/>
                  </a:lnTo>
                  <a:lnTo>
                    <a:pt x="145643" y="97878"/>
                  </a:lnTo>
                  <a:lnTo>
                    <a:pt x="145694" y="97523"/>
                  </a:lnTo>
                  <a:lnTo>
                    <a:pt x="146329" y="95250"/>
                  </a:lnTo>
                  <a:close/>
                </a:path>
                <a:path w="149225" h="179069">
                  <a:moveTo>
                    <a:pt x="146431" y="116840"/>
                  </a:moveTo>
                  <a:lnTo>
                    <a:pt x="145021" y="115633"/>
                  </a:lnTo>
                  <a:lnTo>
                    <a:pt x="142011" y="116344"/>
                  </a:lnTo>
                  <a:lnTo>
                    <a:pt x="144221" y="118110"/>
                  </a:lnTo>
                  <a:lnTo>
                    <a:pt x="145249" y="116840"/>
                  </a:lnTo>
                  <a:lnTo>
                    <a:pt x="146431" y="116840"/>
                  </a:lnTo>
                  <a:close/>
                </a:path>
                <a:path w="149225" h="179069">
                  <a:moveTo>
                    <a:pt x="148958" y="85217"/>
                  </a:moveTo>
                  <a:lnTo>
                    <a:pt x="148818" y="85217"/>
                  </a:lnTo>
                  <a:lnTo>
                    <a:pt x="147599" y="86360"/>
                  </a:lnTo>
                  <a:lnTo>
                    <a:pt x="148958" y="86360"/>
                  </a:lnTo>
                  <a:lnTo>
                    <a:pt x="148958" y="85217"/>
                  </a:lnTo>
                  <a:close/>
                </a:path>
                <a:path w="149225" h="179069">
                  <a:moveTo>
                    <a:pt x="148958" y="68770"/>
                  </a:moveTo>
                  <a:lnTo>
                    <a:pt x="148551" y="68770"/>
                  </a:lnTo>
                  <a:lnTo>
                    <a:pt x="146088" y="69875"/>
                  </a:lnTo>
                  <a:lnTo>
                    <a:pt x="140144" y="73660"/>
                  </a:lnTo>
                  <a:lnTo>
                    <a:pt x="137642" y="70180"/>
                  </a:lnTo>
                  <a:lnTo>
                    <a:pt x="137922" y="71120"/>
                  </a:lnTo>
                  <a:lnTo>
                    <a:pt x="138798" y="73660"/>
                  </a:lnTo>
                  <a:lnTo>
                    <a:pt x="136144" y="76263"/>
                  </a:lnTo>
                  <a:lnTo>
                    <a:pt x="139966" y="76263"/>
                  </a:lnTo>
                  <a:lnTo>
                    <a:pt x="141668" y="78816"/>
                  </a:lnTo>
                  <a:lnTo>
                    <a:pt x="142506" y="81076"/>
                  </a:lnTo>
                  <a:lnTo>
                    <a:pt x="142392" y="79641"/>
                  </a:lnTo>
                  <a:lnTo>
                    <a:pt x="142341" y="78816"/>
                  </a:lnTo>
                  <a:lnTo>
                    <a:pt x="141909" y="77863"/>
                  </a:lnTo>
                  <a:lnTo>
                    <a:pt x="140487" y="74930"/>
                  </a:lnTo>
                  <a:lnTo>
                    <a:pt x="141757" y="73660"/>
                  </a:lnTo>
                  <a:lnTo>
                    <a:pt x="143014" y="72390"/>
                  </a:lnTo>
                  <a:lnTo>
                    <a:pt x="148894" y="69875"/>
                  </a:lnTo>
                  <a:lnTo>
                    <a:pt x="148958" y="68770"/>
                  </a:lnTo>
                  <a:close/>
                </a:path>
                <a:path w="149225" h="179069">
                  <a:moveTo>
                    <a:pt x="148958" y="57150"/>
                  </a:moveTo>
                  <a:lnTo>
                    <a:pt x="148856" y="55575"/>
                  </a:lnTo>
                  <a:lnTo>
                    <a:pt x="148158" y="53479"/>
                  </a:lnTo>
                  <a:lnTo>
                    <a:pt x="147231" y="52070"/>
                  </a:lnTo>
                  <a:lnTo>
                    <a:pt x="146164" y="50800"/>
                  </a:lnTo>
                  <a:lnTo>
                    <a:pt x="147320" y="49530"/>
                  </a:lnTo>
                  <a:lnTo>
                    <a:pt x="147916" y="49530"/>
                  </a:lnTo>
                  <a:lnTo>
                    <a:pt x="146862" y="48260"/>
                  </a:lnTo>
                  <a:lnTo>
                    <a:pt x="145224" y="49530"/>
                  </a:lnTo>
                  <a:lnTo>
                    <a:pt x="144551" y="48844"/>
                  </a:lnTo>
                  <a:lnTo>
                    <a:pt x="144551" y="50800"/>
                  </a:lnTo>
                  <a:lnTo>
                    <a:pt x="140893" y="54610"/>
                  </a:lnTo>
                  <a:lnTo>
                    <a:pt x="137007" y="57150"/>
                  </a:lnTo>
                  <a:lnTo>
                    <a:pt x="133286" y="60960"/>
                  </a:lnTo>
                  <a:lnTo>
                    <a:pt x="130124" y="58420"/>
                  </a:lnTo>
                  <a:lnTo>
                    <a:pt x="127863" y="55918"/>
                  </a:lnTo>
                  <a:lnTo>
                    <a:pt x="124663" y="53479"/>
                  </a:lnTo>
                  <a:lnTo>
                    <a:pt x="127050" y="55918"/>
                  </a:lnTo>
                  <a:lnTo>
                    <a:pt x="129286" y="59321"/>
                  </a:lnTo>
                  <a:lnTo>
                    <a:pt x="129641" y="59791"/>
                  </a:lnTo>
                  <a:lnTo>
                    <a:pt x="132384" y="62230"/>
                  </a:lnTo>
                  <a:lnTo>
                    <a:pt x="128778" y="66040"/>
                  </a:lnTo>
                  <a:lnTo>
                    <a:pt x="126771" y="67310"/>
                  </a:lnTo>
                  <a:lnTo>
                    <a:pt x="124574" y="68770"/>
                  </a:lnTo>
                  <a:lnTo>
                    <a:pt x="121043" y="72390"/>
                  </a:lnTo>
                  <a:lnTo>
                    <a:pt x="118630" y="69875"/>
                  </a:lnTo>
                  <a:lnTo>
                    <a:pt x="117081" y="67310"/>
                  </a:lnTo>
                  <a:lnTo>
                    <a:pt x="115976" y="66040"/>
                  </a:lnTo>
                  <a:lnTo>
                    <a:pt x="114909" y="64808"/>
                  </a:lnTo>
                  <a:lnTo>
                    <a:pt x="115227" y="64363"/>
                  </a:lnTo>
                  <a:lnTo>
                    <a:pt x="115963" y="63500"/>
                  </a:lnTo>
                  <a:lnTo>
                    <a:pt x="118148" y="60960"/>
                  </a:lnTo>
                  <a:lnTo>
                    <a:pt x="121107" y="57150"/>
                  </a:lnTo>
                  <a:lnTo>
                    <a:pt x="124358" y="53479"/>
                  </a:lnTo>
                  <a:lnTo>
                    <a:pt x="125298" y="52070"/>
                  </a:lnTo>
                  <a:lnTo>
                    <a:pt x="127723" y="48260"/>
                  </a:lnTo>
                  <a:lnTo>
                    <a:pt x="130784" y="44450"/>
                  </a:lnTo>
                  <a:lnTo>
                    <a:pt x="133591" y="40652"/>
                  </a:lnTo>
                  <a:lnTo>
                    <a:pt x="137629" y="43180"/>
                  </a:lnTo>
                  <a:lnTo>
                    <a:pt x="140639" y="46990"/>
                  </a:lnTo>
                  <a:lnTo>
                    <a:pt x="144551" y="50800"/>
                  </a:lnTo>
                  <a:lnTo>
                    <a:pt x="144551" y="48844"/>
                  </a:lnTo>
                  <a:lnTo>
                    <a:pt x="141516" y="45720"/>
                  </a:lnTo>
                  <a:lnTo>
                    <a:pt x="138252" y="43180"/>
                  </a:lnTo>
                  <a:lnTo>
                    <a:pt x="135597" y="40640"/>
                  </a:lnTo>
                  <a:lnTo>
                    <a:pt x="134391" y="39484"/>
                  </a:lnTo>
                  <a:lnTo>
                    <a:pt x="134200" y="39484"/>
                  </a:lnTo>
                  <a:lnTo>
                    <a:pt x="134975" y="38100"/>
                  </a:lnTo>
                  <a:lnTo>
                    <a:pt x="136347" y="36842"/>
                  </a:lnTo>
                  <a:lnTo>
                    <a:pt x="135267" y="35560"/>
                  </a:lnTo>
                  <a:lnTo>
                    <a:pt x="134594" y="35560"/>
                  </a:lnTo>
                  <a:lnTo>
                    <a:pt x="133210" y="38100"/>
                  </a:lnTo>
                  <a:lnTo>
                    <a:pt x="132562" y="37719"/>
                  </a:lnTo>
                  <a:lnTo>
                    <a:pt x="132562" y="39484"/>
                  </a:lnTo>
                  <a:lnTo>
                    <a:pt x="132346" y="39484"/>
                  </a:lnTo>
                  <a:lnTo>
                    <a:pt x="129641" y="44450"/>
                  </a:lnTo>
                  <a:lnTo>
                    <a:pt x="126834" y="48260"/>
                  </a:lnTo>
                  <a:lnTo>
                    <a:pt x="123672" y="52070"/>
                  </a:lnTo>
                  <a:lnTo>
                    <a:pt x="120904" y="49530"/>
                  </a:lnTo>
                  <a:lnTo>
                    <a:pt x="117729" y="46990"/>
                  </a:lnTo>
                  <a:lnTo>
                    <a:pt x="115163" y="45720"/>
                  </a:lnTo>
                  <a:lnTo>
                    <a:pt x="115468" y="44450"/>
                  </a:lnTo>
                  <a:lnTo>
                    <a:pt x="116078" y="41910"/>
                  </a:lnTo>
                  <a:lnTo>
                    <a:pt x="119481" y="36842"/>
                  </a:lnTo>
                  <a:lnTo>
                    <a:pt x="121196" y="31750"/>
                  </a:lnTo>
                  <a:lnTo>
                    <a:pt x="124752" y="34290"/>
                  </a:lnTo>
                  <a:lnTo>
                    <a:pt x="129044" y="36842"/>
                  </a:lnTo>
                  <a:lnTo>
                    <a:pt x="132562" y="39484"/>
                  </a:lnTo>
                  <a:lnTo>
                    <a:pt x="132562" y="37719"/>
                  </a:lnTo>
                  <a:lnTo>
                    <a:pt x="129019" y="35560"/>
                  </a:lnTo>
                  <a:lnTo>
                    <a:pt x="125552" y="33020"/>
                  </a:lnTo>
                  <a:lnTo>
                    <a:pt x="123545" y="31750"/>
                  </a:lnTo>
                  <a:lnTo>
                    <a:pt x="121526" y="30480"/>
                  </a:lnTo>
                  <a:lnTo>
                    <a:pt x="121920" y="30480"/>
                  </a:lnTo>
                  <a:lnTo>
                    <a:pt x="122694" y="27940"/>
                  </a:lnTo>
                  <a:lnTo>
                    <a:pt x="121208" y="27940"/>
                  </a:lnTo>
                  <a:lnTo>
                    <a:pt x="120789" y="29337"/>
                  </a:lnTo>
                  <a:lnTo>
                    <a:pt x="120332" y="29337"/>
                  </a:lnTo>
                  <a:lnTo>
                    <a:pt x="119926" y="30340"/>
                  </a:lnTo>
                  <a:lnTo>
                    <a:pt x="119862" y="30480"/>
                  </a:lnTo>
                  <a:lnTo>
                    <a:pt x="116992" y="29337"/>
                  </a:lnTo>
                  <a:lnTo>
                    <a:pt x="116814" y="29337"/>
                  </a:lnTo>
                  <a:lnTo>
                    <a:pt x="119875" y="31750"/>
                  </a:lnTo>
                  <a:lnTo>
                    <a:pt x="117817" y="35560"/>
                  </a:lnTo>
                  <a:lnTo>
                    <a:pt x="115836" y="40640"/>
                  </a:lnTo>
                  <a:lnTo>
                    <a:pt x="113779" y="44450"/>
                  </a:lnTo>
                  <a:lnTo>
                    <a:pt x="113360" y="44284"/>
                  </a:lnTo>
                  <a:lnTo>
                    <a:pt x="113360" y="45720"/>
                  </a:lnTo>
                  <a:lnTo>
                    <a:pt x="110909" y="49530"/>
                  </a:lnTo>
                  <a:lnTo>
                    <a:pt x="109156" y="54292"/>
                  </a:lnTo>
                  <a:lnTo>
                    <a:pt x="109029" y="54610"/>
                  </a:lnTo>
                  <a:lnTo>
                    <a:pt x="106426" y="58420"/>
                  </a:lnTo>
                  <a:lnTo>
                    <a:pt x="106184" y="58305"/>
                  </a:lnTo>
                  <a:lnTo>
                    <a:pt x="106184" y="59791"/>
                  </a:lnTo>
                  <a:lnTo>
                    <a:pt x="105968" y="59791"/>
                  </a:lnTo>
                  <a:lnTo>
                    <a:pt x="103746" y="63500"/>
                  </a:lnTo>
                  <a:lnTo>
                    <a:pt x="101333" y="67310"/>
                  </a:lnTo>
                  <a:lnTo>
                    <a:pt x="99009" y="71120"/>
                  </a:lnTo>
                  <a:lnTo>
                    <a:pt x="97129" y="71120"/>
                  </a:lnTo>
                  <a:lnTo>
                    <a:pt x="98285" y="72390"/>
                  </a:lnTo>
                  <a:lnTo>
                    <a:pt x="95808" y="76263"/>
                  </a:lnTo>
                  <a:lnTo>
                    <a:pt x="93116" y="80010"/>
                  </a:lnTo>
                  <a:lnTo>
                    <a:pt x="90525" y="83921"/>
                  </a:lnTo>
                  <a:lnTo>
                    <a:pt x="89916" y="83921"/>
                  </a:lnTo>
                  <a:lnTo>
                    <a:pt x="87325" y="87630"/>
                  </a:lnTo>
                  <a:lnTo>
                    <a:pt x="84772" y="91528"/>
                  </a:lnTo>
                  <a:lnTo>
                    <a:pt x="81902" y="95250"/>
                  </a:lnTo>
                  <a:lnTo>
                    <a:pt x="82118" y="94005"/>
                  </a:lnTo>
                  <a:lnTo>
                    <a:pt x="82346" y="92710"/>
                  </a:lnTo>
                  <a:lnTo>
                    <a:pt x="82461" y="92049"/>
                  </a:lnTo>
                  <a:lnTo>
                    <a:pt x="82511" y="91770"/>
                  </a:lnTo>
                  <a:lnTo>
                    <a:pt x="80035" y="93992"/>
                  </a:lnTo>
                  <a:lnTo>
                    <a:pt x="80467" y="92710"/>
                  </a:lnTo>
                  <a:lnTo>
                    <a:pt x="81635" y="89179"/>
                  </a:lnTo>
                  <a:lnTo>
                    <a:pt x="81724" y="88900"/>
                  </a:lnTo>
                  <a:lnTo>
                    <a:pt x="82410" y="85496"/>
                  </a:lnTo>
                  <a:lnTo>
                    <a:pt x="82461" y="85217"/>
                  </a:lnTo>
                  <a:lnTo>
                    <a:pt x="83045" y="83921"/>
                  </a:lnTo>
                  <a:lnTo>
                    <a:pt x="84251" y="81343"/>
                  </a:lnTo>
                  <a:lnTo>
                    <a:pt x="84391" y="81343"/>
                  </a:lnTo>
                  <a:lnTo>
                    <a:pt x="86601" y="82550"/>
                  </a:lnTo>
                  <a:lnTo>
                    <a:pt x="84582" y="86360"/>
                  </a:lnTo>
                  <a:lnTo>
                    <a:pt x="83731" y="88900"/>
                  </a:lnTo>
                  <a:lnTo>
                    <a:pt x="83642" y="89179"/>
                  </a:lnTo>
                  <a:lnTo>
                    <a:pt x="86042" y="86360"/>
                  </a:lnTo>
                  <a:lnTo>
                    <a:pt x="88049" y="82346"/>
                  </a:lnTo>
                  <a:lnTo>
                    <a:pt x="88074" y="82550"/>
                  </a:lnTo>
                  <a:lnTo>
                    <a:pt x="88214" y="82207"/>
                  </a:lnTo>
                  <a:lnTo>
                    <a:pt x="88290" y="81991"/>
                  </a:lnTo>
                  <a:lnTo>
                    <a:pt x="89941" y="77470"/>
                  </a:lnTo>
                  <a:lnTo>
                    <a:pt x="92214" y="73660"/>
                  </a:lnTo>
                  <a:lnTo>
                    <a:pt x="93967" y="68770"/>
                  </a:lnTo>
                  <a:lnTo>
                    <a:pt x="94157" y="68770"/>
                  </a:lnTo>
                  <a:lnTo>
                    <a:pt x="96088" y="64808"/>
                  </a:lnTo>
                  <a:lnTo>
                    <a:pt x="97447" y="60960"/>
                  </a:lnTo>
                  <a:lnTo>
                    <a:pt x="99441" y="55918"/>
                  </a:lnTo>
                  <a:lnTo>
                    <a:pt x="102120" y="57150"/>
                  </a:lnTo>
                  <a:lnTo>
                    <a:pt x="103911" y="58420"/>
                  </a:lnTo>
                  <a:lnTo>
                    <a:pt x="106184" y="59791"/>
                  </a:lnTo>
                  <a:lnTo>
                    <a:pt x="106184" y="58305"/>
                  </a:lnTo>
                  <a:lnTo>
                    <a:pt x="103809" y="57150"/>
                  </a:lnTo>
                  <a:lnTo>
                    <a:pt x="102552" y="55918"/>
                  </a:lnTo>
                  <a:lnTo>
                    <a:pt x="99720" y="54610"/>
                  </a:lnTo>
                  <a:lnTo>
                    <a:pt x="101638" y="50800"/>
                  </a:lnTo>
                  <a:lnTo>
                    <a:pt x="102679" y="45720"/>
                  </a:lnTo>
                  <a:lnTo>
                    <a:pt x="104355" y="41910"/>
                  </a:lnTo>
                  <a:lnTo>
                    <a:pt x="106591" y="41910"/>
                  </a:lnTo>
                  <a:lnTo>
                    <a:pt x="110477" y="44450"/>
                  </a:lnTo>
                  <a:lnTo>
                    <a:pt x="113360" y="45720"/>
                  </a:lnTo>
                  <a:lnTo>
                    <a:pt x="113360" y="44284"/>
                  </a:lnTo>
                  <a:lnTo>
                    <a:pt x="110617" y="43180"/>
                  </a:lnTo>
                  <a:lnTo>
                    <a:pt x="107696" y="41910"/>
                  </a:lnTo>
                  <a:lnTo>
                    <a:pt x="104762" y="40640"/>
                  </a:lnTo>
                  <a:lnTo>
                    <a:pt x="107111" y="30480"/>
                  </a:lnTo>
                  <a:lnTo>
                    <a:pt x="108521" y="26670"/>
                  </a:lnTo>
                  <a:lnTo>
                    <a:pt x="111633" y="27940"/>
                  </a:lnTo>
                  <a:lnTo>
                    <a:pt x="116547" y="29159"/>
                  </a:lnTo>
                  <a:lnTo>
                    <a:pt x="115963" y="28905"/>
                  </a:lnTo>
                  <a:lnTo>
                    <a:pt x="116268" y="28905"/>
                  </a:lnTo>
                  <a:lnTo>
                    <a:pt x="112814" y="26670"/>
                  </a:lnTo>
                  <a:lnTo>
                    <a:pt x="108686" y="25488"/>
                  </a:lnTo>
                  <a:lnTo>
                    <a:pt x="107353" y="25488"/>
                  </a:lnTo>
                  <a:lnTo>
                    <a:pt x="102819" y="24130"/>
                  </a:lnTo>
                  <a:lnTo>
                    <a:pt x="106984" y="25488"/>
                  </a:lnTo>
                  <a:lnTo>
                    <a:pt x="106692" y="25488"/>
                  </a:lnTo>
                  <a:lnTo>
                    <a:pt x="105918" y="30340"/>
                  </a:lnTo>
                  <a:lnTo>
                    <a:pt x="105117" y="33870"/>
                  </a:lnTo>
                  <a:lnTo>
                    <a:pt x="105016" y="34290"/>
                  </a:lnTo>
                  <a:lnTo>
                    <a:pt x="103035" y="39484"/>
                  </a:lnTo>
                  <a:lnTo>
                    <a:pt x="100342" y="39484"/>
                  </a:lnTo>
                  <a:lnTo>
                    <a:pt x="96621" y="38100"/>
                  </a:lnTo>
                  <a:lnTo>
                    <a:pt x="93599" y="36842"/>
                  </a:lnTo>
                  <a:lnTo>
                    <a:pt x="94551" y="37592"/>
                  </a:lnTo>
                  <a:lnTo>
                    <a:pt x="97091" y="39484"/>
                  </a:lnTo>
                  <a:lnTo>
                    <a:pt x="99974" y="39484"/>
                  </a:lnTo>
                  <a:lnTo>
                    <a:pt x="103035" y="40640"/>
                  </a:lnTo>
                  <a:lnTo>
                    <a:pt x="101942" y="44450"/>
                  </a:lnTo>
                  <a:lnTo>
                    <a:pt x="99555" y="50800"/>
                  </a:lnTo>
                  <a:lnTo>
                    <a:pt x="98958" y="53479"/>
                  </a:lnTo>
                  <a:lnTo>
                    <a:pt x="98450" y="53479"/>
                  </a:lnTo>
                  <a:lnTo>
                    <a:pt x="98450" y="54610"/>
                  </a:lnTo>
                  <a:lnTo>
                    <a:pt x="93421" y="67310"/>
                  </a:lnTo>
                  <a:lnTo>
                    <a:pt x="93421" y="68770"/>
                  </a:lnTo>
                  <a:lnTo>
                    <a:pt x="93052" y="68770"/>
                  </a:lnTo>
                  <a:lnTo>
                    <a:pt x="91211" y="72390"/>
                  </a:lnTo>
                  <a:lnTo>
                    <a:pt x="89154" y="77470"/>
                  </a:lnTo>
                  <a:lnTo>
                    <a:pt x="87185" y="81292"/>
                  </a:lnTo>
                  <a:lnTo>
                    <a:pt x="84531" y="80010"/>
                  </a:lnTo>
                  <a:lnTo>
                    <a:pt x="85394" y="76898"/>
                  </a:lnTo>
                  <a:lnTo>
                    <a:pt x="87160" y="71120"/>
                  </a:lnTo>
                  <a:lnTo>
                    <a:pt x="88303" y="66040"/>
                  </a:lnTo>
                  <a:lnTo>
                    <a:pt x="89801" y="67310"/>
                  </a:lnTo>
                  <a:lnTo>
                    <a:pt x="91186" y="67310"/>
                  </a:lnTo>
                  <a:lnTo>
                    <a:pt x="93421" y="68770"/>
                  </a:lnTo>
                  <a:lnTo>
                    <a:pt x="93421" y="67310"/>
                  </a:lnTo>
                  <a:lnTo>
                    <a:pt x="91719" y="67310"/>
                  </a:lnTo>
                  <a:lnTo>
                    <a:pt x="89573" y="66040"/>
                  </a:lnTo>
                  <a:lnTo>
                    <a:pt x="88760" y="66040"/>
                  </a:lnTo>
                  <a:lnTo>
                    <a:pt x="88874" y="64363"/>
                  </a:lnTo>
                  <a:lnTo>
                    <a:pt x="88938" y="63500"/>
                  </a:lnTo>
                  <a:lnTo>
                    <a:pt x="89027" y="62230"/>
                  </a:lnTo>
                  <a:lnTo>
                    <a:pt x="89103" y="60960"/>
                  </a:lnTo>
                  <a:lnTo>
                    <a:pt x="91617" y="52070"/>
                  </a:lnTo>
                  <a:lnTo>
                    <a:pt x="94729" y="53479"/>
                  </a:lnTo>
                  <a:lnTo>
                    <a:pt x="94576" y="53479"/>
                  </a:lnTo>
                  <a:lnTo>
                    <a:pt x="95821" y="54610"/>
                  </a:lnTo>
                  <a:lnTo>
                    <a:pt x="98450" y="54610"/>
                  </a:lnTo>
                  <a:lnTo>
                    <a:pt x="98450" y="53479"/>
                  </a:lnTo>
                  <a:lnTo>
                    <a:pt x="97231" y="53479"/>
                  </a:lnTo>
                  <a:lnTo>
                    <a:pt x="93967" y="52070"/>
                  </a:lnTo>
                  <a:lnTo>
                    <a:pt x="91554" y="50800"/>
                  </a:lnTo>
                  <a:lnTo>
                    <a:pt x="92417" y="47332"/>
                  </a:lnTo>
                  <a:lnTo>
                    <a:pt x="92519" y="45720"/>
                  </a:lnTo>
                  <a:lnTo>
                    <a:pt x="92583" y="41910"/>
                  </a:lnTo>
                  <a:lnTo>
                    <a:pt x="93345" y="38100"/>
                  </a:lnTo>
                  <a:lnTo>
                    <a:pt x="93446" y="37592"/>
                  </a:lnTo>
                  <a:lnTo>
                    <a:pt x="93510" y="36842"/>
                  </a:lnTo>
                  <a:lnTo>
                    <a:pt x="93624" y="35560"/>
                  </a:lnTo>
                  <a:lnTo>
                    <a:pt x="93726" y="34290"/>
                  </a:lnTo>
                  <a:lnTo>
                    <a:pt x="93827" y="33020"/>
                  </a:lnTo>
                  <a:lnTo>
                    <a:pt x="93941" y="31750"/>
                  </a:lnTo>
                  <a:lnTo>
                    <a:pt x="94056" y="30340"/>
                  </a:lnTo>
                  <a:lnTo>
                    <a:pt x="94183" y="28905"/>
                  </a:lnTo>
                  <a:lnTo>
                    <a:pt x="94259" y="27940"/>
                  </a:lnTo>
                  <a:lnTo>
                    <a:pt x="94361" y="26670"/>
                  </a:lnTo>
                  <a:lnTo>
                    <a:pt x="94437" y="25146"/>
                  </a:lnTo>
                  <a:lnTo>
                    <a:pt x="94551" y="22860"/>
                  </a:lnTo>
                  <a:lnTo>
                    <a:pt x="98628" y="24130"/>
                  </a:lnTo>
                  <a:lnTo>
                    <a:pt x="102819" y="24130"/>
                  </a:lnTo>
                  <a:lnTo>
                    <a:pt x="98894" y="22860"/>
                  </a:lnTo>
                  <a:lnTo>
                    <a:pt x="94792" y="21653"/>
                  </a:lnTo>
                  <a:lnTo>
                    <a:pt x="94564" y="21653"/>
                  </a:lnTo>
                  <a:lnTo>
                    <a:pt x="94602" y="20345"/>
                  </a:lnTo>
                  <a:lnTo>
                    <a:pt x="93599" y="20345"/>
                  </a:lnTo>
                  <a:lnTo>
                    <a:pt x="93599" y="26670"/>
                  </a:lnTo>
                  <a:lnTo>
                    <a:pt x="92125" y="31750"/>
                  </a:lnTo>
                  <a:lnTo>
                    <a:pt x="92240" y="33870"/>
                  </a:lnTo>
                  <a:lnTo>
                    <a:pt x="92316" y="35560"/>
                  </a:lnTo>
                  <a:lnTo>
                    <a:pt x="92163" y="35648"/>
                  </a:lnTo>
                  <a:lnTo>
                    <a:pt x="92163" y="36842"/>
                  </a:lnTo>
                  <a:lnTo>
                    <a:pt x="91681" y="40640"/>
                  </a:lnTo>
                  <a:lnTo>
                    <a:pt x="91122" y="45720"/>
                  </a:lnTo>
                  <a:lnTo>
                    <a:pt x="90385" y="50800"/>
                  </a:lnTo>
                  <a:lnTo>
                    <a:pt x="88480" y="52070"/>
                  </a:lnTo>
                  <a:lnTo>
                    <a:pt x="90182" y="52070"/>
                  </a:lnTo>
                  <a:lnTo>
                    <a:pt x="89128" y="55575"/>
                  </a:lnTo>
                  <a:lnTo>
                    <a:pt x="89027" y="55918"/>
                  </a:lnTo>
                  <a:lnTo>
                    <a:pt x="88963" y="57150"/>
                  </a:lnTo>
                  <a:lnTo>
                    <a:pt x="88836" y="59321"/>
                  </a:lnTo>
                  <a:lnTo>
                    <a:pt x="88734" y="60960"/>
                  </a:lnTo>
                  <a:lnTo>
                    <a:pt x="87198" y="64693"/>
                  </a:lnTo>
                  <a:lnTo>
                    <a:pt x="87198" y="66040"/>
                  </a:lnTo>
                  <a:lnTo>
                    <a:pt x="85686" y="71120"/>
                  </a:lnTo>
                  <a:lnTo>
                    <a:pt x="85077" y="74930"/>
                  </a:lnTo>
                  <a:lnTo>
                    <a:pt x="83108" y="80010"/>
                  </a:lnTo>
                  <a:lnTo>
                    <a:pt x="82321" y="80010"/>
                  </a:lnTo>
                  <a:lnTo>
                    <a:pt x="83146" y="81076"/>
                  </a:lnTo>
                  <a:lnTo>
                    <a:pt x="83286" y="81343"/>
                  </a:lnTo>
                  <a:lnTo>
                    <a:pt x="80352" y="88900"/>
                  </a:lnTo>
                  <a:lnTo>
                    <a:pt x="79552" y="91528"/>
                  </a:lnTo>
                  <a:lnTo>
                    <a:pt x="79476" y="91770"/>
                  </a:lnTo>
                  <a:lnTo>
                    <a:pt x="79387" y="92049"/>
                  </a:lnTo>
                  <a:lnTo>
                    <a:pt x="79298" y="92354"/>
                  </a:lnTo>
                  <a:lnTo>
                    <a:pt x="79184" y="92710"/>
                  </a:lnTo>
                  <a:lnTo>
                    <a:pt x="79082" y="92354"/>
                  </a:lnTo>
                  <a:lnTo>
                    <a:pt x="78994" y="92049"/>
                  </a:lnTo>
                  <a:lnTo>
                    <a:pt x="78917" y="91770"/>
                  </a:lnTo>
                  <a:lnTo>
                    <a:pt x="78841" y="91528"/>
                  </a:lnTo>
                  <a:lnTo>
                    <a:pt x="78168" y="89179"/>
                  </a:lnTo>
                  <a:lnTo>
                    <a:pt x="78079" y="88900"/>
                  </a:lnTo>
                  <a:lnTo>
                    <a:pt x="80683" y="83921"/>
                  </a:lnTo>
                  <a:lnTo>
                    <a:pt x="80556" y="81991"/>
                  </a:lnTo>
                  <a:lnTo>
                    <a:pt x="80467" y="81076"/>
                  </a:lnTo>
                  <a:lnTo>
                    <a:pt x="80365" y="80010"/>
                  </a:lnTo>
                  <a:lnTo>
                    <a:pt x="81546" y="80010"/>
                  </a:lnTo>
                  <a:lnTo>
                    <a:pt x="80822" y="78816"/>
                  </a:lnTo>
                  <a:lnTo>
                    <a:pt x="80899" y="77863"/>
                  </a:lnTo>
                  <a:lnTo>
                    <a:pt x="80949" y="77470"/>
                  </a:lnTo>
                  <a:lnTo>
                    <a:pt x="81076" y="76581"/>
                  </a:lnTo>
                  <a:lnTo>
                    <a:pt x="81191" y="75704"/>
                  </a:lnTo>
                  <a:lnTo>
                    <a:pt x="81292" y="74930"/>
                  </a:lnTo>
                  <a:lnTo>
                    <a:pt x="81368" y="73660"/>
                  </a:lnTo>
                  <a:lnTo>
                    <a:pt x="81445" y="72390"/>
                  </a:lnTo>
                  <a:lnTo>
                    <a:pt x="81521" y="71120"/>
                  </a:lnTo>
                  <a:lnTo>
                    <a:pt x="81584" y="69875"/>
                  </a:lnTo>
                  <a:lnTo>
                    <a:pt x="82118" y="66040"/>
                  </a:lnTo>
                  <a:lnTo>
                    <a:pt x="82194" y="65468"/>
                  </a:lnTo>
                  <a:lnTo>
                    <a:pt x="82283" y="64808"/>
                  </a:lnTo>
                  <a:lnTo>
                    <a:pt x="84023" y="66040"/>
                  </a:lnTo>
                  <a:lnTo>
                    <a:pt x="87198" y="66040"/>
                  </a:lnTo>
                  <a:lnTo>
                    <a:pt x="87198" y="64693"/>
                  </a:lnTo>
                  <a:lnTo>
                    <a:pt x="84086" y="64808"/>
                  </a:lnTo>
                  <a:lnTo>
                    <a:pt x="82232" y="63500"/>
                  </a:lnTo>
                  <a:lnTo>
                    <a:pt x="82359" y="62230"/>
                  </a:lnTo>
                  <a:lnTo>
                    <a:pt x="82486" y="60960"/>
                  </a:lnTo>
                  <a:lnTo>
                    <a:pt x="82613" y="59791"/>
                  </a:lnTo>
                  <a:lnTo>
                    <a:pt x="82715" y="54610"/>
                  </a:lnTo>
                  <a:lnTo>
                    <a:pt x="82842" y="52070"/>
                  </a:lnTo>
                  <a:lnTo>
                    <a:pt x="82905" y="50800"/>
                  </a:lnTo>
                  <a:lnTo>
                    <a:pt x="85267" y="50800"/>
                  </a:lnTo>
                  <a:lnTo>
                    <a:pt x="87782" y="52070"/>
                  </a:lnTo>
                  <a:lnTo>
                    <a:pt x="88480" y="52070"/>
                  </a:lnTo>
                  <a:lnTo>
                    <a:pt x="85255" y="49530"/>
                  </a:lnTo>
                  <a:lnTo>
                    <a:pt x="82816" y="49530"/>
                  </a:lnTo>
                  <a:lnTo>
                    <a:pt x="82931" y="48260"/>
                  </a:lnTo>
                  <a:lnTo>
                    <a:pt x="83045" y="46990"/>
                  </a:lnTo>
                  <a:lnTo>
                    <a:pt x="83146" y="45720"/>
                  </a:lnTo>
                  <a:lnTo>
                    <a:pt x="82677" y="41910"/>
                  </a:lnTo>
                  <a:lnTo>
                    <a:pt x="82600" y="41325"/>
                  </a:lnTo>
                  <a:lnTo>
                    <a:pt x="82511" y="40640"/>
                  </a:lnTo>
                  <a:lnTo>
                    <a:pt x="82816" y="38100"/>
                  </a:lnTo>
                  <a:lnTo>
                    <a:pt x="82867" y="37592"/>
                  </a:lnTo>
                  <a:lnTo>
                    <a:pt x="82956" y="36842"/>
                  </a:lnTo>
                  <a:lnTo>
                    <a:pt x="89789" y="36842"/>
                  </a:lnTo>
                  <a:lnTo>
                    <a:pt x="92163" y="36842"/>
                  </a:lnTo>
                  <a:lnTo>
                    <a:pt x="92163" y="35648"/>
                  </a:lnTo>
                  <a:lnTo>
                    <a:pt x="89814" y="36830"/>
                  </a:lnTo>
                  <a:lnTo>
                    <a:pt x="86220" y="35560"/>
                  </a:lnTo>
                  <a:lnTo>
                    <a:pt x="83146" y="35560"/>
                  </a:lnTo>
                  <a:lnTo>
                    <a:pt x="81813" y="31750"/>
                  </a:lnTo>
                  <a:lnTo>
                    <a:pt x="81927" y="24130"/>
                  </a:lnTo>
                  <a:lnTo>
                    <a:pt x="81800" y="22860"/>
                  </a:lnTo>
                  <a:lnTo>
                    <a:pt x="81686" y="21653"/>
                  </a:lnTo>
                  <a:lnTo>
                    <a:pt x="85610" y="21653"/>
                  </a:lnTo>
                  <a:lnTo>
                    <a:pt x="89217" y="22860"/>
                  </a:lnTo>
                  <a:lnTo>
                    <a:pt x="92570" y="21653"/>
                  </a:lnTo>
                  <a:lnTo>
                    <a:pt x="92760" y="21653"/>
                  </a:lnTo>
                  <a:lnTo>
                    <a:pt x="93345" y="25146"/>
                  </a:lnTo>
                  <a:lnTo>
                    <a:pt x="93408" y="25488"/>
                  </a:lnTo>
                  <a:lnTo>
                    <a:pt x="93472" y="25920"/>
                  </a:lnTo>
                  <a:lnTo>
                    <a:pt x="93599" y="26670"/>
                  </a:lnTo>
                  <a:lnTo>
                    <a:pt x="93599" y="20345"/>
                  </a:lnTo>
                  <a:lnTo>
                    <a:pt x="93154" y="20345"/>
                  </a:lnTo>
                  <a:lnTo>
                    <a:pt x="89611" y="21653"/>
                  </a:lnTo>
                  <a:lnTo>
                    <a:pt x="85839" y="21653"/>
                  </a:lnTo>
                  <a:lnTo>
                    <a:pt x="81445" y="20345"/>
                  </a:lnTo>
                  <a:lnTo>
                    <a:pt x="81343" y="20091"/>
                  </a:lnTo>
                  <a:lnTo>
                    <a:pt x="81305" y="19050"/>
                  </a:lnTo>
                  <a:lnTo>
                    <a:pt x="80733" y="15290"/>
                  </a:lnTo>
                  <a:lnTo>
                    <a:pt x="79108" y="13970"/>
                  </a:lnTo>
                  <a:lnTo>
                    <a:pt x="79679" y="19050"/>
                  </a:lnTo>
                  <a:lnTo>
                    <a:pt x="80111" y="21653"/>
                  </a:lnTo>
                  <a:lnTo>
                    <a:pt x="79933" y="21653"/>
                  </a:lnTo>
                  <a:lnTo>
                    <a:pt x="78308" y="22263"/>
                  </a:lnTo>
                  <a:lnTo>
                    <a:pt x="80264" y="22860"/>
                  </a:lnTo>
                  <a:lnTo>
                    <a:pt x="80594" y="25146"/>
                  </a:lnTo>
                  <a:lnTo>
                    <a:pt x="80670" y="31750"/>
                  </a:lnTo>
                  <a:lnTo>
                    <a:pt x="81330" y="35560"/>
                  </a:lnTo>
                  <a:lnTo>
                    <a:pt x="78574" y="36842"/>
                  </a:lnTo>
                  <a:lnTo>
                    <a:pt x="80848" y="36842"/>
                  </a:lnTo>
                  <a:lnTo>
                    <a:pt x="82092" y="40640"/>
                  </a:lnTo>
                  <a:lnTo>
                    <a:pt x="81521" y="44450"/>
                  </a:lnTo>
                  <a:lnTo>
                    <a:pt x="81445" y="49530"/>
                  </a:lnTo>
                  <a:lnTo>
                    <a:pt x="79692" y="50800"/>
                  </a:lnTo>
                  <a:lnTo>
                    <a:pt x="81572" y="50800"/>
                  </a:lnTo>
                  <a:lnTo>
                    <a:pt x="81470" y="55918"/>
                  </a:lnTo>
                  <a:lnTo>
                    <a:pt x="81153" y="58420"/>
                  </a:lnTo>
                  <a:lnTo>
                    <a:pt x="81051" y="63500"/>
                  </a:lnTo>
                  <a:lnTo>
                    <a:pt x="79514" y="64808"/>
                  </a:lnTo>
                  <a:lnTo>
                    <a:pt x="81038" y="64808"/>
                  </a:lnTo>
                  <a:lnTo>
                    <a:pt x="80416" y="68770"/>
                  </a:lnTo>
                  <a:lnTo>
                    <a:pt x="80479" y="74930"/>
                  </a:lnTo>
                  <a:lnTo>
                    <a:pt x="79298" y="79641"/>
                  </a:lnTo>
                  <a:lnTo>
                    <a:pt x="79197" y="80010"/>
                  </a:lnTo>
                  <a:lnTo>
                    <a:pt x="79057" y="80010"/>
                  </a:lnTo>
                  <a:lnTo>
                    <a:pt x="79209" y="81076"/>
                  </a:lnTo>
                  <a:lnTo>
                    <a:pt x="79324" y="81991"/>
                  </a:lnTo>
                  <a:lnTo>
                    <a:pt x="79400" y="82550"/>
                  </a:lnTo>
                  <a:lnTo>
                    <a:pt x="79527" y="83921"/>
                  </a:lnTo>
                  <a:lnTo>
                    <a:pt x="77787" y="87439"/>
                  </a:lnTo>
                  <a:lnTo>
                    <a:pt x="77673" y="91528"/>
                  </a:lnTo>
                  <a:lnTo>
                    <a:pt x="77470" y="91528"/>
                  </a:lnTo>
                  <a:lnTo>
                    <a:pt x="77470" y="115633"/>
                  </a:lnTo>
                  <a:lnTo>
                    <a:pt x="76492" y="120650"/>
                  </a:lnTo>
                  <a:lnTo>
                    <a:pt x="76987" y="124625"/>
                  </a:lnTo>
                  <a:lnTo>
                    <a:pt x="76860" y="139890"/>
                  </a:lnTo>
                  <a:lnTo>
                    <a:pt x="76644" y="139890"/>
                  </a:lnTo>
                  <a:lnTo>
                    <a:pt x="76047" y="140423"/>
                  </a:lnTo>
                  <a:lnTo>
                    <a:pt x="76974" y="140970"/>
                  </a:lnTo>
                  <a:lnTo>
                    <a:pt x="76822" y="142240"/>
                  </a:lnTo>
                  <a:lnTo>
                    <a:pt x="76708" y="143179"/>
                  </a:lnTo>
                  <a:lnTo>
                    <a:pt x="76619" y="143802"/>
                  </a:lnTo>
                  <a:lnTo>
                    <a:pt x="76504" y="144780"/>
                  </a:lnTo>
                  <a:lnTo>
                    <a:pt x="76466" y="150139"/>
                  </a:lnTo>
                  <a:lnTo>
                    <a:pt x="75869" y="153670"/>
                  </a:lnTo>
                  <a:lnTo>
                    <a:pt x="75641" y="153797"/>
                  </a:lnTo>
                  <a:lnTo>
                    <a:pt x="75641" y="156210"/>
                  </a:lnTo>
                  <a:lnTo>
                    <a:pt x="74002" y="170180"/>
                  </a:lnTo>
                  <a:lnTo>
                    <a:pt x="70078" y="168910"/>
                  </a:lnTo>
                  <a:lnTo>
                    <a:pt x="66624" y="168910"/>
                  </a:lnTo>
                  <a:lnTo>
                    <a:pt x="62598" y="167640"/>
                  </a:lnTo>
                  <a:lnTo>
                    <a:pt x="64998" y="162560"/>
                  </a:lnTo>
                  <a:lnTo>
                    <a:pt x="65278" y="160020"/>
                  </a:lnTo>
                  <a:lnTo>
                    <a:pt x="67335" y="154990"/>
                  </a:lnTo>
                  <a:lnTo>
                    <a:pt x="72745" y="154990"/>
                  </a:lnTo>
                  <a:lnTo>
                    <a:pt x="75641" y="156210"/>
                  </a:lnTo>
                  <a:lnTo>
                    <a:pt x="75641" y="153797"/>
                  </a:lnTo>
                  <a:lnTo>
                    <a:pt x="73558" y="154940"/>
                  </a:lnTo>
                  <a:lnTo>
                    <a:pt x="71069" y="153924"/>
                  </a:lnTo>
                  <a:lnTo>
                    <a:pt x="70434" y="153670"/>
                  </a:lnTo>
                  <a:lnTo>
                    <a:pt x="67627" y="153670"/>
                  </a:lnTo>
                  <a:lnTo>
                    <a:pt x="68656" y="148590"/>
                  </a:lnTo>
                  <a:lnTo>
                    <a:pt x="70091" y="143802"/>
                  </a:lnTo>
                  <a:lnTo>
                    <a:pt x="71221" y="139890"/>
                  </a:lnTo>
                  <a:lnTo>
                    <a:pt x="71043" y="139890"/>
                  </a:lnTo>
                  <a:lnTo>
                    <a:pt x="72085" y="134620"/>
                  </a:lnTo>
                  <a:lnTo>
                    <a:pt x="73240" y="130810"/>
                  </a:lnTo>
                  <a:lnTo>
                    <a:pt x="73355" y="129540"/>
                  </a:lnTo>
                  <a:lnTo>
                    <a:pt x="73444" y="128320"/>
                  </a:lnTo>
                  <a:lnTo>
                    <a:pt x="73558" y="127000"/>
                  </a:lnTo>
                  <a:lnTo>
                    <a:pt x="73660" y="125831"/>
                  </a:lnTo>
                  <a:lnTo>
                    <a:pt x="75425" y="125831"/>
                  </a:lnTo>
                  <a:lnTo>
                    <a:pt x="74218" y="124625"/>
                  </a:lnTo>
                  <a:lnTo>
                    <a:pt x="74028" y="124625"/>
                  </a:lnTo>
                  <a:lnTo>
                    <a:pt x="74803" y="120840"/>
                  </a:lnTo>
                  <a:lnTo>
                    <a:pt x="74841" y="120650"/>
                  </a:lnTo>
                  <a:lnTo>
                    <a:pt x="74968" y="119468"/>
                  </a:lnTo>
                  <a:lnTo>
                    <a:pt x="75082" y="118478"/>
                  </a:lnTo>
                  <a:lnTo>
                    <a:pt x="75145" y="117817"/>
                  </a:lnTo>
                  <a:lnTo>
                    <a:pt x="75247" y="116840"/>
                  </a:lnTo>
                  <a:lnTo>
                    <a:pt x="75933" y="113461"/>
                  </a:lnTo>
                  <a:lnTo>
                    <a:pt x="76022" y="113030"/>
                  </a:lnTo>
                  <a:lnTo>
                    <a:pt x="77101" y="114896"/>
                  </a:lnTo>
                  <a:lnTo>
                    <a:pt x="77470" y="115633"/>
                  </a:lnTo>
                  <a:lnTo>
                    <a:pt x="77470" y="91528"/>
                  </a:lnTo>
                  <a:lnTo>
                    <a:pt x="76758" y="91528"/>
                  </a:lnTo>
                  <a:lnTo>
                    <a:pt x="76860" y="88900"/>
                  </a:lnTo>
                  <a:lnTo>
                    <a:pt x="76974" y="81343"/>
                  </a:lnTo>
                  <a:lnTo>
                    <a:pt x="77127" y="80010"/>
                  </a:lnTo>
                  <a:lnTo>
                    <a:pt x="77279" y="80010"/>
                  </a:lnTo>
                  <a:lnTo>
                    <a:pt x="76136" y="74930"/>
                  </a:lnTo>
                  <a:lnTo>
                    <a:pt x="76923" y="70180"/>
                  </a:lnTo>
                  <a:lnTo>
                    <a:pt x="76860" y="69456"/>
                  </a:lnTo>
                  <a:lnTo>
                    <a:pt x="75806" y="66040"/>
                  </a:lnTo>
                  <a:lnTo>
                    <a:pt x="77368" y="64808"/>
                  </a:lnTo>
                  <a:lnTo>
                    <a:pt x="75819" y="64808"/>
                  </a:lnTo>
                  <a:lnTo>
                    <a:pt x="75780" y="59791"/>
                  </a:lnTo>
                  <a:lnTo>
                    <a:pt x="75666" y="59321"/>
                  </a:lnTo>
                  <a:lnTo>
                    <a:pt x="74510" y="55918"/>
                  </a:lnTo>
                  <a:lnTo>
                    <a:pt x="74549" y="52070"/>
                  </a:lnTo>
                  <a:lnTo>
                    <a:pt x="77127" y="52070"/>
                  </a:lnTo>
                  <a:lnTo>
                    <a:pt x="78879" y="50800"/>
                  </a:lnTo>
                  <a:lnTo>
                    <a:pt x="74828" y="50800"/>
                  </a:lnTo>
                  <a:lnTo>
                    <a:pt x="73291" y="46990"/>
                  </a:lnTo>
                  <a:lnTo>
                    <a:pt x="72478" y="41910"/>
                  </a:lnTo>
                  <a:lnTo>
                    <a:pt x="72415" y="38100"/>
                  </a:lnTo>
                  <a:lnTo>
                    <a:pt x="75361" y="38100"/>
                  </a:lnTo>
                  <a:lnTo>
                    <a:pt x="78028" y="36842"/>
                  </a:lnTo>
                  <a:lnTo>
                    <a:pt x="72339" y="36842"/>
                  </a:lnTo>
                  <a:lnTo>
                    <a:pt x="70396" y="33020"/>
                  </a:lnTo>
                  <a:lnTo>
                    <a:pt x="70116" y="30480"/>
                  </a:lnTo>
                  <a:lnTo>
                    <a:pt x="70104" y="30340"/>
                  </a:lnTo>
                  <a:lnTo>
                    <a:pt x="69989" y="29337"/>
                  </a:lnTo>
                  <a:lnTo>
                    <a:pt x="69888" y="28498"/>
                  </a:lnTo>
                  <a:lnTo>
                    <a:pt x="69824" y="27940"/>
                  </a:lnTo>
                  <a:lnTo>
                    <a:pt x="68986" y="24130"/>
                  </a:lnTo>
                  <a:lnTo>
                    <a:pt x="72936" y="24130"/>
                  </a:lnTo>
                  <a:lnTo>
                    <a:pt x="74536" y="22860"/>
                  </a:lnTo>
                  <a:lnTo>
                    <a:pt x="69202" y="22860"/>
                  </a:lnTo>
                  <a:lnTo>
                    <a:pt x="66560" y="19050"/>
                  </a:lnTo>
                  <a:lnTo>
                    <a:pt x="66662" y="15290"/>
                  </a:lnTo>
                  <a:lnTo>
                    <a:pt x="66700" y="13970"/>
                  </a:lnTo>
                  <a:lnTo>
                    <a:pt x="64617" y="10160"/>
                  </a:lnTo>
                  <a:lnTo>
                    <a:pt x="65887" y="10160"/>
                  </a:lnTo>
                  <a:lnTo>
                    <a:pt x="65151" y="8890"/>
                  </a:lnTo>
                  <a:lnTo>
                    <a:pt x="64147" y="8890"/>
                  </a:lnTo>
                  <a:lnTo>
                    <a:pt x="63449" y="7620"/>
                  </a:lnTo>
                  <a:lnTo>
                    <a:pt x="62890" y="6350"/>
                  </a:lnTo>
                  <a:lnTo>
                    <a:pt x="61671" y="5080"/>
                  </a:lnTo>
                  <a:lnTo>
                    <a:pt x="62103" y="6350"/>
                  </a:lnTo>
                  <a:lnTo>
                    <a:pt x="62560" y="8890"/>
                  </a:lnTo>
                  <a:lnTo>
                    <a:pt x="63106" y="10160"/>
                  </a:lnTo>
                  <a:lnTo>
                    <a:pt x="59448" y="11430"/>
                  </a:lnTo>
                  <a:lnTo>
                    <a:pt x="63728" y="11430"/>
                  </a:lnTo>
                  <a:lnTo>
                    <a:pt x="65925" y="19050"/>
                  </a:lnTo>
                  <a:lnTo>
                    <a:pt x="67310" y="22860"/>
                  </a:lnTo>
                  <a:lnTo>
                    <a:pt x="64516" y="25146"/>
                  </a:lnTo>
                  <a:lnTo>
                    <a:pt x="70231" y="36842"/>
                  </a:lnTo>
                  <a:lnTo>
                    <a:pt x="64744" y="39484"/>
                  </a:lnTo>
                  <a:lnTo>
                    <a:pt x="67475" y="39484"/>
                  </a:lnTo>
                  <a:lnTo>
                    <a:pt x="70307" y="38100"/>
                  </a:lnTo>
                  <a:lnTo>
                    <a:pt x="71551" y="41910"/>
                  </a:lnTo>
                  <a:lnTo>
                    <a:pt x="72631" y="46723"/>
                  </a:lnTo>
                  <a:lnTo>
                    <a:pt x="72567" y="52070"/>
                  </a:lnTo>
                  <a:lnTo>
                    <a:pt x="73152" y="52070"/>
                  </a:lnTo>
                  <a:lnTo>
                    <a:pt x="73279" y="53479"/>
                  </a:lnTo>
                  <a:lnTo>
                    <a:pt x="73380" y="54610"/>
                  </a:lnTo>
                  <a:lnTo>
                    <a:pt x="73507" y="55918"/>
                  </a:lnTo>
                  <a:lnTo>
                    <a:pt x="74701" y="60960"/>
                  </a:lnTo>
                  <a:lnTo>
                    <a:pt x="74612" y="62230"/>
                  </a:lnTo>
                  <a:lnTo>
                    <a:pt x="74523" y="63500"/>
                  </a:lnTo>
                  <a:lnTo>
                    <a:pt x="74422" y="64808"/>
                  </a:lnTo>
                  <a:lnTo>
                    <a:pt x="72644" y="64808"/>
                  </a:lnTo>
                  <a:lnTo>
                    <a:pt x="71501" y="66040"/>
                  </a:lnTo>
                  <a:lnTo>
                    <a:pt x="74955" y="66040"/>
                  </a:lnTo>
                  <a:lnTo>
                    <a:pt x="74904" y="70180"/>
                  </a:lnTo>
                  <a:lnTo>
                    <a:pt x="75958" y="74930"/>
                  </a:lnTo>
                  <a:lnTo>
                    <a:pt x="75857" y="75704"/>
                  </a:lnTo>
                  <a:lnTo>
                    <a:pt x="75793" y="76263"/>
                  </a:lnTo>
                  <a:lnTo>
                    <a:pt x="75704" y="76898"/>
                  </a:lnTo>
                  <a:lnTo>
                    <a:pt x="75577" y="77863"/>
                  </a:lnTo>
                  <a:lnTo>
                    <a:pt x="75463" y="78816"/>
                  </a:lnTo>
                  <a:lnTo>
                    <a:pt x="75349" y="79641"/>
                  </a:lnTo>
                  <a:lnTo>
                    <a:pt x="75298" y="80010"/>
                  </a:lnTo>
                  <a:lnTo>
                    <a:pt x="75882" y="80010"/>
                  </a:lnTo>
                  <a:lnTo>
                    <a:pt x="75755" y="81076"/>
                  </a:lnTo>
                  <a:lnTo>
                    <a:pt x="75653" y="81991"/>
                  </a:lnTo>
                  <a:lnTo>
                    <a:pt x="75552" y="82816"/>
                  </a:lnTo>
                  <a:lnTo>
                    <a:pt x="75450" y="83921"/>
                  </a:lnTo>
                  <a:lnTo>
                    <a:pt x="76327" y="87439"/>
                  </a:lnTo>
                  <a:lnTo>
                    <a:pt x="76301" y="88061"/>
                  </a:lnTo>
                  <a:lnTo>
                    <a:pt x="75819" y="91528"/>
                  </a:lnTo>
                  <a:lnTo>
                    <a:pt x="75742" y="92049"/>
                  </a:lnTo>
                  <a:lnTo>
                    <a:pt x="75641" y="92710"/>
                  </a:lnTo>
                  <a:lnTo>
                    <a:pt x="75526" y="92354"/>
                  </a:lnTo>
                  <a:lnTo>
                    <a:pt x="75425" y="92049"/>
                  </a:lnTo>
                  <a:lnTo>
                    <a:pt x="75336" y="91770"/>
                  </a:lnTo>
                  <a:lnTo>
                    <a:pt x="75260" y="91528"/>
                  </a:lnTo>
                  <a:lnTo>
                    <a:pt x="74891" y="90398"/>
                  </a:lnTo>
                  <a:lnTo>
                    <a:pt x="74891" y="115633"/>
                  </a:lnTo>
                  <a:lnTo>
                    <a:pt x="73190" y="120650"/>
                  </a:lnTo>
                  <a:lnTo>
                    <a:pt x="73113" y="122986"/>
                  </a:lnTo>
                  <a:lnTo>
                    <a:pt x="72999" y="124625"/>
                  </a:lnTo>
                  <a:lnTo>
                    <a:pt x="72669" y="125742"/>
                  </a:lnTo>
                  <a:lnTo>
                    <a:pt x="71310" y="124625"/>
                  </a:lnTo>
                  <a:lnTo>
                    <a:pt x="70294" y="124625"/>
                  </a:lnTo>
                  <a:lnTo>
                    <a:pt x="70700" y="125349"/>
                  </a:lnTo>
                  <a:lnTo>
                    <a:pt x="71615" y="125831"/>
                  </a:lnTo>
                  <a:lnTo>
                    <a:pt x="72326" y="125831"/>
                  </a:lnTo>
                  <a:lnTo>
                    <a:pt x="72402" y="129540"/>
                  </a:lnTo>
                  <a:lnTo>
                    <a:pt x="71285" y="134620"/>
                  </a:lnTo>
                  <a:lnTo>
                    <a:pt x="70878" y="136144"/>
                  </a:lnTo>
                  <a:lnTo>
                    <a:pt x="69748" y="138430"/>
                  </a:lnTo>
                  <a:lnTo>
                    <a:pt x="66344" y="138430"/>
                  </a:lnTo>
                  <a:lnTo>
                    <a:pt x="68554" y="139890"/>
                  </a:lnTo>
                  <a:lnTo>
                    <a:pt x="69761" y="139890"/>
                  </a:lnTo>
                  <a:lnTo>
                    <a:pt x="68897" y="143179"/>
                  </a:lnTo>
                  <a:lnTo>
                    <a:pt x="68808" y="143510"/>
                  </a:lnTo>
                  <a:lnTo>
                    <a:pt x="67729" y="148590"/>
                  </a:lnTo>
                  <a:lnTo>
                    <a:pt x="66192" y="153670"/>
                  </a:lnTo>
                  <a:lnTo>
                    <a:pt x="66624" y="153924"/>
                  </a:lnTo>
                  <a:lnTo>
                    <a:pt x="65925" y="153670"/>
                  </a:lnTo>
                  <a:lnTo>
                    <a:pt x="65798" y="154990"/>
                  </a:lnTo>
                  <a:lnTo>
                    <a:pt x="65316" y="158750"/>
                  </a:lnTo>
                  <a:lnTo>
                    <a:pt x="62712" y="163830"/>
                  </a:lnTo>
                  <a:lnTo>
                    <a:pt x="61620" y="167640"/>
                  </a:lnTo>
                  <a:lnTo>
                    <a:pt x="55422" y="165100"/>
                  </a:lnTo>
                  <a:lnTo>
                    <a:pt x="52324" y="163830"/>
                  </a:lnTo>
                  <a:lnTo>
                    <a:pt x="51460" y="163830"/>
                  </a:lnTo>
                  <a:lnTo>
                    <a:pt x="50723" y="163830"/>
                  </a:lnTo>
                  <a:lnTo>
                    <a:pt x="48310" y="168910"/>
                  </a:lnTo>
                  <a:lnTo>
                    <a:pt x="45834" y="172720"/>
                  </a:lnTo>
                  <a:lnTo>
                    <a:pt x="43243" y="176530"/>
                  </a:lnTo>
                  <a:lnTo>
                    <a:pt x="39420" y="173990"/>
                  </a:lnTo>
                  <a:lnTo>
                    <a:pt x="36830" y="172720"/>
                  </a:lnTo>
                  <a:lnTo>
                    <a:pt x="35052" y="171450"/>
                  </a:lnTo>
                  <a:lnTo>
                    <a:pt x="33274" y="170180"/>
                  </a:lnTo>
                  <a:lnTo>
                    <a:pt x="34213" y="168910"/>
                  </a:lnTo>
                  <a:lnTo>
                    <a:pt x="36093" y="166370"/>
                  </a:lnTo>
                  <a:lnTo>
                    <a:pt x="39344" y="163830"/>
                  </a:lnTo>
                  <a:lnTo>
                    <a:pt x="42291" y="160020"/>
                  </a:lnTo>
                  <a:lnTo>
                    <a:pt x="44678" y="161290"/>
                  </a:lnTo>
                  <a:lnTo>
                    <a:pt x="48018" y="162560"/>
                  </a:lnTo>
                  <a:lnTo>
                    <a:pt x="46075" y="160020"/>
                  </a:lnTo>
                  <a:lnTo>
                    <a:pt x="42760" y="158750"/>
                  </a:lnTo>
                  <a:lnTo>
                    <a:pt x="43561" y="157480"/>
                  </a:lnTo>
                  <a:lnTo>
                    <a:pt x="45123" y="154990"/>
                  </a:lnTo>
                  <a:lnTo>
                    <a:pt x="45618" y="154584"/>
                  </a:lnTo>
                  <a:lnTo>
                    <a:pt x="48450" y="152400"/>
                  </a:lnTo>
                  <a:lnTo>
                    <a:pt x="50787" y="147332"/>
                  </a:lnTo>
                  <a:lnTo>
                    <a:pt x="52654" y="148590"/>
                  </a:lnTo>
                  <a:lnTo>
                    <a:pt x="55905" y="150139"/>
                  </a:lnTo>
                  <a:lnTo>
                    <a:pt x="57950" y="151130"/>
                  </a:lnTo>
                  <a:lnTo>
                    <a:pt x="55854" y="154990"/>
                  </a:lnTo>
                  <a:lnTo>
                    <a:pt x="53492" y="158750"/>
                  </a:lnTo>
                  <a:lnTo>
                    <a:pt x="51968" y="162560"/>
                  </a:lnTo>
                  <a:lnTo>
                    <a:pt x="53060" y="162560"/>
                  </a:lnTo>
                  <a:lnTo>
                    <a:pt x="54521" y="160020"/>
                  </a:lnTo>
                  <a:lnTo>
                    <a:pt x="56908" y="156210"/>
                  </a:lnTo>
                  <a:lnTo>
                    <a:pt x="58953" y="151130"/>
                  </a:lnTo>
                  <a:lnTo>
                    <a:pt x="65925" y="153670"/>
                  </a:lnTo>
                  <a:lnTo>
                    <a:pt x="66192" y="153670"/>
                  </a:lnTo>
                  <a:lnTo>
                    <a:pt x="64033" y="152400"/>
                  </a:lnTo>
                  <a:lnTo>
                    <a:pt x="60642" y="151130"/>
                  </a:lnTo>
                  <a:lnTo>
                    <a:pt x="59537" y="151130"/>
                  </a:lnTo>
                  <a:lnTo>
                    <a:pt x="61201" y="146050"/>
                  </a:lnTo>
                  <a:lnTo>
                    <a:pt x="63322" y="143510"/>
                  </a:lnTo>
                  <a:lnTo>
                    <a:pt x="64909" y="138430"/>
                  </a:lnTo>
                  <a:lnTo>
                    <a:pt x="65925" y="138430"/>
                  </a:lnTo>
                  <a:lnTo>
                    <a:pt x="65316" y="137160"/>
                  </a:lnTo>
                  <a:lnTo>
                    <a:pt x="68757" y="128473"/>
                  </a:lnTo>
                  <a:lnTo>
                    <a:pt x="67589" y="129540"/>
                  </a:lnTo>
                  <a:lnTo>
                    <a:pt x="65024" y="132080"/>
                  </a:lnTo>
                  <a:lnTo>
                    <a:pt x="64300" y="137121"/>
                  </a:lnTo>
                  <a:lnTo>
                    <a:pt x="64439" y="137160"/>
                  </a:lnTo>
                  <a:lnTo>
                    <a:pt x="64300" y="137160"/>
                  </a:lnTo>
                  <a:lnTo>
                    <a:pt x="64046" y="137160"/>
                  </a:lnTo>
                  <a:lnTo>
                    <a:pt x="62255" y="142240"/>
                  </a:lnTo>
                  <a:lnTo>
                    <a:pt x="60299" y="146050"/>
                  </a:lnTo>
                  <a:lnTo>
                    <a:pt x="58127" y="149974"/>
                  </a:lnTo>
                  <a:lnTo>
                    <a:pt x="55740" y="149974"/>
                  </a:lnTo>
                  <a:lnTo>
                    <a:pt x="54368" y="148590"/>
                  </a:lnTo>
                  <a:lnTo>
                    <a:pt x="51701" y="147320"/>
                  </a:lnTo>
                  <a:lnTo>
                    <a:pt x="52425" y="146050"/>
                  </a:lnTo>
                  <a:lnTo>
                    <a:pt x="53873" y="143510"/>
                  </a:lnTo>
                  <a:lnTo>
                    <a:pt x="56603" y="139890"/>
                  </a:lnTo>
                  <a:lnTo>
                    <a:pt x="56997" y="139293"/>
                  </a:lnTo>
                  <a:lnTo>
                    <a:pt x="58902" y="136144"/>
                  </a:lnTo>
                  <a:lnTo>
                    <a:pt x="61442" y="136144"/>
                  </a:lnTo>
                  <a:lnTo>
                    <a:pt x="64058" y="137045"/>
                  </a:lnTo>
                  <a:lnTo>
                    <a:pt x="62433" y="136144"/>
                  </a:lnTo>
                  <a:lnTo>
                    <a:pt x="59651" y="134620"/>
                  </a:lnTo>
                  <a:lnTo>
                    <a:pt x="61899" y="130810"/>
                  </a:lnTo>
                  <a:lnTo>
                    <a:pt x="64071" y="127000"/>
                  </a:lnTo>
                  <a:lnTo>
                    <a:pt x="66522" y="123190"/>
                  </a:lnTo>
                  <a:lnTo>
                    <a:pt x="68973" y="124472"/>
                  </a:lnTo>
                  <a:lnTo>
                    <a:pt x="68922" y="124625"/>
                  </a:lnTo>
                  <a:lnTo>
                    <a:pt x="69291" y="124625"/>
                  </a:lnTo>
                  <a:lnTo>
                    <a:pt x="70104" y="125044"/>
                  </a:lnTo>
                  <a:lnTo>
                    <a:pt x="70269" y="124625"/>
                  </a:lnTo>
                  <a:lnTo>
                    <a:pt x="70599" y="123190"/>
                  </a:lnTo>
                  <a:lnTo>
                    <a:pt x="71259" y="120840"/>
                  </a:lnTo>
                  <a:lnTo>
                    <a:pt x="71310" y="120650"/>
                  </a:lnTo>
                  <a:lnTo>
                    <a:pt x="72936" y="116344"/>
                  </a:lnTo>
                  <a:lnTo>
                    <a:pt x="74510" y="111950"/>
                  </a:lnTo>
                  <a:lnTo>
                    <a:pt x="74574" y="111760"/>
                  </a:lnTo>
                  <a:lnTo>
                    <a:pt x="74688" y="113030"/>
                  </a:lnTo>
                  <a:lnTo>
                    <a:pt x="74803" y="114300"/>
                  </a:lnTo>
                  <a:lnTo>
                    <a:pt x="74891" y="115633"/>
                  </a:lnTo>
                  <a:lnTo>
                    <a:pt x="74891" y="90398"/>
                  </a:lnTo>
                  <a:lnTo>
                    <a:pt x="74498" y="89179"/>
                  </a:lnTo>
                  <a:lnTo>
                    <a:pt x="74383" y="88061"/>
                  </a:lnTo>
                  <a:lnTo>
                    <a:pt x="74295" y="85217"/>
                  </a:lnTo>
                  <a:lnTo>
                    <a:pt x="74256" y="83921"/>
                  </a:lnTo>
                  <a:lnTo>
                    <a:pt x="74155" y="83540"/>
                  </a:lnTo>
                  <a:lnTo>
                    <a:pt x="73037" y="80010"/>
                  </a:lnTo>
                  <a:lnTo>
                    <a:pt x="73380" y="80010"/>
                  </a:lnTo>
                  <a:lnTo>
                    <a:pt x="71653" y="74930"/>
                  </a:lnTo>
                  <a:lnTo>
                    <a:pt x="70967" y="71120"/>
                  </a:lnTo>
                  <a:lnTo>
                    <a:pt x="70180" y="66040"/>
                  </a:lnTo>
                  <a:lnTo>
                    <a:pt x="69646" y="66040"/>
                  </a:lnTo>
                  <a:lnTo>
                    <a:pt x="68656" y="60960"/>
                  </a:lnTo>
                  <a:lnTo>
                    <a:pt x="67652" y="57391"/>
                  </a:lnTo>
                  <a:lnTo>
                    <a:pt x="67576" y="57150"/>
                  </a:lnTo>
                  <a:lnTo>
                    <a:pt x="66116" y="53479"/>
                  </a:lnTo>
                  <a:lnTo>
                    <a:pt x="65798" y="53479"/>
                  </a:lnTo>
                  <a:lnTo>
                    <a:pt x="68287" y="52070"/>
                  </a:lnTo>
                  <a:lnTo>
                    <a:pt x="66408" y="52070"/>
                  </a:lnTo>
                  <a:lnTo>
                    <a:pt x="64325" y="48260"/>
                  </a:lnTo>
                  <a:lnTo>
                    <a:pt x="63131" y="44450"/>
                  </a:lnTo>
                  <a:lnTo>
                    <a:pt x="62407" y="40640"/>
                  </a:lnTo>
                  <a:lnTo>
                    <a:pt x="62179" y="39484"/>
                  </a:lnTo>
                  <a:lnTo>
                    <a:pt x="61836" y="39484"/>
                  </a:lnTo>
                  <a:lnTo>
                    <a:pt x="59563" y="35560"/>
                  </a:lnTo>
                  <a:lnTo>
                    <a:pt x="58788" y="31750"/>
                  </a:lnTo>
                  <a:lnTo>
                    <a:pt x="58115" y="30480"/>
                  </a:lnTo>
                  <a:lnTo>
                    <a:pt x="58229" y="38100"/>
                  </a:lnTo>
                  <a:lnTo>
                    <a:pt x="60718" y="39484"/>
                  </a:lnTo>
                  <a:lnTo>
                    <a:pt x="60426" y="39484"/>
                  </a:lnTo>
                  <a:lnTo>
                    <a:pt x="58902" y="41325"/>
                  </a:lnTo>
                  <a:lnTo>
                    <a:pt x="60286" y="40640"/>
                  </a:lnTo>
                  <a:lnTo>
                    <a:pt x="62712" y="44450"/>
                  </a:lnTo>
                  <a:lnTo>
                    <a:pt x="62814" y="45720"/>
                  </a:lnTo>
                  <a:lnTo>
                    <a:pt x="62903" y="46723"/>
                  </a:lnTo>
                  <a:lnTo>
                    <a:pt x="63017" y="48260"/>
                  </a:lnTo>
                  <a:lnTo>
                    <a:pt x="64808" y="52070"/>
                  </a:lnTo>
                  <a:lnTo>
                    <a:pt x="63906" y="53479"/>
                  </a:lnTo>
                  <a:lnTo>
                    <a:pt x="65138" y="53479"/>
                  </a:lnTo>
                  <a:lnTo>
                    <a:pt x="66319" y="57150"/>
                  </a:lnTo>
                  <a:lnTo>
                    <a:pt x="67348" y="62230"/>
                  </a:lnTo>
                  <a:lnTo>
                    <a:pt x="68491" y="66040"/>
                  </a:lnTo>
                  <a:lnTo>
                    <a:pt x="66471" y="67310"/>
                  </a:lnTo>
                  <a:lnTo>
                    <a:pt x="68453" y="67310"/>
                  </a:lnTo>
                  <a:lnTo>
                    <a:pt x="70319" y="71120"/>
                  </a:lnTo>
                  <a:lnTo>
                    <a:pt x="70345" y="74930"/>
                  </a:lnTo>
                  <a:lnTo>
                    <a:pt x="71564" y="77863"/>
                  </a:lnTo>
                  <a:lnTo>
                    <a:pt x="71920" y="78816"/>
                  </a:lnTo>
                  <a:lnTo>
                    <a:pt x="71755" y="79641"/>
                  </a:lnTo>
                  <a:lnTo>
                    <a:pt x="71678" y="80010"/>
                  </a:lnTo>
                  <a:lnTo>
                    <a:pt x="71107" y="80010"/>
                  </a:lnTo>
                  <a:lnTo>
                    <a:pt x="73583" y="83540"/>
                  </a:lnTo>
                  <a:lnTo>
                    <a:pt x="73761" y="83921"/>
                  </a:lnTo>
                  <a:lnTo>
                    <a:pt x="72948" y="87439"/>
                  </a:lnTo>
                  <a:lnTo>
                    <a:pt x="72898" y="87630"/>
                  </a:lnTo>
                  <a:lnTo>
                    <a:pt x="74206" y="91528"/>
                  </a:lnTo>
                  <a:lnTo>
                    <a:pt x="72999" y="91528"/>
                  </a:lnTo>
                  <a:lnTo>
                    <a:pt x="72732" y="89560"/>
                  </a:lnTo>
                  <a:lnTo>
                    <a:pt x="72732" y="111785"/>
                  </a:lnTo>
                  <a:lnTo>
                    <a:pt x="72694" y="115633"/>
                  </a:lnTo>
                  <a:lnTo>
                    <a:pt x="70421" y="120650"/>
                  </a:lnTo>
                  <a:lnTo>
                    <a:pt x="68973" y="124460"/>
                  </a:lnTo>
                  <a:lnTo>
                    <a:pt x="66662" y="123190"/>
                  </a:lnTo>
                  <a:lnTo>
                    <a:pt x="68567" y="119468"/>
                  </a:lnTo>
                  <a:lnTo>
                    <a:pt x="72656" y="111950"/>
                  </a:lnTo>
                  <a:lnTo>
                    <a:pt x="72732" y="111785"/>
                  </a:lnTo>
                  <a:lnTo>
                    <a:pt x="72732" y="89560"/>
                  </a:lnTo>
                  <a:lnTo>
                    <a:pt x="72682" y="89179"/>
                  </a:lnTo>
                  <a:lnTo>
                    <a:pt x="72644" y="88900"/>
                  </a:lnTo>
                  <a:lnTo>
                    <a:pt x="71970" y="86360"/>
                  </a:lnTo>
                  <a:lnTo>
                    <a:pt x="71361" y="85217"/>
                  </a:lnTo>
                  <a:lnTo>
                    <a:pt x="69761" y="82550"/>
                  </a:lnTo>
                  <a:lnTo>
                    <a:pt x="70154" y="81343"/>
                  </a:lnTo>
                  <a:lnTo>
                    <a:pt x="70891" y="81343"/>
                  </a:lnTo>
                  <a:lnTo>
                    <a:pt x="71107" y="80010"/>
                  </a:lnTo>
                  <a:lnTo>
                    <a:pt x="69938" y="80010"/>
                  </a:lnTo>
                  <a:lnTo>
                    <a:pt x="67322" y="76263"/>
                  </a:lnTo>
                  <a:lnTo>
                    <a:pt x="67221" y="75704"/>
                  </a:lnTo>
                  <a:lnTo>
                    <a:pt x="66840" y="72390"/>
                  </a:lnTo>
                  <a:lnTo>
                    <a:pt x="64528" y="68770"/>
                  </a:lnTo>
                  <a:lnTo>
                    <a:pt x="64249" y="68770"/>
                  </a:lnTo>
                  <a:lnTo>
                    <a:pt x="63449" y="69202"/>
                  </a:lnTo>
                  <a:lnTo>
                    <a:pt x="66738" y="75704"/>
                  </a:lnTo>
                  <a:lnTo>
                    <a:pt x="67005" y="76263"/>
                  </a:lnTo>
                  <a:lnTo>
                    <a:pt x="68148" y="81076"/>
                  </a:lnTo>
                  <a:lnTo>
                    <a:pt x="68199" y="81343"/>
                  </a:lnTo>
                  <a:lnTo>
                    <a:pt x="68376" y="81343"/>
                  </a:lnTo>
                  <a:lnTo>
                    <a:pt x="69875" y="83921"/>
                  </a:lnTo>
                  <a:lnTo>
                    <a:pt x="70586" y="85217"/>
                  </a:lnTo>
                  <a:lnTo>
                    <a:pt x="70904" y="87439"/>
                  </a:lnTo>
                  <a:lnTo>
                    <a:pt x="71005" y="88061"/>
                  </a:lnTo>
                  <a:lnTo>
                    <a:pt x="71120" y="88900"/>
                  </a:lnTo>
                  <a:lnTo>
                    <a:pt x="72199" y="91528"/>
                  </a:lnTo>
                  <a:lnTo>
                    <a:pt x="72288" y="91770"/>
                  </a:lnTo>
                  <a:lnTo>
                    <a:pt x="72402" y="92049"/>
                  </a:lnTo>
                  <a:lnTo>
                    <a:pt x="72529" y="92354"/>
                  </a:lnTo>
                  <a:lnTo>
                    <a:pt x="72618" y="92570"/>
                  </a:lnTo>
                  <a:lnTo>
                    <a:pt x="72669" y="92710"/>
                  </a:lnTo>
                  <a:lnTo>
                    <a:pt x="71132" y="92710"/>
                  </a:lnTo>
                  <a:lnTo>
                    <a:pt x="70027" y="89179"/>
                  </a:lnTo>
                  <a:lnTo>
                    <a:pt x="69938" y="88900"/>
                  </a:lnTo>
                  <a:lnTo>
                    <a:pt x="67652" y="83921"/>
                  </a:lnTo>
                  <a:lnTo>
                    <a:pt x="67792" y="83921"/>
                  </a:lnTo>
                  <a:lnTo>
                    <a:pt x="65087" y="82550"/>
                  </a:lnTo>
                  <a:lnTo>
                    <a:pt x="65239" y="82816"/>
                  </a:lnTo>
                  <a:lnTo>
                    <a:pt x="67462" y="86360"/>
                  </a:lnTo>
                  <a:lnTo>
                    <a:pt x="68973" y="90170"/>
                  </a:lnTo>
                  <a:lnTo>
                    <a:pt x="71107" y="93992"/>
                  </a:lnTo>
                  <a:lnTo>
                    <a:pt x="71107" y="111760"/>
                  </a:lnTo>
                  <a:lnTo>
                    <a:pt x="70599" y="114300"/>
                  </a:lnTo>
                  <a:lnTo>
                    <a:pt x="70472" y="114896"/>
                  </a:lnTo>
                  <a:lnTo>
                    <a:pt x="70294" y="115633"/>
                  </a:lnTo>
                  <a:lnTo>
                    <a:pt x="67310" y="119468"/>
                  </a:lnTo>
                  <a:lnTo>
                    <a:pt x="65481" y="121920"/>
                  </a:lnTo>
                  <a:lnTo>
                    <a:pt x="65227" y="121920"/>
                  </a:lnTo>
                  <a:lnTo>
                    <a:pt x="65227" y="123190"/>
                  </a:lnTo>
                  <a:lnTo>
                    <a:pt x="60909" y="130810"/>
                  </a:lnTo>
                  <a:lnTo>
                    <a:pt x="58483" y="134620"/>
                  </a:lnTo>
                  <a:lnTo>
                    <a:pt x="56705" y="133362"/>
                  </a:lnTo>
                  <a:lnTo>
                    <a:pt x="55473" y="133362"/>
                  </a:lnTo>
                  <a:lnTo>
                    <a:pt x="56248" y="134620"/>
                  </a:lnTo>
                  <a:lnTo>
                    <a:pt x="58229" y="134620"/>
                  </a:lnTo>
                  <a:lnTo>
                    <a:pt x="55765" y="138430"/>
                  </a:lnTo>
                  <a:lnTo>
                    <a:pt x="53111" y="142240"/>
                  </a:lnTo>
                  <a:lnTo>
                    <a:pt x="50533" y="146050"/>
                  </a:lnTo>
                  <a:lnTo>
                    <a:pt x="49923" y="145669"/>
                  </a:lnTo>
                  <a:lnTo>
                    <a:pt x="49923" y="147320"/>
                  </a:lnTo>
                  <a:lnTo>
                    <a:pt x="47447" y="151003"/>
                  </a:lnTo>
                  <a:lnTo>
                    <a:pt x="44729" y="154584"/>
                  </a:lnTo>
                  <a:lnTo>
                    <a:pt x="44399" y="154990"/>
                  </a:lnTo>
                  <a:lnTo>
                    <a:pt x="41694" y="157480"/>
                  </a:lnTo>
                  <a:lnTo>
                    <a:pt x="41097" y="157213"/>
                  </a:lnTo>
                  <a:lnTo>
                    <a:pt x="41097" y="158750"/>
                  </a:lnTo>
                  <a:lnTo>
                    <a:pt x="38328" y="162560"/>
                  </a:lnTo>
                  <a:lnTo>
                    <a:pt x="35128" y="165100"/>
                  </a:lnTo>
                  <a:lnTo>
                    <a:pt x="32219" y="168910"/>
                  </a:lnTo>
                  <a:lnTo>
                    <a:pt x="28879" y="166370"/>
                  </a:lnTo>
                  <a:lnTo>
                    <a:pt x="26771" y="163830"/>
                  </a:lnTo>
                  <a:lnTo>
                    <a:pt x="25019" y="162560"/>
                  </a:lnTo>
                  <a:lnTo>
                    <a:pt x="23253" y="161290"/>
                  </a:lnTo>
                  <a:lnTo>
                    <a:pt x="25031" y="160020"/>
                  </a:lnTo>
                  <a:lnTo>
                    <a:pt x="26797" y="158750"/>
                  </a:lnTo>
                  <a:lnTo>
                    <a:pt x="30137" y="156210"/>
                  </a:lnTo>
                  <a:lnTo>
                    <a:pt x="33731" y="152400"/>
                  </a:lnTo>
                  <a:lnTo>
                    <a:pt x="38290" y="156210"/>
                  </a:lnTo>
                  <a:lnTo>
                    <a:pt x="41097" y="158750"/>
                  </a:lnTo>
                  <a:lnTo>
                    <a:pt x="41097" y="157213"/>
                  </a:lnTo>
                  <a:lnTo>
                    <a:pt x="38887" y="156210"/>
                  </a:lnTo>
                  <a:lnTo>
                    <a:pt x="37020" y="153670"/>
                  </a:lnTo>
                  <a:lnTo>
                    <a:pt x="34315" y="152400"/>
                  </a:lnTo>
                  <a:lnTo>
                    <a:pt x="35356" y="151130"/>
                  </a:lnTo>
                  <a:lnTo>
                    <a:pt x="37426" y="148590"/>
                  </a:lnTo>
                  <a:lnTo>
                    <a:pt x="40881" y="146050"/>
                  </a:lnTo>
                  <a:lnTo>
                    <a:pt x="43929" y="142240"/>
                  </a:lnTo>
                  <a:lnTo>
                    <a:pt x="46012" y="143510"/>
                  </a:lnTo>
                  <a:lnTo>
                    <a:pt x="48323" y="144780"/>
                  </a:lnTo>
                  <a:lnTo>
                    <a:pt x="49923" y="147320"/>
                  </a:lnTo>
                  <a:lnTo>
                    <a:pt x="49923" y="145669"/>
                  </a:lnTo>
                  <a:lnTo>
                    <a:pt x="48526" y="144780"/>
                  </a:lnTo>
                  <a:lnTo>
                    <a:pt x="47218" y="143510"/>
                  </a:lnTo>
                  <a:lnTo>
                    <a:pt x="44767" y="142240"/>
                  </a:lnTo>
                  <a:lnTo>
                    <a:pt x="45694" y="140970"/>
                  </a:lnTo>
                  <a:lnTo>
                    <a:pt x="47548" y="138430"/>
                  </a:lnTo>
                  <a:lnTo>
                    <a:pt x="50596" y="136144"/>
                  </a:lnTo>
                  <a:lnTo>
                    <a:pt x="50736" y="136144"/>
                  </a:lnTo>
                  <a:lnTo>
                    <a:pt x="53835" y="132080"/>
                  </a:lnTo>
                  <a:lnTo>
                    <a:pt x="55473" y="133362"/>
                  </a:lnTo>
                  <a:lnTo>
                    <a:pt x="54419" y="132080"/>
                  </a:lnTo>
                  <a:lnTo>
                    <a:pt x="59956" y="125831"/>
                  </a:lnTo>
                  <a:lnTo>
                    <a:pt x="62712" y="121920"/>
                  </a:lnTo>
                  <a:lnTo>
                    <a:pt x="63906" y="121920"/>
                  </a:lnTo>
                  <a:lnTo>
                    <a:pt x="64427" y="122986"/>
                  </a:lnTo>
                  <a:lnTo>
                    <a:pt x="64516" y="123190"/>
                  </a:lnTo>
                  <a:lnTo>
                    <a:pt x="65227" y="123190"/>
                  </a:lnTo>
                  <a:lnTo>
                    <a:pt x="65227" y="121920"/>
                  </a:lnTo>
                  <a:lnTo>
                    <a:pt x="64414" y="121920"/>
                  </a:lnTo>
                  <a:lnTo>
                    <a:pt x="63296" y="120650"/>
                  </a:lnTo>
                  <a:lnTo>
                    <a:pt x="65811" y="118211"/>
                  </a:lnTo>
                  <a:lnTo>
                    <a:pt x="66167" y="117817"/>
                  </a:lnTo>
                  <a:lnTo>
                    <a:pt x="71107" y="111760"/>
                  </a:lnTo>
                  <a:lnTo>
                    <a:pt x="71107" y="93992"/>
                  </a:lnTo>
                  <a:lnTo>
                    <a:pt x="70294" y="93649"/>
                  </a:lnTo>
                  <a:lnTo>
                    <a:pt x="70294" y="110591"/>
                  </a:lnTo>
                  <a:lnTo>
                    <a:pt x="67741" y="113030"/>
                  </a:lnTo>
                  <a:lnTo>
                    <a:pt x="65125" y="116840"/>
                  </a:lnTo>
                  <a:lnTo>
                    <a:pt x="62445" y="120650"/>
                  </a:lnTo>
                  <a:lnTo>
                    <a:pt x="61963" y="119468"/>
                  </a:lnTo>
                  <a:lnTo>
                    <a:pt x="60833" y="119468"/>
                  </a:lnTo>
                  <a:lnTo>
                    <a:pt x="61277" y="120650"/>
                  </a:lnTo>
                  <a:lnTo>
                    <a:pt x="62014" y="120650"/>
                  </a:lnTo>
                  <a:lnTo>
                    <a:pt x="60274" y="123190"/>
                  </a:lnTo>
                  <a:lnTo>
                    <a:pt x="59258" y="124625"/>
                  </a:lnTo>
                  <a:lnTo>
                    <a:pt x="53733" y="130810"/>
                  </a:lnTo>
                  <a:lnTo>
                    <a:pt x="52031" y="129540"/>
                  </a:lnTo>
                  <a:lnTo>
                    <a:pt x="52057" y="128320"/>
                  </a:lnTo>
                  <a:lnTo>
                    <a:pt x="50571" y="128320"/>
                  </a:lnTo>
                  <a:lnTo>
                    <a:pt x="51612" y="127000"/>
                  </a:lnTo>
                  <a:lnTo>
                    <a:pt x="53467" y="124625"/>
                  </a:lnTo>
                  <a:lnTo>
                    <a:pt x="55372" y="123190"/>
                  </a:lnTo>
                  <a:lnTo>
                    <a:pt x="57150" y="121920"/>
                  </a:lnTo>
                  <a:lnTo>
                    <a:pt x="60172" y="119468"/>
                  </a:lnTo>
                  <a:lnTo>
                    <a:pt x="60642" y="119468"/>
                  </a:lnTo>
                  <a:lnTo>
                    <a:pt x="63944" y="115633"/>
                  </a:lnTo>
                  <a:lnTo>
                    <a:pt x="66598" y="111950"/>
                  </a:lnTo>
                  <a:lnTo>
                    <a:pt x="62725" y="115633"/>
                  </a:lnTo>
                  <a:lnTo>
                    <a:pt x="59994" y="118110"/>
                  </a:lnTo>
                  <a:lnTo>
                    <a:pt x="59182" y="116840"/>
                  </a:lnTo>
                  <a:lnTo>
                    <a:pt x="59397" y="116840"/>
                  </a:lnTo>
                  <a:lnTo>
                    <a:pt x="58445" y="115633"/>
                  </a:lnTo>
                  <a:lnTo>
                    <a:pt x="59232" y="114896"/>
                  </a:lnTo>
                  <a:lnTo>
                    <a:pt x="59982" y="114300"/>
                  </a:lnTo>
                  <a:lnTo>
                    <a:pt x="61556" y="113030"/>
                  </a:lnTo>
                  <a:lnTo>
                    <a:pt x="65176" y="111760"/>
                  </a:lnTo>
                  <a:lnTo>
                    <a:pt x="68541" y="109220"/>
                  </a:lnTo>
                  <a:lnTo>
                    <a:pt x="66789" y="111760"/>
                  </a:lnTo>
                  <a:lnTo>
                    <a:pt x="67589" y="111467"/>
                  </a:lnTo>
                  <a:lnTo>
                    <a:pt x="70129" y="110591"/>
                  </a:lnTo>
                  <a:lnTo>
                    <a:pt x="70294" y="110591"/>
                  </a:lnTo>
                  <a:lnTo>
                    <a:pt x="70294" y="93649"/>
                  </a:lnTo>
                  <a:lnTo>
                    <a:pt x="68097" y="92710"/>
                  </a:lnTo>
                  <a:lnTo>
                    <a:pt x="66090" y="87630"/>
                  </a:lnTo>
                  <a:lnTo>
                    <a:pt x="63296" y="85217"/>
                  </a:lnTo>
                  <a:lnTo>
                    <a:pt x="63119" y="85217"/>
                  </a:lnTo>
                  <a:lnTo>
                    <a:pt x="63512" y="83921"/>
                  </a:lnTo>
                  <a:lnTo>
                    <a:pt x="63220" y="83921"/>
                  </a:lnTo>
                  <a:lnTo>
                    <a:pt x="59956" y="81343"/>
                  </a:lnTo>
                  <a:lnTo>
                    <a:pt x="59766" y="81076"/>
                  </a:lnTo>
                  <a:lnTo>
                    <a:pt x="57594" y="77470"/>
                  </a:lnTo>
                  <a:lnTo>
                    <a:pt x="54584" y="74930"/>
                  </a:lnTo>
                  <a:lnTo>
                    <a:pt x="54952" y="73660"/>
                  </a:lnTo>
                  <a:lnTo>
                    <a:pt x="55206" y="72745"/>
                  </a:lnTo>
                  <a:lnTo>
                    <a:pt x="54521" y="73660"/>
                  </a:lnTo>
                  <a:lnTo>
                    <a:pt x="51028" y="71120"/>
                  </a:lnTo>
                  <a:lnTo>
                    <a:pt x="48869" y="67310"/>
                  </a:lnTo>
                  <a:lnTo>
                    <a:pt x="45935" y="64808"/>
                  </a:lnTo>
                  <a:lnTo>
                    <a:pt x="45656" y="64363"/>
                  </a:lnTo>
                  <a:lnTo>
                    <a:pt x="45008" y="63500"/>
                  </a:lnTo>
                  <a:lnTo>
                    <a:pt x="42545" y="60960"/>
                  </a:lnTo>
                  <a:lnTo>
                    <a:pt x="39662" y="58420"/>
                  </a:lnTo>
                  <a:lnTo>
                    <a:pt x="37604" y="55575"/>
                  </a:lnTo>
                  <a:lnTo>
                    <a:pt x="36906" y="54610"/>
                  </a:lnTo>
                  <a:lnTo>
                    <a:pt x="37122" y="54292"/>
                  </a:lnTo>
                  <a:lnTo>
                    <a:pt x="36512" y="54610"/>
                  </a:lnTo>
                  <a:lnTo>
                    <a:pt x="33134" y="52070"/>
                  </a:lnTo>
                  <a:lnTo>
                    <a:pt x="31165" y="48260"/>
                  </a:lnTo>
                  <a:lnTo>
                    <a:pt x="27813" y="45720"/>
                  </a:lnTo>
                  <a:lnTo>
                    <a:pt x="30314" y="43180"/>
                  </a:lnTo>
                  <a:lnTo>
                    <a:pt x="33007" y="40640"/>
                  </a:lnTo>
                  <a:lnTo>
                    <a:pt x="35445" y="39484"/>
                  </a:lnTo>
                  <a:lnTo>
                    <a:pt x="35814" y="39484"/>
                  </a:lnTo>
                  <a:lnTo>
                    <a:pt x="38481" y="41910"/>
                  </a:lnTo>
                  <a:lnTo>
                    <a:pt x="40449" y="45720"/>
                  </a:lnTo>
                  <a:lnTo>
                    <a:pt x="43078" y="48260"/>
                  </a:lnTo>
                  <a:lnTo>
                    <a:pt x="41109" y="50800"/>
                  </a:lnTo>
                  <a:lnTo>
                    <a:pt x="40017" y="52070"/>
                  </a:lnTo>
                  <a:lnTo>
                    <a:pt x="41300" y="52070"/>
                  </a:lnTo>
                  <a:lnTo>
                    <a:pt x="43129" y="49530"/>
                  </a:lnTo>
                  <a:lnTo>
                    <a:pt x="46253" y="52070"/>
                  </a:lnTo>
                  <a:lnTo>
                    <a:pt x="47980" y="55918"/>
                  </a:lnTo>
                  <a:lnTo>
                    <a:pt x="50673" y="59791"/>
                  </a:lnTo>
                  <a:lnTo>
                    <a:pt x="50838" y="59791"/>
                  </a:lnTo>
                  <a:lnTo>
                    <a:pt x="53365" y="63500"/>
                  </a:lnTo>
                  <a:lnTo>
                    <a:pt x="55473" y="67310"/>
                  </a:lnTo>
                  <a:lnTo>
                    <a:pt x="57404" y="69456"/>
                  </a:lnTo>
                  <a:lnTo>
                    <a:pt x="57772" y="69875"/>
                  </a:lnTo>
                  <a:lnTo>
                    <a:pt x="57048" y="72390"/>
                  </a:lnTo>
                  <a:lnTo>
                    <a:pt x="57835" y="71120"/>
                  </a:lnTo>
                  <a:lnTo>
                    <a:pt x="60921" y="74930"/>
                  </a:lnTo>
                  <a:lnTo>
                    <a:pt x="62776" y="78816"/>
                  </a:lnTo>
                  <a:lnTo>
                    <a:pt x="64566" y="81991"/>
                  </a:lnTo>
                  <a:lnTo>
                    <a:pt x="64909" y="82550"/>
                  </a:lnTo>
                  <a:lnTo>
                    <a:pt x="64592" y="83540"/>
                  </a:lnTo>
                  <a:lnTo>
                    <a:pt x="64973" y="82816"/>
                  </a:lnTo>
                  <a:lnTo>
                    <a:pt x="65062" y="82550"/>
                  </a:lnTo>
                  <a:lnTo>
                    <a:pt x="65963" y="82207"/>
                  </a:lnTo>
                  <a:lnTo>
                    <a:pt x="63550" y="78816"/>
                  </a:lnTo>
                  <a:lnTo>
                    <a:pt x="61785" y="74930"/>
                  </a:lnTo>
                  <a:lnTo>
                    <a:pt x="59156" y="71120"/>
                  </a:lnTo>
                  <a:lnTo>
                    <a:pt x="60299" y="69875"/>
                  </a:lnTo>
                  <a:lnTo>
                    <a:pt x="59143" y="69875"/>
                  </a:lnTo>
                  <a:lnTo>
                    <a:pt x="56134" y="67310"/>
                  </a:lnTo>
                  <a:lnTo>
                    <a:pt x="54584" y="63500"/>
                  </a:lnTo>
                  <a:lnTo>
                    <a:pt x="52044" y="59791"/>
                  </a:lnTo>
                  <a:lnTo>
                    <a:pt x="52197" y="59321"/>
                  </a:lnTo>
                  <a:lnTo>
                    <a:pt x="52730" y="58420"/>
                  </a:lnTo>
                  <a:lnTo>
                    <a:pt x="53340" y="57391"/>
                  </a:lnTo>
                  <a:lnTo>
                    <a:pt x="51917" y="58420"/>
                  </a:lnTo>
                  <a:lnTo>
                    <a:pt x="48704" y="55918"/>
                  </a:lnTo>
                  <a:lnTo>
                    <a:pt x="48552" y="55575"/>
                  </a:lnTo>
                  <a:lnTo>
                    <a:pt x="47383" y="52070"/>
                  </a:lnTo>
                  <a:lnTo>
                    <a:pt x="44348" y="49530"/>
                  </a:lnTo>
                  <a:lnTo>
                    <a:pt x="45402" y="48260"/>
                  </a:lnTo>
                  <a:lnTo>
                    <a:pt x="46177" y="47332"/>
                  </a:lnTo>
                  <a:lnTo>
                    <a:pt x="44399" y="48260"/>
                  </a:lnTo>
                  <a:lnTo>
                    <a:pt x="40970" y="44450"/>
                  </a:lnTo>
                  <a:lnTo>
                    <a:pt x="39573" y="41910"/>
                  </a:lnTo>
                  <a:lnTo>
                    <a:pt x="37744" y="39484"/>
                  </a:lnTo>
                  <a:lnTo>
                    <a:pt x="36690" y="38100"/>
                  </a:lnTo>
                  <a:lnTo>
                    <a:pt x="37985" y="36842"/>
                  </a:lnTo>
                  <a:lnTo>
                    <a:pt x="39319" y="35560"/>
                  </a:lnTo>
                  <a:lnTo>
                    <a:pt x="36283" y="36830"/>
                  </a:lnTo>
                  <a:lnTo>
                    <a:pt x="35166" y="35839"/>
                  </a:lnTo>
                  <a:lnTo>
                    <a:pt x="35166" y="38100"/>
                  </a:lnTo>
                  <a:lnTo>
                    <a:pt x="32664" y="40640"/>
                  </a:lnTo>
                  <a:lnTo>
                    <a:pt x="30124" y="43180"/>
                  </a:lnTo>
                  <a:lnTo>
                    <a:pt x="27393" y="45720"/>
                  </a:lnTo>
                  <a:lnTo>
                    <a:pt x="24053" y="43180"/>
                  </a:lnTo>
                  <a:lnTo>
                    <a:pt x="21996" y="39484"/>
                  </a:lnTo>
                  <a:lnTo>
                    <a:pt x="22250" y="39484"/>
                  </a:lnTo>
                  <a:lnTo>
                    <a:pt x="18554" y="38100"/>
                  </a:lnTo>
                  <a:lnTo>
                    <a:pt x="19431" y="36842"/>
                  </a:lnTo>
                  <a:lnTo>
                    <a:pt x="21501" y="33870"/>
                  </a:lnTo>
                  <a:lnTo>
                    <a:pt x="18097" y="36830"/>
                  </a:lnTo>
                  <a:lnTo>
                    <a:pt x="14871" y="34290"/>
                  </a:lnTo>
                  <a:lnTo>
                    <a:pt x="11925" y="31750"/>
                  </a:lnTo>
                  <a:lnTo>
                    <a:pt x="9042" y="27940"/>
                  </a:lnTo>
                  <a:lnTo>
                    <a:pt x="12077" y="25488"/>
                  </a:lnTo>
                  <a:lnTo>
                    <a:pt x="15405" y="22860"/>
                  </a:lnTo>
                  <a:lnTo>
                    <a:pt x="18529" y="19050"/>
                  </a:lnTo>
                  <a:lnTo>
                    <a:pt x="21691" y="21653"/>
                  </a:lnTo>
                  <a:lnTo>
                    <a:pt x="24218" y="25146"/>
                  </a:lnTo>
                  <a:lnTo>
                    <a:pt x="24485" y="25488"/>
                  </a:lnTo>
                  <a:lnTo>
                    <a:pt x="26822" y="27940"/>
                  </a:lnTo>
                  <a:lnTo>
                    <a:pt x="24104" y="31750"/>
                  </a:lnTo>
                  <a:lnTo>
                    <a:pt x="21539" y="33870"/>
                  </a:lnTo>
                  <a:lnTo>
                    <a:pt x="22758" y="33020"/>
                  </a:lnTo>
                  <a:lnTo>
                    <a:pt x="24511" y="31750"/>
                  </a:lnTo>
                  <a:lnTo>
                    <a:pt x="27305" y="29337"/>
                  </a:lnTo>
                  <a:lnTo>
                    <a:pt x="27584" y="29337"/>
                  </a:lnTo>
                  <a:lnTo>
                    <a:pt x="30137" y="31750"/>
                  </a:lnTo>
                  <a:lnTo>
                    <a:pt x="32956" y="35560"/>
                  </a:lnTo>
                  <a:lnTo>
                    <a:pt x="35166" y="38100"/>
                  </a:lnTo>
                  <a:lnTo>
                    <a:pt x="35166" y="35839"/>
                  </a:lnTo>
                  <a:lnTo>
                    <a:pt x="33426" y="34290"/>
                  </a:lnTo>
                  <a:lnTo>
                    <a:pt x="31089" y="31750"/>
                  </a:lnTo>
                  <a:lnTo>
                    <a:pt x="29413" y="29337"/>
                  </a:lnTo>
                  <a:lnTo>
                    <a:pt x="28448" y="27940"/>
                  </a:lnTo>
                  <a:lnTo>
                    <a:pt x="29946" y="26670"/>
                  </a:lnTo>
                  <a:lnTo>
                    <a:pt x="31330" y="25488"/>
                  </a:lnTo>
                  <a:lnTo>
                    <a:pt x="31153" y="25488"/>
                  </a:lnTo>
                  <a:lnTo>
                    <a:pt x="28041" y="26670"/>
                  </a:lnTo>
                  <a:lnTo>
                    <a:pt x="24980" y="24130"/>
                  </a:lnTo>
                  <a:lnTo>
                    <a:pt x="23012" y="21653"/>
                  </a:lnTo>
                  <a:lnTo>
                    <a:pt x="19939" y="19050"/>
                  </a:lnTo>
                  <a:lnTo>
                    <a:pt x="20993" y="17780"/>
                  </a:lnTo>
                  <a:lnTo>
                    <a:pt x="23037" y="15290"/>
                  </a:lnTo>
                  <a:lnTo>
                    <a:pt x="21539" y="16294"/>
                  </a:lnTo>
                  <a:lnTo>
                    <a:pt x="19494" y="17780"/>
                  </a:lnTo>
                  <a:lnTo>
                    <a:pt x="17564" y="15290"/>
                  </a:lnTo>
                  <a:lnTo>
                    <a:pt x="15811" y="13970"/>
                  </a:lnTo>
                  <a:lnTo>
                    <a:pt x="14008" y="11430"/>
                  </a:lnTo>
                  <a:lnTo>
                    <a:pt x="12763" y="12700"/>
                  </a:lnTo>
                  <a:lnTo>
                    <a:pt x="14719" y="15290"/>
                  </a:lnTo>
                  <a:lnTo>
                    <a:pt x="16510" y="16510"/>
                  </a:lnTo>
                  <a:lnTo>
                    <a:pt x="18313" y="19050"/>
                  </a:lnTo>
                  <a:lnTo>
                    <a:pt x="14922" y="21653"/>
                  </a:lnTo>
                  <a:lnTo>
                    <a:pt x="12319" y="25146"/>
                  </a:lnTo>
                  <a:lnTo>
                    <a:pt x="8496" y="27940"/>
                  </a:lnTo>
                  <a:lnTo>
                    <a:pt x="5727" y="25488"/>
                  </a:lnTo>
                  <a:lnTo>
                    <a:pt x="5219" y="25146"/>
                  </a:lnTo>
                  <a:lnTo>
                    <a:pt x="3581" y="24130"/>
                  </a:lnTo>
                  <a:lnTo>
                    <a:pt x="1244" y="21653"/>
                  </a:lnTo>
                  <a:lnTo>
                    <a:pt x="558" y="22263"/>
                  </a:lnTo>
                  <a:lnTo>
                    <a:pt x="0" y="22860"/>
                  </a:lnTo>
                  <a:lnTo>
                    <a:pt x="2730" y="24130"/>
                  </a:lnTo>
                  <a:lnTo>
                    <a:pt x="4889" y="26670"/>
                  </a:lnTo>
                  <a:lnTo>
                    <a:pt x="7734" y="29337"/>
                  </a:lnTo>
                  <a:lnTo>
                    <a:pt x="11163" y="31750"/>
                  </a:lnTo>
                  <a:lnTo>
                    <a:pt x="13716" y="34290"/>
                  </a:lnTo>
                  <a:lnTo>
                    <a:pt x="16992" y="36842"/>
                  </a:lnTo>
                  <a:lnTo>
                    <a:pt x="16217" y="38100"/>
                  </a:lnTo>
                  <a:lnTo>
                    <a:pt x="16395" y="38100"/>
                  </a:lnTo>
                  <a:lnTo>
                    <a:pt x="16789" y="39484"/>
                  </a:lnTo>
                  <a:lnTo>
                    <a:pt x="17030" y="38100"/>
                  </a:lnTo>
                  <a:lnTo>
                    <a:pt x="17538" y="38100"/>
                  </a:lnTo>
                  <a:lnTo>
                    <a:pt x="20358" y="40640"/>
                  </a:lnTo>
                  <a:lnTo>
                    <a:pt x="23558" y="43180"/>
                  </a:lnTo>
                  <a:lnTo>
                    <a:pt x="26428" y="46990"/>
                  </a:lnTo>
                  <a:lnTo>
                    <a:pt x="26644" y="46990"/>
                  </a:lnTo>
                  <a:lnTo>
                    <a:pt x="30137" y="49530"/>
                  </a:lnTo>
                  <a:lnTo>
                    <a:pt x="31737" y="52070"/>
                  </a:lnTo>
                  <a:lnTo>
                    <a:pt x="32702" y="53479"/>
                  </a:lnTo>
                  <a:lnTo>
                    <a:pt x="35610" y="55918"/>
                  </a:lnTo>
                  <a:lnTo>
                    <a:pt x="35852" y="55918"/>
                  </a:lnTo>
                  <a:lnTo>
                    <a:pt x="39103" y="58420"/>
                  </a:lnTo>
                  <a:lnTo>
                    <a:pt x="41478" y="62230"/>
                  </a:lnTo>
                  <a:lnTo>
                    <a:pt x="44577" y="64808"/>
                  </a:lnTo>
                  <a:lnTo>
                    <a:pt x="45364" y="65468"/>
                  </a:lnTo>
                  <a:lnTo>
                    <a:pt x="49288" y="69875"/>
                  </a:lnTo>
                  <a:lnTo>
                    <a:pt x="54140" y="75704"/>
                  </a:lnTo>
                  <a:lnTo>
                    <a:pt x="57658" y="80010"/>
                  </a:lnTo>
                  <a:lnTo>
                    <a:pt x="62280" y="85496"/>
                  </a:lnTo>
                  <a:lnTo>
                    <a:pt x="65303" y="87630"/>
                  </a:lnTo>
                  <a:lnTo>
                    <a:pt x="66370" y="90563"/>
                  </a:lnTo>
                  <a:lnTo>
                    <a:pt x="66763" y="91528"/>
                  </a:lnTo>
                  <a:lnTo>
                    <a:pt x="69557" y="95250"/>
                  </a:lnTo>
                  <a:lnTo>
                    <a:pt x="66332" y="94005"/>
                  </a:lnTo>
                  <a:lnTo>
                    <a:pt x="65671" y="92710"/>
                  </a:lnTo>
                  <a:lnTo>
                    <a:pt x="63804" y="88900"/>
                  </a:lnTo>
                  <a:lnTo>
                    <a:pt x="60248" y="87630"/>
                  </a:lnTo>
                  <a:lnTo>
                    <a:pt x="60566" y="86360"/>
                  </a:lnTo>
                  <a:lnTo>
                    <a:pt x="60172" y="86360"/>
                  </a:lnTo>
                  <a:lnTo>
                    <a:pt x="56400" y="83921"/>
                  </a:lnTo>
                  <a:lnTo>
                    <a:pt x="55968" y="83540"/>
                  </a:lnTo>
                  <a:lnTo>
                    <a:pt x="53771" y="81343"/>
                  </a:lnTo>
                  <a:lnTo>
                    <a:pt x="50431" y="78816"/>
                  </a:lnTo>
                  <a:lnTo>
                    <a:pt x="50292" y="78816"/>
                  </a:lnTo>
                  <a:lnTo>
                    <a:pt x="51155" y="77470"/>
                  </a:lnTo>
                  <a:lnTo>
                    <a:pt x="49796" y="77470"/>
                  </a:lnTo>
                  <a:lnTo>
                    <a:pt x="46101" y="74930"/>
                  </a:lnTo>
                  <a:lnTo>
                    <a:pt x="43688" y="72390"/>
                  </a:lnTo>
                  <a:lnTo>
                    <a:pt x="40271" y="69875"/>
                  </a:lnTo>
                  <a:lnTo>
                    <a:pt x="39992" y="69875"/>
                  </a:lnTo>
                  <a:lnTo>
                    <a:pt x="37045" y="67310"/>
                  </a:lnTo>
                  <a:lnTo>
                    <a:pt x="33947" y="64808"/>
                  </a:lnTo>
                  <a:lnTo>
                    <a:pt x="31064" y="62230"/>
                  </a:lnTo>
                  <a:lnTo>
                    <a:pt x="31165" y="63500"/>
                  </a:lnTo>
                  <a:lnTo>
                    <a:pt x="31305" y="64363"/>
                  </a:lnTo>
                  <a:lnTo>
                    <a:pt x="31432" y="64808"/>
                  </a:lnTo>
                  <a:lnTo>
                    <a:pt x="35458" y="67310"/>
                  </a:lnTo>
                  <a:lnTo>
                    <a:pt x="37680" y="68770"/>
                  </a:lnTo>
                  <a:lnTo>
                    <a:pt x="42240" y="73660"/>
                  </a:lnTo>
                  <a:lnTo>
                    <a:pt x="47701" y="77863"/>
                  </a:lnTo>
                  <a:lnTo>
                    <a:pt x="49060" y="78816"/>
                  </a:lnTo>
                  <a:lnTo>
                    <a:pt x="48856" y="79641"/>
                  </a:lnTo>
                  <a:lnTo>
                    <a:pt x="48768" y="80010"/>
                  </a:lnTo>
                  <a:lnTo>
                    <a:pt x="48983" y="79641"/>
                  </a:lnTo>
                  <a:lnTo>
                    <a:pt x="49225" y="78816"/>
                  </a:lnTo>
                  <a:lnTo>
                    <a:pt x="52616" y="81076"/>
                  </a:lnTo>
                  <a:lnTo>
                    <a:pt x="52959" y="81343"/>
                  </a:lnTo>
                  <a:lnTo>
                    <a:pt x="54876" y="83921"/>
                  </a:lnTo>
                  <a:lnTo>
                    <a:pt x="55918" y="85217"/>
                  </a:lnTo>
                  <a:lnTo>
                    <a:pt x="58940" y="87630"/>
                  </a:lnTo>
                  <a:lnTo>
                    <a:pt x="58889" y="88061"/>
                  </a:lnTo>
                  <a:lnTo>
                    <a:pt x="58762" y="88900"/>
                  </a:lnTo>
                  <a:lnTo>
                    <a:pt x="59080" y="88900"/>
                  </a:lnTo>
                  <a:lnTo>
                    <a:pt x="59169" y="87630"/>
                  </a:lnTo>
                  <a:lnTo>
                    <a:pt x="62852" y="90170"/>
                  </a:lnTo>
                  <a:lnTo>
                    <a:pt x="64909" y="94005"/>
                  </a:lnTo>
                  <a:lnTo>
                    <a:pt x="68326" y="96520"/>
                  </a:lnTo>
                  <a:lnTo>
                    <a:pt x="64922" y="95250"/>
                  </a:lnTo>
                  <a:lnTo>
                    <a:pt x="60794" y="91528"/>
                  </a:lnTo>
                  <a:lnTo>
                    <a:pt x="58178" y="90170"/>
                  </a:lnTo>
                  <a:lnTo>
                    <a:pt x="58331" y="89179"/>
                  </a:lnTo>
                  <a:lnTo>
                    <a:pt x="58369" y="88900"/>
                  </a:lnTo>
                  <a:lnTo>
                    <a:pt x="57962" y="88900"/>
                  </a:lnTo>
                  <a:lnTo>
                    <a:pt x="57696" y="90170"/>
                  </a:lnTo>
                  <a:lnTo>
                    <a:pt x="54051" y="87630"/>
                  </a:lnTo>
                  <a:lnTo>
                    <a:pt x="51117" y="85217"/>
                  </a:lnTo>
                  <a:lnTo>
                    <a:pt x="51358" y="85217"/>
                  </a:lnTo>
                  <a:lnTo>
                    <a:pt x="47256" y="83921"/>
                  </a:lnTo>
                  <a:lnTo>
                    <a:pt x="48399" y="83921"/>
                  </a:lnTo>
                  <a:lnTo>
                    <a:pt x="46875" y="82550"/>
                  </a:lnTo>
                  <a:lnTo>
                    <a:pt x="47117" y="82550"/>
                  </a:lnTo>
                  <a:lnTo>
                    <a:pt x="48031" y="82550"/>
                  </a:lnTo>
                  <a:lnTo>
                    <a:pt x="48145" y="81343"/>
                  </a:lnTo>
                  <a:lnTo>
                    <a:pt x="48272" y="80010"/>
                  </a:lnTo>
                  <a:lnTo>
                    <a:pt x="47548" y="81343"/>
                  </a:lnTo>
                  <a:lnTo>
                    <a:pt x="47142" y="81343"/>
                  </a:lnTo>
                  <a:lnTo>
                    <a:pt x="46926" y="81991"/>
                  </a:lnTo>
                  <a:lnTo>
                    <a:pt x="46850" y="82207"/>
                  </a:lnTo>
                  <a:lnTo>
                    <a:pt x="46761" y="82461"/>
                  </a:lnTo>
                  <a:lnTo>
                    <a:pt x="42976" y="81343"/>
                  </a:lnTo>
                  <a:lnTo>
                    <a:pt x="42849" y="81343"/>
                  </a:lnTo>
                  <a:lnTo>
                    <a:pt x="39738" y="78816"/>
                  </a:lnTo>
                  <a:lnTo>
                    <a:pt x="36144" y="76263"/>
                  </a:lnTo>
                  <a:lnTo>
                    <a:pt x="36487" y="76263"/>
                  </a:lnTo>
                  <a:lnTo>
                    <a:pt x="36715" y="74930"/>
                  </a:lnTo>
                  <a:lnTo>
                    <a:pt x="36080" y="74930"/>
                  </a:lnTo>
                  <a:lnTo>
                    <a:pt x="36055" y="76263"/>
                  </a:lnTo>
                  <a:lnTo>
                    <a:pt x="35585" y="76263"/>
                  </a:lnTo>
                  <a:lnTo>
                    <a:pt x="34582" y="74930"/>
                  </a:lnTo>
                  <a:lnTo>
                    <a:pt x="32499" y="73660"/>
                  </a:lnTo>
                  <a:lnTo>
                    <a:pt x="32550" y="74930"/>
                  </a:lnTo>
                  <a:lnTo>
                    <a:pt x="35941" y="77863"/>
                  </a:lnTo>
                  <a:lnTo>
                    <a:pt x="37084" y="78816"/>
                  </a:lnTo>
                  <a:lnTo>
                    <a:pt x="41376" y="81343"/>
                  </a:lnTo>
                  <a:lnTo>
                    <a:pt x="46113" y="83921"/>
                  </a:lnTo>
                  <a:lnTo>
                    <a:pt x="46291" y="83921"/>
                  </a:lnTo>
                  <a:lnTo>
                    <a:pt x="50215" y="86360"/>
                  </a:lnTo>
                  <a:lnTo>
                    <a:pt x="53035" y="88900"/>
                  </a:lnTo>
                  <a:lnTo>
                    <a:pt x="56972" y="90170"/>
                  </a:lnTo>
                  <a:lnTo>
                    <a:pt x="57327" y="91528"/>
                  </a:lnTo>
                  <a:lnTo>
                    <a:pt x="60731" y="92710"/>
                  </a:lnTo>
                  <a:lnTo>
                    <a:pt x="63969" y="95250"/>
                  </a:lnTo>
                  <a:lnTo>
                    <a:pt x="67691" y="97802"/>
                  </a:lnTo>
                  <a:lnTo>
                    <a:pt x="64681" y="96672"/>
                  </a:lnTo>
                  <a:lnTo>
                    <a:pt x="60007" y="95250"/>
                  </a:lnTo>
                  <a:lnTo>
                    <a:pt x="56375" y="94005"/>
                  </a:lnTo>
                  <a:lnTo>
                    <a:pt x="57746" y="95250"/>
                  </a:lnTo>
                  <a:lnTo>
                    <a:pt x="59423" y="96672"/>
                  </a:lnTo>
                  <a:lnTo>
                    <a:pt x="59728" y="96672"/>
                  </a:lnTo>
                  <a:lnTo>
                    <a:pt x="63576" y="97878"/>
                  </a:lnTo>
                  <a:lnTo>
                    <a:pt x="67030" y="99060"/>
                  </a:lnTo>
                  <a:lnTo>
                    <a:pt x="63652" y="99060"/>
                  </a:lnTo>
                  <a:lnTo>
                    <a:pt x="59537" y="97878"/>
                  </a:lnTo>
                  <a:lnTo>
                    <a:pt x="55753" y="96672"/>
                  </a:lnTo>
                  <a:lnTo>
                    <a:pt x="55194" y="96672"/>
                  </a:lnTo>
                  <a:lnTo>
                    <a:pt x="56032" y="95250"/>
                  </a:lnTo>
                  <a:lnTo>
                    <a:pt x="55257" y="95250"/>
                  </a:lnTo>
                  <a:lnTo>
                    <a:pt x="55105" y="95250"/>
                  </a:lnTo>
                  <a:lnTo>
                    <a:pt x="54457" y="96532"/>
                  </a:lnTo>
                  <a:lnTo>
                    <a:pt x="50292" y="95250"/>
                  </a:lnTo>
                  <a:lnTo>
                    <a:pt x="46304" y="95250"/>
                  </a:lnTo>
                  <a:lnTo>
                    <a:pt x="42252" y="94005"/>
                  </a:lnTo>
                  <a:lnTo>
                    <a:pt x="41783" y="95250"/>
                  </a:lnTo>
                  <a:lnTo>
                    <a:pt x="41338" y="96672"/>
                  </a:lnTo>
                  <a:lnTo>
                    <a:pt x="41960" y="95250"/>
                  </a:lnTo>
                  <a:lnTo>
                    <a:pt x="43370" y="95250"/>
                  </a:lnTo>
                  <a:lnTo>
                    <a:pt x="46685" y="96672"/>
                  </a:lnTo>
                  <a:lnTo>
                    <a:pt x="51282" y="96672"/>
                  </a:lnTo>
                  <a:lnTo>
                    <a:pt x="54635" y="97878"/>
                  </a:lnTo>
                  <a:lnTo>
                    <a:pt x="54356" y="97878"/>
                  </a:lnTo>
                  <a:lnTo>
                    <a:pt x="53809" y="99060"/>
                  </a:lnTo>
                  <a:lnTo>
                    <a:pt x="54444" y="99060"/>
                  </a:lnTo>
                  <a:lnTo>
                    <a:pt x="54737" y="97878"/>
                  </a:lnTo>
                  <a:lnTo>
                    <a:pt x="54978" y="97878"/>
                  </a:lnTo>
                  <a:lnTo>
                    <a:pt x="61645" y="100330"/>
                  </a:lnTo>
                  <a:lnTo>
                    <a:pt x="65239" y="100330"/>
                  </a:lnTo>
                  <a:lnTo>
                    <a:pt x="67462" y="101765"/>
                  </a:lnTo>
                  <a:lnTo>
                    <a:pt x="62712" y="101765"/>
                  </a:lnTo>
                  <a:lnTo>
                    <a:pt x="66382" y="102870"/>
                  </a:lnTo>
                  <a:lnTo>
                    <a:pt x="62077" y="104279"/>
                  </a:lnTo>
                  <a:lnTo>
                    <a:pt x="66408" y="104279"/>
                  </a:lnTo>
                  <a:lnTo>
                    <a:pt x="62750" y="105511"/>
                  </a:lnTo>
                  <a:lnTo>
                    <a:pt x="58115" y="107975"/>
                  </a:lnTo>
                  <a:lnTo>
                    <a:pt x="54546" y="107975"/>
                  </a:lnTo>
                  <a:lnTo>
                    <a:pt x="46278" y="110591"/>
                  </a:lnTo>
                  <a:lnTo>
                    <a:pt x="42164" y="110591"/>
                  </a:lnTo>
                  <a:lnTo>
                    <a:pt x="42037" y="109461"/>
                  </a:lnTo>
                  <a:lnTo>
                    <a:pt x="41490" y="110591"/>
                  </a:lnTo>
                  <a:lnTo>
                    <a:pt x="41236" y="110591"/>
                  </a:lnTo>
                  <a:lnTo>
                    <a:pt x="37515" y="111760"/>
                  </a:lnTo>
                  <a:lnTo>
                    <a:pt x="33909" y="113030"/>
                  </a:lnTo>
                  <a:lnTo>
                    <a:pt x="29667" y="113030"/>
                  </a:lnTo>
                  <a:lnTo>
                    <a:pt x="29540" y="114300"/>
                  </a:lnTo>
                  <a:lnTo>
                    <a:pt x="29425" y="114896"/>
                  </a:lnTo>
                  <a:lnTo>
                    <a:pt x="29908" y="114300"/>
                  </a:lnTo>
                  <a:lnTo>
                    <a:pt x="34010" y="114300"/>
                  </a:lnTo>
                  <a:lnTo>
                    <a:pt x="37528" y="113030"/>
                  </a:lnTo>
                  <a:lnTo>
                    <a:pt x="41465" y="111760"/>
                  </a:lnTo>
                  <a:lnTo>
                    <a:pt x="42608" y="112699"/>
                  </a:lnTo>
                  <a:lnTo>
                    <a:pt x="42786" y="111950"/>
                  </a:lnTo>
                  <a:lnTo>
                    <a:pt x="42824" y="111760"/>
                  </a:lnTo>
                  <a:lnTo>
                    <a:pt x="46977" y="111760"/>
                  </a:lnTo>
                  <a:lnTo>
                    <a:pt x="51384" y="109220"/>
                  </a:lnTo>
                  <a:lnTo>
                    <a:pt x="55105" y="109220"/>
                  </a:lnTo>
                  <a:lnTo>
                    <a:pt x="59042" y="107975"/>
                  </a:lnTo>
                  <a:lnTo>
                    <a:pt x="62903" y="106680"/>
                  </a:lnTo>
                  <a:lnTo>
                    <a:pt x="65620" y="106680"/>
                  </a:lnTo>
                  <a:lnTo>
                    <a:pt x="59994" y="110502"/>
                  </a:lnTo>
                  <a:lnTo>
                    <a:pt x="63995" y="109220"/>
                  </a:lnTo>
                  <a:lnTo>
                    <a:pt x="67564" y="107975"/>
                  </a:lnTo>
                  <a:lnTo>
                    <a:pt x="65722" y="110591"/>
                  </a:lnTo>
                  <a:lnTo>
                    <a:pt x="65430" y="110591"/>
                  </a:lnTo>
                  <a:lnTo>
                    <a:pt x="60934" y="111760"/>
                  </a:lnTo>
                  <a:lnTo>
                    <a:pt x="58127" y="114300"/>
                  </a:lnTo>
                  <a:lnTo>
                    <a:pt x="57099" y="114300"/>
                  </a:lnTo>
                  <a:lnTo>
                    <a:pt x="57061" y="113030"/>
                  </a:lnTo>
                  <a:lnTo>
                    <a:pt x="56616" y="113030"/>
                  </a:lnTo>
                  <a:lnTo>
                    <a:pt x="56286" y="114300"/>
                  </a:lnTo>
                  <a:lnTo>
                    <a:pt x="57340" y="115633"/>
                  </a:lnTo>
                  <a:lnTo>
                    <a:pt x="57213" y="115633"/>
                  </a:lnTo>
                  <a:lnTo>
                    <a:pt x="53695" y="118211"/>
                  </a:lnTo>
                  <a:lnTo>
                    <a:pt x="54419" y="117817"/>
                  </a:lnTo>
                  <a:lnTo>
                    <a:pt x="53771" y="118211"/>
                  </a:lnTo>
                  <a:lnTo>
                    <a:pt x="54927" y="117817"/>
                  </a:lnTo>
                  <a:lnTo>
                    <a:pt x="57886" y="116840"/>
                  </a:lnTo>
                  <a:lnTo>
                    <a:pt x="58889" y="116840"/>
                  </a:lnTo>
                  <a:lnTo>
                    <a:pt x="58737" y="117817"/>
                  </a:lnTo>
                  <a:lnTo>
                    <a:pt x="58674" y="118211"/>
                  </a:lnTo>
                  <a:lnTo>
                    <a:pt x="59410" y="118211"/>
                  </a:lnTo>
                  <a:lnTo>
                    <a:pt x="56502" y="121920"/>
                  </a:lnTo>
                  <a:lnTo>
                    <a:pt x="53111" y="123190"/>
                  </a:lnTo>
                  <a:lnTo>
                    <a:pt x="49936" y="127000"/>
                  </a:lnTo>
                  <a:lnTo>
                    <a:pt x="48501" y="125831"/>
                  </a:lnTo>
                  <a:lnTo>
                    <a:pt x="48285" y="125349"/>
                  </a:lnTo>
                  <a:lnTo>
                    <a:pt x="48196" y="125044"/>
                  </a:lnTo>
                  <a:lnTo>
                    <a:pt x="48082" y="124625"/>
                  </a:lnTo>
                  <a:lnTo>
                    <a:pt x="48082" y="125349"/>
                  </a:lnTo>
                  <a:lnTo>
                    <a:pt x="48221" y="125831"/>
                  </a:lnTo>
                  <a:lnTo>
                    <a:pt x="48996" y="127000"/>
                  </a:lnTo>
                  <a:lnTo>
                    <a:pt x="45821" y="129540"/>
                  </a:lnTo>
                  <a:lnTo>
                    <a:pt x="42329" y="132080"/>
                  </a:lnTo>
                  <a:lnTo>
                    <a:pt x="40601" y="133362"/>
                  </a:lnTo>
                  <a:lnTo>
                    <a:pt x="42697" y="133362"/>
                  </a:lnTo>
                  <a:lnTo>
                    <a:pt x="46545" y="130810"/>
                  </a:lnTo>
                  <a:lnTo>
                    <a:pt x="49682" y="128320"/>
                  </a:lnTo>
                  <a:lnTo>
                    <a:pt x="49809" y="128320"/>
                  </a:lnTo>
                  <a:lnTo>
                    <a:pt x="51244" y="129540"/>
                  </a:lnTo>
                  <a:lnTo>
                    <a:pt x="52006" y="130810"/>
                  </a:lnTo>
                  <a:lnTo>
                    <a:pt x="53060" y="130810"/>
                  </a:lnTo>
                  <a:lnTo>
                    <a:pt x="50253" y="134620"/>
                  </a:lnTo>
                  <a:lnTo>
                    <a:pt x="47002" y="137160"/>
                  </a:lnTo>
                  <a:lnTo>
                    <a:pt x="44107" y="140970"/>
                  </a:lnTo>
                  <a:lnTo>
                    <a:pt x="43307" y="140500"/>
                  </a:lnTo>
                  <a:lnTo>
                    <a:pt x="43307" y="140970"/>
                  </a:lnTo>
                  <a:lnTo>
                    <a:pt x="40360" y="144780"/>
                  </a:lnTo>
                  <a:lnTo>
                    <a:pt x="36703" y="147320"/>
                  </a:lnTo>
                  <a:lnTo>
                    <a:pt x="33680" y="151003"/>
                  </a:lnTo>
                  <a:lnTo>
                    <a:pt x="33566" y="151130"/>
                  </a:lnTo>
                  <a:lnTo>
                    <a:pt x="31521" y="148590"/>
                  </a:lnTo>
                  <a:lnTo>
                    <a:pt x="30226" y="146050"/>
                  </a:lnTo>
                  <a:lnTo>
                    <a:pt x="27838" y="144780"/>
                  </a:lnTo>
                  <a:lnTo>
                    <a:pt x="28981" y="143510"/>
                  </a:lnTo>
                  <a:lnTo>
                    <a:pt x="31267" y="140970"/>
                  </a:lnTo>
                  <a:lnTo>
                    <a:pt x="34442" y="139890"/>
                  </a:lnTo>
                  <a:lnTo>
                    <a:pt x="34734" y="139890"/>
                  </a:lnTo>
                  <a:lnTo>
                    <a:pt x="38582" y="137160"/>
                  </a:lnTo>
                  <a:lnTo>
                    <a:pt x="40919" y="138430"/>
                  </a:lnTo>
                  <a:lnTo>
                    <a:pt x="41097" y="139293"/>
                  </a:lnTo>
                  <a:lnTo>
                    <a:pt x="41224" y="139890"/>
                  </a:lnTo>
                  <a:lnTo>
                    <a:pt x="41516" y="139890"/>
                  </a:lnTo>
                  <a:lnTo>
                    <a:pt x="43307" y="140970"/>
                  </a:lnTo>
                  <a:lnTo>
                    <a:pt x="43307" y="140500"/>
                  </a:lnTo>
                  <a:lnTo>
                    <a:pt x="42316" y="139890"/>
                  </a:lnTo>
                  <a:lnTo>
                    <a:pt x="42113" y="139890"/>
                  </a:lnTo>
                  <a:lnTo>
                    <a:pt x="41300" y="138430"/>
                  </a:lnTo>
                  <a:lnTo>
                    <a:pt x="40424" y="137160"/>
                  </a:lnTo>
                  <a:lnTo>
                    <a:pt x="39712" y="136144"/>
                  </a:lnTo>
                  <a:lnTo>
                    <a:pt x="39230" y="136144"/>
                  </a:lnTo>
                  <a:lnTo>
                    <a:pt x="41122" y="134620"/>
                  </a:lnTo>
                  <a:lnTo>
                    <a:pt x="38925" y="134620"/>
                  </a:lnTo>
                  <a:lnTo>
                    <a:pt x="37426" y="134620"/>
                  </a:lnTo>
                  <a:lnTo>
                    <a:pt x="38087" y="136144"/>
                  </a:lnTo>
                  <a:lnTo>
                    <a:pt x="37655" y="136144"/>
                  </a:lnTo>
                  <a:lnTo>
                    <a:pt x="34721" y="138430"/>
                  </a:lnTo>
                  <a:lnTo>
                    <a:pt x="30949" y="140970"/>
                  </a:lnTo>
                  <a:lnTo>
                    <a:pt x="27571" y="143510"/>
                  </a:lnTo>
                  <a:lnTo>
                    <a:pt x="26136" y="142240"/>
                  </a:lnTo>
                  <a:lnTo>
                    <a:pt x="25450" y="139890"/>
                  </a:lnTo>
                  <a:lnTo>
                    <a:pt x="25095" y="139293"/>
                  </a:lnTo>
                  <a:lnTo>
                    <a:pt x="24485" y="138430"/>
                  </a:lnTo>
                  <a:lnTo>
                    <a:pt x="24358" y="139293"/>
                  </a:lnTo>
                  <a:lnTo>
                    <a:pt x="24269" y="139890"/>
                  </a:lnTo>
                  <a:lnTo>
                    <a:pt x="24409" y="139890"/>
                  </a:lnTo>
                  <a:lnTo>
                    <a:pt x="25793" y="142240"/>
                  </a:lnTo>
                  <a:lnTo>
                    <a:pt x="26784" y="143510"/>
                  </a:lnTo>
                  <a:lnTo>
                    <a:pt x="25425" y="144780"/>
                  </a:lnTo>
                  <a:lnTo>
                    <a:pt x="24041" y="144780"/>
                  </a:lnTo>
                  <a:lnTo>
                    <a:pt x="22618" y="146050"/>
                  </a:lnTo>
                  <a:lnTo>
                    <a:pt x="22250" y="147320"/>
                  </a:lnTo>
                  <a:lnTo>
                    <a:pt x="25539" y="146050"/>
                  </a:lnTo>
                  <a:lnTo>
                    <a:pt x="27025" y="144780"/>
                  </a:lnTo>
                  <a:lnTo>
                    <a:pt x="29502" y="146050"/>
                  </a:lnTo>
                  <a:lnTo>
                    <a:pt x="30708" y="148590"/>
                  </a:lnTo>
                  <a:lnTo>
                    <a:pt x="32639" y="151003"/>
                  </a:lnTo>
                  <a:lnTo>
                    <a:pt x="32740" y="151130"/>
                  </a:lnTo>
                  <a:lnTo>
                    <a:pt x="30086" y="154584"/>
                  </a:lnTo>
                  <a:lnTo>
                    <a:pt x="29730" y="154990"/>
                  </a:lnTo>
                  <a:lnTo>
                    <a:pt x="26085" y="157480"/>
                  </a:lnTo>
                  <a:lnTo>
                    <a:pt x="22936" y="160020"/>
                  </a:lnTo>
                  <a:lnTo>
                    <a:pt x="21615" y="160020"/>
                  </a:lnTo>
                  <a:lnTo>
                    <a:pt x="20662" y="158750"/>
                  </a:lnTo>
                  <a:lnTo>
                    <a:pt x="19786" y="157480"/>
                  </a:lnTo>
                  <a:lnTo>
                    <a:pt x="19570" y="157480"/>
                  </a:lnTo>
                  <a:lnTo>
                    <a:pt x="21132" y="160020"/>
                  </a:lnTo>
                  <a:lnTo>
                    <a:pt x="21996" y="161290"/>
                  </a:lnTo>
                  <a:lnTo>
                    <a:pt x="20574" y="162560"/>
                  </a:lnTo>
                  <a:lnTo>
                    <a:pt x="17576" y="165100"/>
                  </a:lnTo>
                  <a:lnTo>
                    <a:pt x="17030" y="166370"/>
                  </a:lnTo>
                  <a:lnTo>
                    <a:pt x="18923" y="165100"/>
                  </a:lnTo>
                  <a:lnTo>
                    <a:pt x="20866" y="163830"/>
                  </a:lnTo>
                  <a:lnTo>
                    <a:pt x="22936" y="162560"/>
                  </a:lnTo>
                  <a:lnTo>
                    <a:pt x="26009" y="165100"/>
                  </a:lnTo>
                  <a:lnTo>
                    <a:pt x="28384" y="167640"/>
                  </a:lnTo>
                  <a:lnTo>
                    <a:pt x="31242" y="170180"/>
                  </a:lnTo>
                  <a:lnTo>
                    <a:pt x="28524" y="173990"/>
                  </a:lnTo>
                  <a:lnTo>
                    <a:pt x="24993" y="176530"/>
                  </a:lnTo>
                  <a:lnTo>
                    <a:pt x="22009" y="179070"/>
                  </a:lnTo>
                  <a:lnTo>
                    <a:pt x="23812" y="179070"/>
                  </a:lnTo>
                  <a:lnTo>
                    <a:pt x="26670" y="176530"/>
                  </a:lnTo>
                  <a:lnTo>
                    <a:pt x="29629" y="173990"/>
                  </a:lnTo>
                  <a:lnTo>
                    <a:pt x="32321" y="171450"/>
                  </a:lnTo>
                  <a:lnTo>
                    <a:pt x="35928" y="172720"/>
                  </a:lnTo>
                  <a:lnTo>
                    <a:pt x="38900" y="175260"/>
                  </a:lnTo>
                  <a:lnTo>
                    <a:pt x="42468" y="177800"/>
                  </a:lnTo>
                  <a:lnTo>
                    <a:pt x="41986" y="177800"/>
                  </a:lnTo>
                  <a:lnTo>
                    <a:pt x="40957" y="179070"/>
                  </a:lnTo>
                  <a:lnTo>
                    <a:pt x="43002" y="179070"/>
                  </a:lnTo>
                  <a:lnTo>
                    <a:pt x="43675" y="177800"/>
                  </a:lnTo>
                  <a:lnTo>
                    <a:pt x="44869" y="179070"/>
                  </a:lnTo>
                  <a:lnTo>
                    <a:pt x="47548" y="179070"/>
                  </a:lnTo>
                  <a:lnTo>
                    <a:pt x="45935" y="177800"/>
                  </a:lnTo>
                  <a:lnTo>
                    <a:pt x="44399" y="177800"/>
                  </a:lnTo>
                  <a:lnTo>
                    <a:pt x="45034" y="176530"/>
                  </a:lnTo>
                  <a:lnTo>
                    <a:pt x="46939" y="172720"/>
                  </a:lnTo>
                  <a:lnTo>
                    <a:pt x="49441" y="168910"/>
                  </a:lnTo>
                  <a:lnTo>
                    <a:pt x="52006" y="165100"/>
                  </a:lnTo>
                  <a:lnTo>
                    <a:pt x="55943" y="166370"/>
                  </a:lnTo>
                  <a:lnTo>
                    <a:pt x="56972" y="167640"/>
                  </a:lnTo>
                  <a:lnTo>
                    <a:pt x="61163" y="168910"/>
                  </a:lnTo>
                  <a:lnTo>
                    <a:pt x="59715" y="172720"/>
                  </a:lnTo>
                  <a:lnTo>
                    <a:pt x="56857" y="179070"/>
                  </a:lnTo>
                  <a:lnTo>
                    <a:pt x="58381" y="179070"/>
                  </a:lnTo>
                  <a:lnTo>
                    <a:pt x="62623" y="168910"/>
                  </a:lnTo>
                  <a:lnTo>
                    <a:pt x="66509" y="170180"/>
                  </a:lnTo>
                  <a:lnTo>
                    <a:pt x="69824" y="170180"/>
                  </a:lnTo>
                  <a:lnTo>
                    <a:pt x="73380" y="171450"/>
                  </a:lnTo>
                  <a:lnTo>
                    <a:pt x="73736" y="173990"/>
                  </a:lnTo>
                  <a:lnTo>
                    <a:pt x="73240" y="176530"/>
                  </a:lnTo>
                  <a:lnTo>
                    <a:pt x="72580" y="179070"/>
                  </a:lnTo>
                  <a:lnTo>
                    <a:pt x="73901" y="179070"/>
                  </a:lnTo>
                  <a:lnTo>
                    <a:pt x="74383" y="176530"/>
                  </a:lnTo>
                  <a:lnTo>
                    <a:pt x="74803" y="173990"/>
                  </a:lnTo>
                  <a:lnTo>
                    <a:pt x="74930" y="172720"/>
                  </a:lnTo>
                  <a:lnTo>
                    <a:pt x="75044" y="171450"/>
                  </a:lnTo>
                  <a:lnTo>
                    <a:pt x="78867" y="171450"/>
                  </a:lnTo>
                  <a:lnTo>
                    <a:pt x="75272" y="170180"/>
                  </a:lnTo>
                  <a:lnTo>
                    <a:pt x="76403" y="165100"/>
                  </a:lnTo>
                  <a:lnTo>
                    <a:pt x="76288" y="162560"/>
                  </a:lnTo>
                  <a:lnTo>
                    <a:pt x="76174" y="160020"/>
                  </a:lnTo>
                  <a:lnTo>
                    <a:pt x="77381" y="154990"/>
                  </a:lnTo>
                  <a:lnTo>
                    <a:pt x="77279" y="151587"/>
                  </a:lnTo>
                  <a:lnTo>
                    <a:pt x="77165" y="149974"/>
                  </a:lnTo>
                  <a:lnTo>
                    <a:pt x="77304" y="148590"/>
                  </a:lnTo>
                  <a:lnTo>
                    <a:pt x="77724" y="144780"/>
                  </a:lnTo>
                  <a:lnTo>
                    <a:pt x="78219" y="140970"/>
                  </a:lnTo>
                  <a:lnTo>
                    <a:pt x="78282" y="140423"/>
                  </a:lnTo>
                  <a:lnTo>
                    <a:pt x="78346" y="139890"/>
                  </a:lnTo>
                  <a:lnTo>
                    <a:pt x="77965" y="139890"/>
                  </a:lnTo>
                  <a:lnTo>
                    <a:pt x="78524" y="134620"/>
                  </a:lnTo>
                  <a:lnTo>
                    <a:pt x="77889" y="130810"/>
                  </a:lnTo>
                  <a:lnTo>
                    <a:pt x="78028" y="129540"/>
                  </a:lnTo>
                  <a:lnTo>
                    <a:pt x="78143" y="128473"/>
                  </a:lnTo>
                  <a:lnTo>
                    <a:pt x="78244" y="127457"/>
                  </a:lnTo>
                  <a:lnTo>
                    <a:pt x="78371" y="126314"/>
                  </a:lnTo>
                  <a:lnTo>
                    <a:pt x="78422" y="125831"/>
                  </a:lnTo>
                  <a:lnTo>
                    <a:pt x="78232" y="125831"/>
                  </a:lnTo>
                  <a:lnTo>
                    <a:pt x="78168" y="120650"/>
                  </a:lnTo>
                  <a:lnTo>
                    <a:pt x="78054" y="119468"/>
                  </a:lnTo>
                  <a:lnTo>
                    <a:pt x="77952" y="118478"/>
                  </a:lnTo>
                  <a:lnTo>
                    <a:pt x="77914" y="113030"/>
                  </a:lnTo>
                  <a:lnTo>
                    <a:pt x="77952" y="111760"/>
                  </a:lnTo>
                  <a:lnTo>
                    <a:pt x="79514" y="116840"/>
                  </a:lnTo>
                  <a:lnTo>
                    <a:pt x="79603" y="120840"/>
                  </a:lnTo>
                  <a:lnTo>
                    <a:pt x="80289" y="122986"/>
                  </a:lnTo>
                  <a:lnTo>
                    <a:pt x="80695" y="124625"/>
                  </a:lnTo>
                  <a:lnTo>
                    <a:pt x="80225" y="125831"/>
                  </a:lnTo>
                  <a:lnTo>
                    <a:pt x="80391" y="125831"/>
                  </a:lnTo>
                  <a:lnTo>
                    <a:pt x="81838" y="129540"/>
                  </a:lnTo>
                  <a:lnTo>
                    <a:pt x="82473" y="134620"/>
                  </a:lnTo>
                  <a:lnTo>
                    <a:pt x="82575" y="139293"/>
                  </a:lnTo>
                  <a:lnTo>
                    <a:pt x="83972" y="144780"/>
                  </a:lnTo>
                  <a:lnTo>
                    <a:pt x="83934" y="146050"/>
                  </a:lnTo>
                  <a:lnTo>
                    <a:pt x="83832" y="150139"/>
                  </a:lnTo>
                  <a:lnTo>
                    <a:pt x="84467" y="153670"/>
                  </a:lnTo>
                  <a:lnTo>
                    <a:pt x="84505" y="153924"/>
                  </a:lnTo>
                  <a:lnTo>
                    <a:pt x="84620" y="154584"/>
                  </a:lnTo>
                  <a:lnTo>
                    <a:pt x="84696" y="154990"/>
                  </a:lnTo>
                  <a:lnTo>
                    <a:pt x="82029" y="154990"/>
                  </a:lnTo>
                  <a:lnTo>
                    <a:pt x="84836" y="156210"/>
                  </a:lnTo>
                  <a:lnTo>
                    <a:pt x="84861" y="161493"/>
                  </a:lnTo>
                  <a:lnTo>
                    <a:pt x="85877" y="165100"/>
                  </a:lnTo>
                  <a:lnTo>
                    <a:pt x="85115" y="170180"/>
                  </a:lnTo>
                  <a:lnTo>
                    <a:pt x="81762" y="170180"/>
                  </a:lnTo>
                  <a:lnTo>
                    <a:pt x="78867" y="171450"/>
                  </a:lnTo>
                  <a:lnTo>
                    <a:pt x="85458" y="171450"/>
                  </a:lnTo>
                  <a:lnTo>
                    <a:pt x="85572" y="173990"/>
                  </a:lnTo>
                  <a:lnTo>
                    <a:pt x="85674" y="179070"/>
                  </a:lnTo>
                  <a:lnTo>
                    <a:pt x="86956" y="179070"/>
                  </a:lnTo>
                  <a:lnTo>
                    <a:pt x="86893" y="173990"/>
                  </a:lnTo>
                  <a:lnTo>
                    <a:pt x="86804" y="172720"/>
                  </a:lnTo>
                  <a:lnTo>
                    <a:pt x="86715" y="171450"/>
                  </a:lnTo>
                  <a:lnTo>
                    <a:pt x="90766" y="170180"/>
                  </a:lnTo>
                  <a:lnTo>
                    <a:pt x="86791" y="170180"/>
                  </a:lnTo>
                  <a:lnTo>
                    <a:pt x="86677" y="166370"/>
                  </a:lnTo>
                  <a:lnTo>
                    <a:pt x="86626" y="165100"/>
                  </a:lnTo>
                  <a:lnTo>
                    <a:pt x="85915" y="160020"/>
                  </a:lnTo>
                  <a:lnTo>
                    <a:pt x="85813" y="154990"/>
                  </a:lnTo>
                  <a:lnTo>
                    <a:pt x="89014" y="154990"/>
                  </a:lnTo>
                  <a:lnTo>
                    <a:pt x="91617" y="153670"/>
                  </a:lnTo>
                  <a:lnTo>
                    <a:pt x="89128" y="153670"/>
                  </a:lnTo>
                  <a:lnTo>
                    <a:pt x="85813" y="154952"/>
                  </a:lnTo>
                  <a:lnTo>
                    <a:pt x="85813" y="154584"/>
                  </a:lnTo>
                  <a:lnTo>
                    <a:pt x="85725" y="153670"/>
                  </a:lnTo>
                  <a:lnTo>
                    <a:pt x="85610" y="152400"/>
                  </a:lnTo>
                  <a:lnTo>
                    <a:pt x="85496" y="151130"/>
                  </a:lnTo>
                  <a:lnTo>
                    <a:pt x="85382" y="149974"/>
                  </a:lnTo>
                  <a:lnTo>
                    <a:pt x="84620" y="144780"/>
                  </a:lnTo>
                  <a:lnTo>
                    <a:pt x="84518" y="142240"/>
                  </a:lnTo>
                  <a:lnTo>
                    <a:pt x="84429" y="139890"/>
                  </a:lnTo>
                  <a:lnTo>
                    <a:pt x="86271" y="139890"/>
                  </a:lnTo>
                  <a:lnTo>
                    <a:pt x="87972" y="138430"/>
                  </a:lnTo>
                  <a:lnTo>
                    <a:pt x="83883" y="138430"/>
                  </a:lnTo>
                  <a:lnTo>
                    <a:pt x="83769" y="136144"/>
                  </a:lnTo>
                  <a:lnTo>
                    <a:pt x="83693" y="134620"/>
                  </a:lnTo>
                  <a:lnTo>
                    <a:pt x="82791" y="129540"/>
                  </a:lnTo>
                  <a:lnTo>
                    <a:pt x="82321" y="127457"/>
                  </a:lnTo>
                  <a:lnTo>
                    <a:pt x="82219" y="127000"/>
                  </a:lnTo>
                  <a:lnTo>
                    <a:pt x="82156" y="126733"/>
                  </a:lnTo>
                  <a:lnTo>
                    <a:pt x="82067" y="126314"/>
                  </a:lnTo>
                  <a:lnTo>
                    <a:pt x="81953" y="125831"/>
                  </a:lnTo>
                  <a:lnTo>
                    <a:pt x="82969" y="125831"/>
                  </a:lnTo>
                  <a:lnTo>
                    <a:pt x="83921" y="124625"/>
                  </a:lnTo>
                  <a:lnTo>
                    <a:pt x="82270" y="124625"/>
                  </a:lnTo>
                  <a:lnTo>
                    <a:pt x="80848" y="120840"/>
                  </a:lnTo>
                  <a:lnTo>
                    <a:pt x="80772" y="120650"/>
                  </a:lnTo>
                  <a:lnTo>
                    <a:pt x="80657" y="118211"/>
                  </a:lnTo>
                  <a:lnTo>
                    <a:pt x="80543" y="115633"/>
                  </a:lnTo>
                  <a:lnTo>
                    <a:pt x="79400" y="111950"/>
                  </a:lnTo>
                  <a:lnTo>
                    <a:pt x="79336" y="111760"/>
                  </a:lnTo>
                  <a:lnTo>
                    <a:pt x="80391" y="111760"/>
                  </a:lnTo>
                  <a:lnTo>
                    <a:pt x="81356" y="114300"/>
                  </a:lnTo>
                  <a:lnTo>
                    <a:pt x="82550" y="116840"/>
                  </a:lnTo>
                  <a:lnTo>
                    <a:pt x="83426" y="119253"/>
                  </a:lnTo>
                  <a:lnTo>
                    <a:pt x="83350" y="114300"/>
                  </a:lnTo>
                  <a:lnTo>
                    <a:pt x="81559" y="111760"/>
                  </a:lnTo>
                  <a:lnTo>
                    <a:pt x="80733" y="110591"/>
                  </a:lnTo>
                  <a:lnTo>
                    <a:pt x="83299" y="113030"/>
                  </a:lnTo>
                  <a:lnTo>
                    <a:pt x="86652" y="117817"/>
                  </a:lnTo>
                  <a:lnTo>
                    <a:pt x="86893" y="118211"/>
                  </a:lnTo>
                  <a:lnTo>
                    <a:pt x="88252" y="121920"/>
                  </a:lnTo>
                  <a:lnTo>
                    <a:pt x="87655" y="121920"/>
                  </a:lnTo>
                  <a:lnTo>
                    <a:pt x="87299" y="122986"/>
                  </a:lnTo>
                  <a:lnTo>
                    <a:pt x="87223" y="123190"/>
                  </a:lnTo>
                  <a:lnTo>
                    <a:pt x="88214" y="123190"/>
                  </a:lnTo>
                  <a:lnTo>
                    <a:pt x="88900" y="121920"/>
                  </a:lnTo>
                  <a:lnTo>
                    <a:pt x="91605" y="125831"/>
                  </a:lnTo>
                  <a:lnTo>
                    <a:pt x="93687" y="129540"/>
                  </a:lnTo>
                  <a:lnTo>
                    <a:pt x="95796" y="133070"/>
                  </a:lnTo>
                  <a:lnTo>
                    <a:pt x="95948" y="133362"/>
                  </a:lnTo>
                  <a:lnTo>
                    <a:pt x="94576" y="134620"/>
                  </a:lnTo>
                  <a:lnTo>
                    <a:pt x="92621" y="136144"/>
                  </a:lnTo>
                  <a:lnTo>
                    <a:pt x="92773" y="136144"/>
                  </a:lnTo>
                  <a:lnTo>
                    <a:pt x="94284" y="136144"/>
                  </a:lnTo>
                  <a:lnTo>
                    <a:pt x="95999" y="134620"/>
                  </a:lnTo>
                  <a:lnTo>
                    <a:pt x="98958" y="138430"/>
                  </a:lnTo>
                  <a:lnTo>
                    <a:pt x="101765" y="142240"/>
                  </a:lnTo>
                  <a:lnTo>
                    <a:pt x="99949" y="138430"/>
                  </a:lnTo>
                  <a:lnTo>
                    <a:pt x="98082" y="134620"/>
                  </a:lnTo>
                  <a:lnTo>
                    <a:pt x="97472" y="133362"/>
                  </a:lnTo>
                  <a:lnTo>
                    <a:pt x="98742" y="132080"/>
                  </a:lnTo>
                  <a:lnTo>
                    <a:pt x="100126" y="130810"/>
                  </a:lnTo>
                  <a:lnTo>
                    <a:pt x="98615" y="132080"/>
                  </a:lnTo>
                  <a:lnTo>
                    <a:pt x="97142" y="133350"/>
                  </a:lnTo>
                  <a:lnTo>
                    <a:pt x="94615" y="129540"/>
                  </a:lnTo>
                  <a:lnTo>
                    <a:pt x="92265" y="125831"/>
                  </a:lnTo>
                  <a:lnTo>
                    <a:pt x="90449" y="121920"/>
                  </a:lnTo>
                  <a:lnTo>
                    <a:pt x="90868" y="120840"/>
                  </a:lnTo>
                  <a:lnTo>
                    <a:pt x="90932" y="120650"/>
                  </a:lnTo>
                  <a:lnTo>
                    <a:pt x="91757" y="120650"/>
                  </a:lnTo>
                  <a:lnTo>
                    <a:pt x="92316" y="119468"/>
                  </a:lnTo>
                  <a:lnTo>
                    <a:pt x="92443" y="119468"/>
                  </a:lnTo>
                  <a:lnTo>
                    <a:pt x="95669" y="123190"/>
                  </a:lnTo>
                  <a:lnTo>
                    <a:pt x="98196" y="125831"/>
                  </a:lnTo>
                  <a:lnTo>
                    <a:pt x="101320" y="129540"/>
                  </a:lnTo>
                  <a:lnTo>
                    <a:pt x="100076" y="130810"/>
                  </a:lnTo>
                  <a:lnTo>
                    <a:pt x="101650" y="129540"/>
                  </a:lnTo>
                  <a:lnTo>
                    <a:pt x="105511" y="133362"/>
                  </a:lnTo>
                  <a:lnTo>
                    <a:pt x="108458" y="137160"/>
                  </a:lnTo>
                  <a:lnTo>
                    <a:pt x="111531" y="140970"/>
                  </a:lnTo>
                  <a:lnTo>
                    <a:pt x="110604" y="142240"/>
                  </a:lnTo>
                  <a:lnTo>
                    <a:pt x="111607" y="142240"/>
                  </a:lnTo>
                  <a:lnTo>
                    <a:pt x="113982" y="143179"/>
                  </a:lnTo>
                  <a:lnTo>
                    <a:pt x="114985" y="143802"/>
                  </a:lnTo>
                  <a:lnTo>
                    <a:pt x="114820" y="143510"/>
                  </a:lnTo>
                  <a:lnTo>
                    <a:pt x="114515" y="143510"/>
                  </a:lnTo>
                  <a:lnTo>
                    <a:pt x="114401" y="143357"/>
                  </a:lnTo>
                  <a:lnTo>
                    <a:pt x="112801" y="140970"/>
                  </a:lnTo>
                  <a:lnTo>
                    <a:pt x="113665" y="139890"/>
                  </a:lnTo>
                  <a:lnTo>
                    <a:pt x="114833" y="138430"/>
                  </a:lnTo>
                  <a:lnTo>
                    <a:pt x="116801" y="136144"/>
                  </a:lnTo>
                  <a:lnTo>
                    <a:pt x="116636" y="136144"/>
                  </a:lnTo>
                  <a:lnTo>
                    <a:pt x="114731" y="137160"/>
                  </a:lnTo>
                  <a:lnTo>
                    <a:pt x="112788" y="139712"/>
                  </a:lnTo>
                  <a:lnTo>
                    <a:pt x="109220" y="136144"/>
                  </a:lnTo>
                  <a:lnTo>
                    <a:pt x="108127" y="134620"/>
                  </a:lnTo>
                  <a:lnTo>
                    <a:pt x="106426" y="132080"/>
                  </a:lnTo>
                  <a:lnTo>
                    <a:pt x="102882" y="129540"/>
                  </a:lnTo>
                  <a:lnTo>
                    <a:pt x="103276" y="128473"/>
                  </a:lnTo>
                  <a:lnTo>
                    <a:pt x="103339" y="128320"/>
                  </a:lnTo>
                  <a:lnTo>
                    <a:pt x="103822" y="127000"/>
                  </a:lnTo>
                  <a:lnTo>
                    <a:pt x="103327" y="127457"/>
                  </a:lnTo>
                  <a:lnTo>
                    <a:pt x="102514" y="128270"/>
                  </a:lnTo>
                  <a:lnTo>
                    <a:pt x="99034" y="125831"/>
                  </a:lnTo>
                  <a:lnTo>
                    <a:pt x="98704" y="125349"/>
                  </a:lnTo>
                  <a:lnTo>
                    <a:pt x="96939" y="121920"/>
                  </a:lnTo>
                  <a:lnTo>
                    <a:pt x="93548" y="119468"/>
                  </a:lnTo>
                  <a:lnTo>
                    <a:pt x="93395" y="119468"/>
                  </a:lnTo>
                  <a:lnTo>
                    <a:pt x="93726" y="118478"/>
                  </a:lnTo>
                  <a:lnTo>
                    <a:pt x="93814" y="118211"/>
                  </a:lnTo>
                  <a:lnTo>
                    <a:pt x="94818" y="118211"/>
                  </a:lnTo>
                  <a:lnTo>
                    <a:pt x="95288" y="116840"/>
                  </a:lnTo>
                  <a:lnTo>
                    <a:pt x="99123" y="118097"/>
                  </a:lnTo>
                  <a:lnTo>
                    <a:pt x="96266" y="114300"/>
                  </a:lnTo>
                  <a:lnTo>
                    <a:pt x="96405" y="113461"/>
                  </a:lnTo>
                  <a:lnTo>
                    <a:pt x="96469" y="113030"/>
                  </a:lnTo>
                  <a:lnTo>
                    <a:pt x="96227" y="113030"/>
                  </a:lnTo>
                  <a:lnTo>
                    <a:pt x="95885" y="114300"/>
                  </a:lnTo>
                  <a:lnTo>
                    <a:pt x="94703" y="113957"/>
                  </a:lnTo>
                  <a:lnTo>
                    <a:pt x="94703" y="115633"/>
                  </a:lnTo>
                  <a:lnTo>
                    <a:pt x="94335" y="116840"/>
                  </a:lnTo>
                  <a:lnTo>
                    <a:pt x="93599" y="116840"/>
                  </a:lnTo>
                  <a:lnTo>
                    <a:pt x="92976" y="118110"/>
                  </a:lnTo>
                  <a:lnTo>
                    <a:pt x="92252" y="117602"/>
                  </a:lnTo>
                  <a:lnTo>
                    <a:pt x="92252" y="119468"/>
                  </a:lnTo>
                  <a:lnTo>
                    <a:pt x="91376" y="119468"/>
                  </a:lnTo>
                  <a:lnTo>
                    <a:pt x="90678" y="120650"/>
                  </a:lnTo>
                  <a:lnTo>
                    <a:pt x="89890" y="120650"/>
                  </a:lnTo>
                  <a:lnTo>
                    <a:pt x="87033" y="116840"/>
                  </a:lnTo>
                  <a:lnTo>
                    <a:pt x="85140" y="113030"/>
                  </a:lnTo>
                  <a:lnTo>
                    <a:pt x="82486" y="110591"/>
                  </a:lnTo>
                  <a:lnTo>
                    <a:pt x="82651" y="110591"/>
                  </a:lnTo>
                  <a:lnTo>
                    <a:pt x="86004" y="111760"/>
                  </a:lnTo>
                  <a:lnTo>
                    <a:pt x="88798" y="116840"/>
                  </a:lnTo>
                  <a:lnTo>
                    <a:pt x="92252" y="119468"/>
                  </a:lnTo>
                  <a:lnTo>
                    <a:pt x="92252" y="117602"/>
                  </a:lnTo>
                  <a:lnTo>
                    <a:pt x="89522" y="115633"/>
                  </a:lnTo>
                  <a:lnTo>
                    <a:pt x="89065" y="114896"/>
                  </a:lnTo>
                  <a:lnTo>
                    <a:pt x="87452" y="111950"/>
                  </a:lnTo>
                  <a:lnTo>
                    <a:pt x="87337" y="111760"/>
                  </a:lnTo>
                  <a:lnTo>
                    <a:pt x="85585" y="110591"/>
                  </a:lnTo>
                  <a:lnTo>
                    <a:pt x="83540" y="109220"/>
                  </a:lnTo>
                  <a:lnTo>
                    <a:pt x="87858" y="110591"/>
                  </a:lnTo>
                  <a:lnTo>
                    <a:pt x="87680" y="110591"/>
                  </a:lnTo>
                  <a:lnTo>
                    <a:pt x="90830" y="113030"/>
                  </a:lnTo>
                  <a:lnTo>
                    <a:pt x="93687" y="114896"/>
                  </a:lnTo>
                  <a:lnTo>
                    <a:pt x="94703" y="115633"/>
                  </a:lnTo>
                  <a:lnTo>
                    <a:pt x="94703" y="113957"/>
                  </a:lnTo>
                  <a:lnTo>
                    <a:pt x="91516" y="113030"/>
                  </a:lnTo>
                  <a:lnTo>
                    <a:pt x="88658" y="109220"/>
                  </a:lnTo>
                  <a:lnTo>
                    <a:pt x="84607" y="107975"/>
                  </a:lnTo>
                  <a:lnTo>
                    <a:pt x="88226" y="107975"/>
                  </a:lnTo>
                  <a:lnTo>
                    <a:pt x="92837" y="110591"/>
                  </a:lnTo>
                  <a:lnTo>
                    <a:pt x="92964" y="110591"/>
                  </a:lnTo>
                  <a:lnTo>
                    <a:pt x="96608" y="111760"/>
                  </a:lnTo>
                  <a:lnTo>
                    <a:pt x="96862" y="112699"/>
                  </a:lnTo>
                  <a:lnTo>
                    <a:pt x="96939" y="113030"/>
                  </a:lnTo>
                  <a:lnTo>
                    <a:pt x="97536" y="113030"/>
                  </a:lnTo>
                  <a:lnTo>
                    <a:pt x="101892" y="114300"/>
                  </a:lnTo>
                  <a:lnTo>
                    <a:pt x="106883" y="115633"/>
                  </a:lnTo>
                  <a:lnTo>
                    <a:pt x="106743" y="115633"/>
                  </a:lnTo>
                  <a:lnTo>
                    <a:pt x="110502" y="118211"/>
                  </a:lnTo>
                  <a:lnTo>
                    <a:pt x="110248" y="118211"/>
                  </a:lnTo>
                  <a:lnTo>
                    <a:pt x="109258" y="119253"/>
                  </a:lnTo>
                  <a:lnTo>
                    <a:pt x="109093" y="119468"/>
                  </a:lnTo>
                  <a:lnTo>
                    <a:pt x="108381" y="121920"/>
                  </a:lnTo>
                  <a:lnTo>
                    <a:pt x="107238" y="123190"/>
                  </a:lnTo>
                  <a:lnTo>
                    <a:pt x="103746" y="120650"/>
                  </a:lnTo>
                  <a:lnTo>
                    <a:pt x="99326" y="118211"/>
                  </a:lnTo>
                  <a:lnTo>
                    <a:pt x="99441" y="118478"/>
                  </a:lnTo>
                  <a:lnTo>
                    <a:pt x="102222" y="121920"/>
                  </a:lnTo>
                  <a:lnTo>
                    <a:pt x="106159" y="123190"/>
                  </a:lnTo>
                  <a:lnTo>
                    <a:pt x="105448" y="125044"/>
                  </a:lnTo>
                  <a:lnTo>
                    <a:pt x="105333" y="125349"/>
                  </a:lnTo>
                  <a:lnTo>
                    <a:pt x="105079" y="125831"/>
                  </a:lnTo>
                  <a:lnTo>
                    <a:pt x="103771" y="127000"/>
                  </a:lnTo>
                  <a:lnTo>
                    <a:pt x="105460" y="127000"/>
                  </a:lnTo>
                  <a:lnTo>
                    <a:pt x="106476" y="124625"/>
                  </a:lnTo>
                  <a:lnTo>
                    <a:pt x="106845" y="124625"/>
                  </a:lnTo>
                  <a:lnTo>
                    <a:pt x="111226" y="127000"/>
                  </a:lnTo>
                  <a:lnTo>
                    <a:pt x="115201" y="130810"/>
                  </a:lnTo>
                  <a:lnTo>
                    <a:pt x="118491" y="133362"/>
                  </a:lnTo>
                  <a:lnTo>
                    <a:pt x="116852" y="136144"/>
                  </a:lnTo>
                  <a:lnTo>
                    <a:pt x="117970" y="134620"/>
                  </a:lnTo>
                  <a:lnTo>
                    <a:pt x="118973" y="133362"/>
                  </a:lnTo>
                  <a:lnTo>
                    <a:pt x="124155" y="137160"/>
                  </a:lnTo>
                  <a:lnTo>
                    <a:pt x="126276" y="138430"/>
                  </a:lnTo>
                  <a:lnTo>
                    <a:pt x="125133" y="136144"/>
                  </a:lnTo>
                  <a:lnTo>
                    <a:pt x="125488" y="136144"/>
                  </a:lnTo>
                  <a:lnTo>
                    <a:pt x="122529" y="134620"/>
                  </a:lnTo>
                  <a:lnTo>
                    <a:pt x="120180" y="133362"/>
                  </a:lnTo>
                  <a:lnTo>
                    <a:pt x="120713" y="132080"/>
                  </a:lnTo>
                  <a:lnTo>
                    <a:pt x="121805" y="129540"/>
                  </a:lnTo>
                  <a:lnTo>
                    <a:pt x="122491" y="128473"/>
                  </a:lnTo>
                  <a:lnTo>
                    <a:pt x="121386" y="129540"/>
                  </a:lnTo>
                  <a:lnTo>
                    <a:pt x="119672" y="132080"/>
                  </a:lnTo>
                  <a:lnTo>
                    <a:pt x="115354" y="129540"/>
                  </a:lnTo>
                  <a:lnTo>
                    <a:pt x="112141" y="125831"/>
                  </a:lnTo>
                  <a:lnTo>
                    <a:pt x="111404" y="125349"/>
                  </a:lnTo>
                  <a:lnTo>
                    <a:pt x="110172" y="124625"/>
                  </a:lnTo>
                  <a:lnTo>
                    <a:pt x="107721" y="123190"/>
                  </a:lnTo>
                  <a:lnTo>
                    <a:pt x="108686" y="121920"/>
                  </a:lnTo>
                  <a:lnTo>
                    <a:pt x="109728" y="119468"/>
                  </a:lnTo>
                  <a:lnTo>
                    <a:pt x="109893" y="119253"/>
                  </a:lnTo>
                  <a:lnTo>
                    <a:pt x="110871" y="118211"/>
                  </a:lnTo>
                  <a:lnTo>
                    <a:pt x="111239" y="118211"/>
                  </a:lnTo>
                  <a:lnTo>
                    <a:pt x="117221" y="120650"/>
                  </a:lnTo>
                  <a:lnTo>
                    <a:pt x="119049" y="121920"/>
                  </a:lnTo>
                  <a:lnTo>
                    <a:pt x="124802" y="124625"/>
                  </a:lnTo>
                  <a:lnTo>
                    <a:pt x="124409" y="124625"/>
                  </a:lnTo>
                  <a:lnTo>
                    <a:pt x="124294" y="125044"/>
                  </a:lnTo>
                  <a:lnTo>
                    <a:pt x="124218" y="125349"/>
                  </a:lnTo>
                  <a:lnTo>
                    <a:pt x="124091" y="125831"/>
                  </a:lnTo>
                  <a:lnTo>
                    <a:pt x="123964" y="126314"/>
                  </a:lnTo>
                  <a:lnTo>
                    <a:pt x="125272" y="124625"/>
                  </a:lnTo>
                  <a:lnTo>
                    <a:pt x="125971" y="124625"/>
                  </a:lnTo>
                  <a:lnTo>
                    <a:pt x="129692" y="125717"/>
                  </a:lnTo>
                  <a:lnTo>
                    <a:pt x="125933" y="123190"/>
                  </a:lnTo>
                  <a:lnTo>
                    <a:pt x="126098" y="121920"/>
                  </a:lnTo>
                  <a:lnTo>
                    <a:pt x="127025" y="119468"/>
                  </a:lnTo>
                  <a:lnTo>
                    <a:pt x="127838" y="116840"/>
                  </a:lnTo>
                  <a:lnTo>
                    <a:pt x="126885" y="117817"/>
                  </a:lnTo>
                  <a:lnTo>
                    <a:pt x="126568" y="118211"/>
                  </a:lnTo>
                  <a:lnTo>
                    <a:pt x="126187" y="120650"/>
                  </a:lnTo>
                  <a:lnTo>
                    <a:pt x="125336" y="122986"/>
                  </a:lnTo>
                  <a:lnTo>
                    <a:pt x="125260" y="123190"/>
                  </a:lnTo>
                  <a:lnTo>
                    <a:pt x="119583" y="120650"/>
                  </a:lnTo>
                  <a:lnTo>
                    <a:pt x="117348" y="119468"/>
                  </a:lnTo>
                  <a:lnTo>
                    <a:pt x="111455" y="116840"/>
                  </a:lnTo>
                  <a:lnTo>
                    <a:pt x="112407" y="114300"/>
                  </a:lnTo>
                  <a:lnTo>
                    <a:pt x="112280" y="113461"/>
                  </a:lnTo>
                  <a:lnTo>
                    <a:pt x="112217" y="113030"/>
                  </a:lnTo>
                  <a:lnTo>
                    <a:pt x="111798" y="114300"/>
                  </a:lnTo>
                  <a:lnTo>
                    <a:pt x="110871" y="116840"/>
                  </a:lnTo>
                  <a:lnTo>
                    <a:pt x="106781" y="114300"/>
                  </a:lnTo>
                  <a:lnTo>
                    <a:pt x="102654" y="113030"/>
                  </a:lnTo>
                  <a:lnTo>
                    <a:pt x="98056" y="111760"/>
                  </a:lnTo>
                  <a:lnTo>
                    <a:pt x="98729" y="110591"/>
                  </a:lnTo>
                  <a:lnTo>
                    <a:pt x="98056" y="109220"/>
                  </a:lnTo>
                  <a:lnTo>
                    <a:pt x="97345" y="110502"/>
                  </a:lnTo>
                  <a:lnTo>
                    <a:pt x="93433" y="109220"/>
                  </a:lnTo>
                  <a:lnTo>
                    <a:pt x="91554" y="107975"/>
                  </a:lnTo>
                  <a:lnTo>
                    <a:pt x="89598" y="106680"/>
                  </a:lnTo>
                  <a:lnTo>
                    <a:pt x="85559" y="105511"/>
                  </a:lnTo>
                  <a:lnTo>
                    <a:pt x="89573" y="105511"/>
                  </a:lnTo>
                  <a:lnTo>
                    <a:pt x="93967" y="106680"/>
                  </a:lnTo>
                  <a:lnTo>
                    <a:pt x="98412" y="107975"/>
                  </a:lnTo>
                  <a:lnTo>
                    <a:pt x="98044" y="109220"/>
                  </a:lnTo>
                  <a:lnTo>
                    <a:pt x="98691" y="108115"/>
                  </a:lnTo>
                  <a:lnTo>
                    <a:pt x="98767" y="107975"/>
                  </a:lnTo>
                  <a:lnTo>
                    <a:pt x="103263" y="109220"/>
                  </a:lnTo>
                  <a:lnTo>
                    <a:pt x="112661" y="111760"/>
                  </a:lnTo>
                  <a:lnTo>
                    <a:pt x="112344" y="112699"/>
                  </a:lnTo>
                  <a:lnTo>
                    <a:pt x="112229" y="113030"/>
                  </a:lnTo>
                  <a:lnTo>
                    <a:pt x="113360" y="111760"/>
                  </a:lnTo>
                  <a:lnTo>
                    <a:pt x="118135" y="113030"/>
                  </a:lnTo>
                  <a:lnTo>
                    <a:pt x="122529" y="113030"/>
                  </a:lnTo>
                  <a:lnTo>
                    <a:pt x="127241" y="114300"/>
                  </a:lnTo>
                  <a:lnTo>
                    <a:pt x="128219" y="114300"/>
                  </a:lnTo>
                  <a:lnTo>
                    <a:pt x="128689" y="114300"/>
                  </a:lnTo>
                  <a:lnTo>
                    <a:pt x="134467" y="115582"/>
                  </a:lnTo>
                  <a:lnTo>
                    <a:pt x="137109" y="114896"/>
                  </a:lnTo>
                  <a:lnTo>
                    <a:pt x="136245" y="114300"/>
                  </a:lnTo>
                  <a:lnTo>
                    <a:pt x="129565" y="113030"/>
                  </a:lnTo>
                  <a:lnTo>
                    <a:pt x="128562" y="113030"/>
                  </a:lnTo>
                  <a:lnTo>
                    <a:pt x="123723" y="111760"/>
                  </a:lnTo>
                  <a:lnTo>
                    <a:pt x="113576" y="109220"/>
                  </a:lnTo>
                  <a:lnTo>
                    <a:pt x="113741" y="108115"/>
                  </a:lnTo>
                  <a:lnTo>
                    <a:pt x="112852" y="109220"/>
                  </a:lnTo>
                  <a:lnTo>
                    <a:pt x="108394" y="107975"/>
                  </a:lnTo>
                  <a:lnTo>
                    <a:pt x="104216" y="107975"/>
                  </a:lnTo>
                  <a:lnTo>
                    <a:pt x="99441" y="106680"/>
                  </a:lnTo>
                  <a:lnTo>
                    <a:pt x="99517" y="104279"/>
                  </a:lnTo>
                  <a:lnTo>
                    <a:pt x="99009" y="104279"/>
                  </a:lnTo>
                  <a:lnTo>
                    <a:pt x="98907" y="105511"/>
                  </a:lnTo>
                  <a:lnTo>
                    <a:pt x="98602" y="106680"/>
                  </a:lnTo>
                  <a:lnTo>
                    <a:pt x="94373" y="105511"/>
                  </a:lnTo>
                  <a:lnTo>
                    <a:pt x="89979" y="105511"/>
                  </a:lnTo>
                  <a:lnTo>
                    <a:pt x="85369" y="104279"/>
                  </a:lnTo>
                  <a:lnTo>
                    <a:pt x="84378" y="104279"/>
                  </a:lnTo>
                  <a:lnTo>
                    <a:pt x="89471" y="102870"/>
                  </a:lnTo>
                  <a:lnTo>
                    <a:pt x="94107" y="102870"/>
                  </a:lnTo>
                  <a:lnTo>
                    <a:pt x="99517" y="104279"/>
                  </a:lnTo>
                  <a:lnTo>
                    <a:pt x="99529" y="103949"/>
                  </a:lnTo>
                  <a:lnTo>
                    <a:pt x="99961" y="102870"/>
                  </a:lnTo>
                  <a:lnTo>
                    <a:pt x="104851" y="104152"/>
                  </a:lnTo>
                  <a:lnTo>
                    <a:pt x="109207" y="102870"/>
                  </a:lnTo>
                  <a:lnTo>
                    <a:pt x="114236" y="104190"/>
                  </a:lnTo>
                  <a:lnTo>
                    <a:pt x="118973" y="102870"/>
                  </a:lnTo>
                  <a:lnTo>
                    <a:pt x="128892" y="102870"/>
                  </a:lnTo>
                  <a:lnTo>
                    <a:pt x="129832" y="103949"/>
                  </a:lnTo>
                  <a:lnTo>
                    <a:pt x="130162" y="102870"/>
                  </a:lnTo>
                  <a:lnTo>
                    <a:pt x="136296" y="102870"/>
                  </a:lnTo>
                  <a:lnTo>
                    <a:pt x="140779" y="101765"/>
                  </a:lnTo>
                  <a:lnTo>
                    <a:pt x="142011" y="101765"/>
                  </a:lnTo>
                  <a:lnTo>
                    <a:pt x="146011" y="102870"/>
                  </a:lnTo>
                  <a:lnTo>
                    <a:pt x="147091" y="102870"/>
                  </a:lnTo>
                  <a:lnTo>
                    <a:pt x="148729" y="101765"/>
                  </a:lnTo>
                  <a:lnTo>
                    <a:pt x="148958" y="101765"/>
                  </a:lnTo>
                  <a:lnTo>
                    <a:pt x="148958" y="100330"/>
                  </a:lnTo>
                  <a:lnTo>
                    <a:pt x="146519" y="100330"/>
                  </a:lnTo>
                  <a:lnTo>
                    <a:pt x="146342" y="100330"/>
                  </a:lnTo>
                  <a:lnTo>
                    <a:pt x="145567" y="100330"/>
                  </a:lnTo>
                  <a:lnTo>
                    <a:pt x="139763" y="101765"/>
                  </a:lnTo>
                  <a:lnTo>
                    <a:pt x="130035" y="101765"/>
                  </a:lnTo>
                  <a:lnTo>
                    <a:pt x="129933" y="100330"/>
                  </a:lnTo>
                  <a:lnTo>
                    <a:pt x="129844" y="99060"/>
                  </a:lnTo>
                  <a:lnTo>
                    <a:pt x="129578" y="99707"/>
                  </a:lnTo>
                  <a:lnTo>
                    <a:pt x="129070" y="101765"/>
                  </a:lnTo>
                  <a:lnTo>
                    <a:pt x="119100" y="101765"/>
                  </a:lnTo>
                  <a:lnTo>
                    <a:pt x="115049" y="102870"/>
                  </a:lnTo>
                  <a:lnTo>
                    <a:pt x="114211" y="100330"/>
                  </a:lnTo>
                  <a:lnTo>
                    <a:pt x="114515" y="99060"/>
                  </a:lnTo>
                  <a:lnTo>
                    <a:pt x="114325" y="97878"/>
                  </a:lnTo>
                  <a:lnTo>
                    <a:pt x="114274" y="97523"/>
                  </a:lnTo>
                  <a:lnTo>
                    <a:pt x="114185" y="96964"/>
                  </a:lnTo>
                  <a:lnTo>
                    <a:pt x="114134" y="96672"/>
                  </a:lnTo>
                  <a:lnTo>
                    <a:pt x="113588" y="96672"/>
                  </a:lnTo>
                  <a:lnTo>
                    <a:pt x="118579" y="95250"/>
                  </a:lnTo>
                  <a:lnTo>
                    <a:pt x="123444" y="94005"/>
                  </a:lnTo>
                  <a:lnTo>
                    <a:pt x="128689" y="92722"/>
                  </a:lnTo>
                  <a:lnTo>
                    <a:pt x="128663" y="94005"/>
                  </a:lnTo>
                  <a:lnTo>
                    <a:pt x="128562" y="96672"/>
                  </a:lnTo>
                  <a:lnTo>
                    <a:pt x="128739" y="96672"/>
                  </a:lnTo>
                  <a:lnTo>
                    <a:pt x="129730" y="97523"/>
                  </a:lnTo>
                  <a:lnTo>
                    <a:pt x="129667" y="96672"/>
                  </a:lnTo>
                  <a:lnTo>
                    <a:pt x="129552" y="95250"/>
                  </a:lnTo>
                  <a:lnTo>
                    <a:pt x="128701" y="92722"/>
                  </a:lnTo>
                  <a:lnTo>
                    <a:pt x="128727" y="92354"/>
                  </a:lnTo>
                  <a:lnTo>
                    <a:pt x="128816" y="92684"/>
                  </a:lnTo>
                  <a:lnTo>
                    <a:pt x="130086" y="92354"/>
                  </a:lnTo>
                  <a:lnTo>
                    <a:pt x="143675" y="88900"/>
                  </a:lnTo>
                  <a:lnTo>
                    <a:pt x="144970" y="90563"/>
                  </a:lnTo>
                  <a:lnTo>
                    <a:pt x="144843" y="89179"/>
                  </a:lnTo>
                  <a:lnTo>
                    <a:pt x="144818" y="88900"/>
                  </a:lnTo>
                  <a:lnTo>
                    <a:pt x="146164" y="87630"/>
                  </a:lnTo>
                  <a:lnTo>
                    <a:pt x="147548" y="86360"/>
                  </a:lnTo>
                  <a:lnTo>
                    <a:pt x="144818" y="86360"/>
                  </a:lnTo>
                  <a:lnTo>
                    <a:pt x="143179" y="83540"/>
                  </a:lnTo>
                  <a:lnTo>
                    <a:pt x="143421" y="85217"/>
                  </a:lnTo>
                  <a:lnTo>
                    <a:pt x="143459" y="85496"/>
                  </a:lnTo>
                  <a:lnTo>
                    <a:pt x="143586" y="86360"/>
                  </a:lnTo>
                  <a:lnTo>
                    <a:pt x="139192" y="88900"/>
                  </a:lnTo>
                  <a:lnTo>
                    <a:pt x="134251" y="90170"/>
                  </a:lnTo>
                  <a:lnTo>
                    <a:pt x="129514" y="91440"/>
                  </a:lnTo>
                  <a:lnTo>
                    <a:pt x="127571" y="88900"/>
                  </a:lnTo>
                  <a:lnTo>
                    <a:pt x="127457" y="87630"/>
                  </a:lnTo>
                  <a:lnTo>
                    <a:pt x="127330" y="86360"/>
                  </a:lnTo>
                  <a:lnTo>
                    <a:pt x="127215" y="85217"/>
                  </a:lnTo>
                  <a:lnTo>
                    <a:pt x="126746" y="83921"/>
                  </a:lnTo>
                  <a:lnTo>
                    <a:pt x="126314" y="82816"/>
                  </a:lnTo>
                  <a:lnTo>
                    <a:pt x="126199" y="82550"/>
                  </a:lnTo>
                  <a:lnTo>
                    <a:pt x="130771" y="80010"/>
                  </a:lnTo>
                  <a:lnTo>
                    <a:pt x="133502" y="77863"/>
                  </a:lnTo>
                  <a:lnTo>
                    <a:pt x="130073" y="78816"/>
                  </a:lnTo>
                  <a:lnTo>
                    <a:pt x="130200" y="78816"/>
                  </a:lnTo>
                  <a:lnTo>
                    <a:pt x="125933" y="81292"/>
                  </a:lnTo>
                  <a:lnTo>
                    <a:pt x="124167" y="78816"/>
                  </a:lnTo>
                  <a:lnTo>
                    <a:pt x="123202" y="76898"/>
                  </a:lnTo>
                  <a:lnTo>
                    <a:pt x="123291" y="77863"/>
                  </a:lnTo>
                  <a:lnTo>
                    <a:pt x="123456" y="78816"/>
                  </a:lnTo>
                  <a:lnTo>
                    <a:pt x="125069" y="81343"/>
                  </a:lnTo>
                  <a:lnTo>
                    <a:pt x="124942" y="81343"/>
                  </a:lnTo>
                  <a:lnTo>
                    <a:pt x="121132" y="83718"/>
                  </a:lnTo>
                  <a:lnTo>
                    <a:pt x="125476" y="82550"/>
                  </a:lnTo>
                  <a:lnTo>
                    <a:pt x="126288" y="83921"/>
                  </a:lnTo>
                  <a:lnTo>
                    <a:pt x="127000" y="85217"/>
                  </a:lnTo>
                  <a:lnTo>
                    <a:pt x="127088" y="86360"/>
                  </a:lnTo>
                  <a:lnTo>
                    <a:pt x="127177" y="87439"/>
                  </a:lnTo>
                  <a:lnTo>
                    <a:pt x="127279" y="88900"/>
                  </a:lnTo>
                  <a:lnTo>
                    <a:pt x="128473" y="91528"/>
                  </a:lnTo>
                  <a:lnTo>
                    <a:pt x="128104" y="91528"/>
                  </a:lnTo>
                  <a:lnTo>
                    <a:pt x="123977" y="92710"/>
                  </a:lnTo>
                  <a:lnTo>
                    <a:pt x="119100" y="94005"/>
                  </a:lnTo>
                  <a:lnTo>
                    <a:pt x="114300" y="94005"/>
                  </a:lnTo>
                  <a:lnTo>
                    <a:pt x="113144" y="92710"/>
                  </a:lnTo>
                  <a:lnTo>
                    <a:pt x="112852" y="92049"/>
                  </a:lnTo>
                  <a:lnTo>
                    <a:pt x="112725" y="91770"/>
                  </a:lnTo>
                  <a:lnTo>
                    <a:pt x="112623" y="91528"/>
                  </a:lnTo>
                  <a:lnTo>
                    <a:pt x="112687" y="92710"/>
                  </a:lnTo>
                  <a:lnTo>
                    <a:pt x="113131" y="94005"/>
                  </a:lnTo>
                  <a:lnTo>
                    <a:pt x="108712" y="96672"/>
                  </a:lnTo>
                  <a:lnTo>
                    <a:pt x="103416" y="96672"/>
                  </a:lnTo>
                  <a:lnTo>
                    <a:pt x="102285" y="96964"/>
                  </a:lnTo>
                  <a:lnTo>
                    <a:pt x="110667" y="97802"/>
                  </a:lnTo>
                  <a:lnTo>
                    <a:pt x="113182" y="96672"/>
                  </a:lnTo>
                  <a:lnTo>
                    <a:pt x="113563" y="96672"/>
                  </a:lnTo>
                  <a:lnTo>
                    <a:pt x="113804" y="97523"/>
                  </a:lnTo>
                  <a:lnTo>
                    <a:pt x="113728" y="100330"/>
                  </a:lnTo>
                  <a:lnTo>
                    <a:pt x="114300" y="101765"/>
                  </a:lnTo>
                  <a:lnTo>
                    <a:pt x="113703" y="101765"/>
                  </a:lnTo>
                  <a:lnTo>
                    <a:pt x="109994" y="102870"/>
                  </a:lnTo>
                  <a:lnTo>
                    <a:pt x="105232" y="101765"/>
                  </a:lnTo>
                  <a:lnTo>
                    <a:pt x="99834" y="101765"/>
                  </a:lnTo>
                  <a:lnTo>
                    <a:pt x="99695" y="101765"/>
                  </a:lnTo>
                  <a:lnTo>
                    <a:pt x="99491" y="101765"/>
                  </a:lnTo>
                  <a:lnTo>
                    <a:pt x="98856" y="102870"/>
                  </a:lnTo>
                  <a:lnTo>
                    <a:pt x="94703" y="102870"/>
                  </a:lnTo>
                  <a:lnTo>
                    <a:pt x="90919" y="101765"/>
                  </a:lnTo>
                  <a:lnTo>
                    <a:pt x="87071" y="101765"/>
                  </a:lnTo>
                  <a:lnTo>
                    <a:pt x="90043" y="100330"/>
                  </a:lnTo>
                  <a:lnTo>
                    <a:pt x="85890" y="100330"/>
                  </a:lnTo>
                  <a:lnTo>
                    <a:pt x="87820" y="99060"/>
                  </a:lnTo>
                  <a:lnTo>
                    <a:pt x="89623" y="97878"/>
                  </a:lnTo>
                  <a:lnTo>
                    <a:pt x="89496" y="97878"/>
                  </a:lnTo>
                  <a:lnTo>
                    <a:pt x="93192" y="96672"/>
                  </a:lnTo>
                  <a:lnTo>
                    <a:pt x="89014" y="96672"/>
                  </a:lnTo>
                  <a:lnTo>
                    <a:pt x="85293" y="99060"/>
                  </a:lnTo>
                  <a:lnTo>
                    <a:pt x="86398" y="97878"/>
                  </a:lnTo>
                  <a:lnTo>
                    <a:pt x="87515" y="96672"/>
                  </a:lnTo>
                  <a:lnTo>
                    <a:pt x="87376" y="96672"/>
                  </a:lnTo>
                  <a:lnTo>
                    <a:pt x="92544" y="94005"/>
                  </a:lnTo>
                  <a:lnTo>
                    <a:pt x="96100" y="91528"/>
                  </a:lnTo>
                  <a:lnTo>
                    <a:pt x="96748" y="90563"/>
                  </a:lnTo>
                  <a:lnTo>
                    <a:pt x="96964" y="90170"/>
                  </a:lnTo>
                  <a:lnTo>
                    <a:pt x="104622" y="85217"/>
                  </a:lnTo>
                  <a:lnTo>
                    <a:pt x="108635" y="82550"/>
                  </a:lnTo>
                  <a:lnTo>
                    <a:pt x="109486" y="83540"/>
                  </a:lnTo>
                  <a:lnTo>
                    <a:pt x="109753" y="83921"/>
                  </a:lnTo>
                  <a:lnTo>
                    <a:pt x="110185" y="86360"/>
                  </a:lnTo>
                  <a:lnTo>
                    <a:pt x="110731" y="87439"/>
                  </a:lnTo>
                  <a:lnTo>
                    <a:pt x="110820" y="87630"/>
                  </a:lnTo>
                  <a:lnTo>
                    <a:pt x="106705" y="90170"/>
                  </a:lnTo>
                  <a:lnTo>
                    <a:pt x="102501" y="92710"/>
                  </a:lnTo>
                  <a:lnTo>
                    <a:pt x="103047" y="92570"/>
                  </a:lnTo>
                  <a:lnTo>
                    <a:pt x="106705" y="91528"/>
                  </a:lnTo>
                  <a:lnTo>
                    <a:pt x="106870" y="91528"/>
                  </a:lnTo>
                  <a:lnTo>
                    <a:pt x="111290" y="88900"/>
                  </a:lnTo>
                  <a:lnTo>
                    <a:pt x="112610" y="91528"/>
                  </a:lnTo>
                  <a:lnTo>
                    <a:pt x="112496" y="90563"/>
                  </a:lnTo>
                  <a:lnTo>
                    <a:pt x="112369" y="89179"/>
                  </a:lnTo>
                  <a:lnTo>
                    <a:pt x="112344" y="88900"/>
                  </a:lnTo>
                  <a:lnTo>
                    <a:pt x="116878" y="87630"/>
                  </a:lnTo>
                  <a:lnTo>
                    <a:pt x="120624" y="83921"/>
                  </a:lnTo>
                  <a:lnTo>
                    <a:pt x="116039" y="85217"/>
                  </a:lnTo>
                  <a:lnTo>
                    <a:pt x="116268" y="85217"/>
                  </a:lnTo>
                  <a:lnTo>
                    <a:pt x="112077" y="87630"/>
                  </a:lnTo>
                  <a:lnTo>
                    <a:pt x="110490" y="86360"/>
                  </a:lnTo>
                  <a:lnTo>
                    <a:pt x="110553" y="85217"/>
                  </a:lnTo>
                  <a:lnTo>
                    <a:pt x="110629" y="83921"/>
                  </a:lnTo>
                  <a:lnTo>
                    <a:pt x="110299" y="83540"/>
                  </a:lnTo>
                  <a:lnTo>
                    <a:pt x="109105" y="82550"/>
                  </a:lnTo>
                  <a:lnTo>
                    <a:pt x="116103" y="76581"/>
                  </a:lnTo>
                  <a:lnTo>
                    <a:pt x="115481" y="76898"/>
                  </a:lnTo>
                  <a:lnTo>
                    <a:pt x="112458" y="78816"/>
                  </a:lnTo>
                  <a:lnTo>
                    <a:pt x="108839" y="81292"/>
                  </a:lnTo>
                  <a:lnTo>
                    <a:pt x="107594" y="80010"/>
                  </a:lnTo>
                  <a:lnTo>
                    <a:pt x="105981" y="78816"/>
                  </a:lnTo>
                  <a:lnTo>
                    <a:pt x="106083" y="79641"/>
                  </a:lnTo>
                  <a:lnTo>
                    <a:pt x="106172" y="80010"/>
                  </a:lnTo>
                  <a:lnTo>
                    <a:pt x="108077" y="81343"/>
                  </a:lnTo>
                  <a:lnTo>
                    <a:pt x="107937" y="81343"/>
                  </a:lnTo>
                  <a:lnTo>
                    <a:pt x="104394" y="85217"/>
                  </a:lnTo>
                  <a:lnTo>
                    <a:pt x="104076" y="85217"/>
                  </a:lnTo>
                  <a:lnTo>
                    <a:pt x="100203" y="86360"/>
                  </a:lnTo>
                  <a:lnTo>
                    <a:pt x="96532" y="90170"/>
                  </a:lnTo>
                  <a:lnTo>
                    <a:pt x="95300" y="88900"/>
                  </a:lnTo>
                  <a:lnTo>
                    <a:pt x="95326" y="87630"/>
                  </a:lnTo>
                  <a:lnTo>
                    <a:pt x="95059" y="87630"/>
                  </a:lnTo>
                  <a:lnTo>
                    <a:pt x="95021" y="88061"/>
                  </a:lnTo>
                  <a:lnTo>
                    <a:pt x="94919" y="88900"/>
                  </a:lnTo>
                  <a:lnTo>
                    <a:pt x="95656" y="90170"/>
                  </a:lnTo>
                  <a:lnTo>
                    <a:pt x="91948" y="92710"/>
                  </a:lnTo>
                  <a:lnTo>
                    <a:pt x="88138" y="95250"/>
                  </a:lnTo>
                  <a:lnTo>
                    <a:pt x="84391" y="97802"/>
                  </a:lnTo>
                  <a:lnTo>
                    <a:pt x="84899" y="96672"/>
                  </a:lnTo>
                  <a:lnTo>
                    <a:pt x="85547" y="95250"/>
                  </a:lnTo>
                  <a:lnTo>
                    <a:pt x="86118" y="94005"/>
                  </a:lnTo>
                  <a:lnTo>
                    <a:pt x="90589" y="91528"/>
                  </a:lnTo>
                  <a:lnTo>
                    <a:pt x="91389" y="90563"/>
                  </a:lnTo>
                  <a:lnTo>
                    <a:pt x="93522" y="87630"/>
                  </a:lnTo>
                  <a:lnTo>
                    <a:pt x="94399" y="87630"/>
                  </a:lnTo>
                  <a:lnTo>
                    <a:pt x="97421" y="83921"/>
                  </a:lnTo>
                  <a:lnTo>
                    <a:pt x="101015" y="80010"/>
                  </a:lnTo>
                  <a:lnTo>
                    <a:pt x="104279" y="77470"/>
                  </a:lnTo>
                  <a:lnTo>
                    <a:pt x="105740" y="78625"/>
                  </a:lnTo>
                  <a:lnTo>
                    <a:pt x="105359" y="77470"/>
                  </a:lnTo>
                  <a:lnTo>
                    <a:pt x="105156" y="76898"/>
                  </a:lnTo>
                  <a:lnTo>
                    <a:pt x="105041" y="76581"/>
                  </a:lnTo>
                  <a:lnTo>
                    <a:pt x="104940" y="76263"/>
                  </a:lnTo>
                  <a:lnTo>
                    <a:pt x="105181" y="75869"/>
                  </a:lnTo>
                  <a:lnTo>
                    <a:pt x="105905" y="74930"/>
                  </a:lnTo>
                  <a:lnTo>
                    <a:pt x="104178" y="74930"/>
                  </a:lnTo>
                  <a:lnTo>
                    <a:pt x="102336" y="74930"/>
                  </a:lnTo>
                  <a:lnTo>
                    <a:pt x="101358" y="74930"/>
                  </a:lnTo>
                  <a:lnTo>
                    <a:pt x="103365" y="76263"/>
                  </a:lnTo>
                  <a:lnTo>
                    <a:pt x="103212" y="76263"/>
                  </a:lnTo>
                  <a:lnTo>
                    <a:pt x="100279" y="80010"/>
                  </a:lnTo>
                  <a:lnTo>
                    <a:pt x="96837" y="82550"/>
                  </a:lnTo>
                  <a:lnTo>
                    <a:pt x="93395" y="86360"/>
                  </a:lnTo>
                  <a:lnTo>
                    <a:pt x="92837" y="85217"/>
                  </a:lnTo>
                  <a:lnTo>
                    <a:pt x="92138" y="85217"/>
                  </a:lnTo>
                  <a:lnTo>
                    <a:pt x="91846" y="86360"/>
                  </a:lnTo>
                  <a:lnTo>
                    <a:pt x="92925" y="86360"/>
                  </a:lnTo>
                  <a:lnTo>
                    <a:pt x="89941" y="90170"/>
                  </a:lnTo>
                  <a:lnTo>
                    <a:pt x="86855" y="92710"/>
                  </a:lnTo>
                  <a:lnTo>
                    <a:pt x="83248" y="95250"/>
                  </a:lnTo>
                  <a:lnTo>
                    <a:pt x="85547" y="91528"/>
                  </a:lnTo>
                  <a:lnTo>
                    <a:pt x="86537" y="90563"/>
                  </a:lnTo>
                  <a:lnTo>
                    <a:pt x="88328" y="88900"/>
                  </a:lnTo>
                  <a:lnTo>
                    <a:pt x="90792" y="85217"/>
                  </a:lnTo>
                  <a:lnTo>
                    <a:pt x="91274" y="85217"/>
                  </a:lnTo>
                  <a:lnTo>
                    <a:pt x="93611" y="80010"/>
                  </a:lnTo>
                  <a:lnTo>
                    <a:pt x="96621" y="77470"/>
                  </a:lnTo>
                  <a:lnTo>
                    <a:pt x="99148" y="72390"/>
                  </a:lnTo>
                  <a:lnTo>
                    <a:pt x="101269" y="73660"/>
                  </a:lnTo>
                  <a:lnTo>
                    <a:pt x="99720" y="72390"/>
                  </a:lnTo>
                  <a:lnTo>
                    <a:pt x="100406" y="71120"/>
                  </a:lnTo>
                  <a:lnTo>
                    <a:pt x="102463" y="67310"/>
                  </a:lnTo>
                  <a:lnTo>
                    <a:pt x="104609" y="63500"/>
                  </a:lnTo>
                  <a:lnTo>
                    <a:pt x="107289" y="59791"/>
                  </a:lnTo>
                  <a:lnTo>
                    <a:pt x="107429" y="59791"/>
                  </a:lnTo>
                  <a:lnTo>
                    <a:pt x="107619" y="59321"/>
                  </a:lnTo>
                  <a:lnTo>
                    <a:pt x="107988" y="58420"/>
                  </a:lnTo>
                  <a:lnTo>
                    <a:pt x="109537" y="54610"/>
                  </a:lnTo>
                  <a:lnTo>
                    <a:pt x="112293" y="52070"/>
                  </a:lnTo>
                  <a:lnTo>
                    <a:pt x="114223" y="46990"/>
                  </a:lnTo>
                  <a:lnTo>
                    <a:pt x="117716" y="48260"/>
                  </a:lnTo>
                  <a:lnTo>
                    <a:pt x="120459" y="50800"/>
                  </a:lnTo>
                  <a:lnTo>
                    <a:pt x="123431" y="53479"/>
                  </a:lnTo>
                  <a:lnTo>
                    <a:pt x="123088" y="53479"/>
                  </a:lnTo>
                  <a:lnTo>
                    <a:pt x="120523" y="55575"/>
                  </a:lnTo>
                  <a:lnTo>
                    <a:pt x="120142" y="55918"/>
                  </a:lnTo>
                  <a:lnTo>
                    <a:pt x="117284" y="60960"/>
                  </a:lnTo>
                  <a:lnTo>
                    <a:pt x="114109" y="63500"/>
                  </a:lnTo>
                  <a:lnTo>
                    <a:pt x="111734" y="62230"/>
                  </a:lnTo>
                  <a:lnTo>
                    <a:pt x="110147" y="60960"/>
                  </a:lnTo>
                  <a:lnTo>
                    <a:pt x="107708" y="59791"/>
                  </a:lnTo>
                  <a:lnTo>
                    <a:pt x="107518" y="59791"/>
                  </a:lnTo>
                  <a:lnTo>
                    <a:pt x="109550" y="60960"/>
                  </a:lnTo>
                  <a:lnTo>
                    <a:pt x="111010" y="63500"/>
                  </a:lnTo>
                  <a:lnTo>
                    <a:pt x="112725" y="64363"/>
                  </a:lnTo>
                  <a:lnTo>
                    <a:pt x="113499" y="64808"/>
                  </a:lnTo>
                  <a:lnTo>
                    <a:pt x="111620" y="67310"/>
                  </a:lnTo>
                  <a:lnTo>
                    <a:pt x="110413" y="68770"/>
                  </a:lnTo>
                  <a:lnTo>
                    <a:pt x="107226" y="71120"/>
                  </a:lnTo>
                  <a:lnTo>
                    <a:pt x="105194" y="73660"/>
                  </a:lnTo>
                  <a:lnTo>
                    <a:pt x="106895" y="73660"/>
                  </a:lnTo>
                  <a:lnTo>
                    <a:pt x="107886" y="72390"/>
                  </a:lnTo>
                  <a:lnTo>
                    <a:pt x="111239" y="69875"/>
                  </a:lnTo>
                  <a:lnTo>
                    <a:pt x="114261" y="66040"/>
                  </a:lnTo>
                  <a:lnTo>
                    <a:pt x="116763" y="67310"/>
                  </a:lnTo>
                  <a:lnTo>
                    <a:pt x="118033" y="69875"/>
                  </a:lnTo>
                  <a:lnTo>
                    <a:pt x="120103" y="72390"/>
                  </a:lnTo>
                  <a:lnTo>
                    <a:pt x="116217" y="76581"/>
                  </a:lnTo>
                  <a:lnTo>
                    <a:pt x="120700" y="73660"/>
                  </a:lnTo>
                  <a:lnTo>
                    <a:pt x="122618" y="75704"/>
                  </a:lnTo>
                  <a:lnTo>
                    <a:pt x="122491" y="74930"/>
                  </a:lnTo>
                  <a:lnTo>
                    <a:pt x="122123" y="73660"/>
                  </a:lnTo>
                  <a:lnTo>
                    <a:pt x="121742" y="72390"/>
                  </a:lnTo>
                  <a:lnTo>
                    <a:pt x="125336" y="69875"/>
                  </a:lnTo>
                  <a:lnTo>
                    <a:pt x="129324" y="66040"/>
                  </a:lnTo>
                  <a:lnTo>
                    <a:pt x="132956" y="63500"/>
                  </a:lnTo>
                  <a:lnTo>
                    <a:pt x="135470" y="66040"/>
                  </a:lnTo>
                  <a:lnTo>
                    <a:pt x="136906" y="68770"/>
                  </a:lnTo>
                  <a:lnTo>
                    <a:pt x="136486" y="67310"/>
                  </a:lnTo>
                  <a:lnTo>
                    <a:pt x="136017" y="66040"/>
                  </a:lnTo>
                  <a:lnTo>
                    <a:pt x="134569" y="63500"/>
                  </a:lnTo>
                  <a:lnTo>
                    <a:pt x="133832" y="62230"/>
                  </a:lnTo>
                  <a:lnTo>
                    <a:pt x="135026" y="60960"/>
                  </a:lnTo>
                  <a:lnTo>
                    <a:pt x="137414" y="58420"/>
                  </a:lnTo>
                  <a:lnTo>
                    <a:pt x="141465" y="55918"/>
                  </a:lnTo>
                  <a:lnTo>
                    <a:pt x="141808" y="55575"/>
                  </a:lnTo>
                  <a:lnTo>
                    <a:pt x="145097" y="52070"/>
                  </a:lnTo>
                  <a:lnTo>
                    <a:pt x="146862" y="53479"/>
                  </a:lnTo>
                  <a:lnTo>
                    <a:pt x="147891" y="54610"/>
                  </a:lnTo>
                  <a:lnTo>
                    <a:pt x="148958" y="571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4" name="object 184"/>
            <p:cNvSpPr/>
            <p:nvPr/>
          </p:nvSpPr>
          <p:spPr>
            <a:xfrm>
              <a:off x="3784448" y="915774"/>
              <a:ext cx="161925" cy="182245"/>
            </a:xfrm>
            <a:custGeom>
              <a:avLst/>
              <a:gdLst/>
              <a:ahLst/>
              <a:cxnLst/>
              <a:rect l="l" t="t" r="r" b="b"/>
              <a:pathLst>
                <a:path w="161925" h="182244">
                  <a:moveTo>
                    <a:pt x="5201" y="30559"/>
                  </a:moveTo>
                  <a:lnTo>
                    <a:pt x="3403" y="31940"/>
                  </a:lnTo>
                  <a:lnTo>
                    <a:pt x="1010" y="31940"/>
                  </a:lnTo>
                  <a:lnTo>
                    <a:pt x="3160" y="32263"/>
                  </a:lnTo>
                  <a:lnTo>
                    <a:pt x="3000" y="32263"/>
                  </a:lnTo>
                  <a:lnTo>
                    <a:pt x="12662" y="34320"/>
                  </a:lnTo>
                  <a:lnTo>
                    <a:pt x="20626" y="37204"/>
                  </a:lnTo>
                  <a:lnTo>
                    <a:pt x="37465" y="52095"/>
                  </a:lnTo>
                  <a:lnTo>
                    <a:pt x="40183" y="58348"/>
                  </a:lnTo>
                  <a:lnTo>
                    <a:pt x="41875" y="65077"/>
                  </a:lnTo>
                  <a:lnTo>
                    <a:pt x="41968" y="65449"/>
                  </a:lnTo>
                  <a:lnTo>
                    <a:pt x="42965" y="73250"/>
                  </a:lnTo>
                  <a:lnTo>
                    <a:pt x="42985" y="73407"/>
                  </a:lnTo>
                  <a:lnTo>
                    <a:pt x="43307" y="82054"/>
                  </a:lnTo>
                  <a:lnTo>
                    <a:pt x="42457" y="98174"/>
                  </a:lnTo>
                  <a:lnTo>
                    <a:pt x="33413" y="146989"/>
                  </a:lnTo>
                  <a:lnTo>
                    <a:pt x="23050" y="182244"/>
                  </a:lnTo>
                  <a:lnTo>
                    <a:pt x="161721" y="182244"/>
                  </a:lnTo>
                  <a:lnTo>
                    <a:pt x="161721" y="181533"/>
                  </a:lnTo>
                  <a:lnTo>
                    <a:pt x="25514" y="181533"/>
                  </a:lnTo>
                  <a:lnTo>
                    <a:pt x="24523" y="181190"/>
                  </a:lnTo>
                  <a:lnTo>
                    <a:pt x="24523" y="180136"/>
                  </a:lnTo>
                  <a:lnTo>
                    <a:pt x="25992" y="180136"/>
                  </a:lnTo>
                  <a:lnTo>
                    <a:pt x="28470" y="172893"/>
                  </a:lnTo>
                  <a:lnTo>
                    <a:pt x="39094" y="131939"/>
                  </a:lnTo>
                  <a:lnTo>
                    <a:pt x="45402" y="82054"/>
                  </a:lnTo>
                  <a:lnTo>
                    <a:pt x="45084" y="73407"/>
                  </a:lnTo>
                  <a:lnTo>
                    <a:pt x="45078" y="73250"/>
                  </a:lnTo>
                  <a:lnTo>
                    <a:pt x="44083" y="65449"/>
                  </a:lnTo>
                  <a:lnTo>
                    <a:pt x="44035" y="65077"/>
                  </a:lnTo>
                  <a:lnTo>
                    <a:pt x="42171" y="57690"/>
                  </a:lnTo>
                  <a:lnTo>
                    <a:pt x="39838" y="52298"/>
                  </a:lnTo>
                  <a:lnTo>
                    <a:pt x="39751" y="52095"/>
                  </a:lnTo>
                  <a:lnTo>
                    <a:pt x="39657" y="51879"/>
                  </a:lnTo>
                  <a:lnTo>
                    <a:pt x="38239" y="51879"/>
                  </a:lnTo>
                  <a:lnTo>
                    <a:pt x="39382" y="51244"/>
                  </a:lnTo>
                  <a:lnTo>
                    <a:pt x="13231" y="32263"/>
                  </a:lnTo>
                  <a:lnTo>
                    <a:pt x="5201" y="30559"/>
                  </a:lnTo>
                  <a:close/>
                </a:path>
                <a:path w="161925" h="182244">
                  <a:moveTo>
                    <a:pt x="25992" y="180136"/>
                  </a:moveTo>
                  <a:lnTo>
                    <a:pt x="24523" y="180136"/>
                  </a:lnTo>
                  <a:lnTo>
                    <a:pt x="24523" y="181190"/>
                  </a:lnTo>
                  <a:lnTo>
                    <a:pt x="25514" y="181533"/>
                  </a:lnTo>
                  <a:lnTo>
                    <a:pt x="25992" y="180136"/>
                  </a:lnTo>
                  <a:close/>
                </a:path>
                <a:path w="161925" h="182244">
                  <a:moveTo>
                    <a:pt x="159601" y="180136"/>
                  </a:moveTo>
                  <a:lnTo>
                    <a:pt x="25992" y="180136"/>
                  </a:lnTo>
                  <a:lnTo>
                    <a:pt x="25749" y="180847"/>
                  </a:lnTo>
                  <a:lnTo>
                    <a:pt x="25631" y="181190"/>
                  </a:lnTo>
                  <a:lnTo>
                    <a:pt x="25514" y="181533"/>
                  </a:lnTo>
                  <a:lnTo>
                    <a:pt x="161721" y="181533"/>
                  </a:lnTo>
                  <a:lnTo>
                    <a:pt x="161721" y="181190"/>
                  </a:lnTo>
                  <a:lnTo>
                    <a:pt x="159601" y="181190"/>
                  </a:lnTo>
                  <a:lnTo>
                    <a:pt x="159601" y="180136"/>
                  </a:lnTo>
                  <a:close/>
                </a:path>
                <a:path w="161925" h="182244">
                  <a:moveTo>
                    <a:pt x="141124" y="30073"/>
                  </a:moveTo>
                  <a:lnTo>
                    <a:pt x="140685" y="30379"/>
                  </a:lnTo>
                  <a:lnTo>
                    <a:pt x="140322" y="30695"/>
                  </a:lnTo>
                  <a:lnTo>
                    <a:pt x="159601" y="52298"/>
                  </a:lnTo>
                  <a:lnTo>
                    <a:pt x="159601" y="181190"/>
                  </a:lnTo>
                  <a:lnTo>
                    <a:pt x="160667" y="181190"/>
                  </a:lnTo>
                  <a:lnTo>
                    <a:pt x="160667" y="180136"/>
                  </a:lnTo>
                  <a:lnTo>
                    <a:pt x="161721" y="180136"/>
                  </a:lnTo>
                  <a:lnTo>
                    <a:pt x="161721" y="51523"/>
                  </a:lnTo>
                  <a:lnTo>
                    <a:pt x="143529" y="31127"/>
                  </a:lnTo>
                  <a:lnTo>
                    <a:pt x="141150" y="31127"/>
                  </a:lnTo>
                  <a:lnTo>
                    <a:pt x="141124" y="30073"/>
                  </a:lnTo>
                  <a:close/>
                </a:path>
                <a:path w="161925" h="182244">
                  <a:moveTo>
                    <a:pt x="161721" y="180136"/>
                  </a:moveTo>
                  <a:lnTo>
                    <a:pt x="160667" y="180136"/>
                  </a:lnTo>
                  <a:lnTo>
                    <a:pt x="160667" y="181190"/>
                  </a:lnTo>
                  <a:lnTo>
                    <a:pt x="161721" y="181190"/>
                  </a:lnTo>
                  <a:lnTo>
                    <a:pt x="161721" y="180136"/>
                  </a:lnTo>
                  <a:close/>
                </a:path>
                <a:path w="161925" h="182244">
                  <a:moveTo>
                    <a:pt x="39401" y="51244"/>
                  </a:moveTo>
                  <a:lnTo>
                    <a:pt x="38239" y="51879"/>
                  </a:lnTo>
                  <a:lnTo>
                    <a:pt x="38101" y="51879"/>
                  </a:lnTo>
                  <a:lnTo>
                    <a:pt x="39128" y="51523"/>
                  </a:lnTo>
                  <a:lnTo>
                    <a:pt x="39498" y="51523"/>
                  </a:lnTo>
                  <a:lnTo>
                    <a:pt x="39401" y="51244"/>
                  </a:lnTo>
                  <a:close/>
                </a:path>
                <a:path w="161925" h="182244">
                  <a:moveTo>
                    <a:pt x="39503" y="51523"/>
                  </a:moveTo>
                  <a:lnTo>
                    <a:pt x="39128" y="51523"/>
                  </a:lnTo>
                  <a:lnTo>
                    <a:pt x="38101" y="51879"/>
                  </a:lnTo>
                  <a:lnTo>
                    <a:pt x="39657" y="51879"/>
                  </a:lnTo>
                  <a:lnTo>
                    <a:pt x="39503" y="51523"/>
                  </a:lnTo>
                  <a:close/>
                </a:path>
                <a:path w="161925" h="182244">
                  <a:moveTo>
                    <a:pt x="47117" y="0"/>
                  </a:moveTo>
                  <a:lnTo>
                    <a:pt x="43230" y="0"/>
                  </a:lnTo>
                  <a:lnTo>
                    <a:pt x="40792" y="596"/>
                  </a:lnTo>
                  <a:lnTo>
                    <a:pt x="0" y="31940"/>
                  </a:lnTo>
                  <a:lnTo>
                    <a:pt x="3403" y="31940"/>
                  </a:lnTo>
                  <a:lnTo>
                    <a:pt x="2756" y="31127"/>
                  </a:lnTo>
                  <a:lnTo>
                    <a:pt x="2864" y="30379"/>
                  </a:lnTo>
                  <a:lnTo>
                    <a:pt x="2908" y="30073"/>
                  </a:lnTo>
                  <a:lnTo>
                    <a:pt x="5834" y="30073"/>
                  </a:lnTo>
                  <a:lnTo>
                    <a:pt x="41518" y="2666"/>
                  </a:lnTo>
                  <a:lnTo>
                    <a:pt x="41249" y="1549"/>
                  </a:lnTo>
                  <a:lnTo>
                    <a:pt x="59187" y="1549"/>
                  </a:lnTo>
                  <a:lnTo>
                    <a:pt x="54669" y="596"/>
                  </a:lnTo>
                  <a:lnTo>
                    <a:pt x="55526" y="596"/>
                  </a:lnTo>
                  <a:lnTo>
                    <a:pt x="47117" y="0"/>
                  </a:lnTo>
                  <a:close/>
                </a:path>
                <a:path w="161925" h="182244">
                  <a:moveTo>
                    <a:pt x="2908" y="30073"/>
                  </a:moveTo>
                  <a:lnTo>
                    <a:pt x="2864" y="30379"/>
                  </a:lnTo>
                  <a:lnTo>
                    <a:pt x="2756" y="31127"/>
                  </a:lnTo>
                  <a:lnTo>
                    <a:pt x="3403" y="31940"/>
                  </a:lnTo>
                  <a:lnTo>
                    <a:pt x="5201" y="30559"/>
                  </a:lnTo>
                  <a:lnTo>
                    <a:pt x="2908" y="30073"/>
                  </a:lnTo>
                  <a:close/>
                </a:path>
                <a:path w="161925" h="182244">
                  <a:moveTo>
                    <a:pt x="64187" y="2666"/>
                  </a:moveTo>
                  <a:lnTo>
                    <a:pt x="54345" y="2666"/>
                  </a:lnTo>
                  <a:lnTo>
                    <a:pt x="63187" y="4530"/>
                  </a:lnTo>
                  <a:lnTo>
                    <a:pt x="74647" y="8696"/>
                  </a:lnTo>
                  <a:lnTo>
                    <a:pt x="115355" y="26231"/>
                  </a:lnTo>
                  <a:lnTo>
                    <a:pt x="141171" y="31127"/>
                  </a:lnTo>
                  <a:lnTo>
                    <a:pt x="140707" y="31127"/>
                  </a:lnTo>
                  <a:lnTo>
                    <a:pt x="140322" y="30695"/>
                  </a:lnTo>
                  <a:lnTo>
                    <a:pt x="141035" y="30073"/>
                  </a:lnTo>
                  <a:lnTo>
                    <a:pt x="142588" y="30073"/>
                  </a:lnTo>
                  <a:lnTo>
                    <a:pt x="141602" y="28968"/>
                  </a:lnTo>
                  <a:lnTo>
                    <a:pt x="140144" y="28968"/>
                  </a:lnTo>
                  <a:lnTo>
                    <a:pt x="132747" y="28328"/>
                  </a:lnTo>
                  <a:lnTo>
                    <a:pt x="94526" y="16319"/>
                  </a:lnTo>
                  <a:lnTo>
                    <a:pt x="92849" y="15633"/>
                  </a:lnTo>
                  <a:lnTo>
                    <a:pt x="91280" y="14947"/>
                  </a:lnTo>
                  <a:lnTo>
                    <a:pt x="88684" y="14947"/>
                  </a:lnTo>
                  <a:lnTo>
                    <a:pt x="89003" y="14223"/>
                  </a:lnTo>
                  <a:lnTo>
                    <a:pt x="89082" y="14046"/>
                  </a:lnTo>
                  <a:lnTo>
                    <a:pt x="89243" y="14046"/>
                  </a:lnTo>
                  <a:lnTo>
                    <a:pt x="75524" y="6782"/>
                  </a:lnTo>
                  <a:lnTo>
                    <a:pt x="64187" y="2666"/>
                  </a:lnTo>
                  <a:close/>
                </a:path>
                <a:path w="161925" h="182244">
                  <a:moveTo>
                    <a:pt x="142588" y="30073"/>
                  </a:moveTo>
                  <a:lnTo>
                    <a:pt x="141124" y="30073"/>
                  </a:lnTo>
                  <a:lnTo>
                    <a:pt x="141150" y="31127"/>
                  </a:lnTo>
                  <a:lnTo>
                    <a:pt x="143529" y="31127"/>
                  </a:lnTo>
                  <a:lnTo>
                    <a:pt x="142588" y="30073"/>
                  </a:lnTo>
                  <a:close/>
                </a:path>
                <a:path w="161925" h="182244">
                  <a:moveTo>
                    <a:pt x="5834" y="30073"/>
                  </a:moveTo>
                  <a:lnTo>
                    <a:pt x="2908" y="30073"/>
                  </a:lnTo>
                  <a:lnTo>
                    <a:pt x="5201" y="30559"/>
                  </a:lnTo>
                  <a:lnTo>
                    <a:pt x="5834" y="30073"/>
                  </a:lnTo>
                  <a:close/>
                </a:path>
                <a:path w="161925" h="182244">
                  <a:moveTo>
                    <a:pt x="89243" y="14046"/>
                  </a:moveTo>
                  <a:lnTo>
                    <a:pt x="89082" y="14046"/>
                  </a:lnTo>
                  <a:lnTo>
                    <a:pt x="88684" y="14947"/>
                  </a:lnTo>
                  <a:lnTo>
                    <a:pt x="89132" y="14223"/>
                  </a:lnTo>
                  <a:lnTo>
                    <a:pt x="89243" y="14046"/>
                  </a:lnTo>
                  <a:close/>
                </a:path>
                <a:path w="161925" h="182244">
                  <a:moveTo>
                    <a:pt x="89268" y="14046"/>
                  </a:moveTo>
                  <a:lnTo>
                    <a:pt x="89132" y="14223"/>
                  </a:lnTo>
                  <a:lnTo>
                    <a:pt x="88684" y="14947"/>
                  </a:lnTo>
                  <a:lnTo>
                    <a:pt x="91280" y="14947"/>
                  </a:lnTo>
                  <a:lnTo>
                    <a:pt x="89624" y="14223"/>
                  </a:lnTo>
                  <a:lnTo>
                    <a:pt x="89268" y="14046"/>
                  </a:lnTo>
                  <a:close/>
                </a:path>
                <a:path w="161925" h="182244">
                  <a:moveTo>
                    <a:pt x="41249" y="1549"/>
                  </a:moveTo>
                  <a:lnTo>
                    <a:pt x="41518" y="2666"/>
                  </a:lnTo>
                  <a:lnTo>
                    <a:pt x="42261" y="2095"/>
                  </a:lnTo>
                  <a:lnTo>
                    <a:pt x="41678" y="2095"/>
                  </a:lnTo>
                  <a:lnTo>
                    <a:pt x="41249" y="1549"/>
                  </a:lnTo>
                  <a:close/>
                </a:path>
                <a:path w="161925" h="182244">
                  <a:moveTo>
                    <a:pt x="43840" y="2095"/>
                  </a:moveTo>
                  <a:lnTo>
                    <a:pt x="42261" y="2095"/>
                  </a:lnTo>
                  <a:lnTo>
                    <a:pt x="41518" y="2666"/>
                  </a:lnTo>
                  <a:lnTo>
                    <a:pt x="40908" y="2666"/>
                  </a:lnTo>
                  <a:lnTo>
                    <a:pt x="43840" y="2095"/>
                  </a:lnTo>
                  <a:close/>
                </a:path>
                <a:path w="161925" h="182244">
                  <a:moveTo>
                    <a:pt x="59187" y="1549"/>
                  </a:moveTo>
                  <a:lnTo>
                    <a:pt x="41249" y="1549"/>
                  </a:lnTo>
                  <a:lnTo>
                    <a:pt x="41678" y="2095"/>
                  </a:lnTo>
                  <a:lnTo>
                    <a:pt x="47091" y="2095"/>
                  </a:lnTo>
                  <a:lnTo>
                    <a:pt x="55156" y="2666"/>
                  </a:lnTo>
                  <a:lnTo>
                    <a:pt x="64482" y="2666"/>
                  </a:lnTo>
                  <a:lnTo>
                    <a:pt x="59187" y="1549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5" name="object 185"/>
            <p:cNvSpPr/>
            <p:nvPr/>
          </p:nvSpPr>
          <p:spPr>
            <a:xfrm>
              <a:off x="3953398" y="914801"/>
              <a:ext cx="156845" cy="182245"/>
            </a:xfrm>
            <a:custGeom>
              <a:avLst/>
              <a:gdLst/>
              <a:ahLst/>
              <a:cxnLst/>
              <a:rect l="l" t="t" r="r" b="b"/>
              <a:pathLst>
                <a:path w="156845" h="182244">
                  <a:moveTo>
                    <a:pt x="107233" y="0"/>
                  </a:moveTo>
                  <a:lnTo>
                    <a:pt x="98596" y="627"/>
                  </a:lnTo>
                  <a:lnTo>
                    <a:pt x="87968" y="5443"/>
                  </a:lnTo>
                  <a:lnTo>
                    <a:pt x="70904" y="15703"/>
                  </a:lnTo>
                  <a:lnTo>
                    <a:pt x="50946" y="24725"/>
                  </a:lnTo>
                  <a:lnTo>
                    <a:pt x="38833" y="29302"/>
                  </a:lnTo>
                  <a:lnTo>
                    <a:pt x="29648" y="30844"/>
                  </a:lnTo>
                  <a:lnTo>
                    <a:pt x="18478" y="30765"/>
                  </a:lnTo>
                  <a:lnTo>
                    <a:pt x="0" y="52876"/>
                  </a:lnTo>
                  <a:lnTo>
                    <a:pt x="12" y="181972"/>
                  </a:lnTo>
                  <a:lnTo>
                    <a:pt x="135064" y="181972"/>
                  </a:lnTo>
                  <a:lnTo>
                    <a:pt x="116330" y="126278"/>
                  </a:lnTo>
                  <a:lnTo>
                    <a:pt x="108632" y="94231"/>
                  </a:lnTo>
                  <a:lnTo>
                    <a:pt x="110665" y="73694"/>
                  </a:lnTo>
                  <a:lnTo>
                    <a:pt x="121119" y="52533"/>
                  </a:lnTo>
                  <a:lnTo>
                    <a:pt x="124821" y="43110"/>
                  </a:lnTo>
                  <a:lnTo>
                    <a:pt x="129774" y="37819"/>
                  </a:lnTo>
                  <a:lnTo>
                    <a:pt x="139329" y="34726"/>
                  </a:lnTo>
                  <a:lnTo>
                    <a:pt x="156832" y="31896"/>
                  </a:lnTo>
                  <a:lnTo>
                    <a:pt x="118325" y="2305"/>
                  </a:lnTo>
                  <a:lnTo>
                    <a:pt x="107233" y="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6" name="object 186"/>
            <p:cNvSpPr/>
            <p:nvPr/>
          </p:nvSpPr>
          <p:spPr>
            <a:xfrm>
              <a:off x="3953107" y="915620"/>
              <a:ext cx="160020" cy="182245"/>
            </a:xfrm>
            <a:custGeom>
              <a:avLst/>
              <a:gdLst/>
              <a:ahLst/>
              <a:cxnLst/>
              <a:rect l="l" t="t" r="r" b="b"/>
              <a:pathLst>
                <a:path w="160020" h="182244">
                  <a:moveTo>
                    <a:pt x="70662" y="14033"/>
                  </a:moveTo>
                  <a:lnTo>
                    <a:pt x="33262" y="27308"/>
                  </a:lnTo>
                  <a:lnTo>
                    <a:pt x="19735" y="29159"/>
                  </a:lnTo>
                  <a:lnTo>
                    <a:pt x="18275" y="29159"/>
                  </a:lnTo>
                  <a:lnTo>
                    <a:pt x="251" y="51441"/>
                  </a:lnTo>
                  <a:lnTo>
                    <a:pt x="0" y="51790"/>
                  </a:lnTo>
                  <a:lnTo>
                    <a:pt x="0" y="182245"/>
                  </a:lnTo>
                  <a:lnTo>
                    <a:pt x="1041" y="182245"/>
                  </a:lnTo>
                  <a:lnTo>
                    <a:pt x="1054" y="180162"/>
                  </a:lnTo>
                  <a:lnTo>
                    <a:pt x="2108" y="180162"/>
                  </a:lnTo>
                  <a:lnTo>
                    <a:pt x="2108" y="52489"/>
                  </a:lnTo>
                  <a:lnTo>
                    <a:pt x="19265" y="31267"/>
                  </a:lnTo>
                  <a:lnTo>
                    <a:pt x="18745" y="31267"/>
                  </a:lnTo>
                  <a:lnTo>
                    <a:pt x="18783" y="30213"/>
                  </a:lnTo>
                  <a:lnTo>
                    <a:pt x="29340" y="30213"/>
                  </a:lnTo>
                  <a:lnTo>
                    <a:pt x="35902" y="28851"/>
                  </a:lnTo>
                  <a:lnTo>
                    <a:pt x="73469" y="14922"/>
                  </a:lnTo>
                  <a:lnTo>
                    <a:pt x="71208" y="14922"/>
                  </a:lnTo>
                  <a:lnTo>
                    <a:pt x="70662" y="14033"/>
                  </a:lnTo>
                  <a:close/>
                </a:path>
                <a:path w="160020" h="182244">
                  <a:moveTo>
                    <a:pt x="2108" y="180162"/>
                  </a:moveTo>
                  <a:lnTo>
                    <a:pt x="1054" y="180162"/>
                  </a:lnTo>
                  <a:lnTo>
                    <a:pt x="1054" y="182245"/>
                  </a:lnTo>
                  <a:lnTo>
                    <a:pt x="136842" y="182245"/>
                  </a:lnTo>
                  <a:lnTo>
                    <a:pt x="136610" y="181559"/>
                  </a:lnTo>
                  <a:lnTo>
                    <a:pt x="134378" y="181559"/>
                  </a:lnTo>
                  <a:lnTo>
                    <a:pt x="134264" y="181216"/>
                  </a:lnTo>
                  <a:lnTo>
                    <a:pt x="2108" y="181216"/>
                  </a:lnTo>
                  <a:lnTo>
                    <a:pt x="2108" y="180162"/>
                  </a:lnTo>
                  <a:close/>
                </a:path>
                <a:path w="160020" h="182244">
                  <a:moveTo>
                    <a:pt x="157003" y="30213"/>
                  </a:moveTo>
                  <a:lnTo>
                    <a:pt x="156388" y="30213"/>
                  </a:lnTo>
                  <a:lnTo>
                    <a:pt x="146662" y="32286"/>
                  </a:lnTo>
                  <a:lnTo>
                    <a:pt x="120297" y="51790"/>
                  </a:lnTo>
                  <a:lnTo>
                    <a:pt x="117733" y="57709"/>
                  </a:lnTo>
                  <a:lnTo>
                    <a:pt x="115870" y="65093"/>
                  </a:lnTo>
                  <a:lnTo>
                    <a:pt x="114823" y="73377"/>
                  </a:lnTo>
                  <a:lnTo>
                    <a:pt x="114503" y="82080"/>
                  </a:lnTo>
                  <a:lnTo>
                    <a:pt x="115358" y="98395"/>
                  </a:lnTo>
                  <a:lnTo>
                    <a:pt x="124447" y="147523"/>
                  </a:lnTo>
                  <a:lnTo>
                    <a:pt x="134378" y="181559"/>
                  </a:lnTo>
                  <a:lnTo>
                    <a:pt x="135369" y="181216"/>
                  </a:lnTo>
                  <a:lnTo>
                    <a:pt x="135369" y="180162"/>
                  </a:lnTo>
                  <a:lnTo>
                    <a:pt x="136137" y="180162"/>
                  </a:lnTo>
                  <a:lnTo>
                    <a:pt x="124613" y="139392"/>
                  </a:lnTo>
                  <a:lnTo>
                    <a:pt x="116565" y="82080"/>
                  </a:lnTo>
                  <a:lnTo>
                    <a:pt x="116884" y="73377"/>
                  </a:lnTo>
                  <a:lnTo>
                    <a:pt x="117905" y="65422"/>
                  </a:lnTo>
                  <a:lnTo>
                    <a:pt x="119694" y="58322"/>
                  </a:lnTo>
                  <a:lnTo>
                    <a:pt x="122221" y="52489"/>
                  </a:lnTo>
                  <a:lnTo>
                    <a:pt x="122326" y="52247"/>
                  </a:lnTo>
                  <a:lnTo>
                    <a:pt x="122415" y="52070"/>
                  </a:lnTo>
                  <a:lnTo>
                    <a:pt x="122525" y="51790"/>
                  </a:lnTo>
                  <a:lnTo>
                    <a:pt x="121437" y="51790"/>
                  </a:lnTo>
                  <a:lnTo>
                    <a:pt x="120722" y="51441"/>
                  </a:lnTo>
                  <a:lnTo>
                    <a:pt x="122662" y="51441"/>
                  </a:lnTo>
                  <a:lnTo>
                    <a:pt x="124091" y="47802"/>
                  </a:lnTo>
                  <a:lnTo>
                    <a:pt x="129158" y="43446"/>
                  </a:lnTo>
                  <a:lnTo>
                    <a:pt x="158589" y="31953"/>
                  </a:lnTo>
                  <a:lnTo>
                    <a:pt x="156489" y="31953"/>
                  </a:lnTo>
                  <a:lnTo>
                    <a:pt x="154730" y="30602"/>
                  </a:lnTo>
                  <a:lnTo>
                    <a:pt x="157059" y="30602"/>
                  </a:lnTo>
                  <a:lnTo>
                    <a:pt x="157003" y="30213"/>
                  </a:lnTo>
                  <a:close/>
                </a:path>
                <a:path w="160020" h="182244">
                  <a:moveTo>
                    <a:pt x="136137" y="180162"/>
                  </a:moveTo>
                  <a:lnTo>
                    <a:pt x="135369" y="180162"/>
                  </a:lnTo>
                  <a:lnTo>
                    <a:pt x="135369" y="181216"/>
                  </a:lnTo>
                  <a:lnTo>
                    <a:pt x="134378" y="181559"/>
                  </a:lnTo>
                  <a:lnTo>
                    <a:pt x="136610" y="181559"/>
                  </a:lnTo>
                  <a:lnTo>
                    <a:pt x="136137" y="180162"/>
                  </a:lnTo>
                  <a:close/>
                </a:path>
                <a:path w="160020" h="182244">
                  <a:moveTo>
                    <a:pt x="133915" y="180162"/>
                  </a:moveTo>
                  <a:lnTo>
                    <a:pt x="2108" y="180162"/>
                  </a:lnTo>
                  <a:lnTo>
                    <a:pt x="2108" y="181216"/>
                  </a:lnTo>
                  <a:lnTo>
                    <a:pt x="134264" y="181216"/>
                  </a:lnTo>
                  <a:lnTo>
                    <a:pt x="133915" y="180162"/>
                  </a:lnTo>
                  <a:close/>
                </a:path>
                <a:path w="160020" h="182244">
                  <a:moveTo>
                    <a:pt x="122662" y="51441"/>
                  </a:moveTo>
                  <a:lnTo>
                    <a:pt x="120816" y="51441"/>
                  </a:lnTo>
                  <a:lnTo>
                    <a:pt x="121437" y="51790"/>
                  </a:lnTo>
                  <a:lnTo>
                    <a:pt x="122525" y="51790"/>
                  </a:lnTo>
                  <a:lnTo>
                    <a:pt x="122662" y="51441"/>
                  </a:lnTo>
                  <a:close/>
                </a:path>
                <a:path w="160020" h="182244">
                  <a:moveTo>
                    <a:pt x="120373" y="1549"/>
                  </a:moveTo>
                  <a:lnTo>
                    <a:pt x="118630" y="1549"/>
                  </a:lnTo>
                  <a:lnTo>
                    <a:pt x="118306" y="2629"/>
                  </a:lnTo>
                  <a:lnTo>
                    <a:pt x="156489" y="31953"/>
                  </a:lnTo>
                  <a:lnTo>
                    <a:pt x="157035" y="31267"/>
                  </a:lnTo>
                  <a:lnTo>
                    <a:pt x="157059" y="30602"/>
                  </a:lnTo>
                  <a:lnTo>
                    <a:pt x="154564" y="30602"/>
                  </a:lnTo>
                  <a:lnTo>
                    <a:pt x="156388" y="30213"/>
                  </a:lnTo>
                  <a:lnTo>
                    <a:pt x="157678" y="30213"/>
                  </a:lnTo>
                  <a:lnTo>
                    <a:pt x="120373" y="1549"/>
                  </a:lnTo>
                  <a:close/>
                </a:path>
                <a:path w="160020" h="182244">
                  <a:moveTo>
                    <a:pt x="157678" y="30213"/>
                  </a:moveTo>
                  <a:lnTo>
                    <a:pt x="157003" y="30213"/>
                  </a:lnTo>
                  <a:lnTo>
                    <a:pt x="157035" y="31267"/>
                  </a:lnTo>
                  <a:lnTo>
                    <a:pt x="156489" y="31953"/>
                  </a:lnTo>
                  <a:lnTo>
                    <a:pt x="158589" y="31953"/>
                  </a:lnTo>
                  <a:lnTo>
                    <a:pt x="159727" y="31788"/>
                  </a:lnTo>
                  <a:lnTo>
                    <a:pt x="157678" y="30213"/>
                  </a:lnTo>
                  <a:close/>
                </a:path>
                <a:path w="160020" h="182244">
                  <a:moveTo>
                    <a:pt x="18783" y="30213"/>
                  </a:moveTo>
                  <a:lnTo>
                    <a:pt x="18745" y="31267"/>
                  </a:lnTo>
                  <a:lnTo>
                    <a:pt x="19265" y="31267"/>
                  </a:lnTo>
                  <a:lnTo>
                    <a:pt x="19583" y="30873"/>
                  </a:lnTo>
                  <a:lnTo>
                    <a:pt x="18783" y="30213"/>
                  </a:lnTo>
                  <a:close/>
                </a:path>
                <a:path w="160020" h="182244">
                  <a:moveTo>
                    <a:pt x="29340" y="30213"/>
                  </a:moveTo>
                  <a:lnTo>
                    <a:pt x="18783" y="30213"/>
                  </a:lnTo>
                  <a:lnTo>
                    <a:pt x="19583" y="30873"/>
                  </a:lnTo>
                  <a:lnTo>
                    <a:pt x="19265" y="31267"/>
                  </a:lnTo>
                  <a:lnTo>
                    <a:pt x="19748" y="31267"/>
                  </a:lnTo>
                  <a:lnTo>
                    <a:pt x="27466" y="30602"/>
                  </a:lnTo>
                  <a:lnTo>
                    <a:pt x="29340" y="30213"/>
                  </a:lnTo>
                  <a:close/>
                </a:path>
                <a:path w="160020" h="182244">
                  <a:moveTo>
                    <a:pt x="105783" y="2629"/>
                  </a:moveTo>
                  <a:lnTo>
                    <a:pt x="95791" y="2629"/>
                  </a:lnTo>
                  <a:lnTo>
                    <a:pt x="84374" y="6772"/>
                  </a:lnTo>
                  <a:lnTo>
                    <a:pt x="70662" y="14033"/>
                  </a:lnTo>
                  <a:lnTo>
                    <a:pt x="71208" y="14922"/>
                  </a:lnTo>
                  <a:lnTo>
                    <a:pt x="70800" y="14033"/>
                  </a:lnTo>
                  <a:lnTo>
                    <a:pt x="75154" y="14033"/>
                  </a:lnTo>
                  <a:lnTo>
                    <a:pt x="85235" y="8714"/>
                  </a:lnTo>
                  <a:lnTo>
                    <a:pt x="96697" y="4548"/>
                  </a:lnTo>
                  <a:lnTo>
                    <a:pt x="105783" y="2629"/>
                  </a:lnTo>
                  <a:close/>
                </a:path>
                <a:path w="160020" h="182244">
                  <a:moveTo>
                    <a:pt x="75154" y="14033"/>
                  </a:moveTo>
                  <a:lnTo>
                    <a:pt x="70800" y="14033"/>
                  </a:lnTo>
                  <a:lnTo>
                    <a:pt x="71208" y="14922"/>
                  </a:lnTo>
                  <a:lnTo>
                    <a:pt x="73469" y="14922"/>
                  </a:lnTo>
                  <a:lnTo>
                    <a:pt x="75154" y="14033"/>
                  </a:lnTo>
                  <a:close/>
                </a:path>
                <a:path w="160020" h="182244">
                  <a:moveTo>
                    <a:pt x="116687" y="0"/>
                  </a:moveTo>
                  <a:lnTo>
                    <a:pt x="112788" y="0"/>
                  </a:lnTo>
                  <a:lnTo>
                    <a:pt x="104697" y="571"/>
                  </a:lnTo>
                  <a:lnTo>
                    <a:pt x="105339" y="571"/>
                  </a:lnTo>
                  <a:lnTo>
                    <a:pt x="95555" y="2629"/>
                  </a:lnTo>
                  <a:lnTo>
                    <a:pt x="105454" y="2629"/>
                  </a:lnTo>
                  <a:lnTo>
                    <a:pt x="112788" y="2108"/>
                  </a:lnTo>
                  <a:lnTo>
                    <a:pt x="118222" y="2108"/>
                  </a:lnTo>
                  <a:lnTo>
                    <a:pt x="118630" y="1549"/>
                  </a:lnTo>
                  <a:lnTo>
                    <a:pt x="120373" y="1549"/>
                  </a:lnTo>
                  <a:lnTo>
                    <a:pt x="119100" y="571"/>
                  </a:lnTo>
                  <a:lnTo>
                    <a:pt x="116687" y="0"/>
                  </a:lnTo>
                  <a:close/>
                </a:path>
                <a:path w="160020" h="182244">
                  <a:moveTo>
                    <a:pt x="118222" y="2108"/>
                  </a:moveTo>
                  <a:lnTo>
                    <a:pt x="115262" y="2108"/>
                  </a:lnTo>
                  <a:lnTo>
                    <a:pt x="119026" y="2629"/>
                  </a:lnTo>
                  <a:lnTo>
                    <a:pt x="117840" y="2629"/>
                  </a:lnTo>
                  <a:lnTo>
                    <a:pt x="118222" y="2108"/>
                  </a:lnTo>
                  <a:close/>
                </a:path>
                <a:path w="160020" h="182244">
                  <a:moveTo>
                    <a:pt x="118630" y="1549"/>
                  </a:moveTo>
                  <a:lnTo>
                    <a:pt x="117840" y="2629"/>
                  </a:lnTo>
                  <a:lnTo>
                    <a:pt x="118306" y="2629"/>
                  </a:lnTo>
                  <a:lnTo>
                    <a:pt x="118630" y="1549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7" name="object 187"/>
            <p:cNvSpPr/>
            <p:nvPr/>
          </p:nvSpPr>
          <p:spPr>
            <a:xfrm>
              <a:off x="3961650" y="988339"/>
              <a:ext cx="120014" cy="107950"/>
            </a:xfrm>
            <a:custGeom>
              <a:avLst/>
              <a:gdLst/>
              <a:ahLst/>
              <a:cxnLst/>
              <a:rect l="l" t="t" r="r" b="b"/>
              <a:pathLst>
                <a:path w="120014" h="107950">
                  <a:moveTo>
                    <a:pt x="2273" y="37071"/>
                  </a:moveTo>
                  <a:lnTo>
                    <a:pt x="1600" y="37338"/>
                  </a:lnTo>
                  <a:lnTo>
                    <a:pt x="2273" y="37338"/>
                  </a:lnTo>
                  <a:lnTo>
                    <a:pt x="2273" y="37071"/>
                  </a:lnTo>
                  <a:close/>
                </a:path>
                <a:path w="120014" h="107950">
                  <a:moveTo>
                    <a:pt x="3390" y="35306"/>
                  </a:moveTo>
                  <a:lnTo>
                    <a:pt x="3187" y="35306"/>
                  </a:lnTo>
                  <a:lnTo>
                    <a:pt x="3086" y="35560"/>
                  </a:lnTo>
                  <a:lnTo>
                    <a:pt x="3022" y="35306"/>
                  </a:lnTo>
                  <a:lnTo>
                    <a:pt x="2501" y="35306"/>
                  </a:lnTo>
                  <a:lnTo>
                    <a:pt x="3060" y="35623"/>
                  </a:lnTo>
                  <a:lnTo>
                    <a:pt x="2984" y="35814"/>
                  </a:lnTo>
                  <a:lnTo>
                    <a:pt x="3149" y="35814"/>
                  </a:lnTo>
                  <a:lnTo>
                    <a:pt x="3098" y="35648"/>
                  </a:lnTo>
                  <a:lnTo>
                    <a:pt x="3263" y="35737"/>
                  </a:lnTo>
                  <a:lnTo>
                    <a:pt x="3390" y="35306"/>
                  </a:lnTo>
                  <a:close/>
                </a:path>
                <a:path w="120014" h="107950">
                  <a:moveTo>
                    <a:pt x="3441" y="38481"/>
                  </a:moveTo>
                  <a:lnTo>
                    <a:pt x="2590" y="38481"/>
                  </a:lnTo>
                  <a:lnTo>
                    <a:pt x="3175" y="38862"/>
                  </a:lnTo>
                  <a:lnTo>
                    <a:pt x="3441" y="38481"/>
                  </a:lnTo>
                  <a:close/>
                </a:path>
                <a:path w="120014" h="107950">
                  <a:moveTo>
                    <a:pt x="3568" y="35814"/>
                  </a:moveTo>
                  <a:lnTo>
                    <a:pt x="3416" y="35814"/>
                  </a:lnTo>
                  <a:lnTo>
                    <a:pt x="3251" y="35814"/>
                  </a:lnTo>
                  <a:lnTo>
                    <a:pt x="3111" y="36322"/>
                  </a:lnTo>
                  <a:lnTo>
                    <a:pt x="3568" y="35814"/>
                  </a:lnTo>
                  <a:close/>
                </a:path>
                <a:path w="120014" h="107950">
                  <a:moveTo>
                    <a:pt x="3708" y="37846"/>
                  </a:moveTo>
                  <a:lnTo>
                    <a:pt x="3492" y="37973"/>
                  </a:lnTo>
                  <a:lnTo>
                    <a:pt x="3657" y="37973"/>
                  </a:lnTo>
                  <a:lnTo>
                    <a:pt x="3708" y="37846"/>
                  </a:lnTo>
                  <a:close/>
                </a:path>
                <a:path w="120014" h="107950">
                  <a:moveTo>
                    <a:pt x="3937" y="37338"/>
                  </a:moveTo>
                  <a:lnTo>
                    <a:pt x="3657" y="37566"/>
                  </a:lnTo>
                  <a:lnTo>
                    <a:pt x="3784" y="37338"/>
                  </a:lnTo>
                  <a:lnTo>
                    <a:pt x="3581" y="37338"/>
                  </a:lnTo>
                  <a:lnTo>
                    <a:pt x="3632" y="37579"/>
                  </a:lnTo>
                  <a:lnTo>
                    <a:pt x="3149" y="37973"/>
                  </a:lnTo>
                  <a:lnTo>
                    <a:pt x="3441" y="37973"/>
                  </a:lnTo>
                  <a:lnTo>
                    <a:pt x="3644" y="37592"/>
                  </a:lnTo>
                  <a:lnTo>
                    <a:pt x="3708" y="37846"/>
                  </a:lnTo>
                  <a:lnTo>
                    <a:pt x="3937" y="37338"/>
                  </a:lnTo>
                  <a:close/>
                </a:path>
                <a:path w="120014" h="107950">
                  <a:moveTo>
                    <a:pt x="4406" y="43180"/>
                  </a:moveTo>
                  <a:lnTo>
                    <a:pt x="3975" y="43180"/>
                  </a:lnTo>
                  <a:lnTo>
                    <a:pt x="3530" y="43459"/>
                  </a:lnTo>
                  <a:lnTo>
                    <a:pt x="3492" y="43180"/>
                  </a:lnTo>
                  <a:lnTo>
                    <a:pt x="3403" y="42672"/>
                  </a:lnTo>
                  <a:lnTo>
                    <a:pt x="3327" y="42164"/>
                  </a:lnTo>
                  <a:lnTo>
                    <a:pt x="3441" y="41656"/>
                  </a:lnTo>
                  <a:lnTo>
                    <a:pt x="2743" y="42164"/>
                  </a:lnTo>
                  <a:lnTo>
                    <a:pt x="2603" y="42164"/>
                  </a:lnTo>
                  <a:lnTo>
                    <a:pt x="2171" y="42672"/>
                  </a:lnTo>
                  <a:lnTo>
                    <a:pt x="2603" y="43446"/>
                  </a:lnTo>
                  <a:lnTo>
                    <a:pt x="2590" y="43180"/>
                  </a:lnTo>
                  <a:lnTo>
                    <a:pt x="3136" y="43180"/>
                  </a:lnTo>
                  <a:lnTo>
                    <a:pt x="2755" y="44323"/>
                  </a:lnTo>
                  <a:lnTo>
                    <a:pt x="3149" y="43688"/>
                  </a:lnTo>
                  <a:lnTo>
                    <a:pt x="3048" y="44323"/>
                  </a:lnTo>
                  <a:lnTo>
                    <a:pt x="2971" y="44831"/>
                  </a:lnTo>
                  <a:lnTo>
                    <a:pt x="3352" y="44831"/>
                  </a:lnTo>
                  <a:lnTo>
                    <a:pt x="3670" y="44323"/>
                  </a:lnTo>
                  <a:lnTo>
                    <a:pt x="3746" y="43688"/>
                  </a:lnTo>
                  <a:lnTo>
                    <a:pt x="4406" y="43180"/>
                  </a:lnTo>
                  <a:close/>
                </a:path>
                <a:path w="120014" h="107950">
                  <a:moveTo>
                    <a:pt x="4483" y="43865"/>
                  </a:moveTo>
                  <a:lnTo>
                    <a:pt x="4470" y="43688"/>
                  </a:lnTo>
                  <a:lnTo>
                    <a:pt x="4406" y="43180"/>
                  </a:lnTo>
                  <a:lnTo>
                    <a:pt x="3987" y="43688"/>
                  </a:lnTo>
                  <a:lnTo>
                    <a:pt x="4330" y="43688"/>
                  </a:lnTo>
                  <a:lnTo>
                    <a:pt x="4483" y="43865"/>
                  </a:lnTo>
                  <a:close/>
                </a:path>
                <a:path w="120014" h="107950">
                  <a:moveTo>
                    <a:pt x="4483" y="39497"/>
                  </a:moveTo>
                  <a:lnTo>
                    <a:pt x="3352" y="40005"/>
                  </a:lnTo>
                  <a:lnTo>
                    <a:pt x="3771" y="40005"/>
                  </a:lnTo>
                  <a:lnTo>
                    <a:pt x="3606" y="40513"/>
                  </a:lnTo>
                  <a:lnTo>
                    <a:pt x="4292" y="40513"/>
                  </a:lnTo>
                  <a:lnTo>
                    <a:pt x="4305" y="40005"/>
                  </a:lnTo>
                  <a:lnTo>
                    <a:pt x="4483" y="39497"/>
                  </a:lnTo>
                  <a:close/>
                </a:path>
                <a:path w="120014" h="107950">
                  <a:moveTo>
                    <a:pt x="4864" y="33655"/>
                  </a:moveTo>
                  <a:lnTo>
                    <a:pt x="4724" y="33286"/>
                  </a:lnTo>
                  <a:lnTo>
                    <a:pt x="4356" y="33489"/>
                  </a:lnTo>
                  <a:lnTo>
                    <a:pt x="3746" y="33274"/>
                  </a:lnTo>
                  <a:lnTo>
                    <a:pt x="3746" y="33655"/>
                  </a:lnTo>
                  <a:lnTo>
                    <a:pt x="4051" y="33655"/>
                  </a:lnTo>
                  <a:lnTo>
                    <a:pt x="4483" y="33655"/>
                  </a:lnTo>
                  <a:lnTo>
                    <a:pt x="4775" y="33655"/>
                  </a:lnTo>
                  <a:close/>
                </a:path>
                <a:path w="120014" h="107950">
                  <a:moveTo>
                    <a:pt x="5486" y="43180"/>
                  </a:moveTo>
                  <a:lnTo>
                    <a:pt x="5118" y="42875"/>
                  </a:lnTo>
                  <a:lnTo>
                    <a:pt x="4978" y="43014"/>
                  </a:lnTo>
                  <a:lnTo>
                    <a:pt x="5029" y="43180"/>
                  </a:lnTo>
                  <a:lnTo>
                    <a:pt x="5486" y="43180"/>
                  </a:lnTo>
                  <a:close/>
                </a:path>
                <a:path w="120014" h="107950">
                  <a:moveTo>
                    <a:pt x="5994" y="53213"/>
                  </a:moveTo>
                  <a:lnTo>
                    <a:pt x="5816" y="53213"/>
                  </a:lnTo>
                  <a:lnTo>
                    <a:pt x="5562" y="53213"/>
                  </a:lnTo>
                  <a:lnTo>
                    <a:pt x="5219" y="53848"/>
                  </a:lnTo>
                  <a:lnTo>
                    <a:pt x="5130" y="54000"/>
                  </a:lnTo>
                  <a:lnTo>
                    <a:pt x="5372" y="53848"/>
                  </a:lnTo>
                  <a:lnTo>
                    <a:pt x="5715" y="53467"/>
                  </a:lnTo>
                  <a:lnTo>
                    <a:pt x="5994" y="53213"/>
                  </a:lnTo>
                  <a:close/>
                </a:path>
                <a:path w="120014" h="107950">
                  <a:moveTo>
                    <a:pt x="6426" y="32131"/>
                  </a:moveTo>
                  <a:lnTo>
                    <a:pt x="6337" y="31788"/>
                  </a:lnTo>
                  <a:lnTo>
                    <a:pt x="6146" y="32131"/>
                  </a:lnTo>
                  <a:lnTo>
                    <a:pt x="6426" y="32131"/>
                  </a:lnTo>
                  <a:close/>
                </a:path>
                <a:path w="120014" h="107950">
                  <a:moveTo>
                    <a:pt x="7073" y="57404"/>
                  </a:moveTo>
                  <a:lnTo>
                    <a:pt x="6667" y="57404"/>
                  </a:lnTo>
                  <a:lnTo>
                    <a:pt x="6451" y="57404"/>
                  </a:lnTo>
                  <a:lnTo>
                    <a:pt x="6337" y="57658"/>
                  </a:lnTo>
                  <a:lnTo>
                    <a:pt x="6794" y="57658"/>
                  </a:lnTo>
                  <a:lnTo>
                    <a:pt x="6972" y="57785"/>
                  </a:lnTo>
                  <a:lnTo>
                    <a:pt x="7010" y="57658"/>
                  </a:lnTo>
                  <a:lnTo>
                    <a:pt x="7073" y="57404"/>
                  </a:lnTo>
                  <a:close/>
                </a:path>
                <a:path w="120014" h="107950">
                  <a:moveTo>
                    <a:pt x="7162" y="31623"/>
                  </a:moveTo>
                  <a:lnTo>
                    <a:pt x="6934" y="31623"/>
                  </a:lnTo>
                  <a:lnTo>
                    <a:pt x="7035" y="32131"/>
                  </a:lnTo>
                  <a:lnTo>
                    <a:pt x="7162" y="31623"/>
                  </a:lnTo>
                  <a:close/>
                </a:path>
                <a:path w="120014" h="107950">
                  <a:moveTo>
                    <a:pt x="7327" y="28956"/>
                  </a:moveTo>
                  <a:lnTo>
                    <a:pt x="7073" y="28702"/>
                  </a:lnTo>
                  <a:lnTo>
                    <a:pt x="6934" y="28956"/>
                  </a:lnTo>
                  <a:lnTo>
                    <a:pt x="7327" y="28956"/>
                  </a:lnTo>
                  <a:close/>
                </a:path>
                <a:path w="120014" h="107950">
                  <a:moveTo>
                    <a:pt x="7378" y="27813"/>
                  </a:moveTo>
                  <a:lnTo>
                    <a:pt x="7302" y="27508"/>
                  </a:lnTo>
                  <a:lnTo>
                    <a:pt x="7048" y="27813"/>
                  </a:lnTo>
                  <a:lnTo>
                    <a:pt x="7378" y="27813"/>
                  </a:lnTo>
                  <a:close/>
                </a:path>
                <a:path w="120014" h="107950">
                  <a:moveTo>
                    <a:pt x="8077" y="56896"/>
                  </a:moveTo>
                  <a:lnTo>
                    <a:pt x="7759" y="56388"/>
                  </a:lnTo>
                  <a:lnTo>
                    <a:pt x="7543" y="56896"/>
                  </a:lnTo>
                  <a:lnTo>
                    <a:pt x="8077" y="56896"/>
                  </a:lnTo>
                  <a:close/>
                </a:path>
                <a:path w="120014" h="107950">
                  <a:moveTo>
                    <a:pt x="8267" y="29464"/>
                  </a:moveTo>
                  <a:lnTo>
                    <a:pt x="8064" y="28956"/>
                  </a:lnTo>
                  <a:lnTo>
                    <a:pt x="7645" y="29464"/>
                  </a:lnTo>
                  <a:lnTo>
                    <a:pt x="8267" y="29464"/>
                  </a:lnTo>
                  <a:close/>
                </a:path>
                <a:path w="120014" h="107950">
                  <a:moveTo>
                    <a:pt x="8801" y="60833"/>
                  </a:moveTo>
                  <a:lnTo>
                    <a:pt x="8356" y="60325"/>
                  </a:lnTo>
                  <a:lnTo>
                    <a:pt x="8636" y="60071"/>
                  </a:lnTo>
                  <a:lnTo>
                    <a:pt x="8331" y="60071"/>
                  </a:lnTo>
                  <a:lnTo>
                    <a:pt x="8166" y="60325"/>
                  </a:lnTo>
                  <a:lnTo>
                    <a:pt x="8153" y="60833"/>
                  </a:lnTo>
                  <a:lnTo>
                    <a:pt x="8801" y="60833"/>
                  </a:lnTo>
                  <a:close/>
                </a:path>
                <a:path w="120014" h="107950">
                  <a:moveTo>
                    <a:pt x="9042" y="56896"/>
                  </a:moveTo>
                  <a:lnTo>
                    <a:pt x="8610" y="56896"/>
                  </a:lnTo>
                  <a:lnTo>
                    <a:pt x="8902" y="57404"/>
                  </a:lnTo>
                  <a:lnTo>
                    <a:pt x="8928" y="57150"/>
                  </a:lnTo>
                  <a:lnTo>
                    <a:pt x="9042" y="56896"/>
                  </a:lnTo>
                  <a:close/>
                </a:path>
                <a:path w="120014" h="107950">
                  <a:moveTo>
                    <a:pt x="10388" y="60579"/>
                  </a:moveTo>
                  <a:lnTo>
                    <a:pt x="10363" y="60325"/>
                  </a:lnTo>
                  <a:lnTo>
                    <a:pt x="10185" y="60325"/>
                  </a:lnTo>
                  <a:lnTo>
                    <a:pt x="9855" y="60579"/>
                  </a:lnTo>
                  <a:lnTo>
                    <a:pt x="10388" y="60579"/>
                  </a:lnTo>
                  <a:close/>
                </a:path>
                <a:path w="120014" h="107950">
                  <a:moveTo>
                    <a:pt x="10896" y="61341"/>
                  </a:moveTo>
                  <a:lnTo>
                    <a:pt x="10502" y="61341"/>
                  </a:lnTo>
                  <a:lnTo>
                    <a:pt x="10655" y="61518"/>
                  </a:lnTo>
                  <a:lnTo>
                    <a:pt x="10896" y="61341"/>
                  </a:lnTo>
                  <a:close/>
                </a:path>
                <a:path w="120014" h="107950">
                  <a:moveTo>
                    <a:pt x="10972" y="60579"/>
                  </a:moveTo>
                  <a:lnTo>
                    <a:pt x="10134" y="60833"/>
                  </a:lnTo>
                  <a:lnTo>
                    <a:pt x="10579" y="60833"/>
                  </a:lnTo>
                  <a:lnTo>
                    <a:pt x="10655" y="60972"/>
                  </a:lnTo>
                  <a:lnTo>
                    <a:pt x="10972" y="60579"/>
                  </a:lnTo>
                  <a:close/>
                </a:path>
                <a:path w="120014" h="107950">
                  <a:moveTo>
                    <a:pt x="11899" y="25273"/>
                  </a:moveTo>
                  <a:lnTo>
                    <a:pt x="11544" y="24638"/>
                  </a:lnTo>
                  <a:lnTo>
                    <a:pt x="11468" y="25273"/>
                  </a:lnTo>
                  <a:lnTo>
                    <a:pt x="11899" y="25273"/>
                  </a:lnTo>
                  <a:close/>
                </a:path>
                <a:path w="120014" h="107950">
                  <a:moveTo>
                    <a:pt x="12966" y="24638"/>
                  </a:moveTo>
                  <a:lnTo>
                    <a:pt x="12725" y="24638"/>
                  </a:lnTo>
                  <a:lnTo>
                    <a:pt x="12801" y="24155"/>
                  </a:lnTo>
                  <a:lnTo>
                    <a:pt x="12496" y="24447"/>
                  </a:lnTo>
                  <a:lnTo>
                    <a:pt x="12611" y="24269"/>
                  </a:lnTo>
                  <a:lnTo>
                    <a:pt x="12458" y="24358"/>
                  </a:lnTo>
                  <a:lnTo>
                    <a:pt x="11887" y="24638"/>
                  </a:lnTo>
                  <a:lnTo>
                    <a:pt x="12166" y="25273"/>
                  </a:lnTo>
                  <a:lnTo>
                    <a:pt x="12966" y="24638"/>
                  </a:lnTo>
                  <a:close/>
                </a:path>
                <a:path w="120014" h="107950">
                  <a:moveTo>
                    <a:pt x="16497" y="23799"/>
                  </a:moveTo>
                  <a:lnTo>
                    <a:pt x="16065" y="23622"/>
                  </a:lnTo>
                  <a:lnTo>
                    <a:pt x="16484" y="23837"/>
                  </a:lnTo>
                  <a:close/>
                </a:path>
                <a:path w="120014" h="107950">
                  <a:moveTo>
                    <a:pt x="18503" y="95758"/>
                  </a:moveTo>
                  <a:lnTo>
                    <a:pt x="18364" y="95758"/>
                  </a:lnTo>
                  <a:lnTo>
                    <a:pt x="18008" y="96012"/>
                  </a:lnTo>
                  <a:lnTo>
                    <a:pt x="18415" y="96012"/>
                  </a:lnTo>
                  <a:lnTo>
                    <a:pt x="18503" y="95758"/>
                  </a:lnTo>
                  <a:close/>
                </a:path>
                <a:path w="120014" h="107950">
                  <a:moveTo>
                    <a:pt x="19380" y="96520"/>
                  </a:moveTo>
                  <a:lnTo>
                    <a:pt x="19342" y="96266"/>
                  </a:lnTo>
                  <a:lnTo>
                    <a:pt x="18770" y="96266"/>
                  </a:lnTo>
                  <a:lnTo>
                    <a:pt x="18669" y="96520"/>
                  </a:lnTo>
                  <a:lnTo>
                    <a:pt x="18948" y="96520"/>
                  </a:lnTo>
                  <a:lnTo>
                    <a:pt x="19011" y="96774"/>
                  </a:lnTo>
                  <a:lnTo>
                    <a:pt x="19151" y="96774"/>
                  </a:lnTo>
                  <a:lnTo>
                    <a:pt x="19380" y="96520"/>
                  </a:lnTo>
                  <a:close/>
                </a:path>
                <a:path w="120014" h="107950">
                  <a:moveTo>
                    <a:pt x="19646" y="18923"/>
                  </a:moveTo>
                  <a:lnTo>
                    <a:pt x="19469" y="18288"/>
                  </a:lnTo>
                  <a:lnTo>
                    <a:pt x="18884" y="18923"/>
                  </a:lnTo>
                  <a:lnTo>
                    <a:pt x="19253" y="18923"/>
                  </a:lnTo>
                  <a:lnTo>
                    <a:pt x="18757" y="19431"/>
                  </a:lnTo>
                  <a:lnTo>
                    <a:pt x="19253" y="19939"/>
                  </a:lnTo>
                  <a:lnTo>
                    <a:pt x="19494" y="19431"/>
                  </a:lnTo>
                  <a:lnTo>
                    <a:pt x="19646" y="18923"/>
                  </a:lnTo>
                  <a:close/>
                </a:path>
                <a:path w="120014" h="107950">
                  <a:moveTo>
                    <a:pt x="19723" y="96266"/>
                  </a:moveTo>
                  <a:lnTo>
                    <a:pt x="19380" y="96520"/>
                  </a:lnTo>
                  <a:lnTo>
                    <a:pt x="19634" y="96520"/>
                  </a:lnTo>
                  <a:lnTo>
                    <a:pt x="19723" y="96266"/>
                  </a:lnTo>
                  <a:close/>
                </a:path>
                <a:path w="120014" h="107950">
                  <a:moveTo>
                    <a:pt x="20408" y="17653"/>
                  </a:moveTo>
                  <a:lnTo>
                    <a:pt x="18948" y="18288"/>
                  </a:lnTo>
                  <a:lnTo>
                    <a:pt x="19469" y="18288"/>
                  </a:lnTo>
                  <a:lnTo>
                    <a:pt x="20218" y="18288"/>
                  </a:lnTo>
                  <a:lnTo>
                    <a:pt x="20408" y="17653"/>
                  </a:lnTo>
                  <a:close/>
                </a:path>
                <a:path w="120014" h="107950">
                  <a:moveTo>
                    <a:pt x="20815" y="96774"/>
                  </a:moveTo>
                  <a:lnTo>
                    <a:pt x="20599" y="96774"/>
                  </a:lnTo>
                  <a:lnTo>
                    <a:pt x="20370" y="96647"/>
                  </a:lnTo>
                  <a:lnTo>
                    <a:pt x="20307" y="96774"/>
                  </a:lnTo>
                  <a:lnTo>
                    <a:pt x="19151" y="96774"/>
                  </a:lnTo>
                  <a:lnTo>
                    <a:pt x="19037" y="96901"/>
                  </a:lnTo>
                  <a:lnTo>
                    <a:pt x="19011" y="96774"/>
                  </a:lnTo>
                  <a:lnTo>
                    <a:pt x="18567" y="96774"/>
                  </a:lnTo>
                  <a:lnTo>
                    <a:pt x="18465" y="97028"/>
                  </a:lnTo>
                  <a:lnTo>
                    <a:pt x="17919" y="97028"/>
                  </a:lnTo>
                  <a:lnTo>
                    <a:pt x="18034" y="96774"/>
                  </a:lnTo>
                  <a:lnTo>
                    <a:pt x="18567" y="96774"/>
                  </a:lnTo>
                  <a:lnTo>
                    <a:pt x="18669" y="96520"/>
                  </a:lnTo>
                  <a:lnTo>
                    <a:pt x="18072" y="96659"/>
                  </a:lnTo>
                  <a:lnTo>
                    <a:pt x="18135" y="96520"/>
                  </a:lnTo>
                  <a:lnTo>
                    <a:pt x="18643" y="96520"/>
                  </a:lnTo>
                  <a:lnTo>
                    <a:pt x="18288" y="96266"/>
                  </a:lnTo>
                  <a:lnTo>
                    <a:pt x="18796" y="96139"/>
                  </a:lnTo>
                  <a:lnTo>
                    <a:pt x="18859" y="96012"/>
                  </a:lnTo>
                  <a:lnTo>
                    <a:pt x="18618" y="96012"/>
                  </a:lnTo>
                  <a:lnTo>
                    <a:pt x="18224" y="96139"/>
                  </a:lnTo>
                  <a:lnTo>
                    <a:pt x="18046" y="96012"/>
                  </a:lnTo>
                  <a:lnTo>
                    <a:pt x="17805" y="96164"/>
                  </a:lnTo>
                  <a:lnTo>
                    <a:pt x="17856" y="96012"/>
                  </a:lnTo>
                  <a:lnTo>
                    <a:pt x="17932" y="95758"/>
                  </a:lnTo>
                  <a:lnTo>
                    <a:pt x="18161" y="95758"/>
                  </a:lnTo>
                  <a:lnTo>
                    <a:pt x="18084" y="95377"/>
                  </a:lnTo>
                  <a:lnTo>
                    <a:pt x="17856" y="95758"/>
                  </a:lnTo>
                  <a:lnTo>
                    <a:pt x="16802" y="95758"/>
                  </a:lnTo>
                  <a:lnTo>
                    <a:pt x="16725" y="96520"/>
                  </a:lnTo>
                  <a:lnTo>
                    <a:pt x="17145" y="96520"/>
                  </a:lnTo>
                  <a:lnTo>
                    <a:pt x="17195" y="96012"/>
                  </a:lnTo>
                  <a:lnTo>
                    <a:pt x="17564" y="96012"/>
                  </a:lnTo>
                  <a:lnTo>
                    <a:pt x="17284" y="96520"/>
                  </a:lnTo>
                  <a:lnTo>
                    <a:pt x="16014" y="97028"/>
                  </a:lnTo>
                  <a:lnTo>
                    <a:pt x="16548" y="97028"/>
                  </a:lnTo>
                  <a:lnTo>
                    <a:pt x="16764" y="97409"/>
                  </a:lnTo>
                  <a:lnTo>
                    <a:pt x="16687" y="97028"/>
                  </a:lnTo>
                  <a:lnTo>
                    <a:pt x="18351" y="97409"/>
                  </a:lnTo>
                  <a:lnTo>
                    <a:pt x="18732" y="97409"/>
                  </a:lnTo>
                  <a:lnTo>
                    <a:pt x="19265" y="97536"/>
                  </a:lnTo>
                  <a:lnTo>
                    <a:pt x="19392" y="97409"/>
                  </a:lnTo>
                  <a:lnTo>
                    <a:pt x="19786" y="97028"/>
                  </a:lnTo>
                  <a:lnTo>
                    <a:pt x="20269" y="97028"/>
                  </a:lnTo>
                  <a:lnTo>
                    <a:pt x="20485" y="97028"/>
                  </a:lnTo>
                  <a:lnTo>
                    <a:pt x="20815" y="96774"/>
                  </a:lnTo>
                  <a:close/>
                </a:path>
                <a:path w="120014" h="107950">
                  <a:moveTo>
                    <a:pt x="21869" y="96012"/>
                  </a:moveTo>
                  <a:lnTo>
                    <a:pt x="21729" y="95885"/>
                  </a:lnTo>
                  <a:lnTo>
                    <a:pt x="21399" y="96012"/>
                  </a:lnTo>
                  <a:lnTo>
                    <a:pt x="21869" y="96012"/>
                  </a:lnTo>
                  <a:close/>
                </a:path>
                <a:path w="120014" h="107950">
                  <a:moveTo>
                    <a:pt x="22059" y="18796"/>
                  </a:moveTo>
                  <a:lnTo>
                    <a:pt x="21805" y="18288"/>
                  </a:lnTo>
                  <a:lnTo>
                    <a:pt x="21983" y="18884"/>
                  </a:lnTo>
                  <a:close/>
                </a:path>
                <a:path w="120014" h="107950">
                  <a:moveTo>
                    <a:pt x="23431" y="96647"/>
                  </a:moveTo>
                  <a:lnTo>
                    <a:pt x="23215" y="96774"/>
                  </a:lnTo>
                  <a:lnTo>
                    <a:pt x="23368" y="96774"/>
                  </a:lnTo>
                  <a:lnTo>
                    <a:pt x="23431" y="96647"/>
                  </a:lnTo>
                  <a:close/>
                </a:path>
                <a:path w="120014" h="107950">
                  <a:moveTo>
                    <a:pt x="23444" y="96520"/>
                  </a:moveTo>
                  <a:lnTo>
                    <a:pt x="23063" y="96266"/>
                  </a:lnTo>
                  <a:lnTo>
                    <a:pt x="22631" y="96266"/>
                  </a:lnTo>
                  <a:lnTo>
                    <a:pt x="22199" y="95758"/>
                  </a:lnTo>
                  <a:lnTo>
                    <a:pt x="22021" y="96012"/>
                  </a:lnTo>
                  <a:lnTo>
                    <a:pt x="21742" y="96266"/>
                  </a:lnTo>
                  <a:lnTo>
                    <a:pt x="21196" y="96012"/>
                  </a:lnTo>
                  <a:lnTo>
                    <a:pt x="20599" y="96151"/>
                  </a:lnTo>
                  <a:lnTo>
                    <a:pt x="20535" y="96012"/>
                  </a:lnTo>
                  <a:lnTo>
                    <a:pt x="19913" y="96012"/>
                  </a:lnTo>
                  <a:lnTo>
                    <a:pt x="19304" y="96012"/>
                  </a:lnTo>
                  <a:lnTo>
                    <a:pt x="19151" y="95758"/>
                  </a:lnTo>
                  <a:lnTo>
                    <a:pt x="19011" y="95377"/>
                  </a:lnTo>
                  <a:lnTo>
                    <a:pt x="18961" y="95758"/>
                  </a:lnTo>
                  <a:lnTo>
                    <a:pt x="18859" y="96012"/>
                  </a:lnTo>
                  <a:lnTo>
                    <a:pt x="18808" y="96139"/>
                  </a:lnTo>
                  <a:lnTo>
                    <a:pt x="19253" y="96024"/>
                  </a:lnTo>
                  <a:lnTo>
                    <a:pt x="19342" y="96266"/>
                  </a:lnTo>
                  <a:lnTo>
                    <a:pt x="19608" y="96266"/>
                  </a:lnTo>
                  <a:lnTo>
                    <a:pt x="19761" y="96139"/>
                  </a:lnTo>
                  <a:lnTo>
                    <a:pt x="19723" y="96266"/>
                  </a:lnTo>
                  <a:lnTo>
                    <a:pt x="20078" y="96266"/>
                  </a:lnTo>
                  <a:lnTo>
                    <a:pt x="20675" y="96266"/>
                  </a:lnTo>
                  <a:lnTo>
                    <a:pt x="20815" y="96520"/>
                  </a:lnTo>
                  <a:lnTo>
                    <a:pt x="21170" y="96520"/>
                  </a:lnTo>
                  <a:lnTo>
                    <a:pt x="20828" y="96774"/>
                  </a:lnTo>
                  <a:lnTo>
                    <a:pt x="21336" y="96520"/>
                  </a:lnTo>
                  <a:lnTo>
                    <a:pt x="21374" y="96774"/>
                  </a:lnTo>
                  <a:lnTo>
                    <a:pt x="21742" y="96570"/>
                  </a:lnTo>
                  <a:lnTo>
                    <a:pt x="22021" y="96520"/>
                  </a:lnTo>
                  <a:lnTo>
                    <a:pt x="22212" y="96520"/>
                  </a:lnTo>
                  <a:lnTo>
                    <a:pt x="22580" y="96520"/>
                  </a:lnTo>
                  <a:lnTo>
                    <a:pt x="22580" y="96685"/>
                  </a:lnTo>
                  <a:lnTo>
                    <a:pt x="23444" y="96520"/>
                  </a:lnTo>
                  <a:close/>
                </a:path>
                <a:path w="120014" h="107950">
                  <a:moveTo>
                    <a:pt x="24155" y="95859"/>
                  </a:moveTo>
                  <a:lnTo>
                    <a:pt x="24142" y="95478"/>
                  </a:lnTo>
                  <a:lnTo>
                    <a:pt x="23990" y="95758"/>
                  </a:lnTo>
                  <a:lnTo>
                    <a:pt x="24155" y="95859"/>
                  </a:lnTo>
                  <a:close/>
                </a:path>
                <a:path w="120014" h="107950">
                  <a:moveTo>
                    <a:pt x="24206" y="24130"/>
                  </a:moveTo>
                  <a:lnTo>
                    <a:pt x="23761" y="24130"/>
                  </a:lnTo>
                  <a:lnTo>
                    <a:pt x="24117" y="24638"/>
                  </a:lnTo>
                  <a:lnTo>
                    <a:pt x="24206" y="24130"/>
                  </a:lnTo>
                  <a:close/>
                </a:path>
                <a:path w="120014" h="107950">
                  <a:moveTo>
                    <a:pt x="24460" y="16256"/>
                  </a:moveTo>
                  <a:lnTo>
                    <a:pt x="24231" y="16256"/>
                  </a:lnTo>
                  <a:lnTo>
                    <a:pt x="23914" y="15875"/>
                  </a:lnTo>
                  <a:lnTo>
                    <a:pt x="23914" y="16256"/>
                  </a:lnTo>
                  <a:lnTo>
                    <a:pt x="23825" y="16027"/>
                  </a:lnTo>
                  <a:lnTo>
                    <a:pt x="23914" y="16256"/>
                  </a:lnTo>
                  <a:lnTo>
                    <a:pt x="23914" y="15875"/>
                  </a:lnTo>
                  <a:lnTo>
                    <a:pt x="23787" y="15709"/>
                  </a:lnTo>
                  <a:lnTo>
                    <a:pt x="23710" y="15214"/>
                  </a:lnTo>
                  <a:lnTo>
                    <a:pt x="23571" y="15303"/>
                  </a:lnTo>
                  <a:lnTo>
                    <a:pt x="23583" y="15455"/>
                  </a:lnTo>
                  <a:lnTo>
                    <a:pt x="23114" y="15557"/>
                  </a:lnTo>
                  <a:lnTo>
                    <a:pt x="21869" y="16256"/>
                  </a:lnTo>
                  <a:lnTo>
                    <a:pt x="22021" y="16256"/>
                  </a:lnTo>
                  <a:lnTo>
                    <a:pt x="22479" y="16700"/>
                  </a:lnTo>
                  <a:lnTo>
                    <a:pt x="21983" y="17272"/>
                  </a:lnTo>
                  <a:lnTo>
                    <a:pt x="22606" y="17272"/>
                  </a:lnTo>
                  <a:lnTo>
                    <a:pt x="22783" y="17272"/>
                  </a:lnTo>
                  <a:lnTo>
                    <a:pt x="23088" y="17272"/>
                  </a:lnTo>
                  <a:lnTo>
                    <a:pt x="22974" y="17818"/>
                  </a:lnTo>
                  <a:lnTo>
                    <a:pt x="22631" y="17272"/>
                  </a:lnTo>
                  <a:lnTo>
                    <a:pt x="22936" y="18008"/>
                  </a:lnTo>
                  <a:lnTo>
                    <a:pt x="22885" y="18288"/>
                  </a:lnTo>
                  <a:lnTo>
                    <a:pt x="23037" y="18288"/>
                  </a:lnTo>
                  <a:lnTo>
                    <a:pt x="23279" y="18288"/>
                  </a:lnTo>
                  <a:lnTo>
                    <a:pt x="23291" y="17272"/>
                  </a:lnTo>
                  <a:lnTo>
                    <a:pt x="24155" y="17272"/>
                  </a:lnTo>
                  <a:lnTo>
                    <a:pt x="23152" y="16446"/>
                  </a:lnTo>
                  <a:lnTo>
                    <a:pt x="22987" y="16510"/>
                  </a:lnTo>
                  <a:lnTo>
                    <a:pt x="22860" y="16395"/>
                  </a:lnTo>
                  <a:lnTo>
                    <a:pt x="22872" y="16256"/>
                  </a:lnTo>
                  <a:lnTo>
                    <a:pt x="22707" y="16256"/>
                  </a:lnTo>
                  <a:lnTo>
                    <a:pt x="23672" y="16256"/>
                  </a:lnTo>
                  <a:lnTo>
                    <a:pt x="24269" y="16891"/>
                  </a:lnTo>
                  <a:lnTo>
                    <a:pt x="24460" y="16256"/>
                  </a:lnTo>
                  <a:close/>
                </a:path>
                <a:path w="120014" h="107950">
                  <a:moveTo>
                    <a:pt x="24714" y="96012"/>
                  </a:moveTo>
                  <a:lnTo>
                    <a:pt x="24460" y="96012"/>
                  </a:lnTo>
                  <a:lnTo>
                    <a:pt x="24130" y="96266"/>
                  </a:lnTo>
                  <a:lnTo>
                    <a:pt x="24714" y="96012"/>
                  </a:lnTo>
                  <a:close/>
                </a:path>
                <a:path w="120014" h="107950">
                  <a:moveTo>
                    <a:pt x="25031" y="94742"/>
                  </a:moveTo>
                  <a:lnTo>
                    <a:pt x="25019" y="94488"/>
                  </a:lnTo>
                  <a:lnTo>
                    <a:pt x="24460" y="94361"/>
                  </a:lnTo>
                  <a:lnTo>
                    <a:pt x="24180" y="94742"/>
                  </a:lnTo>
                  <a:lnTo>
                    <a:pt x="24091" y="94869"/>
                  </a:lnTo>
                  <a:lnTo>
                    <a:pt x="23291" y="95250"/>
                  </a:lnTo>
                  <a:lnTo>
                    <a:pt x="24155" y="95250"/>
                  </a:lnTo>
                  <a:lnTo>
                    <a:pt x="24295" y="95250"/>
                  </a:lnTo>
                  <a:lnTo>
                    <a:pt x="24498" y="95250"/>
                  </a:lnTo>
                  <a:lnTo>
                    <a:pt x="24587" y="94869"/>
                  </a:lnTo>
                  <a:lnTo>
                    <a:pt x="24777" y="94742"/>
                  </a:lnTo>
                  <a:lnTo>
                    <a:pt x="24739" y="94869"/>
                  </a:lnTo>
                  <a:lnTo>
                    <a:pt x="25031" y="94742"/>
                  </a:lnTo>
                  <a:close/>
                </a:path>
                <a:path w="120014" h="107950">
                  <a:moveTo>
                    <a:pt x="25196" y="96774"/>
                  </a:moveTo>
                  <a:lnTo>
                    <a:pt x="25158" y="96520"/>
                  </a:lnTo>
                  <a:lnTo>
                    <a:pt x="24765" y="96380"/>
                  </a:lnTo>
                  <a:lnTo>
                    <a:pt x="24803" y="96520"/>
                  </a:lnTo>
                  <a:lnTo>
                    <a:pt x="24638" y="96520"/>
                  </a:lnTo>
                  <a:lnTo>
                    <a:pt x="24422" y="96520"/>
                  </a:lnTo>
                  <a:lnTo>
                    <a:pt x="24206" y="96520"/>
                  </a:lnTo>
                  <a:lnTo>
                    <a:pt x="24155" y="96647"/>
                  </a:lnTo>
                  <a:lnTo>
                    <a:pt x="24104" y="96774"/>
                  </a:lnTo>
                  <a:lnTo>
                    <a:pt x="24396" y="96774"/>
                  </a:lnTo>
                  <a:lnTo>
                    <a:pt x="25196" y="96774"/>
                  </a:lnTo>
                  <a:close/>
                </a:path>
                <a:path w="120014" h="107950">
                  <a:moveTo>
                    <a:pt x="25565" y="94488"/>
                  </a:moveTo>
                  <a:lnTo>
                    <a:pt x="25425" y="94361"/>
                  </a:lnTo>
                  <a:lnTo>
                    <a:pt x="25374" y="94234"/>
                  </a:lnTo>
                  <a:lnTo>
                    <a:pt x="25260" y="94361"/>
                  </a:lnTo>
                  <a:lnTo>
                    <a:pt x="25171" y="94869"/>
                  </a:lnTo>
                  <a:lnTo>
                    <a:pt x="25552" y="94869"/>
                  </a:lnTo>
                  <a:lnTo>
                    <a:pt x="25565" y="94488"/>
                  </a:lnTo>
                  <a:close/>
                </a:path>
                <a:path w="120014" h="107950">
                  <a:moveTo>
                    <a:pt x="25730" y="95758"/>
                  </a:moveTo>
                  <a:lnTo>
                    <a:pt x="25171" y="96012"/>
                  </a:lnTo>
                  <a:lnTo>
                    <a:pt x="25336" y="96012"/>
                  </a:lnTo>
                  <a:lnTo>
                    <a:pt x="25666" y="96012"/>
                  </a:lnTo>
                  <a:lnTo>
                    <a:pt x="25730" y="95758"/>
                  </a:lnTo>
                  <a:close/>
                </a:path>
                <a:path w="120014" h="107950">
                  <a:moveTo>
                    <a:pt x="26492" y="94742"/>
                  </a:moveTo>
                  <a:lnTo>
                    <a:pt x="26098" y="94361"/>
                  </a:lnTo>
                  <a:lnTo>
                    <a:pt x="26174" y="94742"/>
                  </a:lnTo>
                  <a:lnTo>
                    <a:pt x="26492" y="94742"/>
                  </a:lnTo>
                  <a:close/>
                </a:path>
                <a:path w="120014" h="107950">
                  <a:moveTo>
                    <a:pt x="26517" y="70866"/>
                  </a:moveTo>
                  <a:lnTo>
                    <a:pt x="25806" y="70866"/>
                  </a:lnTo>
                  <a:lnTo>
                    <a:pt x="25438" y="71120"/>
                  </a:lnTo>
                  <a:lnTo>
                    <a:pt x="26416" y="71120"/>
                  </a:lnTo>
                  <a:lnTo>
                    <a:pt x="26517" y="70866"/>
                  </a:lnTo>
                  <a:close/>
                </a:path>
                <a:path w="120014" h="107950">
                  <a:moveTo>
                    <a:pt x="26797" y="70866"/>
                  </a:moveTo>
                  <a:lnTo>
                    <a:pt x="26606" y="70612"/>
                  </a:lnTo>
                  <a:lnTo>
                    <a:pt x="26517" y="70866"/>
                  </a:lnTo>
                  <a:lnTo>
                    <a:pt x="26797" y="70866"/>
                  </a:lnTo>
                  <a:close/>
                </a:path>
                <a:path w="120014" h="107950">
                  <a:moveTo>
                    <a:pt x="27203" y="95758"/>
                  </a:moveTo>
                  <a:lnTo>
                    <a:pt x="27012" y="95897"/>
                  </a:lnTo>
                  <a:lnTo>
                    <a:pt x="27139" y="95872"/>
                  </a:lnTo>
                  <a:close/>
                </a:path>
                <a:path w="120014" h="107950">
                  <a:moveTo>
                    <a:pt x="29387" y="70866"/>
                  </a:moveTo>
                  <a:lnTo>
                    <a:pt x="26797" y="70866"/>
                  </a:lnTo>
                  <a:lnTo>
                    <a:pt x="26911" y="71120"/>
                  </a:lnTo>
                  <a:lnTo>
                    <a:pt x="27584" y="71501"/>
                  </a:lnTo>
                  <a:lnTo>
                    <a:pt x="27571" y="71120"/>
                  </a:lnTo>
                  <a:lnTo>
                    <a:pt x="27825" y="71120"/>
                  </a:lnTo>
                  <a:lnTo>
                    <a:pt x="27825" y="71628"/>
                  </a:lnTo>
                  <a:lnTo>
                    <a:pt x="27825" y="71755"/>
                  </a:lnTo>
                  <a:lnTo>
                    <a:pt x="28003" y="71628"/>
                  </a:lnTo>
                  <a:lnTo>
                    <a:pt x="28714" y="71120"/>
                  </a:lnTo>
                  <a:lnTo>
                    <a:pt x="28943" y="71120"/>
                  </a:lnTo>
                  <a:lnTo>
                    <a:pt x="29057" y="71374"/>
                  </a:lnTo>
                  <a:lnTo>
                    <a:pt x="29171" y="71628"/>
                  </a:lnTo>
                  <a:lnTo>
                    <a:pt x="29248" y="71374"/>
                  </a:lnTo>
                  <a:lnTo>
                    <a:pt x="29311" y="71120"/>
                  </a:lnTo>
                  <a:lnTo>
                    <a:pt x="29387" y="70866"/>
                  </a:lnTo>
                  <a:close/>
                </a:path>
                <a:path w="120014" h="107950">
                  <a:moveTo>
                    <a:pt x="29629" y="70866"/>
                  </a:moveTo>
                  <a:lnTo>
                    <a:pt x="29451" y="70612"/>
                  </a:lnTo>
                  <a:lnTo>
                    <a:pt x="29387" y="70866"/>
                  </a:lnTo>
                  <a:lnTo>
                    <a:pt x="29629" y="70866"/>
                  </a:lnTo>
                  <a:close/>
                </a:path>
                <a:path w="120014" h="107950">
                  <a:moveTo>
                    <a:pt x="30619" y="94742"/>
                  </a:moveTo>
                  <a:lnTo>
                    <a:pt x="30505" y="94488"/>
                  </a:lnTo>
                  <a:lnTo>
                    <a:pt x="29044" y="94488"/>
                  </a:lnTo>
                  <a:lnTo>
                    <a:pt x="28917" y="94488"/>
                  </a:lnTo>
                  <a:lnTo>
                    <a:pt x="27940" y="94488"/>
                  </a:lnTo>
                  <a:lnTo>
                    <a:pt x="27495" y="94488"/>
                  </a:lnTo>
                  <a:lnTo>
                    <a:pt x="27711" y="94615"/>
                  </a:lnTo>
                  <a:lnTo>
                    <a:pt x="27495" y="94742"/>
                  </a:lnTo>
                  <a:lnTo>
                    <a:pt x="27343" y="94615"/>
                  </a:lnTo>
                  <a:lnTo>
                    <a:pt x="27305" y="94742"/>
                  </a:lnTo>
                  <a:lnTo>
                    <a:pt x="27254" y="94869"/>
                  </a:lnTo>
                  <a:lnTo>
                    <a:pt x="27533" y="94869"/>
                  </a:lnTo>
                  <a:lnTo>
                    <a:pt x="27520" y="94742"/>
                  </a:lnTo>
                  <a:lnTo>
                    <a:pt x="27711" y="94627"/>
                  </a:lnTo>
                  <a:lnTo>
                    <a:pt x="27927" y="94742"/>
                  </a:lnTo>
                  <a:lnTo>
                    <a:pt x="28346" y="94742"/>
                  </a:lnTo>
                  <a:lnTo>
                    <a:pt x="29044" y="94742"/>
                  </a:lnTo>
                  <a:lnTo>
                    <a:pt x="29311" y="94805"/>
                  </a:lnTo>
                  <a:lnTo>
                    <a:pt x="29540" y="94869"/>
                  </a:lnTo>
                  <a:lnTo>
                    <a:pt x="30264" y="95250"/>
                  </a:lnTo>
                  <a:lnTo>
                    <a:pt x="30137" y="94869"/>
                  </a:lnTo>
                  <a:lnTo>
                    <a:pt x="30086" y="94742"/>
                  </a:lnTo>
                  <a:lnTo>
                    <a:pt x="30619" y="94742"/>
                  </a:lnTo>
                  <a:close/>
                </a:path>
                <a:path w="120014" h="107950">
                  <a:moveTo>
                    <a:pt x="30810" y="94488"/>
                  </a:moveTo>
                  <a:lnTo>
                    <a:pt x="30505" y="94488"/>
                  </a:lnTo>
                  <a:lnTo>
                    <a:pt x="30746" y="94678"/>
                  </a:lnTo>
                  <a:lnTo>
                    <a:pt x="30810" y="94488"/>
                  </a:lnTo>
                  <a:close/>
                </a:path>
                <a:path w="120014" h="107950">
                  <a:moveTo>
                    <a:pt x="30937" y="94869"/>
                  </a:moveTo>
                  <a:lnTo>
                    <a:pt x="30695" y="94869"/>
                  </a:lnTo>
                  <a:lnTo>
                    <a:pt x="30619" y="94742"/>
                  </a:lnTo>
                  <a:lnTo>
                    <a:pt x="30607" y="95377"/>
                  </a:lnTo>
                  <a:lnTo>
                    <a:pt x="30708" y="95250"/>
                  </a:lnTo>
                  <a:lnTo>
                    <a:pt x="30873" y="95148"/>
                  </a:lnTo>
                  <a:lnTo>
                    <a:pt x="30937" y="94869"/>
                  </a:lnTo>
                  <a:close/>
                </a:path>
                <a:path w="120014" h="107950">
                  <a:moveTo>
                    <a:pt x="31038" y="94488"/>
                  </a:moveTo>
                  <a:lnTo>
                    <a:pt x="30822" y="94488"/>
                  </a:lnTo>
                  <a:lnTo>
                    <a:pt x="31000" y="94602"/>
                  </a:lnTo>
                  <a:close/>
                </a:path>
                <a:path w="120014" h="107950">
                  <a:moveTo>
                    <a:pt x="32473" y="73406"/>
                  </a:moveTo>
                  <a:lnTo>
                    <a:pt x="32169" y="73533"/>
                  </a:lnTo>
                  <a:lnTo>
                    <a:pt x="32359" y="73533"/>
                  </a:lnTo>
                  <a:lnTo>
                    <a:pt x="32473" y="73406"/>
                  </a:lnTo>
                  <a:close/>
                </a:path>
                <a:path w="120014" h="107950">
                  <a:moveTo>
                    <a:pt x="32613" y="72136"/>
                  </a:moveTo>
                  <a:lnTo>
                    <a:pt x="32245" y="72136"/>
                  </a:lnTo>
                  <a:lnTo>
                    <a:pt x="32397" y="72390"/>
                  </a:lnTo>
                  <a:lnTo>
                    <a:pt x="32613" y="72136"/>
                  </a:lnTo>
                  <a:close/>
                </a:path>
                <a:path w="120014" h="107950">
                  <a:moveTo>
                    <a:pt x="32994" y="73025"/>
                  </a:moveTo>
                  <a:lnTo>
                    <a:pt x="32842" y="72771"/>
                  </a:lnTo>
                  <a:lnTo>
                    <a:pt x="32994" y="73025"/>
                  </a:lnTo>
                  <a:close/>
                </a:path>
                <a:path w="120014" h="107950">
                  <a:moveTo>
                    <a:pt x="33007" y="72390"/>
                  </a:moveTo>
                  <a:lnTo>
                    <a:pt x="32842" y="72390"/>
                  </a:lnTo>
                  <a:lnTo>
                    <a:pt x="32753" y="72771"/>
                  </a:lnTo>
                  <a:lnTo>
                    <a:pt x="33007" y="72390"/>
                  </a:lnTo>
                  <a:close/>
                </a:path>
                <a:path w="120014" h="107950">
                  <a:moveTo>
                    <a:pt x="33324" y="73025"/>
                  </a:moveTo>
                  <a:lnTo>
                    <a:pt x="32994" y="73025"/>
                  </a:lnTo>
                  <a:lnTo>
                    <a:pt x="32664" y="73025"/>
                  </a:lnTo>
                  <a:lnTo>
                    <a:pt x="32816" y="73279"/>
                  </a:lnTo>
                  <a:lnTo>
                    <a:pt x="33185" y="73279"/>
                  </a:lnTo>
                  <a:lnTo>
                    <a:pt x="33324" y="73025"/>
                  </a:lnTo>
                  <a:close/>
                </a:path>
                <a:path w="120014" h="107950">
                  <a:moveTo>
                    <a:pt x="33375" y="73533"/>
                  </a:moveTo>
                  <a:lnTo>
                    <a:pt x="32791" y="73279"/>
                  </a:lnTo>
                  <a:lnTo>
                    <a:pt x="32880" y="73533"/>
                  </a:lnTo>
                  <a:lnTo>
                    <a:pt x="32969" y="73787"/>
                  </a:lnTo>
                  <a:lnTo>
                    <a:pt x="33045" y="73533"/>
                  </a:lnTo>
                  <a:lnTo>
                    <a:pt x="33375" y="73533"/>
                  </a:lnTo>
                  <a:close/>
                </a:path>
                <a:path w="120014" h="107950">
                  <a:moveTo>
                    <a:pt x="34455" y="20955"/>
                  </a:moveTo>
                  <a:lnTo>
                    <a:pt x="34277" y="20916"/>
                  </a:lnTo>
                  <a:lnTo>
                    <a:pt x="34455" y="20955"/>
                  </a:lnTo>
                  <a:close/>
                </a:path>
                <a:path w="120014" h="107950">
                  <a:moveTo>
                    <a:pt x="36410" y="9906"/>
                  </a:moveTo>
                  <a:lnTo>
                    <a:pt x="36106" y="8763"/>
                  </a:lnTo>
                  <a:lnTo>
                    <a:pt x="36144" y="9906"/>
                  </a:lnTo>
                  <a:lnTo>
                    <a:pt x="36410" y="9906"/>
                  </a:lnTo>
                  <a:close/>
                </a:path>
                <a:path w="120014" h="107950">
                  <a:moveTo>
                    <a:pt x="37007" y="70866"/>
                  </a:moveTo>
                  <a:lnTo>
                    <a:pt x="36741" y="70866"/>
                  </a:lnTo>
                  <a:lnTo>
                    <a:pt x="36664" y="71120"/>
                  </a:lnTo>
                  <a:lnTo>
                    <a:pt x="37007" y="70866"/>
                  </a:lnTo>
                  <a:close/>
                </a:path>
                <a:path w="120014" h="107950">
                  <a:moveTo>
                    <a:pt x="38328" y="70866"/>
                  </a:moveTo>
                  <a:lnTo>
                    <a:pt x="38087" y="70866"/>
                  </a:lnTo>
                  <a:lnTo>
                    <a:pt x="38061" y="71120"/>
                  </a:lnTo>
                  <a:lnTo>
                    <a:pt x="38227" y="71120"/>
                  </a:lnTo>
                  <a:lnTo>
                    <a:pt x="38328" y="70866"/>
                  </a:lnTo>
                  <a:close/>
                </a:path>
                <a:path w="120014" h="107950">
                  <a:moveTo>
                    <a:pt x="38417" y="71501"/>
                  </a:moveTo>
                  <a:lnTo>
                    <a:pt x="38366" y="71374"/>
                  </a:lnTo>
                  <a:lnTo>
                    <a:pt x="38188" y="71374"/>
                  </a:lnTo>
                  <a:lnTo>
                    <a:pt x="38417" y="71501"/>
                  </a:lnTo>
                  <a:close/>
                </a:path>
                <a:path w="120014" h="107950">
                  <a:moveTo>
                    <a:pt x="38608" y="6731"/>
                  </a:moveTo>
                  <a:lnTo>
                    <a:pt x="38277" y="6731"/>
                  </a:lnTo>
                  <a:lnTo>
                    <a:pt x="38315" y="7747"/>
                  </a:lnTo>
                  <a:lnTo>
                    <a:pt x="38608" y="6731"/>
                  </a:lnTo>
                  <a:close/>
                </a:path>
                <a:path w="120014" h="107950">
                  <a:moveTo>
                    <a:pt x="40093" y="72136"/>
                  </a:moveTo>
                  <a:lnTo>
                    <a:pt x="39954" y="71882"/>
                  </a:lnTo>
                  <a:lnTo>
                    <a:pt x="39789" y="71882"/>
                  </a:lnTo>
                  <a:lnTo>
                    <a:pt x="39204" y="72136"/>
                  </a:lnTo>
                  <a:lnTo>
                    <a:pt x="40093" y="72136"/>
                  </a:lnTo>
                  <a:close/>
                </a:path>
                <a:path w="120014" h="107950">
                  <a:moveTo>
                    <a:pt x="40525" y="72771"/>
                  </a:moveTo>
                  <a:lnTo>
                    <a:pt x="40360" y="72771"/>
                  </a:lnTo>
                  <a:lnTo>
                    <a:pt x="40259" y="73025"/>
                  </a:lnTo>
                  <a:lnTo>
                    <a:pt x="40525" y="72771"/>
                  </a:lnTo>
                  <a:close/>
                </a:path>
                <a:path w="120014" h="107950">
                  <a:moveTo>
                    <a:pt x="41249" y="71882"/>
                  </a:moveTo>
                  <a:lnTo>
                    <a:pt x="41059" y="72136"/>
                  </a:lnTo>
                  <a:lnTo>
                    <a:pt x="40932" y="72288"/>
                  </a:lnTo>
                  <a:lnTo>
                    <a:pt x="40614" y="72136"/>
                  </a:lnTo>
                  <a:lnTo>
                    <a:pt x="40881" y="72351"/>
                  </a:lnTo>
                  <a:lnTo>
                    <a:pt x="40398" y="72390"/>
                  </a:lnTo>
                  <a:lnTo>
                    <a:pt x="40322" y="72136"/>
                  </a:lnTo>
                  <a:lnTo>
                    <a:pt x="40233" y="71882"/>
                  </a:lnTo>
                  <a:lnTo>
                    <a:pt x="40093" y="72136"/>
                  </a:lnTo>
                  <a:lnTo>
                    <a:pt x="39979" y="72390"/>
                  </a:lnTo>
                  <a:lnTo>
                    <a:pt x="40233" y="72390"/>
                  </a:lnTo>
                  <a:lnTo>
                    <a:pt x="40830" y="72771"/>
                  </a:lnTo>
                  <a:lnTo>
                    <a:pt x="40944" y="72390"/>
                  </a:lnTo>
                  <a:lnTo>
                    <a:pt x="41160" y="72390"/>
                  </a:lnTo>
                  <a:lnTo>
                    <a:pt x="41211" y="72136"/>
                  </a:lnTo>
                  <a:lnTo>
                    <a:pt x="41249" y="71882"/>
                  </a:lnTo>
                  <a:close/>
                </a:path>
                <a:path w="120014" h="107950">
                  <a:moveTo>
                    <a:pt x="41351" y="7747"/>
                  </a:moveTo>
                  <a:lnTo>
                    <a:pt x="41097" y="6731"/>
                  </a:lnTo>
                  <a:lnTo>
                    <a:pt x="41313" y="5334"/>
                  </a:lnTo>
                  <a:lnTo>
                    <a:pt x="40932" y="5334"/>
                  </a:lnTo>
                  <a:lnTo>
                    <a:pt x="40957" y="6731"/>
                  </a:lnTo>
                  <a:lnTo>
                    <a:pt x="41109" y="7747"/>
                  </a:lnTo>
                  <a:lnTo>
                    <a:pt x="41351" y="7747"/>
                  </a:lnTo>
                  <a:close/>
                </a:path>
                <a:path w="120014" h="107950">
                  <a:moveTo>
                    <a:pt x="41465" y="71882"/>
                  </a:moveTo>
                  <a:lnTo>
                    <a:pt x="41008" y="71628"/>
                  </a:lnTo>
                  <a:lnTo>
                    <a:pt x="40944" y="71882"/>
                  </a:lnTo>
                  <a:lnTo>
                    <a:pt x="41249" y="71882"/>
                  </a:lnTo>
                  <a:lnTo>
                    <a:pt x="41465" y="71882"/>
                  </a:lnTo>
                  <a:close/>
                </a:path>
                <a:path w="120014" h="107950">
                  <a:moveTo>
                    <a:pt x="41643" y="20955"/>
                  </a:moveTo>
                  <a:lnTo>
                    <a:pt x="41236" y="20955"/>
                  </a:lnTo>
                  <a:lnTo>
                    <a:pt x="41084" y="21348"/>
                  </a:lnTo>
                  <a:lnTo>
                    <a:pt x="41643" y="20955"/>
                  </a:lnTo>
                  <a:close/>
                </a:path>
                <a:path w="120014" h="107950">
                  <a:moveTo>
                    <a:pt x="43891" y="71755"/>
                  </a:moveTo>
                  <a:lnTo>
                    <a:pt x="43459" y="71882"/>
                  </a:lnTo>
                  <a:lnTo>
                    <a:pt x="43764" y="71882"/>
                  </a:lnTo>
                  <a:lnTo>
                    <a:pt x="43891" y="71755"/>
                  </a:lnTo>
                  <a:close/>
                </a:path>
                <a:path w="120014" h="107950">
                  <a:moveTo>
                    <a:pt x="44272" y="71374"/>
                  </a:moveTo>
                  <a:lnTo>
                    <a:pt x="43713" y="71374"/>
                  </a:lnTo>
                  <a:lnTo>
                    <a:pt x="43827" y="71628"/>
                  </a:lnTo>
                  <a:lnTo>
                    <a:pt x="43891" y="71755"/>
                  </a:lnTo>
                  <a:lnTo>
                    <a:pt x="44272" y="71374"/>
                  </a:lnTo>
                  <a:close/>
                </a:path>
                <a:path w="120014" h="107950">
                  <a:moveTo>
                    <a:pt x="44323" y="71628"/>
                  </a:moveTo>
                  <a:lnTo>
                    <a:pt x="43891" y="71755"/>
                  </a:lnTo>
                  <a:lnTo>
                    <a:pt x="43954" y="71882"/>
                  </a:lnTo>
                  <a:lnTo>
                    <a:pt x="44272" y="71882"/>
                  </a:lnTo>
                  <a:lnTo>
                    <a:pt x="44323" y="71628"/>
                  </a:lnTo>
                  <a:close/>
                </a:path>
                <a:path w="120014" h="107950">
                  <a:moveTo>
                    <a:pt x="48044" y="72136"/>
                  </a:moveTo>
                  <a:lnTo>
                    <a:pt x="48031" y="71882"/>
                  </a:lnTo>
                  <a:lnTo>
                    <a:pt x="47713" y="71882"/>
                  </a:lnTo>
                  <a:lnTo>
                    <a:pt x="47561" y="72136"/>
                  </a:lnTo>
                  <a:lnTo>
                    <a:pt x="48044" y="72136"/>
                  </a:lnTo>
                  <a:close/>
                </a:path>
                <a:path w="120014" h="107950">
                  <a:moveTo>
                    <a:pt x="48717" y="2349"/>
                  </a:moveTo>
                  <a:lnTo>
                    <a:pt x="48704" y="2159"/>
                  </a:lnTo>
                  <a:lnTo>
                    <a:pt x="48450" y="2159"/>
                  </a:lnTo>
                  <a:lnTo>
                    <a:pt x="48717" y="2349"/>
                  </a:lnTo>
                  <a:close/>
                </a:path>
                <a:path w="120014" h="107950">
                  <a:moveTo>
                    <a:pt x="48831" y="72136"/>
                  </a:moveTo>
                  <a:lnTo>
                    <a:pt x="48755" y="71882"/>
                  </a:lnTo>
                  <a:lnTo>
                    <a:pt x="48666" y="71628"/>
                  </a:lnTo>
                  <a:lnTo>
                    <a:pt x="48310" y="72136"/>
                  </a:lnTo>
                  <a:lnTo>
                    <a:pt x="48831" y="72136"/>
                  </a:lnTo>
                  <a:close/>
                </a:path>
                <a:path w="120014" h="107950">
                  <a:moveTo>
                    <a:pt x="50330" y="71882"/>
                  </a:moveTo>
                  <a:lnTo>
                    <a:pt x="49847" y="71882"/>
                  </a:lnTo>
                  <a:lnTo>
                    <a:pt x="50152" y="72136"/>
                  </a:lnTo>
                  <a:lnTo>
                    <a:pt x="50304" y="72136"/>
                  </a:lnTo>
                  <a:lnTo>
                    <a:pt x="50330" y="71882"/>
                  </a:lnTo>
                  <a:close/>
                </a:path>
                <a:path w="120014" h="107950">
                  <a:moveTo>
                    <a:pt x="51511" y="254"/>
                  </a:moveTo>
                  <a:lnTo>
                    <a:pt x="51257" y="254"/>
                  </a:lnTo>
                  <a:lnTo>
                    <a:pt x="51231" y="0"/>
                  </a:lnTo>
                  <a:lnTo>
                    <a:pt x="51092" y="254"/>
                  </a:lnTo>
                  <a:lnTo>
                    <a:pt x="50863" y="254"/>
                  </a:lnTo>
                  <a:lnTo>
                    <a:pt x="50863" y="977"/>
                  </a:lnTo>
                  <a:lnTo>
                    <a:pt x="51511" y="254"/>
                  </a:lnTo>
                  <a:close/>
                </a:path>
                <a:path w="120014" h="107950">
                  <a:moveTo>
                    <a:pt x="54902" y="35306"/>
                  </a:moveTo>
                  <a:lnTo>
                    <a:pt x="54673" y="35306"/>
                  </a:lnTo>
                  <a:lnTo>
                    <a:pt x="54711" y="35814"/>
                  </a:lnTo>
                  <a:lnTo>
                    <a:pt x="54902" y="35306"/>
                  </a:lnTo>
                  <a:close/>
                </a:path>
                <a:path w="120014" h="107950">
                  <a:moveTo>
                    <a:pt x="57429" y="1689"/>
                  </a:moveTo>
                  <a:lnTo>
                    <a:pt x="57277" y="1143"/>
                  </a:lnTo>
                  <a:lnTo>
                    <a:pt x="57150" y="1143"/>
                  </a:lnTo>
                  <a:lnTo>
                    <a:pt x="57429" y="1689"/>
                  </a:lnTo>
                  <a:close/>
                </a:path>
                <a:path w="120014" h="107950">
                  <a:moveTo>
                    <a:pt x="57962" y="2159"/>
                  </a:moveTo>
                  <a:lnTo>
                    <a:pt x="57835" y="2159"/>
                  </a:lnTo>
                  <a:lnTo>
                    <a:pt x="57886" y="2324"/>
                  </a:lnTo>
                  <a:lnTo>
                    <a:pt x="57962" y="2159"/>
                  </a:lnTo>
                  <a:close/>
                </a:path>
                <a:path w="120014" h="107950">
                  <a:moveTo>
                    <a:pt x="58191" y="2235"/>
                  </a:moveTo>
                  <a:lnTo>
                    <a:pt x="57924" y="2476"/>
                  </a:lnTo>
                  <a:lnTo>
                    <a:pt x="58000" y="2705"/>
                  </a:lnTo>
                  <a:lnTo>
                    <a:pt x="58191" y="2235"/>
                  </a:lnTo>
                  <a:close/>
                </a:path>
                <a:path w="120014" h="107950">
                  <a:moveTo>
                    <a:pt x="63665" y="22936"/>
                  </a:moveTo>
                  <a:lnTo>
                    <a:pt x="63550" y="22606"/>
                  </a:lnTo>
                  <a:lnTo>
                    <a:pt x="63398" y="22606"/>
                  </a:lnTo>
                  <a:lnTo>
                    <a:pt x="63614" y="22948"/>
                  </a:lnTo>
                  <a:close/>
                </a:path>
                <a:path w="120014" h="107950">
                  <a:moveTo>
                    <a:pt x="63741" y="23114"/>
                  </a:moveTo>
                  <a:lnTo>
                    <a:pt x="63665" y="22948"/>
                  </a:lnTo>
                  <a:lnTo>
                    <a:pt x="63741" y="23114"/>
                  </a:lnTo>
                  <a:close/>
                </a:path>
                <a:path w="120014" h="107950">
                  <a:moveTo>
                    <a:pt x="63957" y="77050"/>
                  </a:moveTo>
                  <a:lnTo>
                    <a:pt x="63804" y="77076"/>
                  </a:lnTo>
                  <a:lnTo>
                    <a:pt x="63957" y="77089"/>
                  </a:lnTo>
                  <a:close/>
                </a:path>
                <a:path w="120014" h="107950">
                  <a:moveTo>
                    <a:pt x="64325" y="3302"/>
                  </a:moveTo>
                  <a:lnTo>
                    <a:pt x="63868" y="3302"/>
                  </a:lnTo>
                  <a:lnTo>
                    <a:pt x="63792" y="3746"/>
                  </a:lnTo>
                  <a:lnTo>
                    <a:pt x="64325" y="3302"/>
                  </a:lnTo>
                  <a:close/>
                </a:path>
                <a:path w="120014" h="107950">
                  <a:moveTo>
                    <a:pt x="64554" y="76898"/>
                  </a:moveTo>
                  <a:lnTo>
                    <a:pt x="64147" y="76987"/>
                  </a:lnTo>
                  <a:lnTo>
                    <a:pt x="64084" y="76593"/>
                  </a:lnTo>
                  <a:lnTo>
                    <a:pt x="63741" y="76695"/>
                  </a:lnTo>
                  <a:lnTo>
                    <a:pt x="63906" y="76771"/>
                  </a:lnTo>
                  <a:lnTo>
                    <a:pt x="63944" y="77038"/>
                  </a:lnTo>
                  <a:lnTo>
                    <a:pt x="64135" y="77000"/>
                  </a:lnTo>
                  <a:lnTo>
                    <a:pt x="64325" y="77089"/>
                  </a:lnTo>
                  <a:lnTo>
                    <a:pt x="64554" y="76898"/>
                  </a:lnTo>
                  <a:close/>
                </a:path>
                <a:path w="120014" h="107950">
                  <a:moveTo>
                    <a:pt x="64668" y="22606"/>
                  </a:moveTo>
                  <a:lnTo>
                    <a:pt x="64604" y="22098"/>
                  </a:lnTo>
                  <a:lnTo>
                    <a:pt x="63919" y="22606"/>
                  </a:lnTo>
                  <a:lnTo>
                    <a:pt x="63855" y="22872"/>
                  </a:lnTo>
                  <a:lnTo>
                    <a:pt x="64668" y="22606"/>
                  </a:lnTo>
                  <a:close/>
                </a:path>
                <a:path w="120014" h="107950">
                  <a:moveTo>
                    <a:pt x="65316" y="76708"/>
                  </a:moveTo>
                  <a:lnTo>
                    <a:pt x="65024" y="76682"/>
                  </a:lnTo>
                  <a:lnTo>
                    <a:pt x="64808" y="76644"/>
                  </a:lnTo>
                  <a:lnTo>
                    <a:pt x="64554" y="76898"/>
                  </a:lnTo>
                  <a:lnTo>
                    <a:pt x="64846" y="76835"/>
                  </a:lnTo>
                  <a:lnTo>
                    <a:pt x="65112" y="76758"/>
                  </a:lnTo>
                  <a:lnTo>
                    <a:pt x="65316" y="76708"/>
                  </a:lnTo>
                  <a:close/>
                </a:path>
                <a:path w="120014" h="107950">
                  <a:moveTo>
                    <a:pt x="66497" y="72136"/>
                  </a:moveTo>
                  <a:lnTo>
                    <a:pt x="66255" y="71882"/>
                  </a:lnTo>
                  <a:lnTo>
                    <a:pt x="66217" y="71755"/>
                  </a:lnTo>
                  <a:lnTo>
                    <a:pt x="66065" y="71628"/>
                  </a:lnTo>
                  <a:lnTo>
                    <a:pt x="66065" y="71805"/>
                  </a:lnTo>
                  <a:lnTo>
                    <a:pt x="65836" y="71882"/>
                  </a:lnTo>
                  <a:lnTo>
                    <a:pt x="66078" y="71882"/>
                  </a:lnTo>
                  <a:lnTo>
                    <a:pt x="66103" y="72390"/>
                  </a:lnTo>
                  <a:lnTo>
                    <a:pt x="66497" y="72136"/>
                  </a:lnTo>
                  <a:close/>
                </a:path>
                <a:path w="120014" h="107950">
                  <a:moveTo>
                    <a:pt x="71145" y="4318"/>
                  </a:moveTo>
                  <a:lnTo>
                    <a:pt x="70789" y="5334"/>
                  </a:lnTo>
                  <a:lnTo>
                    <a:pt x="70929" y="5334"/>
                  </a:lnTo>
                  <a:lnTo>
                    <a:pt x="71145" y="4318"/>
                  </a:lnTo>
                  <a:close/>
                </a:path>
                <a:path w="120014" h="107950">
                  <a:moveTo>
                    <a:pt x="72555" y="76454"/>
                  </a:moveTo>
                  <a:lnTo>
                    <a:pt x="72047" y="76454"/>
                  </a:lnTo>
                  <a:lnTo>
                    <a:pt x="71945" y="76708"/>
                  </a:lnTo>
                  <a:lnTo>
                    <a:pt x="72364" y="76708"/>
                  </a:lnTo>
                  <a:lnTo>
                    <a:pt x="72555" y="76454"/>
                  </a:lnTo>
                  <a:close/>
                </a:path>
                <a:path w="120014" h="107950">
                  <a:moveTo>
                    <a:pt x="72923" y="76454"/>
                  </a:moveTo>
                  <a:lnTo>
                    <a:pt x="72771" y="76454"/>
                  </a:lnTo>
                  <a:lnTo>
                    <a:pt x="72834" y="76708"/>
                  </a:lnTo>
                  <a:lnTo>
                    <a:pt x="72923" y="76454"/>
                  </a:lnTo>
                  <a:close/>
                </a:path>
                <a:path w="120014" h="107950">
                  <a:moveTo>
                    <a:pt x="73583" y="76835"/>
                  </a:moveTo>
                  <a:lnTo>
                    <a:pt x="73571" y="76454"/>
                  </a:lnTo>
                  <a:lnTo>
                    <a:pt x="72961" y="76454"/>
                  </a:lnTo>
                  <a:lnTo>
                    <a:pt x="72961" y="76708"/>
                  </a:lnTo>
                  <a:lnTo>
                    <a:pt x="73583" y="76835"/>
                  </a:lnTo>
                  <a:close/>
                </a:path>
                <a:path w="120014" h="107950">
                  <a:moveTo>
                    <a:pt x="73990" y="76454"/>
                  </a:moveTo>
                  <a:lnTo>
                    <a:pt x="73748" y="76454"/>
                  </a:lnTo>
                  <a:lnTo>
                    <a:pt x="73939" y="76708"/>
                  </a:lnTo>
                  <a:lnTo>
                    <a:pt x="73990" y="76454"/>
                  </a:lnTo>
                  <a:close/>
                </a:path>
                <a:path w="120014" h="107950">
                  <a:moveTo>
                    <a:pt x="74091" y="71310"/>
                  </a:moveTo>
                  <a:lnTo>
                    <a:pt x="74028" y="71120"/>
                  </a:lnTo>
                  <a:lnTo>
                    <a:pt x="73926" y="71259"/>
                  </a:lnTo>
                  <a:lnTo>
                    <a:pt x="74091" y="71310"/>
                  </a:lnTo>
                  <a:close/>
                </a:path>
                <a:path w="120014" h="107950">
                  <a:moveTo>
                    <a:pt x="74777" y="76708"/>
                  </a:moveTo>
                  <a:lnTo>
                    <a:pt x="74320" y="76454"/>
                  </a:lnTo>
                  <a:lnTo>
                    <a:pt x="74028" y="76454"/>
                  </a:lnTo>
                  <a:lnTo>
                    <a:pt x="74015" y="76835"/>
                  </a:lnTo>
                  <a:lnTo>
                    <a:pt x="74295" y="76835"/>
                  </a:lnTo>
                  <a:lnTo>
                    <a:pt x="74422" y="76708"/>
                  </a:lnTo>
                  <a:lnTo>
                    <a:pt x="74777" y="76708"/>
                  </a:lnTo>
                  <a:close/>
                </a:path>
                <a:path w="120014" h="107950">
                  <a:moveTo>
                    <a:pt x="74980" y="71374"/>
                  </a:moveTo>
                  <a:lnTo>
                    <a:pt x="74434" y="71120"/>
                  </a:lnTo>
                  <a:lnTo>
                    <a:pt x="74358" y="71374"/>
                  </a:lnTo>
                  <a:lnTo>
                    <a:pt x="74980" y="71374"/>
                  </a:lnTo>
                  <a:close/>
                </a:path>
                <a:path w="120014" h="107950">
                  <a:moveTo>
                    <a:pt x="75145" y="71120"/>
                  </a:moveTo>
                  <a:lnTo>
                    <a:pt x="74993" y="71374"/>
                  </a:lnTo>
                  <a:lnTo>
                    <a:pt x="75133" y="71374"/>
                  </a:lnTo>
                  <a:lnTo>
                    <a:pt x="75145" y="71120"/>
                  </a:lnTo>
                  <a:close/>
                </a:path>
                <a:path w="120014" h="107950">
                  <a:moveTo>
                    <a:pt x="75425" y="7747"/>
                  </a:moveTo>
                  <a:lnTo>
                    <a:pt x="75006" y="6731"/>
                  </a:lnTo>
                  <a:lnTo>
                    <a:pt x="74752" y="6731"/>
                  </a:lnTo>
                  <a:lnTo>
                    <a:pt x="74168" y="5638"/>
                  </a:lnTo>
                  <a:lnTo>
                    <a:pt x="74066" y="6731"/>
                  </a:lnTo>
                  <a:lnTo>
                    <a:pt x="74409" y="6731"/>
                  </a:lnTo>
                  <a:lnTo>
                    <a:pt x="75425" y="7747"/>
                  </a:lnTo>
                  <a:close/>
                </a:path>
                <a:path w="120014" h="107950">
                  <a:moveTo>
                    <a:pt x="75717" y="94488"/>
                  </a:moveTo>
                  <a:lnTo>
                    <a:pt x="75336" y="94488"/>
                  </a:lnTo>
                  <a:lnTo>
                    <a:pt x="75565" y="94742"/>
                  </a:lnTo>
                  <a:lnTo>
                    <a:pt x="75717" y="94488"/>
                  </a:lnTo>
                  <a:close/>
                </a:path>
                <a:path w="120014" h="107950">
                  <a:moveTo>
                    <a:pt x="75742" y="20447"/>
                  </a:moveTo>
                  <a:lnTo>
                    <a:pt x="75361" y="20205"/>
                  </a:lnTo>
                  <a:lnTo>
                    <a:pt x="75539" y="19939"/>
                  </a:lnTo>
                  <a:lnTo>
                    <a:pt x="75158" y="19939"/>
                  </a:lnTo>
                  <a:lnTo>
                    <a:pt x="75171" y="20066"/>
                  </a:lnTo>
                  <a:lnTo>
                    <a:pt x="74980" y="19939"/>
                  </a:lnTo>
                  <a:lnTo>
                    <a:pt x="74815" y="19939"/>
                  </a:lnTo>
                  <a:lnTo>
                    <a:pt x="75209" y="20447"/>
                  </a:lnTo>
                  <a:lnTo>
                    <a:pt x="75742" y="20447"/>
                  </a:lnTo>
                  <a:close/>
                </a:path>
                <a:path w="120014" h="107950">
                  <a:moveTo>
                    <a:pt x="76060" y="94488"/>
                  </a:moveTo>
                  <a:lnTo>
                    <a:pt x="75742" y="94488"/>
                  </a:lnTo>
                  <a:lnTo>
                    <a:pt x="75704" y="94742"/>
                  </a:lnTo>
                  <a:lnTo>
                    <a:pt x="75971" y="94742"/>
                  </a:lnTo>
                  <a:lnTo>
                    <a:pt x="76060" y="94488"/>
                  </a:lnTo>
                  <a:close/>
                </a:path>
                <a:path w="120014" h="107950">
                  <a:moveTo>
                    <a:pt x="76073" y="93853"/>
                  </a:moveTo>
                  <a:lnTo>
                    <a:pt x="75806" y="93980"/>
                  </a:lnTo>
                  <a:lnTo>
                    <a:pt x="75768" y="94234"/>
                  </a:lnTo>
                  <a:lnTo>
                    <a:pt x="75933" y="94107"/>
                  </a:lnTo>
                  <a:lnTo>
                    <a:pt x="76009" y="93980"/>
                  </a:lnTo>
                  <a:lnTo>
                    <a:pt x="76073" y="93853"/>
                  </a:lnTo>
                  <a:close/>
                </a:path>
                <a:path w="120014" h="107950">
                  <a:moveTo>
                    <a:pt x="76136" y="73279"/>
                  </a:moveTo>
                  <a:lnTo>
                    <a:pt x="75933" y="73202"/>
                  </a:lnTo>
                  <a:lnTo>
                    <a:pt x="76136" y="73279"/>
                  </a:lnTo>
                  <a:close/>
                </a:path>
                <a:path w="120014" h="107950">
                  <a:moveTo>
                    <a:pt x="76263" y="73533"/>
                  </a:moveTo>
                  <a:lnTo>
                    <a:pt x="76149" y="73406"/>
                  </a:lnTo>
                  <a:lnTo>
                    <a:pt x="75869" y="73342"/>
                  </a:lnTo>
                  <a:lnTo>
                    <a:pt x="75615" y="73533"/>
                  </a:lnTo>
                  <a:lnTo>
                    <a:pt x="75793" y="73533"/>
                  </a:lnTo>
                  <a:lnTo>
                    <a:pt x="76161" y="73533"/>
                  </a:lnTo>
                  <a:close/>
                </a:path>
                <a:path w="120014" h="107950">
                  <a:moveTo>
                    <a:pt x="76428" y="72771"/>
                  </a:moveTo>
                  <a:lnTo>
                    <a:pt x="76403" y="72390"/>
                  </a:lnTo>
                  <a:lnTo>
                    <a:pt x="76250" y="72136"/>
                  </a:lnTo>
                  <a:lnTo>
                    <a:pt x="75907" y="72390"/>
                  </a:lnTo>
                  <a:lnTo>
                    <a:pt x="76060" y="72771"/>
                  </a:lnTo>
                  <a:lnTo>
                    <a:pt x="76098" y="73025"/>
                  </a:lnTo>
                  <a:lnTo>
                    <a:pt x="76250" y="73025"/>
                  </a:lnTo>
                  <a:lnTo>
                    <a:pt x="76250" y="72771"/>
                  </a:lnTo>
                  <a:lnTo>
                    <a:pt x="76428" y="72771"/>
                  </a:lnTo>
                  <a:close/>
                </a:path>
                <a:path w="120014" h="107950">
                  <a:moveTo>
                    <a:pt x="76949" y="73533"/>
                  </a:moveTo>
                  <a:lnTo>
                    <a:pt x="76631" y="73025"/>
                  </a:lnTo>
                  <a:lnTo>
                    <a:pt x="76644" y="73279"/>
                  </a:lnTo>
                  <a:lnTo>
                    <a:pt x="76479" y="73025"/>
                  </a:lnTo>
                  <a:lnTo>
                    <a:pt x="76441" y="73279"/>
                  </a:lnTo>
                  <a:lnTo>
                    <a:pt x="76415" y="73533"/>
                  </a:lnTo>
                  <a:lnTo>
                    <a:pt x="76581" y="73533"/>
                  </a:lnTo>
                  <a:lnTo>
                    <a:pt x="76644" y="73304"/>
                  </a:lnTo>
                  <a:lnTo>
                    <a:pt x="76669" y="73533"/>
                  </a:lnTo>
                  <a:lnTo>
                    <a:pt x="76949" y="73533"/>
                  </a:lnTo>
                  <a:close/>
                </a:path>
                <a:path w="120014" h="107950">
                  <a:moveTo>
                    <a:pt x="77241" y="73025"/>
                  </a:moveTo>
                  <a:lnTo>
                    <a:pt x="77114" y="73025"/>
                  </a:lnTo>
                  <a:lnTo>
                    <a:pt x="76695" y="73025"/>
                  </a:lnTo>
                  <a:lnTo>
                    <a:pt x="77228" y="73533"/>
                  </a:lnTo>
                  <a:lnTo>
                    <a:pt x="77241" y="73025"/>
                  </a:lnTo>
                  <a:close/>
                </a:path>
                <a:path w="120014" h="107950">
                  <a:moveTo>
                    <a:pt x="77863" y="73279"/>
                  </a:moveTo>
                  <a:lnTo>
                    <a:pt x="77635" y="73418"/>
                  </a:lnTo>
                  <a:lnTo>
                    <a:pt x="77736" y="73025"/>
                  </a:lnTo>
                  <a:lnTo>
                    <a:pt x="77520" y="73025"/>
                  </a:lnTo>
                  <a:lnTo>
                    <a:pt x="77444" y="73533"/>
                  </a:lnTo>
                  <a:lnTo>
                    <a:pt x="77863" y="73787"/>
                  </a:lnTo>
                  <a:lnTo>
                    <a:pt x="77863" y="73533"/>
                  </a:lnTo>
                  <a:lnTo>
                    <a:pt x="77863" y="73279"/>
                  </a:lnTo>
                  <a:close/>
                </a:path>
                <a:path w="120014" h="107950">
                  <a:moveTo>
                    <a:pt x="79578" y="76200"/>
                  </a:moveTo>
                  <a:lnTo>
                    <a:pt x="79209" y="75565"/>
                  </a:lnTo>
                  <a:lnTo>
                    <a:pt x="79108" y="75946"/>
                  </a:lnTo>
                  <a:lnTo>
                    <a:pt x="79044" y="76200"/>
                  </a:lnTo>
                  <a:lnTo>
                    <a:pt x="79578" y="76200"/>
                  </a:lnTo>
                  <a:close/>
                </a:path>
                <a:path w="120014" h="107950">
                  <a:moveTo>
                    <a:pt x="79717" y="94488"/>
                  </a:moveTo>
                  <a:lnTo>
                    <a:pt x="78498" y="94488"/>
                  </a:lnTo>
                  <a:lnTo>
                    <a:pt x="78232" y="94615"/>
                  </a:lnTo>
                  <a:lnTo>
                    <a:pt x="77838" y="94361"/>
                  </a:lnTo>
                  <a:lnTo>
                    <a:pt x="77901" y="94488"/>
                  </a:lnTo>
                  <a:lnTo>
                    <a:pt x="78003" y="94729"/>
                  </a:lnTo>
                  <a:lnTo>
                    <a:pt x="78435" y="94742"/>
                  </a:lnTo>
                  <a:lnTo>
                    <a:pt x="79705" y="94742"/>
                  </a:lnTo>
                  <a:lnTo>
                    <a:pt x="79717" y="94488"/>
                  </a:lnTo>
                  <a:close/>
                </a:path>
                <a:path w="120014" h="107950">
                  <a:moveTo>
                    <a:pt x="80911" y="7747"/>
                  </a:moveTo>
                  <a:lnTo>
                    <a:pt x="80733" y="7747"/>
                  </a:lnTo>
                  <a:lnTo>
                    <a:pt x="80822" y="8115"/>
                  </a:lnTo>
                  <a:lnTo>
                    <a:pt x="80911" y="7747"/>
                  </a:lnTo>
                  <a:close/>
                </a:path>
                <a:path w="120014" h="107950">
                  <a:moveTo>
                    <a:pt x="82715" y="76708"/>
                  </a:moveTo>
                  <a:lnTo>
                    <a:pt x="82359" y="76581"/>
                  </a:lnTo>
                  <a:lnTo>
                    <a:pt x="82067" y="76708"/>
                  </a:lnTo>
                  <a:lnTo>
                    <a:pt x="82715" y="76708"/>
                  </a:lnTo>
                  <a:close/>
                </a:path>
                <a:path w="120014" h="107950">
                  <a:moveTo>
                    <a:pt x="83096" y="9880"/>
                  </a:moveTo>
                  <a:lnTo>
                    <a:pt x="83058" y="8763"/>
                  </a:lnTo>
                  <a:lnTo>
                    <a:pt x="82727" y="8763"/>
                  </a:lnTo>
                  <a:lnTo>
                    <a:pt x="83096" y="9880"/>
                  </a:lnTo>
                  <a:close/>
                </a:path>
                <a:path w="120014" h="107950">
                  <a:moveTo>
                    <a:pt x="84912" y="94869"/>
                  </a:moveTo>
                  <a:lnTo>
                    <a:pt x="84213" y="94869"/>
                  </a:lnTo>
                  <a:lnTo>
                    <a:pt x="84709" y="95250"/>
                  </a:lnTo>
                  <a:lnTo>
                    <a:pt x="84912" y="94869"/>
                  </a:lnTo>
                  <a:close/>
                </a:path>
                <a:path w="120014" h="107950">
                  <a:moveTo>
                    <a:pt x="85699" y="95250"/>
                  </a:moveTo>
                  <a:lnTo>
                    <a:pt x="85559" y="94869"/>
                  </a:lnTo>
                  <a:lnTo>
                    <a:pt x="85471" y="95250"/>
                  </a:lnTo>
                  <a:lnTo>
                    <a:pt x="85699" y="95250"/>
                  </a:lnTo>
                  <a:close/>
                </a:path>
                <a:path w="120014" h="107950">
                  <a:moveTo>
                    <a:pt x="86067" y="20726"/>
                  </a:moveTo>
                  <a:lnTo>
                    <a:pt x="85864" y="20828"/>
                  </a:lnTo>
                  <a:lnTo>
                    <a:pt x="86067" y="20726"/>
                  </a:lnTo>
                  <a:close/>
                </a:path>
                <a:path w="120014" h="107950">
                  <a:moveTo>
                    <a:pt x="86296" y="94742"/>
                  </a:moveTo>
                  <a:lnTo>
                    <a:pt x="85928" y="94615"/>
                  </a:lnTo>
                  <a:lnTo>
                    <a:pt x="85559" y="94488"/>
                  </a:lnTo>
                  <a:lnTo>
                    <a:pt x="82245" y="94488"/>
                  </a:lnTo>
                  <a:lnTo>
                    <a:pt x="82016" y="94488"/>
                  </a:lnTo>
                  <a:lnTo>
                    <a:pt x="82372" y="94615"/>
                  </a:lnTo>
                  <a:lnTo>
                    <a:pt x="82727" y="94742"/>
                  </a:lnTo>
                  <a:lnTo>
                    <a:pt x="85991" y="94742"/>
                  </a:lnTo>
                  <a:lnTo>
                    <a:pt x="86156" y="95097"/>
                  </a:lnTo>
                  <a:lnTo>
                    <a:pt x="86245" y="94869"/>
                  </a:lnTo>
                  <a:lnTo>
                    <a:pt x="86296" y="94742"/>
                  </a:lnTo>
                  <a:close/>
                </a:path>
                <a:path w="120014" h="107950">
                  <a:moveTo>
                    <a:pt x="86563" y="23114"/>
                  </a:moveTo>
                  <a:lnTo>
                    <a:pt x="86321" y="23114"/>
                  </a:lnTo>
                  <a:lnTo>
                    <a:pt x="86512" y="23622"/>
                  </a:lnTo>
                  <a:lnTo>
                    <a:pt x="86563" y="23114"/>
                  </a:lnTo>
                  <a:close/>
                </a:path>
                <a:path w="120014" h="107950">
                  <a:moveTo>
                    <a:pt x="86664" y="20447"/>
                  </a:moveTo>
                  <a:lnTo>
                    <a:pt x="86537" y="20447"/>
                  </a:lnTo>
                  <a:lnTo>
                    <a:pt x="86664" y="20447"/>
                  </a:lnTo>
                  <a:close/>
                </a:path>
                <a:path w="120014" h="107950">
                  <a:moveTo>
                    <a:pt x="87287" y="75565"/>
                  </a:moveTo>
                  <a:lnTo>
                    <a:pt x="87236" y="75057"/>
                  </a:lnTo>
                  <a:lnTo>
                    <a:pt x="86944" y="75285"/>
                  </a:lnTo>
                  <a:lnTo>
                    <a:pt x="86753" y="75057"/>
                  </a:lnTo>
                  <a:lnTo>
                    <a:pt x="86512" y="75057"/>
                  </a:lnTo>
                  <a:lnTo>
                    <a:pt x="86829" y="75311"/>
                  </a:lnTo>
                  <a:lnTo>
                    <a:pt x="86715" y="75565"/>
                  </a:lnTo>
                  <a:lnTo>
                    <a:pt x="87172" y="75565"/>
                  </a:lnTo>
                  <a:lnTo>
                    <a:pt x="87096" y="75438"/>
                  </a:lnTo>
                  <a:lnTo>
                    <a:pt x="87287" y="75565"/>
                  </a:lnTo>
                  <a:close/>
                </a:path>
                <a:path w="120014" h="107950">
                  <a:moveTo>
                    <a:pt x="87325" y="76454"/>
                  </a:moveTo>
                  <a:lnTo>
                    <a:pt x="86614" y="76708"/>
                  </a:lnTo>
                  <a:lnTo>
                    <a:pt x="87198" y="76708"/>
                  </a:lnTo>
                  <a:lnTo>
                    <a:pt x="87249" y="76835"/>
                  </a:lnTo>
                  <a:lnTo>
                    <a:pt x="87325" y="76454"/>
                  </a:lnTo>
                  <a:close/>
                </a:path>
                <a:path w="120014" h="107950">
                  <a:moveTo>
                    <a:pt x="87337" y="75946"/>
                  </a:moveTo>
                  <a:lnTo>
                    <a:pt x="87134" y="75806"/>
                  </a:lnTo>
                  <a:lnTo>
                    <a:pt x="87172" y="75565"/>
                  </a:lnTo>
                  <a:lnTo>
                    <a:pt x="86956" y="75666"/>
                  </a:lnTo>
                  <a:lnTo>
                    <a:pt x="86829" y="75565"/>
                  </a:lnTo>
                  <a:lnTo>
                    <a:pt x="86664" y="75793"/>
                  </a:lnTo>
                  <a:lnTo>
                    <a:pt x="86334" y="75946"/>
                  </a:lnTo>
                  <a:lnTo>
                    <a:pt x="86563" y="75946"/>
                  </a:lnTo>
                  <a:lnTo>
                    <a:pt x="87122" y="75946"/>
                  </a:lnTo>
                  <a:lnTo>
                    <a:pt x="87096" y="76200"/>
                  </a:lnTo>
                  <a:lnTo>
                    <a:pt x="87337" y="75946"/>
                  </a:lnTo>
                  <a:close/>
                </a:path>
                <a:path w="120014" h="107950">
                  <a:moveTo>
                    <a:pt x="87579" y="75946"/>
                  </a:moveTo>
                  <a:lnTo>
                    <a:pt x="87337" y="75946"/>
                  </a:lnTo>
                  <a:lnTo>
                    <a:pt x="87414" y="76200"/>
                  </a:lnTo>
                  <a:lnTo>
                    <a:pt x="87579" y="75946"/>
                  </a:lnTo>
                  <a:close/>
                </a:path>
                <a:path w="120014" h="107950">
                  <a:moveTo>
                    <a:pt x="87617" y="20447"/>
                  </a:moveTo>
                  <a:lnTo>
                    <a:pt x="87299" y="19939"/>
                  </a:lnTo>
                  <a:lnTo>
                    <a:pt x="87325" y="20447"/>
                  </a:lnTo>
                  <a:lnTo>
                    <a:pt x="87617" y="20447"/>
                  </a:lnTo>
                  <a:close/>
                </a:path>
                <a:path w="120014" h="107950">
                  <a:moveTo>
                    <a:pt x="87718" y="74803"/>
                  </a:moveTo>
                  <a:lnTo>
                    <a:pt x="87439" y="74803"/>
                  </a:lnTo>
                  <a:lnTo>
                    <a:pt x="87579" y="75057"/>
                  </a:lnTo>
                  <a:lnTo>
                    <a:pt x="87718" y="74803"/>
                  </a:lnTo>
                  <a:close/>
                </a:path>
                <a:path w="120014" h="107950">
                  <a:moveTo>
                    <a:pt x="87820" y="76708"/>
                  </a:moveTo>
                  <a:lnTo>
                    <a:pt x="87706" y="76454"/>
                  </a:lnTo>
                  <a:lnTo>
                    <a:pt x="87083" y="76200"/>
                  </a:lnTo>
                  <a:lnTo>
                    <a:pt x="86956" y="76454"/>
                  </a:lnTo>
                  <a:lnTo>
                    <a:pt x="87325" y="76454"/>
                  </a:lnTo>
                  <a:lnTo>
                    <a:pt x="87820" y="76708"/>
                  </a:lnTo>
                  <a:close/>
                </a:path>
                <a:path w="120014" h="107950">
                  <a:moveTo>
                    <a:pt x="87985" y="20447"/>
                  </a:moveTo>
                  <a:lnTo>
                    <a:pt x="87934" y="19977"/>
                  </a:lnTo>
                  <a:lnTo>
                    <a:pt x="87617" y="20447"/>
                  </a:lnTo>
                  <a:lnTo>
                    <a:pt x="87985" y="20447"/>
                  </a:lnTo>
                  <a:close/>
                </a:path>
                <a:path w="120014" h="107950">
                  <a:moveTo>
                    <a:pt x="88061" y="74549"/>
                  </a:moveTo>
                  <a:lnTo>
                    <a:pt x="87909" y="74549"/>
                  </a:lnTo>
                  <a:lnTo>
                    <a:pt x="88061" y="74549"/>
                  </a:lnTo>
                  <a:close/>
                </a:path>
                <a:path w="120014" h="107950">
                  <a:moveTo>
                    <a:pt x="88442" y="20320"/>
                  </a:moveTo>
                  <a:lnTo>
                    <a:pt x="88061" y="20066"/>
                  </a:lnTo>
                  <a:lnTo>
                    <a:pt x="88061" y="20447"/>
                  </a:lnTo>
                  <a:lnTo>
                    <a:pt x="88404" y="20447"/>
                  </a:lnTo>
                  <a:lnTo>
                    <a:pt x="88442" y="20320"/>
                  </a:lnTo>
                  <a:close/>
                </a:path>
                <a:path w="120014" h="107950">
                  <a:moveTo>
                    <a:pt x="88760" y="76200"/>
                  </a:moveTo>
                  <a:lnTo>
                    <a:pt x="88696" y="75984"/>
                  </a:lnTo>
                  <a:lnTo>
                    <a:pt x="88620" y="76365"/>
                  </a:lnTo>
                  <a:lnTo>
                    <a:pt x="88760" y="76200"/>
                  </a:lnTo>
                  <a:close/>
                </a:path>
                <a:path w="120014" h="107950">
                  <a:moveTo>
                    <a:pt x="89725" y="17272"/>
                  </a:moveTo>
                  <a:lnTo>
                    <a:pt x="89458" y="17272"/>
                  </a:lnTo>
                  <a:lnTo>
                    <a:pt x="89700" y="17907"/>
                  </a:lnTo>
                  <a:lnTo>
                    <a:pt x="89725" y="17272"/>
                  </a:lnTo>
                  <a:close/>
                </a:path>
                <a:path w="120014" h="107950">
                  <a:moveTo>
                    <a:pt x="89954" y="23114"/>
                  </a:moveTo>
                  <a:lnTo>
                    <a:pt x="89738" y="22860"/>
                  </a:lnTo>
                  <a:lnTo>
                    <a:pt x="89649" y="23114"/>
                  </a:lnTo>
                  <a:lnTo>
                    <a:pt x="89954" y="23114"/>
                  </a:lnTo>
                  <a:close/>
                </a:path>
                <a:path w="120014" h="107950">
                  <a:moveTo>
                    <a:pt x="92506" y="16256"/>
                  </a:moveTo>
                  <a:lnTo>
                    <a:pt x="92316" y="16256"/>
                  </a:lnTo>
                  <a:lnTo>
                    <a:pt x="92379" y="16573"/>
                  </a:lnTo>
                  <a:lnTo>
                    <a:pt x="92506" y="16256"/>
                  </a:lnTo>
                  <a:close/>
                </a:path>
                <a:path w="120014" h="107950">
                  <a:moveTo>
                    <a:pt x="93624" y="16256"/>
                  </a:moveTo>
                  <a:lnTo>
                    <a:pt x="92506" y="16256"/>
                  </a:lnTo>
                  <a:lnTo>
                    <a:pt x="92392" y="16637"/>
                  </a:lnTo>
                  <a:lnTo>
                    <a:pt x="92506" y="17157"/>
                  </a:lnTo>
                  <a:lnTo>
                    <a:pt x="93624" y="16256"/>
                  </a:lnTo>
                  <a:close/>
                </a:path>
                <a:path w="120014" h="107950">
                  <a:moveTo>
                    <a:pt x="93687" y="71374"/>
                  </a:moveTo>
                  <a:lnTo>
                    <a:pt x="86982" y="71374"/>
                  </a:lnTo>
                  <a:lnTo>
                    <a:pt x="86982" y="74549"/>
                  </a:lnTo>
                  <a:lnTo>
                    <a:pt x="86779" y="74688"/>
                  </a:lnTo>
                  <a:lnTo>
                    <a:pt x="86614" y="74549"/>
                  </a:lnTo>
                  <a:lnTo>
                    <a:pt x="86982" y="74549"/>
                  </a:lnTo>
                  <a:lnTo>
                    <a:pt x="86982" y="71374"/>
                  </a:lnTo>
                  <a:lnTo>
                    <a:pt x="86398" y="71374"/>
                  </a:lnTo>
                  <a:lnTo>
                    <a:pt x="86398" y="73025"/>
                  </a:lnTo>
                  <a:lnTo>
                    <a:pt x="86372" y="73279"/>
                  </a:lnTo>
                  <a:lnTo>
                    <a:pt x="86347" y="73533"/>
                  </a:lnTo>
                  <a:lnTo>
                    <a:pt x="86334" y="73660"/>
                  </a:lnTo>
                  <a:lnTo>
                    <a:pt x="85255" y="73533"/>
                  </a:lnTo>
                  <a:lnTo>
                    <a:pt x="86347" y="73533"/>
                  </a:lnTo>
                  <a:lnTo>
                    <a:pt x="86347" y="73279"/>
                  </a:lnTo>
                  <a:lnTo>
                    <a:pt x="85178" y="73279"/>
                  </a:lnTo>
                  <a:lnTo>
                    <a:pt x="84797" y="73279"/>
                  </a:lnTo>
                  <a:lnTo>
                    <a:pt x="85877" y="73025"/>
                  </a:lnTo>
                  <a:lnTo>
                    <a:pt x="86398" y="73025"/>
                  </a:lnTo>
                  <a:lnTo>
                    <a:pt x="86398" y="71374"/>
                  </a:lnTo>
                  <a:lnTo>
                    <a:pt x="84734" y="71374"/>
                  </a:lnTo>
                  <a:lnTo>
                    <a:pt x="84734" y="75565"/>
                  </a:lnTo>
                  <a:lnTo>
                    <a:pt x="83680" y="75565"/>
                  </a:lnTo>
                  <a:lnTo>
                    <a:pt x="83667" y="75946"/>
                  </a:lnTo>
                  <a:lnTo>
                    <a:pt x="83299" y="75882"/>
                  </a:lnTo>
                  <a:lnTo>
                    <a:pt x="83527" y="75565"/>
                  </a:lnTo>
                  <a:lnTo>
                    <a:pt x="83210" y="75565"/>
                  </a:lnTo>
                  <a:lnTo>
                    <a:pt x="82905" y="75565"/>
                  </a:lnTo>
                  <a:lnTo>
                    <a:pt x="82435" y="75653"/>
                  </a:lnTo>
                  <a:lnTo>
                    <a:pt x="82283" y="75615"/>
                  </a:lnTo>
                  <a:lnTo>
                    <a:pt x="82118" y="75565"/>
                  </a:lnTo>
                  <a:lnTo>
                    <a:pt x="81813" y="75565"/>
                  </a:lnTo>
                  <a:lnTo>
                    <a:pt x="82435" y="75311"/>
                  </a:lnTo>
                  <a:lnTo>
                    <a:pt x="82791" y="75311"/>
                  </a:lnTo>
                  <a:lnTo>
                    <a:pt x="82702" y="75565"/>
                  </a:lnTo>
                  <a:lnTo>
                    <a:pt x="83083" y="75311"/>
                  </a:lnTo>
                  <a:lnTo>
                    <a:pt x="83261" y="75311"/>
                  </a:lnTo>
                  <a:lnTo>
                    <a:pt x="83591" y="75374"/>
                  </a:lnTo>
                  <a:lnTo>
                    <a:pt x="83045" y="74549"/>
                  </a:lnTo>
                  <a:lnTo>
                    <a:pt x="83477" y="74549"/>
                  </a:lnTo>
                  <a:lnTo>
                    <a:pt x="83464" y="75057"/>
                  </a:lnTo>
                  <a:lnTo>
                    <a:pt x="83820" y="75057"/>
                  </a:lnTo>
                  <a:lnTo>
                    <a:pt x="83705" y="75311"/>
                  </a:lnTo>
                  <a:lnTo>
                    <a:pt x="84734" y="75565"/>
                  </a:lnTo>
                  <a:lnTo>
                    <a:pt x="84734" y="71374"/>
                  </a:lnTo>
                  <a:lnTo>
                    <a:pt x="81051" y="71374"/>
                  </a:lnTo>
                  <a:lnTo>
                    <a:pt x="81051" y="73279"/>
                  </a:lnTo>
                  <a:lnTo>
                    <a:pt x="80937" y="73533"/>
                  </a:lnTo>
                  <a:lnTo>
                    <a:pt x="80835" y="73787"/>
                  </a:lnTo>
                  <a:lnTo>
                    <a:pt x="79502" y="73787"/>
                  </a:lnTo>
                  <a:lnTo>
                    <a:pt x="80289" y="73533"/>
                  </a:lnTo>
                  <a:lnTo>
                    <a:pt x="80289" y="73406"/>
                  </a:lnTo>
                  <a:lnTo>
                    <a:pt x="80378" y="73533"/>
                  </a:lnTo>
                  <a:lnTo>
                    <a:pt x="80873" y="73533"/>
                  </a:lnTo>
                  <a:lnTo>
                    <a:pt x="81051" y="73279"/>
                  </a:lnTo>
                  <a:lnTo>
                    <a:pt x="80492" y="73279"/>
                  </a:lnTo>
                  <a:lnTo>
                    <a:pt x="80302" y="73279"/>
                  </a:lnTo>
                  <a:lnTo>
                    <a:pt x="80048" y="73025"/>
                  </a:lnTo>
                  <a:lnTo>
                    <a:pt x="80327" y="73025"/>
                  </a:lnTo>
                  <a:lnTo>
                    <a:pt x="81051" y="73279"/>
                  </a:lnTo>
                  <a:lnTo>
                    <a:pt x="81051" y="71374"/>
                  </a:lnTo>
                  <a:lnTo>
                    <a:pt x="80022" y="71374"/>
                  </a:lnTo>
                  <a:lnTo>
                    <a:pt x="80022" y="73279"/>
                  </a:lnTo>
                  <a:lnTo>
                    <a:pt x="79768" y="73279"/>
                  </a:lnTo>
                  <a:lnTo>
                    <a:pt x="79629" y="73025"/>
                  </a:lnTo>
                  <a:lnTo>
                    <a:pt x="79324" y="73279"/>
                  </a:lnTo>
                  <a:lnTo>
                    <a:pt x="79184" y="73279"/>
                  </a:lnTo>
                  <a:lnTo>
                    <a:pt x="79121" y="73025"/>
                  </a:lnTo>
                  <a:lnTo>
                    <a:pt x="79565" y="72771"/>
                  </a:lnTo>
                  <a:lnTo>
                    <a:pt x="79743" y="72631"/>
                  </a:lnTo>
                  <a:lnTo>
                    <a:pt x="79603" y="72771"/>
                  </a:lnTo>
                  <a:lnTo>
                    <a:pt x="80022" y="73279"/>
                  </a:lnTo>
                  <a:lnTo>
                    <a:pt x="80022" y="71374"/>
                  </a:lnTo>
                  <a:lnTo>
                    <a:pt x="78828" y="71374"/>
                  </a:lnTo>
                  <a:lnTo>
                    <a:pt x="78828" y="75565"/>
                  </a:lnTo>
                  <a:lnTo>
                    <a:pt x="78473" y="75907"/>
                  </a:lnTo>
                  <a:lnTo>
                    <a:pt x="78625" y="75577"/>
                  </a:lnTo>
                  <a:lnTo>
                    <a:pt x="78473" y="75603"/>
                  </a:lnTo>
                  <a:lnTo>
                    <a:pt x="78638" y="75565"/>
                  </a:lnTo>
                  <a:lnTo>
                    <a:pt x="78803" y="75311"/>
                  </a:lnTo>
                  <a:lnTo>
                    <a:pt x="78828" y="75565"/>
                  </a:lnTo>
                  <a:lnTo>
                    <a:pt x="78828" y="71374"/>
                  </a:lnTo>
                  <a:lnTo>
                    <a:pt x="78765" y="71882"/>
                  </a:lnTo>
                  <a:lnTo>
                    <a:pt x="78447" y="71882"/>
                  </a:lnTo>
                  <a:lnTo>
                    <a:pt x="78193" y="72085"/>
                  </a:lnTo>
                  <a:lnTo>
                    <a:pt x="78232" y="71628"/>
                  </a:lnTo>
                  <a:lnTo>
                    <a:pt x="78447" y="71628"/>
                  </a:lnTo>
                  <a:lnTo>
                    <a:pt x="78765" y="71882"/>
                  </a:lnTo>
                  <a:lnTo>
                    <a:pt x="78765" y="71374"/>
                  </a:lnTo>
                  <a:lnTo>
                    <a:pt x="76263" y="71374"/>
                  </a:lnTo>
                  <a:lnTo>
                    <a:pt x="76174" y="71767"/>
                  </a:lnTo>
                  <a:lnTo>
                    <a:pt x="76479" y="71628"/>
                  </a:lnTo>
                  <a:lnTo>
                    <a:pt x="76758" y="71628"/>
                  </a:lnTo>
                  <a:lnTo>
                    <a:pt x="76784" y="72136"/>
                  </a:lnTo>
                  <a:lnTo>
                    <a:pt x="77114" y="72136"/>
                  </a:lnTo>
                  <a:lnTo>
                    <a:pt x="78028" y="72136"/>
                  </a:lnTo>
                  <a:lnTo>
                    <a:pt x="77978" y="72390"/>
                  </a:lnTo>
                  <a:lnTo>
                    <a:pt x="78168" y="72390"/>
                  </a:lnTo>
                  <a:lnTo>
                    <a:pt x="78181" y="72136"/>
                  </a:lnTo>
                  <a:lnTo>
                    <a:pt x="78333" y="72136"/>
                  </a:lnTo>
                  <a:lnTo>
                    <a:pt x="78422" y="72390"/>
                  </a:lnTo>
                  <a:lnTo>
                    <a:pt x="78168" y="72390"/>
                  </a:lnTo>
                  <a:lnTo>
                    <a:pt x="78193" y="72771"/>
                  </a:lnTo>
                  <a:lnTo>
                    <a:pt x="77965" y="72771"/>
                  </a:lnTo>
                  <a:lnTo>
                    <a:pt x="77622" y="72517"/>
                  </a:lnTo>
                  <a:lnTo>
                    <a:pt x="77482" y="72771"/>
                  </a:lnTo>
                  <a:lnTo>
                    <a:pt x="77482" y="72415"/>
                  </a:lnTo>
                  <a:lnTo>
                    <a:pt x="77698" y="72390"/>
                  </a:lnTo>
                  <a:lnTo>
                    <a:pt x="77851" y="72390"/>
                  </a:lnTo>
                  <a:lnTo>
                    <a:pt x="77114" y="72136"/>
                  </a:lnTo>
                  <a:lnTo>
                    <a:pt x="77190" y="72390"/>
                  </a:lnTo>
                  <a:lnTo>
                    <a:pt x="76784" y="72771"/>
                  </a:lnTo>
                  <a:lnTo>
                    <a:pt x="77114" y="72771"/>
                  </a:lnTo>
                  <a:lnTo>
                    <a:pt x="77114" y="73025"/>
                  </a:lnTo>
                  <a:lnTo>
                    <a:pt x="77774" y="72771"/>
                  </a:lnTo>
                  <a:lnTo>
                    <a:pt x="77863" y="73025"/>
                  </a:lnTo>
                  <a:lnTo>
                    <a:pt x="77939" y="73279"/>
                  </a:lnTo>
                  <a:lnTo>
                    <a:pt x="78028" y="73533"/>
                  </a:lnTo>
                  <a:lnTo>
                    <a:pt x="78600" y="73025"/>
                  </a:lnTo>
                  <a:lnTo>
                    <a:pt x="78397" y="73279"/>
                  </a:lnTo>
                  <a:lnTo>
                    <a:pt x="78600" y="73279"/>
                  </a:lnTo>
                  <a:lnTo>
                    <a:pt x="78600" y="73533"/>
                  </a:lnTo>
                  <a:lnTo>
                    <a:pt x="78333" y="73533"/>
                  </a:lnTo>
                  <a:lnTo>
                    <a:pt x="78333" y="73787"/>
                  </a:lnTo>
                  <a:lnTo>
                    <a:pt x="78359" y="74295"/>
                  </a:lnTo>
                  <a:lnTo>
                    <a:pt x="78168" y="74041"/>
                  </a:lnTo>
                  <a:lnTo>
                    <a:pt x="77990" y="74041"/>
                  </a:lnTo>
                  <a:lnTo>
                    <a:pt x="78028" y="73914"/>
                  </a:lnTo>
                  <a:lnTo>
                    <a:pt x="77863" y="73990"/>
                  </a:lnTo>
                  <a:lnTo>
                    <a:pt x="77863" y="73787"/>
                  </a:lnTo>
                  <a:lnTo>
                    <a:pt x="77482" y="74168"/>
                  </a:lnTo>
                  <a:lnTo>
                    <a:pt x="76987" y="73787"/>
                  </a:lnTo>
                  <a:lnTo>
                    <a:pt x="77127" y="73787"/>
                  </a:lnTo>
                  <a:lnTo>
                    <a:pt x="76606" y="73571"/>
                  </a:lnTo>
                  <a:lnTo>
                    <a:pt x="76606" y="74295"/>
                  </a:lnTo>
                  <a:lnTo>
                    <a:pt x="75476" y="74295"/>
                  </a:lnTo>
                  <a:lnTo>
                    <a:pt x="74841" y="74041"/>
                  </a:lnTo>
                  <a:lnTo>
                    <a:pt x="75704" y="74041"/>
                  </a:lnTo>
                  <a:lnTo>
                    <a:pt x="76136" y="74041"/>
                  </a:lnTo>
                  <a:lnTo>
                    <a:pt x="76606" y="74295"/>
                  </a:lnTo>
                  <a:lnTo>
                    <a:pt x="76606" y="73571"/>
                  </a:lnTo>
                  <a:lnTo>
                    <a:pt x="75907" y="73914"/>
                  </a:lnTo>
                  <a:lnTo>
                    <a:pt x="75679" y="73787"/>
                  </a:lnTo>
                  <a:lnTo>
                    <a:pt x="75311" y="73787"/>
                  </a:lnTo>
                  <a:lnTo>
                    <a:pt x="75615" y="73533"/>
                  </a:lnTo>
                  <a:lnTo>
                    <a:pt x="75552" y="73279"/>
                  </a:lnTo>
                  <a:lnTo>
                    <a:pt x="75780" y="73279"/>
                  </a:lnTo>
                  <a:lnTo>
                    <a:pt x="75412" y="73025"/>
                  </a:lnTo>
                  <a:lnTo>
                    <a:pt x="75336" y="72390"/>
                  </a:lnTo>
                  <a:lnTo>
                    <a:pt x="75488" y="72136"/>
                  </a:lnTo>
                  <a:lnTo>
                    <a:pt x="75539" y="71374"/>
                  </a:lnTo>
                  <a:lnTo>
                    <a:pt x="75133" y="71374"/>
                  </a:lnTo>
                  <a:lnTo>
                    <a:pt x="75018" y="72771"/>
                  </a:lnTo>
                  <a:lnTo>
                    <a:pt x="74891" y="71882"/>
                  </a:lnTo>
                  <a:lnTo>
                    <a:pt x="74663" y="72136"/>
                  </a:lnTo>
                  <a:lnTo>
                    <a:pt x="74625" y="73025"/>
                  </a:lnTo>
                  <a:lnTo>
                    <a:pt x="74803" y="72872"/>
                  </a:lnTo>
                  <a:lnTo>
                    <a:pt x="74790" y="73025"/>
                  </a:lnTo>
                  <a:lnTo>
                    <a:pt x="74625" y="73025"/>
                  </a:lnTo>
                  <a:lnTo>
                    <a:pt x="74561" y="72771"/>
                  </a:lnTo>
                  <a:lnTo>
                    <a:pt x="74320" y="72390"/>
                  </a:lnTo>
                  <a:lnTo>
                    <a:pt x="74282" y="71882"/>
                  </a:lnTo>
                  <a:lnTo>
                    <a:pt x="74155" y="72136"/>
                  </a:lnTo>
                  <a:lnTo>
                    <a:pt x="74079" y="73025"/>
                  </a:lnTo>
                  <a:lnTo>
                    <a:pt x="73190" y="72390"/>
                  </a:lnTo>
                  <a:lnTo>
                    <a:pt x="73431" y="72390"/>
                  </a:lnTo>
                  <a:lnTo>
                    <a:pt x="73761" y="71882"/>
                  </a:lnTo>
                  <a:lnTo>
                    <a:pt x="73926" y="71882"/>
                  </a:lnTo>
                  <a:lnTo>
                    <a:pt x="73571" y="71374"/>
                  </a:lnTo>
                  <a:lnTo>
                    <a:pt x="73240" y="71374"/>
                  </a:lnTo>
                  <a:lnTo>
                    <a:pt x="66865" y="71374"/>
                  </a:lnTo>
                  <a:lnTo>
                    <a:pt x="67005" y="71628"/>
                  </a:lnTo>
                  <a:lnTo>
                    <a:pt x="67322" y="71628"/>
                  </a:lnTo>
                  <a:lnTo>
                    <a:pt x="67322" y="72136"/>
                  </a:lnTo>
                  <a:lnTo>
                    <a:pt x="66789" y="72136"/>
                  </a:lnTo>
                  <a:lnTo>
                    <a:pt x="66687" y="72390"/>
                  </a:lnTo>
                  <a:lnTo>
                    <a:pt x="66103" y="72390"/>
                  </a:lnTo>
                  <a:lnTo>
                    <a:pt x="65735" y="72390"/>
                  </a:lnTo>
                  <a:lnTo>
                    <a:pt x="65735" y="71882"/>
                  </a:lnTo>
                  <a:lnTo>
                    <a:pt x="65735" y="71628"/>
                  </a:lnTo>
                  <a:lnTo>
                    <a:pt x="66065" y="71628"/>
                  </a:lnTo>
                  <a:lnTo>
                    <a:pt x="66243" y="71628"/>
                  </a:lnTo>
                  <a:lnTo>
                    <a:pt x="66598" y="71628"/>
                  </a:lnTo>
                  <a:lnTo>
                    <a:pt x="66725" y="71374"/>
                  </a:lnTo>
                  <a:lnTo>
                    <a:pt x="52031" y="71374"/>
                  </a:lnTo>
                  <a:lnTo>
                    <a:pt x="52158" y="71882"/>
                  </a:lnTo>
                  <a:lnTo>
                    <a:pt x="52082" y="72771"/>
                  </a:lnTo>
                  <a:lnTo>
                    <a:pt x="51981" y="73533"/>
                  </a:lnTo>
                  <a:lnTo>
                    <a:pt x="52247" y="73533"/>
                  </a:lnTo>
                  <a:lnTo>
                    <a:pt x="51943" y="73787"/>
                  </a:lnTo>
                  <a:lnTo>
                    <a:pt x="52349" y="73787"/>
                  </a:lnTo>
                  <a:lnTo>
                    <a:pt x="52844" y="74041"/>
                  </a:lnTo>
                  <a:lnTo>
                    <a:pt x="52539" y="74041"/>
                  </a:lnTo>
                  <a:lnTo>
                    <a:pt x="52438" y="74295"/>
                  </a:lnTo>
                  <a:lnTo>
                    <a:pt x="52349" y="74549"/>
                  </a:lnTo>
                  <a:lnTo>
                    <a:pt x="52260" y="77216"/>
                  </a:lnTo>
                  <a:lnTo>
                    <a:pt x="52514" y="77851"/>
                  </a:lnTo>
                  <a:lnTo>
                    <a:pt x="52260" y="78867"/>
                  </a:lnTo>
                  <a:lnTo>
                    <a:pt x="52387" y="80010"/>
                  </a:lnTo>
                  <a:lnTo>
                    <a:pt x="51523" y="80899"/>
                  </a:lnTo>
                  <a:lnTo>
                    <a:pt x="52387" y="82169"/>
                  </a:lnTo>
                  <a:lnTo>
                    <a:pt x="52578" y="85598"/>
                  </a:lnTo>
                  <a:lnTo>
                    <a:pt x="51638" y="87376"/>
                  </a:lnTo>
                  <a:lnTo>
                    <a:pt x="51409" y="89535"/>
                  </a:lnTo>
                  <a:lnTo>
                    <a:pt x="52082" y="90297"/>
                  </a:lnTo>
                  <a:lnTo>
                    <a:pt x="52387" y="91948"/>
                  </a:lnTo>
                  <a:lnTo>
                    <a:pt x="53505" y="92583"/>
                  </a:lnTo>
                  <a:lnTo>
                    <a:pt x="53467" y="92964"/>
                  </a:lnTo>
                  <a:lnTo>
                    <a:pt x="53073" y="92710"/>
                  </a:lnTo>
                  <a:lnTo>
                    <a:pt x="53149" y="92964"/>
                  </a:lnTo>
                  <a:lnTo>
                    <a:pt x="53047" y="92710"/>
                  </a:lnTo>
                  <a:lnTo>
                    <a:pt x="52971" y="92837"/>
                  </a:lnTo>
                  <a:lnTo>
                    <a:pt x="52882" y="92964"/>
                  </a:lnTo>
                  <a:lnTo>
                    <a:pt x="52806" y="92837"/>
                  </a:lnTo>
                  <a:lnTo>
                    <a:pt x="52717" y="92710"/>
                  </a:lnTo>
                  <a:lnTo>
                    <a:pt x="52628" y="92964"/>
                  </a:lnTo>
                  <a:lnTo>
                    <a:pt x="52298" y="92710"/>
                  </a:lnTo>
                  <a:lnTo>
                    <a:pt x="52184" y="93091"/>
                  </a:lnTo>
                  <a:lnTo>
                    <a:pt x="51930" y="93091"/>
                  </a:lnTo>
                  <a:lnTo>
                    <a:pt x="51790" y="92964"/>
                  </a:lnTo>
                  <a:lnTo>
                    <a:pt x="51714" y="93091"/>
                  </a:lnTo>
                  <a:lnTo>
                    <a:pt x="50990" y="93091"/>
                  </a:lnTo>
                  <a:lnTo>
                    <a:pt x="50863" y="93091"/>
                  </a:lnTo>
                  <a:lnTo>
                    <a:pt x="50774" y="92964"/>
                  </a:lnTo>
                  <a:lnTo>
                    <a:pt x="50723" y="92773"/>
                  </a:lnTo>
                  <a:lnTo>
                    <a:pt x="50215" y="92811"/>
                  </a:lnTo>
                  <a:lnTo>
                    <a:pt x="50482" y="93091"/>
                  </a:lnTo>
                  <a:lnTo>
                    <a:pt x="50152" y="92913"/>
                  </a:lnTo>
                  <a:lnTo>
                    <a:pt x="50165" y="93091"/>
                  </a:lnTo>
                  <a:lnTo>
                    <a:pt x="48729" y="93091"/>
                  </a:lnTo>
                  <a:lnTo>
                    <a:pt x="48768" y="93345"/>
                  </a:lnTo>
                  <a:lnTo>
                    <a:pt x="49047" y="93345"/>
                  </a:lnTo>
                  <a:lnTo>
                    <a:pt x="50507" y="93345"/>
                  </a:lnTo>
                  <a:lnTo>
                    <a:pt x="50838" y="93345"/>
                  </a:lnTo>
                  <a:lnTo>
                    <a:pt x="50914" y="93218"/>
                  </a:lnTo>
                  <a:lnTo>
                    <a:pt x="50965" y="93345"/>
                  </a:lnTo>
                  <a:lnTo>
                    <a:pt x="51206" y="93345"/>
                  </a:lnTo>
                  <a:lnTo>
                    <a:pt x="51066" y="93433"/>
                  </a:lnTo>
                  <a:lnTo>
                    <a:pt x="50761" y="93472"/>
                  </a:lnTo>
                  <a:lnTo>
                    <a:pt x="49618" y="93472"/>
                  </a:lnTo>
                  <a:lnTo>
                    <a:pt x="49441" y="93599"/>
                  </a:lnTo>
                  <a:lnTo>
                    <a:pt x="49415" y="93472"/>
                  </a:lnTo>
                  <a:lnTo>
                    <a:pt x="48869" y="93472"/>
                  </a:lnTo>
                  <a:lnTo>
                    <a:pt x="48374" y="93345"/>
                  </a:lnTo>
                  <a:lnTo>
                    <a:pt x="48628" y="93345"/>
                  </a:lnTo>
                  <a:lnTo>
                    <a:pt x="48691" y="93091"/>
                  </a:lnTo>
                  <a:lnTo>
                    <a:pt x="48361" y="93091"/>
                  </a:lnTo>
                  <a:lnTo>
                    <a:pt x="47967" y="92710"/>
                  </a:lnTo>
                  <a:lnTo>
                    <a:pt x="47891" y="92837"/>
                  </a:lnTo>
                  <a:lnTo>
                    <a:pt x="47790" y="92964"/>
                  </a:lnTo>
                  <a:lnTo>
                    <a:pt x="47752" y="93091"/>
                  </a:lnTo>
                  <a:lnTo>
                    <a:pt x="47853" y="92710"/>
                  </a:lnTo>
                  <a:lnTo>
                    <a:pt x="47955" y="92329"/>
                  </a:lnTo>
                  <a:lnTo>
                    <a:pt x="46342" y="92583"/>
                  </a:lnTo>
                  <a:lnTo>
                    <a:pt x="46405" y="92710"/>
                  </a:lnTo>
                  <a:lnTo>
                    <a:pt x="46520" y="92964"/>
                  </a:lnTo>
                  <a:lnTo>
                    <a:pt x="46659" y="92837"/>
                  </a:lnTo>
                  <a:lnTo>
                    <a:pt x="46710" y="92710"/>
                  </a:lnTo>
                  <a:lnTo>
                    <a:pt x="47485" y="92710"/>
                  </a:lnTo>
                  <a:lnTo>
                    <a:pt x="47612" y="93091"/>
                  </a:lnTo>
                  <a:lnTo>
                    <a:pt x="46240" y="93091"/>
                  </a:lnTo>
                  <a:lnTo>
                    <a:pt x="46024" y="93091"/>
                  </a:lnTo>
                  <a:lnTo>
                    <a:pt x="45859" y="93179"/>
                  </a:lnTo>
                  <a:lnTo>
                    <a:pt x="45656" y="93091"/>
                  </a:lnTo>
                  <a:lnTo>
                    <a:pt x="45288" y="92964"/>
                  </a:lnTo>
                  <a:lnTo>
                    <a:pt x="45250" y="93091"/>
                  </a:lnTo>
                  <a:lnTo>
                    <a:pt x="44856" y="93091"/>
                  </a:lnTo>
                  <a:lnTo>
                    <a:pt x="44780" y="92710"/>
                  </a:lnTo>
                  <a:lnTo>
                    <a:pt x="44551" y="92583"/>
                  </a:lnTo>
                  <a:lnTo>
                    <a:pt x="44450" y="92964"/>
                  </a:lnTo>
                  <a:lnTo>
                    <a:pt x="44411" y="93091"/>
                  </a:lnTo>
                  <a:lnTo>
                    <a:pt x="44386" y="93218"/>
                  </a:lnTo>
                  <a:lnTo>
                    <a:pt x="44132" y="93091"/>
                  </a:lnTo>
                  <a:lnTo>
                    <a:pt x="43878" y="92964"/>
                  </a:lnTo>
                  <a:lnTo>
                    <a:pt x="43942" y="93345"/>
                  </a:lnTo>
                  <a:lnTo>
                    <a:pt x="43827" y="92964"/>
                  </a:lnTo>
                  <a:lnTo>
                    <a:pt x="43815" y="93599"/>
                  </a:lnTo>
                  <a:lnTo>
                    <a:pt x="43345" y="93599"/>
                  </a:lnTo>
                  <a:lnTo>
                    <a:pt x="43497" y="93472"/>
                  </a:lnTo>
                  <a:lnTo>
                    <a:pt x="43345" y="93345"/>
                  </a:lnTo>
                  <a:lnTo>
                    <a:pt x="43815" y="93599"/>
                  </a:lnTo>
                  <a:lnTo>
                    <a:pt x="43815" y="92964"/>
                  </a:lnTo>
                  <a:lnTo>
                    <a:pt x="43421" y="92964"/>
                  </a:lnTo>
                  <a:lnTo>
                    <a:pt x="43383" y="93091"/>
                  </a:lnTo>
                  <a:lnTo>
                    <a:pt x="43345" y="93218"/>
                  </a:lnTo>
                  <a:lnTo>
                    <a:pt x="43014" y="93116"/>
                  </a:lnTo>
                  <a:lnTo>
                    <a:pt x="43192" y="93230"/>
                  </a:lnTo>
                  <a:lnTo>
                    <a:pt x="43002" y="93179"/>
                  </a:lnTo>
                  <a:lnTo>
                    <a:pt x="42951" y="93345"/>
                  </a:lnTo>
                  <a:lnTo>
                    <a:pt x="42964" y="93472"/>
                  </a:lnTo>
                  <a:lnTo>
                    <a:pt x="42341" y="93726"/>
                  </a:lnTo>
                  <a:lnTo>
                    <a:pt x="42037" y="93599"/>
                  </a:lnTo>
                  <a:lnTo>
                    <a:pt x="42329" y="93345"/>
                  </a:lnTo>
                  <a:lnTo>
                    <a:pt x="42887" y="93345"/>
                  </a:lnTo>
                  <a:lnTo>
                    <a:pt x="42735" y="93116"/>
                  </a:lnTo>
                  <a:lnTo>
                    <a:pt x="42189" y="93091"/>
                  </a:lnTo>
                  <a:lnTo>
                    <a:pt x="42113" y="93218"/>
                  </a:lnTo>
                  <a:lnTo>
                    <a:pt x="42037" y="93345"/>
                  </a:lnTo>
                  <a:lnTo>
                    <a:pt x="41960" y="93472"/>
                  </a:lnTo>
                  <a:lnTo>
                    <a:pt x="41884" y="93599"/>
                  </a:lnTo>
                  <a:lnTo>
                    <a:pt x="41808" y="93726"/>
                  </a:lnTo>
                  <a:lnTo>
                    <a:pt x="41744" y="93599"/>
                  </a:lnTo>
                  <a:lnTo>
                    <a:pt x="41605" y="93345"/>
                  </a:lnTo>
                  <a:lnTo>
                    <a:pt x="42037" y="93345"/>
                  </a:lnTo>
                  <a:lnTo>
                    <a:pt x="42037" y="93179"/>
                  </a:lnTo>
                  <a:lnTo>
                    <a:pt x="41897" y="93091"/>
                  </a:lnTo>
                  <a:lnTo>
                    <a:pt x="41478" y="93091"/>
                  </a:lnTo>
                  <a:lnTo>
                    <a:pt x="41236" y="93091"/>
                  </a:lnTo>
                  <a:lnTo>
                    <a:pt x="41236" y="93345"/>
                  </a:lnTo>
                  <a:lnTo>
                    <a:pt x="41122" y="93472"/>
                  </a:lnTo>
                  <a:lnTo>
                    <a:pt x="40995" y="93599"/>
                  </a:lnTo>
                  <a:lnTo>
                    <a:pt x="40894" y="93472"/>
                  </a:lnTo>
                  <a:lnTo>
                    <a:pt x="40779" y="93345"/>
                  </a:lnTo>
                  <a:lnTo>
                    <a:pt x="40678" y="93472"/>
                  </a:lnTo>
                  <a:lnTo>
                    <a:pt x="40576" y="93599"/>
                  </a:lnTo>
                  <a:lnTo>
                    <a:pt x="40487" y="93472"/>
                  </a:lnTo>
                  <a:lnTo>
                    <a:pt x="40398" y="93345"/>
                  </a:lnTo>
                  <a:lnTo>
                    <a:pt x="40208" y="93472"/>
                  </a:lnTo>
                  <a:lnTo>
                    <a:pt x="39674" y="93345"/>
                  </a:lnTo>
                  <a:lnTo>
                    <a:pt x="40157" y="93599"/>
                  </a:lnTo>
                  <a:lnTo>
                    <a:pt x="39611" y="93472"/>
                  </a:lnTo>
                  <a:lnTo>
                    <a:pt x="39357" y="93345"/>
                  </a:lnTo>
                  <a:lnTo>
                    <a:pt x="39674" y="93345"/>
                  </a:lnTo>
                  <a:lnTo>
                    <a:pt x="40398" y="93345"/>
                  </a:lnTo>
                  <a:lnTo>
                    <a:pt x="40779" y="93345"/>
                  </a:lnTo>
                  <a:lnTo>
                    <a:pt x="41236" y="93345"/>
                  </a:lnTo>
                  <a:lnTo>
                    <a:pt x="41236" y="93091"/>
                  </a:lnTo>
                  <a:lnTo>
                    <a:pt x="38950" y="93091"/>
                  </a:lnTo>
                  <a:lnTo>
                    <a:pt x="38950" y="93599"/>
                  </a:lnTo>
                  <a:lnTo>
                    <a:pt x="38531" y="93599"/>
                  </a:lnTo>
                  <a:lnTo>
                    <a:pt x="38696" y="93472"/>
                  </a:lnTo>
                  <a:lnTo>
                    <a:pt x="38849" y="93345"/>
                  </a:lnTo>
                  <a:lnTo>
                    <a:pt x="38950" y="93599"/>
                  </a:lnTo>
                  <a:lnTo>
                    <a:pt x="38950" y="93091"/>
                  </a:lnTo>
                  <a:lnTo>
                    <a:pt x="38506" y="92964"/>
                  </a:lnTo>
                  <a:lnTo>
                    <a:pt x="38506" y="93091"/>
                  </a:lnTo>
                  <a:lnTo>
                    <a:pt x="38341" y="93091"/>
                  </a:lnTo>
                  <a:lnTo>
                    <a:pt x="38252" y="93345"/>
                  </a:lnTo>
                  <a:lnTo>
                    <a:pt x="38531" y="93345"/>
                  </a:lnTo>
                  <a:lnTo>
                    <a:pt x="38544" y="93472"/>
                  </a:lnTo>
                  <a:lnTo>
                    <a:pt x="38214" y="93472"/>
                  </a:lnTo>
                  <a:lnTo>
                    <a:pt x="38227" y="92964"/>
                  </a:lnTo>
                  <a:lnTo>
                    <a:pt x="38201" y="92583"/>
                  </a:lnTo>
                  <a:lnTo>
                    <a:pt x="38087" y="92710"/>
                  </a:lnTo>
                  <a:lnTo>
                    <a:pt x="37693" y="92710"/>
                  </a:lnTo>
                  <a:lnTo>
                    <a:pt x="37795" y="92964"/>
                  </a:lnTo>
                  <a:lnTo>
                    <a:pt x="37465" y="92964"/>
                  </a:lnTo>
                  <a:lnTo>
                    <a:pt x="37541" y="92837"/>
                  </a:lnTo>
                  <a:lnTo>
                    <a:pt x="37617" y="92710"/>
                  </a:lnTo>
                  <a:lnTo>
                    <a:pt x="37096" y="92710"/>
                  </a:lnTo>
                  <a:lnTo>
                    <a:pt x="37084" y="92964"/>
                  </a:lnTo>
                  <a:lnTo>
                    <a:pt x="37045" y="93091"/>
                  </a:lnTo>
                  <a:lnTo>
                    <a:pt x="36969" y="93345"/>
                  </a:lnTo>
                  <a:lnTo>
                    <a:pt x="36906" y="93472"/>
                  </a:lnTo>
                  <a:lnTo>
                    <a:pt x="36474" y="93472"/>
                  </a:lnTo>
                  <a:lnTo>
                    <a:pt x="36436" y="93345"/>
                  </a:lnTo>
                  <a:lnTo>
                    <a:pt x="36969" y="93345"/>
                  </a:lnTo>
                  <a:lnTo>
                    <a:pt x="36969" y="93091"/>
                  </a:lnTo>
                  <a:lnTo>
                    <a:pt x="36410" y="93091"/>
                  </a:lnTo>
                  <a:lnTo>
                    <a:pt x="36245" y="93091"/>
                  </a:lnTo>
                  <a:lnTo>
                    <a:pt x="36106" y="92964"/>
                  </a:lnTo>
                  <a:lnTo>
                    <a:pt x="36029" y="93345"/>
                  </a:lnTo>
                  <a:lnTo>
                    <a:pt x="36296" y="93345"/>
                  </a:lnTo>
                  <a:lnTo>
                    <a:pt x="36283" y="93497"/>
                  </a:lnTo>
                  <a:lnTo>
                    <a:pt x="36233" y="93853"/>
                  </a:lnTo>
                  <a:lnTo>
                    <a:pt x="36118" y="93726"/>
                  </a:lnTo>
                  <a:lnTo>
                    <a:pt x="35991" y="93611"/>
                  </a:lnTo>
                  <a:lnTo>
                    <a:pt x="36283" y="93497"/>
                  </a:lnTo>
                  <a:lnTo>
                    <a:pt x="35826" y="93345"/>
                  </a:lnTo>
                  <a:lnTo>
                    <a:pt x="35775" y="93472"/>
                  </a:lnTo>
                  <a:lnTo>
                    <a:pt x="35674" y="93726"/>
                  </a:lnTo>
                  <a:lnTo>
                    <a:pt x="35979" y="93611"/>
                  </a:lnTo>
                  <a:lnTo>
                    <a:pt x="35826" y="93853"/>
                  </a:lnTo>
                  <a:lnTo>
                    <a:pt x="35750" y="93980"/>
                  </a:lnTo>
                  <a:lnTo>
                    <a:pt x="35420" y="94107"/>
                  </a:lnTo>
                  <a:lnTo>
                    <a:pt x="35496" y="94361"/>
                  </a:lnTo>
                  <a:lnTo>
                    <a:pt x="35801" y="94234"/>
                  </a:lnTo>
                  <a:lnTo>
                    <a:pt x="36156" y="93980"/>
                  </a:lnTo>
                  <a:lnTo>
                    <a:pt x="35623" y="94488"/>
                  </a:lnTo>
                  <a:lnTo>
                    <a:pt x="35356" y="94488"/>
                  </a:lnTo>
                  <a:lnTo>
                    <a:pt x="35344" y="94742"/>
                  </a:lnTo>
                  <a:lnTo>
                    <a:pt x="34937" y="95123"/>
                  </a:lnTo>
                  <a:lnTo>
                    <a:pt x="35013" y="94742"/>
                  </a:lnTo>
                  <a:lnTo>
                    <a:pt x="35344" y="94742"/>
                  </a:lnTo>
                  <a:lnTo>
                    <a:pt x="35344" y="94488"/>
                  </a:lnTo>
                  <a:lnTo>
                    <a:pt x="35052" y="94488"/>
                  </a:lnTo>
                  <a:lnTo>
                    <a:pt x="35090" y="94234"/>
                  </a:lnTo>
                  <a:lnTo>
                    <a:pt x="35356" y="94488"/>
                  </a:lnTo>
                  <a:lnTo>
                    <a:pt x="35356" y="94234"/>
                  </a:lnTo>
                  <a:lnTo>
                    <a:pt x="35090" y="94107"/>
                  </a:lnTo>
                  <a:lnTo>
                    <a:pt x="35166" y="93980"/>
                  </a:lnTo>
                  <a:lnTo>
                    <a:pt x="35331" y="93980"/>
                  </a:lnTo>
                  <a:lnTo>
                    <a:pt x="35344" y="93853"/>
                  </a:lnTo>
                  <a:lnTo>
                    <a:pt x="34785" y="93726"/>
                  </a:lnTo>
                  <a:lnTo>
                    <a:pt x="34721" y="93853"/>
                  </a:lnTo>
                  <a:lnTo>
                    <a:pt x="34531" y="93980"/>
                  </a:lnTo>
                  <a:lnTo>
                    <a:pt x="34785" y="93726"/>
                  </a:lnTo>
                  <a:lnTo>
                    <a:pt x="34671" y="93599"/>
                  </a:lnTo>
                  <a:lnTo>
                    <a:pt x="34188" y="93345"/>
                  </a:lnTo>
                  <a:lnTo>
                    <a:pt x="34277" y="93599"/>
                  </a:lnTo>
                  <a:lnTo>
                    <a:pt x="34404" y="93726"/>
                  </a:lnTo>
                  <a:lnTo>
                    <a:pt x="34518" y="93853"/>
                  </a:lnTo>
                  <a:lnTo>
                    <a:pt x="34023" y="93980"/>
                  </a:lnTo>
                  <a:lnTo>
                    <a:pt x="33959" y="94107"/>
                  </a:lnTo>
                  <a:lnTo>
                    <a:pt x="34264" y="94361"/>
                  </a:lnTo>
                  <a:lnTo>
                    <a:pt x="33909" y="94488"/>
                  </a:lnTo>
                  <a:lnTo>
                    <a:pt x="33921" y="94361"/>
                  </a:lnTo>
                  <a:lnTo>
                    <a:pt x="33921" y="94234"/>
                  </a:lnTo>
                  <a:lnTo>
                    <a:pt x="33566" y="94361"/>
                  </a:lnTo>
                  <a:lnTo>
                    <a:pt x="33578" y="94234"/>
                  </a:lnTo>
                  <a:lnTo>
                    <a:pt x="33782" y="94107"/>
                  </a:lnTo>
                  <a:lnTo>
                    <a:pt x="33566" y="93980"/>
                  </a:lnTo>
                  <a:lnTo>
                    <a:pt x="33464" y="94107"/>
                  </a:lnTo>
                  <a:lnTo>
                    <a:pt x="33362" y="94234"/>
                  </a:lnTo>
                  <a:lnTo>
                    <a:pt x="33299" y="94742"/>
                  </a:lnTo>
                  <a:lnTo>
                    <a:pt x="32727" y="94742"/>
                  </a:lnTo>
                  <a:lnTo>
                    <a:pt x="32626" y="94488"/>
                  </a:lnTo>
                  <a:lnTo>
                    <a:pt x="32448" y="94742"/>
                  </a:lnTo>
                  <a:lnTo>
                    <a:pt x="32245" y="94488"/>
                  </a:lnTo>
                  <a:lnTo>
                    <a:pt x="32143" y="94361"/>
                  </a:lnTo>
                  <a:lnTo>
                    <a:pt x="32042" y="94234"/>
                  </a:lnTo>
                  <a:lnTo>
                    <a:pt x="31343" y="94361"/>
                  </a:lnTo>
                  <a:lnTo>
                    <a:pt x="31242" y="94742"/>
                  </a:lnTo>
                  <a:lnTo>
                    <a:pt x="31750" y="94869"/>
                  </a:lnTo>
                  <a:lnTo>
                    <a:pt x="31369" y="94869"/>
                  </a:lnTo>
                  <a:lnTo>
                    <a:pt x="31191" y="94742"/>
                  </a:lnTo>
                  <a:lnTo>
                    <a:pt x="30975" y="94742"/>
                  </a:lnTo>
                  <a:lnTo>
                    <a:pt x="30899" y="95123"/>
                  </a:lnTo>
                  <a:lnTo>
                    <a:pt x="31229" y="94945"/>
                  </a:lnTo>
                  <a:lnTo>
                    <a:pt x="31064" y="95250"/>
                  </a:lnTo>
                  <a:lnTo>
                    <a:pt x="31000" y="95377"/>
                  </a:lnTo>
                  <a:lnTo>
                    <a:pt x="30607" y="95377"/>
                  </a:lnTo>
                  <a:lnTo>
                    <a:pt x="29616" y="95377"/>
                  </a:lnTo>
                  <a:lnTo>
                    <a:pt x="29400" y="95377"/>
                  </a:lnTo>
                  <a:lnTo>
                    <a:pt x="29387" y="95250"/>
                  </a:lnTo>
                  <a:lnTo>
                    <a:pt x="29108" y="95148"/>
                  </a:lnTo>
                  <a:lnTo>
                    <a:pt x="28905" y="95643"/>
                  </a:lnTo>
                  <a:lnTo>
                    <a:pt x="28676" y="95377"/>
                  </a:lnTo>
                  <a:lnTo>
                    <a:pt x="28181" y="95631"/>
                  </a:lnTo>
                  <a:lnTo>
                    <a:pt x="28321" y="95250"/>
                  </a:lnTo>
                  <a:lnTo>
                    <a:pt x="28460" y="95250"/>
                  </a:lnTo>
                  <a:lnTo>
                    <a:pt x="29108" y="95250"/>
                  </a:lnTo>
                  <a:lnTo>
                    <a:pt x="28943" y="95084"/>
                  </a:lnTo>
                  <a:lnTo>
                    <a:pt x="28549" y="94957"/>
                  </a:lnTo>
                  <a:lnTo>
                    <a:pt x="28397" y="95021"/>
                  </a:lnTo>
                  <a:lnTo>
                    <a:pt x="28257" y="95084"/>
                  </a:lnTo>
                  <a:lnTo>
                    <a:pt x="28409" y="94907"/>
                  </a:lnTo>
                  <a:lnTo>
                    <a:pt x="28194" y="94869"/>
                  </a:lnTo>
                  <a:lnTo>
                    <a:pt x="28194" y="95250"/>
                  </a:lnTo>
                  <a:lnTo>
                    <a:pt x="27825" y="95846"/>
                  </a:lnTo>
                  <a:lnTo>
                    <a:pt x="27660" y="95821"/>
                  </a:lnTo>
                  <a:lnTo>
                    <a:pt x="27584" y="95377"/>
                  </a:lnTo>
                  <a:lnTo>
                    <a:pt x="27482" y="95567"/>
                  </a:lnTo>
                  <a:lnTo>
                    <a:pt x="27355" y="95377"/>
                  </a:lnTo>
                  <a:lnTo>
                    <a:pt x="27266" y="95250"/>
                  </a:lnTo>
                  <a:lnTo>
                    <a:pt x="27051" y="95377"/>
                  </a:lnTo>
                  <a:lnTo>
                    <a:pt x="27381" y="95758"/>
                  </a:lnTo>
                  <a:lnTo>
                    <a:pt x="27203" y="95758"/>
                  </a:lnTo>
                  <a:lnTo>
                    <a:pt x="27139" y="96012"/>
                  </a:lnTo>
                  <a:lnTo>
                    <a:pt x="27089" y="96266"/>
                  </a:lnTo>
                  <a:lnTo>
                    <a:pt x="27076" y="96012"/>
                  </a:lnTo>
                  <a:lnTo>
                    <a:pt x="27139" y="95872"/>
                  </a:lnTo>
                  <a:lnTo>
                    <a:pt x="27000" y="95910"/>
                  </a:lnTo>
                  <a:lnTo>
                    <a:pt x="26898" y="95758"/>
                  </a:lnTo>
                  <a:lnTo>
                    <a:pt x="27089" y="95758"/>
                  </a:lnTo>
                  <a:lnTo>
                    <a:pt x="27051" y="95377"/>
                  </a:lnTo>
                  <a:lnTo>
                    <a:pt x="26860" y="95567"/>
                  </a:lnTo>
                  <a:lnTo>
                    <a:pt x="26835" y="95377"/>
                  </a:lnTo>
                  <a:lnTo>
                    <a:pt x="26847" y="95250"/>
                  </a:lnTo>
                  <a:lnTo>
                    <a:pt x="27266" y="95250"/>
                  </a:lnTo>
                  <a:lnTo>
                    <a:pt x="27660" y="95250"/>
                  </a:lnTo>
                  <a:lnTo>
                    <a:pt x="27711" y="95377"/>
                  </a:lnTo>
                  <a:lnTo>
                    <a:pt x="28079" y="95377"/>
                  </a:lnTo>
                  <a:lnTo>
                    <a:pt x="28130" y="95250"/>
                  </a:lnTo>
                  <a:lnTo>
                    <a:pt x="28194" y="94869"/>
                  </a:lnTo>
                  <a:lnTo>
                    <a:pt x="26987" y="95034"/>
                  </a:lnTo>
                  <a:lnTo>
                    <a:pt x="26479" y="95110"/>
                  </a:lnTo>
                  <a:lnTo>
                    <a:pt x="26479" y="96012"/>
                  </a:lnTo>
                  <a:lnTo>
                    <a:pt x="26339" y="95758"/>
                  </a:lnTo>
                  <a:lnTo>
                    <a:pt x="26238" y="95504"/>
                  </a:lnTo>
                  <a:lnTo>
                    <a:pt x="26200" y="95377"/>
                  </a:lnTo>
                  <a:lnTo>
                    <a:pt x="26276" y="95516"/>
                  </a:lnTo>
                  <a:lnTo>
                    <a:pt x="26454" y="95758"/>
                  </a:lnTo>
                  <a:lnTo>
                    <a:pt x="26479" y="96012"/>
                  </a:lnTo>
                  <a:lnTo>
                    <a:pt x="26479" y="95110"/>
                  </a:lnTo>
                  <a:lnTo>
                    <a:pt x="26301" y="95123"/>
                  </a:lnTo>
                  <a:lnTo>
                    <a:pt x="26212" y="94869"/>
                  </a:lnTo>
                  <a:lnTo>
                    <a:pt x="26174" y="94742"/>
                  </a:lnTo>
                  <a:lnTo>
                    <a:pt x="26085" y="94488"/>
                  </a:lnTo>
                  <a:lnTo>
                    <a:pt x="26009" y="94869"/>
                  </a:lnTo>
                  <a:lnTo>
                    <a:pt x="25831" y="94869"/>
                  </a:lnTo>
                  <a:lnTo>
                    <a:pt x="25755" y="95199"/>
                  </a:lnTo>
                  <a:lnTo>
                    <a:pt x="25717" y="95377"/>
                  </a:lnTo>
                  <a:lnTo>
                    <a:pt x="25590" y="95377"/>
                  </a:lnTo>
                  <a:lnTo>
                    <a:pt x="25577" y="95250"/>
                  </a:lnTo>
                  <a:lnTo>
                    <a:pt x="25742" y="95250"/>
                  </a:lnTo>
                  <a:lnTo>
                    <a:pt x="25387" y="95250"/>
                  </a:lnTo>
                  <a:lnTo>
                    <a:pt x="24942" y="95250"/>
                  </a:lnTo>
                  <a:lnTo>
                    <a:pt x="24625" y="95250"/>
                  </a:lnTo>
                  <a:lnTo>
                    <a:pt x="24587" y="95377"/>
                  </a:lnTo>
                  <a:lnTo>
                    <a:pt x="24472" y="95758"/>
                  </a:lnTo>
                  <a:lnTo>
                    <a:pt x="24676" y="95758"/>
                  </a:lnTo>
                  <a:lnTo>
                    <a:pt x="24714" y="96012"/>
                  </a:lnTo>
                  <a:lnTo>
                    <a:pt x="24257" y="96266"/>
                  </a:lnTo>
                  <a:lnTo>
                    <a:pt x="24498" y="96266"/>
                  </a:lnTo>
                  <a:lnTo>
                    <a:pt x="24739" y="96266"/>
                  </a:lnTo>
                  <a:lnTo>
                    <a:pt x="25069" y="96139"/>
                  </a:lnTo>
                  <a:lnTo>
                    <a:pt x="24815" y="96177"/>
                  </a:lnTo>
                  <a:lnTo>
                    <a:pt x="24930" y="96012"/>
                  </a:lnTo>
                  <a:lnTo>
                    <a:pt x="24993" y="95758"/>
                  </a:lnTo>
                  <a:lnTo>
                    <a:pt x="25107" y="95377"/>
                  </a:lnTo>
                  <a:lnTo>
                    <a:pt x="25463" y="95377"/>
                  </a:lnTo>
                  <a:lnTo>
                    <a:pt x="25336" y="95758"/>
                  </a:lnTo>
                  <a:lnTo>
                    <a:pt x="25615" y="95758"/>
                  </a:lnTo>
                  <a:lnTo>
                    <a:pt x="25603" y="95631"/>
                  </a:lnTo>
                  <a:lnTo>
                    <a:pt x="25679" y="95758"/>
                  </a:lnTo>
                  <a:lnTo>
                    <a:pt x="25869" y="95758"/>
                  </a:lnTo>
                  <a:lnTo>
                    <a:pt x="25755" y="96012"/>
                  </a:lnTo>
                  <a:lnTo>
                    <a:pt x="26174" y="96012"/>
                  </a:lnTo>
                  <a:lnTo>
                    <a:pt x="25755" y="96126"/>
                  </a:lnTo>
                  <a:lnTo>
                    <a:pt x="25628" y="96266"/>
                  </a:lnTo>
                  <a:lnTo>
                    <a:pt x="26225" y="96266"/>
                  </a:lnTo>
                  <a:lnTo>
                    <a:pt x="26517" y="96266"/>
                  </a:lnTo>
                  <a:lnTo>
                    <a:pt x="26289" y="96329"/>
                  </a:lnTo>
                  <a:lnTo>
                    <a:pt x="26111" y="96367"/>
                  </a:lnTo>
                  <a:lnTo>
                    <a:pt x="25628" y="96481"/>
                  </a:lnTo>
                  <a:lnTo>
                    <a:pt x="25603" y="96266"/>
                  </a:lnTo>
                  <a:lnTo>
                    <a:pt x="25349" y="96266"/>
                  </a:lnTo>
                  <a:lnTo>
                    <a:pt x="25196" y="96520"/>
                  </a:lnTo>
                  <a:lnTo>
                    <a:pt x="25196" y="96774"/>
                  </a:lnTo>
                  <a:lnTo>
                    <a:pt x="25679" y="96774"/>
                  </a:lnTo>
                  <a:lnTo>
                    <a:pt x="25641" y="96520"/>
                  </a:lnTo>
                  <a:lnTo>
                    <a:pt x="25679" y="96774"/>
                  </a:lnTo>
                  <a:lnTo>
                    <a:pt x="26162" y="96774"/>
                  </a:lnTo>
                  <a:lnTo>
                    <a:pt x="91503" y="96774"/>
                  </a:lnTo>
                  <a:lnTo>
                    <a:pt x="91770" y="96774"/>
                  </a:lnTo>
                  <a:lnTo>
                    <a:pt x="93548" y="96774"/>
                  </a:lnTo>
                  <a:lnTo>
                    <a:pt x="93522" y="96520"/>
                  </a:lnTo>
                  <a:lnTo>
                    <a:pt x="93332" y="96520"/>
                  </a:lnTo>
                  <a:lnTo>
                    <a:pt x="91122" y="96520"/>
                  </a:lnTo>
                  <a:lnTo>
                    <a:pt x="90373" y="96012"/>
                  </a:lnTo>
                  <a:lnTo>
                    <a:pt x="90398" y="95758"/>
                  </a:lnTo>
                  <a:lnTo>
                    <a:pt x="90424" y="95377"/>
                  </a:lnTo>
                  <a:lnTo>
                    <a:pt x="90220" y="95250"/>
                  </a:lnTo>
                  <a:lnTo>
                    <a:pt x="90309" y="95719"/>
                  </a:lnTo>
                  <a:lnTo>
                    <a:pt x="89674" y="95529"/>
                  </a:lnTo>
                  <a:lnTo>
                    <a:pt x="89674" y="95758"/>
                  </a:lnTo>
                  <a:lnTo>
                    <a:pt x="89674" y="95897"/>
                  </a:lnTo>
                  <a:lnTo>
                    <a:pt x="89369" y="95770"/>
                  </a:lnTo>
                  <a:lnTo>
                    <a:pt x="89369" y="96266"/>
                  </a:lnTo>
                  <a:lnTo>
                    <a:pt x="89369" y="96393"/>
                  </a:lnTo>
                  <a:lnTo>
                    <a:pt x="88963" y="96266"/>
                  </a:lnTo>
                  <a:lnTo>
                    <a:pt x="89369" y="96266"/>
                  </a:lnTo>
                  <a:lnTo>
                    <a:pt x="89369" y="95770"/>
                  </a:lnTo>
                  <a:lnTo>
                    <a:pt x="89357" y="95948"/>
                  </a:lnTo>
                  <a:lnTo>
                    <a:pt x="89166" y="95910"/>
                  </a:lnTo>
                  <a:lnTo>
                    <a:pt x="89103" y="95758"/>
                  </a:lnTo>
                  <a:lnTo>
                    <a:pt x="89357" y="95758"/>
                  </a:lnTo>
                  <a:lnTo>
                    <a:pt x="89674" y="95758"/>
                  </a:lnTo>
                  <a:lnTo>
                    <a:pt x="89674" y="95529"/>
                  </a:lnTo>
                  <a:lnTo>
                    <a:pt x="89636" y="95377"/>
                  </a:lnTo>
                  <a:lnTo>
                    <a:pt x="89458" y="95377"/>
                  </a:lnTo>
                  <a:lnTo>
                    <a:pt x="89242" y="95377"/>
                  </a:lnTo>
                  <a:lnTo>
                    <a:pt x="89039" y="95605"/>
                  </a:lnTo>
                  <a:lnTo>
                    <a:pt x="89039" y="95885"/>
                  </a:lnTo>
                  <a:lnTo>
                    <a:pt x="88353" y="95758"/>
                  </a:lnTo>
                  <a:lnTo>
                    <a:pt x="88696" y="95415"/>
                  </a:lnTo>
                  <a:lnTo>
                    <a:pt x="88480" y="95758"/>
                  </a:lnTo>
                  <a:lnTo>
                    <a:pt x="88734" y="95758"/>
                  </a:lnTo>
                  <a:lnTo>
                    <a:pt x="89039" y="95885"/>
                  </a:lnTo>
                  <a:lnTo>
                    <a:pt x="89039" y="95605"/>
                  </a:lnTo>
                  <a:lnTo>
                    <a:pt x="88938" y="95377"/>
                  </a:lnTo>
                  <a:lnTo>
                    <a:pt x="88734" y="95377"/>
                  </a:lnTo>
                  <a:lnTo>
                    <a:pt x="88011" y="95377"/>
                  </a:lnTo>
                  <a:lnTo>
                    <a:pt x="87922" y="96012"/>
                  </a:lnTo>
                  <a:lnTo>
                    <a:pt x="87693" y="96012"/>
                  </a:lnTo>
                  <a:lnTo>
                    <a:pt x="87668" y="96266"/>
                  </a:lnTo>
                  <a:lnTo>
                    <a:pt x="87909" y="96100"/>
                  </a:lnTo>
                  <a:lnTo>
                    <a:pt x="87896" y="96266"/>
                  </a:lnTo>
                  <a:lnTo>
                    <a:pt x="87769" y="96266"/>
                  </a:lnTo>
                  <a:lnTo>
                    <a:pt x="87693" y="96012"/>
                  </a:lnTo>
                  <a:lnTo>
                    <a:pt x="87757" y="95377"/>
                  </a:lnTo>
                  <a:lnTo>
                    <a:pt x="87630" y="95377"/>
                  </a:lnTo>
                  <a:lnTo>
                    <a:pt x="87630" y="96393"/>
                  </a:lnTo>
                  <a:lnTo>
                    <a:pt x="87617" y="96520"/>
                  </a:lnTo>
                  <a:lnTo>
                    <a:pt x="87490" y="96520"/>
                  </a:lnTo>
                  <a:lnTo>
                    <a:pt x="87630" y="96393"/>
                  </a:lnTo>
                  <a:lnTo>
                    <a:pt x="87630" y="95377"/>
                  </a:lnTo>
                  <a:lnTo>
                    <a:pt x="87388" y="95250"/>
                  </a:lnTo>
                  <a:lnTo>
                    <a:pt x="87249" y="95377"/>
                  </a:lnTo>
                  <a:lnTo>
                    <a:pt x="87007" y="95681"/>
                  </a:lnTo>
                  <a:lnTo>
                    <a:pt x="86893" y="95885"/>
                  </a:lnTo>
                  <a:lnTo>
                    <a:pt x="86791" y="95758"/>
                  </a:lnTo>
                  <a:lnTo>
                    <a:pt x="86944" y="95758"/>
                  </a:lnTo>
                  <a:lnTo>
                    <a:pt x="86944" y="95605"/>
                  </a:lnTo>
                  <a:lnTo>
                    <a:pt x="86779" y="95377"/>
                  </a:lnTo>
                  <a:lnTo>
                    <a:pt x="86753" y="95250"/>
                  </a:lnTo>
                  <a:lnTo>
                    <a:pt x="86880" y="95250"/>
                  </a:lnTo>
                  <a:lnTo>
                    <a:pt x="86550" y="95008"/>
                  </a:lnTo>
                  <a:lnTo>
                    <a:pt x="86588" y="95250"/>
                  </a:lnTo>
                  <a:lnTo>
                    <a:pt x="86614" y="95377"/>
                  </a:lnTo>
                  <a:lnTo>
                    <a:pt x="86296" y="94869"/>
                  </a:lnTo>
                  <a:lnTo>
                    <a:pt x="86296" y="95377"/>
                  </a:lnTo>
                  <a:lnTo>
                    <a:pt x="86093" y="95250"/>
                  </a:lnTo>
                  <a:lnTo>
                    <a:pt x="85712" y="95250"/>
                  </a:lnTo>
                  <a:lnTo>
                    <a:pt x="85928" y="95377"/>
                  </a:lnTo>
                  <a:lnTo>
                    <a:pt x="85471" y="95377"/>
                  </a:lnTo>
                  <a:lnTo>
                    <a:pt x="85369" y="95250"/>
                  </a:lnTo>
                  <a:lnTo>
                    <a:pt x="85115" y="95250"/>
                  </a:lnTo>
                  <a:lnTo>
                    <a:pt x="84950" y="95377"/>
                  </a:lnTo>
                  <a:lnTo>
                    <a:pt x="84035" y="95377"/>
                  </a:lnTo>
                  <a:lnTo>
                    <a:pt x="83197" y="94869"/>
                  </a:lnTo>
                  <a:lnTo>
                    <a:pt x="83045" y="95250"/>
                  </a:lnTo>
                  <a:lnTo>
                    <a:pt x="82994" y="95377"/>
                  </a:lnTo>
                  <a:lnTo>
                    <a:pt x="82905" y="95250"/>
                  </a:lnTo>
                  <a:lnTo>
                    <a:pt x="82651" y="94869"/>
                  </a:lnTo>
                  <a:lnTo>
                    <a:pt x="82499" y="94742"/>
                  </a:lnTo>
                  <a:lnTo>
                    <a:pt x="81559" y="94742"/>
                  </a:lnTo>
                  <a:lnTo>
                    <a:pt x="82016" y="94488"/>
                  </a:lnTo>
                  <a:lnTo>
                    <a:pt x="80568" y="94488"/>
                  </a:lnTo>
                  <a:lnTo>
                    <a:pt x="80530" y="94615"/>
                  </a:lnTo>
                  <a:lnTo>
                    <a:pt x="80238" y="94488"/>
                  </a:lnTo>
                  <a:lnTo>
                    <a:pt x="80098" y="94488"/>
                  </a:lnTo>
                  <a:lnTo>
                    <a:pt x="79717" y="94488"/>
                  </a:lnTo>
                  <a:lnTo>
                    <a:pt x="79895" y="94742"/>
                  </a:lnTo>
                  <a:lnTo>
                    <a:pt x="80187" y="94742"/>
                  </a:lnTo>
                  <a:lnTo>
                    <a:pt x="80175" y="94615"/>
                  </a:lnTo>
                  <a:lnTo>
                    <a:pt x="80251" y="94742"/>
                  </a:lnTo>
                  <a:lnTo>
                    <a:pt x="80492" y="94742"/>
                  </a:lnTo>
                  <a:lnTo>
                    <a:pt x="80454" y="94869"/>
                  </a:lnTo>
                  <a:lnTo>
                    <a:pt x="80606" y="94869"/>
                  </a:lnTo>
                  <a:lnTo>
                    <a:pt x="80822" y="94742"/>
                  </a:lnTo>
                  <a:lnTo>
                    <a:pt x="81051" y="94742"/>
                  </a:lnTo>
                  <a:lnTo>
                    <a:pt x="81356" y="95250"/>
                  </a:lnTo>
                  <a:lnTo>
                    <a:pt x="80530" y="95250"/>
                  </a:lnTo>
                  <a:lnTo>
                    <a:pt x="80302" y="94869"/>
                  </a:lnTo>
                  <a:lnTo>
                    <a:pt x="80264" y="95250"/>
                  </a:lnTo>
                  <a:lnTo>
                    <a:pt x="79997" y="94869"/>
                  </a:lnTo>
                  <a:lnTo>
                    <a:pt x="79895" y="94742"/>
                  </a:lnTo>
                  <a:lnTo>
                    <a:pt x="79705" y="94742"/>
                  </a:lnTo>
                  <a:lnTo>
                    <a:pt x="79692" y="94869"/>
                  </a:lnTo>
                  <a:lnTo>
                    <a:pt x="79476" y="95250"/>
                  </a:lnTo>
                  <a:lnTo>
                    <a:pt x="79413" y="95377"/>
                  </a:lnTo>
                  <a:lnTo>
                    <a:pt x="79159" y="95377"/>
                  </a:lnTo>
                  <a:lnTo>
                    <a:pt x="78536" y="94869"/>
                  </a:lnTo>
                  <a:lnTo>
                    <a:pt x="77749" y="94869"/>
                  </a:lnTo>
                  <a:lnTo>
                    <a:pt x="77711" y="94742"/>
                  </a:lnTo>
                  <a:lnTo>
                    <a:pt x="77508" y="94869"/>
                  </a:lnTo>
                  <a:lnTo>
                    <a:pt x="77406" y="94742"/>
                  </a:lnTo>
                  <a:lnTo>
                    <a:pt x="77673" y="94742"/>
                  </a:lnTo>
                  <a:lnTo>
                    <a:pt x="77749" y="94488"/>
                  </a:lnTo>
                  <a:lnTo>
                    <a:pt x="77825" y="94361"/>
                  </a:lnTo>
                  <a:lnTo>
                    <a:pt x="77901" y="94234"/>
                  </a:lnTo>
                  <a:lnTo>
                    <a:pt x="77647" y="94234"/>
                  </a:lnTo>
                  <a:lnTo>
                    <a:pt x="77546" y="94361"/>
                  </a:lnTo>
                  <a:lnTo>
                    <a:pt x="77444" y="94488"/>
                  </a:lnTo>
                  <a:lnTo>
                    <a:pt x="77216" y="94488"/>
                  </a:lnTo>
                  <a:lnTo>
                    <a:pt x="77114" y="94361"/>
                  </a:lnTo>
                  <a:lnTo>
                    <a:pt x="77012" y="94234"/>
                  </a:lnTo>
                  <a:lnTo>
                    <a:pt x="76873" y="94488"/>
                  </a:lnTo>
                  <a:lnTo>
                    <a:pt x="76212" y="94488"/>
                  </a:lnTo>
                  <a:lnTo>
                    <a:pt x="76174" y="94742"/>
                  </a:lnTo>
                  <a:lnTo>
                    <a:pt x="76733" y="94742"/>
                  </a:lnTo>
                  <a:lnTo>
                    <a:pt x="76669" y="94869"/>
                  </a:lnTo>
                  <a:lnTo>
                    <a:pt x="76149" y="94869"/>
                  </a:lnTo>
                  <a:lnTo>
                    <a:pt x="76174" y="94742"/>
                  </a:lnTo>
                  <a:lnTo>
                    <a:pt x="75971" y="94742"/>
                  </a:lnTo>
                  <a:lnTo>
                    <a:pt x="75920" y="94869"/>
                  </a:lnTo>
                  <a:lnTo>
                    <a:pt x="75692" y="94792"/>
                  </a:lnTo>
                  <a:lnTo>
                    <a:pt x="74980" y="94869"/>
                  </a:lnTo>
                  <a:lnTo>
                    <a:pt x="74510" y="95173"/>
                  </a:lnTo>
                  <a:lnTo>
                    <a:pt x="74371" y="95173"/>
                  </a:lnTo>
                  <a:lnTo>
                    <a:pt x="74180" y="95377"/>
                  </a:lnTo>
                  <a:lnTo>
                    <a:pt x="73418" y="95377"/>
                  </a:lnTo>
                  <a:lnTo>
                    <a:pt x="73380" y="95250"/>
                  </a:lnTo>
                  <a:lnTo>
                    <a:pt x="74371" y="95250"/>
                  </a:lnTo>
                  <a:lnTo>
                    <a:pt x="65659" y="94869"/>
                  </a:lnTo>
                  <a:lnTo>
                    <a:pt x="65798" y="94742"/>
                  </a:lnTo>
                  <a:lnTo>
                    <a:pt x="75514" y="94742"/>
                  </a:lnTo>
                  <a:lnTo>
                    <a:pt x="75336" y="94488"/>
                  </a:lnTo>
                  <a:lnTo>
                    <a:pt x="66078" y="94488"/>
                  </a:lnTo>
                  <a:lnTo>
                    <a:pt x="65049" y="94361"/>
                  </a:lnTo>
                  <a:lnTo>
                    <a:pt x="64820" y="94488"/>
                  </a:lnTo>
                  <a:lnTo>
                    <a:pt x="64604" y="94488"/>
                  </a:lnTo>
                  <a:lnTo>
                    <a:pt x="64058" y="94234"/>
                  </a:lnTo>
                  <a:lnTo>
                    <a:pt x="63233" y="93853"/>
                  </a:lnTo>
                  <a:lnTo>
                    <a:pt x="63284" y="93980"/>
                  </a:lnTo>
                  <a:lnTo>
                    <a:pt x="63385" y="94234"/>
                  </a:lnTo>
                  <a:lnTo>
                    <a:pt x="63131" y="94107"/>
                  </a:lnTo>
                  <a:lnTo>
                    <a:pt x="63233" y="94234"/>
                  </a:lnTo>
                  <a:lnTo>
                    <a:pt x="62877" y="94234"/>
                  </a:lnTo>
                  <a:lnTo>
                    <a:pt x="62966" y="93853"/>
                  </a:lnTo>
                  <a:lnTo>
                    <a:pt x="62649" y="94107"/>
                  </a:lnTo>
                  <a:lnTo>
                    <a:pt x="62522" y="94234"/>
                  </a:lnTo>
                  <a:lnTo>
                    <a:pt x="62522" y="93980"/>
                  </a:lnTo>
                  <a:lnTo>
                    <a:pt x="62522" y="93853"/>
                  </a:lnTo>
                  <a:lnTo>
                    <a:pt x="62522" y="93726"/>
                  </a:lnTo>
                  <a:lnTo>
                    <a:pt x="62522" y="93599"/>
                  </a:lnTo>
                  <a:lnTo>
                    <a:pt x="62509" y="92964"/>
                  </a:lnTo>
                  <a:lnTo>
                    <a:pt x="62420" y="77851"/>
                  </a:lnTo>
                  <a:lnTo>
                    <a:pt x="62801" y="77851"/>
                  </a:lnTo>
                  <a:lnTo>
                    <a:pt x="62687" y="76708"/>
                  </a:lnTo>
                  <a:lnTo>
                    <a:pt x="62572" y="75565"/>
                  </a:lnTo>
                  <a:lnTo>
                    <a:pt x="62496" y="74803"/>
                  </a:lnTo>
                  <a:lnTo>
                    <a:pt x="61760" y="74803"/>
                  </a:lnTo>
                  <a:lnTo>
                    <a:pt x="63207" y="74549"/>
                  </a:lnTo>
                  <a:lnTo>
                    <a:pt x="65595" y="75946"/>
                  </a:lnTo>
                  <a:lnTo>
                    <a:pt x="65493" y="76200"/>
                  </a:lnTo>
                  <a:lnTo>
                    <a:pt x="65163" y="76250"/>
                  </a:lnTo>
                  <a:lnTo>
                    <a:pt x="64846" y="76288"/>
                  </a:lnTo>
                  <a:lnTo>
                    <a:pt x="64795" y="76415"/>
                  </a:lnTo>
                  <a:lnTo>
                    <a:pt x="65049" y="76441"/>
                  </a:lnTo>
                  <a:lnTo>
                    <a:pt x="65392" y="76454"/>
                  </a:lnTo>
                  <a:lnTo>
                    <a:pt x="66116" y="76454"/>
                  </a:lnTo>
                  <a:lnTo>
                    <a:pt x="65709" y="76200"/>
                  </a:lnTo>
                  <a:lnTo>
                    <a:pt x="65976" y="76200"/>
                  </a:lnTo>
                  <a:lnTo>
                    <a:pt x="66128" y="76212"/>
                  </a:lnTo>
                  <a:lnTo>
                    <a:pt x="66306" y="76288"/>
                  </a:lnTo>
                  <a:lnTo>
                    <a:pt x="66560" y="76390"/>
                  </a:lnTo>
                  <a:lnTo>
                    <a:pt x="66802" y="76454"/>
                  </a:lnTo>
                  <a:lnTo>
                    <a:pt x="66395" y="76212"/>
                  </a:lnTo>
                  <a:lnTo>
                    <a:pt x="72618" y="76339"/>
                  </a:lnTo>
                  <a:lnTo>
                    <a:pt x="72720" y="76200"/>
                  </a:lnTo>
                  <a:lnTo>
                    <a:pt x="72745" y="76352"/>
                  </a:lnTo>
                  <a:lnTo>
                    <a:pt x="73571" y="76365"/>
                  </a:lnTo>
                  <a:lnTo>
                    <a:pt x="73571" y="76200"/>
                  </a:lnTo>
                  <a:lnTo>
                    <a:pt x="73685" y="76365"/>
                  </a:lnTo>
                  <a:lnTo>
                    <a:pt x="75336" y="76403"/>
                  </a:lnTo>
                  <a:lnTo>
                    <a:pt x="75438" y="76200"/>
                  </a:lnTo>
                  <a:lnTo>
                    <a:pt x="75895" y="75311"/>
                  </a:lnTo>
                  <a:lnTo>
                    <a:pt x="75958" y="75946"/>
                  </a:lnTo>
                  <a:lnTo>
                    <a:pt x="76263" y="75565"/>
                  </a:lnTo>
                  <a:lnTo>
                    <a:pt x="76403" y="75311"/>
                  </a:lnTo>
                  <a:lnTo>
                    <a:pt x="76860" y="75311"/>
                  </a:lnTo>
                  <a:lnTo>
                    <a:pt x="76403" y="75819"/>
                  </a:lnTo>
                  <a:lnTo>
                    <a:pt x="77368" y="75311"/>
                  </a:lnTo>
                  <a:lnTo>
                    <a:pt x="77508" y="75311"/>
                  </a:lnTo>
                  <a:lnTo>
                    <a:pt x="77114" y="75819"/>
                  </a:lnTo>
                  <a:lnTo>
                    <a:pt x="76352" y="75946"/>
                  </a:lnTo>
                  <a:lnTo>
                    <a:pt x="77025" y="75946"/>
                  </a:lnTo>
                  <a:lnTo>
                    <a:pt x="77939" y="75946"/>
                  </a:lnTo>
                  <a:lnTo>
                    <a:pt x="78041" y="76073"/>
                  </a:lnTo>
                  <a:lnTo>
                    <a:pt x="78333" y="75946"/>
                  </a:lnTo>
                  <a:lnTo>
                    <a:pt x="78473" y="75946"/>
                  </a:lnTo>
                  <a:lnTo>
                    <a:pt x="79197" y="75565"/>
                  </a:lnTo>
                  <a:lnTo>
                    <a:pt x="79057" y="75311"/>
                  </a:lnTo>
                  <a:lnTo>
                    <a:pt x="79197" y="75311"/>
                  </a:lnTo>
                  <a:lnTo>
                    <a:pt x="79908" y="75819"/>
                  </a:lnTo>
                  <a:lnTo>
                    <a:pt x="80619" y="75311"/>
                  </a:lnTo>
                  <a:lnTo>
                    <a:pt x="80670" y="75565"/>
                  </a:lnTo>
                  <a:lnTo>
                    <a:pt x="80759" y="75946"/>
                  </a:lnTo>
                  <a:lnTo>
                    <a:pt x="80899" y="75565"/>
                  </a:lnTo>
                  <a:lnTo>
                    <a:pt x="81026" y="75565"/>
                  </a:lnTo>
                  <a:lnTo>
                    <a:pt x="81114" y="75895"/>
                  </a:lnTo>
                  <a:lnTo>
                    <a:pt x="80772" y="75946"/>
                  </a:lnTo>
                  <a:lnTo>
                    <a:pt x="80899" y="75946"/>
                  </a:lnTo>
                  <a:lnTo>
                    <a:pt x="81114" y="76200"/>
                  </a:lnTo>
                  <a:lnTo>
                    <a:pt x="81216" y="75946"/>
                  </a:lnTo>
                  <a:lnTo>
                    <a:pt x="81673" y="75946"/>
                  </a:lnTo>
                  <a:lnTo>
                    <a:pt x="81876" y="76200"/>
                  </a:lnTo>
                  <a:lnTo>
                    <a:pt x="82245" y="75946"/>
                  </a:lnTo>
                  <a:lnTo>
                    <a:pt x="82575" y="75946"/>
                  </a:lnTo>
                  <a:lnTo>
                    <a:pt x="82969" y="75946"/>
                  </a:lnTo>
                  <a:lnTo>
                    <a:pt x="82715" y="76200"/>
                  </a:lnTo>
                  <a:lnTo>
                    <a:pt x="83019" y="76708"/>
                  </a:lnTo>
                  <a:lnTo>
                    <a:pt x="83477" y="76708"/>
                  </a:lnTo>
                  <a:lnTo>
                    <a:pt x="83566" y="76200"/>
                  </a:lnTo>
                  <a:lnTo>
                    <a:pt x="83604" y="76454"/>
                  </a:lnTo>
                  <a:lnTo>
                    <a:pt x="83794" y="76708"/>
                  </a:lnTo>
                  <a:lnTo>
                    <a:pt x="83947" y="76454"/>
                  </a:lnTo>
                  <a:lnTo>
                    <a:pt x="83947" y="76200"/>
                  </a:lnTo>
                  <a:lnTo>
                    <a:pt x="84124" y="76200"/>
                  </a:lnTo>
                  <a:lnTo>
                    <a:pt x="84366" y="76136"/>
                  </a:lnTo>
                  <a:lnTo>
                    <a:pt x="84683" y="75679"/>
                  </a:lnTo>
                  <a:lnTo>
                    <a:pt x="84594" y="75946"/>
                  </a:lnTo>
                  <a:lnTo>
                    <a:pt x="84543" y="76073"/>
                  </a:lnTo>
                  <a:lnTo>
                    <a:pt x="84493" y="76200"/>
                  </a:lnTo>
                  <a:lnTo>
                    <a:pt x="84328" y="76200"/>
                  </a:lnTo>
                  <a:lnTo>
                    <a:pt x="84137" y="76454"/>
                  </a:lnTo>
                  <a:lnTo>
                    <a:pt x="84023" y="76708"/>
                  </a:lnTo>
                  <a:lnTo>
                    <a:pt x="84886" y="76708"/>
                  </a:lnTo>
                  <a:lnTo>
                    <a:pt x="84924" y="76835"/>
                  </a:lnTo>
                  <a:lnTo>
                    <a:pt x="85128" y="76708"/>
                  </a:lnTo>
                  <a:lnTo>
                    <a:pt x="85140" y="76454"/>
                  </a:lnTo>
                  <a:lnTo>
                    <a:pt x="85001" y="76454"/>
                  </a:lnTo>
                  <a:lnTo>
                    <a:pt x="85280" y="76200"/>
                  </a:lnTo>
                  <a:lnTo>
                    <a:pt x="85166" y="75946"/>
                  </a:lnTo>
                  <a:lnTo>
                    <a:pt x="85559" y="75946"/>
                  </a:lnTo>
                  <a:lnTo>
                    <a:pt x="85051" y="75565"/>
                  </a:lnTo>
                  <a:lnTo>
                    <a:pt x="85813" y="75946"/>
                  </a:lnTo>
                  <a:lnTo>
                    <a:pt x="85712" y="75565"/>
                  </a:lnTo>
                  <a:lnTo>
                    <a:pt x="85648" y="75311"/>
                  </a:lnTo>
                  <a:lnTo>
                    <a:pt x="85966" y="75565"/>
                  </a:lnTo>
                  <a:lnTo>
                    <a:pt x="85928" y="75311"/>
                  </a:lnTo>
                  <a:lnTo>
                    <a:pt x="86144" y="75311"/>
                  </a:lnTo>
                  <a:lnTo>
                    <a:pt x="86220" y="75565"/>
                  </a:lnTo>
                  <a:lnTo>
                    <a:pt x="86626" y="75565"/>
                  </a:lnTo>
                  <a:lnTo>
                    <a:pt x="86715" y="75311"/>
                  </a:lnTo>
                  <a:lnTo>
                    <a:pt x="86436" y="75311"/>
                  </a:lnTo>
                  <a:lnTo>
                    <a:pt x="86321" y="75057"/>
                  </a:lnTo>
                  <a:lnTo>
                    <a:pt x="85559" y="75057"/>
                  </a:lnTo>
                  <a:lnTo>
                    <a:pt x="86575" y="74879"/>
                  </a:lnTo>
                  <a:lnTo>
                    <a:pt x="86956" y="74803"/>
                  </a:lnTo>
                  <a:lnTo>
                    <a:pt x="87198" y="74803"/>
                  </a:lnTo>
                  <a:lnTo>
                    <a:pt x="87236" y="75057"/>
                  </a:lnTo>
                  <a:lnTo>
                    <a:pt x="87439" y="74803"/>
                  </a:lnTo>
                  <a:lnTo>
                    <a:pt x="87299" y="74803"/>
                  </a:lnTo>
                  <a:lnTo>
                    <a:pt x="87680" y="74549"/>
                  </a:lnTo>
                  <a:lnTo>
                    <a:pt x="87985" y="74422"/>
                  </a:lnTo>
                  <a:lnTo>
                    <a:pt x="87934" y="74295"/>
                  </a:lnTo>
                  <a:lnTo>
                    <a:pt x="88099" y="74295"/>
                  </a:lnTo>
                  <a:lnTo>
                    <a:pt x="88011" y="74422"/>
                  </a:lnTo>
                  <a:lnTo>
                    <a:pt x="90741" y="73279"/>
                  </a:lnTo>
                  <a:lnTo>
                    <a:pt x="90601" y="73279"/>
                  </a:lnTo>
                  <a:lnTo>
                    <a:pt x="89827" y="73279"/>
                  </a:lnTo>
                  <a:lnTo>
                    <a:pt x="89827" y="73533"/>
                  </a:lnTo>
                  <a:lnTo>
                    <a:pt x="87566" y="74282"/>
                  </a:lnTo>
                  <a:lnTo>
                    <a:pt x="87566" y="73787"/>
                  </a:lnTo>
                  <a:lnTo>
                    <a:pt x="87566" y="73533"/>
                  </a:lnTo>
                  <a:lnTo>
                    <a:pt x="89827" y="73533"/>
                  </a:lnTo>
                  <a:lnTo>
                    <a:pt x="89827" y="73279"/>
                  </a:lnTo>
                  <a:lnTo>
                    <a:pt x="89077" y="73279"/>
                  </a:lnTo>
                  <a:lnTo>
                    <a:pt x="89649" y="73025"/>
                  </a:lnTo>
                  <a:lnTo>
                    <a:pt x="90462" y="73025"/>
                  </a:lnTo>
                  <a:lnTo>
                    <a:pt x="91020" y="73164"/>
                  </a:lnTo>
                  <a:lnTo>
                    <a:pt x="91363" y="73025"/>
                  </a:lnTo>
                  <a:lnTo>
                    <a:pt x="92608" y="72136"/>
                  </a:lnTo>
                  <a:lnTo>
                    <a:pt x="93332" y="71628"/>
                  </a:lnTo>
                  <a:lnTo>
                    <a:pt x="93687" y="71374"/>
                  </a:lnTo>
                  <a:close/>
                </a:path>
                <a:path w="120014" h="107950">
                  <a:moveTo>
                    <a:pt x="96189" y="20447"/>
                  </a:moveTo>
                  <a:lnTo>
                    <a:pt x="95707" y="20447"/>
                  </a:lnTo>
                  <a:lnTo>
                    <a:pt x="95923" y="20828"/>
                  </a:lnTo>
                  <a:lnTo>
                    <a:pt x="96189" y="20447"/>
                  </a:lnTo>
                  <a:close/>
                </a:path>
                <a:path w="120014" h="107950">
                  <a:moveTo>
                    <a:pt x="96443" y="20955"/>
                  </a:moveTo>
                  <a:lnTo>
                    <a:pt x="95999" y="20955"/>
                  </a:lnTo>
                  <a:lnTo>
                    <a:pt x="95834" y="20955"/>
                  </a:lnTo>
                  <a:lnTo>
                    <a:pt x="95872" y="21259"/>
                  </a:lnTo>
                  <a:lnTo>
                    <a:pt x="96443" y="20955"/>
                  </a:lnTo>
                  <a:close/>
                </a:path>
                <a:path w="120014" h="107950">
                  <a:moveTo>
                    <a:pt x="98590" y="19431"/>
                  </a:moveTo>
                  <a:lnTo>
                    <a:pt x="98323" y="19431"/>
                  </a:lnTo>
                  <a:lnTo>
                    <a:pt x="96583" y="19062"/>
                  </a:lnTo>
                  <a:lnTo>
                    <a:pt x="96570" y="18923"/>
                  </a:lnTo>
                  <a:lnTo>
                    <a:pt x="96520" y="19050"/>
                  </a:lnTo>
                  <a:lnTo>
                    <a:pt x="95986" y="18923"/>
                  </a:lnTo>
                  <a:lnTo>
                    <a:pt x="95656" y="19138"/>
                  </a:lnTo>
                  <a:lnTo>
                    <a:pt x="95427" y="19291"/>
                  </a:lnTo>
                  <a:lnTo>
                    <a:pt x="95338" y="19088"/>
                  </a:lnTo>
                  <a:lnTo>
                    <a:pt x="95275" y="18923"/>
                  </a:lnTo>
                  <a:lnTo>
                    <a:pt x="95262" y="19075"/>
                  </a:lnTo>
                  <a:lnTo>
                    <a:pt x="95237" y="19431"/>
                  </a:lnTo>
                  <a:lnTo>
                    <a:pt x="95504" y="19431"/>
                  </a:lnTo>
                  <a:lnTo>
                    <a:pt x="96164" y="19431"/>
                  </a:lnTo>
                  <a:lnTo>
                    <a:pt x="96812" y="19939"/>
                  </a:lnTo>
                  <a:lnTo>
                    <a:pt x="96862" y="19431"/>
                  </a:lnTo>
                  <a:lnTo>
                    <a:pt x="97358" y="19431"/>
                  </a:lnTo>
                  <a:lnTo>
                    <a:pt x="97497" y="19431"/>
                  </a:lnTo>
                  <a:lnTo>
                    <a:pt x="97739" y="19431"/>
                  </a:lnTo>
                  <a:lnTo>
                    <a:pt x="98209" y="19939"/>
                  </a:lnTo>
                  <a:lnTo>
                    <a:pt x="98590" y="19431"/>
                  </a:lnTo>
                  <a:close/>
                </a:path>
                <a:path w="120014" h="107950">
                  <a:moveTo>
                    <a:pt x="98818" y="96647"/>
                  </a:moveTo>
                  <a:lnTo>
                    <a:pt x="98475" y="96583"/>
                  </a:lnTo>
                  <a:lnTo>
                    <a:pt x="98539" y="97028"/>
                  </a:lnTo>
                  <a:lnTo>
                    <a:pt x="98755" y="96774"/>
                  </a:lnTo>
                  <a:lnTo>
                    <a:pt x="98818" y="96647"/>
                  </a:lnTo>
                  <a:close/>
                </a:path>
                <a:path w="120014" h="107950">
                  <a:moveTo>
                    <a:pt x="98844" y="23114"/>
                  </a:moveTo>
                  <a:lnTo>
                    <a:pt x="98717" y="22606"/>
                  </a:lnTo>
                  <a:lnTo>
                    <a:pt x="98526" y="22606"/>
                  </a:lnTo>
                  <a:lnTo>
                    <a:pt x="98513" y="22237"/>
                  </a:lnTo>
                  <a:lnTo>
                    <a:pt x="98310" y="22301"/>
                  </a:lnTo>
                  <a:lnTo>
                    <a:pt x="98183" y="22098"/>
                  </a:lnTo>
                  <a:lnTo>
                    <a:pt x="97383" y="22606"/>
                  </a:lnTo>
                  <a:lnTo>
                    <a:pt x="98044" y="22606"/>
                  </a:lnTo>
                  <a:lnTo>
                    <a:pt x="98209" y="22606"/>
                  </a:lnTo>
                  <a:lnTo>
                    <a:pt x="98031" y="22910"/>
                  </a:lnTo>
                  <a:lnTo>
                    <a:pt x="97497" y="22606"/>
                  </a:lnTo>
                  <a:lnTo>
                    <a:pt x="97358" y="23114"/>
                  </a:lnTo>
                  <a:lnTo>
                    <a:pt x="97510" y="23114"/>
                  </a:lnTo>
                  <a:lnTo>
                    <a:pt x="97866" y="23114"/>
                  </a:lnTo>
                  <a:lnTo>
                    <a:pt x="98412" y="23114"/>
                  </a:lnTo>
                  <a:lnTo>
                    <a:pt x="98844" y="23114"/>
                  </a:lnTo>
                  <a:close/>
                </a:path>
                <a:path w="120014" h="107950">
                  <a:moveTo>
                    <a:pt x="98882" y="96520"/>
                  </a:moveTo>
                  <a:close/>
                </a:path>
                <a:path w="120014" h="107950">
                  <a:moveTo>
                    <a:pt x="99453" y="21463"/>
                  </a:moveTo>
                  <a:lnTo>
                    <a:pt x="97802" y="21082"/>
                  </a:lnTo>
                  <a:lnTo>
                    <a:pt x="97726" y="21463"/>
                  </a:lnTo>
                  <a:lnTo>
                    <a:pt x="99453" y="21463"/>
                  </a:lnTo>
                  <a:close/>
                </a:path>
                <a:path w="120014" h="107950">
                  <a:moveTo>
                    <a:pt x="100037" y="63754"/>
                  </a:moveTo>
                  <a:lnTo>
                    <a:pt x="99872" y="63500"/>
                  </a:lnTo>
                  <a:lnTo>
                    <a:pt x="99898" y="63754"/>
                  </a:lnTo>
                  <a:lnTo>
                    <a:pt x="100037" y="63754"/>
                  </a:lnTo>
                  <a:close/>
                </a:path>
                <a:path w="120014" h="107950">
                  <a:moveTo>
                    <a:pt x="101892" y="63754"/>
                  </a:moveTo>
                  <a:lnTo>
                    <a:pt x="101765" y="63754"/>
                  </a:lnTo>
                  <a:lnTo>
                    <a:pt x="101714" y="63500"/>
                  </a:lnTo>
                  <a:lnTo>
                    <a:pt x="101485" y="63500"/>
                  </a:lnTo>
                  <a:lnTo>
                    <a:pt x="101320" y="63741"/>
                  </a:lnTo>
                  <a:lnTo>
                    <a:pt x="100723" y="63500"/>
                  </a:lnTo>
                  <a:lnTo>
                    <a:pt x="100114" y="63754"/>
                  </a:lnTo>
                  <a:lnTo>
                    <a:pt x="101739" y="63754"/>
                  </a:lnTo>
                  <a:lnTo>
                    <a:pt x="101739" y="64008"/>
                  </a:lnTo>
                  <a:lnTo>
                    <a:pt x="101892" y="63754"/>
                  </a:lnTo>
                  <a:close/>
                </a:path>
                <a:path w="120014" h="107950">
                  <a:moveTo>
                    <a:pt x="103530" y="59436"/>
                  </a:moveTo>
                  <a:lnTo>
                    <a:pt x="103327" y="59690"/>
                  </a:lnTo>
                  <a:lnTo>
                    <a:pt x="103162" y="60071"/>
                  </a:lnTo>
                  <a:lnTo>
                    <a:pt x="103428" y="60071"/>
                  </a:lnTo>
                  <a:lnTo>
                    <a:pt x="103530" y="59436"/>
                  </a:lnTo>
                  <a:close/>
                </a:path>
                <a:path w="120014" h="107950">
                  <a:moveTo>
                    <a:pt x="103543" y="62865"/>
                  </a:moveTo>
                  <a:lnTo>
                    <a:pt x="102603" y="62611"/>
                  </a:lnTo>
                  <a:lnTo>
                    <a:pt x="102755" y="62865"/>
                  </a:lnTo>
                  <a:lnTo>
                    <a:pt x="103543" y="62865"/>
                  </a:lnTo>
                  <a:close/>
                </a:path>
                <a:path w="120014" h="107950">
                  <a:moveTo>
                    <a:pt x="104127" y="29464"/>
                  </a:moveTo>
                  <a:lnTo>
                    <a:pt x="103619" y="28956"/>
                  </a:lnTo>
                  <a:lnTo>
                    <a:pt x="103047" y="28956"/>
                  </a:lnTo>
                  <a:lnTo>
                    <a:pt x="102539" y="28549"/>
                  </a:lnTo>
                  <a:lnTo>
                    <a:pt x="102946" y="28956"/>
                  </a:lnTo>
                  <a:lnTo>
                    <a:pt x="103492" y="29464"/>
                  </a:lnTo>
                  <a:lnTo>
                    <a:pt x="104127" y="29464"/>
                  </a:lnTo>
                  <a:close/>
                </a:path>
                <a:path w="120014" h="107950">
                  <a:moveTo>
                    <a:pt x="104292" y="42164"/>
                  </a:moveTo>
                  <a:lnTo>
                    <a:pt x="103974" y="42164"/>
                  </a:lnTo>
                  <a:lnTo>
                    <a:pt x="104292" y="42418"/>
                  </a:lnTo>
                  <a:lnTo>
                    <a:pt x="104292" y="42164"/>
                  </a:lnTo>
                  <a:close/>
                </a:path>
                <a:path w="120014" h="107950">
                  <a:moveTo>
                    <a:pt x="104533" y="59182"/>
                  </a:moveTo>
                  <a:lnTo>
                    <a:pt x="104419" y="58674"/>
                  </a:lnTo>
                  <a:lnTo>
                    <a:pt x="104228" y="58928"/>
                  </a:lnTo>
                  <a:lnTo>
                    <a:pt x="104101" y="59182"/>
                  </a:lnTo>
                  <a:lnTo>
                    <a:pt x="104533" y="59182"/>
                  </a:lnTo>
                  <a:close/>
                </a:path>
                <a:path w="120014" h="107950">
                  <a:moveTo>
                    <a:pt x="105029" y="57912"/>
                  </a:moveTo>
                  <a:lnTo>
                    <a:pt x="104927" y="57658"/>
                  </a:lnTo>
                  <a:lnTo>
                    <a:pt x="104660" y="57658"/>
                  </a:lnTo>
                  <a:lnTo>
                    <a:pt x="104521" y="57658"/>
                  </a:lnTo>
                  <a:lnTo>
                    <a:pt x="104648" y="57734"/>
                  </a:lnTo>
                  <a:lnTo>
                    <a:pt x="104965" y="57912"/>
                  </a:lnTo>
                  <a:close/>
                </a:path>
                <a:path w="120014" h="107950">
                  <a:moveTo>
                    <a:pt x="105168" y="58166"/>
                  </a:moveTo>
                  <a:lnTo>
                    <a:pt x="104609" y="58166"/>
                  </a:lnTo>
                  <a:lnTo>
                    <a:pt x="104635" y="57912"/>
                  </a:lnTo>
                  <a:lnTo>
                    <a:pt x="104394" y="57912"/>
                  </a:lnTo>
                  <a:lnTo>
                    <a:pt x="104444" y="58166"/>
                  </a:lnTo>
                  <a:lnTo>
                    <a:pt x="104292" y="58166"/>
                  </a:lnTo>
                  <a:lnTo>
                    <a:pt x="104343" y="58585"/>
                  </a:lnTo>
                  <a:lnTo>
                    <a:pt x="104559" y="58420"/>
                  </a:lnTo>
                  <a:lnTo>
                    <a:pt x="105143" y="58559"/>
                  </a:lnTo>
                  <a:lnTo>
                    <a:pt x="105156" y="58420"/>
                  </a:lnTo>
                  <a:lnTo>
                    <a:pt x="105168" y="58166"/>
                  </a:lnTo>
                  <a:close/>
                </a:path>
                <a:path w="120014" h="107950">
                  <a:moveTo>
                    <a:pt x="105257" y="57658"/>
                  </a:moveTo>
                  <a:lnTo>
                    <a:pt x="105029" y="57912"/>
                  </a:lnTo>
                  <a:lnTo>
                    <a:pt x="105257" y="57912"/>
                  </a:lnTo>
                  <a:lnTo>
                    <a:pt x="105257" y="57658"/>
                  </a:lnTo>
                  <a:close/>
                </a:path>
                <a:path w="120014" h="107950">
                  <a:moveTo>
                    <a:pt x="105638" y="58166"/>
                  </a:moveTo>
                  <a:lnTo>
                    <a:pt x="105511" y="57912"/>
                  </a:lnTo>
                  <a:lnTo>
                    <a:pt x="105384" y="57912"/>
                  </a:lnTo>
                  <a:lnTo>
                    <a:pt x="105638" y="58166"/>
                  </a:lnTo>
                  <a:close/>
                </a:path>
                <a:path w="120014" h="107950">
                  <a:moveTo>
                    <a:pt x="105803" y="56388"/>
                  </a:moveTo>
                  <a:lnTo>
                    <a:pt x="105206" y="56388"/>
                  </a:lnTo>
                  <a:lnTo>
                    <a:pt x="105765" y="56769"/>
                  </a:lnTo>
                  <a:lnTo>
                    <a:pt x="105803" y="56388"/>
                  </a:lnTo>
                  <a:close/>
                </a:path>
                <a:path w="120014" h="107950">
                  <a:moveTo>
                    <a:pt x="105968" y="56388"/>
                  </a:moveTo>
                  <a:lnTo>
                    <a:pt x="105879" y="55880"/>
                  </a:lnTo>
                  <a:lnTo>
                    <a:pt x="105600" y="55880"/>
                  </a:lnTo>
                  <a:lnTo>
                    <a:pt x="105968" y="56388"/>
                  </a:lnTo>
                  <a:close/>
                </a:path>
                <a:path w="120014" h="107950">
                  <a:moveTo>
                    <a:pt x="106108" y="35306"/>
                  </a:moveTo>
                  <a:lnTo>
                    <a:pt x="105664" y="34899"/>
                  </a:lnTo>
                  <a:lnTo>
                    <a:pt x="105473" y="35306"/>
                  </a:lnTo>
                  <a:lnTo>
                    <a:pt x="105816" y="35306"/>
                  </a:lnTo>
                  <a:lnTo>
                    <a:pt x="106108" y="35306"/>
                  </a:lnTo>
                  <a:close/>
                </a:path>
                <a:path w="120014" h="107950">
                  <a:moveTo>
                    <a:pt x="106514" y="54356"/>
                  </a:moveTo>
                  <a:lnTo>
                    <a:pt x="105410" y="53975"/>
                  </a:lnTo>
                  <a:lnTo>
                    <a:pt x="105448" y="54356"/>
                  </a:lnTo>
                  <a:lnTo>
                    <a:pt x="105854" y="54356"/>
                  </a:lnTo>
                  <a:lnTo>
                    <a:pt x="106514" y="54356"/>
                  </a:lnTo>
                  <a:close/>
                </a:path>
                <a:path w="120014" h="107950">
                  <a:moveTo>
                    <a:pt x="106603" y="36322"/>
                  </a:moveTo>
                  <a:lnTo>
                    <a:pt x="105689" y="35814"/>
                  </a:lnTo>
                  <a:lnTo>
                    <a:pt x="105537" y="35814"/>
                  </a:lnTo>
                  <a:lnTo>
                    <a:pt x="105943" y="36830"/>
                  </a:lnTo>
                  <a:lnTo>
                    <a:pt x="106311" y="36830"/>
                  </a:lnTo>
                  <a:lnTo>
                    <a:pt x="106362" y="36322"/>
                  </a:lnTo>
                  <a:lnTo>
                    <a:pt x="106603" y="36322"/>
                  </a:lnTo>
                  <a:close/>
                </a:path>
                <a:path w="120014" h="107950">
                  <a:moveTo>
                    <a:pt x="106959" y="38481"/>
                  </a:moveTo>
                  <a:lnTo>
                    <a:pt x="106387" y="38481"/>
                  </a:lnTo>
                  <a:lnTo>
                    <a:pt x="106946" y="38989"/>
                  </a:lnTo>
                  <a:lnTo>
                    <a:pt x="106959" y="38481"/>
                  </a:lnTo>
                  <a:close/>
                </a:path>
                <a:path w="120014" h="107950">
                  <a:moveTo>
                    <a:pt x="108851" y="99695"/>
                  </a:moveTo>
                  <a:lnTo>
                    <a:pt x="108546" y="99695"/>
                  </a:lnTo>
                  <a:lnTo>
                    <a:pt x="108546" y="99834"/>
                  </a:lnTo>
                  <a:lnTo>
                    <a:pt x="108851" y="99695"/>
                  </a:lnTo>
                  <a:close/>
                </a:path>
                <a:path w="120014" h="107950">
                  <a:moveTo>
                    <a:pt x="109131" y="52197"/>
                  </a:moveTo>
                  <a:lnTo>
                    <a:pt x="108927" y="51943"/>
                  </a:lnTo>
                  <a:lnTo>
                    <a:pt x="108978" y="52197"/>
                  </a:lnTo>
                  <a:lnTo>
                    <a:pt x="109131" y="52197"/>
                  </a:lnTo>
                  <a:close/>
                </a:path>
                <a:path w="120014" h="107950">
                  <a:moveTo>
                    <a:pt x="109651" y="51689"/>
                  </a:moveTo>
                  <a:lnTo>
                    <a:pt x="109423" y="51181"/>
                  </a:lnTo>
                  <a:lnTo>
                    <a:pt x="109029" y="51689"/>
                  </a:lnTo>
                  <a:lnTo>
                    <a:pt x="109651" y="51689"/>
                  </a:lnTo>
                  <a:close/>
                </a:path>
                <a:path w="120014" h="107950">
                  <a:moveTo>
                    <a:pt x="110375" y="48006"/>
                  </a:moveTo>
                  <a:lnTo>
                    <a:pt x="105549" y="47498"/>
                  </a:lnTo>
                  <a:lnTo>
                    <a:pt x="106349" y="47498"/>
                  </a:lnTo>
                  <a:lnTo>
                    <a:pt x="106362" y="46863"/>
                  </a:lnTo>
                  <a:lnTo>
                    <a:pt x="106616" y="46863"/>
                  </a:lnTo>
                  <a:lnTo>
                    <a:pt x="106756" y="47498"/>
                  </a:lnTo>
                  <a:lnTo>
                    <a:pt x="107492" y="46863"/>
                  </a:lnTo>
                  <a:lnTo>
                    <a:pt x="107289" y="46863"/>
                  </a:lnTo>
                  <a:lnTo>
                    <a:pt x="106959" y="46355"/>
                  </a:lnTo>
                  <a:lnTo>
                    <a:pt x="107607" y="46355"/>
                  </a:lnTo>
                  <a:lnTo>
                    <a:pt x="107962" y="46863"/>
                  </a:lnTo>
                  <a:lnTo>
                    <a:pt x="108331" y="46863"/>
                  </a:lnTo>
                  <a:lnTo>
                    <a:pt x="108331" y="46355"/>
                  </a:lnTo>
                  <a:lnTo>
                    <a:pt x="109029" y="46355"/>
                  </a:lnTo>
                  <a:lnTo>
                    <a:pt x="109169" y="46355"/>
                  </a:lnTo>
                  <a:lnTo>
                    <a:pt x="108699" y="46101"/>
                  </a:lnTo>
                  <a:lnTo>
                    <a:pt x="108534" y="45986"/>
                  </a:lnTo>
                  <a:lnTo>
                    <a:pt x="108331" y="45910"/>
                  </a:lnTo>
                  <a:lnTo>
                    <a:pt x="108165" y="46266"/>
                  </a:lnTo>
                  <a:lnTo>
                    <a:pt x="107480" y="45847"/>
                  </a:lnTo>
                  <a:lnTo>
                    <a:pt x="107784" y="45847"/>
                  </a:lnTo>
                  <a:lnTo>
                    <a:pt x="108229" y="45847"/>
                  </a:lnTo>
                  <a:lnTo>
                    <a:pt x="107911" y="45339"/>
                  </a:lnTo>
                  <a:lnTo>
                    <a:pt x="107708" y="45593"/>
                  </a:lnTo>
                  <a:lnTo>
                    <a:pt x="107632" y="45339"/>
                  </a:lnTo>
                  <a:lnTo>
                    <a:pt x="107911" y="45339"/>
                  </a:lnTo>
                  <a:lnTo>
                    <a:pt x="108419" y="45339"/>
                  </a:lnTo>
                  <a:lnTo>
                    <a:pt x="107759" y="44831"/>
                  </a:lnTo>
                  <a:lnTo>
                    <a:pt x="108280" y="44831"/>
                  </a:lnTo>
                  <a:lnTo>
                    <a:pt x="107530" y="44323"/>
                  </a:lnTo>
                  <a:lnTo>
                    <a:pt x="106984" y="44602"/>
                  </a:lnTo>
                  <a:lnTo>
                    <a:pt x="106984" y="44323"/>
                  </a:lnTo>
                  <a:lnTo>
                    <a:pt x="107530" y="44323"/>
                  </a:lnTo>
                  <a:lnTo>
                    <a:pt x="108051" y="44323"/>
                  </a:lnTo>
                  <a:lnTo>
                    <a:pt x="107632" y="44234"/>
                  </a:lnTo>
                  <a:lnTo>
                    <a:pt x="107899" y="43688"/>
                  </a:lnTo>
                  <a:lnTo>
                    <a:pt x="107099" y="43688"/>
                  </a:lnTo>
                  <a:lnTo>
                    <a:pt x="107492" y="44196"/>
                  </a:lnTo>
                  <a:lnTo>
                    <a:pt x="106578" y="43992"/>
                  </a:lnTo>
                  <a:lnTo>
                    <a:pt x="106438" y="43688"/>
                  </a:lnTo>
                  <a:lnTo>
                    <a:pt x="106146" y="43688"/>
                  </a:lnTo>
                  <a:lnTo>
                    <a:pt x="106375" y="43942"/>
                  </a:lnTo>
                  <a:lnTo>
                    <a:pt x="105765" y="43815"/>
                  </a:lnTo>
                  <a:lnTo>
                    <a:pt x="105765" y="46355"/>
                  </a:lnTo>
                  <a:lnTo>
                    <a:pt x="105625" y="46736"/>
                  </a:lnTo>
                  <a:lnTo>
                    <a:pt x="105041" y="46355"/>
                  </a:lnTo>
                  <a:lnTo>
                    <a:pt x="105206" y="46355"/>
                  </a:lnTo>
                  <a:lnTo>
                    <a:pt x="105765" y="46355"/>
                  </a:lnTo>
                  <a:lnTo>
                    <a:pt x="105765" y="43815"/>
                  </a:lnTo>
                  <a:lnTo>
                    <a:pt x="105511" y="43751"/>
                  </a:lnTo>
                  <a:lnTo>
                    <a:pt x="105511" y="45847"/>
                  </a:lnTo>
                  <a:lnTo>
                    <a:pt x="105156" y="46101"/>
                  </a:lnTo>
                  <a:lnTo>
                    <a:pt x="105117" y="45847"/>
                  </a:lnTo>
                  <a:lnTo>
                    <a:pt x="105511" y="45847"/>
                  </a:lnTo>
                  <a:lnTo>
                    <a:pt x="105511" y="43751"/>
                  </a:lnTo>
                  <a:lnTo>
                    <a:pt x="105308" y="43827"/>
                  </a:lnTo>
                  <a:lnTo>
                    <a:pt x="105308" y="45339"/>
                  </a:lnTo>
                  <a:lnTo>
                    <a:pt x="105105" y="45834"/>
                  </a:lnTo>
                  <a:lnTo>
                    <a:pt x="104825" y="45339"/>
                  </a:lnTo>
                  <a:lnTo>
                    <a:pt x="105308" y="45339"/>
                  </a:lnTo>
                  <a:lnTo>
                    <a:pt x="105308" y="43827"/>
                  </a:lnTo>
                  <a:lnTo>
                    <a:pt x="104495" y="44081"/>
                  </a:lnTo>
                  <a:lnTo>
                    <a:pt x="104444" y="43688"/>
                  </a:lnTo>
                  <a:lnTo>
                    <a:pt x="104355" y="43180"/>
                  </a:lnTo>
                  <a:lnTo>
                    <a:pt x="104648" y="43180"/>
                  </a:lnTo>
                  <a:lnTo>
                    <a:pt x="104902" y="42672"/>
                  </a:lnTo>
                  <a:lnTo>
                    <a:pt x="104609" y="42672"/>
                  </a:lnTo>
                  <a:lnTo>
                    <a:pt x="104292" y="42672"/>
                  </a:lnTo>
                  <a:lnTo>
                    <a:pt x="103873" y="42672"/>
                  </a:lnTo>
                  <a:lnTo>
                    <a:pt x="103555" y="41656"/>
                  </a:lnTo>
                  <a:lnTo>
                    <a:pt x="104711" y="41656"/>
                  </a:lnTo>
                  <a:lnTo>
                    <a:pt x="104521" y="42049"/>
                  </a:lnTo>
                  <a:lnTo>
                    <a:pt x="105613" y="42164"/>
                  </a:lnTo>
                  <a:lnTo>
                    <a:pt x="105625" y="41922"/>
                  </a:lnTo>
                  <a:lnTo>
                    <a:pt x="105638" y="42164"/>
                  </a:lnTo>
                  <a:lnTo>
                    <a:pt x="105625" y="42672"/>
                  </a:lnTo>
                  <a:lnTo>
                    <a:pt x="104838" y="43180"/>
                  </a:lnTo>
                  <a:lnTo>
                    <a:pt x="104648" y="43180"/>
                  </a:lnTo>
                  <a:lnTo>
                    <a:pt x="104838" y="43688"/>
                  </a:lnTo>
                  <a:lnTo>
                    <a:pt x="104876" y="43180"/>
                  </a:lnTo>
                  <a:lnTo>
                    <a:pt x="105194" y="43180"/>
                  </a:lnTo>
                  <a:lnTo>
                    <a:pt x="105117" y="43688"/>
                  </a:lnTo>
                  <a:lnTo>
                    <a:pt x="105283" y="43688"/>
                  </a:lnTo>
                  <a:lnTo>
                    <a:pt x="105689" y="43688"/>
                  </a:lnTo>
                  <a:lnTo>
                    <a:pt x="106006" y="43688"/>
                  </a:lnTo>
                  <a:lnTo>
                    <a:pt x="106591" y="43180"/>
                  </a:lnTo>
                  <a:lnTo>
                    <a:pt x="106146" y="43180"/>
                  </a:lnTo>
                  <a:lnTo>
                    <a:pt x="106235" y="42672"/>
                  </a:lnTo>
                  <a:lnTo>
                    <a:pt x="106527" y="42672"/>
                  </a:lnTo>
                  <a:lnTo>
                    <a:pt x="106591" y="43180"/>
                  </a:lnTo>
                  <a:lnTo>
                    <a:pt x="107899" y="42672"/>
                  </a:lnTo>
                  <a:lnTo>
                    <a:pt x="107556" y="42672"/>
                  </a:lnTo>
                  <a:lnTo>
                    <a:pt x="106794" y="42405"/>
                  </a:lnTo>
                  <a:lnTo>
                    <a:pt x="106489" y="42291"/>
                  </a:lnTo>
                  <a:lnTo>
                    <a:pt x="106133" y="42164"/>
                  </a:lnTo>
                  <a:lnTo>
                    <a:pt x="106387" y="42164"/>
                  </a:lnTo>
                  <a:lnTo>
                    <a:pt x="106832" y="42164"/>
                  </a:lnTo>
                  <a:lnTo>
                    <a:pt x="107276" y="42164"/>
                  </a:lnTo>
                  <a:lnTo>
                    <a:pt x="106324" y="41973"/>
                  </a:lnTo>
                  <a:lnTo>
                    <a:pt x="106235" y="41656"/>
                  </a:lnTo>
                  <a:lnTo>
                    <a:pt x="105651" y="41795"/>
                  </a:lnTo>
                  <a:lnTo>
                    <a:pt x="106210" y="41656"/>
                  </a:lnTo>
                  <a:lnTo>
                    <a:pt x="106159" y="41402"/>
                  </a:lnTo>
                  <a:lnTo>
                    <a:pt x="105892" y="40513"/>
                  </a:lnTo>
                  <a:lnTo>
                    <a:pt x="105676" y="40005"/>
                  </a:lnTo>
                  <a:lnTo>
                    <a:pt x="106781" y="40005"/>
                  </a:lnTo>
                  <a:lnTo>
                    <a:pt x="107061" y="39497"/>
                  </a:lnTo>
                  <a:lnTo>
                    <a:pt x="107378" y="39497"/>
                  </a:lnTo>
                  <a:lnTo>
                    <a:pt x="106845" y="39395"/>
                  </a:lnTo>
                  <a:lnTo>
                    <a:pt x="107035" y="38989"/>
                  </a:lnTo>
                  <a:lnTo>
                    <a:pt x="106578" y="38989"/>
                  </a:lnTo>
                  <a:lnTo>
                    <a:pt x="106426" y="38989"/>
                  </a:lnTo>
                  <a:lnTo>
                    <a:pt x="106680" y="39357"/>
                  </a:lnTo>
                  <a:lnTo>
                    <a:pt x="106057" y="39217"/>
                  </a:lnTo>
                  <a:lnTo>
                    <a:pt x="105486" y="39103"/>
                  </a:lnTo>
                  <a:lnTo>
                    <a:pt x="105486" y="41783"/>
                  </a:lnTo>
                  <a:lnTo>
                    <a:pt x="104889" y="41656"/>
                  </a:lnTo>
                  <a:lnTo>
                    <a:pt x="105346" y="41656"/>
                  </a:lnTo>
                  <a:lnTo>
                    <a:pt x="105486" y="41783"/>
                  </a:lnTo>
                  <a:lnTo>
                    <a:pt x="105486" y="39103"/>
                  </a:lnTo>
                  <a:lnTo>
                    <a:pt x="104990" y="38989"/>
                  </a:lnTo>
                  <a:lnTo>
                    <a:pt x="105994" y="38989"/>
                  </a:lnTo>
                  <a:lnTo>
                    <a:pt x="106260" y="38989"/>
                  </a:lnTo>
                  <a:lnTo>
                    <a:pt x="106299" y="38836"/>
                  </a:lnTo>
                  <a:lnTo>
                    <a:pt x="106387" y="38481"/>
                  </a:lnTo>
                  <a:lnTo>
                    <a:pt x="106057" y="38481"/>
                  </a:lnTo>
                  <a:lnTo>
                    <a:pt x="106172" y="37973"/>
                  </a:lnTo>
                  <a:lnTo>
                    <a:pt x="106514" y="37973"/>
                  </a:lnTo>
                  <a:lnTo>
                    <a:pt x="105727" y="37604"/>
                  </a:lnTo>
                  <a:lnTo>
                    <a:pt x="105714" y="37338"/>
                  </a:lnTo>
                  <a:lnTo>
                    <a:pt x="105511" y="37338"/>
                  </a:lnTo>
                  <a:lnTo>
                    <a:pt x="105587" y="37541"/>
                  </a:lnTo>
                  <a:lnTo>
                    <a:pt x="105333" y="37426"/>
                  </a:lnTo>
                  <a:lnTo>
                    <a:pt x="104673" y="37973"/>
                  </a:lnTo>
                  <a:lnTo>
                    <a:pt x="105143" y="37338"/>
                  </a:lnTo>
                  <a:lnTo>
                    <a:pt x="104838" y="37338"/>
                  </a:lnTo>
                  <a:lnTo>
                    <a:pt x="104381" y="37211"/>
                  </a:lnTo>
                  <a:lnTo>
                    <a:pt x="105105" y="36830"/>
                  </a:lnTo>
                  <a:lnTo>
                    <a:pt x="105308" y="36830"/>
                  </a:lnTo>
                  <a:lnTo>
                    <a:pt x="105029" y="36664"/>
                  </a:lnTo>
                  <a:lnTo>
                    <a:pt x="105117" y="35814"/>
                  </a:lnTo>
                  <a:lnTo>
                    <a:pt x="104965" y="35775"/>
                  </a:lnTo>
                  <a:lnTo>
                    <a:pt x="104965" y="36626"/>
                  </a:lnTo>
                  <a:lnTo>
                    <a:pt x="104889" y="36322"/>
                  </a:lnTo>
                  <a:lnTo>
                    <a:pt x="104813" y="36525"/>
                  </a:lnTo>
                  <a:lnTo>
                    <a:pt x="104495" y="36322"/>
                  </a:lnTo>
                  <a:lnTo>
                    <a:pt x="104533" y="35814"/>
                  </a:lnTo>
                  <a:lnTo>
                    <a:pt x="104851" y="35814"/>
                  </a:lnTo>
                  <a:lnTo>
                    <a:pt x="104914" y="36322"/>
                  </a:lnTo>
                  <a:lnTo>
                    <a:pt x="104965" y="36626"/>
                  </a:lnTo>
                  <a:lnTo>
                    <a:pt x="104965" y="35775"/>
                  </a:lnTo>
                  <a:lnTo>
                    <a:pt x="104457" y="35610"/>
                  </a:lnTo>
                  <a:lnTo>
                    <a:pt x="104368" y="35814"/>
                  </a:lnTo>
                  <a:lnTo>
                    <a:pt x="103847" y="35814"/>
                  </a:lnTo>
                  <a:lnTo>
                    <a:pt x="103847" y="41148"/>
                  </a:lnTo>
                  <a:lnTo>
                    <a:pt x="103632" y="41148"/>
                  </a:lnTo>
                  <a:lnTo>
                    <a:pt x="103479" y="41275"/>
                  </a:lnTo>
                  <a:lnTo>
                    <a:pt x="103466" y="41148"/>
                  </a:lnTo>
                  <a:lnTo>
                    <a:pt x="103365" y="40513"/>
                  </a:lnTo>
                  <a:lnTo>
                    <a:pt x="103314" y="40182"/>
                  </a:lnTo>
                  <a:lnTo>
                    <a:pt x="103543" y="40513"/>
                  </a:lnTo>
                  <a:lnTo>
                    <a:pt x="103847" y="41148"/>
                  </a:lnTo>
                  <a:lnTo>
                    <a:pt x="103847" y="35814"/>
                  </a:lnTo>
                  <a:lnTo>
                    <a:pt x="103682" y="35814"/>
                  </a:lnTo>
                  <a:lnTo>
                    <a:pt x="103682" y="37007"/>
                  </a:lnTo>
                  <a:lnTo>
                    <a:pt x="103441" y="36918"/>
                  </a:lnTo>
                  <a:lnTo>
                    <a:pt x="103225" y="36893"/>
                  </a:lnTo>
                  <a:lnTo>
                    <a:pt x="103225" y="40055"/>
                  </a:lnTo>
                  <a:lnTo>
                    <a:pt x="102679" y="40398"/>
                  </a:lnTo>
                  <a:lnTo>
                    <a:pt x="102603" y="40005"/>
                  </a:lnTo>
                  <a:lnTo>
                    <a:pt x="103200" y="40005"/>
                  </a:lnTo>
                  <a:lnTo>
                    <a:pt x="103225" y="36893"/>
                  </a:lnTo>
                  <a:lnTo>
                    <a:pt x="103098" y="36855"/>
                  </a:lnTo>
                  <a:lnTo>
                    <a:pt x="103098" y="37338"/>
                  </a:lnTo>
                  <a:lnTo>
                    <a:pt x="102628" y="37579"/>
                  </a:lnTo>
                  <a:lnTo>
                    <a:pt x="102628" y="39497"/>
                  </a:lnTo>
                  <a:lnTo>
                    <a:pt x="102489" y="39890"/>
                  </a:lnTo>
                  <a:lnTo>
                    <a:pt x="102171" y="39497"/>
                  </a:lnTo>
                  <a:lnTo>
                    <a:pt x="101320" y="39497"/>
                  </a:lnTo>
                  <a:lnTo>
                    <a:pt x="101422" y="38989"/>
                  </a:lnTo>
                  <a:lnTo>
                    <a:pt x="101955" y="38989"/>
                  </a:lnTo>
                  <a:lnTo>
                    <a:pt x="102146" y="38989"/>
                  </a:lnTo>
                  <a:lnTo>
                    <a:pt x="102489" y="39497"/>
                  </a:lnTo>
                  <a:lnTo>
                    <a:pt x="102628" y="39497"/>
                  </a:lnTo>
                  <a:lnTo>
                    <a:pt x="102628" y="37579"/>
                  </a:lnTo>
                  <a:lnTo>
                    <a:pt x="102120" y="37833"/>
                  </a:lnTo>
                  <a:lnTo>
                    <a:pt x="102120" y="38747"/>
                  </a:lnTo>
                  <a:lnTo>
                    <a:pt x="101574" y="38608"/>
                  </a:lnTo>
                  <a:lnTo>
                    <a:pt x="101422" y="38569"/>
                  </a:lnTo>
                  <a:lnTo>
                    <a:pt x="101155" y="38506"/>
                  </a:lnTo>
                  <a:lnTo>
                    <a:pt x="101130" y="39344"/>
                  </a:lnTo>
                  <a:lnTo>
                    <a:pt x="100914" y="38989"/>
                  </a:lnTo>
                  <a:lnTo>
                    <a:pt x="100876" y="39497"/>
                  </a:lnTo>
                  <a:lnTo>
                    <a:pt x="100825" y="39890"/>
                  </a:lnTo>
                  <a:lnTo>
                    <a:pt x="100545" y="39497"/>
                  </a:lnTo>
                  <a:lnTo>
                    <a:pt x="100279" y="39497"/>
                  </a:lnTo>
                  <a:lnTo>
                    <a:pt x="99695" y="39751"/>
                  </a:lnTo>
                  <a:lnTo>
                    <a:pt x="99479" y="39497"/>
                  </a:lnTo>
                  <a:lnTo>
                    <a:pt x="99491" y="39865"/>
                  </a:lnTo>
                  <a:lnTo>
                    <a:pt x="99225" y="40005"/>
                  </a:lnTo>
                  <a:lnTo>
                    <a:pt x="99491" y="40005"/>
                  </a:lnTo>
                  <a:lnTo>
                    <a:pt x="99517" y="40513"/>
                  </a:lnTo>
                  <a:lnTo>
                    <a:pt x="99390" y="40513"/>
                  </a:lnTo>
                  <a:lnTo>
                    <a:pt x="99390" y="41656"/>
                  </a:lnTo>
                  <a:lnTo>
                    <a:pt x="99288" y="42672"/>
                  </a:lnTo>
                  <a:lnTo>
                    <a:pt x="98920" y="42926"/>
                  </a:lnTo>
                  <a:lnTo>
                    <a:pt x="98907" y="42672"/>
                  </a:lnTo>
                  <a:lnTo>
                    <a:pt x="98869" y="42164"/>
                  </a:lnTo>
                  <a:lnTo>
                    <a:pt x="99098" y="42164"/>
                  </a:lnTo>
                  <a:lnTo>
                    <a:pt x="99288" y="42672"/>
                  </a:lnTo>
                  <a:lnTo>
                    <a:pt x="99288" y="41694"/>
                  </a:lnTo>
                  <a:lnTo>
                    <a:pt x="98945" y="41770"/>
                  </a:lnTo>
                  <a:lnTo>
                    <a:pt x="98298" y="41910"/>
                  </a:lnTo>
                  <a:lnTo>
                    <a:pt x="98818" y="41402"/>
                  </a:lnTo>
                  <a:lnTo>
                    <a:pt x="98907" y="41656"/>
                  </a:lnTo>
                  <a:lnTo>
                    <a:pt x="99390" y="41656"/>
                  </a:lnTo>
                  <a:lnTo>
                    <a:pt x="99390" y="40513"/>
                  </a:lnTo>
                  <a:lnTo>
                    <a:pt x="99072" y="40513"/>
                  </a:lnTo>
                  <a:lnTo>
                    <a:pt x="99136" y="40005"/>
                  </a:lnTo>
                  <a:lnTo>
                    <a:pt x="99326" y="39497"/>
                  </a:lnTo>
                  <a:lnTo>
                    <a:pt x="99479" y="39497"/>
                  </a:lnTo>
                  <a:lnTo>
                    <a:pt x="99034" y="38989"/>
                  </a:lnTo>
                  <a:lnTo>
                    <a:pt x="99529" y="39497"/>
                  </a:lnTo>
                  <a:lnTo>
                    <a:pt x="100164" y="39497"/>
                  </a:lnTo>
                  <a:lnTo>
                    <a:pt x="99402" y="38989"/>
                  </a:lnTo>
                  <a:lnTo>
                    <a:pt x="100164" y="39255"/>
                  </a:lnTo>
                  <a:lnTo>
                    <a:pt x="100431" y="39357"/>
                  </a:lnTo>
                  <a:lnTo>
                    <a:pt x="100368" y="38989"/>
                  </a:lnTo>
                  <a:lnTo>
                    <a:pt x="100914" y="38989"/>
                  </a:lnTo>
                  <a:lnTo>
                    <a:pt x="101104" y="38989"/>
                  </a:lnTo>
                  <a:lnTo>
                    <a:pt x="101130" y="39344"/>
                  </a:lnTo>
                  <a:lnTo>
                    <a:pt x="101130" y="38506"/>
                  </a:lnTo>
                  <a:lnTo>
                    <a:pt x="101358" y="38481"/>
                  </a:lnTo>
                  <a:lnTo>
                    <a:pt x="101854" y="38481"/>
                  </a:lnTo>
                  <a:lnTo>
                    <a:pt x="101892" y="37973"/>
                  </a:lnTo>
                  <a:lnTo>
                    <a:pt x="102082" y="37973"/>
                  </a:lnTo>
                  <a:lnTo>
                    <a:pt x="102120" y="38747"/>
                  </a:lnTo>
                  <a:lnTo>
                    <a:pt x="102120" y="37833"/>
                  </a:lnTo>
                  <a:lnTo>
                    <a:pt x="101892" y="37947"/>
                  </a:lnTo>
                  <a:lnTo>
                    <a:pt x="101955" y="37338"/>
                  </a:lnTo>
                  <a:lnTo>
                    <a:pt x="103098" y="37338"/>
                  </a:lnTo>
                  <a:lnTo>
                    <a:pt x="103098" y="36855"/>
                  </a:lnTo>
                  <a:lnTo>
                    <a:pt x="103403" y="36830"/>
                  </a:lnTo>
                  <a:lnTo>
                    <a:pt x="103632" y="36830"/>
                  </a:lnTo>
                  <a:lnTo>
                    <a:pt x="103682" y="37007"/>
                  </a:lnTo>
                  <a:lnTo>
                    <a:pt x="103682" y="35814"/>
                  </a:lnTo>
                  <a:lnTo>
                    <a:pt x="103505" y="35814"/>
                  </a:lnTo>
                  <a:lnTo>
                    <a:pt x="103263" y="35902"/>
                  </a:lnTo>
                  <a:lnTo>
                    <a:pt x="103263" y="36322"/>
                  </a:lnTo>
                  <a:lnTo>
                    <a:pt x="102781" y="36576"/>
                  </a:lnTo>
                  <a:lnTo>
                    <a:pt x="102844" y="36322"/>
                  </a:lnTo>
                  <a:lnTo>
                    <a:pt x="103263" y="36322"/>
                  </a:lnTo>
                  <a:lnTo>
                    <a:pt x="103263" y="35902"/>
                  </a:lnTo>
                  <a:lnTo>
                    <a:pt x="103111" y="35941"/>
                  </a:lnTo>
                  <a:lnTo>
                    <a:pt x="103174" y="35814"/>
                  </a:lnTo>
                  <a:lnTo>
                    <a:pt x="103339" y="35814"/>
                  </a:lnTo>
                  <a:lnTo>
                    <a:pt x="102908" y="35572"/>
                  </a:lnTo>
                  <a:lnTo>
                    <a:pt x="103009" y="35306"/>
                  </a:lnTo>
                  <a:lnTo>
                    <a:pt x="102806" y="35306"/>
                  </a:lnTo>
                  <a:lnTo>
                    <a:pt x="102755" y="35471"/>
                  </a:lnTo>
                  <a:lnTo>
                    <a:pt x="102476" y="35306"/>
                  </a:lnTo>
                  <a:lnTo>
                    <a:pt x="102806" y="35242"/>
                  </a:lnTo>
                  <a:lnTo>
                    <a:pt x="102882" y="34798"/>
                  </a:lnTo>
                  <a:lnTo>
                    <a:pt x="103047" y="35191"/>
                  </a:lnTo>
                  <a:lnTo>
                    <a:pt x="104863" y="34798"/>
                  </a:lnTo>
                  <a:lnTo>
                    <a:pt x="104343" y="34798"/>
                  </a:lnTo>
                  <a:lnTo>
                    <a:pt x="104127" y="34798"/>
                  </a:lnTo>
                  <a:lnTo>
                    <a:pt x="103339" y="34798"/>
                  </a:lnTo>
                  <a:lnTo>
                    <a:pt x="103581" y="34201"/>
                  </a:lnTo>
                  <a:lnTo>
                    <a:pt x="104127" y="34632"/>
                  </a:lnTo>
                  <a:lnTo>
                    <a:pt x="104152" y="34163"/>
                  </a:lnTo>
                  <a:lnTo>
                    <a:pt x="103606" y="34163"/>
                  </a:lnTo>
                  <a:lnTo>
                    <a:pt x="103136" y="34163"/>
                  </a:lnTo>
                  <a:lnTo>
                    <a:pt x="102997" y="34544"/>
                  </a:lnTo>
                  <a:lnTo>
                    <a:pt x="102831" y="34213"/>
                  </a:lnTo>
                  <a:lnTo>
                    <a:pt x="102831" y="34607"/>
                  </a:lnTo>
                  <a:lnTo>
                    <a:pt x="101688" y="34163"/>
                  </a:lnTo>
                  <a:lnTo>
                    <a:pt x="101828" y="34163"/>
                  </a:lnTo>
                  <a:lnTo>
                    <a:pt x="102222" y="34163"/>
                  </a:lnTo>
                  <a:lnTo>
                    <a:pt x="102603" y="34163"/>
                  </a:lnTo>
                  <a:lnTo>
                    <a:pt x="102831" y="34607"/>
                  </a:lnTo>
                  <a:lnTo>
                    <a:pt x="102831" y="34213"/>
                  </a:lnTo>
                  <a:lnTo>
                    <a:pt x="102463" y="33743"/>
                  </a:lnTo>
                  <a:lnTo>
                    <a:pt x="102336" y="33782"/>
                  </a:lnTo>
                  <a:lnTo>
                    <a:pt x="102374" y="33655"/>
                  </a:lnTo>
                  <a:lnTo>
                    <a:pt x="102095" y="33502"/>
                  </a:lnTo>
                  <a:lnTo>
                    <a:pt x="102158" y="33324"/>
                  </a:lnTo>
                  <a:lnTo>
                    <a:pt x="102235" y="33147"/>
                  </a:lnTo>
                  <a:lnTo>
                    <a:pt x="102133" y="33286"/>
                  </a:lnTo>
                  <a:lnTo>
                    <a:pt x="102031" y="33655"/>
                  </a:lnTo>
                  <a:lnTo>
                    <a:pt x="101930" y="33909"/>
                  </a:lnTo>
                  <a:lnTo>
                    <a:pt x="101803" y="33947"/>
                  </a:lnTo>
                  <a:lnTo>
                    <a:pt x="101955" y="33655"/>
                  </a:lnTo>
                  <a:lnTo>
                    <a:pt x="102031" y="33324"/>
                  </a:lnTo>
                  <a:lnTo>
                    <a:pt x="101854" y="33362"/>
                  </a:lnTo>
                  <a:lnTo>
                    <a:pt x="101511" y="33147"/>
                  </a:lnTo>
                  <a:lnTo>
                    <a:pt x="101777" y="33147"/>
                  </a:lnTo>
                  <a:lnTo>
                    <a:pt x="102235" y="33147"/>
                  </a:lnTo>
                  <a:lnTo>
                    <a:pt x="103212" y="33147"/>
                  </a:lnTo>
                  <a:lnTo>
                    <a:pt x="103378" y="33413"/>
                  </a:lnTo>
                  <a:lnTo>
                    <a:pt x="103581" y="33147"/>
                  </a:lnTo>
                  <a:lnTo>
                    <a:pt x="105016" y="33147"/>
                  </a:lnTo>
                  <a:lnTo>
                    <a:pt x="102527" y="32639"/>
                  </a:lnTo>
                  <a:lnTo>
                    <a:pt x="102997" y="32639"/>
                  </a:lnTo>
                  <a:lnTo>
                    <a:pt x="103174" y="32639"/>
                  </a:lnTo>
                  <a:lnTo>
                    <a:pt x="103339" y="32131"/>
                  </a:lnTo>
                  <a:lnTo>
                    <a:pt x="103085" y="32499"/>
                  </a:lnTo>
                  <a:lnTo>
                    <a:pt x="102908" y="32131"/>
                  </a:lnTo>
                  <a:lnTo>
                    <a:pt x="103136" y="32131"/>
                  </a:lnTo>
                  <a:lnTo>
                    <a:pt x="103263" y="32067"/>
                  </a:lnTo>
                  <a:lnTo>
                    <a:pt x="103568" y="32131"/>
                  </a:lnTo>
                  <a:lnTo>
                    <a:pt x="103416" y="31902"/>
                  </a:lnTo>
                  <a:lnTo>
                    <a:pt x="103670" y="31623"/>
                  </a:lnTo>
                  <a:lnTo>
                    <a:pt x="103314" y="31737"/>
                  </a:lnTo>
                  <a:lnTo>
                    <a:pt x="103670" y="31623"/>
                  </a:lnTo>
                  <a:lnTo>
                    <a:pt x="104597" y="31623"/>
                  </a:lnTo>
                  <a:lnTo>
                    <a:pt x="103873" y="31381"/>
                  </a:lnTo>
                  <a:lnTo>
                    <a:pt x="104000" y="31242"/>
                  </a:lnTo>
                  <a:lnTo>
                    <a:pt x="103619" y="31292"/>
                  </a:lnTo>
                  <a:lnTo>
                    <a:pt x="103378" y="31203"/>
                  </a:lnTo>
                  <a:lnTo>
                    <a:pt x="104216" y="31000"/>
                  </a:lnTo>
                  <a:lnTo>
                    <a:pt x="104178" y="30480"/>
                  </a:lnTo>
                  <a:lnTo>
                    <a:pt x="104025" y="29972"/>
                  </a:lnTo>
                  <a:lnTo>
                    <a:pt x="103289" y="29972"/>
                  </a:lnTo>
                  <a:lnTo>
                    <a:pt x="103289" y="30480"/>
                  </a:lnTo>
                  <a:lnTo>
                    <a:pt x="103225" y="31165"/>
                  </a:lnTo>
                  <a:lnTo>
                    <a:pt x="103009" y="31305"/>
                  </a:lnTo>
                  <a:lnTo>
                    <a:pt x="103225" y="31242"/>
                  </a:lnTo>
                  <a:lnTo>
                    <a:pt x="102958" y="31381"/>
                  </a:lnTo>
                  <a:lnTo>
                    <a:pt x="102806" y="31623"/>
                  </a:lnTo>
                  <a:lnTo>
                    <a:pt x="102933" y="31623"/>
                  </a:lnTo>
                  <a:lnTo>
                    <a:pt x="102946" y="31838"/>
                  </a:lnTo>
                  <a:lnTo>
                    <a:pt x="102819" y="31877"/>
                  </a:lnTo>
                  <a:lnTo>
                    <a:pt x="102755" y="31623"/>
                  </a:lnTo>
                  <a:lnTo>
                    <a:pt x="102552" y="31623"/>
                  </a:lnTo>
                  <a:lnTo>
                    <a:pt x="102743" y="31902"/>
                  </a:lnTo>
                  <a:lnTo>
                    <a:pt x="102349" y="32016"/>
                  </a:lnTo>
                  <a:lnTo>
                    <a:pt x="102438" y="31623"/>
                  </a:lnTo>
                  <a:lnTo>
                    <a:pt x="102565" y="31419"/>
                  </a:lnTo>
                  <a:lnTo>
                    <a:pt x="102679" y="31242"/>
                  </a:lnTo>
                  <a:lnTo>
                    <a:pt x="102717" y="31369"/>
                  </a:lnTo>
                  <a:lnTo>
                    <a:pt x="102692" y="31216"/>
                  </a:lnTo>
                  <a:lnTo>
                    <a:pt x="102819" y="31013"/>
                  </a:lnTo>
                  <a:lnTo>
                    <a:pt x="102666" y="30988"/>
                  </a:lnTo>
                  <a:lnTo>
                    <a:pt x="102108" y="30988"/>
                  </a:lnTo>
                  <a:lnTo>
                    <a:pt x="102069" y="30480"/>
                  </a:lnTo>
                  <a:lnTo>
                    <a:pt x="102108" y="30988"/>
                  </a:lnTo>
                  <a:lnTo>
                    <a:pt x="103289" y="30480"/>
                  </a:lnTo>
                  <a:lnTo>
                    <a:pt x="103289" y="29972"/>
                  </a:lnTo>
                  <a:lnTo>
                    <a:pt x="103505" y="29464"/>
                  </a:lnTo>
                  <a:lnTo>
                    <a:pt x="103035" y="29972"/>
                  </a:lnTo>
                  <a:lnTo>
                    <a:pt x="102438" y="29972"/>
                  </a:lnTo>
                  <a:lnTo>
                    <a:pt x="102260" y="29972"/>
                  </a:lnTo>
                  <a:lnTo>
                    <a:pt x="102095" y="30073"/>
                  </a:lnTo>
                  <a:lnTo>
                    <a:pt x="101879" y="30213"/>
                  </a:lnTo>
                  <a:lnTo>
                    <a:pt x="101879" y="32639"/>
                  </a:lnTo>
                  <a:lnTo>
                    <a:pt x="101841" y="32778"/>
                  </a:lnTo>
                  <a:lnTo>
                    <a:pt x="101714" y="32639"/>
                  </a:lnTo>
                  <a:lnTo>
                    <a:pt x="101879" y="32639"/>
                  </a:lnTo>
                  <a:lnTo>
                    <a:pt x="101879" y="30213"/>
                  </a:lnTo>
                  <a:lnTo>
                    <a:pt x="101828" y="30480"/>
                  </a:lnTo>
                  <a:lnTo>
                    <a:pt x="101346" y="30861"/>
                  </a:lnTo>
                  <a:lnTo>
                    <a:pt x="101295" y="30480"/>
                  </a:lnTo>
                  <a:lnTo>
                    <a:pt x="101434" y="30480"/>
                  </a:lnTo>
                  <a:lnTo>
                    <a:pt x="101612" y="30480"/>
                  </a:lnTo>
                  <a:lnTo>
                    <a:pt x="101828" y="30480"/>
                  </a:lnTo>
                  <a:lnTo>
                    <a:pt x="101828" y="30251"/>
                  </a:lnTo>
                  <a:lnTo>
                    <a:pt x="101536" y="30416"/>
                  </a:lnTo>
                  <a:lnTo>
                    <a:pt x="101257" y="30162"/>
                  </a:lnTo>
                  <a:lnTo>
                    <a:pt x="101155" y="30480"/>
                  </a:lnTo>
                  <a:lnTo>
                    <a:pt x="101155" y="34163"/>
                  </a:lnTo>
                  <a:lnTo>
                    <a:pt x="101092" y="34531"/>
                  </a:lnTo>
                  <a:lnTo>
                    <a:pt x="100990" y="34290"/>
                  </a:lnTo>
                  <a:lnTo>
                    <a:pt x="100711" y="34683"/>
                  </a:lnTo>
                  <a:lnTo>
                    <a:pt x="100609" y="34163"/>
                  </a:lnTo>
                  <a:lnTo>
                    <a:pt x="100380" y="34163"/>
                  </a:lnTo>
                  <a:lnTo>
                    <a:pt x="100520" y="33782"/>
                  </a:lnTo>
                  <a:lnTo>
                    <a:pt x="100495" y="33655"/>
                  </a:lnTo>
                  <a:lnTo>
                    <a:pt x="100736" y="33655"/>
                  </a:lnTo>
                  <a:lnTo>
                    <a:pt x="101130" y="34150"/>
                  </a:lnTo>
                  <a:lnTo>
                    <a:pt x="101155" y="30480"/>
                  </a:lnTo>
                  <a:lnTo>
                    <a:pt x="100901" y="30988"/>
                  </a:lnTo>
                  <a:lnTo>
                    <a:pt x="100939" y="30480"/>
                  </a:lnTo>
                  <a:lnTo>
                    <a:pt x="101155" y="30480"/>
                  </a:lnTo>
                  <a:lnTo>
                    <a:pt x="101155" y="30060"/>
                  </a:lnTo>
                  <a:lnTo>
                    <a:pt x="100952" y="30149"/>
                  </a:lnTo>
                  <a:lnTo>
                    <a:pt x="100977" y="29972"/>
                  </a:lnTo>
                  <a:lnTo>
                    <a:pt x="100736" y="29972"/>
                  </a:lnTo>
                  <a:lnTo>
                    <a:pt x="100660" y="29603"/>
                  </a:lnTo>
                  <a:lnTo>
                    <a:pt x="101041" y="29972"/>
                  </a:lnTo>
                  <a:lnTo>
                    <a:pt x="101066" y="30111"/>
                  </a:lnTo>
                  <a:lnTo>
                    <a:pt x="101066" y="29972"/>
                  </a:lnTo>
                  <a:lnTo>
                    <a:pt x="101447" y="29972"/>
                  </a:lnTo>
                  <a:lnTo>
                    <a:pt x="101600" y="29972"/>
                  </a:lnTo>
                  <a:lnTo>
                    <a:pt x="101663" y="29464"/>
                  </a:lnTo>
                  <a:lnTo>
                    <a:pt x="101942" y="29464"/>
                  </a:lnTo>
                  <a:lnTo>
                    <a:pt x="102285" y="29832"/>
                  </a:lnTo>
                  <a:lnTo>
                    <a:pt x="102450" y="29464"/>
                  </a:lnTo>
                  <a:lnTo>
                    <a:pt x="103098" y="29464"/>
                  </a:lnTo>
                  <a:lnTo>
                    <a:pt x="103492" y="29464"/>
                  </a:lnTo>
                  <a:lnTo>
                    <a:pt x="102946" y="28956"/>
                  </a:lnTo>
                  <a:lnTo>
                    <a:pt x="103098" y="29425"/>
                  </a:lnTo>
                  <a:lnTo>
                    <a:pt x="102857" y="29006"/>
                  </a:lnTo>
                  <a:lnTo>
                    <a:pt x="102704" y="29095"/>
                  </a:lnTo>
                  <a:lnTo>
                    <a:pt x="102552" y="28956"/>
                  </a:lnTo>
                  <a:lnTo>
                    <a:pt x="102400" y="28956"/>
                  </a:lnTo>
                  <a:lnTo>
                    <a:pt x="102425" y="28562"/>
                  </a:lnTo>
                  <a:lnTo>
                    <a:pt x="102285" y="28448"/>
                  </a:lnTo>
                  <a:lnTo>
                    <a:pt x="102044" y="27813"/>
                  </a:lnTo>
                  <a:lnTo>
                    <a:pt x="101803" y="28448"/>
                  </a:lnTo>
                  <a:lnTo>
                    <a:pt x="101942" y="27813"/>
                  </a:lnTo>
                  <a:lnTo>
                    <a:pt x="102222" y="27813"/>
                  </a:lnTo>
                  <a:lnTo>
                    <a:pt x="102349" y="27813"/>
                  </a:lnTo>
                  <a:lnTo>
                    <a:pt x="102260" y="27647"/>
                  </a:lnTo>
                  <a:lnTo>
                    <a:pt x="102336" y="27343"/>
                  </a:lnTo>
                  <a:lnTo>
                    <a:pt x="102158" y="27432"/>
                  </a:lnTo>
                  <a:lnTo>
                    <a:pt x="102095" y="27305"/>
                  </a:lnTo>
                  <a:lnTo>
                    <a:pt x="101815" y="27305"/>
                  </a:lnTo>
                  <a:lnTo>
                    <a:pt x="101790" y="27609"/>
                  </a:lnTo>
                  <a:lnTo>
                    <a:pt x="101638" y="27559"/>
                  </a:lnTo>
                  <a:lnTo>
                    <a:pt x="101638" y="29464"/>
                  </a:lnTo>
                  <a:lnTo>
                    <a:pt x="101155" y="29464"/>
                  </a:lnTo>
                  <a:lnTo>
                    <a:pt x="101104" y="29857"/>
                  </a:lnTo>
                  <a:lnTo>
                    <a:pt x="100901" y="29464"/>
                  </a:lnTo>
                  <a:lnTo>
                    <a:pt x="100545" y="29349"/>
                  </a:lnTo>
                  <a:lnTo>
                    <a:pt x="100330" y="29286"/>
                  </a:lnTo>
                  <a:lnTo>
                    <a:pt x="100330" y="37338"/>
                  </a:lnTo>
                  <a:lnTo>
                    <a:pt x="100139" y="37973"/>
                  </a:lnTo>
                  <a:lnTo>
                    <a:pt x="99885" y="37363"/>
                  </a:lnTo>
                  <a:lnTo>
                    <a:pt x="100025" y="37338"/>
                  </a:lnTo>
                  <a:lnTo>
                    <a:pt x="100253" y="37338"/>
                  </a:lnTo>
                  <a:lnTo>
                    <a:pt x="99796" y="36969"/>
                  </a:lnTo>
                  <a:lnTo>
                    <a:pt x="100330" y="37338"/>
                  </a:lnTo>
                  <a:lnTo>
                    <a:pt x="100330" y="29286"/>
                  </a:lnTo>
                  <a:lnTo>
                    <a:pt x="99364" y="28956"/>
                  </a:lnTo>
                  <a:lnTo>
                    <a:pt x="100190" y="28956"/>
                  </a:lnTo>
                  <a:lnTo>
                    <a:pt x="100368" y="28956"/>
                  </a:lnTo>
                  <a:lnTo>
                    <a:pt x="100749" y="28956"/>
                  </a:lnTo>
                  <a:lnTo>
                    <a:pt x="101638" y="29464"/>
                  </a:lnTo>
                  <a:lnTo>
                    <a:pt x="101638" y="27559"/>
                  </a:lnTo>
                  <a:lnTo>
                    <a:pt x="100977" y="27305"/>
                  </a:lnTo>
                  <a:lnTo>
                    <a:pt x="101574" y="27736"/>
                  </a:lnTo>
                  <a:lnTo>
                    <a:pt x="101434" y="27813"/>
                  </a:lnTo>
                  <a:lnTo>
                    <a:pt x="101155" y="27813"/>
                  </a:lnTo>
                  <a:lnTo>
                    <a:pt x="100761" y="27305"/>
                  </a:lnTo>
                  <a:lnTo>
                    <a:pt x="100977" y="27305"/>
                  </a:lnTo>
                  <a:lnTo>
                    <a:pt x="101193" y="27305"/>
                  </a:lnTo>
                  <a:lnTo>
                    <a:pt x="101104" y="27051"/>
                  </a:lnTo>
                  <a:lnTo>
                    <a:pt x="101053" y="26911"/>
                  </a:lnTo>
                  <a:lnTo>
                    <a:pt x="101257" y="26797"/>
                  </a:lnTo>
                  <a:lnTo>
                    <a:pt x="101536" y="26797"/>
                  </a:lnTo>
                  <a:lnTo>
                    <a:pt x="101612" y="26670"/>
                  </a:lnTo>
                  <a:lnTo>
                    <a:pt x="101866" y="26289"/>
                  </a:lnTo>
                  <a:lnTo>
                    <a:pt x="101701" y="26708"/>
                  </a:lnTo>
                  <a:lnTo>
                    <a:pt x="102095" y="26289"/>
                  </a:lnTo>
                  <a:lnTo>
                    <a:pt x="102285" y="25781"/>
                  </a:lnTo>
                  <a:lnTo>
                    <a:pt x="101803" y="26289"/>
                  </a:lnTo>
                  <a:lnTo>
                    <a:pt x="101295" y="26289"/>
                  </a:lnTo>
                  <a:lnTo>
                    <a:pt x="101358" y="25781"/>
                  </a:lnTo>
                  <a:lnTo>
                    <a:pt x="101180" y="26035"/>
                  </a:lnTo>
                  <a:lnTo>
                    <a:pt x="101079" y="25781"/>
                  </a:lnTo>
                  <a:lnTo>
                    <a:pt x="100609" y="25781"/>
                  </a:lnTo>
                  <a:lnTo>
                    <a:pt x="101015" y="26263"/>
                  </a:lnTo>
                  <a:lnTo>
                    <a:pt x="100698" y="26289"/>
                  </a:lnTo>
                  <a:lnTo>
                    <a:pt x="100685" y="27101"/>
                  </a:lnTo>
                  <a:lnTo>
                    <a:pt x="100457" y="26924"/>
                  </a:lnTo>
                  <a:lnTo>
                    <a:pt x="100685" y="27101"/>
                  </a:lnTo>
                  <a:lnTo>
                    <a:pt x="100685" y="26250"/>
                  </a:lnTo>
                  <a:lnTo>
                    <a:pt x="100533" y="25781"/>
                  </a:lnTo>
                  <a:lnTo>
                    <a:pt x="100241" y="25781"/>
                  </a:lnTo>
                  <a:lnTo>
                    <a:pt x="100558" y="26289"/>
                  </a:lnTo>
                  <a:lnTo>
                    <a:pt x="99999" y="26289"/>
                  </a:lnTo>
                  <a:lnTo>
                    <a:pt x="99606" y="25781"/>
                  </a:lnTo>
                  <a:lnTo>
                    <a:pt x="99161" y="25781"/>
                  </a:lnTo>
                  <a:lnTo>
                    <a:pt x="99326" y="25400"/>
                  </a:lnTo>
                  <a:lnTo>
                    <a:pt x="99009" y="25514"/>
                  </a:lnTo>
                  <a:lnTo>
                    <a:pt x="99009" y="38925"/>
                  </a:lnTo>
                  <a:lnTo>
                    <a:pt x="98590" y="38481"/>
                  </a:lnTo>
                  <a:lnTo>
                    <a:pt x="99009" y="38925"/>
                  </a:lnTo>
                  <a:lnTo>
                    <a:pt x="99009" y="25514"/>
                  </a:lnTo>
                  <a:lnTo>
                    <a:pt x="98996" y="36322"/>
                  </a:lnTo>
                  <a:lnTo>
                    <a:pt x="97993" y="36728"/>
                  </a:lnTo>
                  <a:lnTo>
                    <a:pt x="97993" y="37973"/>
                  </a:lnTo>
                  <a:lnTo>
                    <a:pt x="97637" y="38227"/>
                  </a:lnTo>
                  <a:lnTo>
                    <a:pt x="97320" y="37973"/>
                  </a:lnTo>
                  <a:lnTo>
                    <a:pt x="97459" y="38354"/>
                  </a:lnTo>
                  <a:lnTo>
                    <a:pt x="97282" y="38481"/>
                  </a:lnTo>
                  <a:lnTo>
                    <a:pt x="97155" y="37973"/>
                  </a:lnTo>
                  <a:lnTo>
                    <a:pt x="96977" y="38265"/>
                  </a:lnTo>
                  <a:lnTo>
                    <a:pt x="96951" y="40462"/>
                  </a:lnTo>
                  <a:lnTo>
                    <a:pt x="96659" y="40347"/>
                  </a:lnTo>
                  <a:lnTo>
                    <a:pt x="96659" y="41148"/>
                  </a:lnTo>
                  <a:lnTo>
                    <a:pt x="96342" y="41148"/>
                  </a:lnTo>
                  <a:lnTo>
                    <a:pt x="96342" y="40538"/>
                  </a:lnTo>
                  <a:lnTo>
                    <a:pt x="96659" y="41148"/>
                  </a:lnTo>
                  <a:lnTo>
                    <a:pt x="96659" y="40347"/>
                  </a:lnTo>
                  <a:lnTo>
                    <a:pt x="96393" y="40233"/>
                  </a:lnTo>
                  <a:lnTo>
                    <a:pt x="96659" y="40005"/>
                  </a:lnTo>
                  <a:lnTo>
                    <a:pt x="96951" y="40462"/>
                  </a:lnTo>
                  <a:lnTo>
                    <a:pt x="96951" y="38239"/>
                  </a:lnTo>
                  <a:lnTo>
                    <a:pt x="96939" y="38735"/>
                  </a:lnTo>
                  <a:lnTo>
                    <a:pt x="96329" y="38506"/>
                  </a:lnTo>
                  <a:lnTo>
                    <a:pt x="96329" y="40513"/>
                  </a:lnTo>
                  <a:lnTo>
                    <a:pt x="96062" y="40513"/>
                  </a:lnTo>
                  <a:lnTo>
                    <a:pt x="96240" y="40360"/>
                  </a:lnTo>
                  <a:lnTo>
                    <a:pt x="96329" y="40513"/>
                  </a:lnTo>
                  <a:lnTo>
                    <a:pt x="96329" y="38506"/>
                  </a:lnTo>
                  <a:lnTo>
                    <a:pt x="96570" y="38481"/>
                  </a:lnTo>
                  <a:lnTo>
                    <a:pt x="96418" y="37973"/>
                  </a:lnTo>
                  <a:lnTo>
                    <a:pt x="96939" y="38735"/>
                  </a:lnTo>
                  <a:lnTo>
                    <a:pt x="96939" y="38214"/>
                  </a:lnTo>
                  <a:lnTo>
                    <a:pt x="96774" y="37973"/>
                  </a:lnTo>
                  <a:lnTo>
                    <a:pt x="96964" y="37973"/>
                  </a:lnTo>
                  <a:lnTo>
                    <a:pt x="97155" y="37973"/>
                  </a:lnTo>
                  <a:lnTo>
                    <a:pt x="97320" y="37973"/>
                  </a:lnTo>
                  <a:lnTo>
                    <a:pt x="97790" y="37973"/>
                  </a:lnTo>
                  <a:lnTo>
                    <a:pt x="97993" y="37973"/>
                  </a:lnTo>
                  <a:lnTo>
                    <a:pt x="97993" y="36728"/>
                  </a:lnTo>
                  <a:lnTo>
                    <a:pt x="98018" y="36322"/>
                  </a:lnTo>
                  <a:lnTo>
                    <a:pt x="98996" y="36322"/>
                  </a:lnTo>
                  <a:lnTo>
                    <a:pt x="98996" y="25527"/>
                  </a:lnTo>
                  <a:lnTo>
                    <a:pt x="99199" y="25273"/>
                  </a:lnTo>
                  <a:lnTo>
                    <a:pt x="98844" y="25273"/>
                  </a:lnTo>
                  <a:lnTo>
                    <a:pt x="98691" y="25196"/>
                  </a:lnTo>
                  <a:lnTo>
                    <a:pt x="98691" y="27813"/>
                  </a:lnTo>
                  <a:lnTo>
                    <a:pt x="98526" y="28448"/>
                  </a:lnTo>
                  <a:lnTo>
                    <a:pt x="98171" y="28448"/>
                  </a:lnTo>
                  <a:lnTo>
                    <a:pt x="98259" y="27813"/>
                  </a:lnTo>
                  <a:lnTo>
                    <a:pt x="98094" y="27508"/>
                  </a:lnTo>
                  <a:lnTo>
                    <a:pt x="98094" y="29464"/>
                  </a:lnTo>
                  <a:lnTo>
                    <a:pt x="97751" y="29464"/>
                  </a:lnTo>
                  <a:lnTo>
                    <a:pt x="97751" y="37338"/>
                  </a:lnTo>
                  <a:lnTo>
                    <a:pt x="97180" y="37528"/>
                  </a:lnTo>
                  <a:lnTo>
                    <a:pt x="97282" y="37338"/>
                  </a:lnTo>
                  <a:lnTo>
                    <a:pt x="97751" y="37338"/>
                  </a:lnTo>
                  <a:lnTo>
                    <a:pt x="97751" y="29464"/>
                  </a:lnTo>
                  <a:lnTo>
                    <a:pt x="97637" y="31623"/>
                  </a:lnTo>
                  <a:lnTo>
                    <a:pt x="97447" y="31877"/>
                  </a:lnTo>
                  <a:lnTo>
                    <a:pt x="97282" y="31623"/>
                  </a:lnTo>
                  <a:lnTo>
                    <a:pt x="97637" y="31623"/>
                  </a:lnTo>
                  <a:lnTo>
                    <a:pt x="97637" y="29464"/>
                  </a:lnTo>
                  <a:lnTo>
                    <a:pt x="97180" y="29845"/>
                  </a:lnTo>
                  <a:lnTo>
                    <a:pt x="97218" y="29464"/>
                  </a:lnTo>
                  <a:lnTo>
                    <a:pt x="97015" y="29464"/>
                  </a:lnTo>
                  <a:lnTo>
                    <a:pt x="97015" y="36322"/>
                  </a:lnTo>
                  <a:lnTo>
                    <a:pt x="96901" y="37338"/>
                  </a:lnTo>
                  <a:lnTo>
                    <a:pt x="96494" y="37338"/>
                  </a:lnTo>
                  <a:lnTo>
                    <a:pt x="96608" y="37719"/>
                  </a:lnTo>
                  <a:lnTo>
                    <a:pt x="96240" y="37338"/>
                  </a:lnTo>
                  <a:lnTo>
                    <a:pt x="96418" y="37757"/>
                  </a:lnTo>
                  <a:lnTo>
                    <a:pt x="96139" y="37655"/>
                  </a:lnTo>
                  <a:lnTo>
                    <a:pt x="96139" y="40144"/>
                  </a:lnTo>
                  <a:lnTo>
                    <a:pt x="95808" y="40005"/>
                  </a:lnTo>
                  <a:lnTo>
                    <a:pt x="96075" y="40005"/>
                  </a:lnTo>
                  <a:lnTo>
                    <a:pt x="96139" y="40144"/>
                  </a:lnTo>
                  <a:lnTo>
                    <a:pt x="96139" y="37655"/>
                  </a:lnTo>
                  <a:lnTo>
                    <a:pt x="95275" y="37338"/>
                  </a:lnTo>
                  <a:lnTo>
                    <a:pt x="96240" y="37338"/>
                  </a:lnTo>
                  <a:lnTo>
                    <a:pt x="96431" y="37338"/>
                  </a:lnTo>
                  <a:lnTo>
                    <a:pt x="96316" y="36830"/>
                  </a:lnTo>
                  <a:lnTo>
                    <a:pt x="96164" y="36830"/>
                  </a:lnTo>
                  <a:lnTo>
                    <a:pt x="95834" y="36487"/>
                  </a:lnTo>
                  <a:lnTo>
                    <a:pt x="95681" y="36322"/>
                  </a:lnTo>
                  <a:lnTo>
                    <a:pt x="97015" y="36322"/>
                  </a:lnTo>
                  <a:lnTo>
                    <a:pt x="97015" y="29464"/>
                  </a:lnTo>
                  <a:lnTo>
                    <a:pt x="96507" y="29464"/>
                  </a:lnTo>
                  <a:lnTo>
                    <a:pt x="96393" y="29972"/>
                  </a:lnTo>
                  <a:lnTo>
                    <a:pt x="96342" y="29464"/>
                  </a:lnTo>
                  <a:lnTo>
                    <a:pt x="96037" y="29464"/>
                  </a:lnTo>
                  <a:lnTo>
                    <a:pt x="97218" y="28956"/>
                  </a:lnTo>
                  <a:lnTo>
                    <a:pt x="97624" y="28956"/>
                  </a:lnTo>
                  <a:lnTo>
                    <a:pt x="98094" y="29464"/>
                  </a:lnTo>
                  <a:lnTo>
                    <a:pt x="98094" y="27508"/>
                  </a:lnTo>
                  <a:lnTo>
                    <a:pt x="97993" y="27305"/>
                  </a:lnTo>
                  <a:lnTo>
                    <a:pt x="98526" y="27305"/>
                  </a:lnTo>
                  <a:lnTo>
                    <a:pt x="98259" y="27813"/>
                  </a:lnTo>
                  <a:lnTo>
                    <a:pt x="98691" y="27813"/>
                  </a:lnTo>
                  <a:lnTo>
                    <a:pt x="98691" y="25196"/>
                  </a:lnTo>
                  <a:lnTo>
                    <a:pt x="98983" y="24638"/>
                  </a:lnTo>
                  <a:lnTo>
                    <a:pt x="99428" y="24638"/>
                  </a:lnTo>
                  <a:lnTo>
                    <a:pt x="99060" y="24434"/>
                  </a:lnTo>
                  <a:lnTo>
                    <a:pt x="99174" y="24130"/>
                  </a:lnTo>
                  <a:lnTo>
                    <a:pt x="98844" y="24130"/>
                  </a:lnTo>
                  <a:lnTo>
                    <a:pt x="98945" y="23622"/>
                  </a:lnTo>
                  <a:lnTo>
                    <a:pt x="98806" y="23622"/>
                  </a:lnTo>
                  <a:lnTo>
                    <a:pt x="98806" y="24130"/>
                  </a:lnTo>
                  <a:lnTo>
                    <a:pt x="98780" y="24269"/>
                  </a:lnTo>
                  <a:lnTo>
                    <a:pt x="98717" y="24638"/>
                  </a:lnTo>
                  <a:lnTo>
                    <a:pt x="98628" y="25146"/>
                  </a:lnTo>
                  <a:lnTo>
                    <a:pt x="98234" y="24892"/>
                  </a:lnTo>
                  <a:lnTo>
                    <a:pt x="98234" y="25273"/>
                  </a:lnTo>
                  <a:lnTo>
                    <a:pt x="98234" y="25527"/>
                  </a:lnTo>
                  <a:lnTo>
                    <a:pt x="97904" y="25425"/>
                  </a:lnTo>
                  <a:lnTo>
                    <a:pt x="97904" y="27813"/>
                  </a:lnTo>
                  <a:lnTo>
                    <a:pt x="97866" y="28079"/>
                  </a:lnTo>
                  <a:lnTo>
                    <a:pt x="97663" y="27813"/>
                  </a:lnTo>
                  <a:lnTo>
                    <a:pt x="97904" y="27813"/>
                  </a:lnTo>
                  <a:lnTo>
                    <a:pt x="97904" y="25425"/>
                  </a:lnTo>
                  <a:lnTo>
                    <a:pt x="97726" y="25361"/>
                  </a:lnTo>
                  <a:lnTo>
                    <a:pt x="97536" y="25438"/>
                  </a:lnTo>
                  <a:lnTo>
                    <a:pt x="97536" y="27305"/>
                  </a:lnTo>
                  <a:lnTo>
                    <a:pt x="97053" y="27305"/>
                  </a:lnTo>
                  <a:lnTo>
                    <a:pt x="97129" y="27813"/>
                  </a:lnTo>
                  <a:lnTo>
                    <a:pt x="96926" y="27813"/>
                  </a:lnTo>
                  <a:lnTo>
                    <a:pt x="96875" y="26797"/>
                  </a:lnTo>
                  <a:lnTo>
                    <a:pt x="97409" y="26797"/>
                  </a:lnTo>
                  <a:lnTo>
                    <a:pt x="97536" y="27305"/>
                  </a:lnTo>
                  <a:lnTo>
                    <a:pt x="97536" y="25438"/>
                  </a:lnTo>
                  <a:lnTo>
                    <a:pt x="97231" y="25552"/>
                  </a:lnTo>
                  <a:lnTo>
                    <a:pt x="97231" y="25781"/>
                  </a:lnTo>
                  <a:lnTo>
                    <a:pt x="97180" y="26289"/>
                  </a:lnTo>
                  <a:lnTo>
                    <a:pt x="97053" y="26289"/>
                  </a:lnTo>
                  <a:lnTo>
                    <a:pt x="96672" y="25781"/>
                  </a:lnTo>
                  <a:lnTo>
                    <a:pt x="97231" y="25781"/>
                  </a:lnTo>
                  <a:lnTo>
                    <a:pt x="97231" y="25552"/>
                  </a:lnTo>
                  <a:lnTo>
                    <a:pt x="96697" y="25755"/>
                  </a:lnTo>
                  <a:lnTo>
                    <a:pt x="97307" y="25273"/>
                  </a:lnTo>
                  <a:lnTo>
                    <a:pt x="97497" y="25273"/>
                  </a:lnTo>
                  <a:lnTo>
                    <a:pt x="97917" y="25273"/>
                  </a:lnTo>
                  <a:lnTo>
                    <a:pt x="98234" y="25273"/>
                  </a:lnTo>
                  <a:lnTo>
                    <a:pt x="98234" y="24892"/>
                  </a:lnTo>
                  <a:lnTo>
                    <a:pt x="98234" y="24638"/>
                  </a:lnTo>
                  <a:lnTo>
                    <a:pt x="98132" y="24841"/>
                  </a:lnTo>
                  <a:lnTo>
                    <a:pt x="97828" y="24638"/>
                  </a:lnTo>
                  <a:lnTo>
                    <a:pt x="98018" y="24130"/>
                  </a:lnTo>
                  <a:lnTo>
                    <a:pt x="98310" y="24130"/>
                  </a:lnTo>
                  <a:lnTo>
                    <a:pt x="98336" y="24638"/>
                  </a:lnTo>
                  <a:lnTo>
                    <a:pt x="98717" y="24638"/>
                  </a:lnTo>
                  <a:lnTo>
                    <a:pt x="98717" y="24231"/>
                  </a:lnTo>
                  <a:lnTo>
                    <a:pt x="98564" y="24130"/>
                  </a:lnTo>
                  <a:lnTo>
                    <a:pt x="98806" y="24130"/>
                  </a:lnTo>
                  <a:lnTo>
                    <a:pt x="98806" y="23622"/>
                  </a:lnTo>
                  <a:lnTo>
                    <a:pt x="98209" y="23622"/>
                  </a:lnTo>
                  <a:lnTo>
                    <a:pt x="96939" y="23622"/>
                  </a:lnTo>
                  <a:lnTo>
                    <a:pt x="97028" y="24130"/>
                  </a:lnTo>
                  <a:lnTo>
                    <a:pt x="97396" y="24130"/>
                  </a:lnTo>
                  <a:lnTo>
                    <a:pt x="97536" y="24638"/>
                  </a:lnTo>
                  <a:lnTo>
                    <a:pt x="97091" y="24638"/>
                  </a:lnTo>
                  <a:lnTo>
                    <a:pt x="97091" y="25273"/>
                  </a:lnTo>
                  <a:lnTo>
                    <a:pt x="96558" y="25273"/>
                  </a:lnTo>
                  <a:lnTo>
                    <a:pt x="96558" y="27305"/>
                  </a:lnTo>
                  <a:lnTo>
                    <a:pt x="95910" y="27305"/>
                  </a:lnTo>
                  <a:lnTo>
                    <a:pt x="95846" y="26797"/>
                  </a:lnTo>
                  <a:lnTo>
                    <a:pt x="95783" y="35814"/>
                  </a:lnTo>
                  <a:lnTo>
                    <a:pt x="95402" y="35953"/>
                  </a:lnTo>
                  <a:lnTo>
                    <a:pt x="95377" y="35814"/>
                  </a:lnTo>
                  <a:lnTo>
                    <a:pt x="95338" y="35966"/>
                  </a:lnTo>
                  <a:lnTo>
                    <a:pt x="95275" y="36322"/>
                  </a:lnTo>
                  <a:lnTo>
                    <a:pt x="95186" y="36576"/>
                  </a:lnTo>
                  <a:lnTo>
                    <a:pt x="95275" y="36322"/>
                  </a:lnTo>
                  <a:lnTo>
                    <a:pt x="95275" y="35991"/>
                  </a:lnTo>
                  <a:lnTo>
                    <a:pt x="94996" y="36093"/>
                  </a:lnTo>
                  <a:lnTo>
                    <a:pt x="94996" y="36601"/>
                  </a:lnTo>
                  <a:lnTo>
                    <a:pt x="94919" y="39255"/>
                  </a:lnTo>
                  <a:lnTo>
                    <a:pt x="93649" y="38989"/>
                  </a:lnTo>
                  <a:lnTo>
                    <a:pt x="94310" y="38989"/>
                  </a:lnTo>
                  <a:lnTo>
                    <a:pt x="94399" y="38481"/>
                  </a:lnTo>
                  <a:lnTo>
                    <a:pt x="94500" y="37973"/>
                  </a:lnTo>
                  <a:lnTo>
                    <a:pt x="94919" y="39255"/>
                  </a:lnTo>
                  <a:lnTo>
                    <a:pt x="94919" y="36614"/>
                  </a:lnTo>
                  <a:lnTo>
                    <a:pt x="94538" y="36664"/>
                  </a:lnTo>
                  <a:lnTo>
                    <a:pt x="94678" y="36322"/>
                  </a:lnTo>
                  <a:lnTo>
                    <a:pt x="94983" y="36322"/>
                  </a:lnTo>
                  <a:lnTo>
                    <a:pt x="94996" y="36601"/>
                  </a:lnTo>
                  <a:lnTo>
                    <a:pt x="94996" y="36093"/>
                  </a:lnTo>
                  <a:lnTo>
                    <a:pt x="94780" y="36169"/>
                  </a:lnTo>
                  <a:lnTo>
                    <a:pt x="94373" y="35814"/>
                  </a:lnTo>
                  <a:lnTo>
                    <a:pt x="95161" y="35814"/>
                  </a:lnTo>
                  <a:lnTo>
                    <a:pt x="95377" y="35814"/>
                  </a:lnTo>
                  <a:lnTo>
                    <a:pt x="95783" y="35814"/>
                  </a:lnTo>
                  <a:lnTo>
                    <a:pt x="95783" y="26797"/>
                  </a:lnTo>
                  <a:lnTo>
                    <a:pt x="95161" y="26797"/>
                  </a:lnTo>
                  <a:lnTo>
                    <a:pt x="95440" y="26289"/>
                  </a:lnTo>
                  <a:lnTo>
                    <a:pt x="95631" y="26289"/>
                  </a:lnTo>
                  <a:lnTo>
                    <a:pt x="96558" y="27305"/>
                  </a:lnTo>
                  <a:lnTo>
                    <a:pt x="96558" y="25273"/>
                  </a:lnTo>
                  <a:lnTo>
                    <a:pt x="96418" y="25781"/>
                  </a:lnTo>
                  <a:lnTo>
                    <a:pt x="95770" y="25781"/>
                  </a:lnTo>
                  <a:lnTo>
                    <a:pt x="96037" y="25273"/>
                  </a:lnTo>
                  <a:lnTo>
                    <a:pt x="95465" y="25273"/>
                  </a:lnTo>
                  <a:lnTo>
                    <a:pt x="95783" y="24638"/>
                  </a:lnTo>
                  <a:lnTo>
                    <a:pt x="97091" y="25273"/>
                  </a:lnTo>
                  <a:lnTo>
                    <a:pt x="97091" y="24638"/>
                  </a:lnTo>
                  <a:lnTo>
                    <a:pt x="96647" y="23622"/>
                  </a:lnTo>
                  <a:lnTo>
                    <a:pt x="95605" y="23622"/>
                  </a:lnTo>
                  <a:lnTo>
                    <a:pt x="95084" y="23495"/>
                  </a:lnTo>
                  <a:lnTo>
                    <a:pt x="95046" y="30988"/>
                  </a:lnTo>
                  <a:lnTo>
                    <a:pt x="95034" y="31623"/>
                  </a:lnTo>
                  <a:lnTo>
                    <a:pt x="94983" y="31877"/>
                  </a:lnTo>
                  <a:lnTo>
                    <a:pt x="94881" y="31623"/>
                  </a:lnTo>
                  <a:lnTo>
                    <a:pt x="95034" y="31623"/>
                  </a:lnTo>
                  <a:lnTo>
                    <a:pt x="95034" y="31026"/>
                  </a:lnTo>
                  <a:lnTo>
                    <a:pt x="94767" y="31623"/>
                  </a:lnTo>
                  <a:lnTo>
                    <a:pt x="94576" y="31623"/>
                  </a:lnTo>
                  <a:lnTo>
                    <a:pt x="94678" y="30988"/>
                  </a:lnTo>
                  <a:lnTo>
                    <a:pt x="95046" y="30988"/>
                  </a:lnTo>
                  <a:lnTo>
                    <a:pt x="95046" y="23456"/>
                  </a:lnTo>
                  <a:lnTo>
                    <a:pt x="94792" y="23114"/>
                  </a:lnTo>
                  <a:lnTo>
                    <a:pt x="94716" y="23406"/>
                  </a:lnTo>
                  <a:lnTo>
                    <a:pt x="94716" y="26289"/>
                  </a:lnTo>
                  <a:lnTo>
                    <a:pt x="94576" y="26377"/>
                  </a:lnTo>
                  <a:lnTo>
                    <a:pt x="94716" y="26289"/>
                  </a:lnTo>
                  <a:lnTo>
                    <a:pt x="94716" y="23406"/>
                  </a:lnTo>
                  <a:lnTo>
                    <a:pt x="94678" y="24638"/>
                  </a:lnTo>
                  <a:lnTo>
                    <a:pt x="94310" y="24930"/>
                  </a:lnTo>
                  <a:lnTo>
                    <a:pt x="94310" y="35306"/>
                  </a:lnTo>
                  <a:lnTo>
                    <a:pt x="94208" y="35458"/>
                  </a:lnTo>
                  <a:lnTo>
                    <a:pt x="94043" y="35306"/>
                  </a:lnTo>
                  <a:lnTo>
                    <a:pt x="94272" y="35306"/>
                  </a:lnTo>
                  <a:lnTo>
                    <a:pt x="94310" y="24930"/>
                  </a:lnTo>
                  <a:lnTo>
                    <a:pt x="94068" y="24930"/>
                  </a:lnTo>
                  <a:lnTo>
                    <a:pt x="94068" y="26670"/>
                  </a:lnTo>
                  <a:lnTo>
                    <a:pt x="93878" y="26784"/>
                  </a:lnTo>
                  <a:lnTo>
                    <a:pt x="93954" y="26416"/>
                  </a:lnTo>
                  <a:lnTo>
                    <a:pt x="94068" y="26670"/>
                  </a:lnTo>
                  <a:lnTo>
                    <a:pt x="94068" y="24930"/>
                  </a:lnTo>
                  <a:lnTo>
                    <a:pt x="93751" y="24688"/>
                  </a:lnTo>
                  <a:lnTo>
                    <a:pt x="93751" y="35814"/>
                  </a:lnTo>
                  <a:lnTo>
                    <a:pt x="93586" y="36055"/>
                  </a:lnTo>
                  <a:lnTo>
                    <a:pt x="93522" y="35814"/>
                  </a:lnTo>
                  <a:lnTo>
                    <a:pt x="93751" y="35814"/>
                  </a:lnTo>
                  <a:lnTo>
                    <a:pt x="93751" y="24688"/>
                  </a:lnTo>
                  <a:lnTo>
                    <a:pt x="94081" y="24638"/>
                  </a:lnTo>
                  <a:lnTo>
                    <a:pt x="94068" y="24130"/>
                  </a:lnTo>
                  <a:lnTo>
                    <a:pt x="94576" y="24130"/>
                  </a:lnTo>
                  <a:lnTo>
                    <a:pt x="94526" y="24638"/>
                  </a:lnTo>
                  <a:lnTo>
                    <a:pt x="94678" y="24638"/>
                  </a:lnTo>
                  <a:lnTo>
                    <a:pt x="94678" y="23406"/>
                  </a:lnTo>
                  <a:lnTo>
                    <a:pt x="94195" y="23241"/>
                  </a:lnTo>
                  <a:lnTo>
                    <a:pt x="93853" y="23190"/>
                  </a:lnTo>
                  <a:lnTo>
                    <a:pt x="93814" y="24130"/>
                  </a:lnTo>
                  <a:lnTo>
                    <a:pt x="93599" y="23876"/>
                  </a:lnTo>
                  <a:lnTo>
                    <a:pt x="93814" y="24130"/>
                  </a:lnTo>
                  <a:lnTo>
                    <a:pt x="93814" y="23152"/>
                  </a:lnTo>
                  <a:lnTo>
                    <a:pt x="93573" y="23114"/>
                  </a:lnTo>
                  <a:lnTo>
                    <a:pt x="93827" y="23114"/>
                  </a:lnTo>
                  <a:lnTo>
                    <a:pt x="97193" y="23114"/>
                  </a:lnTo>
                  <a:lnTo>
                    <a:pt x="97142" y="22606"/>
                  </a:lnTo>
                  <a:lnTo>
                    <a:pt x="96761" y="22606"/>
                  </a:lnTo>
                  <a:lnTo>
                    <a:pt x="96939" y="22098"/>
                  </a:lnTo>
                  <a:lnTo>
                    <a:pt x="97332" y="22098"/>
                  </a:lnTo>
                  <a:lnTo>
                    <a:pt x="97294" y="21640"/>
                  </a:lnTo>
                  <a:lnTo>
                    <a:pt x="96774" y="21844"/>
                  </a:lnTo>
                  <a:lnTo>
                    <a:pt x="97231" y="21463"/>
                  </a:lnTo>
                  <a:lnTo>
                    <a:pt x="96431" y="21691"/>
                  </a:lnTo>
                  <a:lnTo>
                    <a:pt x="97066" y="21463"/>
                  </a:lnTo>
                  <a:lnTo>
                    <a:pt x="97231" y="21463"/>
                  </a:lnTo>
                  <a:lnTo>
                    <a:pt x="97713" y="21069"/>
                  </a:lnTo>
                  <a:lnTo>
                    <a:pt x="97269" y="20955"/>
                  </a:lnTo>
                  <a:lnTo>
                    <a:pt x="96977" y="20955"/>
                  </a:lnTo>
                  <a:lnTo>
                    <a:pt x="97193" y="20447"/>
                  </a:lnTo>
                  <a:lnTo>
                    <a:pt x="97790" y="20447"/>
                  </a:lnTo>
                  <a:lnTo>
                    <a:pt x="98107" y="19939"/>
                  </a:lnTo>
                  <a:lnTo>
                    <a:pt x="97599" y="19939"/>
                  </a:lnTo>
                  <a:lnTo>
                    <a:pt x="97497" y="19431"/>
                  </a:lnTo>
                  <a:lnTo>
                    <a:pt x="97243" y="19939"/>
                  </a:lnTo>
                  <a:lnTo>
                    <a:pt x="96812" y="19939"/>
                  </a:lnTo>
                  <a:lnTo>
                    <a:pt x="96558" y="19939"/>
                  </a:lnTo>
                  <a:lnTo>
                    <a:pt x="96189" y="20447"/>
                  </a:lnTo>
                  <a:lnTo>
                    <a:pt x="96774" y="20447"/>
                  </a:lnTo>
                  <a:lnTo>
                    <a:pt x="96659" y="21463"/>
                  </a:lnTo>
                  <a:lnTo>
                    <a:pt x="96088" y="21463"/>
                  </a:lnTo>
                  <a:lnTo>
                    <a:pt x="96088" y="22606"/>
                  </a:lnTo>
                  <a:lnTo>
                    <a:pt x="95656" y="22606"/>
                  </a:lnTo>
                  <a:lnTo>
                    <a:pt x="95770" y="22352"/>
                  </a:lnTo>
                  <a:lnTo>
                    <a:pt x="95885" y="22098"/>
                  </a:lnTo>
                  <a:lnTo>
                    <a:pt x="96012" y="22453"/>
                  </a:lnTo>
                  <a:lnTo>
                    <a:pt x="96088" y="22606"/>
                  </a:lnTo>
                  <a:lnTo>
                    <a:pt x="96088" y="21463"/>
                  </a:lnTo>
                  <a:lnTo>
                    <a:pt x="95923" y="21463"/>
                  </a:lnTo>
                  <a:lnTo>
                    <a:pt x="95580" y="21856"/>
                  </a:lnTo>
                  <a:lnTo>
                    <a:pt x="95529" y="22606"/>
                  </a:lnTo>
                  <a:lnTo>
                    <a:pt x="94729" y="22821"/>
                  </a:lnTo>
                  <a:lnTo>
                    <a:pt x="94513" y="22885"/>
                  </a:lnTo>
                  <a:lnTo>
                    <a:pt x="94361" y="22923"/>
                  </a:lnTo>
                  <a:lnTo>
                    <a:pt x="94462" y="22606"/>
                  </a:lnTo>
                  <a:lnTo>
                    <a:pt x="94246" y="22428"/>
                  </a:lnTo>
                  <a:lnTo>
                    <a:pt x="94259" y="22606"/>
                  </a:lnTo>
                  <a:lnTo>
                    <a:pt x="94284" y="22948"/>
                  </a:lnTo>
                  <a:lnTo>
                    <a:pt x="93967" y="23037"/>
                  </a:lnTo>
                  <a:lnTo>
                    <a:pt x="93967" y="22606"/>
                  </a:lnTo>
                  <a:lnTo>
                    <a:pt x="93637" y="22694"/>
                  </a:lnTo>
                  <a:lnTo>
                    <a:pt x="94094" y="22301"/>
                  </a:lnTo>
                  <a:lnTo>
                    <a:pt x="93865" y="22098"/>
                  </a:lnTo>
                  <a:lnTo>
                    <a:pt x="93586" y="21463"/>
                  </a:lnTo>
                  <a:lnTo>
                    <a:pt x="93891" y="21463"/>
                  </a:lnTo>
                  <a:lnTo>
                    <a:pt x="93980" y="21259"/>
                  </a:lnTo>
                  <a:lnTo>
                    <a:pt x="94195" y="21463"/>
                  </a:lnTo>
                  <a:lnTo>
                    <a:pt x="94234" y="22212"/>
                  </a:lnTo>
                  <a:lnTo>
                    <a:pt x="94386" y="22098"/>
                  </a:lnTo>
                  <a:lnTo>
                    <a:pt x="94475" y="21463"/>
                  </a:lnTo>
                  <a:lnTo>
                    <a:pt x="94449" y="20955"/>
                  </a:lnTo>
                  <a:lnTo>
                    <a:pt x="93980" y="21247"/>
                  </a:lnTo>
                  <a:lnTo>
                    <a:pt x="94018" y="20955"/>
                  </a:lnTo>
                  <a:lnTo>
                    <a:pt x="94361" y="20955"/>
                  </a:lnTo>
                  <a:lnTo>
                    <a:pt x="94145" y="20447"/>
                  </a:lnTo>
                  <a:lnTo>
                    <a:pt x="94945" y="20447"/>
                  </a:lnTo>
                  <a:lnTo>
                    <a:pt x="95034" y="20955"/>
                  </a:lnTo>
                  <a:lnTo>
                    <a:pt x="94856" y="20955"/>
                  </a:lnTo>
                  <a:lnTo>
                    <a:pt x="95275" y="21894"/>
                  </a:lnTo>
                  <a:lnTo>
                    <a:pt x="94742" y="21602"/>
                  </a:lnTo>
                  <a:lnTo>
                    <a:pt x="94615" y="22098"/>
                  </a:lnTo>
                  <a:lnTo>
                    <a:pt x="94907" y="22098"/>
                  </a:lnTo>
                  <a:lnTo>
                    <a:pt x="95059" y="22237"/>
                  </a:lnTo>
                  <a:lnTo>
                    <a:pt x="95072" y="22098"/>
                  </a:lnTo>
                  <a:lnTo>
                    <a:pt x="95313" y="22377"/>
                  </a:lnTo>
                  <a:lnTo>
                    <a:pt x="95478" y="22580"/>
                  </a:lnTo>
                  <a:lnTo>
                    <a:pt x="95529" y="21742"/>
                  </a:lnTo>
                  <a:lnTo>
                    <a:pt x="95465" y="21577"/>
                  </a:lnTo>
                  <a:lnTo>
                    <a:pt x="95288" y="21463"/>
                  </a:lnTo>
                  <a:lnTo>
                    <a:pt x="95504" y="20955"/>
                  </a:lnTo>
                  <a:lnTo>
                    <a:pt x="95186" y="20955"/>
                  </a:lnTo>
                  <a:lnTo>
                    <a:pt x="95250" y="20497"/>
                  </a:lnTo>
                  <a:lnTo>
                    <a:pt x="95377" y="20447"/>
                  </a:lnTo>
                  <a:lnTo>
                    <a:pt x="95719" y="19939"/>
                  </a:lnTo>
                  <a:lnTo>
                    <a:pt x="95326" y="19939"/>
                  </a:lnTo>
                  <a:lnTo>
                    <a:pt x="95237" y="19431"/>
                  </a:lnTo>
                  <a:lnTo>
                    <a:pt x="94678" y="19672"/>
                  </a:lnTo>
                  <a:lnTo>
                    <a:pt x="94729" y="19431"/>
                  </a:lnTo>
                  <a:lnTo>
                    <a:pt x="95224" y="19431"/>
                  </a:lnTo>
                  <a:lnTo>
                    <a:pt x="95148" y="19050"/>
                  </a:lnTo>
                  <a:lnTo>
                    <a:pt x="95135" y="18923"/>
                  </a:lnTo>
                  <a:lnTo>
                    <a:pt x="95275" y="18923"/>
                  </a:lnTo>
                  <a:lnTo>
                    <a:pt x="95986" y="18923"/>
                  </a:lnTo>
                  <a:lnTo>
                    <a:pt x="96151" y="18923"/>
                  </a:lnTo>
                  <a:lnTo>
                    <a:pt x="95605" y="18288"/>
                  </a:lnTo>
                  <a:lnTo>
                    <a:pt x="96240" y="18288"/>
                  </a:lnTo>
                  <a:lnTo>
                    <a:pt x="96113" y="17272"/>
                  </a:lnTo>
                  <a:lnTo>
                    <a:pt x="95478" y="17272"/>
                  </a:lnTo>
                  <a:lnTo>
                    <a:pt x="95300" y="16256"/>
                  </a:lnTo>
                  <a:lnTo>
                    <a:pt x="95326" y="17272"/>
                  </a:lnTo>
                  <a:lnTo>
                    <a:pt x="94780" y="17272"/>
                  </a:lnTo>
                  <a:lnTo>
                    <a:pt x="94856" y="16256"/>
                  </a:lnTo>
                  <a:lnTo>
                    <a:pt x="94602" y="16433"/>
                  </a:lnTo>
                  <a:lnTo>
                    <a:pt x="94627" y="16256"/>
                  </a:lnTo>
                  <a:lnTo>
                    <a:pt x="94081" y="16256"/>
                  </a:lnTo>
                  <a:lnTo>
                    <a:pt x="94234" y="16662"/>
                  </a:lnTo>
                  <a:lnTo>
                    <a:pt x="93319" y="17272"/>
                  </a:lnTo>
                  <a:lnTo>
                    <a:pt x="93751" y="17272"/>
                  </a:lnTo>
                  <a:lnTo>
                    <a:pt x="93586" y="18288"/>
                  </a:lnTo>
                  <a:lnTo>
                    <a:pt x="94475" y="18288"/>
                  </a:lnTo>
                  <a:lnTo>
                    <a:pt x="94602" y="18288"/>
                  </a:lnTo>
                  <a:lnTo>
                    <a:pt x="94602" y="19710"/>
                  </a:lnTo>
                  <a:lnTo>
                    <a:pt x="94602" y="18288"/>
                  </a:lnTo>
                  <a:lnTo>
                    <a:pt x="94538" y="18923"/>
                  </a:lnTo>
                  <a:lnTo>
                    <a:pt x="94576" y="19431"/>
                  </a:lnTo>
                  <a:lnTo>
                    <a:pt x="94132" y="19431"/>
                  </a:lnTo>
                  <a:lnTo>
                    <a:pt x="94335" y="18923"/>
                  </a:lnTo>
                  <a:lnTo>
                    <a:pt x="94068" y="18923"/>
                  </a:lnTo>
                  <a:lnTo>
                    <a:pt x="94068" y="19431"/>
                  </a:lnTo>
                  <a:lnTo>
                    <a:pt x="93967" y="21247"/>
                  </a:lnTo>
                  <a:lnTo>
                    <a:pt x="93827" y="21336"/>
                  </a:lnTo>
                  <a:lnTo>
                    <a:pt x="93675" y="20955"/>
                  </a:lnTo>
                  <a:lnTo>
                    <a:pt x="93967" y="21247"/>
                  </a:lnTo>
                  <a:lnTo>
                    <a:pt x="93967" y="19532"/>
                  </a:lnTo>
                  <a:lnTo>
                    <a:pt x="93535" y="19926"/>
                  </a:lnTo>
                  <a:lnTo>
                    <a:pt x="93535" y="20955"/>
                  </a:lnTo>
                  <a:lnTo>
                    <a:pt x="93510" y="22606"/>
                  </a:lnTo>
                  <a:lnTo>
                    <a:pt x="93370" y="22682"/>
                  </a:lnTo>
                  <a:lnTo>
                    <a:pt x="93370" y="36322"/>
                  </a:lnTo>
                  <a:lnTo>
                    <a:pt x="93116" y="36576"/>
                  </a:lnTo>
                  <a:lnTo>
                    <a:pt x="92671" y="36322"/>
                  </a:lnTo>
                  <a:lnTo>
                    <a:pt x="93370" y="36322"/>
                  </a:lnTo>
                  <a:lnTo>
                    <a:pt x="93370" y="22682"/>
                  </a:lnTo>
                  <a:lnTo>
                    <a:pt x="93510" y="22606"/>
                  </a:lnTo>
                  <a:lnTo>
                    <a:pt x="93510" y="21005"/>
                  </a:lnTo>
                  <a:lnTo>
                    <a:pt x="93205" y="21463"/>
                  </a:lnTo>
                  <a:lnTo>
                    <a:pt x="93179" y="35928"/>
                  </a:lnTo>
                  <a:lnTo>
                    <a:pt x="92862" y="35814"/>
                  </a:lnTo>
                  <a:lnTo>
                    <a:pt x="93129" y="35814"/>
                  </a:lnTo>
                  <a:lnTo>
                    <a:pt x="93179" y="21463"/>
                  </a:lnTo>
                  <a:lnTo>
                    <a:pt x="93154" y="23622"/>
                  </a:lnTo>
                  <a:lnTo>
                    <a:pt x="91998" y="23622"/>
                  </a:lnTo>
                  <a:lnTo>
                    <a:pt x="92456" y="24130"/>
                  </a:lnTo>
                  <a:lnTo>
                    <a:pt x="91986" y="23876"/>
                  </a:lnTo>
                  <a:lnTo>
                    <a:pt x="91973" y="24130"/>
                  </a:lnTo>
                  <a:lnTo>
                    <a:pt x="91795" y="24130"/>
                  </a:lnTo>
                  <a:lnTo>
                    <a:pt x="91795" y="37973"/>
                  </a:lnTo>
                  <a:lnTo>
                    <a:pt x="91617" y="38354"/>
                  </a:lnTo>
                  <a:lnTo>
                    <a:pt x="91414" y="37973"/>
                  </a:lnTo>
                  <a:lnTo>
                    <a:pt x="91224" y="37338"/>
                  </a:lnTo>
                  <a:lnTo>
                    <a:pt x="91541" y="37338"/>
                  </a:lnTo>
                  <a:lnTo>
                    <a:pt x="91795" y="37973"/>
                  </a:lnTo>
                  <a:lnTo>
                    <a:pt x="91795" y="24130"/>
                  </a:lnTo>
                  <a:lnTo>
                    <a:pt x="91630" y="24130"/>
                  </a:lnTo>
                  <a:lnTo>
                    <a:pt x="91567" y="23622"/>
                  </a:lnTo>
                  <a:lnTo>
                    <a:pt x="91414" y="23622"/>
                  </a:lnTo>
                  <a:lnTo>
                    <a:pt x="91414" y="24638"/>
                  </a:lnTo>
                  <a:lnTo>
                    <a:pt x="90792" y="24638"/>
                  </a:lnTo>
                  <a:lnTo>
                    <a:pt x="90614" y="24244"/>
                  </a:lnTo>
                  <a:lnTo>
                    <a:pt x="90614" y="37338"/>
                  </a:lnTo>
                  <a:lnTo>
                    <a:pt x="90614" y="37465"/>
                  </a:lnTo>
                  <a:lnTo>
                    <a:pt x="90411" y="37338"/>
                  </a:lnTo>
                  <a:lnTo>
                    <a:pt x="90614" y="37338"/>
                  </a:lnTo>
                  <a:lnTo>
                    <a:pt x="90614" y="24244"/>
                  </a:lnTo>
                  <a:lnTo>
                    <a:pt x="91414" y="24638"/>
                  </a:lnTo>
                  <a:lnTo>
                    <a:pt x="91414" y="23622"/>
                  </a:lnTo>
                  <a:lnTo>
                    <a:pt x="91122" y="23622"/>
                  </a:lnTo>
                  <a:lnTo>
                    <a:pt x="90893" y="23825"/>
                  </a:lnTo>
                  <a:lnTo>
                    <a:pt x="90957" y="23622"/>
                  </a:lnTo>
                  <a:lnTo>
                    <a:pt x="90627" y="23774"/>
                  </a:lnTo>
                  <a:lnTo>
                    <a:pt x="90601" y="23622"/>
                  </a:lnTo>
                  <a:lnTo>
                    <a:pt x="90741" y="23622"/>
                  </a:lnTo>
                  <a:lnTo>
                    <a:pt x="90627" y="23114"/>
                  </a:lnTo>
                  <a:lnTo>
                    <a:pt x="90411" y="23583"/>
                  </a:lnTo>
                  <a:lnTo>
                    <a:pt x="90284" y="23558"/>
                  </a:lnTo>
                  <a:lnTo>
                    <a:pt x="90284" y="37973"/>
                  </a:lnTo>
                  <a:lnTo>
                    <a:pt x="90246" y="38227"/>
                  </a:lnTo>
                  <a:lnTo>
                    <a:pt x="89877" y="37973"/>
                  </a:lnTo>
                  <a:lnTo>
                    <a:pt x="90284" y="37973"/>
                  </a:lnTo>
                  <a:lnTo>
                    <a:pt x="90284" y="23558"/>
                  </a:lnTo>
                  <a:lnTo>
                    <a:pt x="89585" y="23368"/>
                  </a:lnTo>
                  <a:lnTo>
                    <a:pt x="89598" y="22707"/>
                  </a:lnTo>
                  <a:lnTo>
                    <a:pt x="89611" y="22225"/>
                  </a:lnTo>
                  <a:lnTo>
                    <a:pt x="89954" y="22606"/>
                  </a:lnTo>
                  <a:lnTo>
                    <a:pt x="90284" y="22606"/>
                  </a:lnTo>
                  <a:lnTo>
                    <a:pt x="90398" y="22885"/>
                  </a:lnTo>
                  <a:lnTo>
                    <a:pt x="90881" y="22606"/>
                  </a:lnTo>
                  <a:lnTo>
                    <a:pt x="91579" y="22606"/>
                  </a:lnTo>
                  <a:lnTo>
                    <a:pt x="91719" y="22606"/>
                  </a:lnTo>
                  <a:lnTo>
                    <a:pt x="92113" y="22098"/>
                  </a:lnTo>
                  <a:lnTo>
                    <a:pt x="92290" y="22098"/>
                  </a:lnTo>
                  <a:lnTo>
                    <a:pt x="92036" y="22606"/>
                  </a:lnTo>
                  <a:lnTo>
                    <a:pt x="92303" y="22606"/>
                  </a:lnTo>
                  <a:lnTo>
                    <a:pt x="92163" y="22885"/>
                  </a:lnTo>
                  <a:lnTo>
                    <a:pt x="91579" y="22606"/>
                  </a:lnTo>
                  <a:lnTo>
                    <a:pt x="90766" y="23114"/>
                  </a:lnTo>
                  <a:lnTo>
                    <a:pt x="92989" y="23114"/>
                  </a:lnTo>
                  <a:lnTo>
                    <a:pt x="93154" y="23622"/>
                  </a:lnTo>
                  <a:lnTo>
                    <a:pt x="93154" y="21463"/>
                  </a:lnTo>
                  <a:lnTo>
                    <a:pt x="92951" y="20955"/>
                  </a:lnTo>
                  <a:lnTo>
                    <a:pt x="92316" y="20955"/>
                  </a:lnTo>
                  <a:lnTo>
                    <a:pt x="92303" y="21463"/>
                  </a:lnTo>
                  <a:lnTo>
                    <a:pt x="92290" y="21932"/>
                  </a:lnTo>
                  <a:lnTo>
                    <a:pt x="91909" y="21463"/>
                  </a:lnTo>
                  <a:lnTo>
                    <a:pt x="92303" y="21463"/>
                  </a:lnTo>
                  <a:lnTo>
                    <a:pt x="91554" y="20955"/>
                  </a:lnTo>
                  <a:lnTo>
                    <a:pt x="91528" y="21463"/>
                  </a:lnTo>
                  <a:lnTo>
                    <a:pt x="91694" y="21463"/>
                  </a:lnTo>
                  <a:lnTo>
                    <a:pt x="91871" y="22098"/>
                  </a:lnTo>
                  <a:lnTo>
                    <a:pt x="91579" y="22098"/>
                  </a:lnTo>
                  <a:lnTo>
                    <a:pt x="91694" y="22529"/>
                  </a:lnTo>
                  <a:lnTo>
                    <a:pt x="91224" y="22098"/>
                  </a:lnTo>
                  <a:lnTo>
                    <a:pt x="91554" y="22098"/>
                  </a:lnTo>
                  <a:lnTo>
                    <a:pt x="91236" y="21463"/>
                  </a:lnTo>
                  <a:lnTo>
                    <a:pt x="91147" y="20955"/>
                  </a:lnTo>
                  <a:lnTo>
                    <a:pt x="91300" y="20955"/>
                  </a:lnTo>
                  <a:lnTo>
                    <a:pt x="91376" y="20447"/>
                  </a:lnTo>
                  <a:lnTo>
                    <a:pt x="90271" y="20955"/>
                  </a:lnTo>
                  <a:lnTo>
                    <a:pt x="90081" y="20955"/>
                  </a:lnTo>
                  <a:lnTo>
                    <a:pt x="89750" y="20447"/>
                  </a:lnTo>
                  <a:lnTo>
                    <a:pt x="89852" y="21463"/>
                  </a:lnTo>
                  <a:lnTo>
                    <a:pt x="89344" y="21463"/>
                  </a:lnTo>
                  <a:lnTo>
                    <a:pt x="89115" y="20955"/>
                  </a:lnTo>
                  <a:lnTo>
                    <a:pt x="88785" y="20955"/>
                  </a:lnTo>
                  <a:lnTo>
                    <a:pt x="88760" y="21463"/>
                  </a:lnTo>
                  <a:lnTo>
                    <a:pt x="89319" y="21463"/>
                  </a:lnTo>
                  <a:lnTo>
                    <a:pt x="89217" y="22098"/>
                  </a:lnTo>
                  <a:lnTo>
                    <a:pt x="89192" y="37338"/>
                  </a:lnTo>
                  <a:lnTo>
                    <a:pt x="88658" y="37338"/>
                  </a:lnTo>
                  <a:lnTo>
                    <a:pt x="88582" y="36830"/>
                  </a:lnTo>
                  <a:lnTo>
                    <a:pt x="88049" y="37084"/>
                  </a:lnTo>
                  <a:lnTo>
                    <a:pt x="87757" y="36830"/>
                  </a:lnTo>
                  <a:lnTo>
                    <a:pt x="88582" y="36830"/>
                  </a:lnTo>
                  <a:lnTo>
                    <a:pt x="89192" y="37338"/>
                  </a:lnTo>
                  <a:lnTo>
                    <a:pt x="89192" y="22098"/>
                  </a:lnTo>
                  <a:lnTo>
                    <a:pt x="89141" y="23114"/>
                  </a:lnTo>
                  <a:lnTo>
                    <a:pt x="89065" y="23241"/>
                  </a:lnTo>
                  <a:lnTo>
                    <a:pt x="88836" y="23622"/>
                  </a:lnTo>
                  <a:lnTo>
                    <a:pt x="88011" y="23622"/>
                  </a:lnTo>
                  <a:lnTo>
                    <a:pt x="88011" y="26289"/>
                  </a:lnTo>
                  <a:lnTo>
                    <a:pt x="87160" y="26289"/>
                  </a:lnTo>
                  <a:lnTo>
                    <a:pt x="87160" y="40005"/>
                  </a:lnTo>
                  <a:lnTo>
                    <a:pt x="87160" y="40398"/>
                  </a:lnTo>
                  <a:lnTo>
                    <a:pt x="86499" y="40005"/>
                  </a:lnTo>
                  <a:lnTo>
                    <a:pt x="87160" y="40005"/>
                  </a:lnTo>
                  <a:lnTo>
                    <a:pt x="87160" y="26289"/>
                  </a:lnTo>
                  <a:lnTo>
                    <a:pt x="87668" y="25781"/>
                  </a:lnTo>
                  <a:lnTo>
                    <a:pt x="87845" y="25781"/>
                  </a:lnTo>
                  <a:lnTo>
                    <a:pt x="88011" y="26289"/>
                  </a:lnTo>
                  <a:lnTo>
                    <a:pt x="88011" y="23622"/>
                  </a:lnTo>
                  <a:lnTo>
                    <a:pt x="87223" y="23622"/>
                  </a:lnTo>
                  <a:lnTo>
                    <a:pt x="87896" y="24130"/>
                  </a:lnTo>
                  <a:lnTo>
                    <a:pt x="87388" y="24130"/>
                  </a:lnTo>
                  <a:lnTo>
                    <a:pt x="87388" y="24638"/>
                  </a:lnTo>
                  <a:lnTo>
                    <a:pt x="86614" y="24853"/>
                  </a:lnTo>
                  <a:lnTo>
                    <a:pt x="86614" y="29464"/>
                  </a:lnTo>
                  <a:lnTo>
                    <a:pt x="86258" y="29464"/>
                  </a:lnTo>
                  <a:lnTo>
                    <a:pt x="86207" y="41656"/>
                  </a:lnTo>
                  <a:lnTo>
                    <a:pt x="85775" y="41402"/>
                  </a:lnTo>
                  <a:lnTo>
                    <a:pt x="85839" y="40513"/>
                  </a:lnTo>
                  <a:lnTo>
                    <a:pt x="85991" y="40513"/>
                  </a:lnTo>
                  <a:lnTo>
                    <a:pt x="86131" y="41148"/>
                  </a:lnTo>
                  <a:lnTo>
                    <a:pt x="86207" y="41656"/>
                  </a:lnTo>
                  <a:lnTo>
                    <a:pt x="86207" y="29438"/>
                  </a:lnTo>
                  <a:lnTo>
                    <a:pt x="86080" y="29362"/>
                  </a:lnTo>
                  <a:lnTo>
                    <a:pt x="86283" y="28956"/>
                  </a:lnTo>
                  <a:lnTo>
                    <a:pt x="85864" y="29235"/>
                  </a:lnTo>
                  <a:lnTo>
                    <a:pt x="85420" y="28956"/>
                  </a:lnTo>
                  <a:lnTo>
                    <a:pt x="86283" y="28956"/>
                  </a:lnTo>
                  <a:lnTo>
                    <a:pt x="86499" y="28956"/>
                  </a:lnTo>
                  <a:lnTo>
                    <a:pt x="86614" y="29464"/>
                  </a:lnTo>
                  <a:lnTo>
                    <a:pt x="86614" y="24853"/>
                  </a:lnTo>
                  <a:lnTo>
                    <a:pt x="85852" y="25044"/>
                  </a:lnTo>
                  <a:lnTo>
                    <a:pt x="86194" y="24638"/>
                  </a:lnTo>
                  <a:lnTo>
                    <a:pt x="86575" y="24638"/>
                  </a:lnTo>
                  <a:lnTo>
                    <a:pt x="86855" y="24130"/>
                  </a:lnTo>
                  <a:lnTo>
                    <a:pt x="86931" y="24638"/>
                  </a:lnTo>
                  <a:lnTo>
                    <a:pt x="87388" y="24638"/>
                  </a:lnTo>
                  <a:lnTo>
                    <a:pt x="87388" y="24130"/>
                  </a:lnTo>
                  <a:lnTo>
                    <a:pt x="87071" y="24130"/>
                  </a:lnTo>
                  <a:lnTo>
                    <a:pt x="87210" y="23634"/>
                  </a:lnTo>
                  <a:lnTo>
                    <a:pt x="86791" y="24130"/>
                  </a:lnTo>
                  <a:lnTo>
                    <a:pt x="86194" y="24130"/>
                  </a:lnTo>
                  <a:lnTo>
                    <a:pt x="86715" y="23622"/>
                  </a:lnTo>
                  <a:lnTo>
                    <a:pt x="86512" y="23622"/>
                  </a:lnTo>
                  <a:lnTo>
                    <a:pt x="85407" y="23622"/>
                  </a:lnTo>
                  <a:lnTo>
                    <a:pt x="85407" y="38481"/>
                  </a:lnTo>
                  <a:lnTo>
                    <a:pt x="85217" y="38862"/>
                  </a:lnTo>
                  <a:lnTo>
                    <a:pt x="84963" y="38481"/>
                  </a:lnTo>
                  <a:lnTo>
                    <a:pt x="84594" y="38481"/>
                  </a:lnTo>
                  <a:lnTo>
                    <a:pt x="84899" y="37973"/>
                  </a:lnTo>
                  <a:lnTo>
                    <a:pt x="85166" y="38481"/>
                  </a:lnTo>
                  <a:lnTo>
                    <a:pt x="85407" y="38481"/>
                  </a:lnTo>
                  <a:lnTo>
                    <a:pt x="85407" y="23622"/>
                  </a:lnTo>
                  <a:lnTo>
                    <a:pt x="85153" y="23622"/>
                  </a:lnTo>
                  <a:lnTo>
                    <a:pt x="85153" y="24638"/>
                  </a:lnTo>
                  <a:lnTo>
                    <a:pt x="84861" y="24777"/>
                  </a:lnTo>
                  <a:lnTo>
                    <a:pt x="84861" y="32639"/>
                  </a:lnTo>
                  <a:lnTo>
                    <a:pt x="84518" y="32169"/>
                  </a:lnTo>
                  <a:lnTo>
                    <a:pt x="84340" y="32194"/>
                  </a:lnTo>
                  <a:lnTo>
                    <a:pt x="83972" y="32296"/>
                  </a:lnTo>
                  <a:lnTo>
                    <a:pt x="83972" y="33147"/>
                  </a:lnTo>
                  <a:lnTo>
                    <a:pt x="83693" y="33147"/>
                  </a:lnTo>
                  <a:lnTo>
                    <a:pt x="83832" y="32639"/>
                  </a:lnTo>
                  <a:lnTo>
                    <a:pt x="83972" y="33147"/>
                  </a:lnTo>
                  <a:lnTo>
                    <a:pt x="83972" y="32296"/>
                  </a:lnTo>
                  <a:lnTo>
                    <a:pt x="83972" y="32131"/>
                  </a:lnTo>
                  <a:lnTo>
                    <a:pt x="83451" y="32131"/>
                  </a:lnTo>
                  <a:lnTo>
                    <a:pt x="83654" y="31623"/>
                  </a:lnTo>
                  <a:lnTo>
                    <a:pt x="84137" y="31623"/>
                  </a:lnTo>
                  <a:lnTo>
                    <a:pt x="84747" y="31623"/>
                  </a:lnTo>
                  <a:lnTo>
                    <a:pt x="84861" y="32639"/>
                  </a:lnTo>
                  <a:lnTo>
                    <a:pt x="84861" y="24777"/>
                  </a:lnTo>
                  <a:lnTo>
                    <a:pt x="84797" y="30988"/>
                  </a:lnTo>
                  <a:lnTo>
                    <a:pt x="84531" y="31242"/>
                  </a:lnTo>
                  <a:lnTo>
                    <a:pt x="84391" y="30988"/>
                  </a:lnTo>
                  <a:lnTo>
                    <a:pt x="84797" y="30988"/>
                  </a:lnTo>
                  <a:lnTo>
                    <a:pt x="84797" y="24803"/>
                  </a:lnTo>
                  <a:lnTo>
                    <a:pt x="84594" y="24892"/>
                  </a:lnTo>
                  <a:lnTo>
                    <a:pt x="84518" y="25273"/>
                  </a:lnTo>
                  <a:lnTo>
                    <a:pt x="84455" y="25527"/>
                  </a:lnTo>
                  <a:lnTo>
                    <a:pt x="84277" y="25273"/>
                  </a:lnTo>
                  <a:lnTo>
                    <a:pt x="84518" y="25273"/>
                  </a:lnTo>
                  <a:lnTo>
                    <a:pt x="84518" y="24828"/>
                  </a:lnTo>
                  <a:lnTo>
                    <a:pt x="84289" y="24638"/>
                  </a:lnTo>
                  <a:lnTo>
                    <a:pt x="84442" y="24638"/>
                  </a:lnTo>
                  <a:lnTo>
                    <a:pt x="84645" y="24130"/>
                  </a:lnTo>
                  <a:lnTo>
                    <a:pt x="84963" y="24130"/>
                  </a:lnTo>
                  <a:lnTo>
                    <a:pt x="85153" y="24638"/>
                  </a:lnTo>
                  <a:lnTo>
                    <a:pt x="85153" y="23622"/>
                  </a:lnTo>
                  <a:lnTo>
                    <a:pt x="84289" y="23622"/>
                  </a:lnTo>
                  <a:lnTo>
                    <a:pt x="84086" y="23622"/>
                  </a:lnTo>
                  <a:lnTo>
                    <a:pt x="84162" y="23837"/>
                  </a:lnTo>
                  <a:lnTo>
                    <a:pt x="84277" y="24130"/>
                  </a:lnTo>
                  <a:lnTo>
                    <a:pt x="84455" y="24130"/>
                  </a:lnTo>
                  <a:lnTo>
                    <a:pt x="84289" y="24257"/>
                  </a:lnTo>
                  <a:lnTo>
                    <a:pt x="84239" y="24130"/>
                  </a:lnTo>
                  <a:lnTo>
                    <a:pt x="84150" y="23863"/>
                  </a:lnTo>
                  <a:lnTo>
                    <a:pt x="84086" y="23622"/>
                  </a:lnTo>
                  <a:lnTo>
                    <a:pt x="83959" y="23622"/>
                  </a:lnTo>
                  <a:lnTo>
                    <a:pt x="83959" y="24511"/>
                  </a:lnTo>
                  <a:lnTo>
                    <a:pt x="83794" y="24638"/>
                  </a:lnTo>
                  <a:lnTo>
                    <a:pt x="83629" y="24638"/>
                  </a:lnTo>
                  <a:lnTo>
                    <a:pt x="83896" y="24257"/>
                  </a:lnTo>
                  <a:lnTo>
                    <a:pt x="83959" y="24511"/>
                  </a:lnTo>
                  <a:lnTo>
                    <a:pt x="83959" y="23622"/>
                  </a:lnTo>
                  <a:lnTo>
                    <a:pt x="84213" y="23114"/>
                  </a:lnTo>
                  <a:lnTo>
                    <a:pt x="84632" y="23114"/>
                  </a:lnTo>
                  <a:lnTo>
                    <a:pt x="86321" y="23114"/>
                  </a:lnTo>
                  <a:lnTo>
                    <a:pt x="86131" y="22606"/>
                  </a:lnTo>
                  <a:lnTo>
                    <a:pt x="86563" y="22606"/>
                  </a:lnTo>
                  <a:lnTo>
                    <a:pt x="86563" y="23114"/>
                  </a:lnTo>
                  <a:lnTo>
                    <a:pt x="86842" y="23114"/>
                  </a:lnTo>
                  <a:lnTo>
                    <a:pt x="87096" y="23622"/>
                  </a:lnTo>
                  <a:lnTo>
                    <a:pt x="87071" y="23114"/>
                  </a:lnTo>
                  <a:lnTo>
                    <a:pt x="87274" y="23114"/>
                  </a:lnTo>
                  <a:lnTo>
                    <a:pt x="88582" y="23114"/>
                  </a:lnTo>
                  <a:lnTo>
                    <a:pt x="89115" y="23114"/>
                  </a:lnTo>
                  <a:lnTo>
                    <a:pt x="89141" y="22098"/>
                  </a:lnTo>
                  <a:lnTo>
                    <a:pt x="89001" y="22098"/>
                  </a:lnTo>
                  <a:lnTo>
                    <a:pt x="88684" y="21463"/>
                  </a:lnTo>
                  <a:lnTo>
                    <a:pt x="88404" y="21463"/>
                  </a:lnTo>
                  <a:lnTo>
                    <a:pt x="88506" y="20955"/>
                  </a:lnTo>
                  <a:lnTo>
                    <a:pt x="88442" y="20624"/>
                  </a:lnTo>
                  <a:lnTo>
                    <a:pt x="88049" y="20701"/>
                  </a:lnTo>
                  <a:lnTo>
                    <a:pt x="88061" y="20447"/>
                  </a:lnTo>
                  <a:lnTo>
                    <a:pt x="87744" y="20574"/>
                  </a:lnTo>
                  <a:lnTo>
                    <a:pt x="87744" y="20955"/>
                  </a:lnTo>
                  <a:lnTo>
                    <a:pt x="87642" y="21437"/>
                  </a:lnTo>
                  <a:lnTo>
                    <a:pt x="87503" y="22098"/>
                  </a:lnTo>
                  <a:lnTo>
                    <a:pt x="87172" y="22098"/>
                  </a:lnTo>
                  <a:lnTo>
                    <a:pt x="87210" y="21463"/>
                  </a:lnTo>
                  <a:lnTo>
                    <a:pt x="87630" y="21463"/>
                  </a:lnTo>
                  <a:lnTo>
                    <a:pt x="87439" y="20955"/>
                  </a:lnTo>
                  <a:lnTo>
                    <a:pt x="87744" y="20955"/>
                  </a:lnTo>
                  <a:lnTo>
                    <a:pt x="87744" y="20574"/>
                  </a:lnTo>
                  <a:lnTo>
                    <a:pt x="86753" y="20955"/>
                  </a:lnTo>
                  <a:lnTo>
                    <a:pt x="86258" y="20955"/>
                  </a:lnTo>
                  <a:lnTo>
                    <a:pt x="86080" y="20955"/>
                  </a:lnTo>
                  <a:lnTo>
                    <a:pt x="85699" y="22098"/>
                  </a:lnTo>
                  <a:lnTo>
                    <a:pt x="86309" y="22098"/>
                  </a:lnTo>
                  <a:lnTo>
                    <a:pt x="86614" y="21463"/>
                  </a:lnTo>
                  <a:lnTo>
                    <a:pt x="86575" y="22098"/>
                  </a:lnTo>
                  <a:lnTo>
                    <a:pt x="86321" y="22098"/>
                  </a:lnTo>
                  <a:lnTo>
                    <a:pt x="84810" y="22606"/>
                  </a:lnTo>
                  <a:lnTo>
                    <a:pt x="85013" y="22606"/>
                  </a:lnTo>
                  <a:lnTo>
                    <a:pt x="84670" y="22860"/>
                  </a:lnTo>
                  <a:lnTo>
                    <a:pt x="84709" y="22606"/>
                  </a:lnTo>
                  <a:lnTo>
                    <a:pt x="84772" y="22098"/>
                  </a:lnTo>
                  <a:lnTo>
                    <a:pt x="85293" y="22098"/>
                  </a:lnTo>
                  <a:lnTo>
                    <a:pt x="85712" y="21463"/>
                  </a:lnTo>
                  <a:lnTo>
                    <a:pt x="86055" y="20955"/>
                  </a:lnTo>
                  <a:lnTo>
                    <a:pt x="85725" y="20955"/>
                  </a:lnTo>
                  <a:lnTo>
                    <a:pt x="85598" y="20955"/>
                  </a:lnTo>
                  <a:lnTo>
                    <a:pt x="83121" y="20955"/>
                  </a:lnTo>
                  <a:lnTo>
                    <a:pt x="83604" y="21463"/>
                  </a:lnTo>
                  <a:lnTo>
                    <a:pt x="83566" y="23622"/>
                  </a:lnTo>
                  <a:lnTo>
                    <a:pt x="83451" y="24130"/>
                  </a:lnTo>
                  <a:lnTo>
                    <a:pt x="83210" y="24130"/>
                  </a:lnTo>
                  <a:lnTo>
                    <a:pt x="83185" y="32131"/>
                  </a:lnTo>
                  <a:lnTo>
                    <a:pt x="83172" y="32512"/>
                  </a:lnTo>
                  <a:lnTo>
                    <a:pt x="82727" y="32131"/>
                  </a:lnTo>
                  <a:lnTo>
                    <a:pt x="82296" y="32131"/>
                  </a:lnTo>
                  <a:lnTo>
                    <a:pt x="82296" y="33909"/>
                  </a:lnTo>
                  <a:lnTo>
                    <a:pt x="81737" y="33655"/>
                  </a:lnTo>
                  <a:lnTo>
                    <a:pt x="81140" y="34061"/>
                  </a:lnTo>
                  <a:lnTo>
                    <a:pt x="81368" y="33655"/>
                  </a:lnTo>
                  <a:lnTo>
                    <a:pt x="81737" y="33655"/>
                  </a:lnTo>
                  <a:lnTo>
                    <a:pt x="82245" y="33655"/>
                  </a:lnTo>
                  <a:lnTo>
                    <a:pt x="82296" y="33909"/>
                  </a:lnTo>
                  <a:lnTo>
                    <a:pt x="82296" y="32131"/>
                  </a:lnTo>
                  <a:lnTo>
                    <a:pt x="82042" y="32131"/>
                  </a:lnTo>
                  <a:lnTo>
                    <a:pt x="82308" y="31623"/>
                  </a:lnTo>
                  <a:lnTo>
                    <a:pt x="83019" y="31623"/>
                  </a:lnTo>
                  <a:lnTo>
                    <a:pt x="83185" y="32131"/>
                  </a:lnTo>
                  <a:lnTo>
                    <a:pt x="83185" y="24104"/>
                  </a:lnTo>
                  <a:lnTo>
                    <a:pt x="82931" y="23749"/>
                  </a:lnTo>
                  <a:lnTo>
                    <a:pt x="82931" y="31254"/>
                  </a:lnTo>
                  <a:lnTo>
                    <a:pt x="82664" y="30988"/>
                  </a:lnTo>
                  <a:lnTo>
                    <a:pt x="82880" y="30988"/>
                  </a:lnTo>
                  <a:lnTo>
                    <a:pt x="82931" y="31254"/>
                  </a:lnTo>
                  <a:lnTo>
                    <a:pt x="82931" y="23749"/>
                  </a:lnTo>
                  <a:lnTo>
                    <a:pt x="82842" y="23622"/>
                  </a:lnTo>
                  <a:lnTo>
                    <a:pt x="83566" y="23622"/>
                  </a:lnTo>
                  <a:lnTo>
                    <a:pt x="83566" y="21539"/>
                  </a:lnTo>
                  <a:lnTo>
                    <a:pt x="83439" y="21755"/>
                  </a:lnTo>
                  <a:lnTo>
                    <a:pt x="83096" y="21463"/>
                  </a:lnTo>
                  <a:lnTo>
                    <a:pt x="82486" y="21463"/>
                  </a:lnTo>
                  <a:lnTo>
                    <a:pt x="82638" y="21983"/>
                  </a:lnTo>
                  <a:lnTo>
                    <a:pt x="83134" y="22098"/>
                  </a:lnTo>
                  <a:lnTo>
                    <a:pt x="83515" y="22098"/>
                  </a:lnTo>
                  <a:lnTo>
                    <a:pt x="83464" y="22479"/>
                  </a:lnTo>
                  <a:lnTo>
                    <a:pt x="83134" y="22098"/>
                  </a:lnTo>
                  <a:lnTo>
                    <a:pt x="82575" y="22479"/>
                  </a:lnTo>
                  <a:lnTo>
                    <a:pt x="82537" y="22098"/>
                  </a:lnTo>
                  <a:lnTo>
                    <a:pt x="82461" y="21463"/>
                  </a:lnTo>
                  <a:lnTo>
                    <a:pt x="82169" y="21463"/>
                  </a:lnTo>
                  <a:lnTo>
                    <a:pt x="82169" y="28956"/>
                  </a:lnTo>
                  <a:lnTo>
                    <a:pt x="81953" y="28956"/>
                  </a:lnTo>
                  <a:lnTo>
                    <a:pt x="81953" y="33147"/>
                  </a:lnTo>
                  <a:lnTo>
                    <a:pt x="81597" y="33274"/>
                  </a:lnTo>
                  <a:lnTo>
                    <a:pt x="81673" y="33147"/>
                  </a:lnTo>
                  <a:lnTo>
                    <a:pt x="81953" y="33147"/>
                  </a:lnTo>
                  <a:lnTo>
                    <a:pt x="81953" y="28956"/>
                  </a:lnTo>
                  <a:lnTo>
                    <a:pt x="81330" y="28956"/>
                  </a:lnTo>
                  <a:lnTo>
                    <a:pt x="80975" y="28956"/>
                  </a:lnTo>
                  <a:lnTo>
                    <a:pt x="80975" y="34163"/>
                  </a:lnTo>
                  <a:lnTo>
                    <a:pt x="77812" y="34163"/>
                  </a:lnTo>
                  <a:lnTo>
                    <a:pt x="77812" y="44831"/>
                  </a:lnTo>
                  <a:lnTo>
                    <a:pt x="77203" y="45339"/>
                  </a:lnTo>
                  <a:lnTo>
                    <a:pt x="76923" y="45339"/>
                  </a:lnTo>
                  <a:lnTo>
                    <a:pt x="77177" y="44831"/>
                  </a:lnTo>
                  <a:lnTo>
                    <a:pt x="77419" y="44323"/>
                  </a:lnTo>
                  <a:lnTo>
                    <a:pt x="77673" y="44323"/>
                  </a:lnTo>
                  <a:lnTo>
                    <a:pt x="77812" y="44831"/>
                  </a:lnTo>
                  <a:lnTo>
                    <a:pt x="77812" y="34163"/>
                  </a:lnTo>
                  <a:lnTo>
                    <a:pt x="76962" y="34163"/>
                  </a:lnTo>
                  <a:lnTo>
                    <a:pt x="76962" y="44831"/>
                  </a:lnTo>
                  <a:lnTo>
                    <a:pt x="76492" y="45339"/>
                  </a:lnTo>
                  <a:lnTo>
                    <a:pt x="76174" y="45339"/>
                  </a:lnTo>
                  <a:lnTo>
                    <a:pt x="76149" y="44831"/>
                  </a:lnTo>
                  <a:lnTo>
                    <a:pt x="76835" y="44831"/>
                  </a:lnTo>
                  <a:lnTo>
                    <a:pt x="76962" y="44831"/>
                  </a:lnTo>
                  <a:lnTo>
                    <a:pt x="76962" y="34163"/>
                  </a:lnTo>
                  <a:lnTo>
                    <a:pt x="76771" y="34163"/>
                  </a:lnTo>
                  <a:lnTo>
                    <a:pt x="76771" y="44462"/>
                  </a:lnTo>
                  <a:lnTo>
                    <a:pt x="76619" y="44323"/>
                  </a:lnTo>
                  <a:lnTo>
                    <a:pt x="76758" y="44323"/>
                  </a:lnTo>
                  <a:lnTo>
                    <a:pt x="76771" y="44462"/>
                  </a:lnTo>
                  <a:lnTo>
                    <a:pt x="76771" y="34163"/>
                  </a:lnTo>
                  <a:lnTo>
                    <a:pt x="76631" y="34163"/>
                  </a:lnTo>
                  <a:lnTo>
                    <a:pt x="76631" y="40005"/>
                  </a:lnTo>
                  <a:lnTo>
                    <a:pt x="76212" y="40513"/>
                  </a:lnTo>
                  <a:lnTo>
                    <a:pt x="75793" y="40513"/>
                  </a:lnTo>
                  <a:lnTo>
                    <a:pt x="75463" y="40513"/>
                  </a:lnTo>
                  <a:lnTo>
                    <a:pt x="75679" y="40005"/>
                  </a:lnTo>
                  <a:lnTo>
                    <a:pt x="75844" y="40005"/>
                  </a:lnTo>
                  <a:lnTo>
                    <a:pt x="75793" y="40513"/>
                  </a:lnTo>
                  <a:lnTo>
                    <a:pt x="76314" y="40005"/>
                  </a:lnTo>
                  <a:lnTo>
                    <a:pt x="76631" y="40005"/>
                  </a:lnTo>
                  <a:lnTo>
                    <a:pt x="76631" y="34163"/>
                  </a:lnTo>
                  <a:lnTo>
                    <a:pt x="76250" y="34163"/>
                  </a:lnTo>
                  <a:lnTo>
                    <a:pt x="76047" y="34048"/>
                  </a:lnTo>
                  <a:lnTo>
                    <a:pt x="75907" y="34315"/>
                  </a:lnTo>
                  <a:lnTo>
                    <a:pt x="75907" y="36830"/>
                  </a:lnTo>
                  <a:lnTo>
                    <a:pt x="75907" y="37084"/>
                  </a:lnTo>
                  <a:lnTo>
                    <a:pt x="75666" y="37007"/>
                  </a:lnTo>
                  <a:lnTo>
                    <a:pt x="75603" y="36830"/>
                  </a:lnTo>
                  <a:lnTo>
                    <a:pt x="75552" y="36957"/>
                  </a:lnTo>
                  <a:lnTo>
                    <a:pt x="75222" y="36830"/>
                  </a:lnTo>
                  <a:lnTo>
                    <a:pt x="75603" y="36830"/>
                  </a:lnTo>
                  <a:lnTo>
                    <a:pt x="75907" y="36830"/>
                  </a:lnTo>
                  <a:lnTo>
                    <a:pt x="75907" y="34315"/>
                  </a:lnTo>
                  <a:lnTo>
                    <a:pt x="75704" y="34556"/>
                  </a:lnTo>
                  <a:lnTo>
                    <a:pt x="75349" y="34302"/>
                  </a:lnTo>
                  <a:lnTo>
                    <a:pt x="75196" y="34607"/>
                  </a:lnTo>
                  <a:lnTo>
                    <a:pt x="75196" y="41656"/>
                  </a:lnTo>
                  <a:lnTo>
                    <a:pt x="75069" y="42164"/>
                  </a:lnTo>
                  <a:lnTo>
                    <a:pt x="74904" y="42075"/>
                  </a:lnTo>
                  <a:lnTo>
                    <a:pt x="74803" y="42418"/>
                  </a:lnTo>
                  <a:lnTo>
                    <a:pt x="74536" y="42164"/>
                  </a:lnTo>
                  <a:lnTo>
                    <a:pt x="74904" y="42164"/>
                  </a:lnTo>
                  <a:lnTo>
                    <a:pt x="74574" y="41656"/>
                  </a:lnTo>
                  <a:lnTo>
                    <a:pt x="75196" y="41656"/>
                  </a:lnTo>
                  <a:lnTo>
                    <a:pt x="75196" y="34607"/>
                  </a:lnTo>
                  <a:lnTo>
                    <a:pt x="74561" y="34315"/>
                  </a:lnTo>
                  <a:lnTo>
                    <a:pt x="74561" y="36830"/>
                  </a:lnTo>
                  <a:lnTo>
                    <a:pt x="74295" y="37122"/>
                  </a:lnTo>
                  <a:lnTo>
                    <a:pt x="74129" y="36957"/>
                  </a:lnTo>
                  <a:lnTo>
                    <a:pt x="74129" y="37973"/>
                  </a:lnTo>
                  <a:lnTo>
                    <a:pt x="73367" y="37973"/>
                  </a:lnTo>
                  <a:lnTo>
                    <a:pt x="73469" y="37338"/>
                  </a:lnTo>
                  <a:lnTo>
                    <a:pt x="73939" y="37338"/>
                  </a:lnTo>
                  <a:lnTo>
                    <a:pt x="74129" y="37973"/>
                  </a:lnTo>
                  <a:lnTo>
                    <a:pt x="74129" y="36957"/>
                  </a:lnTo>
                  <a:lnTo>
                    <a:pt x="74002" y="36830"/>
                  </a:lnTo>
                  <a:lnTo>
                    <a:pt x="74561" y="36830"/>
                  </a:lnTo>
                  <a:lnTo>
                    <a:pt x="74561" y="34315"/>
                  </a:lnTo>
                  <a:lnTo>
                    <a:pt x="74333" y="34163"/>
                  </a:lnTo>
                  <a:lnTo>
                    <a:pt x="74688" y="34163"/>
                  </a:lnTo>
                  <a:lnTo>
                    <a:pt x="75171" y="34163"/>
                  </a:lnTo>
                  <a:lnTo>
                    <a:pt x="75412" y="34163"/>
                  </a:lnTo>
                  <a:lnTo>
                    <a:pt x="76022" y="34163"/>
                  </a:lnTo>
                  <a:lnTo>
                    <a:pt x="75628" y="33769"/>
                  </a:lnTo>
                  <a:lnTo>
                    <a:pt x="75463" y="33655"/>
                  </a:lnTo>
                  <a:lnTo>
                    <a:pt x="75425" y="33147"/>
                  </a:lnTo>
                  <a:lnTo>
                    <a:pt x="75158" y="33655"/>
                  </a:lnTo>
                  <a:lnTo>
                    <a:pt x="75006" y="33147"/>
                  </a:lnTo>
                  <a:lnTo>
                    <a:pt x="75425" y="33147"/>
                  </a:lnTo>
                  <a:lnTo>
                    <a:pt x="75793" y="33147"/>
                  </a:lnTo>
                  <a:lnTo>
                    <a:pt x="75819" y="33655"/>
                  </a:lnTo>
                  <a:lnTo>
                    <a:pt x="76136" y="33655"/>
                  </a:lnTo>
                  <a:lnTo>
                    <a:pt x="80975" y="34163"/>
                  </a:lnTo>
                  <a:lnTo>
                    <a:pt x="80975" y="28956"/>
                  </a:lnTo>
                  <a:lnTo>
                    <a:pt x="79768" y="28956"/>
                  </a:lnTo>
                  <a:lnTo>
                    <a:pt x="79679" y="29095"/>
                  </a:lnTo>
                  <a:lnTo>
                    <a:pt x="79679" y="33147"/>
                  </a:lnTo>
                  <a:lnTo>
                    <a:pt x="79463" y="33147"/>
                  </a:lnTo>
                  <a:lnTo>
                    <a:pt x="79679" y="33147"/>
                  </a:lnTo>
                  <a:lnTo>
                    <a:pt x="79679" y="29095"/>
                  </a:lnTo>
                  <a:lnTo>
                    <a:pt x="79425" y="29464"/>
                  </a:lnTo>
                  <a:lnTo>
                    <a:pt x="79197" y="29464"/>
                  </a:lnTo>
                  <a:lnTo>
                    <a:pt x="79375" y="29972"/>
                  </a:lnTo>
                  <a:lnTo>
                    <a:pt x="79375" y="33655"/>
                  </a:lnTo>
                  <a:lnTo>
                    <a:pt x="78917" y="33655"/>
                  </a:lnTo>
                  <a:lnTo>
                    <a:pt x="78968" y="33147"/>
                  </a:lnTo>
                  <a:lnTo>
                    <a:pt x="79121" y="33147"/>
                  </a:lnTo>
                  <a:lnTo>
                    <a:pt x="79375" y="33655"/>
                  </a:lnTo>
                  <a:lnTo>
                    <a:pt x="79375" y="29972"/>
                  </a:lnTo>
                  <a:lnTo>
                    <a:pt x="79235" y="29972"/>
                  </a:lnTo>
                  <a:lnTo>
                    <a:pt x="79082" y="29464"/>
                  </a:lnTo>
                  <a:lnTo>
                    <a:pt x="78828" y="28956"/>
                  </a:lnTo>
                  <a:lnTo>
                    <a:pt x="79019" y="28917"/>
                  </a:lnTo>
                  <a:lnTo>
                    <a:pt x="78689" y="28816"/>
                  </a:lnTo>
                  <a:lnTo>
                    <a:pt x="78689" y="28956"/>
                  </a:lnTo>
                  <a:lnTo>
                    <a:pt x="78397" y="28956"/>
                  </a:lnTo>
                  <a:lnTo>
                    <a:pt x="77724" y="28956"/>
                  </a:lnTo>
                  <a:lnTo>
                    <a:pt x="78549" y="28841"/>
                  </a:lnTo>
                  <a:lnTo>
                    <a:pt x="78689" y="28956"/>
                  </a:lnTo>
                  <a:lnTo>
                    <a:pt x="78689" y="28816"/>
                  </a:lnTo>
                  <a:lnTo>
                    <a:pt x="79451" y="28702"/>
                  </a:lnTo>
                  <a:lnTo>
                    <a:pt x="79959" y="28448"/>
                  </a:lnTo>
                  <a:lnTo>
                    <a:pt x="81038" y="28448"/>
                  </a:lnTo>
                  <a:lnTo>
                    <a:pt x="80683" y="27813"/>
                  </a:lnTo>
                  <a:lnTo>
                    <a:pt x="80987" y="27813"/>
                  </a:lnTo>
                  <a:lnTo>
                    <a:pt x="81661" y="27813"/>
                  </a:lnTo>
                  <a:lnTo>
                    <a:pt x="81038" y="28448"/>
                  </a:lnTo>
                  <a:lnTo>
                    <a:pt x="81178" y="28448"/>
                  </a:lnTo>
                  <a:lnTo>
                    <a:pt x="81610" y="28448"/>
                  </a:lnTo>
                  <a:lnTo>
                    <a:pt x="82169" y="28956"/>
                  </a:lnTo>
                  <a:lnTo>
                    <a:pt x="82169" y="21463"/>
                  </a:lnTo>
                  <a:lnTo>
                    <a:pt x="83121" y="20955"/>
                  </a:lnTo>
                  <a:lnTo>
                    <a:pt x="81064" y="20955"/>
                  </a:lnTo>
                  <a:lnTo>
                    <a:pt x="82029" y="21463"/>
                  </a:lnTo>
                  <a:lnTo>
                    <a:pt x="81915" y="27305"/>
                  </a:lnTo>
                  <a:lnTo>
                    <a:pt x="80708" y="27546"/>
                  </a:lnTo>
                  <a:lnTo>
                    <a:pt x="81064" y="27305"/>
                  </a:lnTo>
                  <a:lnTo>
                    <a:pt x="81915" y="27305"/>
                  </a:lnTo>
                  <a:lnTo>
                    <a:pt x="81915" y="21463"/>
                  </a:lnTo>
                  <a:lnTo>
                    <a:pt x="81889" y="22364"/>
                  </a:lnTo>
                  <a:lnTo>
                    <a:pt x="80759" y="22161"/>
                  </a:lnTo>
                  <a:lnTo>
                    <a:pt x="80759" y="27305"/>
                  </a:lnTo>
                  <a:lnTo>
                    <a:pt x="80530" y="27559"/>
                  </a:lnTo>
                  <a:lnTo>
                    <a:pt x="80073" y="27305"/>
                  </a:lnTo>
                  <a:lnTo>
                    <a:pt x="80403" y="27609"/>
                  </a:lnTo>
                  <a:lnTo>
                    <a:pt x="79679" y="27749"/>
                  </a:lnTo>
                  <a:lnTo>
                    <a:pt x="79679" y="27317"/>
                  </a:lnTo>
                  <a:lnTo>
                    <a:pt x="79578" y="27813"/>
                  </a:lnTo>
                  <a:lnTo>
                    <a:pt x="79235" y="28295"/>
                  </a:lnTo>
                  <a:lnTo>
                    <a:pt x="79133" y="28105"/>
                  </a:lnTo>
                  <a:lnTo>
                    <a:pt x="79133" y="28448"/>
                  </a:lnTo>
                  <a:lnTo>
                    <a:pt x="78625" y="28803"/>
                  </a:lnTo>
                  <a:lnTo>
                    <a:pt x="79133" y="28448"/>
                  </a:lnTo>
                  <a:lnTo>
                    <a:pt x="79133" y="28105"/>
                  </a:lnTo>
                  <a:lnTo>
                    <a:pt x="78981" y="27813"/>
                  </a:lnTo>
                  <a:lnTo>
                    <a:pt x="79324" y="27813"/>
                  </a:lnTo>
                  <a:lnTo>
                    <a:pt x="79578" y="27813"/>
                  </a:lnTo>
                  <a:lnTo>
                    <a:pt x="79578" y="27343"/>
                  </a:lnTo>
                  <a:lnTo>
                    <a:pt x="78841" y="27432"/>
                  </a:lnTo>
                  <a:lnTo>
                    <a:pt x="78854" y="27305"/>
                  </a:lnTo>
                  <a:lnTo>
                    <a:pt x="79679" y="27305"/>
                  </a:lnTo>
                  <a:lnTo>
                    <a:pt x="80073" y="27305"/>
                  </a:lnTo>
                  <a:lnTo>
                    <a:pt x="80759" y="27305"/>
                  </a:lnTo>
                  <a:lnTo>
                    <a:pt x="80759" y="22161"/>
                  </a:lnTo>
                  <a:lnTo>
                    <a:pt x="80467" y="22098"/>
                  </a:lnTo>
                  <a:lnTo>
                    <a:pt x="80695" y="22098"/>
                  </a:lnTo>
                  <a:lnTo>
                    <a:pt x="80987" y="22098"/>
                  </a:lnTo>
                  <a:lnTo>
                    <a:pt x="81407" y="22098"/>
                  </a:lnTo>
                  <a:lnTo>
                    <a:pt x="81610" y="22098"/>
                  </a:lnTo>
                  <a:lnTo>
                    <a:pt x="81889" y="22364"/>
                  </a:lnTo>
                  <a:lnTo>
                    <a:pt x="81889" y="21463"/>
                  </a:lnTo>
                  <a:lnTo>
                    <a:pt x="81622" y="21463"/>
                  </a:lnTo>
                  <a:lnTo>
                    <a:pt x="81064" y="20955"/>
                  </a:lnTo>
                  <a:lnTo>
                    <a:pt x="80251" y="20955"/>
                  </a:lnTo>
                  <a:lnTo>
                    <a:pt x="80187" y="20637"/>
                  </a:lnTo>
                  <a:lnTo>
                    <a:pt x="80187" y="21463"/>
                  </a:lnTo>
                  <a:lnTo>
                    <a:pt x="79997" y="21463"/>
                  </a:lnTo>
                  <a:lnTo>
                    <a:pt x="80137" y="21590"/>
                  </a:lnTo>
                  <a:lnTo>
                    <a:pt x="79819" y="21463"/>
                  </a:lnTo>
                  <a:lnTo>
                    <a:pt x="79286" y="21463"/>
                  </a:lnTo>
                  <a:lnTo>
                    <a:pt x="79984" y="20955"/>
                  </a:lnTo>
                  <a:lnTo>
                    <a:pt x="78498" y="20955"/>
                  </a:lnTo>
                  <a:lnTo>
                    <a:pt x="78498" y="28752"/>
                  </a:lnTo>
                  <a:lnTo>
                    <a:pt x="77571" y="28448"/>
                  </a:lnTo>
                  <a:lnTo>
                    <a:pt x="78232" y="28448"/>
                  </a:lnTo>
                  <a:lnTo>
                    <a:pt x="78498" y="28752"/>
                  </a:lnTo>
                  <a:lnTo>
                    <a:pt x="78498" y="20955"/>
                  </a:lnTo>
                  <a:lnTo>
                    <a:pt x="78346" y="20955"/>
                  </a:lnTo>
                  <a:lnTo>
                    <a:pt x="78346" y="21336"/>
                  </a:lnTo>
                  <a:lnTo>
                    <a:pt x="77901" y="20967"/>
                  </a:lnTo>
                  <a:lnTo>
                    <a:pt x="77901" y="23622"/>
                  </a:lnTo>
                  <a:lnTo>
                    <a:pt x="77101" y="23888"/>
                  </a:lnTo>
                  <a:lnTo>
                    <a:pt x="77114" y="23622"/>
                  </a:lnTo>
                  <a:lnTo>
                    <a:pt x="77127" y="23241"/>
                  </a:lnTo>
                  <a:lnTo>
                    <a:pt x="77127" y="23622"/>
                  </a:lnTo>
                  <a:lnTo>
                    <a:pt x="77901" y="23622"/>
                  </a:lnTo>
                  <a:lnTo>
                    <a:pt x="77901" y="20967"/>
                  </a:lnTo>
                  <a:lnTo>
                    <a:pt x="77457" y="20955"/>
                  </a:lnTo>
                  <a:lnTo>
                    <a:pt x="77063" y="20955"/>
                  </a:lnTo>
                  <a:lnTo>
                    <a:pt x="77063" y="22098"/>
                  </a:lnTo>
                  <a:lnTo>
                    <a:pt x="77063" y="22606"/>
                  </a:lnTo>
                  <a:lnTo>
                    <a:pt x="76796" y="22606"/>
                  </a:lnTo>
                  <a:lnTo>
                    <a:pt x="76974" y="22098"/>
                  </a:lnTo>
                  <a:lnTo>
                    <a:pt x="76555" y="22098"/>
                  </a:lnTo>
                  <a:lnTo>
                    <a:pt x="76212" y="21463"/>
                  </a:lnTo>
                  <a:lnTo>
                    <a:pt x="76923" y="21463"/>
                  </a:lnTo>
                  <a:lnTo>
                    <a:pt x="77063" y="22098"/>
                  </a:lnTo>
                  <a:lnTo>
                    <a:pt x="77063" y="20955"/>
                  </a:lnTo>
                  <a:lnTo>
                    <a:pt x="72351" y="20955"/>
                  </a:lnTo>
                  <a:lnTo>
                    <a:pt x="71869" y="21043"/>
                  </a:lnTo>
                  <a:lnTo>
                    <a:pt x="71869" y="22098"/>
                  </a:lnTo>
                  <a:lnTo>
                    <a:pt x="71374" y="22098"/>
                  </a:lnTo>
                  <a:lnTo>
                    <a:pt x="71361" y="44323"/>
                  </a:lnTo>
                  <a:lnTo>
                    <a:pt x="71056" y="44386"/>
                  </a:lnTo>
                  <a:lnTo>
                    <a:pt x="71361" y="44323"/>
                  </a:lnTo>
                  <a:lnTo>
                    <a:pt x="71361" y="22085"/>
                  </a:lnTo>
                  <a:lnTo>
                    <a:pt x="70929" y="21551"/>
                  </a:lnTo>
                  <a:lnTo>
                    <a:pt x="70929" y="44399"/>
                  </a:lnTo>
                  <a:lnTo>
                    <a:pt x="69913" y="44577"/>
                  </a:lnTo>
                  <a:lnTo>
                    <a:pt x="70104" y="44323"/>
                  </a:lnTo>
                  <a:lnTo>
                    <a:pt x="70358" y="44323"/>
                  </a:lnTo>
                  <a:lnTo>
                    <a:pt x="70904" y="44323"/>
                  </a:lnTo>
                  <a:lnTo>
                    <a:pt x="70929" y="21551"/>
                  </a:lnTo>
                  <a:lnTo>
                    <a:pt x="71158" y="21463"/>
                  </a:lnTo>
                  <a:lnTo>
                    <a:pt x="71716" y="21463"/>
                  </a:lnTo>
                  <a:lnTo>
                    <a:pt x="71869" y="22098"/>
                  </a:lnTo>
                  <a:lnTo>
                    <a:pt x="71869" y="21043"/>
                  </a:lnTo>
                  <a:lnTo>
                    <a:pt x="71031" y="21183"/>
                  </a:lnTo>
                  <a:lnTo>
                    <a:pt x="70954" y="20955"/>
                  </a:lnTo>
                  <a:lnTo>
                    <a:pt x="70383" y="20955"/>
                  </a:lnTo>
                  <a:lnTo>
                    <a:pt x="70383" y="23622"/>
                  </a:lnTo>
                  <a:lnTo>
                    <a:pt x="70154" y="23876"/>
                  </a:lnTo>
                  <a:lnTo>
                    <a:pt x="70256" y="23622"/>
                  </a:lnTo>
                  <a:lnTo>
                    <a:pt x="70383" y="23622"/>
                  </a:lnTo>
                  <a:lnTo>
                    <a:pt x="70383" y="20955"/>
                  </a:lnTo>
                  <a:lnTo>
                    <a:pt x="70116" y="20955"/>
                  </a:lnTo>
                  <a:lnTo>
                    <a:pt x="70116" y="23622"/>
                  </a:lnTo>
                  <a:lnTo>
                    <a:pt x="70027" y="43688"/>
                  </a:lnTo>
                  <a:lnTo>
                    <a:pt x="69405" y="43688"/>
                  </a:lnTo>
                  <a:lnTo>
                    <a:pt x="69811" y="43967"/>
                  </a:lnTo>
                  <a:lnTo>
                    <a:pt x="67716" y="43688"/>
                  </a:lnTo>
                  <a:lnTo>
                    <a:pt x="69240" y="43688"/>
                  </a:lnTo>
                  <a:lnTo>
                    <a:pt x="68808" y="43180"/>
                  </a:lnTo>
                  <a:lnTo>
                    <a:pt x="70027" y="43688"/>
                  </a:lnTo>
                  <a:lnTo>
                    <a:pt x="70027" y="23622"/>
                  </a:lnTo>
                  <a:lnTo>
                    <a:pt x="69888" y="23622"/>
                  </a:lnTo>
                  <a:lnTo>
                    <a:pt x="69989" y="23241"/>
                  </a:lnTo>
                  <a:lnTo>
                    <a:pt x="70116" y="23622"/>
                  </a:lnTo>
                  <a:lnTo>
                    <a:pt x="70116" y="20955"/>
                  </a:lnTo>
                  <a:lnTo>
                    <a:pt x="69075" y="20955"/>
                  </a:lnTo>
                  <a:lnTo>
                    <a:pt x="69075" y="33655"/>
                  </a:lnTo>
                  <a:lnTo>
                    <a:pt x="69037" y="34163"/>
                  </a:lnTo>
                  <a:lnTo>
                    <a:pt x="68834" y="34163"/>
                  </a:lnTo>
                  <a:lnTo>
                    <a:pt x="68643" y="33655"/>
                  </a:lnTo>
                  <a:lnTo>
                    <a:pt x="69075" y="33655"/>
                  </a:lnTo>
                  <a:lnTo>
                    <a:pt x="69075" y="20955"/>
                  </a:lnTo>
                  <a:lnTo>
                    <a:pt x="68491" y="20955"/>
                  </a:lnTo>
                  <a:lnTo>
                    <a:pt x="68491" y="24638"/>
                  </a:lnTo>
                  <a:lnTo>
                    <a:pt x="68122" y="25158"/>
                  </a:lnTo>
                  <a:lnTo>
                    <a:pt x="67843" y="24815"/>
                  </a:lnTo>
                  <a:lnTo>
                    <a:pt x="67843" y="38481"/>
                  </a:lnTo>
                  <a:lnTo>
                    <a:pt x="66827" y="38735"/>
                  </a:lnTo>
                  <a:lnTo>
                    <a:pt x="66662" y="38481"/>
                  </a:lnTo>
                  <a:lnTo>
                    <a:pt x="66319" y="37973"/>
                  </a:lnTo>
                  <a:lnTo>
                    <a:pt x="65544" y="36830"/>
                  </a:lnTo>
                  <a:lnTo>
                    <a:pt x="67119" y="37338"/>
                  </a:lnTo>
                  <a:lnTo>
                    <a:pt x="67297" y="37617"/>
                  </a:lnTo>
                  <a:lnTo>
                    <a:pt x="67297" y="37338"/>
                  </a:lnTo>
                  <a:lnTo>
                    <a:pt x="67691" y="37338"/>
                  </a:lnTo>
                  <a:lnTo>
                    <a:pt x="67386" y="37719"/>
                  </a:lnTo>
                  <a:lnTo>
                    <a:pt x="67564" y="37973"/>
                  </a:lnTo>
                  <a:lnTo>
                    <a:pt x="67310" y="37846"/>
                  </a:lnTo>
                  <a:lnTo>
                    <a:pt x="66840" y="37592"/>
                  </a:lnTo>
                  <a:lnTo>
                    <a:pt x="67183" y="37973"/>
                  </a:lnTo>
                  <a:lnTo>
                    <a:pt x="67284" y="38481"/>
                  </a:lnTo>
                  <a:lnTo>
                    <a:pt x="67843" y="38481"/>
                  </a:lnTo>
                  <a:lnTo>
                    <a:pt x="67843" y="24815"/>
                  </a:lnTo>
                  <a:lnTo>
                    <a:pt x="67703" y="24638"/>
                  </a:lnTo>
                  <a:lnTo>
                    <a:pt x="68008" y="24638"/>
                  </a:lnTo>
                  <a:lnTo>
                    <a:pt x="68491" y="24638"/>
                  </a:lnTo>
                  <a:lnTo>
                    <a:pt x="68491" y="20955"/>
                  </a:lnTo>
                  <a:lnTo>
                    <a:pt x="68262" y="20955"/>
                  </a:lnTo>
                  <a:lnTo>
                    <a:pt x="68262" y="24130"/>
                  </a:lnTo>
                  <a:lnTo>
                    <a:pt x="67551" y="24257"/>
                  </a:lnTo>
                  <a:lnTo>
                    <a:pt x="67398" y="24130"/>
                  </a:lnTo>
                  <a:lnTo>
                    <a:pt x="68262" y="24130"/>
                  </a:lnTo>
                  <a:lnTo>
                    <a:pt x="68262" y="20955"/>
                  </a:lnTo>
                  <a:lnTo>
                    <a:pt x="67881" y="20955"/>
                  </a:lnTo>
                  <a:lnTo>
                    <a:pt x="67881" y="22606"/>
                  </a:lnTo>
                  <a:lnTo>
                    <a:pt x="67475" y="22606"/>
                  </a:lnTo>
                  <a:lnTo>
                    <a:pt x="67449" y="22974"/>
                  </a:lnTo>
                  <a:lnTo>
                    <a:pt x="67449" y="23114"/>
                  </a:lnTo>
                  <a:lnTo>
                    <a:pt x="67424" y="23507"/>
                  </a:lnTo>
                  <a:lnTo>
                    <a:pt x="67157" y="23114"/>
                  </a:lnTo>
                  <a:lnTo>
                    <a:pt x="67322" y="23114"/>
                  </a:lnTo>
                  <a:lnTo>
                    <a:pt x="67449" y="23114"/>
                  </a:lnTo>
                  <a:lnTo>
                    <a:pt x="67449" y="22974"/>
                  </a:lnTo>
                  <a:lnTo>
                    <a:pt x="66852" y="22885"/>
                  </a:lnTo>
                  <a:lnTo>
                    <a:pt x="66649" y="22783"/>
                  </a:lnTo>
                  <a:lnTo>
                    <a:pt x="66649" y="24130"/>
                  </a:lnTo>
                  <a:lnTo>
                    <a:pt x="66294" y="24384"/>
                  </a:lnTo>
                  <a:lnTo>
                    <a:pt x="66090" y="24130"/>
                  </a:lnTo>
                  <a:lnTo>
                    <a:pt x="66649" y="24130"/>
                  </a:lnTo>
                  <a:lnTo>
                    <a:pt x="66649" y="22783"/>
                  </a:lnTo>
                  <a:lnTo>
                    <a:pt x="66332" y="22606"/>
                  </a:lnTo>
                  <a:lnTo>
                    <a:pt x="66141" y="22606"/>
                  </a:lnTo>
                  <a:lnTo>
                    <a:pt x="66141" y="23622"/>
                  </a:lnTo>
                  <a:lnTo>
                    <a:pt x="65239" y="23977"/>
                  </a:lnTo>
                  <a:lnTo>
                    <a:pt x="65239" y="24638"/>
                  </a:lnTo>
                  <a:lnTo>
                    <a:pt x="65087" y="24688"/>
                  </a:lnTo>
                  <a:lnTo>
                    <a:pt x="65087" y="25273"/>
                  </a:lnTo>
                  <a:lnTo>
                    <a:pt x="64427" y="25781"/>
                  </a:lnTo>
                  <a:lnTo>
                    <a:pt x="64490" y="26035"/>
                  </a:lnTo>
                  <a:lnTo>
                    <a:pt x="64147" y="25781"/>
                  </a:lnTo>
                  <a:lnTo>
                    <a:pt x="64668" y="25273"/>
                  </a:lnTo>
                  <a:lnTo>
                    <a:pt x="65087" y="25273"/>
                  </a:lnTo>
                  <a:lnTo>
                    <a:pt x="65087" y="24688"/>
                  </a:lnTo>
                  <a:lnTo>
                    <a:pt x="64084" y="24980"/>
                  </a:lnTo>
                  <a:lnTo>
                    <a:pt x="64084" y="26289"/>
                  </a:lnTo>
                  <a:lnTo>
                    <a:pt x="63690" y="26670"/>
                  </a:lnTo>
                  <a:lnTo>
                    <a:pt x="63690" y="28956"/>
                  </a:lnTo>
                  <a:lnTo>
                    <a:pt x="63423" y="29210"/>
                  </a:lnTo>
                  <a:lnTo>
                    <a:pt x="62636" y="28956"/>
                  </a:lnTo>
                  <a:lnTo>
                    <a:pt x="63144" y="28956"/>
                  </a:lnTo>
                  <a:lnTo>
                    <a:pt x="63627" y="28448"/>
                  </a:lnTo>
                  <a:lnTo>
                    <a:pt x="63690" y="28956"/>
                  </a:lnTo>
                  <a:lnTo>
                    <a:pt x="63690" y="26670"/>
                  </a:lnTo>
                  <a:lnTo>
                    <a:pt x="63665" y="27813"/>
                  </a:lnTo>
                  <a:lnTo>
                    <a:pt x="63665" y="28295"/>
                  </a:lnTo>
                  <a:lnTo>
                    <a:pt x="62826" y="27813"/>
                  </a:lnTo>
                  <a:lnTo>
                    <a:pt x="63246" y="27813"/>
                  </a:lnTo>
                  <a:lnTo>
                    <a:pt x="63665" y="27813"/>
                  </a:lnTo>
                  <a:lnTo>
                    <a:pt x="63665" y="26695"/>
                  </a:lnTo>
                  <a:lnTo>
                    <a:pt x="63576" y="27241"/>
                  </a:lnTo>
                  <a:lnTo>
                    <a:pt x="63182" y="26797"/>
                  </a:lnTo>
                  <a:lnTo>
                    <a:pt x="63360" y="27152"/>
                  </a:lnTo>
                  <a:lnTo>
                    <a:pt x="63449" y="27305"/>
                  </a:lnTo>
                  <a:lnTo>
                    <a:pt x="63322" y="27622"/>
                  </a:lnTo>
                  <a:lnTo>
                    <a:pt x="62699" y="27305"/>
                  </a:lnTo>
                  <a:lnTo>
                    <a:pt x="62623" y="27813"/>
                  </a:lnTo>
                  <a:lnTo>
                    <a:pt x="62649" y="27305"/>
                  </a:lnTo>
                  <a:lnTo>
                    <a:pt x="62699" y="26898"/>
                  </a:lnTo>
                  <a:lnTo>
                    <a:pt x="62674" y="27228"/>
                  </a:lnTo>
                  <a:lnTo>
                    <a:pt x="62953" y="27305"/>
                  </a:lnTo>
                  <a:lnTo>
                    <a:pt x="63195" y="27305"/>
                  </a:lnTo>
                  <a:lnTo>
                    <a:pt x="63169" y="27076"/>
                  </a:lnTo>
                  <a:lnTo>
                    <a:pt x="63144" y="26797"/>
                  </a:lnTo>
                  <a:lnTo>
                    <a:pt x="63093" y="26327"/>
                  </a:lnTo>
                  <a:lnTo>
                    <a:pt x="62941" y="26733"/>
                  </a:lnTo>
                  <a:lnTo>
                    <a:pt x="62725" y="26593"/>
                  </a:lnTo>
                  <a:lnTo>
                    <a:pt x="63068" y="26339"/>
                  </a:lnTo>
                  <a:lnTo>
                    <a:pt x="62763" y="26289"/>
                  </a:lnTo>
                  <a:lnTo>
                    <a:pt x="62560" y="26352"/>
                  </a:lnTo>
                  <a:lnTo>
                    <a:pt x="62560" y="29972"/>
                  </a:lnTo>
                  <a:lnTo>
                    <a:pt x="62445" y="30480"/>
                  </a:lnTo>
                  <a:lnTo>
                    <a:pt x="62331" y="30988"/>
                  </a:lnTo>
                  <a:lnTo>
                    <a:pt x="62179" y="31369"/>
                  </a:lnTo>
                  <a:lnTo>
                    <a:pt x="61823" y="30988"/>
                  </a:lnTo>
                  <a:lnTo>
                    <a:pt x="62001" y="30988"/>
                  </a:lnTo>
                  <a:lnTo>
                    <a:pt x="62268" y="30480"/>
                  </a:lnTo>
                  <a:lnTo>
                    <a:pt x="62445" y="30480"/>
                  </a:lnTo>
                  <a:lnTo>
                    <a:pt x="62445" y="30048"/>
                  </a:lnTo>
                  <a:lnTo>
                    <a:pt x="62280" y="30149"/>
                  </a:lnTo>
                  <a:lnTo>
                    <a:pt x="62141" y="30238"/>
                  </a:lnTo>
                  <a:lnTo>
                    <a:pt x="62014" y="29972"/>
                  </a:lnTo>
                  <a:lnTo>
                    <a:pt x="62293" y="29972"/>
                  </a:lnTo>
                  <a:lnTo>
                    <a:pt x="62560" y="29972"/>
                  </a:lnTo>
                  <a:lnTo>
                    <a:pt x="62560" y="26352"/>
                  </a:lnTo>
                  <a:lnTo>
                    <a:pt x="62407" y="26390"/>
                  </a:lnTo>
                  <a:lnTo>
                    <a:pt x="61988" y="26492"/>
                  </a:lnTo>
                  <a:lnTo>
                    <a:pt x="62255" y="26289"/>
                  </a:lnTo>
                  <a:lnTo>
                    <a:pt x="61963" y="26289"/>
                  </a:lnTo>
                  <a:lnTo>
                    <a:pt x="61963" y="26797"/>
                  </a:lnTo>
                  <a:lnTo>
                    <a:pt x="61963" y="26949"/>
                  </a:lnTo>
                  <a:lnTo>
                    <a:pt x="61963" y="27305"/>
                  </a:lnTo>
                  <a:lnTo>
                    <a:pt x="61899" y="27127"/>
                  </a:lnTo>
                  <a:lnTo>
                    <a:pt x="61849" y="26962"/>
                  </a:lnTo>
                  <a:lnTo>
                    <a:pt x="61823" y="29972"/>
                  </a:lnTo>
                  <a:lnTo>
                    <a:pt x="61760" y="30480"/>
                  </a:lnTo>
                  <a:lnTo>
                    <a:pt x="61709" y="29972"/>
                  </a:lnTo>
                  <a:lnTo>
                    <a:pt x="61823" y="26860"/>
                  </a:lnTo>
                  <a:lnTo>
                    <a:pt x="61671" y="26898"/>
                  </a:lnTo>
                  <a:lnTo>
                    <a:pt x="61455" y="27051"/>
                  </a:lnTo>
                  <a:lnTo>
                    <a:pt x="61569" y="26860"/>
                  </a:lnTo>
                  <a:lnTo>
                    <a:pt x="61810" y="26797"/>
                  </a:lnTo>
                  <a:lnTo>
                    <a:pt x="61963" y="26797"/>
                  </a:lnTo>
                  <a:lnTo>
                    <a:pt x="61963" y="26289"/>
                  </a:lnTo>
                  <a:lnTo>
                    <a:pt x="61595" y="26289"/>
                  </a:lnTo>
                  <a:lnTo>
                    <a:pt x="61404" y="26327"/>
                  </a:lnTo>
                  <a:lnTo>
                    <a:pt x="61264" y="26352"/>
                  </a:lnTo>
                  <a:lnTo>
                    <a:pt x="61074" y="26289"/>
                  </a:lnTo>
                  <a:lnTo>
                    <a:pt x="61201" y="26289"/>
                  </a:lnTo>
                  <a:lnTo>
                    <a:pt x="61290" y="25844"/>
                  </a:lnTo>
                  <a:lnTo>
                    <a:pt x="61569" y="25781"/>
                  </a:lnTo>
                  <a:lnTo>
                    <a:pt x="62090" y="25781"/>
                  </a:lnTo>
                  <a:lnTo>
                    <a:pt x="62230" y="25781"/>
                  </a:lnTo>
                  <a:lnTo>
                    <a:pt x="62458" y="25781"/>
                  </a:lnTo>
                  <a:lnTo>
                    <a:pt x="62585" y="26047"/>
                  </a:lnTo>
                  <a:lnTo>
                    <a:pt x="62661" y="25781"/>
                  </a:lnTo>
                  <a:lnTo>
                    <a:pt x="62928" y="25781"/>
                  </a:lnTo>
                  <a:lnTo>
                    <a:pt x="63296" y="25273"/>
                  </a:lnTo>
                  <a:lnTo>
                    <a:pt x="63436" y="25781"/>
                  </a:lnTo>
                  <a:lnTo>
                    <a:pt x="63563" y="25781"/>
                  </a:lnTo>
                  <a:lnTo>
                    <a:pt x="63487" y="26289"/>
                  </a:lnTo>
                  <a:lnTo>
                    <a:pt x="63741" y="26289"/>
                  </a:lnTo>
                  <a:lnTo>
                    <a:pt x="63893" y="25908"/>
                  </a:lnTo>
                  <a:lnTo>
                    <a:pt x="64084" y="26289"/>
                  </a:lnTo>
                  <a:lnTo>
                    <a:pt x="64084" y="24980"/>
                  </a:lnTo>
                  <a:lnTo>
                    <a:pt x="63919" y="25019"/>
                  </a:lnTo>
                  <a:lnTo>
                    <a:pt x="63157" y="24752"/>
                  </a:lnTo>
                  <a:lnTo>
                    <a:pt x="63157" y="25273"/>
                  </a:lnTo>
                  <a:lnTo>
                    <a:pt x="62217" y="25717"/>
                  </a:lnTo>
                  <a:lnTo>
                    <a:pt x="62179" y="25273"/>
                  </a:lnTo>
                  <a:lnTo>
                    <a:pt x="62141" y="24765"/>
                  </a:lnTo>
                  <a:lnTo>
                    <a:pt x="62141" y="24638"/>
                  </a:lnTo>
                  <a:lnTo>
                    <a:pt x="62166" y="24765"/>
                  </a:lnTo>
                  <a:lnTo>
                    <a:pt x="62280" y="25273"/>
                  </a:lnTo>
                  <a:lnTo>
                    <a:pt x="63017" y="25273"/>
                  </a:lnTo>
                  <a:lnTo>
                    <a:pt x="63157" y="25273"/>
                  </a:lnTo>
                  <a:lnTo>
                    <a:pt x="63157" y="24752"/>
                  </a:lnTo>
                  <a:lnTo>
                    <a:pt x="62839" y="24638"/>
                  </a:lnTo>
                  <a:lnTo>
                    <a:pt x="65239" y="24638"/>
                  </a:lnTo>
                  <a:lnTo>
                    <a:pt x="65239" y="23977"/>
                  </a:lnTo>
                  <a:lnTo>
                    <a:pt x="65608" y="23622"/>
                  </a:lnTo>
                  <a:lnTo>
                    <a:pt x="66141" y="23622"/>
                  </a:lnTo>
                  <a:lnTo>
                    <a:pt x="66141" y="22606"/>
                  </a:lnTo>
                  <a:lnTo>
                    <a:pt x="65951" y="22606"/>
                  </a:lnTo>
                  <a:lnTo>
                    <a:pt x="65963" y="22352"/>
                  </a:lnTo>
                  <a:lnTo>
                    <a:pt x="65697" y="22466"/>
                  </a:lnTo>
                  <a:lnTo>
                    <a:pt x="65684" y="22606"/>
                  </a:lnTo>
                  <a:lnTo>
                    <a:pt x="65481" y="22606"/>
                  </a:lnTo>
                  <a:lnTo>
                    <a:pt x="65227" y="23114"/>
                  </a:lnTo>
                  <a:lnTo>
                    <a:pt x="65252" y="23393"/>
                  </a:lnTo>
                  <a:lnTo>
                    <a:pt x="65201" y="23622"/>
                  </a:lnTo>
                  <a:lnTo>
                    <a:pt x="64935" y="23622"/>
                  </a:lnTo>
                  <a:lnTo>
                    <a:pt x="64770" y="23152"/>
                  </a:lnTo>
                  <a:lnTo>
                    <a:pt x="64668" y="22606"/>
                  </a:lnTo>
                  <a:lnTo>
                    <a:pt x="64135" y="22796"/>
                  </a:lnTo>
                  <a:lnTo>
                    <a:pt x="64135" y="23622"/>
                  </a:lnTo>
                  <a:lnTo>
                    <a:pt x="63957" y="23799"/>
                  </a:lnTo>
                  <a:lnTo>
                    <a:pt x="63893" y="23622"/>
                  </a:lnTo>
                  <a:lnTo>
                    <a:pt x="64135" y="23622"/>
                  </a:lnTo>
                  <a:lnTo>
                    <a:pt x="64135" y="22796"/>
                  </a:lnTo>
                  <a:lnTo>
                    <a:pt x="63855" y="22885"/>
                  </a:lnTo>
                  <a:lnTo>
                    <a:pt x="63817" y="23114"/>
                  </a:lnTo>
                  <a:lnTo>
                    <a:pt x="63652" y="23114"/>
                  </a:lnTo>
                  <a:lnTo>
                    <a:pt x="63652" y="23622"/>
                  </a:lnTo>
                  <a:lnTo>
                    <a:pt x="63639" y="23761"/>
                  </a:lnTo>
                  <a:lnTo>
                    <a:pt x="62788" y="23622"/>
                  </a:lnTo>
                  <a:lnTo>
                    <a:pt x="63652" y="23622"/>
                  </a:lnTo>
                  <a:lnTo>
                    <a:pt x="63652" y="23114"/>
                  </a:lnTo>
                  <a:lnTo>
                    <a:pt x="63169" y="23114"/>
                  </a:lnTo>
                  <a:lnTo>
                    <a:pt x="62915" y="23114"/>
                  </a:lnTo>
                  <a:lnTo>
                    <a:pt x="63233" y="22606"/>
                  </a:lnTo>
                  <a:lnTo>
                    <a:pt x="63004" y="22098"/>
                  </a:lnTo>
                  <a:lnTo>
                    <a:pt x="63436" y="22098"/>
                  </a:lnTo>
                  <a:lnTo>
                    <a:pt x="62738" y="21463"/>
                  </a:lnTo>
                  <a:lnTo>
                    <a:pt x="63233" y="21463"/>
                  </a:lnTo>
                  <a:lnTo>
                    <a:pt x="63804" y="21932"/>
                  </a:lnTo>
                  <a:lnTo>
                    <a:pt x="64211" y="21463"/>
                  </a:lnTo>
                  <a:lnTo>
                    <a:pt x="64668" y="21463"/>
                  </a:lnTo>
                  <a:lnTo>
                    <a:pt x="64643" y="21704"/>
                  </a:lnTo>
                  <a:lnTo>
                    <a:pt x="64604" y="22098"/>
                  </a:lnTo>
                  <a:lnTo>
                    <a:pt x="64846" y="22098"/>
                  </a:lnTo>
                  <a:lnTo>
                    <a:pt x="64871" y="22098"/>
                  </a:lnTo>
                  <a:lnTo>
                    <a:pt x="66001" y="22098"/>
                  </a:lnTo>
                  <a:lnTo>
                    <a:pt x="66471" y="21463"/>
                  </a:lnTo>
                  <a:lnTo>
                    <a:pt x="66611" y="21463"/>
                  </a:lnTo>
                  <a:lnTo>
                    <a:pt x="66408" y="22098"/>
                  </a:lnTo>
                  <a:lnTo>
                    <a:pt x="66598" y="22098"/>
                  </a:lnTo>
                  <a:lnTo>
                    <a:pt x="67106" y="22098"/>
                  </a:lnTo>
                  <a:lnTo>
                    <a:pt x="67881" y="22606"/>
                  </a:lnTo>
                  <a:lnTo>
                    <a:pt x="67881" y="20955"/>
                  </a:lnTo>
                  <a:lnTo>
                    <a:pt x="66814" y="20955"/>
                  </a:lnTo>
                  <a:lnTo>
                    <a:pt x="66065" y="21348"/>
                  </a:lnTo>
                  <a:lnTo>
                    <a:pt x="65532" y="21209"/>
                  </a:lnTo>
                  <a:lnTo>
                    <a:pt x="65849" y="21463"/>
                  </a:lnTo>
                  <a:lnTo>
                    <a:pt x="65430" y="21463"/>
                  </a:lnTo>
                  <a:lnTo>
                    <a:pt x="65532" y="21209"/>
                  </a:lnTo>
                  <a:lnTo>
                    <a:pt x="65633" y="20955"/>
                  </a:lnTo>
                  <a:lnTo>
                    <a:pt x="66776" y="20955"/>
                  </a:lnTo>
                  <a:lnTo>
                    <a:pt x="65151" y="20447"/>
                  </a:lnTo>
                  <a:lnTo>
                    <a:pt x="65214" y="20955"/>
                  </a:lnTo>
                  <a:lnTo>
                    <a:pt x="65493" y="21183"/>
                  </a:lnTo>
                  <a:lnTo>
                    <a:pt x="65417" y="21463"/>
                  </a:lnTo>
                  <a:lnTo>
                    <a:pt x="65138" y="22072"/>
                  </a:lnTo>
                  <a:lnTo>
                    <a:pt x="65125" y="21463"/>
                  </a:lnTo>
                  <a:lnTo>
                    <a:pt x="65417" y="21463"/>
                  </a:lnTo>
                  <a:lnTo>
                    <a:pt x="65417" y="21170"/>
                  </a:lnTo>
                  <a:lnTo>
                    <a:pt x="65163" y="21094"/>
                  </a:lnTo>
                  <a:lnTo>
                    <a:pt x="65214" y="20955"/>
                  </a:lnTo>
                  <a:lnTo>
                    <a:pt x="65062" y="20955"/>
                  </a:lnTo>
                  <a:lnTo>
                    <a:pt x="64846" y="20688"/>
                  </a:lnTo>
                  <a:lnTo>
                    <a:pt x="64846" y="20955"/>
                  </a:lnTo>
                  <a:lnTo>
                    <a:pt x="64706" y="20955"/>
                  </a:lnTo>
                  <a:lnTo>
                    <a:pt x="64846" y="20955"/>
                  </a:lnTo>
                  <a:lnTo>
                    <a:pt x="64846" y="20688"/>
                  </a:lnTo>
                  <a:lnTo>
                    <a:pt x="64655" y="20447"/>
                  </a:lnTo>
                  <a:lnTo>
                    <a:pt x="65151" y="20447"/>
                  </a:lnTo>
                  <a:lnTo>
                    <a:pt x="72771" y="20447"/>
                  </a:lnTo>
                  <a:lnTo>
                    <a:pt x="73228" y="20447"/>
                  </a:lnTo>
                  <a:lnTo>
                    <a:pt x="74650" y="20447"/>
                  </a:lnTo>
                  <a:lnTo>
                    <a:pt x="74701" y="19939"/>
                  </a:lnTo>
                  <a:lnTo>
                    <a:pt x="74447" y="19939"/>
                  </a:lnTo>
                  <a:lnTo>
                    <a:pt x="74193" y="19748"/>
                  </a:lnTo>
                  <a:lnTo>
                    <a:pt x="74193" y="19939"/>
                  </a:lnTo>
                  <a:lnTo>
                    <a:pt x="73482" y="20193"/>
                  </a:lnTo>
                  <a:lnTo>
                    <a:pt x="73736" y="19939"/>
                  </a:lnTo>
                  <a:lnTo>
                    <a:pt x="73888" y="19786"/>
                  </a:lnTo>
                  <a:lnTo>
                    <a:pt x="73863" y="19939"/>
                  </a:lnTo>
                  <a:lnTo>
                    <a:pt x="74193" y="19939"/>
                  </a:lnTo>
                  <a:lnTo>
                    <a:pt x="74193" y="19748"/>
                  </a:lnTo>
                  <a:lnTo>
                    <a:pt x="74041" y="19634"/>
                  </a:lnTo>
                  <a:lnTo>
                    <a:pt x="74244" y="19431"/>
                  </a:lnTo>
                  <a:lnTo>
                    <a:pt x="74422" y="19431"/>
                  </a:lnTo>
                  <a:lnTo>
                    <a:pt x="74777" y="19900"/>
                  </a:lnTo>
                  <a:lnTo>
                    <a:pt x="75514" y="19431"/>
                  </a:lnTo>
                  <a:lnTo>
                    <a:pt x="75641" y="19431"/>
                  </a:lnTo>
                  <a:lnTo>
                    <a:pt x="75907" y="19431"/>
                  </a:lnTo>
                  <a:lnTo>
                    <a:pt x="76034" y="19939"/>
                  </a:lnTo>
                  <a:lnTo>
                    <a:pt x="76136" y="20447"/>
                  </a:lnTo>
                  <a:lnTo>
                    <a:pt x="78003" y="20447"/>
                  </a:lnTo>
                  <a:lnTo>
                    <a:pt x="77952" y="20320"/>
                  </a:lnTo>
                  <a:lnTo>
                    <a:pt x="77406" y="19939"/>
                  </a:lnTo>
                  <a:lnTo>
                    <a:pt x="77825" y="19939"/>
                  </a:lnTo>
                  <a:lnTo>
                    <a:pt x="78092" y="19939"/>
                  </a:lnTo>
                  <a:lnTo>
                    <a:pt x="78498" y="19939"/>
                  </a:lnTo>
                  <a:lnTo>
                    <a:pt x="78066" y="20408"/>
                  </a:lnTo>
                  <a:lnTo>
                    <a:pt x="78320" y="20447"/>
                  </a:lnTo>
                  <a:lnTo>
                    <a:pt x="77457" y="20955"/>
                  </a:lnTo>
                  <a:lnTo>
                    <a:pt x="78524" y="20447"/>
                  </a:lnTo>
                  <a:lnTo>
                    <a:pt x="78854" y="20447"/>
                  </a:lnTo>
                  <a:lnTo>
                    <a:pt x="78994" y="20447"/>
                  </a:lnTo>
                  <a:lnTo>
                    <a:pt x="79743" y="20447"/>
                  </a:lnTo>
                  <a:lnTo>
                    <a:pt x="79984" y="20955"/>
                  </a:lnTo>
                  <a:lnTo>
                    <a:pt x="80187" y="21463"/>
                  </a:lnTo>
                  <a:lnTo>
                    <a:pt x="80187" y="20637"/>
                  </a:lnTo>
                  <a:lnTo>
                    <a:pt x="80149" y="20447"/>
                  </a:lnTo>
                  <a:lnTo>
                    <a:pt x="85864" y="20447"/>
                  </a:lnTo>
                  <a:lnTo>
                    <a:pt x="86283" y="20447"/>
                  </a:lnTo>
                  <a:lnTo>
                    <a:pt x="86537" y="20447"/>
                  </a:lnTo>
                  <a:lnTo>
                    <a:pt x="87033" y="19939"/>
                  </a:lnTo>
                  <a:lnTo>
                    <a:pt x="88531" y="19939"/>
                  </a:lnTo>
                  <a:lnTo>
                    <a:pt x="88595" y="20066"/>
                  </a:lnTo>
                  <a:lnTo>
                    <a:pt x="88823" y="20447"/>
                  </a:lnTo>
                  <a:lnTo>
                    <a:pt x="89344" y="20447"/>
                  </a:lnTo>
                  <a:lnTo>
                    <a:pt x="89750" y="20447"/>
                  </a:lnTo>
                  <a:lnTo>
                    <a:pt x="90893" y="20447"/>
                  </a:lnTo>
                  <a:lnTo>
                    <a:pt x="90944" y="19939"/>
                  </a:lnTo>
                  <a:lnTo>
                    <a:pt x="91109" y="20447"/>
                  </a:lnTo>
                  <a:lnTo>
                    <a:pt x="91376" y="20447"/>
                  </a:lnTo>
                  <a:lnTo>
                    <a:pt x="91655" y="20447"/>
                  </a:lnTo>
                  <a:lnTo>
                    <a:pt x="93179" y="20955"/>
                  </a:lnTo>
                  <a:lnTo>
                    <a:pt x="93535" y="20955"/>
                  </a:lnTo>
                  <a:lnTo>
                    <a:pt x="93535" y="19926"/>
                  </a:lnTo>
                  <a:lnTo>
                    <a:pt x="93510" y="20447"/>
                  </a:lnTo>
                  <a:lnTo>
                    <a:pt x="92608" y="20193"/>
                  </a:lnTo>
                  <a:lnTo>
                    <a:pt x="92227" y="20091"/>
                  </a:lnTo>
                  <a:lnTo>
                    <a:pt x="92278" y="20447"/>
                  </a:lnTo>
                  <a:lnTo>
                    <a:pt x="91821" y="20447"/>
                  </a:lnTo>
                  <a:lnTo>
                    <a:pt x="91973" y="20015"/>
                  </a:lnTo>
                  <a:lnTo>
                    <a:pt x="91744" y="19939"/>
                  </a:lnTo>
                  <a:lnTo>
                    <a:pt x="91668" y="19431"/>
                  </a:lnTo>
                  <a:lnTo>
                    <a:pt x="92379" y="19824"/>
                  </a:lnTo>
                  <a:lnTo>
                    <a:pt x="92214" y="19939"/>
                  </a:lnTo>
                  <a:lnTo>
                    <a:pt x="92430" y="19939"/>
                  </a:lnTo>
                  <a:lnTo>
                    <a:pt x="92608" y="19939"/>
                  </a:lnTo>
                  <a:lnTo>
                    <a:pt x="92646" y="19659"/>
                  </a:lnTo>
                  <a:lnTo>
                    <a:pt x="92468" y="19431"/>
                  </a:lnTo>
                  <a:lnTo>
                    <a:pt x="92621" y="19431"/>
                  </a:lnTo>
                  <a:lnTo>
                    <a:pt x="92760" y="19431"/>
                  </a:lnTo>
                  <a:lnTo>
                    <a:pt x="92887" y="19431"/>
                  </a:lnTo>
                  <a:lnTo>
                    <a:pt x="92710" y="19939"/>
                  </a:lnTo>
                  <a:lnTo>
                    <a:pt x="93192" y="19939"/>
                  </a:lnTo>
                  <a:lnTo>
                    <a:pt x="93510" y="20447"/>
                  </a:lnTo>
                  <a:lnTo>
                    <a:pt x="93510" y="19939"/>
                  </a:lnTo>
                  <a:lnTo>
                    <a:pt x="93789" y="19431"/>
                  </a:lnTo>
                  <a:lnTo>
                    <a:pt x="94068" y="19431"/>
                  </a:lnTo>
                  <a:lnTo>
                    <a:pt x="94068" y="18923"/>
                  </a:lnTo>
                  <a:lnTo>
                    <a:pt x="93243" y="18923"/>
                  </a:lnTo>
                  <a:lnTo>
                    <a:pt x="93027" y="18923"/>
                  </a:lnTo>
                  <a:lnTo>
                    <a:pt x="92443" y="19050"/>
                  </a:lnTo>
                  <a:lnTo>
                    <a:pt x="92392" y="18923"/>
                  </a:lnTo>
                  <a:lnTo>
                    <a:pt x="92354" y="18745"/>
                  </a:lnTo>
                  <a:lnTo>
                    <a:pt x="92265" y="18923"/>
                  </a:lnTo>
                  <a:lnTo>
                    <a:pt x="92214" y="19075"/>
                  </a:lnTo>
                  <a:lnTo>
                    <a:pt x="92087" y="19100"/>
                  </a:lnTo>
                  <a:lnTo>
                    <a:pt x="92075" y="18923"/>
                  </a:lnTo>
                  <a:lnTo>
                    <a:pt x="92265" y="18923"/>
                  </a:lnTo>
                  <a:lnTo>
                    <a:pt x="92265" y="18643"/>
                  </a:lnTo>
                  <a:lnTo>
                    <a:pt x="92125" y="18478"/>
                  </a:lnTo>
                  <a:lnTo>
                    <a:pt x="92354" y="18719"/>
                  </a:lnTo>
                  <a:lnTo>
                    <a:pt x="92303" y="18351"/>
                  </a:lnTo>
                  <a:lnTo>
                    <a:pt x="93027" y="18288"/>
                  </a:lnTo>
                  <a:lnTo>
                    <a:pt x="92976" y="17373"/>
                  </a:lnTo>
                  <a:lnTo>
                    <a:pt x="92837" y="17449"/>
                  </a:lnTo>
                  <a:lnTo>
                    <a:pt x="92392" y="17653"/>
                  </a:lnTo>
                  <a:lnTo>
                    <a:pt x="92252" y="17729"/>
                  </a:lnTo>
                  <a:lnTo>
                    <a:pt x="92138" y="17348"/>
                  </a:lnTo>
                  <a:lnTo>
                    <a:pt x="92100" y="18440"/>
                  </a:lnTo>
                  <a:lnTo>
                    <a:pt x="92100" y="17335"/>
                  </a:lnTo>
                  <a:lnTo>
                    <a:pt x="91732" y="17424"/>
                  </a:lnTo>
                  <a:lnTo>
                    <a:pt x="91706" y="17272"/>
                  </a:lnTo>
                  <a:lnTo>
                    <a:pt x="91732" y="17411"/>
                  </a:lnTo>
                  <a:lnTo>
                    <a:pt x="91782" y="17272"/>
                  </a:lnTo>
                  <a:lnTo>
                    <a:pt x="91973" y="16256"/>
                  </a:lnTo>
                  <a:lnTo>
                    <a:pt x="91554" y="16256"/>
                  </a:lnTo>
                  <a:lnTo>
                    <a:pt x="91541" y="16510"/>
                  </a:lnTo>
                  <a:lnTo>
                    <a:pt x="91541" y="18681"/>
                  </a:lnTo>
                  <a:lnTo>
                    <a:pt x="91262" y="18288"/>
                  </a:lnTo>
                  <a:lnTo>
                    <a:pt x="91452" y="18288"/>
                  </a:lnTo>
                  <a:lnTo>
                    <a:pt x="91541" y="18681"/>
                  </a:lnTo>
                  <a:lnTo>
                    <a:pt x="91541" y="16510"/>
                  </a:lnTo>
                  <a:lnTo>
                    <a:pt x="91503" y="17272"/>
                  </a:lnTo>
                  <a:lnTo>
                    <a:pt x="91160" y="17272"/>
                  </a:lnTo>
                  <a:lnTo>
                    <a:pt x="91135" y="18288"/>
                  </a:lnTo>
                  <a:lnTo>
                    <a:pt x="90678" y="18681"/>
                  </a:lnTo>
                  <a:lnTo>
                    <a:pt x="90805" y="18288"/>
                  </a:lnTo>
                  <a:lnTo>
                    <a:pt x="90995" y="18288"/>
                  </a:lnTo>
                  <a:lnTo>
                    <a:pt x="91135" y="18288"/>
                  </a:lnTo>
                  <a:lnTo>
                    <a:pt x="91135" y="17310"/>
                  </a:lnTo>
                  <a:lnTo>
                    <a:pt x="90830" y="17653"/>
                  </a:lnTo>
                  <a:lnTo>
                    <a:pt x="90690" y="17272"/>
                  </a:lnTo>
                  <a:lnTo>
                    <a:pt x="90436" y="17272"/>
                  </a:lnTo>
                  <a:lnTo>
                    <a:pt x="90436" y="18288"/>
                  </a:lnTo>
                  <a:lnTo>
                    <a:pt x="90195" y="18491"/>
                  </a:lnTo>
                  <a:lnTo>
                    <a:pt x="90195" y="18923"/>
                  </a:lnTo>
                  <a:lnTo>
                    <a:pt x="90030" y="19431"/>
                  </a:lnTo>
                  <a:lnTo>
                    <a:pt x="89547" y="19431"/>
                  </a:lnTo>
                  <a:lnTo>
                    <a:pt x="89547" y="19939"/>
                  </a:lnTo>
                  <a:lnTo>
                    <a:pt x="89357" y="19939"/>
                  </a:lnTo>
                  <a:lnTo>
                    <a:pt x="89217" y="19558"/>
                  </a:lnTo>
                  <a:lnTo>
                    <a:pt x="89446" y="19443"/>
                  </a:lnTo>
                  <a:lnTo>
                    <a:pt x="89547" y="19939"/>
                  </a:lnTo>
                  <a:lnTo>
                    <a:pt x="89547" y="19431"/>
                  </a:lnTo>
                  <a:lnTo>
                    <a:pt x="89319" y="19431"/>
                  </a:lnTo>
                  <a:lnTo>
                    <a:pt x="89179" y="19469"/>
                  </a:lnTo>
                  <a:lnTo>
                    <a:pt x="89560" y="19215"/>
                  </a:lnTo>
                  <a:lnTo>
                    <a:pt x="89598" y="18923"/>
                  </a:lnTo>
                  <a:lnTo>
                    <a:pt x="89789" y="19062"/>
                  </a:lnTo>
                  <a:lnTo>
                    <a:pt x="89979" y="18923"/>
                  </a:lnTo>
                  <a:lnTo>
                    <a:pt x="90195" y="18923"/>
                  </a:lnTo>
                  <a:lnTo>
                    <a:pt x="90195" y="18491"/>
                  </a:lnTo>
                  <a:lnTo>
                    <a:pt x="89928" y="18694"/>
                  </a:lnTo>
                  <a:lnTo>
                    <a:pt x="89865" y="18288"/>
                  </a:lnTo>
                  <a:lnTo>
                    <a:pt x="90271" y="18288"/>
                  </a:lnTo>
                  <a:lnTo>
                    <a:pt x="90436" y="18288"/>
                  </a:lnTo>
                  <a:lnTo>
                    <a:pt x="90436" y="17272"/>
                  </a:lnTo>
                  <a:lnTo>
                    <a:pt x="90297" y="17272"/>
                  </a:lnTo>
                  <a:lnTo>
                    <a:pt x="90297" y="17780"/>
                  </a:lnTo>
                  <a:lnTo>
                    <a:pt x="89712" y="17932"/>
                  </a:lnTo>
                  <a:lnTo>
                    <a:pt x="89382" y="18021"/>
                  </a:lnTo>
                  <a:lnTo>
                    <a:pt x="89382" y="18288"/>
                  </a:lnTo>
                  <a:lnTo>
                    <a:pt x="88811" y="18630"/>
                  </a:lnTo>
                  <a:lnTo>
                    <a:pt x="88811" y="19431"/>
                  </a:lnTo>
                  <a:lnTo>
                    <a:pt x="88569" y="19113"/>
                  </a:lnTo>
                  <a:lnTo>
                    <a:pt x="88569" y="19431"/>
                  </a:lnTo>
                  <a:lnTo>
                    <a:pt x="88544" y="19634"/>
                  </a:lnTo>
                  <a:lnTo>
                    <a:pt x="88569" y="19431"/>
                  </a:lnTo>
                  <a:lnTo>
                    <a:pt x="88569" y="19113"/>
                  </a:lnTo>
                  <a:lnTo>
                    <a:pt x="88430" y="18923"/>
                  </a:lnTo>
                  <a:lnTo>
                    <a:pt x="88696" y="18923"/>
                  </a:lnTo>
                  <a:lnTo>
                    <a:pt x="88811" y="19431"/>
                  </a:lnTo>
                  <a:lnTo>
                    <a:pt x="88811" y="18630"/>
                  </a:lnTo>
                  <a:lnTo>
                    <a:pt x="88620" y="18745"/>
                  </a:lnTo>
                  <a:lnTo>
                    <a:pt x="89052" y="18288"/>
                  </a:lnTo>
                  <a:lnTo>
                    <a:pt x="89255" y="18288"/>
                  </a:lnTo>
                  <a:lnTo>
                    <a:pt x="89382" y="18288"/>
                  </a:lnTo>
                  <a:lnTo>
                    <a:pt x="89382" y="18021"/>
                  </a:lnTo>
                  <a:lnTo>
                    <a:pt x="89242" y="18046"/>
                  </a:lnTo>
                  <a:lnTo>
                    <a:pt x="89204" y="17272"/>
                  </a:lnTo>
                  <a:lnTo>
                    <a:pt x="89001" y="17272"/>
                  </a:lnTo>
                  <a:lnTo>
                    <a:pt x="88950" y="17081"/>
                  </a:lnTo>
                  <a:lnTo>
                    <a:pt x="89700" y="16256"/>
                  </a:lnTo>
                  <a:lnTo>
                    <a:pt x="89408" y="16256"/>
                  </a:lnTo>
                  <a:lnTo>
                    <a:pt x="88836" y="16560"/>
                  </a:lnTo>
                  <a:lnTo>
                    <a:pt x="88811" y="16433"/>
                  </a:lnTo>
                  <a:lnTo>
                    <a:pt x="88773" y="16256"/>
                  </a:lnTo>
                  <a:lnTo>
                    <a:pt x="88773" y="18161"/>
                  </a:lnTo>
                  <a:lnTo>
                    <a:pt x="88480" y="18237"/>
                  </a:lnTo>
                  <a:lnTo>
                    <a:pt x="88658" y="17754"/>
                  </a:lnTo>
                  <a:lnTo>
                    <a:pt x="88773" y="18161"/>
                  </a:lnTo>
                  <a:lnTo>
                    <a:pt x="88773" y="16256"/>
                  </a:lnTo>
                  <a:lnTo>
                    <a:pt x="88734" y="16395"/>
                  </a:lnTo>
                  <a:lnTo>
                    <a:pt x="88747" y="16256"/>
                  </a:lnTo>
                  <a:lnTo>
                    <a:pt x="88646" y="17729"/>
                  </a:lnTo>
                  <a:lnTo>
                    <a:pt x="88430" y="18224"/>
                  </a:lnTo>
                  <a:lnTo>
                    <a:pt x="88201" y="18135"/>
                  </a:lnTo>
                  <a:lnTo>
                    <a:pt x="88201" y="19431"/>
                  </a:lnTo>
                  <a:lnTo>
                    <a:pt x="87845" y="19812"/>
                  </a:lnTo>
                  <a:lnTo>
                    <a:pt x="87591" y="19875"/>
                  </a:lnTo>
                  <a:lnTo>
                    <a:pt x="87541" y="19431"/>
                  </a:lnTo>
                  <a:lnTo>
                    <a:pt x="87820" y="19431"/>
                  </a:lnTo>
                  <a:lnTo>
                    <a:pt x="88201" y="19431"/>
                  </a:lnTo>
                  <a:lnTo>
                    <a:pt x="88201" y="18135"/>
                  </a:lnTo>
                  <a:lnTo>
                    <a:pt x="87553" y="17881"/>
                  </a:lnTo>
                  <a:lnTo>
                    <a:pt x="87553" y="18923"/>
                  </a:lnTo>
                  <a:lnTo>
                    <a:pt x="87503" y="19050"/>
                  </a:lnTo>
                  <a:lnTo>
                    <a:pt x="87337" y="19431"/>
                  </a:lnTo>
                  <a:lnTo>
                    <a:pt x="87134" y="18923"/>
                  </a:lnTo>
                  <a:lnTo>
                    <a:pt x="87490" y="18923"/>
                  </a:lnTo>
                  <a:lnTo>
                    <a:pt x="87553" y="17881"/>
                  </a:lnTo>
                  <a:lnTo>
                    <a:pt x="88379" y="17272"/>
                  </a:lnTo>
                  <a:lnTo>
                    <a:pt x="88519" y="17272"/>
                  </a:lnTo>
                  <a:lnTo>
                    <a:pt x="88646" y="17729"/>
                  </a:lnTo>
                  <a:lnTo>
                    <a:pt x="88646" y="16256"/>
                  </a:lnTo>
                  <a:lnTo>
                    <a:pt x="88366" y="16256"/>
                  </a:lnTo>
                  <a:lnTo>
                    <a:pt x="88163" y="15494"/>
                  </a:lnTo>
                  <a:lnTo>
                    <a:pt x="87350" y="16256"/>
                  </a:lnTo>
                  <a:lnTo>
                    <a:pt x="87757" y="16649"/>
                  </a:lnTo>
                  <a:lnTo>
                    <a:pt x="87401" y="16738"/>
                  </a:lnTo>
                  <a:lnTo>
                    <a:pt x="87401" y="18288"/>
                  </a:lnTo>
                  <a:lnTo>
                    <a:pt x="86829" y="18288"/>
                  </a:lnTo>
                  <a:lnTo>
                    <a:pt x="87363" y="17945"/>
                  </a:lnTo>
                  <a:lnTo>
                    <a:pt x="87401" y="18288"/>
                  </a:lnTo>
                  <a:lnTo>
                    <a:pt x="87401" y="16738"/>
                  </a:lnTo>
                  <a:lnTo>
                    <a:pt x="87261" y="16764"/>
                  </a:lnTo>
                  <a:lnTo>
                    <a:pt x="86741" y="16903"/>
                  </a:lnTo>
                  <a:lnTo>
                    <a:pt x="87045" y="17221"/>
                  </a:lnTo>
                  <a:lnTo>
                    <a:pt x="87299" y="17272"/>
                  </a:lnTo>
                  <a:lnTo>
                    <a:pt x="87350" y="17792"/>
                  </a:lnTo>
                  <a:lnTo>
                    <a:pt x="86029" y="17272"/>
                  </a:lnTo>
                  <a:lnTo>
                    <a:pt x="86169" y="17272"/>
                  </a:lnTo>
                  <a:lnTo>
                    <a:pt x="86829" y="17272"/>
                  </a:lnTo>
                  <a:lnTo>
                    <a:pt x="86741" y="16903"/>
                  </a:lnTo>
                  <a:lnTo>
                    <a:pt x="86512" y="16954"/>
                  </a:lnTo>
                  <a:lnTo>
                    <a:pt x="86664" y="16814"/>
                  </a:lnTo>
                  <a:lnTo>
                    <a:pt x="87261" y="16256"/>
                  </a:lnTo>
                  <a:lnTo>
                    <a:pt x="86614" y="16370"/>
                  </a:lnTo>
                  <a:lnTo>
                    <a:pt x="86131" y="16256"/>
                  </a:lnTo>
                  <a:lnTo>
                    <a:pt x="86283" y="16433"/>
                  </a:lnTo>
                  <a:lnTo>
                    <a:pt x="85280" y="16611"/>
                  </a:lnTo>
                  <a:lnTo>
                    <a:pt x="85280" y="17780"/>
                  </a:lnTo>
                  <a:lnTo>
                    <a:pt x="84963" y="18288"/>
                  </a:lnTo>
                  <a:lnTo>
                    <a:pt x="85280" y="17780"/>
                  </a:lnTo>
                  <a:lnTo>
                    <a:pt x="85280" y="16611"/>
                  </a:lnTo>
                  <a:lnTo>
                    <a:pt x="84137" y="16802"/>
                  </a:lnTo>
                  <a:lnTo>
                    <a:pt x="84823" y="16256"/>
                  </a:lnTo>
                  <a:lnTo>
                    <a:pt x="86067" y="16256"/>
                  </a:lnTo>
                  <a:lnTo>
                    <a:pt x="85521" y="15113"/>
                  </a:lnTo>
                  <a:lnTo>
                    <a:pt x="86207" y="15113"/>
                  </a:lnTo>
                  <a:lnTo>
                    <a:pt x="86423" y="15113"/>
                  </a:lnTo>
                  <a:lnTo>
                    <a:pt x="86499" y="15544"/>
                  </a:lnTo>
                  <a:lnTo>
                    <a:pt x="86652" y="16256"/>
                  </a:lnTo>
                  <a:lnTo>
                    <a:pt x="87020" y="16256"/>
                  </a:lnTo>
                  <a:lnTo>
                    <a:pt x="87160" y="16256"/>
                  </a:lnTo>
                  <a:lnTo>
                    <a:pt x="86982" y="15113"/>
                  </a:lnTo>
                  <a:lnTo>
                    <a:pt x="87210" y="15113"/>
                  </a:lnTo>
                  <a:lnTo>
                    <a:pt x="87350" y="15113"/>
                  </a:lnTo>
                  <a:lnTo>
                    <a:pt x="87566" y="14097"/>
                  </a:lnTo>
                  <a:lnTo>
                    <a:pt x="87795" y="14097"/>
                  </a:lnTo>
                  <a:lnTo>
                    <a:pt x="86944" y="13779"/>
                  </a:lnTo>
                  <a:lnTo>
                    <a:pt x="86944" y="14097"/>
                  </a:lnTo>
                  <a:lnTo>
                    <a:pt x="86842" y="14490"/>
                  </a:lnTo>
                  <a:lnTo>
                    <a:pt x="86537" y="14097"/>
                  </a:lnTo>
                  <a:lnTo>
                    <a:pt x="86207" y="14097"/>
                  </a:lnTo>
                  <a:lnTo>
                    <a:pt x="86410" y="13868"/>
                  </a:lnTo>
                  <a:lnTo>
                    <a:pt x="86664" y="14097"/>
                  </a:lnTo>
                  <a:lnTo>
                    <a:pt x="86944" y="14097"/>
                  </a:lnTo>
                  <a:lnTo>
                    <a:pt x="86944" y="13779"/>
                  </a:lnTo>
                  <a:lnTo>
                    <a:pt x="86614" y="13639"/>
                  </a:lnTo>
                  <a:lnTo>
                    <a:pt x="87122" y="13081"/>
                  </a:lnTo>
                  <a:lnTo>
                    <a:pt x="85623" y="13081"/>
                  </a:lnTo>
                  <a:lnTo>
                    <a:pt x="85902" y="13360"/>
                  </a:lnTo>
                  <a:lnTo>
                    <a:pt x="85204" y="13081"/>
                  </a:lnTo>
                  <a:lnTo>
                    <a:pt x="84950" y="13322"/>
                  </a:lnTo>
                  <a:lnTo>
                    <a:pt x="84924" y="13081"/>
                  </a:lnTo>
                  <a:lnTo>
                    <a:pt x="84899" y="13373"/>
                  </a:lnTo>
                  <a:lnTo>
                    <a:pt x="84556" y="13703"/>
                  </a:lnTo>
                  <a:lnTo>
                    <a:pt x="84556" y="13081"/>
                  </a:lnTo>
                  <a:lnTo>
                    <a:pt x="83921" y="14097"/>
                  </a:lnTo>
                  <a:lnTo>
                    <a:pt x="83756" y="14097"/>
                  </a:lnTo>
                  <a:lnTo>
                    <a:pt x="83604" y="13081"/>
                  </a:lnTo>
                  <a:lnTo>
                    <a:pt x="83731" y="13081"/>
                  </a:lnTo>
                  <a:lnTo>
                    <a:pt x="84556" y="13081"/>
                  </a:lnTo>
                  <a:lnTo>
                    <a:pt x="84924" y="13081"/>
                  </a:lnTo>
                  <a:lnTo>
                    <a:pt x="84810" y="11938"/>
                  </a:lnTo>
                  <a:lnTo>
                    <a:pt x="84074" y="11938"/>
                  </a:lnTo>
                  <a:lnTo>
                    <a:pt x="83667" y="12827"/>
                  </a:lnTo>
                  <a:lnTo>
                    <a:pt x="83502" y="11938"/>
                  </a:lnTo>
                  <a:lnTo>
                    <a:pt x="83705" y="11938"/>
                  </a:lnTo>
                  <a:lnTo>
                    <a:pt x="83883" y="11938"/>
                  </a:lnTo>
                  <a:lnTo>
                    <a:pt x="84010" y="11569"/>
                  </a:lnTo>
                  <a:lnTo>
                    <a:pt x="84251" y="10922"/>
                  </a:lnTo>
                  <a:lnTo>
                    <a:pt x="84645" y="9906"/>
                  </a:lnTo>
                  <a:lnTo>
                    <a:pt x="83845" y="9906"/>
                  </a:lnTo>
                  <a:lnTo>
                    <a:pt x="83794" y="9753"/>
                  </a:lnTo>
                  <a:lnTo>
                    <a:pt x="83794" y="9906"/>
                  </a:lnTo>
                  <a:lnTo>
                    <a:pt x="83756" y="10731"/>
                  </a:lnTo>
                  <a:lnTo>
                    <a:pt x="83324" y="10375"/>
                  </a:lnTo>
                  <a:lnTo>
                    <a:pt x="83324" y="10922"/>
                  </a:lnTo>
                  <a:lnTo>
                    <a:pt x="83134" y="10922"/>
                  </a:lnTo>
                  <a:lnTo>
                    <a:pt x="82677" y="10922"/>
                  </a:lnTo>
                  <a:lnTo>
                    <a:pt x="83286" y="10388"/>
                  </a:lnTo>
                  <a:lnTo>
                    <a:pt x="83324" y="10922"/>
                  </a:lnTo>
                  <a:lnTo>
                    <a:pt x="83324" y="10375"/>
                  </a:lnTo>
                  <a:lnTo>
                    <a:pt x="83781" y="9956"/>
                  </a:lnTo>
                  <a:lnTo>
                    <a:pt x="83718" y="9652"/>
                  </a:lnTo>
                  <a:lnTo>
                    <a:pt x="83794" y="9906"/>
                  </a:lnTo>
                  <a:lnTo>
                    <a:pt x="83794" y="9753"/>
                  </a:lnTo>
                  <a:lnTo>
                    <a:pt x="83731" y="9563"/>
                  </a:lnTo>
                  <a:lnTo>
                    <a:pt x="83832" y="8839"/>
                  </a:lnTo>
                  <a:lnTo>
                    <a:pt x="83489" y="8763"/>
                  </a:lnTo>
                  <a:lnTo>
                    <a:pt x="83223" y="8763"/>
                  </a:lnTo>
                  <a:lnTo>
                    <a:pt x="83261" y="9639"/>
                  </a:lnTo>
                  <a:lnTo>
                    <a:pt x="83096" y="9880"/>
                  </a:lnTo>
                  <a:lnTo>
                    <a:pt x="83261" y="9652"/>
                  </a:lnTo>
                  <a:lnTo>
                    <a:pt x="83273" y="9906"/>
                  </a:lnTo>
                  <a:lnTo>
                    <a:pt x="83286" y="10350"/>
                  </a:lnTo>
                  <a:lnTo>
                    <a:pt x="82778" y="9906"/>
                  </a:lnTo>
                  <a:lnTo>
                    <a:pt x="82575" y="9906"/>
                  </a:lnTo>
                  <a:lnTo>
                    <a:pt x="82575" y="11239"/>
                  </a:lnTo>
                  <a:lnTo>
                    <a:pt x="82181" y="10922"/>
                  </a:lnTo>
                  <a:lnTo>
                    <a:pt x="81915" y="10922"/>
                  </a:lnTo>
                  <a:lnTo>
                    <a:pt x="81915" y="19431"/>
                  </a:lnTo>
                  <a:lnTo>
                    <a:pt x="81889" y="19939"/>
                  </a:lnTo>
                  <a:lnTo>
                    <a:pt x="81572" y="19939"/>
                  </a:lnTo>
                  <a:lnTo>
                    <a:pt x="81419" y="19431"/>
                  </a:lnTo>
                  <a:lnTo>
                    <a:pt x="81013" y="19431"/>
                  </a:lnTo>
                  <a:lnTo>
                    <a:pt x="81038" y="19062"/>
                  </a:lnTo>
                  <a:lnTo>
                    <a:pt x="81368" y="19431"/>
                  </a:lnTo>
                  <a:lnTo>
                    <a:pt x="81203" y="18923"/>
                  </a:lnTo>
                  <a:lnTo>
                    <a:pt x="81419" y="18923"/>
                  </a:lnTo>
                  <a:lnTo>
                    <a:pt x="81419" y="19431"/>
                  </a:lnTo>
                  <a:lnTo>
                    <a:pt x="81915" y="19431"/>
                  </a:lnTo>
                  <a:lnTo>
                    <a:pt x="81915" y="10922"/>
                  </a:lnTo>
                  <a:lnTo>
                    <a:pt x="81127" y="10922"/>
                  </a:lnTo>
                  <a:lnTo>
                    <a:pt x="81127" y="17272"/>
                  </a:lnTo>
                  <a:lnTo>
                    <a:pt x="79870" y="17589"/>
                  </a:lnTo>
                  <a:lnTo>
                    <a:pt x="79870" y="19431"/>
                  </a:lnTo>
                  <a:lnTo>
                    <a:pt x="79425" y="19558"/>
                  </a:lnTo>
                  <a:lnTo>
                    <a:pt x="79463" y="19431"/>
                  </a:lnTo>
                  <a:lnTo>
                    <a:pt x="79870" y="19431"/>
                  </a:lnTo>
                  <a:lnTo>
                    <a:pt x="79870" y="17589"/>
                  </a:lnTo>
                  <a:lnTo>
                    <a:pt x="79565" y="17653"/>
                  </a:lnTo>
                  <a:lnTo>
                    <a:pt x="79209" y="17272"/>
                  </a:lnTo>
                  <a:lnTo>
                    <a:pt x="81127" y="17272"/>
                  </a:lnTo>
                  <a:lnTo>
                    <a:pt x="81127" y="10922"/>
                  </a:lnTo>
                  <a:lnTo>
                    <a:pt x="80822" y="10922"/>
                  </a:lnTo>
                  <a:lnTo>
                    <a:pt x="80238" y="11163"/>
                  </a:lnTo>
                  <a:lnTo>
                    <a:pt x="80289" y="10922"/>
                  </a:lnTo>
                  <a:lnTo>
                    <a:pt x="80492" y="10922"/>
                  </a:lnTo>
                  <a:lnTo>
                    <a:pt x="81102" y="9906"/>
                  </a:lnTo>
                  <a:lnTo>
                    <a:pt x="81254" y="9906"/>
                  </a:lnTo>
                  <a:lnTo>
                    <a:pt x="81775" y="9906"/>
                  </a:lnTo>
                  <a:lnTo>
                    <a:pt x="82359" y="10922"/>
                  </a:lnTo>
                  <a:lnTo>
                    <a:pt x="82575" y="11239"/>
                  </a:lnTo>
                  <a:lnTo>
                    <a:pt x="82575" y="9906"/>
                  </a:lnTo>
                  <a:lnTo>
                    <a:pt x="82219" y="9906"/>
                  </a:lnTo>
                  <a:lnTo>
                    <a:pt x="82092" y="9906"/>
                  </a:lnTo>
                  <a:lnTo>
                    <a:pt x="81940" y="9829"/>
                  </a:lnTo>
                  <a:lnTo>
                    <a:pt x="81292" y="9474"/>
                  </a:lnTo>
                  <a:lnTo>
                    <a:pt x="81356" y="8763"/>
                  </a:lnTo>
                  <a:lnTo>
                    <a:pt x="81178" y="8763"/>
                  </a:lnTo>
                  <a:lnTo>
                    <a:pt x="81114" y="8991"/>
                  </a:lnTo>
                  <a:lnTo>
                    <a:pt x="81178" y="9410"/>
                  </a:lnTo>
                  <a:lnTo>
                    <a:pt x="81026" y="9321"/>
                  </a:lnTo>
                  <a:lnTo>
                    <a:pt x="80975" y="9525"/>
                  </a:lnTo>
                  <a:lnTo>
                    <a:pt x="80924" y="9321"/>
                  </a:lnTo>
                  <a:lnTo>
                    <a:pt x="80924" y="9702"/>
                  </a:lnTo>
                  <a:lnTo>
                    <a:pt x="80594" y="9436"/>
                  </a:lnTo>
                  <a:lnTo>
                    <a:pt x="80924" y="9702"/>
                  </a:lnTo>
                  <a:lnTo>
                    <a:pt x="80924" y="9321"/>
                  </a:lnTo>
                  <a:lnTo>
                    <a:pt x="80695" y="9144"/>
                  </a:lnTo>
                  <a:lnTo>
                    <a:pt x="80822" y="8877"/>
                  </a:lnTo>
                  <a:lnTo>
                    <a:pt x="80518" y="9042"/>
                  </a:lnTo>
                  <a:lnTo>
                    <a:pt x="80391" y="8966"/>
                  </a:lnTo>
                  <a:lnTo>
                    <a:pt x="80352" y="8763"/>
                  </a:lnTo>
                  <a:lnTo>
                    <a:pt x="80365" y="8953"/>
                  </a:lnTo>
                  <a:lnTo>
                    <a:pt x="80327" y="9169"/>
                  </a:lnTo>
                  <a:lnTo>
                    <a:pt x="79997" y="8864"/>
                  </a:lnTo>
                  <a:lnTo>
                    <a:pt x="79997" y="10922"/>
                  </a:lnTo>
                  <a:lnTo>
                    <a:pt x="79692" y="11049"/>
                  </a:lnTo>
                  <a:lnTo>
                    <a:pt x="79692" y="13081"/>
                  </a:lnTo>
                  <a:lnTo>
                    <a:pt x="79692" y="14097"/>
                  </a:lnTo>
                  <a:lnTo>
                    <a:pt x="79044" y="13131"/>
                  </a:lnTo>
                  <a:lnTo>
                    <a:pt x="79044" y="19431"/>
                  </a:lnTo>
                  <a:lnTo>
                    <a:pt x="78981" y="19685"/>
                  </a:lnTo>
                  <a:lnTo>
                    <a:pt x="78816" y="19494"/>
                  </a:lnTo>
                  <a:lnTo>
                    <a:pt x="78816" y="20205"/>
                  </a:lnTo>
                  <a:lnTo>
                    <a:pt x="78638" y="19939"/>
                  </a:lnTo>
                  <a:lnTo>
                    <a:pt x="78790" y="19939"/>
                  </a:lnTo>
                  <a:lnTo>
                    <a:pt x="78816" y="20205"/>
                  </a:lnTo>
                  <a:lnTo>
                    <a:pt x="78816" y="19494"/>
                  </a:lnTo>
                  <a:lnTo>
                    <a:pt x="79044" y="19431"/>
                  </a:lnTo>
                  <a:lnTo>
                    <a:pt x="79044" y="13131"/>
                  </a:lnTo>
                  <a:lnTo>
                    <a:pt x="79692" y="13081"/>
                  </a:lnTo>
                  <a:lnTo>
                    <a:pt x="79692" y="11049"/>
                  </a:lnTo>
                  <a:lnTo>
                    <a:pt x="78905" y="11341"/>
                  </a:lnTo>
                  <a:lnTo>
                    <a:pt x="78905" y="11938"/>
                  </a:lnTo>
                  <a:lnTo>
                    <a:pt x="78892" y="13487"/>
                  </a:lnTo>
                  <a:lnTo>
                    <a:pt x="78714" y="14097"/>
                  </a:lnTo>
                  <a:lnTo>
                    <a:pt x="78892" y="13487"/>
                  </a:lnTo>
                  <a:lnTo>
                    <a:pt x="78892" y="11950"/>
                  </a:lnTo>
                  <a:lnTo>
                    <a:pt x="78486" y="12344"/>
                  </a:lnTo>
                  <a:lnTo>
                    <a:pt x="78486" y="14097"/>
                  </a:lnTo>
                  <a:lnTo>
                    <a:pt x="78282" y="14287"/>
                  </a:lnTo>
                  <a:lnTo>
                    <a:pt x="78181" y="14097"/>
                  </a:lnTo>
                  <a:lnTo>
                    <a:pt x="78155" y="14414"/>
                  </a:lnTo>
                  <a:lnTo>
                    <a:pt x="77774" y="14782"/>
                  </a:lnTo>
                  <a:lnTo>
                    <a:pt x="77774" y="19431"/>
                  </a:lnTo>
                  <a:lnTo>
                    <a:pt x="77368" y="19773"/>
                  </a:lnTo>
                  <a:lnTo>
                    <a:pt x="76263" y="19431"/>
                  </a:lnTo>
                  <a:lnTo>
                    <a:pt x="77038" y="18923"/>
                  </a:lnTo>
                  <a:lnTo>
                    <a:pt x="77203" y="18923"/>
                  </a:lnTo>
                  <a:lnTo>
                    <a:pt x="77355" y="18923"/>
                  </a:lnTo>
                  <a:lnTo>
                    <a:pt x="77482" y="18923"/>
                  </a:lnTo>
                  <a:lnTo>
                    <a:pt x="77774" y="19431"/>
                  </a:lnTo>
                  <a:lnTo>
                    <a:pt x="77774" y="14782"/>
                  </a:lnTo>
                  <a:lnTo>
                    <a:pt x="77685" y="18288"/>
                  </a:lnTo>
                  <a:lnTo>
                    <a:pt x="77431" y="18326"/>
                  </a:lnTo>
                  <a:lnTo>
                    <a:pt x="77685" y="18288"/>
                  </a:lnTo>
                  <a:lnTo>
                    <a:pt x="77685" y="14859"/>
                  </a:lnTo>
                  <a:lnTo>
                    <a:pt x="77622" y="15113"/>
                  </a:lnTo>
                  <a:lnTo>
                    <a:pt x="77279" y="15316"/>
                  </a:lnTo>
                  <a:lnTo>
                    <a:pt x="77279" y="18288"/>
                  </a:lnTo>
                  <a:lnTo>
                    <a:pt x="76847" y="18415"/>
                  </a:lnTo>
                  <a:lnTo>
                    <a:pt x="76530" y="18478"/>
                  </a:lnTo>
                  <a:lnTo>
                    <a:pt x="76530" y="18923"/>
                  </a:lnTo>
                  <a:lnTo>
                    <a:pt x="76250" y="18999"/>
                  </a:lnTo>
                  <a:lnTo>
                    <a:pt x="76530" y="18923"/>
                  </a:lnTo>
                  <a:lnTo>
                    <a:pt x="76530" y="18478"/>
                  </a:lnTo>
                  <a:lnTo>
                    <a:pt x="76098" y="18529"/>
                  </a:lnTo>
                  <a:lnTo>
                    <a:pt x="76098" y="18923"/>
                  </a:lnTo>
                  <a:lnTo>
                    <a:pt x="75730" y="19050"/>
                  </a:lnTo>
                  <a:lnTo>
                    <a:pt x="75768" y="18923"/>
                  </a:lnTo>
                  <a:lnTo>
                    <a:pt x="75895" y="18923"/>
                  </a:lnTo>
                  <a:lnTo>
                    <a:pt x="76098" y="18923"/>
                  </a:lnTo>
                  <a:lnTo>
                    <a:pt x="76098" y="18529"/>
                  </a:lnTo>
                  <a:lnTo>
                    <a:pt x="76581" y="18351"/>
                  </a:lnTo>
                  <a:lnTo>
                    <a:pt x="76733" y="18313"/>
                  </a:lnTo>
                  <a:lnTo>
                    <a:pt x="76962" y="18288"/>
                  </a:lnTo>
                  <a:lnTo>
                    <a:pt x="77279" y="18288"/>
                  </a:lnTo>
                  <a:lnTo>
                    <a:pt x="77279" y="15316"/>
                  </a:lnTo>
                  <a:lnTo>
                    <a:pt x="77101" y="15494"/>
                  </a:lnTo>
                  <a:lnTo>
                    <a:pt x="77012" y="16256"/>
                  </a:lnTo>
                  <a:lnTo>
                    <a:pt x="76733" y="16357"/>
                  </a:lnTo>
                  <a:lnTo>
                    <a:pt x="76517" y="16433"/>
                  </a:lnTo>
                  <a:lnTo>
                    <a:pt x="76517" y="17272"/>
                  </a:lnTo>
                  <a:lnTo>
                    <a:pt x="76123" y="17691"/>
                  </a:lnTo>
                  <a:lnTo>
                    <a:pt x="75907" y="17653"/>
                  </a:lnTo>
                  <a:lnTo>
                    <a:pt x="75907" y="17424"/>
                  </a:lnTo>
                  <a:lnTo>
                    <a:pt x="75946" y="17272"/>
                  </a:lnTo>
                  <a:lnTo>
                    <a:pt x="76517" y="17272"/>
                  </a:lnTo>
                  <a:lnTo>
                    <a:pt x="76517" y="16433"/>
                  </a:lnTo>
                  <a:lnTo>
                    <a:pt x="75704" y="16725"/>
                  </a:lnTo>
                  <a:lnTo>
                    <a:pt x="75704" y="18923"/>
                  </a:lnTo>
                  <a:lnTo>
                    <a:pt x="75539" y="18923"/>
                  </a:lnTo>
                  <a:lnTo>
                    <a:pt x="75399" y="18923"/>
                  </a:lnTo>
                  <a:lnTo>
                    <a:pt x="74968" y="19151"/>
                  </a:lnTo>
                  <a:lnTo>
                    <a:pt x="74993" y="18923"/>
                  </a:lnTo>
                  <a:lnTo>
                    <a:pt x="75590" y="18694"/>
                  </a:lnTo>
                  <a:lnTo>
                    <a:pt x="75704" y="18923"/>
                  </a:lnTo>
                  <a:lnTo>
                    <a:pt x="75704" y="16725"/>
                  </a:lnTo>
                  <a:lnTo>
                    <a:pt x="75615" y="18554"/>
                  </a:lnTo>
                  <a:lnTo>
                    <a:pt x="75095" y="18681"/>
                  </a:lnTo>
                  <a:lnTo>
                    <a:pt x="75603" y="18554"/>
                  </a:lnTo>
                  <a:lnTo>
                    <a:pt x="75615" y="16751"/>
                  </a:lnTo>
                  <a:lnTo>
                    <a:pt x="75603" y="18542"/>
                  </a:lnTo>
                  <a:lnTo>
                    <a:pt x="75120" y="18643"/>
                  </a:lnTo>
                  <a:lnTo>
                    <a:pt x="75285" y="18288"/>
                  </a:lnTo>
                  <a:lnTo>
                    <a:pt x="75539" y="18288"/>
                  </a:lnTo>
                  <a:lnTo>
                    <a:pt x="75603" y="18542"/>
                  </a:lnTo>
                  <a:lnTo>
                    <a:pt x="75603" y="16751"/>
                  </a:lnTo>
                  <a:lnTo>
                    <a:pt x="75971" y="16256"/>
                  </a:lnTo>
                  <a:lnTo>
                    <a:pt x="74599" y="16573"/>
                  </a:lnTo>
                  <a:lnTo>
                    <a:pt x="74599" y="17272"/>
                  </a:lnTo>
                  <a:lnTo>
                    <a:pt x="74142" y="17348"/>
                  </a:lnTo>
                  <a:lnTo>
                    <a:pt x="74142" y="19431"/>
                  </a:lnTo>
                  <a:lnTo>
                    <a:pt x="73952" y="19570"/>
                  </a:lnTo>
                  <a:lnTo>
                    <a:pt x="73583" y="19939"/>
                  </a:lnTo>
                  <a:lnTo>
                    <a:pt x="73837" y="19481"/>
                  </a:lnTo>
                  <a:lnTo>
                    <a:pt x="73075" y="19431"/>
                  </a:lnTo>
                  <a:lnTo>
                    <a:pt x="72986" y="18923"/>
                  </a:lnTo>
                  <a:lnTo>
                    <a:pt x="73228" y="18923"/>
                  </a:lnTo>
                  <a:lnTo>
                    <a:pt x="74142" y="19431"/>
                  </a:lnTo>
                  <a:lnTo>
                    <a:pt x="74142" y="17348"/>
                  </a:lnTo>
                  <a:lnTo>
                    <a:pt x="73964" y="17373"/>
                  </a:lnTo>
                  <a:lnTo>
                    <a:pt x="73456" y="17449"/>
                  </a:lnTo>
                  <a:lnTo>
                    <a:pt x="73456" y="18554"/>
                  </a:lnTo>
                  <a:lnTo>
                    <a:pt x="72910" y="18288"/>
                  </a:lnTo>
                  <a:lnTo>
                    <a:pt x="73342" y="18288"/>
                  </a:lnTo>
                  <a:lnTo>
                    <a:pt x="73456" y="18554"/>
                  </a:lnTo>
                  <a:lnTo>
                    <a:pt x="73456" y="17449"/>
                  </a:lnTo>
                  <a:lnTo>
                    <a:pt x="72758" y="17551"/>
                  </a:lnTo>
                  <a:lnTo>
                    <a:pt x="72758" y="18288"/>
                  </a:lnTo>
                  <a:lnTo>
                    <a:pt x="72415" y="18923"/>
                  </a:lnTo>
                  <a:lnTo>
                    <a:pt x="72085" y="18288"/>
                  </a:lnTo>
                  <a:lnTo>
                    <a:pt x="72440" y="18288"/>
                  </a:lnTo>
                  <a:lnTo>
                    <a:pt x="72758" y="18288"/>
                  </a:lnTo>
                  <a:lnTo>
                    <a:pt x="72758" y="17551"/>
                  </a:lnTo>
                  <a:lnTo>
                    <a:pt x="72631" y="17564"/>
                  </a:lnTo>
                  <a:lnTo>
                    <a:pt x="72504" y="17589"/>
                  </a:lnTo>
                  <a:lnTo>
                    <a:pt x="71666" y="17703"/>
                  </a:lnTo>
                  <a:lnTo>
                    <a:pt x="71742" y="17272"/>
                  </a:lnTo>
                  <a:lnTo>
                    <a:pt x="72034" y="17272"/>
                  </a:lnTo>
                  <a:lnTo>
                    <a:pt x="72720" y="17272"/>
                  </a:lnTo>
                  <a:lnTo>
                    <a:pt x="73329" y="17272"/>
                  </a:lnTo>
                  <a:lnTo>
                    <a:pt x="74117" y="17272"/>
                  </a:lnTo>
                  <a:lnTo>
                    <a:pt x="74599" y="17272"/>
                  </a:lnTo>
                  <a:lnTo>
                    <a:pt x="74599" y="16573"/>
                  </a:lnTo>
                  <a:lnTo>
                    <a:pt x="73698" y="16776"/>
                  </a:lnTo>
                  <a:lnTo>
                    <a:pt x="74091" y="16256"/>
                  </a:lnTo>
                  <a:lnTo>
                    <a:pt x="74307" y="16256"/>
                  </a:lnTo>
                  <a:lnTo>
                    <a:pt x="77012" y="16256"/>
                  </a:lnTo>
                  <a:lnTo>
                    <a:pt x="77012" y="15455"/>
                  </a:lnTo>
                  <a:lnTo>
                    <a:pt x="76212" y="15887"/>
                  </a:lnTo>
                  <a:lnTo>
                    <a:pt x="76085" y="15113"/>
                  </a:lnTo>
                  <a:lnTo>
                    <a:pt x="76758" y="15113"/>
                  </a:lnTo>
                  <a:lnTo>
                    <a:pt x="77343" y="15113"/>
                  </a:lnTo>
                  <a:lnTo>
                    <a:pt x="77482" y="15113"/>
                  </a:lnTo>
                  <a:lnTo>
                    <a:pt x="77622" y="15113"/>
                  </a:lnTo>
                  <a:lnTo>
                    <a:pt x="77622" y="14922"/>
                  </a:lnTo>
                  <a:lnTo>
                    <a:pt x="77482" y="15049"/>
                  </a:lnTo>
                  <a:lnTo>
                    <a:pt x="77533" y="14097"/>
                  </a:lnTo>
                  <a:lnTo>
                    <a:pt x="78181" y="14097"/>
                  </a:lnTo>
                  <a:lnTo>
                    <a:pt x="78486" y="14097"/>
                  </a:lnTo>
                  <a:lnTo>
                    <a:pt x="78486" y="12344"/>
                  </a:lnTo>
                  <a:lnTo>
                    <a:pt x="78232" y="12573"/>
                  </a:lnTo>
                  <a:lnTo>
                    <a:pt x="78155" y="11938"/>
                  </a:lnTo>
                  <a:lnTo>
                    <a:pt x="78905" y="11938"/>
                  </a:lnTo>
                  <a:lnTo>
                    <a:pt x="78905" y="11341"/>
                  </a:lnTo>
                  <a:lnTo>
                    <a:pt x="78994" y="10922"/>
                  </a:lnTo>
                  <a:lnTo>
                    <a:pt x="79413" y="10172"/>
                  </a:lnTo>
                  <a:lnTo>
                    <a:pt x="77876" y="10922"/>
                  </a:lnTo>
                  <a:lnTo>
                    <a:pt x="78143" y="10922"/>
                  </a:lnTo>
                  <a:lnTo>
                    <a:pt x="78549" y="10922"/>
                  </a:lnTo>
                  <a:lnTo>
                    <a:pt x="78549" y="11201"/>
                  </a:lnTo>
                  <a:lnTo>
                    <a:pt x="78143" y="10922"/>
                  </a:lnTo>
                  <a:lnTo>
                    <a:pt x="78320" y="11557"/>
                  </a:lnTo>
                  <a:lnTo>
                    <a:pt x="77736" y="11785"/>
                  </a:lnTo>
                  <a:lnTo>
                    <a:pt x="77812" y="10922"/>
                  </a:lnTo>
                  <a:lnTo>
                    <a:pt x="79413" y="10172"/>
                  </a:lnTo>
                  <a:lnTo>
                    <a:pt x="79946" y="9906"/>
                  </a:lnTo>
                  <a:lnTo>
                    <a:pt x="79438" y="10160"/>
                  </a:lnTo>
                  <a:lnTo>
                    <a:pt x="79057" y="10922"/>
                  </a:lnTo>
                  <a:lnTo>
                    <a:pt x="79997" y="10922"/>
                  </a:lnTo>
                  <a:lnTo>
                    <a:pt x="79997" y="8864"/>
                  </a:lnTo>
                  <a:lnTo>
                    <a:pt x="80327" y="9169"/>
                  </a:lnTo>
                  <a:lnTo>
                    <a:pt x="80327" y="8940"/>
                  </a:lnTo>
                  <a:lnTo>
                    <a:pt x="80035" y="8763"/>
                  </a:lnTo>
                  <a:lnTo>
                    <a:pt x="80086" y="8763"/>
                  </a:lnTo>
                  <a:lnTo>
                    <a:pt x="80810" y="8763"/>
                  </a:lnTo>
                  <a:lnTo>
                    <a:pt x="80708" y="8597"/>
                  </a:lnTo>
                  <a:lnTo>
                    <a:pt x="80492" y="8128"/>
                  </a:lnTo>
                  <a:lnTo>
                    <a:pt x="80327" y="7886"/>
                  </a:lnTo>
                  <a:lnTo>
                    <a:pt x="80251" y="7747"/>
                  </a:lnTo>
                  <a:lnTo>
                    <a:pt x="80111" y="7747"/>
                  </a:lnTo>
                  <a:lnTo>
                    <a:pt x="79933" y="7747"/>
                  </a:lnTo>
                  <a:lnTo>
                    <a:pt x="79895" y="8394"/>
                  </a:lnTo>
                  <a:lnTo>
                    <a:pt x="79717" y="8597"/>
                  </a:lnTo>
                  <a:lnTo>
                    <a:pt x="79552" y="8559"/>
                  </a:lnTo>
                  <a:lnTo>
                    <a:pt x="79895" y="7810"/>
                  </a:lnTo>
                  <a:lnTo>
                    <a:pt x="79667" y="7747"/>
                  </a:lnTo>
                  <a:lnTo>
                    <a:pt x="78968" y="8077"/>
                  </a:lnTo>
                  <a:lnTo>
                    <a:pt x="79082" y="7747"/>
                  </a:lnTo>
                  <a:lnTo>
                    <a:pt x="78676" y="7747"/>
                  </a:lnTo>
                  <a:lnTo>
                    <a:pt x="78435" y="7747"/>
                  </a:lnTo>
                  <a:lnTo>
                    <a:pt x="78409" y="8293"/>
                  </a:lnTo>
                  <a:lnTo>
                    <a:pt x="78028" y="8204"/>
                  </a:lnTo>
                  <a:lnTo>
                    <a:pt x="78282" y="7747"/>
                  </a:lnTo>
                  <a:lnTo>
                    <a:pt x="78028" y="7747"/>
                  </a:lnTo>
                  <a:lnTo>
                    <a:pt x="77749" y="7912"/>
                  </a:lnTo>
                  <a:lnTo>
                    <a:pt x="77787" y="7747"/>
                  </a:lnTo>
                  <a:lnTo>
                    <a:pt x="77393" y="7747"/>
                  </a:lnTo>
                  <a:lnTo>
                    <a:pt x="77330" y="8026"/>
                  </a:lnTo>
                  <a:lnTo>
                    <a:pt x="77393" y="7747"/>
                  </a:lnTo>
                  <a:lnTo>
                    <a:pt x="76987" y="7747"/>
                  </a:lnTo>
                  <a:lnTo>
                    <a:pt x="77000" y="7950"/>
                  </a:lnTo>
                  <a:lnTo>
                    <a:pt x="76479" y="7823"/>
                  </a:lnTo>
                  <a:lnTo>
                    <a:pt x="76492" y="8255"/>
                  </a:lnTo>
                  <a:lnTo>
                    <a:pt x="76123" y="7962"/>
                  </a:lnTo>
                  <a:lnTo>
                    <a:pt x="76123" y="11938"/>
                  </a:lnTo>
                  <a:lnTo>
                    <a:pt x="74980" y="12103"/>
                  </a:lnTo>
                  <a:lnTo>
                    <a:pt x="74980" y="15113"/>
                  </a:lnTo>
                  <a:lnTo>
                    <a:pt x="74422" y="15392"/>
                  </a:lnTo>
                  <a:lnTo>
                    <a:pt x="74460" y="15113"/>
                  </a:lnTo>
                  <a:lnTo>
                    <a:pt x="74980" y="15113"/>
                  </a:lnTo>
                  <a:lnTo>
                    <a:pt x="74980" y="12103"/>
                  </a:lnTo>
                  <a:lnTo>
                    <a:pt x="74256" y="12192"/>
                  </a:lnTo>
                  <a:lnTo>
                    <a:pt x="74256" y="13081"/>
                  </a:lnTo>
                  <a:lnTo>
                    <a:pt x="74142" y="14097"/>
                  </a:lnTo>
                  <a:lnTo>
                    <a:pt x="73875" y="15074"/>
                  </a:lnTo>
                  <a:lnTo>
                    <a:pt x="73875" y="15633"/>
                  </a:lnTo>
                  <a:lnTo>
                    <a:pt x="73774" y="16256"/>
                  </a:lnTo>
                  <a:lnTo>
                    <a:pt x="71628" y="16510"/>
                  </a:lnTo>
                  <a:lnTo>
                    <a:pt x="71628" y="17716"/>
                  </a:lnTo>
                  <a:lnTo>
                    <a:pt x="71145" y="17780"/>
                  </a:lnTo>
                  <a:lnTo>
                    <a:pt x="71056" y="17272"/>
                  </a:lnTo>
                  <a:lnTo>
                    <a:pt x="71513" y="17272"/>
                  </a:lnTo>
                  <a:lnTo>
                    <a:pt x="71628" y="17716"/>
                  </a:lnTo>
                  <a:lnTo>
                    <a:pt x="71628" y="16510"/>
                  </a:lnTo>
                  <a:lnTo>
                    <a:pt x="70370" y="16649"/>
                  </a:lnTo>
                  <a:lnTo>
                    <a:pt x="70624" y="16256"/>
                  </a:lnTo>
                  <a:lnTo>
                    <a:pt x="72377" y="16256"/>
                  </a:lnTo>
                  <a:lnTo>
                    <a:pt x="72567" y="16256"/>
                  </a:lnTo>
                  <a:lnTo>
                    <a:pt x="72694" y="16256"/>
                  </a:lnTo>
                  <a:lnTo>
                    <a:pt x="73418" y="16256"/>
                  </a:lnTo>
                  <a:lnTo>
                    <a:pt x="73774" y="16256"/>
                  </a:lnTo>
                  <a:lnTo>
                    <a:pt x="73774" y="15582"/>
                  </a:lnTo>
                  <a:lnTo>
                    <a:pt x="73494" y="15430"/>
                  </a:lnTo>
                  <a:lnTo>
                    <a:pt x="73469" y="15748"/>
                  </a:lnTo>
                  <a:lnTo>
                    <a:pt x="72796" y="15468"/>
                  </a:lnTo>
                  <a:lnTo>
                    <a:pt x="72910" y="15113"/>
                  </a:lnTo>
                  <a:lnTo>
                    <a:pt x="73533" y="15113"/>
                  </a:lnTo>
                  <a:lnTo>
                    <a:pt x="73875" y="15633"/>
                  </a:lnTo>
                  <a:lnTo>
                    <a:pt x="73875" y="15074"/>
                  </a:lnTo>
                  <a:lnTo>
                    <a:pt x="73710" y="15113"/>
                  </a:lnTo>
                  <a:lnTo>
                    <a:pt x="73050" y="14097"/>
                  </a:lnTo>
                  <a:lnTo>
                    <a:pt x="73228" y="14097"/>
                  </a:lnTo>
                  <a:lnTo>
                    <a:pt x="73558" y="14097"/>
                  </a:lnTo>
                  <a:lnTo>
                    <a:pt x="74002" y="14097"/>
                  </a:lnTo>
                  <a:lnTo>
                    <a:pt x="74142" y="14097"/>
                  </a:lnTo>
                  <a:lnTo>
                    <a:pt x="74142" y="13157"/>
                  </a:lnTo>
                  <a:lnTo>
                    <a:pt x="73583" y="13462"/>
                  </a:lnTo>
                  <a:lnTo>
                    <a:pt x="73571" y="13081"/>
                  </a:lnTo>
                  <a:lnTo>
                    <a:pt x="74256" y="13081"/>
                  </a:lnTo>
                  <a:lnTo>
                    <a:pt x="74256" y="12192"/>
                  </a:lnTo>
                  <a:lnTo>
                    <a:pt x="73355" y="12319"/>
                  </a:lnTo>
                  <a:lnTo>
                    <a:pt x="73355" y="13081"/>
                  </a:lnTo>
                  <a:lnTo>
                    <a:pt x="73126" y="13728"/>
                  </a:lnTo>
                  <a:lnTo>
                    <a:pt x="72948" y="13462"/>
                  </a:lnTo>
                  <a:lnTo>
                    <a:pt x="72237" y="13081"/>
                  </a:lnTo>
                  <a:lnTo>
                    <a:pt x="72478" y="13576"/>
                  </a:lnTo>
                  <a:lnTo>
                    <a:pt x="72250" y="13500"/>
                  </a:lnTo>
                  <a:lnTo>
                    <a:pt x="72250" y="15227"/>
                  </a:lnTo>
                  <a:lnTo>
                    <a:pt x="71983" y="15113"/>
                  </a:lnTo>
                  <a:lnTo>
                    <a:pt x="72237" y="15113"/>
                  </a:lnTo>
                  <a:lnTo>
                    <a:pt x="72250" y="13500"/>
                  </a:lnTo>
                  <a:lnTo>
                    <a:pt x="72186" y="14097"/>
                  </a:lnTo>
                  <a:lnTo>
                    <a:pt x="71983" y="14706"/>
                  </a:lnTo>
                  <a:lnTo>
                    <a:pt x="71996" y="14097"/>
                  </a:lnTo>
                  <a:lnTo>
                    <a:pt x="72186" y="14097"/>
                  </a:lnTo>
                  <a:lnTo>
                    <a:pt x="72186" y="13487"/>
                  </a:lnTo>
                  <a:lnTo>
                    <a:pt x="71653" y="13296"/>
                  </a:lnTo>
                  <a:lnTo>
                    <a:pt x="71653" y="14097"/>
                  </a:lnTo>
                  <a:lnTo>
                    <a:pt x="71653" y="15049"/>
                  </a:lnTo>
                  <a:lnTo>
                    <a:pt x="70637" y="14643"/>
                  </a:lnTo>
                  <a:lnTo>
                    <a:pt x="70370" y="14097"/>
                  </a:lnTo>
                  <a:lnTo>
                    <a:pt x="70548" y="14097"/>
                  </a:lnTo>
                  <a:lnTo>
                    <a:pt x="71145" y="14097"/>
                  </a:lnTo>
                  <a:lnTo>
                    <a:pt x="71653" y="14097"/>
                  </a:lnTo>
                  <a:lnTo>
                    <a:pt x="71653" y="13296"/>
                  </a:lnTo>
                  <a:lnTo>
                    <a:pt x="71196" y="13131"/>
                  </a:lnTo>
                  <a:lnTo>
                    <a:pt x="70802" y="13728"/>
                  </a:lnTo>
                  <a:lnTo>
                    <a:pt x="70231" y="13081"/>
                  </a:lnTo>
                  <a:lnTo>
                    <a:pt x="73355" y="13081"/>
                  </a:lnTo>
                  <a:lnTo>
                    <a:pt x="73355" y="12319"/>
                  </a:lnTo>
                  <a:lnTo>
                    <a:pt x="72631" y="12407"/>
                  </a:lnTo>
                  <a:lnTo>
                    <a:pt x="72656" y="11938"/>
                  </a:lnTo>
                  <a:lnTo>
                    <a:pt x="76123" y="11938"/>
                  </a:lnTo>
                  <a:lnTo>
                    <a:pt x="76123" y="7962"/>
                  </a:lnTo>
                  <a:lnTo>
                    <a:pt x="75971" y="8331"/>
                  </a:lnTo>
                  <a:lnTo>
                    <a:pt x="75565" y="7924"/>
                  </a:lnTo>
                  <a:lnTo>
                    <a:pt x="75565" y="8597"/>
                  </a:lnTo>
                  <a:lnTo>
                    <a:pt x="75311" y="8394"/>
                  </a:lnTo>
                  <a:lnTo>
                    <a:pt x="75158" y="7886"/>
                  </a:lnTo>
                  <a:lnTo>
                    <a:pt x="75565" y="8597"/>
                  </a:lnTo>
                  <a:lnTo>
                    <a:pt x="75565" y="7924"/>
                  </a:lnTo>
                  <a:lnTo>
                    <a:pt x="75387" y="7747"/>
                  </a:lnTo>
                  <a:lnTo>
                    <a:pt x="75120" y="7747"/>
                  </a:lnTo>
                  <a:lnTo>
                    <a:pt x="74955" y="7747"/>
                  </a:lnTo>
                  <a:lnTo>
                    <a:pt x="74841" y="8013"/>
                  </a:lnTo>
                  <a:lnTo>
                    <a:pt x="74523" y="7747"/>
                  </a:lnTo>
                  <a:lnTo>
                    <a:pt x="74498" y="9906"/>
                  </a:lnTo>
                  <a:lnTo>
                    <a:pt x="73088" y="10452"/>
                  </a:lnTo>
                  <a:lnTo>
                    <a:pt x="73113" y="9906"/>
                  </a:lnTo>
                  <a:lnTo>
                    <a:pt x="74498" y="9906"/>
                  </a:lnTo>
                  <a:lnTo>
                    <a:pt x="74498" y="7747"/>
                  </a:lnTo>
                  <a:lnTo>
                    <a:pt x="74295" y="7747"/>
                  </a:lnTo>
                  <a:lnTo>
                    <a:pt x="74295" y="8763"/>
                  </a:lnTo>
                  <a:lnTo>
                    <a:pt x="73177" y="9271"/>
                  </a:lnTo>
                  <a:lnTo>
                    <a:pt x="73177" y="8763"/>
                  </a:lnTo>
                  <a:lnTo>
                    <a:pt x="74295" y="8763"/>
                  </a:lnTo>
                  <a:lnTo>
                    <a:pt x="74295" y="7747"/>
                  </a:lnTo>
                  <a:lnTo>
                    <a:pt x="73812" y="7747"/>
                  </a:lnTo>
                  <a:lnTo>
                    <a:pt x="73812" y="6731"/>
                  </a:lnTo>
                  <a:lnTo>
                    <a:pt x="73113" y="6731"/>
                  </a:lnTo>
                  <a:lnTo>
                    <a:pt x="73431" y="5334"/>
                  </a:lnTo>
                  <a:lnTo>
                    <a:pt x="72567" y="5334"/>
                  </a:lnTo>
                  <a:lnTo>
                    <a:pt x="72986" y="6731"/>
                  </a:lnTo>
                  <a:lnTo>
                    <a:pt x="72224" y="6731"/>
                  </a:lnTo>
                  <a:lnTo>
                    <a:pt x="72504" y="5334"/>
                  </a:lnTo>
                  <a:lnTo>
                    <a:pt x="72174" y="5334"/>
                  </a:lnTo>
                  <a:lnTo>
                    <a:pt x="72174" y="12293"/>
                  </a:lnTo>
                  <a:lnTo>
                    <a:pt x="71208" y="11938"/>
                  </a:lnTo>
                  <a:lnTo>
                    <a:pt x="72009" y="11938"/>
                  </a:lnTo>
                  <a:lnTo>
                    <a:pt x="72174" y="12293"/>
                  </a:lnTo>
                  <a:lnTo>
                    <a:pt x="72174" y="5334"/>
                  </a:lnTo>
                  <a:lnTo>
                    <a:pt x="72123" y="7747"/>
                  </a:lnTo>
                  <a:lnTo>
                    <a:pt x="70916" y="8178"/>
                  </a:lnTo>
                  <a:lnTo>
                    <a:pt x="70929" y="7747"/>
                  </a:lnTo>
                  <a:lnTo>
                    <a:pt x="72123" y="7747"/>
                  </a:lnTo>
                  <a:lnTo>
                    <a:pt x="72123" y="5334"/>
                  </a:lnTo>
                  <a:lnTo>
                    <a:pt x="71005" y="5334"/>
                  </a:lnTo>
                  <a:lnTo>
                    <a:pt x="70599" y="5994"/>
                  </a:lnTo>
                  <a:lnTo>
                    <a:pt x="70599" y="7747"/>
                  </a:lnTo>
                  <a:lnTo>
                    <a:pt x="70561" y="8305"/>
                  </a:lnTo>
                  <a:lnTo>
                    <a:pt x="70053" y="8216"/>
                  </a:lnTo>
                  <a:lnTo>
                    <a:pt x="70053" y="17945"/>
                  </a:lnTo>
                  <a:lnTo>
                    <a:pt x="69646" y="18008"/>
                  </a:lnTo>
                  <a:lnTo>
                    <a:pt x="69684" y="17272"/>
                  </a:lnTo>
                  <a:lnTo>
                    <a:pt x="70053" y="17945"/>
                  </a:lnTo>
                  <a:lnTo>
                    <a:pt x="70053" y="8216"/>
                  </a:lnTo>
                  <a:lnTo>
                    <a:pt x="69850" y="8140"/>
                  </a:lnTo>
                  <a:lnTo>
                    <a:pt x="69850" y="15113"/>
                  </a:lnTo>
                  <a:lnTo>
                    <a:pt x="69621" y="15316"/>
                  </a:lnTo>
                  <a:lnTo>
                    <a:pt x="69532" y="15113"/>
                  </a:lnTo>
                  <a:lnTo>
                    <a:pt x="69850" y="15113"/>
                  </a:lnTo>
                  <a:lnTo>
                    <a:pt x="69850" y="8140"/>
                  </a:lnTo>
                  <a:lnTo>
                    <a:pt x="69570" y="8039"/>
                  </a:lnTo>
                  <a:lnTo>
                    <a:pt x="69570" y="14097"/>
                  </a:lnTo>
                  <a:lnTo>
                    <a:pt x="69253" y="14097"/>
                  </a:lnTo>
                  <a:lnTo>
                    <a:pt x="69418" y="14389"/>
                  </a:lnTo>
                  <a:lnTo>
                    <a:pt x="69024" y="15113"/>
                  </a:lnTo>
                  <a:lnTo>
                    <a:pt x="69354" y="15113"/>
                  </a:lnTo>
                  <a:lnTo>
                    <a:pt x="69088" y="15367"/>
                  </a:lnTo>
                  <a:lnTo>
                    <a:pt x="68922" y="15151"/>
                  </a:lnTo>
                  <a:lnTo>
                    <a:pt x="68922" y="15519"/>
                  </a:lnTo>
                  <a:lnTo>
                    <a:pt x="68338" y="16078"/>
                  </a:lnTo>
                  <a:lnTo>
                    <a:pt x="67665" y="15113"/>
                  </a:lnTo>
                  <a:lnTo>
                    <a:pt x="68008" y="15113"/>
                  </a:lnTo>
                  <a:lnTo>
                    <a:pt x="68630" y="15113"/>
                  </a:lnTo>
                  <a:lnTo>
                    <a:pt x="68922" y="15519"/>
                  </a:lnTo>
                  <a:lnTo>
                    <a:pt x="68922" y="15151"/>
                  </a:lnTo>
                  <a:lnTo>
                    <a:pt x="68834" y="14097"/>
                  </a:lnTo>
                  <a:lnTo>
                    <a:pt x="69253" y="14097"/>
                  </a:lnTo>
                  <a:lnTo>
                    <a:pt x="69570" y="14097"/>
                  </a:lnTo>
                  <a:lnTo>
                    <a:pt x="69570" y="8039"/>
                  </a:lnTo>
                  <a:lnTo>
                    <a:pt x="69100" y="7874"/>
                  </a:lnTo>
                  <a:lnTo>
                    <a:pt x="69100" y="8763"/>
                  </a:lnTo>
                  <a:lnTo>
                    <a:pt x="68884" y="8763"/>
                  </a:lnTo>
                  <a:lnTo>
                    <a:pt x="68516" y="8331"/>
                  </a:lnTo>
                  <a:lnTo>
                    <a:pt x="68516" y="14097"/>
                  </a:lnTo>
                  <a:lnTo>
                    <a:pt x="68186" y="14757"/>
                  </a:lnTo>
                  <a:lnTo>
                    <a:pt x="67818" y="14528"/>
                  </a:lnTo>
                  <a:lnTo>
                    <a:pt x="68059" y="14097"/>
                  </a:lnTo>
                  <a:lnTo>
                    <a:pt x="68389" y="14097"/>
                  </a:lnTo>
                  <a:lnTo>
                    <a:pt x="68516" y="14097"/>
                  </a:lnTo>
                  <a:lnTo>
                    <a:pt x="68516" y="8331"/>
                  </a:lnTo>
                  <a:lnTo>
                    <a:pt x="68021" y="7747"/>
                  </a:lnTo>
                  <a:lnTo>
                    <a:pt x="68529" y="7747"/>
                  </a:lnTo>
                  <a:lnTo>
                    <a:pt x="69100" y="8763"/>
                  </a:lnTo>
                  <a:lnTo>
                    <a:pt x="69100" y="7874"/>
                  </a:lnTo>
                  <a:lnTo>
                    <a:pt x="68757" y="7747"/>
                  </a:lnTo>
                  <a:lnTo>
                    <a:pt x="68961" y="6731"/>
                  </a:lnTo>
                  <a:lnTo>
                    <a:pt x="68503" y="6731"/>
                  </a:lnTo>
                  <a:lnTo>
                    <a:pt x="69227" y="5359"/>
                  </a:lnTo>
                  <a:lnTo>
                    <a:pt x="69227" y="6731"/>
                  </a:lnTo>
                  <a:lnTo>
                    <a:pt x="69888" y="6731"/>
                  </a:lnTo>
                  <a:lnTo>
                    <a:pt x="68846" y="7747"/>
                  </a:lnTo>
                  <a:lnTo>
                    <a:pt x="70599" y="7747"/>
                  </a:lnTo>
                  <a:lnTo>
                    <a:pt x="70599" y="5994"/>
                  </a:lnTo>
                  <a:lnTo>
                    <a:pt x="70129" y="6731"/>
                  </a:lnTo>
                  <a:lnTo>
                    <a:pt x="69989" y="6731"/>
                  </a:lnTo>
                  <a:lnTo>
                    <a:pt x="70446" y="5334"/>
                  </a:lnTo>
                  <a:lnTo>
                    <a:pt x="69430" y="4673"/>
                  </a:lnTo>
                  <a:lnTo>
                    <a:pt x="69430" y="5334"/>
                  </a:lnTo>
                  <a:lnTo>
                    <a:pt x="69240" y="5334"/>
                  </a:lnTo>
                  <a:lnTo>
                    <a:pt x="68148" y="5334"/>
                  </a:lnTo>
                  <a:lnTo>
                    <a:pt x="67856" y="5334"/>
                  </a:lnTo>
                  <a:lnTo>
                    <a:pt x="67856" y="13335"/>
                  </a:lnTo>
                  <a:lnTo>
                    <a:pt x="67322" y="13131"/>
                  </a:lnTo>
                  <a:lnTo>
                    <a:pt x="67322" y="14097"/>
                  </a:lnTo>
                  <a:lnTo>
                    <a:pt x="67132" y="14097"/>
                  </a:lnTo>
                  <a:lnTo>
                    <a:pt x="67132" y="15113"/>
                  </a:lnTo>
                  <a:lnTo>
                    <a:pt x="65938" y="15367"/>
                  </a:lnTo>
                  <a:lnTo>
                    <a:pt x="65963" y="15113"/>
                  </a:lnTo>
                  <a:lnTo>
                    <a:pt x="66306" y="15113"/>
                  </a:lnTo>
                  <a:lnTo>
                    <a:pt x="67132" y="15113"/>
                  </a:lnTo>
                  <a:lnTo>
                    <a:pt x="67132" y="14097"/>
                  </a:lnTo>
                  <a:lnTo>
                    <a:pt x="67322" y="14097"/>
                  </a:lnTo>
                  <a:lnTo>
                    <a:pt x="67322" y="13131"/>
                  </a:lnTo>
                  <a:lnTo>
                    <a:pt x="67678" y="13081"/>
                  </a:lnTo>
                  <a:lnTo>
                    <a:pt x="67856" y="13335"/>
                  </a:lnTo>
                  <a:lnTo>
                    <a:pt x="67856" y="5334"/>
                  </a:lnTo>
                  <a:lnTo>
                    <a:pt x="67741" y="4318"/>
                  </a:lnTo>
                  <a:lnTo>
                    <a:pt x="67945" y="4318"/>
                  </a:lnTo>
                  <a:lnTo>
                    <a:pt x="68148" y="5334"/>
                  </a:lnTo>
                  <a:lnTo>
                    <a:pt x="68160" y="4318"/>
                  </a:lnTo>
                  <a:lnTo>
                    <a:pt x="68491" y="4318"/>
                  </a:lnTo>
                  <a:lnTo>
                    <a:pt x="69430" y="5334"/>
                  </a:lnTo>
                  <a:lnTo>
                    <a:pt x="69430" y="4673"/>
                  </a:lnTo>
                  <a:lnTo>
                    <a:pt x="68910" y="4318"/>
                  </a:lnTo>
                  <a:lnTo>
                    <a:pt x="69062" y="4318"/>
                  </a:lnTo>
                  <a:lnTo>
                    <a:pt x="69964" y="4318"/>
                  </a:lnTo>
                  <a:lnTo>
                    <a:pt x="68846" y="3683"/>
                  </a:lnTo>
                  <a:lnTo>
                    <a:pt x="68770" y="3492"/>
                  </a:lnTo>
                  <a:lnTo>
                    <a:pt x="68732" y="3365"/>
                  </a:lnTo>
                  <a:lnTo>
                    <a:pt x="68592" y="3543"/>
                  </a:lnTo>
                  <a:lnTo>
                    <a:pt x="68351" y="3784"/>
                  </a:lnTo>
                  <a:lnTo>
                    <a:pt x="67564" y="4318"/>
                  </a:lnTo>
                  <a:lnTo>
                    <a:pt x="67017" y="4318"/>
                  </a:lnTo>
                  <a:lnTo>
                    <a:pt x="66598" y="5334"/>
                  </a:lnTo>
                  <a:lnTo>
                    <a:pt x="66408" y="5334"/>
                  </a:lnTo>
                  <a:lnTo>
                    <a:pt x="66408" y="14097"/>
                  </a:lnTo>
                  <a:lnTo>
                    <a:pt x="66370" y="14363"/>
                  </a:lnTo>
                  <a:lnTo>
                    <a:pt x="66078" y="14097"/>
                  </a:lnTo>
                  <a:lnTo>
                    <a:pt x="66408" y="14097"/>
                  </a:lnTo>
                  <a:lnTo>
                    <a:pt x="66408" y="5334"/>
                  </a:lnTo>
                  <a:lnTo>
                    <a:pt x="66179" y="5334"/>
                  </a:lnTo>
                  <a:lnTo>
                    <a:pt x="66179" y="8763"/>
                  </a:lnTo>
                  <a:lnTo>
                    <a:pt x="66141" y="9652"/>
                  </a:lnTo>
                  <a:lnTo>
                    <a:pt x="65760" y="9029"/>
                  </a:lnTo>
                  <a:lnTo>
                    <a:pt x="65824" y="9906"/>
                  </a:lnTo>
                  <a:lnTo>
                    <a:pt x="65582" y="9906"/>
                  </a:lnTo>
                  <a:lnTo>
                    <a:pt x="65582" y="15367"/>
                  </a:lnTo>
                  <a:lnTo>
                    <a:pt x="65582" y="9906"/>
                  </a:lnTo>
                  <a:lnTo>
                    <a:pt x="65557" y="8763"/>
                  </a:lnTo>
                  <a:lnTo>
                    <a:pt x="65747" y="8763"/>
                  </a:lnTo>
                  <a:lnTo>
                    <a:pt x="66179" y="8763"/>
                  </a:lnTo>
                  <a:lnTo>
                    <a:pt x="66179" y="5334"/>
                  </a:lnTo>
                  <a:lnTo>
                    <a:pt x="65328" y="5334"/>
                  </a:lnTo>
                  <a:lnTo>
                    <a:pt x="65328" y="15113"/>
                  </a:lnTo>
                  <a:lnTo>
                    <a:pt x="64998" y="15290"/>
                  </a:lnTo>
                  <a:lnTo>
                    <a:pt x="64985" y="15113"/>
                  </a:lnTo>
                  <a:lnTo>
                    <a:pt x="64808" y="15176"/>
                  </a:lnTo>
                  <a:lnTo>
                    <a:pt x="64985" y="15113"/>
                  </a:lnTo>
                  <a:lnTo>
                    <a:pt x="65328" y="15113"/>
                  </a:lnTo>
                  <a:lnTo>
                    <a:pt x="65328" y="5334"/>
                  </a:lnTo>
                  <a:lnTo>
                    <a:pt x="65176" y="5321"/>
                  </a:lnTo>
                  <a:lnTo>
                    <a:pt x="65176" y="9906"/>
                  </a:lnTo>
                  <a:lnTo>
                    <a:pt x="65163" y="10109"/>
                  </a:lnTo>
                  <a:lnTo>
                    <a:pt x="65036" y="9906"/>
                  </a:lnTo>
                  <a:lnTo>
                    <a:pt x="65176" y="9906"/>
                  </a:lnTo>
                  <a:lnTo>
                    <a:pt x="65176" y="5321"/>
                  </a:lnTo>
                  <a:lnTo>
                    <a:pt x="64846" y="5168"/>
                  </a:lnTo>
                  <a:lnTo>
                    <a:pt x="64846" y="10414"/>
                  </a:lnTo>
                  <a:lnTo>
                    <a:pt x="64592" y="10350"/>
                  </a:lnTo>
                  <a:lnTo>
                    <a:pt x="64592" y="17272"/>
                  </a:lnTo>
                  <a:lnTo>
                    <a:pt x="64084" y="17272"/>
                  </a:lnTo>
                  <a:lnTo>
                    <a:pt x="64249" y="16256"/>
                  </a:lnTo>
                  <a:lnTo>
                    <a:pt x="64592" y="17272"/>
                  </a:lnTo>
                  <a:lnTo>
                    <a:pt x="64592" y="10350"/>
                  </a:lnTo>
                  <a:lnTo>
                    <a:pt x="64554" y="15113"/>
                  </a:lnTo>
                  <a:lnTo>
                    <a:pt x="64452" y="15278"/>
                  </a:lnTo>
                  <a:lnTo>
                    <a:pt x="63792" y="15481"/>
                  </a:lnTo>
                  <a:lnTo>
                    <a:pt x="63601" y="15113"/>
                  </a:lnTo>
                  <a:lnTo>
                    <a:pt x="63652" y="15519"/>
                  </a:lnTo>
                  <a:lnTo>
                    <a:pt x="63601" y="20447"/>
                  </a:lnTo>
                  <a:lnTo>
                    <a:pt x="63385" y="20955"/>
                  </a:lnTo>
                  <a:lnTo>
                    <a:pt x="62585" y="20955"/>
                  </a:lnTo>
                  <a:lnTo>
                    <a:pt x="62585" y="23114"/>
                  </a:lnTo>
                  <a:lnTo>
                    <a:pt x="62242" y="23114"/>
                  </a:lnTo>
                  <a:lnTo>
                    <a:pt x="62484" y="22606"/>
                  </a:lnTo>
                  <a:lnTo>
                    <a:pt x="62585" y="23114"/>
                  </a:lnTo>
                  <a:lnTo>
                    <a:pt x="62585" y="20955"/>
                  </a:lnTo>
                  <a:lnTo>
                    <a:pt x="62179" y="20955"/>
                  </a:lnTo>
                  <a:lnTo>
                    <a:pt x="62179" y="22606"/>
                  </a:lnTo>
                  <a:lnTo>
                    <a:pt x="61874" y="23114"/>
                  </a:lnTo>
                  <a:lnTo>
                    <a:pt x="61810" y="22606"/>
                  </a:lnTo>
                  <a:lnTo>
                    <a:pt x="62179" y="22606"/>
                  </a:lnTo>
                  <a:lnTo>
                    <a:pt x="62179" y="20955"/>
                  </a:lnTo>
                  <a:lnTo>
                    <a:pt x="60972" y="20955"/>
                  </a:lnTo>
                  <a:lnTo>
                    <a:pt x="60972" y="25908"/>
                  </a:lnTo>
                  <a:lnTo>
                    <a:pt x="60896" y="25781"/>
                  </a:lnTo>
                  <a:lnTo>
                    <a:pt x="60972" y="25908"/>
                  </a:lnTo>
                  <a:lnTo>
                    <a:pt x="60972" y="20955"/>
                  </a:lnTo>
                  <a:lnTo>
                    <a:pt x="59651" y="20955"/>
                  </a:lnTo>
                  <a:lnTo>
                    <a:pt x="59651" y="30988"/>
                  </a:lnTo>
                  <a:lnTo>
                    <a:pt x="59436" y="31572"/>
                  </a:lnTo>
                  <a:lnTo>
                    <a:pt x="59232" y="31508"/>
                  </a:lnTo>
                  <a:lnTo>
                    <a:pt x="59232" y="38481"/>
                  </a:lnTo>
                  <a:lnTo>
                    <a:pt x="59232" y="38989"/>
                  </a:lnTo>
                  <a:lnTo>
                    <a:pt x="58940" y="38989"/>
                  </a:lnTo>
                  <a:lnTo>
                    <a:pt x="59004" y="38481"/>
                  </a:lnTo>
                  <a:lnTo>
                    <a:pt x="59232" y="38481"/>
                  </a:lnTo>
                  <a:lnTo>
                    <a:pt x="59232" y="31508"/>
                  </a:lnTo>
                  <a:lnTo>
                    <a:pt x="58928" y="31394"/>
                  </a:lnTo>
                  <a:lnTo>
                    <a:pt x="59118" y="31623"/>
                  </a:lnTo>
                  <a:lnTo>
                    <a:pt x="58686" y="31623"/>
                  </a:lnTo>
                  <a:lnTo>
                    <a:pt x="58686" y="32131"/>
                  </a:lnTo>
                  <a:lnTo>
                    <a:pt x="58674" y="38989"/>
                  </a:lnTo>
                  <a:lnTo>
                    <a:pt x="57327" y="38989"/>
                  </a:lnTo>
                  <a:lnTo>
                    <a:pt x="57645" y="38481"/>
                  </a:lnTo>
                  <a:lnTo>
                    <a:pt x="57315" y="38481"/>
                  </a:lnTo>
                  <a:lnTo>
                    <a:pt x="56769" y="38011"/>
                  </a:lnTo>
                  <a:lnTo>
                    <a:pt x="56769" y="40424"/>
                  </a:lnTo>
                  <a:lnTo>
                    <a:pt x="56324" y="40170"/>
                  </a:lnTo>
                  <a:lnTo>
                    <a:pt x="56324" y="41402"/>
                  </a:lnTo>
                  <a:lnTo>
                    <a:pt x="56261" y="41148"/>
                  </a:lnTo>
                  <a:lnTo>
                    <a:pt x="55727" y="41148"/>
                  </a:lnTo>
                  <a:lnTo>
                    <a:pt x="55600" y="41148"/>
                  </a:lnTo>
                  <a:lnTo>
                    <a:pt x="56019" y="40513"/>
                  </a:lnTo>
                  <a:lnTo>
                    <a:pt x="56248" y="40513"/>
                  </a:lnTo>
                  <a:lnTo>
                    <a:pt x="56324" y="41402"/>
                  </a:lnTo>
                  <a:lnTo>
                    <a:pt x="56324" y="40170"/>
                  </a:lnTo>
                  <a:lnTo>
                    <a:pt x="56172" y="40068"/>
                  </a:lnTo>
                  <a:lnTo>
                    <a:pt x="56426" y="40005"/>
                  </a:lnTo>
                  <a:lnTo>
                    <a:pt x="56769" y="40424"/>
                  </a:lnTo>
                  <a:lnTo>
                    <a:pt x="56769" y="38011"/>
                  </a:lnTo>
                  <a:lnTo>
                    <a:pt x="56908" y="37973"/>
                  </a:lnTo>
                  <a:lnTo>
                    <a:pt x="57454" y="37973"/>
                  </a:lnTo>
                  <a:lnTo>
                    <a:pt x="58674" y="38989"/>
                  </a:lnTo>
                  <a:lnTo>
                    <a:pt x="58674" y="32131"/>
                  </a:lnTo>
                  <a:lnTo>
                    <a:pt x="58534" y="32131"/>
                  </a:lnTo>
                  <a:lnTo>
                    <a:pt x="58496" y="32639"/>
                  </a:lnTo>
                  <a:lnTo>
                    <a:pt x="58216" y="32639"/>
                  </a:lnTo>
                  <a:lnTo>
                    <a:pt x="58267" y="32131"/>
                  </a:lnTo>
                  <a:lnTo>
                    <a:pt x="58089" y="32131"/>
                  </a:lnTo>
                  <a:lnTo>
                    <a:pt x="58089" y="33655"/>
                  </a:lnTo>
                  <a:lnTo>
                    <a:pt x="57962" y="33794"/>
                  </a:lnTo>
                  <a:lnTo>
                    <a:pt x="57962" y="37338"/>
                  </a:lnTo>
                  <a:lnTo>
                    <a:pt x="57467" y="37338"/>
                  </a:lnTo>
                  <a:lnTo>
                    <a:pt x="56984" y="36830"/>
                  </a:lnTo>
                  <a:lnTo>
                    <a:pt x="56857" y="37338"/>
                  </a:lnTo>
                  <a:lnTo>
                    <a:pt x="56692" y="37338"/>
                  </a:lnTo>
                  <a:lnTo>
                    <a:pt x="56362" y="37338"/>
                  </a:lnTo>
                  <a:lnTo>
                    <a:pt x="56362" y="37973"/>
                  </a:lnTo>
                  <a:lnTo>
                    <a:pt x="56235" y="37973"/>
                  </a:lnTo>
                  <a:lnTo>
                    <a:pt x="56362" y="37973"/>
                  </a:lnTo>
                  <a:lnTo>
                    <a:pt x="56362" y="37338"/>
                  </a:lnTo>
                  <a:lnTo>
                    <a:pt x="56299" y="37172"/>
                  </a:lnTo>
                  <a:lnTo>
                    <a:pt x="56235" y="37338"/>
                  </a:lnTo>
                  <a:lnTo>
                    <a:pt x="55880" y="37338"/>
                  </a:lnTo>
                  <a:lnTo>
                    <a:pt x="55880" y="40132"/>
                  </a:lnTo>
                  <a:lnTo>
                    <a:pt x="55765" y="40005"/>
                  </a:lnTo>
                  <a:lnTo>
                    <a:pt x="55880" y="40132"/>
                  </a:lnTo>
                  <a:lnTo>
                    <a:pt x="55880" y="37338"/>
                  </a:lnTo>
                  <a:lnTo>
                    <a:pt x="55689" y="37338"/>
                  </a:lnTo>
                  <a:lnTo>
                    <a:pt x="56299" y="37084"/>
                  </a:lnTo>
                  <a:lnTo>
                    <a:pt x="56222" y="36322"/>
                  </a:lnTo>
                  <a:lnTo>
                    <a:pt x="56121" y="36830"/>
                  </a:lnTo>
                  <a:lnTo>
                    <a:pt x="55880" y="36830"/>
                  </a:lnTo>
                  <a:lnTo>
                    <a:pt x="56159" y="36322"/>
                  </a:lnTo>
                  <a:lnTo>
                    <a:pt x="56337" y="36322"/>
                  </a:lnTo>
                  <a:lnTo>
                    <a:pt x="56769" y="36830"/>
                  </a:lnTo>
                  <a:lnTo>
                    <a:pt x="56451" y="36830"/>
                  </a:lnTo>
                  <a:lnTo>
                    <a:pt x="56349" y="37071"/>
                  </a:lnTo>
                  <a:lnTo>
                    <a:pt x="56908" y="36830"/>
                  </a:lnTo>
                  <a:lnTo>
                    <a:pt x="57111" y="36449"/>
                  </a:lnTo>
                  <a:lnTo>
                    <a:pt x="57035" y="36830"/>
                  </a:lnTo>
                  <a:lnTo>
                    <a:pt x="57861" y="36830"/>
                  </a:lnTo>
                  <a:lnTo>
                    <a:pt x="57962" y="37338"/>
                  </a:lnTo>
                  <a:lnTo>
                    <a:pt x="57962" y="33794"/>
                  </a:lnTo>
                  <a:lnTo>
                    <a:pt x="57835" y="33921"/>
                  </a:lnTo>
                  <a:lnTo>
                    <a:pt x="57569" y="33147"/>
                  </a:lnTo>
                  <a:lnTo>
                    <a:pt x="57238" y="33147"/>
                  </a:lnTo>
                  <a:lnTo>
                    <a:pt x="57238" y="35814"/>
                  </a:lnTo>
                  <a:lnTo>
                    <a:pt x="56553" y="35814"/>
                  </a:lnTo>
                  <a:lnTo>
                    <a:pt x="56222" y="34798"/>
                  </a:lnTo>
                  <a:lnTo>
                    <a:pt x="57111" y="34798"/>
                  </a:lnTo>
                  <a:lnTo>
                    <a:pt x="57238" y="35814"/>
                  </a:lnTo>
                  <a:lnTo>
                    <a:pt x="57238" y="33147"/>
                  </a:lnTo>
                  <a:lnTo>
                    <a:pt x="57099" y="33147"/>
                  </a:lnTo>
                  <a:lnTo>
                    <a:pt x="57594" y="32639"/>
                  </a:lnTo>
                  <a:lnTo>
                    <a:pt x="57683" y="33147"/>
                  </a:lnTo>
                  <a:lnTo>
                    <a:pt x="57772" y="33655"/>
                  </a:lnTo>
                  <a:lnTo>
                    <a:pt x="58089" y="33655"/>
                  </a:lnTo>
                  <a:lnTo>
                    <a:pt x="58089" y="32131"/>
                  </a:lnTo>
                  <a:lnTo>
                    <a:pt x="58026" y="31623"/>
                  </a:lnTo>
                  <a:lnTo>
                    <a:pt x="58166" y="31623"/>
                  </a:lnTo>
                  <a:lnTo>
                    <a:pt x="58508" y="31965"/>
                  </a:lnTo>
                  <a:lnTo>
                    <a:pt x="58559" y="31838"/>
                  </a:lnTo>
                  <a:lnTo>
                    <a:pt x="58547" y="32004"/>
                  </a:lnTo>
                  <a:lnTo>
                    <a:pt x="58674" y="32118"/>
                  </a:lnTo>
                  <a:lnTo>
                    <a:pt x="58686" y="31623"/>
                  </a:lnTo>
                  <a:lnTo>
                    <a:pt x="58762" y="31343"/>
                  </a:lnTo>
                  <a:lnTo>
                    <a:pt x="57759" y="30988"/>
                  </a:lnTo>
                  <a:lnTo>
                    <a:pt x="58610" y="30988"/>
                  </a:lnTo>
                  <a:lnTo>
                    <a:pt x="58801" y="31242"/>
                  </a:lnTo>
                  <a:lnTo>
                    <a:pt x="58915" y="30988"/>
                  </a:lnTo>
                  <a:lnTo>
                    <a:pt x="59651" y="30988"/>
                  </a:lnTo>
                  <a:lnTo>
                    <a:pt x="59651" y="20955"/>
                  </a:lnTo>
                  <a:lnTo>
                    <a:pt x="59296" y="20955"/>
                  </a:lnTo>
                  <a:lnTo>
                    <a:pt x="59296" y="26289"/>
                  </a:lnTo>
                  <a:lnTo>
                    <a:pt x="59118" y="26708"/>
                  </a:lnTo>
                  <a:lnTo>
                    <a:pt x="58877" y="27305"/>
                  </a:lnTo>
                  <a:lnTo>
                    <a:pt x="58826" y="26797"/>
                  </a:lnTo>
                  <a:lnTo>
                    <a:pt x="59080" y="26797"/>
                  </a:lnTo>
                  <a:lnTo>
                    <a:pt x="58826" y="26758"/>
                  </a:lnTo>
                  <a:lnTo>
                    <a:pt x="58826" y="26289"/>
                  </a:lnTo>
                  <a:lnTo>
                    <a:pt x="59182" y="26289"/>
                  </a:lnTo>
                  <a:lnTo>
                    <a:pt x="59296" y="20955"/>
                  </a:lnTo>
                  <a:lnTo>
                    <a:pt x="57835" y="20955"/>
                  </a:lnTo>
                  <a:lnTo>
                    <a:pt x="57835" y="28956"/>
                  </a:lnTo>
                  <a:lnTo>
                    <a:pt x="57594" y="29438"/>
                  </a:lnTo>
                  <a:lnTo>
                    <a:pt x="57594" y="31623"/>
                  </a:lnTo>
                  <a:lnTo>
                    <a:pt x="57480" y="32131"/>
                  </a:lnTo>
                  <a:lnTo>
                    <a:pt x="57035" y="32131"/>
                  </a:lnTo>
                  <a:lnTo>
                    <a:pt x="57391" y="31623"/>
                  </a:lnTo>
                  <a:lnTo>
                    <a:pt x="57594" y="31623"/>
                  </a:lnTo>
                  <a:lnTo>
                    <a:pt x="57594" y="29438"/>
                  </a:lnTo>
                  <a:lnTo>
                    <a:pt x="57518" y="29972"/>
                  </a:lnTo>
                  <a:lnTo>
                    <a:pt x="57175" y="29464"/>
                  </a:lnTo>
                  <a:lnTo>
                    <a:pt x="56603" y="29464"/>
                  </a:lnTo>
                  <a:lnTo>
                    <a:pt x="56603" y="33147"/>
                  </a:lnTo>
                  <a:lnTo>
                    <a:pt x="56527" y="33655"/>
                  </a:lnTo>
                  <a:lnTo>
                    <a:pt x="56197" y="33655"/>
                  </a:lnTo>
                  <a:lnTo>
                    <a:pt x="56172" y="33147"/>
                  </a:lnTo>
                  <a:lnTo>
                    <a:pt x="56172" y="34163"/>
                  </a:lnTo>
                  <a:lnTo>
                    <a:pt x="56108" y="34417"/>
                  </a:lnTo>
                  <a:lnTo>
                    <a:pt x="56032" y="34163"/>
                  </a:lnTo>
                  <a:lnTo>
                    <a:pt x="56172" y="34163"/>
                  </a:lnTo>
                  <a:lnTo>
                    <a:pt x="56172" y="33147"/>
                  </a:lnTo>
                  <a:lnTo>
                    <a:pt x="56603" y="33147"/>
                  </a:lnTo>
                  <a:lnTo>
                    <a:pt x="56603" y="29464"/>
                  </a:lnTo>
                  <a:lnTo>
                    <a:pt x="56146" y="29464"/>
                  </a:lnTo>
                  <a:lnTo>
                    <a:pt x="56146" y="30480"/>
                  </a:lnTo>
                  <a:lnTo>
                    <a:pt x="56095" y="30988"/>
                  </a:lnTo>
                  <a:lnTo>
                    <a:pt x="56007" y="34798"/>
                  </a:lnTo>
                  <a:lnTo>
                    <a:pt x="55727" y="35814"/>
                  </a:lnTo>
                  <a:lnTo>
                    <a:pt x="55283" y="35814"/>
                  </a:lnTo>
                  <a:lnTo>
                    <a:pt x="55283" y="40259"/>
                  </a:lnTo>
                  <a:lnTo>
                    <a:pt x="55067" y="40309"/>
                  </a:lnTo>
                  <a:lnTo>
                    <a:pt x="55130" y="40005"/>
                  </a:lnTo>
                  <a:lnTo>
                    <a:pt x="55283" y="40259"/>
                  </a:lnTo>
                  <a:lnTo>
                    <a:pt x="55283" y="35814"/>
                  </a:lnTo>
                  <a:lnTo>
                    <a:pt x="55156" y="35814"/>
                  </a:lnTo>
                  <a:lnTo>
                    <a:pt x="55664" y="35306"/>
                  </a:lnTo>
                  <a:lnTo>
                    <a:pt x="55270" y="35052"/>
                  </a:lnTo>
                  <a:lnTo>
                    <a:pt x="55143" y="35306"/>
                  </a:lnTo>
                  <a:lnTo>
                    <a:pt x="55270" y="35306"/>
                  </a:lnTo>
                  <a:lnTo>
                    <a:pt x="54838" y="35814"/>
                  </a:lnTo>
                  <a:lnTo>
                    <a:pt x="54711" y="35814"/>
                  </a:lnTo>
                  <a:lnTo>
                    <a:pt x="54673" y="35306"/>
                  </a:lnTo>
                  <a:lnTo>
                    <a:pt x="54584" y="40513"/>
                  </a:lnTo>
                  <a:lnTo>
                    <a:pt x="54013" y="41148"/>
                  </a:lnTo>
                  <a:lnTo>
                    <a:pt x="53695" y="41148"/>
                  </a:lnTo>
                  <a:lnTo>
                    <a:pt x="54394" y="40513"/>
                  </a:lnTo>
                  <a:lnTo>
                    <a:pt x="54584" y="40513"/>
                  </a:lnTo>
                  <a:lnTo>
                    <a:pt x="54584" y="35306"/>
                  </a:lnTo>
                  <a:lnTo>
                    <a:pt x="54343" y="35306"/>
                  </a:lnTo>
                  <a:lnTo>
                    <a:pt x="54114" y="35394"/>
                  </a:lnTo>
                  <a:lnTo>
                    <a:pt x="53809" y="35306"/>
                  </a:lnTo>
                  <a:lnTo>
                    <a:pt x="54902" y="34798"/>
                  </a:lnTo>
                  <a:lnTo>
                    <a:pt x="55397" y="34798"/>
                  </a:lnTo>
                  <a:lnTo>
                    <a:pt x="56007" y="34798"/>
                  </a:lnTo>
                  <a:lnTo>
                    <a:pt x="56007" y="30988"/>
                  </a:lnTo>
                  <a:lnTo>
                    <a:pt x="55867" y="30988"/>
                  </a:lnTo>
                  <a:lnTo>
                    <a:pt x="55854" y="30480"/>
                  </a:lnTo>
                  <a:lnTo>
                    <a:pt x="56146" y="30480"/>
                  </a:lnTo>
                  <a:lnTo>
                    <a:pt x="56146" y="29464"/>
                  </a:lnTo>
                  <a:lnTo>
                    <a:pt x="55524" y="29464"/>
                  </a:lnTo>
                  <a:lnTo>
                    <a:pt x="55524" y="31381"/>
                  </a:lnTo>
                  <a:lnTo>
                    <a:pt x="54800" y="30988"/>
                  </a:lnTo>
                  <a:lnTo>
                    <a:pt x="55499" y="30988"/>
                  </a:lnTo>
                  <a:lnTo>
                    <a:pt x="55524" y="31381"/>
                  </a:lnTo>
                  <a:lnTo>
                    <a:pt x="55524" y="29464"/>
                  </a:lnTo>
                  <a:lnTo>
                    <a:pt x="54991" y="29464"/>
                  </a:lnTo>
                  <a:lnTo>
                    <a:pt x="57708" y="28956"/>
                  </a:lnTo>
                  <a:lnTo>
                    <a:pt x="57835" y="28956"/>
                  </a:lnTo>
                  <a:lnTo>
                    <a:pt x="57835" y="20955"/>
                  </a:lnTo>
                  <a:lnTo>
                    <a:pt x="57518" y="20955"/>
                  </a:lnTo>
                  <a:lnTo>
                    <a:pt x="57518" y="28956"/>
                  </a:lnTo>
                  <a:lnTo>
                    <a:pt x="57302" y="28956"/>
                  </a:lnTo>
                  <a:lnTo>
                    <a:pt x="57454" y="28448"/>
                  </a:lnTo>
                  <a:lnTo>
                    <a:pt x="56654" y="27965"/>
                  </a:lnTo>
                  <a:lnTo>
                    <a:pt x="56908" y="27813"/>
                  </a:lnTo>
                  <a:lnTo>
                    <a:pt x="57480" y="27813"/>
                  </a:lnTo>
                  <a:lnTo>
                    <a:pt x="57518" y="28956"/>
                  </a:lnTo>
                  <a:lnTo>
                    <a:pt x="57518" y="20955"/>
                  </a:lnTo>
                  <a:lnTo>
                    <a:pt x="57086" y="20955"/>
                  </a:lnTo>
                  <a:lnTo>
                    <a:pt x="57086" y="26289"/>
                  </a:lnTo>
                  <a:lnTo>
                    <a:pt x="56769" y="26289"/>
                  </a:lnTo>
                  <a:lnTo>
                    <a:pt x="56654" y="26009"/>
                  </a:lnTo>
                  <a:lnTo>
                    <a:pt x="56654" y="27813"/>
                  </a:lnTo>
                  <a:lnTo>
                    <a:pt x="56515" y="27876"/>
                  </a:lnTo>
                  <a:lnTo>
                    <a:pt x="56654" y="27813"/>
                  </a:lnTo>
                  <a:lnTo>
                    <a:pt x="56654" y="26009"/>
                  </a:lnTo>
                  <a:lnTo>
                    <a:pt x="56565" y="25781"/>
                  </a:lnTo>
                  <a:lnTo>
                    <a:pt x="56883" y="25781"/>
                  </a:lnTo>
                  <a:lnTo>
                    <a:pt x="57086" y="26289"/>
                  </a:lnTo>
                  <a:lnTo>
                    <a:pt x="57086" y="20955"/>
                  </a:lnTo>
                  <a:lnTo>
                    <a:pt x="56210" y="20955"/>
                  </a:lnTo>
                  <a:lnTo>
                    <a:pt x="56210" y="25273"/>
                  </a:lnTo>
                  <a:lnTo>
                    <a:pt x="56045" y="25400"/>
                  </a:lnTo>
                  <a:lnTo>
                    <a:pt x="56057" y="25273"/>
                  </a:lnTo>
                  <a:lnTo>
                    <a:pt x="56210" y="25273"/>
                  </a:lnTo>
                  <a:lnTo>
                    <a:pt x="56210" y="20955"/>
                  </a:lnTo>
                  <a:lnTo>
                    <a:pt x="55880" y="20955"/>
                  </a:lnTo>
                  <a:lnTo>
                    <a:pt x="55880" y="27813"/>
                  </a:lnTo>
                  <a:lnTo>
                    <a:pt x="55841" y="28181"/>
                  </a:lnTo>
                  <a:lnTo>
                    <a:pt x="55537" y="28321"/>
                  </a:lnTo>
                  <a:lnTo>
                    <a:pt x="55054" y="27813"/>
                  </a:lnTo>
                  <a:lnTo>
                    <a:pt x="55880" y="27813"/>
                  </a:lnTo>
                  <a:lnTo>
                    <a:pt x="55880" y="20955"/>
                  </a:lnTo>
                  <a:lnTo>
                    <a:pt x="55867" y="25527"/>
                  </a:lnTo>
                  <a:lnTo>
                    <a:pt x="55245" y="25273"/>
                  </a:lnTo>
                  <a:lnTo>
                    <a:pt x="54914" y="25273"/>
                  </a:lnTo>
                  <a:lnTo>
                    <a:pt x="54927" y="24676"/>
                  </a:lnTo>
                  <a:lnTo>
                    <a:pt x="55105" y="25057"/>
                  </a:lnTo>
                  <a:lnTo>
                    <a:pt x="55524" y="24638"/>
                  </a:lnTo>
                  <a:lnTo>
                    <a:pt x="55676" y="24638"/>
                  </a:lnTo>
                  <a:lnTo>
                    <a:pt x="55816" y="25273"/>
                  </a:lnTo>
                  <a:lnTo>
                    <a:pt x="55867" y="25527"/>
                  </a:lnTo>
                  <a:lnTo>
                    <a:pt x="55867" y="20955"/>
                  </a:lnTo>
                  <a:lnTo>
                    <a:pt x="53987" y="20955"/>
                  </a:lnTo>
                  <a:lnTo>
                    <a:pt x="53987" y="25273"/>
                  </a:lnTo>
                  <a:lnTo>
                    <a:pt x="53898" y="25527"/>
                  </a:lnTo>
                  <a:lnTo>
                    <a:pt x="53073" y="25273"/>
                  </a:lnTo>
                  <a:lnTo>
                    <a:pt x="52730" y="25527"/>
                  </a:lnTo>
                  <a:lnTo>
                    <a:pt x="52768" y="25273"/>
                  </a:lnTo>
                  <a:lnTo>
                    <a:pt x="53073" y="25273"/>
                  </a:lnTo>
                  <a:lnTo>
                    <a:pt x="53517" y="25273"/>
                  </a:lnTo>
                  <a:lnTo>
                    <a:pt x="53289" y="24638"/>
                  </a:lnTo>
                  <a:lnTo>
                    <a:pt x="53695" y="25273"/>
                  </a:lnTo>
                  <a:lnTo>
                    <a:pt x="53987" y="25273"/>
                  </a:lnTo>
                  <a:lnTo>
                    <a:pt x="53987" y="20955"/>
                  </a:lnTo>
                  <a:lnTo>
                    <a:pt x="53213" y="20955"/>
                  </a:lnTo>
                  <a:lnTo>
                    <a:pt x="53213" y="24638"/>
                  </a:lnTo>
                  <a:lnTo>
                    <a:pt x="52578" y="24638"/>
                  </a:lnTo>
                  <a:lnTo>
                    <a:pt x="52666" y="25273"/>
                  </a:lnTo>
                  <a:lnTo>
                    <a:pt x="52260" y="25273"/>
                  </a:lnTo>
                  <a:lnTo>
                    <a:pt x="51993" y="25336"/>
                  </a:lnTo>
                  <a:lnTo>
                    <a:pt x="51993" y="41656"/>
                  </a:lnTo>
                  <a:lnTo>
                    <a:pt x="51587" y="42049"/>
                  </a:lnTo>
                  <a:lnTo>
                    <a:pt x="51117" y="41402"/>
                  </a:lnTo>
                  <a:lnTo>
                    <a:pt x="51308" y="41656"/>
                  </a:lnTo>
                  <a:lnTo>
                    <a:pt x="51993" y="41656"/>
                  </a:lnTo>
                  <a:lnTo>
                    <a:pt x="51993" y="25336"/>
                  </a:lnTo>
                  <a:lnTo>
                    <a:pt x="51650" y="25400"/>
                  </a:lnTo>
                  <a:lnTo>
                    <a:pt x="51904" y="25273"/>
                  </a:lnTo>
                  <a:lnTo>
                    <a:pt x="51727" y="24638"/>
                  </a:lnTo>
                  <a:lnTo>
                    <a:pt x="52222" y="24638"/>
                  </a:lnTo>
                  <a:lnTo>
                    <a:pt x="52514" y="24638"/>
                  </a:lnTo>
                  <a:lnTo>
                    <a:pt x="52692" y="24511"/>
                  </a:lnTo>
                  <a:lnTo>
                    <a:pt x="53187" y="24130"/>
                  </a:lnTo>
                  <a:lnTo>
                    <a:pt x="53200" y="24625"/>
                  </a:lnTo>
                  <a:lnTo>
                    <a:pt x="53213" y="20955"/>
                  </a:lnTo>
                  <a:lnTo>
                    <a:pt x="53149" y="23114"/>
                  </a:lnTo>
                  <a:lnTo>
                    <a:pt x="52133" y="23114"/>
                  </a:lnTo>
                  <a:lnTo>
                    <a:pt x="52019" y="23368"/>
                  </a:lnTo>
                  <a:lnTo>
                    <a:pt x="51854" y="23114"/>
                  </a:lnTo>
                  <a:lnTo>
                    <a:pt x="51384" y="23114"/>
                  </a:lnTo>
                  <a:lnTo>
                    <a:pt x="51409" y="22644"/>
                  </a:lnTo>
                  <a:lnTo>
                    <a:pt x="53149" y="23114"/>
                  </a:lnTo>
                  <a:lnTo>
                    <a:pt x="53149" y="20955"/>
                  </a:lnTo>
                  <a:lnTo>
                    <a:pt x="51396" y="20955"/>
                  </a:lnTo>
                  <a:lnTo>
                    <a:pt x="51396" y="22631"/>
                  </a:lnTo>
                  <a:lnTo>
                    <a:pt x="51333" y="40513"/>
                  </a:lnTo>
                  <a:lnTo>
                    <a:pt x="50533" y="40335"/>
                  </a:lnTo>
                  <a:lnTo>
                    <a:pt x="50546" y="40513"/>
                  </a:lnTo>
                  <a:lnTo>
                    <a:pt x="50469" y="40322"/>
                  </a:lnTo>
                  <a:lnTo>
                    <a:pt x="49542" y="40106"/>
                  </a:lnTo>
                  <a:lnTo>
                    <a:pt x="50317" y="40513"/>
                  </a:lnTo>
                  <a:lnTo>
                    <a:pt x="49669" y="40513"/>
                  </a:lnTo>
                  <a:lnTo>
                    <a:pt x="49707" y="41148"/>
                  </a:lnTo>
                  <a:lnTo>
                    <a:pt x="49225" y="41287"/>
                  </a:lnTo>
                  <a:lnTo>
                    <a:pt x="49187" y="41148"/>
                  </a:lnTo>
                  <a:lnTo>
                    <a:pt x="49555" y="41148"/>
                  </a:lnTo>
                  <a:lnTo>
                    <a:pt x="49657" y="40513"/>
                  </a:lnTo>
                  <a:lnTo>
                    <a:pt x="48666" y="40513"/>
                  </a:lnTo>
                  <a:lnTo>
                    <a:pt x="49085" y="40005"/>
                  </a:lnTo>
                  <a:lnTo>
                    <a:pt x="48806" y="40005"/>
                  </a:lnTo>
                  <a:lnTo>
                    <a:pt x="48666" y="39903"/>
                  </a:lnTo>
                  <a:lnTo>
                    <a:pt x="48590" y="40386"/>
                  </a:lnTo>
                  <a:lnTo>
                    <a:pt x="48387" y="40005"/>
                  </a:lnTo>
                  <a:lnTo>
                    <a:pt x="48666" y="40005"/>
                  </a:lnTo>
                  <a:lnTo>
                    <a:pt x="48133" y="39497"/>
                  </a:lnTo>
                  <a:lnTo>
                    <a:pt x="47688" y="39497"/>
                  </a:lnTo>
                  <a:lnTo>
                    <a:pt x="47663" y="38989"/>
                  </a:lnTo>
                  <a:lnTo>
                    <a:pt x="47459" y="38989"/>
                  </a:lnTo>
                  <a:lnTo>
                    <a:pt x="47180" y="38481"/>
                  </a:lnTo>
                  <a:lnTo>
                    <a:pt x="47294" y="38290"/>
                  </a:lnTo>
                  <a:lnTo>
                    <a:pt x="47383" y="38481"/>
                  </a:lnTo>
                  <a:lnTo>
                    <a:pt x="47599" y="38481"/>
                  </a:lnTo>
                  <a:lnTo>
                    <a:pt x="47777" y="38481"/>
                  </a:lnTo>
                  <a:lnTo>
                    <a:pt x="47777" y="38925"/>
                  </a:lnTo>
                  <a:lnTo>
                    <a:pt x="48120" y="38709"/>
                  </a:lnTo>
                  <a:lnTo>
                    <a:pt x="48133" y="38989"/>
                  </a:lnTo>
                  <a:lnTo>
                    <a:pt x="48133" y="39497"/>
                  </a:lnTo>
                  <a:lnTo>
                    <a:pt x="49580" y="40005"/>
                  </a:lnTo>
                  <a:lnTo>
                    <a:pt x="50444" y="40259"/>
                  </a:lnTo>
                  <a:lnTo>
                    <a:pt x="50355" y="40005"/>
                  </a:lnTo>
                  <a:lnTo>
                    <a:pt x="50520" y="40005"/>
                  </a:lnTo>
                  <a:lnTo>
                    <a:pt x="50533" y="40284"/>
                  </a:lnTo>
                  <a:lnTo>
                    <a:pt x="51333" y="40513"/>
                  </a:lnTo>
                  <a:lnTo>
                    <a:pt x="51333" y="22694"/>
                  </a:lnTo>
                  <a:lnTo>
                    <a:pt x="50901" y="23114"/>
                  </a:lnTo>
                  <a:lnTo>
                    <a:pt x="50634" y="22606"/>
                  </a:lnTo>
                  <a:lnTo>
                    <a:pt x="50634" y="26136"/>
                  </a:lnTo>
                  <a:lnTo>
                    <a:pt x="50444" y="26289"/>
                  </a:lnTo>
                  <a:lnTo>
                    <a:pt x="50634" y="26136"/>
                  </a:lnTo>
                  <a:lnTo>
                    <a:pt x="50634" y="22606"/>
                  </a:lnTo>
                  <a:lnTo>
                    <a:pt x="51320" y="22606"/>
                  </a:lnTo>
                  <a:lnTo>
                    <a:pt x="51396" y="20955"/>
                  </a:lnTo>
                  <a:lnTo>
                    <a:pt x="48641" y="20955"/>
                  </a:lnTo>
                  <a:lnTo>
                    <a:pt x="48641" y="38989"/>
                  </a:lnTo>
                  <a:lnTo>
                    <a:pt x="48183" y="38671"/>
                  </a:lnTo>
                  <a:lnTo>
                    <a:pt x="48488" y="38481"/>
                  </a:lnTo>
                  <a:lnTo>
                    <a:pt x="48641" y="38989"/>
                  </a:lnTo>
                  <a:lnTo>
                    <a:pt x="48641" y="20955"/>
                  </a:lnTo>
                  <a:lnTo>
                    <a:pt x="48234" y="20955"/>
                  </a:lnTo>
                  <a:lnTo>
                    <a:pt x="48234" y="38023"/>
                  </a:lnTo>
                  <a:lnTo>
                    <a:pt x="48120" y="38481"/>
                  </a:lnTo>
                  <a:lnTo>
                    <a:pt x="48120" y="38620"/>
                  </a:lnTo>
                  <a:lnTo>
                    <a:pt x="47980" y="38481"/>
                  </a:lnTo>
                  <a:lnTo>
                    <a:pt x="48120" y="38481"/>
                  </a:lnTo>
                  <a:lnTo>
                    <a:pt x="48120" y="38087"/>
                  </a:lnTo>
                  <a:lnTo>
                    <a:pt x="47625" y="38354"/>
                  </a:lnTo>
                  <a:lnTo>
                    <a:pt x="47650" y="37973"/>
                  </a:lnTo>
                  <a:lnTo>
                    <a:pt x="48221" y="37973"/>
                  </a:lnTo>
                  <a:lnTo>
                    <a:pt x="48234" y="20955"/>
                  </a:lnTo>
                  <a:lnTo>
                    <a:pt x="47625" y="20955"/>
                  </a:lnTo>
                  <a:lnTo>
                    <a:pt x="47625" y="33655"/>
                  </a:lnTo>
                  <a:lnTo>
                    <a:pt x="47498" y="34163"/>
                  </a:lnTo>
                  <a:lnTo>
                    <a:pt x="47396" y="38112"/>
                  </a:lnTo>
                  <a:lnTo>
                    <a:pt x="47383" y="38265"/>
                  </a:lnTo>
                  <a:lnTo>
                    <a:pt x="47396" y="38112"/>
                  </a:lnTo>
                  <a:lnTo>
                    <a:pt x="47396" y="34163"/>
                  </a:lnTo>
                  <a:lnTo>
                    <a:pt x="47269" y="34163"/>
                  </a:lnTo>
                  <a:lnTo>
                    <a:pt x="47269" y="38227"/>
                  </a:lnTo>
                  <a:lnTo>
                    <a:pt x="46685" y="37998"/>
                  </a:lnTo>
                  <a:lnTo>
                    <a:pt x="46685" y="40005"/>
                  </a:lnTo>
                  <a:lnTo>
                    <a:pt x="45910" y="40513"/>
                  </a:lnTo>
                  <a:lnTo>
                    <a:pt x="45491" y="40513"/>
                  </a:lnTo>
                  <a:lnTo>
                    <a:pt x="46367" y="40005"/>
                  </a:lnTo>
                  <a:lnTo>
                    <a:pt x="46685" y="40005"/>
                  </a:lnTo>
                  <a:lnTo>
                    <a:pt x="46685" y="37998"/>
                  </a:lnTo>
                  <a:lnTo>
                    <a:pt x="47155" y="37973"/>
                  </a:lnTo>
                  <a:lnTo>
                    <a:pt x="47256" y="38214"/>
                  </a:lnTo>
                  <a:lnTo>
                    <a:pt x="47269" y="34163"/>
                  </a:lnTo>
                  <a:lnTo>
                    <a:pt x="47117" y="34163"/>
                  </a:lnTo>
                  <a:lnTo>
                    <a:pt x="47002" y="33655"/>
                  </a:lnTo>
                  <a:lnTo>
                    <a:pt x="47625" y="33655"/>
                  </a:lnTo>
                  <a:lnTo>
                    <a:pt x="47625" y="20955"/>
                  </a:lnTo>
                  <a:lnTo>
                    <a:pt x="47459" y="20955"/>
                  </a:lnTo>
                  <a:lnTo>
                    <a:pt x="47459" y="33147"/>
                  </a:lnTo>
                  <a:lnTo>
                    <a:pt x="46990" y="33604"/>
                  </a:lnTo>
                  <a:lnTo>
                    <a:pt x="46977" y="33147"/>
                  </a:lnTo>
                  <a:lnTo>
                    <a:pt x="47459" y="33147"/>
                  </a:lnTo>
                  <a:lnTo>
                    <a:pt x="47459" y="20955"/>
                  </a:lnTo>
                  <a:lnTo>
                    <a:pt x="46621" y="20955"/>
                  </a:lnTo>
                  <a:lnTo>
                    <a:pt x="46621" y="20701"/>
                  </a:lnTo>
                  <a:lnTo>
                    <a:pt x="46456" y="20739"/>
                  </a:lnTo>
                  <a:lnTo>
                    <a:pt x="46456" y="37973"/>
                  </a:lnTo>
                  <a:lnTo>
                    <a:pt x="45212" y="37973"/>
                  </a:lnTo>
                  <a:lnTo>
                    <a:pt x="46126" y="38481"/>
                  </a:lnTo>
                  <a:lnTo>
                    <a:pt x="44919" y="38481"/>
                  </a:lnTo>
                  <a:lnTo>
                    <a:pt x="44919" y="39497"/>
                  </a:lnTo>
                  <a:lnTo>
                    <a:pt x="44221" y="39497"/>
                  </a:lnTo>
                  <a:lnTo>
                    <a:pt x="44030" y="38989"/>
                  </a:lnTo>
                  <a:lnTo>
                    <a:pt x="44234" y="38989"/>
                  </a:lnTo>
                  <a:lnTo>
                    <a:pt x="44919" y="39497"/>
                  </a:lnTo>
                  <a:lnTo>
                    <a:pt x="44919" y="38481"/>
                  </a:lnTo>
                  <a:lnTo>
                    <a:pt x="44970" y="37973"/>
                  </a:lnTo>
                  <a:lnTo>
                    <a:pt x="45097" y="37338"/>
                  </a:lnTo>
                  <a:lnTo>
                    <a:pt x="46088" y="37338"/>
                  </a:lnTo>
                  <a:lnTo>
                    <a:pt x="46456" y="37973"/>
                  </a:lnTo>
                  <a:lnTo>
                    <a:pt x="46456" y="20739"/>
                  </a:lnTo>
                  <a:lnTo>
                    <a:pt x="46418" y="32753"/>
                  </a:lnTo>
                  <a:lnTo>
                    <a:pt x="46418" y="33655"/>
                  </a:lnTo>
                  <a:lnTo>
                    <a:pt x="46012" y="34163"/>
                  </a:lnTo>
                  <a:lnTo>
                    <a:pt x="45707" y="34163"/>
                  </a:lnTo>
                  <a:lnTo>
                    <a:pt x="45986" y="33655"/>
                  </a:lnTo>
                  <a:lnTo>
                    <a:pt x="45681" y="33655"/>
                  </a:lnTo>
                  <a:lnTo>
                    <a:pt x="46418" y="32753"/>
                  </a:lnTo>
                  <a:lnTo>
                    <a:pt x="46418" y="20739"/>
                  </a:lnTo>
                  <a:lnTo>
                    <a:pt x="45148" y="20955"/>
                  </a:lnTo>
                  <a:lnTo>
                    <a:pt x="44107" y="20955"/>
                  </a:lnTo>
                  <a:lnTo>
                    <a:pt x="44107" y="22352"/>
                  </a:lnTo>
                  <a:lnTo>
                    <a:pt x="43815" y="22225"/>
                  </a:lnTo>
                  <a:lnTo>
                    <a:pt x="43789" y="22098"/>
                  </a:lnTo>
                  <a:lnTo>
                    <a:pt x="43548" y="22098"/>
                  </a:lnTo>
                  <a:lnTo>
                    <a:pt x="43789" y="22098"/>
                  </a:lnTo>
                  <a:lnTo>
                    <a:pt x="44069" y="22098"/>
                  </a:lnTo>
                  <a:lnTo>
                    <a:pt x="44107" y="22352"/>
                  </a:lnTo>
                  <a:lnTo>
                    <a:pt x="44107" y="20955"/>
                  </a:lnTo>
                  <a:lnTo>
                    <a:pt x="41643" y="20955"/>
                  </a:lnTo>
                  <a:lnTo>
                    <a:pt x="41503" y="21463"/>
                  </a:lnTo>
                  <a:lnTo>
                    <a:pt x="41046" y="21463"/>
                  </a:lnTo>
                  <a:lnTo>
                    <a:pt x="40919" y="21463"/>
                  </a:lnTo>
                  <a:lnTo>
                    <a:pt x="41071" y="21361"/>
                  </a:lnTo>
                  <a:lnTo>
                    <a:pt x="41186" y="20955"/>
                  </a:lnTo>
                  <a:lnTo>
                    <a:pt x="40906" y="21094"/>
                  </a:lnTo>
                  <a:lnTo>
                    <a:pt x="40906" y="24130"/>
                  </a:lnTo>
                  <a:lnTo>
                    <a:pt x="40855" y="24638"/>
                  </a:lnTo>
                  <a:lnTo>
                    <a:pt x="40525" y="24180"/>
                  </a:lnTo>
                  <a:lnTo>
                    <a:pt x="40525" y="24638"/>
                  </a:lnTo>
                  <a:lnTo>
                    <a:pt x="40068" y="24638"/>
                  </a:lnTo>
                  <a:lnTo>
                    <a:pt x="40500" y="24206"/>
                  </a:lnTo>
                  <a:lnTo>
                    <a:pt x="40525" y="24638"/>
                  </a:lnTo>
                  <a:lnTo>
                    <a:pt x="40525" y="24180"/>
                  </a:lnTo>
                  <a:lnTo>
                    <a:pt x="40906" y="24130"/>
                  </a:lnTo>
                  <a:lnTo>
                    <a:pt x="40906" y="21094"/>
                  </a:lnTo>
                  <a:lnTo>
                    <a:pt x="40424" y="21310"/>
                  </a:lnTo>
                  <a:lnTo>
                    <a:pt x="40640" y="20955"/>
                  </a:lnTo>
                  <a:lnTo>
                    <a:pt x="39268" y="20955"/>
                  </a:lnTo>
                  <a:lnTo>
                    <a:pt x="39268" y="26797"/>
                  </a:lnTo>
                  <a:lnTo>
                    <a:pt x="38735" y="26797"/>
                  </a:lnTo>
                  <a:lnTo>
                    <a:pt x="38633" y="27051"/>
                  </a:lnTo>
                  <a:lnTo>
                    <a:pt x="38531" y="27305"/>
                  </a:lnTo>
                  <a:lnTo>
                    <a:pt x="38849" y="27305"/>
                  </a:lnTo>
                  <a:lnTo>
                    <a:pt x="39014" y="27305"/>
                  </a:lnTo>
                  <a:lnTo>
                    <a:pt x="38341" y="27419"/>
                  </a:lnTo>
                  <a:lnTo>
                    <a:pt x="38303" y="26797"/>
                  </a:lnTo>
                  <a:lnTo>
                    <a:pt x="38735" y="26797"/>
                  </a:lnTo>
                  <a:lnTo>
                    <a:pt x="38925" y="26289"/>
                  </a:lnTo>
                  <a:lnTo>
                    <a:pt x="39268" y="26797"/>
                  </a:lnTo>
                  <a:lnTo>
                    <a:pt x="39268" y="20955"/>
                  </a:lnTo>
                  <a:lnTo>
                    <a:pt x="38557" y="20955"/>
                  </a:lnTo>
                  <a:lnTo>
                    <a:pt x="38557" y="23368"/>
                  </a:lnTo>
                  <a:lnTo>
                    <a:pt x="38252" y="23279"/>
                  </a:lnTo>
                  <a:lnTo>
                    <a:pt x="38252" y="24130"/>
                  </a:lnTo>
                  <a:lnTo>
                    <a:pt x="37871" y="24130"/>
                  </a:lnTo>
                  <a:lnTo>
                    <a:pt x="37871" y="24638"/>
                  </a:lnTo>
                  <a:lnTo>
                    <a:pt x="37617" y="25171"/>
                  </a:lnTo>
                  <a:lnTo>
                    <a:pt x="37617" y="28956"/>
                  </a:lnTo>
                  <a:lnTo>
                    <a:pt x="37465" y="28956"/>
                  </a:lnTo>
                  <a:lnTo>
                    <a:pt x="37350" y="29235"/>
                  </a:lnTo>
                  <a:lnTo>
                    <a:pt x="37211" y="28956"/>
                  </a:lnTo>
                  <a:lnTo>
                    <a:pt x="37147" y="28575"/>
                  </a:lnTo>
                  <a:lnTo>
                    <a:pt x="36766" y="28956"/>
                  </a:lnTo>
                  <a:lnTo>
                    <a:pt x="36626" y="28956"/>
                  </a:lnTo>
                  <a:lnTo>
                    <a:pt x="36563" y="28448"/>
                  </a:lnTo>
                  <a:lnTo>
                    <a:pt x="36169" y="28448"/>
                  </a:lnTo>
                  <a:lnTo>
                    <a:pt x="36398" y="27813"/>
                  </a:lnTo>
                  <a:lnTo>
                    <a:pt x="36918" y="28448"/>
                  </a:lnTo>
                  <a:lnTo>
                    <a:pt x="37147" y="28448"/>
                  </a:lnTo>
                  <a:lnTo>
                    <a:pt x="37274" y="28448"/>
                  </a:lnTo>
                  <a:lnTo>
                    <a:pt x="37515" y="28448"/>
                  </a:lnTo>
                  <a:lnTo>
                    <a:pt x="37617" y="28956"/>
                  </a:lnTo>
                  <a:lnTo>
                    <a:pt x="37617" y="25171"/>
                  </a:lnTo>
                  <a:lnTo>
                    <a:pt x="37503" y="27305"/>
                  </a:lnTo>
                  <a:lnTo>
                    <a:pt x="36525" y="27495"/>
                  </a:lnTo>
                  <a:lnTo>
                    <a:pt x="36588" y="27305"/>
                  </a:lnTo>
                  <a:lnTo>
                    <a:pt x="37503" y="27305"/>
                  </a:lnTo>
                  <a:lnTo>
                    <a:pt x="37503" y="25273"/>
                  </a:lnTo>
                  <a:lnTo>
                    <a:pt x="36626" y="25273"/>
                  </a:lnTo>
                  <a:lnTo>
                    <a:pt x="37655" y="24638"/>
                  </a:lnTo>
                  <a:lnTo>
                    <a:pt x="37871" y="24638"/>
                  </a:lnTo>
                  <a:lnTo>
                    <a:pt x="37871" y="24130"/>
                  </a:lnTo>
                  <a:lnTo>
                    <a:pt x="37033" y="24130"/>
                  </a:lnTo>
                  <a:lnTo>
                    <a:pt x="37947" y="23622"/>
                  </a:lnTo>
                  <a:lnTo>
                    <a:pt x="38252" y="24130"/>
                  </a:lnTo>
                  <a:lnTo>
                    <a:pt x="38252" y="23279"/>
                  </a:lnTo>
                  <a:lnTo>
                    <a:pt x="37769" y="23114"/>
                  </a:lnTo>
                  <a:lnTo>
                    <a:pt x="38328" y="23114"/>
                  </a:lnTo>
                  <a:lnTo>
                    <a:pt x="38557" y="23368"/>
                  </a:lnTo>
                  <a:lnTo>
                    <a:pt x="38557" y="20955"/>
                  </a:lnTo>
                  <a:lnTo>
                    <a:pt x="37617" y="20955"/>
                  </a:lnTo>
                  <a:lnTo>
                    <a:pt x="37617" y="22606"/>
                  </a:lnTo>
                  <a:lnTo>
                    <a:pt x="37401" y="22606"/>
                  </a:lnTo>
                  <a:lnTo>
                    <a:pt x="37617" y="22606"/>
                  </a:lnTo>
                  <a:lnTo>
                    <a:pt x="37617" y="20955"/>
                  </a:lnTo>
                  <a:lnTo>
                    <a:pt x="37045" y="20955"/>
                  </a:lnTo>
                  <a:lnTo>
                    <a:pt x="37045" y="22606"/>
                  </a:lnTo>
                  <a:lnTo>
                    <a:pt x="36995" y="24130"/>
                  </a:lnTo>
                  <a:lnTo>
                    <a:pt x="36893" y="24384"/>
                  </a:lnTo>
                  <a:lnTo>
                    <a:pt x="36334" y="24206"/>
                  </a:lnTo>
                  <a:lnTo>
                    <a:pt x="36334" y="27533"/>
                  </a:lnTo>
                  <a:lnTo>
                    <a:pt x="36004" y="27609"/>
                  </a:lnTo>
                  <a:lnTo>
                    <a:pt x="36144" y="27305"/>
                  </a:lnTo>
                  <a:lnTo>
                    <a:pt x="36334" y="27533"/>
                  </a:lnTo>
                  <a:lnTo>
                    <a:pt x="36334" y="24206"/>
                  </a:lnTo>
                  <a:lnTo>
                    <a:pt x="36118" y="24130"/>
                  </a:lnTo>
                  <a:lnTo>
                    <a:pt x="36995" y="24130"/>
                  </a:lnTo>
                  <a:lnTo>
                    <a:pt x="36995" y="22606"/>
                  </a:lnTo>
                  <a:lnTo>
                    <a:pt x="36487" y="22606"/>
                  </a:lnTo>
                  <a:lnTo>
                    <a:pt x="36398" y="22872"/>
                  </a:lnTo>
                  <a:lnTo>
                    <a:pt x="36144" y="22796"/>
                  </a:lnTo>
                  <a:lnTo>
                    <a:pt x="36144" y="23622"/>
                  </a:lnTo>
                  <a:lnTo>
                    <a:pt x="35902" y="23622"/>
                  </a:lnTo>
                  <a:lnTo>
                    <a:pt x="36080" y="23114"/>
                  </a:lnTo>
                  <a:lnTo>
                    <a:pt x="36144" y="23622"/>
                  </a:lnTo>
                  <a:lnTo>
                    <a:pt x="36144" y="22796"/>
                  </a:lnTo>
                  <a:lnTo>
                    <a:pt x="36106" y="22606"/>
                  </a:lnTo>
                  <a:lnTo>
                    <a:pt x="35966" y="22720"/>
                  </a:lnTo>
                  <a:lnTo>
                    <a:pt x="35839" y="22682"/>
                  </a:lnTo>
                  <a:lnTo>
                    <a:pt x="35839" y="23622"/>
                  </a:lnTo>
                  <a:lnTo>
                    <a:pt x="35623" y="23977"/>
                  </a:lnTo>
                  <a:lnTo>
                    <a:pt x="35534" y="23622"/>
                  </a:lnTo>
                  <a:lnTo>
                    <a:pt x="35839" y="23622"/>
                  </a:lnTo>
                  <a:lnTo>
                    <a:pt x="35839" y="22682"/>
                  </a:lnTo>
                  <a:lnTo>
                    <a:pt x="35636" y="22606"/>
                  </a:lnTo>
                  <a:lnTo>
                    <a:pt x="36106" y="22606"/>
                  </a:lnTo>
                  <a:lnTo>
                    <a:pt x="36347" y="22606"/>
                  </a:lnTo>
                  <a:lnTo>
                    <a:pt x="35788" y="22098"/>
                  </a:lnTo>
                  <a:lnTo>
                    <a:pt x="36093" y="22098"/>
                  </a:lnTo>
                  <a:lnTo>
                    <a:pt x="37045" y="22606"/>
                  </a:lnTo>
                  <a:lnTo>
                    <a:pt x="37045" y="20955"/>
                  </a:lnTo>
                  <a:lnTo>
                    <a:pt x="36791" y="20955"/>
                  </a:lnTo>
                  <a:lnTo>
                    <a:pt x="36639" y="20574"/>
                  </a:lnTo>
                  <a:lnTo>
                    <a:pt x="37020" y="20955"/>
                  </a:lnTo>
                  <a:lnTo>
                    <a:pt x="36715" y="20447"/>
                  </a:lnTo>
                  <a:lnTo>
                    <a:pt x="37312" y="20447"/>
                  </a:lnTo>
                  <a:lnTo>
                    <a:pt x="37376" y="19939"/>
                  </a:lnTo>
                  <a:lnTo>
                    <a:pt x="37744" y="19939"/>
                  </a:lnTo>
                  <a:lnTo>
                    <a:pt x="38252" y="20447"/>
                  </a:lnTo>
                  <a:lnTo>
                    <a:pt x="46621" y="20447"/>
                  </a:lnTo>
                  <a:lnTo>
                    <a:pt x="48094" y="20447"/>
                  </a:lnTo>
                  <a:lnTo>
                    <a:pt x="49187" y="20447"/>
                  </a:lnTo>
                  <a:lnTo>
                    <a:pt x="50126" y="20447"/>
                  </a:lnTo>
                  <a:lnTo>
                    <a:pt x="63601" y="20447"/>
                  </a:lnTo>
                  <a:lnTo>
                    <a:pt x="63601" y="15544"/>
                  </a:lnTo>
                  <a:lnTo>
                    <a:pt x="62890" y="15748"/>
                  </a:lnTo>
                  <a:lnTo>
                    <a:pt x="63017" y="15113"/>
                  </a:lnTo>
                  <a:lnTo>
                    <a:pt x="63601" y="15113"/>
                  </a:lnTo>
                  <a:lnTo>
                    <a:pt x="64554" y="15113"/>
                  </a:lnTo>
                  <a:lnTo>
                    <a:pt x="64554" y="10337"/>
                  </a:lnTo>
                  <a:lnTo>
                    <a:pt x="64389" y="10287"/>
                  </a:lnTo>
                  <a:lnTo>
                    <a:pt x="64338" y="9906"/>
                  </a:lnTo>
                  <a:lnTo>
                    <a:pt x="64262" y="10261"/>
                  </a:lnTo>
                  <a:lnTo>
                    <a:pt x="63271" y="9969"/>
                  </a:lnTo>
                  <a:lnTo>
                    <a:pt x="63271" y="14097"/>
                  </a:lnTo>
                  <a:lnTo>
                    <a:pt x="62280" y="14097"/>
                  </a:lnTo>
                  <a:lnTo>
                    <a:pt x="62877" y="13106"/>
                  </a:lnTo>
                  <a:lnTo>
                    <a:pt x="63271" y="14097"/>
                  </a:lnTo>
                  <a:lnTo>
                    <a:pt x="63271" y="9969"/>
                  </a:lnTo>
                  <a:lnTo>
                    <a:pt x="63068" y="9906"/>
                  </a:lnTo>
                  <a:lnTo>
                    <a:pt x="64338" y="9906"/>
                  </a:lnTo>
                  <a:lnTo>
                    <a:pt x="64655" y="9906"/>
                  </a:lnTo>
                  <a:lnTo>
                    <a:pt x="64846" y="10414"/>
                  </a:lnTo>
                  <a:lnTo>
                    <a:pt x="64846" y="5168"/>
                  </a:lnTo>
                  <a:lnTo>
                    <a:pt x="64592" y="5041"/>
                  </a:lnTo>
                  <a:lnTo>
                    <a:pt x="64731" y="4318"/>
                  </a:lnTo>
                  <a:lnTo>
                    <a:pt x="64554" y="4318"/>
                  </a:lnTo>
                  <a:lnTo>
                    <a:pt x="64033" y="4660"/>
                  </a:lnTo>
                  <a:lnTo>
                    <a:pt x="63804" y="4330"/>
                  </a:lnTo>
                  <a:lnTo>
                    <a:pt x="63563" y="4445"/>
                  </a:lnTo>
                  <a:lnTo>
                    <a:pt x="63500" y="4318"/>
                  </a:lnTo>
                  <a:lnTo>
                    <a:pt x="63334" y="4445"/>
                  </a:lnTo>
                  <a:lnTo>
                    <a:pt x="63093" y="4318"/>
                  </a:lnTo>
                  <a:lnTo>
                    <a:pt x="63296" y="4318"/>
                  </a:lnTo>
                  <a:lnTo>
                    <a:pt x="63284" y="4165"/>
                  </a:lnTo>
                  <a:lnTo>
                    <a:pt x="63284" y="3492"/>
                  </a:lnTo>
                  <a:lnTo>
                    <a:pt x="63246" y="3302"/>
                  </a:lnTo>
                  <a:lnTo>
                    <a:pt x="62801" y="3302"/>
                  </a:lnTo>
                  <a:lnTo>
                    <a:pt x="62801" y="4826"/>
                  </a:lnTo>
                  <a:lnTo>
                    <a:pt x="62611" y="4991"/>
                  </a:lnTo>
                  <a:lnTo>
                    <a:pt x="62611" y="5334"/>
                  </a:lnTo>
                  <a:lnTo>
                    <a:pt x="62141" y="6324"/>
                  </a:lnTo>
                  <a:lnTo>
                    <a:pt x="62141" y="12446"/>
                  </a:lnTo>
                  <a:lnTo>
                    <a:pt x="61658" y="12217"/>
                  </a:lnTo>
                  <a:lnTo>
                    <a:pt x="61658" y="13081"/>
                  </a:lnTo>
                  <a:lnTo>
                    <a:pt x="60464" y="13728"/>
                  </a:lnTo>
                  <a:lnTo>
                    <a:pt x="61226" y="13081"/>
                  </a:lnTo>
                  <a:lnTo>
                    <a:pt x="61658" y="13081"/>
                  </a:lnTo>
                  <a:lnTo>
                    <a:pt x="61658" y="12217"/>
                  </a:lnTo>
                  <a:lnTo>
                    <a:pt x="61175" y="11976"/>
                  </a:lnTo>
                  <a:lnTo>
                    <a:pt x="61175" y="12446"/>
                  </a:lnTo>
                  <a:lnTo>
                    <a:pt x="60032" y="11938"/>
                  </a:lnTo>
                  <a:lnTo>
                    <a:pt x="60693" y="11938"/>
                  </a:lnTo>
                  <a:lnTo>
                    <a:pt x="61175" y="12446"/>
                  </a:lnTo>
                  <a:lnTo>
                    <a:pt x="61175" y="11976"/>
                  </a:lnTo>
                  <a:lnTo>
                    <a:pt x="61988" y="11938"/>
                  </a:lnTo>
                  <a:lnTo>
                    <a:pt x="62141" y="12446"/>
                  </a:lnTo>
                  <a:lnTo>
                    <a:pt x="62141" y="6324"/>
                  </a:lnTo>
                  <a:lnTo>
                    <a:pt x="61277" y="5461"/>
                  </a:lnTo>
                  <a:lnTo>
                    <a:pt x="61163" y="5334"/>
                  </a:lnTo>
                  <a:lnTo>
                    <a:pt x="61455" y="5334"/>
                  </a:lnTo>
                  <a:lnTo>
                    <a:pt x="61595" y="5334"/>
                  </a:lnTo>
                  <a:lnTo>
                    <a:pt x="61683" y="4978"/>
                  </a:lnTo>
                  <a:lnTo>
                    <a:pt x="61861" y="5295"/>
                  </a:lnTo>
                  <a:lnTo>
                    <a:pt x="62141" y="5334"/>
                  </a:lnTo>
                  <a:lnTo>
                    <a:pt x="62611" y="5334"/>
                  </a:lnTo>
                  <a:lnTo>
                    <a:pt x="62611" y="4991"/>
                  </a:lnTo>
                  <a:lnTo>
                    <a:pt x="62458" y="4445"/>
                  </a:lnTo>
                  <a:lnTo>
                    <a:pt x="62788" y="4826"/>
                  </a:lnTo>
                  <a:lnTo>
                    <a:pt x="62585" y="4940"/>
                  </a:lnTo>
                  <a:lnTo>
                    <a:pt x="62801" y="4826"/>
                  </a:lnTo>
                  <a:lnTo>
                    <a:pt x="62801" y="3302"/>
                  </a:lnTo>
                  <a:lnTo>
                    <a:pt x="62687" y="3683"/>
                  </a:lnTo>
                  <a:lnTo>
                    <a:pt x="62001" y="3911"/>
                  </a:lnTo>
                  <a:lnTo>
                    <a:pt x="62001" y="4318"/>
                  </a:lnTo>
                  <a:lnTo>
                    <a:pt x="61810" y="4445"/>
                  </a:lnTo>
                  <a:lnTo>
                    <a:pt x="61849" y="4318"/>
                  </a:lnTo>
                  <a:lnTo>
                    <a:pt x="62001" y="4318"/>
                  </a:lnTo>
                  <a:lnTo>
                    <a:pt x="62001" y="3911"/>
                  </a:lnTo>
                  <a:lnTo>
                    <a:pt x="61480" y="4076"/>
                  </a:lnTo>
                  <a:lnTo>
                    <a:pt x="61480" y="4660"/>
                  </a:lnTo>
                  <a:lnTo>
                    <a:pt x="61175" y="4851"/>
                  </a:lnTo>
                  <a:lnTo>
                    <a:pt x="61214" y="4318"/>
                  </a:lnTo>
                  <a:lnTo>
                    <a:pt x="61480" y="4660"/>
                  </a:lnTo>
                  <a:lnTo>
                    <a:pt x="61480" y="4076"/>
                  </a:lnTo>
                  <a:lnTo>
                    <a:pt x="60921" y="4254"/>
                  </a:lnTo>
                  <a:lnTo>
                    <a:pt x="60198" y="3670"/>
                  </a:lnTo>
                  <a:lnTo>
                    <a:pt x="60198" y="5334"/>
                  </a:lnTo>
                  <a:lnTo>
                    <a:pt x="60147" y="6096"/>
                  </a:lnTo>
                  <a:lnTo>
                    <a:pt x="60020" y="6070"/>
                  </a:lnTo>
                  <a:lnTo>
                    <a:pt x="60020" y="16256"/>
                  </a:lnTo>
                  <a:lnTo>
                    <a:pt x="59309" y="16548"/>
                  </a:lnTo>
                  <a:lnTo>
                    <a:pt x="59309" y="17272"/>
                  </a:lnTo>
                  <a:lnTo>
                    <a:pt x="59055" y="18288"/>
                  </a:lnTo>
                  <a:lnTo>
                    <a:pt x="58547" y="18288"/>
                  </a:lnTo>
                  <a:lnTo>
                    <a:pt x="59283" y="17272"/>
                  </a:lnTo>
                  <a:lnTo>
                    <a:pt x="59309" y="16548"/>
                  </a:lnTo>
                  <a:lnTo>
                    <a:pt x="59067" y="16637"/>
                  </a:lnTo>
                  <a:lnTo>
                    <a:pt x="59143" y="16256"/>
                  </a:lnTo>
                  <a:lnTo>
                    <a:pt x="60020" y="16256"/>
                  </a:lnTo>
                  <a:lnTo>
                    <a:pt x="60020" y="6070"/>
                  </a:lnTo>
                  <a:lnTo>
                    <a:pt x="59740" y="5981"/>
                  </a:lnTo>
                  <a:lnTo>
                    <a:pt x="59575" y="5334"/>
                  </a:lnTo>
                  <a:lnTo>
                    <a:pt x="59601" y="5930"/>
                  </a:lnTo>
                  <a:lnTo>
                    <a:pt x="59042" y="5765"/>
                  </a:lnTo>
                  <a:lnTo>
                    <a:pt x="59042" y="15113"/>
                  </a:lnTo>
                  <a:lnTo>
                    <a:pt x="58851" y="15405"/>
                  </a:lnTo>
                  <a:lnTo>
                    <a:pt x="58851" y="16256"/>
                  </a:lnTo>
                  <a:lnTo>
                    <a:pt x="58750" y="16764"/>
                  </a:lnTo>
                  <a:lnTo>
                    <a:pt x="58559" y="16840"/>
                  </a:lnTo>
                  <a:lnTo>
                    <a:pt x="58610" y="16256"/>
                  </a:lnTo>
                  <a:lnTo>
                    <a:pt x="58851" y="16256"/>
                  </a:lnTo>
                  <a:lnTo>
                    <a:pt x="58851" y="15405"/>
                  </a:lnTo>
                  <a:lnTo>
                    <a:pt x="58280" y="16256"/>
                  </a:lnTo>
                  <a:lnTo>
                    <a:pt x="58216" y="15113"/>
                  </a:lnTo>
                  <a:lnTo>
                    <a:pt x="59042" y="15113"/>
                  </a:lnTo>
                  <a:lnTo>
                    <a:pt x="59042" y="5765"/>
                  </a:lnTo>
                  <a:lnTo>
                    <a:pt x="58712" y="5651"/>
                  </a:lnTo>
                  <a:lnTo>
                    <a:pt x="58712" y="13284"/>
                  </a:lnTo>
                  <a:lnTo>
                    <a:pt x="58635" y="14097"/>
                  </a:lnTo>
                  <a:lnTo>
                    <a:pt x="58077" y="14097"/>
                  </a:lnTo>
                  <a:lnTo>
                    <a:pt x="57873" y="13081"/>
                  </a:lnTo>
                  <a:lnTo>
                    <a:pt x="58127" y="13081"/>
                  </a:lnTo>
                  <a:lnTo>
                    <a:pt x="58635" y="14097"/>
                  </a:lnTo>
                  <a:lnTo>
                    <a:pt x="58635" y="13246"/>
                  </a:lnTo>
                  <a:lnTo>
                    <a:pt x="58343" y="13081"/>
                  </a:lnTo>
                  <a:lnTo>
                    <a:pt x="58623" y="13081"/>
                  </a:lnTo>
                  <a:lnTo>
                    <a:pt x="58712" y="13284"/>
                  </a:lnTo>
                  <a:lnTo>
                    <a:pt x="58712" y="5651"/>
                  </a:lnTo>
                  <a:lnTo>
                    <a:pt x="58508" y="5588"/>
                  </a:lnTo>
                  <a:lnTo>
                    <a:pt x="58508" y="6731"/>
                  </a:lnTo>
                  <a:lnTo>
                    <a:pt x="58204" y="7747"/>
                  </a:lnTo>
                  <a:lnTo>
                    <a:pt x="57823" y="7747"/>
                  </a:lnTo>
                  <a:lnTo>
                    <a:pt x="57988" y="6731"/>
                  </a:lnTo>
                  <a:lnTo>
                    <a:pt x="58508" y="6731"/>
                  </a:lnTo>
                  <a:lnTo>
                    <a:pt x="58508" y="5588"/>
                  </a:lnTo>
                  <a:lnTo>
                    <a:pt x="57708" y="5334"/>
                  </a:lnTo>
                  <a:lnTo>
                    <a:pt x="57683" y="14097"/>
                  </a:lnTo>
                  <a:lnTo>
                    <a:pt x="57607" y="14859"/>
                  </a:lnTo>
                  <a:lnTo>
                    <a:pt x="57124" y="14503"/>
                  </a:lnTo>
                  <a:lnTo>
                    <a:pt x="57175" y="14097"/>
                  </a:lnTo>
                  <a:lnTo>
                    <a:pt x="57683" y="14097"/>
                  </a:lnTo>
                  <a:lnTo>
                    <a:pt x="57683" y="5334"/>
                  </a:lnTo>
                  <a:lnTo>
                    <a:pt x="57518" y="5334"/>
                  </a:lnTo>
                  <a:lnTo>
                    <a:pt x="57518" y="13081"/>
                  </a:lnTo>
                  <a:lnTo>
                    <a:pt x="56845" y="13398"/>
                  </a:lnTo>
                  <a:lnTo>
                    <a:pt x="56845" y="14300"/>
                  </a:lnTo>
                  <a:lnTo>
                    <a:pt x="56591" y="14097"/>
                  </a:lnTo>
                  <a:lnTo>
                    <a:pt x="56807" y="14097"/>
                  </a:lnTo>
                  <a:lnTo>
                    <a:pt x="56845" y="14300"/>
                  </a:lnTo>
                  <a:lnTo>
                    <a:pt x="56845" y="13398"/>
                  </a:lnTo>
                  <a:lnTo>
                    <a:pt x="56222" y="13677"/>
                  </a:lnTo>
                  <a:lnTo>
                    <a:pt x="55981" y="13081"/>
                  </a:lnTo>
                  <a:lnTo>
                    <a:pt x="57518" y="13081"/>
                  </a:lnTo>
                  <a:lnTo>
                    <a:pt x="57518" y="5334"/>
                  </a:lnTo>
                  <a:lnTo>
                    <a:pt x="56896" y="5334"/>
                  </a:lnTo>
                  <a:lnTo>
                    <a:pt x="57505" y="6731"/>
                  </a:lnTo>
                  <a:lnTo>
                    <a:pt x="56769" y="6731"/>
                  </a:lnTo>
                  <a:lnTo>
                    <a:pt x="56769" y="5334"/>
                  </a:lnTo>
                  <a:lnTo>
                    <a:pt x="56553" y="5334"/>
                  </a:lnTo>
                  <a:lnTo>
                    <a:pt x="55803" y="6731"/>
                  </a:lnTo>
                  <a:lnTo>
                    <a:pt x="55676" y="6731"/>
                  </a:lnTo>
                  <a:lnTo>
                    <a:pt x="56184" y="5334"/>
                  </a:lnTo>
                  <a:lnTo>
                    <a:pt x="55905" y="5334"/>
                  </a:lnTo>
                  <a:lnTo>
                    <a:pt x="56388" y="4711"/>
                  </a:lnTo>
                  <a:lnTo>
                    <a:pt x="55460" y="5143"/>
                  </a:lnTo>
                  <a:lnTo>
                    <a:pt x="55422" y="4991"/>
                  </a:lnTo>
                  <a:lnTo>
                    <a:pt x="56502" y="4559"/>
                  </a:lnTo>
                  <a:lnTo>
                    <a:pt x="56692" y="4318"/>
                  </a:lnTo>
                  <a:lnTo>
                    <a:pt x="56845" y="4318"/>
                  </a:lnTo>
                  <a:lnTo>
                    <a:pt x="56781" y="4445"/>
                  </a:lnTo>
                  <a:lnTo>
                    <a:pt x="57099" y="4318"/>
                  </a:lnTo>
                  <a:lnTo>
                    <a:pt x="57226" y="4318"/>
                  </a:lnTo>
                  <a:lnTo>
                    <a:pt x="56718" y="4559"/>
                  </a:lnTo>
                  <a:lnTo>
                    <a:pt x="56337" y="5334"/>
                  </a:lnTo>
                  <a:lnTo>
                    <a:pt x="57543" y="4660"/>
                  </a:lnTo>
                  <a:lnTo>
                    <a:pt x="58102" y="4318"/>
                  </a:lnTo>
                  <a:lnTo>
                    <a:pt x="58470" y="4318"/>
                  </a:lnTo>
                  <a:lnTo>
                    <a:pt x="58483" y="4660"/>
                  </a:lnTo>
                  <a:lnTo>
                    <a:pt x="58381" y="5334"/>
                  </a:lnTo>
                  <a:lnTo>
                    <a:pt x="59575" y="5334"/>
                  </a:lnTo>
                  <a:lnTo>
                    <a:pt x="59994" y="5334"/>
                  </a:lnTo>
                  <a:lnTo>
                    <a:pt x="60147" y="6096"/>
                  </a:lnTo>
                  <a:lnTo>
                    <a:pt x="60147" y="5334"/>
                  </a:lnTo>
                  <a:lnTo>
                    <a:pt x="59702" y="4521"/>
                  </a:lnTo>
                  <a:lnTo>
                    <a:pt x="60198" y="5334"/>
                  </a:lnTo>
                  <a:lnTo>
                    <a:pt x="60198" y="3670"/>
                  </a:lnTo>
                  <a:lnTo>
                    <a:pt x="59918" y="3429"/>
                  </a:lnTo>
                  <a:lnTo>
                    <a:pt x="59791" y="3302"/>
                  </a:lnTo>
                  <a:lnTo>
                    <a:pt x="59613" y="3302"/>
                  </a:lnTo>
                  <a:lnTo>
                    <a:pt x="58928" y="3302"/>
                  </a:lnTo>
                  <a:lnTo>
                    <a:pt x="59220" y="3771"/>
                  </a:lnTo>
                  <a:lnTo>
                    <a:pt x="58788" y="3302"/>
                  </a:lnTo>
                  <a:lnTo>
                    <a:pt x="58635" y="3302"/>
                  </a:lnTo>
                  <a:lnTo>
                    <a:pt x="58585" y="3695"/>
                  </a:lnTo>
                  <a:lnTo>
                    <a:pt x="58635" y="3302"/>
                  </a:lnTo>
                  <a:lnTo>
                    <a:pt x="58204" y="3302"/>
                  </a:lnTo>
                  <a:lnTo>
                    <a:pt x="57937" y="3302"/>
                  </a:lnTo>
                  <a:lnTo>
                    <a:pt x="57772" y="3365"/>
                  </a:lnTo>
                  <a:lnTo>
                    <a:pt x="57619" y="3302"/>
                  </a:lnTo>
                  <a:lnTo>
                    <a:pt x="57416" y="3302"/>
                  </a:lnTo>
                  <a:lnTo>
                    <a:pt x="57708" y="2679"/>
                  </a:lnTo>
                  <a:lnTo>
                    <a:pt x="57226" y="3111"/>
                  </a:lnTo>
                  <a:lnTo>
                    <a:pt x="57581" y="2159"/>
                  </a:lnTo>
                  <a:lnTo>
                    <a:pt x="57327" y="2159"/>
                  </a:lnTo>
                  <a:lnTo>
                    <a:pt x="57023" y="2743"/>
                  </a:lnTo>
                  <a:lnTo>
                    <a:pt x="57023" y="3302"/>
                  </a:lnTo>
                  <a:lnTo>
                    <a:pt x="56959" y="3670"/>
                  </a:lnTo>
                  <a:lnTo>
                    <a:pt x="56946" y="3302"/>
                  </a:lnTo>
                  <a:lnTo>
                    <a:pt x="57023" y="2743"/>
                  </a:lnTo>
                  <a:lnTo>
                    <a:pt x="56718" y="2197"/>
                  </a:lnTo>
                  <a:lnTo>
                    <a:pt x="56718" y="3302"/>
                  </a:lnTo>
                  <a:lnTo>
                    <a:pt x="56515" y="3416"/>
                  </a:lnTo>
                  <a:lnTo>
                    <a:pt x="56388" y="3479"/>
                  </a:lnTo>
                  <a:lnTo>
                    <a:pt x="56388" y="4318"/>
                  </a:lnTo>
                  <a:lnTo>
                    <a:pt x="55346" y="4686"/>
                  </a:lnTo>
                  <a:lnTo>
                    <a:pt x="55257" y="4318"/>
                  </a:lnTo>
                  <a:lnTo>
                    <a:pt x="55232" y="4724"/>
                  </a:lnTo>
                  <a:lnTo>
                    <a:pt x="55206" y="5080"/>
                  </a:lnTo>
                  <a:lnTo>
                    <a:pt x="55194" y="5270"/>
                  </a:lnTo>
                  <a:lnTo>
                    <a:pt x="55130" y="10922"/>
                  </a:lnTo>
                  <a:lnTo>
                    <a:pt x="55029" y="11061"/>
                  </a:lnTo>
                  <a:lnTo>
                    <a:pt x="54940" y="10922"/>
                  </a:lnTo>
                  <a:lnTo>
                    <a:pt x="55130" y="10922"/>
                  </a:lnTo>
                  <a:lnTo>
                    <a:pt x="55130" y="5308"/>
                  </a:lnTo>
                  <a:lnTo>
                    <a:pt x="54800" y="5334"/>
                  </a:lnTo>
                  <a:lnTo>
                    <a:pt x="54800" y="10922"/>
                  </a:lnTo>
                  <a:lnTo>
                    <a:pt x="54483" y="11836"/>
                  </a:lnTo>
                  <a:lnTo>
                    <a:pt x="53505" y="11938"/>
                  </a:lnTo>
                  <a:lnTo>
                    <a:pt x="53505" y="16256"/>
                  </a:lnTo>
                  <a:lnTo>
                    <a:pt x="53454" y="17272"/>
                  </a:lnTo>
                  <a:lnTo>
                    <a:pt x="53263" y="17272"/>
                  </a:lnTo>
                  <a:lnTo>
                    <a:pt x="53162" y="16256"/>
                  </a:lnTo>
                  <a:lnTo>
                    <a:pt x="53505" y="16256"/>
                  </a:lnTo>
                  <a:lnTo>
                    <a:pt x="53505" y="11938"/>
                  </a:lnTo>
                  <a:lnTo>
                    <a:pt x="53327" y="11938"/>
                  </a:lnTo>
                  <a:lnTo>
                    <a:pt x="54800" y="10922"/>
                  </a:lnTo>
                  <a:lnTo>
                    <a:pt x="54800" y="5334"/>
                  </a:lnTo>
                  <a:lnTo>
                    <a:pt x="54673" y="5334"/>
                  </a:lnTo>
                  <a:lnTo>
                    <a:pt x="55206" y="5080"/>
                  </a:lnTo>
                  <a:lnTo>
                    <a:pt x="55206" y="4737"/>
                  </a:lnTo>
                  <a:lnTo>
                    <a:pt x="54914" y="4826"/>
                  </a:lnTo>
                  <a:lnTo>
                    <a:pt x="55156" y="4318"/>
                  </a:lnTo>
                  <a:lnTo>
                    <a:pt x="55295" y="4318"/>
                  </a:lnTo>
                  <a:lnTo>
                    <a:pt x="55803" y="4318"/>
                  </a:lnTo>
                  <a:lnTo>
                    <a:pt x="56388" y="4318"/>
                  </a:lnTo>
                  <a:lnTo>
                    <a:pt x="56388" y="3479"/>
                  </a:lnTo>
                  <a:lnTo>
                    <a:pt x="55981" y="3683"/>
                  </a:lnTo>
                  <a:lnTo>
                    <a:pt x="56095" y="3302"/>
                  </a:lnTo>
                  <a:lnTo>
                    <a:pt x="56337" y="3302"/>
                  </a:lnTo>
                  <a:lnTo>
                    <a:pt x="56718" y="3302"/>
                  </a:lnTo>
                  <a:lnTo>
                    <a:pt x="56718" y="2197"/>
                  </a:lnTo>
                  <a:lnTo>
                    <a:pt x="55968" y="2159"/>
                  </a:lnTo>
                  <a:lnTo>
                    <a:pt x="55968" y="3302"/>
                  </a:lnTo>
                  <a:lnTo>
                    <a:pt x="55892" y="3733"/>
                  </a:lnTo>
                  <a:lnTo>
                    <a:pt x="55359" y="4000"/>
                  </a:lnTo>
                  <a:lnTo>
                    <a:pt x="55524" y="3302"/>
                  </a:lnTo>
                  <a:lnTo>
                    <a:pt x="54978" y="4076"/>
                  </a:lnTo>
                  <a:lnTo>
                    <a:pt x="54864" y="3302"/>
                  </a:lnTo>
                  <a:lnTo>
                    <a:pt x="55499" y="3302"/>
                  </a:lnTo>
                  <a:lnTo>
                    <a:pt x="55968" y="3302"/>
                  </a:lnTo>
                  <a:lnTo>
                    <a:pt x="55968" y="2159"/>
                  </a:lnTo>
                  <a:lnTo>
                    <a:pt x="55029" y="2159"/>
                  </a:lnTo>
                  <a:lnTo>
                    <a:pt x="54381" y="2159"/>
                  </a:lnTo>
                  <a:lnTo>
                    <a:pt x="54343" y="2451"/>
                  </a:lnTo>
                  <a:lnTo>
                    <a:pt x="54241" y="3302"/>
                  </a:lnTo>
                  <a:lnTo>
                    <a:pt x="54432" y="4318"/>
                  </a:lnTo>
                  <a:lnTo>
                    <a:pt x="53670" y="4622"/>
                  </a:lnTo>
                  <a:lnTo>
                    <a:pt x="53721" y="4318"/>
                  </a:lnTo>
                  <a:lnTo>
                    <a:pt x="53543" y="4318"/>
                  </a:lnTo>
                  <a:lnTo>
                    <a:pt x="53619" y="3886"/>
                  </a:lnTo>
                  <a:lnTo>
                    <a:pt x="53695" y="3441"/>
                  </a:lnTo>
                  <a:lnTo>
                    <a:pt x="53721" y="3302"/>
                  </a:lnTo>
                  <a:lnTo>
                    <a:pt x="53911" y="2159"/>
                  </a:lnTo>
                  <a:lnTo>
                    <a:pt x="53759" y="2159"/>
                  </a:lnTo>
                  <a:lnTo>
                    <a:pt x="53441" y="2298"/>
                  </a:lnTo>
                  <a:lnTo>
                    <a:pt x="53441" y="4711"/>
                  </a:lnTo>
                  <a:lnTo>
                    <a:pt x="53187" y="4584"/>
                  </a:lnTo>
                  <a:lnTo>
                    <a:pt x="53162" y="4318"/>
                  </a:lnTo>
                  <a:lnTo>
                    <a:pt x="52959" y="4381"/>
                  </a:lnTo>
                  <a:lnTo>
                    <a:pt x="53162" y="4318"/>
                  </a:lnTo>
                  <a:lnTo>
                    <a:pt x="53441" y="4711"/>
                  </a:lnTo>
                  <a:lnTo>
                    <a:pt x="53441" y="2298"/>
                  </a:lnTo>
                  <a:lnTo>
                    <a:pt x="53327" y="3302"/>
                  </a:lnTo>
                  <a:lnTo>
                    <a:pt x="53149" y="3581"/>
                  </a:lnTo>
                  <a:lnTo>
                    <a:pt x="52920" y="3949"/>
                  </a:lnTo>
                  <a:lnTo>
                    <a:pt x="53136" y="3581"/>
                  </a:lnTo>
                  <a:lnTo>
                    <a:pt x="53327" y="3302"/>
                  </a:lnTo>
                  <a:lnTo>
                    <a:pt x="53327" y="2336"/>
                  </a:lnTo>
                  <a:lnTo>
                    <a:pt x="52971" y="2476"/>
                  </a:lnTo>
                  <a:lnTo>
                    <a:pt x="52717" y="2197"/>
                  </a:lnTo>
                  <a:lnTo>
                    <a:pt x="52717" y="3683"/>
                  </a:lnTo>
                  <a:lnTo>
                    <a:pt x="52578" y="3492"/>
                  </a:lnTo>
                  <a:lnTo>
                    <a:pt x="52578" y="5067"/>
                  </a:lnTo>
                  <a:lnTo>
                    <a:pt x="52311" y="5181"/>
                  </a:lnTo>
                  <a:lnTo>
                    <a:pt x="52451" y="4826"/>
                  </a:lnTo>
                  <a:lnTo>
                    <a:pt x="52578" y="5067"/>
                  </a:lnTo>
                  <a:lnTo>
                    <a:pt x="52578" y="3492"/>
                  </a:lnTo>
                  <a:lnTo>
                    <a:pt x="52451" y="3302"/>
                  </a:lnTo>
                  <a:lnTo>
                    <a:pt x="52705" y="3302"/>
                  </a:lnTo>
                  <a:lnTo>
                    <a:pt x="52717" y="3683"/>
                  </a:lnTo>
                  <a:lnTo>
                    <a:pt x="52717" y="2197"/>
                  </a:lnTo>
                  <a:lnTo>
                    <a:pt x="52438" y="2159"/>
                  </a:lnTo>
                  <a:lnTo>
                    <a:pt x="52489" y="2667"/>
                  </a:lnTo>
                  <a:lnTo>
                    <a:pt x="52425" y="4267"/>
                  </a:lnTo>
                  <a:lnTo>
                    <a:pt x="52285" y="4318"/>
                  </a:lnTo>
                  <a:lnTo>
                    <a:pt x="52285" y="4572"/>
                  </a:lnTo>
                  <a:lnTo>
                    <a:pt x="52285" y="4318"/>
                  </a:lnTo>
                  <a:lnTo>
                    <a:pt x="52108" y="4622"/>
                  </a:lnTo>
                  <a:lnTo>
                    <a:pt x="51358" y="4826"/>
                  </a:lnTo>
                  <a:lnTo>
                    <a:pt x="51384" y="4318"/>
                  </a:lnTo>
                  <a:lnTo>
                    <a:pt x="52158" y="4318"/>
                  </a:lnTo>
                  <a:lnTo>
                    <a:pt x="52260" y="3619"/>
                  </a:lnTo>
                  <a:lnTo>
                    <a:pt x="52412" y="4216"/>
                  </a:lnTo>
                  <a:lnTo>
                    <a:pt x="52425" y="2692"/>
                  </a:lnTo>
                  <a:lnTo>
                    <a:pt x="51790" y="2946"/>
                  </a:lnTo>
                  <a:lnTo>
                    <a:pt x="52425" y="2159"/>
                  </a:lnTo>
                  <a:lnTo>
                    <a:pt x="51650" y="2159"/>
                  </a:lnTo>
                  <a:lnTo>
                    <a:pt x="51650" y="3124"/>
                  </a:lnTo>
                  <a:lnTo>
                    <a:pt x="51650" y="2159"/>
                  </a:lnTo>
                  <a:lnTo>
                    <a:pt x="51638" y="3009"/>
                  </a:lnTo>
                  <a:lnTo>
                    <a:pt x="51574" y="2527"/>
                  </a:lnTo>
                  <a:lnTo>
                    <a:pt x="51638" y="3009"/>
                  </a:lnTo>
                  <a:lnTo>
                    <a:pt x="51638" y="2159"/>
                  </a:lnTo>
                  <a:lnTo>
                    <a:pt x="51447" y="2159"/>
                  </a:lnTo>
                  <a:lnTo>
                    <a:pt x="51371" y="3302"/>
                  </a:lnTo>
                  <a:lnTo>
                    <a:pt x="51104" y="3708"/>
                  </a:lnTo>
                  <a:lnTo>
                    <a:pt x="51104" y="5334"/>
                  </a:lnTo>
                  <a:lnTo>
                    <a:pt x="50838" y="5689"/>
                  </a:lnTo>
                  <a:lnTo>
                    <a:pt x="50203" y="5334"/>
                  </a:lnTo>
                  <a:lnTo>
                    <a:pt x="51015" y="5334"/>
                  </a:lnTo>
                  <a:lnTo>
                    <a:pt x="51104" y="3708"/>
                  </a:lnTo>
                  <a:lnTo>
                    <a:pt x="50952" y="3924"/>
                  </a:lnTo>
                  <a:lnTo>
                    <a:pt x="51231" y="3302"/>
                  </a:lnTo>
                  <a:lnTo>
                    <a:pt x="51371" y="3302"/>
                  </a:lnTo>
                  <a:lnTo>
                    <a:pt x="51371" y="2273"/>
                  </a:lnTo>
                  <a:lnTo>
                    <a:pt x="51193" y="2501"/>
                  </a:lnTo>
                  <a:lnTo>
                    <a:pt x="50888" y="2921"/>
                  </a:lnTo>
                  <a:lnTo>
                    <a:pt x="50774" y="2159"/>
                  </a:lnTo>
                  <a:lnTo>
                    <a:pt x="50965" y="2159"/>
                  </a:lnTo>
                  <a:lnTo>
                    <a:pt x="51117" y="2159"/>
                  </a:lnTo>
                  <a:lnTo>
                    <a:pt x="51346" y="2159"/>
                  </a:lnTo>
                  <a:lnTo>
                    <a:pt x="51549" y="1143"/>
                  </a:lnTo>
                  <a:lnTo>
                    <a:pt x="51257" y="1143"/>
                  </a:lnTo>
                  <a:lnTo>
                    <a:pt x="50990" y="1308"/>
                  </a:lnTo>
                  <a:lnTo>
                    <a:pt x="50927" y="1143"/>
                  </a:lnTo>
                  <a:lnTo>
                    <a:pt x="50774" y="1447"/>
                  </a:lnTo>
                  <a:lnTo>
                    <a:pt x="50444" y="1663"/>
                  </a:lnTo>
                  <a:lnTo>
                    <a:pt x="50444" y="2159"/>
                  </a:lnTo>
                  <a:lnTo>
                    <a:pt x="50406" y="2870"/>
                  </a:lnTo>
                  <a:lnTo>
                    <a:pt x="50114" y="2794"/>
                  </a:lnTo>
                  <a:lnTo>
                    <a:pt x="50114" y="3302"/>
                  </a:lnTo>
                  <a:lnTo>
                    <a:pt x="49885" y="3657"/>
                  </a:lnTo>
                  <a:lnTo>
                    <a:pt x="49885" y="18288"/>
                  </a:lnTo>
                  <a:lnTo>
                    <a:pt x="49796" y="18923"/>
                  </a:lnTo>
                  <a:lnTo>
                    <a:pt x="49187" y="18923"/>
                  </a:lnTo>
                  <a:lnTo>
                    <a:pt x="49174" y="19431"/>
                  </a:lnTo>
                  <a:lnTo>
                    <a:pt x="49161" y="20193"/>
                  </a:lnTo>
                  <a:lnTo>
                    <a:pt x="48196" y="19939"/>
                  </a:lnTo>
                  <a:lnTo>
                    <a:pt x="49136" y="19939"/>
                  </a:lnTo>
                  <a:lnTo>
                    <a:pt x="49161" y="20193"/>
                  </a:lnTo>
                  <a:lnTo>
                    <a:pt x="49161" y="19443"/>
                  </a:lnTo>
                  <a:lnTo>
                    <a:pt x="48958" y="19570"/>
                  </a:lnTo>
                  <a:lnTo>
                    <a:pt x="48412" y="19913"/>
                  </a:lnTo>
                  <a:lnTo>
                    <a:pt x="48552" y="19431"/>
                  </a:lnTo>
                  <a:lnTo>
                    <a:pt x="48755" y="19431"/>
                  </a:lnTo>
                  <a:lnTo>
                    <a:pt x="48996" y="19431"/>
                  </a:lnTo>
                  <a:lnTo>
                    <a:pt x="49174" y="19431"/>
                  </a:lnTo>
                  <a:lnTo>
                    <a:pt x="49174" y="18923"/>
                  </a:lnTo>
                  <a:lnTo>
                    <a:pt x="48831" y="18923"/>
                  </a:lnTo>
                  <a:lnTo>
                    <a:pt x="48501" y="19240"/>
                  </a:lnTo>
                  <a:lnTo>
                    <a:pt x="48526" y="18923"/>
                  </a:lnTo>
                  <a:lnTo>
                    <a:pt x="48564" y="18288"/>
                  </a:lnTo>
                  <a:lnTo>
                    <a:pt x="48768" y="18288"/>
                  </a:lnTo>
                  <a:lnTo>
                    <a:pt x="49187" y="18923"/>
                  </a:lnTo>
                  <a:lnTo>
                    <a:pt x="49225" y="18288"/>
                  </a:lnTo>
                  <a:lnTo>
                    <a:pt x="49885" y="18288"/>
                  </a:lnTo>
                  <a:lnTo>
                    <a:pt x="49885" y="3657"/>
                  </a:lnTo>
                  <a:lnTo>
                    <a:pt x="49784" y="3810"/>
                  </a:lnTo>
                  <a:lnTo>
                    <a:pt x="49784" y="4318"/>
                  </a:lnTo>
                  <a:lnTo>
                    <a:pt x="49784" y="5270"/>
                  </a:lnTo>
                  <a:lnTo>
                    <a:pt x="49733" y="4318"/>
                  </a:lnTo>
                  <a:lnTo>
                    <a:pt x="49784" y="3810"/>
                  </a:lnTo>
                  <a:lnTo>
                    <a:pt x="49784" y="3505"/>
                  </a:lnTo>
                  <a:lnTo>
                    <a:pt x="49885" y="3302"/>
                  </a:lnTo>
                  <a:lnTo>
                    <a:pt x="49720" y="3302"/>
                  </a:lnTo>
                  <a:lnTo>
                    <a:pt x="49720" y="3632"/>
                  </a:lnTo>
                  <a:lnTo>
                    <a:pt x="49618" y="4051"/>
                  </a:lnTo>
                  <a:lnTo>
                    <a:pt x="49453" y="4318"/>
                  </a:lnTo>
                  <a:lnTo>
                    <a:pt x="49720" y="3632"/>
                  </a:lnTo>
                  <a:lnTo>
                    <a:pt x="49720" y="3302"/>
                  </a:lnTo>
                  <a:lnTo>
                    <a:pt x="49466" y="3302"/>
                  </a:lnTo>
                  <a:lnTo>
                    <a:pt x="49174" y="3302"/>
                  </a:lnTo>
                  <a:lnTo>
                    <a:pt x="49174" y="2667"/>
                  </a:lnTo>
                  <a:lnTo>
                    <a:pt x="49606" y="2971"/>
                  </a:lnTo>
                  <a:lnTo>
                    <a:pt x="49695" y="2794"/>
                  </a:lnTo>
                  <a:lnTo>
                    <a:pt x="49758" y="3073"/>
                  </a:lnTo>
                  <a:lnTo>
                    <a:pt x="50114" y="3302"/>
                  </a:lnTo>
                  <a:lnTo>
                    <a:pt x="50114" y="2794"/>
                  </a:lnTo>
                  <a:lnTo>
                    <a:pt x="49745" y="2679"/>
                  </a:lnTo>
                  <a:lnTo>
                    <a:pt x="49974" y="2159"/>
                  </a:lnTo>
                  <a:lnTo>
                    <a:pt x="50444" y="2159"/>
                  </a:lnTo>
                  <a:lnTo>
                    <a:pt x="50444" y="1663"/>
                  </a:lnTo>
                  <a:lnTo>
                    <a:pt x="49669" y="2159"/>
                  </a:lnTo>
                  <a:lnTo>
                    <a:pt x="49542" y="2159"/>
                  </a:lnTo>
                  <a:lnTo>
                    <a:pt x="49657" y="2641"/>
                  </a:lnTo>
                  <a:lnTo>
                    <a:pt x="49174" y="2501"/>
                  </a:lnTo>
                  <a:lnTo>
                    <a:pt x="49174" y="2159"/>
                  </a:lnTo>
                  <a:lnTo>
                    <a:pt x="49072" y="2463"/>
                  </a:lnTo>
                  <a:lnTo>
                    <a:pt x="48742" y="2374"/>
                  </a:lnTo>
                  <a:lnTo>
                    <a:pt x="49034" y="2565"/>
                  </a:lnTo>
                  <a:lnTo>
                    <a:pt x="48869" y="3060"/>
                  </a:lnTo>
                  <a:lnTo>
                    <a:pt x="48869" y="5334"/>
                  </a:lnTo>
                  <a:lnTo>
                    <a:pt x="48323" y="5676"/>
                  </a:lnTo>
                  <a:lnTo>
                    <a:pt x="48323" y="19824"/>
                  </a:lnTo>
                  <a:lnTo>
                    <a:pt x="47980" y="19431"/>
                  </a:lnTo>
                  <a:lnTo>
                    <a:pt x="48310" y="19431"/>
                  </a:lnTo>
                  <a:lnTo>
                    <a:pt x="48323" y="19824"/>
                  </a:lnTo>
                  <a:lnTo>
                    <a:pt x="48323" y="5676"/>
                  </a:lnTo>
                  <a:lnTo>
                    <a:pt x="48069" y="5829"/>
                  </a:lnTo>
                  <a:lnTo>
                    <a:pt x="48641" y="5334"/>
                  </a:lnTo>
                  <a:lnTo>
                    <a:pt x="48869" y="5334"/>
                  </a:lnTo>
                  <a:lnTo>
                    <a:pt x="48869" y="3060"/>
                  </a:lnTo>
                  <a:lnTo>
                    <a:pt x="48793" y="3276"/>
                  </a:lnTo>
                  <a:lnTo>
                    <a:pt x="48717" y="2362"/>
                  </a:lnTo>
                  <a:lnTo>
                    <a:pt x="48069" y="2159"/>
                  </a:lnTo>
                  <a:lnTo>
                    <a:pt x="47955" y="3302"/>
                  </a:lnTo>
                  <a:lnTo>
                    <a:pt x="47828" y="3302"/>
                  </a:lnTo>
                  <a:lnTo>
                    <a:pt x="47828" y="4318"/>
                  </a:lnTo>
                  <a:lnTo>
                    <a:pt x="47358" y="4406"/>
                  </a:lnTo>
                  <a:lnTo>
                    <a:pt x="47358" y="5334"/>
                  </a:lnTo>
                  <a:lnTo>
                    <a:pt x="46672" y="5994"/>
                  </a:lnTo>
                  <a:lnTo>
                    <a:pt x="46659" y="8763"/>
                  </a:lnTo>
                  <a:lnTo>
                    <a:pt x="46570" y="9410"/>
                  </a:lnTo>
                  <a:lnTo>
                    <a:pt x="46532" y="14097"/>
                  </a:lnTo>
                  <a:lnTo>
                    <a:pt x="46304" y="14097"/>
                  </a:lnTo>
                  <a:lnTo>
                    <a:pt x="46062" y="13081"/>
                  </a:lnTo>
                  <a:lnTo>
                    <a:pt x="46532" y="14097"/>
                  </a:lnTo>
                  <a:lnTo>
                    <a:pt x="46532" y="9398"/>
                  </a:lnTo>
                  <a:lnTo>
                    <a:pt x="45999" y="9182"/>
                  </a:lnTo>
                  <a:lnTo>
                    <a:pt x="45999" y="9906"/>
                  </a:lnTo>
                  <a:lnTo>
                    <a:pt x="45669" y="10210"/>
                  </a:lnTo>
                  <a:lnTo>
                    <a:pt x="45554" y="9906"/>
                  </a:lnTo>
                  <a:lnTo>
                    <a:pt x="45999" y="9906"/>
                  </a:lnTo>
                  <a:lnTo>
                    <a:pt x="45999" y="9182"/>
                  </a:lnTo>
                  <a:lnTo>
                    <a:pt x="45478" y="8966"/>
                  </a:lnTo>
                  <a:lnTo>
                    <a:pt x="45021" y="9410"/>
                  </a:lnTo>
                  <a:lnTo>
                    <a:pt x="44932" y="9283"/>
                  </a:lnTo>
                  <a:lnTo>
                    <a:pt x="44932" y="10922"/>
                  </a:lnTo>
                  <a:lnTo>
                    <a:pt x="44589" y="11239"/>
                  </a:lnTo>
                  <a:lnTo>
                    <a:pt x="44589" y="11938"/>
                  </a:lnTo>
                  <a:lnTo>
                    <a:pt x="44526" y="12319"/>
                  </a:lnTo>
                  <a:lnTo>
                    <a:pt x="44170" y="11938"/>
                  </a:lnTo>
                  <a:lnTo>
                    <a:pt x="44589" y="11938"/>
                  </a:lnTo>
                  <a:lnTo>
                    <a:pt x="44589" y="11239"/>
                  </a:lnTo>
                  <a:lnTo>
                    <a:pt x="44081" y="11696"/>
                  </a:lnTo>
                  <a:lnTo>
                    <a:pt x="44081" y="14097"/>
                  </a:lnTo>
                  <a:lnTo>
                    <a:pt x="43827" y="14097"/>
                  </a:lnTo>
                  <a:lnTo>
                    <a:pt x="43002" y="13347"/>
                  </a:lnTo>
                  <a:lnTo>
                    <a:pt x="42875" y="13716"/>
                  </a:lnTo>
                  <a:lnTo>
                    <a:pt x="42341" y="13081"/>
                  </a:lnTo>
                  <a:lnTo>
                    <a:pt x="42722" y="13081"/>
                  </a:lnTo>
                  <a:lnTo>
                    <a:pt x="43091" y="13081"/>
                  </a:lnTo>
                  <a:lnTo>
                    <a:pt x="43370" y="13081"/>
                  </a:lnTo>
                  <a:lnTo>
                    <a:pt x="44081" y="14097"/>
                  </a:lnTo>
                  <a:lnTo>
                    <a:pt x="44081" y="11696"/>
                  </a:lnTo>
                  <a:lnTo>
                    <a:pt x="43815" y="11938"/>
                  </a:lnTo>
                  <a:lnTo>
                    <a:pt x="43624" y="11315"/>
                  </a:lnTo>
                  <a:lnTo>
                    <a:pt x="43675" y="10922"/>
                  </a:lnTo>
                  <a:lnTo>
                    <a:pt x="43561" y="11099"/>
                  </a:lnTo>
                  <a:lnTo>
                    <a:pt x="43510" y="10922"/>
                  </a:lnTo>
                  <a:lnTo>
                    <a:pt x="43675" y="10922"/>
                  </a:lnTo>
                  <a:lnTo>
                    <a:pt x="44208" y="10922"/>
                  </a:lnTo>
                  <a:lnTo>
                    <a:pt x="44907" y="10922"/>
                  </a:lnTo>
                  <a:lnTo>
                    <a:pt x="44932" y="9283"/>
                  </a:lnTo>
                  <a:lnTo>
                    <a:pt x="44589" y="8763"/>
                  </a:lnTo>
                  <a:lnTo>
                    <a:pt x="44983" y="8763"/>
                  </a:lnTo>
                  <a:lnTo>
                    <a:pt x="45262" y="8763"/>
                  </a:lnTo>
                  <a:lnTo>
                    <a:pt x="45694" y="8763"/>
                  </a:lnTo>
                  <a:lnTo>
                    <a:pt x="46659" y="8763"/>
                  </a:lnTo>
                  <a:lnTo>
                    <a:pt x="46659" y="5930"/>
                  </a:lnTo>
                  <a:lnTo>
                    <a:pt x="46545" y="5334"/>
                  </a:lnTo>
                  <a:lnTo>
                    <a:pt x="47358" y="5334"/>
                  </a:lnTo>
                  <a:lnTo>
                    <a:pt x="47358" y="4406"/>
                  </a:lnTo>
                  <a:lnTo>
                    <a:pt x="46634" y="4533"/>
                  </a:lnTo>
                  <a:lnTo>
                    <a:pt x="46393" y="4318"/>
                  </a:lnTo>
                  <a:lnTo>
                    <a:pt x="46736" y="4318"/>
                  </a:lnTo>
                  <a:lnTo>
                    <a:pt x="47066" y="4318"/>
                  </a:lnTo>
                  <a:lnTo>
                    <a:pt x="47828" y="4318"/>
                  </a:lnTo>
                  <a:lnTo>
                    <a:pt x="47828" y="3302"/>
                  </a:lnTo>
                  <a:lnTo>
                    <a:pt x="47586" y="3302"/>
                  </a:lnTo>
                  <a:lnTo>
                    <a:pt x="47066" y="3429"/>
                  </a:lnTo>
                  <a:lnTo>
                    <a:pt x="47066" y="3302"/>
                  </a:lnTo>
                  <a:lnTo>
                    <a:pt x="46240" y="3302"/>
                  </a:lnTo>
                  <a:lnTo>
                    <a:pt x="46240" y="5842"/>
                  </a:lnTo>
                  <a:lnTo>
                    <a:pt x="45516" y="5422"/>
                  </a:lnTo>
                  <a:lnTo>
                    <a:pt x="45516" y="7747"/>
                  </a:lnTo>
                  <a:lnTo>
                    <a:pt x="44919" y="8420"/>
                  </a:lnTo>
                  <a:lnTo>
                    <a:pt x="44284" y="7747"/>
                  </a:lnTo>
                  <a:lnTo>
                    <a:pt x="44564" y="7747"/>
                  </a:lnTo>
                  <a:lnTo>
                    <a:pt x="45516" y="7747"/>
                  </a:lnTo>
                  <a:lnTo>
                    <a:pt x="45516" y="5422"/>
                  </a:lnTo>
                  <a:lnTo>
                    <a:pt x="45364" y="5334"/>
                  </a:lnTo>
                  <a:lnTo>
                    <a:pt x="45605" y="5334"/>
                  </a:lnTo>
                  <a:lnTo>
                    <a:pt x="45758" y="5334"/>
                  </a:lnTo>
                  <a:lnTo>
                    <a:pt x="45885" y="5334"/>
                  </a:lnTo>
                  <a:lnTo>
                    <a:pt x="46202" y="5334"/>
                  </a:lnTo>
                  <a:lnTo>
                    <a:pt x="46240" y="5842"/>
                  </a:lnTo>
                  <a:lnTo>
                    <a:pt x="46240" y="3302"/>
                  </a:lnTo>
                  <a:lnTo>
                    <a:pt x="46113" y="3302"/>
                  </a:lnTo>
                  <a:lnTo>
                    <a:pt x="45986" y="3683"/>
                  </a:lnTo>
                  <a:lnTo>
                    <a:pt x="45631" y="3771"/>
                  </a:lnTo>
                  <a:lnTo>
                    <a:pt x="45605" y="4711"/>
                  </a:lnTo>
                  <a:lnTo>
                    <a:pt x="45250" y="4762"/>
                  </a:lnTo>
                  <a:lnTo>
                    <a:pt x="45034" y="4394"/>
                  </a:lnTo>
                  <a:lnTo>
                    <a:pt x="45034" y="5334"/>
                  </a:lnTo>
                  <a:lnTo>
                    <a:pt x="44462" y="6286"/>
                  </a:lnTo>
                  <a:lnTo>
                    <a:pt x="44792" y="6731"/>
                  </a:lnTo>
                  <a:lnTo>
                    <a:pt x="44919" y="6731"/>
                  </a:lnTo>
                  <a:lnTo>
                    <a:pt x="44475" y="7404"/>
                  </a:lnTo>
                  <a:lnTo>
                    <a:pt x="44437" y="7239"/>
                  </a:lnTo>
                  <a:lnTo>
                    <a:pt x="44246" y="7442"/>
                  </a:lnTo>
                  <a:lnTo>
                    <a:pt x="44246" y="9906"/>
                  </a:lnTo>
                  <a:lnTo>
                    <a:pt x="43624" y="10414"/>
                  </a:lnTo>
                  <a:lnTo>
                    <a:pt x="43040" y="9906"/>
                  </a:lnTo>
                  <a:lnTo>
                    <a:pt x="44246" y="9906"/>
                  </a:lnTo>
                  <a:lnTo>
                    <a:pt x="44246" y="7442"/>
                  </a:lnTo>
                  <a:lnTo>
                    <a:pt x="44030" y="7658"/>
                  </a:lnTo>
                  <a:lnTo>
                    <a:pt x="44272" y="6731"/>
                  </a:lnTo>
                  <a:lnTo>
                    <a:pt x="44310" y="6527"/>
                  </a:lnTo>
                  <a:lnTo>
                    <a:pt x="43510" y="5461"/>
                  </a:lnTo>
                  <a:lnTo>
                    <a:pt x="43446" y="5334"/>
                  </a:lnTo>
                  <a:lnTo>
                    <a:pt x="43446" y="5105"/>
                  </a:lnTo>
                  <a:lnTo>
                    <a:pt x="43599" y="5207"/>
                  </a:lnTo>
                  <a:lnTo>
                    <a:pt x="43599" y="5334"/>
                  </a:lnTo>
                  <a:lnTo>
                    <a:pt x="43776" y="5334"/>
                  </a:lnTo>
                  <a:lnTo>
                    <a:pt x="44424" y="6235"/>
                  </a:lnTo>
                  <a:lnTo>
                    <a:pt x="44742" y="5334"/>
                  </a:lnTo>
                  <a:lnTo>
                    <a:pt x="45034" y="5334"/>
                  </a:lnTo>
                  <a:lnTo>
                    <a:pt x="45034" y="4394"/>
                  </a:lnTo>
                  <a:lnTo>
                    <a:pt x="45008" y="4813"/>
                  </a:lnTo>
                  <a:lnTo>
                    <a:pt x="44513" y="4889"/>
                  </a:lnTo>
                  <a:lnTo>
                    <a:pt x="44831" y="4318"/>
                  </a:lnTo>
                  <a:lnTo>
                    <a:pt x="44996" y="4318"/>
                  </a:lnTo>
                  <a:lnTo>
                    <a:pt x="45237" y="4318"/>
                  </a:lnTo>
                  <a:lnTo>
                    <a:pt x="45529" y="4318"/>
                  </a:lnTo>
                  <a:lnTo>
                    <a:pt x="45605" y="4711"/>
                  </a:lnTo>
                  <a:lnTo>
                    <a:pt x="45605" y="3771"/>
                  </a:lnTo>
                  <a:lnTo>
                    <a:pt x="45669" y="3302"/>
                  </a:lnTo>
                  <a:lnTo>
                    <a:pt x="44856" y="3302"/>
                  </a:lnTo>
                  <a:lnTo>
                    <a:pt x="44704" y="3302"/>
                  </a:lnTo>
                  <a:lnTo>
                    <a:pt x="44272" y="3302"/>
                  </a:lnTo>
                  <a:lnTo>
                    <a:pt x="43675" y="3302"/>
                  </a:lnTo>
                  <a:lnTo>
                    <a:pt x="43865" y="4191"/>
                  </a:lnTo>
                  <a:lnTo>
                    <a:pt x="43688" y="4241"/>
                  </a:lnTo>
                  <a:lnTo>
                    <a:pt x="43624" y="5054"/>
                  </a:lnTo>
                  <a:lnTo>
                    <a:pt x="43446" y="5080"/>
                  </a:lnTo>
                  <a:lnTo>
                    <a:pt x="43459" y="4318"/>
                  </a:lnTo>
                  <a:lnTo>
                    <a:pt x="43688" y="4318"/>
                  </a:lnTo>
                  <a:lnTo>
                    <a:pt x="43459" y="4292"/>
                  </a:lnTo>
                  <a:lnTo>
                    <a:pt x="43484" y="3302"/>
                  </a:lnTo>
                  <a:lnTo>
                    <a:pt x="43332" y="3302"/>
                  </a:lnTo>
                  <a:lnTo>
                    <a:pt x="43002" y="4318"/>
                  </a:lnTo>
                  <a:lnTo>
                    <a:pt x="42227" y="4318"/>
                  </a:lnTo>
                  <a:lnTo>
                    <a:pt x="43421" y="5080"/>
                  </a:lnTo>
                  <a:lnTo>
                    <a:pt x="41935" y="5334"/>
                  </a:lnTo>
                  <a:lnTo>
                    <a:pt x="42252" y="5334"/>
                  </a:lnTo>
                  <a:lnTo>
                    <a:pt x="42672" y="5334"/>
                  </a:lnTo>
                  <a:lnTo>
                    <a:pt x="42608" y="5626"/>
                  </a:lnTo>
                  <a:lnTo>
                    <a:pt x="42468" y="6311"/>
                  </a:lnTo>
                  <a:lnTo>
                    <a:pt x="42468" y="9906"/>
                  </a:lnTo>
                  <a:lnTo>
                    <a:pt x="42113" y="10287"/>
                  </a:lnTo>
                  <a:lnTo>
                    <a:pt x="41313" y="9906"/>
                  </a:lnTo>
                  <a:lnTo>
                    <a:pt x="42468" y="9906"/>
                  </a:lnTo>
                  <a:lnTo>
                    <a:pt x="42468" y="6311"/>
                  </a:lnTo>
                  <a:lnTo>
                    <a:pt x="42379" y="6731"/>
                  </a:lnTo>
                  <a:lnTo>
                    <a:pt x="41224" y="6731"/>
                  </a:lnTo>
                  <a:lnTo>
                    <a:pt x="41732" y="7747"/>
                  </a:lnTo>
                  <a:lnTo>
                    <a:pt x="41503" y="7747"/>
                  </a:lnTo>
                  <a:lnTo>
                    <a:pt x="41084" y="8026"/>
                  </a:lnTo>
                  <a:lnTo>
                    <a:pt x="41084" y="11938"/>
                  </a:lnTo>
                  <a:lnTo>
                    <a:pt x="40576" y="12128"/>
                  </a:lnTo>
                  <a:lnTo>
                    <a:pt x="40576" y="13081"/>
                  </a:lnTo>
                  <a:lnTo>
                    <a:pt x="37642" y="13462"/>
                  </a:lnTo>
                  <a:lnTo>
                    <a:pt x="38557" y="13081"/>
                  </a:lnTo>
                  <a:lnTo>
                    <a:pt x="39116" y="13081"/>
                  </a:lnTo>
                  <a:lnTo>
                    <a:pt x="39141" y="13081"/>
                  </a:lnTo>
                  <a:lnTo>
                    <a:pt x="40576" y="13081"/>
                  </a:lnTo>
                  <a:lnTo>
                    <a:pt x="40576" y="12128"/>
                  </a:lnTo>
                  <a:lnTo>
                    <a:pt x="40830" y="11938"/>
                  </a:lnTo>
                  <a:lnTo>
                    <a:pt x="41084" y="11938"/>
                  </a:lnTo>
                  <a:lnTo>
                    <a:pt x="41084" y="8026"/>
                  </a:lnTo>
                  <a:lnTo>
                    <a:pt x="40741" y="8255"/>
                  </a:lnTo>
                  <a:lnTo>
                    <a:pt x="40335" y="7747"/>
                  </a:lnTo>
                  <a:lnTo>
                    <a:pt x="40462" y="6731"/>
                  </a:lnTo>
                  <a:lnTo>
                    <a:pt x="40284" y="6731"/>
                  </a:lnTo>
                  <a:lnTo>
                    <a:pt x="40284" y="11938"/>
                  </a:lnTo>
                  <a:lnTo>
                    <a:pt x="40055" y="12306"/>
                  </a:lnTo>
                  <a:lnTo>
                    <a:pt x="39916" y="12357"/>
                  </a:lnTo>
                  <a:lnTo>
                    <a:pt x="39916" y="12547"/>
                  </a:lnTo>
                  <a:lnTo>
                    <a:pt x="39827" y="12700"/>
                  </a:lnTo>
                  <a:lnTo>
                    <a:pt x="39916" y="12547"/>
                  </a:lnTo>
                  <a:lnTo>
                    <a:pt x="39916" y="12357"/>
                  </a:lnTo>
                  <a:lnTo>
                    <a:pt x="39662" y="12446"/>
                  </a:lnTo>
                  <a:lnTo>
                    <a:pt x="39471" y="11963"/>
                  </a:lnTo>
                  <a:lnTo>
                    <a:pt x="39395" y="12192"/>
                  </a:lnTo>
                  <a:lnTo>
                    <a:pt x="39192" y="11938"/>
                  </a:lnTo>
                  <a:lnTo>
                    <a:pt x="39471" y="11938"/>
                  </a:lnTo>
                  <a:lnTo>
                    <a:pt x="40284" y="11938"/>
                  </a:lnTo>
                  <a:lnTo>
                    <a:pt x="40284" y="6731"/>
                  </a:lnTo>
                  <a:lnTo>
                    <a:pt x="40208" y="7747"/>
                  </a:lnTo>
                  <a:lnTo>
                    <a:pt x="39382" y="7747"/>
                  </a:lnTo>
                  <a:lnTo>
                    <a:pt x="39382" y="8509"/>
                  </a:lnTo>
                  <a:lnTo>
                    <a:pt x="39192" y="7747"/>
                  </a:lnTo>
                  <a:lnTo>
                    <a:pt x="38315" y="7747"/>
                  </a:lnTo>
                  <a:lnTo>
                    <a:pt x="38112" y="7747"/>
                  </a:lnTo>
                  <a:lnTo>
                    <a:pt x="37973" y="7670"/>
                  </a:lnTo>
                  <a:lnTo>
                    <a:pt x="37846" y="7950"/>
                  </a:lnTo>
                  <a:lnTo>
                    <a:pt x="37846" y="12446"/>
                  </a:lnTo>
                  <a:lnTo>
                    <a:pt x="37274" y="12319"/>
                  </a:lnTo>
                  <a:lnTo>
                    <a:pt x="37274" y="13081"/>
                  </a:lnTo>
                  <a:lnTo>
                    <a:pt x="36982" y="13157"/>
                  </a:lnTo>
                  <a:lnTo>
                    <a:pt x="37274" y="13081"/>
                  </a:lnTo>
                  <a:lnTo>
                    <a:pt x="37274" y="12319"/>
                  </a:lnTo>
                  <a:lnTo>
                    <a:pt x="36639" y="12153"/>
                  </a:lnTo>
                  <a:lnTo>
                    <a:pt x="36639" y="20447"/>
                  </a:lnTo>
                  <a:lnTo>
                    <a:pt x="36512" y="20447"/>
                  </a:lnTo>
                  <a:lnTo>
                    <a:pt x="36360" y="20447"/>
                  </a:lnTo>
                  <a:lnTo>
                    <a:pt x="36423" y="20955"/>
                  </a:lnTo>
                  <a:lnTo>
                    <a:pt x="35725" y="20955"/>
                  </a:lnTo>
                  <a:lnTo>
                    <a:pt x="35318" y="20955"/>
                  </a:lnTo>
                  <a:lnTo>
                    <a:pt x="35775" y="20447"/>
                  </a:lnTo>
                  <a:lnTo>
                    <a:pt x="36106" y="20447"/>
                  </a:lnTo>
                  <a:lnTo>
                    <a:pt x="35839" y="19939"/>
                  </a:lnTo>
                  <a:lnTo>
                    <a:pt x="36283" y="20256"/>
                  </a:lnTo>
                  <a:lnTo>
                    <a:pt x="36156" y="19939"/>
                  </a:lnTo>
                  <a:lnTo>
                    <a:pt x="36639" y="20447"/>
                  </a:lnTo>
                  <a:lnTo>
                    <a:pt x="36639" y="12153"/>
                  </a:lnTo>
                  <a:lnTo>
                    <a:pt x="36499" y="12128"/>
                  </a:lnTo>
                  <a:lnTo>
                    <a:pt x="36499" y="13271"/>
                  </a:lnTo>
                  <a:lnTo>
                    <a:pt x="36106" y="13373"/>
                  </a:lnTo>
                  <a:lnTo>
                    <a:pt x="36106" y="14097"/>
                  </a:lnTo>
                  <a:lnTo>
                    <a:pt x="36029" y="14262"/>
                  </a:lnTo>
                  <a:lnTo>
                    <a:pt x="36029" y="16205"/>
                  </a:lnTo>
                  <a:lnTo>
                    <a:pt x="35890" y="16129"/>
                  </a:lnTo>
                  <a:lnTo>
                    <a:pt x="35636" y="15506"/>
                  </a:lnTo>
                  <a:lnTo>
                    <a:pt x="35661" y="16014"/>
                  </a:lnTo>
                  <a:lnTo>
                    <a:pt x="35407" y="15887"/>
                  </a:lnTo>
                  <a:lnTo>
                    <a:pt x="35407" y="20447"/>
                  </a:lnTo>
                  <a:lnTo>
                    <a:pt x="35267" y="20345"/>
                  </a:lnTo>
                  <a:lnTo>
                    <a:pt x="34950" y="20688"/>
                  </a:lnTo>
                  <a:lnTo>
                    <a:pt x="34950" y="23622"/>
                  </a:lnTo>
                  <a:lnTo>
                    <a:pt x="34925" y="23749"/>
                  </a:lnTo>
                  <a:lnTo>
                    <a:pt x="34569" y="23622"/>
                  </a:lnTo>
                  <a:lnTo>
                    <a:pt x="34950" y="23622"/>
                  </a:lnTo>
                  <a:lnTo>
                    <a:pt x="34950" y="20688"/>
                  </a:lnTo>
                  <a:lnTo>
                    <a:pt x="34874" y="21463"/>
                  </a:lnTo>
                  <a:lnTo>
                    <a:pt x="34696" y="22098"/>
                  </a:lnTo>
                  <a:lnTo>
                    <a:pt x="34556" y="21463"/>
                  </a:lnTo>
                  <a:lnTo>
                    <a:pt x="34874" y="21463"/>
                  </a:lnTo>
                  <a:lnTo>
                    <a:pt x="34874" y="20739"/>
                  </a:lnTo>
                  <a:lnTo>
                    <a:pt x="34582" y="20955"/>
                  </a:lnTo>
                  <a:lnTo>
                    <a:pt x="34480" y="21463"/>
                  </a:lnTo>
                  <a:lnTo>
                    <a:pt x="34213" y="21463"/>
                  </a:lnTo>
                  <a:lnTo>
                    <a:pt x="34213" y="22098"/>
                  </a:lnTo>
                  <a:lnTo>
                    <a:pt x="34086" y="22606"/>
                  </a:lnTo>
                  <a:lnTo>
                    <a:pt x="33870" y="22606"/>
                  </a:lnTo>
                  <a:lnTo>
                    <a:pt x="33591" y="22860"/>
                  </a:lnTo>
                  <a:lnTo>
                    <a:pt x="33616" y="22606"/>
                  </a:lnTo>
                  <a:lnTo>
                    <a:pt x="33934" y="22098"/>
                  </a:lnTo>
                  <a:lnTo>
                    <a:pt x="33553" y="22098"/>
                  </a:lnTo>
                  <a:lnTo>
                    <a:pt x="33629" y="21602"/>
                  </a:lnTo>
                  <a:lnTo>
                    <a:pt x="33896" y="22098"/>
                  </a:lnTo>
                  <a:lnTo>
                    <a:pt x="33934" y="21590"/>
                  </a:lnTo>
                  <a:lnTo>
                    <a:pt x="34213" y="22098"/>
                  </a:lnTo>
                  <a:lnTo>
                    <a:pt x="34213" y="21463"/>
                  </a:lnTo>
                  <a:lnTo>
                    <a:pt x="33947" y="21463"/>
                  </a:lnTo>
                  <a:lnTo>
                    <a:pt x="34137" y="20955"/>
                  </a:lnTo>
                  <a:lnTo>
                    <a:pt x="34582" y="20548"/>
                  </a:lnTo>
                  <a:lnTo>
                    <a:pt x="34404" y="20764"/>
                  </a:lnTo>
                  <a:lnTo>
                    <a:pt x="34975" y="20447"/>
                  </a:lnTo>
                  <a:lnTo>
                    <a:pt x="35267" y="20447"/>
                  </a:lnTo>
                  <a:lnTo>
                    <a:pt x="35090" y="19939"/>
                  </a:lnTo>
                  <a:lnTo>
                    <a:pt x="35407" y="20447"/>
                  </a:lnTo>
                  <a:lnTo>
                    <a:pt x="35407" y="15887"/>
                  </a:lnTo>
                  <a:lnTo>
                    <a:pt x="33972" y="15113"/>
                  </a:lnTo>
                  <a:lnTo>
                    <a:pt x="33591" y="15354"/>
                  </a:lnTo>
                  <a:lnTo>
                    <a:pt x="33591" y="20726"/>
                  </a:lnTo>
                  <a:lnTo>
                    <a:pt x="33439" y="20447"/>
                  </a:lnTo>
                  <a:lnTo>
                    <a:pt x="33439" y="20675"/>
                  </a:lnTo>
                  <a:lnTo>
                    <a:pt x="33083" y="20586"/>
                  </a:lnTo>
                  <a:lnTo>
                    <a:pt x="32994" y="20955"/>
                  </a:lnTo>
                  <a:lnTo>
                    <a:pt x="32829" y="20955"/>
                  </a:lnTo>
                  <a:lnTo>
                    <a:pt x="32829" y="21463"/>
                  </a:lnTo>
                  <a:lnTo>
                    <a:pt x="32372" y="20955"/>
                  </a:lnTo>
                  <a:lnTo>
                    <a:pt x="32054" y="20955"/>
                  </a:lnTo>
                  <a:lnTo>
                    <a:pt x="32054" y="46863"/>
                  </a:lnTo>
                  <a:lnTo>
                    <a:pt x="31902" y="47498"/>
                  </a:lnTo>
                  <a:lnTo>
                    <a:pt x="31470" y="47498"/>
                  </a:lnTo>
                  <a:lnTo>
                    <a:pt x="31610" y="46863"/>
                  </a:lnTo>
                  <a:lnTo>
                    <a:pt x="32054" y="46863"/>
                  </a:lnTo>
                  <a:lnTo>
                    <a:pt x="32054" y="20955"/>
                  </a:lnTo>
                  <a:lnTo>
                    <a:pt x="31280" y="20955"/>
                  </a:lnTo>
                  <a:lnTo>
                    <a:pt x="31280" y="25654"/>
                  </a:lnTo>
                  <a:lnTo>
                    <a:pt x="30530" y="25488"/>
                  </a:lnTo>
                  <a:lnTo>
                    <a:pt x="30530" y="28448"/>
                  </a:lnTo>
                  <a:lnTo>
                    <a:pt x="30175" y="28625"/>
                  </a:lnTo>
                  <a:lnTo>
                    <a:pt x="30200" y="28448"/>
                  </a:lnTo>
                  <a:lnTo>
                    <a:pt x="30530" y="28448"/>
                  </a:lnTo>
                  <a:lnTo>
                    <a:pt x="30530" y="25488"/>
                  </a:lnTo>
                  <a:lnTo>
                    <a:pt x="29997" y="25361"/>
                  </a:lnTo>
                  <a:lnTo>
                    <a:pt x="29997" y="28702"/>
                  </a:lnTo>
                  <a:lnTo>
                    <a:pt x="29743" y="28829"/>
                  </a:lnTo>
                  <a:lnTo>
                    <a:pt x="29832" y="28448"/>
                  </a:lnTo>
                  <a:lnTo>
                    <a:pt x="29997" y="28702"/>
                  </a:lnTo>
                  <a:lnTo>
                    <a:pt x="29997" y="25361"/>
                  </a:lnTo>
                  <a:lnTo>
                    <a:pt x="29654" y="25285"/>
                  </a:lnTo>
                  <a:lnTo>
                    <a:pt x="29654" y="34798"/>
                  </a:lnTo>
                  <a:lnTo>
                    <a:pt x="29044" y="34163"/>
                  </a:lnTo>
                  <a:lnTo>
                    <a:pt x="29337" y="34163"/>
                  </a:lnTo>
                  <a:lnTo>
                    <a:pt x="28752" y="33832"/>
                  </a:lnTo>
                  <a:lnTo>
                    <a:pt x="28663" y="34163"/>
                  </a:lnTo>
                  <a:lnTo>
                    <a:pt x="28333" y="33655"/>
                  </a:lnTo>
                  <a:lnTo>
                    <a:pt x="28333" y="46355"/>
                  </a:lnTo>
                  <a:lnTo>
                    <a:pt x="28333" y="46863"/>
                  </a:lnTo>
                  <a:lnTo>
                    <a:pt x="27343" y="46863"/>
                  </a:lnTo>
                  <a:lnTo>
                    <a:pt x="28105" y="46355"/>
                  </a:lnTo>
                  <a:lnTo>
                    <a:pt x="28333" y="46355"/>
                  </a:lnTo>
                  <a:lnTo>
                    <a:pt x="28333" y="33655"/>
                  </a:lnTo>
                  <a:lnTo>
                    <a:pt x="28473" y="33655"/>
                  </a:lnTo>
                  <a:lnTo>
                    <a:pt x="28803" y="33655"/>
                  </a:lnTo>
                  <a:lnTo>
                    <a:pt x="29248" y="33655"/>
                  </a:lnTo>
                  <a:lnTo>
                    <a:pt x="29476" y="34163"/>
                  </a:lnTo>
                  <a:lnTo>
                    <a:pt x="29654" y="34798"/>
                  </a:lnTo>
                  <a:lnTo>
                    <a:pt x="29654" y="25285"/>
                  </a:lnTo>
                  <a:lnTo>
                    <a:pt x="29908" y="25273"/>
                  </a:lnTo>
                  <a:lnTo>
                    <a:pt x="29464" y="24638"/>
                  </a:lnTo>
                  <a:lnTo>
                    <a:pt x="30645" y="24638"/>
                  </a:lnTo>
                  <a:lnTo>
                    <a:pt x="30048" y="25273"/>
                  </a:lnTo>
                  <a:lnTo>
                    <a:pt x="30441" y="25273"/>
                  </a:lnTo>
                  <a:lnTo>
                    <a:pt x="31280" y="25654"/>
                  </a:lnTo>
                  <a:lnTo>
                    <a:pt x="31280" y="20955"/>
                  </a:lnTo>
                  <a:lnTo>
                    <a:pt x="31115" y="20955"/>
                  </a:lnTo>
                  <a:lnTo>
                    <a:pt x="31115" y="22098"/>
                  </a:lnTo>
                  <a:lnTo>
                    <a:pt x="30683" y="22440"/>
                  </a:lnTo>
                  <a:lnTo>
                    <a:pt x="30759" y="22098"/>
                  </a:lnTo>
                  <a:lnTo>
                    <a:pt x="31115" y="22098"/>
                  </a:lnTo>
                  <a:lnTo>
                    <a:pt x="31115" y="20955"/>
                  </a:lnTo>
                  <a:lnTo>
                    <a:pt x="29159" y="20955"/>
                  </a:lnTo>
                  <a:lnTo>
                    <a:pt x="29159" y="22098"/>
                  </a:lnTo>
                  <a:lnTo>
                    <a:pt x="29070" y="22352"/>
                  </a:lnTo>
                  <a:lnTo>
                    <a:pt x="28994" y="22098"/>
                  </a:lnTo>
                  <a:lnTo>
                    <a:pt x="28930" y="21882"/>
                  </a:lnTo>
                  <a:lnTo>
                    <a:pt x="28917" y="26289"/>
                  </a:lnTo>
                  <a:lnTo>
                    <a:pt x="28740" y="26797"/>
                  </a:lnTo>
                  <a:lnTo>
                    <a:pt x="28676" y="27165"/>
                  </a:lnTo>
                  <a:lnTo>
                    <a:pt x="28613" y="26797"/>
                  </a:lnTo>
                  <a:lnTo>
                    <a:pt x="28511" y="26314"/>
                  </a:lnTo>
                  <a:lnTo>
                    <a:pt x="28473" y="30988"/>
                  </a:lnTo>
                  <a:lnTo>
                    <a:pt x="27889" y="30988"/>
                  </a:lnTo>
                  <a:lnTo>
                    <a:pt x="27762" y="30480"/>
                  </a:lnTo>
                  <a:lnTo>
                    <a:pt x="28130" y="30480"/>
                  </a:lnTo>
                  <a:lnTo>
                    <a:pt x="28359" y="30480"/>
                  </a:lnTo>
                  <a:lnTo>
                    <a:pt x="28473" y="30988"/>
                  </a:lnTo>
                  <a:lnTo>
                    <a:pt x="28473" y="26339"/>
                  </a:lnTo>
                  <a:lnTo>
                    <a:pt x="28397" y="26073"/>
                  </a:lnTo>
                  <a:lnTo>
                    <a:pt x="28422" y="25781"/>
                  </a:lnTo>
                  <a:lnTo>
                    <a:pt x="28435" y="25920"/>
                  </a:lnTo>
                  <a:lnTo>
                    <a:pt x="28486" y="26085"/>
                  </a:lnTo>
                  <a:lnTo>
                    <a:pt x="28536" y="26289"/>
                  </a:lnTo>
                  <a:lnTo>
                    <a:pt x="28917" y="26289"/>
                  </a:lnTo>
                  <a:lnTo>
                    <a:pt x="28917" y="21844"/>
                  </a:lnTo>
                  <a:lnTo>
                    <a:pt x="28816" y="21463"/>
                  </a:lnTo>
                  <a:lnTo>
                    <a:pt x="28981" y="21463"/>
                  </a:lnTo>
                  <a:lnTo>
                    <a:pt x="29006" y="21844"/>
                  </a:lnTo>
                  <a:lnTo>
                    <a:pt x="29032" y="22098"/>
                  </a:lnTo>
                  <a:lnTo>
                    <a:pt x="29159" y="22098"/>
                  </a:lnTo>
                  <a:lnTo>
                    <a:pt x="29159" y="20955"/>
                  </a:lnTo>
                  <a:lnTo>
                    <a:pt x="28308" y="20955"/>
                  </a:lnTo>
                  <a:lnTo>
                    <a:pt x="28308" y="21082"/>
                  </a:lnTo>
                  <a:lnTo>
                    <a:pt x="28168" y="21056"/>
                  </a:lnTo>
                  <a:lnTo>
                    <a:pt x="28168" y="26289"/>
                  </a:lnTo>
                  <a:lnTo>
                    <a:pt x="27990" y="26555"/>
                  </a:lnTo>
                  <a:lnTo>
                    <a:pt x="27978" y="30238"/>
                  </a:lnTo>
                  <a:lnTo>
                    <a:pt x="27470" y="29972"/>
                  </a:lnTo>
                  <a:lnTo>
                    <a:pt x="27381" y="29464"/>
                  </a:lnTo>
                  <a:lnTo>
                    <a:pt x="27546" y="29464"/>
                  </a:lnTo>
                  <a:lnTo>
                    <a:pt x="27978" y="30238"/>
                  </a:lnTo>
                  <a:lnTo>
                    <a:pt x="27978" y="26543"/>
                  </a:lnTo>
                  <a:lnTo>
                    <a:pt x="27813" y="26289"/>
                  </a:lnTo>
                  <a:lnTo>
                    <a:pt x="28168" y="26289"/>
                  </a:lnTo>
                  <a:lnTo>
                    <a:pt x="28168" y="21056"/>
                  </a:lnTo>
                  <a:lnTo>
                    <a:pt x="27863" y="20993"/>
                  </a:lnTo>
                  <a:lnTo>
                    <a:pt x="27863" y="22606"/>
                  </a:lnTo>
                  <a:lnTo>
                    <a:pt x="27635" y="22606"/>
                  </a:lnTo>
                  <a:lnTo>
                    <a:pt x="27305" y="22428"/>
                  </a:lnTo>
                  <a:lnTo>
                    <a:pt x="27305" y="27559"/>
                  </a:lnTo>
                  <a:lnTo>
                    <a:pt x="27216" y="31623"/>
                  </a:lnTo>
                  <a:lnTo>
                    <a:pt x="27178" y="31927"/>
                  </a:lnTo>
                  <a:lnTo>
                    <a:pt x="27178" y="35306"/>
                  </a:lnTo>
                  <a:lnTo>
                    <a:pt x="27152" y="47498"/>
                  </a:lnTo>
                  <a:lnTo>
                    <a:pt x="26924" y="47637"/>
                  </a:lnTo>
                  <a:lnTo>
                    <a:pt x="26949" y="47498"/>
                  </a:lnTo>
                  <a:lnTo>
                    <a:pt x="27152" y="47498"/>
                  </a:lnTo>
                  <a:lnTo>
                    <a:pt x="27152" y="35306"/>
                  </a:lnTo>
                  <a:lnTo>
                    <a:pt x="26784" y="35306"/>
                  </a:lnTo>
                  <a:lnTo>
                    <a:pt x="26746" y="34798"/>
                  </a:lnTo>
                  <a:lnTo>
                    <a:pt x="26873" y="34798"/>
                  </a:lnTo>
                  <a:lnTo>
                    <a:pt x="27178" y="35306"/>
                  </a:lnTo>
                  <a:lnTo>
                    <a:pt x="27178" y="31927"/>
                  </a:lnTo>
                  <a:lnTo>
                    <a:pt x="27152" y="32131"/>
                  </a:lnTo>
                  <a:lnTo>
                    <a:pt x="27089" y="34798"/>
                  </a:lnTo>
                  <a:lnTo>
                    <a:pt x="26962" y="34798"/>
                  </a:lnTo>
                  <a:lnTo>
                    <a:pt x="26593" y="34594"/>
                  </a:lnTo>
                  <a:lnTo>
                    <a:pt x="26593" y="47498"/>
                  </a:lnTo>
                  <a:lnTo>
                    <a:pt x="26111" y="47866"/>
                  </a:lnTo>
                  <a:lnTo>
                    <a:pt x="26149" y="47498"/>
                  </a:lnTo>
                  <a:lnTo>
                    <a:pt x="26593" y="47498"/>
                  </a:lnTo>
                  <a:lnTo>
                    <a:pt x="26593" y="34594"/>
                  </a:lnTo>
                  <a:lnTo>
                    <a:pt x="26543" y="44831"/>
                  </a:lnTo>
                  <a:lnTo>
                    <a:pt x="26111" y="44831"/>
                  </a:lnTo>
                  <a:lnTo>
                    <a:pt x="26149" y="44323"/>
                  </a:lnTo>
                  <a:lnTo>
                    <a:pt x="26504" y="44323"/>
                  </a:lnTo>
                  <a:lnTo>
                    <a:pt x="26543" y="44831"/>
                  </a:lnTo>
                  <a:lnTo>
                    <a:pt x="26543" y="34569"/>
                  </a:lnTo>
                  <a:lnTo>
                    <a:pt x="25844" y="34163"/>
                  </a:lnTo>
                  <a:lnTo>
                    <a:pt x="26454" y="34163"/>
                  </a:lnTo>
                  <a:lnTo>
                    <a:pt x="27089" y="34798"/>
                  </a:lnTo>
                  <a:lnTo>
                    <a:pt x="27089" y="32131"/>
                  </a:lnTo>
                  <a:lnTo>
                    <a:pt x="26746" y="32131"/>
                  </a:lnTo>
                  <a:lnTo>
                    <a:pt x="26695" y="31623"/>
                  </a:lnTo>
                  <a:lnTo>
                    <a:pt x="27216" y="31623"/>
                  </a:lnTo>
                  <a:lnTo>
                    <a:pt x="27216" y="27533"/>
                  </a:lnTo>
                  <a:lnTo>
                    <a:pt x="27101" y="29438"/>
                  </a:lnTo>
                  <a:lnTo>
                    <a:pt x="26911" y="29400"/>
                  </a:lnTo>
                  <a:lnTo>
                    <a:pt x="26682" y="29159"/>
                  </a:lnTo>
                  <a:lnTo>
                    <a:pt x="26682" y="30480"/>
                  </a:lnTo>
                  <a:lnTo>
                    <a:pt x="26365" y="30899"/>
                  </a:lnTo>
                  <a:lnTo>
                    <a:pt x="26365" y="31623"/>
                  </a:lnTo>
                  <a:lnTo>
                    <a:pt x="26098" y="31623"/>
                  </a:lnTo>
                  <a:lnTo>
                    <a:pt x="26174" y="31026"/>
                  </a:lnTo>
                  <a:lnTo>
                    <a:pt x="26365" y="31623"/>
                  </a:lnTo>
                  <a:lnTo>
                    <a:pt x="26365" y="30899"/>
                  </a:lnTo>
                  <a:lnTo>
                    <a:pt x="26149" y="30480"/>
                  </a:lnTo>
                  <a:lnTo>
                    <a:pt x="26682" y="30480"/>
                  </a:lnTo>
                  <a:lnTo>
                    <a:pt x="26682" y="29159"/>
                  </a:lnTo>
                  <a:lnTo>
                    <a:pt x="26504" y="28956"/>
                  </a:lnTo>
                  <a:lnTo>
                    <a:pt x="27101" y="29438"/>
                  </a:lnTo>
                  <a:lnTo>
                    <a:pt x="27101" y="27495"/>
                  </a:lnTo>
                  <a:lnTo>
                    <a:pt x="26568" y="27305"/>
                  </a:lnTo>
                  <a:lnTo>
                    <a:pt x="26479" y="29464"/>
                  </a:lnTo>
                  <a:lnTo>
                    <a:pt x="26301" y="29565"/>
                  </a:lnTo>
                  <a:lnTo>
                    <a:pt x="26479" y="29464"/>
                  </a:lnTo>
                  <a:lnTo>
                    <a:pt x="26479" y="27305"/>
                  </a:lnTo>
                  <a:lnTo>
                    <a:pt x="26149" y="27305"/>
                  </a:lnTo>
                  <a:lnTo>
                    <a:pt x="26352" y="26797"/>
                  </a:lnTo>
                  <a:lnTo>
                    <a:pt x="26987" y="26797"/>
                  </a:lnTo>
                  <a:lnTo>
                    <a:pt x="26898" y="27305"/>
                  </a:lnTo>
                  <a:lnTo>
                    <a:pt x="27305" y="27559"/>
                  </a:lnTo>
                  <a:lnTo>
                    <a:pt x="27305" y="22428"/>
                  </a:lnTo>
                  <a:lnTo>
                    <a:pt x="27254" y="22606"/>
                  </a:lnTo>
                  <a:lnTo>
                    <a:pt x="27254" y="23114"/>
                  </a:lnTo>
                  <a:lnTo>
                    <a:pt x="26771" y="23114"/>
                  </a:lnTo>
                  <a:lnTo>
                    <a:pt x="26733" y="22606"/>
                  </a:lnTo>
                  <a:lnTo>
                    <a:pt x="27254" y="22606"/>
                  </a:lnTo>
                  <a:lnTo>
                    <a:pt x="27254" y="22402"/>
                  </a:lnTo>
                  <a:lnTo>
                    <a:pt x="26949" y="22225"/>
                  </a:lnTo>
                  <a:lnTo>
                    <a:pt x="27863" y="22606"/>
                  </a:lnTo>
                  <a:lnTo>
                    <a:pt x="27863" y="20993"/>
                  </a:lnTo>
                  <a:lnTo>
                    <a:pt x="27686" y="20955"/>
                  </a:lnTo>
                  <a:lnTo>
                    <a:pt x="26911" y="20955"/>
                  </a:lnTo>
                  <a:lnTo>
                    <a:pt x="26987" y="21463"/>
                  </a:lnTo>
                  <a:lnTo>
                    <a:pt x="27076" y="21971"/>
                  </a:lnTo>
                  <a:lnTo>
                    <a:pt x="26631" y="21463"/>
                  </a:lnTo>
                  <a:lnTo>
                    <a:pt x="26695" y="20955"/>
                  </a:lnTo>
                  <a:lnTo>
                    <a:pt x="26911" y="20955"/>
                  </a:lnTo>
                  <a:lnTo>
                    <a:pt x="26822" y="20447"/>
                  </a:lnTo>
                  <a:lnTo>
                    <a:pt x="26530" y="20955"/>
                  </a:lnTo>
                  <a:lnTo>
                    <a:pt x="26352" y="20955"/>
                  </a:lnTo>
                  <a:lnTo>
                    <a:pt x="26352" y="26289"/>
                  </a:lnTo>
                  <a:lnTo>
                    <a:pt x="26250" y="26746"/>
                  </a:lnTo>
                  <a:lnTo>
                    <a:pt x="25069" y="26416"/>
                  </a:lnTo>
                  <a:lnTo>
                    <a:pt x="25107" y="26797"/>
                  </a:lnTo>
                  <a:lnTo>
                    <a:pt x="25603" y="26797"/>
                  </a:lnTo>
                  <a:lnTo>
                    <a:pt x="25984" y="26797"/>
                  </a:lnTo>
                  <a:lnTo>
                    <a:pt x="25971" y="27305"/>
                  </a:lnTo>
                  <a:lnTo>
                    <a:pt x="25603" y="26797"/>
                  </a:lnTo>
                  <a:lnTo>
                    <a:pt x="25463" y="27305"/>
                  </a:lnTo>
                  <a:lnTo>
                    <a:pt x="25742" y="27305"/>
                  </a:lnTo>
                  <a:lnTo>
                    <a:pt x="25819" y="27813"/>
                  </a:lnTo>
                  <a:lnTo>
                    <a:pt x="26352" y="28448"/>
                  </a:lnTo>
                  <a:lnTo>
                    <a:pt x="25654" y="28448"/>
                  </a:lnTo>
                  <a:lnTo>
                    <a:pt x="25654" y="29083"/>
                  </a:lnTo>
                  <a:lnTo>
                    <a:pt x="25285" y="28994"/>
                  </a:lnTo>
                  <a:lnTo>
                    <a:pt x="25285" y="30988"/>
                  </a:lnTo>
                  <a:lnTo>
                    <a:pt x="24866" y="31267"/>
                  </a:lnTo>
                  <a:lnTo>
                    <a:pt x="24866" y="32131"/>
                  </a:lnTo>
                  <a:lnTo>
                    <a:pt x="24790" y="32639"/>
                  </a:lnTo>
                  <a:lnTo>
                    <a:pt x="24523" y="32131"/>
                  </a:lnTo>
                  <a:lnTo>
                    <a:pt x="24371" y="32131"/>
                  </a:lnTo>
                  <a:lnTo>
                    <a:pt x="24307" y="31623"/>
                  </a:lnTo>
                  <a:lnTo>
                    <a:pt x="24472" y="31623"/>
                  </a:lnTo>
                  <a:lnTo>
                    <a:pt x="24612" y="31623"/>
                  </a:lnTo>
                  <a:lnTo>
                    <a:pt x="24866" y="32131"/>
                  </a:lnTo>
                  <a:lnTo>
                    <a:pt x="24866" y="31267"/>
                  </a:lnTo>
                  <a:lnTo>
                    <a:pt x="24498" y="31508"/>
                  </a:lnTo>
                  <a:lnTo>
                    <a:pt x="24663" y="30988"/>
                  </a:lnTo>
                  <a:lnTo>
                    <a:pt x="25285" y="30988"/>
                  </a:lnTo>
                  <a:lnTo>
                    <a:pt x="25285" y="28994"/>
                  </a:lnTo>
                  <a:lnTo>
                    <a:pt x="25133" y="28956"/>
                  </a:lnTo>
                  <a:lnTo>
                    <a:pt x="25577" y="28956"/>
                  </a:lnTo>
                  <a:lnTo>
                    <a:pt x="25654" y="29083"/>
                  </a:lnTo>
                  <a:lnTo>
                    <a:pt x="25654" y="28448"/>
                  </a:lnTo>
                  <a:lnTo>
                    <a:pt x="25514" y="27305"/>
                  </a:lnTo>
                  <a:lnTo>
                    <a:pt x="25387" y="27813"/>
                  </a:lnTo>
                  <a:lnTo>
                    <a:pt x="25158" y="27813"/>
                  </a:lnTo>
                  <a:lnTo>
                    <a:pt x="25158" y="27305"/>
                  </a:lnTo>
                  <a:lnTo>
                    <a:pt x="25158" y="26797"/>
                  </a:lnTo>
                  <a:lnTo>
                    <a:pt x="24904" y="27165"/>
                  </a:lnTo>
                  <a:lnTo>
                    <a:pt x="24942" y="26797"/>
                  </a:lnTo>
                  <a:lnTo>
                    <a:pt x="24422" y="26797"/>
                  </a:lnTo>
                  <a:lnTo>
                    <a:pt x="24422" y="30988"/>
                  </a:lnTo>
                  <a:lnTo>
                    <a:pt x="23888" y="31432"/>
                  </a:lnTo>
                  <a:lnTo>
                    <a:pt x="23888" y="32131"/>
                  </a:lnTo>
                  <a:lnTo>
                    <a:pt x="23799" y="33147"/>
                  </a:lnTo>
                  <a:lnTo>
                    <a:pt x="23304" y="33147"/>
                  </a:lnTo>
                  <a:lnTo>
                    <a:pt x="23482" y="32639"/>
                  </a:lnTo>
                  <a:lnTo>
                    <a:pt x="23558" y="32131"/>
                  </a:lnTo>
                  <a:lnTo>
                    <a:pt x="23888" y="32131"/>
                  </a:lnTo>
                  <a:lnTo>
                    <a:pt x="23888" y="31432"/>
                  </a:lnTo>
                  <a:lnTo>
                    <a:pt x="23660" y="31623"/>
                  </a:lnTo>
                  <a:lnTo>
                    <a:pt x="23329" y="32131"/>
                  </a:lnTo>
                  <a:lnTo>
                    <a:pt x="22847" y="31623"/>
                  </a:lnTo>
                  <a:lnTo>
                    <a:pt x="22999" y="31623"/>
                  </a:lnTo>
                  <a:lnTo>
                    <a:pt x="23329" y="30988"/>
                  </a:lnTo>
                  <a:lnTo>
                    <a:pt x="24422" y="30988"/>
                  </a:lnTo>
                  <a:lnTo>
                    <a:pt x="24422" y="26797"/>
                  </a:lnTo>
                  <a:lnTo>
                    <a:pt x="23888" y="26797"/>
                  </a:lnTo>
                  <a:lnTo>
                    <a:pt x="24409" y="26289"/>
                  </a:lnTo>
                  <a:lnTo>
                    <a:pt x="24422" y="26797"/>
                  </a:lnTo>
                  <a:lnTo>
                    <a:pt x="24599" y="26289"/>
                  </a:lnTo>
                  <a:lnTo>
                    <a:pt x="25069" y="26289"/>
                  </a:lnTo>
                  <a:lnTo>
                    <a:pt x="25641" y="26289"/>
                  </a:lnTo>
                  <a:lnTo>
                    <a:pt x="25603" y="25831"/>
                  </a:lnTo>
                  <a:lnTo>
                    <a:pt x="25781" y="25781"/>
                  </a:lnTo>
                  <a:lnTo>
                    <a:pt x="26047" y="25781"/>
                  </a:lnTo>
                  <a:lnTo>
                    <a:pt x="26022" y="26289"/>
                  </a:lnTo>
                  <a:lnTo>
                    <a:pt x="26352" y="26289"/>
                  </a:lnTo>
                  <a:lnTo>
                    <a:pt x="26352" y="20955"/>
                  </a:lnTo>
                  <a:lnTo>
                    <a:pt x="26276" y="24130"/>
                  </a:lnTo>
                  <a:lnTo>
                    <a:pt x="26149" y="24193"/>
                  </a:lnTo>
                  <a:lnTo>
                    <a:pt x="26073" y="25273"/>
                  </a:lnTo>
                  <a:lnTo>
                    <a:pt x="26047" y="25552"/>
                  </a:lnTo>
                  <a:lnTo>
                    <a:pt x="25717" y="25273"/>
                  </a:lnTo>
                  <a:lnTo>
                    <a:pt x="26073" y="25273"/>
                  </a:lnTo>
                  <a:lnTo>
                    <a:pt x="26073" y="24244"/>
                  </a:lnTo>
                  <a:lnTo>
                    <a:pt x="25311" y="24638"/>
                  </a:lnTo>
                  <a:lnTo>
                    <a:pt x="25184" y="24130"/>
                  </a:lnTo>
                  <a:lnTo>
                    <a:pt x="25184" y="24638"/>
                  </a:lnTo>
                  <a:lnTo>
                    <a:pt x="25069" y="24765"/>
                  </a:lnTo>
                  <a:lnTo>
                    <a:pt x="24930" y="24638"/>
                  </a:lnTo>
                  <a:lnTo>
                    <a:pt x="25184" y="24638"/>
                  </a:lnTo>
                  <a:lnTo>
                    <a:pt x="25184" y="24130"/>
                  </a:lnTo>
                  <a:lnTo>
                    <a:pt x="26276" y="24130"/>
                  </a:lnTo>
                  <a:lnTo>
                    <a:pt x="26276" y="20955"/>
                  </a:lnTo>
                  <a:lnTo>
                    <a:pt x="25514" y="20955"/>
                  </a:lnTo>
                  <a:lnTo>
                    <a:pt x="25514" y="23876"/>
                  </a:lnTo>
                  <a:lnTo>
                    <a:pt x="24993" y="23622"/>
                  </a:lnTo>
                  <a:lnTo>
                    <a:pt x="24803" y="24130"/>
                  </a:lnTo>
                  <a:lnTo>
                    <a:pt x="24536" y="24130"/>
                  </a:lnTo>
                  <a:lnTo>
                    <a:pt x="24472" y="24638"/>
                  </a:lnTo>
                  <a:lnTo>
                    <a:pt x="24676" y="24638"/>
                  </a:lnTo>
                  <a:lnTo>
                    <a:pt x="24561" y="25019"/>
                  </a:lnTo>
                  <a:lnTo>
                    <a:pt x="23825" y="24638"/>
                  </a:lnTo>
                  <a:lnTo>
                    <a:pt x="23469" y="24638"/>
                  </a:lnTo>
                  <a:lnTo>
                    <a:pt x="23329" y="24638"/>
                  </a:lnTo>
                  <a:lnTo>
                    <a:pt x="23329" y="30480"/>
                  </a:lnTo>
                  <a:lnTo>
                    <a:pt x="23088" y="30607"/>
                  </a:lnTo>
                  <a:lnTo>
                    <a:pt x="23075" y="30480"/>
                  </a:lnTo>
                  <a:lnTo>
                    <a:pt x="22834" y="30594"/>
                  </a:lnTo>
                  <a:lnTo>
                    <a:pt x="22834" y="33655"/>
                  </a:lnTo>
                  <a:lnTo>
                    <a:pt x="22453" y="33858"/>
                  </a:lnTo>
                  <a:lnTo>
                    <a:pt x="22453" y="34544"/>
                  </a:lnTo>
                  <a:lnTo>
                    <a:pt x="22390" y="38481"/>
                  </a:lnTo>
                  <a:lnTo>
                    <a:pt x="22237" y="38481"/>
                  </a:lnTo>
                  <a:lnTo>
                    <a:pt x="22136" y="38747"/>
                  </a:lnTo>
                  <a:lnTo>
                    <a:pt x="21907" y="37973"/>
                  </a:lnTo>
                  <a:lnTo>
                    <a:pt x="22263" y="37973"/>
                  </a:lnTo>
                  <a:lnTo>
                    <a:pt x="22390" y="38481"/>
                  </a:lnTo>
                  <a:lnTo>
                    <a:pt x="22390" y="34531"/>
                  </a:lnTo>
                  <a:lnTo>
                    <a:pt x="21234" y="34163"/>
                  </a:lnTo>
                  <a:lnTo>
                    <a:pt x="21818" y="34163"/>
                  </a:lnTo>
                  <a:lnTo>
                    <a:pt x="22377" y="34163"/>
                  </a:lnTo>
                  <a:lnTo>
                    <a:pt x="22453" y="34544"/>
                  </a:lnTo>
                  <a:lnTo>
                    <a:pt x="22453" y="33858"/>
                  </a:lnTo>
                  <a:lnTo>
                    <a:pt x="22313" y="33921"/>
                  </a:lnTo>
                  <a:lnTo>
                    <a:pt x="22085" y="33655"/>
                  </a:lnTo>
                  <a:lnTo>
                    <a:pt x="22834" y="33655"/>
                  </a:lnTo>
                  <a:lnTo>
                    <a:pt x="22834" y="30594"/>
                  </a:lnTo>
                  <a:lnTo>
                    <a:pt x="22098" y="30911"/>
                  </a:lnTo>
                  <a:lnTo>
                    <a:pt x="22098" y="30480"/>
                  </a:lnTo>
                  <a:lnTo>
                    <a:pt x="21742" y="30480"/>
                  </a:lnTo>
                  <a:lnTo>
                    <a:pt x="21590" y="30988"/>
                  </a:lnTo>
                  <a:lnTo>
                    <a:pt x="21132" y="30988"/>
                  </a:lnTo>
                  <a:lnTo>
                    <a:pt x="21691" y="30480"/>
                  </a:lnTo>
                  <a:lnTo>
                    <a:pt x="21551" y="30480"/>
                  </a:lnTo>
                  <a:lnTo>
                    <a:pt x="21120" y="30683"/>
                  </a:lnTo>
                  <a:lnTo>
                    <a:pt x="21120" y="33655"/>
                  </a:lnTo>
                  <a:lnTo>
                    <a:pt x="20205" y="34798"/>
                  </a:lnTo>
                  <a:lnTo>
                    <a:pt x="20053" y="34798"/>
                  </a:lnTo>
                  <a:lnTo>
                    <a:pt x="20053" y="36322"/>
                  </a:lnTo>
                  <a:lnTo>
                    <a:pt x="19570" y="36461"/>
                  </a:lnTo>
                  <a:lnTo>
                    <a:pt x="19608" y="36322"/>
                  </a:lnTo>
                  <a:lnTo>
                    <a:pt x="20053" y="36322"/>
                  </a:lnTo>
                  <a:lnTo>
                    <a:pt x="20053" y="34798"/>
                  </a:lnTo>
                  <a:lnTo>
                    <a:pt x="20231" y="34163"/>
                  </a:lnTo>
                  <a:lnTo>
                    <a:pt x="20447" y="34163"/>
                  </a:lnTo>
                  <a:lnTo>
                    <a:pt x="20434" y="33655"/>
                  </a:lnTo>
                  <a:lnTo>
                    <a:pt x="21120" y="33655"/>
                  </a:lnTo>
                  <a:lnTo>
                    <a:pt x="21120" y="30683"/>
                  </a:lnTo>
                  <a:lnTo>
                    <a:pt x="20980" y="30746"/>
                  </a:lnTo>
                  <a:lnTo>
                    <a:pt x="21285" y="29972"/>
                  </a:lnTo>
                  <a:lnTo>
                    <a:pt x="22669" y="29972"/>
                  </a:lnTo>
                  <a:lnTo>
                    <a:pt x="22466" y="30480"/>
                  </a:lnTo>
                  <a:lnTo>
                    <a:pt x="23075" y="30480"/>
                  </a:lnTo>
                  <a:lnTo>
                    <a:pt x="23329" y="30480"/>
                  </a:lnTo>
                  <a:lnTo>
                    <a:pt x="23329" y="24638"/>
                  </a:lnTo>
                  <a:lnTo>
                    <a:pt x="23202" y="24638"/>
                  </a:lnTo>
                  <a:lnTo>
                    <a:pt x="23202" y="28956"/>
                  </a:lnTo>
                  <a:lnTo>
                    <a:pt x="23177" y="29464"/>
                  </a:lnTo>
                  <a:lnTo>
                    <a:pt x="22758" y="28956"/>
                  </a:lnTo>
                  <a:lnTo>
                    <a:pt x="23202" y="28956"/>
                  </a:lnTo>
                  <a:lnTo>
                    <a:pt x="23202" y="24638"/>
                  </a:lnTo>
                  <a:lnTo>
                    <a:pt x="22974" y="24638"/>
                  </a:lnTo>
                  <a:lnTo>
                    <a:pt x="22974" y="25781"/>
                  </a:lnTo>
                  <a:lnTo>
                    <a:pt x="22529" y="25908"/>
                  </a:lnTo>
                  <a:lnTo>
                    <a:pt x="22669" y="25781"/>
                  </a:lnTo>
                  <a:lnTo>
                    <a:pt x="22974" y="25781"/>
                  </a:lnTo>
                  <a:lnTo>
                    <a:pt x="22974" y="24638"/>
                  </a:lnTo>
                  <a:lnTo>
                    <a:pt x="23444" y="24155"/>
                  </a:lnTo>
                  <a:lnTo>
                    <a:pt x="23456" y="24384"/>
                  </a:lnTo>
                  <a:lnTo>
                    <a:pt x="23596" y="24130"/>
                  </a:lnTo>
                  <a:lnTo>
                    <a:pt x="23469" y="24130"/>
                  </a:lnTo>
                  <a:lnTo>
                    <a:pt x="23164" y="23622"/>
                  </a:lnTo>
                  <a:lnTo>
                    <a:pt x="23406" y="23622"/>
                  </a:lnTo>
                  <a:lnTo>
                    <a:pt x="23634" y="23964"/>
                  </a:lnTo>
                  <a:lnTo>
                    <a:pt x="23723" y="23622"/>
                  </a:lnTo>
                  <a:lnTo>
                    <a:pt x="24257" y="23622"/>
                  </a:lnTo>
                  <a:lnTo>
                    <a:pt x="25323" y="23114"/>
                  </a:lnTo>
                  <a:lnTo>
                    <a:pt x="25514" y="23876"/>
                  </a:lnTo>
                  <a:lnTo>
                    <a:pt x="25514" y="20955"/>
                  </a:lnTo>
                  <a:lnTo>
                    <a:pt x="24765" y="20955"/>
                  </a:lnTo>
                  <a:lnTo>
                    <a:pt x="24765" y="23114"/>
                  </a:lnTo>
                  <a:lnTo>
                    <a:pt x="23964" y="22606"/>
                  </a:lnTo>
                  <a:lnTo>
                    <a:pt x="23939" y="23114"/>
                  </a:lnTo>
                  <a:lnTo>
                    <a:pt x="23698" y="23114"/>
                  </a:lnTo>
                  <a:lnTo>
                    <a:pt x="23393" y="23114"/>
                  </a:lnTo>
                  <a:lnTo>
                    <a:pt x="23495" y="22606"/>
                  </a:lnTo>
                  <a:lnTo>
                    <a:pt x="23698" y="23114"/>
                  </a:lnTo>
                  <a:lnTo>
                    <a:pt x="23710" y="22783"/>
                  </a:lnTo>
                  <a:lnTo>
                    <a:pt x="23876" y="23114"/>
                  </a:lnTo>
                  <a:lnTo>
                    <a:pt x="23812" y="22606"/>
                  </a:lnTo>
                  <a:lnTo>
                    <a:pt x="23964" y="22606"/>
                  </a:lnTo>
                  <a:lnTo>
                    <a:pt x="24333" y="22606"/>
                  </a:lnTo>
                  <a:lnTo>
                    <a:pt x="24765" y="23114"/>
                  </a:lnTo>
                  <a:lnTo>
                    <a:pt x="24765" y="20955"/>
                  </a:lnTo>
                  <a:lnTo>
                    <a:pt x="24104" y="20955"/>
                  </a:lnTo>
                  <a:lnTo>
                    <a:pt x="23190" y="20955"/>
                  </a:lnTo>
                  <a:lnTo>
                    <a:pt x="23190" y="22606"/>
                  </a:lnTo>
                  <a:lnTo>
                    <a:pt x="23050" y="22606"/>
                  </a:lnTo>
                  <a:lnTo>
                    <a:pt x="23050" y="24130"/>
                  </a:lnTo>
                  <a:lnTo>
                    <a:pt x="22834" y="24523"/>
                  </a:lnTo>
                  <a:lnTo>
                    <a:pt x="22694" y="24130"/>
                  </a:lnTo>
                  <a:lnTo>
                    <a:pt x="22098" y="24130"/>
                  </a:lnTo>
                  <a:lnTo>
                    <a:pt x="22098" y="28956"/>
                  </a:lnTo>
                  <a:lnTo>
                    <a:pt x="22098" y="29464"/>
                  </a:lnTo>
                  <a:lnTo>
                    <a:pt x="21590" y="29464"/>
                  </a:lnTo>
                  <a:lnTo>
                    <a:pt x="21577" y="28956"/>
                  </a:lnTo>
                  <a:lnTo>
                    <a:pt x="21564" y="28600"/>
                  </a:lnTo>
                  <a:lnTo>
                    <a:pt x="21742" y="28956"/>
                  </a:lnTo>
                  <a:lnTo>
                    <a:pt x="22098" y="28956"/>
                  </a:lnTo>
                  <a:lnTo>
                    <a:pt x="22098" y="24130"/>
                  </a:lnTo>
                  <a:lnTo>
                    <a:pt x="21983" y="26797"/>
                  </a:lnTo>
                  <a:lnTo>
                    <a:pt x="21729" y="26797"/>
                  </a:lnTo>
                  <a:lnTo>
                    <a:pt x="21729" y="26289"/>
                  </a:lnTo>
                  <a:lnTo>
                    <a:pt x="21920" y="26289"/>
                  </a:lnTo>
                  <a:lnTo>
                    <a:pt x="21983" y="26797"/>
                  </a:lnTo>
                  <a:lnTo>
                    <a:pt x="21983" y="24130"/>
                  </a:lnTo>
                  <a:lnTo>
                    <a:pt x="19634" y="24130"/>
                  </a:lnTo>
                  <a:lnTo>
                    <a:pt x="19634" y="34163"/>
                  </a:lnTo>
                  <a:lnTo>
                    <a:pt x="19113" y="34302"/>
                  </a:lnTo>
                  <a:lnTo>
                    <a:pt x="19113" y="37338"/>
                  </a:lnTo>
                  <a:lnTo>
                    <a:pt x="18770" y="37973"/>
                  </a:lnTo>
                  <a:lnTo>
                    <a:pt x="17945" y="37338"/>
                  </a:lnTo>
                  <a:lnTo>
                    <a:pt x="17970" y="37909"/>
                  </a:lnTo>
                  <a:lnTo>
                    <a:pt x="17221" y="37338"/>
                  </a:lnTo>
                  <a:lnTo>
                    <a:pt x="18034" y="36830"/>
                  </a:lnTo>
                  <a:lnTo>
                    <a:pt x="18173" y="36830"/>
                  </a:lnTo>
                  <a:lnTo>
                    <a:pt x="18948" y="36830"/>
                  </a:lnTo>
                  <a:lnTo>
                    <a:pt x="19113" y="37338"/>
                  </a:lnTo>
                  <a:lnTo>
                    <a:pt x="19113" y="34302"/>
                  </a:lnTo>
                  <a:lnTo>
                    <a:pt x="19088" y="34798"/>
                  </a:lnTo>
                  <a:lnTo>
                    <a:pt x="18935" y="35306"/>
                  </a:lnTo>
                  <a:lnTo>
                    <a:pt x="18846" y="35699"/>
                  </a:lnTo>
                  <a:lnTo>
                    <a:pt x="18567" y="35521"/>
                  </a:lnTo>
                  <a:lnTo>
                    <a:pt x="18567" y="35814"/>
                  </a:lnTo>
                  <a:lnTo>
                    <a:pt x="17995" y="35814"/>
                  </a:lnTo>
                  <a:lnTo>
                    <a:pt x="17868" y="35306"/>
                  </a:lnTo>
                  <a:lnTo>
                    <a:pt x="18542" y="35687"/>
                  </a:lnTo>
                  <a:lnTo>
                    <a:pt x="18567" y="35814"/>
                  </a:lnTo>
                  <a:lnTo>
                    <a:pt x="18567" y="35521"/>
                  </a:lnTo>
                  <a:lnTo>
                    <a:pt x="18262" y="35306"/>
                  </a:lnTo>
                  <a:lnTo>
                    <a:pt x="18516" y="35534"/>
                  </a:lnTo>
                  <a:lnTo>
                    <a:pt x="18224" y="35306"/>
                  </a:lnTo>
                  <a:lnTo>
                    <a:pt x="18478" y="35306"/>
                  </a:lnTo>
                  <a:lnTo>
                    <a:pt x="18656" y="35306"/>
                  </a:lnTo>
                  <a:lnTo>
                    <a:pt x="18503" y="34798"/>
                  </a:lnTo>
                  <a:lnTo>
                    <a:pt x="19088" y="34798"/>
                  </a:lnTo>
                  <a:lnTo>
                    <a:pt x="19088" y="34302"/>
                  </a:lnTo>
                  <a:lnTo>
                    <a:pt x="18618" y="34417"/>
                  </a:lnTo>
                  <a:lnTo>
                    <a:pt x="18821" y="34163"/>
                  </a:lnTo>
                  <a:lnTo>
                    <a:pt x="19634" y="34163"/>
                  </a:lnTo>
                  <a:lnTo>
                    <a:pt x="19634" y="24130"/>
                  </a:lnTo>
                  <a:lnTo>
                    <a:pt x="19570" y="30988"/>
                  </a:lnTo>
                  <a:lnTo>
                    <a:pt x="18973" y="31127"/>
                  </a:lnTo>
                  <a:lnTo>
                    <a:pt x="18986" y="30988"/>
                  </a:lnTo>
                  <a:lnTo>
                    <a:pt x="19570" y="30988"/>
                  </a:lnTo>
                  <a:lnTo>
                    <a:pt x="19570" y="24130"/>
                  </a:lnTo>
                  <a:lnTo>
                    <a:pt x="18770" y="24130"/>
                  </a:lnTo>
                  <a:lnTo>
                    <a:pt x="18770" y="31623"/>
                  </a:lnTo>
                  <a:lnTo>
                    <a:pt x="18465" y="32131"/>
                  </a:lnTo>
                  <a:lnTo>
                    <a:pt x="18186" y="32131"/>
                  </a:lnTo>
                  <a:lnTo>
                    <a:pt x="18415" y="31623"/>
                  </a:lnTo>
                  <a:lnTo>
                    <a:pt x="18770" y="31623"/>
                  </a:lnTo>
                  <a:lnTo>
                    <a:pt x="18770" y="24130"/>
                  </a:lnTo>
                  <a:lnTo>
                    <a:pt x="17335" y="24130"/>
                  </a:lnTo>
                  <a:lnTo>
                    <a:pt x="16700" y="23876"/>
                  </a:lnTo>
                  <a:lnTo>
                    <a:pt x="16510" y="23812"/>
                  </a:lnTo>
                  <a:lnTo>
                    <a:pt x="16827" y="24015"/>
                  </a:lnTo>
                  <a:lnTo>
                    <a:pt x="17068" y="24130"/>
                  </a:lnTo>
                  <a:lnTo>
                    <a:pt x="16370" y="24130"/>
                  </a:lnTo>
                  <a:lnTo>
                    <a:pt x="17513" y="24638"/>
                  </a:lnTo>
                  <a:lnTo>
                    <a:pt x="17513" y="25781"/>
                  </a:lnTo>
                  <a:lnTo>
                    <a:pt x="17018" y="26085"/>
                  </a:lnTo>
                  <a:lnTo>
                    <a:pt x="17018" y="30480"/>
                  </a:lnTo>
                  <a:lnTo>
                    <a:pt x="16395" y="30607"/>
                  </a:lnTo>
                  <a:lnTo>
                    <a:pt x="16268" y="30632"/>
                  </a:lnTo>
                  <a:lnTo>
                    <a:pt x="16256" y="30480"/>
                  </a:lnTo>
                  <a:lnTo>
                    <a:pt x="16471" y="30480"/>
                  </a:lnTo>
                  <a:lnTo>
                    <a:pt x="17018" y="30480"/>
                  </a:lnTo>
                  <a:lnTo>
                    <a:pt x="17018" y="26085"/>
                  </a:lnTo>
                  <a:lnTo>
                    <a:pt x="16992" y="28448"/>
                  </a:lnTo>
                  <a:lnTo>
                    <a:pt x="16827" y="28448"/>
                  </a:lnTo>
                  <a:lnTo>
                    <a:pt x="16827" y="29972"/>
                  </a:lnTo>
                  <a:lnTo>
                    <a:pt x="16205" y="30251"/>
                  </a:lnTo>
                  <a:lnTo>
                    <a:pt x="16167" y="29972"/>
                  </a:lnTo>
                  <a:lnTo>
                    <a:pt x="16078" y="29464"/>
                  </a:lnTo>
                  <a:lnTo>
                    <a:pt x="16573" y="29464"/>
                  </a:lnTo>
                  <a:lnTo>
                    <a:pt x="16827" y="29972"/>
                  </a:lnTo>
                  <a:lnTo>
                    <a:pt x="16827" y="28448"/>
                  </a:lnTo>
                  <a:lnTo>
                    <a:pt x="16154" y="28448"/>
                  </a:lnTo>
                  <a:lnTo>
                    <a:pt x="15836" y="27813"/>
                  </a:lnTo>
                  <a:lnTo>
                    <a:pt x="15544" y="28346"/>
                  </a:lnTo>
                  <a:lnTo>
                    <a:pt x="15544" y="34048"/>
                  </a:lnTo>
                  <a:lnTo>
                    <a:pt x="14947" y="33655"/>
                  </a:lnTo>
                  <a:lnTo>
                    <a:pt x="14782" y="34163"/>
                  </a:lnTo>
                  <a:lnTo>
                    <a:pt x="14770" y="34798"/>
                  </a:lnTo>
                  <a:lnTo>
                    <a:pt x="14770" y="35179"/>
                  </a:lnTo>
                  <a:lnTo>
                    <a:pt x="14224" y="34823"/>
                  </a:lnTo>
                  <a:lnTo>
                    <a:pt x="14224" y="37338"/>
                  </a:lnTo>
                  <a:lnTo>
                    <a:pt x="13601" y="36830"/>
                  </a:lnTo>
                  <a:lnTo>
                    <a:pt x="12661" y="36830"/>
                  </a:lnTo>
                  <a:lnTo>
                    <a:pt x="13779" y="36322"/>
                  </a:lnTo>
                  <a:lnTo>
                    <a:pt x="13677" y="36830"/>
                  </a:lnTo>
                  <a:lnTo>
                    <a:pt x="14020" y="36830"/>
                  </a:lnTo>
                  <a:lnTo>
                    <a:pt x="14224" y="37338"/>
                  </a:lnTo>
                  <a:lnTo>
                    <a:pt x="14224" y="34823"/>
                  </a:lnTo>
                  <a:lnTo>
                    <a:pt x="14566" y="34798"/>
                  </a:lnTo>
                  <a:lnTo>
                    <a:pt x="14770" y="34798"/>
                  </a:lnTo>
                  <a:lnTo>
                    <a:pt x="14770" y="34163"/>
                  </a:lnTo>
                  <a:lnTo>
                    <a:pt x="14757" y="34759"/>
                  </a:lnTo>
                  <a:lnTo>
                    <a:pt x="14605" y="34671"/>
                  </a:lnTo>
                  <a:lnTo>
                    <a:pt x="14757" y="34163"/>
                  </a:lnTo>
                  <a:lnTo>
                    <a:pt x="14135" y="34429"/>
                  </a:lnTo>
                  <a:lnTo>
                    <a:pt x="14046" y="34163"/>
                  </a:lnTo>
                  <a:lnTo>
                    <a:pt x="14744" y="34163"/>
                  </a:lnTo>
                  <a:lnTo>
                    <a:pt x="14744" y="33655"/>
                  </a:lnTo>
                  <a:lnTo>
                    <a:pt x="14947" y="33655"/>
                  </a:lnTo>
                  <a:lnTo>
                    <a:pt x="15532" y="33655"/>
                  </a:lnTo>
                  <a:lnTo>
                    <a:pt x="15544" y="34048"/>
                  </a:lnTo>
                  <a:lnTo>
                    <a:pt x="15544" y="28346"/>
                  </a:lnTo>
                  <a:lnTo>
                    <a:pt x="15036" y="28448"/>
                  </a:lnTo>
                  <a:lnTo>
                    <a:pt x="15227" y="27813"/>
                  </a:lnTo>
                  <a:lnTo>
                    <a:pt x="15836" y="27813"/>
                  </a:lnTo>
                  <a:lnTo>
                    <a:pt x="15963" y="27813"/>
                  </a:lnTo>
                  <a:lnTo>
                    <a:pt x="16522" y="27813"/>
                  </a:lnTo>
                  <a:lnTo>
                    <a:pt x="16992" y="28448"/>
                  </a:lnTo>
                  <a:lnTo>
                    <a:pt x="16992" y="26098"/>
                  </a:lnTo>
                  <a:lnTo>
                    <a:pt x="16814" y="26035"/>
                  </a:lnTo>
                  <a:lnTo>
                    <a:pt x="16891" y="25781"/>
                  </a:lnTo>
                  <a:lnTo>
                    <a:pt x="17513" y="25781"/>
                  </a:lnTo>
                  <a:lnTo>
                    <a:pt x="17513" y="24638"/>
                  </a:lnTo>
                  <a:lnTo>
                    <a:pt x="16967" y="24638"/>
                  </a:lnTo>
                  <a:lnTo>
                    <a:pt x="16675" y="24536"/>
                  </a:lnTo>
                  <a:lnTo>
                    <a:pt x="16675" y="26289"/>
                  </a:lnTo>
                  <a:lnTo>
                    <a:pt x="16598" y="26758"/>
                  </a:lnTo>
                  <a:lnTo>
                    <a:pt x="16268" y="26797"/>
                  </a:lnTo>
                  <a:lnTo>
                    <a:pt x="16090" y="27051"/>
                  </a:lnTo>
                  <a:lnTo>
                    <a:pt x="15963" y="26797"/>
                  </a:lnTo>
                  <a:lnTo>
                    <a:pt x="15646" y="26797"/>
                  </a:lnTo>
                  <a:lnTo>
                    <a:pt x="15913" y="27305"/>
                  </a:lnTo>
                  <a:lnTo>
                    <a:pt x="15697" y="27305"/>
                  </a:lnTo>
                  <a:lnTo>
                    <a:pt x="15417" y="27305"/>
                  </a:lnTo>
                  <a:lnTo>
                    <a:pt x="15646" y="26797"/>
                  </a:lnTo>
                  <a:lnTo>
                    <a:pt x="15913" y="26289"/>
                  </a:lnTo>
                  <a:lnTo>
                    <a:pt x="15735" y="25781"/>
                  </a:lnTo>
                  <a:lnTo>
                    <a:pt x="16065" y="25781"/>
                  </a:lnTo>
                  <a:lnTo>
                    <a:pt x="16268" y="25781"/>
                  </a:lnTo>
                  <a:lnTo>
                    <a:pt x="16065" y="25781"/>
                  </a:lnTo>
                  <a:lnTo>
                    <a:pt x="15913" y="26289"/>
                  </a:lnTo>
                  <a:lnTo>
                    <a:pt x="16268" y="26289"/>
                  </a:lnTo>
                  <a:lnTo>
                    <a:pt x="16408" y="26289"/>
                  </a:lnTo>
                  <a:lnTo>
                    <a:pt x="16675" y="26289"/>
                  </a:lnTo>
                  <a:lnTo>
                    <a:pt x="16675" y="24536"/>
                  </a:lnTo>
                  <a:lnTo>
                    <a:pt x="16243" y="24384"/>
                  </a:lnTo>
                  <a:lnTo>
                    <a:pt x="16357" y="24130"/>
                  </a:lnTo>
                  <a:lnTo>
                    <a:pt x="16116" y="24130"/>
                  </a:lnTo>
                  <a:lnTo>
                    <a:pt x="15951" y="23622"/>
                  </a:lnTo>
                  <a:lnTo>
                    <a:pt x="16446" y="23622"/>
                  </a:lnTo>
                  <a:lnTo>
                    <a:pt x="16573" y="23634"/>
                  </a:lnTo>
                  <a:lnTo>
                    <a:pt x="22059" y="24130"/>
                  </a:lnTo>
                  <a:lnTo>
                    <a:pt x="22098" y="23622"/>
                  </a:lnTo>
                  <a:lnTo>
                    <a:pt x="22694" y="23622"/>
                  </a:lnTo>
                  <a:lnTo>
                    <a:pt x="22809" y="24130"/>
                  </a:lnTo>
                  <a:lnTo>
                    <a:pt x="23050" y="24130"/>
                  </a:lnTo>
                  <a:lnTo>
                    <a:pt x="23050" y="22606"/>
                  </a:lnTo>
                  <a:lnTo>
                    <a:pt x="22593" y="22606"/>
                  </a:lnTo>
                  <a:lnTo>
                    <a:pt x="23114" y="22161"/>
                  </a:lnTo>
                  <a:lnTo>
                    <a:pt x="23190" y="22606"/>
                  </a:lnTo>
                  <a:lnTo>
                    <a:pt x="23190" y="20955"/>
                  </a:lnTo>
                  <a:lnTo>
                    <a:pt x="23037" y="20955"/>
                  </a:lnTo>
                  <a:lnTo>
                    <a:pt x="23037" y="22098"/>
                  </a:lnTo>
                  <a:lnTo>
                    <a:pt x="22415" y="22352"/>
                  </a:lnTo>
                  <a:lnTo>
                    <a:pt x="22390" y="22098"/>
                  </a:lnTo>
                  <a:lnTo>
                    <a:pt x="22948" y="22098"/>
                  </a:lnTo>
                  <a:lnTo>
                    <a:pt x="22796" y="21717"/>
                  </a:lnTo>
                  <a:lnTo>
                    <a:pt x="22694" y="21463"/>
                  </a:lnTo>
                  <a:lnTo>
                    <a:pt x="22821" y="21717"/>
                  </a:lnTo>
                  <a:lnTo>
                    <a:pt x="23037" y="22098"/>
                  </a:lnTo>
                  <a:lnTo>
                    <a:pt x="23037" y="20955"/>
                  </a:lnTo>
                  <a:lnTo>
                    <a:pt x="22707" y="20955"/>
                  </a:lnTo>
                  <a:lnTo>
                    <a:pt x="22682" y="20815"/>
                  </a:lnTo>
                  <a:lnTo>
                    <a:pt x="22085" y="20624"/>
                  </a:lnTo>
                  <a:lnTo>
                    <a:pt x="21831" y="20955"/>
                  </a:lnTo>
                  <a:lnTo>
                    <a:pt x="21958" y="20955"/>
                  </a:lnTo>
                  <a:lnTo>
                    <a:pt x="21869" y="21145"/>
                  </a:lnTo>
                  <a:lnTo>
                    <a:pt x="21805" y="20955"/>
                  </a:lnTo>
                  <a:lnTo>
                    <a:pt x="21361" y="20955"/>
                  </a:lnTo>
                  <a:lnTo>
                    <a:pt x="21348" y="21463"/>
                  </a:lnTo>
                  <a:lnTo>
                    <a:pt x="20993" y="21463"/>
                  </a:lnTo>
                  <a:lnTo>
                    <a:pt x="20993" y="20447"/>
                  </a:lnTo>
                  <a:lnTo>
                    <a:pt x="21259" y="20447"/>
                  </a:lnTo>
                  <a:lnTo>
                    <a:pt x="21971" y="20574"/>
                  </a:lnTo>
                  <a:lnTo>
                    <a:pt x="21577" y="20447"/>
                  </a:lnTo>
                  <a:lnTo>
                    <a:pt x="21196" y="20066"/>
                  </a:lnTo>
                  <a:lnTo>
                    <a:pt x="21259" y="19939"/>
                  </a:lnTo>
                  <a:lnTo>
                    <a:pt x="21082" y="19939"/>
                  </a:lnTo>
                  <a:lnTo>
                    <a:pt x="21259" y="19939"/>
                  </a:lnTo>
                  <a:lnTo>
                    <a:pt x="21488" y="19939"/>
                  </a:lnTo>
                  <a:lnTo>
                    <a:pt x="21996" y="20294"/>
                  </a:lnTo>
                  <a:lnTo>
                    <a:pt x="22047" y="20447"/>
                  </a:lnTo>
                  <a:lnTo>
                    <a:pt x="22225" y="20447"/>
                  </a:lnTo>
                  <a:lnTo>
                    <a:pt x="22098" y="20599"/>
                  </a:lnTo>
                  <a:lnTo>
                    <a:pt x="22682" y="20701"/>
                  </a:lnTo>
                  <a:lnTo>
                    <a:pt x="22656" y="20447"/>
                  </a:lnTo>
                  <a:lnTo>
                    <a:pt x="26644" y="20447"/>
                  </a:lnTo>
                  <a:lnTo>
                    <a:pt x="26822" y="20447"/>
                  </a:lnTo>
                  <a:lnTo>
                    <a:pt x="33566" y="20447"/>
                  </a:lnTo>
                  <a:lnTo>
                    <a:pt x="33591" y="20726"/>
                  </a:lnTo>
                  <a:lnTo>
                    <a:pt x="33591" y="15354"/>
                  </a:lnTo>
                  <a:lnTo>
                    <a:pt x="32918" y="15760"/>
                  </a:lnTo>
                  <a:lnTo>
                    <a:pt x="32334" y="15481"/>
                  </a:lnTo>
                  <a:lnTo>
                    <a:pt x="32334" y="17272"/>
                  </a:lnTo>
                  <a:lnTo>
                    <a:pt x="31965" y="17272"/>
                  </a:lnTo>
                  <a:lnTo>
                    <a:pt x="31089" y="16522"/>
                  </a:lnTo>
                  <a:lnTo>
                    <a:pt x="32334" y="17272"/>
                  </a:lnTo>
                  <a:lnTo>
                    <a:pt x="32334" y="15481"/>
                  </a:lnTo>
                  <a:lnTo>
                    <a:pt x="31610" y="15113"/>
                  </a:lnTo>
                  <a:lnTo>
                    <a:pt x="32067" y="15113"/>
                  </a:lnTo>
                  <a:lnTo>
                    <a:pt x="32334" y="15455"/>
                  </a:lnTo>
                  <a:lnTo>
                    <a:pt x="32753" y="15405"/>
                  </a:lnTo>
                  <a:lnTo>
                    <a:pt x="32499" y="15303"/>
                  </a:lnTo>
                  <a:lnTo>
                    <a:pt x="32435" y="15113"/>
                  </a:lnTo>
                  <a:lnTo>
                    <a:pt x="35890" y="15113"/>
                  </a:lnTo>
                  <a:lnTo>
                    <a:pt x="35991" y="15900"/>
                  </a:lnTo>
                  <a:lnTo>
                    <a:pt x="36029" y="16205"/>
                  </a:lnTo>
                  <a:lnTo>
                    <a:pt x="36029" y="14262"/>
                  </a:lnTo>
                  <a:lnTo>
                    <a:pt x="35953" y="14427"/>
                  </a:lnTo>
                  <a:lnTo>
                    <a:pt x="35928" y="14262"/>
                  </a:lnTo>
                  <a:lnTo>
                    <a:pt x="35737" y="14846"/>
                  </a:lnTo>
                  <a:lnTo>
                    <a:pt x="35572" y="14770"/>
                  </a:lnTo>
                  <a:lnTo>
                    <a:pt x="35267" y="14249"/>
                  </a:lnTo>
                  <a:lnTo>
                    <a:pt x="35267" y="14833"/>
                  </a:lnTo>
                  <a:lnTo>
                    <a:pt x="35102" y="14795"/>
                  </a:lnTo>
                  <a:lnTo>
                    <a:pt x="35153" y="14566"/>
                  </a:lnTo>
                  <a:lnTo>
                    <a:pt x="35179" y="14439"/>
                  </a:lnTo>
                  <a:lnTo>
                    <a:pt x="35217" y="14262"/>
                  </a:lnTo>
                  <a:lnTo>
                    <a:pt x="35242" y="14503"/>
                  </a:lnTo>
                  <a:lnTo>
                    <a:pt x="35267" y="14833"/>
                  </a:lnTo>
                  <a:lnTo>
                    <a:pt x="35267" y="14249"/>
                  </a:lnTo>
                  <a:lnTo>
                    <a:pt x="35255" y="14097"/>
                  </a:lnTo>
                  <a:lnTo>
                    <a:pt x="35623" y="14097"/>
                  </a:lnTo>
                  <a:lnTo>
                    <a:pt x="35902" y="14097"/>
                  </a:lnTo>
                  <a:lnTo>
                    <a:pt x="36106" y="14097"/>
                  </a:lnTo>
                  <a:lnTo>
                    <a:pt x="36106" y="13373"/>
                  </a:lnTo>
                  <a:lnTo>
                    <a:pt x="35712" y="13462"/>
                  </a:lnTo>
                  <a:lnTo>
                    <a:pt x="35775" y="13081"/>
                  </a:lnTo>
                  <a:lnTo>
                    <a:pt x="36410" y="13081"/>
                  </a:lnTo>
                  <a:lnTo>
                    <a:pt x="36499" y="13271"/>
                  </a:lnTo>
                  <a:lnTo>
                    <a:pt x="36499" y="12128"/>
                  </a:lnTo>
                  <a:lnTo>
                    <a:pt x="35763" y="11938"/>
                  </a:lnTo>
                  <a:lnTo>
                    <a:pt x="36855" y="11938"/>
                  </a:lnTo>
                  <a:lnTo>
                    <a:pt x="37693" y="11938"/>
                  </a:lnTo>
                  <a:lnTo>
                    <a:pt x="37846" y="12446"/>
                  </a:lnTo>
                  <a:lnTo>
                    <a:pt x="37846" y="7950"/>
                  </a:lnTo>
                  <a:lnTo>
                    <a:pt x="37680" y="8204"/>
                  </a:lnTo>
                  <a:lnTo>
                    <a:pt x="37553" y="8394"/>
                  </a:lnTo>
                  <a:lnTo>
                    <a:pt x="37325" y="8153"/>
                  </a:lnTo>
                  <a:lnTo>
                    <a:pt x="37490" y="8509"/>
                  </a:lnTo>
                  <a:lnTo>
                    <a:pt x="37325" y="8763"/>
                  </a:lnTo>
                  <a:lnTo>
                    <a:pt x="37096" y="8699"/>
                  </a:lnTo>
                  <a:lnTo>
                    <a:pt x="36842" y="7747"/>
                  </a:lnTo>
                  <a:lnTo>
                    <a:pt x="36995" y="7747"/>
                  </a:lnTo>
                  <a:lnTo>
                    <a:pt x="37160" y="7747"/>
                  </a:lnTo>
                  <a:lnTo>
                    <a:pt x="37503" y="7747"/>
                  </a:lnTo>
                  <a:lnTo>
                    <a:pt x="37719" y="7747"/>
                  </a:lnTo>
                  <a:lnTo>
                    <a:pt x="37973" y="7747"/>
                  </a:lnTo>
                  <a:lnTo>
                    <a:pt x="36728" y="6985"/>
                  </a:lnTo>
                  <a:lnTo>
                    <a:pt x="36652" y="6731"/>
                  </a:lnTo>
                  <a:lnTo>
                    <a:pt x="36487" y="6858"/>
                  </a:lnTo>
                  <a:lnTo>
                    <a:pt x="36461" y="8483"/>
                  </a:lnTo>
                  <a:lnTo>
                    <a:pt x="36423" y="8089"/>
                  </a:lnTo>
                  <a:lnTo>
                    <a:pt x="36461" y="8483"/>
                  </a:lnTo>
                  <a:lnTo>
                    <a:pt x="36461" y="6845"/>
                  </a:lnTo>
                  <a:lnTo>
                    <a:pt x="35953" y="7239"/>
                  </a:lnTo>
                  <a:lnTo>
                    <a:pt x="35521" y="6997"/>
                  </a:lnTo>
                  <a:lnTo>
                    <a:pt x="35458" y="7620"/>
                  </a:lnTo>
                  <a:lnTo>
                    <a:pt x="35306" y="7747"/>
                  </a:lnTo>
                  <a:lnTo>
                    <a:pt x="35458" y="7747"/>
                  </a:lnTo>
                  <a:lnTo>
                    <a:pt x="35623" y="7747"/>
                  </a:lnTo>
                  <a:lnTo>
                    <a:pt x="35979" y="7747"/>
                  </a:lnTo>
                  <a:lnTo>
                    <a:pt x="35737" y="8102"/>
                  </a:lnTo>
                  <a:lnTo>
                    <a:pt x="35801" y="8255"/>
                  </a:lnTo>
                  <a:lnTo>
                    <a:pt x="35674" y="8216"/>
                  </a:lnTo>
                  <a:lnTo>
                    <a:pt x="35318" y="8763"/>
                  </a:lnTo>
                  <a:lnTo>
                    <a:pt x="36664" y="8763"/>
                  </a:lnTo>
                  <a:lnTo>
                    <a:pt x="36893" y="9906"/>
                  </a:lnTo>
                  <a:lnTo>
                    <a:pt x="36512" y="9906"/>
                  </a:lnTo>
                  <a:lnTo>
                    <a:pt x="36233" y="10477"/>
                  </a:lnTo>
                  <a:lnTo>
                    <a:pt x="35712" y="10248"/>
                  </a:lnTo>
                  <a:lnTo>
                    <a:pt x="35788" y="10922"/>
                  </a:lnTo>
                  <a:lnTo>
                    <a:pt x="35509" y="10922"/>
                  </a:lnTo>
                  <a:lnTo>
                    <a:pt x="34950" y="10922"/>
                  </a:lnTo>
                  <a:lnTo>
                    <a:pt x="34912" y="11087"/>
                  </a:lnTo>
                  <a:lnTo>
                    <a:pt x="34886" y="13665"/>
                  </a:lnTo>
                  <a:lnTo>
                    <a:pt x="34378" y="13792"/>
                  </a:lnTo>
                  <a:lnTo>
                    <a:pt x="33629" y="13982"/>
                  </a:lnTo>
                  <a:lnTo>
                    <a:pt x="33604" y="14478"/>
                  </a:lnTo>
                  <a:lnTo>
                    <a:pt x="31826" y="14097"/>
                  </a:lnTo>
                  <a:lnTo>
                    <a:pt x="31775" y="14312"/>
                  </a:lnTo>
                  <a:lnTo>
                    <a:pt x="31584" y="15100"/>
                  </a:lnTo>
                  <a:lnTo>
                    <a:pt x="30518" y="14363"/>
                  </a:lnTo>
                  <a:lnTo>
                    <a:pt x="31534" y="15113"/>
                  </a:lnTo>
                  <a:lnTo>
                    <a:pt x="30518" y="15113"/>
                  </a:lnTo>
                  <a:lnTo>
                    <a:pt x="30518" y="14363"/>
                  </a:lnTo>
                  <a:lnTo>
                    <a:pt x="30518" y="14097"/>
                  </a:lnTo>
                  <a:lnTo>
                    <a:pt x="30492" y="14338"/>
                  </a:lnTo>
                  <a:lnTo>
                    <a:pt x="30441" y="15113"/>
                  </a:lnTo>
                  <a:lnTo>
                    <a:pt x="30353" y="16256"/>
                  </a:lnTo>
                  <a:lnTo>
                    <a:pt x="30048" y="16256"/>
                  </a:lnTo>
                  <a:lnTo>
                    <a:pt x="30251" y="15113"/>
                  </a:lnTo>
                  <a:lnTo>
                    <a:pt x="29946" y="15113"/>
                  </a:lnTo>
                  <a:lnTo>
                    <a:pt x="29946" y="14097"/>
                  </a:lnTo>
                  <a:lnTo>
                    <a:pt x="30175" y="14097"/>
                  </a:lnTo>
                  <a:lnTo>
                    <a:pt x="30518" y="14097"/>
                  </a:lnTo>
                  <a:lnTo>
                    <a:pt x="33629" y="14097"/>
                  </a:lnTo>
                  <a:lnTo>
                    <a:pt x="33502" y="14008"/>
                  </a:lnTo>
                  <a:lnTo>
                    <a:pt x="33108" y="14058"/>
                  </a:lnTo>
                  <a:lnTo>
                    <a:pt x="33185" y="13462"/>
                  </a:lnTo>
                  <a:lnTo>
                    <a:pt x="33223" y="13182"/>
                  </a:lnTo>
                  <a:lnTo>
                    <a:pt x="33439" y="13157"/>
                  </a:lnTo>
                  <a:lnTo>
                    <a:pt x="34036" y="13373"/>
                  </a:lnTo>
                  <a:lnTo>
                    <a:pt x="34886" y="13665"/>
                  </a:lnTo>
                  <a:lnTo>
                    <a:pt x="34886" y="11188"/>
                  </a:lnTo>
                  <a:lnTo>
                    <a:pt x="34848" y="11379"/>
                  </a:lnTo>
                  <a:lnTo>
                    <a:pt x="34747" y="11938"/>
                  </a:lnTo>
                  <a:lnTo>
                    <a:pt x="34315" y="11938"/>
                  </a:lnTo>
                  <a:lnTo>
                    <a:pt x="34086" y="11938"/>
                  </a:lnTo>
                  <a:lnTo>
                    <a:pt x="34086" y="11531"/>
                  </a:lnTo>
                  <a:lnTo>
                    <a:pt x="34099" y="11315"/>
                  </a:lnTo>
                  <a:lnTo>
                    <a:pt x="34340" y="11239"/>
                  </a:lnTo>
                  <a:lnTo>
                    <a:pt x="34099" y="11303"/>
                  </a:lnTo>
                  <a:lnTo>
                    <a:pt x="34099" y="11163"/>
                  </a:lnTo>
                  <a:lnTo>
                    <a:pt x="34112" y="10922"/>
                  </a:lnTo>
                  <a:lnTo>
                    <a:pt x="33807" y="10922"/>
                  </a:lnTo>
                  <a:lnTo>
                    <a:pt x="33642" y="11163"/>
                  </a:lnTo>
                  <a:lnTo>
                    <a:pt x="33642" y="11938"/>
                  </a:lnTo>
                  <a:lnTo>
                    <a:pt x="33388" y="12661"/>
                  </a:lnTo>
                  <a:lnTo>
                    <a:pt x="33235" y="12522"/>
                  </a:lnTo>
                  <a:lnTo>
                    <a:pt x="33235" y="11938"/>
                  </a:lnTo>
                  <a:lnTo>
                    <a:pt x="32727" y="12090"/>
                  </a:lnTo>
                  <a:lnTo>
                    <a:pt x="32537" y="12141"/>
                  </a:lnTo>
                  <a:lnTo>
                    <a:pt x="32385" y="12179"/>
                  </a:lnTo>
                  <a:lnTo>
                    <a:pt x="32258" y="12319"/>
                  </a:lnTo>
                  <a:lnTo>
                    <a:pt x="32346" y="12192"/>
                  </a:lnTo>
                  <a:lnTo>
                    <a:pt x="32219" y="12230"/>
                  </a:lnTo>
                  <a:lnTo>
                    <a:pt x="32092" y="11938"/>
                  </a:lnTo>
                  <a:lnTo>
                    <a:pt x="32054" y="13335"/>
                  </a:lnTo>
                  <a:lnTo>
                    <a:pt x="31877" y="13081"/>
                  </a:lnTo>
                  <a:lnTo>
                    <a:pt x="32029" y="13081"/>
                  </a:lnTo>
                  <a:lnTo>
                    <a:pt x="32054" y="13335"/>
                  </a:lnTo>
                  <a:lnTo>
                    <a:pt x="32054" y="11938"/>
                  </a:lnTo>
                  <a:lnTo>
                    <a:pt x="31800" y="11938"/>
                  </a:lnTo>
                  <a:lnTo>
                    <a:pt x="32181" y="11836"/>
                  </a:lnTo>
                  <a:lnTo>
                    <a:pt x="32245" y="11938"/>
                  </a:lnTo>
                  <a:lnTo>
                    <a:pt x="33642" y="11938"/>
                  </a:lnTo>
                  <a:lnTo>
                    <a:pt x="33642" y="11163"/>
                  </a:lnTo>
                  <a:lnTo>
                    <a:pt x="33388" y="11506"/>
                  </a:lnTo>
                  <a:lnTo>
                    <a:pt x="33274" y="11658"/>
                  </a:lnTo>
                  <a:lnTo>
                    <a:pt x="32931" y="11772"/>
                  </a:lnTo>
                  <a:lnTo>
                    <a:pt x="33197" y="11620"/>
                  </a:lnTo>
                  <a:lnTo>
                    <a:pt x="31737" y="11023"/>
                  </a:lnTo>
                  <a:lnTo>
                    <a:pt x="32169" y="11823"/>
                  </a:lnTo>
                  <a:lnTo>
                    <a:pt x="31750" y="11938"/>
                  </a:lnTo>
                  <a:lnTo>
                    <a:pt x="31572" y="11938"/>
                  </a:lnTo>
                  <a:lnTo>
                    <a:pt x="31470" y="10922"/>
                  </a:lnTo>
                  <a:lnTo>
                    <a:pt x="31229" y="10922"/>
                  </a:lnTo>
                  <a:lnTo>
                    <a:pt x="30949" y="11938"/>
                  </a:lnTo>
                  <a:lnTo>
                    <a:pt x="30810" y="11938"/>
                  </a:lnTo>
                  <a:lnTo>
                    <a:pt x="30937" y="12077"/>
                  </a:lnTo>
                  <a:lnTo>
                    <a:pt x="31356" y="12471"/>
                  </a:lnTo>
                  <a:lnTo>
                    <a:pt x="30543" y="12712"/>
                  </a:lnTo>
                  <a:lnTo>
                    <a:pt x="30530" y="12458"/>
                  </a:lnTo>
                  <a:lnTo>
                    <a:pt x="30467" y="12585"/>
                  </a:lnTo>
                  <a:lnTo>
                    <a:pt x="30467" y="12293"/>
                  </a:lnTo>
                  <a:lnTo>
                    <a:pt x="30213" y="12636"/>
                  </a:lnTo>
                  <a:lnTo>
                    <a:pt x="30213" y="13081"/>
                  </a:lnTo>
                  <a:lnTo>
                    <a:pt x="30187" y="13716"/>
                  </a:lnTo>
                  <a:lnTo>
                    <a:pt x="29806" y="13487"/>
                  </a:lnTo>
                  <a:lnTo>
                    <a:pt x="29806" y="15113"/>
                  </a:lnTo>
                  <a:lnTo>
                    <a:pt x="29375" y="15405"/>
                  </a:lnTo>
                  <a:lnTo>
                    <a:pt x="29514" y="15113"/>
                  </a:lnTo>
                  <a:lnTo>
                    <a:pt x="29806" y="15113"/>
                  </a:lnTo>
                  <a:lnTo>
                    <a:pt x="29806" y="13487"/>
                  </a:lnTo>
                  <a:lnTo>
                    <a:pt x="29235" y="13131"/>
                  </a:lnTo>
                  <a:lnTo>
                    <a:pt x="29235" y="18288"/>
                  </a:lnTo>
                  <a:lnTo>
                    <a:pt x="28625" y="18516"/>
                  </a:lnTo>
                  <a:lnTo>
                    <a:pt x="28625" y="19939"/>
                  </a:lnTo>
                  <a:lnTo>
                    <a:pt x="28435" y="19989"/>
                  </a:lnTo>
                  <a:lnTo>
                    <a:pt x="28409" y="20116"/>
                  </a:lnTo>
                  <a:lnTo>
                    <a:pt x="28194" y="20053"/>
                  </a:lnTo>
                  <a:lnTo>
                    <a:pt x="27635" y="20193"/>
                  </a:lnTo>
                  <a:lnTo>
                    <a:pt x="27571" y="19494"/>
                  </a:lnTo>
                  <a:lnTo>
                    <a:pt x="28206" y="19431"/>
                  </a:lnTo>
                  <a:lnTo>
                    <a:pt x="28079" y="18923"/>
                  </a:lnTo>
                  <a:lnTo>
                    <a:pt x="28232" y="18923"/>
                  </a:lnTo>
                  <a:lnTo>
                    <a:pt x="28473" y="18923"/>
                  </a:lnTo>
                  <a:lnTo>
                    <a:pt x="28371" y="19431"/>
                  </a:lnTo>
                  <a:lnTo>
                    <a:pt x="28282" y="19939"/>
                  </a:lnTo>
                  <a:lnTo>
                    <a:pt x="28448" y="19939"/>
                  </a:lnTo>
                  <a:lnTo>
                    <a:pt x="28625" y="19939"/>
                  </a:lnTo>
                  <a:lnTo>
                    <a:pt x="28625" y="18516"/>
                  </a:lnTo>
                  <a:lnTo>
                    <a:pt x="28422" y="18580"/>
                  </a:lnTo>
                  <a:lnTo>
                    <a:pt x="28714" y="18288"/>
                  </a:lnTo>
                  <a:lnTo>
                    <a:pt x="29235" y="18288"/>
                  </a:lnTo>
                  <a:lnTo>
                    <a:pt x="29235" y="13131"/>
                  </a:lnTo>
                  <a:lnTo>
                    <a:pt x="29464" y="13081"/>
                  </a:lnTo>
                  <a:lnTo>
                    <a:pt x="29959" y="13081"/>
                  </a:lnTo>
                  <a:lnTo>
                    <a:pt x="30200" y="13081"/>
                  </a:lnTo>
                  <a:lnTo>
                    <a:pt x="30213" y="12636"/>
                  </a:lnTo>
                  <a:lnTo>
                    <a:pt x="30099" y="12839"/>
                  </a:lnTo>
                  <a:lnTo>
                    <a:pt x="29476" y="13004"/>
                  </a:lnTo>
                  <a:lnTo>
                    <a:pt x="29565" y="12712"/>
                  </a:lnTo>
                  <a:lnTo>
                    <a:pt x="29692" y="12242"/>
                  </a:lnTo>
                  <a:lnTo>
                    <a:pt x="28841" y="12700"/>
                  </a:lnTo>
                  <a:lnTo>
                    <a:pt x="28816" y="12268"/>
                  </a:lnTo>
                  <a:lnTo>
                    <a:pt x="28359" y="12509"/>
                  </a:lnTo>
                  <a:lnTo>
                    <a:pt x="28359" y="14097"/>
                  </a:lnTo>
                  <a:lnTo>
                    <a:pt x="28067" y="14706"/>
                  </a:lnTo>
                  <a:lnTo>
                    <a:pt x="28067" y="18288"/>
                  </a:lnTo>
                  <a:lnTo>
                    <a:pt x="27952" y="18415"/>
                  </a:lnTo>
                  <a:lnTo>
                    <a:pt x="27901" y="18288"/>
                  </a:lnTo>
                  <a:lnTo>
                    <a:pt x="28067" y="18288"/>
                  </a:lnTo>
                  <a:lnTo>
                    <a:pt x="28067" y="14706"/>
                  </a:lnTo>
                  <a:lnTo>
                    <a:pt x="27724" y="14351"/>
                  </a:lnTo>
                  <a:lnTo>
                    <a:pt x="27546" y="14452"/>
                  </a:lnTo>
                  <a:lnTo>
                    <a:pt x="27546" y="18923"/>
                  </a:lnTo>
                  <a:lnTo>
                    <a:pt x="27520" y="19532"/>
                  </a:lnTo>
                  <a:lnTo>
                    <a:pt x="27139" y="20320"/>
                  </a:lnTo>
                  <a:lnTo>
                    <a:pt x="27139" y="19939"/>
                  </a:lnTo>
                  <a:lnTo>
                    <a:pt x="26974" y="19939"/>
                  </a:lnTo>
                  <a:lnTo>
                    <a:pt x="27520" y="19532"/>
                  </a:lnTo>
                  <a:lnTo>
                    <a:pt x="27520" y="18948"/>
                  </a:lnTo>
                  <a:lnTo>
                    <a:pt x="27279" y="19177"/>
                  </a:lnTo>
                  <a:lnTo>
                    <a:pt x="27051" y="19431"/>
                  </a:lnTo>
                  <a:lnTo>
                    <a:pt x="26568" y="19431"/>
                  </a:lnTo>
                  <a:lnTo>
                    <a:pt x="26289" y="19685"/>
                  </a:lnTo>
                  <a:lnTo>
                    <a:pt x="25933" y="19431"/>
                  </a:lnTo>
                  <a:lnTo>
                    <a:pt x="25781" y="19431"/>
                  </a:lnTo>
                  <a:lnTo>
                    <a:pt x="25692" y="18923"/>
                  </a:lnTo>
                  <a:lnTo>
                    <a:pt x="25920" y="19380"/>
                  </a:lnTo>
                  <a:lnTo>
                    <a:pt x="26492" y="19177"/>
                  </a:lnTo>
                  <a:lnTo>
                    <a:pt x="26670" y="18923"/>
                  </a:lnTo>
                  <a:lnTo>
                    <a:pt x="27114" y="18923"/>
                  </a:lnTo>
                  <a:lnTo>
                    <a:pt x="27546" y="18923"/>
                  </a:lnTo>
                  <a:lnTo>
                    <a:pt x="27546" y="14452"/>
                  </a:lnTo>
                  <a:lnTo>
                    <a:pt x="26835" y="14846"/>
                  </a:lnTo>
                  <a:lnTo>
                    <a:pt x="27139" y="14097"/>
                  </a:lnTo>
                  <a:lnTo>
                    <a:pt x="27495" y="14097"/>
                  </a:lnTo>
                  <a:lnTo>
                    <a:pt x="28181" y="14097"/>
                  </a:lnTo>
                  <a:lnTo>
                    <a:pt x="28359" y="14097"/>
                  </a:lnTo>
                  <a:lnTo>
                    <a:pt x="28359" y="12509"/>
                  </a:lnTo>
                  <a:lnTo>
                    <a:pt x="27724" y="12827"/>
                  </a:lnTo>
                  <a:lnTo>
                    <a:pt x="27749" y="11938"/>
                  </a:lnTo>
                  <a:lnTo>
                    <a:pt x="27012" y="11938"/>
                  </a:lnTo>
                  <a:lnTo>
                    <a:pt x="26911" y="12115"/>
                  </a:lnTo>
                  <a:lnTo>
                    <a:pt x="26860" y="11938"/>
                  </a:lnTo>
                  <a:lnTo>
                    <a:pt x="26593" y="11938"/>
                  </a:lnTo>
                  <a:lnTo>
                    <a:pt x="26530" y="12103"/>
                  </a:lnTo>
                  <a:lnTo>
                    <a:pt x="26390" y="11938"/>
                  </a:lnTo>
                  <a:lnTo>
                    <a:pt x="26466" y="12255"/>
                  </a:lnTo>
                  <a:lnTo>
                    <a:pt x="26174" y="13081"/>
                  </a:lnTo>
                  <a:lnTo>
                    <a:pt x="26390" y="13081"/>
                  </a:lnTo>
                  <a:lnTo>
                    <a:pt x="26708" y="13081"/>
                  </a:lnTo>
                  <a:lnTo>
                    <a:pt x="24879" y="14097"/>
                  </a:lnTo>
                  <a:lnTo>
                    <a:pt x="26301" y="14097"/>
                  </a:lnTo>
                  <a:lnTo>
                    <a:pt x="26543" y="15011"/>
                  </a:lnTo>
                  <a:lnTo>
                    <a:pt x="26352" y="15113"/>
                  </a:lnTo>
                  <a:lnTo>
                    <a:pt x="26581" y="15113"/>
                  </a:lnTo>
                  <a:lnTo>
                    <a:pt x="26733" y="15113"/>
                  </a:lnTo>
                  <a:lnTo>
                    <a:pt x="27127" y="15113"/>
                  </a:lnTo>
                  <a:lnTo>
                    <a:pt x="27076" y="15265"/>
                  </a:lnTo>
                  <a:lnTo>
                    <a:pt x="27076" y="18872"/>
                  </a:lnTo>
                  <a:lnTo>
                    <a:pt x="26504" y="18732"/>
                  </a:lnTo>
                  <a:lnTo>
                    <a:pt x="26162" y="18288"/>
                  </a:lnTo>
                  <a:lnTo>
                    <a:pt x="26771" y="18288"/>
                  </a:lnTo>
                  <a:lnTo>
                    <a:pt x="27076" y="18872"/>
                  </a:lnTo>
                  <a:lnTo>
                    <a:pt x="27076" y="15265"/>
                  </a:lnTo>
                  <a:lnTo>
                    <a:pt x="26873" y="15875"/>
                  </a:lnTo>
                  <a:lnTo>
                    <a:pt x="25806" y="15113"/>
                  </a:lnTo>
                  <a:lnTo>
                    <a:pt x="25654" y="15113"/>
                  </a:lnTo>
                  <a:lnTo>
                    <a:pt x="25501" y="15621"/>
                  </a:lnTo>
                  <a:lnTo>
                    <a:pt x="25400" y="15113"/>
                  </a:lnTo>
                  <a:lnTo>
                    <a:pt x="24434" y="15113"/>
                  </a:lnTo>
                  <a:lnTo>
                    <a:pt x="24460" y="15290"/>
                  </a:lnTo>
                  <a:lnTo>
                    <a:pt x="24523" y="15684"/>
                  </a:lnTo>
                  <a:lnTo>
                    <a:pt x="24612" y="16256"/>
                  </a:lnTo>
                  <a:lnTo>
                    <a:pt x="24904" y="16256"/>
                  </a:lnTo>
                  <a:lnTo>
                    <a:pt x="25349" y="17272"/>
                  </a:lnTo>
                  <a:lnTo>
                    <a:pt x="25552" y="17272"/>
                  </a:lnTo>
                  <a:lnTo>
                    <a:pt x="25196" y="17627"/>
                  </a:lnTo>
                  <a:lnTo>
                    <a:pt x="25196" y="18288"/>
                  </a:lnTo>
                  <a:lnTo>
                    <a:pt x="25031" y="18351"/>
                  </a:lnTo>
                  <a:lnTo>
                    <a:pt x="24879" y="18313"/>
                  </a:lnTo>
                  <a:lnTo>
                    <a:pt x="25196" y="18288"/>
                  </a:lnTo>
                  <a:lnTo>
                    <a:pt x="25196" y="17627"/>
                  </a:lnTo>
                  <a:lnTo>
                    <a:pt x="24536" y="18288"/>
                  </a:lnTo>
                  <a:lnTo>
                    <a:pt x="24384" y="18288"/>
                  </a:lnTo>
                  <a:lnTo>
                    <a:pt x="24079" y="17665"/>
                  </a:lnTo>
                  <a:lnTo>
                    <a:pt x="23939" y="17919"/>
                  </a:lnTo>
                  <a:lnTo>
                    <a:pt x="23583" y="17564"/>
                  </a:lnTo>
                  <a:lnTo>
                    <a:pt x="23368" y="18288"/>
                  </a:lnTo>
                  <a:lnTo>
                    <a:pt x="23672" y="18288"/>
                  </a:lnTo>
                  <a:lnTo>
                    <a:pt x="22999" y="18923"/>
                  </a:lnTo>
                  <a:lnTo>
                    <a:pt x="22783" y="18923"/>
                  </a:lnTo>
                  <a:lnTo>
                    <a:pt x="22758" y="18669"/>
                  </a:lnTo>
                  <a:lnTo>
                    <a:pt x="22834" y="18796"/>
                  </a:lnTo>
                  <a:lnTo>
                    <a:pt x="23037" y="18288"/>
                  </a:lnTo>
                  <a:lnTo>
                    <a:pt x="22834" y="18415"/>
                  </a:lnTo>
                  <a:lnTo>
                    <a:pt x="22872" y="18288"/>
                  </a:lnTo>
                  <a:lnTo>
                    <a:pt x="22567" y="18288"/>
                  </a:lnTo>
                  <a:lnTo>
                    <a:pt x="21971" y="18288"/>
                  </a:lnTo>
                  <a:lnTo>
                    <a:pt x="22136" y="18732"/>
                  </a:lnTo>
                  <a:lnTo>
                    <a:pt x="22542" y="18313"/>
                  </a:lnTo>
                  <a:lnTo>
                    <a:pt x="22656" y="18516"/>
                  </a:lnTo>
                  <a:lnTo>
                    <a:pt x="22491" y="18618"/>
                  </a:lnTo>
                  <a:lnTo>
                    <a:pt x="22491" y="20370"/>
                  </a:lnTo>
                  <a:lnTo>
                    <a:pt x="22098" y="20167"/>
                  </a:lnTo>
                  <a:lnTo>
                    <a:pt x="22148" y="19939"/>
                  </a:lnTo>
                  <a:lnTo>
                    <a:pt x="22440" y="19939"/>
                  </a:lnTo>
                  <a:lnTo>
                    <a:pt x="22491" y="20370"/>
                  </a:lnTo>
                  <a:lnTo>
                    <a:pt x="22491" y="18618"/>
                  </a:lnTo>
                  <a:lnTo>
                    <a:pt x="22174" y="18796"/>
                  </a:lnTo>
                  <a:lnTo>
                    <a:pt x="22225" y="18923"/>
                  </a:lnTo>
                  <a:lnTo>
                    <a:pt x="22085" y="18846"/>
                  </a:lnTo>
                  <a:lnTo>
                    <a:pt x="21958" y="18923"/>
                  </a:lnTo>
                  <a:lnTo>
                    <a:pt x="21945" y="20091"/>
                  </a:lnTo>
                  <a:lnTo>
                    <a:pt x="21678" y="19939"/>
                  </a:lnTo>
                  <a:lnTo>
                    <a:pt x="21920" y="19939"/>
                  </a:lnTo>
                  <a:lnTo>
                    <a:pt x="21945" y="20091"/>
                  </a:lnTo>
                  <a:lnTo>
                    <a:pt x="21945" y="18923"/>
                  </a:lnTo>
                  <a:lnTo>
                    <a:pt x="21272" y="18923"/>
                  </a:lnTo>
                  <a:lnTo>
                    <a:pt x="21691" y="18288"/>
                  </a:lnTo>
                  <a:lnTo>
                    <a:pt x="21488" y="18288"/>
                  </a:lnTo>
                  <a:lnTo>
                    <a:pt x="21259" y="18288"/>
                  </a:lnTo>
                  <a:lnTo>
                    <a:pt x="21132" y="18326"/>
                  </a:lnTo>
                  <a:lnTo>
                    <a:pt x="21120" y="18554"/>
                  </a:lnTo>
                  <a:lnTo>
                    <a:pt x="21120" y="18376"/>
                  </a:lnTo>
                  <a:lnTo>
                    <a:pt x="20980" y="18440"/>
                  </a:lnTo>
                  <a:lnTo>
                    <a:pt x="20472" y="18707"/>
                  </a:lnTo>
                  <a:lnTo>
                    <a:pt x="20701" y="18288"/>
                  </a:lnTo>
                  <a:lnTo>
                    <a:pt x="20459" y="18288"/>
                  </a:lnTo>
                  <a:lnTo>
                    <a:pt x="20383" y="18757"/>
                  </a:lnTo>
                  <a:lnTo>
                    <a:pt x="20091" y="18923"/>
                  </a:lnTo>
                  <a:lnTo>
                    <a:pt x="20231" y="18923"/>
                  </a:lnTo>
                  <a:lnTo>
                    <a:pt x="20307" y="19431"/>
                  </a:lnTo>
                  <a:lnTo>
                    <a:pt x="20472" y="19431"/>
                  </a:lnTo>
                  <a:lnTo>
                    <a:pt x="20612" y="19431"/>
                  </a:lnTo>
                  <a:lnTo>
                    <a:pt x="20701" y="19088"/>
                  </a:lnTo>
                  <a:lnTo>
                    <a:pt x="20751" y="18923"/>
                  </a:lnTo>
                  <a:lnTo>
                    <a:pt x="20942" y="18923"/>
                  </a:lnTo>
                  <a:lnTo>
                    <a:pt x="20815" y="19164"/>
                  </a:lnTo>
                  <a:lnTo>
                    <a:pt x="20675" y="19431"/>
                  </a:lnTo>
                  <a:lnTo>
                    <a:pt x="21107" y="19431"/>
                  </a:lnTo>
                  <a:lnTo>
                    <a:pt x="21005" y="19710"/>
                  </a:lnTo>
                  <a:lnTo>
                    <a:pt x="20472" y="19431"/>
                  </a:lnTo>
                  <a:lnTo>
                    <a:pt x="20535" y="20370"/>
                  </a:lnTo>
                  <a:lnTo>
                    <a:pt x="20408" y="20447"/>
                  </a:lnTo>
                  <a:lnTo>
                    <a:pt x="20408" y="21463"/>
                  </a:lnTo>
                  <a:lnTo>
                    <a:pt x="19989" y="21628"/>
                  </a:lnTo>
                  <a:lnTo>
                    <a:pt x="20015" y="21463"/>
                  </a:lnTo>
                  <a:lnTo>
                    <a:pt x="20408" y="21463"/>
                  </a:lnTo>
                  <a:lnTo>
                    <a:pt x="20408" y="20447"/>
                  </a:lnTo>
                  <a:lnTo>
                    <a:pt x="20345" y="19939"/>
                  </a:lnTo>
                  <a:lnTo>
                    <a:pt x="20027" y="20193"/>
                  </a:lnTo>
                  <a:lnTo>
                    <a:pt x="19875" y="19939"/>
                  </a:lnTo>
                  <a:lnTo>
                    <a:pt x="19735" y="19939"/>
                  </a:lnTo>
                  <a:lnTo>
                    <a:pt x="19735" y="21463"/>
                  </a:lnTo>
                  <a:lnTo>
                    <a:pt x="19697" y="21729"/>
                  </a:lnTo>
                  <a:lnTo>
                    <a:pt x="19329" y="21856"/>
                  </a:lnTo>
                  <a:lnTo>
                    <a:pt x="19469" y="21488"/>
                  </a:lnTo>
                  <a:lnTo>
                    <a:pt x="18707" y="21653"/>
                  </a:lnTo>
                  <a:lnTo>
                    <a:pt x="18910" y="21463"/>
                  </a:lnTo>
                  <a:lnTo>
                    <a:pt x="19481" y="21463"/>
                  </a:lnTo>
                  <a:lnTo>
                    <a:pt x="19735" y="21463"/>
                  </a:lnTo>
                  <a:lnTo>
                    <a:pt x="19735" y="19939"/>
                  </a:lnTo>
                  <a:lnTo>
                    <a:pt x="19253" y="19939"/>
                  </a:lnTo>
                  <a:lnTo>
                    <a:pt x="19710" y="20447"/>
                  </a:lnTo>
                  <a:lnTo>
                    <a:pt x="19011" y="20447"/>
                  </a:lnTo>
                  <a:lnTo>
                    <a:pt x="18859" y="20955"/>
                  </a:lnTo>
                  <a:lnTo>
                    <a:pt x="18618" y="20955"/>
                  </a:lnTo>
                  <a:lnTo>
                    <a:pt x="18415" y="21463"/>
                  </a:lnTo>
                  <a:lnTo>
                    <a:pt x="18605" y="21463"/>
                  </a:lnTo>
                  <a:lnTo>
                    <a:pt x="18770" y="21463"/>
                  </a:lnTo>
                  <a:lnTo>
                    <a:pt x="18529" y="21678"/>
                  </a:lnTo>
                  <a:lnTo>
                    <a:pt x="18211" y="21742"/>
                  </a:lnTo>
                  <a:lnTo>
                    <a:pt x="18046" y="21463"/>
                  </a:lnTo>
                  <a:lnTo>
                    <a:pt x="17780" y="21844"/>
                  </a:lnTo>
                  <a:lnTo>
                    <a:pt x="16586" y="22098"/>
                  </a:lnTo>
                  <a:lnTo>
                    <a:pt x="17602" y="22098"/>
                  </a:lnTo>
                  <a:lnTo>
                    <a:pt x="17919" y="22098"/>
                  </a:lnTo>
                  <a:lnTo>
                    <a:pt x="17297" y="22606"/>
                  </a:lnTo>
                  <a:lnTo>
                    <a:pt x="18122" y="22098"/>
                  </a:lnTo>
                  <a:lnTo>
                    <a:pt x="18669" y="22098"/>
                  </a:lnTo>
                  <a:lnTo>
                    <a:pt x="18516" y="22326"/>
                  </a:lnTo>
                  <a:lnTo>
                    <a:pt x="18389" y="22250"/>
                  </a:lnTo>
                  <a:lnTo>
                    <a:pt x="18592" y="22098"/>
                  </a:lnTo>
                  <a:lnTo>
                    <a:pt x="18338" y="22212"/>
                  </a:lnTo>
                  <a:lnTo>
                    <a:pt x="18173" y="22098"/>
                  </a:lnTo>
                  <a:lnTo>
                    <a:pt x="18110" y="22313"/>
                  </a:lnTo>
                  <a:lnTo>
                    <a:pt x="18059" y="22517"/>
                  </a:lnTo>
                  <a:lnTo>
                    <a:pt x="17932" y="22606"/>
                  </a:lnTo>
                  <a:lnTo>
                    <a:pt x="18059" y="22517"/>
                  </a:lnTo>
                  <a:lnTo>
                    <a:pt x="18059" y="22339"/>
                  </a:lnTo>
                  <a:lnTo>
                    <a:pt x="17411" y="22606"/>
                  </a:lnTo>
                  <a:lnTo>
                    <a:pt x="17030" y="22606"/>
                  </a:lnTo>
                  <a:lnTo>
                    <a:pt x="17043" y="23622"/>
                  </a:lnTo>
                  <a:lnTo>
                    <a:pt x="16586" y="23622"/>
                  </a:lnTo>
                  <a:lnTo>
                    <a:pt x="16725" y="23114"/>
                  </a:lnTo>
                  <a:lnTo>
                    <a:pt x="16268" y="23114"/>
                  </a:lnTo>
                  <a:lnTo>
                    <a:pt x="15900" y="23482"/>
                  </a:lnTo>
                  <a:lnTo>
                    <a:pt x="15900" y="24130"/>
                  </a:lnTo>
                  <a:lnTo>
                    <a:pt x="15887" y="24257"/>
                  </a:lnTo>
                  <a:lnTo>
                    <a:pt x="15595" y="24155"/>
                  </a:lnTo>
                  <a:lnTo>
                    <a:pt x="15595" y="24638"/>
                  </a:lnTo>
                  <a:lnTo>
                    <a:pt x="15595" y="25781"/>
                  </a:lnTo>
                  <a:lnTo>
                    <a:pt x="15341" y="26035"/>
                  </a:lnTo>
                  <a:lnTo>
                    <a:pt x="15062" y="25844"/>
                  </a:lnTo>
                  <a:lnTo>
                    <a:pt x="15062" y="26289"/>
                  </a:lnTo>
                  <a:lnTo>
                    <a:pt x="14351" y="26289"/>
                  </a:lnTo>
                  <a:lnTo>
                    <a:pt x="14198" y="26250"/>
                  </a:lnTo>
                  <a:lnTo>
                    <a:pt x="14135" y="27190"/>
                  </a:lnTo>
                  <a:lnTo>
                    <a:pt x="13817" y="26797"/>
                  </a:lnTo>
                  <a:lnTo>
                    <a:pt x="13944" y="26797"/>
                  </a:lnTo>
                  <a:lnTo>
                    <a:pt x="14135" y="27190"/>
                  </a:lnTo>
                  <a:lnTo>
                    <a:pt x="14135" y="26327"/>
                  </a:lnTo>
                  <a:lnTo>
                    <a:pt x="13728" y="26555"/>
                  </a:lnTo>
                  <a:lnTo>
                    <a:pt x="13614" y="34163"/>
                  </a:lnTo>
                  <a:lnTo>
                    <a:pt x="13538" y="34531"/>
                  </a:lnTo>
                  <a:lnTo>
                    <a:pt x="12890" y="34163"/>
                  </a:lnTo>
                  <a:lnTo>
                    <a:pt x="13436" y="34163"/>
                  </a:lnTo>
                  <a:lnTo>
                    <a:pt x="13614" y="34163"/>
                  </a:lnTo>
                  <a:lnTo>
                    <a:pt x="13614" y="26504"/>
                  </a:lnTo>
                  <a:lnTo>
                    <a:pt x="13563" y="27686"/>
                  </a:lnTo>
                  <a:lnTo>
                    <a:pt x="12788" y="26860"/>
                  </a:lnTo>
                  <a:lnTo>
                    <a:pt x="12788" y="29464"/>
                  </a:lnTo>
                  <a:lnTo>
                    <a:pt x="12331" y="29565"/>
                  </a:lnTo>
                  <a:lnTo>
                    <a:pt x="12331" y="30226"/>
                  </a:lnTo>
                  <a:lnTo>
                    <a:pt x="11595" y="29972"/>
                  </a:lnTo>
                  <a:lnTo>
                    <a:pt x="12166" y="29972"/>
                  </a:lnTo>
                  <a:lnTo>
                    <a:pt x="12331" y="30226"/>
                  </a:lnTo>
                  <a:lnTo>
                    <a:pt x="12331" y="29565"/>
                  </a:lnTo>
                  <a:lnTo>
                    <a:pt x="12204" y="29591"/>
                  </a:lnTo>
                  <a:lnTo>
                    <a:pt x="12217" y="29464"/>
                  </a:lnTo>
                  <a:lnTo>
                    <a:pt x="12788" y="29464"/>
                  </a:lnTo>
                  <a:lnTo>
                    <a:pt x="12788" y="26860"/>
                  </a:lnTo>
                  <a:lnTo>
                    <a:pt x="13284" y="26797"/>
                  </a:lnTo>
                  <a:lnTo>
                    <a:pt x="13500" y="27305"/>
                  </a:lnTo>
                  <a:lnTo>
                    <a:pt x="13563" y="27686"/>
                  </a:lnTo>
                  <a:lnTo>
                    <a:pt x="13563" y="26479"/>
                  </a:lnTo>
                  <a:lnTo>
                    <a:pt x="13182" y="26289"/>
                  </a:lnTo>
                  <a:lnTo>
                    <a:pt x="14198" y="26289"/>
                  </a:lnTo>
                  <a:lnTo>
                    <a:pt x="12712" y="25781"/>
                  </a:lnTo>
                  <a:lnTo>
                    <a:pt x="13131" y="25781"/>
                  </a:lnTo>
                  <a:lnTo>
                    <a:pt x="13271" y="25781"/>
                  </a:lnTo>
                  <a:lnTo>
                    <a:pt x="14757" y="25781"/>
                  </a:lnTo>
                  <a:lnTo>
                    <a:pt x="15062" y="26289"/>
                  </a:lnTo>
                  <a:lnTo>
                    <a:pt x="15062" y="25844"/>
                  </a:lnTo>
                  <a:lnTo>
                    <a:pt x="14782" y="25730"/>
                  </a:lnTo>
                  <a:lnTo>
                    <a:pt x="14973" y="25273"/>
                  </a:lnTo>
                  <a:lnTo>
                    <a:pt x="14973" y="25654"/>
                  </a:lnTo>
                  <a:lnTo>
                    <a:pt x="14973" y="25781"/>
                  </a:lnTo>
                  <a:lnTo>
                    <a:pt x="15595" y="25781"/>
                  </a:lnTo>
                  <a:lnTo>
                    <a:pt x="15595" y="24638"/>
                  </a:lnTo>
                  <a:lnTo>
                    <a:pt x="15290" y="25158"/>
                  </a:lnTo>
                  <a:lnTo>
                    <a:pt x="14605" y="24638"/>
                  </a:lnTo>
                  <a:lnTo>
                    <a:pt x="15595" y="24638"/>
                  </a:lnTo>
                  <a:lnTo>
                    <a:pt x="15595" y="24155"/>
                  </a:lnTo>
                  <a:lnTo>
                    <a:pt x="15900" y="24130"/>
                  </a:lnTo>
                  <a:lnTo>
                    <a:pt x="15900" y="23482"/>
                  </a:lnTo>
                  <a:lnTo>
                    <a:pt x="15760" y="23622"/>
                  </a:lnTo>
                  <a:lnTo>
                    <a:pt x="15341" y="23622"/>
                  </a:lnTo>
                  <a:lnTo>
                    <a:pt x="15328" y="23164"/>
                  </a:lnTo>
                  <a:lnTo>
                    <a:pt x="15087" y="23622"/>
                  </a:lnTo>
                  <a:lnTo>
                    <a:pt x="14325" y="24777"/>
                  </a:lnTo>
                  <a:lnTo>
                    <a:pt x="14274" y="25590"/>
                  </a:lnTo>
                  <a:lnTo>
                    <a:pt x="14097" y="25539"/>
                  </a:lnTo>
                  <a:lnTo>
                    <a:pt x="14135" y="25323"/>
                  </a:lnTo>
                  <a:lnTo>
                    <a:pt x="14274" y="25590"/>
                  </a:lnTo>
                  <a:lnTo>
                    <a:pt x="14274" y="24701"/>
                  </a:lnTo>
                  <a:lnTo>
                    <a:pt x="13982" y="24828"/>
                  </a:lnTo>
                  <a:lnTo>
                    <a:pt x="13843" y="24638"/>
                  </a:lnTo>
                  <a:lnTo>
                    <a:pt x="13512" y="24257"/>
                  </a:lnTo>
                  <a:lnTo>
                    <a:pt x="13195" y="24638"/>
                  </a:lnTo>
                  <a:lnTo>
                    <a:pt x="13741" y="25006"/>
                  </a:lnTo>
                  <a:lnTo>
                    <a:pt x="13385" y="25273"/>
                  </a:lnTo>
                  <a:lnTo>
                    <a:pt x="13665" y="25273"/>
                  </a:lnTo>
                  <a:lnTo>
                    <a:pt x="13487" y="25361"/>
                  </a:lnTo>
                  <a:lnTo>
                    <a:pt x="13195" y="25273"/>
                  </a:lnTo>
                  <a:lnTo>
                    <a:pt x="12776" y="25273"/>
                  </a:lnTo>
                  <a:lnTo>
                    <a:pt x="12890" y="25400"/>
                  </a:lnTo>
                  <a:lnTo>
                    <a:pt x="12636" y="25273"/>
                  </a:lnTo>
                  <a:lnTo>
                    <a:pt x="12484" y="25273"/>
                  </a:lnTo>
                  <a:lnTo>
                    <a:pt x="12484" y="26797"/>
                  </a:lnTo>
                  <a:lnTo>
                    <a:pt x="11747" y="27165"/>
                  </a:lnTo>
                  <a:lnTo>
                    <a:pt x="11696" y="26797"/>
                  </a:lnTo>
                  <a:lnTo>
                    <a:pt x="12484" y="26797"/>
                  </a:lnTo>
                  <a:lnTo>
                    <a:pt x="12484" y="25273"/>
                  </a:lnTo>
                  <a:lnTo>
                    <a:pt x="12166" y="25273"/>
                  </a:lnTo>
                  <a:lnTo>
                    <a:pt x="12166" y="25539"/>
                  </a:lnTo>
                  <a:lnTo>
                    <a:pt x="11468" y="25349"/>
                  </a:lnTo>
                  <a:lnTo>
                    <a:pt x="11468" y="28956"/>
                  </a:lnTo>
                  <a:lnTo>
                    <a:pt x="11468" y="29464"/>
                  </a:lnTo>
                  <a:lnTo>
                    <a:pt x="11353" y="30988"/>
                  </a:lnTo>
                  <a:lnTo>
                    <a:pt x="10985" y="31369"/>
                  </a:lnTo>
                  <a:lnTo>
                    <a:pt x="10820" y="30988"/>
                  </a:lnTo>
                  <a:lnTo>
                    <a:pt x="10604" y="30480"/>
                  </a:lnTo>
                  <a:lnTo>
                    <a:pt x="10820" y="30861"/>
                  </a:lnTo>
                  <a:lnTo>
                    <a:pt x="10845" y="30594"/>
                  </a:lnTo>
                  <a:lnTo>
                    <a:pt x="10871" y="30289"/>
                  </a:lnTo>
                  <a:lnTo>
                    <a:pt x="11125" y="30480"/>
                  </a:lnTo>
                  <a:lnTo>
                    <a:pt x="10871" y="30480"/>
                  </a:lnTo>
                  <a:lnTo>
                    <a:pt x="10833" y="30861"/>
                  </a:lnTo>
                  <a:lnTo>
                    <a:pt x="10909" y="30988"/>
                  </a:lnTo>
                  <a:lnTo>
                    <a:pt x="11353" y="30988"/>
                  </a:lnTo>
                  <a:lnTo>
                    <a:pt x="11353" y="29464"/>
                  </a:lnTo>
                  <a:lnTo>
                    <a:pt x="11176" y="29298"/>
                  </a:lnTo>
                  <a:lnTo>
                    <a:pt x="11176" y="29464"/>
                  </a:lnTo>
                  <a:lnTo>
                    <a:pt x="11112" y="29832"/>
                  </a:lnTo>
                  <a:lnTo>
                    <a:pt x="11099" y="29972"/>
                  </a:lnTo>
                  <a:lnTo>
                    <a:pt x="10896" y="30111"/>
                  </a:lnTo>
                  <a:lnTo>
                    <a:pt x="10909" y="29972"/>
                  </a:lnTo>
                  <a:lnTo>
                    <a:pt x="11099" y="29972"/>
                  </a:lnTo>
                  <a:lnTo>
                    <a:pt x="11099" y="29845"/>
                  </a:lnTo>
                  <a:lnTo>
                    <a:pt x="10820" y="29895"/>
                  </a:lnTo>
                  <a:lnTo>
                    <a:pt x="10756" y="30187"/>
                  </a:lnTo>
                  <a:lnTo>
                    <a:pt x="10515" y="30340"/>
                  </a:lnTo>
                  <a:lnTo>
                    <a:pt x="10401" y="30149"/>
                  </a:lnTo>
                  <a:lnTo>
                    <a:pt x="10337" y="30276"/>
                  </a:lnTo>
                  <a:lnTo>
                    <a:pt x="10350" y="30454"/>
                  </a:lnTo>
                  <a:lnTo>
                    <a:pt x="10172" y="30480"/>
                  </a:lnTo>
                  <a:lnTo>
                    <a:pt x="10071" y="29972"/>
                  </a:lnTo>
                  <a:lnTo>
                    <a:pt x="10274" y="29972"/>
                  </a:lnTo>
                  <a:lnTo>
                    <a:pt x="10452" y="29972"/>
                  </a:lnTo>
                  <a:lnTo>
                    <a:pt x="10756" y="30187"/>
                  </a:lnTo>
                  <a:lnTo>
                    <a:pt x="10756" y="29832"/>
                  </a:lnTo>
                  <a:lnTo>
                    <a:pt x="10388" y="29464"/>
                  </a:lnTo>
                  <a:lnTo>
                    <a:pt x="10172" y="29578"/>
                  </a:lnTo>
                  <a:lnTo>
                    <a:pt x="9855" y="29210"/>
                  </a:lnTo>
                  <a:lnTo>
                    <a:pt x="9855" y="29464"/>
                  </a:lnTo>
                  <a:lnTo>
                    <a:pt x="9525" y="29870"/>
                  </a:lnTo>
                  <a:lnTo>
                    <a:pt x="9601" y="29464"/>
                  </a:lnTo>
                  <a:lnTo>
                    <a:pt x="8674" y="28956"/>
                  </a:lnTo>
                  <a:lnTo>
                    <a:pt x="8966" y="28956"/>
                  </a:lnTo>
                  <a:lnTo>
                    <a:pt x="9867" y="28956"/>
                  </a:lnTo>
                  <a:lnTo>
                    <a:pt x="10718" y="29425"/>
                  </a:lnTo>
                  <a:lnTo>
                    <a:pt x="11176" y="29464"/>
                  </a:lnTo>
                  <a:lnTo>
                    <a:pt x="11176" y="29298"/>
                  </a:lnTo>
                  <a:lnTo>
                    <a:pt x="10871" y="28956"/>
                  </a:lnTo>
                  <a:lnTo>
                    <a:pt x="11468" y="28956"/>
                  </a:lnTo>
                  <a:lnTo>
                    <a:pt x="11468" y="25349"/>
                  </a:lnTo>
                  <a:lnTo>
                    <a:pt x="11201" y="25273"/>
                  </a:lnTo>
                  <a:lnTo>
                    <a:pt x="11468" y="25273"/>
                  </a:lnTo>
                  <a:lnTo>
                    <a:pt x="11239" y="24638"/>
                  </a:lnTo>
                  <a:lnTo>
                    <a:pt x="10706" y="24638"/>
                  </a:lnTo>
                  <a:lnTo>
                    <a:pt x="10693" y="29387"/>
                  </a:lnTo>
                  <a:lnTo>
                    <a:pt x="10045" y="28956"/>
                  </a:lnTo>
                  <a:lnTo>
                    <a:pt x="10274" y="28956"/>
                  </a:lnTo>
                  <a:lnTo>
                    <a:pt x="10490" y="28956"/>
                  </a:lnTo>
                  <a:lnTo>
                    <a:pt x="10693" y="29387"/>
                  </a:lnTo>
                  <a:lnTo>
                    <a:pt x="10693" y="24638"/>
                  </a:lnTo>
                  <a:lnTo>
                    <a:pt x="11112" y="24130"/>
                  </a:lnTo>
                  <a:lnTo>
                    <a:pt x="10566" y="24130"/>
                  </a:lnTo>
                  <a:lnTo>
                    <a:pt x="10553" y="24599"/>
                  </a:lnTo>
                  <a:lnTo>
                    <a:pt x="10452" y="28892"/>
                  </a:lnTo>
                  <a:lnTo>
                    <a:pt x="10274" y="28854"/>
                  </a:lnTo>
                  <a:lnTo>
                    <a:pt x="10274" y="28448"/>
                  </a:lnTo>
                  <a:lnTo>
                    <a:pt x="10452" y="28892"/>
                  </a:lnTo>
                  <a:lnTo>
                    <a:pt x="10452" y="24574"/>
                  </a:lnTo>
                  <a:lnTo>
                    <a:pt x="10248" y="24523"/>
                  </a:lnTo>
                  <a:lnTo>
                    <a:pt x="10121" y="25273"/>
                  </a:lnTo>
                  <a:lnTo>
                    <a:pt x="9664" y="24638"/>
                  </a:lnTo>
                  <a:lnTo>
                    <a:pt x="10248" y="24638"/>
                  </a:lnTo>
                  <a:lnTo>
                    <a:pt x="9626" y="24358"/>
                  </a:lnTo>
                  <a:lnTo>
                    <a:pt x="9626" y="28765"/>
                  </a:lnTo>
                  <a:lnTo>
                    <a:pt x="9423" y="28448"/>
                  </a:lnTo>
                  <a:lnTo>
                    <a:pt x="9626" y="28765"/>
                  </a:lnTo>
                  <a:lnTo>
                    <a:pt x="9626" y="24358"/>
                  </a:lnTo>
                  <a:lnTo>
                    <a:pt x="9601" y="27305"/>
                  </a:lnTo>
                  <a:lnTo>
                    <a:pt x="9486" y="27813"/>
                  </a:lnTo>
                  <a:lnTo>
                    <a:pt x="9347" y="27813"/>
                  </a:lnTo>
                  <a:lnTo>
                    <a:pt x="9486" y="27813"/>
                  </a:lnTo>
                  <a:lnTo>
                    <a:pt x="9486" y="27393"/>
                  </a:lnTo>
                  <a:lnTo>
                    <a:pt x="9601" y="24358"/>
                  </a:lnTo>
                  <a:lnTo>
                    <a:pt x="9258" y="24257"/>
                  </a:lnTo>
                  <a:lnTo>
                    <a:pt x="9144" y="24638"/>
                  </a:lnTo>
                  <a:lnTo>
                    <a:pt x="8191" y="24638"/>
                  </a:lnTo>
                  <a:lnTo>
                    <a:pt x="8280" y="25273"/>
                  </a:lnTo>
                  <a:lnTo>
                    <a:pt x="8128" y="25273"/>
                  </a:lnTo>
                  <a:lnTo>
                    <a:pt x="7912" y="25781"/>
                  </a:lnTo>
                  <a:lnTo>
                    <a:pt x="8496" y="25781"/>
                  </a:lnTo>
                  <a:lnTo>
                    <a:pt x="8788" y="25273"/>
                  </a:lnTo>
                  <a:lnTo>
                    <a:pt x="9499" y="25781"/>
                  </a:lnTo>
                  <a:lnTo>
                    <a:pt x="9271" y="25781"/>
                  </a:lnTo>
                  <a:lnTo>
                    <a:pt x="9271" y="28663"/>
                  </a:lnTo>
                  <a:lnTo>
                    <a:pt x="9105" y="28676"/>
                  </a:lnTo>
                  <a:lnTo>
                    <a:pt x="8699" y="28613"/>
                  </a:lnTo>
                  <a:lnTo>
                    <a:pt x="9055" y="28486"/>
                  </a:lnTo>
                  <a:lnTo>
                    <a:pt x="9207" y="28448"/>
                  </a:lnTo>
                  <a:lnTo>
                    <a:pt x="9271" y="28663"/>
                  </a:lnTo>
                  <a:lnTo>
                    <a:pt x="9271" y="25781"/>
                  </a:lnTo>
                  <a:lnTo>
                    <a:pt x="9105" y="25781"/>
                  </a:lnTo>
                  <a:lnTo>
                    <a:pt x="9156" y="26289"/>
                  </a:lnTo>
                  <a:lnTo>
                    <a:pt x="9029" y="26289"/>
                  </a:lnTo>
                  <a:lnTo>
                    <a:pt x="8902" y="26098"/>
                  </a:lnTo>
                  <a:lnTo>
                    <a:pt x="8902" y="27813"/>
                  </a:lnTo>
                  <a:lnTo>
                    <a:pt x="8877" y="28194"/>
                  </a:lnTo>
                  <a:lnTo>
                    <a:pt x="8509" y="28422"/>
                  </a:lnTo>
                  <a:lnTo>
                    <a:pt x="8343" y="28397"/>
                  </a:lnTo>
                  <a:lnTo>
                    <a:pt x="8483" y="28422"/>
                  </a:lnTo>
                  <a:lnTo>
                    <a:pt x="8585" y="27813"/>
                  </a:lnTo>
                  <a:lnTo>
                    <a:pt x="8839" y="27813"/>
                  </a:lnTo>
                  <a:lnTo>
                    <a:pt x="8902" y="26098"/>
                  </a:lnTo>
                  <a:lnTo>
                    <a:pt x="8699" y="25781"/>
                  </a:lnTo>
                  <a:lnTo>
                    <a:pt x="8763" y="26289"/>
                  </a:lnTo>
                  <a:lnTo>
                    <a:pt x="7759" y="26289"/>
                  </a:lnTo>
                  <a:lnTo>
                    <a:pt x="7912" y="26543"/>
                  </a:lnTo>
                  <a:lnTo>
                    <a:pt x="7543" y="26289"/>
                  </a:lnTo>
                  <a:lnTo>
                    <a:pt x="7289" y="26797"/>
                  </a:lnTo>
                  <a:lnTo>
                    <a:pt x="7467" y="27305"/>
                  </a:lnTo>
                  <a:lnTo>
                    <a:pt x="7378" y="27813"/>
                  </a:lnTo>
                  <a:lnTo>
                    <a:pt x="7239" y="27927"/>
                  </a:lnTo>
                  <a:lnTo>
                    <a:pt x="6997" y="27813"/>
                  </a:lnTo>
                  <a:lnTo>
                    <a:pt x="7302" y="27482"/>
                  </a:lnTo>
                  <a:lnTo>
                    <a:pt x="7264" y="27305"/>
                  </a:lnTo>
                  <a:lnTo>
                    <a:pt x="7467" y="27305"/>
                  </a:lnTo>
                  <a:lnTo>
                    <a:pt x="6972" y="26797"/>
                  </a:lnTo>
                  <a:lnTo>
                    <a:pt x="6527" y="26289"/>
                  </a:lnTo>
                  <a:lnTo>
                    <a:pt x="6477" y="26797"/>
                  </a:lnTo>
                  <a:lnTo>
                    <a:pt x="6743" y="26797"/>
                  </a:lnTo>
                  <a:lnTo>
                    <a:pt x="6819" y="27813"/>
                  </a:lnTo>
                  <a:lnTo>
                    <a:pt x="5562" y="27813"/>
                  </a:lnTo>
                  <a:lnTo>
                    <a:pt x="6985" y="28117"/>
                  </a:lnTo>
                  <a:lnTo>
                    <a:pt x="6527" y="28448"/>
                  </a:lnTo>
                  <a:lnTo>
                    <a:pt x="8039" y="28448"/>
                  </a:lnTo>
                  <a:lnTo>
                    <a:pt x="7823" y="28486"/>
                  </a:lnTo>
                  <a:lnTo>
                    <a:pt x="7594" y="28956"/>
                  </a:lnTo>
                  <a:lnTo>
                    <a:pt x="7810" y="28956"/>
                  </a:lnTo>
                  <a:lnTo>
                    <a:pt x="8128" y="28841"/>
                  </a:lnTo>
                  <a:lnTo>
                    <a:pt x="8343" y="28956"/>
                  </a:lnTo>
                  <a:lnTo>
                    <a:pt x="8763" y="29464"/>
                  </a:lnTo>
                  <a:lnTo>
                    <a:pt x="8394" y="29845"/>
                  </a:lnTo>
                  <a:lnTo>
                    <a:pt x="8394" y="39497"/>
                  </a:lnTo>
                  <a:lnTo>
                    <a:pt x="8331" y="40005"/>
                  </a:lnTo>
                  <a:lnTo>
                    <a:pt x="8267" y="40513"/>
                  </a:lnTo>
                  <a:lnTo>
                    <a:pt x="7721" y="40513"/>
                  </a:lnTo>
                  <a:lnTo>
                    <a:pt x="7721" y="40005"/>
                  </a:lnTo>
                  <a:lnTo>
                    <a:pt x="8394" y="39497"/>
                  </a:lnTo>
                  <a:lnTo>
                    <a:pt x="8394" y="29845"/>
                  </a:lnTo>
                  <a:lnTo>
                    <a:pt x="8280" y="30988"/>
                  </a:lnTo>
                  <a:lnTo>
                    <a:pt x="8001" y="31623"/>
                  </a:lnTo>
                  <a:lnTo>
                    <a:pt x="7670" y="31623"/>
                  </a:lnTo>
                  <a:lnTo>
                    <a:pt x="7670" y="41656"/>
                  </a:lnTo>
                  <a:lnTo>
                    <a:pt x="6883" y="41910"/>
                  </a:lnTo>
                  <a:lnTo>
                    <a:pt x="6959" y="41656"/>
                  </a:lnTo>
                  <a:lnTo>
                    <a:pt x="7035" y="41402"/>
                  </a:lnTo>
                  <a:lnTo>
                    <a:pt x="7505" y="41402"/>
                  </a:lnTo>
                  <a:lnTo>
                    <a:pt x="7035" y="41656"/>
                  </a:lnTo>
                  <a:lnTo>
                    <a:pt x="7670" y="41656"/>
                  </a:lnTo>
                  <a:lnTo>
                    <a:pt x="7670" y="31623"/>
                  </a:lnTo>
                  <a:lnTo>
                    <a:pt x="7480" y="30988"/>
                  </a:lnTo>
                  <a:lnTo>
                    <a:pt x="7645" y="30988"/>
                  </a:lnTo>
                  <a:lnTo>
                    <a:pt x="8204" y="30988"/>
                  </a:lnTo>
                  <a:lnTo>
                    <a:pt x="8280" y="29959"/>
                  </a:lnTo>
                  <a:lnTo>
                    <a:pt x="8242" y="30480"/>
                  </a:lnTo>
                  <a:lnTo>
                    <a:pt x="8242" y="30632"/>
                  </a:lnTo>
                  <a:lnTo>
                    <a:pt x="8064" y="30480"/>
                  </a:lnTo>
                  <a:lnTo>
                    <a:pt x="8242" y="30480"/>
                  </a:lnTo>
                  <a:lnTo>
                    <a:pt x="8242" y="29972"/>
                  </a:lnTo>
                  <a:lnTo>
                    <a:pt x="7988" y="29972"/>
                  </a:lnTo>
                  <a:lnTo>
                    <a:pt x="7874" y="30480"/>
                  </a:lnTo>
                  <a:lnTo>
                    <a:pt x="7556" y="30480"/>
                  </a:lnTo>
                  <a:lnTo>
                    <a:pt x="7759" y="29972"/>
                  </a:lnTo>
                  <a:lnTo>
                    <a:pt x="7531" y="29972"/>
                  </a:lnTo>
                  <a:lnTo>
                    <a:pt x="7467" y="30480"/>
                  </a:lnTo>
                  <a:lnTo>
                    <a:pt x="7594" y="30861"/>
                  </a:lnTo>
                  <a:lnTo>
                    <a:pt x="7289" y="30607"/>
                  </a:lnTo>
                  <a:lnTo>
                    <a:pt x="7251" y="30988"/>
                  </a:lnTo>
                  <a:lnTo>
                    <a:pt x="7099" y="30988"/>
                  </a:lnTo>
                  <a:lnTo>
                    <a:pt x="7378" y="31623"/>
                  </a:lnTo>
                  <a:lnTo>
                    <a:pt x="7543" y="32131"/>
                  </a:lnTo>
                  <a:lnTo>
                    <a:pt x="7543" y="32385"/>
                  </a:lnTo>
                  <a:lnTo>
                    <a:pt x="6146" y="32207"/>
                  </a:lnTo>
                  <a:lnTo>
                    <a:pt x="6159" y="32359"/>
                  </a:lnTo>
                  <a:lnTo>
                    <a:pt x="5740" y="32156"/>
                  </a:lnTo>
                  <a:lnTo>
                    <a:pt x="6045" y="32639"/>
                  </a:lnTo>
                  <a:lnTo>
                    <a:pt x="5867" y="32639"/>
                  </a:lnTo>
                  <a:lnTo>
                    <a:pt x="5829" y="33147"/>
                  </a:lnTo>
                  <a:lnTo>
                    <a:pt x="6553" y="33147"/>
                  </a:lnTo>
                  <a:lnTo>
                    <a:pt x="6731" y="32639"/>
                  </a:lnTo>
                  <a:lnTo>
                    <a:pt x="7353" y="33147"/>
                  </a:lnTo>
                  <a:lnTo>
                    <a:pt x="6896" y="33147"/>
                  </a:lnTo>
                  <a:lnTo>
                    <a:pt x="6540" y="33655"/>
                  </a:lnTo>
                  <a:lnTo>
                    <a:pt x="6896" y="33655"/>
                  </a:lnTo>
                  <a:lnTo>
                    <a:pt x="7200" y="34163"/>
                  </a:lnTo>
                  <a:lnTo>
                    <a:pt x="7086" y="38989"/>
                  </a:lnTo>
                  <a:lnTo>
                    <a:pt x="6375" y="39116"/>
                  </a:lnTo>
                  <a:lnTo>
                    <a:pt x="6489" y="38989"/>
                  </a:lnTo>
                  <a:lnTo>
                    <a:pt x="7086" y="38989"/>
                  </a:lnTo>
                  <a:lnTo>
                    <a:pt x="7086" y="34163"/>
                  </a:lnTo>
                  <a:lnTo>
                    <a:pt x="6756" y="34061"/>
                  </a:lnTo>
                  <a:lnTo>
                    <a:pt x="6515" y="33655"/>
                  </a:lnTo>
                  <a:lnTo>
                    <a:pt x="6489" y="33947"/>
                  </a:lnTo>
                  <a:lnTo>
                    <a:pt x="6159" y="33794"/>
                  </a:lnTo>
                  <a:lnTo>
                    <a:pt x="6159" y="39154"/>
                  </a:lnTo>
                  <a:lnTo>
                    <a:pt x="5638" y="39255"/>
                  </a:lnTo>
                  <a:lnTo>
                    <a:pt x="5549" y="38989"/>
                  </a:lnTo>
                  <a:lnTo>
                    <a:pt x="6057" y="38989"/>
                  </a:lnTo>
                  <a:lnTo>
                    <a:pt x="6159" y="39154"/>
                  </a:lnTo>
                  <a:lnTo>
                    <a:pt x="6159" y="33794"/>
                  </a:lnTo>
                  <a:lnTo>
                    <a:pt x="5880" y="33655"/>
                  </a:lnTo>
                  <a:lnTo>
                    <a:pt x="5130" y="33655"/>
                  </a:lnTo>
                  <a:lnTo>
                    <a:pt x="5207" y="34023"/>
                  </a:lnTo>
                  <a:lnTo>
                    <a:pt x="4940" y="33743"/>
                  </a:lnTo>
                  <a:lnTo>
                    <a:pt x="4813" y="33909"/>
                  </a:lnTo>
                  <a:lnTo>
                    <a:pt x="4864" y="34163"/>
                  </a:lnTo>
                  <a:lnTo>
                    <a:pt x="5245" y="34163"/>
                  </a:lnTo>
                  <a:lnTo>
                    <a:pt x="5803" y="34163"/>
                  </a:lnTo>
                  <a:lnTo>
                    <a:pt x="5892" y="34544"/>
                  </a:lnTo>
                  <a:lnTo>
                    <a:pt x="4826" y="34201"/>
                  </a:lnTo>
                  <a:lnTo>
                    <a:pt x="4762" y="39408"/>
                  </a:lnTo>
                  <a:lnTo>
                    <a:pt x="4495" y="39458"/>
                  </a:lnTo>
                  <a:lnTo>
                    <a:pt x="4597" y="39116"/>
                  </a:lnTo>
                  <a:lnTo>
                    <a:pt x="4762" y="39408"/>
                  </a:lnTo>
                  <a:lnTo>
                    <a:pt x="4762" y="34290"/>
                  </a:lnTo>
                  <a:lnTo>
                    <a:pt x="4368" y="34798"/>
                  </a:lnTo>
                  <a:lnTo>
                    <a:pt x="3568" y="35814"/>
                  </a:lnTo>
                  <a:lnTo>
                    <a:pt x="3759" y="35814"/>
                  </a:lnTo>
                  <a:lnTo>
                    <a:pt x="3263" y="36322"/>
                  </a:lnTo>
                  <a:lnTo>
                    <a:pt x="1358" y="36830"/>
                  </a:lnTo>
                  <a:lnTo>
                    <a:pt x="2273" y="36830"/>
                  </a:lnTo>
                  <a:lnTo>
                    <a:pt x="2844" y="36830"/>
                  </a:lnTo>
                  <a:lnTo>
                    <a:pt x="4025" y="37338"/>
                  </a:lnTo>
                  <a:lnTo>
                    <a:pt x="4533" y="37338"/>
                  </a:lnTo>
                  <a:lnTo>
                    <a:pt x="4241" y="37515"/>
                  </a:lnTo>
                  <a:lnTo>
                    <a:pt x="4025" y="37338"/>
                  </a:lnTo>
                  <a:lnTo>
                    <a:pt x="4114" y="37592"/>
                  </a:lnTo>
                  <a:lnTo>
                    <a:pt x="3708" y="37846"/>
                  </a:lnTo>
                  <a:lnTo>
                    <a:pt x="3746" y="37973"/>
                  </a:lnTo>
                  <a:lnTo>
                    <a:pt x="3479" y="38481"/>
                  </a:lnTo>
                  <a:lnTo>
                    <a:pt x="3822" y="38481"/>
                  </a:lnTo>
                  <a:lnTo>
                    <a:pt x="3594" y="38989"/>
                  </a:lnTo>
                  <a:lnTo>
                    <a:pt x="4114" y="38989"/>
                  </a:lnTo>
                  <a:lnTo>
                    <a:pt x="4114" y="39497"/>
                  </a:lnTo>
                  <a:lnTo>
                    <a:pt x="4241" y="39497"/>
                  </a:lnTo>
                  <a:lnTo>
                    <a:pt x="4483" y="39497"/>
                  </a:lnTo>
                  <a:lnTo>
                    <a:pt x="4826" y="39497"/>
                  </a:lnTo>
                  <a:lnTo>
                    <a:pt x="5130" y="40005"/>
                  </a:lnTo>
                  <a:lnTo>
                    <a:pt x="5537" y="40005"/>
                  </a:lnTo>
                  <a:lnTo>
                    <a:pt x="4953" y="40513"/>
                  </a:lnTo>
                  <a:lnTo>
                    <a:pt x="5842" y="40513"/>
                  </a:lnTo>
                  <a:lnTo>
                    <a:pt x="6134" y="40005"/>
                  </a:lnTo>
                  <a:lnTo>
                    <a:pt x="5562" y="40005"/>
                  </a:lnTo>
                  <a:lnTo>
                    <a:pt x="6032" y="39497"/>
                  </a:lnTo>
                  <a:lnTo>
                    <a:pt x="6235" y="39268"/>
                  </a:lnTo>
                  <a:lnTo>
                    <a:pt x="6388" y="39497"/>
                  </a:lnTo>
                  <a:lnTo>
                    <a:pt x="6235" y="39497"/>
                  </a:lnTo>
                  <a:lnTo>
                    <a:pt x="6261" y="40005"/>
                  </a:lnTo>
                  <a:lnTo>
                    <a:pt x="6565" y="40005"/>
                  </a:lnTo>
                  <a:lnTo>
                    <a:pt x="6565" y="40513"/>
                  </a:lnTo>
                  <a:lnTo>
                    <a:pt x="7302" y="40513"/>
                  </a:lnTo>
                  <a:lnTo>
                    <a:pt x="7493" y="40513"/>
                  </a:lnTo>
                  <a:lnTo>
                    <a:pt x="7226" y="40640"/>
                  </a:lnTo>
                  <a:lnTo>
                    <a:pt x="7150" y="40779"/>
                  </a:lnTo>
                  <a:lnTo>
                    <a:pt x="6540" y="41148"/>
                  </a:lnTo>
                  <a:lnTo>
                    <a:pt x="6172" y="41148"/>
                  </a:lnTo>
                  <a:lnTo>
                    <a:pt x="5867" y="41402"/>
                  </a:lnTo>
                  <a:lnTo>
                    <a:pt x="6070" y="41656"/>
                  </a:lnTo>
                  <a:lnTo>
                    <a:pt x="6426" y="41402"/>
                  </a:lnTo>
                  <a:lnTo>
                    <a:pt x="6642" y="41148"/>
                  </a:lnTo>
                  <a:lnTo>
                    <a:pt x="7124" y="40830"/>
                  </a:lnTo>
                  <a:lnTo>
                    <a:pt x="6934" y="41148"/>
                  </a:lnTo>
                  <a:lnTo>
                    <a:pt x="6794" y="41402"/>
                  </a:lnTo>
                  <a:lnTo>
                    <a:pt x="6705" y="41973"/>
                  </a:lnTo>
                  <a:lnTo>
                    <a:pt x="6096" y="42164"/>
                  </a:lnTo>
                  <a:lnTo>
                    <a:pt x="6680" y="42164"/>
                  </a:lnTo>
                  <a:lnTo>
                    <a:pt x="6807" y="42164"/>
                  </a:lnTo>
                  <a:lnTo>
                    <a:pt x="7150" y="42164"/>
                  </a:lnTo>
                  <a:lnTo>
                    <a:pt x="7137" y="42672"/>
                  </a:lnTo>
                  <a:lnTo>
                    <a:pt x="7289" y="42164"/>
                  </a:lnTo>
                  <a:lnTo>
                    <a:pt x="7556" y="42164"/>
                  </a:lnTo>
                  <a:lnTo>
                    <a:pt x="7645" y="42672"/>
                  </a:lnTo>
                  <a:lnTo>
                    <a:pt x="7518" y="43180"/>
                  </a:lnTo>
                  <a:lnTo>
                    <a:pt x="8585" y="43688"/>
                  </a:lnTo>
                  <a:lnTo>
                    <a:pt x="8267" y="43688"/>
                  </a:lnTo>
                  <a:lnTo>
                    <a:pt x="7874" y="44323"/>
                  </a:lnTo>
                  <a:lnTo>
                    <a:pt x="8026" y="44831"/>
                  </a:lnTo>
                  <a:lnTo>
                    <a:pt x="7670" y="44831"/>
                  </a:lnTo>
                  <a:lnTo>
                    <a:pt x="7543" y="44323"/>
                  </a:lnTo>
                  <a:lnTo>
                    <a:pt x="7454" y="47498"/>
                  </a:lnTo>
                  <a:lnTo>
                    <a:pt x="7454" y="48006"/>
                  </a:lnTo>
                  <a:lnTo>
                    <a:pt x="7073" y="47498"/>
                  </a:lnTo>
                  <a:lnTo>
                    <a:pt x="7454" y="47498"/>
                  </a:lnTo>
                  <a:lnTo>
                    <a:pt x="7454" y="44323"/>
                  </a:lnTo>
                  <a:lnTo>
                    <a:pt x="7734" y="43853"/>
                  </a:lnTo>
                  <a:lnTo>
                    <a:pt x="7835" y="43688"/>
                  </a:lnTo>
                  <a:lnTo>
                    <a:pt x="7480" y="43688"/>
                  </a:lnTo>
                  <a:lnTo>
                    <a:pt x="7175" y="43688"/>
                  </a:lnTo>
                  <a:lnTo>
                    <a:pt x="7175" y="46355"/>
                  </a:lnTo>
                  <a:lnTo>
                    <a:pt x="6908" y="46469"/>
                  </a:lnTo>
                  <a:lnTo>
                    <a:pt x="6908" y="47828"/>
                  </a:lnTo>
                  <a:lnTo>
                    <a:pt x="6591" y="47498"/>
                  </a:lnTo>
                  <a:lnTo>
                    <a:pt x="6731" y="47498"/>
                  </a:lnTo>
                  <a:lnTo>
                    <a:pt x="6908" y="47828"/>
                  </a:lnTo>
                  <a:lnTo>
                    <a:pt x="6908" y="46469"/>
                  </a:lnTo>
                  <a:lnTo>
                    <a:pt x="6718" y="46545"/>
                  </a:lnTo>
                  <a:lnTo>
                    <a:pt x="6718" y="46863"/>
                  </a:lnTo>
                  <a:lnTo>
                    <a:pt x="6515" y="47129"/>
                  </a:lnTo>
                  <a:lnTo>
                    <a:pt x="6388" y="46863"/>
                  </a:lnTo>
                  <a:lnTo>
                    <a:pt x="6718" y="46863"/>
                  </a:lnTo>
                  <a:lnTo>
                    <a:pt x="6718" y="46545"/>
                  </a:lnTo>
                  <a:lnTo>
                    <a:pt x="6337" y="46697"/>
                  </a:lnTo>
                  <a:lnTo>
                    <a:pt x="6337" y="47371"/>
                  </a:lnTo>
                  <a:lnTo>
                    <a:pt x="5232" y="47015"/>
                  </a:lnTo>
                  <a:lnTo>
                    <a:pt x="6337" y="47371"/>
                  </a:lnTo>
                  <a:lnTo>
                    <a:pt x="6337" y="46697"/>
                  </a:lnTo>
                  <a:lnTo>
                    <a:pt x="6057" y="46799"/>
                  </a:lnTo>
                  <a:lnTo>
                    <a:pt x="5981" y="46355"/>
                  </a:lnTo>
                  <a:lnTo>
                    <a:pt x="7175" y="46355"/>
                  </a:lnTo>
                  <a:lnTo>
                    <a:pt x="7175" y="43688"/>
                  </a:lnTo>
                  <a:lnTo>
                    <a:pt x="7035" y="43688"/>
                  </a:lnTo>
                  <a:lnTo>
                    <a:pt x="7251" y="43180"/>
                  </a:lnTo>
                  <a:lnTo>
                    <a:pt x="6921" y="43472"/>
                  </a:lnTo>
                  <a:lnTo>
                    <a:pt x="6858" y="43180"/>
                  </a:lnTo>
                  <a:lnTo>
                    <a:pt x="6756" y="42672"/>
                  </a:lnTo>
                  <a:lnTo>
                    <a:pt x="6527" y="43180"/>
                  </a:lnTo>
                  <a:lnTo>
                    <a:pt x="6629" y="43434"/>
                  </a:lnTo>
                  <a:lnTo>
                    <a:pt x="6413" y="43307"/>
                  </a:lnTo>
                  <a:lnTo>
                    <a:pt x="6299" y="43688"/>
                  </a:lnTo>
                  <a:lnTo>
                    <a:pt x="6159" y="43688"/>
                  </a:lnTo>
                  <a:lnTo>
                    <a:pt x="6159" y="44831"/>
                  </a:lnTo>
                  <a:lnTo>
                    <a:pt x="5880" y="44894"/>
                  </a:lnTo>
                  <a:lnTo>
                    <a:pt x="5880" y="45847"/>
                  </a:lnTo>
                  <a:lnTo>
                    <a:pt x="5486" y="46342"/>
                  </a:lnTo>
                  <a:lnTo>
                    <a:pt x="5346" y="46101"/>
                  </a:lnTo>
                  <a:lnTo>
                    <a:pt x="5194" y="46355"/>
                  </a:lnTo>
                  <a:lnTo>
                    <a:pt x="5473" y="46355"/>
                  </a:lnTo>
                  <a:lnTo>
                    <a:pt x="5537" y="46863"/>
                  </a:lnTo>
                  <a:lnTo>
                    <a:pt x="5181" y="46863"/>
                  </a:lnTo>
                  <a:lnTo>
                    <a:pt x="5194" y="45847"/>
                  </a:lnTo>
                  <a:lnTo>
                    <a:pt x="5499" y="45847"/>
                  </a:lnTo>
                  <a:lnTo>
                    <a:pt x="5880" y="45847"/>
                  </a:lnTo>
                  <a:lnTo>
                    <a:pt x="5880" y="44894"/>
                  </a:lnTo>
                  <a:lnTo>
                    <a:pt x="5016" y="45085"/>
                  </a:lnTo>
                  <a:lnTo>
                    <a:pt x="5118" y="44831"/>
                  </a:lnTo>
                  <a:lnTo>
                    <a:pt x="5715" y="44831"/>
                  </a:lnTo>
                  <a:lnTo>
                    <a:pt x="6159" y="44831"/>
                  </a:lnTo>
                  <a:lnTo>
                    <a:pt x="6159" y="43688"/>
                  </a:lnTo>
                  <a:lnTo>
                    <a:pt x="6159" y="43180"/>
                  </a:lnTo>
                  <a:lnTo>
                    <a:pt x="5816" y="43180"/>
                  </a:lnTo>
                  <a:lnTo>
                    <a:pt x="4775" y="43688"/>
                  </a:lnTo>
                  <a:lnTo>
                    <a:pt x="5118" y="43688"/>
                  </a:lnTo>
                  <a:lnTo>
                    <a:pt x="5359" y="44069"/>
                  </a:lnTo>
                  <a:lnTo>
                    <a:pt x="5702" y="43688"/>
                  </a:lnTo>
                  <a:lnTo>
                    <a:pt x="5829" y="44323"/>
                  </a:lnTo>
                  <a:lnTo>
                    <a:pt x="5537" y="44323"/>
                  </a:lnTo>
                  <a:lnTo>
                    <a:pt x="5626" y="44577"/>
                  </a:lnTo>
                  <a:lnTo>
                    <a:pt x="4889" y="44323"/>
                  </a:lnTo>
                  <a:lnTo>
                    <a:pt x="4533" y="44323"/>
                  </a:lnTo>
                  <a:lnTo>
                    <a:pt x="4013" y="44323"/>
                  </a:lnTo>
                  <a:lnTo>
                    <a:pt x="4267" y="44831"/>
                  </a:lnTo>
                  <a:lnTo>
                    <a:pt x="4076" y="44831"/>
                  </a:lnTo>
                  <a:lnTo>
                    <a:pt x="3937" y="45326"/>
                  </a:lnTo>
                  <a:lnTo>
                    <a:pt x="4127" y="45339"/>
                  </a:lnTo>
                  <a:lnTo>
                    <a:pt x="4267" y="45847"/>
                  </a:lnTo>
                  <a:lnTo>
                    <a:pt x="3860" y="46355"/>
                  </a:lnTo>
                  <a:lnTo>
                    <a:pt x="4495" y="46355"/>
                  </a:lnTo>
                  <a:lnTo>
                    <a:pt x="4191" y="46863"/>
                  </a:lnTo>
                  <a:lnTo>
                    <a:pt x="4851" y="46863"/>
                  </a:lnTo>
                  <a:lnTo>
                    <a:pt x="4775" y="47498"/>
                  </a:lnTo>
                  <a:lnTo>
                    <a:pt x="5448" y="47498"/>
                  </a:lnTo>
                  <a:lnTo>
                    <a:pt x="5918" y="47498"/>
                  </a:lnTo>
                  <a:lnTo>
                    <a:pt x="5918" y="48006"/>
                  </a:lnTo>
                  <a:lnTo>
                    <a:pt x="5676" y="48006"/>
                  </a:lnTo>
                  <a:lnTo>
                    <a:pt x="5676" y="51181"/>
                  </a:lnTo>
                  <a:lnTo>
                    <a:pt x="5613" y="51308"/>
                  </a:lnTo>
                  <a:lnTo>
                    <a:pt x="5105" y="51181"/>
                  </a:lnTo>
                  <a:lnTo>
                    <a:pt x="5676" y="51181"/>
                  </a:lnTo>
                  <a:lnTo>
                    <a:pt x="5676" y="48006"/>
                  </a:lnTo>
                  <a:lnTo>
                    <a:pt x="5092" y="48006"/>
                  </a:lnTo>
                  <a:lnTo>
                    <a:pt x="5181" y="48514"/>
                  </a:lnTo>
                  <a:lnTo>
                    <a:pt x="5257" y="49022"/>
                  </a:lnTo>
                  <a:lnTo>
                    <a:pt x="4889" y="49022"/>
                  </a:lnTo>
                  <a:lnTo>
                    <a:pt x="4127" y="49530"/>
                  </a:lnTo>
                  <a:lnTo>
                    <a:pt x="5092" y="49530"/>
                  </a:lnTo>
                  <a:lnTo>
                    <a:pt x="4826" y="50038"/>
                  </a:lnTo>
                  <a:lnTo>
                    <a:pt x="4165" y="50038"/>
                  </a:lnTo>
                  <a:lnTo>
                    <a:pt x="4165" y="51181"/>
                  </a:lnTo>
                  <a:lnTo>
                    <a:pt x="3924" y="51663"/>
                  </a:lnTo>
                  <a:lnTo>
                    <a:pt x="3810" y="51435"/>
                  </a:lnTo>
                  <a:lnTo>
                    <a:pt x="3644" y="51181"/>
                  </a:lnTo>
                  <a:lnTo>
                    <a:pt x="3937" y="51181"/>
                  </a:lnTo>
                  <a:lnTo>
                    <a:pt x="4089" y="50850"/>
                  </a:lnTo>
                  <a:lnTo>
                    <a:pt x="4165" y="51181"/>
                  </a:lnTo>
                  <a:lnTo>
                    <a:pt x="4165" y="50038"/>
                  </a:lnTo>
                  <a:lnTo>
                    <a:pt x="3492" y="50038"/>
                  </a:lnTo>
                  <a:lnTo>
                    <a:pt x="3492" y="51181"/>
                  </a:lnTo>
                  <a:lnTo>
                    <a:pt x="3302" y="51371"/>
                  </a:lnTo>
                  <a:lnTo>
                    <a:pt x="3365" y="50800"/>
                  </a:lnTo>
                  <a:lnTo>
                    <a:pt x="3492" y="51181"/>
                  </a:lnTo>
                  <a:lnTo>
                    <a:pt x="3492" y="50038"/>
                  </a:lnTo>
                  <a:lnTo>
                    <a:pt x="3263" y="50038"/>
                  </a:lnTo>
                  <a:lnTo>
                    <a:pt x="3200" y="51181"/>
                  </a:lnTo>
                  <a:lnTo>
                    <a:pt x="2692" y="51181"/>
                  </a:lnTo>
                  <a:lnTo>
                    <a:pt x="3251" y="51422"/>
                  </a:lnTo>
                  <a:lnTo>
                    <a:pt x="2997" y="51689"/>
                  </a:lnTo>
                  <a:lnTo>
                    <a:pt x="3276" y="51689"/>
                  </a:lnTo>
                  <a:lnTo>
                    <a:pt x="3302" y="51447"/>
                  </a:lnTo>
                  <a:lnTo>
                    <a:pt x="3721" y="51612"/>
                  </a:lnTo>
                  <a:lnTo>
                    <a:pt x="3911" y="51689"/>
                  </a:lnTo>
                  <a:lnTo>
                    <a:pt x="3556" y="52197"/>
                  </a:lnTo>
                  <a:lnTo>
                    <a:pt x="3657" y="52705"/>
                  </a:lnTo>
                  <a:lnTo>
                    <a:pt x="4254" y="52705"/>
                  </a:lnTo>
                  <a:lnTo>
                    <a:pt x="4381" y="53213"/>
                  </a:lnTo>
                  <a:lnTo>
                    <a:pt x="4673" y="52705"/>
                  </a:lnTo>
                  <a:lnTo>
                    <a:pt x="4229" y="52197"/>
                  </a:lnTo>
                  <a:lnTo>
                    <a:pt x="4406" y="52197"/>
                  </a:lnTo>
                  <a:lnTo>
                    <a:pt x="4737" y="51689"/>
                  </a:lnTo>
                  <a:lnTo>
                    <a:pt x="105460" y="51689"/>
                  </a:lnTo>
                  <a:lnTo>
                    <a:pt x="105308" y="52197"/>
                  </a:lnTo>
                  <a:lnTo>
                    <a:pt x="105232" y="52705"/>
                  </a:lnTo>
                  <a:lnTo>
                    <a:pt x="104927" y="52705"/>
                  </a:lnTo>
                  <a:lnTo>
                    <a:pt x="104978" y="52197"/>
                  </a:lnTo>
                  <a:lnTo>
                    <a:pt x="7061" y="52197"/>
                  </a:lnTo>
                  <a:lnTo>
                    <a:pt x="7061" y="55880"/>
                  </a:lnTo>
                  <a:lnTo>
                    <a:pt x="6692" y="55880"/>
                  </a:lnTo>
                  <a:lnTo>
                    <a:pt x="6997" y="55499"/>
                  </a:lnTo>
                  <a:lnTo>
                    <a:pt x="7061" y="55880"/>
                  </a:lnTo>
                  <a:lnTo>
                    <a:pt x="7061" y="52197"/>
                  </a:lnTo>
                  <a:lnTo>
                    <a:pt x="6934" y="52197"/>
                  </a:lnTo>
                  <a:lnTo>
                    <a:pt x="6934" y="55372"/>
                  </a:lnTo>
                  <a:lnTo>
                    <a:pt x="6654" y="55511"/>
                  </a:lnTo>
                  <a:lnTo>
                    <a:pt x="6654" y="55372"/>
                  </a:lnTo>
                  <a:lnTo>
                    <a:pt x="6934" y="55372"/>
                  </a:lnTo>
                  <a:lnTo>
                    <a:pt x="6934" y="52197"/>
                  </a:lnTo>
                  <a:lnTo>
                    <a:pt x="5981" y="52197"/>
                  </a:lnTo>
                  <a:lnTo>
                    <a:pt x="5778" y="52197"/>
                  </a:lnTo>
                  <a:lnTo>
                    <a:pt x="4940" y="52197"/>
                  </a:lnTo>
                  <a:lnTo>
                    <a:pt x="4686" y="52705"/>
                  </a:lnTo>
                  <a:lnTo>
                    <a:pt x="4508" y="53213"/>
                  </a:lnTo>
                  <a:lnTo>
                    <a:pt x="4673" y="53213"/>
                  </a:lnTo>
                  <a:lnTo>
                    <a:pt x="4991" y="53467"/>
                  </a:lnTo>
                  <a:lnTo>
                    <a:pt x="4864" y="53213"/>
                  </a:lnTo>
                  <a:lnTo>
                    <a:pt x="5016" y="52705"/>
                  </a:lnTo>
                  <a:lnTo>
                    <a:pt x="5562" y="52705"/>
                  </a:lnTo>
                  <a:lnTo>
                    <a:pt x="5816" y="53213"/>
                  </a:lnTo>
                  <a:lnTo>
                    <a:pt x="5753" y="52705"/>
                  </a:lnTo>
                  <a:lnTo>
                    <a:pt x="6350" y="52705"/>
                  </a:lnTo>
                  <a:lnTo>
                    <a:pt x="6159" y="53213"/>
                  </a:lnTo>
                  <a:lnTo>
                    <a:pt x="6096" y="53848"/>
                  </a:lnTo>
                  <a:lnTo>
                    <a:pt x="6578" y="53848"/>
                  </a:lnTo>
                  <a:lnTo>
                    <a:pt x="6261" y="54864"/>
                  </a:lnTo>
                  <a:lnTo>
                    <a:pt x="6197" y="55727"/>
                  </a:lnTo>
                  <a:lnTo>
                    <a:pt x="5867" y="55880"/>
                  </a:lnTo>
                  <a:lnTo>
                    <a:pt x="6184" y="55880"/>
                  </a:lnTo>
                  <a:lnTo>
                    <a:pt x="6172" y="56134"/>
                  </a:lnTo>
                  <a:lnTo>
                    <a:pt x="6350" y="55880"/>
                  </a:lnTo>
                  <a:lnTo>
                    <a:pt x="6362" y="56388"/>
                  </a:lnTo>
                  <a:lnTo>
                    <a:pt x="6159" y="56388"/>
                  </a:lnTo>
                  <a:lnTo>
                    <a:pt x="6019" y="56388"/>
                  </a:lnTo>
                  <a:lnTo>
                    <a:pt x="6096" y="56896"/>
                  </a:lnTo>
                  <a:lnTo>
                    <a:pt x="5880" y="56896"/>
                  </a:lnTo>
                  <a:lnTo>
                    <a:pt x="5930" y="57404"/>
                  </a:lnTo>
                  <a:lnTo>
                    <a:pt x="5765" y="57404"/>
                  </a:lnTo>
                  <a:lnTo>
                    <a:pt x="5461" y="57658"/>
                  </a:lnTo>
                  <a:lnTo>
                    <a:pt x="5638" y="57658"/>
                  </a:lnTo>
                  <a:lnTo>
                    <a:pt x="5715" y="58039"/>
                  </a:lnTo>
                  <a:lnTo>
                    <a:pt x="5829" y="57912"/>
                  </a:lnTo>
                  <a:lnTo>
                    <a:pt x="6210" y="57912"/>
                  </a:lnTo>
                  <a:lnTo>
                    <a:pt x="6337" y="57658"/>
                  </a:lnTo>
                  <a:lnTo>
                    <a:pt x="5994" y="57658"/>
                  </a:lnTo>
                  <a:lnTo>
                    <a:pt x="5994" y="57404"/>
                  </a:lnTo>
                  <a:lnTo>
                    <a:pt x="6223" y="57404"/>
                  </a:lnTo>
                  <a:lnTo>
                    <a:pt x="6311" y="57150"/>
                  </a:lnTo>
                  <a:lnTo>
                    <a:pt x="6578" y="57150"/>
                  </a:lnTo>
                  <a:lnTo>
                    <a:pt x="7023" y="57404"/>
                  </a:lnTo>
                  <a:lnTo>
                    <a:pt x="7150" y="57150"/>
                  </a:lnTo>
                  <a:lnTo>
                    <a:pt x="6934" y="56896"/>
                  </a:lnTo>
                  <a:lnTo>
                    <a:pt x="7213" y="56896"/>
                  </a:lnTo>
                  <a:lnTo>
                    <a:pt x="7150" y="57150"/>
                  </a:lnTo>
                  <a:lnTo>
                    <a:pt x="7467" y="57150"/>
                  </a:lnTo>
                  <a:lnTo>
                    <a:pt x="7543" y="56896"/>
                  </a:lnTo>
                  <a:lnTo>
                    <a:pt x="7378" y="56896"/>
                  </a:lnTo>
                  <a:lnTo>
                    <a:pt x="7175" y="56388"/>
                  </a:lnTo>
                  <a:lnTo>
                    <a:pt x="7759" y="56388"/>
                  </a:lnTo>
                  <a:lnTo>
                    <a:pt x="9093" y="56896"/>
                  </a:lnTo>
                  <a:lnTo>
                    <a:pt x="9029" y="57645"/>
                  </a:lnTo>
                  <a:lnTo>
                    <a:pt x="8686" y="57480"/>
                  </a:lnTo>
                  <a:lnTo>
                    <a:pt x="8686" y="57658"/>
                  </a:lnTo>
                  <a:lnTo>
                    <a:pt x="8559" y="57658"/>
                  </a:lnTo>
                  <a:lnTo>
                    <a:pt x="8686" y="57658"/>
                  </a:lnTo>
                  <a:lnTo>
                    <a:pt x="8686" y="57480"/>
                  </a:lnTo>
                  <a:lnTo>
                    <a:pt x="8559" y="57404"/>
                  </a:lnTo>
                  <a:lnTo>
                    <a:pt x="8610" y="56896"/>
                  </a:lnTo>
                  <a:lnTo>
                    <a:pt x="8343" y="57150"/>
                  </a:lnTo>
                  <a:lnTo>
                    <a:pt x="8166" y="57404"/>
                  </a:lnTo>
                  <a:lnTo>
                    <a:pt x="8026" y="57658"/>
                  </a:lnTo>
                  <a:lnTo>
                    <a:pt x="7937" y="57912"/>
                  </a:lnTo>
                  <a:lnTo>
                    <a:pt x="7848" y="58166"/>
                  </a:lnTo>
                  <a:lnTo>
                    <a:pt x="7759" y="58420"/>
                  </a:lnTo>
                  <a:lnTo>
                    <a:pt x="7670" y="58674"/>
                  </a:lnTo>
                  <a:lnTo>
                    <a:pt x="8280" y="58928"/>
                  </a:lnTo>
                  <a:lnTo>
                    <a:pt x="7810" y="58928"/>
                  </a:lnTo>
                  <a:lnTo>
                    <a:pt x="7264" y="59690"/>
                  </a:lnTo>
                  <a:lnTo>
                    <a:pt x="7137" y="60071"/>
                  </a:lnTo>
                  <a:lnTo>
                    <a:pt x="7531" y="59690"/>
                  </a:lnTo>
                  <a:lnTo>
                    <a:pt x="7747" y="59690"/>
                  </a:lnTo>
                  <a:lnTo>
                    <a:pt x="8737" y="60071"/>
                  </a:lnTo>
                  <a:lnTo>
                    <a:pt x="9271" y="60071"/>
                  </a:lnTo>
                  <a:lnTo>
                    <a:pt x="8890" y="59690"/>
                  </a:lnTo>
                  <a:lnTo>
                    <a:pt x="8674" y="59690"/>
                  </a:lnTo>
                  <a:lnTo>
                    <a:pt x="8458" y="59563"/>
                  </a:lnTo>
                  <a:lnTo>
                    <a:pt x="8496" y="59690"/>
                  </a:lnTo>
                  <a:lnTo>
                    <a:pt x="7874" y="59690"/>
                  </a:lnTo>
                  <a:lnTo>
                    <a:pt x="7912" y="59436"/>
                  </a:lnTo>
                  <a:lnTo>
                    <a:pt x="8242" y="59436"/>
                  </a:lnTo>
                  <a:lnTo>
                    <a:pt x="8305" y="58928"/>
                  </a:lnTo>
                  <a:lnTo>
                    <a:pt x="8623" y="58928"/>
                  </a:lnTo>
                  <a:lnTo>
                    <a:pt x="8534" y="59182"/>
                  </a:lnTo>
                  <a:lnTo>
                    <a:pt x="8801" y="58928"/>
                  </a:lnTo>
                  <a:lnTo>
                    <a:pt x="9232" y="58928"/>
                  </a:lnTo>
                  <a:lnTo>
                    <a:pt x="9398" y="59182"/>
                  </a:lnTo>
                  <a:lnTo>
                    <a:pt x="9512" y="59436"/>
                  </a:lnTo>
                  <a:lnTo>
                    <a:pt x="9575" y="59690"/>
                  </a:lnTo>
                  <a:lnTo>
                    <a:pt x="9677" y="60071"/>
                  </a:lnTo>
                  <a:lnTo>
                    <a:pt x="9969" y="60071"/>
                  </a:lnTo>
                  <a:lnTo>
                    <a:pt x="10185" y="60325"/>
                  </a:lnTo>
                  <a:lnTo>
                    <a:pt x="10502" y="60071"/>
                  </a:lnTo>
                  <a:lnTo>
                    <a:pt x="10858" y="60325"/>
                  </a:lnTo>
                  <a:lnTo>
                    <a:pt x="10871" y="60579"/>
                  </a:lnTo>
                  <a:lnTo>
                    <a:pt x="11061" y="60579"/>
                  </a:lnTo>
                  <a:lnTo>
                    <a:pt x="11087" y="60325"/>
                  </a:lnTo>
                  <a:lnTo>
                    <a:pt x="11188" y="60833"/>
                  </a:lnTo>
                  <a:lnTo>
                    <a:pt x="11480" y="61087"/>
                  </a:lnTo>
                  <a:lnTo>
                    <a:pt x="11518" y="61264"/>
                  </a:lnTo>
                  <a:lnTo>
                    <a:pt x="11010" y="61087"/>
                  </a:lnTo>
                  <a:lnTo>
                    <a:pt x="11074" y="61595"/>
                  </a:lnTo>
                  <a:lnTo>
                    <a:pt x="10744" y="61595"/>
                  </a:lnTo>
                  <a:lnTo>
                    <a:pt x="10604" y="61849"/>
                  </a:lnTo>
                  <a:lnTo>
                    <a:pt x="10375" y="61595"/>
                  </a:lnTo>
                  <a:lnTo>
                    <a:pt x="10223" y="61595"/>
                  </a:lnTo>
                  <a:lnTo>
                    <a:pt x="10147" y="61849"/>
                  </a:lnTo>
                  <a:lnTo>
                    <a:pt x="10439" y="61976"/>
                  </a:lnTo>
                  <a:lnTo>
                    <a:pt x="10744" y="61849"/>
                  </a:lnTo>
                  <a:lnTo>
                    <a:pt x="10985" y="62103"/>
                  </a:lnTo>
                  <a:lnTo>
                    <a:pt x="11163" y="61849"/>
                  </a:lnTo>
                  <a:lnTo>
                    <a:pt x="11468" y="62230"/>
                  </a:lnTo>
                  <a:lnTo>
                    <a:pt x="11023" y="62115"/>
                  </a:lnTo>
                  <a:lnTo>
                    <a:pt x="11023" y="62865"/>
                  </a:lnTo>
                  <a:lnTo>
                    <a:pt x="11010" y="62674"/>
                  </a:lnTo>
                  <a:lnTo>
                    <a:pt x="11023" y="62865"/>
                  </a:lnTo>
                  <a:lnTo>
                    <a:pt x="11023" y="62115"/>
                  </a:lnTo>
                  <a:lnTo>
                    <a:pt x="11010" y="62611"/>
                  </a:lnTo>
                  <a:lnTo>
                    <a:pt x="10883" y="62357"/>
                  </a:lnTo>
                  <a:lnTo>
                    <a:pt x="10807" y="62103"/>
                  </a:lnTo>
                  <a:lnTo>
                    <a:pt x="10464" y="62103"/>
                  </a:lnTo>
                  <a:lnTo>
                    <a:pt x="10858" y="62357"/>
                  </a:lnTo>
                  <a:lnTo>
                    <a:pt x="10744" y="62611"/>
                  </a:lnTo>
                  <a:lnTo>
                    <a:pt x="10744" y="62331"/>
                  </a:lnTo>
                  <a:lnTo>
                    <a:pt x="10020" y="62103"/>
                  </a:lnTo>
                  <a:lnTo>
                    <a:pt x="9956" y="61849"/>
                  </a:lnTo>
                  <a:lnTo>
                    <a:pt x="9652" y="61849"/>
                  </a:lnTo>
                  <a:lnTo>
                    <a:pt x="9867" y="62103"/>
                  </a:lnTo>
                  <a:lnTo>
                    <a:pt x="9994" y="62357"/>
                  </a:lnTo>
                  <a:lnTo>
                    <a:pt x="10096" y="62865"/>
                  </a:lnTo>
                  <a:lnTo>
                    <a:pt x="10172" y="63246"/>
                  </a:lnTo>
                  <a:lnTo>
                    <a:pt x="9753" y="63246"/>
                  </a:lnTo>
                  <a:lnTo>
                    <a:pt x="9563" y="62865"/>
                  </a:lnTo>
                  <a:lnTo>
                    <a:pt x="9232" y="62865"/>
                  </a:lnTo>
                  <a:lnTo>
                    <a:pt x="9563" y="63246"/>
                  </a:lnTo>
                  <a:lnTo>
                    <a:pt x="12331" y="64630"/>
                  </a:lnTo>
                  <a:lnTo>
                    <a:pt x="9385" y="64109"/>
                  </a:lnTo>
                  <a:lnTo>
                    <a:pt x="10693" y="64668"/>
                  </a:lnTo>
                  <a:lnTo>
                    <a:pt x="11861" y="64655"/>
                  </a:lnTo>
                  <a:lnTo>
                    <a:pt x="13093" y="65722"/>
                  </a:lnTo>
                  <a:lnTo>
                    <a:pt x="15100" y="66001"/>
                  </a:lnTo>
                  <a:lnTo>
                    <a:pt x="15963" y="66421"/>
                  </a:lnTo>
                  <a:lnTo>
                    <a:pt x="15506" y="67310"/>
                  </a:lnTo>
                  <a:lnTo>
                    <a:pt x="16319" y="67030"/>
                  </a:lnTo>
                  <a:lnTo>
                    <a:pt x="16764" y="67144"/>
                  </a:lnTo>
                  <a:lnTo>
                    <a:pt x="17132" y="67932"/>
                  </a:lnTo>
                  <a:lnTo>
                    <a:pt x="17513" y="67373"/>
                  </a:lnTo>
                  <a:lnTo>
                    <a:pt x="17729" y="67437"/>
                  </a:lnTo>
                  <a:lnTo>
                    <a:pt x="17640" y="67945"/>
                  </a:lnTo>
                  <a:lnTo>
                    <a:pt x="18224" y="67945"/>
                  </a:lnTo>
                  <a:lnTo>
                    <a:pt x="18097" y="68199"/>
                  </a:lnTo>
                  <a:lnTo>
                    <a:pt x="18554" y="68199"/>
                  </a:lnTo>
                  <a:lnTo>
                    <a:pt x="18618" y="68033"/>
                  </a:lnTo>
                  <a:lnTo>
                    <a:pt x="19875" y="69202"/>
                  </a:lnTo>
                  <a:lnTo>
                    <a:pt x="19824" y="69596"/>
                  </a:lnTo>
                  <a:lnTo>
                    <a:pt x="19837" y="69596"/>
                  </a:lnTo>
                  <a:lnTo>
                    <a:pt x="22377" y="69596"/>
                  </a:lnTo>
                  <a:lnTo>
                    <a:pt x="22656" y="69735"/>
                  </a:lnTo>
                  <a:lnTo>
                    <a:pt x="22606" y="69596"/>
                  </a:lnTo>
                  <a:lnTo>
                    <a:pt x="22936" y="69596"/>
                  </a:lnTo>
                  <a:lnTo>
                    <a:pt x="22847" y="69824"/>
                  </a:lnTo>
                  <a:lnTo>
                    <a:pt x="23241" y="70027"/>
                  </a:lnTo>
                  <a:lnTo>
                    <a:pt x="22961" y="70192"/>
                  </a:lnTo>
                  <a:lnTo>
                    <a:pt x="22834" y="70243"/>
                  </a:lnTo>
                  <a:lnTo>
                    <a:pt x="22758" y="70040"/>
                  </a:lnTo>
                  <a:lnTo>
                    <a:pt x="22656" y="70307"/>
                  </a:lnTo>
                  <a:lnTo>
                    <a:pt x="21818" y="70612"/>
                  </a:lnTo>
                  <a:lnTo>
                    <a:pt x="22542" y="70612"/>
                  </a:lnTo>
                  <a:lnTo>
                    <a:pt x="24472" y="70612"/>
                  </a:lnTo>
                  <a:lnTo>
                    <a:pt x="24587" y="70866"/>
                  </a:lnTo>
                  <a:lnTo>
                    <a:pt x="25323" y="70866"/>
                  </a:lnTo>
                  <a:lnTo>
                    <a:pt x="25565" y="70866"/>
                  </a:lnTo>
                  <a:lnTo>
                    <a:pt x="25730" y="70866"/>
                  </a:lnTo>
                  <a:lnTo>
                    <a:pt x="25514" y="70612"/>
                  </a:lnTo>
                  <a:lnTo>
                    <a:pt x="34137" y="70612"/>
                  </a:lnTo>
                  <a:lnTo>
                    <a:pt x="33909" y="70866"/>
                  </a:lnTo>
                  <a:lnTo>
                    <a:pt x="29629" y="70866"/>
                  </a:lnTo>
                  <a:lnTo>
                    <a:pt x="30060" y="71513"/>
                  </a:lnTo>
                  <a:lnTo>
                    <a:pt x="30353" y="71374"/>
                  </a:lnTo>
                  <a:lnTo>
                    <a:pt x="30607" y="71374"/>
                  </a:lnTo>
                  <a:lnTo>
                    <a:pt x="30518" y="71767"/>
                  </a:lnTo>
                  <a:lnTo>
                    <a:pt x="30708" y="71628"/>
                  </a:lnTo>
                  <a:lnTo>
                    <a:pt x="30899" y="71628"/>
                  </a:lnTo>
                  <a:lnTo>
                    <a:pt x="30962" y="71882"/>
                  </a:lnTo>
                  <a:lnTo>
                    <a:pt x="31102" y="72009"/>
                  </a:lnTo>
                  <a:lnTo>
                    <a:pt x="31483" y="71628"/>
                  </a:lnTo>
                  <a:lnTo>
                    <a:pt x="31559" y="72136"/>
                  </a:lnTo>
                  <a:lnTo>
                    <a:pt x="31737" y="72263"/>
                  </a:lnTo>
                  <a:lnTo>
                    <a:pt x="32080" y="71882"/>
                  </a:lnTo>
                  <a:lnTo>
                    <a:pt x="32245" y="72136"/>
                  </a:lnTo>
                  <a:lnTo>
                    <a:pt x="32537" y="71882"/>
                  </a:lnTo>
                  <a:lnTo>
                    <a:pt x="32715" y="71882"/>
                  </a:lnTo>
                  <a:lnTo>
                    <a:pt x="33070" y="72263"/>
                  </a:lnTo>
                  <a:lnTo>
                    <a:pt x="33007" y="72390"/>
                  </a:lnTo>
                  <a:lnTo>
                    <a:pt x="33172" y="72364"/>
                  </a:lnTo>
                  <a:lnTo>
                    <a:pt x="33147" y="72186"/>
                  </a:lnTo>
                  <a:lnTo>
                    <a:pt x="33350" y="71882"/>
                  </a:lnTo>
                  <a:lnTo>
                    <a:pt x="33578" y="71628"/>
                  </a:lnTo>
                  <a:lnTo>
                    <a:pt x="33515" y="71882"/>
                  </a:lnTo>
                  <a:lnTo>
                    <a:pt x="33413" y="72390"/>
                  </a:lnTo>
                  <a:lnTo>
                    <a:pt x="33210" y="72390"/>
                  </a:lnTo>
                  <a:lnTo>
                    <a:pt x="33007" y="72390"/>
                  </a:lnTo>
                  <a:lnTo>
                    <a:pt x="32804" y="72771"/>
                  </a:lnTo>
                  <a:lnTo>
                    <a:pt x="33680" y="72390"/>
                  </a:lnTo>
                  <a:lnTo>
                    <a:pt x="34048" y="72136"/>
                  </a:lnTo>
                  <a:lnTo>
                    <a:pt x="34239" y="72390"/>
                  </a:lnTo>
                  <a:lnTo>
                    <a:pt x="34302" y="72136"/>
                  </a:lnTo>
                  <a:lnTo>
                    <a:pt x="34391" y="71945"/>
                  </a:lnTo>
                  <a:lnTo>
                    <a:pt x="34531" y="72047"/>
                  </a:lnTo>
                  <a:lnTo>
                    <a:pt x="34658" y="72136"/>
                  </a:lnTo>
                  <a:lnTo>
                    <a:pt x="35013" y="72390"/>
                  </a:lnTo>
                  <a:lnTo>
                    <a:pt x="34861" y="72771"/>
                  </a:lnTo>
                  <a:lnTo>
                    <a:pt x="34836" y="72948"/>
                  </a:lnTo>
                  <a:lnTo>
                    <a:pt x="34493" y="72771"/>
                  </a:lnTo>
                  <a:lnTo>
                    <a:pt x="34417" y="73025"/>
                  </a:lnTo>
                  <a:lnTo>
                    <a:pt x="34721" y="73279"/>
                  </a:lnTo>
                  <a:lnTo>
                    <a:pt x="35153" y="73279"/>
                  </a:lnTo>
                  <a:lnTo>
                    <a:pt x="35153" y="72390"/>
                  </a:lnTo>
                  <a:lnTo>
                    <a:pt x="35674" y="72390"/>
                  </a:lnTo>
                  <a:lnTo>
                    <a:pt x="36741" y="72771"/>
                  </a:lnTo>
                  <a:lnTo>
                    <a:pt x="37109" y="72390"/>
                  </a:lnTo>
                  <a:lnTo>
                    <a:pt x="37350" y="72136"/>
                  </a:lnTo>
                  <a:lnTo>
                    <a:pt x="37439" y="72390"/>
                  </a:lnTo>
                  <a:lnTo>
                    <a:pt x="38201" y="72390"/>
                  </a:lnTo>
                  <a:lnTo>
                    <a:pt x="37757" y="72136"/>
                  </a:lnTo>
                  <a:lnTo>
                    <a:pt x="38646" y="72136"/>
                  </a:lnTo>
                  <a:lnTo>
                    <a:pt x="38531" y="71882"/>
                  </a:lnTo>
                  <a:lnTo>
                    <a:pt x="38328" y="71882"/>
                  </a:lnTo>
                  <a:lnTo>
                    <a:pt x="38328" y="71628"/>
                  </a:lnTo>
                  <a:lnTo>
                    <a:pt x="38493" y="71628"/>
                  </a:lnTo>
                  <a:lnTo>
                    <a:pt x="38277" y="71564"/>
                  </a:lnTo>
                  <a:lnTo>
                    <a:pt x="38188" y="71374"/>
                  </a:lnTo>
                  <a:lnTo>
                    <a:pt x="37401" y="71501"/>
                  </a:lnTo>
                  <a:lnTo>
                    <a:pt x="37680" y="71374"/>
                  </a:lnTo>
                  <a:lnTo>
                    <a:pt x="38036" y="71374"/>
                  </a:lnTo>
                  <a:lnTo>
                    <a:pt x="38188" y="71374"/>
                  </a:lnTo>
                  <a:lnTo>
                    <a:pt x="38036" y="71310"/>
                  </a:lnTo>
                  <a:lnTo>
                    <a:pt x="38354" y="71348"/>
                  </a:lnTo>
                  <a:lnTo>
                    <a:pt x="38252" y="71120"/>
                  </a:lnTo>
                  <a:lnTo>
                    <a:pt x="38049" y="71208"/>
                  </a:lnTo>
                  <a:lnTo>
                    <a:pt x="38023" y="70866"/>
                  </a:lnTo>
                  <a:lnTo>
                    <a:pt x="38011" y="71234"/>
                  </a:lnTo>
                  <a:lnTo>
                    <a:pt x="37693" y="71120"/>
                  </a:lnTo>
                  <a:lnTo>
                    <a:pt x="38011" y="71234"/>
                  </a:lnTo>
                  <a:lnTo>
                    <a:pt x="38011" y="70866"/>
                  </a:lnTo>
                  <a:lnTo>
                    <a:pt x="37592" y="70866"/>
                  </a:lnTo>
                  <a:lnTo>
                    <a:pt x="37426" y="70866"/>
                  </a:lnTo>
                  <a:lnTo>
                    <a:pt x="37363" y="71120"/>
                  </a:lnTo>
                  <a:lnTo>
                    <a:pt x="37223" y="71374"/>
                  </a:lnTo>
                  <a:lnTo>
                    <a:pt x="37223" y="71120"/>
                  </a:lnTo>
                  <a:lnTo>
                    <a:pt x="37401" y="70967"/>
                  </a:lnTo>
                  <a:lnTo>
                    <a:pt x="37007" y="70866"/>
                  </a:lnTo>
                  <a:lnTo>
                    <a:pt x="36703" y="71120"/>
                  </a:lnTo>
                  <a:lnTo>
                    <a:pt x="36817" y="71374"/>
                  </a:lnTo>
                  <a:lnTo>
                    <a:pt x="36626" y="71120"/>
                  </a:lnTo>
                  <a:lnTo>
                    <a:pt x="36677" y="70878"/>
                  </a:lnTo>
                  <a:lnTo>
                    <a:pt x="36677" y="70612"/>
                  </a:lnTo>
                  <a:lnTo>
                    <a:pt x="36817" y="69596"/>
                  </a:lnTo>
                  <a:lnTo>
                    <a:pt x="36639" y="70027"/>
                  </a:lnTo>
                  <a:lnTo>
                    <a:pt x="36639" y="70891"/>
                  </a:lnTo>
                  <a:lnTo>
                    <a:pt x="36182" y="71120"/>
                  </a:lnTo>
                  <a:lnTo>
                    <a:pt x="36372" y="71374"/>
                  </a:lnTo>
                  <a:lnTo>
                    <a:pt x="36195" y="71374"/>
                  </a:lnTo>
                  <a:lnTo>
                    <a:pt x="36042" y="71628"/>
                  </a:lnTo>
                  <a:lnTo>
                    <a:pt x="35750" y="71628"/>
                  </a:lnTo>
                  <a:lnTo>
                    <a:pt x="35826" y="71374"/>
                  </a:lnTo>
                  <a:lnTo>
                    <a:pt x="35991" y="71374"/>
                  </a:lnTo>
                  <a:lnTo>
                    <a:pt x="35598" y="71196"/>
                  </a:lnTo>
                  <a:lnTo>
                    <a:pt x="35369" y="71259"/>
                  </a:lnTo>
                  <a:lnTo>
                    <a:pt x="35102" y="71475"/>
                  </a:lnTo>
                  <a:lnTo>
                    <a:pt x="35102" y="72021"/>
                  </a:lnTo>
                  <a:lnTo>
                    <a:pt x="34874" y="71882"/>
                  </a:lnTo>
                  <a:lnTo>
                    <a:pt x="35064" y="71882"/>
                  </a:lnTo>
                  <a:lnTo>
                    <a:pt x="35102" y="72021"/>
                  </a:lnTo>
                  <a:lnTo>
                    <a:pt x="35102" y="71475"/>
                  </a:lnTo>
                  <a:lnTo>
                    <a:pt x="34836" y="71577"/>
                  </a:lnTo>
                  <a:lnTo>
                    <a:pt x="34810" y="71843"/>
                  </a:lnTo>
                  <a:lnTo>
                    <a:pt x="34569" y="71882"/>
                  </a:lnTo>
                  <a:lnTo>
                    <a:pt x="34442" y="71628"/>
                  </a:lnTo>
                  <a:lnTo>
                    <a:pt x="34683" y="71628"/>
                  </a:lnTo>
                  <a:lnTo>
                    <a:pt x="34836" y="71628"/>
                  </a:lnTo>
                  <a:lnTo>
                    <a:pt x="34848" y="71374"/>
                  </a:lnTo>
                  <a:lnTo>
                    <a:pt x="34277" y="71488"/>
                  </a:lnTo>
                  <a:lnTo>
                    <a:pt x="34277" y="71755"/>
                  </a:lnTo>
                  <a:lnTo>
                    <a:pt x="33997" y="71628"/>
                  </a:lnTo>
                  <a:lnTo>
                    <a:pt x="34137" y="71628"/>
                  </a:lnTo>
                  <a:lnTo>
                    <a:pt x="34277" y="71755"/>
                  </a:lnTo>
                  <a:lnTo>
                    <a:pt x="34277" y="71488"/>
                  </a:lnTo>
                  <a:lnTo>
                    <a:pt x="33959" y="71551"/>
                  </a:lnTo>
                  <a:lnTo>
                    <a:pt x="33553" y="71374"/>
                  </a:lnTo>
                  <a:lnTo>
                    <a:pt x="34074" y="71120"/>
                  </a:lnTo>
                  <a:lnTo>
                    <a:pt x="34645" y="71120"/>
                  </a:lnTo>
                  <a:lnTo>
                    <a:pt x="34556" y="70866"/>
                  </a:lnTo>
                  <a:lnTo>
                    <a:pt x="34683" y="70866"/>
                  </a:lnTo>
                  <a:lnTo>
                    <a:pt x="34772" y="71120"/>
                  </a:lnTo>
                  <a:lnTo>
                    <a:pt x="34874" y="71374"/>
                  </a:lnTo>
                  <a:lnTo>
                    <a:pt x="35090" y="71374"/>
                  </a:lnTo>
                  <a:lnTo>
                    <a:pt x="35369" y="71374"/>
                  </a:lnTo>
                  <a:lnTo>
                    <a:pt x="35090" y="71323"/>
                  </a:lnTo>
                  <a:lnTo>
                    <a:pt x="35140" y="71120"/>
                  </a:lnTo>
                  <a:lnTo>
                    <a:pt x="35407" y="71120"/>
                  </a:lnTo>
                  <a:lnTo>
                    <a:pt x="35433" y="70866"/>
                  </a:lnTo>
                  <a:lnTo>
                    <a:pt x="35102" y="70866"/>
                  </a:lnTo>
                  <a:lnTo>
                    <a:pt x="35052" y="71031"/>
                  </a:lnTo>
                  <a:lnTo>
                    <a:pt x="34912" y="70866"/>
                  </a:lnTo>
                  <a:lnTo>
                    <a:pt x="35102" y="70866"/>
                  </a:lnTo>
                  <a:lnTo>
                    <a:pt x="35179" y="70612"/>
                  </a:lnTo>
                  <a:lnTo>
                    <a:pt x="35471" y="70612"/>
                  </a:lnTo>
                  <a:lnTo>
                    <a:pt x="35433" y="70866"/>
                  </a:lnTo>
                  <a:lnTo>
                    <a:pt x="36487" y="70866"/>
                  </a:lnTo>
                  <a:lnTo>
                    <a:pt x="35674" y="71120"/>
                  </a:lnTo>
                  <a:lnTo>
                    <a:pt x="35890" y="71120"/>
                  </a:lnTo>
                  <a:lnTo>
                    <a:pt x="36068" y="71120"/>
                  </a:lnTo>
                  <a:lnTo>
                    <a:pt x="36639" y="70891"/>
                  </a:lnTo>
                  <a:lnTo>
                    <a:pt x="36639" y="70027"/>
                  </a:lnTo>
                  <a:lnTo>
                    <a:pt x="36601" y="69596"/>
                  </a:lnTo>
                  <a:lnTo>
                    <a:pt x="36817" y="69596"/>
                  </a:lnTo>
                  <a:lnTo>
                    <a:pt x="36741" y="70866"/>
                  </a:lnTo>
                  <a:lnTo>
                    <a:pt x="37338" y="70612"/>
                  </a:lnTo>
                  <a:lnTo>
                    <a:pt x="38328" y="70612"/>
                  </a:lnTo>
                  <a:lnTo>
                    <a:pt x="38392" y="71120"/>
                  </a:lnTo>
                  <a:lnTo>
                    <a:pt x="38430" y="71374"/>
                  </a:lnTo>
                  <a:lnTo>
                    <a:pt x="38493" y="71526"/>
                  </a:lnTo>
                  <a:lnTo>
                    <a:pt x="38684" y="71628"/>
                  </a:lnTo>
                  <a:lnTo>
                    <a:pt x="38544" y="71628"/>
                  </a:lnTo>
                  <a:lnTo>
                    <a:pt x="38417" y="71628"/>
                  </a:lnTo>
                  <a:lnTo>
                    <a:pt x="38531" y="71882"/>
                  </a:lnTo>
                  <a:lnTo>
                    <a:pt x="38671" y="71882"/>
                  </a:lnTo>
                  <a:lnTo>
                    <a:pt x="38823" y="71882"/>
                  </a:lnTo>
                  <a:lnTo>
                    <a:pt x="39052" y="71882"/>
                  </a:lnTo>
                  <a:lnTo>
                    <a:pt x="39052" y="72009"/>
                  </a:lnTo>
                  <a:lnTo>
                    <a:pt x="39458" y="71882"/>
                  </a:lnTo>
                  <a:lnTo>
                    <a:pt x="39700" y="71882"/>
                  </a:lnTo>
                  <a:lnTo>
                    <a:pt x="39776" y="71628"/>
                  </a:lnTo>
                  <a:lnTo>
                    <a:pt x="40081" y="71628"/>
                  </a:lnTo>
                  <a:lnTo>
                    <a:pt x="39966" y="71120"/>
                  </a:lnTo>
                  <a:lnTo>
                    <a:pt x="39789" y="71374"/>
                  </a:lnTo>
                  <a:lnTo>
                    <a:pt x="39700" y="71589"/>
                  </a:lnTo>
                  <a:lnTo>
                    <a:pt x="39357" y="71374"/>
                  </a:lnTo>
                  <a:lnTo>
                    <a:pt x="39052" y="71437"/>
                  </a:lnTo>
                  <a:lnTo>
                    <a:pt x="39052" y="71628"/>
                  </a:lnTo>
                  <a:lnTo>
                    <a:pt x="39052" y="71843"/>
                  </a:lnTo>
                  <a:lnTo>
                    <a:pt x="38900" y="71793"/>
                  </a:lnTo>
                  <a:lnTo>
                    <a:pt x="39052" y="71628"/>
                  </a:lnTo>
                  <a:lnTo>
                    <a:pt x="39052" y="71437"/>
                  </a:lnTo>
                  <a:lnTo>
                    <a:pt x="38569" y="71513"/>
                  </a:lnTo>
                  <a:lnTo>
                    <a:pt x="38620" y="71374"/>
                  </a:lnTo>
                  <a:lnTo>
                    <a:pt x="38620" y="71120"/>
                  </a:lnTo>
                  <a:lnTo>
                    <a:pt x="39306" y="71120"/>
                  </a:lnTo>
                  <a:lnTo>
                    <a:pt x="39306" y="70866"/>
                  </a:lnTo>
                  <a:lnTo>
                    <a:pt x="39306" y="70612"/>
                  </a:lnTo>
                  <a:lnTo>
                    <a:pt x="39370" y="71120"/>
                  </a:lnTo>
                  <a:lnTo>
                    <a:pt x="39827" y="71120"/>
                  </a:lnTo>
                  <a:lnTo>
                    <a:pt x="39966" y="71120"/>
                  </a:lnTo>
                  <a:lnTo>
                    <a:pt x="40652" y="71120"/>
                  </a:lnTo>
                  <a:lnTo>
                    <a:pt x="40754" y="71374"/>
                  </a:lnTo>
                  <a:lnTo>
                    <a:pt x="40589" y="71374"/>
                  </a:lnTo>
                  <a:lnTo>
                    <a:pt x="40373" y="71628"/>
                  </a:lnTo>
                  <a:lnTo>
                    <a:pt x="40259" y="71831"/>
                  </a:lnTo>
                  <a:lnTo>
                    <a:pt x="39776" y="71628"/>
                  </a:lnTo>
                  <a:lnTo>
                    <a:pt x="39954" y="71882"/>
                  </a:lnTo>
                  <a:lnTo>
                    <a:pt x="40233" y="71882"/>
                  </a:lnTo>
                  <a:lnTo>
                    <a:pt x="40601" y="72009"/>
                  </a:lnTo>
                  <a:lnTo>
                    <a:pt x="40640" y="71628"/>
                  </a:lnTo>
                  <a:lnTo>
                    <a:pt x="41008" y="71628"/>
                  </a:lnTo>
                  <a:lnTo>
                    <a:pt x="41236" y="71374"/>
                  </a:lnTo>
                  <a:lnTo>
                    <a:pt x="41529" y="71374"/>
                  </a:lnTo>
                  <a:lnTo>
                    <a:pt x="41465" y="71628"/>
                  </a:lnTo>
                  <a:lnTo>
                    <a:pt x="42456" y="71882"/>
                  </a:lnTo>
                  <a:lnTo>
                    <a:pt x="42392" y="71374"/>
                  </a:lnTo>
                  <a:lnTo>
                    <a:pt x="42100" y="71374"/>
                  </a:lnTo>
                  <a:lnTo>
                    <a:pt x="41567" y="71374"/>
                  </a:lnTo>
                  <a:lnTo>
                    <a:pt x="41236" y="71120"/>
                  </a:lnTo>
                  <a:lnTo>
                    <a:pt x="41503" y="71120"/>
                  </a:lnTo>
                  <a:lnTo>
                    <a:pt x="42024" y="71120"/>
                  </a:lnTo>
                  <a:lnTo>
                    <a:pt x="42100" y="71374"/>
                  </a:lnTo>
                  <a:lnTo>
                    <a:pt x="42278" y="71120"/>
                  </a:lnTo>
                  <a:lnTo>
                    <a:pt x="42303" y="70866"/>
                  </a:lnTo>
                  <a:lnTo>
                    <a:pt x="41579" y="70866"/>
                  </a:lnTo>
                  <a:lnTo>
                    <a:pt x="41643" y="70612"/>
                  </a:lnTo>
                  <a:lnTo>
                    <a:pt x="41973" y="70612"/>
                  </a:lnTo>
                  <a:lnTo>
                    <a:pt x="42316" y="70789"/>
                  </a:lnTo>
                  <a:lnTo>
                    <a:pt x="42341" y="70612"/>
                  </a:lnTo>
                  <a:lnTo>
                    <a:pt x="42456" y="70853"/>
                  </a:lnTo>
                  <a:lnTo>
                    <a:pt x="42456" y="71120"/>
                  </a:lnTo>
                  <a:lnTo>
                    <a:pt x="42710" y="70866"/>
                  </a:lnTo>
                  <a:lnTo>
                    <a:pt x="42570" y="71120"/>
                  </a:lnTo>
                  <a:lnTo>
                    <a:pt x="43014" y="71120"/>
                  </a:lnTo>
                  <a:lnTo>
                    <a:pt x="42392" y="71374"/>
                  </a:lnTo>
                  <a:lnTo>
                    <a:pt x="42938" y="71374"/>
                  </a:lnTo>
                  <a:lnTo>
                    <a:pt x="43459" y="71374"/>
                  </a:lnTo>
                  <a:lnTo>
                    <a:pt x="43624" y="71374"/>
                  </a:lnTo>
                  <a:lnTo>
                    <a:pt x="43535" y="71247"/>
                  </a:lnTo>
                  <a:lnTo>
                    <a:pt x="43713" y="71374"/>
                  </a:lnTo>
                  <a:lnTo>
                    <a:pt x="43599" y="71158"/>
                  </a:lnTo>
                  <a:lnTo>
                    <a:pt x="43967" y="70612"/>
                  </a:lnTo>
                  <a:lnTo>
                    <a:pt x="44627" y="70612"/>
                  </a:lnTo>
                  <a:lnTo>
                    <a:pt x="45250" y="70866"/>
                  </a:lnTo>
                  <a:lnTo>
                    <a:pt x="43827" y="70866"/>
                  </a:lnTo>
                  <a:lnTo>
                    <a:pt x="43675" y="71120"/>
                  </a:lnTo>
                  <a:lnTo>
                    <a:pt x="45046" y="71120"/>
                  </a:lnTo>
                  <a:lnTo>
                    <a:pt x="44843" y="71374"/>
                  </a:lnTo>
                  <a:lnTo>
                    <a:pt x="46139" y="71374"/>
                  </a:lnTo>
                  <a:lnTo>
                    <a:pt x="46139" y="71120"/>
                  </a:lnTo>
                  <a:lnTo>
                    <a:pt x="46037" y="70866"/>
                  </a:lnTo>
                  <a:lnTo>
                    <a:pt x="45974" y="70612"/>
                  </a:lnTo>
                  <a:lnTo>
                    <a:pt x="46164" y="70612"/>
                  </a:lnTo>
                  <a:lnTo>
                    <a:pt x="46177" y="71374"/>
                  </a:lnTo>
                  <a:lnTo>
                    <a:pt x="47942" y="71374"/>
                  </a:lnTo>
                  <a:lnTo>
                    <a:pt x="47879" y="71628"/>
                  </a:lnTo>
                  <a:lnTo>
                    <a:pt x="47764" y="71805"/>
                  </a:lnTo>
                  <a:lnTo>
                    <a:pt x="48666" y="71628"/>
                  </a:lnTo>
                  <a:lnTo>
                    <a:pt x="49618" y="71780"/>
                  </a:lnTo>
                  <a:lnTo>
                    <a:pt x="49822" y="71628"/>
                  </a:lnTo>
                  <a:lnTo>
                    <a:pt x="49834" y="71805"/>
                  </a:lnTo>
                  <a:lnTo>
                    <a:pt x="50330" y="71882"/>
                  </a:lnTo>
                  <a:lnTo>
                    <a:pt x="50355" y="71628"/>
                  </a:lnTo>
                  <a:lnTo>
                    <a:pt x="50380" y="71374"/>
                  </a:lnTo>
                  <a:lnTo>
                    <a:pt x="50520" y="71374"/>
                  </a:lnTo>
                  <a:lnTo>
                    <a:pt x="50952" y="71831"/>
                  </a:lnTo>
                  <a:lnTo>
                    <a:pt x="50812" y="71882"/>
                  </a:lnTo>
                  <a:lnTo>
                    <a:pt x="51015" y="71882"/>
                  </a:lnTo>
                  <a:lnTo>
                    <a:pt x="51269" y="72136"/>
                  </a:lnTo>
                  <a:lnTo>
                    <a:pt x="51396" y="71628"/>
                  </a:lnTo>
                  <a:lnTo>
                    <a:pt x="51028" y="71793"/>
                  </a:lnTo>
                  <a:lnTo>
                    <a:pt x="51142" y="71374"/>
                  </a:lnTo>
                  <a:lnTo>
                    <a:pt x="50673" y="71374"/>
                  </a:lnTo>
                  <a:lnTo>
                    <a:pt x="50723" y="70954"/>
                  </a:lnTo>
                  <a:lnTo>
                    <a:pt x="50711" y="71120"/>
                  </a:lnTo>
                  <a:lnTo>
                    <a:pt x="51015" y="71120"/>
                  </a:lnTo>
                  <a:lnTo>
                    <a:pt x="51168" y="71120"/>
                  </a:lnTo>
                  <a:lnTo>
                    <a:pt x="51142" y="71374"/>
                  </a:lnTo>
                  <a:lnTo>
                    <a:pt x="51562" y="71374"/>
                  </a:lnTo>
                  <a:lnTo>
                    <a:pt x="51600" y="71628"/>
                  </a:lnTo>
                  <a:lnTo>
                    <a:pt x="51879" y="71767"/>
                  </a:lnTo>
                  <a:lnTo>
                    <a:pt x="51981" y="71374"/>
                  </a:lnTo>
                  <a:lnTo>
                    <a:pt x="51714" y="71374"/>
                  </a:lnTo>
                  <a:lnTo>
                    <a:pt x="51384" y="71120"/>
                  </a:lnTo>
                  <a:lnTo>
                    <a:pt x="51523" y="71120"/>
                  </a:lnTo>
                  <a:lnTo>
                    <a:pt x="52082" y="71120"/>
                  </a:lnTo>
                  <a:lnTo>
                    <a:pt x="52793" y="71120"/>
                  </a:lnTo>
                  <a:lnTo>
                    <a:pt x="66992" y="71120"/>
                  </a:lnTo>
                  <a:lnTo>
                    <a:pt x="69176" y="71120"/>
                  </a:lnTo>
                  <a:lnTo>
                    <a:pt x="69202" y="70993"/>
                  </a:lnTo>
                  <a:lnTo>
                    <a:pt x="69227" y="71120"/>
                  </a:lnTo>
                  <a:lnTo>
                    <a:pt x="73482" y="71120"/>
                  </a:lnTo>
                  <a:lnTo>
                    <a:pt x="73634" y="71170"/>
                  </a:lnTo>
                  <a:lnTo>
                    <a:pt x="73825" y="70612"/>
                  </a:lnTo>
                  <a:lnTo>
                    <a:pt x="74206" y="70612"/>
                  </a:lnTo>
                  <a:lnTo>
                    <a:pt x="74701" y="69596"/>
                  </a:lnTo>
                  <a:lnTo>
                    <a:pt x="74206" y="70612"/>
                  </a:lnTo>
                  <a:lnTo>
                    <a:pt x="74231" y="70612"/>
                  </a:lnTo>
                  <a:lnTo>
                    <a:pt x="89636" y="70612"/>
                  </a:lnTo>
                  <a:lnTo>
                    <a:pt x="89623" y="70866"/>
                  </a:lnTo>
                  <a:lnTo>
                    <a:pt x="74104" y="70866"/>
                  </a:lnTo>
                  <a:lnTo>
                    <a:pt x="74028" y="70993"/>
                  </a:lnTo>
                  <a:lnTo>
                    <a:pt x="73964" y="71120"/>
                  </a:lnTo>
                  <a:lnTo>
                    <a:pt x="74434" y="71120"/>
                  </a:lnTo>
                  <a:lnTo>
                    <a:pt x="75145" y="71120"/>
                  </a:lnTo>
                  <a:lnTo>
                    <a:pt x="94043" y="71120"/>
                  </a:lnTo>
                  <a:lnTo>
                    <a:pt x="99923" y="66929"/>
                  </a:lnTo>
                  <a:lnTo>
                    <a:pt x="100634" y="66421"/>
                  </a:lnTo>
                  <a:lnTo>
                    <a:pt x="101180" y="66040"/>
                  </a:lnTo>
                  <a:lnTo>
                    <a:pt x="101536" y="65786"/>
                  </a:lnTo>
                  <a:lnTo>
                    <a:pt x="101892" y="65532"/>
                  </a:lnTo>
                  <a:lnTo>
                    <a:pt x="102387" y="65532"/>
                  </a:lnTo>
                  <a:lnTo>
                    <a:pt x="101536" y="65176"/>
                  </a:lnTo>
                  <a:lnTo>
                    <a:pt x="101244" y="65252"/>
                  </a:lnTo>
                  <a:lnTo>
                    <a:pt x="101180" y="65024"/>
                  </a:lnTo>
                  <a:lnTo>
                    <a:pt x="101079" y="65214"/>
                  </a:lnTo>
                  <a:lnTo>
                    <a:pt x="100977" y="65024"/>
                  </a:lnTo>
                  <a:lnTo>
                    <a:pt x="101180" y="65024"/>
                  </a:lnTo>
                  <a:lnTo>
                    <a:pt x="102069" y="65024"/>
                  </a:lnTo>
                  <a:lnTo>
                    <a:pt x="102603" y="65024"/>
                  </a:lnTo>
                  <a:lnTo>
                    <a:pt x="102958" y="64770"/>
                  </a:lnTo>
                  <a:lnTo>
                    <a:pt x="103238" y="64770"/>
                  </a:lnTo>
                  <a:lnTo>
                    <a:pt x="102844" y="64262"/>
                  </a:lnTo>
                  <a:lnTo>
                    <a:pt x="101676" y="64770"/>
                  </a:lnTo>
                  <a:lnTo>
                    <a:pt x="101600" y="64516"/>
                  </a:lnTo>
                  <a:lnTo>
                    <a:pt x="101523" y="64262"/>
                  </a:lnTo>
                  <a:lnTo>
                    <a:pt x="101828" y="64516"/>
                  </a:lnTo>
                  <a:lnTo>
                    <a:pt x="101752" y="64262"/>
                  </a:lnTo>
                  <a:lnTo>
                    <a:pt x="101828" y="64008"/>
                  </a:lnTo>
                  <a:lnTo>
                    <a:pt x="101511" y="64008"/>
                  </a:lnTo>
                  <a:lnTo>
                    <a:pt x="101269" y="64160"/>
                  </a:lnTo>
                  <a:lnTo>
                    <a:pt x="101257" y="64008"/>
                  </a:lnTo>
                  <a:lnTo>
                    <a:pt x="101092" y="64008"/>
                  </a:lnTo>
                  <a:lnTo>
                    <a:pt x="101092" y="64262"/>
                  </a:lnTo>
                  <a:lnTo>
                    <a:pt x="101015" y="64516"/>
                  </a:lnTo>
                  <a:lnTo>
                    <a:pt x="100939" y="64770"/>
                  </a:lnTo>
                  <a:lnTo>
                    <a:pt x="100876" y="64516"/>
                  </a:lnTo>
                  <a:lnTo>
                    <a:pt x="100812" y="64262"/>
                  </a:lnTo>
                  <a:lnTo>
                    <a:pt x="101092" y="64262"/>
                  </a:lnTo>
                  <a:lnTo>
                    <a:pt x="101092" y="64008"/>
                  </a:lnTo>
                  <a:lnTo>
                    <a:pt x="100965" y="64008"/>
                  </a:lnTo>
                  <a:lnTo>
                    <a:pt x="100749" y="64008"/>
                  </a:lnTo>
                  <a:lnTo>
                    <a:pt x="100571" y="64160"/>
                  </a:lnTo>
                  <a:lnTo>
                    <a:pt x="100393" y="64516"/>
                  </a:lnTo>
                  <a:lnTo>
                    <a:pt x="100228" y="64516"/>
                  </a:lnTo>
                  <a:lnTo>
                    <a:pt x="100431" y="64262"/>
                  </a:lnTo>
                  <a:lnTo>
                    <a:pt x="100571" y="64262"/>
                  </a:lnTo>
                  <a:lnTo>
                    <a:pt x="100736" y="64008"/>
                  </a:lnTo>
                  <a:lnTo>
                    <a:pt x="100558" y="64008"/>
                  </a:lnTo>
                  <a:lnTo>
                    <a:pt x="100368" y="64147"/>
                  </a:lnTo>
                  <a:lnTo>
                    <a:pt x="100139" y="64058"/>
                  </a:lnTo>
                  <a:lnTo>
                    <a:pt x="99847" y="64147"/>
                  </a:lnTo>
                  <a:lnTo>
                    <a:pt x="99898" y="63754"/>
                  </a:lnTo>
                  <a:lnTo>
                    <a:pt x="99695" y="63868"/>
                  </a:lnTo>
                  <a:lnTo>
                    <a:pt x="99745" y="63500"/>
                  </a:lnTo>
                  <a:lnTo>
                    <a:pt x="99860" y="63246"/>
                  </a:lnTo>
                  <a:lnTo>
                    <a:pt x="100063" y="62928"/>
                  </a:lnTo>
                  <a:lnTo>
                    <a:pt x="100114" y="63500"/>
                  </a:lnTo>
                  <a:lnTo>
                    <a:pt x="100291" y="63500"/>
                  </a:lnTo>
                  <a:lnTo>
                    <a:pt x="100736" y="62865"/>
                  </a:lnTo>
                  <a:lnTo>
                    <a:pt x="101155" y="63246"/>
                  </a:lnTo>
                  <a:lnTo>
                    <a:pt x="101295" y="63246"/>
                  </a:lnTo>
                  <a:lnTo>
                    <a:pt x="101701" y="63436"/>
                  </a:lnTo>
                  <a:lnTo>
                    <a:pt x="101676" y="63246"/>
                  </a:lnTo>
                  <a:lnTo>
                    <a:pt x="101612" y="62865"/>
                  </a:lnTo>
                  <a:lnTo>
                    <a:pt x="101930" y="62865"/>
                  </a:lnTo>
                  <a:lnTo>
                    <a:pt x="102082" y="63220"/>
                  </a:lnTo>
                  <a:lnTo>
                    <a:pt x="102590" y="63246"/>
                  </a:lnTo>
                  <a:lnTo>
                    <a:pt x="102577" y="62357"/>
                  </a:lnTo>
                  <a:lnTo>
                    <a:pt x="102666" y="62611"/>
                  </a:lnTo>
                  <a:lnTo>
                    <a:pt x="102997" y="62357"/>
                  </a:lnTo>
                  <a:lnTo>
                    <a:pt x="103276" y="62357"/>
                  </a:lnTo>
                  <a:lnTo>
                    <a:pt x="103149" y="62103"/>
                  </a:lnTo>
                  <a:lnTo>
                    <a:pt x="103022" y="61849"/>
                  </a:lnTo>
                  <a:lnTo>
                    <a:pt x="102895" y="61595"/>
                  </a:lnTo>
                  <a:lnTo>
                    <a:pt x="103047" y="61595"/>
                  </a:lnTo>
                  <a:lnTo>
                    <a:pt x="103162" y="61849"/>
                  </a:lnTo>
                  <a:lnTo>
                    <a:pt x="103225" y="61341"/>
                  </a:lnTo>
                  <a:lnTo>
                    <a:pt x="103060" y="61341"/>
                  </a:lnTo>
                  <a:lnTo>
                    <a:pt x="102908" y="61087"/>
                  </a:lnTo>
                  <a:lnTo>
                    <a:pt x="102349" y="61087"/>
                  </a:lnTo>
                  <a:lnTo>
                    <a:pt x="103314" y="60833"/>
                  </a:lnTo>
                  <a:lnTo>
                    <a:pt x="103720" y="61341"/>
                  </a:lnTo>
                  <a:lnTo>
                    <a:pt x="103809" y="60833"/>
                  </a:lnTo>
                  <a:lnTo>
                    <a:pt x="103251" y="60579"/>
                  </a:lnTo>
                  <a:lnTo>
                    <a:pt x="103428" y="60579"/>
                  </a:lnTo>
                  <a:lnTo>
                    <a:pt x="103327" y="60452"/>
                  </a:lnTo>
                  <a:lnTo>
                    <a:pt x="103060" y="60325"/>
                  </a:lnTo>
                  <a:lnTo>
                    <a:pt x="102819" y="60325"/>
                  </a:lnTo>
                  <a:lnTo>
                    <a:pt x="102933" y="59690"/>
                  </a:lnTo>
                  <a:lnTo>
                    <a:pt x="103428" y="59436"/>
                  </a:lnTo>
                  <a:lnTo>
                    <a:pt x="104038" y="58674"/>
                  </a:lnTo>
                  <a:lnTo>
                    <a:pt x="103886" y="58420"/>
                  </a:lnTo>
                  <a:lnTo>
                    <a:pt x="103733" y="58166"/>
                  </a:lnTo>
                  <a:lnTo>
                    <a:pt x="103365" y="58166"/>
                  </a:lnTo>
                  <a:lnTo>
                    <a:pt x="103949" y="57912"/>
                  </a:lnTo>
                  <a:lnTo>
                    <a:pt x="104317" y="57912"/>
                  </a:lnTo>
                  <a:lnTo>
                    <a:pt x="104228" y="57658"/>
                  </a:lnTo>
                  <a:lnTo>
                    <a:pt x="104394" y="57912"/>
                  </a:lnTo>
                  <a:lnTo>
                    <a:pt x="104470" y="57658"/>
                  </a:lnTo>
                  <a:lnTo>
                    <a:pt x="104533" y="57404"/>
                  </a:lnTo>
                  <a:lnTo>
                    <a:pt x="104597" y="57150"/>
                  </a:lnTo>
                  <a:lnTo>
                    <a:pt x="105016" y="57658"/>
                  </a:lnTo>
                  <a:lnTo>
                    <a:pt x="105130" y="57404"/>
                  </a:lnTo>
                  <a:lnTo>
                    <a:pt x="105295" y="57404"/>
                  </a:lnTo>
                  <a:lnTo>
                    <a:pt x="105562" y="57658"/>
                  </a:lnTo>
                  <a:lnTo>
                    <a:pt x="105486" y="57404"/>
                  </a:lnTo>
                  <a:lnTo>
                    <a:pt x="105422" y="57150"/>
                  </a:lnTo>
                  <a:lnTo>
                    <a:pt x="105206" y="56388"/>
                  </a:lnTo>
                  <a:lnTo>
                    <a:pt x="104876" y="56388"/>
                  </a:lnTo>
                  <a:lnTo>
                    <a:pt x="105384" y="55880"/>
                  </a:lnTo>
                  <a:lnTo>
                    <a:pt x="105156" y="55372"/>
                  </a:lnTo>
                  <a:lnTo>
                    <a:pt x="105283" y="55372"/>
                  </a:lnTo>
                  <a:lnTo>
                    <a:pt x="105511" y="55372"/>
                  </a:lnTo>
                  <a:lnTo>
                    <a:pt x="105664" y="55372"/>
                  </a:lnTo>
                  <a:lnTo>
                    <a:pt x="105816" y="55372"/>
                  </a:lnTo>
                  <a:lnTo>
                    <a:pt x="106146" y="54864"/>
                  </a:lnTo>
                  <a:lnTo>
                    <a:pt x="105829" y="54864"/>
                  </a:lnTo>
                  <a:lnTo>
                    <a:pt x="105664" y="54927"/>
                  </a:lnTo>
                  <a:lnTo>
                    <a:pt x="105537" y="54965"/>
                  </a:lnTo>
                  <a:lnTo>
                    <a:pt x="105384" y="55016"/>
                  </a:lnTo>
                  <a:lnTo>
                    <a:pt x="105486" y="54864"/>
                  </a:lnTo>
                  <a:lnTo>
                    <a:pt x="105181" y="54864"/>
                  </a:lnTo>
                  <a:lnTo>
                    <a:pt x="104698" y="54597"/>
                  </a:lnTo>
                  <a:lnTo>
                    <a:pt x="104698" y="54864"/>
                  </a:lnTo>
                  <a:lnTo>
                    <a:pt x="104178" y="55118"/>
                  </a:lnTo>
                  <a:lnTo>
                    <a:pt x="104470" y="54864"/>
                  </a:lnTo>
                  <a:lnTo>
                    <a:pt x="104698" y="54864"/>
                  </a:lnTo>
                  <a:lnTo>
                    <a:pt x="104698" y="54597"/>
                  </a:lnTo>
                  <a:lnTo>
                    <a:pt x="104267" y="54356"/>
                  </a:lnTo>
                  <a:lnTo>
                    <a:pt x="104101" y="54724"/>
                  </a:lnTo>
                  <a:lnTo>
                    <a:pt x="104101" y="57658"/>
                  </a:lnTo>
                  <a:lnTo>
                    <a:pt x="103936" y="57912"/>
                  </a:lnTo>
                  <a:lnTo>
                    <a:pt x="103314" y="57912"/>
                  </a:lnTo>
                  <a:lnTo>
                    <a:pt x="103314" y="58928"/>
                  </a:lnTo>
                  <a:lnTo>
                    <a:pt x="103187" y="59436"/>
                  </a:lnTo>
                  <a:lnTo>
                    <a:pt x="102679" y="59436"/>
                  </a:lnTo>
                  <a:lnTo>
                    <a:pt x="103060" y="59182"/>
                  </a:lnTo>
                  <a:lnTo>
                    <a:pt x="102743" y="58928"/>
                  </a:lnTo>
                  <a:lnTo>
                    <a:pt x="102501" y="58928"/>
                  </a:lnTo>
                  <a:lnTo>
                    <a:pt x="102374" y="58801"/>
                  </a:lnTo>
                  <a:lnTo>
                    <a:pt x="102501" y="58928"/>
                  </a:lnTo>
                  <a:lnTo>
                    <a:pt x="102552" y="58674"/>
                  </a:lnTo>
                  <a:lnTo>
                    <a:pt x="102336" y="58674"/>
                  </a:lnTo>
                  <a:lnTo>
                    <a:pt x="102311" y="62611"/>
                  </a:lnTo>
                  <a:lnTo>
                    <a:pt x="102108" y="63169"/>
                  </a:lnTo>
                  <a:lnTo>
                    <a:pt x="102120" y="62865"/>
                  </a:lnTo>
                  <a:lnTo>
                    <a:pt x="101714" y="62357"/>
                  </a:lnTo>
                  <a:lnTo>
                    <a:pt x="102311" y="62611"/>
                  </a:lnTo>
                  <a:lnTo>
                    <a:pt x="102311" y="58674"/>
                  </a:lnTo>
                  <a:lnTo>
                    <a:pt x="102260" y="58420"/>
                  </a:lnTo>
                  <a:lnTo>
                    <a:pt x="102857" y="58420"/>
                  </a:lnTo>
                  <a:lnTo>
                    <a:pt x="102844" y="58674"/>
                  </a:lnTo>
                  <a:lnTo>
                    <a:pt x="103124" y="58674"/>
                  </a:lnTo>
                  <a:lnTo>
                    <a:pt x="102933" y="58928"/>
                  </a:lnTo>
                  <a:lnTo>
                    <a:pt x="103314" y="58928"/>
                  </a:lnTo>
                  <a:lnTo>
                    <a:pt x="103314" y="57912"/>
                  </a:lnTo>
                  <a:lnTo>
                    <a:pt x="100114" y="57912"/>
                  </a:lnTo>
                  <a:lnTo>
                    <a:pt x="100114" y="62103"/>
                  </a:lnTo>
                  <a:lnTo>
                    <a:pt x="100050" y="62572"/>
                  </a:lnTo>
                  <a:lnTo>
                    <a:pt x="99771" y="62357"/>
                  </a:lnTo>
                  <a:lnTo>
                    <a:pt x="99555" y="62357"/>
                  </a:lnTo>
                  <a:lnTo>
                    <a:pt x="99555" y="65405"/>
                  </a:lnTo>
                  <a:lnTo>
                    <a:pt x="99047" y="65163"/>
                  </a:lnTo>
                  <a:lnTo>
                    <a:pt x="99034" y="65532"/>
                  </a:lnTo>
                  <a:lnTo>
                    <a:pt x="98894" y="65532"/>
                  </a:lnTo>
                  <a:lnTo>
                    <a:pt x="98894" y="65074"/>
                  </a:lnTo>
                  <a:lnTo>
                    <a:pt x="98679" y="64770"/>
                  </a:lnTo>
                  <a:lnTo>
                    <a:pt x="98564" y="64935"/>
                  </a:lnTo>
                  <a:lnTo>
                    <a:pt x="98399" y="64770"/>
                  </a:lnTo>
                  <a:lnTo>
                    <a:pt x="98120" y="64516"/>
                  </a:lnTo>
                  <a:lnTo>
                    <a:pt x="99009" y="64516"/>
                  </a:lnTo>
                  <a:lnTo>
                    <a:pt x="98894" y="64262"/>
                  </a:lnTo>
                  <a:lnTo>
                    <a:pt x="98793" y="64008"/>
                  </a:lnTo>
                  <a:lnTo>
                    <a:pt x="99275" y="64262"/>
                  </a:lnTo>
                  <a:lnTo>
                    <a:pt x="99034" y="64262"/>
                  </a:lnTo>
                  <a:lnTo>
                    <a:pt x="99034" y="64516"/>
                  </a:lnTo>
                  <a:lnTo>
                    <a:pt x="99034" y="64643"/>
                  </a:lnTo>
                  <a:lnTo>
                    <a:pt x="99034" y="64770"/>
                  </a:lnTo>
                  <a:lnTo>
                    <a:pt x="99034" y="65024"/>
                  </a:lnTo>
                  <a:lnTo>
                    <a:pt x="99441" y="65024"/>
                  </a:lnTo>
                  <a:lnTo>
                    <a:pt x="99555" y="65405"/>
                  </a:lnTo>
                  <a:lnTo>
                    <a:pt x="99555" y="62357"/>
                  </a:lnTo>
                  <a:lnTo>
                    <a:pt x="99148" y="62357"/>
                  </a:lnTo>
                  <a:lnTo>
                    <a:pt x="100114" y="62103"/>
                  </a:lnTo>
                  <a:lnTo>
                    <a:pt x="100114" y="57912"/>
                  </a:lnTo>
                  <a:lnTo>
                    <a:pt x="97713" y="57912"/>
                  </a:lnTo>
                  <a:lnTo>
                    <a:pt x="97713" y="64008"/>
                  </a:lnTo>
                  <a:lnTo>
                    <a:pt x="97688" y="66040"/>
                  </a:lnTo>
                  <a:lnTo>
                    <a:pt x="97332" y="66141"/>
                  </a:lnTo>
                  <a:lnTo>
                    <a:pt x="97332" y="66421"/>
                  </a:lnTo>
                  <a:lnTo>
                    <a:pt x="96951" y="66421"/>
                  </a:lnTo>
                  <a:lnTo>
                    <a:pt x="96926" y="66167"/>
                  </a:lnTo>
                  <a:lnTo>
                    <a:pt x="97193" y="66167"/>
                  </a:lnTo>
                  <a:lnTo>
                    <a:pt x="96951" y="65786"/>
                  </a:lnTo>
                  <a:lnTo>
                    <a:pt x="97142" y="66040"/>
                  </a:lnTo>
                  <a:lnTo>
                    <a:pt x="97231" y="66167"/>
                  </a:lnTo>
                  <a:lnTo>
                    <a:pt x="97332" y="66421"/>
                  </a:lnTo>
                  <a:lnTo>
                    <a:pt x="97332" y="66141"/>
                  </a:lnTo>
                  <a:lnTo>
                    <a:pt x="97688" y="66040"/>
                  </a:lnTo>
                  <a:lnTo>
                    <a:pt x="97688" y="64008"/>
                  </a:lnTo>
                  <a:lnTo>
                    <a:pt x="97637" y="63881"/>
                  </a:lnTo>
                  <a:lnTo>
                    <a:pt x="97713" y="64008"/>
                  </a:lnTo>
                  <a:lnTo>
                    <a:pt x="97713" y="57912"/>
                  </a:lnTo>
                  <a:lnTo>
                    <a:pt x="97561" y="57912"/>
                  </a:lnTo>
                  <a:lnTo>
                    <a:pt x="97561" y="63754"/>
                  </a:lnTo>
                  <a:lnTo>
                    <a:pt x="97396" y="63500"/>
                  </a:lnTo>
                  <a:lnTo>
                    <a:pt x="97332" y="63754"/>
                  </a:lnTo>
                  <a:lnTo>
                    <a:pt x="97243" y="63246"/>
                  </a:lnTo>
                  <a:lnTo>
                    <a:pt x="97180" y="63004"/>
                  </a:lnTo>
                  <a:lnTo>
                    <a:pt x="97485" y="63500"/>
                  </a:lnTo>
                  <a:lnTo>
                    <a:pt x="97561" y="63754"/>
                  </a:lnTo>
                  <a:lnTo>
                    <a:pt x="97561" y="57912"/>
                  </a:lnTo>
                  <a:lnTo>
                    <a:pt x="95440" y="57912"/>
                  </a:lnTo>
                  <a:lnTo>
                    <a:pt x="95440" y="67945"/>
                  </a:lnTo>
                  <a:lnTo>
                    <a:pt x="95377" y="68072"/>
                  </a:lnTo>
                  <a:lnTo>
                    <a:pt x="95313" y="68199"/>
                  </a:lnTo>
                  <a:lnTo>
                    <a:pt x="95008" y="68199"/>
                  </a:lnTo>
                  <a:lnTo>
                    <a:pt x="94805" y="67945"/>
                  </a:lnTo>
                  <a:lnTo>
                    <a:pt x="95313" y="68199"/>
                  </a:lnTo>
                  <a:lnTo>
                    <a:pt x="95313" y="67970"/>
                  </a:lnTo>
                  <a:lnTo>
                    <a:pt x="95440" y="67945"/>
                  </a:lnTo>
                  <a:lnTo>
                    <a:pt x="95440" y="57912"/>
                  </a:lnTo>
                  <a:lnTo>
                    <a:pt x="94551" y="57912"/>
                  </a:lnTo>
                  <a:lnTo>
                    <a:pt x="94551" y="66929"/>
                  </a:lnTo>
                  <a:lnTo>
                    <a:pt x="94399" y="67310"/>
                  </a:lnTo>
                  <a:lnTo>
                    <a:pt x="94399" y="68072"/>
                  </a:lnTo>
                  <a:lnTo>
                    <a:pt x="94335" y="68199"/>
                  </a:lnTo>
                  <a:lnTo>
                    <a:pt x="94399" y="68072"/>
                  </a:lnTo>
                  <a:lnTo>
                    <a:pt x="94399" y="67310"/>
                  </a:lnTo>
                  <a:lnTo>
                    <a:pt x="93573" y="66929"/>
                  </a:lnTo>
                  <a:lnTo>
                    <a:pt x="94551" y="66929"/>
                  </a:lnTo>
                  <a:lnTo>
                    <a:pt x="94551" y="57912"/>
                  </a:lnTo>
                  <a:lnTo>
                    <a:pt x="89484" y="57912"/>
                  </a:lnTo>
                  <a:lnTo>
                    <a:pt x="89484" y="69596"/>
                  </a:lnTo>
                  <a:lnTo>
                    <a:pt x="89001" y="69977"/>
                  </a:lnTo>
                  <a:lnTo>
                    <a:pt x="88798" y="69596"/>
                  </a:lnTo>
                  <a:lnTo>
                    <a:pt x="89484" y="69596"/>
                  </a:lnTo>
                  <a:lnTo>
                    <a:pt x="89484" y="57912"/>
                  </a:lnTo>
                  <a:lnTo>
                    <a:pt x="85699" y="57912"/>
                  </a:lnTo>
                  <a:lnTo>
                    <a:pt x="85699" y="68199"/>
                  </a:lnTo>
                  <a:lnTo>
                    <a:pt x="85458" y="68541"/>
                  </a:lnTo>
                  <a:lnTo>
                    <a:pt x="85458" y="69596"/>
                  </a:lnTo>
                  <a:lnTo>
                    <a:pt x="85331" y="69875"/>
                  </a:lnTo>
                  <a:lnTo>
                    <a:pt x="85178" y="69596"/>
                  </a:lnTo>
                  <a:lnTo>
                    <a:pt x="85458" y="69596"/>
                  </a:lnTo>
                  <a:lnTo>
                    <a:pt x="85458" y="68541"/>
                  </a:lnTo>
                  <a:lnTo>
                    <a:pt x="85331" y="68719"/>
                  </a:lnTo>
                  <a:lnTo>
                    <a:pt x="85407" y="68199"/>
                  </a:lnTo>
                  <a:lnTo>
                    <a:pt x="85699" y="68199"/>
                  </a:lnTo>
                  <a:lnTo>
                    <a:pt x="85699" y="57912"/>
                  </a:lnTo>
                  <a:lnTo>
                    <a:pt x="84378" y="57912"/>
                  </a:lnTo>
                  <a:lnTo>
                    <a:pt x="84378" y="67945"/>
                  </a:lnTo>
                  <a:lnTo>
                    <a:pt x="84226" y="68199"/>
                  </a:lnTo>
                  <a:lnTo>
                    <a:pt x="84074" y="68199"/>
                  </a:lnTo>
                  <a:lnTo>
                    <a:pt x="84213" y="67945"/>
                  </a:lnTo>
                  <a:lnTo>
                    <a:pt x="84378" y="67945"/>
                  </a:lnTo>
                  <a:lnTo>
                    <a:pt x="84378" y="57912"/>
                  </a:lnTo>
                  <a:lnTo>
                    <a:pt x="81864" y="57912"/>
                  </a:lnTo>
                  <a:lnTo>
                    <a:pt x="81864" y="69596"/>
                  </a:lnTo>
                  <a:lnTo>
                    <a:pt x="81534" y="69964"/>
                  </a:lnTo>
                  <a:lnTo>
                    <a:pt x="81521" y="69596"/>
                  </a:lnTo>
                  <a:lnTo>
                    <a:pt x="81864" y="69596"/>
                  </a:lnTo>
                  <a:lnTo>
                    <a:pt x="81864" y="57912"/>
                  </a:lnTo>
                  <a:lnTo>
                    <a:pt x="81254" y="57912"/>
                  </a:lnTo>
                  <a:lnTo>
                    <a:pt x="81254" y="69596"/>
                  </a:lnTo>
                  <a:lnTo>
                    <a:pt x="81203" y="70332"/>
                  </a:lnTo>
                  <a:lnTo>
                    <a:pt x="81000" y="70548"/>
                  </a:lnTo>
                  <a:lnTo>
                    <a:pt x="80987" y="69596"/>
                  </a:lnTo>
                  <a:lnTo>
                    <a:pt x="81254" y="69596"/>
                  </a:lnTo>
                  <a:lnTo>
                    <a:pt x="81254" y="57912"/>
                  </a:lnTo>
                  <a:lnTo>
                    <a:pt x="73609" y="57912"/>
                  </a:lnTo>
                  <a:lnTo>
                    <a:pt x="73609" y="70612"/>
                  </a:lnTo>
                  <a:lnTo>
                    <a:pt x="73545" y="70866"/>
                  </a:lnTo>
                  <a:lnTo>
                    <a:pt x="69227" y="70866"/>
                  </a:lnTo>
                  <a:lnTo>
                    <a:pt x="67157" y="70866"/>
                  </a:lnTo>
                  <a:lnTo>
                    <a:pt x="67246" y="70612"/>
                  </a:lnTo>
                  <a:lnTo>
                    <a:pt x="67513" y="70612"/>
                  </a:lnTo>
                  <a:lnTo>
                    <a:pt x="67830" y="70612"/>
                  </a:lnTo>
                  <a:lnTo>
                    <a:pt x="67945" y="70104"/>
                  </a:lnTo>
                  <a:lnTo>
                    <a:pt x="67868" y="70612"/>
                  </a:lnTo>
                  <a:lnTo>
                    <a:pt x="68630" y="70612"/>
                  </a:lnTo>
                  <a:lnTo>
                    <a:pt x="68834" y="69596"/>
                  </a:lnTo>
                  <a:lnTo>
                    <a:pt x="69037" y="69596"/>
                  </a:lnTo>
                  <a:lnTo>
                    <a:pt x="68986" y="69964"/>
                  </a:lnTo>
                  <a:lnTo>
                    <a:pt x="68910" y="69596"/>
                  </a:lnTo>
                  <a:lnTo>
                    <a:pt x="68630" y="70612"/>
                  </a:lnTo>
                  <a:lnTo>
                    <a:pt x="73609" y="70612"/>
                  </a:lnTo>
                  <a:lnTo>
                    <a:pt x="73609" y="57912"/>
                  </a:lnTo>
                  <a:lnTo>
                    <a:pt x="73456" y="57912"/>
                  </a:lnTo>
                  <a:lnTo>
                    <a:pt x="73456" y="69596"/>
                  </a:lnTo>
                  <a:lnTo>
                    <a:pt x="73304" y="69723"/>
                  </a:lnTo>
                  <a:lnTo>
                    <a:pt x="73228" y="69596"/>
                  </a:lnTo>
                  <a:lnTo>
                    <a:pt x="73456" y="69596"/>
                  </a:lnTo>
                  <a:lnTo>
                    <a:pt x="73456" y="57912"/>
                  </a:lnTo>
                  <a:lnTo>
                    <a:pt x="72923" y="57912"/>
                  </a:lnTo>
                  <a:lnTo>
                    <a:pt x="72923" y="69596"/>
                  </a:lnTo>
                  <a:lnTo>
                    <a:pt x="72796" y="69900"/>
                  </a:lnTo>
                  <a:lnTo>
                    <a:pt x="72745" y="69596"/>
                  </a:lnTo>
                  <a:lnTo>
                    <a:pt x="72923" y="69596"/>
                  </a:lnTo>
                  <a:lnTo>
                    <a:pt x="72923" y="57912"/>
                  </a:lnTo>
                  <a:lnTo>
                    <a:pt x="67043" y="57912"/>
                  </a:lnTo>
                  <a:lnTo>
                    <a:pt x="67043" y="70866"/>
                  </a:lnTo>
                  <a:lnTo>
                    <a:pt x="52565" y="70866"/>
                  </a:lnTo>
                  <a:lnTo>
                    <a:pt x="52400" y="70612"/>
                  </a:lnTo>
                  <a:lnTo>
                    <a:pt x="53086" y="70612"/>
                  </a:lnTo>
                  <a:lnTo>
                    <a:pt x="53301" y="70612"/>
                  </a:lnTo>
                  <a:lnTo>
                    <a:pt x="67005" y="70612"/>
                  </a:lnTo>
                  <a:lnTo>
                    <a:pt x="67043" y="70866"/>
                  </a:lnTo>
                  <a:lnTo>
                    <a:pt x="67043" y="57912"/>
                  </a:lnTo>
                  <a:lnTo>
                    <a:pt x="60502" y="57912"/>
                  </a:lnTo>
                  <a:lnTo>
                    <a:pt x="60502" y="68199"/>
                  </a:lnTo>
                  <a:lnTo>
                    <a:pt x="60134" y="68199"/>
                  </a:lnTo>
                  <a:lnTo>
                    <a:pt x="60375" y="69596"/>
                  </a:lnTo>
                  <a:lnTo>
                    <a:pt x="59918" y="69596"/>
                  </a:lnTo>
                  <a:lnTo>
                    <a:pt x="59486" y="68199"/>
                  </a:lnTo>
                  <a:lnTo>
                    <a:pt x="59690" y="68199"/>
                  </a:lnTo>
                  <a:lnTo>
                    <a:pt x="59715" y="67945"/>
                  </a:lnTo>
                  <a:lnTo>
                    <a:pt x="60502" y="68199"/>
                  </a:lnTo>
                  <a:lnTo>
                    <a:pt x="60502" y="57912"/>
                  </a:lnTo>
                  <a:lnTo>
                    <a:pt x="59080" y="57912"/>
                  </a:lnTo>
                  <a:lnTo>
                    <a:pt x="59080" y="68199"/>
                  </a:lnTo>
                  <a:lnTo>
                    <a:pt x="58610" y="68199"/>
                  </a:lnTo>
                  <a:lnTo>
                    <a:pt x="58623" y="67945"/>
                  </a:lnTo>
                  <a:lnTo>
                    <a:pt x="59042" y="67945"/>
                  </a:lnTo>
                  <a:lnTo>
                    <a:pt x="59080" y="68199"/>
                  </a:lnTo>
                  <a:lnTo>
                    <a:pt x="59080" y="57912"/>
                  </a:lnTo>
                  <a:lnTo>
                    <a:pt x="55499" y="57912"/>
                  </a:lnTo>
                  <a:lnTo>
                    <a:pt x="55499" y="68199"/>
                  </a:lnTo>
                  <a:lnTo>
                    <a:pt x="54876" y="68199"/>
                  </a:lnTo>
                  <a:lnTo>
                    <a:pt x="54330" y="68084"/>
                  </a:lnTo>
                  <a:lnTo>
                    <a:pt x="54330" y="69596"/>
                  </a:lnTo>
                  <a:lnTo>
                    <a:pt x="53263" y="70104"/>
                  </a:lnTo>
                  <a:lnTo>
                    <a:pt x="53416" y="69989"/>
                  </a:lnTo>
                  <a:lnTo>
                    <a:pt x="53543" y="69964"/>
                  </a:lnTo>
                  <a:lnTo>
                    <a:pt x="53251" y="69989"/>
                  </a:lnTo>
                  <a:lnTo>
                    <a:pt x="53225" y="69596"/>
                  </a:lnTo>
                  <a:lnTo>
                    <a:pt x="53162" y="69989"/>
                  </a:lnTo>
                  <a:lnTo>
                    <a:pt x="53149" y="70116"/>
                  </a:lnTo>
                  <a:lnTo>
                    <a:pt x="53136" y="69596"/>
                  </a:lnTo>
                  <a:lnTo>
                    <a:pt x="54330" y="69596"/>
                  </a:lnTo>
                  <a:lnTo>
                    <a:pt x="54330" y="68084"/>
                  </a:lnTo>
                  <a:lnTo>
                    <a:pt x="53682" y="67945"/>
                  </a:lnTo>
                  <a:lnTo>
                    <a:pt x="54622" y="67945"/>
                  </a:lnTo>
                  <a:lnTo>
                    <a:pt x="55499" y="68199"/>
                  </a:lnTo>
                  <a:lnTo>
                    <a:pt x="55499" y="57912"/>
                  </a:lnTo>
                  <a:lnTo>
                    <a:pt x="52527" y="57912"/>
                  </a:lnTo>
                  <a:lnTo>
                    <a:pt x="52527" y="68199"/>
                  </a:lnTo>
                  <a:lnTo>
                    <a:pt x="52387" y="68376"/>
                  </a:lnTo>
                  <a:lnTo>
                    <a:pt x="52057" y="68199"/>
                  </a:lnTo>
                  <a:lnTo>
                    <a:pt x="52514" y="68199"/>
                  </a:lnTo>
                  <a:lnTo>
                    <a:pt x="52527" y="57912"/>
                  </a:lnTo>
                  <a:lnTo>
                    <a:pt x="51968" y="57912"/>
                  </a:lnTo>
                  <a:lnTo>
                    <a:pt x="51968" y="70612"/>
                  </a:lnTo>
                  <a:lnTo>
                    <a:pt x="51612" y="70739"/>
                  </a:lnTo>
                  <a:lnTo>
                    <a:pt x="51231" y="70612"/>
                  </a:lnTo>
                  <a:lnTo>
                    <a:pt x="51130" y="70866"/>
                  </a:lnTo>
                  <a:lnTo>
                    <a:pt x="50774" y="70866"/>
                  </a:lnTo>
                  <a:lnTo>
                    <a:pt x="50863" y="70612"/>
                  </a:lnTo>
                  <a:lnTo>
                    <a:pt x="51231" y="70612"/>
                  </a:lnTo>
                  <a:lnTo>
                    <a:pt x="51968" y="70612"/>
                  </a:lnTo>
                  <a:lnTo>
                    <a:pt x="51968" y="57912"/>
                  </a:lnTo>
                  <a:lnTo>
                    <a:pt x="51765" y="57912"/>
                  </a:lnTo>
                  <a:lnTo>
                    <a:pt x="51765" y="69215"/>
                  </a:lnTo>
                  <a:lnTo>
                    <a:pt x="51498" y="69596"/>
                  </a:lnTo>
                  <a:lnTo>
                    <a:pt x="51295" y="69596"/>
                  </a:lnTo>
                  <a:lnTo>
                    <a:pt x="51333" y="68199"/>
                  </a:lnTo>
                  <a:lnTo>
                    <a:pt x="51676" y="68199"/>
                  </a:lnTo>
                  <a:lnTo>
                    <a:pt x="51765" y="69215"/>
                  </a:lnTo>
                  <a:lnTo>
                    <a:pt x="51765" y="57912"/>
                  </a:lnTo>
                  <a:lnTo>
                    <a:pt x="51142" y="57912"/>
                  </a:lnTo>
                  <a:lnTo>
                    <a:pt x="51142" y="68199"/>
                  </a:lnTo>
                  <a:lnTo>
                    <a:pt x="50685" y="68834"/>
                  </a:lnTo>
                  <a:lnTo>
                    <a:pt x="50215" y="68199"/>
                  </a:lnTo>
                  <a:lnTo>
                    <a:pt x="49999" y="68300"/>
                  </a:lnTo>
                  <a:lnTo>
                    <a:pt x="49999" y="70866"/>
                  </a:lnTo>
                  <a:lnTo>
                    <a:pt x="49580" y="70612"/>
                  </a:lnTo>
                  <a:lnTo>
                    <a:pt x="49834" y="70612"/>
                  </a:lnTo>
                  <a:lnTo>
                    <a:pt x="49999" y="70866"/>
                  </a:lnTo>
                  <a:lnTo>
                    <a:pt x="49999" y="68300"/>
                  </a:lnTo>
                  <a:lnTo>
                    <a:pt x="49606" y="68453"/>
                  </a:lnTo>
                  <a:lnTo>
                    <a:pt x="49377" y="68199"/>
                  </a:lnTo>
                  <a:lnTo>
                    <a:pt x="49580" y="68199"/>
                  </a:lnTo>
                  <a:lnTo>
                    <a:pt x="50203" y="68199"/>
                  </a:lnTo>
                  <a:lnTo>
                    <a:pt x="51142" y="68199"/>
                  </a:lnTo>
                  <a:lnTo>
                    <a:pt x="51142" y="57912"/>
                  </a:lnTo>
                  <a:lnTo>
                    <a:pt x="49187" y="57912"/>
                  </a:lnTo>
                  <a:lnTo>
                    <a:pt x="49187" y="70612"/>
                  </a:lnTo>
                  <a:lnTo>
                    <a:pt x="49149" y="71374"/>
                  </a:lnTo>
                  <a:lnTo>
                    <a:pt x="48399" y="71374"/>
                  </a:lnTo>
                  <a:lnTo>
                    <a:pt x="48514" y="71120"/>
                  </a:lnTo>
                  <a:lnTo>
                    <a:pt x="48945" y="71120"/>
                  </a:lnTo>
                  <a:lnTo>
                    <a:pt x="49123" y="71120"/>
                  </a:lnTo>
                  <a:lnTo>
                    <a:pt x="49149" y="71374"/>
                  </a:lnTo>
                  <a:lnTo>
                    <a:pt x="49149" y="70700"/>
                  </a:lnTo>
                  <a:lnTo>
                    <a:pt x="48895" y="70612"/>
                  </a:lnTo>
                  <a:lnTo>
                    <a:pt x="48920" y="70866"/>
                  </a:lnTo>
                  <a:lnTo>
                    <a:pt x="48717" y="70866"/>
                  </a:lnTo>
                  <a:lnTo>
                    <a:pt x="48526" y="70853"/>
                  </a:lnTo>
                  <a:lnTo>
                    <a:pt x="48526" y="71043"/>
                  </a:lnTo>
                  <a:lnTo>
                    <a:pt x="48310" y="71120"/>
                  </a:lnTo>
                  <a:lnTo>
                    <a:pt x="48437" y="71120"/>
                  </a:lnTo>
                  <a:lnTo>
                    <a:pt x="48298" y="70993"/>
                  </a:lnTo>
                  <a:lnTo>
                    <a:pt x="48501" y="70929"/>
                  </a:lnTo>
                  <a:lnTo>
                    <a:pt x="48272" y="70853"/>
                  </a:lnTo>
                  <a:lnTo>
                    <a:pt x="48247" y="70726"/>
                  </a:lnTo>
                  <a:lnTo>
                    <a:pt x="48247" y="70993"/>
                  </a:lnTo>
                  <a:lnTo>
                    <a:pt x="47777" y="70891"/>
                  </a:lnTo>
                  <a:lnTo>
                    <a:pt x="48145" y="70916"/>
                  </a:lnTo>
                  <a:lnTo>
                    <a:pt x="48247" y="70726"/>
                  </a:lnTo>
                  <a:lnTo>
                    <a:pt x="48463" y="70612"/>
                  </a:lnTo>
                  <a:lnTo>
                    <a:pt x="48844" y="70612"/>
                  </a:lnTo>
                  <a:lnTo>
                    <a:pt x="49187" y="70612"/>
                  </a:lnTo>
                  <a:lnTo>
                    <a:pt x="49187" y="57912"/>
                  </a:lnTo>
                  <a:lnTo>
                    <a:pt x="48691" y="57912"/>
                  </a:lnTo>
                  <a:lnTo>
                    <a:pt x="48691" y="68199"/>
                  </a:lnTo>
                  <a:lnTo>
                    <a:pt x="48679" y="68834"/>
                  </a:lnTo>
                  <a:lnTo>
                    <a:pt x="48094" y="69088"/>
                  </a:lnTo>
                  <a:lnTo>
                    <a:pt x="48094" y="69596"/>
                  </a:lnTo>
                  <a:lnTo>
                    <a:pt x="48069" y="70853"/>
                  </a:lnTo>
                  <a:lnTo>
                    <a:pt x="47713" y="70853"/>
                  </a:lnTo>
                  <a:lnTo>
                    <a:pt x="47625" y="70612"/>
                  </a:lnTo>
                  <a:lnTo>
                    <a:pt x="47764" y="70612"/>
                  </a:lnTo>
                  <a:lnTo>
                    <a:pt x="48069" y="70853"/>
                  </a:lnTo>
                  <a:lnTo>
                    <a:pt x="48069" y="69621"/>
                  </a:lnTo>
                  <a:lnTo>
                    <a:pt x="47929" y="69748"/>
                  </a:lnTo>
                  <a:lnTo>
                    <a:pt x="47701" y="69735"/>
                  </a:lnTo>
                  <a:lnTo>
                    <a:pt x="47282" y="69596"/>
                  </a:lnTo>
                  <a:lnTo>
                    <a:pt x="47663" y="69596"/>
                  </a:lnTo>
                  <a:lnTo>
                    <a:pt x="48069" y="69596"/>
                  </a:lnTo>
                  <a:lnTo>
                    <a:pt x="48094" y="69088"/>
                  </a:lnTo>
                  <a:lnTo>
                    <a:pt x="47739" y="69227"/>
                  </a:lnTo>
                  <a:lnTo>
                    <a:pt x="47586" y="69291"/>
                  </a:lnTo>
                  <a:lnTo>
                    <a:pt x="47282" y="69418"/>
                  </a:lnTo>
                  <a:lnTo>
                    <a:pt x="47294" y="68986"/>
                  </a:lnTo>
                  <a:lnTo>
                    <a:pt x="47193" y="70612"/>
                  </a:lnTo>
                  <a:lnTo>
                    <a:pt x="46774" y="70866"/>
                  </a:lnTo>
                  <a:lnTo>
                    <a:pt x="46545" y="70866"/>
                  </a:lnTo>
                  <a:lnTo>
                    <a:pt x="46583" y="70739"/>
                  </a:lnTo>
                  <a:lnTo>
                    <a:pt x="46659" y="70866"/>
                  </a:lnTo>
                  <a:lnTo>
                    <a:pt x="46736" y="70612"/>
                  </a:lnTo>
                  <a:lnTo>
                    <a:pt x="46977" y="70612"/>
                  </a:lnTo>
                  <a:lnTo>
                    <a:pt x="47193" y="70612"/>
                  </a:lnTo>
                  <a:lnTo>
                    <a:pt x="47193" y="68935"/>
                  </a:lnTo>
                  <a:lnTo>
                    <a:pt x="46647" y="68630"/>
                  </a:lnTo>
                  <a:lnTo>
                    <a:pt x="46647" y="69659"/>
                  </a:lnTo>
                  <a:lnTo>
                    <a:pt x="45834" y="69608"/>
                  </a:lnTo>
                  <a:lnTo>
                    <a:pt x="45834" y="70612"/>
                  </a:lnTo>
                  <a:lnTo>
                    <a:pt x="45593" y="70866"/>
                  </a:lnTo>
                  <a:lnTo>
                    <a:pt x="45478" y="70993"/>
                  </a:lnTo>
                  <a:lnTo>
                    <a:pt x="45440" y="70866"/>
                  </a:lnTo>
                  <a:lnTo>
                    <a:pt x="45351" y="70612"/>
                  </a:lnTo>
                  <a:lnTo>
                    <a:pt x="45834" y="70612"/>
                  </a:lnTo>
                  <a:lnTo>
                    <a:pt x="45834" y="69608"/>
                  </a:lnTo>
                  <a:lnTo>
                    <a:pt x="45186" y="70129"/>
                  </a:lnTo>
                  <a:lnTo>
                    <a:pt x="45021" y="69596"/>
                  </a:lnTo>
                  <a:lnTo>
                    <a:pt x="45732" y="69596"/>
                  </a:lnTo>
                  <a:lnTo>
                    <a:pt x="46545" y="69596"/>
                  </a:lnTo>
                  <a:lnTo>
                    <a:pt x="46647" y="68630"/>
                  </a:lnTo>
                  <a:lnTo>
                    <a:pt x="45897" y="68199"/>
                  </a:lnTo>
                  <a:lnTo>
                    <a:pt x="46812" y="68199"/>
                  </a:lnTo>
                  <a:lnTo>
                    <a:pt x="47294" y="68745"/>
                  </a:lnTo>
                  <a:lnTo>
                    <a:pt x="47498" y="68961"/>
                  </a:lnTo>
                  <a:lnTo>
                    <a:pt x="47434" y="68668"/>
                  </a:lnTo>
                  <a:lnTo>
                    <a:pt x="47307" y="68580"/>
                  </a:lnTo>
                  <a:lnTo>
                    <a:pt x="47320" y="68199"/>
                  </a:lnTo>
                  <a:lnTo>
                    <a:pt x="48691" y="68199"/>
                  </a:lnTo>
                  <a:lnTo>
                    <a:pt x="48691" y="57912"/>
                  </a:lnTo>
                  <a:lnTo>
                    <a:pt x="45377" y="57912"/>
                  </a:lnTo>
                  <a:lnTo>
                    <a:pt x="45377" y="67945"/>
                  </a:lnTo>
                  <a:lnTo>
                    <a:pt x="45339" y="68199"/>
                  </a:lnTo>
                  <a:lnTo>
                    <a:pt x="45059" y="68199"/>
                  </a:lnTo>
                  <a:lnTo>
                    <a:pt x="45059" y="67945"/>
                  </a:lnTo>
                  <a:lnTo>
                    <a:pt x="45377" y="67945"/>
                  </a:lnTo>
                  <a:lnTo>
                    <a:pt x="45377" y="57912"/>
                  </a:lnTo>
                  <a:lnTo>
                    <a:pt x="44767" y="57912"/>
                  </a:lnTo>
                  <a:lnTo>
                    <a:pt x="44767" y="68199"/>
                  </a:lnTo>
                  <a:lnTo>
                    <a:pt x="44538" y="68199"/>
                  </a:lnTo>
                  <a:lnTo>
                    <a:pt x="44094" y="68580"/>
                  </a:lnTo>
                  <a:lnTo>
                    <a:pt x="44069" y="67945"/>
                  </a:lnTo>
                  <a:lnTo>
                    <a:pt x="44424" y="67945"/>
                  </a:lnTo>
                  <a:lnTo>
                    <a:pt x="44767" y="68199"/>
                  </a:lnTo>
                  <a:lnTo>
                    <a:pt x="44767" y="57912"/>
                  </a:lnTo>
                  <a:lnTo>
                    <a:pt x="43688" y="57912"/>
                  </a:lnTo>
                  <a:lnTo>
                    <a:pt x="43688" y="68199"/>
                  </a:lnTo>
                  <a:lnTo>
                    <a:pt x="43637" y="68834"/>
                  </a:lnTo>
                  <a:lnTo>
                    <a:pt x="43611" y="70612"/>
                  </a:lnTo>
                  <a:lnTo>
                    <a:pt x="43535" y="71208"/>
                  </a:lnTo>
                  <a:lnTo>
                    <a:pt x="43053" y="71234"/>
                  </a:lnTo>
                  <a:lnTo>
                    <a:pt x="43357" y="71120"/>
                  </a:lnTo>
                  <a:lnTo>
                    <a:pt x="43307" y="70866"/>
                  </a:lnTo>
                  <a:lnTo>
                    <a:pt x="43472" y="71120"/>
                  </a:lnTo>
                  <a:lnTo>
                    <a:pt x="43535" y="70713"/>
                  </a:lnTo>
                  <a:lnTo>
                    <a:pt x="43345" y="70789"/>
                  </a:lnTo>
                  <a:lnTo>
                    <a:pt x="43192" y="70612"/>
                  </a:lnTo>
                  <a:lnTo>
                    <a:pt x="43434" y="70612"/>
                  </a:lnTo>
                  <a:lnTo>
                    <a:pt x="43611" y="70612"/>
                  </a:lnTo>
                  <a:lnTo>
                    <a:pt x="43611" y="68821"/>
                  </a:lnTo>
                  <a:lnTo>
                    <a:pt x="43345" y="68605"/>
                  </a:lnTo>
                  <a:lnTo>
                    <a:pt x="42989" y="68338"/>
                  </a:lnTo>
                  <a:lnTo>
                    <a:pt x="42824" y="68199"/>
                  </a:lnTo>
                  <a:lnTo>
                    <a:pt x="42951" y="68199"/>
                  </a:lnTo>
                  <a:lnTo>
                    <a:pt x="43230" y="68199"/>
                  </a:lnTo>
                  <a:lnTo>
                    <a:pt x="43573" y="68199"/>
                  </a:lnTo>
                  <a:lnTo>
                    <a:pt x="43688" y="57912"/>
                  </a:lnTo>
                  <a:lnTo>
                    <a:pt x="41160" y="57912"/>
                  </a:lnTo>
                  <a:lnTo>
                    <a:pt x="41160" y="70866"/>
                  </a:lnTo>
                  <a:lnTo>
                    <a:pt x="40551" y="70866"/>
                  </a:lnTo>
                  <a:lnTo>
                    <a:pt x="40449" y="70612"/>
                  </a:lnTo>
                  <a:lnTo>
                    <a:pt x="41084" y="70612"/>
                  </a:lnTo>
                  <a:lnTo>
                    <a:pt x="41160" y="70866"/>
                  </a:lnTo>
                  <a:lnTo>
                    <a:pt x="41160" y="57912"/>
                  </a:lnTo>
                  <a:lnTo>
                    <a:pt x="40284" y="57912"/>
                  </a:lnTo>
                  <a:lnTo>
                    <a:pt x="40284" y="70612"/>
                  </a:lnTo>
                  <a:lnTo>
                    <a:pt x="40055" y="70866"/>
                  </a:lnTo>
                  <a:lnTo>
                    <a:pt x="40005" y="70612"/>
                  </a:lnTo>
                  <a:lnTo>
                    <a:pt x="40284" y="70612"/>
                  </a:lnTo>
                  <a:lnTo>
                    <a:pt x="40284" y="57912"/>
                  </a:lnTo>
                  <a:lnTo>
                    <a:pt x="38709" y="57912"/>
                  </a:lnTo>
                  <a:lnTo>
                    <a:pt x="38709" y="70612"/>
                  </a:lnTo>
                  <a:lnTo>
                    <a:pt x="38569" y="70612"/>
                  </a:lnTo>
                  <a:lnTo>
                    <a:pt x="38709" y="70612"/>
                  </a:lnTo>
                  <a:lnTo>
                    <a:pt x="38709" y="57912"/>
                  </a:lnTo>
                  <a:lnTo>
                    <a:pt x="35648" y="57912"/>
                  </a:lnTo>
                  <a:lnTo>
                    <a:pt x="35648" y="69596"/>
                  </a:lnTo>
                  <a:lnTo>
                    <a:pt x="35369" y="69977"/>
                  </a:lnTo>
                  <a:lnTo>
                    <a:pt x="35496" y="69596"/>
                  </a:lnTo>
                  <a:lnTo>
                    <a:pt x="35648" y="69596"/>
                  </a:lnTo>
                  <a:lnTo>
                    <a:pt x="35648" y="57912"/>
                  </a:lnTo>
                  <a:lnTo>
                    <a:pt x="34925" y="57912"/>
                  </a:lnTo>
                  <a:lnTo>
                    <a:pt x="34925" y="70612"/>
                  </a:lnTo>
                  <a:lnTo>
                    <a:pt x="34759" y="70777"/>
                  </a:lnTo>
                  <a:lnTo>
                    <a:pt x="34810" y="70612"/>
                  </a:lnTo>
                  <a:lnTo>
                    <a:pt x="34925" y="57912"/>
                  </a:lnTo>
                  <a:lnTo>
                    <a:pt x="34290" y="57912"/>
                  </a:lnTo>
                  <a:lnTo>
                    <a:pt x="34290" y="69596"/>
                  </a:lnTo>
                  <a:lnTo>
                    <a:pt x="34137" y="69850"/>
                  </a:lnTo>
                  <a:lnTo>
                    <a:pt x="33921" y="69596"/>
                  </a:lnTo>
                  <a:lnTo>
                    <a:pt x="34290" y="69596"/>
                  </a:lnTo>
                  <a:lnTo>
                    <a:pt x="34290" y="57912"/>
                  </a:lnTo>
                  <a:lnTo>
                    <a:pt x="26111" y="57912"/>
                  </a:lnTo>
                  <a:lnTo>
                    <a:pt x="26111" y="69596"/>
                  </a:lnTo>
                  <a:lnTo>
                    <a:pt x="25603" y="69850"/>
                  </a:lnTo>
                  <a:lnTo>
                    <a:pt x="25590" y="69596"/>
                  </a:lnTo>
                  <a:lnTo>
                    <a:pt x="26111" y="69596"/>
                  </a:lnTo>
                  <a:lnTo>
                    <a:pt x="26111" y="57912"/>
                  </a:lnTo>
                  <a:lnTo>
                    <a:pt x="25361" y="57912"/>
                  </a:lnTo>
                  <a:lnTo>
                    <a:pt x="25361" y="70612"/>
                  </a:lnTo>
                  <a:lnTo>
                    <a:pt x="25336" y="70739"/>
                  </a:lnTo>
                  <a:lnTo>
                    <a:pt x="25120" y="70612"/>
                  </a:lnTo>
                  <a:lnTo>
                    <a:pt x="25361" y="70612"/>
                  </a:lnTo>
                  <a:lnTo>
                    <a:pt x="25361" y="57912"/>
                  </a:lnTo>
                  <a:lnTo>
                    <a:pt x="24561" y="57912"/>
                  </a:lnTo>
                  <a:lnTo>
                    <a:pt x="24561" y="69596"/>
                  </a:lnTo>
                  <a:lnTo>
                    <a:pt x="24434" y="69646"/>
                  </a:lnTo>
                  <a:lnTo>
                    <a:pt x="24307" y="69646"/>
                  </a:lnTo>
                  <a:lnTo>
                    <a:pt x="24003" y="69811"/>
                  </a:lnTo>
                  <a:lnTo>
                    <a:pt x="23876" y="69850"/>
                  </a:lnTo>
                  <a:lnTo>
                    <a:pt x="24130" y="69596"/>
                  </a:lnTo>
                  <a:lnTo>
                    <a:pt x="24371" y="69596"/>
                  </a:lnTo>
                  <a:lnTo>
                    <a:pt x="24561" y="69596"/>
                  </a:lnTo>
                  <a:lnTo>
                    <a:pt x="24561" y="57912"/>
                  </a:lnTo>
                  <a:lnTo>
                    <a:pt x="23901" y="57912"/>
                  </a:lnTo>
                  <a:lnTo>
                    <a:pt x="23901" y="68199"/>
                  </a:lnTo>
                  <a:lnTo>
                    <a:pt x="23749" y="68580"/>
                  </a:lnTo>
                  <a:lnTo>
                    <a:pt x="23571" y="68199"/>
                  </a:lnTo>
                  <a:lnTo>
                    <a:pt x="22974" y="68973"/>
                  </a:lnTo>
                  <a:lnTo>
                    <a:pt x="22885" y="68199"/>
                  </a:lnTo>
                  <a:lnTo>
                    <a:pt x="23571" y="68199"/>
                  </a:lnTo>
                  <a:lnTo>
                    <a:pt x="23901" y="68199"/>
                  </a:lnTo>
                  <a:lnTo>
                    <a:pt x="23901" y="57912"/>
                  </a:lnTo>
                  <a:lnTo>
                    <a:pt x="22745" y="57912"/>
                  </a:lnTo>
                  <a:lnTo>
                    <a:pt x="22745" y="68199"/>
                  </a:lnTo>
                  <a:lnTo>
                    <a:pt x="22339" y="68808"/>
                  </a:lnTo>
                  <a:lnTo>
                    <a:pt x="22110" y="68199"/>
                  </a:lnTo>
                  <a:lnTo>
                    <a:pt x="22745" y="68199"/>
                  </a:lnTo>
                  <a:lnTo>
                    <a:pt x="22745" y="57912"/>
                  </a:lnTo>
                  <a:lnTo>
                    <a:pt x="21475" y="57912"/>
                  </a:lnTo>
                  <a:lnTo>
                    <a:pt x="21475" y="68199"/>
                  </a:lnTo>
                  <a:lnTo>
                    <a:pt x="21336" y="68541"/>
                  </a:lnTo>
                  <a:lnTo>
                    <a:pt x="21374" y="68199"/>
                  </a:lnTo>
                  <a:lnTo>
                    <a:pt x="21475" y="57912"/>
                  </a:lnTo>
                  <a:lnTo>
                    <a:pt x="20497" y="57912"/>
                  </a:lnTo>
                  <a:lnTo>
                    <a:pt x="20497" y="68199"/>
                  </a:lnTo>
                  <a:lnTo>
                    <a:pt x="20307" y="68580"/>
                  </a:lnTo>
                  <a:lnTo>
                    <a:pt x="19964" y="68414"/>
                  </a:lnTo>
                  <a:lnTo>
                    <a:pt x="19951" y="68580"/>
                  </a:lnTo>
                  <a:lnTo>
                    <a:pt x="19900" y="68376"/>
                  </a:lnTo>
                  <a:lnTo>
                    <a:pt x="19558" y="68199"/>
                  </a:lnTo>
                  <a:lnTo>
                    <a:pt x="19011" y="68199"/>
                  </a:lnTo>
                  <a:lnTo>
                    <a:pt x="19024" y="67945"/>
                  </a:lnTo>
                  <a:lnTo>
                    <a:pt x="18656" y="67945"/>
                  </a:lnTo>
                  <a:lnTo>
                    <a:pt x="18237" y="67602"/>
                  </a:lnTo>
                  <a:lnTo>
                    <a:pt x="18478" y="67678"/>
                  </a:lnTo>
                  <a:lnTo>
                    <a:pt x="19354" y="67945"/>
                  </a:lnTo>
                  <a:lnTo>
                    <a:pt x="19050" y="67945"/>
                  </a:lnTo>
                  <a:lnTo>
                    <a:pt x="19558" y="68199"/>
                  </a:lnTo>
                  <a:lnTo>
                    <a:pt x="19862" y="68199"/>
                  </a:lnTo>
                  <a:lnTo>
                    <a:pt x="20002" y="68199"/>
                  </a:lnTo>
                  <a:lnTo>
                    <a:pt x="20497" y="68199"/>
                  </a:lnTo>
                  <a:lnTo>
                    <a:pt x="20497" y="57912"/>
                  </a:lnTo>
                  <a:lnTo>
                    <a:pt x="19443" y="57912"/>
                  </a:lnTo>
                  <a:lnTo>
                    <a:pt x="19443" y="58928"/>
                  </a:lnTo>
                  <a:lnTo>
                    <a:pt x="19100" y="59118"/>
                  </a:lnTo>
                  <a:lnTo>
                    <a:pt x="19100" y="59436"/>
                  </a:lnTo>
                  <a:lnTo>
                    <a:pt x="18618" y="59563"/>
                  </a:lnTo>
                  <a:lnTo>
                    <a:pt x="18630" y="59436"/>
                  </a:lnTo>
                  <a:lnTo>
                    <a:pt x="19100" y="59436"/>
                  </a:lnTo>
                  <a:lnTo>
                    <a:pt x="19100" y="59118"/>
                  </a:lnTo>
                  <a:lnTo>
                    <a:pt x="18643" y="59347"/>
                  </a:lnTo>
                  <a:lnTo>
                    <a:pt x="18669" y="59182"/>
                  </a:lnTo>
                  <a:lnTo>
                    <a:pt x="18872" y="58928"/>
                  </a:lnTo>
                  <a:lnTo>
                    <a:pt x="19443" y="58928"/>
                  </a:lnTo>
                  <a:lnTo>
                    <a:pt x="19443" y="57912"/>
                  </a:lnTo>
                  <a:lnTo>
                    <a:pt x="18199" y="57912"/>
                  </a:lnTo>
                  <a:lnTo>
                    <a:pt x="18199" y="67576"/>
                  </a:lnTo>
                  <a:lnTo>
                    <a:pt x="18072" y="67475"/>
                  </a:lnTo>
                  <a:lnTo>
                    <a:pt x="17767" y="67208"/>
                  </a:lnTo>
                  <a:lnTo>
                    <a:pt x="17792" y="66967"/>
                  </a:lnTo>
                  <a:lnTo>
                    <a:pt x="18161" y="66929"/>
                  </a:lnTo>
                  <a:lnTo>
                    <a:pt x="18186" y="67525"/>
                  </a:lnTo>
                  <a:lnTo>
                    <a:pt x="18199" y="57912"/>
                  </a:lnTo>
                  <a:lnTo>
                    <a:pt x="16090" y="57912"/>
                  </a:lnTo>
                  <a:lnTo>
                    <a:pt x="16090" y="61849"/>
                  </a:lnTo>
                  <a:lnTo>
                    <a:pt x="15544" y="61849"/>
                  </a:lnTo>
                  <a:lnTo>
                    <a:pt x="15430" y="62103"/>
                  </a:lnTo>
                  <a:lnTo>
                    <a:pt x="15392" y="64262"/>
                  </a:lnTo>
                  <a:lnTo>
                    <a:pt x="15163" y="64262"/>
                  </a:lnTo>
                  <a:lnTo>
                    <a:pt x="15163" y="64516"/>
                  </a:lnTo>
                  <a:lnTo>
                    <a:pt x="14859" y="64643"/>
                  </a:lnTo>
                  <a:lnTo>
                    <a:pt x="14833" y="64516"/>
                  </a:lnTo>
                  <a:lnTo>
                    <a:pt x="14338" y="64516"/>
                  </a:lnTo>
                  <a:lnTo>
                    <a:pt x="14643" y="64008"/>
                  </a:lnTo>
                  <a:lnTo>
                    <a:pt x="14947" y="64008"/>
                  </a:lnTo>
                  <a:lnTo>
                    <a:pt x="15392" y="64262"/>
                  </a:lnTo>
                  <a:lnTo>
                    <a:pt x="15392" y="62103"/>
                  </a:lnTo>
                  <a:lnTo>
                    <a:pt x="14935" y="62103"/>
                  </a:lnTo>
                  <a:lnTo>
                    <a:pt x="15036" y="61849"/>
                  </a:lnTo>
                  <a:lnTo>
                    <a:pt x="14757" y="61595"/>
                  </a:lnTo>
                  <a:lnTo>
                    <a:pt x="15113" y="61595"/>
                  </a:lnTo>
                  <a:lnTo>
                    <a:pt x="16090" y="61849"/>
                  </a:lnTo>
                  <a:lnTo>
                    <a:pt x="16090" y="57912"/>
                  </a:lnTo>
                  <a:lnTo>
                    <a:pt x="13665" y="57912"/>
                  </a:lnTo>
                  <a:lnTo>
                    <a:pt x="13665" y="58420"/>
                  </a:lnTo>
                  <a:lnTo>
                    <a:pt x="12801" y="58420"/>
                  </a:lnTo>
                  <a:lnTo>
                    <a:pt x="12598" y="58547"/>
                  </a:lnTo>
                  <a:lnTo>
                    <a:pt x="12788" y="58166"/>
                  </a:lnTo>
                  <a:lnTo>
                    <a:pt x="13233" y="58166"/>
                  </a:lnTo>
                  <a:lnTo>
                    <a:pt x="13665" y="58420"/>
                  </a:lnTo>
                  <a:lnTo>
                    <a:pt x="13665" y="57912"/>
                  </a:lnTo>
                  <a:lnTo>
                    <a:pt x="11595" y="57912"/>
                  </a:lnTo>
                  <a:lnTo>
                    <a:pt x="11595" y="61595"/>
                  </a:lnTo>
                  <a:lnTo>
                    <a:pt x="11087" y="61595"/>
                  </a:lnTo>
                  <a:lnTo>
                    <a:pt x="11353" y="61341"/>
                  </a:lnTo>
                  <a:lnTo>
                    <a:pt x="11531" y="61341"/>
                  </a:lnTo>
                  <a:lnTo>
                    <a:pt x="11595" y="61595"/>
                  </a:lnTo>
                  <a:lnTo>
                    <a:pt x="11595" y="57912"/>
                  </a:lnTo>
                  <a:lnTo>
                    <a:pt x="9004" y="57912"/>
                  </a:lnTo>
                  <a:lnTo>
                    <a:pt x="9029" y="57658"/>
                  </a:lnTo>
                  <a:lnTo>
                    <a:pt x="104101" y="57658"/>
                  </a:lnTo>
                  <a:lnTo>
                    <a:pt x="104101" y="54724"/>
                  </a:lnTo>
                  <a:lnTo>
                    <a:pt x="104038" y="54864"/>
                  </a:lnTo>
                  <a:lnTo>
                    <a:pt x="103568" y="54356"/>
                  </a:lnTo>
                  <a:lnTo>
                    <a:pt x="104267" y="54356"/>
                  </a:lnTo>
                  <a:lnTo>
                    <a:pt x="104800" y="53848"/>
                  </a:lnTo>
                  <a:lnTo>
                    <a:pt x="104851" y="54356"/>
                  </a:lnTo>
                  <a:lnTo>
                    <a:pt x="104940" y="53467"/>
                  </a:lnTo>
                  <a:lnTo>
                    <a:pt x="105765" y="53848"/>
                  </a:lnTo>
                  <a:lnTo>
                    <a:pt x="105816" y="53467"/>
                  </a:lnTo>
                  <a:lnTo>
                    <a:pt x="105841" y="53213"/>
                  </a:lnTo>
                  <a:lnTo>
                    <a:pt x="106438" y="53213"/>
                  </a:lnTo>
                  <a:lnTo>
                    <a:pt x="106286" y="53467"/>
                  </a:lnTo>
                  <a:lnTo>
                    <a:pt x="106692" y="53467"/>
                  </a:lnTo>
                  <a:lnTo>
                    <a:pt x="107061" y="53467"/>
                  </a:lnTo>
                  <a:lnTo>
                    <a:pt x="107238" y="53213"/>
                  </a:lnTo>
                  <a:lnTo>
                    <a:pt x="106870" y="52705"/>
                  </a:lnTo>
                  <a:lnTo>
                    <a:pt x="107035" y="52705"/>
                  </a:lnTo>
                  <a:lnTo>
                    <a:pt x="107429" y="53213"/>
                  </a:lnTo>
                  <a:lnTo>
                    <a:pt x="107365" y="52705"/>
                  </a:lnTo>
                  <a:lnTo>
                    <a:pt x="107238" y="52705"/>
                  </a:lnTo>
                  <a:lnTo>
                    <a:pt x="106883" y="52336"/>
                  </a:lnTo>
                  <a:lnTo>
                    <a:pt x="107264" y="52552"/>
                  </a:lnTo>
                  <a:lnTo>
                    <a:pt x="107391" y="52197"/>
                  </a:lnTo>
                  <a:lnTo>
                    <a:pt x="107581" y="52197"/>
                  </a:lnTo>
                  <a:lnTo>
                    <a:pt x="107962" y="52197"/>
                  </a:lnTo>
                  <a:lnTo>
                    <a:pt x="107962" y="52324"/>
                  </a:lnTo>
                  <a:lnTo>
                    <a:pt x="107581" y="52197"/>
                  </a:lnTo>
                  <a:lnTo>
                    <a:pt x="107759" y="52705"/>
                  </a:lnTo>
                  <a:lnTo>
                    <a:pt x="107962" y="52705"/>
                  </a:lnTo>
                  <a:lnTo>
                    <a:pt x="108445" y="52705"/>
                  </a:lnTo>
                  <a:lnTo>
                    <a:pt x="108648" y="52705"/>
                  </a:lnTo>
                  <a:lnTo>
                    <a:pt x="109105" y="52705"/>
                  </a:lnTo>
                  <a:lnTo>
                    <a:pt x="108673" y="52565"/>
                  </a:lnTo>
                  <a:lnTo>
                    <a:pt x="108750" y="52197"/>
                  </a:lnTo>
                  <a:lnTo>
                    <a:pt x="108585" y="51689"/>
                  </a:lnTo>
                  <a:lnTo>
                    <a:pt x="108585" y="52539"/>
                  </a:lnTo>
                  <a:lnTo>
                    <a:pt x="108343" y="52451"/>
                  </a:lnTo>
                  <a:lnTo>
                    <a:pt x="108242" y="52197"/>
                  </a:lnTo>
                  <a:lnTo>
                    <a:pt x="108483" y="52197"/>
                  </a:lnTo>
                  <a:lnTo>
                    <a:pt x="108585" y="52539"/>
                  </a:lnTo>
                  <a:lnTo>
                    <a:pt x="108585" y="51689"/>
                  </a:lnTo>
                  <a:lnTo>
                    <a:pt x="108572" y="51181"/>
                  </a:lnTo>
                  <a:lnTo>
                    <a:pt x="109423" y="51181"/>
                  </a:lnTo>
                  <a:lnTo>
                    <a:pt x="109550" y="51181"/>
                  </a:lnTo>
                  <a:lnTo>
                    <a:pt x="108864" y="50673"/>
                  </a:lnTo>
                  <a:lnTo>
                    <a:pt x="108165" y="50673"/>
                  </a:lnTo>
                  <a:lnTo>
                    <a:pt x="108610" y="50469"/>
                  </a:lnTo>
                  <a:lnTo>
                    <a:pt x="108407" y="50304"/>
                  </a:lnTo>
                  <a:lnTo>
                    <a:pt x="108521" y="50126"/>
                  </a:lnTo>
                  <a:lnTo>
                    <a:pt x="108724" y="50419"/>
                  </a:lnTo>
                  <a:lnTo>
                    <a:pt x="109715" y="50038"/>
                  </a:lnTo>
                  <a:lnTo>
                    <a:pt x="109105" y="50038"/>
                  </a:lnTo>
                  <a:lnTo>
                    <a:pt x="109067" y="49784"/>
                  </a:lnTo>
                  <a:lnTo>
                    <a:pt x="109016" y="49530"/>
                  </a:lnTo>
                  <a:lnTo>
                    <a:pt x="108534" y="49530"/>
                  </a:lnTo>
                  <a:lnTo>
                    <a:pt x="108915" y="49022"/>
                  </a:lnTo>
                  <a:lnTo>
                    <a:pt x="108458" y="49022"/>
                  </a:lnTo>
                  <a:lnTo>
                    <a:pt x="108458" y="50038"/>
                  </a:lnTo>
                  <a:lnTo>
                    <a:pt x="108229" y="50038"/>
                  </a:lnTo>
                  <a:lnTo>
                    <a:pt x="108102" y="50038"/>
                  </a:lnTo>
                  <a:lnTo>
                    <a:pt x="107797" y="50558"/>
                  </a:lnTo>
                  <a:lnTo>
                    <a:pt x="107391" y="50038"/>
                  </a:lnTo>
                  <a:lnTo>
                    <a:pt x="107632" y="50038"/>
                  </a:lnTo>
                  <a:lnTo>
                    <a:pt x="107607" y="49784"/>
                  </a:lnTo>
                  <a:lnTo>
                    <a:pt x="108292" y="49784"/>
                  </a:lnTo>
                  <a:lnTo>
                    <a:pt x="108458" y="50038"/>
                  </a:lnTo>
                  <a:lnTo>
                    <a:pt x="108458" y="49022"/>
                  </a:lnTo>
                  <a:lnTo>
                    <a:pt x="107657" y="49022"/>
                  </a:lnTo>
                  <a:lnTo>
                    <a:pt x="107962" y="48514"/>
                  </a:lnTo>
                  <a:lnTo>
                    <a:pt x="107962" y="48056"/>
                  </a:lnTo>
                  <a:lnTo>
                    <a:pt x="106959" y="48374"/>
                  </a:lnTo>
                  <a:lnTo>
                    <a:pt x="106768" y="48196"/>
                  </a:lnTo>
                  <a:lnTo>
                    <a:pt x="106768" y="49530"/>
                  </a:lnTo>
                  <a:lnTo>
                    <a:pt x="106387" y="49530"/>
                  </a:lnTo>
                  <a:lnTo>
                    <a:pt x="106337" y="49022"/>
                  </a:lnTo>
                  <a:lnTo>
                    <a:pt x="106730" y="49022"/>
                  </a:lnTo>
                  <a:lnTo>
                    <a:pt x="106768" y="49530"/>
                  </a:lnTo>
                  <a:lnTo>
                    <a:pt x="106768" y="48196"/>
                  </a:lnTo>
                  <a:lnTo>
                    <a:pt x="106565" y="48006"/>
                  </a:lnTo>
                  <a:lnTo>
                    <a:pt x="107962" y="48006"/>
                  </a:lnTo>
                  <a:lnTo>
                    <a:pt x="108102" y="48006"/>
                  </a:lnTo>
                  <a:lnTo>
                    <a:pt x="110375" y="48006"/>
                  </a:lnTo>
                  <a:close/>
                </a:path>
                <a:path w="120014" h="107950">
                  <a:moveTo>
                    <a:pt x="117068" y="104267"/>
                  </a:moveTo>
                  <a:lnTo>
                    <a:pt x="116979" y="103759"/>
                  </a:lnTo>
                  <a:lnTo>
                    <a:pt x="116878" y="103251"/>
                  </a:lnTo>
                  <a:lnTo>
                    <a:pt x="116332" y="104267"/>
                  </a:lnTo>
                  <a:lnTo>
                    <a:pt x="117068" y="104267"/>
                  </a:lnTo>
                  <a:close/>
                </a:path>
                <a:path w="120014" h="107950">
                  <a:moveTo>
                    <a:pt x="119837" y="106807"/>
                  </a:moveTo>
                  <a:lnTo>
                    <a:pt x="119748" y="106299"/>
                  </a:lnTo>
                  <a:lnTo>
                    <a:pt x="117957" y="106235"/>
                  </a:lnTo>
                  <a:lnTo>
                    <a:pt x="117602" y="106121"/>
                  </a:lnTo>
                  <a:lnTo>
                    <a:pt x="117411" y="106070"/>
                  </a:lnTo>
                  <a:lnTo>
                    <a:pt x="117182" y="106045"/>
                  </a:lnTo>
                  <a:lnTo>
                    <a:pt x="116967" y="106045"/>
                  </a:lnTo>
                  <a:lnTo>
                    <a:pt x="116776" y="106045"/>
                  </a:lnTo>
                  <a:lnTo>
                    <a:pt x="116776" y="106299"/>
                  </a:lnTo>
                  <a:lnTo>
                    <a:pt x="116420" y="106438"/>
                  </a:lnTo>
                  <a:lnTo>
                    <a:pt x="116497" y="106299"/>
                  </a:lnTo>
                  <a:lnTo>
                    <a:pt x="116776" y="106299"/>
                  </a:lnTo>
                  <a:lnTo>
                    <a:pt x="116776" y="106045"/>
                  </a:lnTo>
                  <a:lnTo>
                    <a:pt x="116624" y="106045"/>
                  </a:lnTo>
                  <a:lnTo>
                    <a:pt x="116116" y="106045"/>
                  </a:lnTo>
                  <a:lnTo>
                    <a:pt x="116547" y="106172"/>
                  </a:lnTo>
                  <a:lnTo>
                    <a:pt x="113372" y="106045"/>
                  </a:lnTo>
                  <a:lnTo>
                    <a:pt x="115976" y="106045"/>
                  </a:lnTo>
                  <a:lnTo>
                    <a:pt x="116370" y="105791"/>
                  </a:lnTo>
                  <a:lnTo>
                    <a:pt x="117005" y="105371"/>
                  </a:lnTo>
                  <a:lnTo>
                    <a:pt x="117195" y="105283"/>
                  </a:lnTo>
                  <a:lnTo>
                    <a:pt x="117436" y="105283"/>
                  </a:lnTo>
                  <a:lnTo>
                    <a:pt x="117589" y="105029"/>
                  </a:lnTo>
                  <a:lnTo>
                    <a:pt x="117348" y="105181"/>
                  </a:lnTo>
                  <a:lnTo>
                    <a:pt x="117055" y="105283"/>
                  </a:lnTo>
                  <a:lnTo>
                    <a:pt x="117182" y="105029"/>
                  </a:lnTo>
                  <a:lnTo>
                    <a:pt x="116979" y="105029"/>
                  </a:lnTo>
                  <a:lnTo>
                    <a:pt x="116649" y="105143"/>
                  </a:lnTo>
                  <a:lnTo>
                    <a:pt x="116814" y="104775"/>
                  </a:lnTo>
                  <a:lnTo>
                    <a:pt x="117271" y="104775"/>
                  </a:lnTo>
                  <a:lnTo>
                    <a:pt x="116522" y="104381"/>
                  </a:lnTo>
                  <a:lnTo>
                    <a:pt x="116522" y="105181"/>
                  </a:lnTo>
                  <a:lnTo>
                    <a:pt x="116192" y="105283"/>
                  </a:lnTo>
                  <a:lnTo>
                    <a:pt x="116230" y="105029"/>
                  </a:lnTo>
                  <a:lnTo>
                    <a:pt x="116014" y="104775"/>
                  </a:lnTo>
                  <a:lnTo>
                    <a:pt x="116306" y="104775"/>
                  </a:lnTo>
                  <a:lnTo>
                    <a:pt x="116522" y="105181"/>
                  </a:lnTo>
                  <a:lnTo>
                    <a:pt x="116522" y="104381"/>
                  </a:lnTo>
                  <a:lnTo>
                    <a:pt x="116306" y="104267"/>
                  </a:lnTo>
                  <a:lnTo>
                    <a:pt x="115582" y="104267"/>
                  </a:lnTo>
                  <a:lnTo>
                    <a:pt x="115595" y="103759"/>
                  </a:lnTo>
                  <a:lnTo>
                    <a:pt x="115608" y="103505"/>
                  </a:lnTo>
                  <a:lnTo>
                    <a:pt x="115430" y="103759"/>
                  </a:lnTo>
                  <a:lnTo>
                    <a:pt x="115366" y="103251"/>
                  </a:lnTo>
                  <a:lnTo>
                    <a:pt x="115354" y="103124"/>
                  </a:lnTo>
                  <a:lnTo>
                    <a:pt x="114249" y="103124"/>
                  </a:lnTo>
                  <a:lnTo>
                    <a:pt x="113982" y="103251"/>
                  </a:lnTo>
                  <a:lnTo>
                    <a:pt x="113398" y="102743"/>
                  </a:lnTo>
                  <a:lnTo>
                    <a:pt x="113614" y="102743"/>
                  </a:lnTo>
                  <a:lnTo>
                    <a:pt x="113347" y="102616"/>
                  </a:lnTo>
                  <a:lnTo>
                    <a:pt x="113525" y="102616"/>
                  </a:lnTo>
                  <a:lnTo>
                    <a:pt x="113563" y="102235"/>
                  </a:lnTo>
                  <a:lnTo>
                    <a:pt x="113626" y="101727"/>
                  </a:lnTo>
                  <a:lnTo>
                    <a:pt x="113017" y="101727"/>
                  </a:lnTo>
                  <a:lnTo>
                    <a:pt x="111988" y="102235"/>
                  </a:lnTo>
                  <a:lnTo>
                    <a:pt x="111620" y="101727"/>
                  </a:lnTo>
                  <a:lnTo>
                    <a:pt x="111442" y="101473"/>
                  </a:lnTo>
                  <a:lnTo>
                    <a:pt x="111747" y="101473"/>
                  </a:lnTo>
                  <a:lnTo>
                    <a:pt x="111671" y="101219"/>
                  </a:lnTo>
                  <a:lnTo>
                    <a:pt x="111417" y="101092"/>
                  </a:lnTo>
                  <a:lnTo>
                    <a:pt x="112318" y="101092"/>
                  </a:lnTo>
                  <a:lnTo>
                    <a:pt x="108813" y="100711"/>
                  </a:lnTo>
                  <a:lnTo>
                    <a:pt x="110578" y="100711"/>
                  </a:lnTo>
                  <a:lnTo>
                    <a:pt x="109613" y="100584"/>
                  </a:lnTo>
                  <a:lnTo>
                    <a:pt x="108407" y="100711"/>
                  </a:lnTo>
                  <a:lnTo>
                    <a:pt x="108216" y="100584"/>
                  </a:lnTo>
                  <a:lnTo>
                    <a:pt x="107645" y="100203"/>
                  </a:lnTo>
                  <a:lnTo>
                    <a:pt x="107950" y="100203"/>
                  </a:lnTo>
                  <a:lnTo>
                    <a:pt x="108546" y="100457"/>
                  </a:lnTo>
                  <a:lnTo>
                    <a:pt x="108546" y="99949"/>
                  </a:lnTo>
                  <a:lnTo>
                    <a:pt x="108254" y="99949"/>
                  </a:lnTo>
                  <a:lnTo>
                    <a:pt x="107950" y="100088"/>
                  </a:lnTo>
                  <a:lnTo>
                    <a:pt x="107924" y="99949"/>
                  </a:lnTo>
                  <a:lnTo>
                    <a:pt x="108254" y="99949"/>
                  </a:lnTo>
                  <a:lnTo>
                    <a:pt x="108483" y="99860"/>
                  </a:lnTo>
                  <a:lnTo>
                    <a:pt x="108508" y="99695"/>
                  </a:lnTo>
                  <a:lnTo>
                    <a:pt x="108064" y="99695"/>
                  </a:lnTo>
                  <a:lnTo>
                    <a:pt x="107251" y="99910"/>
                  </a:lnTo>
                  <a:lnTo>
                    <a:pt x="107061" y="99949"/>
                  </a:lnTo>
                  <a:lnTo>
                    <a:pt x="107251" y="99695"/>
                  </a:lnTo>
                  <a:lnTo>
                    <a:pt x="106984" y="99695"/>
                  </a:lnTo>
                  <a:lnTo>
                    <a:pt x="106870" y="100076"/>
                  </a:lnTo>
                  <a:lnTo>
                    <a:pt x="106667" y="100203"/>
                  </a:lnTo>
                  <a:lnTo>
                    <a:pt x="106184" y="100457"/>
                  </a:lnTo>
                  <a:lnTo>
                    <a:pt x="105460" y="100203"/>
                  </a:lnTo>
                  <a:lnTo>
                    <a:pt x="104724" y="99949"/>
                  </a:lnTo>
                  <a:lnTo>
                    <a:pt x="105105" y="99949"/>
                  </a:lnTo>
                  <a:lnTo>
                    <a:pt x="106184" y="99949"/>
                  </a:lnTo>
                  <a:lnTo>
                    <a:pt x="106578" y="100203"/>
                  </a:lnTo>
                  <a:lnTo>
                    <a:pt x="106870" y="100076"/>
                  </a:lnTo>
                  <a:lnTo>
                    <a:pt x="106870" y="99606"/>
                  </a:lnTo>
                  <a:lnTo>
                    <a:pt x="106337" y="99187"/>
                  </a:lnTo>
                  <a:lnTo>
                    <a:pt x="105511" y="99695"/>
                  </a:lnTo>
                  <a:lnTo>
                    <a:pt x="104343" y="99695"/>
                  </a:lnTo>
                  <a:lnTo>
                    <a:pt x="103352" y="99695"/>
                  </a:lnTo>
                  <a:lnTo>
                    <a:pt x="103479" y="99187"/>
                  </a:lnTo>
                  <a:lnTo>
                    <a:pt x="103708" y="99187"/>
                  </a:lnTo>
                  <a:lnTo>
                    <a:pt x="103314" y="98933"/>
                  </a:lnTo>
                  <a:lnTo>
                    <a:pt x="103085" y="98933"/>
                  </a:lnTo>
                  <a:lnTo>
                    <a:pt x="102768" y="98780"/>
                  </a:lnTo>
                  <a:lnTo>
                    <a:pt x="102768" y="98933"/>
                  </a:lnTo>
                  <a:lnTo>
                    <a:pt x="102412" y="99060"/>
                  </a:lnTo>
                  <a:lnTo>
                    <a:pt x="102362" y="98933"/>
                  </a:lnTo>
                  <a:lnTo>
                    <a:pt x="102768" y="98933"/>
                  </a:lnTo>
                  <a:lnTo>
                    <a:pt x="102768" y="98780"/>
                  </a:lnTo>
                  <a:lnTo>
                    <a:pt x="102298" y="98552"/>
                  </a:lnTo>
                  <a:lnTo>
                    <a:pt x="102298" y="98425"/>
                  </a:lnTo>
                  <a:lnTo>
                    <a:pt x="102768" y="98552"/>
                  </a:lnTo>
                  <a:lnTo>
                    <a:pt x="102958" y="98425"/>
                  </a:lnTo>
                  <a:lnTo>
                    <a:pt x="102781" y="98425"/>
                  </a:lnTo>
                  <a:lnTo>
                    <a:pt x="101663" y="97917"/>
                  </a:lnTo>
                  <a:lnTo>
                    <a:pt x="101523" y="98044"/>
                  </a:lnTo>
                  <a:lnTo>
                    <a:pt x="100863" y="98552"/>
                  </a:lnTo>
                  <a:lnTo>
                    <a:pt x="100965" y="98044"/>
                  </a:lnTo>
                  <a:lnTo>
                    <a:pt x="100761" y="98044"/>
                  </a:lnTo>
                  <a:lnTo>
                    <a:pt x="99923" y="98425"/>
                  </a:lnTo>
                  <a:lnTo>
                    <a:pt x="99987" y="98044"/>
                  </a:lnTo>
                  <a:lnTo>
                    <a:pt x="19545" y="98044"/>
                  </a:lnTo>
                  <a:lnTo>
                    <a:pt x="19138" y="97917"/>
                  </a:lnTo>
                  <a:lnTo>
                    <a:pt x="101041" y="97917"/>
                  </a:lnTo>
                  <a:lnTo>
                    <a:pt x="100660" y="97675"/>
                  </a:lnTo>
                  <a:lnTo>
                    <a:pt x="100317" y="97853"/>
                  </a:lnTo>
                  <a:lnTo>
                    <a:pt x="100164" y="97751"/>
                  </a:lnTo>
                  <a:lnTo>
                    <a:pt x="100037" y="97561"/>
                  </a:lnTo>
                  <a:lnTo>
                    <a:pt x="99834" y="97536"/>
                  </a:lnTo>
                  <a:lnTo>
                    <a:pt x="99606" y="97536"/>
                  </a:lnTo>
                  <a:lnTo>
                    <a:pt x="99542" y="97409"/>
                  </a:lnTo>
                  <a:lnTo>
                    <a:pt x="99949" y="97409"/>
                  </a:lnTo>
                  <a:lnTo>
                    <a:pt x="99987" y="97028"/>
                  </a:lnTo>
                  <a:lnTo>
                    <a:pt x="99212" y="97028"/>
                  </a:lnTo>
                  <a:lnTo>
                    <a:pt x="99136" y="96774"/>
                  </a:lnTo>
                  <a:lnTo>
                    <a:pt x="99479" y="96774"/>
                  </a:lnTo>
                  <a:lnTo>
                    <a:pt x="98856" y="96659"/>
                  </a:lnTo>
                  <a:lnTo>
                    <a:pt x="98856" y="97028"/>
                  </a:lnTo>
                  <a:lnTo>
                    <a:pt x="98704" y="97028"/>
                  </a:lnTo>
                  <a:lnTo>
                    <a:pt x="98247" y="97409"/>
                  </a:lnTo>
                  <a:lnTo>
                    <a:pt x="97777" y="97028"/>
                  </a:lnTo>
                  <a:lnTo>
                    <a:pt x="98132" y="96774"/>
                  </a:lnTo>
                  <a:lnTo>
                    <a:pt x="97180" y="96647"/>
                  </a:lnTo>
                  <a:lnTo>
                    <a:pt x="97002" y="96774"/>
                  </a:lnTo>
                  <a:lnTo>
                    <a:pt x="96659" y="97028"/>
                  </a:lnTo>
                  <a:lnTo>
                    <a:pt x="95796" y="97409"/>
                  </a:lnTo>
                  <a:lnTo>
                    <a:pt x="95300" y="97409"/>
                  </a:lnTo>
                  <a:lnTo>
                    <a:pt x="94881" y="96774"/>
                  </a:lnTo>
                  <a:lnTo>
                    <a:pt x="94767" y="96570"/>
                  </a:lnTo>
                  <a:lnTo>
                    <a:pt x="94564" y="96647"/>
                  </a:lnTo>
                  <a:lnTo>
                    <a:pt x="94589" y="96774"/>
                  </a:lnTo>
                  <a:lnTo>
                    <a:pt x="94462" y="96685"/>
                  </a:lnTo>
                  <a:lnTo>
                    <a:pt x="94234" y="96520"/>
                  </a:lnTo>
                  <a:lnTo>
                    <a:pt x="94221" y="96774"/>
                  </a:lnTo>
                  <a:lnTo>
                    <a:pt x="94170" y="96520"/>
                  </a:lnTo>
                  <a:lnTo>
                    <a:pt x="94310" y="96520"/>
                  </a:lnTo>
                  <a:lnTo>
                    <a:pt x="94437" y="96583"/>
                  </a:lnTo>
                  <a:lnTo>
                    <a:pt x="94576" y="96266"/>
                  </a:lnTo>
                  <a:lnTo>
                    <a:pt x="94335" y="96266"/>
                  </a:lnTo>
                  <a:lnTo>
                    <a:pt x="94145" y="96354"/>
                  </a:lnTo>
                  <a:lnTo>
                    <a:pt x="94018" y="96405"/>
                  </a:lnTo>
                  <a:lnTo>
                    <a:pt x="93751" y="96520"/>
                  </a:lnTo>
                  <a:lnTo>
                    <a:pt x="93522" y="96520"/>
                  </a:lnTo>
                  <a:lnTo>
                    <a:pt x="93586" y="96774"/>
                  </a:lnTo>
                  <a:lnTo>
                    <a:pt x="93726" y="96774"/>
                  </a:lnTo>
                  <a:lnTo>
                    <a:pt x="93522" y="97028"/>
                  </a:lnTo>
                  <a:lnTo>
                    <a:pt x="92773" y="97028"/>
                  </a:lnTo>
                  <a:lnTo>
                    <a:pt x="91808" y="97282"/>
                  </a:lnTo>
                  <a:lnTo>
                    <a:pt x="91554" y="97028"/>
                  </a:lnTo>
                  <a:lnTo>
                    <a:pt x="24168" y="97028"/>
                  </a:lnTo>
                  <a:lnTo>
                    <a:pt x="23990" y="97028"/>
                  </a:lnTo>
                  <a:lnTo>
                    <a:pt x="23888" y="97282"/>
                  </a:lnTo>
                  <a:lnTo>
                    <a:pt x="23723" y="97028"/>
                  </a:lnTo>
                  <a:lnTo>
                    <a:pt x="23317" y="97028"/>
                  </a:lnTo>
                  <a:lnTo>
                    <a:pt x="22796" y="97028"/>
                  </a:lnTo>
                  <a:lnTo>
                    <a:pt x="22580" y="97028"/>
                  </a:lnTo>
                  <a:lnTo>
                    <a:pt x="22453" y="97028"/>
                  </a:lnTo>
                  <a:lnTo>
                    <a:pt x="22174" y="97409"/>
                  </a:lnTo>
                  <a:lnTo>
                    <a:pt x="22085" y="97536"/>
                  </a:lnTo>
                  <a:lnTo>
                    <a:pt x="22174" y="97028"/>
                  </a:lnTo>
                  <a:lnTo>
                    <a:pt x="22402" y="97028"/>
                  </a:lnTo>
                  <a:lnTo>
                    <a:pt x="22580" y="96837"/>
                  </a:lnTo>
                  <a:lnTo>
                    <a:pt x="22072" y="96774"/>
                  </a:lnTo>
                  <a:lnTo>
                    <a:pt x="21844" y="96774"/>
                  </a:lnTo>
                  <a:lnTo>
                    <a:pt x="21780" y="96647"/>
                  </a:lnTo>
                  <a:lnTo>
                    <a:pt x="21551" y="96774"/>
                  </a:lnTo>
                  <a:lnTo>
                    <a:pt x="21551" y="97409"/>
                  </a:lnTo>
                  <a:lnTo>
                    <a:pt x="21488" y="97536"/>
                  </a:lnTo>
                  <a:lnTo>
                    <a:pt x="21285" y="97536"/>
                  </a:lnTo>
                  <a:lnTo>
                    <a:pt x="21551" y="97409"/>
                  </a:lnTo>
                  <a:lnTo>
                    <a:pt x="21551" y="96774"/>
                  </a:lnTo>
                  <a:lnTo>
                    <a:pt x="21374" y="96862"/>
                  </a:lnTo>
                  <a:lnTo>
                    <a:pt x="20828" y="96774"/>
                  </a:lnTo>
                  <a:lnTo>
                    <a:pt x="20485" y="97028"/>
                  </a:lnTo>
                  <a:lnTo>
                    <a:pt x="21005" y="97028"/>
                  </a:lnTo>
                  <a:lnTo>
                    <a:pt x="20980" y="97409"/>
                  </a:lnTo>
                  <a:lnTo>
                    <a:pt x="20904" y="97536"/>
                  </a:lnTo>
                  <a:lnTo>
                    <a:pt x="20751" y="97536"/>
                  </a:lnTo>
                  <a:lnTo>
                    <a:pt x="20942" y="97409"/>
                  </a:lnTo>
                  <a:lnTo>
                    <a:pt x="20980" y="97040"/>
                  </a:lnTo>
                  <a:lnTo>
                    <a:pt x="20472" y="97155"/>
                  </a:lnTo>
                  <a:lnTo>
                    <a:pt x="20269" y="97028"/>
                  </a:lnTo>
                  <a:lnTo>
                    <a:pt x="19875" y="97294"/>
                  </a:lnTo>
                  <a:lnTo>
                    <a:pt x="19392" y="97409"/>
                  </a:lnTo>
                  <a:lnTo>
                    <a:pt x="19710" y="97409"/>
                  </a:lnTo>
                  <a:lnTo>
                    <a:pt x="20510" y="97409"/>
                  </a:lnTo>
                  <a:lnTo>
                    <a:pt x="20472" y="97536"/>
                  </a:lnTo>
                  <a:lnTo>
                    <a:pt x="19735" y="97536"/>
                  </a:lnTo>
                  <a:lnTo>
                    <a:pt x="19608" y="97536"/>
                  </a:lnTo>
                  <a:lnTo>
                    <a:pt x="19456" y="97853"/>
                  </a:lnTo>
                  <a:lnTo>
                    <a:pt x="18973" y="97574"/>
                  </a:lnTo>
                  <a:lnTo>
                    <a:pt x="18973" y="98552"/>
                  </a:lnTo>
                  <a:lnTo>
                    <a:pt x="18783" y="98552"/>
                  </a:lnTo>
                  <a:lnTo>
                    <a:pt x="18796" y="98425"/>
                  </a:lnTo>
                  <a:lnTo>
                    <a:pt x="18973" y="98552"/>
                  </a:lnTo>
                  <a:lnTo>
                    <a:pt x="18973" y="97574"/>
                  </a:lnTo>
                  <a:lnTo>
                    <a:pt x="18935" y="97853"/>
                  </a:lnTo>
                  <a:lnTo>
                    <a:pt x="18059" y="97536"/>
                  </a:lnTo>
                  <a:lnTo>
                    <a:pt x="17919" y="97917"/>
                  </a:lnTo>
                  <a:lnTo>
                    <a:pt x="17881" y="98044"/>
                  </a:lnTo>
                  <a:lnTo>
                    <a:pt x="18237" y="98044"/>
                  </a:lnTo>
                  <a:lnTo>
                    <a:pt x="18643" y="97917"/>
                  </a:lnTo>
                  <a:lnTo>
                    <a:pt x="17665" y="98425"/>
                  </a:lnTo>
                  <a:lnTo>
                    <a:pt x="17945" y="98552"/>
                  </a:lnTo>
                  <a:lnTo>
                    <a:pt x="17995" y="98425"/>
                  </a:lnTo>
                  <a:lnTo>
                    <a:pt x="18249" y="98552"/>
                  </a:lnTo>
                  <a:lnTo>
                    <a:pt x="17945" y="98552"/>
                  </a:lnTo>
                  <a:lnTo>
                    <a:pt x="17640" y="98552"/>
                  </a:lnTo>
                  <a:lnTo>
                    <a:pt x="17335" y="98933"/>
                  </a:lnTo>
                  <a:lnTo>
                    <a:pt x="17970" y="98933"/>
                  </a:lnTo>
                  <a:lnTo>
                    <a:pt x="17932" y="99187"/>
                  </a:lnTo>
                  <a:lnTo>
                    <a:pt x="17589" y="99187"/>
                  </a:lnTo>
                  <a:lnTo>
                    <a:pt x="16497" y="99580"/>
                  </a:lnTo>
                  <a:lnTo>
                    <a:pt x="14960" y="99441"/>
                  </a:lnTo>
                  <a:lnTo>
                    <a:pt x="12166" y="99695"/>
                  </a:lnTo>
                  <a:lnTo>
                    <a:pt x="13322" y="99695"/>
                  </a:lnTo>
                  <a:lnTo>
                    <a:pt x="13563" y="99822"/>
                  </a:lnTo>
                  <a:lnTo>
                    <a:pt x="13804" y="99949"/>
                  </a:lnTo>
                  <a:lnTo>
                    <a:pt x="13335" y="100203"/>
                  </a:lnTo>
                  <a:lnTo>
                    <a:pt x="12611" y="100203"/>
                  </a:lnTo>
                  <a:lnTo>
                    <a:pt x="12471" y="99949"/>
                  </a:lnTo>
                  <a:lnTo>
                    <a:pt x="10845" y="101092"/>
                  </a:lnTo>
                  <a:lnTo>
                    <a:pt x="7797" y="100203"/>
                  </a:lnTo>
                  <a:lnTo>
                    <a:pt x="5384" y="100584"/>
                  </a:lnTo>
                  <a:lnTo>
                    <a:pt x="5511" y="100711"/>
                  </a:lnTo>
                  <a:lnTo>
                    <a:pt x="3492" y="100584"/>
                  </a:lnTo>
                  <a:lnTo>
                    <a:pt x="3162" y="100711"/>
                  </a:lnTo>
                  <a:lnTo>
                    <a:pt x="3022" y="100711"/>
                  </a:lnTo>
                  <a:lnTo>
                    <a:pt x="2209" y="101219"/>
                  </a:lnTo>
                  <a:lnTo>
                    <a:pt x="2082" y="101092"/>
                  </a:lnTo>
                  <a:lnTo>
                    <a:pt x="1676" y="101092"/>
                  </a:lnTo>
                  <a:lnTo>
                    <a:pt x="1587" y="101473"/>
                  </a:lnTo>
                  <a:lnTo>
                    <a:pt x="787" y="101473"/>
                  </a:lnTo>
                  <a:lnTo>
                    <a:pt x="241" y="101727"/>
                  </a:lnTo>
                  <a:lnTo>
                    <a:pt x="355" y="101092"/>
                  </a:lnTo>
                  <a:lnTo>
                    <a:pt x="0" y="101092"/>
                  </a:lnTo>
                  <a:lnTo>
                    <a:pt x="0" y="107442"/>
                  </a:lnTo>
                  <a:lnTo>
                    <a:pt x="115938" y="107315"/>
                  </a:lnTo>
                  <a:lnTo>
                    <a:pt x="116065" y="107061"/>
                  </a:lnTo>
                  <a:lnTo>
                    <a:pt x="118122" y="107556"/>
                  </a:lnTo>
                  <a:lnTo>
                    <a:pt x="118821" y="107569"/>
                  </a:lnTo>
                  <a:lnTo>
                    <a:pt x="119608" y="107315"/>
                  </a:lnTo>
                  <a:lnTo>
                    <a:pt x="118821" y="107442"/>
                  </a:lnTo>
                  <a:lnTo>
                    <a:pt x="118821" y="107061"/>
                  </a:lnTo>
                  <a:lnTo>
                    <a:pt x="118833" y="106807"/>
                  </a:lnTo>
                  <a:lnTo>
                    <a:pt x="118833" y="106553"/>
                  </a:lnTo>
                  <a:lnTo>
                    <a:pt x="118605" y="106553"/>
                  </a:lnTo>
                  <a:lnTo>
                    <a:pt x="118148" y="106807"/>
                  </a:lnTo>
                  <a:lnTo>
                    <a:pt x="118186" y="106553"/>
                  </a:lnTo>
                  <a:lnTo>
                    <a:pt x="117843" y="106299"/>
                  </a:lnTo>
                  <a:lnTo>
                    <a:pt x="117805" y="106553"/>
                  </a:lnTo>
                  <a:lnTo>
                    <a:pt x="117944" y="106553"/>
                  </a:lnTo>
                  <a:lnTo>
                    <a:pt x="117805" y="106807"/>
                  </a:lnTo>
                  <a:lnTo>
                    <a:pt x="117525" y="106553"/>
                  </a:lnTo>
                  <a:lnTo>
                    <a:pt x="117246" y="106299"/>
                  </a:lnTo>
                  <a:lnTo>
                    <a:pt x="117843" y="106299"/>
                  </a:lnTo>
                  <a:lnTo>
                    <a:pt x="118173" y="106299"/>
                  </a:lnTo>
                  <a:lnTo>
                    <a:pt x="119837" y="10680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8" name="object 188"/>
            <p:cNvSpPr/>
            <p:nvPr/>
          </p:nvSpPr>
          <p:spPr>
            <a:xfrm>
              <a:off x="4028211" y="1004836"/>
              <a:ext cx="28575" cy="55880"/>
            </a:xfrm>
            <a:custGeom>
              <a:avLst/>
              <a:gdLst/>
              <a:ahLst/>
              <a:cxnLst/>
              <a:rect l="l" t="t" r="r" b="b"/>
              <a:pathLst>
                <a:path w="28575" h="55880">
                  <a:moveTo>
                    <a:pt x="482" y="55511"/>
                  </a:moveTo>
                  <a:lnTo>
                    <a:pt x="393" y="55105"/>
                  </a:lnTo>
                  <a:lnTo>
                    <a:pt x="152" y="54965"/>
                  </a:lnTo>
                  <a:lnTo>
                    <a:pt x="152" y="55181"/>
                  </a:lnTo>
                  <a:lnTo>
                    <a:pt x="0" y="55219"/>
                  </a:lnTo>
                  <a:lnTo>
                    <a:pt x="12" y="55473"/>
                  </a:lnTo>
                  <a:lnTo>
                    <a:pt x="482" y="55511"/>
                  </a:lnTo>
                  <a:close/>
                </a:path>
                <a:path w="28575" h="55880">
                  <a:moveTo>
                    <a:pt x="23723" y="736"/>
                  </a:moveTo>
                  <a:close/>
                </a:path>
                <a:path w="28575" h="55880">
                  <a:moveTo>
                    <a:pt x="24180" y="1143"/>
                  </a:moveTo>
                  <a:lnTo>
                    <a:pt x="23850" y="965"/>
                  </a:lnTo>
                  <a:lnTo>
                    <a:pt x="23710" y="812"/>
                  </a:lnTo>
                  <a:lnTo>
                    <a:pt x="23685" y="1092"/>
                  </a:lnTo>
                  <a:lnTo>
                    <a:pt x="24180" y="1143"/>
                  </a:lnTo>
                  <a:close/>
                </a:path>
                <a:path w="28575" h="55880">
                  <a:moveTo>
                    <a:pt x="28257" y="317"/>
                  </a:moveTo>
                  <a:lnTo>
                    <a:pt x="28244" y="0"/>
                  </a:lnTo>
                  <a:lnTo>
                    <a:pt x="28016" y="127"/>
                  </a:lnTo>
                  <a:lnTo>
                    <a:pt x="28168" y="152"/>
                  </a:lnTo>
                  <a:lnTo>
                    <a:pt x="28257" y="317"/>
                  </a:lnTo>
                  <a:close/>
                </a:path>
              </a:pathLst>
            </a:custGeom>
            <a:solidFill>
              <a:srgbClr val="A6927A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9" name="object 189"/>
            <p:cNvSpPr/>
            <p:nvPr/>
          </p:nvSpPr>
          <p:spPr>
            <a:xfrm>
              <a:off x="3968280" y="992898"/>
              <a:ext cx="94615" cy="33655"/>
            </a:xfrm>
            <a:custGeom>
              <a:avLst/>
              <a:gdLst/>
              <a:ahLst/>
              <a:cxnLst/>
              <a:rect l="l" t="t" r="r" b="b"/>
              <a:pathLst>
                <a:path w="94614" h="33655">
                  <a:moveTo>
                    <a:pt x="812" y="33083"/>
                  </a:moveTo>
                  <a:lnTo>
                    <a:pt x="469" y="32867"/>
                  </a:lnTo>
                  <a:lnTo>
                    <a:pt x="355" y="32639"/>
                  </a:lnTo>
                  <a:lnTo>
                    <a:pt x="279" y="32867"/>
                  </a:lnTo>
                  <a:lnTo>
                    <a:pt x="114" y="33007"/>
                  </a:lnTo>
                  <a:lnTo>
                    <a:pt x="0" y="33197"/>
                  </a:lnTo>
                  <a:lnTo>
                    <a:pt x="393" y="33045"/>
                  </a:lnTo>
                  <a:lnTo>
                    <a:pt x="546" y="33337"/>
                  </a:lnTo>
                  <a:lnTo>
                    <a:pt x="812" y="33083"/>
                  </a:lnTo>
                  <a:close/>
                </a:path>
                <a:path w="94614" h="33655">
                  <a:moveTo>
                    <a:pt x="9207" y="22987"/>
                  </a:moveTo>
                  <a:lnTo>
                    <a:pt x="8826" y="23114"/>
                  </a:lnTo>
                  <a:lnTo>
                    <a:pt x="8712" y="22885"/>
                  </a:lnTo>
                  <a:lnTo>
                    <a:pt x="8534" y="23101"/>
                  </a:lnTo>
                  <a:lnTo>
                    <a:pt x="9004" y="23482"/>
                  </a:lnTo>
                  <a:lnTo>
                    <a:pt x="8788" y="23368"/>
                  </a:lnTo>
                  <a:lnTo>
                    <a:pt x="9207" y="23774"/>
                  </a:lnTo>
                  <a:lnTo>
                    <a:pt x="9169" y="23507"/>
                  </a:lnTo>
                  <a:lnTo>
                    <a:pt x="9067" y="23317"/>
                  </a:lnTo>
                  <a:lnTo>
                    <a:pt x="8991" y="23101"/>
                  </a:lnTo>
                  <a:lnTo>
                    <a:pt x="9207" y="22987"/>
                  </a:lnTo>
                  <a:close/>
                </a:path>
                <a:path w="94614" h="33655">
                  <a:moveTo>
                    <a:pt x="11811" y="26517"/>
                  </a:moveTo>
                  <a:lnTo>
                    <a:pt x="11557" y="26581"/>
                  </a:lnTo>
                  <a:lnTo>
                    <a:pt x="11226" y="26606"/>
                  </a:lnTo>
                  <a:lnTo>
                    <a:pt x="11252" y="26949"/>
                  </a:lnTo>
                  <a:lnTo>
                    <a:pt x="11595" y="26949"/>
                  </a:lnTo>
                  <a:lnTo>
                    <a:pt x="11671" y="26708"/>
                  </a:lnTo>
                  <a:lnTo>
                    <a:pt x="11811" y="26517"/>
                  </a:lnTo>
                  <a:close/>
                </a:path>
                <a:path w="94614" h="33655">
                  <a:moveTo>
                    <a:pt x="11849" y="22669"/>
                  </a:moveTo>
                  <a:lnTo>
                    <a:pt x="11696" y="22390"/>
                  </a:lnTo>
                  <a:lnTo>
                    <a:pt x="11366" y="22390"/>
                  </a:lnTo>
                  <a:lnTo>
                    <a:pt x="11303" y="22682"/>
                  </a:lnTo>
                  <a:lnTo>
                    <a:pt x="11544" y="23190"/>
                  </a:lnTo>
                  <a:lnTo>
                    <a:pt x="11696" y="22860"/>
                  </a:lnTo>
                  <a:lnTo>
                    <a:pt x="11404" y="22834"/>
                  </a:lnTo>
                  <a:lnTo>
                    <a:pt x="11849" y="22669"/>
                  </a:lnTo>
                  <a:close/>
                </a:path>
                <a:path w="94614" h="33655">
                  <a:moveTo>
                    <a:pt x="16116" y="29425"/>
                  </a:moveTo>
                  <a:lnTo>
                    <a:pt x="15570" y="29349"/>
                  </a:lnTo>
                  <a:lnTo>
                    <a:pt x="15582" y="29692"/>
                  </a:lnTo>
                  <a:lnTo>
                    <a:pt x="15341" y="29794"/>
                  </a:lnTo>
                  <a:lnTo>
                    <a:pt x="15227" y="30035"/>
                  </a:lnTo>
                  <a:lnTo>
                    <a:pt x="15544" y="30073"/>
                  </a:lnTo>
                  <a:lnTo>
                    <a:pt x="16116" y="29425"/>
                  </a:lnTo>
                  <a:close/>
                </a:path>
                <a:path w="94614" h="33655">
                  <a:moveTo>
                    <a:pt x="16370" y="17411"/>
                  </a:moveTo>
                  <a:lnTo>
                    <a:pt x="16027" y="17284"/>
                  </a:lnTo>
                  <a:lnTo>
                    <a:pt x="16027" y="17983"/>
                  </a:lnTo>
                  <a:lnTo>
                    <a:pt x="16344" y="17983"/>
                  </a:lnTo>
                  <a:lnTo>
                    <a:pt x="16370" y="17703"/>
                  </a:lnTo>
                  <a:lnTo>
                    <a:pt x="16370" y="17411"/>
                  </a:lnTo>
                  <a:close/>
                </a:path>
                <a:path w="94614" h="33655">
                  <a:moveTo>
                    <a:pt x="17614" y="26517"/>
                  </a:moveTo>
                  <a:lnTo>
                    <a:pt x="17411" y="26492"/>
                  </a:lnTo>
                  <a:lnTo>
                    <a:pt x="17551" y="26111"/>
                  </a:lnTo>
                  <a:lnTo>
                    <a:pt x="17386" y="26047"/>
                  </a:lnTo>
                  <a:lnTo>
                    <a:pt x="16687" y="26123"/>
                  </a:lnTo>
                  <a:lnTo>
                    <a:pt x="16281" y="25984"/>
                  </a:lnTo>
                  <a:lnTo>
                    <a:pt x="16027" y="26619"/>
                  </a:lnTo>
                  <a:lnTo>
                    <a:pt x="16802" y="26301"/>
                  </a:lnTo>
                  <a:lnTo>
                    <a:pt x="16141" y="26847"/>
                  </a:lnTo>
                  <a:lnTo>
                    <a:pt x="16357" y="27089"/>
                  </a:lnTo>
                  <a:lnTo>
                    <a:pt x="16611" y="26822"/>
                  </a:lnTo>
                  <a:lnTo>
                    <a:pt x="16725" y="26441"/>
                  </a:lnTo>
                  <a:lnTo>
                    <a:pt x="17043" y="26276"/>
                  </a:lnTo>
                  <a:lnTo>
                    <a:pt x="17043" y="26733"/>
                  </a:lnTo>
                  <a:lnTo>
                    <a:pt x="17360" y="26530"/>
                  </a:lnTo>
                  <a:lnTo>
                    <a:pt x="17614" y="26517"/>
                  </a:lnTo>
                  <a:close/>
                </a:path>
                <a:path w="94614" h="33655">
                  <a:moveTo>
                    <a:pt x="18300" y="25387"/>
                  </a:moveTo>
                  <a:lnTo>
                    <a:pt x="18059" y="25298"/>
                  </a:lnTo>
                  <a:lnTo>
                    <a:pt x="18059" y="24942"/>
                  </a:lnTo>
                  <a:lnTo>
                    <a:pt x="17729" y="24917"/>
                  </a:lnTo>
                  <a:lnTo>
                    <a:pt x="17729" y="25184"/>
                  </a:lnTo>
                  <a:lnTo>
                    <a:pt x="18135" y="25641"/>
                  </a:lnTo>
                  <a:lnTo>
                    <a:pt x="18300" y="25387"/>
                  </a:lnTo>
                  <a:close/>
                </a:path>
                <a:path w="94614" h="33655">
                  <a:moveTo>
                    <a:pt x="18872" y="27749"/>
                  </a:moveTo>
                  <a:lnTo>
                    <a:pt x="18402" y="27749"/>
                  </a:lnTo>
                  <a:lnTo>
                    <a:pt x="18351" y="28041"/>
                  </a:lnTo>
                  <a:lnTo>
                    <a:pt x="18351" y="28359"/>
                  </a:lnTo>
                  <a:lnTo>
                    <a:pt x="18199" y="28790"/>
                  </a:lnTo>
                  <a:lnTo>
                    <a:pt x="18643" y="28663"/>
                  </a:lnTo>
                  <a:lnTo>
                    <a:pt x="18694" y="28130"/>
                  </a:lnTo>
                  <a:lnTo>
                    <a:pt x="18872" y="27749"/>
                  </a:lnTo>
                  <a:close/>
                </a:path>
                <a:path w="94614" h="33655">
                  <a:moveTo>
                    <a:pt x="19672" y="27190"/>
                  </a:moveTo>
                  <a:lnTo>
                    <a:pt x="19405" y="27178"/>
                  </a:lnTo>
                  <a:lnTo>
                    <a:pt x="19304" y="27368"/>
                  </a:lnTo>
                  <a:lnTo>
                    <a:pt x="19100" y="27419"/>
                  </a:lnTo>
                  <a:lnTo>
                    <a:pt x="19151" y="27851"/>
                  </a:lnTo>
                  <a:lnTo>
                    <a:pt x="19367" y="28143"/>
                  </a:lnTo>
                  <a:lnTo>
                    <a:pt x="19545" y="28448"/>
                  </a:lnTo>
                  <a:lnTo>
                    <a:pt x="19646" y="27851"/>
                  </a:lnTo>
                  <a:lnTo>
                    <a:pt x="19304" y="27419"/>
                  </a:lnTo>
                  <a:lnTo>
                    <a:pt x="19672" y="27190"/>
                  </a:lnTo>
                  <a:close/>
                </a:path>
                <a:path w="94614" h="33655">
                  <a:moveTo>
                    <a:pt x="20713" y="21983"/>
                  </a:moveTo>
                  <a:lnTo>
                    <a:pt x="20574" y="21856"/>
                  </a:lnTo>
                  <a:lnTo>
                    <a:pt x="20104" y="21856"/>
                  </a:lnTo>
                  <a:lnTo>
                    <a:pt x="20091" y="22072"/>
                  </a:lnTo>
                  <a:lnTo>
                    <a:pt x="20269" y="22072"/>
                  </a:lnTo>
                  <a:lnTo>
                    <a:pt x="20358" y="22199"/>
                  </a:lnTo>
                  <a:lnTo>
                    <a:pt x="20243" y="22402"/>
                  </a:lnTo>
                  <a:lnTo>
                    <a:pt x="20675" y="22529"/>
                  </a:lnTo>
                  <a:lnTo>
                    <a:pt x="20713" y="21983"/>
                  </a:lnTo>
                  <a:close/>
                </a:path>
                <a:path w="94614" h="33655">
                  <a:moveTo>
                    <a:pt x="21704" y="31038"/>
                  </a:moveTo>
                  <a:lnTo>
                    <a:pt x="21678" y="30772"/>
                  </a:lnTo>
                  <a:lnTo>
                    <a:pt x="21539" y="30619"/>
                  </a:lnTo>
                  <a:lnTo>
                    <a:pt x="21602" y="30238"/>
                  </a:lnTo>
                  <a:lnTo>
                    <a:pt x="21424" y="30213"/>
                  </a:lnTo>
                  <a:lnTo>
                    <a:pt x="21069" y="29806"/>
                  </a:lnTo>
                  <a:lnTo>
                    <a:pt x="20916" y="30124"/>
                  </a:lnTo>
                  <a:lnTo>
                    <a:pt x="21348" y="30276"/>
                  </a:lnTo>
                  <a:lnTo>
                    <a:pt x="21399" y="30810"/>
                  </a:lnTo>
                  <a:lnTo>
                    <a:pt x="21704" y="31038"/>
                  </a:lnTo>
                  <a:close/>
                </a:path>
                <a:path w="94614" h="33655">
                  <a:moveTo>
                    <a:pt x="21818" y="27305"/>
                  </a:moveTo>
                  <a:lnTo>
                    <a:pt x="21196" y="27305"/>
                  </a:lnTo>
                  <a:lnTo>
                    <a:pt x="21323" y="27571"/>
                  </a:lnTo>
                  <a:lnTo>
                    <a:pt x="21361" y="28105"/>
                  </a:lnTo>
                  <a:lnTo>
                    <a:pt x="21717" y="28041"/>
                  </a:lnTo>
                  <a:lnTo>
                    <a:pt x="21780" y="27673"/>
                  </a:lnTo>
                  <a:lnTo>
                    <a:pt x="21818" y="27305"/>
                  </a:lnTo>
                  <a:close/>
                </a:path>
                <a:path w="94614" h="33655">
                  <a:moveTo>
                    <a:pt x="22402" y="11836"/>
                  </a:moveTo>
                  <a:lnTo>
                    <a:pt x="22047" y="11887"/>
                  </a:lnTo>
                  <a:lnTo>
                    <a:pt x="21856" y="11684"/>
                  </a:lnTo>
                  <a:lnTo>
                    <a:pt x="22072" y="11480"/>
                  </a:lnTo>
                  <a:lnTo>
                    <a:pt x="21856" y="11544"/>
                  </a:lnTo>
                  <a:lnTo>
                    <a:pt x="21602" y="11531"/>
                  </a:lnTo>
                  <a:lnTo>
                    <a:pt x="21488" y="11709"/>
                  </a:lnTo>
                  <a:lnTo>
                    <a:pt x="21729" y="11887"/>
                  </a:lnTo>
                  <a:lnTo>
                    <a:pt x="22174" y="12242"/>
                  </a:lnTo>
                  <a:lnTo>
                    <a:pt x="22402" y="11836"/>
                  </a:lnTo>
                  <a:close/>
                </a:path>
                <a:path w="94614" h="33655">
                  <a:moveTo>
                    <a:pt x="22961" y="26847"/>
                  </a:moveTo>
                  <a:lnTo>
                    <a:pt x="22898" y="26504"/>
                  </a:lnTo>
                  <a:lnTo>
                    <a:pt x="22720" y="26276"/>
                  </a:lnTo>
                  <a:lnTo>
                    <a:pt x="22275" y="26289"/>
                  </a:lnTo>
                  <a:lnTo>
                    <a:pt x="22364" y="26619"/>
                  </a:lnTo>
                  <a:lnTo>
                    <a:pt x="22555" y="26835"/>
                  </a:lnTo>
                  <a:lnTo>
                    <a:pt x="22745" y="27089"/>
                  </a:lnTo>
                  <a:lnTo>
                    <a:pt x="22745" y="26949"/>
                  </a:lnTo>
                  <a:lnTo>
                    <a:pt x="22771" y="26822"/>
                  </a:lnTo>
                  <a:lnTo>
                    <a:pt x="22961" y="26847"/>
                  </a:lnTo>
                  <a:close/>
                </a:path>
                <a:path w="94614" h="33655">
                  <a:moveTo>
                    <a:pt x="23329" y="29311"/>
                  </a:moveTo>
                  <a:lnTo>
                    <a:pt x="22847" y="29349"/>
                  </a:lnTo>
                  <a:lnTo>
                    <a:pt x="22999" y="29603"/>
                  </a:lnTo>
                  <a:lnTo>
                    <a:pt x="22948" y="30099"/>
                  </a:lnTo>
                  <a:lnTo>
                    <a:pt x="23291" y="30137"/>
                  </a:lnTo>
                  <a:lnTo>
                    <a:pt x="23152" y="29883"/>
                  </a:lnTo>
                  <a:lnTo>
                    <a:pt x="23329" y="29311"/>
                  </a:lnTo>
                  <a:close/>
                </a:path>
                <a:path w="94614" h="33655">
                  <a:moveTo>
                    <a:pt x="23761" y="18313"/>
                  </a:moveTo>
                  <a:lnTo>
                    <a:pt x="23456" y="18338"/>
                  </a:lnTo>
                  <a:lnTo>
                    <a:pt x="23469" y="18072"/>
                  </a:lnTo>
                  <a:lnTo>
                    <a:pt x="23418" y="17868"/>
                  </a:lnTo>
                  <a:lnTo>
                    <a:pt x="23241" y="17919"/>
                  </a:lnTo>
                  <a:lnTo>
                    <a:pt x="22834" y="17716"/>
                  </a:lnTo>
                  <a:lnTo>
                    <a:pt x="22847" y="17970"/>
                  </a:lnTo>
                  <a:lnTo>
                    <a:pt x="23253" y="17970"/>
                  </a:lnTo>
                  <a:lnTo>
                    <a:pt x="23533" y="18846"/>
                  </a:lnTo>
                  <a:lnTo>
                    <a:pt x="23761" y="18313"/>
                  </a:lnTo>
                  <a:close/>
                </a:path>
                <a:path w="94614" h="33655">
                  <a:moveTo>
                    <a:pt x="26390" y="15011"/>
                  </a:moveTo>
                  <a:lnTo>
                    <a:pt x="26276" y="14795"/>
                  </a:lnTo>
                  <a:lnTo>
                    <a:pt x="26035" y="14681"/>
                  </a:lnTo>
                  <a:lnTo>
                    <a:pt x="26174" y="15100"/>
                  </a:lnTo>
                  <a:lnTo>
                    <a:pt x="26098" y="15290"/>
                  </a:lnTo>
                  <a:lnTo>
                    <a:pt x="26390" y="15354"/>
                  </a:lnTo>
                  <a:lnTo>
                    <a:pt x="26390" y="15011"/>
                  </a:lnTo>
                  <a:close/>
                </a:path>
                <a:path w="94614" h="33655">
                  <a:moveTo>
                    <a:pt x="31140" y="20358"/>
                  </a:moveTo>
                  <a:lnTo>
                    <a:pt x="30886" y="20358"/>
                  </a:lnTo>
                  <a:lnTo>
                    <a:pt x="30810" y="20180"/>
                  </a:lnTo>
                  <a:lnTo>
                    <a:pt x="30467" y="20243"/>
                  </a:lnTo>
                  <a:lnTo>
                    <a:pt x="30467" y="20599"/>
                  </a:lnTo>
                  <a:lnTo>
                    <a:pt x="30822" y="20751"/>
                  </a:lnTo>
                  <a:lnTo>
                    <a:pt x="30911" y="20586"/>
                  </a:lnTo>
                  <a:lnTo>
                    <a:pt x="31140" y="20358"/>
                  </a:lnTo>
                  <a:close/>
                </a:path>
                <a:path w="94614" h="33655">
                  <a:moveTo>
                    <a:pt x="31508" y="10591"/>
                  </a:moveTo>
                  <a:lnTo>
                    <a:pt x="31216" y="10693"/>
                  </a:lnTo>
                  <a:lnTo>
                    <a:pt x="30645" y="10058"/>
                  </a:lnTo>
                  <a:lnTo>
                    <a:pt x="30480" y="10477"/>
                  </a:lnTo>
                  <a:lnTo>
                    <a:pt x="30594" y="10668"/>
                  </a:lnTo>
                  <a:lnTo>
                    <a:pt x="31280" y="10871"/>
                  </a:lnTo>
                  <a:lnTo>
                    <a:pt x="31508" y="10591"/>
                  </a:lnTo>
                  <a:close/>
                </a:path>
                <a:path w="94614" h="33655">
                  <a:moveTo>
                    <a:pt x="32181" y="20612"/>
                  </a:moveTo>
                  <a:lnTo>
                    <a:pt x="31915" y="20332"/>
                  </a:lnTo>
                  <a:lnTo>
                    <a:pt x="31864" y="19900"/>
                  </a:lnTo>
                  <a:lnTo>
                    <a:pt x="31394" y="20142"/>
                  </a:lnTo>
                  <a:lnTo>
                    <a:pt x="31572" y="20180"/>
                  </a:lnTo>
                  <a:lnTo>
                    <a:pt x="31356" y="20294"/>
                  </a:lnTo>
                  <a:lnTo>
                    <a:pt x="31394" y="20485"/>
                  </a:lnTo>
                  <a:lnTo>
                    <a:pt x="31648" y="20523"/>
                  </a:lnTo>
                  <a:lnTo>
                    <a:pt x="31813" y="20662"/>
                  </a:lnTo>
                  <a:lnTo>
                    <a:pt x="32181" y="20612"/>
                  </a:lnTo>
                  <a:close/>
                </a:path>
                <a:path w="94614" h="33655">
                  <a:moveTo>
                    <a:pt x="34696" y="20815"/>
                  </a:moveTo>
                  <a:lnTo>
                    <a:pt x="34556" y="20789"/>
                  </a:lnTo>
                  <a:lnTo>
                    <a:pt x="34569" y="20599"/>
                  </a:lnTo>
                  <a:lnTo>
                    <a:pt x="34277" y="20485"/>
                  </a:lnTo>
                  <a:lnTo>
                    <a:pt x="33909" y="20815"/>
                  </a:lnTo>
                  <a:lnTo>
                    <a:pt x="34226" y="20929"/>
                  </a:lnTo>
                  <a:lnTo>
                    <a:pt x="34251" y="20675"/>
                  </a:lnTo>
                  <a:lnTo>
                    <a:pt x="34531" y="21069"/>
                  </a:lnTo>
                  <a:lnTo>
                    <a:pt x="34671" y="21043"/>
                  </a:lnTo>
                  <a:lnTo>
                    <a:pt x="34696" y="20815"/>
                  </a:lnTo>
                  <a:close/>
                </a:path>
                <a:path w="94614" h="33655">
                  <a:moveTo>
                    <a:pt x="36283" y="9334"/>
                  </a:moveTo>
                  <a:lnTo>
                    <a:pt x="36271" y="9118"/>
                  </a:lnTo>
                  <a:lnTo>
                    <a:pt x="36207" y="8940"/>
                  </a:lnTo>
                  <a:lnTo>
                    <a:pt x="36055" y="8864"/>
                  </a:lnTo>
                  <a:lnTo>
                    <a:pt x="36106" y="9182"/>
                  </a:lnTo>
                  <a:lnTo>
                    <a:pt x="35420" y="8788"/>
                  </a:lnTo>
                  <a:lnTo>
                    <a:pt x="35483" y="9105"/>
                  </a:lnTo>
                  <a:lnTo>
                    <a:pt x="35839" y="9093"/>
                  </a:lnTo>
                  <a:lnTo>
                    <a:pt x="36017" y="9245"/>
                  </a:lnTo>
                  <a:lnTo>
                    <a:pt x="36283" y="9334"/>
                  </a:lnTo>
                  <a:close/>
                </a:path>
                <a:path w="94614" h="33655">
                  <a:moveTo>
                    <a:pt x="38214" y="9664"/>
                  </a:moveTo>
                  <a:lnTo>
                    <a:pt x="37998" y="9436"/>
                  </a:lnTo>
                  <a:lnTo>
                    <a:pt x="37960" y="9575"/>
                  </a:lnTo>
                  <a:lnTo>
                    <a:pt x="37757" y="9664"/>
                  </a:lnTo>
                  <a:lnTo>
                    <a:pt x="37731" y="9931"/>
                  </a:lnTo>
                  <a:lnTo>
                    <a:pt x="37795" y="10096"/>
                  </a:lnTo>
                  <a:lnTo>
                    <a:pt x="37985" y="10121"/>
                  </a:lnTo>
                  <a:lnTo>
                    <a:pt x="37871" y="9779"/>
                  </a:lnTo>
                  <a:lnTo>
                    <a:pt x="38214" y="9664"/>
                  </a:lnTo>
                  <a:close/>
                </a:path>
                <a:path w="94614" h="33655">
                  <a:moveTo>
                    <a:pt x="40589" y="17170"/>
                  </a:moveTo>
                  <a:lnTo>
                    <a:pt x="40449" y="17030"/>
                  </a:lnTo>
                  <a:lnTo>
                    <a:pt x="39903" y="16967"/>
                  </a:lnTo>
                  <a:lnTo>
                    <a:pt x="39903" y="17284"/>
                  </a:lnTo>
                  <a:lnTo>
                    <a:pt x="40106" y="17233"/>
                  </a:lnTo>
                  <a:lnTo>
                    <a:pt x="40576" y="17437"/>
                  </a:lnTo>
                  <a:lnTo>
                    <a:pt x="40589" y="17170"/>
                  </a:lnTo>
                  <a:close/>
                </a:path>
                <a:path w="94614" h="33655">
                  <a:moveTo>
                    <a:pt x="41414" y="3302"/>
                  </a:moveTo>
                  <a:lnTo>
                    <a:pt x="41160" y="3187"/>
                  </a:lnTo>
                  <a:lnTo>
                    <a:pt x="41059" y="3517"/>
                  </a:lnTo>
                  <a:lnTo>
                    <a:pt x="40906" y="3746"/>
                  </a:lnTo>
                  <a:lnTo>
                    <a:pt x="40690" y="3975"/>
                  </a:lnTo>
                  <a:lnTo>
                    <a:pt x="40906" y="3975"/>
                  </a:lnTo>
                  <a:lnTo>
                    <a:pt x="41046" y="4000"/>
                  </a:lnTo>
                  <a:lnTo>
                    <a:pt x="41008" y="3708"/>
                  </a:lnTo>
                  <a:lnTo>
                    <a:pt x="41414" y="3302"/>
                  </a:lnTo>
                  <a:close/>
                </a:path>
                <a:path w="94614" h="33655">
                  <a:moveTo>
                    <a:pt x="42951" y="15024"/>
                  </a:moveTo>
                  <a:lnTo>
                    <a:pt x="42329" y="15024"/>
                  </a:lnTo>
                  <a:lnTo>
                    <a:pt x="42405" y="15468"/>
                  </a:lnTo>
                  <a:lnTo>
                    <a:pt x="42875" y="15468"/>
                  </a:lnTo>
                  <a:lnTo>
                    <a:pt x="42951" y="15024"/>
                  </a:lnTo>
                  <a:close/>
                </a:path>
                <a:path w="94614" h="33655">
                  <a:moveTo>
                    <a:pt x="44754" y="2336"/>
                  </a:moveTo>
                  <a:lnTo>
                    <a:pt x="44729" y="1854"/>
                  </a:lnTo>
                  <a:lnTo>
                    <a:pt x="44335" y="1955"/>
                  </a:lnTo>
                  <a:lnTo>
                    <a:pt x="44323" y="2222"/>
                  </a:lnTo>
                  <a:lnTo>
                    <a:pt x="44323" y="2501"/>
                  </a:lnTo>
                  <a:lnTo>
                    <a:pt x="44564" y="2514"/>
                  </a:lnTo>
                  <a:lnTo>
                    <a:pt x="44754" y="2336"/>
                  </a:lnTo>
                  <a:close/>
                </a:path>
                <a:path w="94614" h="33655">
                  <a:moveTo>
                    <a:pt x="45250" y="5918"/>
                  </a:moveTo>
                  <a:lnTo>
                    <a:pt x="45135" y="5727"/>
                  </a:lnTo>
                  <a:lnTo>
                    <a:pt x="44894" y="5676"/>
                  </a:lnTo>
                  <a:lnTo>
                    <a:pt x="44691" y="5575"/>
                  </a:lnTo>
                  <a:lnTo>
                    <a:pt x="44450" y="5765"/>
                  </a:lnTo>
                  <a:lnTo>
                    <a:pt x="44488" y="6108"/>
                  </a:lnTo>
                  <a:lnTo>
                    <a:pt x="44691" y="6362"/>
                  </a:lnTo>
                  <a:lnTo>
                    <a:pt x="44691" y="6083"/>
                  </a:lnTo>
                  <a:lnTo>
                    <a:pt x="44907" y="5981"/>
                  </a:lnTo>
                  <a:lnTo>
                    <a:pt x="45034" y="5803"/>
                  </a:lnTo>
                  <a:lnTo>
                    <a:pt x="45008" y="5994"/>
                  </a:lnTo>
                  <a:lnTo>
                    <a:pt x="45186" y="6121"/>
                  </a:lnTo>
                  <a:lnTo>
                    <a:pt x="45250" y="5918"/>
                  </a:lnTo>
                  <a:close/>
                </a:path>
                <a:path w="94614" h="33655">
                  <a:moveTo>
                    <a:pt x="45758" y="13119"/>
                  </a:moveTo>
                  <a:lnTo>
                    <a:pt x="45707" y="12852"/>
                  </a:lnTo>
                  <a:lnTo>
                    <a:pt x="45300" y="12738"/>
                  </a:lnTo>
                  <a:lnTo>
                    <a:pt x="45262" y="13411"/>
                  </a:lnTo>
                  <a:lnTo>
                    <a:pt x="45593" y="13423"/>
                  </a:lnTo>
                  <a:lnTo>
                    <a:pt x="45516" y="13106"/>
                  </a:lnTo>
                  <a:lnTo>
                    <a:pt x="45758" y="13119"/>
                  </a:lnTo>
                  <a:close/>
                </a:path>
                <a:path w="94614" h="33655">
                  <a:moveTo>
                    <a:pt x="46329" y="13093"/>
                  </a:moveTo>
                  <a:lnTo>
                    <a:pt x="45935" y="13093"/>
                  </a:lnTo>
                  <a:lnTo>
                    <a:pt x="46012" y="13360"/>
                  </a:lnTo>
                  <a:lnTo>
                    <a:pt x="46050" y="13741"/>
                  </a:lnTo>
                  <a:lnTo>
                    <a:pt x="46278" y="13893"/>
                  </a:lnTo>
                  <a:lnTo>
                    <a:pt x="46278" y="13512"/>
                  </a:lnTo>
                  <a:lnTo>
                    <a:pt x="46329" y="13093"/>
                  </a:lnTo>
                  <a:close/>
                </a:path>
                <a:path w="94614" h="33655">
                  <a:moveTo>
                    <a:pt x="48387" y="889"/>
                  </a:moveTo>
                  <a:lnTo>
                    <a:pt x="48247" y="76"/>
                  </a:lnTo>
                  <a:lnTo>
                    <a:pt x="47993" y="0"/>
                  </a:lnTo>
                  <a:lnTo>
                    <a:pt x="47993" y="304"/>
                  </a:lnTo>
                  <a:lnTo>
                    <a:pt x="48031" y="660"/>
                  </a:lnTo>
                  <a:lnTo>
                    <a:pt x="47866" y="787"/>
                  </a:lnTo>
                  <a:lnTo>
                    <a:pt x="48387" y="889"/>
                  </a:lnTo>
                  <a:close/>
                </a:path>
                <a:path w="94614" h="33655">
                  <a:moveTo>
                    <a:pt x="49237" y="28778"/>
                  </a:moveTo>
                  <a:lnTo>
                    <a:pt x="48793" y="28778"/>
                  </a:lnTo>
                  <a:lnTo>
                    <a:pt x="48818" y="29311"/>
                  </a:lnTo>
                  <a:lnTo>
                    <a:pt x="49123" y="29451"/>
                  </a:lnTo>
                  <a:lnTo>
                    <a:pt x="49047" y="29108"/>
                  </a:lnTo>
                  <a:lnTo>
                    <a:pt x="49237" y="29032"/>
                  </a:lnTo>
                  <a:lnTo>
                    <a:pt x="49237" y="28778"/>
                  </a:lnTo>
                  <a:close/>
                </a:path>
                <a:path w="94614" h="33655">
                  <a:moveTo>
                    <a:pt x="49339" y="8775"/>
                  </a:moveTo>
                  <a:lnTo>
                    <a:pt x="48933" y="8763"/>
                  </a:lnTo>
                  <a:lnTo>
                    <a:pt x="48907" y="8623"/>
                  </a:lnTo>
                  <a:lnTo>
                    <a:pt x="48552" y="8775"/>
                  </a:lnTo>
                  <a:lnTo>
                    <a:pt x="48514" y="9080"/>
                  </a:lnTo>
                  <a:lnTo>
                    <a:pt x="49212" y="9245"/>
                  </a:lnTo>
                  <a:lnTo>
                    <a:pt x="49339" y="9004"/>
                  </a:lnTo>
                  <a:lnTo>
                    <a:pt x="49110" y="8890"/>
                  </a:lnTo>
                  <a:lnTo>
                    <a:pt x="49339" y="8775"/>
                  </a:lnTo>
                  <a:close/>
                </a:path>
                <a:path w="94614" h="33655">
                  <a:moveTo>
                    <a:pt x="49555" y="22288"/>
                  </a:moveTo>
                  <a:lnTo>
                    <a:pt x="49466" y="21971"/>
                  </a:lnTo>
                  <a:lnTo>
                    <a:pt x="49110" y="21856"/>
                  </a:lnTo>
                  <a:lnTo>
                    <a:pt x="49225" y="22288"/>
                  </a:lnTo>
                  <a:lnTo>
                    <a:pt x="48996" y="22377"/>
                  </a:lnTo>
                  <a:lnTo>
                    <a:pt x="49339" y="22542"/>
                  </a:lnTo>
                  <a:lnTo>
                    <a:pt x="49301" y="22263"/>
                  </a:lnTo>
                  <a:lnTo>
                    <a:pt x="49555" y="22288"/>
                  </a:lnTo>
                  <a:close/>
                </a:path>
                <a:path w="94614" h="33655">
                  <a:moveTo>
                    <a:pt x="50177" y="11417"/>
                  </a:moveTo>
                  <a:lnTo>
                    <a:pt x="49745" y="11480"/>
                  </a:lnTo>
                  <a:lnTo>
                    <a:pt x="49466" y="11379"/>
                  </a:lnTo>
                  <a:lnTo>
                    <a:pt x="49530" y="11544"/>
                  </a:lnTo>
                  <a:lnTo>
                    <a:pt x="49339" y="11963"/>
                  </a:lnTo>
                  <a:lnTo>
                    <a:pt x="49580" y="11950"/>
                  </a:lnTo>
                  <a:lnTo>
                    <a:pt x="49682" y="11531"/>
                  </a:lnTo>
                  <a:lnTo>
                    <a:pt x="49872" y="11658"/>
                  </a:lnTo>
                  <a:lnTo>
                    <a:pt x="50152" y="11836"/>
                  </a:lnTo>
                  <a:lnTo>
                    <a:pt x="50177" y="11417"/>
                  </a:lnTo>
                  <a:close/>
                </a:path>
                <a:path w="94614" h="33655">
                  <a:moveTo>
                    <a:pt x="50482" y="27305"/>
                  </a:moveTo>
                  <a:lnTo>
                    <a:pt x="50025" y="27305"/>
                  </a:lnTo>
                  <a:lnTo>
                    <a:pt x="50101" y="27508"/>
                  </a:lnTo>
                  <a:lnTo>
                    <a:pt x="49695" y="27774"/>
                  </a:lnTo>
                  <a:lnTo>
                    <a:pt x="50025" y="27863"/>
                  </a:lnTo>
                  <a:lnTo>
                    <a:pt x="50126" y="27597"/>
                  </a:lnTo>
                  <a:lnTo>
                    <a:pt x="50406" y="27546"/>
                  </a:lnTo>
                  <a:lnTo>
                    <a:pt x="50482" y="27305"/>
                  </a:lnTo>
                  <a:close/>
                </a:path>
                <a:path w="94614" h="33655">
                  <a:moveTo>
                    <a:pt x="51714" y="22529"/>
                  </a:moveTo>
                  <a:lnTo>
                    <a:pt x="51282" y="22631"/>
                  </a:lnTo>
                  <a:lnTo>
                    <a:pt x="51282" y="23317"/>
                  </a:lnTo>
                  <a:lnTo>
                    <a:pt x="51523" y="23406"/>
                  </a:lnTo>
                  <a:lnTo>
                    <a:pt x="51447" y="23164"/>
                  </a:lnTo>
                  <a:lnTo>
                    <a:pt x="51714" y="22529"/>
                  </a:lnTo>
                  <a:close/>
                </a:path>
                <a:path w="94614" h="33655">
                  <a:moveTo>
                    <a:pt x="52311" y="26276"/>
                  </a:moveTo>
                  <a:lnTo>
                    <a:pt x="52222" y="26098"/>
                  </a:lnTo>
                  <a:lnTo>
                    <a:pt x="52082" y="26047"/>
                  </a:lnTo>
                  <a:lnTo>
                    <a:pt x="51854" y="26162"/>
                  </a:lnTo>
                  <a:lnTo>
                    <a:pt x="51854" y="26492"/>
                  </a:lnTo>
                  <a:lnTo>
                    <a:pt x="52158" y="26492"/>
                  </a:lnTo>
                  <a:lnTo>
                    <a:pt x="52082" y="26301"/>
                  </a:lnTo>
                  <a:lnTo>
                    <a:pt x="52311" y="26492"/>
                  </a:lnTo>
                  <a:lnTo>
                    <a:pt x="52311" y="26276"/>
                  </a:lnTo>
                  <a:close/>
                </a:path>
                <a:path w="94614" h="33655">
                  <a:moveTo>
                    <a:pt x="52844" y="1701"/>
                  </a:moveTo>
                  <a:lnTo>
                    <a:pt x="52539" y="1587"/>
                  </a:lnTo>
                  <a:lnTo>
                    <a:pt x="52273" y="1638"/>
                  </a:lnTo>
                  <a:lnTo>
                    <a:pt x="52171" y="2349"/>
                  </a:lnTo>
                  <a:lnTo>
                    <a:pt x="52539" y="2387"/>
                  </a:lnTo>
                  <a:lnTo>
                    <a:pt x="52387" y="2032"/>
                  </a:lnTo>
                  <a:lnTo>
                    <a:pt x="52844" y="1701"/>
                  </a:lnTo>
                  <a:close/>
                </a:path>
                <a:path w="94614" h="33655">
                  <a:moveTo>
                    <a:pt x="56629" y="20142"/>
                  </a:moveTo>
                  <a:lnTo>
                    <a:pt x="56324" y="20142"/>
                  </a:lnTo>
                  <a:lnTo>
                    <a:pt x="55968" y="20180"/>
                  </a:lnTo>
                  <a:lnTo>
                    <a:pt x="55841" y="20027"/>
                  </a:lnTo>
                  <a:lnTo>
                    <a:pt x="55841" y="20408"/>
                  </a:lnTo>
                  <a:lnTo>
                    <a:pt x="56159" y="20459"/>
                  </a:lnTo>
                  <a:lnTo>
                    <a:pt x="56400" y="20612"/>
                  </a:lnTo>
                  <a:lnTo>
                    <a:pt x="56311" y="20294"/>
                  </a:lnTo>
                  <a:lnTo>
                    <a:pt x="56629" y="20358"/>
                  </a:lnTo>
                  <a:lnTo>
                    <a:pt x="56629" y="20142"/>
                  </a:lnTo>
                  <a:close/>
                </a:path>
                <a:path w="94614" h="33655">
                  <a:moveTo>
                    <a:pt x="56756" y="13208"/>
                  </a:moveTo>
                  <a:lnTo>
                    <a:pt x="56413" y="13208"/>
                  </a:lnTo>
                  <a:lnTo>
                    <a:pt x="56438" y="13462"/>
                  </a:lnTo>
                  <a:lnTo>
                    <a:pt x="56413" y="13639"/>
                  </a:lnTo>
                  <a:lnTo>
                    <a:pt x="56299" y="13766"/>
                  </a:lnTo>
                  <a:lnTo>
                    <a:pt x="56718" y="13868"/>
                  </a:lnTo>
                  <a:lnTo>
                    <a:pt x="56565" y="13373"/>
                  </a:lnTo>
                  <a:lnTo>
                    <a:pt x="56756" y="13208"/>
                  </a:lnTo>
                  <a:close/>
                </a:path>
                <a:path w="94614" h="33655">
                  <a:moveTo>
                    <a:pt x="56883" y="7721"/>
                  </a:moveTo>
                  <a:lnTo>
                    <a:pt x="56756" y="7289"/>
                  </a:lnTo>
                  <a:lnTo>
                    <a:pt x="56375" y="7150"/>
                  </a:lnTo>
                  <a:lnTo>
                    <a:pt x="56273" y="7874"/>
                  </a:lnTo>
                  <a:lnTo>
                    <a:pt x="56515" y="7975"/>
                  </a:lnTo>
                  <a:lnTo>
                    <a:pt x="56451" y="7607"/>
                  </a:lnTo>
                  <a:lnTo>
                    <a:pt x="56883" y="7721"/>
                  </a:lnTo>
                  <a:close/>
                </a:path>
                <a:path w="94614" h="33655">
                  <a:moveTo>
                    <a:pt x="57048" y="21539"/>
                  </a:moveTo>
                  <a:lnTo>
                    <a:pt x="56756" y="21386"/>
                  </a:lnTo>
                  <a:lnTo>
                    <a:pt x="56692" y="21564"/>
                  </a:lnTo>
                  <a:lnTo>
                    <a:pt x="56324" y="21996"/>
                  </a:lnTo>
                  <a:lnTo>
                    <a:pt x="56629" y="22186"/>
                  </a:lnTo>
                  <a:lnTo>
                    <a:pt x="56578" y="21907"/>
                  </a:lnTo>
                  <a:lnTo>
                    <a:pt x="57048" y="21539"/>
                  </a:lnTo>
                  <a:close/>
                </a:path>
                <a:path w="94614" h="33655">
                  <a:moveTo>
                    <a:pt x="57759" y="7061"/>
                  </a:moveTo>
                  <a:lnTo>
                    <a:pt x="57416" y="6807"/>
                  </a:lnTo>
                  <a:lnTo>
                    <a:pt x="57492" y="7137"/>
                  </a:lnTo>
                  <a:lnTo>
                    <a:pt x="57188" y="7048"/>
                  </a:lnTo>
                  <a:lnTo>
                    <a:pt x="57175" y="7416"/>
                  </a:lnTo>
                  <a:lnTo>
                    <a:pt x="57150" y="7785"/>
                  </a:lnTo>
                  <a:lnTo>
                    <a:pt x="57404" y="7835"/>
                  </a:lnTo>
                  <a:lnTo>
                    <a:pt x="57188" y="7454"/>
                  </a:lnTo>
                  <a:lnTo>
                    <a:pt x="57429" y="7188"/>
                  </a:lnTo>
                  <a:lnTo>
                    <a:pt x="57759" y="7061"/>
                  </a:lnTo>
                  <a:close/>
                </a:path>
                <a:path w="94614" h="33655">
                  <a:moveTo>
                    <a:pt x="58229" y="2743"/>
                  </a:moveTo>
                  <a:lnTo>
                    <a:pt x="58178" y="2235"/>
                  </a:lnTo>
                  <a:lnTo>
                    <a:pt x="57734" y="2235"/>
                  </a:lnTo>
                  <a:lnTo>
                    <a:pt x="57429" y="2400"/>
                  </a:lnTo>
                  <a:lnTo>
                    <a:pt x="57797" y="2400"/>
                  </a:lnTo>
                  <a:lnTo>
                    <a:pt x="57810" y="2768"/>
                  </a:lnTo>
                  <a:lnTo>
                    <a:pt x="58229" y="2743"/>
                  </a:lnTo>
                  <a:close/>
                </a:path>
                <a:path w="94614" h="33655">
                  <a:moveTo>
                    <a:pt x="60845" y="29349"/>
                  </a:moveTo>
                  <a:lnTo>
                    <a:pt x="60502" y="29349"/>
                  </a:lnTo>
                  <a:lnTo>
                    <a:pt x="60642" y="29705"/>
                  </a:lnTo>
                  <a:lnTo>
                    <a:pt x="60325" y="29603"/>
                  </a:lnTo>
                  <a:lnTo>
                    <a:pt x="60286" y="29819"/>
                  </a:lnTo>
                  <a:lnTo>
                    <a:pt x="60655" y="29845"/>
                  </a:lnTo>
                  <a:lnTo>
                    <a:pt x="60833" y="29667"/>
                  </a:lnTo>
                  <a:lnTo>
                    <a:pt x="60845" y="29349"/>
                  </a:lnTo>
                  <a:close/>
                </a:path>
                <a:path w="94614" h="33655">
                  <a:moveTo>
                    <a:pt x="62103" y="13423"/>
                  </a:moveTo>
                  <a:lnTo>
                    <a:pt x="61442" y="13550"/>
                  </a:lnTo>
                  <a:lnTo>
                    <a:pt x="61048" y="13487"/>
                  </a:lnTo>
                  <a:lnTo>
                    <a:pt x="60718" y="13766"/>
                  </a:lnTo>
                  <a:lnTo>
                    <a:pt x="61036" y="13919"/>
                  </a:lnTo>
                  <a:lnTo>
                    <a:pt x="61849" y="13728"/>
                  </a:lnTo>
                  <a:lnTo>
                    <a:pt x="62103" y="13423"/>
                  </a:lnTo>
                  <a:close/>
                </a:path>
                <a:path w="94614" h="33655">
                  <a:moveTo>
                    <a:pt x="63373" y="18275"/>
                  </a:moveTo>
                  <a:lnTo>
                    <a:pt x="63334" y="17983"/>
                  </a:lnTo>
                  <a:lnTo>
                    <a:pt x="63004" y="17754"/>
                  </a:lnTo>
                  <a:lnTo>
                    <a:pt x="63055" y="18110"/>
                  </a:lnTo>
                  <a:lnTo>
                    <a:pt x="62611" y="18059"/>
                  </a:lnTo>
                  <a:lnTo>
                    <a:pt x="62877" y="18313"/>
                  </a:lnTo>
                  <a:lnTo>
                    <a:pt x="63106" y="18275"/>
                  </a:lnTo>
                  <a:lnTo>
                    <a:pt x="63373" y="18275"/>
                  </a:lnTo>
                  <a:close/>
                </a:path>
                <a:path w="94614" h="33655">
                  <a:moveTo>
                    <a:pt x="64363" y="11988"/>
                  </a:moveTo>
                  <a:lnTo>
                    <a:pt x="64020" y="11722"/>
                  </a:lnTo>
                  <a:lnTo>
                    <a:pt x="64020" y="12026"/>
                  </a:lnTo>
                  <a:lnTo>
                    <a:pt x="64084" y="12471"/>
                  </a:lnTo>
                  <a:lnTo>
                    <a:pt x="63792" y="12179"/>
                  </a:lnTo>
                  <a:lnTo>
                    <a:pt x="63792" y="12471"/>
                  </a:lnTo>
                  <a:lnTo>
                    <a:pt x="63855" y="12712"/>
                  </a:lnTo>
                  <a:lnTo>
                    <a:pt x="64020" y="12852"/>
                  </a:lnTo>
                  <a:lnTo>
                    <a:pt x="64223" y="12522"/>
                  </a:lnTo>
                  <a:lnTo>
                    <a:pt x="64363" y="11988"/>
                  </a:lnTo>
                  <a:close/>
                </a:path>
                <a:path w="94614" h="33655">
                  <a:moveTo>
                    <a:pt x="65620" y="32880"/>
                  </a:moveTo>
                  <a:lnTo>
                    <a:pt x="65392" y="32778"/>
                  </a:lnTo>
                  <a:lnTo>
                    <a:pt x="65201" y="32689"/>
                  </a:lnTo>
                  <a:lnTo>
                    <a:pt x="64922" y="32651"/>
                  </a:lnTo>
                  <a:lnTo>
                    <a:pt x="64884" y="32931"/>
                  </a:lnTo>
                  <a:lnTo>
                    <a:pt x="65519" y="33096"/>
                  </a:lnTo>
                  <a:lnTo>
                    <a:pt x="65620" y="32880"/>
                  </a:lnTo>
                  <a:close/>
                </a:path>
                <a:path w="94614" h="33655">
                  <a:moveTo>
                    <a:pt x="67995" y="14452"/>
                  </a:moveTo>
                  <a:lnTo>
                    <a:pt x="67691" y="14478"/>
                  </a:lnTo>
                  <a:lnTo>
                    <a:pt x="67221" y="14351"/>
                  </a:lnTo>
                  <a:lnTo>
                    <a:pt x="67208" y="14681"/>
                  </a:lnTo>
                  <a:lnTo>
                    <a:pt x="67881" y="14643"/>
                  </a:lnTo>
                  <a:lnTo>
                    <a:pt x="67348" y="14960"/>
                  </a:lnTo>
                  <a:lnTo>
                    <a:pt x="67881" y="15125"/>
                  </a:lnTo>
                  <a:lnTo>
                    <a:pt x="67779" y="14795"/>
                  </a:lnTo>
                  <a:lnTo>
                    <a:pt x="67995" y="14681"/>
                  </a:lnTo>
                  <a:lnTo>
                    <a:pt x="67995" y="14452"/>
                  </a:lnTo>
                  <a:close/>
                </a:path>
                <a:path w="94614" h="33655">
                  <a:moveTo>
                    <a:pt x="68567" y="13982"/>
                  </a:moveTo>
                  <a:lnTo>
                    <a:pt x="68440" y="13639"/>
                  </a:lnTo>
                  <a:lnTo>
                    <a:pt x="68173" y="13639"/>
                  </a:lnTo>
                  <a:lnTo>
                    <a:pt x="67932" y="13017"/>
                  </a:lnTo>
                  <a:lnTo>
                    <a:pt x="67767" y="13296"/>
                  </a:lnTo>
                  <a:lnTo>
                    <a:pt x="67932" y="13398"/>
                  </a:lnTo>
                  <a:lnTo>
                    <a:pt x="68008" y="13589"/>
                  </a:lnTo>
                  <a:lnTo>
                    <a:pt x="67995" y="13881"/>
                  </a:lnTo>
                  <a:lnTo>
                    <a:pt x="68199" y="13843"/>
                  </a:lnTo>
                  <a:lnTo>
                    <a:pt x="68567" y="13982"/>
                  </a:lnTo>
                  <a:close/>
                </a:path>
                <a:path w="94614" h="33655">
                  <a:moveTo>
                    <a:pt x="68719" y="19659"/>
                  </a:moveTo>
                  <a:lnTo>
                    <a:pt x="68541" y="19545"/>
                  </a:lnTo>
                  <a:lnTo>
                    <a:pt x="68338" y="19456"/>
                  </a:lnTo>
                  <a:lnTo>
                    <a:pt x="68313" y="19786"/>
                  </a:lnTo>
                  <a:lnTo>
                    <a:pt x="68338" y="20078"/>
                  </a:lnTo>
                  <a:lnTo>
                    <a:pt x="68681" y="20027"/>
                  </a:lnTo>
                  <a:lnTo>
                    <a:pt x="68719" y="19659"/>
                  </a:lnTo>
                  <a:close/>
                </a:path>
                <a:path w="94614" h="33655">
                  <a:moveTo>
                    <a:pt x="68808" y="13106"/>
                  </a:moveTo>
                  <a:lnTo>
                    <a:pt x="68783" y="12801"/>
                  </a:lnTo>
                  <a:lnTo>
                    <a:pt x="68338" y="12344"/>
                  </a:lnTo>
                  <a:lnTo>
                    <a:pt x="68135" y="12636"/>
                  </a:lnTo>
                  <a:lnTo>
                    <a:pt x="68262" y="12877"/>
                  </a:lnTo>
                  <a:lnTo>
                    <a:pt x="68516" y="13004"/>
                  </a:lnTo>
                  <a:lnTo>
                    <a:pt x="68808" y="13106"/>
                  </a:lnTo>
                  <a:close/>
                </a:path>
                <a:path w="94614" h="33655">
                  <a:moveTo>
                    <a:pt x="69926" y="23418"/>
                  </a:moveTo>
                  <a:lnTo>
                    <a:pt x="69697" y="23444"/>
                  </a:lnTo>
                  <a:lnTo>
                    <a:pt x="69088" y="23647"/>
                  </a:lnTo>
                  <a:lnTo>
                    <a:pt x="69481" y="23888"/>
                  </a:lnTo>
                  <a:lnTo>
                    <a:pt x="69596" y="23685"/>
                  </a:lnTo>
                  <a:lnTo>
                    <a:pt x="69888" y="23698"/>
                  </a:lnTo>
                  <a:lnTo>
                    <a:pt x="69926" y="23418"/>
                  </a:lnTo>
                  <a:close/>
                </a:path>
                <a:path w="94614" h="33655">
                  <a:moveTo>
                    <a:pt x="70612" y="23774"/>
                  </a:moveTo>
                  <a:lnTo>
                    <a:pt x="70167" y="23774"/>
                  </a:lnTo>
                  <a:lnTo>
                    <a:pt x="70192" y="23990"/>
                  </a:lnTo>
                  <a:lnTo>
                    <a:pt x="70472" y="24523"/>
                  </a:lnTo>
                  <a:lnTo>
                    <a:pt x="70612" y="24218"/>
                  </a:lnTo>
                  <a:lnTo>
                    <a:pt x="70345" y="24206"/>
                  </a:lnTo>
                  <a:lnTo>
                    <a:pt x="70586" y="23837"/>
                  </a:lnTo>
                  <a:close/>
                </a:path>
                <a:path w="94614" h="33655">
                  <a:moveTo>
                    <a:pt x="71234" y="17259"/>
                  </a:moveTo>
                  <a:lnTo>
                    <a:pt x="71208" y="17056"/>
                  </a:lnTo>
                  <a:lnTo>
                    <a:pt x="70853" y="17068"/>
                  </a:lnTo>
                  <a:lnTo>
                    <a:pt x="71018" y="17475"/>
                  </a:lnTo>
                  <a:lnTo>
                    <a:pt x="70535" y="17792"/>
                  </a:lnTo>
                  <a:lnTo>
                    <a:pt x="70853" y="17983"/>
                  </a:lnTo>
                  <a:lnTo>
                    <a:pt x="70993" y="17665"/>
                  </a:lnTo>
                  <a:lnTo>
                    <a:pt x="70967" y="17284"/>
                  </a:lnTo>
                  <a:lnTo>
                    <a:pt x="71094" y="17284"/>
                  </a:lnTo>
                  <a:lnTo>
                    <a:pt x="71234" y="17259"/>
                  </a:lnTo>
                  <a:close/>
                </a:path>
                <a:path w="94614" h="33655">
                  <a:moveTo>
                    <a:pt x="72771" y="24625"/>
                  </a:moveTo>
                  <a:lnTo>
                    <a:pt x="72237" y="24206"/>
                  </a:lnTo>
                  <a:lnTo>
                    <a:pt x="72555" y="23787"/>
                  </a:lnTo>
                  <a:lnTo>
                    <a:pt x="71589" y="23685"/>
                  </a:lnTo>
                  <a:lnTo>
                    <a:pt x="72161" y="24765"/>
                  </a:lnTo>
                  <a:lnTo>
                    <a:pt x="72555" y="24917"/>
                  </a:lnTo>
                  <a:lnTo>
                    <a:pt x="72771" y="24625"/>
                  </a:lnTo>
                  <a:close/>
                </a:path>
                <a:path w="94614" h="33655">
                  <a:moveTo>
                    <a:pt x="75844" y="22148"/>
                  </a:moveTo>
                  <a:lnTo>
                    <a:pt x="75514" y="22072"/>
                  </a:lnTo>
                  <a:lnTo>
                    <a:pt x="75476" y="22263"/>
                  </a:lnTo>
                  <a:lnTo>
                    <a:pt x="75361" y="22047"/>
                  </a:lnTo>
                  <a:lnTo>
                    <a:pt x="75171" y="22072"/>
                  </a:lnTo>
                  <a:lnTo>
                    <a:pt x="75171" y="22402"/>
                  </a:lnTo>
                  <a:lnTo>
                    <a:pt x="75514" y="22542"/>
                  </a:lnTo>
                  <a:lnTo>
                    <a:pt x="75387" y="22313"/>
                  </a:lnTo>
                  <a:lnTo>
                    <a:pt x="75844" y="22148"/>
                  </a:lnTo>
                  <a:close/>
                </a:path>
                <a:path w="94614" h="33655">
                  <a:moveTo>
                    <a:pt x="75958" y="20929"/>
                  </a:moveTo>
                  <a:lnTo>
                    <a:pt x="75857" y="20675"/>
                  </a:lnTo>
                  <a:lnTo>
                    <a:pt x="75730" y="20396"/>
                  </a:lnTo>
                  <a:lnTo>
                    <a:pt x="75399" y="20358"/>
                  </a:lnTo>
                  <a:lnTo>
                    <a:pt x="75349" y="20523"/>
                  </a:lnTo>
                  <a:lnTo>
                    <a:pt x="75222" y="20599"/>
                  </a:lnTo>
                  <a:lnTo>
                    <a:pt x="75272" y="20828"/>
                  </a:lnTo>
                  <a:lnTo>
                    <a:pt x="75565" y="20929"/>
                  </a:lnTo>
                  <a:lnTo>
                    <a:pt x="75958" y="20929"/>
                  </a:lnTo>
                  <a:close/>
                </a:path>
                <a:path w="94614" h="33655">
                  <a:moveTo>
                    <a:pt x="78587" y="22504"/>
                  </a:moveTo>
                  <a:lnTo>
                    <a:pt x="78549" y="22237"/>
                  </a:lnTo>
                  <a:lnTo>
                    <a:pt x="78333" y="21551"/>
                  </a:lnTo>
                  <a:lnTo>
                    <a:pt x="78028" y="21945"/>
                  </a:lnTo>
                  <a:lnTo>
                    <a:pt x="78244" y="21945"/>
                  </a:lnTo>
                  <a:lnTo>
                    <a:pt x="78016" y="22174"/>
                  </a:lnTo>
                  <a:lnTo>
                    <a:pt x="78333" y="22440"/>
                  </a:lnTo>
                  <a:lnTo>
                    <a:pt x="78587" y="22504"/>
                  </a:lnTo>
                  <a:close/>
                </a:path>
                <a:path w="94614" h="33655">
                  <a:moveTo>
                    <a:pt x="81546" y="19126"/>
                  </a:moveTo>
                  <a:lnTo>
                    <a:pt x="81064" y="18986"/>
                  </a:lnTo>
                  <a:lnTo>
                    <a:pt x="80949" y="19138"/>
                  </a:lnTo>
                  <a:lnTo>
                    <a:pt x="80759" y="19227"/>
                  </a:lnTo>
                  <a:lnTo>
                    <a:pt x="80721" y="19456"/>
                  </a:lnTo>
                  <a:lnTo>
                    <a:pt x="81051" y="19456"/>
                  </a:lnTo>
                  <a:lnTo>
                    <a:pt x="81546" y="19126"/>
                  </a:lnTo>
                  <a:close/>
                </a:path>
                <a:path w="94614" h="33655">
                  <a:moveTo>
                    <a:pt x="83820" y="19685"/>
                  </a:moveTo>
                  <a:lnTo>
                    <a:pt x="83477" y="19456"/>
                  </a:lnTo>
                  <a:lnTo>
                    <a:pt x="83121" y="19583"/>
                  </a:lnTo>
                  <a:lnTo>
                    <a:pt x="83235" y="19862"/>
                  </a:lnTo>
                  <a:lnTo>
                    <a:pt x="83489" y="20053"/>
                  </a:lnTo>
                  <a:lnTo>
                    <a:pt x="83693" y="20243"/>
                  </a:lnTo>
                  <a:lnTo>
                    <a:pt x="83527" y="19926"/>
                  </a:lnTo>
                  <a:lnTo>
                    <a:pt x="83820" y="19685"/>
                  </a:lnTo>
                  <a:close/>
                </a:path>
                <a:path w="94614" h="33655">
                  <a:moveTo>
                    <a:pt x="84607" y="20599"/>
                  </a:moveTo>
                  <a:lnTo>
                    <a:pt x="84150" y="20599"/>
                  </a:lnTo>
                  <a:lnTo>
                    <a:pt x="84150" y="20980"/>
                  </a:lnTo>
                  <a:lnTo>
                    <a:pt x="83959" y="21069"/>
                  </a:lnTo>
                  <a:lnTo>
                    <a:pt x="84264" y="21272"/>
                  </a:lnTo>
                  <a:lnTo>
                    <a:pt x="84518" y="20942"/>
                  </a:lnTo>
                  <a:lnTo>
                    <a:pt x="84607" y="20599"/>
                  </a:lnTo>
                  <a:close/>
                </a:path>
                <a:path w="94614" h="33655">
                  <a:moveTo>
                    <a:pt x="86474" y="21348"/>
                  </a:moveTo>
                  <a:lnTo>
                    <a:pt x="85763" y="20904"/>
                  </a:lnTo>
                  <a:lnTo>
                    <a:pt x="85521" y="21386"/>
                  </a:lnTo>
                  <a:lnTo>
                    <a:pt x="85966" y="21501"/>
                  </a:lnTo>
                  <a:lnTo>
                    <a:pt x="85788" y="21945"/>
                  </a:lnTo>
                  <a:lnTo>
                    <a:pt x="86309" y="22186"/>
                  </a:lnTo>
                  <a:lnTo>
                    <a:pt x="86474" y="21348"/>
                  </a:lnTo>
                  <a:close/>
                </a:path>
                <a:path w="94614" h="33655">
                  <a:moveTo>
                    <a:pt x="87350" y="23380"/>
                  </a:moveTo>
                  <a:lnTo>
                    <a:pt x="87236" y="22860"/>
                  </a:lnTo>
                  <a:lnTo>
                    <a:pt x="86779" y="22860"/>
                  </a:lnTo>
                  <a:lnTo>
                    <a:pt x="86779" y="23279"/>
                  </a:lnTo>
                  <a:lnTo>
                    <a:pt x="86829" y="23647"/>
                  </a:lnTo>
                  <a:lnTo>
                    <a:pt x="87007" y="23888"/>
                  </a:lnTo>
                  <a:lnTo>
                    <a:pt x="86956" y="23406"/>
                  </a:lnTo>
                  <a:lnTo>
                    <a:pt x="87350" y="23380"/>
                  </a:lnTo>
                  <a:close/>
                </a:path>
                <a:path w="94614" h="33655">
                  <a:moveTo>
                    <a:pt x="88493" y="31496"/>
                  </a:moveTo>
                  <a:lnTo>
                    <a:pt x="87922" y="31483"/>
                  </a:lnTo>
                  <a:lnTo>
                    <a:pt x="87807" y="32118"/>
                  </a:lnTo>
                  <a:lnTo>
                    <a:pt x="88138" y="32410"/>
                  </a:lnTo>
                  <a:lnTo>
                    <a:pt x="88201" y="32042"/>
                  </a:lnTo>
                  <a:lnTo>
                    <a:pt x="88493" y="31915"/>
                  </a:lnTo>
                  <a:lnTo>
                    <a:pt x="88493" y="31496"/>
                  </a:lnTo>
                  <a:close/>
                </a:path>
                <a:path w="94614" h="33655">
                  <a:moveTo>
                    <a:pt x="89954" y="32880"/>
                  </a:moveTo>
                  <a:lnTo>
                    <a:pt x="89916" y="32740"/>
                  </a:lnTo>
                  <a:lnTo>
                    <a:pt x="89509" y="32448"/>
                  </a:lnTo>
                  <a:lnTo>
                    <a:pt x="89395" y="32766"/>
                  </a:lnTo>
                  <a:lnTo>
                    <a:pt x="89636" y="32842"/>
                  </a:lnTo>
                  <a:lnTo>
                    <a:pt x="89827" y="33362"/>
                  </a:lnTo>
                  <a:lnTo>
                    <a:pt x="89954" y="32880"/>
                  </a:lnTo>
                  <a:close/>
                </a:path>
                <a:path w="94614" h="33655">
                  <a:moveTo>
                    <a:pt x="90868" y="22758"/>
                  </a:moveTo>
                  <a:lnTo>
                    <a:pt x="90525" y="22644"/>
                  </a:lnTo>
                  <a:lnTo>
                    <a:pt x="90271" y="22872"/>
                  </a:lnTo>
                  <a:lnTo>
                    <a:pt x="90614" y="22999"/>
                  </a:lnTo>
                  <a:lnTo>
                    <a:pt x="90398" y="23202"/>
                  </a:lnTo>
                  <a:lnTo>
                    <a:pt x="90741" y="23253"/>
                  </a:lnTo>
                  <a:lnTo>
                    <a:pt x="90589" y="22796"/>
                  </a:lnTo>
                  <a:lnTo>
                    <a:pt x="90868" y="22758"/>
                  </a:lnTo>
                  <a:close/>
                </a:path>
                <a:path w="94614" h="33655">
                  <a:moveTo>
                    <a:pt x="94373" y="31940"/>
                  </a:moveTo>
                  <a:lnTo>
                    <a:pt x="94234" y="31369"/>
                  </a:lnTo>
                  <a:lnTo>
                    <a:pt x="93929" y="31267"/>
                  </a:lnTo>
                  <a:lnTo>
                    <a:pt x="93929" y="31648"/>
                  </a:lnTo>
                  <a:lnTo>
                    <a:pt x="94068" y="31864"/>
                  </a:lnTo>
                  <a:lnTo>
                    <a:pt x="94272" y="32067"/>
                  </a:lnTo>
                  <a:lnTo>
                    <a:pt x="94373" y="3194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0" name="object 190"/>
            <p:cNvSpPr/>
            <p:nvPr/>
          </p:nvSpPr>
          <p:spPr>
            <a:xfrm>
              <a:off x="3968369" y="992898"/>
              <a:ext cx="96520" cy="42545"/>
            </a:xfrm>
            <a:custGeom>
              <a:avLst/>
              <a:gdLst/>
              <a:ahLst/>
              <a:cxnLst/>
              <a:rect l="l" t="t" r="r" b="b"/>
              <a:pathLst>
                <a:path w="96520" h="42544">
                  <a:moveTo>
                    <a:pt x="685" y="39065"/>
                  </a:moveTo>
                  <a:lnTo>
                    <a:pt x="558" y="38265"/>
                  </a:lnTo>
                  <a:lnTo>
                    <a:pt x="139" y="38557"/>
                  </a:lnTo>
                  <a:lnTo>
                    <a:pt x="330" y="38608"/>
                  </a:lnTo>
                  <a:lnTo>
                    <a:pt x="88" y="38684"/>
                  </a:lnTo>
                  <a:lnTo>
                    <a:pt x="215" y="38823"/>
                  </a:lnTo>
                  <a:lnTo>
                    <a:pt x="0" y="38925"/>
                  </a:lnTo>
                  <a:lnTo>
                    <a:pt x="25" y="39116"/>
                  </a:lnTo>
                  <a:lnTo>
                    <a:pt x="304" y="38976"/>
                  </a:lnTo>
                  <a:lnTo>
                    <a:pt x="571" y="39370"/>
                  </a:lnTo>
                  <a:lnTo>
                    <a:pt x="584" y="39116"/>
                  </a:lnTo>
                  <a:close/>
                </a:path>
                <a:path w="96520" h="42544">
                  <a:moveTo>
                    <a:pt x="1714" y="39573"/>
                  </a:moveTo>
                  <a:lnTo>
                    <a:pt x="1384" y="39573"/>
                  </a:lnTo>
                  <a:lnTo>
                    <a:pt x="1257" y="39801"/>
                  </a:lnTo>
                  <a:lnTo>
                    <a:pt x="1155" y="40043"/>
                  </a:lnTo>
                  <a:lnTo>
                    <a:pt x="1689" y="39890"/>
                  </a:lnTo>
                  <a:lnTo>
                    <a:pt x="1714" y="39573"/>
                  </a:lnTo>
                  <a:close/>
                </a:path>
                <a:path w="96520" h="42544">
                  <a:moveTo>
                    <a:pt x="2057" y="38773"/>
                  </a:moveTo>
                  <a:lnTo>
                    <a:pt x="1689" y="38836"/>
                  </a:lnTo>
                  <a:lnTo>
                    <a:pt x="1473" y="39039"/>
                  </a:lnTo>
                  <a:lnTo>
                    <a:pt x="1384" y="39357"/>
                  </a:lnTo>
                  <a:lnTo>
                    <a:pt x="1701" y="39471"/>
                  </a:lnTo>
                  <a:lnTo>
                    <a:pt x="1587" y="39116"/>
                  </a:lnTo>
                  <a:lnTo>
                    <a:pt x="1879" y="39179"/>
                  </a:lnTo>
                  <a:lnTo>
                    <a:pt x="1955" y="39027"/>
                  </a:lnTo>
                  <a:lnTo>
                    <a:pt x="2057" y="38773"/>
                  </a:lnTo>
                  <a:close/>
                </a:path>
                <a:path w="96520" h="42544">
                  <a:moveTo>
                    <a:pt x="3543" y="28663"/>
                  </a:moveTo>
                  <a:lnTo>
                    <a:pt x="3314" y="28625"/>
                  </a:lnTo>
                  <a:lnTo>
                    <a:pt x="3314" y="28816"/>
                  </a:lnTo>
                  <a:lnTo>
                    <a:pt x="3162" y="28727"/>
                  </a:lnTo>
                  <a:lnTo>
                    <a:pt x="2730" y="28409"/>
                  </a:lnTo>
                  <a:lnTo>
                    <a:pt x="2628" y="28663"/>
                  </a:lnTo>
                  <a:lnTo>
                    <a:pt x="2933" y="28702"/>
                  </a:lnTo>
                  <a:lnTo>
                    <a:pt x="2971" y="29006"/>
                  </a:lnTo>
                  <a:lnTo>
                    <a:pt x="3314" y="29006"/>
                  </a:lnTo>
                  <a:lnTo>
                    <a:pt x="3543" y="28663"/>
                  </a:lnTo>
                  <a:close/>
                </a:path>
                <a:path w="96520" h="42544">
                  <a:moveTo>
                    <a:pt x="4102" y="38773"/>
                  </a:moveTo>
                  <a:lnTo>
                    <a:pt x="3632" y="38671"/>
                  </a:lnTo>
                  <a:lnTo>
                    <a:pt x="3594" y="38963"/>
                  </a:lnTo>
                  <a:lnTo>
                    <a:pt x="3429" y="39116"/>
                  </a:lnTo>
                  <a:lnTo>
                    <a:pt x="3429" y="38950"/>
                  </a:lnTo>
                  <a:lnTo>
                    <a:pt x="3098" y="39039"/>
                  </a:lnTo>
                  <a:lnTo>
                    <a:pt x="3302" y="39116"/>
                  </a:lnTo>
                  <a:lnTo>
                    <a:pt x="3454" y="39217"/>
                  </a:lnTo>
                  <a:lnTo>
                    <a:pt x="3657" y="39827"/>
                  </a:lnTo>
                  <a:lnTo>
                    <a:pt x="3873" y="39471"/>
                  </a:lnTo>
                  <a:lnTo>
                    <a:pt x="3810" y="39281"/>
                  </a:lnTo>
                  <a:lnTo>
                    <a:pt x="3949" y="39052"/>
                  </a:lnTo>
                  <a:lnTo>
                    <a:pt x="4102" y="38773"/>
                  </a:lnTo>
                  <a:close/>
                </a:path>
                <a:path w="96520" h="42544">
                  <a:moveTo>
                    <a:pt x="4279" y="34836"/>
                  </a:moveTo>
                  <a:lnTo>
                    <a:pt x="3657" y="35267"/>
                  </a:lnTo>
                  <a:lnTo>
                    <a:pt x="3657" y="35496"/>
                  </a:lnTo>
                  <a:lnTo>
                    <a:pt x="4127" y="35953"/>
                  </a:lnTo>
                  <a:lnTo>
                    <a:pt x="4279" y="34836"/>
                  </a:lnTo>
                  <a:close/>
                </a:path>
                <a:path w="96520" h="42544">
                  <a:moveTo>
                    <a:pt x="12268" y="20662"/>
                  </a:moveTo>
                  <a:lnTo>
                    <a:pt x="11722" y="20472"/>
                  </a:lnTo>
                  <a:lnTo>
                    <a:pt x="11607" y="20701"/>
                  </a:lnTo>
                  <a:lnTo>
                    <a:pt x="11264" y="20599"/>
                  </a:lnTo>
                  <a:lnTo>
                    <a:pt x="11252" y="20878"/>
                  </a:lnTo>
                  <a:lnTo>
                    <a:pt x="11049" y="20955"/>
                  </a:lnTo>
                  <a:lnTo>
                    <a:pt x="11379" y="21031"/>
                  </a:lnTo>
                  <a:lnTo>
                    <a:pt x="11493" y="20815"/>
                  </a:lnTo>
                  <a:lnTo>
                    <a:pt x="12268" y="20662"/>
                  </a:lnTo>
                  <a:close/>
                </a:path>
                <a:path w="96520" h="42544">
                  <a:moveTo>
                    <a:pt x="21056" y="39573"/>
                  </a:moveTo>
                  <a:lnTo>
                    <a:pt x="21005" y="39357"/>
                  </a:lnTo>
                  <a:lnTo>
                    <a:pt x="21018" y="39077"/>
                  </a:lnTo>
                  <a:lnTo>
                    <a:pt x="20713" y="39103"/>
                  </a:lnTo>
                  <a:lnTo>
                    <a:pt x="20688" y="39408"/>
                  </a:lnTo>
                  <a:lnTo>
                    <a:pt x="20675" y="39687"/>
                  </a:lnTo>
                  <a:lnTo>
                    <a:pt x="21056" y="39573"/>
                  </a:lnTo>
                  <a:close/>
                </a:path>
                <a:path w="96520" h="42544">
                  <a:moveTo>
                    <a:pt x="23329" y="8521"/>
                  </a:moveTo>
                  <a:lnTo>
                    <a:pt x="23075" y="8623"/>
                  </a:lnTo>
                  <a:lnTo>
                    <a:pt x="22618" y="9093"/>
                  </a:lnTo>
                  <a:lnTo>
                    <a:pt x="22758" y="9207"/>
                  </a:lnTo>
                  <a:lnTo>
                    <a:pt x="22910" y="9105"/>
                  </a:lnTo>
                  <a:lnTo>
                    <a:pt x="23088" y="8991"/>
                  </a:lnTo>
                  <a:lnTo>
                    <a:pt x="23329" y="8521"/>
                  </a:lnTo>
                  <a:close/>
                </a:path>
                <a:path w="96520" h="42544">
                  <a:moveTo>
                    <a:pt x="23964" y="41846"/>
                  </a:moveTo>
                  <a:lnTo>
                    <a:pt x="23888" y="41402"/>
                  </a:lnTo>
                  <a:lnTo>
                    <a:pt x="23444" y="41402"/>
                  </a:lnTo>
                  <a:lnTo>
                    <a:pt x="23444" y="41744"/>
                  </a:lnTo>
                  <a:lnTo>
                    <a:pt x="23304" y="41719"/>
                  </a:lnTo>
                  <a:lnTo>
                    <a:pt x="23202" y="41554"/>
                  </a:lnTo>
                  <a:lnTo>
                    <a:pt x="23202" y="41846"/>
                  </a:lnTo>
                  <a:lnTo>
                    <a:pt x="23964" y="41846"/>
                  </a:lnTo>
                  <a:close/>
                </a:path>
                <a:path w="96520" h="42544">
                  <a:moveTo>
                    <a:pt x="25501" y="11722"/>
                  </a:moveTo>
                  <a:lnTo>
                    <a:pt x="25260" y="11722"/>
                  </a:lnTo>
                  <a:lnTo>
                    <a:pt x="24828" y="11455"/>
                  </a:lnTo>
                  <a:lnTo>
                    <a:pt x="24803" y="11950"/>
                  </a:lnTo>
                  <a:lnTo>
                    <a:pt x="25234" y="11938"/>
                  </a:lnTo>
                  <a:lnTo>
                    <a:pt x="25323" y="11747"/>
                  </a:lnTo>
                  <a:lnTo>
                    <a:pt x="25501" y="11722"/>
                  </a:lnTo>
                  <a:close/>
                </a:path>
                <a:path w="96520" h="42544">
                  <a:moveTo>
                    <a:pt x="27940" y="12090"/>
                  </a:moveTo>
                  <a:lnTo>
                    <a:pt x="27762" y="12179"/>
                  </a:lnTo>
                  <a:lnTo>
                    <a:pt x="27647" y="11950"/>
                  </a:lnTo>
                  <a:lnTo>
                    <a:pt x="27647" y="12509"/>
                  </a:lnTo>
                  <a:lnTo>
                    <a:pt x="27940" y="12090"/>
                  </a:lnTo>
                  <a:close/>
                </a:path>
                <a:path w="96520" h="42544">
                  <a:moveTo>
                    <a:pt x="28028" y="11277"/>
                  </a:moveTo>
                  <a:lnTo>
                    <a:pt x="27317" y="10693"/>
                  </a:lnTo>
                  <a:lnTo>
                    <a:pt x="27216" y="11036"/>
                  </a:lnTo>
                  <a:lnTo>
                    <a:pt x="27266" y="10579"/>
                  </a:lnTo>
                  <a:lnTo>
                    <a:pt x="26885" y="11099"/>
                  </a:lnTo>
                  <a:lnTo>
                    <a:pt x="26530" y="10922"/>
                  </a:lnTo>
                  <a:lnTo>
                    <a:pt x="26225" y="10439"/>
                  </a:lnTo>
                  <a:lnTo>
                    <a:pt x="26187" y="10693"/>
                  </a:lnTo>
                  <a:lnTo>
                    <a:pt x="26314" y="11188"/>
                  </a:lnTo>
                  <a:lnTo>
                    <a:pt x="28028" y="11277"/>
                  </a:lnTo>
                  <a:close/>
                </a:path>
                <a:path w="96520" h="42544">
                  <a:moveTo>
                    <a:pt x="28232" y="11607"/>
                  </a:moveTo>
                  <a:lnTo>
                    <a:pt x="27952" y="11645"/>
                  </a:lnTo>
                  <a:lnTo>
                    <a:pt x="27787" y="11582"/>
                  </a:lnTo>
                  <a:lnTo>
                    <a:pt x="27647" y="11493"/>
                  </a:lnTo>
                  <a:lnTo>
                    <a:pt x="27622" y="11722"/>
                  </a:lnTo>
                  <a:lnTo>
                    <a:pt x="28155" y="11963"/>
                  </a:lnTo>
                  <a:lnTo>
                    <a:pt x="27990" y="12052"/>
                  </a:lnTo>
                  <a:lnTo>
                    <a:pt x="28232" y="12293"/>
                  </a:lnTo>
                  <a:lnTo>
                    <a:pt x="28168" y="11887"/>
                  </a:lnTo>
                  <a:lnTo>
                    <a:pt x="28232" y="11607"/>
                  </a:lnTo>
                  <a:close/>
                </a:path>
                <a:path w="96520" h="42544">
                  <a:moveTo>
                    <a:pt x="28587" y="8966"/>
                  </a:moveTo>
                  <a:lnTo>
                    <a:pt x="28575" y="8763"/>
                  </a:lnTo>
                  <a:lnTo>
                    <a:pt x="28346" y="8737"/>
                  </a:lnTo>
                  <a:lnTo>
                    <a:pt x="28359" y="8458"/>
                  </a:lnTo>
                  <a:lnTo>
                    <a:pt x="28130" y="8432"/>
                  </a:lnTo>
                  <a:lnTo>
                    <a:pt x="28181" y="8585"/>
                  </a:lnTo>
                  <a:lnTo>
                    <a:pt x="27673" y="8712"/>
                  </a:lnTo>
                  <a:lnTo>
                    <a:pt x="28003" y="8763"/>
                  </a:lnTo>
                  <a:lnTo>
                    <a:pt x="28130" y="8648"/>
                  </a:lnTo>
                  <a:lnTo>
                    <a:pt x="28130" y="9258"/>
                  </a:lnTo>
                  <a:lnTo>
                    <a:pt x="28181" y="9055"/>
                  </a:lnTo>
                  <a:lnTo>
                    <a:pt x="28346" y="8763"/>
                  </a:lnTo>
                  <a:lnTo>
                    <a:pt x="28473" y="9232"/>
                  </a:lnTo>
                  <a:lnTo>
                    <a:pt x="28435" y="9004"/>
                  </a:lnTo>
                  <a:lnTo>
                    <a:pt x="28587" y="8966"/>
                  </a:lnTo>
                  <a:close/>
                </a:path>
                <a:path w="96520" h="42544">
                  <a:moveTo>
                    <a:pt x="30759" y="6845"/>
                  </a:moveTo>
                  <a:lnTo>
                    <a:pt x="30619" y="6261"/>
                  </a:lnTo>
                  <a:lnTo>
                    <a:pt x="30746" y="5918"/>
                  </a:lnTo>
                  <a:lnTo>
                    <a:pt x="30441" y="6083"/>
                  </a:lnTo>
                  <a:lnTo>
                    <a:pt x="30391" y="5473"/>
                  </a:lnTo>
                  <a:lnTo>
                    <a:pt x="30276" y="5816"/>
                  </a:lnTo>
                  <a:lnTo>
                    <a:pt x="30035" y="6045"/>
                  </a:lnTo>
                  <a:lnTo>
                    <a:pt x="30149" y="6553"/>
                  </a:lnTo>
                  <a:lnTo>
                    <a:pt x="30276" y="6819"/>
                  </a:lnTo>
                  <a:lnTo>
                    <a:pt x="30759" y="6845"/>
                  </a:lnTo>
                  <a:close/>
                </a:path>
                <a:path w="96520" h="42544">
                  <a:moveTo>
                    <a:pt x="35979" y="11201"/>
                  </a:moveTo>
                  <a:lnTo>
                    <a:pt x="35953" y="10909"/>
                  </a:lnTo>
                  <a:lnTo>
                    <a:pt x="35433" y="10934"/>
                  </a:lnTo>
                  <a:lnTo>
                    <a:pt x="35039" y="10909"/>
                  </a:lnTo>
                  <a:lnTo>
                    <a:pt x="35179" y="11290"/>
                  </a:lnTo>
                  <a:lnTo>
                    <a:pt x="34683" y="11010"/>
                  </a:lnTo>
                  <a:lnTo>
                    <a:pt x="34823" y="11379"/>
                  </a:lnTo>
                  <a:lnTo>
                    <a:pt x="35382" y="11391"/>
                  </a:lnTo>
                  <a:lnTo>
                    <a:pt x="35382" y="11010"/>
                  </a:lnTo>
                  <a:lnTo>
                    <a:pt x="35725" y="11480"/>
                  </a:lnTo>
                  <a:lnTo>
                    <a:pt x="35775" y="11264"/>
                  </a:lnTo>
                  <a:lnTo>
                    <a:pt x="35979" y="11201"/>
                  </a:lnTo>
                  <a:close/>
                </a:path>
                <a:path w="96520" h="42544">
                  <a:moveTo>
                    <a:pt x="37211" y="8509"/>
                  </a:moveTo>
                  <a:lnTo>
                    <a:pt x="37147" y="8305"/>
                  </a:lnTo>
                  <a:lnTo>
                    <a:pt x="37147" y="8039"/>
                  </a:lnTo>
                  <a:lnTo>
                    <a:pt x="36969" y="7950"/>
                  </a:lnTo>
                  <a:lnTo>
                    <a:pt x="36576" y="8089"/>
                  </a:lnTo>
                  <a:lnTo>
                    <a:pt x="35598" y="7645"/>
                  </a:lnTo>
                  <a:lnTo>
                    <a:pt x="35166" y="8051"/>
                  </a:lnTo>
                  <a:lnTo>
                    <a:pt x="35509" y="7924"/>
                  </a:lnTo>
                  <a:lnTo>
                    <a:pt x="35433" y="8242"/>
                  </a:lnTo>
                  <a:lnTo>
                    <a:pt x="35610" y="8293"/>
                  </a:lnTo>
                  <a:lnTo>
                    <a:pt x="35750" y="7785"/>
                  </a:lnTo>
                  <a:lnTo>
                    <a:pt x="36144" y="8166"/>
                  </a:lnTo>
                  <a:lnTo>
                    <a:pt x="36753" y="8064"/>
                  </a:lnTo>
                  <a:lnTo>
                    <a:pt x="36652" y="8420"/>
                  </a:lnTo>
                  <a:lnTo>
                    <a:pt x="36957" y="8318"/>
                  </a:lnTo>
                  <a:lnTo>
                    <a:pt x="36931" y="8559"/>
                  </a:lnTo>
                  <a:lnTo>
                    <a:pt x="37211" y="8509"/>
                  </a:lnTo>
                  <a:close/>
                </a:path>
                <a:path w="96520" h="42544">
                  <a:moveTo>
                    <a:pt x="37795" y="7289"/>
                  </a:moveTo>
                  <a:lnTo>
                    <a:pt x="37515" y="7340"/>
                  </a:lnTo>
                  <a:lnTo>
                    <a:pt x="37528" y="7086"/>
                  </a:lnTo>
                  <a:lnTo>
                    <a:pt x="37211" y="7175"/>
                  </a:lnTo>
                  <a:lnTo>
                    <a:pt x="36880" y="7518"/>
                  </a:lnTo>
                  <a:lnTo>
                    <a:pt x="36753" y="7518"/>
                  </a:lnTo>
                  <a:lnTo>
                    <a:pt x="37045" y="7734"/>
                  </a:lnTo>
                  <a:lnTo>
                    <a:pt x="37477" y="7391"/>
                  </a:lnTo>
                  <a:lnTo>
                    <a:pt x="37795" y="7289"/>
                  </a:lnTo>
                  <a:close/>
                </a:path>
                <a:path w="96520" h="42544">
                  <a:moveTo>
                    <a:pt x="38404" y="2933"/>
                  </a:moveTo>
                  <a:lnTo>
                    <a:pt x="38061" y="2933"/>
                  </a:lnTo>
                  <a:lnTo>
                    <a:pt x="37871" y="3454"/>
                  </a:lnTo>
                  <a:lnTo>
                    <a:pt x="37744" y="3822"/>
                  </a:lnTo>
                  <a:lnTo>
                    <a:pt x="38087" y="3454"/>
                  </a:lnTo>
                  <a:lnTo>
                    <a:pt x="38404" y="2933"/>
                  </a:lnTo>
                  <a:close/>
                </a:path>
                <a:path w="96520" h="42544">
                  <a:moveTo>
                    <a:pt x="38569" y="7620"/>
                  </a:moveTo>
                  <a:lnTo>
                    <a:pt x="38379" y="7569"/>
                  </a:lnTo>
                  <a:lnTo>
                    <a:pt x="38569" y="7620"/>
                  </a:lnTo>
                  <a:close/>
                </a:path>
                <a:path w="96520" h="42544">
                  <a:moveTo>
                    <a:pt x="39014" y="7734"/>
                  </a:moveTo>
                  <a:lnTo>
                    <a:pt x="38874" y="7429"/>
                  </a:lnTo>
                  <a:lnTo>
                    <a:pt x="38595" y="7442"/>
                  </a:lnTo>
                  <a:lnTo>
                    <a:pt x="38468" y="7518"/>
                  </a:lnTo>
                  <a:lnTo>
                    <a:pt x="38862" y="7594"/>
                  </a:lnTo>
                  <a:lnTo>
                    <a:pt x="38366" y="8039"/>
                  </a:lnTo>
                  <a:lnTo>
                    <a:pt x="38798" y="8191"/>
                  </a:lnTo>
                  <a:lnTo>
                    <a:pt x="38709" y="7886"/>
                  </a:lnTo>
                  <a:lnTo>
                    <a:pt x="39014" y="7975"/>
                  </a:lnTo>
                  <a:lnTo>
                    <a:pt x="39014" y="7734"/>
                  </a:lnTo>
                  <a:close/>
                </a:path>
                <a:path w="96520" h="42544">
                  <a:moveTo>
                    <a:pt x="39382" y="3086"/>
                  </a:moveTo>
                  <a:lnTo>
                    <a:pt x="39230" y="2984"/>
                  </a:lnTo>
                  <a:lnTo>
                    <a:pt x="39166" y="2832"/>
                  </a:lnTo>
                  <a:lnTo>
                    <a:pt x="39154" y="2616"/>
                  </a:lnTo>
                  <a:lnTo>
                    <a:pt x="38887" y="2590"/>
                  </a:lnTo>
                  <a:lnTo>
                    <a:pt x="38722" y="2654"/>
                  </a:lnTo>
                  <a:lnTo>
                    <a:pt x="38696" y="2844"/>
                  </a:lnTo>
                  <a:lnTo>
                    <a:pt x="39090" y="2692"/>
                  </a:lnTo>
                  <a:lnTo>
                    <a:pt x="39179" y="3403"/>
                  </a:lnTo>
                  <a:lnTo>
                    <a:pt x="39382" y="3086"/>
                  </a:lnTo>
                  <a:close/>
                </a:path>
                <a:path w="96520" h="42544">
                  <a:moveTo>
                    <a:pt x="44716" y="4102"/>
                  </a:moveTo>
                  <a:lnTo>
                    <a:pt x="44589" y="3644"/>
                  </a:lnTo>
                  <a:lnTo>
                    <a:pt x="44424" y="3708"/>
                  </a:lnTo>
                  <a:lnTo>
                    <a:pt x="44005" y="3517"/>
                  </a:lnTo>
                  <a:lnTo>
                    <a:pt x="44018" y="3759"/>
                  </a:lnTo>
                  <a:lnTo>
                    <a:pt x="44234" y="3886"/>
                  </a:lnTo>
                  <a:lnTo>
                    <a:pt x="44424" y="4064"/>
                  </a:lnTo>
                  <a:lnTo>
                    <a:pt x="44475" y="4216"/>
                  </a:lnTo>
                  <a:lnTo>
                    <a:pt x="44716" y="4102"/>
                  </a:lnTo>
                  <a:close/>
                </a:path>
                <a:path w="96520" h="42544">
                  <a:moveTo>
                    <a:pt x="48056" y="2730"/>
                  </a:moveTo>
                  <a:lnTo>
                    <a:pt x="47853" y="1866"/>
                  </a:lnTo>
                  <a:lnTo>
                    <a:pt x="47548" y="2501"/>
                  </a:lnTo>
                  <a:lnTo>
                    <a:pt x="47917" y="2324"/>
                  </a:lnTo>
                  <a:lnTo>
                    <a:pt x="47764" y="3238"/>
                  </a:lnTo>
                  <a:lnTo>
                    <a:pt x="48018" y="2832"/>
                  </a:lnTo>
                  <a:close/>
                </a:path>
                <a:path w="96520" h="42544">
                  <a:moveTo>
                    <a:pt x="49187" y="10274"/>
                  </a:moveTo>
                  <a:lnTo>
                    <a:pt x="48907" y="10134"/>
                  </a:lnTo>
                  <a:lnTo>
                    <a:pt x="48704" y="10375"/>
                  </a:lnTo>
                  <a:lnTo>
                    <a:pt x="48704" y="10579"/>
                  </a:lnTo>
                  <a:lnTo>
                    <a:pt x="48933" y="11074"/>
                  </a:lnTo>
                  <a:lnTo>
                    <a:pt x="49034" y="10820"/>
                  </a:lnTo>
                  <a:lnTo>
                    <a:pt x="48907" y="10693"/>
                  </a:lnTo>
                  <a:lnTo>
                    <a:pt x="49187" y="10591"/>
                  </a:lnTo>
                  <a:lnTo>
                    <a:pt x="49187" y="10274"/>
                  </a:lnTo>
                  <a:close/>
                </a:path>
                <a:path w="96520" h="42544">
                  <a:moveTo>
                    <a:pt x="49212" y="2273"/>
                  </a:moveTo>
                  <a:lnTo>
                    <a:pt x="48920" y="1803"/>
                  </a:lnTo>
                  <a:lnTo>
                    <a:pt x="49009" y="2235"/>
                  </a:lnTo>
                  <a:lnTo>
                    <a:pt x="48425" y="2527"/>
                  </a:lnTo>
                  <a:lnTo>
                    <a:pt x="48806" y="2832"/>
                  </a:lnTo>
                  <a:lnTo>
                    <a:pt x="48704" y="2425"/>
                  </a:lnTo>
                  <a:lnTo>
                    <a:pt x="49212" y="2273"/>
                  </a:lnTo>
                  <a:close/>
                </a:path>
                <a:path w="96520" h="42544">
                  <a:moveTo>
                    <a:pt x="49276" y="850"/>
                  </a:moveTo>
                  <a:lnTo>
                    <a:pt x="49199" y="647"/>
                  </a:lnTo>
                  <a:lnTo>
                    <a:pt x="49022" y="584"/>
                  </a:lnTo>
                  <a:lnTo>
                    <a:pt x="48717" y="787"/>
                  </a:lnTo>
                  <a:lnTo>
                    <a:pt x="48882" y="990"/>
                  </a:lnTo>
                  <a:lnTo>
                    <a:pt x="49110" y="850"/>
                  </a:lnTo>
                  <a:lnTo>
                    <a:pt x="49237" y="1143"/>
                  </a:lnTo>
                  <a:lnTo>
                    <a:pt x="49276" y="850"/>
                  </a:lnTo>
                  <a:close/>
                </a:path>
                <a:path w="96520" h="42544">
                  <a:moveTo>
                    <a:pt x="50698" y="32829"/>
                  </a:moveTo>
                  <a:lnTo>
                    <a:pt x="49606" y="33261"/>
                  </a:lnTo>
                  <a:lnTo>
                    <a:pt x="49822" y="33324"/>
                  </a:lnTo>
                  <a:lnTo>
                    <a:pt x="50190" y="33248"/>
                  </a:lnTo>
                  <a:lnTo>
                    <a:pt x="50241" y="33439"/>
                  </a:lnTo>
                  <a:lnTo>
                    <a:pt x="50507" y="33439"/>
                  </a:lnTo>
                  <a:lnTo>
                    <a:pt x="50698" y="32829"/>
                  </a:lnTo>
                  <a:close/>
                </a:path>
                <a:path w="96520" h="42544">
                  <a:moveTo>
                    <a:pt x="50876" y="4572"/>
                  </a:moveTo>
                  <a:lnTo>
                    <a:pt x="50673" y="4559"/>
                  </a:lnTo>
                  <a:lnTo>
                    <a:pt x="50507" y="4572"/>
                  </a:lnTo>
                  <a:lnTo>
                    <a:pt x="50380" y="4673"/>
                  </a:lnTo>
                  <a:lnTo>
                    <a:pt x="50330" y="5029"/>
                  </a:lnTo>
                  <a:lnTo>
                    <a:pt x="50749" y="4902"/>
                  </a:lnTo>
                  <a:lnTo>
                    <a:pt x="50876" y="4572"/>
                  </a:lnTo>
                  <a:close/>
                </a:path>
                <a:path w="96520" h="42544">
                  <a:moveTo>
                    <a:pt x="51308" y="33959"/>
                  </a:moveTo>
                  <a:lnTo>
                    <a:pt x="51079" y="33566"/>
                  </a:lnTo>
                  <a:lnTo>
                    <a:pt x="50977" y="33909"/>
                  </a:lnTo>
                  <a:lnTo>
                    <a:pt x="51308" y="33959"/>
                  </a:lnTo>
                  <a:close/>
                </a:path>
                <a:path w="96520" h="42544">
                  <a:moveTo>
                    <a:pt x="51536" y="33909"/>
                  </a:moveTo>
                  <a:lnTo>
                    <a:pt x="51333" y="33972"/>
                  </a:lnTo>
                  <a:lnTo>
                    <a:pt x="51231" y="34404"/>
                  </a:lnTo>
                  <a:lnTo>
                    <a:pt x="51536" y="34480"/>
                  </a:lnTo>
                  <a:lnTo>
                    <a:pt x="51536" y="33909"/>
                  </a:lnTo>
                  <a:close/>
                </a:path>
                <a:path w="96520" h="42544">
                  <a:moveTo>
                    <a:pt x="51650" y="10680"/>
                  </a:moveTo>
                  <a:lnTo>
                    <a:pt x="51206" y="10363"/>
                  </a:lnTo>
                  <a:lnTo>
                    <a:pt x="50939" y="9969"/>
                  </a:lnTo>
                  <a:lnTo>
                    <a:pt x="50406" y="10007"/>
                  </a:lnTo>
                  <a:lnTo>
                    <a:pt x="50190" y="10210"/>
                  </a:lnTo>
                  <a:lnTo>
                    <a:pt x="50368" y="10414"/>
                  </a:lnTo>
                  <a:lnTo>
                    <a:pt x="50406" y="10680"/>
                  </a:lnTo>
                  <a:lnTo>
                    <a:pt x="50825" y="10769"/>
                  </a:lnTo>
                  <a:lnTo>
                    <a:pt x="50546" y="10134"/>
                  </a:lnTo>
                  <a:lnTo>
                    <a:pt x="50977" y="10223"/>
                  </a:lnTo>
                  <a:lnTo>
                    <a:pt x="51117" y="10401"/>
                  </a:lnTo>
                  <a:lnTo>
                    <a:pt x="51447" y="10960"/>
                  </a:lnTo>
                  <a:lnTo>
                    <a:pt x="51650" y="10680"/>
                  </a:lnTo>
                  <a:close/>
                </a:path>
                <a:path w="96520" h="42544">
                  <a:moveTo>
                    <a:pt x="54063" y="533"/>
                  </a:moveTo>
                  <a:lnTo>
                    <a:pt x="53682" y="0"/>
                  </a:lnTo>
                  <a:lnTo>
                    <a:pt x="53555" y="355"/>
                  </a:lnTo>
                  <a:lnTo>
                    <a:pt x="53581" y="762"/>
                  </a:lnTo>
                  <a:lnTo>
                    <a:pt x="53682" y="1028"/>
                  </a:lnTo>
                  <a:lnTo>
                    <a:pt x="53924" y="1143"/>
                  </a:lnTo>
                  <a:lnTo>
                    <a:pt x="53657" y="215"/>
                  </a:lnTo>
                  <a:lnTo>
                    <a:pt x="54063" y="533"/>
                  </a:lnTo>
                  <a:close/>
                </a:path>
                <a:path w="96520" h="42544">
                  <a:moveTo>
                    <a:pt x="54419" y="10045"/>
                  </a:moveTo>
                  <a:lnTo>
                    <a:pt x="54267" y="9563"/>
                  </a:lnTo>
                  <a:lnTo>
                    <a:pt x="53365" y="9563"/>
                  </a:lnTo>
                  <a:lnTo>
                    <a:pt x="54419" y="10045"/>
                  </a:lnTo>
                  <a:close/>
                </a:path>
                <a:path w="96520" h="42544">
                  <a:moveTo>
                    <a:pt x="54483" y="10210"/>
                  </a:moveTo>
                  <a:lnTo>
                    <a:pt x="54432" y="10071"/>
                  </a:lnTo>
                  <a:lnTo>
                    <a:pt x="53365" y="9563"/>
                  </a:lnTo>
                  <a:lnTo>
                    <a:pt x="53187" y="10210"/>
                  </a:lnTo>
                  <a:lnTo>
                    <a:pt x="53162" y="10414"/>
                  </a:lnTo>
                  <a:lnTo>
                    <a:pt x="53467" y="10210"/>
                  </a:lnTo>
                  <a:lnTo>
                    <a:pt x="54483" y="10210"/>
                  </a:lnTo>
                  <a:close/>
                </a:path>
                <a:path w="96520" h="42544">
                  <a:moveTo>
                    <a:pt x="55092" y="10591"/>
                  </a:moveTo>
                  <a:lnTo>
                    <a:pt x="55029" y="10414"/>
                  </a:lnTo>
                  <a:lnTo>
                    <a:pt x="54952" y="10210"/>
                  </a:lnTo>
                  <a:lnTo>
                    <a:pt x="54813" y="10210"/>
                  </a:lnTo>
                  <a:lnTo>
                    <a:pt x="54813" y="10414"/>
                  </a:lnTo>
                  <a:lnTo>
                    <a:pt x="53162" y="10414"/>
                  </a:lnTo>
                  <a:lnTo>
                    <a:pt x="52997" y="10591"/>
                  </a:lnTo>
                  <a:lnTo>
                    <a:pt x="53136" y="10591"/>
                  </a:lnTo>
                  <a:lnTo>
                    <a:pt x="55092" y="10591"/>
                  </a:lnTo>
                  <a:close/>
                </a:path>
                <a:path w="96520" h="42544">
                  <a:moveTo>
                    <a:pt x="57226" y="10922"/>
                  </a:moveTo>
                  <a:lnTo>
                    <a:pt x="56197" y="11264"/>
                  </a:lnTo>
                  <a:lnTo>
                    <a:pt x="56375" y="11442"/>
                  </a:lnTo>
                  <a:lnTo>
                    <a:pt x="57111" y="11366"/>
                  </a:lnTo>
                  <a:lnTo>
                    <a:pt x="57226" y="10922"/>
                  </a:lnTo>
                  <a:close/>
                </a:path>
                <a:path w="96520" h="42544">
                  <a:moveTo>
                    <a:pt x="60045" y="2286"/>
                  </a:moveTo>
                  <a:lnTo>
                    <a:pt x="59829" y="1689"/>
                  </a:lnTo>
                  <a:lnTo>
                    <a:pt x="59601" y="2057"/>
                  </a:lnTo>
                  <a:lnTo>
                    <a:pt x="59855" y="2286"/>
                  </a:lnTo>
                  <a:lnTo>
                    <a:pt x="59474" y="2260"/>
                  </a:lnTo>
                  <a:lnTo>
                    <a:pt x="59486" y="2730"/>
                  </a:lnTo>
                  <a:lnTo>
                    <a:pt x="59677" y="2679"/>
                  </a:lnTo>
                  <a:lnTo>
                    <a:pt x="59791" y="2895"/>
                  </a:lnTo>
                  <a:lnTo>
                    <a:pt x="59829" y="2730"/>
                  </a:lnTo>
                  <a:lnTo>
                    <a:pt x="59829" y="2514"/>
                  </a:lnTo>
                  <a:lnTo>
                    <a:pt x="60045" y="2286"/>
                  </a:lnTo>
                  <a:close/>
                </a:path>
                <a:path w="96520" h="42544">
                  <a:moveTo>
                    <a:pt x="61239" y="4508"/>
                  </a:moveTo>
                  <a:lnTo>
                    <a:pt x="60083" y="4025"/>
                  </a:lnTo>
                  <a:lnTo>
                    <a:pt x="60083" y="4660"/>
                  </a:lnTo>
                  <a:lnTo>
                    <a:pt x="60579" y="4508"/>
                  </a:lnTo>
                  <a:lnTo>
                    <a:pt x="60490" y="4940"/>
                  </a:lnTo>
                  <a:lnTo>
                    <a:pt x="60756" y="5003"/>
                  </a:lnTo>
                  <a:lnTo>
                    <a:pt x="61239" y="4508"/>
                  </a:lnTo>
                  <a:close/>
                </a:path>
                <a:path w="96520" h="42544">
                  <a:moveTo>
                    <a:pt x="61785" y="13271"/>
                  </a:moveTo>
                  <a:lnTo>
                    <a:pt x="61645" y="12941"/>
                  </a:lnTo>
                  <a:lnTo>
                    <a:pt x="61391" y="12344"/>
                  </a:lnTo>
                  <a:lnTo>
                    <a:pt x="61785" y="13271"/>
                  </a:lnTo>
                  <a:close/>
                </a:path>
                <a:path w="96520" h="42544">
                  <a:moveTo>
                    <a:pt x="63360" y="1028"/>
                  </a:moveTo>
                  <a:lnTo>
                    <a:pt x="62941" y="1155"/>
                  </a:lnTo>
                  <a:lnTo>
                    <a:pt x="63017" y="1562"/>
                  </a:lnTo>
                  <a:lnTo>
                    <a:pt x="63233" y="1485"/>
                  </a:lnTo>
                  <a:lnTo>
                    <a:pt x="63144" y="1752"/>
                  </a:lnTo>
                  <a:lnTo>
                    <a:pt x="62687" y="1587"/>
                  </a:lnTo>
                  <a:lnTo>
                    <a:pt x="63017" y="1955"/>
                  </a:lnTo>
                  <a:lnTo>
                    <a:pt x="63360" y="1828"/>
                  </a:lnTo>
                  <a:lnTo>
                    <a:pt x="63360" y="1028"/>
                  </a:lnTo>
                  <a:close/>
                </a:path>
                <a:path w="96520" h="42544">
                  <a:moveTo>
                    <a:pt x="63677" y="11036"/>
                  </a:moveTo>
                  <a:lnTo>
                    <a:pt x="63461" y="11036"/>
                  </a:lnTo>
                  <a:lnTo>
                    <a:pt x="63347" y="12077"/>
                  </a:lnTo>
                  <a:lnTo>
                    <a:pt x="61252" y="11036"/>
                  </a:lnTo>
                  <a:lnTo>
                    <a:pt x="61048" y="11404"/>
                  </a:lnTo>
                  <a:lnTo>
                    <a:pt x="60820" y="11036"/>
                  </a:lnTo>
                  <a:lnTo>
                    <a:pt x="61010" y="11036"/>
                  </a:lnTo>
                  <a:lnTo>
                    <a:pt x="59613" y="10426"/>
                  </a:lnTo>
                  <a:lnTo>
                    <a:pt x="59994" y="11036"/>
                  </a:lnTo>
                  <a:lnTo>
                    <a:pt x="60477" y="11036"/>
                  </a:lnTo>
                  <a:lnTo>
                    <a:pt x="60680" y="12077"/>
                  </a:lnTo>
                  <a:lnTo>
                    <a:pt x="62560" y="12280"/>
                  </a:lnTo>
                  <a:lnTo>
                    <a:pt x="63296" y="12344"/>
                  </a:lnTo>
                  <a:lnTo>
                    <a:pt x="63360" y="12077"/>
                  </a:lnTo>
                  <a:lnTo>
                    <a:pt x="63677" y="11036"/>
                  </a:lnTo>
                  <a:close/>
                </a:path>
                <a:path w="96520" h="42544">
                  <a:moveTo>
                    <a:pt x="64554" y="10795"/>
                  </a:moveTo>
                  <a:close/>
                </a:path>
                <a:path w="96520" h="42544">
                  <a:moveTo>
                    <a:pt x="64731" y="10172"/>
                  </a:moveTo>
                  <a:lnTo>
                    <a:pt x="64287" y="10121"/>
                  </a:lnTo>
                  <a:lnTo>
                    <a:pt x="64135" y="10528"/>
                  </a:lnTo>
                  <a:lnTo>
                    <a:pt x="64287" y="10655"/>
                  </a:lnTo>
                  <a:lnTo>
                    <a:pt x="64516" y="10782"/>
                  </a:lnTo>
                  <a:lnTo>
                    <a:pt x="64630" y="10477"/>
                  </a:lnTo>
                  <a:lnTo>
                    <a:pt x="64160" y="10528"/>
                  </a:lnTo>
                  <a:lnTo>
                    <a:pt x="64731" y="10172"/>
                  </a:lnTo>
                  <a:close/>
                </a:path>
                <a:path w="96520" h="42544">
                  <a:moveTo>
                    <a:pt x="64947" y="12179"/>
                  </a:moveTo>
                  <a:lnTo>
                    <a:pt x="64935" y="11861"/>
                  </a:lnTo>
                  <a:lnTo>
                    <a:pt x="64630" y="11722"/>
                  </a:lnTo>
                  <a:lnTo>
                    <a:pt x="64554" y="11938"/>
                  </a:lnTo>
                  <a:lnTo>
                    <a:pt x="64947" y="12179"/>
                  </a:lnTo>
                  <a:close/>
                </a:path>
                <a:path w="96520" h="42544">
                  <a:moveTo>
                    <a:pt x="64960" y="12217"/>
                  </a:moveTo>
                  <a:lnTo>
                    <a:pt x="64630" y="12280"/>
                  </a:lnTo>
                  <a:lnTo>
                    <a:pt x="64579" y="12014"/>
                  </a:lnTo>
                  <a:lnTo>
                    <a:pt x="64312" y="12014"/>
                  </a:lnTo>
                  <a:lnTo>
                    <a:pt x="64287" y="12280"/>
                  </a:lnTo>
                  <a:lnTo>
                    <a:pt x="64516" y="12369"/>
                  </a:lnTo>
                  <a:lnTo>
                    <a:pt x="64516" y="12509"/>
                  </a:lnTo>
                  <a:lnTo>
                    <a:pt x="64630" y="12382"/>
                  </a:lnTo>
                  <a:lnTo>
                    <a:pt x="64846" y="12522"/>
                  </a:lnTo>
                  <a:lnTo>
                    <a:pt x="64960" y="12217"/>
                  </a:lnTo>
                  <a:close/>
                </a:path>
                <a:path w="96520" h="42544">
                  <a:moveTo>
                    <a:pt x="66433" y="36741"/>
                  </a:moveTo>
                  <a:lnTo>
                    <a:pt x="66128" y="36728"/>
                  </a:lnTo>
                  <a:lnTo>
                    <a:pt x="66217" y="36918"/>
                  </a:lnTo>
                  <a:lnTo>
                    <a:pt x="65989" y="36741"/>
                  </a:lnTo>
                  <a:lnTo>
                    <a:pt x="66179" y="37033"/>
                  </a:lnTo>
                  <a:lnTo>
                    <a:pt x="65849" y="37134"/>
                  </a:lnTo>
                  <a:lnTo>
                    <a:pt x="66116" y="37299"/>
                  </a:lnTo>
                  <a:lnTo>
                    <a:pt x="66205" y="37096"/>
                  </a:lnTo>
                  <a:lnTo>
                    <a:pt x="66382" y="36969"/>
                  </a:lnTo>
                  <a:lnTo>
                    <a:pt x="66433" y="36741"/>
                  </a:lnTo>
                  <a:close/>
                </a:path>
                <a:path w="96520" h="42544">
                  <a:moveTo>
                    <a:pt x="67068" y="35052"/>
                  </a:moveTo>
                  <a:lnTo>
                    <a:pt x="66776" y="35026"/>
                  </a:lnTo>
                  <a:lnTo>
                    <a:pt x="66840" y="35267"/>
                  </a:lnTo>
                  <a:lnTo>
                    <a:pt x="66586" y="35826"/>
                  </a:lnTo>
                  <a:lnTo>
                    <a:pt x="66992" y="35712"/>
                  </a:lnTo>
                  <a:lnTo>
                    <a:pt x="66992" y="35420"/>
                  </a:lnTo>
                  <a:lnTo>
                    <a:pt x="67068" y="35052"/>
                  </a:lnTo>
                  <a:close/>
                </a:path>
                <a:path w="96520" h="42544">
                  <a:moveTo>
                    <a:pt x="67881" y="35001"/>
                  </a:moveTo>
                  <a:lnTo>
                    <a:pt x="67576" y="34810"/>
                  </a:lnTo>
                  <a:lnTo>
                    <a:pt x="67576" y="35013"/>
                  </a:lnTo>
                  <a:lnTo>
                    <a:pt x="67348" y="34925"/>
                  </a:lnTo>
                  <a:lnTo>
                    <a:pt x="67373" y="35267"/>
                  </a:lnTo>
                  <a:lnTo>
                    <a:pt x="67017" y="35598"/>
                  </a:lnTo>
                  <a:lnTo>
                    <a:pt x="67449" y="35712"/>
                  </a:lnTo>
                  <a:lnTo>
                    <a:pt x="67500" y="35496"/>
                  </a:lnTo>
                  <a:lnTo>
                    <a:pt x="67881" y="35001"/>
                  </a:lnTo>
                  <a:close/>
                </a:path>
                <a:path w="96520" h="42544">
                  <a:moveTo>
                    <a:pt x="68033" y="6489"/>
                  </a:moveTo>
                  <a:lnTo>
                    <a:pt x="67767" y="5689"/>
                  </a:lnTo>
                  <a:lnTo>
                    <a:pt x="67703" y="5854"/>
                  </a:lnTo>
                  <a:lnTo>
                    <a:pt x="67691" y="6489"/>
                  </a:lnTo>
                  <a:lnTo>
                    <a:pt x="68033" y="6489"/>
                  </a:lnTo>
                  <a:close/>
                </a:path>
                <a:path w="96520" h="42544">
                  <a:moveTo>
                    <a:pt x="68643" y="5791"/>
                  </a:moveTo>
                  <a:lnTo>
                    <a:pt x="68478" y="5689"/>
                  </a:lnTo>
                  <a:lnTo>
                    <a:pt x="68110" y="6032"/>
                  </a:lnTo>
                  <a:lnTo>
                    <a:pt x="68148" y="5803"/>
                  </a:lnTo>
                  <a:lnTo>
                    <a:pt x="68287" y="5638"/>
                  </a:lnTo>
                  <a:lnTo>
                    <a:pt x="68478" y="5588"/>
                  </a:lnTo>
                  <a:lnTo>
                    <a:pt x="68148" y="5461"/>
                  </a:lnTo>
                  <a:lnTo>
                    <a:pt x="68021" y="5778"/>
                  </a:lnTo>
                  <a:lnTo>
                    <a:pt x="68046" y="6121"/>
                  </a:lnTo>
                  <a:lnTo>
                    <a:pt x="68249" y="6362"/>
                  </a:lnTo>
                  <a:lnTo>
                    <a:pt x="68592" y="6134"/>
                  </a:lnTo>
                  <a:lnTo>
                    <a:pt x="68453" y="5867"/>
                  </a:lnTo>
                  <a:lnTo>
                    <a:pt x="68643" y="5791"/>
                  </a:lnTo>
                  <a:close/>
                </a:path>
                <a:path w="96520" h="42544">
                  <a:moveTo>
                    <a:pt x="69380" y="5041"/>
                  </a:moveTo>
                  <a:lnTo>
                    <a:pt x="69164" y="4775"/>
                  </a:lnTo>
                  <a:lnTo>
                    <a:pt x="69164" y="3683"/>
                  </a:lnTo>
                  <a:lnTo>
                    <a:pt x="68821" y="3987"/>
                  </a:lnTo>
                  <a:lnTo>
                    <a:pt x="69075" y="3975"/>
                  </a:lnTo>
                  <a:lnTo>
                    <a:pt x="68884" y="4381"/>
                  </a:lnTo>
                  <a:lnTo>
                    <a:pt x="68948" y="4572"/>
                  </a:lnTo>
                  <a:lnTo>
                    <a:pt x="68592" y="4470"/>
                  </a:lnTo>
                  <a:lnTo>
                    <a:pt x="68592" y="4673"/>
                  </a:lnTo>
                  <a:lnTo>
                    <a:pt x="68668" y="4838"/>
                  </a:lnTo>
                  <a:lnTo>
                    <a:pt x="68821" y="4914"/>
                  </a:lnTo>
                  <a:lnTo>
                    <a:pt x="69037" y="4800"/>
                  </a:lnTo>
                  <a:lnTo>
                    <a:pt x="69278" y="5003"/>
                  </a:lnTo>
                  <a:lnTo>
                    <a:pt x="68973" y="5308"/>
                  </a:lnTo>
                  <a:lnTo>
                    <a:pt x="69164" y="5346"/>
                  </a:lnTo>
                  <a:lnTo>
                    <a:pt x="69380" y="5092"/>
                  </a:lnTo>
                  <a:close/>
                </a:path>
                <a:path w="96520" h="42544">
                  <a:moveTo>
                    <a:pt x="69392" y="10693"/>
                  </a:moveTo>
                  <a:lnTo>
                    <a:pt x="68567" y="10744"/>
                  </a:lnTo>
                  <a:lnTo>
                    <a:pt x="68719" y="11036"/>
                  </a:lnTo>
                  <a:lnTo>
                    <a:pt x="68948" y="10909"/>
                  </a:lnTo>
                  <a:lnTo>
                    <a:pt x="69062" y="11150"/>
                  </a:lnTo>
                  <a:lnTo>
                    <a:pt x="69088" y="10909"/>
                  </a:lnTo>
                  <a:lnTo>
                    <a:pt x="69367" y="10922"/>
                  </a:lnTo>
                  <a:lnTo>
                    <a:pt x="69392" y="10693"/>
                  </a:lnTo>
                  <a:close/>
                </a:path>
                <a:path w="96520" h="42544">
                  <a:moveTo>
                    <a:pt x="71970" y="7124"/>
                  </a:moveTo>
                  <a:lnTo>
                    <a:pt x="71107" y="8318"/>
                  </a:lnTo>
                  <a:lnTo>
                    <a:pt x="71107" y="8864"/>
                  </a:lnTo>
                  <a:lnTo>
                    <a:pt x="71818" y="7404"/>
                  </a:lnTo>
                  <a:lnTo>
                    <a:pt x="71970" y="7124"/>
                  </a:lnTo>
                  <a:close/>
                </a:path>
                <a:path w="96520" h="42544">
                  <a:moveTo>
                    <a:pt x="72682" y="11950"/>
                  </a:moveTo>
                  <a:lnTo>
                    <a:pt x="72605" y="11658"/>
                  </a:lnTo>
                  <a:lnTo>
                    <a:pt x="71932" y="11417"/>
                  </a:lnTo>
                  <a:lnTo>
                    <a:pt x="72136" y="11569"/>
                  </a:lnTo>
                  <a:lnTo>
                    <a:pt x="72351" y="12217"/>
                  </a:lnTo>
                  <a:lnTo>
                    <a:pt x="72555" y="11950"/>
                  </a:lnTo>
                  <a:lnTo>
                    <a:pt x="72682" y="11950"/>
                  </a:lnTo>
                  <a:close/>
                </a:path>
                <a:path w="96520" h="42544">
                  <a:moveTo>
                    <a:pt x="74510" y="7734"/>
                  </a:moveTo>
                  <a:lnTo>
                    <a:pt x="74460" y="7594"/>
                  </a:lnTo>
                  <a:lnTo>
                    <a:pt x="73952" y="7594"/>
                  </a:lnTo>
                  <a:lnTo>
                    <a:pt x="74282" y="7734"/>
                  </a:lnTo>
                  <a:lnTo>
                    <a:pt x="74180" y="8026"/>
                  </a:lnTo>
                  <a:lnTo>
                    <a:pt x="74256" y="7848"/>
                  </a:lnTo>
                  <a:lnTo>
                    <a:pt x="73926" y="7848"/>
                  </a:lnTo>
                  <a:lnTo>
                    <a:pt x="74002" y="8013"/>
                  </a:lnTo>
                  <a:lnTo>
                    <a:pt x="73825" y="8432"/>
                  </a:lnTo>
                  <a:lnTo>
                    <a:pt x="74066" y="8420"/>
                  </a:lnTo>
                  <a:lnTo>
                    <a:pt x="74282" y="8293"/>
                  </a:lnTo>
                  <a:lnTo>
                    <a:pt x="74269" y="8026"/>
                  </a:lnTo>
                  <a:lnTo>
                    <a:pt x="74460" y="7950"/>
                  </a:lnTo>
                  <a:lnTo>
                    <a:pt x="74510" y="7734"/>
                  </a:lnTo>
                  <a:close/>
                </a:path>
                <a:path w="96520" h="42544">
                  <a:moveTo>
                    <a:pt x="74752" y="8356"/>
                  </a:moveTo>
                  <a:lnTo>
                    <a:pt x="74510" y="7962"/>
                  </a:lnTo>
                  <a:lnTo>
                    <a:pt x="74282" y="8293"/>
                  </a:lnTo>
                  <a:lnTo>
                    <a:pt x="74498" y="8305"/>
                  </a:lnTo>
                  <a:lnTo>
                    <a:pt x="74752" y="8356"/>
                  </a:lnTo>
                  <a:close/>
                </a:path>
                <a:path w="96520" h="42544">
                  <a:moveTo>
                    <a:pt x="75628" y="10896"/>
                  </a:moveTo>
                  <a:lnTo>
                    <a:pt x="75603" y="10515"/>
                  </a:lnTo>
                  <a:lnTo>
                    <a:pt x="75603" y="10223"/>
                  </a:lnTo>
                  <a:lnTo>
                    <a:pt x="75463" y="10502"/>
                  </a:lnTo>
                  <a:lnTo>
                    <a:pt x="75501" y="10680"/>
                  </a:lnTo>
                  <a:lnTo>
                    <a:pt x="75196" y="11023"/>
                  </a:lnTo>
                  <a:lnTo>
                    <a:pt x="75399" y="11036"/>
                  </a:lnTo>
                  <a:lnTo>
                    <a:pt x="75450" y="10896"/>
                  </a:lnTo>
                  <a:lnTo>
                    <a:pt x="75628" y="10896"/>
                  </a:lnTo>
                  <a:close/>
                </a:path>
                <a:path w="96520" h="42544">
                  <a:moveTo>
                    <a:pt x="77609" y="13487"/>
                  </a:moveTo>
                  <a:lnTo>
                    <a:pt x="77558" y="13195"/>
                  </a:lnTo>
                  <a:lnTo>
                    <a:pt x="77304" y="12877"/>
                  </a:lnTo>
                  <a:lnTo>
                    <a:pt x="76974" y="12420"/>
                  </a:lnTo>
                  <a:lnTo>
                    <a:pt x="76885" y="12280"/>
                  </a:lnTo>
                  <a:lnTo>
                    <a:pt x="76936" y="12547"/>
                  </a:lnTo>
                  <a:lnTo>
                    <a:pt x="76263" y="12026"/>
                  </a:lnTo>
                  <a:lnTo>
                    <a:pt x="76200" y="12395"/>
                  </a:lnTo>
                  <a:lnTo>
                    <a:pt x="76581" y="12522"/>
                  </a:lnTo>
                  <a:lnTo>
                    <a:pt x="77000" y="12560"/>
                  </a:lnTo>
                  <a:lnTo>
                    <a:pt x="77101" y="12954"/>
                  </a:lnTo>
                  <a:lnTo>
                    <a:pt x="76720" y="12954"/>
                  </a:lnTo>
                  <a:lnTo>
                    <a:pt x="76682" y="12560"/>
                  </a:lnTo>
                  <a:lnTo>
                    <a:pt x="76327" y="12522"/>
                  </a:lnTo>
                  <a:lnTo>
                    <a:pt x="76542" y="12966"/>
                  </a:lnTo>
                  <a:lnTo>
                    <a:pt x="76898" y="13296"/>
                  </a:lnTo>
                  <a:lnTo>
                    <a:pt x="77228" y="13639"/>
                  </a:lnTo>
                  <a:lnTo>
                    <a:pt x="77127" y="13284"/>
                  </a:lnTo>
                  <a:lnTo>
                    <a:pt x="77609" y="13487"/>
                  </a:lnTo>
                  <a:close/>
                </a:path>
                <a:path w="96520" h="42544">
                  <a:moveTo>
                    <a:pt x="78613" y="13677"/>
                  </a:moveTo>
                  <a:lnTo>
                    <a:pt x="77609" y="13754"/>
                  </a:lnTo>
                  <a:lnTo>
                    <a:pt x="77800" y="13766"/>
                  </a:lnTo>
                  <a:lnTo>
                    <a:pt x="78117" y="14008"/>
                  </a:lnTo>
                  <a:lnTo>
                    <a:pt x="78333" y="14033"/>
                  </a:lnTo>
                  <a:lnTo>
                    <a:pt x="78600" y="14109"/>
                  </a:lnTo>
                  <a:lnTo>
                    <a:pt x="78613" y="13677"/>
                  </a:lnTo>
                  <a:close/>
                </a:path>
                <a:path w="96520" h="42544">
                  <a:moveTo>
                    <a:pt x="81267" y="33070"/>
                  </a:moveTo>
                  <a:lnTo>
                    <a:pt x="80886" y="32766"/>
                  </a:lnTo>
                  <a:lnTo>
                    <a:pt x="80886" y="33058"/>
                  </a:lnTo>
                  <a:lnTo>
                    <a:pt x="80200" y="33286"/>
                  </a:lnTo>
                  <a:lnTo>
                    <a:pt x="80543" y="33553"/>
                  </a:lnTo>
                  <a:lnTo>
                    <a:pt x="80581" y="33299"/>
                  </a:lnTo>
                  <a:lnTo>
                    <a:pt x="81267" y="33070"/>
                  </a:lnTo>
                  <a:close/>
                </a:path>
                <a:path w="96520" h="42544">
                  <a:moveTo>
                    <a:pt x="82562" y="17424"/>
                  </a:moveTo>
                  <a:lnTo>
                    <a:pt x="82372" y="17437"/>
                  </a:lnTo>
                  <a:lnTo>
                    <a:pt x="82219" y="17411"/>
                  </a:lnTo>
                  <a:lnTo>
                    <a:pt x="82003" y="17640"/>
                  </a:lnTo>
                  <a:lnTo>
                    <a:pt x="81889" y="17983"/>
                  </a:lnTo>
                  <a:lnTo>
                    <a:pt x="82130" y="18084"/>
                  </a:lnTo>
                  <a:lnTo>
                    <a:pt x="82130" y="18211"/>
                  </a:lnTo>
                  <a:lnTo>
                    <a:pt x="82169" y="17983"/>
                  </a:lnTo>
                  <a:lnTo>
                    <a:pt x="82435" y="18376"/>
                  </a:lnTo>
                  <a:lnTo>
                    <a:pt x="82461" y="17995"/>
                  </a:lnTo>
                  <a:lnTo>
                    <a:pt x="82321" y="17907"/>
                  </a:lnTo>
                  <a:lnTo>
                    <a:pt x="82245" y="17754"/>
                  </a:lnTo>
                  <a:lnTo>
                    <a:pt x="82232" y="17526"/>
                  </a:lnTo>
                  <a:lnTo>
                    <a:pt x="82384" y="17653"/>
                  </a:lnTo>
                  <a:lnTo>
                    <a:pt x="82511" y="17653"/>
                  </a:lnTo>
                  <a:lnTo>
                    <a:pt x="82562" y="17424"/>
                  </a:lnTo>
                  <a:close/>
                </a:path>
                <a:path w="96520" h="42544">
                  <a:moveTo>
                    <a:pt x="87807" y="19240"/>
                  </a:moveTo>
                  <a:lnTo>
                    <a:pt x="87617" y="19316"/>
                  </a:lnTo>
                  <a:lnTo>
                    <a:pt x="86956" y="19494"/>
                  </a:lnTo>
                  <a:lnTo>
                    <a:pt x="87249" y="19672"/>
                  </a:lnTo>
                  <a:lnTo>
                    <a:pt x="87617" y="19342"/>
                  </a:lnTo>
                  <a:lnTo>
                    <a:pt x="87591" y="19570"/>
                  </a:lnTo>
                  <a:lnTo>
                    <a:pt x="87706" y="19418"/>
                  </a:lnTo>
                  <a:lnTo>
                    <a:pt x="87807" y="19240"/>
                  </a:lnTo>
                  <a:close/>
                </a:path>
                <a:path w="96520" h="42544">
                  <a:moveTo>
                    <a:pt x="88214" y="18707"/>
                  </a:moveTo>
                  <a:lnTo>
                    <a:pt x="87566" y="18973"/>
                  </a:lnTo>
                  <a:lnTo>
                    <a:pt x="87477" y="19240"/>
                  </a:lnTo>
                  <a:lnTo>
                    <a:pt x="87668" y="19278"/>
                  </a:lnTo>
                  <a:lnTo>
                    <a:pt x="87769" y="19050"/>
                  </a:lnTo>
                  <a:lnTo>
                    <a:pt x="87807" y="19240"/>
                  </a:lnTo>
                  <a:lnTo>
                    <a:pt x="88036" y="18999"/>
                  </a:lnTo>
                  <a:lnTo>
                    <a:pt x="88163" y="19240"/>
                  </a:lnTo>
                  <a:lnTo>
                    <a:pt x="88214" y="18707"/>
                  </a:lnTo>
                  <a:close/>
                </a:path>
                <a:path w="96520" h="42544">
                  <a:moveTo>
                    <a:pt x="89408" y="35026"/>
                  </a:moveTo>
                  <a:lnTo>
                    <a:pt x="89192" y="35052"/>
                  </a:lnTo>
                  <a:lnTo>
                    <a:pt x="89154" y="34912"/>
                  </a:lnTo>
                  <a:lnTo>
                    <a:pt x="88963" y="34925"/>
                  </a:lnTo>
                  <a:lnTo>
                    <a:pt x="88836" y="35153"/>
                  </a:lnTo>
                  <a:lnTo>
                    <a:pt x="88798" y="35534"/>
                  </a:lnTo>
                  <a:lnTo>
                    <a:pt x="89039" y="35636"/>
                  </a:lnTo>
                  <a:lnTo>
                    <a:pt x="89179" y="35839"/>
                  </a:lnTo>
                  <a:lnTo>
                    <a:pt x="89255" y="35560"/>
                  </a:lnTo>
                  <a:lnTo>
                    <a:pt x="89268" y="35255"/>
                  </a:lnTo>
                  <a:lnTo>
                    <a:pt x="89408" y="35026"/>
                  </a:lnTo>
                  <a:close/>
                </a:path>
                <a:path w="96520" h="42544">
                  <a:moveTo>
                    <a:pt x="89865" y="32880"/>
                  </a:moveTo>
                  <a:lnTo>
                    <a:pt x="89827" y="32740"/>
                  </a:lnTo>
                  <a:lnTo>
                    <a:pt x="89420" y="32448"/>
                  </a:lnTo>
                  <a:lnTo>
                    <a:pt x="89306" y="32766"/>
                  </a:lnTo>
                  <a:lnTo>
                    <a:pt x="89547" y="32842"/>
                  </a:lnTo>
                  <a:lnTo>
                    <a:pt x="89738" y="33362"/>
                  </a:lnTo>
                  <a:lnTo>
                    <a:pt x="89865" y="32880"/>
                  </a:lnTo>
                  <a:close/>
                </a:path>
                <a:path w="96520" h="42544">
                  <a:moveTo>
                    <a:pt x="92354" y="25158"/>
                  </a:moveTo>
                  <a:lnTo>
                    <a:pt x="92100" y="24701"/>
                  </a:lnTo>
                  <a:lnTo>
                    <a:pt x="91795" y="24815"/>
                  </a:lnTo>
                  <a:lnTo>
                    <a:pt x="91744" y="24650"/>
                  </a:lnTo>
                  <a:lnTo>
                    <a:pt x="91109" y="24752"/>
                  </a:lnTo>
                  <a:lnTo>
                    <a:pt x="91440" y="24917"/>
                  </a:lnTo>
                  <a:lnTo>
                    <a:pt x="92354" y="25158"/>
                  </a:lnTo>
                  <a:close/>
                </a:path>
                <a:path w="96520" h="42544">
                  <a:moveTo>
                    <a:pt x="95885" y="42075"/>
                  </a:moveTo>
                  <a:lnTo>
                    <a:pt x="95846" y="41808"/>
                  </a:lnTo>
                  <a:lnTo>
                    <a:pt x="95770" y="41592"/>
                  </a:lnTo>
                  <a:lnTo>
                    <a:pt x="95554" y="41516"/>
                  </a:lnTo>
                  <a:lnTo>
                    <a:pt x="95529" y="41846"/>
                  </a:lnTo>
                  <a:lnTo>
                    <a:pt x="95554" y="42138"/>
                  </a:lnTo>
                  <a:lnTo>
                    <a:pt x="95885" y="42075"/>
                  </a:lnTo>
                  <a:close/>
                </a:path>
                <a:path w="96520" h="42544">
                  <a:moveTo>
                    <a:pt x="96380" y="32943"/>
                  </a:moveTo>
                  <a:lnTo>
                    <a:pt x="96227" y="32905"/>
                  </a:lnTo>
                  <a:lnTo>
                    <a:pt x="96354" y="32651"/>
                  </a:lnTo>
                  <a:lnTo>
                    <a:pt x="96012" y="32435"/>
                  </a:lnTo>
                  <a:lnTo>
                    <a:pt x="96012" y="32308"/>
                  </a:lnTo>
                  <a:lnTo>
                    <a:pt x="95796" y="32600"/>
                  </a:lnTo>
                  <a:lnTo>
                    <a:pt x="96139" y="32994"/>
                  </a:lnTo>
                  <a:lnTo>
                    <a:pt x="95897" y="33096"/>
                  </a:lnTo>
                  <a:lnTo>
                    <a:pt x="95694" y="32880"/>
                  </a:lnTo>
                  <a:lnTo>
                    <a:pt x="95897" y="32778"/>
                  </a:lnTo>
                  <a:lnTo>
                    <a:pt x="95427" y="32715"/>
                  </a:lnTo>
                  <a:lnTo>
                    <a:pt x="95821" y="32677"/>
                  </a:lnTo>
                  <a:lnTo>
                    <a:pt x="95453" y="32435"/>
                  </a:lnTo>
                  <a:lnTo>
                    <a:pt x="95275" y="32702"/>
                  </a:lnTo>
                  <a:lnTo>
                    <a:pt x="95580" y="33312"/>
                  </a:lnTo>
                  <a:lnTo>
                    <a:pt x="96139" y="33223"/>
                  </a:lnTo>
                  <a:lnTo>
                    <a:pt x="96380" y="32943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1" name="object 191"/>
            <p:cNvSpPr/>
            <p:nvPr/>
          </p:nvSpPr>
          <p:spPr>
            <a:xfrm>
              <a:off x="3971734" y="1004620"/>
              <a:ext cx="88900" cy="18415"/>
            </a:xfrm>
            <a:custGeom>
              <a:avLst/>
              <a:gdLst/>
              <a:ahLst/>
              <a:cxnLst/>
              <a:rect l="l" t="t" r="r" b="b"/>
              <a:pathLst>
                <a:path w="88900" h="18415">
                  <a:moveTo>
                    <a:pt x="901" y="14960"/>
                  </a:moveTo>
                  <a:lnTo>
                    <a:pt x="749" y="14795"/>
                  </a:lnTo>
                  <a:lnTo>
                    <a:pt x="711" y="15201"/>
                  </a:lnTo>
                  <a:lnTo>
                    <a:pt x="0" y="14935"/>
                  </a:lnTo>
                  <a:lnTo>
                    <a:pt x="177" y="15582"/>
                  </a:lnTo>
                  <a:lnTo>
                    <a:pt x="584" y="15595"/>
                  </a:lnTo>
                  <a:lnTo>
                    <a:pt x="901" y="14960"/>
                  </a:lnTo>
                  <a:close/>
                </a:path>
                <a:path w="88900" h="18415">
                  <a:moveTo>
                    <a:pt x="2933" y="13500"/>
                  </a:moveTo>
                  <a:lnTo>
                    <a:pt x="2540" y="12293"/>
                  </a:lnTo>
                  <a:lnTo>
                    <a:pt x="1930" y="12293"/>
                  </a:lnTo>
                  <a:lnTo>
                    <a:pt x="1295" y="13500"/>
                  </a:lnTo>
                  <a:lnTo>
                    <a:pt x="2120" y="13500"/>
                  </a:lnTo>
                  <a:lnTo>
                    <a:pt x="2654" y="14452"/>
                  </a:lnTo>
                  <a:lnTo>
                    <a:pt x="2819" y="14452"/>
                  </a:lnTo>
                  <a:lnTo>
                    <a:pt x="2413" y="13500"/>
                  </a:lnTo>
                  <a:lnTo>
                    <a:pt x="2933" y="13500"/>
                  </a:lnTo>
                  <a:close/>
                </a:path>
                <a:path w="88900" h="18415">
                  <a:moveTo>
                    <a:pt x="7924" y="12166"/>
                  </a:moveTo>
                  <a:lnTo>
                    <a:pt x="7378" y="11976"/>
                  </a:lnTo>
                  <a:lnTo>
                    <a:pt x="7086" y="12890"/>
                  </a:lnTo>
                  <a:lnTo>
                    <a:pt x="7480" y="12636"/>
                  </a:lnTo>
                  <a:lnTo>
                    <a:pt x="7353" y="12509"/>
                  </a:lnTo>
                  <a:lnTo>
                    <a:pt x="7658" y="12509"/>
                  </a:lnTo>
                  <a:lnTo>
                    <a:pt x="7759" y="12306"/>
                  </a:lnTo>
                  <a:lnTo>
                    <a:pt x="7924" y="12166"/>
                  </a:lnTo>
                  <a:close/>
                </a:path>
                <a:path w="88900" h="18415">
                  <a:moveTo>
                    <a:pt x="8763" y="14160"/>
                  </a:moveTo>
                  <a:lnTo>
                    <a:pt x="8597" y="13754"/>
                  </a:lnTo>
                  <a:lnTo>
                    <a:pt x="8255" y="13754"/>
                  </a:lnTo>
                  <a:lnTo>
                    <a:pt x="8115" y="13817"/>
                  </a:lnTo>
                  <a:lnTo>
                    <a:pt x="8267" y="14884"/>
                  </a:lnTo>
                  <a:lnTo>
                    <a:pt x="8483" y="14554"/>
                  </a:lnTo>
                  <a:lnTo>
                    <a:pt x="8229" y="14439"/>
                  </a:lnTo>
                  <a:lnTo>
                    <a:pt x="8763" y="14160"/>
                  </a:lnTo>
                  <a:close/>
                </a:path>
                <a:path w="88900" h="18415">
                  <a:moveTo>
                    <a:pt x="11772" y="6032"/>
                  </a:moveTo>
                  <a:lnTo>
                    <a:pt x="11442" y="6070"/>
                  </a:lnTo>
                  <a:lnTo>
                    <a:pt x="11214" y="6235"/>
                  </a:lnTo>
                  <a:lnTo>
                    <a:pt x="11099" y="6502"/>
                  </a:lnTo>
                  <a:lnTo>
                    <a:pt x="11430" y="6400"/>
                  </a:lnTo>
                  <a:lnTo>
                    <a:pt x="11404" y="6642"/>
                  </a:lnTo>
                  <a:lnTo>
                    <a:pt x="11658" y="6604"/>
                  </a:lnTo>
                  <a:lnTo>
                    <a:pt x="11696" y="6388"/>
                  </a:lnTo>
                  <a:lnTo>
                    <a:pt x="11531" y="6362"/>
                  </a:lnTo>
                  <a:lnTo>
                    <a:pt x="11557" y="6172"/>
                  </a:lnTo>
                  <a:lnTo>
                    <a:pt x="11772" y="6045"/>
                  </a:lnTo>
                  <a:close/>
                </a:path>
                <a:path w="88900" h="18415">
                  <a:moveTo>
                    <a:pt x="13601" y="13296"/>
                  </a:moveTo>
                  <a:lnTo>
                    <a:pt x="13360" y="13385"/>
                  </a:lnTo>
                  <a:lnTo>
                    <a:pt x="13093" y="12915"/>
                  </a:lnTo>
                  <a:lnTo>
                    <a:pt x="13042" y="13182"/>
                  </a:lnTo>
                  <a:lnTo>
                    <a:pt x="13119" y="13843"/>
                  </a:lnTo>
                  <a:lnTo>
                    <a:pt x="13601" y="13868"/>
                  </a:lnTo>
                  <a:lnTo>
                    <a:pt x="13601" y="13296"/>
                  </a:lnTo>
                  <a:close/>
                </a:path>
                <a:path w="88900" h="18415">
                  <a:moveTo>
                    <a:pt x="17221" y="8966"/>
                  </a:moveTo>
                  <a:lnTo>
                    <a:pt x="17119" y="8750"/>
                  </a:lnTo>
                  <a:lnTo>
                    <a:pt x="16446" y="8750"/>
                  </a:lnTo>
                  <a:lnTo>
                    <a:pt x="16459" y="9029"/>
                  </a:lnTo>
                  <a:lnTo>
                    <a:pt x="17018" y="9372"/>
                  </a:lnTo>
                  <a:lnTo>
                    <a:pt x="17119" y="9194"/>
                  </a:lnTo>
                  <a:lnTo>
                    <a:pt x="16776" y="9131"/>
                  </a:lnTo>
                  <a:lnTo>
                    <a:pt x="17221" y="8966"/>
                  </a:lnTo>
                  <a:close/>
                </a:path>
                <a:path w="88900" h="18415">
                  <a:moveTo>
                    <a:pt x="17576" y="8636"/>
                  </a:moveTo>
                  <a:close/>
                </a:path>
                <a:path w="88900" h="18415">
                  <a:moveTo>
                    <a:pt x="17576" y="4089"/>
                  </a:moveTo>
                  <a:lnTo>
                    <a:pt x="17475" y="3683"/>
                  </a:lnTo>
                  <a:lnTo>
                    <a:pt x="17056" y="3619"/>
                  </a:lnTo>
                  <a:lnTo>
                    <a:pt x="16662" y="3530"/>
                  </a:lnTo>
                  <a:lnTo>
                    <a:pt x="16802" y="3911"/>
                  </a:lnTo>
                  <a:lnTo>
                    <a:pt x="17449" y="3733"/>
                  </a:lnTo>
                  <a:lnTo>
                    <a:pt x="17576" y="4089"/>
                  </a:lnTo>
                  <a:close/>
                </a:path>
                <a:path w="88900" h="18415">
                  <a:moveTo>
                    <a:pt x="18008" y="8890"/>
                  </a:moveTo>
                  <a:lnTo>
                    <a:pt x="17691" y="8750"/>
                  </a:lnTo>
                  <a:lnTo>
                    <a:pt x="17564" y="8648"/>
                  </a:lnTo>
                  <a:lnTo>
                    <a:pt x="17538" y="8890"/>
                  </a:lnTo>
                  <a:lnTo>
                    <a:pt x="18008" y="8890"/>
                  </a:lnTo>
                  <a:close/>
                </a:path>
                <a:path w="88900" h="18415">
                  <a:moveTo>
                    <a:pt x="18199" y="6756"/>
                  </a:moveTo>
                  <a:lnTo>
                    <a:pt x="17957" y="5486"/>
                  </a:lnTo>
                  <a:lnTo>
                    <a:pt x="17691" y="5791"/>
                  </a:lnTo>
                  <a:lnTo>
                    <a:pt x="17830" y="5969"/>
                  </a:lnTo>
                  <a:lnTo>
                    <a:pt x="17843" y="6248"/>
                  </a:lnTo>
                  <a:lnTo>
                    <a:pt x="17564" y="6019"/>
                  </a:lnTo>
                  <a:lnTo>
                    <a:pt x="18199" y="6756"/>
                  </a:lnTo>
                  <a:close/>
                </a:path>
                <a:path w="88900" h="18415">
                  <a:moveTo>
                    <a:pt x="18427" y="11938"/>
                  </a:moveTo>
                  <a:lnTo>
                    <a:pt x="18148" y="11607"/>
                  </a:lnTo>
                  <a:lnTo>
                    <a:pt x="18021" y="11696"/>
                  </a:lnTo>
                  <a:lnTo>
                    <a:pt x="18122" y="11277"/>
                  </a:lnTo>
                  <a:lnTo>
                    <a:pt x="17741" y="11315"/>
                  </a:lnTo>
                  <a:lnTo>
                    <a:pt x="17576" y="11137"/>
                  </a:lnTo>
                  <a:lnTo>
                    <a:pt x="17399" y="11696"/>
                  </a:lnTo>
                  <a:lnTo>
                    <a:pt x="18427" y="11938"/>
                  </a:lnTo>
                  <a:close/>
                </a:path>
                <a:path w="88900" h="18415">
                  <a:moveTo>
                    <a:pt x="20688" y="9652"/>
                  </a:moveTo>
                  <a:close/>
                </a:path>
                <a:path w="88900" h="18415">
                  <a:moveTo>
                    <a:pt x="22161" y="10223"/>
                  </a:moveTo>
                  <a:lnTo>
                    <a:pt x="21094" y="9664"/>
                  </a:lnTo>
                  <a:lnTo>
                    <a:pt x="21323" y="9537"/>
                  </a:lnTo>
                  <a:lnTo>
                    <a:pt x="20904" y="9626"/>
                  </a:lnTo>
                  <a:lnTo>
                    <a:pt x="20688" y="9652"/>
                  </a:lnTo>
                  <a:lnTo>
                    <a:pt x="21107" y="9994"/>
                  </a:lnTo>
                  <a:lnTo>
                    <a:pt x="22161" y="10223"/>
                  </a:lnTo>
                  <a:close/>
                </a:path>
                <a:path w="88900" h="18415">
                  <a:moveTo>
                    <a:pt x="23114" y="2387"/>
                  </a:moveTo>
                  <a:lnTo>
                    <a:pt x="21958" y="1752"/>
                  </a:lnTo>
                  <a:lnTo>
                    <a:pt x="22237" y="1930"/>
                  </a:lnTo>
                  <a:lnTo>
                    <a:pt x="22453" y="2171"/>
                  </a:lnTo>
                  <a:lnTo>
                    <a:pt x="22263" y="2222"/>
                  </a:lnTo>
                  <a:lnTo>
                    <a:pt x="22136" y="2374"/>
                  </a:lnTo>
                  <a:lnTo>
                    <a:pt x="22517" y="2501"/>
                  </a:lnTo>
                  <a:lnTo>
                    <a:pt x="22669" y="2400"/>
                  </a:lnTo>
                  <a:lnTo>
                    <a:pt x="22694" y="2717"/>
                  </a:lnTo>
                  <a:lnTo>
                    <a:pt x="23114" y="2387"/>
                  </a:lnTo>
                  <a:close/>
                </a:path>
                <a:path w="88900" h="18415">
                  <a:moveTo>
                    <a:pt x="26174" y="3581"/>
                  </a:moveTo>
                  <a:lnTo>
                    <a:pt x="26111" y="3175"/>
                  </a:lnTo>
                  <a:lnTo>
                    <a:pt x="25920" y="3175"/>
                  </a:lnTo>
                  <a:lnTo>
                    <a:pt x="25755" y="3162"/>
                  </a:lnTo>
                  <a:lnTo>
                    <a:pt x="25768" y="3390"/>
                  </a:lnTo>
                  <a:lnTo>
                    <a:pt x="24942" y="3505"/>
                  </a:lnTo>
                  <a:lnTo>
                    <a:pt x="26174" y="3581"/>
                  </a:lnTo>
                  <a:close/>
                </a:path>
                <a:path w="88900" h="18415">
                  <a:moveTo>
                    <a:pt x="26327" y="8407"/>
                  </a:moveTo>
                  <a:lnTo>
                    <a:pt x="26111" y="8407"/>
                  </a:lnTo>
                  <a:lnTo>
                    <a:pt x="26111" y="8636"/>
                  </a:lnTo>
                  <a:lnTo>
                    <a:pt x="25869" y="8597"/>
                  </a:lnTo>
                  <a:lnTo>
                    <a:pt x="25819" y="8382"/>
                  </a:lnTo>
                  <a:lnTo>
                    <a:pt x="25514" y="8407"/>
                  </a:lnTo>
                  <a:lnTo>
                    <a:pt x="25476" y="8763"/>
                  </a:lnTo>
                  <a:lnTo>
                    <a:pt x="25895" y="8661"/>
                  </a:lnTo>
                  <a:lnTo>
                    <a:pt x="26111" y="8750"/>
                  </a:lnTo>
                  <a:lnTo>
                    <a:pt x="26327" y="8407"/>
                  </a:lnTo>
                  <a:close/>
                </a:path>
                <a:path w="88900" h="18415">
                  <a:moveTo>
                    <a:pt x="27051" y="7137"/>
                  </a:moveTo>
                  <a:lnTo>
                    <a:pt x="26174" y="6680"/>
                  </a:lnTo>
                  <a:lnTo>
                    <a:pt x="26339" y="6934"/>
                  </a:lnTo>
                  <a:lnTo>
                    <a:pt x="26593" y="7086"/>
                  </a:lnTo>
                  <a:lnTo>
                    <a:pt x="26568" y="7543"/>
                  </a:lnTo>
                  <a:lnTo>
                    <a:pt x="26911" y="7607"/>
                  </a:lnTo>
                  <a:lnTo>
                    <a:pt x="27051" y="7137"/>
                  </a:lnTo>
                  <a:close/>
                </a:path>
                <a:path w="88900" h="18415">
                  <a:moveTo>
                    <a:pt x="27368" y="5689"/>
                  </a:moveTo>
                  <a:lnTo>
                    <a:pt x="27178" y="5372"/>
                  </a:lnTo>
                  <a:lnTo>
                    <a:pt x="26898" y="5156"/>
                  </a:lnTo>
                  <a:lnTo>
                    <a:pt x="26670" y="4902"/>
                  </a:lnTo>
                  <a:lnTo>
                    <a:pt x="26771" y="5130"/>
                  </a:lnTo>
                  <a:lnTo>
                    <a:pt x="26098" y="4737"/>
                  </a:lnTo>
                  <a:lnTo>
                    <a:pt x="26441" y="5003"/>
                  </a:lnTo>
                  <a:lnTo>
                    <a:pt x="26631" y="5308"/>
                  </a:lnTo>
                  <a:lnTo>
                    <a:pt x="26771" y="5168"/>
                  </a:lnTo>
                  <a:lnTo>
                    <a:pt x="26898" y="5689"/>
                  </a:lnTo>
                  <a:lnTo>
                    <a:pt x="27203" y="5689"/>
                  </a:lnTo>
                  <a:lnTo>
                    <a:pt x="27127" y="5511"/>
                  </a:lnTo>
                  <a:lnTo>
                    <a:pt x="27368" y="5689"/>
                  </a:lnTo>
                  <a:close/>
                </a:path>
                <a:path w="88900" h="18415">
                  <a:moveTo>
                    <a:pt x="28041" y="13538"/>
                  </a:moveTo>
                  <a:lnTo>
                    <a:pt x="27787" y="13512"/>
                  </a:lnTo>
                  <a:lnTo>
                    <a:pt x="27990" y="13042"/>
                  </a:lnTo>
                  <a:lnTo>
                    <a:pt x="27940" y="12852"/>
                  </a:lnTo>
                  <a:lnTo>
                    <a:pt x="27470" y="12979"/>
                  </a:lnTo>
                  <a:lnTo>
                    <a:pt x="26911" y="12217"/>
                  </a:lnTo>
                  <a:lnTo>
                    <a:pt x="26670" y="12852"/>
                  </a:lnTo>
                  <a:lnTo>
                    <a:pt x="27025" y="12865"/>
                  </a:lnTo>
                  <a:lnTo>
                    <a:pt x="27127" y="13373"/>
                  </a:lnTo>
                  <a:lnTo>
                    <a:pt x="27584" y="12979"/>
                  </a:lnTo>
                  <a:lnTo>
                    <a:pt x="27584" y="13246"/>
                  </a:lnTo>
                  <a:lnTo>
                    <a:pt x="27901" y="13779"/>
                  </a:lnTo>
                  <a:lnTo>
                    <a:pt x="28041" y="13538"/>
                  </a:lnTo>
                  <a:close/>
                </a:path>
                <a:path w="88900" h="18415">
                  <a:moveTo>
                    <a:pt x="28397" y="5105"/>
                  </a:moveTo>
                  <a:lnTo>
                    <a:pt x="28168" y="4851"/>
                  </a:lnTo>
                  <a:lnTo>
                    <a:pt x="28206" y="5003"/>
                  </a:lnTo>
                  <a:lnTo>
                    <a:pt x="27825" y="4889"/>
                  </a:lnTo>
                  <a:lnTo>
                    <a:pt x="27762" y="5245"/>
                  </a:lnTo>
                  <a:lnTo>
                    <a:pt x="28105" y="5283"/>
                  </a:lnTo>
                  <a:lnTo>
                    <a:pt x="28282" y="5105"/>
                  </a:lnTo>
                  <a:close/>
                </a:path>
                <a:path w="88900" h="18415">
                  <a:moveTo>
                    <a:pt x="28600" y="8991"/>
                  </a:moveTo>
                  <a:lnTo>
                    <a:pt x="27990" y="9093"/>
                  </a:lnTo>
                  <a:lnTo>
                    <a:pt x="27686" y="9194"/>
                  </a:lnTo>
                  <a:lnTo>
                    <a:pt x="27863" y="9334"/>
                  </a:lnTo>
                  <a:lnTo>
                    <a:pt x="27317" y="9779"/>
                  </a:lnTo>
                  <a:lnTo>
                    <a:pt x="27813" y="9982"/>
                  </a:lnTo>
                  <a:lnTo>
                    <a:pt x="28041" y="9728"/>
                  </a:lnTo>
                  <a:lnTo>
                    <a:pt x="28219" y="9423"/>
                  </a:lnTo>
                  <a:lnTo>
                    <a:pt x="28473" y="9194"/>
                  </a:lnTo>
                  <a:lnTo>
                    <a:pt x="28448" y="9321"/>
                  </a:lnTo>
                  <a:lnTo>
                    <a:pt x="28308" y="9436"/>
                  </a:lnTo>
                  <a:lnTo>
                    <a:pt x="28600" y="9436"/>
                  </a:lnTo>
                  <a:lnTo>
                    <a:pt x="28600" y="8991"/>
                  </a:lnTo>
                  <a:close/>
                </a:path>
                <a:path w="88900" h="18415">
                  <a:moveTo>
                    <a:pt x="28917" y="8077"/>
                  </a:moveTo>
                  <a:lnTo>
                    <a:pt x="28600" y="7772"/>
                  </a:lnTo>
                  <a:lnTo>
                    <a:pt x="27838" y="7467"/>
                  </a:lnTo>
                  <a:lnTo>
                    <a:pt x="27559" y="7759"/>
                  </a:lnTo>
                  <a:lnTo>
                    <a:pt x="27813" y="7734"/>
                  </a:lnTo>
                  <a:lnTo>
                    <a:pt x="28917" y="8077"/>
                  </a:lnTo>
                  <a:close/>
                </a:path>
                <a:path w="88900" h="18415">
                  <a:moveTo>
                    <a:pt x="31813" y="5867"/>
                  </a:moveTo>
                  <a:lnTo>
                    <a:pt x="31318" y="6146"/>
                  </a:lnTo>
                  <a:lnTo>
                    <a:pt x="31445" y="5803"/>
                  </a:lnTo>
                  <a:lnTo>
                    <a:pt x="31153" y="5892"/>
                  </a:lnTo>
                  <a:lnTo>
                    <a:pt x="30797" y="5918"/>
                  </a:lnTo>
                  <a:lnTo>
                    <a:pt x="30657" y="6134"/>
                  </a:lnTo>
                  <a:lnTo>
                    <a:pt x="30835" y="6273"/>
                  </a:lnTo>
                  <a:lnTo>
                    <a:pt x="31102" y="6286"/>
                  </a:lnTo>
                  <a:lnTo>
                    <a:pt x="30886" y="6007"/>
                  </a:lnTo>
                  <a:lnTo>
                    <a:pt x="31407" y="5842"/>
                  </a:lnTo>
                  <a:lnTo>
                    <a:pt x="31229" y="6337"/>
                  </a:lnTo>
                  <a:lnTo>
                    <a:pt x="31673" y="6235"/>
                  </a:lnTo>
                  <a:lnTo>
                    <a:pt x="31813" y="5867"/>
                  </a:lnTo>
                  <a:close/>
                </a:path>
                <a:path w="88900" h="18415">
                  <a:moveTo>
                    <a:pt x="34112" y="7086"/>
                  </a:moveTo>
                  <a:lnTo>
                    <a:pt x="34061" y="6832"/>
                  </a:lnTo>
                  <a:lnTo>
                    <a:pt x="33858" y="6832"/>
                  </a:lnTo>
                  <a:lnTo>
                    <a:pt x="33337" y="7061"/>
                  </a:lnTo>
                  <a:lnTo>
                    <a:pt x="33591" y="7162"/>
                  </a:lnTo>
                  <a:lnTo>
                    <a:pt x="33718" y="7048"/>
                  </a:lnTo>
                  <a:lnTo>
                    <a:pt x="33731" y="7226"/>
                  </a:lnTo>
                  <a:lnTo>
                    <a:pt x="33705" y="7442"/>
                  </a:lnTo>
                  <a:lnTo>
                    <a:pt x="33959" y="7404"/>
                  </a:lnTo>
                  <a:lnTo>
                    <a:pt x="33858" y="7061"/>
                  </a:lnTo>
                  <a:lnTo>
                    <a:pt x="34112" y="7086"/>
                  </a:lnTo>
                  <a:close/>
                </a:path>
                <a:path w="88900" h="18415">
                  <a:moveTo>
                    <a:pt x="38836" y="5092"/>
                  </a:moveTo>
                  <a:lnTo>
                    <a:pt x="38798" y="4572"/>
                  </a:lnTo>
                  <a:lnTo>
                    <a:pt x="38442" y="4356"/>
                  </a:lnTo>
                  <a:lnTo>
                    <a:pt x="38049" y="4191"/>
                  </a:lnTo>
                  <a:lnTo>
                    <a:pt x="38049" y="4381"/>
                  </a:lnTo>
                  <a:lnTo>
                    <a:pt x="37731" y="4279"/>
                  </a:lnTo>
                  <a:lnTo>
                    <a:pt x="37807" y="4533"/>
                  </a:lnTo>
                  <a:lnTo>
                    <a:pt x="38049" y="4762"/>
                  </a:lnTo>
                  <a:lnTo>
                    <a:pt x="38036" y="4470"/>
                  </a:lnTo>
                  <a:lnTo>
                    <a:pt x="38252" y="4419"/>
                  </a:lnTo>
                  <a:lnTo>
                    <a:pt x="38100" y="4838"/>
                  </a:lnTo>
                  <a:lnTo>
                    <a:pt x="38658" y="4508"/>
                  </a:lnTo>
                  <a:lnTo>
                    <a:pt x="38608" y="4775"/>
                  </a:lnTo>
                  <a:lnTo>
                    <a:pt x="38455" y="4787"/>
                  </a:lnTo>
                  <a:lnTo>
                    <a:pt x="38328" y="4800"/>
                  </a:lnTo>
                  <a:lnTo>
                    <a:pt x="38392" y="4991"/>
                  </a:lnTo>
                  <a:lnTo>
                    <a:pt x="38608" y="4965"/>
                  </a:lnTo>
                  <a:lnTo>
                    <a:pt x="38633" y="5118"/>
                  </a:lnTo>
                  <a:lnTo>
                    <a:pt x="38836" y="5092"/>
                  </a:lnTo>
                  <a:close/>
                </a:path>
                <a:path w="88900" h="18415">
                  <a:moveTo>
                    <a:pt x="41668" y="7607"/>
                  </a:moveTo>
                  <a:lnTo>
                    <a:pt x="41236" y="7518"/>
                  </a:lnTo>
                  <a:lnTo>
                    <a:pt x="40195" y="7391"/>
                  </a:lnTo>
                  <a:lnTo>
                    <a:pt x="40436" y="7835"/>
                  </a:lnTo>
                  <a:lnTo>
                    <a:pt x="40805" y="7505"/>
                  </a:lnTo>
                  <a:lnTo>
                    <a:pt x="40881" y="7747"/>
                  </a:lnTo>
                  <a:lnTo>
                    <a:pt x="40881" y="7950"/>
                  </a:lnTo>
                  <a:lnTo>
                    <a:pt x="41148" y="7607"/>
                  </a:lnTo>
                  <a:lnTo>
                    <a:pt x="41465" y="7975"/>
                  </a:lnTo>
                  <a:lnTo>
                    <a:pt x="41668" y="7607"/>
                  </a:lnTo>
                  <a:close/>
                </a:path>
                <a:path w="88900" h="18415">
                  <a:moveTo>
                    <a:pt x="47142" y="17627"/>
                  </a:moveTo>
                  <a:lnTo>
                    <a:pt x="46850" y="17526"/>
                  </a:lnTo>
                  <a:lnTo>
                    <a:pt x="46710" y="16725"/>
                  </a:lnTo>
                  <a:lnTo>
                    <a:pt x="46355" y="17068"/>
                  </a:lnTo>
                  <a:lnTo>
                    <a:pt x="46659" y="17132"/>
                  </a:lnTo>
                  <a:lnTo>
                    <a:pt x="46926" y="17830"/>
                  </a:lnTo>
                  <a:lnTo>
                    <a:pt x="47142" y="17627"/>
                  </a:lnTo>
                  <a:close/>
                </a:path>
                <a:path w="88900" h="18415">
                  <a:moveTo>
                    <a:pt x="47713" y="482"/>
                  </a:moveTo>
                  <a:lnTo>
                    <a:pt x="47574" y="444"/>
                  </a:lnTo>
                  <a:lnTo>
                    <a:pt x="47498" y="317"/>
                  </a:lnTo>
                  <a:lnTo>
                    <a:pt x="47256" y="355"/>
                  </a:lnTo>
                  <a:lnTo>
                    <a:pt x="47256" y="1028"/>
                  </a:lnTo>
                  <a:lnTo>
                    <a:pt x="47498" y="1143"/>
                  </a:lnTo>
                  <a:lnTo>
                    <a:pt x="47612" y="825"/>
                  </a:lnTo>
                  <a:lnTo>
                    <a:pt x="47713" y="482"/>
                  </a:lnTo>
                  <a:close/>
                </a:path>
                <a:path w="88900" h="18415">
                  <a:moveTo>
                    <a:pt x="51473" y="14554"/>
                  </a:moveTo>
                  <a:lnTo>
                    <a:pt x="51130" y="14427"/>
                  </a:lnTo>
                  <a:lnTo>
                    <a:pt x="50927" y="14782"/>
                  </a:lnTo>
                  <a:lnTo>
                    <a:pt x="50685" y="15278"/>
                  </a:lnTo>
                  <a:lnTo>
                    <a:pt x="50901" y="15468"/>
                  </a:lnTo>
                  <a:lnTo>
                    <a:pt x="51041" y="15113"/>
                  </a:lnTo>
                  <a:lnTo>
                    <a:pt x="51130" y="14719"/>
                  </a:lnTo>
                  <a:lnTo>
                    <a:pt x="51473" y="14554"/>
                  </a:lnTo>
                  <a:close/>
                </a:path>
                <a:path w="88900" h="18415">
                  <a:moveTo>
                    <a:pt x="52870" y="8178"/>
                  </a:moveTo>
                  <a:lnTo>
                    <a:pt x="52590" y="8178"/>
                  </a:lnTo>
                  <a:lnTo>
                    <a:pt x="52578" y="8470"/>
                  </a:lnTo>
                  <a:lnTo>
                    <a:pt x="52870" y="8178"/>
                  </a:lnTo>
                  <a:close/>
                </a:path>
                <a:path w="88900" h="18415">
                  <a:moveTo>
                    <a:pt x="53047" y="9093"/>
                  </a:moveTo>
                  <a:lnTo>
                    <a:pt x="52844" y="8953"/>
                  </a:lnTo>
                  <a:lnTo>
                    <a:pt x="52336" y="9017"/>
                  </a:lnTo>
                  <a:lnTo>
                    <a:pt x="52603" y="9207"/>
                  </a:lnTo>
                  <a:lnTo>
                    <a:pt x="52730" y="9093"/>
                  </a:lnTo>
                  <a:lnTo>
                    <a:pt x="52730" y="9245"/>
                  </a:lnTo>
                  <a:lnTo>
                    <a:pt x="52260" y="9448"/>
                  </a:lnTo>
                  <a:lnTo>
                    <a:pt x="52603" y="9550"/>
                  </a:lnTo>
                  <a:lnTo>
                    <a:pt x="52705" y="9347"/>
                  </a:lnTo>
                  <a:lnTo>
                    <a:pt x="53009" y="9359"/>
                  </a:lnTo>
                  <a:lnTo>
                    <a:pt x="53047" y="9093"/>
                  </a:lnTo>
                  <a:close/>
                </a:path>
                <a:path w="88900" h="18415">
                  <a:moveTo>
                    <a:pt x="53390" y="9982"/>
                  </a:moveTo>
                  <a:lnTo>
                    <a:pt x="52552" y="9982"/>
                  </a:lnTo>
                  <a:lnTo>
                    <a:pt x="52057" y="9982"/>
                  </a:lnTo>
                  <a:lnTo>
                    <a:pt x="52031" y="9728"/>
                  </a:lnTo>
                  <a:lnTo>
                    <a:pt x="51854" y="9982"/>
                  </a:lnTo>
                  <a:lnTo>
                    <a:pt x="51663" y="10147"/>
                  </a:lnTo>
                  <a:lnTo>
                    <a:pt x="50469" y="11188"/>
                  </a:lnTo>
                  <a:lnTo>
                    <a:pt x="50088" y="10668"/>
                  </a:lnTo>
                  <a:lnTo>
                    <a:pt x="49580" y="9982"/>
                  </a:lnTo>
                  <a:lnTo>
                    <a:pt x="48450" y="11671"/>
                  </a:lnTo>
                  <a:lnTo>
                    <a:pt x="48958" y="11671"/>
                  </a:lnTo>
                  <a:lnTo>
                    <a:pt x="49898" y="11671"/>
                  </a:lnTo>
                  <a:lnTo>
                    <a:pt x="50749" y="11671"/>
                  </a:lnTo>
                  <a:lnTo>
                    <a:pt x="51816" y="11671"/>
                  </a:lnTo>
                  <a:lnTo>
                    <a:pt x="53390" y="9982"/>
                  </a:lnTo>
                  <a:close/>
                </a:path>
                <a:path w="88900" h="18415">
                  <a:moveTo>
                    <a:pt x="53759" y="6819"/>
                  </a:moveTo>
                  <a:lnTo>
                    <a:pt x="53314" y="6375"/>
                  </a:lnTo>
                  <a:lnTo>
                    <a:pt x="53263" y="6819"/>
                  </a:lnTo>
                  <a:lnTo>
                    <a:pt x="53759" y="6819"/>
                  </a:lnTo>
                  <a:close/>
                </a:path>
                <a:path w="88900" h="18415">
                  <a:moveTo>
                    <a:pt x="53924" y="6375"/>
                  </a:moveTo>
                  <a:lnTo>
                    <a:pt x="53759" y="6375"/>
                  </a:lnTo>
                  <a:lnTo>
                    <a:pt x="53759" y="6819"/>
                  </a:lnTo>
                  <a:lnTo>
                    <a:pt x="53924" y="6375"/>
                  </a:lnTo>
                  <a:close/>
                </a:path>
                <a:path w="88900" h="18415">
                  <a:moveTo>
                    <a:pt x="54991" y="8750"/>
                  </a:moveTo>
                  <a:lnTo>
                    <a:pt x="54622" y="8483"/>
                  </a:lnTo>
                  <a:lnTo>
                    <a:pt x="54178" y="8140"/>
                  </a:lnTo>
                  <a:lnTo>
                    <a:pt x="53746" y="8521"/>
                  </a:lnTo>
                  <a:lnTo>
                    <a:pt x="54368" y="8331"/>
                  </a:lnTo>
                  <a:lnTo>
                    <a:pt x="54838" y="8864"/>
                  </a:lnTo>
                  <a:lnTo>
                    <a:pt x="54991" y="8750"/>
                  </a:lnTo>
                  <a:close/>
                </a:path>
                <a:path w="88900" h="18415">
                  <a:moveTo>
                    <a:pt x="55727" y="8877"/>
                  </a:moveTo>
                  <a:lnTo>
                    <a:pt x="55333" y="8864"/>
                  </a:lnTo>
                  <a:lnTo>
                    <a:pt x="55460" y="8978"/>
                  </a:lnTo>
                  <a:lnTo>
                    <a:pt x="55460" y="9194"/>
                  </a:lnTo>
                  <a:lnTo>
                    <a:pt x="55727" y="8877"/>
                  </a:lnTo>
                  <a:close/>
                </a:path>
                <a:path w="88900" h="18415">
                  <a:moveTo>
                    <a:pt x="55968" y="8178"/>
                  </a:moveTo>
                  <a:lnTo>
                    <a:pt x="55930" y="7683"/>
                  </a:lnTo>
                  <a:lnTo>
                    <a:pt x="55613" y="7683"/>
                  </a:lnTo>
                  <a:lnTo>
                    <a:pt x="55968" y="8178"/>
                  </a:lnTo>
                  <a:close/>
                </a:path>
                <a:path w="88900" h="18415">
                  <a:moveTo>
                    <a:pt x="56705" y="9296"/>
                  </a:moveTo>
                  <a:lnTo>
                    <a:pt x="55994" y="8737"/>
                  </a:lnTo>
                  <a:lnTo>
                    <a:pt x="56019" y="8877"/>
                  </a:lnTo>
                  <a:lnTo>
                    <a:pt x="56540" y="9537"/>
                  </a:lnTo>
                  <a:lnTo>
                    <a:pt x="56705" y="9296"/>
                  </a:lnTo>
                  <a:close/>
                </a:path>
                <a:path w="88900" h="18415">
                  <a:moveTo>
                    <a:pt x="61582" y="457"/>
                  </a:moveTo>
                  <a:lnTo>
                    <a:pt x="61569" y="139"/>
                  </a:lnTo>
                  <a:lnTo>
                    <a:pt x="61264" y="0"/>
                  </a:lnTo>
                  <a:lnTo>
                    <a:pt x="61188" y="215"/>
                  </a:lnTo>
                  <a:lnTo>
                    <a:pt x="61582" y="457"/>
                  </a:lnTo>
                  <a:close/>
                </a:path>
                <a:path w="88900" h="18415">
                  <a:moveTo>
                    <a:pt x="61595" y="495"/>
                  </a:moveTo>
                  <a:lnTo>
                    <a:pt x="61264" y="558"/>
                  </a:lnTo>
                  <a:lnTo>
                    <a:pt x="61214" y="292"/>
                  </a:lnTo>
                  <a:lnTo>
                    <a:pt x="60947" y="292"/>
                  </a:lnTo>
                  <a:lnTo>
                    <a:pt x="60921" y="558"/>
                  </a:lnTo>
                  <a:lnTo>
                    <a:pt x="61150" y="647"/>
                  </a:lnTo>
                  <a:lnTo>
                    <a:pt x="61150" y="787"/>
                  </a:lnTo>
                  <a:lnTo>
                    <a:pt x="61264" y="660"/>
                  </a:lnTo>
                  <a:lnTo>
                    <a:pt x="61480" y="800"/>
                  </a:lnTo>
                  <a:lnTo>
                    <a:pt x="61595" y="495"/>
                  </a:lnTo>
                  <a:close/>
                </a:path>
                <a:path w="88900" h="18415">
                  <a:moveTo>
                    <a:pt x="61658" y="3860"/>
                  </a:moveTo>
                  <a:lnTo>
                    <a:pt x="61493" y="3517"/>
                  </a:lnTo>
                  <a:lnTo>
                    <a:pt x="61429" y="3365"/>
                  </a:lnTo>
                  <a:lnTo>
                    <a:pt x="61353" y="3213"/>
                  </a:lnTo>
                  <a:lnTo>
                    <a:pt x="60680" y="2603"/>
                  </a:lnTo>
                  <a:lnTo>
                    <a:pt x="60553" y="3213"/>
                  </a:lnTo>
                  <a:lnTo>
                    <a:pt x="60452" y="3860"/>
                  </a:lnTo>
                  <a:lnTo>
                    <a:pt x="61658" y="3860"/>
                  </a:lnTo>
                  <a:close/>
                </a:path>
                <a:path w="88900" h="18415">
                  <a:moveTo>
                    <a:pt x="62052" y="4432"/>
                  </a:moveTo>
                  <a:lnTo>
                    <a:pt x="61899" y="4432"/>
                  </a:lnTo>
                  <a:lnTo>
                    <a:pt x="61290" y="5003"/>
                  </a:lnTo>
                  <a:lnTo>
                    <a:pt x="61480" y="5003"/>
                  </a:lnTo>
                  <a:lnTo>
                    <a:pt x="62052" y="4432"/>
                  </a:lnTo>
                  <a:close/>
                </a:path>
                <a:path w="88900" h="18415">
                  <a:moveTo>
                    <a:pt x="62280" y="1485"/>
                  </a:moveTo>
                  <a:lnTo>
                    <a:pt x="62064" y="1333"/>
                  </a:lnTo>
                  <a:lnTo>
                    <a:pt x="61785" y="1384"/>
                  </a:lnTo>
                  <a:lnTo>
                    <a:pt x="61722" y="1828"/>
                  </a:lnTo>
                  <a:lnTo>
                    <a:pt x="61976" y="1790"/>
                  </a:lnTo>
                  <a:lnTo>
                    <a:pt x="62204" y="1714"/>
                  </a:lnTo>
                  <a:lnTo>
                    <a:pt x="62280" y="1485"/>
                  </a:lnTo>
                  <a:close/>
                </a:path>
                <a:path w="88900" h="18415">
                  <a:moveTo>
                    <a:pt x="63398" y="1473"/>
                  </a:moveTo>
                  <a:lnTo>
                    <a:pt x="62953" y="1371"/>
                  </a:lnTo>
                  <a:lnTo>
                    <a:pt x="62953" y="1587"/>
                  </a:lnTo>
                  <a:lnTo>
                    <a:pt x="63068" y="1714"/>
                  </a:lnTo>
                  <a:lnTo>
                    <a:pt x="63169" y="1549"/>
                  </a:lnTo>
                  <a:lnTo>
                    <a:pt x="63246" y="1752"/>
                  </a:lnTo>
                  <a:lnTo>
                    <a:pt x="63398" y="1473"/>
                  </a:lnTo>
                  <a:close/>
                </a:path>
                <a:path w="88900" h="18415">
                  <a:moveTo>
                    <a:pt x="63665" y="3822"/>
                  </a:moveTo>
                  <a:lnTo>
                    <a:pt x="63436" y="3822"/>
                  </a:lnTo>
                  <a:lnTo>
                    <a:pt x="63398" y="4000"/>
                  </a:lnTo>
                  <a:lnTo>
                    <a:pt x="63601" y="4000"/>
                  </a:lnTo>
                  <a:lnTo>
                    <a:pt x="63665" y="3822"/>
                  </a:lnTo>
                  <a:close/>
                </a:path>
                <a:path w="88900" h="18415">
                  <a:moveTo>
                    <a:pt x="64020" y="2667"/>
                  </a:moveTo>
                  <a:lnTo>
                    <a:pt x="63741" y="2501"/>
                  </a:lnTo>
                  <a:lnTo>
                    <a:pt x="63652" y="2882"/>
                  </a:lnTo>
                  <a:lnTo>
                    <a:pt x="63093" y="2692"/>
                  </a:lnTo>
                  <a:lnTo>
                    <a:pt x="63068" y="2844"/>
                  </a:lnTo>
                  <a:lnTo>
                    <a:pt x="63296" y="3060"/>
                  </a:lnTo>
                  <a:lnTo>
                    <a:pt x="63550" y="3060"/>
                  </a:lnTo>
                  <a:lnTo>
                    <a:pt x="64020" y="2667"/>
                  </a:lnTo>
                  <a:close/>
                </a:path>
                <a:path w="88900" h="18415">
                  <a:moveTo>
                    <a:pt x="64884" y="558"/>
                  </a:moveTo>
                  <a:lnTo>
                    <a:pt x="63906" y="342"/>
                  </a:lnTo>
                  <a:lnTo>
                    <a:pt x="64071" y="1473"/>
                  </a:lnTo>
                  <a:lnTo>
                    <a:pt x="63411" y="1473"/>
                  </a:lnTo>
                  <a:lnTo>
                    <a:pt x="63411" y="1778"/>
                  </a:lnTo>
                  <a:lnTo>
                    <a:pt x="63588" y="1701"/>
                  </a:lnTo>
                  <a:lnTo>
                    <a:pt x="63411" y="1917"/>
                  </a:lnTo>
                  <a:lnTo>
                    <a:pt x="64084" y="1689"/>
                  </a:lnTo>
                  <a:lnTo>
                    <a:pt x="64223" y="927"/>
                  </a:lnTo>
                  <a:lnTo>
                    <a:pt x="64770" y="558"/>
                  </a:lnTo>
                  <a:close/>
                </a:path>
                <a:path w="88900" h="18415">
                  <a:moveTo>
                    <a:pt x="65036" y="3822"/>
                  </a:moveTo>
                  <a:lnTo>
                    <a:pt x="64681" y="3289"/>
                  </a:lnTo>
                  <a:lnTo>
                    <a:pt x="64135" y="3822"/>
                  </a:lnTo>
                  <a:lnTo>
                    <a:pt x="64046" y="4000"/>
                  </a:lnTo>
                  <a:lnTo>
                    <a:pt x="65036" y="3822"/>
                  </a:lnTo>
                  <a:close/>
                </a:path>
                <a:path w="88900" h="18415">
                  <a:moveTo>
                    <a:pt x="65074" y="3098"/>
                  </a:moveTo>
                  <a:lnTo>
                    <a:pt x="63512" y="3251"/>
                  </a:lnTo>
                  <a:lnTo>
                    <a:pt x="63182" y="3175"/>
                  </a:lnTo>
                  <a:lnTo>
                    <a:pt x="62992" y="3289"/>
                  </a:lnTo>
                  <a:lnTo>
                    <a:pt x="62941" y="3822"/>
                  </a:lnTo>
                  <a:lnTo>
                    <a:pt x="63436" y="3822"/>
                  </a:lnTo>
                  <a:lnTo>
                    <a:pt x="63474" y="3619"/>
                  </a:lnTo>
                  <a:lnTo>
                    <a:pt x="63614" y="3619"/>
                  </a:lnTo>
                  <a:lnTo>
                    <a:pt x="63792" y="3543"/>
                  </a:lnTo>
                  <a:lnTo>
                    <a:pt x="63855" y="3390"/>
                  </a:lnTo>
                  <a:lnTo>
                    <a:pt x="63525" y="3505"/>
                  </a:lnTo>
                  <a:lnTo>
                    <a:pt x="63538" y="3289"/>
                  </a:lnTo>
                  <a:lnTo>
                    <a:pt x="64681" y="3289"/>
                  </a:lnTo>
                  <a:lnTo>
                    <a:pt x="65049" y="3289"/>
                  </a:lnTo>
                  <a:lnTo>
                    <a:pt x="65074" y="3098"/>
                  </a:lnTo>
                  <a:close/>
                </a:path>
                <a:path w="88900" h="18415">
                  <a:moveTo>
                    <a:pt x="66675" y="4254"/>
                  </a:moveTo>
                  <a:lnTo>
                    <a:pt x="64046" y="4000"/>
                  </a:lnTo>
                  <a:lnTo>
                    <a:pt x="63601" y="4000"/>
                  </a:lnTo>
                  <a:lnTo>
                    <a:pt x="63525" y="4254"/>
                  </a:lnTo>
                  <a:lnTo>
                    <a:pt x="63931" y="4254"/>
                  </a:lnTo>
                  <a:lnTo>
                    <a:pt x="65684" y="5219"/>
                  </a:lnTo>
                  <a:lnTo>
                    <a:pt x="66675" y="4254"/>
                  </a:lnTo>
                  <a:close/>
                </a:path>
                <a:path w="88900" h="18415">
                  <a:moveTo>
                    <a:pt x="67386" y="2959"/>
                  </a:moveTo>
                  <a:lnTo>
                    <a:pt x="67157" y="2730"/>
                  </a:lnTo>
                  <a:lnTo>
                    <a:pt x="66890" y="2768"/>
                  </a:lnTo>
                  <a:lnTo>
                    <a:pt x="66662" y="2844"/>
                  </a:lnTo>
                  <a:lnTo>
                    <a:pt x="66598" y="3073"/>
                  </a:lnTo>
                  <a:lnTo>
                    <a:pt x="66865" y="3073"/>
                  </a:lnTo>
                  <a:lnTo>
                    <a:pt x="66941" y="2882"/>
                  </a:lnTo>
                  <a:lnTo>
                    <a:pt x="67271" y="2959"/>
                  </a:lnTo>
                  <a:close/>
                </a:path>
                <a:path w="88900" h="18415">
                  <a:moveTo>
                    <a:pt x="67868" y="12839"/>
                  </a:moveTo>
                  <a:lnTo>
                    <a:pt x="67754" y="12611"/>
                  </a:lnTo>
                  <a:lnTo>
                    <a:pt x="67398" y="12611"/>
                  </a:lnTo>
                  <a:lnTo>
                    <a:pt x="67297" y="12839"/>
                  </a:lnTo>
                  <a:lnTo>
                    <a:pt x="67056" y="12966"/>
                  </a:lnTo>
                  <a:lnTo>
                    <a:pt x="67437" y="12814"/>
                  </a:lnTo>
                  <a:lnTo>
                    <a:pt x="67665" y="13017"/>
                  </a:lnTo>
                  <a:lnTo>
                    <a:pt x="67868" y="12839"/>
                  </a:lnTo>
                  <a:close/>
                </a:path>
                <a:path w="88900" h="18415">
                  <a:moveTo>
                    <a:pt x="69367" y="4152"/>
                  </a:moveTo>
                  <a:lnTo>
                    <a:pt x="68884" y="4292"/>
                  </a:lnTo>
                  <a:lnTo>
                    <a:pt x="68872" y="3975"/>
                  </a:lnTo>
                  <a:lnTo>
                    <a:pt x="69113" y="3860"/>
                  </a:lnTo>
                  <a:lnTo>
                    <a:pt x="68656" y="3721"/>
                  </a:lnTo>
                  <a:lnTo>
                    <a:pt x="68821" y="4279"/>
                  </a:lnTo>
                  <a:lnTo>
                    <a:pt x="68516" y="3975"/>
                  </a:lnTo>
                  <a:lnTo>
                    <a:pt x="68478" y="4368"/>
                  </a:lnTo>
                  <a:lnTo>
                    <a:pt x="68872" y="4318"/>
                  </a:lnTo>
                  <a:lnTo>
                    <a:pt x="68986" y="4533"/>
                  </a:lnTo>
                  <a:lnTo>
                    <a:pt x="69329" y="4533"/>
                  </a:lnTo>
                  <a:lnTo>
                    <a:pt x="69367" y="4152"/>
                  </a:lnTo>
                  <a:close/>
                </a:path>
                <a:path w="88900" h="18415">
                  <a:moveTo>
                    <a:pt x="71234" y="15786"/>
                  </a:moveTo>
                  <a:lnTo>
                    <a:pt x="71018" y="15582"/>
                  </a:lnTo>
                  <a:lnTo>
                    <a:pt x="70916" y="15875"/>
                  </a:lnTo>
                  <a:lnTo>
                    <a:pt x="70256" y="16179"/>
                  </a:lnTo>
                  <a:lnTo>
                    <a:pt x="70548" y="16484"/>
                  </a:lnTo>
                  <a:lnTo>
                    <a:pt x="70586" y="16116"/>
                  </a:lnTo>
                  <a:lnTo>
                    <a:pt x="71234" y="15786"/>
                  </a:lnTo>
                  <a:close/>
                </a:path>
                <a:path w="88900" h="18415">
                  <a:moveTo>
                    <a:pt x="71831" y="9385"/>
                  </a:moveTo>
                  <a:lnTo>
                    <a:pt x="71602" y="8839"/>
                  </a:lnTo>
                  <a:lnTo>
                    <a:pt x="71297" y="8940"/>
                  </a:lnTo>
                  <a:lnTo>
                    <a:pt x="71234" y="8775"/>
                  </a:lnTo>
                  <a:lnTo>
                    <a:pt x="70904" y="9207"/>
                  </a:lnTo>
                  <a:lnTo>
                    <a:pt x="71208" y="9334"/>
                  </a:lnTo>
                  <a:lnTo>
                    <a:pt x="71450" y="8877"/>
                  </a:lnTo>
                  <a:lnTo>
                    <a:pt x="71577" y="9207"/>
                  </a:lnTo>
                  <a:lnTo>
                    <a:pt x="71361" y="9321"/>
                  </a:lnTo>
                  <a:lnTo>
                    <a:pt x="71831" y="9385"/>
                  </a:lnTo>
                  <a:close/>
                </a:path>
                <a:path w="88900" h="18415">
                  <a:moveTo>
                    <a:pt x="72263" y="1371"/>
                  </a:moveTo>
                  <a:lnTo>
                    <a:pt x="71932" y="1409"/>
                  </a:lnTo>
                  <a:lnTo>
                    <a:pt x="71196" y="2070"/>
                  </a:lnTo>
                  <a:lnTo>
                    <a:pt x="71704" y="1930"/>
                  </a:lnTo>
                  <a:lnTo>
                    <a:pt x="71577" y="1803"/>
                  </a:lnTo>
                  <a:lnTo>
                    <a:pt x="71805" y="1752"/>
                  </a:lnTo>
                  <a:lnTo>
                    <a:pt x="72263" y="1943"/>
                  </a:lnTo>
                  <a:lnTo>
                    <a:pt x="72263" y="1371"/>
                  </a:lnTo>
                  <a:close/>
                </a:path>
                <a:path w="88900" h="18415">
                  <a:moveTo>
                    <a:pt x="73304" y="2273"/>
                  </a:moveTo>
                  <a:lnTo>
                    <a:pt x="72885" y="2235"/>
                  </a:lnTo>
                  <a:lnTo>
                    <a:pt x="72440" y="2781"/>
                  </a:lnTo>
                  <a:lnTo>
                    <a:pt x="72682" y="2540"/>
                  </a:lnTo>
                  <a:lnTo>
                    <a:pt x="73240" y="2654"/>
                  </a:lnTo>
                  <a:lnTo>
                    <a:pt x="73304" y="2273"/>
                  </a:lnTo>
                  <a:close/>
                </a:path>
                <a:path w="88900" h="18415">
                  <a:moveTo>
                    <a:pt x="73812" y="13119"/>
                  </a:moveTo>
                  <a:lnTo>
                    <a:pt x="73647" y="12954"/>
                  </a:lnTo>
                  <a:lnTo>
                    <a:pt x="73418" y="12852"/>
                  </a:lnTo>
                  <a:lnTo>
                    <a:pt x="73342" y="12992"/>
                  </a:lnTo>
                  <a:lnTo>
                    <a:pt x="72669" y="13068"/>
                  </a:lnTo>
                  <a:lnTo>
                    <a:pt x="73075" y="13296"/>
                  </a:lnTo>
                  <a:lnTo>
                    <a:pt x="73545" y="12979"/>
                  </a:lnTo>
                  <a:lnTo>
                    <a:pt x="73291" y="13423"/>
                  </a:lnTo>
                  <a:lnTo>
                    <a:pt x="73634" y="13296"/>
                  </a:lnTo>
                  <a:lnTo>
                    <a:pt x="73748" y="13538"/>
                  </a:lnTo>
                  <a:lnTo>
                    <a:pt x="73812" y="13119"/>
                  </a:lnTo>
                  <a:close/>
                </a:path>
                <a:path w="88900" h="18415">
                  <a:moveTo>
                    <a:pt x="73875" y="5473"/>
                  </a:moveTo>
                  <a:lnTo>
                    <a:pt x="73139" y="5880"/>
                  </a:lnTo>
                  <a:lnTo>
                    <a:pt x="72694" y="6540"/>
                  </a:lnTo>
                  <a:lnTo>
                    <a:pt x="72237" y="6781"/>
                  </a:lnTo>
                  <a:lnTo>
                    <a:pt x="72021" y="6807"/>
                  </a:lnTo>
                  <a:lnTo>
                    <a:pt x="71932" y="6946"/>
                  </a:lnTo>
                  <a:lnTo>
                    <a:pt x="71932" y="7404"/>
                  </a:lnTo>
                  <a:lnTo>
                    <a:pt x="72415" y="7086"/>
                  </a:lnTo>
                  <a:lnTo>
                    <a:pt x="73837" y="6604"/>
                  </a:lnTo>
                  <a:lnTo>
                    <a:pt x="73875" y="5918"/>
                  </a:lnTo>
                  <a:lnTo>
                    <a:pt x="73533" y="6629"/>
                  </a:lnTo>
                  <a:lnTo>
                    <a:pt x="72936" y="6705"/>
                  </a:lnTo>
                  <a:lnTo>
                    <a:pt x="73215" y="5956"/>
                  </a:lnTo>
                  <a:lnTo>
                    <a:pt x="73875" y="5473"/>
                  </a:lnTo>
                  <a:close/>
                </a:path>
                <a:path w="88900" h="18415">
                  <a:moveTo>
                    <a:pt x="78752" y="3467"/>
                  </a:moveTo>
                  <a:lnTo>
                    <a:pt x="78409" y="3746"/>
                  </a:lnTo>
                  <a:lnTo>
                    <a:pt x="78193" y="3848"/>
                  </a:lnTo>
                  <a:lnTo>
                    <a:pt x="78066" y="3619"/>
                  </a:lnTo>
                  <a:lnTo>
                    <a:pt x="78193" y="3962"/>
                  </a:lnTo>
                  <a:lnTo>
                    <a:pt x="78460" y="3949"/>
                  </a:lnTo>
                  <a:lnTo>
                    <a:pt x="78536" y="3746"/>
                  </a:lnTo>
                  <a:lnTo>
                    <a:pt x="78752" y="3962"/>
                  </a:lnTo>
                  <a:lnTo>
                    <a:pt x="78752" y="3467"/>
                  </a:lnTo>
                  <a:close/>
                </a:path>
                <a:path w="88900" h="18415">
                  <a:moveTo>
                    <a:pt x="80124" y="7150"/>
                  </a:moveTo>
                  <a:lnTo>
                    <a:pt x="79806" y="7150"/>
                  </a:lnTo>
                  <a:lnTo>
                    <a:pt x="79730" y="7327"/>
                  </a:lnTo>
                  <a:lnTo>
                    <a:pt x="79895" y="7518"/>
                  </a:lnTo>
                  <a:lnTo>
                    <a:pt x="79756" y="7518"/>
                  </a:lnTo>
                  <a:lnTo>
                    <a:pt x="79629" y="7543"/>
                  </a:lnTo>
                  <a:lnTo>
                    <a:pt x="79679" y="7734"/>
                  </a:lnTo>
                  <a:lnTo>
                    <a:pt x="79984" y="7696"/>
                  </a:lnTo>
                  <a:lnTo>
                    <a:pt x="80073" y="7442"/>
                  </a:lnTo>
                  <a:lnTo>
                    <a:pt x="80124" y="7162"/>
                  </a:lnTo>
                  <a:close/>
                </a:path>
                <a:path w="88900" h="18415">
                  <a:moveTo>
                    <a:pt x="82892" y="11620"/>
                  </a:moveTo>
                  <a:lnTo>
                    <a:pt x="82029" y="10642"/>
                  </a:lnTo>
                  <a:lnTo>
                    <a:pt x="81826" y="11036"/>
                  </a:lnTo>
                  <a:lnTo>
                    <a:pt x="82003" y="11226"/>
                  </a:lnTo>
                  <a:lnTo>
                    <a:pt x="82346" y="11264"/>
                  </a:lnTo>
                  <a:lnTo>
                    <a:pt x="82384" y="11595"/>
                  </a:lnTo>
                  <a:lnTo>
                    <a:pt x="82892" y="11620"/>
                  </a:lnTo>
                  <a:close/>
                </a:path>
                <a:path w="88900" h="18415">
                  <a:moveTo>
                    <a:pt x="84099" y="9791"/>
                  </a:moveTo>
                  <a:lnTo>
                    <a:pt x="83718" y="9855"/>
                  </a:lnTo>
                  <a:lnTo>
                    <a:pt x="83121" y="10312"/>
                  </a:lnTo>
                  <a:lnTo>
                    <a:pt x="83299" y="10579"/>
                  </a:lnTo>
                  <a:lnTo>
                    <a:pt x="83642" y="10350"/>
                  </a:lnTo>
                  <a:lnTo>
                    <a:pt x="83400" y="10198"/>
                  </a:lnTo>
                  <a:lnTo>
                    <a:pt x="83997" y="9956"/>
                  </a:lnTo>
                  <a:lnTo>
                    <a:pt x="84099" y="9791"/>
                  </a:lnTo>
                  <a:close/>
                </a:path>
                <a:path w="88900" h="18415">
                  <a:moveTo>
                    <a:pt x="84137" y="15621"/>
                  </a:moveTo>
                  <a:lnTo>
                    <a:pt x="83210" y="15062"/>
                  </a:lnTo>
                  <a:lnTo>
                    <a:pt x="83083" y="15240"/>
                  </a:lnTo>
                  <a:lnTo>
                    <a:pt x="83502" y="15316"/>
                  </a:lnTo>
                  <a:lnTo>
                    <a:pt x="83870" y="15976"/>
                  </a:lnTo>
                  <a:lnTo>
                    <a:pt x="83870" y="15811"/>
                  </a:lnTo>
                  <a:lnTo>
                    <a:pt x="84137" y="15621"/>
                  </a:lnTo>
                  <a:close/>
                </a:path>
                <a:path w="88900" h="18415">
                  <a:moveTo>
                    <a:pt x="84455" y="13779"/>
                  </a:moveTo>
                  <a:lnTo>
                    <a:pt x="83908" y="13220"/>
                  </a:lnTo>
                  <a:lnTo>
                    <a:pt x="82829" y="13677"/>
                  </a:lnTo>
                  <a:lnTo>
                    <a:pt x="82854" y="14185"/>
                  </a:lnTo>
                  <a:lnTo>
                    <a:pt x="82956" y="13855"/>
                  </a:lnTo>
                  <a:lnTo>
                    <a:pt x="83439" y="13881"/>
                  </a:lnTo>
                  <a:lnTo>
                    <a:pt x="83654" y="13652"/>
                  </a:lnTo>
                  <a:lnTo>
                    <a:pt x="83604" y="14071"/>
                  </a:lnTo>
                  <a:lnTo>
                    <a:pt x="84035" y="13652"/>
                  </a:lnTo>
                  <a:lnTo>
                    <a:pt x="84455" y="13779"/>
                  </a:lnTo>
                  <a:close/>
                </a:path>
                <a:path w="88900" h="18415">
                  <a:moveTo>
                    <a:pt x="86601" y="13525"/>
                  </a:moveTo>
                  <a:lnTo>
                    <a:pt x="86194" y="12992"/>
                  </a:lnTo>
                  <a:lnTo>
                    <a:pt x="86042" y="13182"/>
                  </a:lnTo>
                  <a:lnTo>
                    <a:pt x="86220" y="13233"/>
                  </a:lnTo>
                  <a:lnTo>
                    <a:pt x="86017" y="13335"/>
                  </a:lnTo>
                  <a:lnTo>
                    <a:pt x="86042" y="13525"/>
                  </a:lnTo>
                  <a:lnTo>
                    <a:pt x="86398" y="13462"/>
                  </a:lnTo>
                  <a:lnTo>
                    <a:pt x="86347" y="13830"/>
                  </a:lnTo>
                  <a:lnTo>
                    <a:pt x="86601" y="13868"/>
                  </a:lnTo>
                  <a:lnTo>
                    <a:pt x="86601" y="13525"/>
                  </a:lnTo>
                  <a:close/>
                </a:path>
                <a:path w="88900" h="18415">
                  <a:moveTo>
                    <a:pt x="87388" y="14300"/>
                  </a:moveTo>
                  <a:lnTo>
                    <a:pt x="87299" y="13538"/>
                  </a:lnTo>
                  <a:lnTo>
                    <a:pt x="86995" y="13538"/>
                  </a:lnTo>
                  <a:lnTo>
                    <a:pt x="87388" y="14300"/>
                  </a:lnTo>
                  <a:close/>
                </a:path>
                <a:path w="88900" h="18415">
                  <a:moveTo>
                    <a:pt x="88531" y="17259"/>
                  </a:moveTo>
                  <a:lnTo>
                    <a:pt x="88315" y="17094"/>
                  </a:lnTo>
                  <a:lnTo>
                    <a:pt x="87960" y="16700"/>
                  </a:lnTo>
                  <a:lnTo>
                    <a:pt x="87858" y="17259"/>
                  </a:lnTo>
                  <a:lnTo>
                    <a:pt x="88087" y="17284"/>
                  </a:lnTo>
                  <a:lnTo>
                    <a:pt x="88087" y="17119"/>
                  </a:lnTo>
                  <a:lnTo>
                    <a:pt x="88315" y="17259"/>
                  </a:lnTo>
                  <a:lnTo>
                    <a:pt x="88087" y="17386"/>
                  </a:lnTo>
                  <a:lnTo>
                    <a:pt x="88417" y="17513"/>
                  </a:lnTo>
                  <a:lnTo>
                    <a:pt x="88531" y="17259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2" name="object 192"/>
            <p:cNvSpPr/>
            <p:nvPr/>
          </p:nvSpPr>
          <p:spPr>
            <a:xfrm>
              <a:off x="3970477" y="1012545"/>
              <a:ext cx="96520" cy="24765"/>
            </a:xfrm>
            <a:custGeom>
              <a:avLst/>
              <a:gdLst/>
              <a:ahLst/>
              <a:cxnLst/>
              <a:rect l="l" t="t" r="r" b="b"/>
              <a:pathLst>
                <a:path w="96520" h="24765">
                  <a:moveTo>
                    <a:pt x="762" y="21412"/>
                  </a:moveTo>
                  <a:lnTo>
                    <a:pt x="711" y="21259"/>
                  </a:lnTo>
                  <a:lnTo>
                    <a:pt x="203" y="21259"/>
                  </a:lnTo>
                  <a:lnTo>
                    <a:pt x="533" y="21412"/>
                  </a:lnTo>
                  <a:lnTo>
                    <a:pt x="660" y="21539"/>
                  </a:lnTo>
                  <a:lnTo>
                    <a:pt x="266" y="21539"/>
                  </a:lnTo>
                  <a:lnTo>
                    <a:pt x="0" y="21628"/>
                  </a:lnTo>
                  <a:lnTo>
                    <a:pt x="88" y="22098"/>
                  </a:lnTo>
                  <a:lnTo>
                    <a:pt x="533" y="22161"/>
                  </a:lnTo>
                  <a:lnTo>
                    <a:pt x="482" y="21742"/>
                  </a:lnTo>
                  <a:lnTo>
                    <a:pt x="762" y="21628"/>
                  </a:lnTo>
                  <a:lnTo>
                    <a:pt x="762" y="21412"/>
                  </a:lnTo>
                  <a:close/>
                </a:path>
                <a:path w="96520" h="24765">
                  <a:moveTo>
                    <a:pt x="8089" y="10541"/>
                  </a:moveTo>
                  <a:lnTo>
                    <a:pt x="8077" y="9779"/>
                  </a:lnTo>
                  <a:lnTo>
                    <a:pt x="8089" y="10706"/>
                  </a:lnTo>
                  <a:lnTo>
                    <a:pt x="8089" y="10541"/>
                  </a:lnTo>
                  <a:close/>
                </a:path>
                <a:path w="96520" h="24765">
                  <a:moveTo>
                    <a:pt x="15316" y="9829"/>
                  </a:moveTo>
                  <a:lnTo>
                    <a:pt x="15087" y="9855"/>
                  </a:lnTo>
                  <a:lnTo>
                    <a:pt x="15062" y="9702"/>
                  </a:lnTo>
                  <a:lnTo>
                    <a:pt x="14846" y="9715"/>
                  </a:lnTo>
                  <a:lnTo>
                    <a:pt x="15176" y="10071"/>
                  </a:lnTo>
                  <a:lnTo>
                    <a:pt x="14808" y="10426"/>
                  </a:lnTo>
                  <a:lnTo>
                    <a:pt x="15189" y="10617"/>
                  </a:lnTo>
                  <a:lnTo>
                    <a:pt x="15214" y="10337"/>
                  </a:lnTo>
                  <a:lnTo>
                    <a:pt x="15214" y="10058"/>
                  </a:lnTo>
                  <a:lnTo>
                    <a:pt x="15074" y="9931"/>
                  </a:lnTo>
                  <a:lnTo>
                    <a:pt x="15316" y="9829"/>
                  </a:lnTo>
                  <a:close/>
                </a:path>
                <a:path w="96520" h="24765">
                  <a:moveTo>
                    <a:pt x="21907" y="10706"/>
                  </a:moveTo>
                  <a:lnTo>
                    <a:pt x="21755" y="10312"/>
                  </a:lnTo>
                  <a:lnTo>
                    <a:pt x="21412" y="9537"/>
                  </a:lnTo>
                  <a:lnTo>
                    <a:pt x="20993" y="9804"/>
                  </a:lnTo>
                  <a:lnTo>
                    <a:pt x="21386" y="10007"/>
                  </a:lnTo>
                  <a:lnTo>
                    <a:pt x="21564" y="10464"/>
                  </a:lnTo>
                  <a:lnTo>
                    <a:pt x="21907" y="10706"/>
                  </a:lnTo>
                  <a:close/>
                </a:path>
                <a:path w="96520" h="24765">
                  <a:moveTo>
                    <a:pt x="24079" y="22326"/>
                  </a:moveTo>
                  <a:lnTo>
                    <a:pt x="23952" y="22301"/>
                  </a:lnTo>
                  <a:lnTo>
                    <a:pt x="23964" y="22009"/>
                  </a:lnTo>
                  <a:lnTo>
                    <a:pt x="23723" y="21983"/>
                  </a:lnTo>
                  <a:lnTo>
                    <a:pt x="23622" y="22123"/>
                  </a:lnTo>
                  <a:lnTo>
                    <a:pt x="23583" y="22301"/>
                  </a:lnTo>
                  <a:lnTo>
                    <a:pt x="23609" y="22555"/>
                  </a:lnTo>
                  <a:lnTo>
                    <a:pt x="23977" y="22669"/>
                  </a:lnTo>
                  <a:lnTo>
                    <a:pt x="23901" y="22377"/>
                  </a:lnTo>
                  <a:lnTo>
                    <a:pt x="24079" y="22326"/>
                  </a:lnTo>
                  <a:close/>
                </a:path>
                <a:path w="96520" h="24765">
                  <a:moveTo>
                    <a:pt x="25692" y="12687"/>
                  </a:moveTo>
                  <a:lnTo>
                    <a:pt x="25412" y="12560"/>
                  </a:lnTo>
                  <a:lnTo>
                    <a:pt x="25412" y="12750"/>
                  </a:lnTo>
                  <a:lnTo>
                    <a:pt x="25374" y="12954"/>
                  </a:lnTo>
                  <a:lnTo>
                    <a:pt x="25361" y="13169"/>
                  </a:lnTo>
                  <a:lnTo>
                    <a:pt x="25628" y="13195"/>
                  </a:lnTo>
                  <a:lnTo>
                    <a:pt x="25654" y="12941"/>
                  </a:lnTo>
                  <a:lnTo>
                    <a:pt x="25692" y="12687"/>
                  </a:lnTo>
                  <a:close/>
                </a:path>
                <a:path w="96520" h="24765">
                  <a:moveTo>
                    <a:pt x="28956" y="16916"/>
                  </a:moveTo>
                  <a:lnTo>
                    <a:pt x="28879" y="16776"/>
                  </a:lnTo>
                  <a:lnTo>
                    <a:pt x="28486" y="16751"/>
                  </a:lnTo>
                  <a:lnTo>
                    <a:pt x="28422" y="16954"/>
                  </a:lnTo>
                  <a:lnTo>
                    <a:pt x="28613" y="16967"/>
                  </a:lnTo>
                  <a:lnTo>
                    <a:pt x="28549" y="17259"/>
                  </a:lnTo>
                  <a:lnTo>
                    <a:pt x="28905" y="17399"/>
                  </a:lnTo>
                  <a:lnTo>
                    <a:pt x="28956" y="16916"/>
                  </a:lnTo>
                  <a:close/>
                </a:path>
                <a:path w="96520" h="24765">
                  <a:moveTo>
                    <a:pt x="31115" y="8343"/>
                  </a:moveTo>
                  <a:lnTo>
                    <a:pt x="30835" y="8356"/>
                  </a:lnTo>
                  <a:lnTo>
                    <a:pt x="30683" y="8178"/>
                  </a:lnTo>
                  <a:lnTo>
                    <a:pt x="30886" y="8013"/>
                  </a:lnTo>
                  <a:lnTo>
                    <a:pt x="30391" y="8166"/>
                  </a:lnTo>
                  <a:lnTo>
                    <a:pt x="30581" y="8343"/>
                  </a:lnTo>
                  <a:lnTo>
                    <a:pt x="30899" y="8674"/>
                  </a:lnTo>
                  <a:lnTo>
                    <a:pt x="31115" y="8343"/>
                  </a:lnTo>
                  <a:close/>
                </a:path>
                <a:path w="96520" h="24765">
                  <a:moveTo>
                    <a:pt x="31813" y="13982"/>
                  </a:moveTo>
                  <a:lnTo>
                    <a:pt x="31559" y="13982"/>
                  </a:lnTo>
                  <a:lnTo>
                    <a:pt x="31584" y="13766"/>
                  </a:lnTo>
                  <a:lnTo>
                    <a:pt x="31559" y="13589"/>
                  </a:lnTo>
                  <a:lnTo>
                    <a:pt x="31407" y="13614"/>
                  </a:lnTo>
                  <a:lnTo>
                    <a:pt x="31076" y="13423"/>
                  </a:lnTo>
                  <a:lnTo>
                    <a:pt x="31064" y="13627"/>
                  </a:lnTo>
                  <a:lnTo>
                    <a:pt x="31407" y="13639"/>
                  </a:lnTo>
                  <a:lnTo>
                    <a:pt x="31572" y="14427"/>
                  </a:lnTo>
                  <a:lnTo>
                    <a:pt x="31813" y="13982"/>
                  </a:lnTo>
                  <a:close/>
                </a:path>
                <a:path w="96520" h="24765">
                  <a:moveTo>
                    <a:pt x="34239" y="11353"/>
                  </a:moveTo>
                  <a:lnTo>
                    <a:pt x="34175" y="11137"/>
                  </a:lnTo>
                  <a:lnTo>
                    <a:pt x="33985" y="11036"/>
                  </a:lnTo>
                  <a:lnTo>
                    <a:pt x="34048" y="11417"/>
                  </a:lnTo>
                  <a:lnTo>
                    <a:pt x="33985" y="11569"/>
                  </a:lnTo>
                  <a:lnTo>
                    <a:pt x="34213" y="11633"/>
                  </a:lnTo>
                  <a:lnTo>
                    <a:pt x="34239" y="11353"/>
                  </a:lnTo>
                  <a:close/>
                </a:path>
                <a:path w="96520" h="24765">
                  <a:moveTo>
                    <a:pt x="37604" y="15709"/>
                  </a:moveTo>
                  <a:lnTo>
                    <a:pt x="37363" y="15519"/>
                  </a:lnTo>
                  <a:lnTo>
                    <a:pt x="37287" y="15773"/>
                  </a:lnTo>
                  <a:lnTo>
                    <a:pt x="36677" y="16078"/>
                  </a:lnTo>
                  <a:lnTo>
                    <a:pt x="36918" y="16306"/>
                  </a:lnTo>
                  <a:lnTo>
                    <a:pt x="37058" y="16090"/>
                  </a:lnTo>
                  <a:lnTo>
                    <a:pt x="37604" y="15709"/>
                  </a:lnTo>
                  <a:close/>
                </a:path>
                <a:path w="96520" h="24765">
                  <a:moveTo>
                    <a:pt x="37833" y="16281"/>
                  </a:moveTo>
                  <a:lnTo>
                    <a:pt x="37630" y="16268"/>
                  </a:lnTo>
                  <a:lnTo>
                    <a:pt x="37604" y="16090"/>
                  </a:lnTo>
                  <a:lnTo>
                    <a:pt x="37299" y="16129"/>
                  </a:lnTo>
                  <a:lnTo>
                    <a:pt x="37274" y="16421"/>
                  </a:lnTo>
                  <a:lnTo>
                    <a:pt x="37541" y="16586"/>
                  </a:lnTo>
                  <a:lnTo>
                    <a:pt x="37642" y="16421"/>
                  </a:lnTo>
                  <a:lnTo>
                    <a:pt x="37833" y="16281"/>
                  </a:lnTo>
                  <a:close/>
                </a:path>
                <a:path w="96520" h="24765">
                  <a:moveTo>
                    <a:pt x="38709" y="16548"/>
                  </a:moveTo>
                  <a:lnTo>
                    <a:pt x="38506" y="16319"/>
                  </a:lnTo>
                  <a:lnTo>
                    <a:pt x="38481" y="15925"/>
                  </a:lnTo>
                  <a:lnTo>
                    <a:pt x="38074" y="16103"/>
                  </a:lnTo>
                  <a:lnTo>
                    <a:pt x="38049" y="16408"/>
                  </a:lnTo>
                  <a:lnTo>
                    <a:pt x="38277" y="16446"/>
                  </a:lnTo>
                  <a:lnTo>
                    <a:pt x="38392" y="16598"/>
                  </a:lnTo>
                  <a:lnTo>
                    <a:pt x="38709" y="16548"/>
                  </a:lnTo>
                  <a:close/>
                </a:path>
                <a:path w="96520" h="24765">
                  <a:moveTo>
                    <a:pt x="38862" y="7899"/>
                  </a:moveTo>
                  <a:lnTo>
                    <a:pt x="38620" y="7975"/>
                  </a:lnTo>
                  <a:lnTo>
                    <a:pt x="38176" y="7391"/>
                  </a:lnTo>
                  <a:lnTo>
                    <a:pt x="38011" y="7734"/>
                  </a:lnTo>
                  <a:lnTo>
                    <a:pt x="38112" y="7899"/>
                  </a:lnTo>
                  <a:lnTo>
                    <a:pt x="38671" y="8128"/>
                  </a:lnTo>
                  <a:lnTo>
                    <a:pt x="38862" y="7899"/>
                  </a:lnTo>
                  <a:close/>
                </a:path>
                <a:path w="96520" h="24765">
                  <a:moveTo>
                    <a:pt x="40767" y="17119"/>
                  </a:moveTo>
                  <a:lnTo>
                    <a:pt x="40703" y="16713"/>
                  </a:lnTo>
                  <a:lnTo>
                    <a:pt x="40462" y="16586"/>
                  </a:lnTo>
                  <a:lnTo>
                    <a:pt x="40144" y="16865"/>
                  </a:lnTo>
                  <a:lnTo>
                    <a:pt x="40386" y="16979"/>
                  </a:lnTo>
                  <a:lnTo>
                    <a:pt x="40436" y="16738"/>
                  </a:lnTo>
                  <a:lnTo>
                    <a:pt x="40640" y="17119"/>
                  </a:lnTo>
                  <a:lnTo>
                    <a:pt x="40767" y="17119"/>
                  </a:lnTo>
                  <a:close/>
                </a:path>
                <a:path w="96520" h="24765">
                  <a:moveTo>
                    <a:pt x="42964" y="7188"/>
                  </a:moveTo>
                  <a:lnTo>
                    <a:pt x="42811" y="6781"/>
                  </a:lnTo>
                  <a:lnTo>
                    <a:pt x="42811" y="7035"/>
                  </a:lnTo>
                  <a:lnTo>
                    <a:pt x="42291" y="6642"/>
                  </a:lnTo>
                  <a:lnTo>
                    <a:pt x="42303" y="6934"/>
                  </a:lnTo>
                  <a:lnTo>
                    <a:pt x="42621" y="6959"/>
                  </a:lnTo>
                  <a:lnTo>
                    <a:pt x="42748" y="7086"/>
                  </a:lnTo>
                  <a:lnTo>
                    <a:pt x="42964" y="7188"/>
                  </a:lnTo>
                  <a:close/>
                </a:path>
                <a:path w="96520" h="24765">
                  <a:moveTo>
                    <a:pt x="44551" y="7607"/>
                  </a:moveTo>
                  <a:lnTo>
                    <a:pt x="44386" y="7404"/>
                  </a:lnTo>
                  <a:lnTo>
                    <a:pt x="44170" y="7569"/>
                  </a:lnTo>
                  <a:lnTo>
                    <a:pt x="44132" y="7797"/>
                  </a:lnTo>
                  <a:lnTo>
                    <a:pt x="44170" y="7937"/>
                  </a:lnTo>
                  <a:lnTo>
                    <a:pt x="44323" y="7975"/>
                  </a:lnTo>
                  <a:lnTo>
                    <a:pt x="44259" y="7683"/>
                  </a:lnTo>
                  <a:lnTo>
                    <a:pt x="44551" y="7607"/>
                  </a:lnTo>
                  <a:close/>
                </a:path>
                <a:path w="96520" h="24765">
                  <a:moveTo>
                    <a:pt x="45440" y="15849"/>
                  </a:moveTo>
                  <a:lnTo>
                    <a:pt x="44856" y="15887"/>
                  </a:lnTo>
                  <a:lnTo>
                    <a:pt x="44691" y="16383"/>
                  </a:lnTo>
                  <a:lnTo>
                    <a:pt x="44310" y="16649"/>
                  </a:lnTo>
                  <a:lnTo>
                    <a:pt x="44792" y="16471"/>
                  </a:lnTo>
                  <a:lnTo>
                    <a:pt x="45046" y="16090"/>
                  </a:lnTo>
                  <a:lnTo>
                    <a:pt x="45440" y="15849"/>
                  </a:lnTo>
                  <a:close/>
                </a:path>
                <a:path w="96520" h="24765">
                  <a:moveTo>
                    <a:pt x="45669" y="11391"/>
                  </a:moveTo>
                  <a:lnTo>
                    <a:pt x="45415" y="11239"/>
                  </a:lnTo>
                  <a:lnTo>
                    <a:pt x="45262" y="11684"/>
                  </a:lnTo>
                  <a:lnTo>
                    <a:pt x="45224" y="11391"/>
                  </a:lnTo>
                  <a:lnTo>
                    <a:pt x="45186" y="11518"/>
                  </a:lnTo>
                  <a:lnTo>
                    <a:pt x="44996" y="11582"/>
                  </a:lnTo>
                  <a:lnTo>
                    <a:pt x="44881" y="11747"/>
                  </a:lnTo>
                  <a:lnTo>
                    <a:pt x="45339" y="11811"/>
                  </a:lnTo>
                  <a:lnTo>
                    <a:pt x="45466" y="11569"/>
                  </a:lnTo>
                  <a:lnTo>
                    <a:pt x="45669" y="11391"/>
                  </a:lnTo>
                  <a:close/>
                </a:path>
                <a:path w="96520" h="24765">
                  <a:moveTo>
                    <a:pt x="45986" y="16598"/>
                  </a:moveTo>
                  <a:lnTo>
                    <a:pt x="45554" y="16281"/>
                  </a:lnTo>
                  <a:lnTo>
                    <a:pt x="45910" y="16052"/>
                  </a:lnTo>
                  <a:lnTo>
                    <a:pt x="45567" y="16052"/>
                  </a:lnTo>
                  <a:lnTo>
                    <a:pt x="45440" y="16395"/>
                  </a:lnTo>
                  <a:lnTo>
                    <a:pt x="45669" y="16510"/>
                  </a:lnTo>
                  <a:lnTo>
                    <a:pt x="45440" y="16637"/>
                  </a:lnTo>
                  <a:lnTo>
                    <a:pt x="45986" y="16598"/>
                  </a:lnTo>
                  <a:close/>
                </a:path>
                <a:path w="96520" h="24765">
                  <a:moveTo>
                    <a:pt x="45999" y="14224"/>
                  </a:moveTo>
                  <a:lnTo>
                    <a:pt x="45910" y="14071"/>
                  </a:lnTo>
                  <a:lnTo>
                    <a:pt x="45440" y="14008"/>
                  </a:lnTo>
                  <a:lnTo>
                    <a:pt x="45427" y="14274"/>
                  </a:lnTo>
                  <a:lnTo>
                    <a:pt x="45593" y="14236"/>
                  </a:lnTo>
                  <a:lnTo>
                    <a:pt x="45986" y="14439"/>
                  </a:lnTo>
                  <a:lnTo>
                    <a:pt x="45999" y="14224"/>
                  </a:lnTo>
                  <a:close/>
                </a:path>
                <a:path w="96520" h="24765">
                  <a:moveTo>
                    <a:pt x="46901" y="4470"/>
                  </a:moveTo>
                  <a:lnTo>
                    <a:pt x="46316" y="4470"/>
                  </a:lnTo>
                  <a:lnTo>
                    <a:pt x="46278" y="4813"/>
                  </a:lnTo>
                  <a:lnTo>
                    <a:pt x="46901" y="4470"/>
                  </a:lnTo>
                  <a:close/>
                </a:path>
                <a:path w="96520" h="24765">
                  <a:moveTo>
                    <a:pt x="46977" y="11620"/>
                  </a:moveTo>
                  <a:lnTo>
                    <a:pt x="46672" y="10782"/>
                  </a:lnTo>
                  <a:lnTo>
                    <a:pt x="46596" y="10553"/>
                  </a:lnTo>
                  <a:lnTo>
                    <a:pt x="46482" y="10782"/>
                  </a:lnTo>
                  <a:lnTo>
                    <a:pt x="46253" y="11620"/>
                  </a:lnTo>
                  <a:lnTo>
                    <a:pt x="46977" y="11620"/>
                  </a:lnTo>
                  <a:close/>
                </a:path>
                <a:path w="96520" h="24765">
                  <a:moveTo>
                    <a:pt x="47536" y="16217"/>
                  </a:moveTo>
                  <a:lnTo>
                    <a:pt x="47498" y="15951"/>
                  </a:lnTo>
                  <a:lnTo>
                    <a:pt x="47066" y="15887"/>
                  </a:lnTo>
                  <a:lnTo>
                    <a:pt x="46596" y="15278"/>
                  </a:lnTo>
                  <a:lnTo>
                    <a:pt x="46139" y="15621"/>
                  </a:lnTo>
                  <a:lnTo>
                    <a:pt x="46532" y="15659"/>
                  </a:lnTo>
                  <a:lnTo>
                    <a:pt x="47536" y="16217"/>
                  </a:lnTo>
                  <a:close/>
                </a:path>
                <a:path w="96520" h="24765">
                  <a:moveTo>
                    <a:pt x="47701" y="2374"/>
                  </a:moveTo>
                  <a:lnTo>
                    <a:pt x="47510" y="2260"/>
                  </a:lnTo>
                  <a:lnTo>
                    <a:pt x="47409" y="2527"/>
                  </a:lnTo>
                  <a:lnTo>
                    <a:pt x="47244" y="2730"/>
                  </a:lnTo>
                  <a:lnTo>
                    <a:pt x="47066" y="2895"/>
                  </a:lnTo>
                  <a:lnTo>
                    <a:pt x="47447" y="3035"/>
                  </a:lnTo>
                  <a:lnTo>
                    <a:pt x="47345" y="2692"/>
                  </a:lnTo>
                  <a:lnTo>
                    <a:pt x="47701" y="2374"/>
                  </a:lnTo>
                  <a:close/>
                </a:path>
                <a:path w="96520" h="24765">
                  <a:moveTo>
                    <a:pt x="47866" y="4025"/>
                  </a:moveTo>
                  <a:lnTo>
                    <a:pt x="47713" y="4025"/>
                  </a:lnTo>
                  <a:lnTo>
                    <a:pt x="46901" y="4470"/>
                  </a:lnTo>
                  <a:lnTo>
                    <a:pt x="47777" y="4470"/>
                  </a:lnTo>
                  <a:lnTo>
                    <a:pt x="47866" y="4025"/>
                  </a:lnTo>
                  <a:close/>
                </a:path>
                <a:path w="96520" h="24765">
                  <a:moveTo>
                    <a:pt x="48158" y="12547"/>
                  </a:moveTo>
                  <a:lnTo>
                    <a:pt x="47625" y="12509"/>
                  </a:lnTo>
                  <a:lnTo>
                    <a:pt x="47663" y="12890"/>
                  </a:lnTo>
                  <a:lnTo>
                    <a:pt x="48044" y="12915"/>
                  </a:lnTo>
                  <a:lnTo>
                    <a:pt x="48158" y="12547"/>
                  </a:lnTo>
                  <a:close/>
                </a:path>
                <a:path w="96520" h="24765">
                  <a:moveTo>
                    <a:pt x="50571" y="4775"/>
                  </a:moveTo>
                  <a:lnTo>
                    <a:pt x="50304" y="4559"/>
                  </a:lnTo>
                  <a:lnTo>
                    <a:pt x="50076" y="4711"/>
                  </a:lnTo>
                  <a:lnTo>
                    <a:pt x="50076" y="5003"/>
                  </a:lnTo>
                  <a:lnTo>
                    <a:pt x="50241" y="5245"/>
                  </a:lnTo>
                  <a:lnTo>
                    <a:pt x="50266" y="5003"/>
                  </a:lnTo>
                  <a:lnTo>
                    <a:pt x="50444" y="4914"/>
                  </a:lnTo>
                  <a:lnTo>
                    <a:pt x="50571" y="4775"/>
                  </a:lnTo>
                  <a:close/>
                </a:path>
                <a:path w="96520" h="24765">
                  <a:moveTo>
                    <a:pt x="50609" y="1358"/>
                  </a:moveTo>
                  <a:lnTo>
                    <a:pt x="50266" y="1397"/>
                  </a:lnTo>
                  <a:lnTo>
                    <a:pt x="50241" y="1651"/>
                  </a:lnTo>
                  <a:lnTo>
                    <a:pt x="50203" y="1879"/>
                  </a:lnTo>
                  <a:lnTo>
                    <a:pt x="50419" y="1905"/>
                  </a:lnTo>
                  <a:lnTo>
                    <a:pt x="50584" y="1765"/>
                  </a:lnTo>
                  <a:lnTo>
                    <a:pt x="50609" y="1358"/>
                  </a:lnTo>
                  <a:close/>
                </a:path>
                <a:path w="96520" h="24765">
                  <a:moveTo>
                    <a:pt x="50634" y="11112"/>
                  </a:moveTo>
                  <a:lnTo>
                    <a:pt x="50622" y="10871"/>
                  </a:lnTo>
                  <a:lnTo>
                    <a:pt x="50266" y="10744"/>
                  </a:lnTo>
                  <a:lnTo>
                    <a:pt x="50203" y="11341"/>
                  </a:lnTo>
                  <a:lnTo>
                    <a:pt x="50482" y="11366"/>
                  </a:lnTo>
                  <a:lnTo>
                    <a:pt x="50419" y="11074"/>
                  </a:lnTo>
                  <a:lnTo>
                    <a:pt x="50634" y="11112"/>
                  </a:lnTo>
                  <a:close/>
                </a:path>
                <a:path w="96520" h="24765">
                  <a:moveTo>
                    <a:pt x="51104" y="11112"/>
                  </a:moveTo>
                  <a:lnTo>
                    <a:pt x="50787" y="11087"/>
                  </a:lnTo>
                  <a:lnTo>
                    <a:pt x="50838" y="11328"/>
                  </a:lnTo>
                  <a:lnTo>
                    <a:pt x="50825" y="11645"/>
                  </a:lnTo>
                  <a:lnTo>
                    <a:pt x="51015" y="11798"/>
                  </a:lnTo>
                  <a:lnTo>
                    <a:pt x="51041" y="11480"/>
                  </a:lnTo>
                  <a:lnTo>
                    <a:pt x="51104" y="11112"/>
                  </a:lnTo>
                  <a:close/>
                </a:path>
                <a:path w="96520" h="24765">
                  <a:moveTo>
                    <a:pt x="53733" y="787"/>
                  </a:moveTo>
                  <a:lnTo>
                    <a:pt x="53695" y="114"/>
                  </a:lnTo>
                  <a:lnTo>
                    <a:pt x="53467" y="0"/>
                  </a:lnTo>
                  <a:lnTo>
                    <a:pt x="53454" y="254"/>
                  </a:lnTo>
                  <a:lnTo>
                    <a:pt x="53467" y="558"/>
                  </a:lnTo>
                  <a:lnTo>
                    <a:pt x="53314" y="673"/>
                  </a:lnTo>
                  <a:lnTo>
                    <a:pt x="53733" y="787"/>
                  </a:lnTo>
                  <a:close/>
                </a:path>
                <a:path w="96520" h="24765">
                  <a:moveTo>
                    <a:pt x="53987" y="7607"/>
                  </a:moveTo>
                  <a:lnTo>
                    <a:pt x="53632" y="7556"/>
                  </a:lnTo>
                  <a:lnTo>
                    <a:pt x="53314" y="7556"/>
                  </a:lnTo>
                  <a:lnTo>
                    <a:pt x="53251" y="7823"/>
                  </a:lnTo>
                  <a:lnTo>
                    <a:pt x="53822" y="8001"/>
                  </a:lnTo>
                  <a:lnTo>
                    <a:pt x="53962" y="7810"/>
                  </a:lnTo>
                  <a:lnTo>
                    <a:pt x="53784" y="7696"/>
                  </a:lnTo>
                  <a:lnTo>
                    <a:pt x="53987" y="7607"/>
                  </a:lnTo>
                  <a:close/>
                </a:path>
                <a:path w="96520" h="24765">
                  <a:moveTo>
                    <a:pt x="54483" y="9944"/>
                  </a:moveTo>
                  <a:lnTo>
                    <a:pt x="54089" y="9969"/>
                  </a:lnTo>
                  <a:lnTo>
                    <a:pt x="53886" y="9855"/>
                  </a:lnTo>
                  <a:lnTo>
                    <a:pt x="53924" y="10007"/>
                  </a:lnTo>
                  <a:lnTo>
                    <a:pt x="53733" y="10363"/>
                  </a:lnTo>
                  <a:lnTo>
                    <a:pt x="53936" y="10363"/>
                  </a:lnTo>
                  <a:lnTo>
                    <a:pt x="54051" y="10007"/>
                  </a:lnTo>
                  <a:lnTo>
                    <a:pt x="54178" y="10134"/>
                  </a:lnTo>
                  <a:lnTo>
                    <a:pt x="54419" y="10299"/>
                  </a:lnTo>
                  <a:lnTo>
                    <a:pt x="54483" y="9944"/>
                  </a:lnTo>
                  <a:close/>
                </a:path>
                <a:path w="96520" h="24765">
                  <a:moveTo>
                    <a:pt x="57404" y="1828"/>
                  </a:moveTo>
                  <a:lnTo>
                    <a:pt x="57175" y="1701"/>
                  </a:lnTo>
                  <a:lnTo>
                    <a:pt x="56946" y="1727"/>
                  </a:lnTo>
                  <a:lnTo>
                    <a:pt x="56807" y="2336"/>
                  </a:lnTo>
                  <a:lnTo>
                    <a:pt x="57124" y="2387"/>
                  </a:lnTo>
                  <a:lnTo>
                    <a:pt x="57010" y="2057"/>
                  </a:lnTo>
                  <a:lnTo>
                    <a:pt x="57404" y="1828"/>
                  </a:lnTo>
                  <a:close/>
                </a:path>
                <a:path w="96520" h="24765">
                  <a:moveTo>
                    <a:pt x="59245" y="17894"/>
                  </a:moveTo>
                  <a:lnTo>
                    <a:pt x="59004" y="17881"/>
                  </a:lnTo>
                  <a:lnTo>
                    <a:pt x="58699" y="17881"/>
                  </a:lnTo>
                  <a:lnTo>
                    <a:pt x="58585" y="17741"/>
                  </a:lnTo>
                  <a:lnTo>
                    <a:pt x="58559" y="18072"/>
                  </a:lnTo>
                  <a:lnTo>
                    <a:pt x="58851" y="18135"/>
                  </a:lnTo>
                  <a:lnTo>
                    <a:pt x="59029" y="18262"/>
                  </a:lnTo>
                  <a:lnTo>
                    <a:pt x="58978" y="18008"/>
                  </a:lnTo>
                  <a:lnTo>
                    <a:pt x="59232" y="18084"/>
                  </a:lnTo>
                  <a:lnTo>
                    <a:pt x="59245" y="17894"/>
                  </a:lnTo>
                  <a:close/>
                </a:path>
                <a:path w="96520" h="24765">
                  <a:moveTo>
                    <a:pt x="59855" y="11963"/>
                  </a:moveTo>
                  <a:lnTo>
                    <a:pt x="59563" y="11925"/>
                  </a:lnTo>
                  <a:lnTo>
                    <a:pt x="59588" y="12166"/>
                  </a:lnTo>
                  <a:lnTo>
                    <a:pt x="59512" y="12319"/>
                  </a:lnTo>
                  <a:lnTo>
                    <a:pt x="59778" y="12509"/>
                  </a:lnTo>
                  <a:lnTo>
                    <a:pt x="59690" y="12090"/>
                  </a:lnTo>
                  <a:lnTo>
                    <a:pt x="59855" y="11963"/>
                  </a:lnTo>
                  <a:close/>
                </a:path>
                <a:path w="96520" h="24765">
                  <a:moveTo>
                    <a:pt x="60121" y="19265"/>
                  </a:moveTo>
                  <a:lnTo>
                    <a:pt x="59867" y="19189"/>
                  </a:lnTo>
                  <a:lnTo>
                    <a:pt x="59613" y="19100"/>
                  </a:lnTo>
                  <a:lnTo>
                    <a:pt x="59486" y="19113"/>
                  </a:lnTo>
                  <a:lnTo>
                    <a:pt x="59245" y="18973"/>
                  </a:lnTo>
                  <a:lnTo>
                    <a:pt x="59270" y="18783"/>
                  </a:lnTo>
                  <a:lnTo>
                    <a:pt x="58699" y="18618"/>
                  </a:lnTo>
                  <a:lnTo>
                    <a:pt x="58648" y="18351"/>
                  </a:lnTo>
                  <a:lnTo>
                    <a:pt x="58610" y="18554"/>
                  </a:lnTo>
                  <a:lnTo>
                    <a:pt x="58470" y="18275"/>
                  </a:lnTo>
                  <a:lnTo>
                    <a:pt x="58420" y="18465"/>
                  </a:lnTo>
                  <a:lnTo>
                    <a:pt x="58610" y="18719"/>
                  </a:lnTo>
                  <a:lnTo>
                    <a:pt x="58966" y="18923"/>
                  </a:lnTo>
                  <a:lnTo>
                    <a:pt x="59194" y="19100"/>
                  </a:lnTo>
                  <a:lnTo>
                    <a:pt x="58851" y="19469"/>
                  </a:lnTo>
                  <a:lnTo>
                    <a:pt x="59093" y="19646"/>
                  </a:lnTo>
                  <a:lnTo>
                    <a:pt x="59080" y="19392"/>
                  </a:lnTo>
                  <a:lnTo>
                    <a:pt x="59334" y="19215"/>
                  </a:lnTo>
                  <a:lnTo>
                    <a:pt x="59474" y="19316"/>
                  </a:lnTo>
                  <a:lnTo>
                    <a:pt x="59613" y="19469"/>
                  </a:lnTo>
                  <a:lnTo>
                    <a:pt x="59436" y="19710"/>
                  </a:lnTo>
                  <a:lnTo>
                    <a:pt x="59855" y="19761"/>
                  </a:lnTo>
                  <a:lnTo>
                    <a:pt x="60109" y="19621"/>
                  </a:lnTo>
                  <a:lnTo>
                    <a:pt x="60121" y="19265"/>
                  </a:lnTo>
                  <a:close/>
                </a:path>
                <a:path w="96520" h="24765">
                  <a:moveTo>
                    <a:pt x="60363" y="7239"/>
                  </a:moveTo>
                  <a:lnTo>
                    <a:pt x="60286" y="6870"/>
                  </a:lnTo>
                  <a:lnTo>
                    <a:pt x="59969" y="6718"/>
                  </a:lnTo>
                  <a:lnTo>
                    <a:pt x="59842" y="7315"/>
                  </a:lnTo>
                  <a:lnTo>
                    <a:pt x="60045" y="7442"/>
                  </a:lnTo>
                  <a:lnTo>
                    <a:pt x="60032" y="7124"/>
                  </a:lnTo>
                  <a:lnTo>
                    <a:pt x="60363" y="7239"/>
                  </a:lnTo>
                  <a:close/>
                </a:path>
                <a:path w="96520" h="24765">
                  <a:moveTo>
                    <a:pt x="61163" y="6756"/>
                  </a:moveTo>
                  <a:lnTo>
                    <a:pt x="60896" y="6540"/>
                  </a:lnTo>
                  <a:lnTo>
                    <a:pt x="60947" y="6819"/>
                  </a:lnTo>
                  <a:lnTo>
                    <a:pt x="60680" y="6718"/>
                  </a:lnTo>
                  <a:lnTo>
                    <a:pt x="60655" y="7048"/>
                  </a:lnTo>
                  <a:lnTo>
                    <a:pt x="60591" y="7353"/>
                  </a:lnTo>
                  <a:lnTo>
                    <a:pt x="60820" y="7429"/>
                  </a:lnTo>
                  <a:lnTo>
                    <a:pt x="60667" y="7061"/>
                  </a:lnTo>
                  <a:lnTo>
                    <a:pt x="60871" y="6858"/>
                  </a:lnTo>
                  <a:lnTo>
                    <a:pt x="61163" y="6756"/>
                  </a:lnTo>
                  <a:close/>
                </a:path>
                <a:path w="96520" h="24765">
                  <a:moveTo>
                    <a:pt x="61861" y="2654"/>
                  </a:moveTo>
                  <a:lnTo>
                    <a:pt x="61506" y="2603"/>
                  </a:lnTo>
                  <a:lnTo>
                    <a:pt x="61214" y="2730"/>
                  </a:lnTo>
                  <a:lnTo>
                    <a:pt x="61544" y="2755"/>
                  </a:lnTo>
                  <a:lnTo>
                    <a:pt x="61518" y="3086"/>
                  </a:lnTo>
                  <a:lnTo>
                    <a:pt x="61861" y="3086"/>
                  </a:lnTo>
                  <a:lnTo>
                    <a:pt x="61861" y="2654"/>
                  </a:lnTo>
                  <a:close/>
                </a:path>
                <a:path w="96520" h="24765">
                  <a:moveTo>
                    <a:pt x="64325" y="12534"/>
                  </a:moveTo>
                  <a:lnTo>
                    <a:pt x="63766" y="12585"/>
                  </a:lnTo>
                  <a:lnTo>
                    <a:pt x="63436" y="12509"/>
                  </a:lnTo>
                  <a:lnTo>
                    <a:pt x="63157" y="12725"/>
                  </a:lnTo>
                  <a:lnTo>
                    <a:pt x="63411" y="12877"/>
                  </a:lnTo>
                  <a:lnTo>
                    <a:pt x="64122" y="12776"/>
                  </a:lnTo>
                  <a:lnTo>
                    <a:pt x="64325" y="12534"/>
                  </a:lnTo>
                  <a:close/>
                </a:path>
                <a:path w="96520" h="24765">
                  <a:moveTo>
                    <a:pt x="65036" y="16535"/>
                  </a:moveTo>
                  <a:lnTo>
                    <a:pt x="64770" y="16344"/>
                  </a:lnTo>
                  <a:lnTo>
                    <a:pt x="64795" y="16637"/>
                  </a:lnTo>
                  <a:lnTo>
                    <a:pt x="64414" y="16548"/>
                  </a:lnTo>
                  <a:lnTo>
                    <a:pt x="64630" y="16802"/>
                  </a:lnTo>
                  <a:lnTo>
                    <a:pt x="64820" y="16764"/>
                  </a:lnTo>
                  <a:lnTo>
                    <a:pt x="65036" y="16802"/>
                  </a:lnTo>
                  <a:lnTo>
                    <a:pt x="65036" y="16535"/>
                  </a:lnTo>
                  <a:close/>
                </a:path>
                <a:path w="96520" h="24765">
                  <a:moveTo>
                    <a:pt x="66332" y="11468"/>
                  </a:moveTo>
                  <a:lnTo>
                    <a:pt x="66078" y="11201"/>
                  </a:lnTo>
                  <a:lnTo>
                    <a:pt x="66052" y="11455"/>
                  </a:lnTo>
                  <a:lnTo>
                    <a:pt x="66078" y="11849"/>
                  </a:lnTo>
                  <a:lnTo>
                    <a:pt x="65862" y="11582"/>
                  </a:lnTo>
                  <a:lnTo>
                    <a:pt x="65824" y="11836"/>
                  </a:lnTo>
                  <a:lnTo>
                    <a:pt x="65849" y="12052"/>
                  </a:lnTo>
                  <a:lnTo>
                    <a:pt x="65989" y="12179"/>
                  </a:lnTo>
                  <a:lnTo>
                    <a:pt x="66179" y="11912"/>
                  </a:lnTo>
                  <a:lnTo>
                    <a:pt x="66332" y="11468"/>
                  </a:lnTo>
                  <a:close/>
                </a:path>
                <a:path w="96520" h="24765">
                  <a:moveTo>
                    <a:pt x="66789" y="19939"/>
                  </a:moveTo>
                  <a:lnTo>
                    <a:pt x="66586" y="19240"/>
                  </a:lnTo>
                  <a:lnTo>
                    <a:pt x="66141" y="19367"/>
                  </a:lnTo>
                  <a:lnTo>
                    <a:pt x="66344" y="19558"/>
                  </a:lnTo>
                  <a:lnTo>
                    <a:pt x="66078" y="20205"/>
                  </a:lnTo>
                  <a:lnTo>
                    <a:pt x="66484" y="20167"/>
                  </a:lnTo>
                  <a:lnTo>
                    <a:pt x="66789" y="19939"/>
                  </a:lnTo>
                  <a:close/>
                </a:path>
                <a:path w="96520" h="24765">
                  <a:moveTo>
                    <a:pt x="69189" y="13830"/>
                  </a:moveTo>
                  <a:lnTo>
                    <a:pt x="68935" y="13830"/>
                  </a:lnTo>
                  <a:lnTo>
                    <a:pt x="68567" y="13677"/>
                  </a:lnTo>
                  <a:lnTo>
                    <a:pt x="68529" y="13970"/>
                  </a:lnTo>
                  <a:lnTo>
                    <a:pt x="69100" y="13970"/>
                  </a:lnTo>
                  <a:lnTo>
                    <a:pt x="68630" y="14211"/>
                  </a:lnTo>
                  <a:lnTo>
                    <a:pt x="69062" y="14414"/>
                  </a:lnTo>
                  <a:lnTo>
                    <a:pt x="69011" y="14122"/>
                  </a:lnTo>
                  <a:lnTo>
                    <a:pt x="69189" y="14020"/>
                  </a:lnTo>
                  <a:lnTo>
                    <a:pt x="69189" y="13830"/>
                  </a:lnTo>
                  <a:close/>
                </a:path>
                <a:path w="96520" h="24765">
                  <a:moveTo>
                    <a:pt x="69367" y="17589"/>
                  </a:moveTo>
                  <a:lnTo>
                    <a:pt x="69113" y="17703"/>
                  </a:lnTo>
                  <a:lnTo>
                    <a:pt x="69164" y="17106"/>
                  </a:lnTo>
                  <a:lnTo>
                    <a:pt x="68999" y="17462"/>
                  </a:lnTo>
                  <a:lnTo>
                    <a:pt x="68961" y="17754"/>
                  </a:lnTo>
                  <a:lnTo>
                    <a:pt x="69176" y="17792"/>
                  </a:lnTo>
                  <a:lnTo>
                    <a:pt x="69316" y="17754"/>
                  </a:lnTo>
                  <a:lnTo>
                    <a:pt x="69367" y="17602"/>
                  </a:lnTo>
                  <a:close/>
                </a:path>
                <a:path w="96520" h="24765">
                  <a:moveTo>
                    <a:pt x="69430" y="18364"/>
                  </a:moveTo>
                  <a:lnTo>
                    <a:pt x="69265" y="18275"/>
                  </a:lnTo>
                  <a:lnTo>
                    <a:pt x="69113" y="18161"/>
                  </a:lnTo>
                  <a:lnTo>
                    <a:pt x="69062" y="18440"/>
                  </a:lnTo>
                  <a:lnTo>
                    <a:pt x="69049" y="18694"/>
                  </a:lnTo>
                  <a:lnTo>
                    <a:pt x="69367" y="18669"/>
                  </a:lnTo>
                  <a:lnTo>
                    <a:pt x="69430" y="18364"/>
                  </a:lnTo>
                  <a:close/>
                </a:path>
                <a:path w="96520" h="24765">
                  <a:moveTo>
                    <a:pt x="69697" y="13474"/>
                  </a:moveTo>
                  <a:lnTo>
                    <a:pt x="69646" y="13182"/>
                  </a:lnTo>
                  <a:lnTo>
                    <a:pt x="69405" y="13169"/>
                  </a:lnTo>
                  <a:lnTo>
                    <a:pt x="69278" y="12611"/>
                  </a:lnTo>
                  <a:lnTo>
                    <a:pt x="69088" y="12839"/>
                  </a:lnTo>
                  <a:lnTo>
                    <a:pt x="69227" y="12941"/>
                  </a:lnTo>
                  <a:lnTo>
                    <a:pt x="69278" y="13106"/>
                  </a:lnTo>
                  <a:lnTo>
                    <a:pt x="69253" y="13347"/>
                  </a:lnTo>
                  <a:lnTo>
                    <a:pt x="69418" y="13347"/>
                  </a:lnTo>
                  <a:lnTo>
                    <a:pt x="69697" y="13474"/>
                  </a:lnTo>
                  <a:close/>
                </a:path>
                <a:path w="96520" h="24765">
                  <a:moveTo>
                    <a:pt x="69989" y="12458"/>
                  </a:moveTo>
                  <a:lnTo>
                    <a:pt x="69646" y="12052"/>
                  </a:lnTo>
                  <a:lnTo>
                    <a:pt x="69443" y="12280"/>
                  </a:lnTo>
                  <a:lnTo>
                    <a:pt x="69545" y="12496"/>
                  </a:lnTo>
                  <a:lnTo>
                    <a:pt x="69748" y="12623"/>
                  </a:lnTo>
                  <a:lnTo>
                    <a:pt x="69989" y="12712"/>
                  </a:lnTo>
                  <a:lnTo>
                    <a:pt x="69989" y="12458"/>
                  </a:lnTo>
                  <a:close/>
                </a:path>
                <a:path w="96520" h="24765">
                  <a:moveTo>
                    <a:pt x="71691" y="16319"/>
                  </a:moveTo>
                  <a:lnTo>
                    <a:pt x="71386" y="16294"/>
                  </a:lnTo>
                  <a:lnTo>
                    <a:pt x="71501" y="16649"/>
                  </a:lnTo>
                  <a:lnTo>
                    <a:pt x="71069" y="16891"/>
                  </a:lnTo>
                  <a:lnTo>
                    <a:pt x="71323" y="17081"/>
                  </a:lnTo>
                  <a:lnTo>
                    <a:pt x="71475" y="16852"/>
                  </a:lnTo>
                  <a:lnTo>
                    <a:pt x="71475" y="16497"/>
                  </a:lnTo>
                  <a:lnTo>
                    <a:pt x="71691" y="16332"/>
                  </a:lnTo>
                  <a:close/>
                </a:path>
                <a:path w="96520" h="24765">
                  <a:moveTo>
                    <a:pt x="73875" y="14135"/>
                  </a:moveTo>
                  <a:lnTo>
                    <a:pt x="73723" y="14046"/>
                  </a:lnTo>
                  <a:lnTo>
                    <a:pt x="73520" y="13423"/>
                  </a:lnTo>
                  <a:lnTo>
                    <a:pt x="73317" y="13792"/>
                  </a:lnTo>
                  <a:lnTo>
                    <a:pt x="73444" y="13919"/>
                  </a:lnTo>
                  <a:lnTo>
                    <a:pt x="73748" y="14401"/>
                  </a:lnTo>
                  <a:lnTo>
                    <a:pt x="73875" y="14135"/>
                  </a:lnTo>
                  <a:close/>
                </a:path>
                <a:path w="96520" h="24765">
                  <a:moveTo>
                    <a:pt x="74676" y="16979"/>
                  </a:moveTo>
                  <a:lnTo>
                    <a:pt x="74549" y="16433"/>
                  </a:lnTo>
                  <a:lnTo>
                    <a:pt x="74409" y="15659"/>
                  </a:lnTo>
                  <a:lnTo>
                    <a:pt x="73875" y="15735"/>
                  </a:lnTo>
                  <a:lnTo>
                    <a:pt x="74320" y="15951"/>
                  </a:lnTo>
                  <a:lnTo>
                    <a:pt x="74256" y="16725"/>
                  </a:lnTo>
                  <a:lnTo>
                    <a:pt x="74676" y="16979"/>
                  </a:lnTo>
                  <a:close/>
                </a:path>
                <a:path w="96520" h="24765">
                  <a:moveTo>
                    <a:pt x="75399" y="19977"/>
                  </a:moveTo>
                  <a:lnTo>
                    <a:pt x="75336" y="19735"/>
                  </a:lnTo>
                  <a:lnTo>
                    <a:pt x="75247" y="19507"/>
                  </a:lnTo>
                  <a:lnTo>
                    <a:pt x="74968" y="19456"/>
                  </a:lnTo>
                  <a:lnTo>
                    <a:pt x="74942" y="19583"/>
                  </a:lnTo>
                  <a:lnTo>
                    <a:pt x="74841" y="19837"/>
                  </a:lnTo>
                  <a:lnTo>
                    <a:pt x="75082" y="19951"/>
                  </a:lnTo>
                  <a:lnTo>
                    <a:pt x="75399" y="19977"/>
                  </a:lnTo>
                  <a:close/>
                </a:path>
                <a:path w="96520" h="24765">
                  <a:moveTo>
                    <a:pt x="79908" y="13792"/>
                  </a:moveTo>
                  <a:lnTo>
                    <a:pt x="79743" y="13576"/>
                  </a:lnTo>
                  <a:lnTo>
                    <a:pt x="79679" y="13258"/>
                  </a:lnTo>
                  <a:lnTo>
                    <a:pt x="79336" y="13233"/>
                  </a:lnTo>
                  <a:lnTo>
                    <a:pt x="79438" y="13487"/>
                  </a:lnTo>
                  <a:lnTo>
                    <a:pt x="79552" y="13779"/>
                  </a:lnTo>
                  <a:lnTo>
                    <a:pt x="79679" y="14020"/>
                  </a:lnTo>
                  <a:lnTo>
                    <a:pt x="79781" y="13792"/>
                  </a:lnTo>
                  <a:lnTo>
                    <a:pt x="79908" y="13792"/>
                  </a:lnTo>
                  <a:close/>
                </a:path>
                <a:path w="96520" h="24765">
                  <a:moveTo>
                    <a:pt x="80238" y="18834"/>
                  </a:moveTo>
                  <a:lnTo>
                    <a:pt x="79857" y="18669"/>
                  </a:lnTo>
                  <a:lnTo>
                    <a:pt x="79743" y="18808"/>
                  </a:lnTo>
                  <a:lnTo>
                    <a:pt x="79590" y="18859"/>
                  </a:lnTo>
                  <a:lnTo>
                    <a:pt x="79540" y="19050"/>
                  </a:lnTo>
                  <a:lnTo>
                    <a:pt x="79806" y="19062"/>
                  </a:lnTo>
                  <a:lnTo>
                    <a:pt x="80238" y="18834"/>
                  </a:lnTo>
                  <a:close/>
                </a:path>
                <a:path w="96520" h="24765">
                  <a:moveTo>
                    <a:pt x="82105" y="19469"/>
                  </a:moveTo>
                  <a:lnTo>
                    <a:pt x="81813" y="19240"/>
                  </a:lnTo>
                  <a:lnTo>
                    <a:pt x="81508" y="19316"/>
                  </a:lnTo>
                  <a:lnTo>
                    <a:pt x="81597" y="19583"/>
                  </a:lnTo>
                  <a:lnTo>
                    <a:pt x="81788" y="19761"/>
                  </a:lnTo>
                  <a:lnTo>
                    <a:pt x="81953" y="19939"/>
                  </a:lnTo>
                  <a:lnTo>
                    <a:pt x="81838" y="19634"/>
                  </a:lnTo>
                  <a:lnTo>
                    <a:pt x="82105" y="19469"/>
                  </a:lnTo>
                  <a:close/>
                </a:path>
                <a:path w="96520" h="24765">
                  <a:moveTo>
                    <a:pt x="82689" y="20281"/>
                  </a:moveTo>
                  <a:lnTo>
                    <a:pt x="82308" y="20256"/>
                  </a:lnTo>
                  <a:lnTo>
                    <a:pt x="82296" y="20574"/>
                  </a:lnTo>
                  <a:lnTo>
                    <a:pt x="82118" y="20662"/>
                  </a:lnTo>
                  <a:lnTo>
                    <a:pt x="82346" y="20840"/>
                  </a:lnTo>
                  <a:lnTo>
                    <a:pt x="82588" y="20586"/>
                  </a:lnTo>
                  <a:lnTo>
                    <a:pt x="82689" y="20281"/>
                  </a:lnTo>
                  <a:close/>
                </a:path>
                <a:path w="96520" h="24765">
                  <a:moveTo>
                    <a:pt x="83134" y="12026"/>
                  </a:moveTo>
                  <a:lnTo>
                    <a:pt x="82804" y="12026"/>
                  </a:lnTo>
                  <a:lnTo>
                    <a:pt x="82842" y="12801"/>
                  </a:lnTo>
                  <a:lnTo>
                    <a:pt x="83134" y="12026"/>
                  </a:lnTo>
                  <a:close/>
                </a:path>
                <a:path w="96520" h="24765">
                  <a:moveTo>
                    <a:pt x="84201" y="21056"/>
                  </a:moveTo>
                  <a:lnTo>
                    <a:pt x="83629" y="20637"/>
                  </a:lnTo>
                  <a:lnTo>
                    <a:pt x="83388" y="21043"/>
                  </a:lnTo>
                  <a:lnTo>
                    <a:pt x="83756" y="21183"/>
                  </a:lnTo>
                  <a:lnTo>
                    <a:pt x="83578" y="21539"/>
                  </a:lnTo>
                  <a:lnTo>
                    <a:pt x="83997" y="21767"/>
                  </a:lnTo>
                  <a:lnTo>
                    <a:pt x="84201" y="21056"/>
                  </a:lnTo>
                  <a:close/>
                </a:path>
                <a:path w="96520" h="24765">
                  <a:moveTo>
                    <a:pt x="84607" y="12801"/>
                  </a:moveTo>
                  <a:lnTo>
                    <a:pt x="84061" y="12801"/>
                  </a:lnTo>
                  <a:lnTo>
                    <a:pt x="84124" y="13169"/>
                  </a:lnTo>
                  <a:lnTo>
                    <a:pt x="84582" y="13169"/>
                  </a:lnTo>
                  <a:lnTo>
                    <a:pt x="84607" y="12801"/>
                  </a:lnTo>
                  <a:close/>
                </a:path>
                <a:path w="96520" h="24765">
                  <a:moveTo>
                    <a:pt x="85471" y="13792"/>
                  </a:moveTo>
                  <a:lnTo>
                    <a:pt x="85331" y="13538"/>
                  </a:lnTo>
                  <a:lnTo>
                    <a:pt x="84416" y="13601"/>
                  </a:lnTo>
                  <a:lnTo>
                    <a:pt x="84696" y="13906"/>
                  </a:lnTo>
                  <a:lnTo>
                    <a:pt x="84823" y="13627"/>
                  </a:lnTo>
                  <a:lnTo>
                    <a:pt x="85001" y="14236"/>
                  </a:lnTo>
                  <a:lnTo>
                    <a:pt x="85267" y="14236"/>
                  </a:lnTo>
                  <a:lnTo>
                    <a:pt x="85013" y="13741"/>
                  </a:lnTo>
                  <a:lnTo>
                    <a:pt x="85318" y="13868"/>
                  </a:lnTo>
                  <a:lnTo>
                    <a:pt x="85471" y="13792"/>
                  </a:lnTo>
                  <a:close/>
                </a:path>
                <a:path w="96520" h="24765">
                  <a:moveTo>
                    <a:pt x="86855" y="17995"/>
                  </a:moveTo>
                  <a:lnTo>
                    <a:pt x="86715" y="17665"/>
                  </a:lnTo>
                  <a:lnTo>
                    <a:pt x="86423" y="16916"/>
                  </a:lnTo>
                  <a:lnTo>
                    <a:pt x="85940" y="17310"/>
                  </a:lnTo>
                  <a:lnTo>
                    <a:pt x="86448" y="17272"/>
                  </a:lnTo>
                  <a:lnTo>
                    <a:pt x="86512" y="18249"/>
                  </a:lnTo>
                  <a:lnTo>
                    <a:pt x="86855" y="17995"/>
                  </a:lnTo>
                  <a:close/>
                </a:path>
                <a:path w="96520" h="24765">
                  <a:moveTo>
                    <a:pt x="88315" y="14706"/>
                  </a:moveTo>
                  <a:lnTo>
                    <a:pt x="86487" y="14490"/>
                  </a:lnTo>
                  <a:lnTo>
                    <a:pt x="87325" y="15468"/>
                  </a:lnTo>
                  <a:lnTo>
                    <a:pt x="88265" y="15468"/>
                  </a:lnTo>
                  <a:lnTo>
                    <a:pt x="88315" y="14706"/>
                  </a:lnTo>
                  <a:close/>
                </a:path>
                <a:path w="96520" h="24765">
                  <a:moveTo>
                    <a:pt x="89789" y="9334"/>
                  </a:moveTo>
                  <a:lnTo>
                    <a:pt x="89573" y="9169"/>
                  </a:lnTo>
                  <a:lnTo>
                    <a:pt x="89217" y="8775"/>
                  </a:lnTo>
                  <a:lnTo>
                    <a:pt x="89115" y="9334"/>
                  </a:lnTo>
                  <a:lnTo>
                    <a:pt x="89344" y="9359"/>
                  </a:lnTo>
                  <a:lnTo>
                    <a:pt x="89344" y="9194"/>
                  </a:lnTo>
                  <a:lnTo>
                    <a:pt x="89573" y="9334"/>
                  </a:lnTo>
                  <a:lnTo>
                    <a:pt x="89344" y="9461"/>
                  </a:lnTo>
                  <a:lnTo>
                    <a:pt x="89674" y="9588"/>
                  </a:lnTo>
                  <a:lnTo>
                    <a:pt x="89789" y="9334"/>
                  </a:lnTo>
                  <a:close/>
                </a:path>
                <a:path w="96520" h="24765">
                  <a:moveTo>
                    <a:pt x="92875" y="17449"/>
                  </a:moveTo>
                  <a:lnTo>
                    <a:pt x="90944" y="17106"/>
                  </a:lnTo>
                  <a:lnTo>
                    <a:pt x="91059" y="17449"/>
                  </a:lnTo>
                  <a:lnTo>
                    <a:pt x="91109" y="17614"/>
                  </a:lnTo>
                  <a:lnTo>
                    <a:pt x="91973" y="18592"/>
                  </a:lnTo>
                  <a:lnTo>
                    <a:pt x="91681" y="18592"/>
                  </a:lnTo>
                  <a:lnTo>
                    <a:pt x="91719" y="18821"/>
                  </a:lnTo>
                  <a:lnTo>
                    <a:pt x="91821" y="19367"/>
                  </a:lnTo>
                  <a:lnTo>
                    <a:pt x="92240" y="19367"/>
                  </a:lnTo>
                  <a:lnTo>
                    <a:pt x="92049" y="18821"/>
                  </a:lnTo>
                  <a:lnTo>
                    <a:pt x="92760" y="18592"/>
                  </a:lnTo>
                  <a:lnTo>
                    <a:pt x="92875" y="17449"/>
                  </a:lnTo>
                  <a:close/>
                </a:path>
                <a:path w="96520" h="24765">
                  <a:moveTo>
                    <a:pt x="93802" y="24269"/>
                  </a:moveTo>
                  <a:lnTo>
                    <a:pt x="93776" y="23914"/>
                  </a:lnTo>
                  <a:lnTo>
                    <a:pt x="93370" y="23736"/>
                  </a:lnTo>
                  <a:lnTo>
                    <a:pt x="93103" y="23698"/>
                  </a:lnTo>
                  <a:lnTo>
                    <a:pt x="93052" y="24053"/>
                  </a:lnTo>
                  <a:lnTo>
                    <a:pt x="93408" y="24003"/>
                  </a:lnTo>
                  <a:lnTo>
                    <a:pt x="93446" y="24257"/>
                  </a:lnTo>
                  <a:lnTo>
                    <a:pt x="93218" y="24371"/>
                  </a:lnTo>
                  <a:lnTo>
                    <a:pt x="93484" y="24295"/>
                  </a:lnTo>
                  <a:lnTo>
                    <a:pt x="93802" y="24269"/>
                  </a:lnTo>
                  <a:close/>
                </a:path>
                <a:path w="96520" h="24765">
                  <a:moveTo>
                    <a:pt x="96215" y="20802"/>
                  </a:moveTo>
                  <a:lnTo>
                    <a:pt x="95592" y="20332"/>
                  </a:lnTo>
                  <a:lnTo>
                    <a:pt x="95719" y="20040"/>
                  </a:lnTo>
                  <a:lnTo>
                    <a:pt x="95262" y="20408"/>
                  </a:lnTo>
                  <a:lnTo>
                    <a:pt x="95504" y="20281"/>
                  </a:lnTo>
                  <a:lnTo>
                    <a:pt x="95275" y="20612"/>
                  </a:lnTo>
                  <a:lnTo>
                    <a:pt x="95567" y="20586"/>
                  </a:lnTo>
                  <a:lnTo>
                    <a:pt x="95821" y="21196"/>
                  </a:lnTo>
                  <a:lnTo>
                    <a:pt x="95948" y="20955"/>
                  </a:lnTo>
                  <a:lnTo>
                    <a:pt x="96215" y="20802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3" name="object 193"/>
            <p:cNvSpPr/>
            <p:nvPr/>
          </p:nvSpPr>
          <p:spPr>
            <a:xfrm>
              <a:off x="3980891" y="1012989"/>
              <a:ext cx="81915" cy="39370"/>
            </a:xfrm>
            <a:custGeom>
              <a:avLst/>
              <a:gdLst/>
              <a:ahLst/>
              <a:cxnLst/>
              <a:rect l="l" t="t" r="r" b="b"/>
              <a:pathLst>
                <a:path w="81914" h="39369">
                  <a:moveTo>
                    <a:pt x="571" y="29718"/>
                  </a:moveTo>
                  <a:lnTo>
                    <a:pt x="533" y="29019"/>
                  </a:lnTo>
                  <a:lnTo>
                    <a:pt x="152" y="29235"/>
                  </a:lnTo>
                  <a:lnTo>
                    <a:pt x="25" y="29438"/>
                  </a:lnTo>
                  <a:lnTo>
                    <a:pt x="0" y="29743"/>
                  </a:lnTo>
                  <a:lnTo>
                    <a:pt x="266" y="29616"/>
                  </a:lnTo>
                  <a:lnTo>
                    <a:pt x="457" y="29984"/>
                  </a:lnTo>
                  <a:lnTo>
                    <a:pt x="495" y="29768"/>
                  </a:lnTo>
                  <a:close/>
                </a:path>
                <a:path w="81914" h="39369">
                  <a:moveTo>
                    <a:pt x="1028" y="24587"/>
                  </a:moveTo>
                  <a:lnTo>
                    <a:pt x="749" y="24371"/>
                  </a:lnTo>
                  <a:lnTo>
                    <a:pt x="685" y="24168"/>
                  </a:lnTo>
                  <a:lnTo>
                    <a:pt x="609" y="24371"/>
                  </a:lnTo>
                  <a:lnTo>
                    <a:pt x="457" y="24485"/>
                  </a:lnTo>
                  <a:lnTo>
                    <a:pt x="355" y="24638"/>
                  </a:lnTo>
                  <a:lnTo>
                    <a:pt x="698" y="24523"/>
                  </a:lnTo>
                  <a:lnTo>
                    <a:pt x="800" y="24777"/>
                  </a:lnTo>
                  <a:lnTo>
                    <a:pt x="1028" y="24587"/>
                  </a:lnTo>
                  <a:close/>
                </a:path>
                <a:path w="81914" h="39369">
                  <a:moveTo>
                    <a:pt x="1409" y="30251"/>
                  </a:moveTo>
                  <a:lnTo>
                    <a:pt x="1117" y="30226"/>
                  </a:lnTo>
                  <a:lnTo>
                    <a:pt x="977" y="30391"/>
                  </a:lnTo>
                  <a:lnTo>
                    <a:pt x="901" y="30594"/>
                  </a:lnTo>
                  <a:lnTo>
                    <a:pt x="1130" y="30556"/>
                  </a:lnTo>
                  <a:lnTo>
                    <a:pt x="1346" y="30492"/>
                  </a:lnTo>
                  <a:lnTo>
                    <a:pt x="1409" y="30251"/>
                  </a:lnTo>
                  <a:close/>
                </a:path>
                <a:path w="81914" h="39369">
                  <a:moveTo>
                    <a:pt x="1765" y="29565"/>
                  </a:moveTo>
                  <a:lnTo>
                    <a:pt x="1447" y="29603"/>
                  </a:lnTo>
                  <a:lnTo>
                    <a:pt x="1257" y="29768"/>
                  </a:lnTo>
                  <a:lnTo>
                    <a:pt x="1155" y="30022"/>
                  </a:lnTo>
                  <a:lnTo>
                    <a:pt x="1422" y="30162"/>
                  </a:lnTo>
                  <a:lnTo>
                    <a:pt x="1333" y="29845"/>
                  </a:lnTo>
                  <a:lnTo>
                    <a:pt x="1600" y="29933"/>
                  </a:lnTo>
                  <a:lnTo>
                    <a:pt x="1651" y="29794"/>
                  </a:lnTo>
                  <a:lnTo>
                    <a:pt x="1574" y="29667"/>
                  </a:lnTo>
                  <a:lnTo>
                    <a:pt x="1765" y="29565"/>
                  </a:lnTo>
                  <a:close/>
                </a:path>
                <a:path w="81914" h="39369">
                  <a:moveTo>
                    <a:pt x="2286" y="22136"/>
                  </a:moveTo>
                  <a:lnTo>
                    <a:pt x="2260" y="21932"/>
                  </a:lnTo>
                  <a:lnTo>
                    <a:pt x="2006" y="21983"/>
                  </a:lnTo>
                  <a:lnTo>
                    <a:pt x="2286" y="22136"/>
                  </a:lnTo>
                  <a:close/>
                </a:path>
                <a:path w="81914" h="39369">
                  <a:moveTo>
                    <a:pt x="2514" y="21780"/>
                  </a:moveTo>
                  <a:lnTo>
                    <a:pt x="2349" y="21615"/>
                  </a:lnTo>
                  <a:lnTo>
                    <a:pt x="2146" y="21628"/>
                  </a:lnTo>
                  <a:lnTo>
                    <a:pt x="2260" y="21932"/>
                  </a:lnTo>
                  <a:lnTo>
                    <a:pt x="2501" y="21958"/>
                  </a:lnTo>
                  <a:lnTo>
                    <a:pt x="2514" y="21780"/>
                  </a:lnTo>
                  <a:close/>
                </a:path>
                <a:path w="81914" h="39369">
                  <a:moveTo>
                    <a:pt x="3467" y="29730"/>
                  </a:moveTo>
                  <a:lnTo>
                    <a:pt x="3098" y="29591"/>
                  </a:lnTo>
                  <a:lnTo>
                    <a:pt x="3035" y="29832"/>
                  </a:lnTo>
                  <a:lnTo>
                    <a:pt x="2882" y="29959"/>
                  </a:lnTo>
                  <a:lnTo>
                    <a:pt x="3035" y="30581"/>
                  </a:lnTo>
                  <a:lnTo>
                    <a:pt x="3225" y="30289"/>
                  </a:lnTo>
                  <a:lnTo>
                    <a:pt x="3187" y="30137"/>
                  </a:lnTo>
                  <a:lnTo>
                    <a:pt x="3314" y="29946"/>
                  </a:lnTo>
                  <a:lnTo>
                    <a:pt x="3467" y="29730"/>
                  </a:lnTo>
                  <a:close/>
                </a:path>
                <a:path w="81914" h="39369">
                  <a:moveTo>
                    <a:pt x="3746" y="21005"/>
                  </a:moveTo>
                  <a:lnTo>
                    <a:pt x="3568" y="20942"/>
                  </a:lnTo>
                  <a:lnTo>
                    <a:pt x="3556" y="21120"/>
                  </a:lnTo>
                  <a:lnTo>
                    <a:pt x="3416" y="21031"/>
                  </a:lnTo>
                  <a:lnTo>
                    <a:pt x="3073" y="20739"/>
                  </a:lnTo>
                  <a:lnTo>
                    <a:pt x="2997" y="20929"/>
                  </a:lnTo>
                  <a:lnTo>
                    <a:pt x="3225" y="21005"/>
                  </a:lnTo>
                  <a:lnTo>
                    <a:pt x="3251" y="21247"/>
                  </a:lnTo>
                  <a:lnTo>
                    <a:pt x="3543" y="21259"/>
                  </a:lnTo>
                  <a:lnTo>
                    <a:pt x="3746" y="21005"/>
                  </a:lnTo>
                  <a:close/>
                </a:path>
                <a:path w="81914" h="39369">
                  <a:moveTo>
                    <a:pt x="3911" y="26339"/>
                  </a:moveTo>
                  <a:lnTo>
                    <a:pt x="3352" y="26682"/>
                  </a:lnTo>
                  <a:lnTo>
                    <a:pt x="3352" y="26873"/>
                  </a:lnTo>
                  <a:lnTo>
                    <a:pt x="3695" y="27305"/>
                  </a:lnTo>
                  <a:lnTo>
                    <a:pt x="3911" y="26339"/>
                  </a:lnTo>
                  <a:close/>
                </a:path>
                <a:path w="81914" h="39369">
                  <a:moveTo>
                    <a:pt x="8826" y="16522"/>
                  </a:moveTo>
                  <a:lnTo>
                    <a:pt x="8509" y="16611"/>
                  </a:lnTo>
                  <a:lnTo>
                    <a:pt x="8432" y="16433"/>
                  </a:lnTo>
                  <a:lnTo>
                    <a:pt x="8255" y="16573"/>
                  </a:lnTo>
                  <a:lnTo>
                    <a:pt x="8623" y="16941"/>
                  </a:lnTo>
                  <a:lnTo>
                    <a:pt x="8432" y="16814"/>
                  </a:lnTo>
                  <a:lnTo>
                    <a:pt x="8775" y="17208"/>
                  </a:lnTo>
                  <a:lnTo>
                    <a:pt x="8775" y="16967"/>
                  </a:lnTo>
                  <a:lnTo>
                    <a:pt x="8699" y="16776"/>
                  </a:lnTo>
                  <a:lnTo>
                    <a:pt x="8636" y="16598"/>
                  </a:lnTo>
                  <a:lnTo>
                    <a:pt x="8826" y="16522"/>
                  </a:lnTo>
                  <a:close/>
                </a:path>
                <a:path w="81914" h="39369">
                  <a:moveTo>
                    <a:pt x="10769" y="19748"/>
                  </a:moveTo>
                  <a:lnTo>
                    <a:pt x="10515" y="19773"/>
                  </a:lnTo>
                  <a:lnTo>
                    <a:pt x="10274" y="19786"/>
                  </a:lnTo>
                  <a:lnTo>
                    <a:pt x="10261" y="20091"/>
                  </a:lnTo>
                  <a:lnTo>
                    <a:pt x="10528" y="20091"/>
                  </a:lnTo>
                  <a:lnTo>
                    <a:pt x="10629" y="19900"/>
                  </a:lnTo>
                  <a:lnTo>
                    <a:pt x="10769" y="19748"/>
                  </a:lnTo>
                  <a:close/>
                </a:path>
                <a:path w="81914" h="39369">
                  <a:moveTo>
                    <a:pt x="11099" y="16446"/>
                  </a:moveTo>
                  <a:lnTo>
                    <a:pt x="10972" y="16217"/>
                  </a:lnTo>
                  <a:lnTo>
                    <a:pt x="10693" y="16192"/>
                  </a:lnTo>
                  <a:lnTo>
                    <a:pt x="10617" y="16408"/>
                  </a:lnTo>
                  <a:lnTo>
                    <a:pt x="10795" y="16852"/>
                  </a:lnTo>
                  <a:lnTo>
                    <a:pt x="10947" y="16598"/>
                  </a:lnTo>
                  <a:lnTo>
                    <a:pt x="10706" y="16560"/>
                  </a:lnTo>
                  <a:lnTo>
                    <a:pt x="11099" y="16446"/>
                  </a:lnTo>
                  <a:close/>
                </a:path>
                <a:path w="81914" h="39369">
                  <a:moveTo>
                    <a:pt x="11658" y="14770"/>
                  </a:moveTo>
                  <a:lnTo>
                    <a:pt x="11226" y="14554"/>
                  </a:lnTo>
                  <a:lnTo>
                    <a:pt x="11112" y="14744"/>
                  </a:lnTo>
                  <a:lnTo>
                    <a:pt x="10845" y="14630"/>
                  </a:lnTo>
                  <a:lnTo>
                    <a:pt x="10795" y="14871"/>
                  </a:lnTo>
                  <a:lnTo>
                    <a:pt x="10629" y="14909"/>
                  </a:lnTo>
                  <a:lnTo>
                    <a:pt x="10896" y="15024"/>
                  </a:lnTo>
                  <a:lnTo>
                    <a:pt x="10998" y="14820"/>
                  </a:lnTo>
                  <a:lnTo>
                    <a:pt x="11658" y="14770"/>
                  </a:lnTo>
                  <a:close/>
                </a:path>
                <a:path w="81914" h="39369">
                  <a:moveTo>
                    <a:pt x="14160" y="22542"/>
                  </a:moveTo>
                  <a:lnTo>
                    <a:pt x="13716" y="22428"/>
                  </a:lnTo>
                  <a:lnTo>
                    <a:pt x="13703" y="22733"/>
                  </a:lnTo>
                  <a:lnTo>
                    <a:pt x="13474" y="22783"/>
                  </a:lnTo>
                  <a:lnTo>
                    <a:pt x="13373" y="22987"/>
                  </a:lnTo>
                  <a:lnTo>
                    <a:pt x="13614" y="23037"/>
                  </a:lnTo>
                  <a:lnTo>
                    <a:pt x="14160" y="22542"/>
                  </a:lnTo>
                  <a:close/>
                </a:path>
                <a:path w="81914" h="39369">
                  <a:moveTo>
                    <a:pt x="15659" y="20129"/>
                  </a:moveTo>
                  <a:lnTo>
                    <a:pt x="15506" y="19723"/>
                  </a:lnTo>
                  <a:lnTo>
                    <a:pt x="14909" y="19761"/>
                  </a:lnTo>
                  <a:lnTo>
                    <a:pt x="14554" y="19583"/>
                  </a:lnTo>
                  <a:lnTo>
                    <a:pt x="14287" y="20116"/>
                  </a:lnTo>
                  <a:lnTo>
                    <a:pt x="14973" y="19913"/>
                  </a:lnTo>
                  <a:lnTo>
                    <a:pt x="14389" y="20345"/>
                  </a:lnTo>
                  <a:lnTo>
                    <a:pt x="14554" y="20535"/>
                  </a:lnTo>
                  <a:lnTo>
                    <a:pt x="14795" y="20332"/>
                  </a:lnTo>
                  <a:lnTo>
                    <a:pt x="14909" y="20002"/>
                  </a:lnTo>
                  <a:lnTo>
                    <a:pt x="15189" y="19900"/>
                  </a:lnTo>
                  <a:lnTo>
                    <a:pt x="15151" y="20281"/>
                  </a:lnTo>
                  <a:lnTo>
                    <a:pt x="15430" y="20129"/>
                  </a:lnTo>
                  <a:lnTo>
                    <a:pt x="15659" y="20129"/>
                  </a:lnTo>
                  <a:close/>
                </a:path>
                <a:path w="81914" h="39369">
                  <a:moveTo>
                    <a:pt x="16294" y="19215"/>
                  </a:moveTo>
                  <a:lnTo>
                    <a:pt x="16078" y="19126"/>
                  </a:lnTo>
                  <a:lnTo>
                    <a:pt x="16116" y="18821"/>
                  </a:lnTo>
                  <a:lnTo>
                    <a:pt x="15849" y="18783"/>
                  </a:lnTo>
                  <a:lnTo>
                    <a:pt x="15836" y="19024"/>
                  </a:lnTo>
                  <a:lnTo>
                    <a:pt x="16141" y="19443"/>
                  </a:lnTo>
                  <a:lnTo>
                    <a:pt x="16294" y="19215"/>
                  </a:lnTo>
                  <a:close/>
                </a:path>
                <a:path w="81914" h="39369">
                  <a:moveTo>
                    <a:pt x="16598" y="21323"/>
                  </a:moveTo>
                  <a:lnTo>
                    <a:pt x="16205" y="21285"/>
                  </a:lnTo>
                  <a:lnTo>
                    <a:pt x="16129" y="21526"/>
                  </a:lnTo>
                  <a:lnTo>
                    <a:pt x="16103" y="21805"/>
                  </a:lnTo>
                  <a:lnTo>
                    <a:pt x="15951" y="22136"/>
                  </a:lnTo>
                  <a:lnTo>
                    <a:pt x="16332" y="22072"/>
                  </a:lnTo>
                  <a:lnTo>
                    <a:pt x="16395" y="21615"/>
                  </a:lnTo>
                  <a:lnTo>
                    <a:pt x="16598" y="21323"/>
                  </a:lnTo>
                  <a:close/>
                </a:path>
                <a:path w="81914" h="39369">
                  <a:moveTo>
                    <a:pt x="17310" y="20866"/>
                  </a:moveTo>
                  <a:lnTo>
                    <a:pt x="17081" y="20828"/>
                  </a:lnTo>
                  <a:lnTo>
                    <a:pt x="17005" y="21005"/>
                  </a:lnTo>
                  <a:lnTo>
                    <a:pt x="16814" y="21031"/>
                  </a:lnTo>
                  <a:lnTo>
                    <a:pt x="16852" y="21386"/>
                  </a:lnTo>
                  <a:lnTo>
                    <a:pt x="16979" y="21640"/>
                  </a:lnTo>
                  <a:lnTo>
                    <a:pt x="17132" y="21932"/>
                  </a:lnTo>
                  <a:lnTo>
                    <a:pt x="17246" y="21424"/>
                  </a:lnTo>
                  <a:lnTo>
                    <a:pt x="17005" y="21056"/>
                  </a:lnTo>
                  <a:lnTo>
                    <a:pt x="17310" y="20866"/>
                  </a:lnTo>
                  <a:close/>
                </a:path>
                <a:path w="81914" h="39369">
                  <a:moveTo>
                    <a:pt x="17653" y="31191"/>
                  </a:moveTo>
                  <a:lnTo>
                    <a:pt x="17399" y="31203"/>
                  </a:lnTo>
                  <a:lnTo>
                    <a:pt x="17348" y="31445"/>
                  </a:lnTo>
                  <a:lnTo>
                    <a:pt x="17322" y="31711"/>
                  </a:lnTo>
                  <a:lnTo>
                    <a:pt x="17653" y="31610"/>
                  </a:lnTo>
                  <a:lnTo>
                    <a:pt x="17627" y="31419"/>
                  </a:lnTo>
                  <a:lnTo>
                    <a:pt x="17653" y="31191"/>
                  </a:lnTo>
                  <a:close/>
                </a:path>
                <a:path w="81914" h="39369">
                  <a:moveTo>
                    <a:pt x="18542" y="16471"/>
                  </a:moveTo>
                  <a:lnTo>
                    <a:pt x="18465" y="16332"/>
                  </a:lnTo>
                  <a:lnTo>
                    <a:pt x="18072" y="16306"/>
                  </a:lnTo>
                  <a:lnTo>
                    <a:pt x="18008" y="16510"/>
                  </a:lnTo>
                  <a:lnTo>
                    <a:pt x="18199" y="16522"/>
                  </a:lnTo>
                  <a:lnTo>
                    <a:pt x="18135" y="16814"/>
                  </a:lnTo>
                  <a:lnTo>
                    <a:pt x="18491" y="16954"/>
                  </a:lnTo>
                  <a:lnTo>
                    <a:pt x="18542" y="16471"/>
                  </a:lnTo>
                  <a:close/>
                </a:path>
                <a:path w="81914" h="39369">
                  <a:moveTo>
                    <a:pt x="18732" y="24091"/>
                  </a:moveTo>
                  <a:lnTo>
                    <a:pt x="18630" y="23964"/>
                  </a:lnTo>
                  <a:lnTo>
                    <a:pt x="18694" y="23634"/>
                  </a:lnTo>
                  <a:lnTo>
                    <a:pt x="18542" y="23609"/>
                  </a:lnTo>
                  <a:lnTo>
                    <a:pt x="18288" y="23228"/>
                  </a:lnTo>
                  <a:lnTo>
                    <a:pt x="18135" y="23495"/>
                  </a:lnTo>
                  <a:lnTo>
                    <a:pt x="18478" y="23634"/>
                  </a:lnTo>
                  <a:lnTo>
                    <a:pt x="18478" y="24091"/>
                  </a:lnTo>
                  <a:lnTo>
                    <a:pt x="18732" y="24333"/>
                  </a:lnTo>
                  <a:lnTo>
                    <a:pt x="18732" y="24091"/>
                  </a:lnTo>
                  <a:close/>
                </a:path>
                <a:path w="81914" h="39369">
                  <a:moveTo>
                    <a:pt x="19100" y="21132"/>
                  </a:moveTo>
                  <a:lnTo>
                    <a:pt x="18554" y="21094"/>
                  </a:lnTo>
                  <a:lnTo>
                    <a:pt x="18656" y="21310"/>
                  </a:lnTo>
                  <a:lnTo>
                    <a:pt x="18669" y="21793"/>
                  </a:lnTo>
                  <a:lnTo>
                    <a:pt x="18986" y="21755"/>
                  </a:lnTo>
                  <a:lnTo>
                    <a:pt x="19050" y="21450"/>
                  </a:lnTo>
                  <a:lnTo>
                    <a:pt x="19100" y="21132"/>
                  </a:lnTo>
                  <a:close/>
                </a:path>
                <a:path w="81914" h="39369">
                  <a:moveTo>
                    <a:pt x="19926" y="33782"/>
                  </a:moveTo>
                  <a:lnTo>
                    <a:pt x="19875" y="33388"/>
                  </a:lnTo>
                  <a:lnTo>
                    <a:pt x="19519" y="33350"/>
                  </a:lnTo>
                  <a:lnTo>
                    <a:pt x="19494" y="33642"/>
                  </a:lnTo>
                  <a:lnTo>
                    <a:pt x="19367" y="33604"/>
                  </a:lnTo>
                  <a:lnTo>
                    <a:pt x="19304" y="33477"/>
                  </a:lnTo>
                  <a:lnTo>
                    <a:pt x="19291" y="33731"/>
                  </a:lnTo>
                  <a:lnTo>
                    <a:pt x="19621" y="33756"/>
                  </a:lnTo>
                  <a:lnTo>
                    <a:pt x="19926" y="33782"/>
                  </a:lnTo>
                  <a:close/>
                </a:path>
                <a:path w="81914" h="39369">
                  <a:moveTo>
                    <a:pt x="20104" y="20815"/>
                  </a:moveTo>
                  <a:lnTo>
                    <a:pt x="20078" y="20510"/>
                  </a:lnTo>
                  <a:lnTo>
                    <a:pt x="19939" y="20294"/>
                  </a:lnTo>
                  <a:lnTo>
                    <a:pt x="19570" y="20281"/>
                  </a:lnTo>
                  <a:lnTo>
                    <a:pt x="19608" y="20586"/>
                  </a:lnTo>
                  <a:lnTo>
                    <a:pt x="19761" y="20789"/>
                  </a:lnTo>
                  <a:lnTo>
                    <a:pt x="19888" y="21005"/>
                  </a:lnTo>
                  <a:lnTo>
                    <a:pt x="20104" y="20815"/>
                  </a:lnTo>
                  <a:close/>
                </a:path>
                <a:path w="81914" h="39369">
                  <a:moveTo>
                    <a:pt x="20205" y="22948"/>
                  </a:moveTo>
                  <a:lnTo>
                    <a:pt x="19824" y="22948"/>
                  </a:lnTo>
                  <a:lnTo>
                    <a:pt x="19926" y="23202"/>
                  </a:lnTo>
                  <a:lnTo>
                    <a:pt x="19850" y="23609"/>
                  </a:lnTo>
                  <a:lnTo>
                    <a:pt x="20142" y="23685"/>
                  </a:lnTo>
                  <a:lnTo>
                    <a:pt x="20027" y="23444"/>
                  </a:lnTo>
                  <a:lnTo>
                    <a:pt x="20205" y="22948"/>
                  </a:lnTo>
                  <a:close/>
                </a:path>
                <a:path w="81914" h="39369">
                  <a:moveTo>
                    <a:pt x="21818" y="5130"/>
                  </a:moveTo>
                  <a:lnTo>
                    <a:pt x="21590" y="5194"/>
                  </a:lnTo>
                  <a:lnTo>
                    <a:pt x="21158" y="5562"/>
                  </a:lnTo>
                  <a:lnTo>
                    <a:pt x="21285" y="5676"/>
                  </a:lnTo>
                  <a:lnTo>
                    <a:pt x="21412" y="5626"/>
                  </a:lnTo>
                  <a:lnTo>
                    <a:pt x="21590" y="5511"/>
                  </a:lnTo>
                  <a:lnTo>
                    <a:pt x="21818" y="5130"/>
                  </a:lnTo>
                  <a:close/>
                </a:path>
                <a:path w="81914" h="39369">
                  <a:moveTo>
                    <a:pt x="26212" y="5715"/>
                  </a:moveTo>
                  <a:lnTo>
                    <a:pt x="25996" y="5676"/>
                  </a:lnTo>
                  <a:lnTo>
                    <a:pt x="26035" y="5435"/>
                  </a:lnTo>
                  <a:lnTo>
                    <a:pt x="25844" y="5397"/>
                  </a:lnTo>
                  <a:lnTo>
                    <a:pt x="25882" y="5537"/>
                  </a:lnTo>
                  <a:lnTo>
                    <a:pt x="25476" y="5588"/>
                  </a:lnTo>
                  <a:lnTo>
                    <a:pt x="25730" y="5676"/>
                  </a:lnTo>
                  <a:lnTo>
                    <a:pt x="25768" y="6083"/>
                  </a:lnTo>
                  <a:lnTo>
                    <a:pt x="25831" y="5918"/>
                  </a:lnTo>
                  <a:lnTo>
                    <a:pt x="25984" y="5702"/>
                  </a:lnTo>
                  <a:lnTo>
                    <a:pt x="26073" y="6096"/>
                  </a:lnTo>
                  <a:lnTo>
                    <a:pt x="26212" y="5715"/>
                  </a:lnTo>
                  <a:close/>
                </a:path>
                <a:path w="81914" h="39369">
                  <a:moveTo>
                    <a:pt x="35687" y="1587"/>
                  </a:moveTo>
                  <a:lnTo>
                    <a:pt x="35534" y="1181"/>
                  </a:lnTo>
                  <a:lnTo>
                    <a:pt x="35318" y="1143"/>
                  </a:lnTo>
                  <a:lnTo>
                    <a:pt x="35166" y="1181"/>
                  </a:lnTo>
                  <a:lnTo>
                    <a:pt x="35128" y="1358"/>
                  </a:lnTo>
                  <a:lnTo>
                    <a:pt x="35471" y="1231"/>
                  </a:lnTo>
                  <a:lnTo>
                    <a:pt x="35496" y="1854"/>
                  </a:lnTo>
                  <a:lnTo>
                    <a:pt x="35687" y="1587"/>
                  </a:lnTo>
                  <a:close/>
                </a:path>
                <a:path w="81914" h="39369">
                  <a:moveTo>
                    <a:pt x="40093" y="2870"/>
                  </a:moveTo>
                  <a:lnTo>
                    <a:pt x="40030" y="2463"/>
                  </a:lnTo>
                  <a:lnTo>
                    <a:pt x="39890" y="2501"/>
                  </a:lnTo>
                  <a:lnTo>
                    <a:pt x="39560" y="2311"/>
                  </a:lnTo>
                  <a:lnTo>
                    <a:pt x="39547" y="2514"/>
                  </a:lnTo>
                  <a:lnTo>
                    <a:pt x="39712" y="2641"/>
                  </a:lnTo>
                  <a:lnTo>
                    <a:pt x="39890" y="2946"/>
                  </a:lnTo>
                  <a:lnTo>
                    <a:pt x="40093" y="2870"/>
                  </a:lnTo>
                  <a:close/>
                </a:path>
                <a:path w="81914" h="39369">
                  <a:moveTo>
                    <a:pt x="41998" y="24358"/>
                  </a:moveTo>
                  <a:lnTo>
                    <a:pt x="41630" y="24320"/>
                  </a:lnTo>
                  <a:lnTo>
                    <a:pt x="41617" y="24777"/>
                  </a:lnTo>
                  <a:lnTo>
                    <a:pt x="41859" y="24917"/>
                  </a:lnTo>
                  <a:lnTo>
                    <a:pt x="41808" y="24612"/>
                  </a:lnTo>
                  <a:lnTo>
                    <a:pt x="41986" y="24574"/>
                  </a:lnTo>
                  <a:lnTo>
                    <a:pt x="41998" y="24358"/>
                  </a:lnTo>
                  <a:close/>
                </a:path>
                <a:path w="81914" h="39369">
                  <a:moveTo>
                    <a:pt x="42735" y="18796"/>
                  </a:moveTo>
                  <a:lnTo>
                    <a:pt x="42684" y="18503"/>
                  </a:lnTo>
                  <a:lnTo>
                    <a:pt x="42405" y="18402"/>
                  </a:lnTo>
                  <a:lnTo>
                    <a:pt x="42481" y="18757"/>
                  </a:lnTo>
                  <a:lnTo>
                    <a:pt x="42291" y="18821"/>
                  </a:lnTo>
                  <a:lnTo>
                    <a:pt x="42545" y="18986"/>
                  </a:lnTo>
                  <a:lnTo>
                    <a:pt x="42532" y="18745"/>
                  </a:lnTo>
                  <a:lnTo>
                    <a:pt x="42735" y="18796"/>
                  </a:lnTo>
                  <a:close/>
                </a:path>
                <a:path w="81914" h="39369">
                  <a:moveTo>
                    <a:pt x="42989" y="27940"/>
                  </a:moveTo>
                  <a:lnTo>
                    <a:pt x="42037" y="28232"/>
                  </a:lnTo>
                  <a:lnTo>
                    <a:pt x="42240" y="28295"/>
                  </a:lnTo>
                  <a:lnTo>
                    <a:pt x="42545" y="28244"/>
                  </a:lnTo>
                  <a:lnTo>
                    <a:pt x="42583" y="28435"/>
                  </a:lnTo>
                  <a:lnTo>
                    <a:pt x="42799" y="28448"/>
                  </a:lnTo>
                  <a:lnTo>
                    <a:pt x="42989" y="27940"/>
                  </a:lnTo>
                  <a:close/>
                </a:path>
                <a:path w="81914" h="39369">
                  <a:moveTo>
                    <a:pt x="42989" y="1930"/>
                  </a:moveTo>
                  <a:lnTo>
                    <a:pt x="42875" y="1155"/>
                  </a:lnTo>
                  <a:lnTo>
                    <a:pt x="42570" y="1689"/>
                  </a:lnTo>
                  <a:lnTo>
                    <a:pt x="42887" y="1587"/>
                  </a:lnTo>
                  <a:lnTo>
                    <a:pt x="42710" y="2349"/>
                  </a:lnTo>
                  <a:lnTo>
                    <a:pt x="42938" y="2006"/>
                  </a:lnTo>
                  <a:close/>
                </a:path>
                <a:path w="81914" h="39369">
                  <a:moveTo>
                    <a:pt x="43154" y="23177"/>
                  </a:moveTo>
                  <a:lnTo>
                    <a:pt x="42773" y="23152"/>
                  </a:lnTo>
                  <a:lnTo>
                    <a:pt x="42824" y="23317"/>
                  </a:lnTo>
                  <a:lnTo>
                    <a:pt x="42456" y="23507"/>
                  </a:lnTo>
                  <a:lnTo>
                    <a:pt x="42735" y="23634"/>
                  </a:lnTo>
                  <a:lnTo>
                    <a:pt x="42824" y="23393"/>
                  </a:lnTo>
                  <a:lnTo>
                    <a:pt x="43065" y="23380"/>
                  </a:lnTo>
                  <a:lnTo>
                    <a:pt x="43154" y="23177"/>
                  </a:lnTo>
                  <a:close/>
                </a:path>
                <a:path w="81914" h="39369">
                  <a:moveTo>
                    <a:pt x="43637" y="28917"/>
                  </a:moveTo>
                  <a:lnTo>
                    <a:pt x="43459" y="28981"/>
                  </a:lnTo>
                  <a:lnTo>
                    <a:pt x="43256" y="28613"/>
                  </a:lnTo>
                  <a:lnTo>
                    <a:pt x="43141" y="28879"/>
                  </a:lnTo>
                  <a:lnTo>
                    <a:pt x="43395" y="28943"/>
                  </a:lnTo>
                  <a:lnTo>
                    <a:pt x="43332" y="29311"/>
                  </a:lnTo>
                  <a:lnTo>
                    <a:pt x="43586" y="29413"/>
                  </a:lnTo>
                  <a:lnTo>
                    <a:pt x="43637" y="28917"/>
                  </a:lnTo>
                  <a:close/>
                </a:path>
                <a:path w="81914" h="39369">
                  <a:moveTo>
                    <a:pt x="43688" y="292"/>
                  </a:moveTo>
                  <a:close/>
                </a:path>
                <a:path w="81914" h="39369">
                  <a:moveTo>
                    <a:pt x="44005" y="1574"/>
                  </a:moveTo>
                  <a:lnTo>
                    <a:pt x="43776" y="1168"/>
                  </a:lnTo>
                  <a:lnTo>
                    <a:pt x="43827" y="1536"/>
                  </a:lnTo>
                  <a:lnTo>
                    <a:pt x="43307" y="1752"/>
                  </a:lnTo>
                  <a:lnTo>
                    <a:pt x="43611" y="2044"/>
                  </a:lnTo>
                  <a:lnTo>
                    <a:pt x="43573" y="1689"/>
                  </a:lnTo>
                  <a:lnTo>
                    <a:pt x="44005" y="1574"/>
                  </a:lnTo>
                  <a:close/>
                </a:path>
                <a:path w="81914" h="39369">
                  <a:moveTo>
                    <a:pt x="44157" y="393"/>
                  </a:moveTo>
                  <a:lnTo>
                    <a:pt x="44107" y="241"/>
                  </a:lnTo>
                  <a:lnTo>
                    <a:pt x="43980" y="127"/>
                  </a:lnTo>
                  <a:lnTo>
                    <a:pt x="43700" y="292"/>
                  </a:lnTo>
                  <a:lnTo>
                    <a:pt x="43827" y="482"/>
                  </a:lnTo>
                  <a:lnTo>
                    <a:pt x="44030" y="381"/>
                  </a:lnTo>
                  <a:lnTo>
                    <a:pt x="44132" y="622"/>
                  </a:lnTo>
                  <a:lnTo>
                    <a:pt x="44157" y="393"/>
                  </a:lnTo>
                  <a:close/>
                </a:path>
                <a:path w="81914" h="39369">
                  <a:moveTo>
                    <a:pt x="44538" y="19177"/>
                  </a:moveTo>
                  <a:lnTo>
                    <a:pt x="44157" y="19227"/>
                  </a:lnTo>
                  <a:lnTo>
                    <a:pt x="44132" y="19519"/>
                  </a:lnTo>
                  <a:lnTo>
                    <a:pt x="44119" y="19812"/>
                  </a:lnTo>
                  <a:lnTo>
                    <a:pt x="44310" y="19926"/>
                  </a:lnTo>
                  <a:lnTo>
                    <a:pt x="44259" y="19710"/>
                  </a:lnTo>
                  <a:lnTo>
                    <a:pt x="44538" y="19177"/>
                  </a:lnTo>
                  <a:close/>
                </a:path>
                <a:path w="81914" h="39369">
                  <a:moveTo>
                    <a:pt x="44742" y="22618"/>
                  </a:moveTo>
                  <a:lnTo>
                    <a:pt x="44589" y="22212"/>
                  </a:lnTo>
                  <a:lnTo>
                    <a:pt x="44386" y="22301"/>
                  </a:lnTo>
                  <a:lnTo>
                    <a:pt x="44361" y="22593"/>
                  </a:lnTo>
                  <a:lnTo>
                    <a:pt x="44615" y="22618"/>
                  </a:lnTo>
                  <a:lnTo>
                    <a:pt x="44564" y="22440"/>
                  </a:lnTo>
                  <a:lnTo>
                    <a:pt x="44742" y="22618"/>
                  </a:lnTo>
                  <a:close/>
                </a:path>
                <a:path w="81914" h="39369">
                  <a:moveTo>
                    <a:pt x="48221" y="469"/>
                  </a:moveTo>
                  <a:lnTo>
                    <a:pt x="47942" y="0"/>
                  </a:lnTo>
                  <a:lnTo>
                    <a:pt x="47802" y="279"/>
                  </a:lnTo>
                  <a:lnTo>
                    <a:pt x="47790" y="635"/>
                  </a:lnTo>
                  <a:lnTo>
                    <a:pt x="47853" y="876"/>
                  </a:lnTo>
                  <a:lnTo>
                    <a:pt x="48056" y="977"/>
                  </a:lnTo>
                  <a:lnTo>
                    <a:pt x="47891" y="177"/>
                  </a:lnTo>
                  <a:lnTo>
                    <a:pt x="48221" y="469"/>
                  </a:lnTo>
                  <a:close/>
                </a:path>
                <a:path w="81914" h="39369">
                  <a:moveTo>
                    <a:pt x="51689" y="25666"/>
                  </a:moveTo>
                  <a:lnTo>
                    <a:pt x="51396" y="25641"/>
                  </a:lnTo>
                  <a:lnTo>
                    <a:pt x="51498" y="25958"/>
                  </a:lnTo>
                  <a:lnTo>
                    <a:pt x="51244" y="25882"/>
                  </a:lnTo>
                  <a:lnTo>
                    <a:pt x="51181" y="26022"/>
                  </a:lnTo>
                  <a:lnTo>
                    <a:pt x="51498" y="26073"/>
                  </a:lnTo>
                  <a:lnTo>
                    <a:pt x="51663" y="25933"/>
                  </a:lnTo>
                  <a:lnTo>
                    <a:pt x="51689" y="25666"/>
                  </a:lnTo>
                  <a:close/>
                </a:path>
                <a:path w="81914" h="39369">
                  <a:moveTo>
                    <a:pt x="53073" y="2387"/>
                  </a:moveTo>
                  <a:lnTo>
                    <a:pt x="52946" y="1866"/>
                  </a:lnTo>
                  <a:lnTo>
                    <a:pt x="52717" y="2171"/>
                  </a:lnTo>
                  <a:lnTo>
                    <a:pt x="52933" y="2387"/>
                  </a:lnTo>
                  <a:lnTo>
                    <a:pt x="52603" y="2349"/>
                  </a:lnTo>
                  <a:lnTo>
                    <a:pt x="52578" y="2743"/>
                  </a:lnTo>
                  <a:lnTo>
                    <a:pt x="52870" y="2768"/>
                  </a:lnTo>
                  <a:lnTo>
                    <a:pt x="52870" y="2565"/>
                  </a:lnTo>
                  <a:lnTo>
                    <a:pt x="53073" y="2387"/>
                  </a:lnTo>
                  <a:close/>
                </a:path>
                <a:path w="81914" h="39369">
                  <a:moveTo>
                    <a:pt x="55435" y="29019"/>
                  </a:moveTo>
                  <a:lnTo>
                    <a:pt x="55257" y="28917"/>
                  </a:lnTo>
                  <a:lnTo>
                    <a:pt x="55105" y="28841"/>
                  </a:lnTo>
                  <a:lnTo>
                    <a:pt x="54876" y="28778"/>
                  </a:lnTo>
                  <a:lnTo>
                    <a:pt x="54813" y="29019"/>
                  </a:lnTo>
                  <a:lnTo>
                    <a:pt x="55333" y="29210"/>
                  </a:lnTo>
                  <a:lnTo>
                    <a:pt x="55435" y="29019"/>
                  </a:lnTo>
                  <a:close/>
                </a:path>
                <a:path w="81914" h="39369">
                  <a:moveTo>
                    <a:pt x="55930" y="32435"/>
                  </a:moveTo>
                  <a:lnTo>
                    <a:pt x="55676" y="32397"/>
                  </a:lnTo>
                  <a:lnTo>
                    <a:pt x="55714" y="32575"/>
                  </a:lnTo>
                  <a:lnTo>
                    <a:pt x="55537" y="32397"/>
                  </a:lnTo>
                  <a:lnTo>
                    <a:pt x="55676" y="32651"/>
                  </a:lnTo>
                  <a:lnTo>
                    <a:pt x="55397" y="32715"/>
                  </a:lnTo>
                  <a:lnTo>
                    <a:pt x="55587" y="32905"/>
                  </a:lnTo>
                  <a:lnTo>
                    <a:pt x="55689" y="32727"/>
                  </a:lnTo>
                  <a:lnTo>
                    <a:pt x="55841" y="32626"/>
                  </a:lnTo>
                  <a:lnTo>
                    <a:pt x="55930" y="32435"/>
                  </a:lnTo>
                  <a:close/>
                </a:path>
                <a:path w="81914" h="39369">
                  <a:moveTo>
                    <a:pt x="55968" y="1536"/>
                  </a:moveTo>
                  <a:lnTo>
                    <a:pt x="55613" y="1600"/>
                  </a:lnTo>
                  <a:lnTo>
                    <a:pt x="55664" y="1968"/>
                  </a:lnTo>
                  <a:lnTo>
                    <a:pt x="55841" y="1917"/>
                  </a:lnTo>
                  <a:lnTo>
                    <a:pt x="55727" y="2120"/>
                  </a:lnTo>
                  <a:lnTo>
                    <a:pt x="55359" y="1955"/>
                  </a:lnTo>
                  <a:lnTo>
                    <a:pt x="55613" y="2286"/>
                  </a:lnTo>
                  <a:lnTo>
                    <a:pt x="55905" y="2209"/>
                  </a:lnTo>
                  <a:lnTo>
                    <a:pt x="55930" y="1993"/>
                  </a:lnTo>
                  <a:lnTo>
                    <a:pt x="55943" y="1778"/>
                  </a:lnTo>
                  <a:lnTo>
                    <a:pt x="55968" y="1536"/>
                  </a:lnTo>
                  <a:close/>
                </a:path>
                <a:path w="81914" h="39369">
                  <a:moveTo>
                    <a:pt x="56578" y="31000"/>
                  </a:moveTo>
                  <a:lnTo>
                    <a:pt x="56337" y="30975"/>
                  </a:lnTo>
                  <a:lnTo>
                    <a:pt x="56375" y="31178"/>
                  </a:lnTo>
                  <a:lnTo>
                    <a:pt x="56121" y="31648"/>
                  </a:lnTo>
                  <a:lnTo>
                    <a:pt x="56476" y="31584"/>
                  </a:lnTo>
                  <a:lnTo>
                    <a:pt x="56502" y="31318"/>
                  </a:lnTo>
                  <a:lnTo>
                    <a:pt x="56578" y="31000"/>
                  </a:lnTo>
                  <a:close/>
                </a:path>
                <a:path w="81914" h="39369">
                  <a:moveTo>
                    <a:pt x="57277" y="31064"/>
                  </a:moveTo>
                  <a:lnTo>
                    <a:pt x="57023" y="30835"/>
                  </a:lnTo>
                  <a:lnTo>
                    <a:pt x="56832" y="30911"/>
                  </a:lnTo>
                  <a:lnTo>
                    <a:pt x="56832" y="31229"/>
                  </a:lnTo>
                  <a:lnTo>
                    <a:pt x="56502" y="31496"/>
                  </a:lnTo>
                  <a:lnTo>
                    <a:pt x="56870" y="31623"/>
                  </a:lnTo>
                  <a:lnTo>
                    <a:pt x="56921" y="31432"/>
                  </a:lnTo>
                  <a:lnTo>
                    <a:pt x="57277" y="31064"/>
                  </a:lnTo>
                  <a:close/>
                </a:path>
                <a:path w="81914" h="39369">
                  <a:moveTo>
                    <a:pt x="59753" y="21234"/>
                  </a:moveTo>
                  <a:lnTo>
                    <a:pt x="59575" y="21221"/>
                  </a:lnTo>
                  <a:lnTo>
                    <a:pt x="59042" y="21348"/>
                  </a:lnTo>
                  <a:lnTo>
                    <a:pt x="59334" y="21590"/>
                  </a:lnTo>
                  <a:lnTo>
                    <a:pt x="59448" y="21437"/>
                  </a:lnTo>
                  <a:lnTo>
                    <a:pt x="59715" y="21450"/>
                  </a:lnTo>
                  <a:lnTo>
                    <a:pt x="59753" y="21234"/>
                  </a:lnTo>
                  <a:close/>
                </a:path>
                <a:path w="81914" h="39369">
                  <a:moveTo>
                    <a:pt x="60299" y="21590"/>
                  </a:moveTo>
                  <a:lnTo>
                    <a:pt x="59931" y="21564"/>
                  </a:lnTo>
                  <a:lnTo>
                    <a:pt x="59931" y="21742"/>
                  </a:lnTo>
                  <a:lnTo>
                    <a:pt x="60096" y="22212"/>
                  </a:lnTo>
                  <a:lnTo>
                    <a:pt x="60274" y="21971"/>
                  </a:lnTo>
                  <a:lnTo>
                    <a:pt x="60032" y="21945"/>
                  </a:lnTo>
                  <a:lnTo>
                    <a:pt x="60274" y="21653"/>
                  </a:lnTo>
                  <a:close/>
                </a:path>
                <a:path w="81914" h="39369">
                  <a:moveTo>
                    <a:pt x="60706" y="5410"/>
                  </a:moveTo>
                  <a:lnTo>
                    <a:pt x="60540" y="5181"/>
                  </a:lnTo>
                  <a:lnTo>
                    <a:pt x="60629" y="4254"/>
                  </a:lnTo>
                  <a:lnTo>
                    <a:pt x="60325" y="4483"/>
                  </a:lnTo>
                  <a:lnTo>
                    <a:pt x="60528" y="4483"/>
                  </a:lnTo>
                  <a:lnTo>
                    <a:pt x="60325" y="4826"/>
                  </a:lnTo>
                  <a:lnTo>
                    <a:pt x="60388" y="4991"/>
                  </a:lnTo>
                  <a:lnTo>
                    <a:pt x="60096" y="4864"/>
                  </a:lnTo>
                  <a:lnTo>
                    <a:pt x="60261" y="5257"/>
                  </a:lnTo>
                  <a:lnTo>
                    <a:pt x="60439" y="5181"/>
                  </a:lnTo>
                  <a:lnTo>
                    <a:pt x="60604" y="5372"/>
                  </a:lnTo>
                  <a:lnTo>
                    <a:pt x="60350" y="5626"/>
                  </a:lnTo>
                  <a:lnTo>
                    <a:pt x="60502" y="5664"/>
                  </a:lnTo>
                  <a:lnTo>
                    <a:pt x="60706" y="5448"/>
                  </a:lnTo>
                  <a:close/>
                </a:path>
                <a:path w="81914" h="39369">
                  <a:moveTo>
                    <a:pt x="62052" y="22466"/>
                  </a:moveTo>
                  <a:lnTo>
                    <a:pt x="61633" y="22072"/>
                  </a:lnTo>
                  <a:lnTo>
                    <a:pt x="61912" y="21729"/>
                  </a:lnTo>
                  <a:lnTo>
                    <a:pt x="61112" y="21577"/>
                  </a:lnTo>
                  <a:lnTo>
                    <a:pt x="61531" y="22542"/>
                  </a:lnTo>
                  <a:lnTo>
                    <a:pt x="61849" y="22694"/>
                  </a:lnTo>
                  <a:lnTo>
                    <a:pt x="62052" y="22466"/>
                  </a:lnTo>
                  <a:close/>
                </a:path>
                <a:path w="81914" h="39369">
                  <a:moveTo>
                    <a:pt x="64833" y="20548"/>
                  </a:moveTo>
                  <a:lnTo>
                    <a:pt x="64541" y="20472"/>
                  </a:lnTo>
                  <a:lnTo>
                    <a:pt x="64274" y="20447"/>
                  </a:lnTo>
                  <a:lnTo>
                    <a:pt x="64236" y="20726"/>
                  </a:lnTo>
                  <a:lnTo>
                    <a:pt x="64516" y="20853"/>
                  </a:lnTo>
                  <a:lnTo>
                    <a:pt x="64427" y="20662"/>
                  </a:lnTo>
                  <a:lnTo>
                    <a:pt x="64833" y="20548"/>
                  </a:lnTo>
                  <a:close/>
                </a:path>
                <a:path w="81914" h="39369">
                  <a:moveTo>
                    <a:pt x="67005" y="13258"/>
                  </a:moveTo>
                  <a:lnTo>
                    <a:pt x="66992" y="12979"/>
                  </a:lnTo>
                  <a:lnTo>
                    <a:pt x="66789" y="12700"/>
                  </a:lnTo>
                  <a:lnTo>
                    <a:pt x="66548" y="12293"/>
                  </a:lnTo>
                  <a:lnTo>
                    <a:pt x="65976" y="11899"/>
                  </a:lnTo>
                  <a:lnTo>
                    <a:pt x="65900" y="12217"/>
                  </a:lnTo>
                  <a:lnTo>
                    <a:pt x="66217" y="12344"/>
                  </a:lnTo>
                  <a:lnTo>
                    <a:pt x="66586" y="12420"/>
                  </a:lnTo>
                  <a:lnTo>
                    <a:pt x="66624" y="12776"/>
                  </a:lnTo>
                  <a:lnTo>
                    <a:pt x="66294" y="12725"/>
                  </a:lnTo>
                  <a:lnTo>
                    <a:pt x="66294" y="12407"/>
                  </a:lnTo>
                  <a:lnTo>
                    <a:pt x="65976" y="12331"/>
                  </a:lnTo>
                  <a:lnTo>
                    <a:pt x="66141" y="12738"/>
                  </a:lnTo>
                  <a:lnTo>
                    <a:pt x="66433" y="13030"/>
                  </a:lnTo>
                  <a:lnTo>
                    <a:pt x="66662" y="13360"/>
                  </a:lnTo>
                  <a:lnTo>
                    <a:pt x="66611" y="13030"/>
                  </a:lnTo>
                  <a:lnTo>
                    <a:pt x="67005" y="13258"/>
                  </a:lnTo>
                  <a:close/>
                </a:path>
                <a:path w="81914" h="39369">
                  <a:moveTo>
                    <a:pt x="67068" y="21069"/>
                  </a:moveTo>
                  <a:lnTo>
                    <a:pt x="67056" y="20815"/>
                  </a:lnTo>
                  <a:lnTo>
                    <a:pt x="66929" y="20243"/>
                  </a:lnTo>
                  <a:lnTo>
                    <a:pt x="66636" y="20548"/>
                  </a:lnTo>
                  <a:lnTo>
                    <a:pt x="66827" y="20548"/>
                  </a:lnTo>
                  <a:lnTo>
                    <a:pt x="66624" y="20739"/>
                  </a:lnTo>
                  <a:lnTo>
                    <a:pt x="66865" y="20993"/>
                  </a:lnTo>
                  <a:lnTo>
                    <a:pt x="67068" y="21069"/>
                  </a:lnTo>
                  <a:close/>
                </a:path>
                <a:path w="81914" h="39369">
                  <a:moveTo>
                    <a:pt x="67830" y="13474"/>
                  </a:moveTo>
                  <a:lnTo>
                    <a:pt x="66992" y="13487"/>
                  </a:lnTo>
                  <a:lnTo>
                    <a:pt x="67132" y="13500"/>
                  </a:lnTo>
                  <a:lnTo>
                    <a:pt x="67386" y="13741"/>
                  </a:lnTo>
                  <a:lnTo>
                    <a:pt x="67576" y="13779"/>
                  </a:lnTo>
                  <a:lnTo>
                    <a:pt x="67792" y="13855"/>
                  </a:lnTo>
                  <a:lnTo>
                    <a:pt x="67830" y="13474"/>
                  </a:lnTo>
                  <a:close/>
                </a:path>
                <a:path w="81914" h="39369">
                  <a:moveTo>
                    <a:pt x="68630" y="30327"/>
                  </a:moveTo>
                  <a:lnTo>
                    <a:pt x="68338" y="30022"/>
                  </a:lnTo>
                  <a:lnTo>
                    <a:pt x="68313" y="30276"/>
                  </a:lnTo>
                  <a:lnTo>
                    <a:pt x="67729" y="30429"/>
                  </a:lnTo>
                  <a:lnTo>
                    <a:pt x="67983" y="30695"/>
                  </a:lnTo>
                  <a:lnTo>
                    <a:pt x="68033" y="30467"/>
                  </a:lnTo>
                  <a:lnTo>
                    <a:pt x="68630" y="30327"/>
                  </a:lnTo>
                  <a:close/>
                </a:path>
                <a:path w="81914" h="39369">
                  <a:moveTo>
                    <a:pt x="70904" y="16979"/>
                  </a:moveTo>
                  <a:lnTo>
                    <a:pt x="70535" y="16840"/>
                  </a:lnTo>
                  <a:lnTo>
                    <a:pt x="70408" y="17132"/>
                  </a:lnTo>
                  <a:lnTo>
                    <a:pt x="70281" y="17132"/>
                  </a:lnTo>
                  <a:lnTo>
                    <a:pt x="70281" y="17424"/>
                  </a:lnTo>
                  <a:lnTo>
                    <a:pt x="70459" y="17538"/>
                  </a:lnTo>
                  <a:lnTo>
                    <a:pt x="70688" y="17805"/>
                  </a:lnTo>
                  <a:lnTo>
                    <a:pt x="70751" y="17475"/>
                  </a:lnTo>
                  <a:lnTo>
                    <a:pt x="70599" y="17068"/>
                  </a:lnTo>
                  <a:lnTo>
                    <a:pt x="70726" y="17183"/>
                  </a:lnTo>
                  <a:lnTo>
                    <a:pt x="70904" y="16979"/>
                  </a:lnTo>
                  <a:close/>
                </a:path>
                <a:path w="81914" h="39369">
                  <a:moveTo>
                    <a:pt x="72758" y="33350"/>
                  </a:moveTo>
                  <a:lnTo>
                    <a:pt x="72529" y="32829"/>
                  </a:lnTo>
                  <a:lnTo>
                    <a:pt x="72390" y="33020"/>
                  </a:lnTo>
                  <a:lnTo>
                    <a:pt x="72580" y="33070"/>
                  </a:lnTo>
                  <a:lnTo>
                    <a:pt x="72555" y="33312"/>
                  </a:lnTo>
                  <a:lnTo>
                    <a:pt x="72758" y="33350"/>
                  </a:lnTo>
                  <a:close/>
                </a:path>
                <a:path w="81914" h="39369">
                  <a:moveTo>
                    <a:pt x="73710" y="33197"/>
                  </a:moveTo>
                  <a:lnTo>
                    <a:pt x="73469" y="32918"/>
                  </a:lnTo>
                  <a:lnTo>
                    <a:pt x="73075" y="32816"/>
                  </a:lnTo>
                  <a:lnTo>
                    <a:pt x="72898" y="32575"/>
                  </a:lnTo>
                  <a:lnTo>
                    <a:pt x="72669" y="32740"/>
                  </a:lnTo>
                  <a:lnTo>
                    <a:pt x="73710" y="33197"/>
                  </a:lnTo>
                  <a:close/>
                </a:path>
                <a:path w="81914" h="39369">
                  <a:moveTo>
                    <a:pt x="74345" y="22453"/>
                  </a:moveTo>
                  <a:lnTo>
                    <a:pt x="74307" y="21983"/>
                  </a:lnTo>
                  <a:lnTo>
                    <a:pt x="73914" y="21958"/>
                  </a:lnTo>
                  <a:lnTo>
                    <a:pt x="73888" y="22326"/>
                  </a:lnTo>
                  <a:lnTo>
                    <a:pt x="73914" y="22644"/>
                  </a:lnTo>
                  <a:lnTo>
                    <a:pt x="74041" y="22847"/>
                  </a:lnTo>
                  <a:lnTo>
                    <a:pt x="74041" y="22453"/>
                  </a:lnTo>
                  <a:lnTo>
                    <a:pt x="74345" y="22453"/>
                  </a:lnTo>
                  <a:close/>
                </a:path>
                <a:path w="81914" h="39369">
                  <a:moveTo>
                    <a:pt x="74714" y="29489"/>
                  </a:moveTo>
                  <a:lnTo>
                    <a:pt x="74244" y="29438"/>
                  </a:lnTo>
                  <a:lnTo>
                    <a:pt x="74104" y="29997"/>
                  </a:lnTo>
                  <a:lnTo>
                    <a:pt x="74371" y="30251"/>
                  </a:lnTo>
                  <a:lnTo>
                    <a:pt x="74460" y="29933"/>
                  </a:lnTo>
                  <a:lnTo>
                    <a:pt x="74701" y="29857"/>
                  </a:lnTo>
                  <a:lnTo>
                    <a:pt x="74714" y="29489"/>
                  </a:lnTo>
                  <a:close/>
                </a:path>
                <a:path w="81914" h="39369">
                  <a:moveTo>
                    <a:pt x="75145" y="18897"/>
                  </a:moveTo>
                  <a:lnTo>
                    <a:pt x="74993" y="18948"/>
                  </a:lnTo>
                  <a:lnTo>
                    <a:pt x="74422" y="19075"/>
                  </a:lnTo>
                  <a:lnTo>
                    <a:pt x="74637" y="19253"/>
                  </a:lnTo>
                  <a:lnTo>
                    <a:pt x="74980" y="18999"/>
                  </a:lnTo>
                  <a:lnTo>
                    <a:pt x="74942" y="19164"/>
                  </a:lnTo>
                  <a:lnTo>
                    <a:pt x="75145" y="18897"/>
                  </a:lnTo>
                  <a:close/>
                </a:path>
                <a:path w="81914" h="39369">
                  <a:moveTo>
                    <a:pt x="75336" y="32600"/>
                  </a:moveTo>
                  <a:lnTo>
                    <a:pt x="74955" y="32473"/>
                  </a:lnTo>
                  <a:lnTo>
                    <a:pt x="74853" y="32651"/>
                  </a:lnTo>
                  <a:lnTo>
                    <a:pt x="74777" y="32969"/>
                  </a:lnTo>
                  <a:lnTo>
                    <a:pt x="74968" y="33070"/>
                  </a:lnTo>
                  <a:lnTo>
                    <a:pt x="75069" y="33274"/>
                  </a:lnTo>
                  <a:lnTo>
                    <a:pt x="75158" y="33045"/>
                  </a:lnTo>
                  <a:lnTo>
                    <a:pt x="75196" y="32778"/>
                  </a:lnTo>
                  <a:lnTo>
                    <a:pt x="75336" y="32600"/>
                  </a:lnTo>
                  <a:close/>
                </a:path>
                <a:path w="81914" h="39369">
                  <a:moveTo>
                    <a:pt x="75539" y="18478"/>
                  </a:moveTo>
                  <a:lnTo>
                    <a:pt x="74980" y="18669"/>
                  </a:lnTo>
                  <a:lnTo>
                    <a:pt x="74891" y="18872"/>
                  </a:lnTo>
                  <a:lnTo>
                    <a:pt x="75158" y="18872"/>
                  </a:lnTo>
                  <a:lnTo>
                    <a:pt x="75374" y="18719"/>
                  </a:lnTo>
                  <a:lnTo>
                    <a:pt x="75450" y="18923"/>
                  </a:lnTo>
                  <a:lnTo>
                    <a:pt x="75539" y="18478"/>
                  </a:lnTo>
                  <a:close/>
                </a:path>
                <a:path w="81914" h="39369">
                  <a:moveTo>
                    <a:pt x="75869" y="30772"/>
                  </a:moveTo>
                  <a:lnTo>
                    <a:pt x="75514" y="30365"/>
                  </a:lnTo>
                  <a:lnTo>
                    <a:pt x="75387" y="30632"/>
                  </a:lnTo>
                  <a:lnTo>
                    <a:pt x="75603" y="30721"/>
                  </a:lnTo>
                  <a:lnTo>
                    <a:pt x="75717" y="31165"/>
                  </a:lnTo>
                  <a:lnTo>
                    <a:pt x="75869" y="30772"/>
                  </a:lnTo>
                  <a:close/>
                </a:path>
                <a:path w="81914" h="39369">
                  <a:moveTo>
                    <a:pt x="77355" y="22148"/>
                  </a:moveTo>
                  <a:lnTo>
                    <a:pt x="77089" y="22021"/>
                  </a:lnTo>
                  <a:lnTo>
                    <a:pt x="76847" y="22212"/>
                  </a:lnTo>
                  <a:lnTo>
                    <a:pt x="77127" y="22352"/>
                  </a:lnTo>
                  <a:lnTo>
                    <a:pt x="76949" y="22504"/>
                  </a:lnTo>
                  <a:lnTo>
                    <a:pt x="77241" y="22555"/>
                  </a:lnTo>
                  <a:lnTo>
                    <a:pt x="77127" y="22161"/>
                  </a:lnTo>
                  <a:lnTo>
                    <a:pt x="77355" y="22148"/>
                  </a:lnTo>
                  <a:close/>
                </a:path>
                <a:path w="81914" h="39369">
                  <a:moveTo>
                    <a:pt x="77635" y="27584"/>
                  </a:moveTo>
                  <a:lnTo>
                    <a:pt x="77266" y="27635"/>
                  </a:lnTo>
                  <a:lnTo>
                    <a:pt x="77114" y="27940"/>
                  </a:lnTo>
                  <a:lnTo>
                    <a:pt x="77393" y="27901"/>
                  </a:lnTo>
                  <a:lnTo>
                    <a:pt x="77635" y="27584"/>
                  </a:lnTo>
                  <a:close/>
                </a:path>
                <a:path w="81914" h="39369">
                  <a:moveTo>
                    <a:pt x="77724" y="27990"/>
                  </a:moveTo>
                  <a:lnTo>
                    <a:pt x="77419" y="28028"/>
                  </a:lnTo>
                  <a:lnTo>
                    <a:pt x="77724" y="27990"/>
                  </a:lnTo>
                  <a:close/>
                </a:path>
                <a:path w="81914" h="39369">
                  <a:moveTo>
                    <a:pt x="79667" y="30276"/>
                  </a:moveTo>
                  <a:lnTo>
                    <a:pt x="79552" y="29794"/>
                  </a:lnTo>
                  <a:lnTo>
                    <a:pt x="79311" y="29679"/>
                  </a:lnTo>
                  <a:lnTo>
                    <a:pt x="79286" y="30010"/>
                  </a:lnTo>
                  <a:lnTo>
                    <a:pt x="79413" y="30213"/>
                  </a:lnTo>
                  <a:lnTo>
                    <a:pt x="79552" y="30391"/>
                  </a:lnTo>
                  <a:close/>
                </a:path>
                <a:path w="81914" h="39369">
                  <a:moveTo>
                    <a:pt x="80251" y="38862"/>
                  </a:moveTo>
                  <a:lnTo>
                    <a:pt x="80187" y="38671"/>
                  </a:lnTo>
                  <a:lnTo>
                    <a:pt x="80010" y="38608"/>
                  </a:lnTo>
                  <a:lnTo>
                    <a:pt x="79959" y="38862"/>
                  </a:lnTo>
                  <a:lnTo>
                    <a:pt x="79946" y="39141"/>
                  </a:lnTo>
                  <a:lnTo>
                    <a:pt x="80251" y="39116"/>
                  </a:lnTo>
                  <a:lnTo>
                    <a:pt x="80251" y="38862"/>
                  </a:lnTo>
                  <a:close/>
                </a:path>
                <a:path w="81914" h="39369">
                  <a:moveTo>
                    <a:pt x="81318" y="31038"/>
                  </a:moveTo>
                  <a:lnTo>
                    <a:pt x="81051" y="30810"/>
                  </a:lnTo>
                  <a:lnTo>
                    <a:pt x="80848" y="30937"/>
                  </a:lnTo>
                  <a:lnTo>
                    <a:pt x="81102" y="31318"/>
                  </a:lnTo>
                  <a:lnTo>
                    <a:pt x="80911" y="31381"/>
                  </a:lnTo>
                  <a:lnTo>
                    <a:pt x="80721" y="31178"/>
                  </a:lnTo>
                  <a:lnTo>
                    <a:pt x="80924" y="31102"/>
                  </a:lnTo>
                  <a:lnTo>
                    <a:pt x="80530" y="31013"/>
                  </a:lnTo>
                  <a:lnTo>
                    <a:pt x="80873" y="31000"/>
                  </a:lnTo>
                  <a:lnTo>
                    <a:pt x="80568" y="30772"/>
                  </a:lnTo>
                  <a:lnTo>
                    <a:pt x="80403" y="30988"/>
                  </a:lnTo>
                  <a:lnTo>
                    <a:pt x="80619" y="31534"/>
                  </a:lnTo>
                  <a:lnTo>
                    <a:pt x="81089" y="31496"/>
                  </a:lnTo>
                  <a:lnTo>
                    <a:pt x="81318" y="31305"/>
                  </a:lnTo>
                  <a:lnTo>
                    <a:pt x="81191" y="31267"/>
                  </a:lnTo>
                  <a:lnTo>
                    <a:pt x="81318" y="31038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4" name="object 194"/>
            <p:cNvSpPr/>
            <p:nvPr/>
          </p:nvSpPr>
          <p:spPr>
            <a:xfrm>
              <a:off x="3994556" y="1015301"/>
              <a:ext cx="58419" cy="16510"/>
            </a:xfrm>
            <a:custGeom>
              <a:avLst/>
              <a:gdLst/>
              <a:ahLst/>
              <a:cxnLst/>
              <a:rect l="l" t="t" r="r" b="b"/>
              <a:pathLst>
                <a:path w="58420" h="16509">
                  <a:moveTo>
                    <a:pt x="622" y="10134"/>
                  </a:moveTo>
                  <a:lnTo>
                    <a:pt x="317" y="10134"/>
                  </a:lnTo>
                  <a:lnTo>
                    <a:pt x="114" y="10274"/>
                  </a:lnTo>
                  <a:lnTo>
                    <a:pt x="0" y="10477"/>
                  </a:lnTo>
                  <a:lnTo>
                    <a:pt x="279" y="10401"/>
                  </a:lnTo>
                  <a:lnTo>
                    <a:pt x="254" y="10629"/>
                  </a:lnTo>
                  <a:lnTo>
                    <a:pt x="482" y="10617"/>
                  </a:lnTo>
                  <a:lnTo>
                    <a:pt x="419" y="10210"/>
                  </a:lnTo>
                  <a:lnTo>
                    <a:pt x="622" y="10134"/>
                  </a:lnTo>
                  <a:close/>
                </a:path>
                <a:path w="58420" h="16509">
                  <a:moveTo>
                    <a:pt x="4978" y="13055"/>
                  </a:moveTo>
                  <a:lnTo>
                    <a:pt x="4902" y="12865"/>
                  </a:lnTo>
                  <a:lnTo>
                    <a:pt x="4330" y="12814"/>
                  </a:lnTo>
                  <a:lnTo>
                    <a:pt x="4330" y="13055"/>
                  </a:lnTo>
                  <a:lnTo>
                    <a:pt x="4775" y="13385"/>
                  </a:lnTo>
                  <a:lnTo>
                    <a:pt x="4876" y="13246"/>
                  </a:lnTo>
                  <a:lnTo>
                    <a:pt x="4597" y="13157"/>
                  </a:lnTo>
                  <a:lnTo>
                    <a:pt x="4978" y="13055"/>
                  </a:lnTo>
                  <a:close/>
                </a:path>
                <a:path w="58420" h="16509">
                  <a:moveTo>
                    <a:pt x="5613" y="8890"/>
                  </a:moveTo>
                  <a:lnTo>
                    <a:pt x="5575" y="8534"/>
                  </a:lnTo>
                  <a:lnTo>
                    <a:pt x="5207" y="8470"/>
                  </a:lnTo>
                  <a:lnTo>
                    <a:pt x="4876" y="8343"/>
                  </a:lnTo>
                  <a:lnTo>
                    <a:pt x="4940" y="8674"/>
                  </a:lnTo>
                  <a:lnTo>
                    <a:pt x="5537" y="8572"/>
                  </a:lnTo>
                  <a:lnTo>
                    <a:pt x="5613" y="8890"/>
                  </a:lnTo>
                  <a:close/>
                </a:path>
                <a:path w="58420" h="16509">
                  <a:moveTo>
                    <a:pt x="5626" y="13030"/>
                  </a:moveTo>
                  <a:lnTo>
                    <a:pt x="5372" y="12903"/>
                  </a:lnTo>
                  <a:lnTo>
                    <a:pt x="5232" y="13004"/>
                  </a:lnTo>
                  <a:lnTo>
                    <a:pt x="5626" y="13030"/>
                  </a:lnTo>
                  <a:close/>
                </a:path>
                <a:path w="58420" h="16509">
                  <a:moveTo>
                    <a:pt x="5943" y="11226"/>
                  </a:moveTo>
                  <a:lnTo>
                    <a:pt x="5854" y="10121"/>
                  </a:lnTo>
                  <a:lnTo>
                    <a:pt x="5588" y="10363"/>
                  </a:lnTo>
                  <a:lnTo>
                    <a:pt x="5702" y="10528"/>
                  </a:lnTo>
                  <a:lnTo>
                    <a:pt x="5689" y="10769"/>
                  </a:lnTo>
                  <a:lnTo>
                    <a:pt x="5473" y="10541"/>
                  </a:lnTo>
                  <a:lnTo>
                    <a:pt x="5943" y="11226"/>
                  </a:lnTo>
                  <a:close/>
                </a:path>
                <a:path w="58420" h="16509">
                  <a:moveTo>
                    <a:pt x="6045" y="11747"/>
                  </a:moveTo>
                  <a:lnTo>
                    <a:pt x="5638" y="11836"/>
                  </a:lnTo>
                  <a:lnTo>
                    <a:pt x="5638" y="12141"/>
                  </a:lnTo>
                  <a:lnTo>
                    <a:pt x="6019" y="12090"/>
                  </a:lnTo>
                  <a:lnTo>
                    <a:pt x="6045" y="11747"/>
                  </a:lnTo>
                  <a:close/>
                </a:path>
                <a:path w="58420" h="16509">
                  <a:moveTo>
                    <a:pt x="6070" y="11582"/>
                  </a:moveTo>
                  <a:lnTo>
                    <a:pt x="5778" y="11582"/>
                  </a:lnTo>
                  <a:lnTo>
                    <a:pt x="6057" y="11684"/>
                  </a:lnTo>
                  <a:close/>
                </a:path>
                <a:path w="58420" h="16509">
                  <a:moveTo>
                    <a:pt x="6070" y="3606"/>
                  </a:moveTo>
                  <a:lnTo>
                    <a:pt x="5842" y="3530"/>
                  </a:lnTo>
                  <a:lnTo>
                    <a:pt x="5549" y="3048"/>
                  </a:lnTo>
                  <a:lnTo>
                    <a:pt x="5232" y="3352"/>
                  </a:lnTo>
                  <a:lnTo>
                    <a:pt x="5537" y="3251"/>
                  </a:lnTo>
                  <a:lnTo>
                    <a:pt x="5435" y="3530"/>
                  </a:lnTo>
                  <a:lnTo>
                    <a:pt x="5588" y="3581"/>
                  </a:lnTo>
                  <a:lnTo>
                    <a:pt x="5702" y="3390"/>
                  </a:lnTo>
                  <a:lnTo>
                    <a:pt x="5880" y="3695"/>
                  </a:lnTo>
                  <a:lnTo>
                    <a:pt x="6070" y="3606"/>
                  </a:lnTo>
                  <a:close/>
                </a:path>
                <a:path w="58420" h="16509">
                  <a:moveTo>
                    <a:pt x="6248" y="8928"/>
                  </a:moveTo>
                  <a:lnTo>
                    <a:pt x="6032" y="8369"/>
                  </a:lnTo>
                  <a:lnTo>
                    <a:pt x="5664" y="8394"/>
                  </a:lnTo>
                  <a:lnTo>
                    <a:pt x="5702" y="8978"/>
                  </a:lnTo>
                  <a:lnTo>
                    <a:pt x="5905" y="8978"/>
                  </a:lnTo>
                  <a:lnTo>
                    <a:pt x="5842" y="8712"/>
                  </a:lnTo>
                  <a:lnTo>
                    <a:pt x="6248" y="8928"/>
                  </a:lnTo>
                  <a:close/>
                </a:path>
                <a:path w="58420" h="16509">
                  <a:moveTo>
                    <a:pt x="8572" y="6832"/>
                  </a:moveTo>
                  <a:lnTo>
                    <a:pt x="8305" y="6654"/>
                  </a:lnTo>
                  <a:lnTo>
                    <a:pt x="8089" y="6781"/>
                  </a:lnTo>
                  <a:lnTo>
                    <a:pt x="8394" y="6896"/>
                  </a:lnTo>
                  <a:lnTo>
                    <a:pt x="8178" y="6946"/>
                  </a:lnTo>
                  <a:lnTo>
                    <a:pt x="8026" y="6858"/>
                  </a:lnTo>
                  <a:lnTo>
                    <a:pt x="8166" y="7137"/>
                  </a:lnTo>
                  <a:lnTo>
                    <a:pt x="8572" y="6832"/>
                  </a:lnTo>
                  <a:close/>
                </a:path>
                <a:path w="58420" h="16509">
                  <a:moveTo>
                    <a:pt x="9728" y="5702"/>
                  </a:moveTo>
                  <a:lnTo>
                    <a:pt x="9550" y="5676"/>
                  </a:lnTo>
                  <a:lnTo>
                    <a:pt x="9194" y="5410"/>
                  </a:lnTo>
                  <a:lnTo>
                    <a:pt x="9144" y="5842"/>
                  </a:lnTo>
                  <a:lnTo>
                    <a:pt x="9512" y="5842"/>
                  </a:lnTo>
                  <a:lnTo>
                    <a:pt x="9588" y="5715"/>
                  </a:lnTo>
                  <a:lnTo>
                    <a:pt x="9728" y="5702"/>
                  </a:lnTo>
                  <a:close/>
                </a:path>
                <a:path w="58420" h="16509">
                  <a:moveTo>
                    <a:pt x="10388" y="7835"/>
                  </a:moveTo>
                  <a:lnTo>
                    <a:pt x="9474" y="7188"/>
                  </a:lnTo>
                  <a:lnTo>
                    <a:pt x="9677" y="7378"/>
                  </a:lnTo>
                  <a:lnTo>
                    <a:pt x="9867" y="7581"/>
                  </a:lnTo>
                  <a:lnTo>
                    <a:pt x="9677" y="7645"/>
                  </a:lnTo>
                  <a:lnTo>
                    <a:pt x="9867" y="7899"/>
                  </a:lnTo>
                  <a:lnTo>
                    <a:pt x="10007" y="7823"/>
                  </a:lnTo>
                  <a:lnTo>
                    <a:pt x="10007" y="8089"/>
                  </a:lnTo>
                  <a:lnTo>
                    <a:pt x="10388" y="7835"/>
                  </a:lnTo>
                  <a:close/>
                </a:path>
                <a:path w="58420" h="16509">
                  <a:moveTo>
                    <a:pt x="11874" y="5511"/>
                  </a:moveTo>
                  <a:lnTo>
                    <a:pt x="11315" y="4940"/>
                  </a:lnTo>
                  <a:lnTo>
                    <a:pt x="11214" y="5232"/>
                  </a:lnTo>
                  <a:lnTo>
                    <a:pt x="11290" y="4838"/>
                  </a:lnTo>
                  <a:lnTo>
                    <a:pt x="10909" y="5245"/>
                  </a:lnTo>
                  <a:lnTo>
                    <a:pt x="10642" y="5080"/>
                  </a:lnTo>
                  <a:lnTo>
                    <a:pt x="10426" y="4635"/>
                  </a:lnTo>
                  <a:lnTo>
                    <a:pt x="10375" y="4851"/>
                  </a:lnTo>
                  <a:lnTo>
                    <a:pt x="10452" y="5270"/>
                  </a:lnTo>
                  <a:lnTo>
                    <a:pt x="11874" y="5511"/>
                  </a:lnTo>
                  <a:close/>
                </a:path>
                <a:path w="58420" h="16509">
                  <a:moveTo>
                    <a:pt x="12636" y="13220"/>
                  </a:moveTo>
                  <a:lnTo>
                    <a:pt x="12446" y="13220"/>
                  </a:lnTo>
                  <a:lnTo>
                    <a:pt x="12446" y="13411"/>
                  </a:lnTo>
                  <a:lnTo>
                    <a:pt x="12242" y="13347"/>
                  </a:lnTo>
                  <a:lnTo>
                    <a:pt x="12204" y="13169"/>
                  </a:lnTo>
                  <a:lnTo>
                    <a:pt x="11976" y="13157"/>
                  </a:lnTo>
                  <a:lnTo>
                    <a:pt x="11912" y="13462"/>
                  </a:lnTo>
                  <a:lnTo>
                    <a:pt x="12268" y="13411"/>
                  </a:lnTo>
                  <a:lnTo>
                    <a:pt x="12407" y="13500"/>
                  </a:lnTo>
                  <a:lnTo>
                    <a:pt x="12636" y="13220"/>
                  </a:lnTo>
                  <a:close/>
                </a:path>
                <a:path w="58420" h="16509">
                  <a:moveTo>
                    <a:pt x="12865" y="9080"/>
                  </a:moveTo>
                  <a:lnTo>
                    <a:pt x="12852" y="8737"/>
                  </a:lnTo>
                  <a:lnTo>
                    <a:pt x="12484" y="8585"/>
                  </a:lnTo>
                  <a:lnTo>
                    <a:pt x="12547" y="8890"/>
                  </a:lnTo>
                  <a:lnTo>
                    <a:pt x="11849" y="8902"/>
                  </a:lnTo>
                  <a:lnTo>
                    <a:pt x="12865" y="9080"/>
                  </a:lnTo>
                  <a:close/>
                </a:path>
                <a:path w="58420" h="16509">
                  <a:moveTo>
                    <a:pt x="13042" y="13068"/>
                  </a:moveTo>
                  <a:lnTo>
                    <a:pt x="12966" y="12915"/>
                  </a:lnTo>
                  <a:lnTo>
                    <a:pt x="12979" y="12661"/>
                  </a:lnTo>
                  <a:lnTo>
                    <a:pt x="12738" y="13208"/>
                  </a:lnTo>
                  <a:lnTo>
                    <a:pt x="13042" y="13068"/>
                  </a:lnTo>
                  <a:close/>
                </a:path>
                <a:path w="58420" h="16509">
                  <a:moveTo>
                    <a:pt x="13360" y="12192"/>
                  </a:moveTo>
                  <a:lnTo>
                    <a:pt x="12649" y="11734"/>
                  </a:lnTo>
                  <a:lnTo>
                    <a:pt x="12763" y="11938"/>
                  </a:lnTo>
                  <a:lnTo>
                    <a:pt x="12966" y="12115"/>
                  </a:lnTo>
                  <a:lnTo>
                    <a:pt x="12928" y="12293"/>
                  </a:lnTo>
                  <a:lnTo>
                    <a:pt x="12700" y="12547"/>
                  </a:lnTo>
                  <a:lnTo>
                    <a:pt x="12979" y="12661"/>
                  </a:lnTo>
                  <a:lnTo>
                    <a:pt x="12979" y="12522"/>
                  </a:lnTo>
                  <a:lnTo>
                    <a:pt x="13195" y="12585"/>
                  </a:lnTo>
                  <a:lnTo>
                    <a:pt x="13360" y="12192"/>
                  </a:lnTo>
                  <a:close/>
                </a:path>
                <a:path w="58420" h="16509">
                  <a:moveTo>
                    <a:pt x="13716" y="10972"/>
                  </a:moveTo>
                  <a:lnTo>
                    <a:pt x="13589" y="10668"/>
                  </a:lnTo>
                  <a:lnTo>
                    <a:pt x="13373" y="10477"/>
                  </a:lnTo>
                  <a:lnTo>
                    <a:pt x="13195" y="10236"/>
                  </a:lnTo>
                  <a:lnTo>
                    <a:pt x="13271" y="10439"/>
                  </a:lnTo>
                  <a:lnTo>
                    <a:pt x="12725" y="10058"/>
                  </a:lnTo>
                  <a:lnTo>
                    <a:pt x="13004" y="10312"/>
                  </a:lnTo>
                  <a:lnTo>
                    <a:pt x="13131" y="10591"/>
                  </a:lnTo>
                  <a:lnTo>
                    <a:pt x="13271" y="10490"/>
                  </a:lnTo>
                  <a:lnTo>
                    <a:pt x="13335" y="10934"/>
                  </a:lnTo>
                  <a:lnTo>
                    <a:pt x="13589" y="10960"/>
                  </a:lnTo>
                  <a:lnTo>
                    <a:pt x="13525" y="10782"/>
                  </a:lnTo>
                  <a:lnTo>
                    <a:pt x="13716" y="10972"/>
                  </a:lnTo>
                  <a:close/>
                </a:path>
                <a:path w="58420" h="16509">
                  <a:moveTo>
                    <a:pt x="14566" y="1092"/>
                  </a:moveTo>
                  <a:lnTo>
                    <a:pt x="14312" y="1206"/>
                  </a:lnTo>
                  <a:lnTo>
                    <a:pt x="14287" y="685"/>
                  </a:lnTo>
                  <a:lnTo>
                    <a:pt x="14198" y="952"/>
                  </a:lnTo>
                  <a:lnTo>
                    <a:pt x="13970" y="1143"/>
                  </a:lnTo>
                  <a:lnTo>
                    <a:pt x="14033" y="1574"/>
                  </a:lnTo>
                  <a:lnTo>
                    <a:pt x="14097" y="1828"/>
                  </a:lnTo>
                  <a:lnTo>
                    <a:pt x="14503" y="1892"/>
                  </a:lnTo>
                  <a:lnTo>
                    <a:pt x="14439" y="1397"/>
                  </a:lnTo>
                  <a:lnTo>
                    <a:pt x="14566" y="1092"/>
                  </a:lnTo>
                  <a:close/>
                </a:path>
                <a:path w="58420" h="16509">
                  <a:moveTo>
                    <a:pt x="14630" y="10541"/>
                  </a:moveTo>
                  <a:lnTo>
                    <a:pt x="14427" y="10299"/>
                  </a:lnTo>
                  <a:lnTo>
                    <a:pt x="14465" y="10452"/>
                  </a:lnTo>
                  <a:lnTo>
                    <a:pt x="14160" y="10312"/>
                  </a:lnTo>
                  <a:lnTo>
                    <a:pt x="14084" y="10617"/>
                  </a:lnTo>
                  <a:lnTo>
                    <a:pt x="14363" y="10680"/>
                  </a:lnTo>
                  <a:lnTo>
                    <a:pt x="14528" y="10541"/>
                  </a:lnTo>
                  <a:close/>
                </a:path>
                <a:path w="58420" h="16509">
                  <a:moveTo>
                    <a:pt x="14846" y="13119"/>
                  </a:moveTo>
                  <a:lnTo>
                    <a:pt x="14605" y="12852"/>
                  </a:lnTo>
                  <a:lnTo>
                    <a:pt x="13982" y="12509"/>
                  </a:lnTo>
                  <a:lnTo>
                    <a:pt x="13728" y="12750"/>
                  </a:lnTo>
                  <a:lnTo>
                    <a:pt x="13944" y="12750"/>
                  </a:lnTo>
                  <a:lnTo>
                    <a:pt x="14846" y="13119"/>
                  </a:lnTo>
                  <a:close/>
                </a:path>
                <a:path w="58420" h="16509">
                  <a:moveTo>
                    <a:pt x="17462" y="11468"/>
                  </a:moveTo>
                  <a:lnTo>
                    <a:pt x="17005" y="11671"/>
                  </a:lnTo>
                  <a:lnTo>
                    <a:pt x="17157" y="11353"/>
                  </a:lnTo>
                  <a:lnTo>
                    <a:pt x="16891" y="11404"/>
                  </a:lnTo>
                  <a:lnTo>
                    <a:pt x="16598" y="11404"/>
                  </a:lnTo>
                  <a:lnTo>
                    <a:pt x="16446" y="11595"/>
                  </a:lnTo>
                  <a:lnTo>
                    <a:pt x="16586" y="11734"/>
                  </a:lnTo>
                  <a:lnTo>
                    <a:pt x="16814" y="11747"/>
                  </a:lnTo>
                  <a:lnTo>
                    <a:pt x="16649" y="11518"/>
                  </a:lnTo>
                  <a:lnTo>
                    <a:pt x="17094" y="11417"/>
                  </a:lnTo>
                  <a:lnTo>
                    <a:pt x="16916" y="11836"/>
                  </a:lnTo>
                  <a:lnTo>
                    <a:pt x="17310" y="11760"/>
                  </a:lnTo>
                  <a:lnTo>
                    <a:pt x="17462" y="11468"/>
                  </a:lnTo>
                  <a:close/>
                </a:path>
                <a:path w="58420" h="16509">
                  <a:moveTo>
                    <a:pt x="18084" y="5778"/>
                  </a:moveTo>
                  <a:lnTo>
                    <a:pt x="17818" y="5702"/>
                  </a:lnTo>
                  <a:lnTo>
                    <a:pt x="17919" y="6032"/>
                  </a:lnTo>
                  <a:lnTo>
                    <a:pt x="17500" y="5753"/>
                  </a:lnTo>
                  <a:lnTo>
                    <a:pt x="17589" y="6070"/>
                  </a:lnTo>
                  <a:lnTo>
                    <a:pt x="18046" y="6121"/>
                  </a:lnTo>
                  <a:lnTo>
                    <a:pt x="18084" y="5778"/>
                  </a:lnTo>
                  <a:close/>
                </a:path>
                <a:path w="58420" h="16509">
                  <a:moveTo>
                    <a:pt x="18580" y="5753"/>
                  </a:moveTo>
                  <a:lnTo>
                    <a:pt x="18135" y="5740"/>
                  </a:lnTo>
                  <a:lnTo>
                    <a:pt x="18338" y="6235"/>
                  </a:lnTo>
                  <a:lnTo>
                    <a:pt x="18389" y="6057"/>
                  </a:lnTo>
                  <a:lnTo>
                    <a:pt x="18567" y="6007"/>
                  </a:lnTo>
                  <a:lnTo>
                    <a:pt x="18580" y="5753"/>
                  </a:lnTo>
                  <a:close/>
                </a:path>
                <a:path w="58420" h="16509">
                  <a:moveTo>
                    <a:pt x="19278" y="12636"/>
                  </a:moveTo>
                  <a:lnTo>
                    <a:pt x="19265" y="12407"/>
                  </a:lnTo>
                  <a:lnTo>
                    <a:pt x="19088" y="12395"/>
                  </a:lnTo>
                  <a:lnTo>
                    <a:pt x="18630" y="12560"/>
                  </a:lnTo>
                  <a:lnTo>
                    <a:pt x="18846" y="12661"/>
                  </a:lnTo>
                  <a:lnTo>
                    <a:pt x="18910" y="12903"/>
                  </a:lnTo>
                  <a:lnTo>
                    <a:pt x="19113" y="12890"/>
                  </a:lnTo>
                  <a:lnTo>
                    <a:pt x="19075" y="12611"/>
                  </a:lnTo>
                  <a:lnTo>
                    <a:pt x="19278" y="12636"/>
                  </a:lnTo>
                  <a:close/>
                </a:path>
                <a:path w="58420" h="16509">
                  <a:moveTo>
                    <a:pt x="19799" y="3822"/>
                  </a:moveTo>
                  <a:lnTo>
                    <a:pt x="19646" y="3314"/>
                  </a:lnTo>
                  <a:lnTo>
                    <a:pt x="19304" y="3403"/>
                  </a:lnTo>
                  <a:lnTo>
                    <a:pt x="18503" y="2971"/>
                  </a:lnTo>
                  <a:lnTo>
                    <a:pt x="18110" y="3276"/>
                  </a:lnTo>
                  <a:lnTo>
                    <a:pt x="18415" y="3187"/>
                  </a:lnTo>
                  <a:lnTo>
                    <a:pt x="18313" y="3454"/>
                  </a:lnTo>
                  <a:lnTo>
                    <a:pt x="18478" y="3505"/>
                  </a:lnTo>
                  <a:lnTo>
                    <a:pt x="18643" y="3073"/>
                  </a:lnTo>
                  <a:lnTo>
                    <a:pt x="18935" y="3441"/>
                  </a:lnTo>
                  <a:lnTo>
                    <a:pt x="19456" y="3390"/>
                  </a:lnTo>
                  <a:lnTo>
                    <a:pt x="19342" y="3670"/>
                  </a:lnTo>
                  <a:lnTo>
                    <a:pt x="19608" y="3619"/>
                  </a:lnTo>
                  <a:lnTo>
                    <a:pt x="19583" y="3848"/>
                  </a:lnTo>
                  <a:lnTo>
                    <a:pt x="19799" y="3822"/>
                  </a:lnTo>
                  <a:close/>
                </a:path>
                <a:path w="58420" h="16509">
                  <a:moveTo>
                    <a:pt x="20370" y="2781"/>
                  </a:moveTo>
                  <a:lnTo>
                    <a:pt x="20129" y="2781"/>
                  </a:lnTo>
                  <a:lnTo>
                    <a:pt x="20167" y="2578"/>
                  </a:lnTo>
                  <a:lnTo>
                    <a:pt x="19913" y="2628"/>
                  </a:lnTo>
                  <a:lnTo>
                    <a:pt x="19583" y="2921"/>
                  </a:lnTo>
                  <a:lnTo>
                    <a:pt x="19697" y="3111"/>
                  </a:lnTo>
                  <a:lnTo>
                    <a:pt x="20078" y="2832"/>
                  </a:lnTo>
                  <a:lnTo>
                    <a:pt x="20370" y="2781"/>
                  </a:lnTo>
                  <a:close/>
                </a:path>
                <a:path w="58420" h="16509">
                  <a:moveTo>
                    <a:pt x="21374" y="3251"/>
                  </a:moveTo>
                  <a:lnTo>
                    <a:pt x="21272" y="2984"/>
                  </a:lnTo>
                  <a:lnTo>
                    <a:pt x="21031" y="2984"/>
                  </a:lnTo>
                  <a:lnTo>
                    <a:pt x="21259" y="3111"/>
                  </a:lnTo>
                  <a:lnTo>
                    <a:pt x="20815" y="3467"/>
                  </a:lnTo>
                  <a:lnTo>
                    <a:pt x="21170" y="3632"/>
                  </a:lnTo>
                  <a:lnTo>
                    <a:pt x="21120" y="3378"/>
                  </a:lnTo>
                  <a:lnTo>
                    <a:pt x="21361" y="3467"/>
                  </a:lnTo>
                  <a:lnTo>
                    <a:pt x="21374" y="3251"/>
                  </a:lnTo>
                  <a:close/>
                </a:path>
                <a:path w="58420" h="16509">
                  <a:moveTo>
                    <a:pt x="21932" y="5473"/>
                  </a:moveTo>
                  <a:lnTo>
                    <a:pt x="21678" y="5346"/>
                  </a:lnTo>
                  <a:lnTo>
                    <a:pt x="21704" y="5562"/>
                  </a:lnTo>
                  <a:lnTo>
                    <a:pt x="21082" y="5537"/>
                  </a:lnTo>
                  <a:lnTo>
                    <a:pt x="21361" y="5715"/>
                  </a:lnTo>
                  <a:lnTo>
                    <a:pt x="21640" y="5930"/>
                  </a:lnTo>
                  <a:lnTo>
                    <a:pt x="21526" y="5651"/>
                  </a:lnTo>
                  <a:lnTo>
                    <a:pt x="21932" y="5473"/>
                  </a:lnTo>
                  <a:close/>
                </a:path>
                <a:path w="58420" h="16509">
                  <a:moveTo>
                    <a:pt x="23279" y="10756"/>
                  </a:moveTo>
                  <a:lnTo>
                    <a:pt x="23126" y="10617"/>
                  </a:lnTo>
                  <a:lnTo>
                    <a:pt x="22796" y="10452"/>
                  </a:lnTo>
                  <a:lnTo>
                    <a:pt x="22783" y="10617"/>
                  </a:lnTo>
                  <a:lnTo>
                    <a:pt x="22555" y="10515"/>
                  </a:lnTo>
                  <a:lnTo>
                    <a:pt x="22580" y="10731"/>
                  </a:lnTo>
                  <a:lnTo>
                    <a:pt x="22745" y="10947"/>
                  </a:lnTo>
                  <a:lnTo>
                    <a:pt x="22771" y="10706"/>
                  </a:lnTo>
                  <a:lnTo>
                    <a:pt x="22961" y="10655"/>
                  </a:lnTo>
                  <a:lnTo>
                    <a:pt x="22796" y="10998"/>
                  </a:lnTo>
                  <a:lnTo>
                    <a:pt x="23279" y="10756"/>
                  </a:lnTo>
                  <a:close/>
                </a:path>
                <a:path w="58420" h="16509">
                  <a:moveTo>
                    <a:pt x="23393" y="10845"/>
                  </a:moveTo>
                  <a:lnTo>
                    <a:pt x="23215" y="10972"/>
                  </a:lnTo>
                  <a:lnTo>
                    <a:pt x="23012" y="11163"/>
                  </a:lnTo>
                  <a:lnTo>
                    <a:pt x="23393" y="11303"/>
                  </a:lnTo>
                  <a:lnTo>
                    <a:pt x="23393" y="10845"/>
                  </a:lnTo>
                  <a:close/>
                </a:path>
                <a:path w="58420" h="16509">
                  <a:moveTo>
                    <a:pt x="25590" y="13652"/>
                  </a:moveTo>
                  <a:lnTo>
                    <a:pt x="25234" y="13525"/>
                  </a:lnTo>
                  <a:lnTo>
                    <a:pt x="24345" y="13347"/>
                  </a:lnTo>
                  <a:lnTo>
                    <a:pt x="24523" y="13741"/>
                  </a:lnTo>
                  <a:lnTo>
                    <a:pt x="24853" y="13487"/>
                  </a:lnTo>
                  <a:lnTo>
                    <a:pt x="24904" y="13690"/>
                  </a:lnTo>
                  <a:lnTo>
                    <a:pt x="24892" y="13893"/>
                  </a:lnTo>
                  <a:lnTo>
                    <a:pt x="25158" y="13627"/>
                  </a:lnTo>
                  <a:lnTo>
                    <a:pt x="25400" y="13944"/>
                  </a:lnTo>
                  <a:lnTo>
                    <a:pt x="25590" y="13652"/>
                  </a:lnTo>
                  <a:close/>
                </a:path>
                <a:path w="58420" h="16509">
                  <a:moveTo>
                    <a:pt x="26428" y="558"/>
                  </a:moveTo>
                  <a:lnTo>
                    <a:pt x="26365" y="152"/>
                  </a:lnTo>
                  <a:lnTo>
                    <a:pt x="26225" y="190"/>
                  </a:lnTo>
                  <a:lnTo>
                    <a:pt x="25895" y="0"/>
                  </a:lnTo>
                  <a:lnTo>
                    <a:pt x="25882" y="203"/>
                  </a:lnTo>
                  <a:lnTo>
                    <a:pt x="26047" y="330"/>
                  </a:lnTo>
                  <a:lnTo>
                    <a:pt x="26225" y="635"/>
                  </a:lnTo>
                  <a:lnTo>
                    <a:pt x="26428" y="558"/>
                  </a:lnTo>
                  <a:close/>
                </a:path>
                <a:path w="58420" h="16509">
                  <a:moveTo>
                    <a:pt x="29718" y="6172"/>
                  </a:moveTo>
                  <a:lnTo>
                    <a:pt x="29527" y="6019"/>
                  </a:lnTo>
                  <a:lnTo>
                    <a:pt x="29311" y="6197"/>
                  </a:lnTo>
                  <a:lnTo>
                    <a:pt x="29311" y="6375"/>
                  </a:lnTo>
                  <a:lnTo>
                    <a:pt x="29451" y="6845"/>
                  </a:lnTo>
                  <a:lnTo>
                    <a:pt x="29565" y="6604"/>
                  </a:lnTo>
                  <a:lnTo>
                    <a:pt x="29692" y="6426"/>
                  </a:lnTo>
                  <a:lnTo>
                    <a:pt x="29718" y="6172"/>
                  </a:lnTo>
                  <a:close/>
                </a:path>
                <a:path w="58420" h="16509">
                  <a:moveTo>
                    <a:pt x="31153" y="7937"/>
                  </a:moveTo>
                  <a:lnTo>
                    <a:pt x="31000" y="7785"/>
                  </a:lnTo>
                  <a:lnTo>
                    <a:pt x="30784" y="7797"/>
                  </a:lnTo>
                  <a:lnTo>
                    <a:pt x="30772" y="8102"/>
                  </a:lnTo>
                  <a:lnTo>
                    <a:pt x="30759" y="8369"/>
                  </a:lnTo>
                  <a:lnTo>
                    <a:pt x="30937" y="8496"/>
                  </a:lnTo>
                  <a:lnTo>
                    <a:pt x="31051" y="8216"/>
                  </a:lnTo>
                  <a:lnTo>
                    <a:pt x="31153" y="7937"/>
                  </a:lnTo>
                  <a:close/>
                </a:path>
                <a:path w="58420" h="16509">
                  <a:moveTo>
                    <a:pt x="31546" y="1358"/>
                  </a:moveTo>
                  <a:lnTo>
                    <a:pt x="31140" y="1435"/>
                  </a:lnTo>
                  <a:lnTo>
                    <a:pt x="31051" y="1727"/>
                  </a:lnTo>
                  <a:lnTo>
                    <a:pt x="31419" y="1663"/>
                  </a:lnTo>
                  <a:lnTo>
                    <a:pt x="31546" y="1358"/>
                  </a:lnTo>
                  <a:close/>
                </a:path>
                <a:path w="58420" h="16509">
                  <a:moveTo>
                    <a:pt x="31762" y="6692"/>
                  </a:moveTo>
                  <a:lnTo>
                    <a:pt x="31419" y="6388"/>
                  </a:lnTo>
                  <a:lnTo>
                    <a:pt x="31203" y="6045"/>
                  </a:lnTo>
                  <a:lnTo>
                    <a:pt x="30759" y="6032"/>
                  </a:lnTo>
                  <a:lnTo>
                    <a:pt x="30556" y="6197"/>
                  </a:lnTo>
                  <a:lnTo>
                    <a:pt x="30695" y="6388"/>
                  </a:lnTo>
                  <a:lnTo>
                    <a:pt x="30721" y="6616"/>
                  </a:lnTo>
                  <a:lnTo>
                    <a:pt x="31064" y="6718"/>
                  </a:lnTo>
                  <a:lnTo>
                    <a:pt x="30873" y="6159"/>
                  </a:lnTo>
                  <a:lnTo>
                    <a:pt x="31229" y="6261"/>
                  </a:lnTo>
                  <a:lnTo>
                    <a:pt x="31330" y="6413"/>
                  </a:lnTo>
                  <a:lnTo>
                    <a:pt x="31546" y="6934"/>
                  </a:lnTo>
                  <a:lnTo>
                    <a:pt x="31762" y="6692"/>
                  </a:lnTo>
                  <a:close/>
                </a:path>
                <a:path w="58420" h="16509">
                  <a:moveTo>
                    <a:pt x="36423" y="7289"/>
                  </a:moveTo>
                  <a:lnTo>
                    <a:pt x="35534" y="7505"/>
                  </a:lnTo>
                  <a:lnTo>
                    <a:pt x="35674" y="7670"/>
                  </a:lnTo>
                  <a:lnTo>
                    <a:pt x="36296" y="7645"/>
                  </a:lnTo>
                  <a:lnTo>
                    <a:pt x="36423" y="7289"/>
                  </a:lnTo>
                  <a:close/>
                </a:path>
                <a:path w="58420" h="16509">
                  <a:moveTo>
                    <a:pt x="37299" y="15722"/>
                  </a:moveTo>
                  <a:lnTo>
                    <a:pt x="36969" y="15684"/>
                  </a:lnTo>
                  <a:lnTo>
                    <a:pt x="37058" y="15989"/>
                  </a:lnTo>
                  <a:lnTo>
                    <a:pt x="37299" y="15722"/>
                  </a:lnTo>
                  <a:close/>
                </a:path>
                <a:path w="58420" h="16509">
                  <a:moveTo>
                    <a:pt x="38074" y="16179"/>
                  </a:moveTo>
                  <a:lnTo>
                    <a:pt x="37515" y="15633"/>
                  </a:lnTo>
                  <a:lnTo>
                    <a:pt x="37922" y="16357"/>
                  </a:lnTo>
                  <a:lnTo>
                    <a:pt x="38074" y="16179"/>
                  </a:lnTo>
                  <a:close/>
                </a:path>
                <a:path w="58420" h="16509">
                  <a:moveTo>
                    <a:pt x="38925" y="15125"/>
                  </a:moveTo>
                  <a:lnTo>
                    <a:pt x="36652" y="13436"/>
                  </a:lnTo>
                  <a:lnTo>
                    <a:pt x="35267" y="13436"/>
                  </a:lnTo>
                  <a:lnTo>
                    <a:pt x="35458" y="15125"/>
                  </a:lnTo>
                  <a:lnTo>
                    <a:pt x="35839" y="15125"/>
                  </a:lnTo>
                  <a:lnTo>
                    <a:pt x="35636" y="15278"/>
                  </a:lnTo>
                  <a:lnTo>
                    <a:pt x="36169" y="15163"/>
                  </a:lnTo>
                  <a:lnTo>
                    <a:pt x="36537" y="15659"/>
                  </a:lnTo>
                  <a:lnTo>
                    <a:pt x="36677" y="15570"/>
                  </a:lnTo>
                  <a:lnTo>
                    <a:pt x="36372" y="15316"/>
                  </a:lnTo>
                  <a:lnTo>
                    <a:pt x="36169" y="15125"/>
                  </a:lnTo>
                  <a:lnTo>
                    <a:pt x="38925" y="15125"/>
                  </a:lnTo>
                  <a:close/>
                </a:path>
                <a:path w="58420" h="16509">
                  <a:moveTo>
                    <a:pt x="40233" y="2082"/>
                  </a:moveTo>
                  <a:lnTo>
                    <a:pt x="39306" y="1574"/>
                  </a:lnTo>
                  <a:lnTo>
                    <a:pt x="39268" y="2108"/>
                  </a:lnTo>
                  <a:lnTo>
                    <a:pt x="39674" y="2019"/>
                  </a:lnTo>
                  <a:lnTo>
                    <a:pt x="39598" y="2362"/>
                  </a:lnTo>
                  <a:lnTo>
                    <a:pt x="39814" y="2463"/>
                  </a:lnTo>
                  <a:lnTo>
                    <a:pt x="40233" y="2082"/>
                  </a:lnTo>
                  <a:close/>
                </a:path>
                <a:path w="58420" h="16509">
                  <a:moveTo>
                    <a:pt x="42570" y="7696"/>
                  </a:moveTo>
                  <a:close/>
                </a:path>
                <a:path w="58420" h="16509">
                  <a:moveTo>
                    <a:pt x="42773" y="7162"/>
                  </a:moveTo>
                  <a:lnTo>
                    <a:pt x="42392" y="7112"/>
                  </a:lnTo>
                  <a:lnTo>
                    <a:pt x="42252" y="7442"/>
                  </a:lnTo>
                  <a:lnTo>
                    <a:pt x="42354" y="7569"/>
                  </a:lnTo>
                  <a:lnTo>
                    <a:pt x="42545" y="7683"/>
                  </a:lnTo>
                  <a:lnTo>
                    <a:pt x="42672" y="7429"/>
                  </a:lnTo>
                  <a:lnTo>
                    <a:pt x="42265" y="7429"/>
                  </a:lnTo>
                  <a:lnTo>
                    <a:pt x="42773" y="7162"/>
                  </a:lnTo>
                  <a:close/>
                </a:path>
                <a:path w="58420" h="16509">
                  <a:moveTo>
                    <a:pt x="42900" y="8661"/>
                  </a:moveTo>
                  <a:lnTo>
                    <a:pt x="40068" y="7607"/>
                  </a:lnTo>
                  <a:lnTo>
                    <a:pt x="40386" y="8661"/>
                  </a:lnTo>
                  <a:lnTo>
                    <a:pt x="42900" y="8661"/>
                  </a:lnTo>
                  <a:close/>
                </a:path>
                <a:path w="58420" h="16509">
                  <a:moveTo>
                    <a:pt x="43319" y="9829"/>
                  </a:moveTo>
                  <a:lnTo>
                    <a:pt x="42837" y="9791"/>
                  </a:lnTo>
                  <a:lnTo>
                    <a:pt x="42811" y="10083"/>
                  </a:lnTo>
                  <a:lnTo>
                    <a:pt x="43053" y="10083"/>
                  </a:lnTo>
                  <a:lnTo>
                    <a:pt x="43218" y="10020"/>
                  </a:lnTo>
                  <a:lnTo>
                    <a:pt x="43319" y="9829"/>
                  </a:lnTo>
                  <a:close/>
                </a:path>
                <a:path w="58420" h="16509">
                  <a:moveTo>
                    <a:pt x="44500" y="11607"/>
                  </a:moveTo>
                  <a:lnTo>
                    <a:pt x="44221" y="11671"/>
                  </a:lnTo>
                  <a:lnTo>
                    <a:pt x="44259" y="11468"/>
                  </a:lnTo>
                  <a:lnTo>
                    <a:pt x="43967" y="11366"/>
                  </a:lnTo>
                  <a:lnTo>
                    <a:pt x="43865" y="11607"/>
                  </a:lnTo>
                  <a:lnTo>
                    <a:pt x="44119" y="11569"/>
                  </a:lnTo>
                  <a:lnTo>
                    <a:pt x="44119" y="11760"/>
                  </a:lnTo>
                  <a:lnTo>
                    <a:pt x="44500" y="11607"/>
                  </a:lnTo>
                  <a:close/>
                </a:path>
                <a:path w="58420" h="16509">
                  <a:moveTo>
                    <a:pt x="44691" y="10985"/>
                  </a:moveTo>
                  <a:lnTo>
                    <a:pt x="44475" y="10845"/>
                  </a:lnTo>
                  <a:lnTo>
                    <a:pt x="44386" y="11137"/>
                  </a:lnTo>
                  <a:lnTo>
                    <a:pt x="43916" y="10934"/>
                  </a:lnTo>
                  <a:lnTo>
                    <a:pt x="43878" y="11061"/>
                  </a:lnTo>
                  <a:lnTo>
                    <a:pt x="44056" y="11277"/>
                  </a:lnTo>
                  <a:lnTo>
                    <a:pt x="44272" y="11290"/>
                  </a:lnTo>
                  <a:lnTo>
                    <a:pt x="44691" y="10985"/>
                  </a:lnTo>
                  <a:close/>
                </a:path>
                <a:path w="58420" h="16509">
                  <a:moveTo>
                    <a:pt x="45567" y="9232"/>
                  </a:moveTo>
                  <a:lnTo>
                    <a:pt x="44754" y="8991"/>
                  </a:lnTo>
                  <a:lnTo>
                    <a:pt x="44818" y="9956"/>
                  </a:lnTo>
                  <a:lnTo>
                    <a:pt x="44259" y="9931"/>
                  </a:lnTo>
                  <a:lnTo>
                    <a:pt x="43891" y="9791"/>
                  </a:lnTo>
                  <a:lnTo>
                    <a:pt x="43891" y="9982"/>
                  </a:lnTo>
                  <a:lnTo>
                    <a:pt x="44069" y="9956"/>
                  </a:lnTo>
                  <a:lnTo>
                    <a:pt x="44119" y="10147"/>
                  </a:lnTo>
                  <a:lnTo>
                    <a:pt x="44246" y="9944"/>
                  </a:lnTo>
                  <a:lnTo>
                    <a:pt x="44246" y="10172"/>
                  </a:lnTo>
                  <a:lnTo>
                    <a:pt x="44411" y="10134"/>
                  </a:lnTo>
                  <a:lnTo>
                    <a:pt x="44234" y="10312"/>
                  </a:lnTo>
                  <a:lnTo>
                    <a:pt x="44818" y="10160"/>
                  </a:lnTo>
                  <a:lnTo>
                    <a:pt x="44996" y="9512"/>
                  </a:lnTo>
                  <a:lnTo>
                    <a:pt x="45491" y="9232"/>
                  </a:lnTo>
                  <a:close/>
                </a:path>
                <a:path w="58420" h="16509">
                  <a:moveTo>
                    <a:pt x="45821" y="4241"/>
                  </a:moveTo>
                  <a:lnTo>
                    <a:pt x="45669" y="3556"/>
                  </a:lnTo>
                  <a:lnTo>
                    <a:pt x="45580" y="3683"/>
                  </a:lnTo>
                  <a:lnTo>
                    <a:pt x="45529" y="4241"/>
                  </a:lnTo>
                  <a:lnTo>
                    <a:pt x="45821" y="4241"/>
                  </a:lnTo>
                  <a:close/>
                </a:path>
                <a:path w="58420" h="16509">
                  <a:moveTo>
                    <a:pt x="46367" y="3695"/>
                  </a:moveTo>
                  <a:lnTo>
                    <a:pt x="46228" y="3683"/>
                  </a:lnTo>
                  <a:lnTo>
                    <a:pt x="45910" y="3873"/>
                  </a:lnTo>
                  <a:lnTo>
                    <a:pt x="45948" y="3683"/>
                  </a:lnTo>
                  <a:lnTo>
                    <a:pt x="46088" y="3568"/>
                  </a:lnTo>
                  <a:lnTo>
                    <a:pt x="46266" y="3492"/>
                  </a:lnTo>
                  <a:lnTo>
                    <a:pt x="45974" y="3390"/>
                  </a:lnTo>
                  <a:lnTo>
                    <a:pt x="45859" y="3632"/>
                  </a:lnTo>
                  <a:lnTo>
                    <a:pt x="45859" y="3937"/>
                  </a:lnTo>
                  <a:lnTo>
                    <a:pt x="46012" y="4178"/>
                  </a:lnTo>
                  <a:lnTo>
                    <a:pt x="46316" y="4000"/>
                  </a:lnTo>
                  <a:lnTo>
                    <a:pt x="46202" y="3759"/>
                  </a:lnTo>
                  <a:lnTo>
                    <a:pt x="46367" y="3695"/>
                  </a:lnTo>
                  <a:close/>
                </a:path>
                <a:path w="58420" h="16509">
                  <a:moveTo>
                    <a:pt x="46647" y="7962"/>
                  </a:moveTo>
                  <a:lnTo>
                    <a:pt x="46304" y="7962"/>
                  </a:lnTo>
                  <a:lnTo>
                    <a:pt x="45948" y="7950"/>
                  </a:lnTo>
                  <a:lnTo>
                    <a:pt x="46050" y="8216"/>
                  </a:lnTo>
                  <a:lnTo>
                    <a:pt x="46240" y="8115"/>
                  </a:lnTo>
                  <a:lnTo>
                    <a:pt x="46342" y="8331"/>
                  </a:lnTo>
                  <a:lnTo>
                    <a:pt x="46380" y="8128"/>
                  </a:lnTo>
                  <a:lnTo>
                    <a:pt x="46609" y="8153"/>
                  </a:lnTo>
                  <a:lnTo>
                    <a:pt x="46647" y="7962"/>
                  </a:lnTo>
                  <a:close/>
                </a:path>
                <a:path w="58420" h="16509">
                  <a:moveTo>
                    <a:pt x="47510" y="11468"/>
                  </a:moveTo>
                  <a:lnTo>
                    <a:pt x="47332" y="11264"/>
                  </a:lnTo>
                  <a:lnTo>
                    <a:pt x="47117" y="11277"/>
                  </a:lnTo>
                  <a:lnTo>
                    <a:pt x="46926" y="11328"/>
                  </a:lnTo>
                  <a:lnTo>
                    <a:pt x="46824" y="11518"/>
                  </a:lnTo>
                  <a:lnTo>
                    <a:pt x="47040" y="11531"/>
                  </a:lnTo>
                  <a:lnTo>
                    <a:pt x="47117" y="11391"/>
                  </a:lnTo>
                  <a:lnTo>
                    <a:pt x="47396" y="11480"/>
                  </a:lnTo>
                  <a:close/>
                </a:path>
                <a:path w="58420" h="16509">
                  <a:moveTo>
                    <a:pt x="49047" y="12649"/>
                  </a:moveTo>
                  <a:lnTo>
                    <a:pt x="48653" y="12738"/>
                  </a:lnTo>
                  <a:lnTo>
                    <a:pt x="48666" y="12446"/>
                  </a:lnTo>
                  <a:lnTo>
                    <a:pt x="48869" y="12369"/>
                  </a:lnTo>
                  <a:lnTo>
                    <a:pt x="48501" y="12217"/>
                  </a:lnTo>
                  <a:lnTo>
                    <a:pt x="48590" y="12712"/>
                  </a:lnTo>
                  <a:lnTo>
                    <a:pt x="48374" y="12420"/>
                  </a:lnTo>
                  <a:lnTo>
                    <a:pt x="48310" y="12763"/>
                  </a:lnTo>
                  <a:lnTo>
                    <a:pt x="48641" y="12750"/>
                  </a:lnTo>
                  <a:lnTo>
                    <a:pt x="48717" y="12941"/>
                  </a:lnTo>
                  <a:lnTo>
                    <a:pt x="49009" y="12966"/>
                  </a:lnTo>
                  <a:lnTo>
                    <a:pt x="49047" y="12649"/>
                  </a:lnTo>
                  <a:close/>
                </a:path>
                <a:path w="58420" h="16509">
                  <a:moveTo>
                    <a:pt x="49339" y="9271"/>
                  </a:moveTo>
                  <a:lnTo>
                    <a:pt x="49301" y="9017"/>
                  </a:lnTo>
                  <a:lnTo>
                    <a:pt x="48729" y="8763"/>
                  </a:lnTo>
                  <a:lnTo>
                    <a:pt x="48882" y="8915"/>
                  </a:lnTo>
                  <a:lnTo>
                    <a:pt x="49022" y="9499"/>
                  </a:lnTo>
                  <a:lnTo>
                    <a:pt x="49237" y="9271"/>
                  </a:lnTo>
                  <a:close/>
                </a:path>
                <a:path w="58420" h="16509">
                  <a:moveTo>
                    <a:pt x="51155" y="5778"/>
                  </a:moveTo>
                  <a:lnTo>
                    <a:pt x="51130" y="5651"/>
                  </a:lnTo>
                  <a:lnTo>
                    <a:pt x="50711" y="5626"/>
                  </a:lnTo>
                  <a:lnTo>
                    <a:pt x="50965" y="5778"/>
                  </a:lnTo>
                  <a:lnTo>
                    <a:pt x="50863" y="6032"/>
                  </a:lnTo>
                  <a:lnTo>
                    <a:pt x="50939" y="5842"/>
                  </a:lnTo>
                  <a:lnTo>
                    <a:pt x="50685" y="5842"/>
                  </a:lnTo>
                  <a:lnTo>
                    <a:pt x="50723" y="5994"/>
                  </a:lnTo>
                  <a:lnTo>
                    <a:pt x="50520" y="6350"/>
                  </a:lnTo>
                  <a:lnTo>
                    <a:pt x="50736" y="6350"/>
                  </a:lnTo>
                  <a:lnTo>
                    <a:pt x="50914" y="6235"/>
                  </a:lnTo>
                  <a:lnTo>
                    <a:pt x="50914" y="6007"/>
                  </a:lnTo>
                  <a:lnTo>
                    <a:pt x="51092" y="5969"/>
                  </a:lnTo>
                  <a:lnTo>
                    <a:pt x="51155" y="5778"/>
                  </a:lnTo>
                  <a:close/>
                </a:path>
                <a:path w="58420" h="16509">
                  <a:moveTo>
                    <a:pt x="51308" y="6337"/>
                  </a:moveTo>
                  <a:lnTo>
                    <a:pt x="51142" y="5969"/>
                  </a:lnTo>
                  <a:lnTo>
                    <a:pt x="50914" y="6235"/>
                  </a:lnTo>
                  <a:lnTo>
                    <a:pt x="51104" y="6273"/>
                  </a:lnTo>
                  <a:lnTo>
                    <a:pt x="51308" y="6337"/>
                  </a:lnTo>
                  <a:close/>
                </a:path>
                <a:path w="58420" h="16509">
                  <a:moveTo>
                    <a:pt x="51701" y="10452"/>
                  </a:moveTo>
                  <a:lnTo>
                    <a:pt x="51435" y="10464"/>
                  </a:lnTo>
                  <a:lnTo>
                    <a:pt x="50774" y="10972"/>
                  </a:lnTo>
                  <a:lnTo>
                    <a:pt x="51206" y="10896"/>
                  </a:lnTo>
                  <a:lnTo>
                    <a:pt x="51282" y="10756"/>
                  </a:lnTo>
                  <a:lnTo>
                    <a:pt x="51650" y="10960"/>
                  </a:lnTo>
                  <a:lnTo>
                    <a:pt x="51701" y="10744"/>
                  </a:lnTo>
                  <a:lnTo>
                    <a:pt x="51701" y="10452"/>
                  </a:lnTo>
                  <a:close/>
                </a:path>
                <a:path w="58420" h="16509">
                  <a:moveTo>
                    <a:pt x="51879" y="8013"/>
                  </a:moveTo>
                  <a:lnTo>
                    <a:pt x="51727" y="8229"/>
                  </a:lnTo>
                  <a:lnTo>
                    <a:pt x="51752" y="8382"/>
                  </a:lnTo>
                  <a:lnTo>
                    <a:pt x="51485" y="8661"/>
                  </a:lnTo>
                  <a:lnTo>
                    <a:pt x="51866" y="8597"/>
                  </a:lnTo>
                  <a:lnTo>
                    <a:pt x="51866" y="8255"/>
                  </a:lnTo>
                  <a:lnTo>
                    <a:pt x="51879" y="8013"/>
                  </a:lnTo>
                  <a:close/>
                </a:path>
                <a:path w="58420" h="16509">
                  <a:moveTo>
                    <a:pt x="52514" y="11315"/>
                  </a:moveTo>
                  <a:lnTo>
                    <a:pt x="52146" y="11252"/>
                  </a:lnTo>
                  <a:lnTo>
                    <a:pt x="51752" y="11684"/>
                  </a:lnTo>
                  <a:lnTo>
                    <a:pt x="51968" y="11506"/>
                  </a:lnTo>
                  <a:lnTo>
                    <a:pt x="52400" y="11658"/>
                  </a:lnTo>
                  <a:lnTo>
                    <a:pt x="52514" y="11315"/>
                  </a:lnTo>
                  <a:close/>
                </a:path>
                <a:path w="58420" h="16509">
                  <a:moveTo>
                    <a:pt x="52768" y="14097"/>
                  </a:moveTo>
                  <a:lnTo>
                    <a:pt x="52108" y="14401"/>
                  </a:lnTo>
                  <a:lnTo>
                    <a:pt x="51689" y="14947"/>
                  </a:lnTo>
                  <a:lnTo>
                    <a:pt x="51346" y="15100"/>
                  </a:lnTo>
                  <a:lnTo>
                    <a:pt x="51104" y="15100"/>
                  </a:lnTo>
                  <a:lnTo>
                    <a:pt x="51041" y="15227"/>
                  </a:lnTo>
                  <a:lnTo>
                    <a:pt x="51015" y="15608"/>
                  </a:lnTo>
                  <a:lnTo>
                    <a:pt x="51422" y="15392"/>
                  </a:lnTo>
                  <a:lnTo>
                    <a:pt x="52628" y="15062"/>
                  </a:lnTo>
                  <a:lnTo>
                    <a:pt x="52730" y="14478"/>
                  </a:lnTo>
                  <a:lnTo>
                    <a:pt x="52387" y="15074"/>
                  </a:lnTo>
                  <a:lnTo>
                    <a:pt x="51879" y="15087"/>
                  </a:lnTo>
                  <a:lnTo>
                    <a:pt x="52171" y="14478"/>
                  </a:lnTo>
                  <a:lnTo>
                    <a:pt x="52768" y="14097"/>
                  </a:lnTo>
                  <a:close/>
                </a:path>
                <a:path w="58420" h="16509">
                  <a:moveTo>
                    <a:pt x="57010" y="12750"/>
                  </a:moveTo>
                  <a:lnTo>
                    <a:pt x="56705" y="12954"/>
                  </a:lnTo>
                  <a:lnTo>
                    <a:pt x="56489" y="13042"/>
                  </a:lnTo>
                  <a:lnTo>
                    <a:pt x="56413" y="12839"/>
                  </a:lnTo>
                  <a:lnTo>
                    <a:pt x="56476" y="13144"/>
                  </a:lnTo>
                  <a:lnTo>
                    <a:pt x="56718" y="13144"/>
                  </a:lnTo>
                  <a:lnTo>
                    <a:pt x="56794" y="12992"/>
                  </a:lnTo>
                  <a:lnTo>
                    <a:pt x="56959" y="13169"/>
                  </a:lnTo>
                  <a:lnTo>
                    <a:pt x="57010" y="12750"/>
                  </a:lnTo>
                  <a:close/>
                </a:path>
                <a:path w="58420" h="16509">
                  <a:moveTo>
                    <a:pt x="57861" y="15989"/>
                  </a:moveTo>
                  <a:lnTo>
                    <a:pt x="57619" y="15951"/>
                  </a:lnTo>
                  <a:lnTo>
                    <a:pt x="57531" y="16129"/>
                  </a:lnTo>
                  <a:lnTo>
                    <a:pt x="57658" y="16256"/>
                  </a:lnTo>
                  <a:lnTo>
                    <a:pt x="57442" y="16433"/>
                  </a:lnTo>
                  <a:lnTo>
                    <a:pt x="57696" y="16433"/>
                  </a:lnTo>
                  <a:lnTo>
                    <a:pt x="57772" y="16217"/>
                  </a:lnTo>
                  <a:lnTo>
                    <a:pt x="57861" y="15989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5" name="object 195"/>
            <p:cNvSpPr/>
            <p:nvPr/>
          </p:nvSpPr>
          <p:spPr>
            <a:xfrm>
              <a:off x="3982250" y="1029131"/>
              <a:ext cx="81280" cy="32384"/>
            </a:xfrm>
            <a:custGeom>
              <a:avLst/>
              <a:gdLst/>
              <a:ahLst/>
              <a:cxnLst/>
              <a:rect l="l" t="t" r="r" b="b"/>
              <a:pathLst>
                <a:path w="81279" h="32384">
                  <a:moveTo>
                    <a:pt x="495" y="17106"/>
                  </a:moveTo>
                  <a:lnTo>
                    <a:pt x="0" y="17157"/>
                  </a:lnTo>
                  <a:lnTo>
                    <a:pt x="101" y="17360"/>
                  </a:lnTo>
                  <a:lnTo>
                    <a:pt x="127" y="17170"/>
                  </a:lnTo>
                  <a:lnTo>
                    <a:pt x="444" y="17297"/>
                  </a:lnTo>
                  <a:lnTo>
                    <a:pt x="495" y="17106"/>
                  </a:lnTo>
                  <a:close/>
                </a:path>
                <a:path w="81279" h="32384">
                  <a:moveTo>
                    <a:pt x="901" y="15443"/>
                  </a:moveTo>
                  <a:lnTo>
                    <a:pt x="889" y="15316"/>
                  </a:lnTo>
                  <a:lnTo>
                    <a:pt x="469" y="15290"/>
                  </a:lnTo>
                  <a:lnTo>
                    <a:pt x="723" y="15443"/>
                  </a:lnTo>
                  <a:lnTo>
                    <a:pt x="482" y="15481"/>
                  </a:lnTo>
                  <a:lnTo>
                    <a:pt x="241" y="15570"/>
                  </a:lnTo>
                  <a:lnTo>
                    <a:pt x="304" y="15976"/>
                  </a:lnTo>
                  <a:lnTo>
                    <a:pt x="660" y="16078"/>
                  </a:lnTo>
                  <a:lnTo>
                    <a:pt x="660" y="15684"/>
                  </a:lnTo>
                  <a:lnTo>
                    <a:pt x="901" y="15646"/>
                  </a:lnTo>
                  <a:lnTo>
                    <a:pt x="901" y="15443"/>
                  </a:lnTo>
                  <a:close/>
                </a:path>
                <a:path w="81279" h="32384">
                  <a:moveTo>
                    <a:pt x="1282" y="16281"/>
                  </a:moveTo>
                  <a:lnTo>
                    <a:pt x="1016" y="16281"/>
                  </a:lnTo>
                  <a:lnTo>
                    <a:pt x="901" y="16433"/>
                  </a:lnTo>
                  <a:lnTo>
                    <a:pt x="1181" y="16776"/>
                  </a:lnTo>
                  <a:lnTo>
                    <a:pt x="977" y="16751"/>
                  </a:lnTo>
                  <a:lnTo>
                    <a:pt x="812" y="16637"/>
                  </a:lnTo>
                  <a:lnTo>
                    <a:pt x="596" y="16103"/>
                  </a:lnTo>
                  <a:lnTo>
                    <a:pt x="330" y="16395"/>
                  </a:lnTo>
                  <a:lnTo>
                    <a:pt x="596" y="16446"/>
                  </a:lnTo>
                  <a:lnTo>
                    <a:pt x="876" y="16738"/>
                  </a:lnTo>
                  <a:lnTo>
                    <a:pt x="660" y="16916"/>
                  </a:lnTo>
                  <a:lnTo>
                    <a:pt x="1041" y="16916"/>
                  </a:lnTo>
                  <a:lnTo>
                    <a:pt x="1257" y="16725"/>
                  </a:lnTo>
                  <a:lnTo>
                    <a:pt x="1282" y="16281"/>
                  </a:lnTo>
                  <a:close/>
                </a:path>
                <a:path w="81279" h="32384">
                  <a:moveTo>
                    <a:pt x="3149" y="3187"/>
                  </a:moveTo>
                  <a:lnTo>
                    <a:pt x="3022" y="3022"/>
                  </a:lnTo>
                  <a:lnTo>
                    <a:pt x="2959" y="3378"/>
                  </a:lnTo>
                  <a:lnTo>
                    <a:pt x="2362" y="3111"/>
                  </a:lnTo>
                  <a:lnTo>
                    <a:pt x="2489" y="3683"/>
                  </a:lnTo>
                  <a:lnTo>
                    <a:pt x="2819" y="3721"/>
                  </a:lnTo>
                  <a:lnTo>
                    <a:pt x="3149" y="3187"/>
                  </a:lnTo>
                  <a:close/>
                </a:path>
                <a:path w="81279" h="32384">
                  <a:moveTo>
                    <a:pt x="9220" y="1295"/>
                  </a:moveTo>
                  <a:lnTo>
                    <a:pt x="8775" y="1104"/>
                  </a:lnTo>
                  <a:lnTo>
                    <a:pt x="8483" y="1854"/>
                  </a:lnTo>
                  <a:lnTo>
                    <a:pt x="8813" y="1663"/>
                  </a:lnTo>
                  <a:lnTo>
                    <a:pt x="8978" y="1549"/>
                  </a:lnTo>
                  <a:lnTo>
                    <a:pt x="9080" y="1409"/>
                  </a:lnTo>
                  <a:lnTo>
                    <a:pt x="9220" y="1295"/>
                  </a:lnTo>
                  <a:close/>
                </a:path>
                <a:path w="81279" h="32384">
                  <a:moveTo>
                    <a:pt x="9804" y="3086"/>
                  </a:moveTo>
                  <a:lnTo>
                    <a:pt x="9677" y="2730"/>
                  </a:lnTo>
                  <a:lnTo>
                    <a:pt x="9385" y="2705"/>
                  </a:lnTo>
                  <a:lnTo>
                    <a:pt x="9321" y="3670"/>
                  </a:lnTo>
                  <a:lnTo>
                    <a:pt x="9525" y="3403"/>
                  </a:lnTo>
                  <a:lnTo>
                    <a:pt x="9321" y="3289"/>
                  </a:lnTo>
                  <a:lnTo>
                    <a:pt x="9804" y="3086"/>
                  </a:lnTo>
                  <a:close/>
                </a:path>
                <a:path w="81279" h="32384">
                  <a:moveTo>
                    <a:pt x="11430" y="9156"/>
                  </a:moveTo>
                  <a:lnTo>
                    <a:pt x="11074" y="8978"/>
                  </a:lnTo>
                  <a:lnTo>
                    <a:pt x="11036" y="9321"/>
                  </a:lnTo>
                  <a:lnTo>
                    <a:pt x="11315" y="9448"/>
                  </a:lnTo>
                  <a:lnTo>
                    <a:pt x="11315" y="9258"/>
                  </a:lnTo>
                  <a:close/>
                </a:path>
                <a:path w="81279" h="32384">
                  <a:moveTo>
                    <a:pt x="11506" y="8382"/>
                  </a:moveTo>
                  <a:lnTo>
                    <a:pt x="10756" y="8559"/>
                  </a:lnTo>
                  <a:lnTo>
                    <a:pt x="10274" y="8636"/>
                  </a:lnTo>
                  <a:lnTo>
                    <a:pt x="9740" y="8813"/>
                  </a:lnTo>
                  <a:lnTo>
                    <a:pt x="9715" y="9118"/>
                  </a:lnTo>
                  <a:lnTo>
                    <a:pt x="9956" y="9296"/>
                  </a:lnTo>
                  <a:lnTo>
                    <a:pt x="10147" y="9652"/>
                  </a:lnTo>
                  <a:lnTo>
                    <a:pt x="10172" y="9055"/>
                  </a:lnTo>
                  <a:lnTo>
                    <a:pt x="10782" y="9550"/>
                  </a:lnTo>
                  <a:lnTo>
                    <a:pt x="10947" y="9321"/>
                  </a:lnTo>
                  <a:lnTo>
                    <a:pt x="10718" y="9321"/>
                  </a:lnTo>
                  <a:lnTo>
                    <a:pt x="10668" y="9144"/>
                  </a:lnTo>
                  <a:lnTo>
                    <a:pt x="10591" y="8991"/>
                  </a:lnTo>
                  <a:lnTo>
                    <a:pt x="11010" y="8940"/>
                  </a:lnTo>
                  <a:lnTo>
                    <a:pt x="10985" y="8521"/>
                  </a:lnTo>
                  <a:lnTo>
                    <a:pt x="11417" y="8674"/>
                  </a:lnTo>
                  <a:lnTo>
                    <a:pt x="11506" y="8382"/>
                  </a:lnTo>
                  <a:close/>
                </a:path>
                <a:path w="81279" h="32384">
                  <a:moveTo>
                    <a:pt x="13868" y="6731"/>
                  </a:moveTo>
                  <a:lnTo>
                    <a:pt x="13525" y="6997"/>
                  </a:lnTo>
                  <a:lnTo>
                    <a:pt x="13830" y="7188"/>
                  </a:lnTo>
                  <a:lnTo>
                    <a:pt x="13855" y="6959"/>
                  </a:lnTo>
                  <a:lnTo>
                    <a:pt x="13868" y="6731"/>
                  </a:lnTo>
                  <a:close/>
                </a:path>
                <a:path w="81279" h="32384">
                  <a:moveTo>
                    <a:pt x="13919" y="2692"/>
                  </a:moveTo>
                  <a:lnTo>
                    <a:pt x="13690" y="2768"/>
                  </a:lnTo>
                  <a:lnTo>
                    <a:pt x="13538" y="2324"/>
                  </a:lnTo>
                  <a:lnTo>
                    <a:pt x="13462" y="2552"/>
                  </a:lnTo>
                  <a:lnTo>
                    <a:pt x="13487" y="3136"/>
                  </a:lnTo>
                  <a:lnTo>
                    <a:pt x="13868" y="3187"/>
                  </a:lnTo>
                  <a:lnTo>
                    <a:pt x="13919" y="2692"/>
                  </a:lnTo>
                  <a:close/>
                </a:path>
                <a:path w="81279" h="32384">
                  <a:moveTo>
                    <a:pt x="13957" y="6515"/>
                  </a:moveTo>
                  <a:lnTo>
                    <a:pt x="13601" y="6388"/>
                  </a:lnTo>
                  <a:lnTo>
                    <a:pt x="13843" y="6705"/>
                  </a:lnTo>
                  <a:lnTo>
                    <a:pt x="13957" y="6515"/>
                  </a:lnTo>
                  <a:close/>
                </a:path>
                <a:path w="81279" h="32384">
                  <a:moveTo>
                    <a:pt x="15278" y="4673"/>
                  </a:moveTo>
                  <a:lnTo>
                    <a:pt x="15113" y="4470"/>
                  </a:lnTo>
                  <a:lnTo>
                    <a:pt x="14795" y="4635"/>
                  </a:lnTo>
                  <a:lnTo>
                    <a:pt x="14871" y="4330"/>
                  </a:lnTo>
                  <a:lnTo>
                    <a:pt x="14566" y="4343"/>
                  </a:lnTo>
                  <a:lnTo>
                    <a:pt x="14541" y="4127"/>
                  </a:lnTo>
                  <a:lnTo>
                    <a:pt x="14376" y="4102"/>
                  </a:lnTo>
                  <a:lnTo>
                    <a:pt x="14681" y="4495"/>
                  </a:lnTo>
                  <a:lnTo>
                    <a:pt x="14351" y="4991"/>
                  </a:lnTo>
                  <a:lnTo>
                    <a:pt x="14554" y="5308"/>
                  </a:lnTo>
                  <a:lnTo>
                    <a:pt x="14998" y="4838"/>
                  </a:lnTo>
                  <a:lnTo>
                    <a:pt x="15278" y="4673"/>
                  </a:lnTo>
                  <a:close/>
                </a:path>
                <a:path w="81279" h="32384">
                  <a:moveTo>
                    <a:pt x="18072" y="1879"/>
                  </a:moveTo>
                  <a:lnTo>
                    <a:pt x="17856" y="1549"/>
                  </a:lnTo>
                  <a:lnTo>
                    <a:pt x="17856" y="1270"/>
                  </a:lnTo>
                  <a:lnTo>
                    <a:pt x="17551" y="1282"/>
                  </a:lnTo>
                  <a:lnTo>
                    <a:pt x="17424" y="1130"/>
                  </a:lnTo>
                  <a:lnTo>
                    <a:pt x="17221" y="1600"/>
                  </a:lnTo>
                  <a:lnTo>
                    <a:pt x="18072" y="1879"/>
                  </a:lnTo>
                  <a:close/>
                </a:path>
                <a:path w="81279" h="32384">
                  <a:moveTo>
                    <a:pt x="19443" y="7772"/>
                  </a:moveTo>
                  <a:lnTo>
                    <a:pt x="19354" y="7429"/>
                  </a:lnTo>
                  <a:lnTo>
                    <a:pt x="19126" y="6718"/>
                  </a:lnTo>
                  <a:lnTo>
                    <a:pt x="18745" y="6934"/>
                  </a:lnTo>
                  <a:lnTo>
                    <a:pt x="19075" y="7137"/>
                  </a:lnTo>
                  <a:lnTo>
                    <a:pt x="19164" y="7543"/>
                  </a:lnTo>
                  <a:lnTo>
                    <a:pt x="19443" y="7772"/>
                  </a:lnTo>
                  <a:close/>
                </a:path>
                <a:path w="81279" h="32384">
                  <a:moveTo>
                    <a:pt x="20142" y="63"/>
                  </a:moveTo>
                  <a:close/>
                </a:path>
                <a:path w="81279" h="32384">
                  <a:moveTo>
                    <a:pt x="20510" y="17881"/>
                  </a:moveTo>
                  <a:lnTo>
                    <a:pt x="20167" y="17564"/>
                  </a:lnTo>
                  <a:lnTo>
                    <a:pt x="20053" y="17691"/>
                  </a:lnTo>
                  <a:lnTo>
                    <a:pt x="20002" y="17830"/>
                  </a:lnTo>
                  <a:lnTo>
                    <a:pt x="20015" y="18059"/>
                  </a:lnTo>
                  <a:lnTo>
                    <a:pt x="20307" y="18186"/>
                  </a:lnTo>
                  <a:lnTo>
                    <a:pt x="20269" y="17919"/>
                  </a:lnTo>
                  <a:lnTo>
                    <a:pt x="20408" y="17881"/>
                  </a:lnTo>
                  <a:close/>
                </a:path>
                <a:path w="81279" h="32384">
                  <a:moveTo>
                    <a:pt x="21336" y="647"/>
                  </a:moveTo>
                  <a:lnTo>
                    <a:pt x="20472" y="101"/>
                  </a:lnTo>
                  <a:lnTo>
                    <a:pt x="20662" y="38"/>
                  </a:lnTo>
                  <a:lnTo>
                    <a:pt x="20320" y="63"/>
                  </a:lnTo>
                  <a:lnTo>
                    <a:pt x="20142" y="63"/>
                  </a:lnTo>
                  <a:lnTo>
                    <a:pt x="20472" y="368"/>
                  </a:lnTo>
                  <a:lnTo>
                    <a:pt x="21336" y="647"/>
                  </a:lnTo>
                  <a:close/>
                </a:path>
                <a:path w="81279" h="32384">
                  <a:moveTo>
                    <a:pt x="22606" y="29425"/>
                  </a:moveTo>
                  <a:lnTo>
                    <a:pt x="22250" y="29400"/>
                  </a:lnTo>
                  <a:lnTo>
                    <a:pt x="22263" y="29095"/>
                  </a:lnTo>
                  <a:lnTo>
                    <a:pt x="21869" y="29083"/>
                  </a:lnTo>
                  <a:lnTo>
                    <a:pt x="21882" y="29489"/>
                  </a:lnTo>
                  <a:lnTo>
                    <a:pt x="22288" y="29514"/>
                  </a:lnTo>
                  <a:lnTo>
                    <a:pt x="22606" y="29425"/>
                  </a:lnTo>
                  <a:close/>
                </a:path>
                <a:path w="81279" h="32384">
                  <a:moveTo>
                    <a:pt x="23253" y="25158"/>
                  </a:moveTo>
                  <a:lnTo>
                    <a:pt x="22987" y="25082"/>
                  </a:lnTo>
                  <a:lnTo>
                    <a:pt x="23164" y="25425"/>
                  </a:lnTo>
                  <a:lnTo>
                    <a:pt x="22923" y="25590"/>
                  </a:lnTo>
                  <a:lnTo>
                    <a:pt x="22593" y="25666"/>
                  </a:lnTo>
                  <a:lnTo>
                    <a:pt x="22910" y="25882"/>
                  </a:lnTo>
                  <a:lnTo>
                    <a:pt x="22847" y="25641"/>
                  </a:lnTo>
                  <a:lnTo>
                    <a:pt x="23152" y="25730"/>
                  </a:lnTo>
                  <a:lnTo>
                    <a:pt x="23190" y="25450"/>
                  </a:lnTo>
                  <a:lnTo>
                    <a:pt x="23253" y="25158"/>
                  </a:lnTo>
                  <a:close/>
                </a:path>
                <a:path w="81279" h="32384">
                  <a:moveTo>
                    <a:pt x="24079" y="25184"/>
                  </a:moveTo>
                  <a:lnTo>
                    <a:pt x="23837" y="25069"/>
                  </a:lnTo>
                  <a:lnTo>
                    <a:pt x="23876" y="25349"/>
                  </a:lnTo>
                  <a:lnTo>
                    <a:pt x="23507" y="25234"/>
                  </a:lnTo>
                  <a:lnTo>
                    <a:pt x="23583" y="25590"/>
                  </a:lnTo>
                  <a:lnTo>
                    <a:pt x="23939" y="25742"/>
                  </a:lnTo>
                  <a:lnTo>
                    <a:pt x="24079" y="25184"/>
                  </a:lnTo>
                  <a:close/>
                </a:path>
                <a:path w="81279" h="32384">
                  <a:moveTo>
                    <a:pt x="25654" y="3378"/>
                  </a:moveTo>
                  <a:lnTo>
                    <a:pt x="25158" y="2692"/>
                  </a:lnTo>
                  <a:lnTo>
                    <a:pt x="24904" y="3213"/>
                  </a:lnTo>
                  <a:lnTo>
                    <a:pt x="25209" y="3263"/>
                  </a:lnTo>
                  <a:lnTo>
                    <a:pt x="25247" y="3708"/>
                  </a:lnTo>
                  <a:lnTo>
                    <a:pt x="25654" y="3378"/>
                  </a:lnTo>
                  <a:close/>
                </a:path>
                <a:path w="81279" h="32384">
                  <a:moveTo>
                    <a:pt x="25996" y="3492"/>
                  </a:moveTo>
                  <a:lnTo>
                    <a:pt x="25946" y="3327"/>
                  </a:lnTo>
                  <a:lnTo>
                    <a:pt x="25654" y="3378"/>
                  </a:lnTo>
                  <a:lnTo>
                    <a:pt x="25654" y="3619"/>
                  </a:lnTo>
                  <a:lnTo>
                    <a:pt x="25857" y="4089"/>
                  </a:lnTo>
                  <a:lnTo>
                    <a:pt x="25996" y="3898"/>
                  </a:lnTo>
                  <a:lnTo>
                    <a:pt x="25781" y="3873"/>
                  </a:lnTo>
                  <a:lnTo>
                    <a:pt x="25996" y="3492"/>
                  </a:lnTo>
                  <a:close/>
                </a:path>
                <a:path w="81279" h="32384">
                  <a:moveTo>
                    <a:pt x="26822" y="63"/>
                  </a:moveTo>
                  <a:lnTo>
                    <a:pt x="26289" y="101"/>
                  </a:lnTo>
                  <a:lnTo>
                    <a:pt x="26047" y="190"/>
                  </a:lnTo>
                  <a:lnTo>
                    <a:pt x="26187" y="317"/>
                  </a:lnTo>
                  <a:lnTo>
                    <a:pt x="25679" y="660"/>
                  </a:lnTo>
                  <a:lnTo>
                    <a:pt x="26085" y="876"/>
                  </a:lnTo>
                  <a:lnTo>
                    <a:pt x="26301" y="660"/>
                  </a:lnTo>
                  <a:lnTo>
                    <a:pt x="26479" y="419"/>
                  </a:lnTo>
                  <a:lnTo>
                    <a:pt x="26720" y="241"/>
                  </a:lnTo>
                  <a:lnTo>
                    <a:pt x="26555" y="431"/>
                  </a:lnTo>
                  <a:lnTo>
                    <a:pt x="26797" y="444"/>
                  </a:lnTo>
                  <a:lnTo>
                    <a:pt x="26822" y="63"/>
                  </a:lnTo>
                  <a:close/>
                </a:path>
                <a:path w="81279" h="32384">
                  <a:moveTo>
                    <a:pt x="27609" y="29857"/>
                  </a:moveTo>
                  <a:lnTo>
                    <a:pt x="27254" y="29794"/>
                  </a:lnTo>
                  <a:lnTo>
                    <a:pt x="27393" y="30099"/>
                  </a:lnTo>
                  <a:lnTo>
                    <a:pt x="26936" y="30327"/>
                  </a:lnTo>
                  <a:lnTo>
                    <a:pt x="27203" y="30441"/>
                  </a:lnTo>
                  <a:lnTo>
                    <a:pt x="27470" y="30441"/>
                  </a:lnTo>
                  <a:lnTo>
                    <a:pt x="27609" y="29857"/>
                  </a:lnTo>
                  <a:close/>
                </a:path>
                <a:path w="81279" h="32384">
                  <a:moveTo>
                    <a:pt x="31521" y="24841"/>
                  </a:moveTo>
                  <a:lnTo>
                    <a:pt x="30886" y="24663"/>
                  </a:lnTo>
                  <a:lnTo>
                    <a:pt x="30721" y="24841"/>
                  </a:lnTo>
                  <a:lnTo>
                    <a:pt x="30949" y="24942"/>
                  </a:lnTo>
                  <a:lnTo>
                    <a:pt x="30708" y="25031"/>
                  </a:lnTo>
                  <a:lnTo>
                    <a:pt x="31102" y="25082"/>
                  </a:lnTo>
                  <a:lnTo>
                    <a:pt x="31470" y="25082"/>
                  </a:lnTo>
                  <a:lnTo>
                    <a:pt x="31521" y="24841"/>
                  </a:lnTo>
                  <a:close/>
                </a:path>
                <a:path w="81279" h="32384">
                  <a:moveTo>
                    <a:pt x="31597" y="31457"/>
                  </a:moveTo>
                  <a:lnTo>
                    <a:pt x="31102" y="31343"/>
                  </a:lnTo>
                  <a:lnTo>
                    <a:pt x="31178" y="31991"/>
                  </a:lnTo>
                  <a:lnTo>
                    <a:pt x="31419" y="32067"/>
                  </a:lnTo>
                  <a:lnTo>
                    <a:pt x="31445" y="31838"/>
                  </a:lnTo>
                  <a:lnTo>
                    <a:pt x="31419" y="31572"/>
                  </a:lnTo>
                  <a:lnTo>
                    <a:pt x="31597" y="31457"/>
                  </a:lnTo>
                  <a:close/>
                </a:path>
                <a:path w="81279" h="32384">
                  <a:moveTo>
                    <a:pt x="32245" y="13208"/>
                  </a:moveTo>
                  <a:lnTo>
                    <a:pt x="32042" y="12992"/>
                  </a:lnTo>
                  <a:lnTo>
                    <a:pt x="31965" y="13220"/>
                  </a:lnTo>
                  <a:lnTo>
                    <a:pt x="31432" y="13436"/>
                  </a:lnTo>
                  <a:lnTo>
                    <a:pt x="31623" y="13652"/>
                  </a:lnTo>
                  <a:lnTo>
                    <a:pt x="31762" y="13474"/>
                  </a:lnTo>
                  <a:lnTo>
                    <a:pt x="32245" y="13208"/>
                  </a:lnTo>
                  <a:close/>
                </a:path>
                <a:path w="81279" h="32384">
                  <a:moveTo>
                    <a:pt x="35077" y="30391"/>
                  </a:moveTo>
                  <a:lnTo>
                    <a:pt x="34848" y="30365"/>
                  </a:lnTo>
                  <a:lnTo>
                    <a:pt x="34658" y="30492"/>
                  </a:lnTo>
                  <a:lnTo>
                    <a:pt x="34632" y="30873"/>
                  </a:lnTo>
                  <a:lnTo>
                    <a:pt x="35013" y="30835"/>
                  </a:lnTo>
                  <a:lnTo>
                    <a:pt x="35039" y="30594"/>
                  </a:lnTo>
                  <a:lnTo>
                    <a:pt x="35077" y="30391"/>
                  </a:lnTo>
                  <a:close/>
                </a:path>
                <a:path w="81279" h="32384">
                  <a:moveTo>
                    <a:pt x="35179" y="27508"/>
                  </a:moveTo>
                  <a:lnTo>
                    <a:pt x="35001" y="27279"/>
                  </a:lnTo>
                  <a:lnTo>
                    <a:pt x="34975" y="27508"/>
                  </a:lnTo>
                  <a:lnTo>
                    <a:pt x="34759" y="27571"/>
                  </a:lnTo>
                  <a:lnTo>
                    <a:pt x="34632" y="27711"/>
                  </a:lnTo>
                  <a:lnTo>
                    <a:pt x="34417" y="27584"/>
                  </a:lnTo>
                  <a:lnTo>
                    <a:pt x="34518" y="27762"/>
                  </a:lnTo>
                  <a:lnTo>
                    <a:pt x="34734" y="27813"/>
                  </a:lnTo>
                  <a:lnTo>
                    <a:pt x="34950" y="27901"/>
                  </a:lnTo>
                  <a:lnTo>
                    <a:pt x="35179" y="27787"/>
                  </a:lnTo>
                  <a:lnTo>
                    <a:pt x="35179" y="27508"/>
                  </a:lnTo>
                  <a:close/>
                </a:path>
                <a:path w="81279" h="32384">
                  <a:moveTo>
                    <a:pt x="38620" y="29502"/>
                  </a:moveTo>
                  <a:lnTo>
                    <a:pt x="38430" y="29502"/>
                  </a:lnTo>
                  <a:lnTo>
                    <a:pt x="38277" y="29451"/>
                  </a:lnTo>
                  <a:lnTo>
                    <a:pt x="38290" y="29705"/>
                  </a:lnTo>
                  <a:lnTo>
                    <a:pt x="37896" y="29972"/>
                  </a:lnTo>
                  <a:lnTo>
                    <a:pt x="38112" y="30099"/>
                  </a:lnTo>
                  <a:lnTo>
                    <a:pt x="38227" y="29832"/>
                  </a:lnTo>
                  <a:lnTo>
                    <a:pt x="38430" y="29667"/>
                  </a:lnTo>
                  <a:lnTo>
                    <a:pt x="38620" y="29502"/>
                  </a:lnTo>
                  <a:close/>
                </a:path>
                <a:path w="81279" h="32384">
                  <a:moveTo>
                    <a:pt x="38811" y="13843"/>
                  </a:moveTo>
                  <a:lnTo>
                    <a:pt x="38328" y="13843"/>
                  </a:lnTo>
                  <a:lnTo>
                    <a:pt x="38163" y="14262"/>
                  </a:lnTo>
                  <a:lnTo>
                    <a:pt x="37807" y="14452"/>
                  </a:lnTo>
                  <a:lnTo>
                    <a:pt x="38214" y="14338"/>
                  </a:lnTo>
                  <a:lnTo>
                    <a:pt x="38468" y="14046"/>
                  </a:lnTo>
                  <a:lnTo>
                    <a:pt x="38811" y="13843"/>
                  </a:lnTo>
                  <a:close/>
                </a:path>
                <a:path w="81279" h="32384">
                  <a:moveTo>
                    <a:pt x="39217" y="14528"/>
                  </a:moveTo>
                  <a:lnTo>
                    <a:pt x="38887" y="14236"/>
                  </a:lnTo>
                  <a:lnTo>
                    <a:pt x="39179" y="14071"/>
                  </a:lnTo>
                  <a:lnTo>
                    <a:pt x="38900" y="14071"/>
                  </a:lnTo>
                  <a:lnTo>
                    <a:pt x="38773" y="14325"/>
                  </a:lnTo>
                  <a:lnTo>
                    <a:pt x="38963" y="14452"/>
                  </a:lnTo>
                  <a:lnTo>
                    <a:pt x="38760" y="14528"/>
                  </a:lnTo>
                  <a:lnTo>
                    <a:pt x="39217" y="14528"/>
                  </a:lnTo>
                  <a:close/>
                </a:path>
                <a:path w="81279" h="32384">
                  <a:moveTo>
                    <a:pt x="39331" y="10071"/>
                  </a:moveTo>
                  <a:lnTo>
                    <a:pt x="39116" y="9906"/>
                  </a:lnTo>
                  <a:lnTo>
                    <a:pt x="38963" y="10287"/>
                  </a:lnTo>
                  <a:lnTo>
                    <a:pt x="38963" y="10033"/>
                  </a:lnTo>
                  <a:lnTo>
                    <a:pt x="38747" y="10160"/>
                  </a:lnTo>
                  <a:lnTo>
                    <a:pt x="38646" y="10299"/>
                  </a:lnTo>
                  <a:lnTo>
                    <a:pt x="39014" y="10401"/>
                  </a:lnTo>
                  <a:lnTo>
                    <a:pt x="39154" y="10185"/>
                  </a:lnTo>
                  <a:lnTo>
                    <a:pt x="39331" y="10071"/>
                  </a:lnTo>
                  <a:close/>
                </a:path>
                <a:path w="81279" h="32384">
                  <a:moveTo>
                    <a:pt x="40411" y="10401"/>
                  </a:moveTo>
                  <a:lnTo>
                    <a:pt x="40297" y="9931"/>
                  </a:lnTo>
                  <a:lnTo>
                    <a:pt x="40195" y="9512"/>
                  </a:lnTo>
                  <a:lnTo>
                    <a:pt x="39928" y="9931"/>
                  </a:lnTo>
                  <a:lnTo>
                    <a:pt x="39878" y="10071"/>
                  </a:lnTo>
                  <a:lnTo>
                    <a:pt x="39763" y="10401"/>
                  </a:lnTo>
                  <a:lnTo>
                    <a:pt x="40411" y="10401"/>
                  </a:lnTo>
                  <a:close/>
                </a:path>
                <a:path w="81279" h="32384">
                  <a:moveTo>
                    <a:pt x="40513" y="14097"/>
                  </a:moveTo>
                  <a:lnTo>
                    <a:pt x="40157" y="14020"/>
                  </a:lnTo>
                  <a:lnTo>
                    <a:pt x="39789" y="13449"/>
                  </a:lnTo>
                  <a:lnTo>
                    <a:pt x="39395" y="13716"/>
                  </a:lnTo>
                  <a:lnTo>
                    <a:pt x="39738" y="13792"/>
                  </a:lnTo>
                  <a:lnTo>
                    <a:pt x="40513" y="14325"/>
                  </a:lnTo>
                  <a:lnTo>
                    <a:pt x="40513" y="14097"/>
                  </a:lnTo>
                  <a:close/>
                </a:path>
                <a:path w="81279" h="32384">
                  <a:moveTo>
                    <a:pt x="41198" y="12458"/>
                  </a:moveTo>
                  <a:lnTo>
                    <a:pt x="40627" y="11811"/>
                  </a:lnTo>
                  <a:lnTo>
                    <a:pt x="40487" y="12319"/>
                  </a:lnTo>
                  <a:lnTo>
                    <a:pt x="40690" y="12509"/>
                  </a:lnTo>
                  <a:lnTo>
                    <a:pt x="41198" y="12458"/>
                  </a:lnTo>
                  <a:close/>
                </a:path>
                <a:path w="81279" h="32384">
                  <a:moveTo>
                    <a:pt x="41605" y="12890"/>
                  </a:moveTo>
                  <a:lnTo>
                    <a:pt x="41198" y="12458"/>
                  </a:lnTo>
                  <a:lnTo>
                    <a:pt x="40919" y="12839"/>
                  </a:lnTo>
                  <a:lnTo>
                    <a:pt x="41605" y="12890"/>
                  </a:lnTo>
                  <a:close/>
                </a:path>
                <a:path w="81279" h="32384">
                  <a:moveTo>
                    <a:pt x="41744" y="8788"/>
                  </a:moveTo>
                  <a:lnTo>
                    <a:pt x="41503" y="8686"/>
                  </a:lnTo>
                  <a:lnTo>
                    <a:pt x="41427" y="7988"/>
                  </a:lnTo>
                  <a:lnTo>
                    <a:pt x="41122" y="8242"/>
                  </a:lnTo>
                  <a:lnTo>
                    <a:pt x="41376" y="8343"/>
                  </a:lnTo>
                  <a:lnTo>
                    <a:pt x="41541" y="8953"/>
                  </a:lnTo>
                  <a:lnTo>
                    <a:pt x="41744" y="8788"/>
                  </a:lnTo>
                  <a:close/>
                </a:path>
                <a:path w="81279" h="32384">
                  <a:moveTo>
                    <a:pt x="41846" y="25031"/>
                  </a:moveTo>
                  <a:lnTo>
                    <a:pt x="41808" y="24879"/>
                  </a:lnTo>
                  <a:lnTo>
                    <a:pt x="41630" y="24841"/>
                  </a:lnTo>
                  <a:lnTo>
                    <a:pt x="41719" y="25133"/>
                  </a:lnTo>
                  <a:lnTo>
                    <a:pt x="41376" y="25196"/>
                  </a:lnTo>
                  <a:lnTo>
                    <a:pt x="41579" y="25387"/>
                  </a:lnTo>
                  <a:lnTo>
                    <a:pt x="41808" y="25222"/>
                  </a:lnTo>
                  <a:lnTo>
                    <a:pt x="41846" y="25031"/>
                  </a:lnTo>
                  <a:close/>
                </a:path>
                <a:path w="81279" h="32384">
                  <a:moveTo>
                    <a:pt x="43942" y="26123"/>
                  </a:moveTo>
                  <a:lnTo>
                    <a:pt x="43916" y="25857"/>
                  </a:lnTo>
                  <a:lnTo>
                    <a:pt x="43599" y="25844"/>
                  </a:lnTo>
                  <a:lnTo>
                    <a:pt x="43408" y="25704"/>
                  </a:lnTo>
                  <a:lnTo>
                    <a:pt x="43192" y="25615"/>
                  </a:lnTo>
                  <a:lnTo>
                    <a:pt x="43357" y="25984"/>
                  </a:lnTo>
                  <a:lnTo>
                    <a:pt x="43345" y="25742"/>
                  </a:lnTo>
                  <a:lnTo>
                    <a:pt x="43942" y="26123"/>
                  </a:lnTo>
                  <a:close/>
                </a:path>
                <a:path w="81279" h="32384">
                  <a:moveTo>
                    <a:pt x="45593" y="6477"/>
                  </a:moveTo>
                  <a:lnTo>
                    <a:pt x="45313" y="6350"/>
                  </a:lnTo>
                  <a:lnTo>
                    <a:pt x="45135" y="6642"/>
                  </a:lnTo>
                  <a:lnTo>
                    <a:pt x="44894" y="7061"/>
                  </a:lnTo>
                  <a:lnTo>
                    <a:pt x="45059" y="7213"/>
                  </a:lnTo>
                  <a:lnTo>
                    <a:pt x="45199" y="6908"/>
                  </a:lnTo>
                  <a:lnTo>
                    <a:pt x="45300" y="6578"/>
                  </a:lnTo>
                  <a:lnTo>
                    <a:pt x="45593" y="6477"/>
                  </a:lnTo>
                  <a:close/>
                </a:path>
                <a:path w="81279" h="32384">
                  <a:moveTo>
                    <a:pt x="47320" y="1905"/>
                  </a:moveTo>
                  <a:lnTo>
                    <a:pt x="47167" y="1765"/>
                  </a:lnTo>
                  <a:lnTo>
                    <a:pt x="46736" y="1765"/>
                  </a:lnTo>
                  <a:lnTo>
                    <a:pt x="46939" y="1955"/>
                  </a:lnTo>
                  <a:lnTo>
                    <a:pt x="46634" y="2120"/>
                  </a:lnTo>
                  <a:lnTo>
                    <a:pt x="46913" y="2260"/>
                  </a:lnTo>
                  <a:lnTo>
                    <a:pt x="47002" y="2082"/>
                  </a:lnTo>
                  <a:lnTo>
                    <a:pt x="47282" y="2108"/>
                  </a:lnTo>
                  <a:lnTo>
                    <a:pt x="47320" y="1905"/>
                  </a:lnTo>
                  <a:close/>
                </a:path>
                <a:path w="81279" h="32384">
                  <a:moveTo>
                    <a:pt x="48260" y="13335"/>
                  </a:moveTo>
                  <a:lnTo>
                    <a:pt x="47967" y="12827"/>
                  </a:lnTo>
                  <a:lnTo>
                    <a:pt x="47840" y="12611"/>
                  </a:lnTo>
                  <a:lnTo>
                    <a:pt x="48260" y="13335"/>
                  </a:lnTo>
                  <a:close/>
                </a:path>
                <a:path w="81279" h="32384">
                  <a:moveTo>
                    <a:pt x="48780" y="25171"/>
                  </a:moveTo>
                  <a:lnTo>
                    <a:pt x="48666" y="25019"/>
                  </a:lnTo>
                  <a:lnTo>
                    <a:pt x="48031" y="24790"/>
                  </a:lnTo>
                  <a:lnTo>
                    <a:pt x="47815" y="25006"/>
                  </a:lnTo>
                  <a:lnTo>
                    <a:pt x="48094" y="24930"/>
                  </a:lnTo>
                  <a:lnTo>
                    <a:pt x="48590" y="25501"/>
                  </a:lnTo>
                  <a:lnTo>
                    <a:pt x="48780" y="25171"/>
                  </a:lnTo>
                  <a:close/>
                </a:path>
                <a:path w="81279" h="32384">
                  <a:moveTo>
                    <a:pt x="49606" y="1892"/>
                  </a:moveTo>
                  <a:lnTo>
                    <a:pt x="49276" y="1854"/>
                  </a:lnTo>
                  <a:lnTo>
                    <a:pt x="49364" y="2159"/>
                  </a:lnTo>
                  <a:lnTo>
                    <a:pt x="49606" y="1892"/>
                  </a:lnTo>
                  <a:close/>
                </a:path>
                <a:path w="81279" h="32384">
                  <a:moveTo>
                    <a:pt x="50215" y="17373"/>
                  </a:moveTo>
                  <a:lnTo>
                    <a:pt x="49745" y="17195"/>
                  </a:lnTo>
                  <a:lnTo>
                    <a:pt x="49720" y="16954"/>
                  </a:lnTo>
                  <a:lnTo>
                    <a:pt x="49504" y="17043"/>
                  </a:lnTo>
                  <a:lnTo>
                    <a:pt x="49657" y="17284"/>
                  </a:lnTo>
                  <a:lnTo>
                    <a:pt x="49936" y="17462"/>
                  </a:lnTo>
                  <a:lnTo>
                    <a:pt x="50126" y="17653"/>
                  </a:lnTo>
                  <a:lnTo>
                    <a:pt x="50215" y="17373"/>
                  </a:lnTo>
                  <a:close/>
                </a:path>
                <a:path w="81279" h="32384">
                  <a:moveTo>
                    <a:pt x="50380" y="2349"/>
                  </a:moveTo>
                  <a:lnTo>
                    <a:pt x="49822" y="1803"/>
                  </a:lnTo>
                  <a:lnTo>
                    <a:pt x="50228" y="2527"/>
                  </a:lnTo>
                  <a:lnTo>
                    <a:pt x="50380" y="2349"/>
                  </a:lnTo>
                  <a:close/>
                </a:path>
                <a:path w="81279" h="32384">
                  <a:moveTo>
                    <a:pt x="50876" y="17830"/>
                  </a:moveTo>
                  <a:lnTo>
                    <a:pt x="50660" y="17767"/>
                  </a:lnTo>
                  <a:lnTo>
                    <a:pt x="50469" y="17678"/>
                  </a:lnTo>
                  <a:lnTo>
                    <a:pt x="50152" y="17678"/>
                  </a:lnTo>
                  <a:lnTo>
                    <a:pt x="50266" y="18186"/>
                  </a:lnTo>
                  <a:lnTo>
                    <a:pt x="50609" y="18249"/>
                  </a:lnTo>
                  <a:lnTo>
                    <a:pt x="50838" y="18161"/>
                  </a:lnTo>
                  <a:lnTo>
                    <a:pt x="50863" y="17843"/>
                  </a:lnTo>
                  <a:close/>
                </a:path>
                <a:path w="81279" h="32384">
                  <a:moveTo>
                    <a:pt x="56413" y="18910"/>
                  </a:moveTo>
                  <a:lnTo>
                    <a:pt x="56299" y="18288"/>
                  </a:lnTo>
                  <a:lnTo>
                    <a:pt x="55918" y="18364"/>
                  </a:lnTo>
                  <a:lnTo>
                    <a:pt x="56057" y="18542"/>
                  </a:lnTo>
                  <a:lnTo>
                    <a:pt x="55791" y="19075"/>
                  </a:lnTo>
                  <a:lnTo>
                    <a:pt x="56146" y="19075"/>
                  </a:lnTo>
                  <a:lnTo>
                    <a:pt x="56413" y="18910"/>
                  </a:lnTo>
                  <a:close/>
                </a:path>
                <a:path w="81279" h="32384">
                  <a:moveTo>
                    <a:pt x="59461" y="6172"/>
                  </a:moveTo>
                  <a:lnTo>
                    <a:pt x="59385" y="5981"/>
                  </a:lnTo>
                  <a:lnTo>
                    <a:pt x="59093" y="5956"/>
                  </a:lnTo>
                  <a:lnTo>
                    <a:pt x="58991" y="6134"/>
                  </a:lnTo>
                  <a:lnTo>
                    <a:pt x="58788" y="6223"/>
                  </a:lnTo>
                  <a:lnTo>
                    <a:pt x="59131" y="6121"/>
                  </a:lnTo>
                  <a:lnTo>
                    <a:pt x="59283" y="6324"/>
                  </a:lnTo>
                  <a:lnTo>
                    <a:pt x="59461" y="6172"/>
                  </a:lnTo>
                  <a:close/>
                </a:path>
                <a:path w="81279" h="32384">
                  <a:moveTo>
                    <a:pt x="62077" y="8953"/>
                  </a:moveTo>
                  <a:lnTo>
                    <a:pt x="61925" y="8737"/>
                  </a:lnTo>
                  <a:lnTo>
                    <a:pt x="61823" y="8991"/>
                  </a:lnTo>
                  <a:lnTo>
                    <a:pt x="61252" y="9207"/>
                  </a:lnTo>
                  <a:lnTo>
                    <a:pt x="61480" y="9486"/>
                  </a:lnTo>
                  <a:lnTo>
                    <a:pt x="61506" y="9156"/>
                  </a:lnTo>
                  <a:lnTo>
                    <a:pt x="62077" y="8953"/>
                  </a:lnTo>
                  <a:close/>
                </a:path>
                <a:path w="81279" h="32384">
                  <a:moveTo>
                    <a:pt x="62801" y="14414"/>
                  </a:moveTo>
                  <a:lnTo>
                    <a:pt x="62649" y="14338"/>
                  </a:lnTo>
                  <a:lnTo>
                    <a:pt x="62547" y="13792"/>
                  </a:lnTo>
                  <a:lnTo>
                    <a:pt x="62331" y="14097"/>
                  </a:lnTo>
                  <a:lnTo>
                    <a:pt x="62661" y="14630"/>
                  </a:lnTo>
                  <a:lnTo>
                    <a:pt x="62801" y="14414"/>
                  </a:lnTo>
                  <a:close/>
                </a:path>
                <a:path w="81279" h="32384">
                  <a:moveTo>
                    <a:pt x="63258" y="16929"/>
                  </a:moveTo>
                  <a:lnTo>
                    <a:pt x="63195" y="16459"/>
                  </a:lnTo>
                  <a:lnTo>
                    <a:pt x="63106" y="15773"/>
                  </a:lnTo>
                  <a:lnTo>
                    <a:pt x="62674" y="15798"/>
                  </a:lnTo>
                  <a:lnTo>
                    <a:pt x="63042" y="16014"/>
                  </a:lnTo>
                  <a:lnTo>
                    <a:pt x="62928" y="16662"/>
                  </a:lnTo>
                  <a:lnTo>
                    <a:pt x="63258" y="16929"/>
                  </a:lnTo>
                  <a:close/>
                </a:path>
                <a:path w="81279" h="32384">
                  <a:moveTo>
                    <a:pt x="63550" y="3835"/>
                  </a:moveTo>
                  <a:lnTo>
                    <a:pt x="63334" y="3644"/>
                  </a:lnTo>
                  <a:lnTo>
                    <a:pt x="63106" y="3441"/>
                  </a:lnTo>
                  <a:lnTo>
                    <a:pt x="62903" y="3530"/>
                  </a:lnTo>
                  <a:lnTo>
                    <a:pt x="62750" y="3683"/>
                  </a:lnTo>
                  <a:lnTo>
                    <a:pt x="62915" y="3784"/>
                  </a:lnTo>
                  <a:lnTo>
                    <a:pt x="63004" y="3987"/>
                  </a:lnTo>
                  <a:lnTo>
                    <a:pt x="63195" y="4127"/>
                  </a:lnTo>
                  <a:lnTo>
                    <a:pt x="63296" y="3822"/>
                  </a:lnTo>
                  <a:lnTo>
                    <a:pt x="62966" y="3898"/>
                  </a:lnTo>
                  <a:lnTo>
                    <a:pt x="63042" y="3619"/>
                  </a:lnTo>
                  <a:lnTo>
                    <a:pt x="63233" y="3581"/>
                  </a:lnTo>
                  <a:lnTo>
                    <a:pt x="63550" y="3835"/>
                  </a:lnTo>
                  <a:close/>
                </a:path>
                <a:path w="81279" h="32384">
                  <a:moveTo>
                    <a:pt x="64452" y="6832"/>
                  </a:moveTo>
                  <a:lnTo>
                    <a:pt x="64338" y="6654"/>
                  </a:lnTo>
                  <a:lnTo>
                    <a:pt x="64135" y="6578"/>
                  </a:lnTo>
                  <a:lnTo>
                    <a:pt x="63500" y="6705"/>
                  </a:lnTo>
                  <a:lnTo>
                    <a:pt x="63817" y="6934"/>
                  </a:lnTo>
                  <a:lnTo>
                    <a:pt x="64236" y="6680"/>
                  </a:lnTo>
                  <a:lnTo>
                    <a:pt x="63982" y="7061"/>
                  </a:lnTo>
                  <a:lnTo>
                    <a:pt x="64287" y="6959"/>
                  </a:lnTo>
                  <a:lnTo>
                    <a:pt x="64376" y="7175"/>
                  </a:lnTo>
                  <a:lnTo>
                    <a:pt x="64452" y="6832"/>
                  </a:lnTo>
                  <a:close/>
                </a:path>
                <a:path w="81279" h="32384">
                  <a:moveTo>
                    <a:pt x="64490" y="3568"/>
                  </a:moveTo>
                  <a:lnTo>
                    <a:pt x="64274" y="3467"/>
                  </a:lnTo>
                  <a:lnTo>
                    <a:pt x="64109" y="3632"/>
                  </a:lnTo>
                  <a:lnTo>
                    <a:pt x="64490" y="3568"/>
                  </a:lnTo>
                  <a:close/>
                </a:path>
                <a:path w="81279" h="32384">
                  <a:moveTo>
                    <a:pt x="64897" y="3276"/>
                  </a:moveTo>
                  <a:lnTo>
                    <a:pt x="64439" y="3162"/>
                  </a:lnTo>
                  <a:lnTo>
                    <a:pt x="64135" y="3225"/>
                  </a:lnTo>
                  <a:lnTo>
                    <a:pt x="64109" y="3492"/>
                  </a:lnTo>
                  <a:lnTo>
                    <a:pt x="64287" y="3441"/>
                  </a:lnTo>
                  <a:lnTo>
                    <a:pt x="64897" y="3276"/>
                  </a:lnTo>
                  <a:close/>
                </a:path>
                <a:path w="81279" h="32384">
                  <a:moveTo>
                    <a:pt x="67881" y="14579"/>
                  </a:moveTo>
                  <a:lnTo>
                    <a:pt x="67779" y="14376"/>
                  </a:lnTo>
                  <a:lnTo>
                    <a:pt x="67729" y="14109"/>
                  </a:lnTo>
                  <a:lnTo>
                    <a:pt x="67437" y="14071"/>
                  </a:lnTo>
                  <a:lnTo>
                    <a:pt x="67513" y="14287"/>
                  </a:lnTo>
                  <a:lnTo>
                    <a:pt x="67576" y="14541"/>
                  </a:lnTo>
                  <a:lnTo>
                    <a:pt x="67652" y="14744"/>
                  </a:lnTo>
                  <a:lnTo>
                    <a:pt x="67792" y="14579"/>
                  </a:lnTo>
                  <a:close/>
                </a:path>
                <a:path w="81279" h="32384">
                  <a:moveTo>
                    <a:pt x="70827" y="5651"/>
                  </a:moveTo>
                  <a:lnTo>
                    <a:pt x="70789" y="5372"/>
                  </a:lnTo>
                  <a:lnTo>
                    <a:pt x="70497" y="5346"/>
                  </a:lnTo>
                  <a:lnTo>
                    <a:pt x="70713" y="5410"/>
                  </a:lnTo>
                  <a:lnTo>
                    <a:pt x="70370" y="5626"/>
                  </a:lnTo>
                  <a:lnTo>
                    <a:pt x="70307" y="5422"/>
                  </a:lnTo>
                  <a:lnTo>
                    <a:pt x="70218" y="5664"/>
                  </a:lnTo>
                  <a:lnTo>
                    <a:pt x="70485" y="5626"/>
                  </a:lnTo>
                  <a:lnTo>
                    <a:pt x="70827" y="5651"/>
                  </a:lnTo>
                  <a:close/>
                </a:path>
                <a:path w="81279" h="32384">
                  <a:moveTo>
                    <a:pt x="71920" y="13919"/>
                  </a:moveTo>
                  <a:lnTo>
                    <a:pt x="71335" y="13411"/>
                  </a:lnTo>
                  <a:lnTo>
                    <a:pt x="71424" y="13919"/>
                  </a:lnTo>
                  <a:lnTo>
                    <a:pt x="71475" y="14300"/>
                  </a:lnTo>
                  <a:lnTo>
                    <a:pt x="71856" y="14300"/>
                  </a:lnTo>
                  <a:lnTo>
                    <a:pt x="71920" y="13919"/>
                  </a:lnTo>
                  <a:close/>
                </a:path>
                <a:path w="81279" h="32384">
                  <a:moveTo>
                    <a:pt x="72174" y="6197"/>
                  </a:moveTo>
                  <a:lnTo>
                    <a:pt x="71526" y="5295"/>
                  </a:lnTo>
                  <a:lnTo>
                    <a:pt x="71323" y="5613"/>
                  </a:lnTo>
                  <a:lnTo>
                    <a:pt x="71462" y="5791"/>
                  </a:lnTo>
                  <a:lnTo>
                    <a:pt x="71742" y="5842"/>
                  </a:lnTo>
                  <a:lnTo>
                    <a:pt x="71742" y="6134"/>
                  </a:lnTo>
                  <a:lnTo>
                    <a:pt x="72174" y="6197"/>
                  </a:lnTo>
                  <a:close/>
                </a:path>
                <a:path w="81279" h="32384">
                  <a:moveTo>
                    <a:pt x="72555" y="14973"/>
                  </a:moveTo>
                  <a:lnTo>
                    <a:pt x="72428" y="14719"/>
                  </a:lnTo>
                  <a:lnTo>
                    <a:pt x="71653" y="14706"/>
                  </a:lnTo>
                  <a:lnTo>
                    <a:pt x="71869" y="14998"/>
                  </a:lnTo>
                  <a:lnTo>
                    <a:pt x="71996" y="14782"/>
                  </a:lnTo>
                  <a:lnTo>
                    <a:pt x="72136" y="15303"/>
                  </a:lnTo>
                  <a:lnTo>
                    <a:pt x="72326" y="15328"/>
                  </a:lnTo>
                  <a:lnTo>
                    <a:pt x="72174" y="14897"/>
                  </a:lnTo>
                  <a:lnTo>
                    <a:pt x="72402" y="15024"/>
                  </a:lnTo>
                  <a:lnTo>
                    <a:pt x="72555" y="14973"/>
                  </a:lnTo>
                  <a:close/>
                </a:path>
                <a:path w="81279" h="32384">
                  <a:moveTo>
                    <a:pt x="72948" y="9702"/>
                  </a:moveTo>
                  <a:lnTo>
                    <a:pt x="72199" y="9144"/>
                  </a:lnTo>
                  <a:lnTo>
                    <a:pt x="72085" y="9309"/>
                  </a:lnTo>
                  <a:lnTo>
                    <a:pt x="72440" y="9385"/>
                  </a:lnTo>
                  <a:lnTo>
                    <a:pt x="72694" y="9994"/>
                  </a:lnTo>
                  <a:lnTo>
                    <a:pt x="72707" y="9855"/>
                  </a:lnTo>
                  <a:lnTo>
                    <a:pt x="72948" y="9702"/>
                  </a:lnTo>
                  <a:close/>
                </a:path>
                <a:path w="81279" h="32384">
                  <a:moveTo>
                    <a:pt x="73317" y="8140"/>
                  </a:moveTo>
                  <a:lnTo>
                    <a:pt x="72910" y="7620"/>
                  </a:lnTo>
                  <a:lnTo>
                    <a:pt x="71958" y="7962"/>
                  </a:lnTo>
                  <a:lnTo>
                    <a:pt x="71958" y="8407"/>
                  </a:lnTo>
                  <a:lnTo>
                    <a:pt x="72072" y="8089"/>
                  </a:lnTo>
                  <a:lnTo>
                    <a:pt x="72478" y="8178"/>
                  </a:lnTo>
                  <a:lnTo>
                    <a:pt x="72669" y="7988"/>
                  </a:lnTo>
                  <a:lnTo>
                    <a:pt x="72605" y="8356"/>
                  </a:lnTo>
                  <a:lnTo>
                    <a:pt x="72999" y="8013"/>
                  </a:lnTo>
                  <a:lnTo>
                    <a:pt x="73317" y="8140"/>
                  </a:lnTo>
                  <a:close/>
                </a:path>
                <a:path w="81279" h="32384">
                  <a:moveTo>
                    <a:pt x="73317" y="4686"/>
                  </a:moveTo>
                  <a:lnTo>
                    <a:pt x="73012" y="4724"/>
                  </a:lnTo>
                  <a:lnTo>
                    <a:pt x="72466" y="5067"/>
                  </a:lnTo>
                  <a:lnTo>
                    <a:pt x="72605" y="5308"/>
                  </a:lnTo>
                  <a:lnTo>
                    <a:pt x="72910" y="5143"/>
                  </a:lnTo>
                  <a:lnTo>
                    <a:pt x="72694" y="4991"/>
                  </a:lnTo>
                  <a:lnTo>
                    <a:pt x="73228" y="4826"/>
                  </a:lnTo>
                  <a:lnTo>
                    <a:pt x="73317" y="4686"/>
                  </a:lnTo>
                  <a:close/>
                </a:path>
                <a:path w="81279" h="32384">
                  <a:moveTo>
                    <a:pt x="73393" y="18669"/>
                  </a:moveTo>
                  <a:lnTo>
                    <a:pt x="73304" y="18364"/>
                  </a:lnTo>
                  <a:lnTo>
                    <a:pt x="73113" y="17691"/>
                  </a:lnTo>
                  <a:lnTo>
                    <a:pt x="72682" y="18008"/>
                  </a:lnTo>
                  <a:lnTo>
                    <a:pt x="73101" y="18008"/>
                  </a:lnTo>
                  <a:lnTo>
                    <a:pt x="73088" y="18872"/>
                  </a:lnTo>
                  <a:lnTo>
                    <a:pt x="73393" y="18669"/>
                  </a:lnTo>
                  <a:close/>
                </a:path>
                <a:path w="81279" h="32384">
                  <a:moveTo>
                    <a:pt x="74663" y="16421"/>
                  </a:moveTo>
                  <a:lnTo>
                    <a:pt x="74383" y="15976"/>
                  </a:lnTo>
                  <a:lnTo>
                    <a:pt x="73571" y="15976"/>
                  </a:lnTo>
                  <a:lnTo>
                    <a:pt x="73888" y="16421"/>
                  </a:lnTo>
                  <a:lnTo>
                    <a:pt x="74663" y="16421"/>
                  </a:lnTo>
                  <a:close/>
                </a:path>
                <a:path w="81279" h="32384">
                  <a:moveTo>
                    <a:pt x="75145" y="8102"/>
                  </a:moveTo>
                  <a:lnTo>
                    <a:pt x="74866" y="7620"/>
                  </a:lnTo>
                  <a:lnTo>
                    <a:pt x="74701" y="7772"/>
                  </a:lnTo>
                  <a:lnTo>
                    <a:pt x="74663" y="8064"/>
                  </a:lnTo>
                  <a:lnTo>
                    <a:pt x="74968" y="8039"/>
                  </a:lnTo>
                  <a:lnTo>
                    <a:pt x="74904" y="8356"/>
                  </a:lnTo>
                  <a:lnTo>
                    <a:pt x="75133" y="8407"/>
                  </a:lnTo>
                  <a:lnTo>
                    <a:pt x="75145" y="8102"/>
                  </a:lnTo>
                  <a:close/>
                </a:path>
                <a:path w="81279" h="32384">
                  <a:moveTo>
                    <a:pt x="76034" y="4775"/>
                  </a:moveTo>
                  <a:lnTo>
                    <a:pt x="75755" y="4749"/>
                  </a:lnTo>
                  <a:lnTo>
                    <a:pt x="75590" y="4394"/>
                  </a:lnTo>
                  <a:lnTo>
                    <a:pt x="75780" y="4292"/>
                  </a:lnTo>
                  <a:lnTo>
                    <a:pt x="75488" y="4292"/>
                  </a:lnTo>
                  <a:lnTo>
                    <a:pt x="75641" y="4318"/>
                  </a:lnTo>
                  <a:lnTo>
                    <a:pt x="75349" y="4660"/>
                  </a:lnTo>
                  <a:lnTo>
                    <a:pt x="75641" y="4775"/>
                  </a:lnTo>
                  <a:lnTo>
                    <a:pt x="76034" y="4775"/>
                  </a:lnTo>
                  <a:close/>
                </a:path>
                <a:path w="81279" h="32384">
                  <a:moveTo>
                    <a:pt x="76504" y="11468"/>
                  </a:moveTo>
                  <a:lnTo>
                    <a:pt x="76327" y="11290"/>
                  </a:lnTo>
                  <a:lnTo>
                    <a:pt x="76060" y="10934"/>
                  </a:lnTo>
                  <a:lnTo>
                    <a:pt x="75933" y="11417"/>
                  </a:lnTo>
                  <a:lnTo>
                    <a:pt x="76250" y="11252"/>
                  </a:lnTo>
                  <a:lnTo>
                    <a:pt x="76314" y="11455"/>
                  </a:lnTo>
                  <a:lnTo>
                    <a:pt x="76123" y="11531"/>
                  </a:lnTo>
                  <a:lnTo>
                    <a:pt x="76377" y="11658"/>
                  </a:lnTo>
                  <a:lnTo>
                    <a:pt x="76504" y="11468"/>
                  </a:lnTo>
                  <a:close/>
                </a:path>
                <a:path w="81279" h="32384">
                  <a:moveTo>
                    <a:pt x="78486" y="18529"/>
                  </a:moveTo>
                  <a:lnTo>
                    <a:pt x="77406" y="19456"/>
                  </a:lnTo>
                  <a:lnTo>
                    <a:pt x="77431" y="19748"/>
                  </a:lnTo>
                  <a:lnTo>
                    <a:pt x="78333" y="19456"/>
                  </a:lnTo>
                  <a:lnTo>
                    <a:pt x="78486" y="18529"/>
                  </a:lnTo>
                  <a:close/>
                </a:path>
                <a:path w="81279" h="32384">
                  <a:moveTo>
                    <a:pt x="78790" y="24257"/>
                  </a:moveTo>
                  <a:lnTo>
                    <a:pt x="78613" y="24155"/>
                  </a:lnTo>
                  <a:lnTo>
                    <a:pt x="78460" y="24066"/>
                  </a:lnTo>
                  <a:lnTo>
                    <a:pt x="78232" y="24003"/>
                  </a:lnTo>
                  <a:lnTo>
                    <a:pt x="78155" y="24320"/>
                  </a:lnTo>
                  <a:lnTo>
                    <a:pt x="78473" y="24295"/>
                  </a:lnTo>
                  <a:lnTo>
                    <a:pt x="78473" y="24511"/>
                  </a:lnTo>
                  <a:lnTo>
                    <a:pt x="78282" y="24612"/>
                  </a:lnTo>
                  <a:lnTo>
                    <a:pt x="78511" y="24561"/>
                  </a:lnTo>
                  <a:lnTo>
                    <a:pt x="78778" y="24549"/>
                  </a:lnTo>
                  <a:lnTo>
                    <a:pt x="78790" y="24257"/>
                  </a:lnTo>
                  <a:close/>
                </a:path>
                <a:path w="81279" h="32384">
                  <a:moveTo>
                    <a:pt x="79349" y="17754"/>
                  </a:moveTo>
                  <a:lnTo>
                    <a:pt x="79286" y="17983"/>
                  </a:lnTo>
                  <a:lnTo>
                    <a:pt x="79349" y="17754"/>
                  </a:lnTo>
                  <a:close/>
                </a:path>
                <a:path w="81279" h="32384">
                  <a:moveTo>
                    <a:pt x="79806" y="18707"/>
                  </a:moveTo>
                  <a:lnTo>
                    <a:pt x="79641" y="18199"/>
                  </a:lnTo>
                  <a:lnTo>
                    <a:pt x="79349" y="17754"/>
                  </a:lnTo>
                  <a:lnTo>
                    <a:pt x="79552" y="18122"/>
                  </a:lnTo>
                  <a:lnTo>
                    <a:pt x="79425" y="18173"/>
                  </a:lnTo>
                  <a:lnTo>
                    <a:pt x="79057" y="17970"/>
                  </a:lnTo>
                  <a:lnTo>
                    <a:pt x="79273" y="18173"/>
                  </a:lnTo>
                  <a:lnTo>
                    <a:pt x="79552" y="18288"/>
                  </a:lnTo>
                  <a:lnTo>
                    <a:pt x="79514" y="18643"/>
                  </a:lnTo>
                  <a:lnTo>
                    <a:pt x="79806" y="18707"/>
                  </a:lnTo>
                  <a:close/>
                </a:path>
                <a:path w="81279" h="32384">
                  <a:moveTo>
                    <a:pt x="81038" y="21755"/>
                  </a:moveTo>
                  <a:lnTo>
                    <a:pt x="80543" y="21310"/>
                  </a:lnTo>
                  <a:lnTo>
                    <a:pt x="80670" y="21069"/>
                  </a:lnTo>
                  <a:lnTo>
                    <a:pt x="80264" y="21348"/>
                  </a:lnTo>
                  <a:lnTo>
                    <a:pt x="80479" y="21247"/>
                  </a:lnTo>
                  <a:lnTo>
                    <a:pt x="80238" y="21526"/>
                  </a:lnTo>
                  <a:lnTo>
                    <a:pt x="80492" y="21526"/>
                  </a:lnTo>
                  <a:lnTo>
                    <a:pt x="80657" y="22059"/>
                  </a:lnTo>
                  <a:lnTo>
                    <a:pt x="80810" y="21869"/>
                  </a:lnTo>
                  <a:lnTo>
                    <a:pt x="81038" y="21755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6" name="object 196"/>
            <p:cNvSpPr/>
            <p:nvPr/>
          </p:nvSpPr>
          <p:spPr>
            <a:xfrm>
              <a:off x="3971696" y="1029385"/>
              <a:ext cx="90170" cy="25400"/>
            </a:xfrm>
            <a:custGeom>
              <a:avLst/>
              <a:gdLst/>
              <a:ahLst/>
              <a:cxnLst/>
              <a:rect l="l" t="t" r="r" b="b"/>
              <a:pathLst>
                <a:path w="90170" h="25400">
                  <a:moveTo>
                    <a:pt x="406" y="2959"/>
                  </a:moveTo>
                  <a:lnTo>
                    <a:pt x="266" y="2768"/>
                  </a:lnTo>
                  <a:lnTo>
                    <a:pt x="127" y="2616"/>
                  </a:lnTo>
                  <a:lnTo>
                    <a:pt x="0" y="2730"/>
                  </a:lnTo>
                  <a:lnTo>
                    <a:pt x="127" y="3175"/>
                  </a:lnTo>
                  <a:lnTo>
                    <a:pt x="381" y="3276"/>
                  </a:lnTo>
                  <a:lnTo>
                    <a:pt x="406" y="2959"/>
                  </a:lnTo>
                  <a:close/>
                </a:path>
                <a:path w="90170" h="25400">
                  <a:moveTo>
                    <a:pt x="2667" y="4737"/>
                  </a:moveTo>
                  <a:lnTo>
                    <a:pt x="2463" y="4737"/>
                  </a:lnTo>
                  <a:lnTo>
                    <a:pt x="2298" y="4762"/>
                  </a:lnTo>
                  <a:lnTo>
                    <a:pt x="2222" y="4889"/>
                  </a:lnTo>
                  <a:lnTo>
                    <a:pt x="2540" y="4864"/>
                  </a:lnTo>
                  <a:lnTo>
                    <a:pt x="2667" y="4737"/>
                  </a:lnTo>
                  <a:close/>
                </a:path>
                <a:path w="90170" h="25400">
                  <a:moveTo>
                    <a:pt x="2882" y="4927"/>
                  </a:moveTo>
                  <a:lnTo>
                    <a:pt x="2565" y="4965"/>
                  </a:lnTo>
                  <a:lnTo>
                    <a:pt x="2324" y="5270"/>
                  </a:lnTo>
                  <a:lnTo>
                    <a:pt x="2730" y="5207"/>
                  </a:lnTo>
                  <a:lnTo>
                    <a:pt x="2882" y="4927"/>
                  </a:lnTo>
                  <a:close/>
                </a:path>
                <a:path w="90170" h="25400">
                  <a:moveTo>
                    <a:pt x="3327" y="10236"/>
                  </a:moveTo>
                  <a:lnTo>
                    <a:pt x="2984" y="10121"/>
                  </a:lnTo>
                  <a:lnTo>
                    <a:pt x="3200" y="9982"/>
                  </a:lnTo>
                  <a:lnTo>
                    <a:pt x="2882" y="9918"/>
                  </a:lnTo>
                  <a:lnTo>
                    <a:pt x="3009" y="10299"/>
                  </a:lnTo>
                  <a:lnTo>
                    <a:pt x="2755" y="10312"/>
                  </a:lnTo>
                  <a:lnTo>
                    <a:pt x="3060" y="10414"/>
                  </a:lnTo>
                  <a:lnTo>
                    <a:pt x="3327" y="10236"/>
                  </a:lnTo>
                  <a:close/>
                </a:path>
                <a:path w="90170" h="25400">
                  <a:moveTo>
                    <a:pt x="4826" y="2476"/>
                  </a:moveTo>
                  <a:lnTo>
                    <a:pt x="4597" y="2387"/>
                  </a:lnTo>
                  <a:lnTo>
                    <a:pt x="4457" y="1981"/>
                  </a:lnTo>
                  <a:lnTo>
                    <a:pt x="4292" y="2336"/>
                  </a:lnTo>
                  <a:lnTo>
                    <a:pt x="4699" y="2717"/>
                  </a:lnTo>
                  <a:lnTo>
                    <a:pt x="4826" y="2476"/>
                  </a:lnTo>
                  <a:close/>
                </a:path>
                <a:path w="90170" h="25400">
                  <a:moveTo>
                    <a:pt x="5486" y="304"/>
                  </a:moveTo>
                  <a:lnTo>
                    <a:pt x="5270" y="215"/>
                  </a:lnTo>
                  <a:lnTo>
                    <a:pt x="5130" y="50"/>
                  </a:lnTo>
                  <a:lnTo>
                    <a:pt x="5041" y="254"/>
                  </a:lnTo>
                  <a:lnTo>
                    <a:pt x="5003" y="495"/>
                  </a:lnTo>
                  <a:lnTo>
                    <a:pt x="4864" y="673"/>
                  </a:lnTo>
                  <a:lnTo>
                    <a:pt x="5067" y="673"/>
                  </a:lnTo>
                  <a:lnTo>
                    <a:pt x="5283" y="800"/>
                  </a:lnTo>
                  <a:lnTo>
                    <a:pt x="5410" y="635"/>
                  </a:lnTo>
                  <a:lnTo>
                    <a:pt x="5486" y="304"/>
                  </a:lnTo>
                  <a:close/>
                </a:path>
                <a:path w="90170" h="25400">
                  <a:moveTo>
                    <a:pt x="6299" y="3098"/>
                  </a:moveTo>
                  <a:lnTo>
                    <a:pt x="5994" y="2844"/>
                  </a:lnTo>
                  <a:lnTo>
                    <a:pt x="5918" y="3124"/>
                  </a:lnTo>
                  <a:lnTo>
                    <a:pt x="5613" y="3187"/>
                  </a:lnTo>
                  <a:lnTo>
                    <a:pt x="5600" y="3543"/>
                  </a:lnTo>
                  <a:lnTo>
                    <a:pt x="6134" y="3606"/>
                  </a:lnTo>
                  <a:lnTo>
                    <a:pt x="6299" y="3098"/>
                  </a:lnTo>
                  <a:close/>
                </a:path>
                <a:path w="90170" h="25400">
                  <a:moveTo>
                    <a:pt x="6680" y="10210"/>
                  </a:moveTo>
                  <a:lnTo>
                    <a:pt x="6629" y="9918"/>
                  </a:lnTo>
                  <a:lnTo>
                    <a:pt x="6489" y="9728"/>
                  </a:lnTo>
                  <a:lnTo>
                    <a:pt x="6515" y="10109"/>
                  </a:lnTo>
                  <a:lnTo>
                    <a:pt x="6146" y="10096"/>
                  </a:lnTo>
                  <a:lnTo>
                    <a:pt x="6197" y="10502"/>
                  </a:lnTo>
                  <a:lnTo>
                    <a:pt x="6629" y="10541"/>
                  </a:lnTo>
                  <a:lnTo>
                    <a:pt x="6680" y="10210"/>
                  </a:lnTo>
                  <a:close/>
                </a:path>
                <a:path w="90170" h="25400">
                  <a:moveTo>
                    <a:pt x="7747" y="11811"/>
                  </a:moveTo>
                  <a:lnTo>
                    <a:pt x="7327" y="11684"/>
                  </a:lnTo>
                  <a:lnTo>
                    <a:pt x="7531" y="11353"/>
                  </a:lnTo>
                  <a:lnTo>
                    <a:pt x="7035" y="11112"/>
                  </a:lnTo>
                  <a:lnTo>
                    <a:pt x="6819" y="11772"/>
                  </a:lnTo>
                  <a:lnTo>
                    <a:pt x="7467" y="12179"/>
                  </a:lnTo>
                  <a:lnTo>
                    <a:pt x="7747" y="11811"/>
                  </a:lnTo>
                  <a:close/>
                </a:path>
                <a:path w="90170" h="25400">
                  <a:moveTo>
                    <a:pt x="7874" y="584"/>
                  </a:moveTo>
                  <a:lnTo>
                    <a:pt x="6692" y="114"/>
                  </a:lnTo>
                  <a:lnTo>
                    <a:pt x="6959" y="393"/>
                  </a:lnTo>
                  <a:lnTo>
                    <a:pt x="7416" y="495"/>
                  </a:lnTo>
                  <a:lnTo>
                    <a:pt x="7632" y="723"/>
                  </a:lnTo>
                  <a:lnTo>
                    <a:pt x="7874" y="584"/>
                  </a:lnTo>
                  <a:close/>
                </a:path>
                <a:path w="90170" h="25400">
                  <a:moveTo>
                    <a:pt x="8178" y="304"/>
                  </a:moveTo>
                  <a:lnTo>
                    <a:pt x="7937" y="266"/>
                  </a:lnTo>
                  <a:lnTo>
                    <a:pt x="7975" y="50"/>
                  </a:lnTo>
                  <a:lnTo>
                    <a:pt x="7747" y="0"/>
                  </a:lnTo>
                  <a:lnTo>
                    <a:pt x="8001" y="508"/>
                  </a:lnTo>
                  <a:lnTo>
                    <a:pt x="8178" y="304"/>
                  </a:lnTo>
                  <a:close/>
                </a:path>
                <a:path w="90170" h="25400">
                  <a:moveTo>
                    <a:pt x="9207" y="12192"/>
                  </a:moveTo>
                  <a:lnTo>
                    <a:pt x="8915" y="12014"/>
                  </a:lnTo>
                  <a:lnTo>
                    <a:pt x="8661" y="12255"/>
                  </a:lnTo>
                  <a:lnTo>
                    <a:pt x="8547" y="12522"/>
                  </a:lnTo>
                  <a:lnTo>
                    <a:pt x="8978" y="12547"/>
                  </a:lnTo>
                  <a:lnTo>
                    <a:pt x="8991" y="12255"/>
                  </a:lnTo>
                  <a:lnTo>
                    <a:pt x="9207" y="12192"/>
                  </a:lnTo>
                  <a:close/>
                </a:path>
                <a:path w="90170" h="25400">
                  <a:moveTo>
                    <a:pt x="9867" y="13449"/>
                  </a:moveTo>
                  <a:lnTo>
                    <a:pt x="9779" y="13195"/>
                  </a:lnTo>
                  <a:lnTo>
                    <a:pt x="9563" y="13030"/>
                  </a:lnTo>
                  <a:lnTo>
                    <a:pt x="9385" y="12852"/>
                  </a:lnTo>
                  <a:lnTo>
                    <a:pt x="9525" y="13131"/>
                  </a:lnTo>
                  <a:lnTo>
                    <a:pt x="9207" y="13284"/>
                  </a:lnTo>
                  <a:lnTo>
                    <a:pt x="9550" y="13512"/>
                  </a:lnTo>
                  <a:lnTo>
                    <a:pt x="9867" y="13449"/>
                  </a:lnTo>
                  <a:close/>
                </a:path>
                <a:path w="90170" h="25400">
                  <a:moveTo>
                    <a:pt x="12141" y="13728"/>
                  </a:moveTo>
                  <a:lnTo>
                    <a:pt x="11823" y="13703"/>
                  </a:lnTo>
                  <a:lnTo>
                    <a:pt x="11353" y="13919"/>
                  </a:lnTo>
                  <a:lnTo>
                    <a:pt x="11785" y="14071"/>
                  </a:lnTo>
                  <a:lnTo>
                    <a:pt x="12141" y="13728"/>
                  </a:lnTo>
                  <a:close/>
                </a:path>
                <a:path w="90170" h="25400">
                  <a:moveTo>
                    <a:pt x="13512" y="2806"/>
                  </a:moveTo>
                  <a:lnTo>
                    <a:pt x="13195" y="2565"/>
                  </a:lnTo>
                  <a:lnTo>
                    <a:pt x="13131" y="2768"/>
                  </a:lnTo>
                  <a:lnTo>
                    <a:pt x="12484" y="2908"/>
                  </a:lnTo>
                  <a:lnTo>
                    <a:pt x="12827" y="3162"/>
                  </a:lnTo>
                  <a:lnTo>
                    <a:pt x="12839" y="2921"/>
                  </a:lnTo>
                  <a:lnTo>
                    <a:pt x="13512" y="2806"/>
                  </a:lnTo>
                  <a:close/>
                </a:path>
                <a:path w="90170" h="25400">
                  <a:moveTo>
                    <a:pt x="14935" y="11798"/>
                  </a:moveTo>
                  <a:lnTo>
                    <a:pt x="14655" y="11557"/>
                  </a:lnTo>
                  <a:lnTo>
                    <a:pt x="14414" y="11480"/>
                  </a:lnTo>
                  <a:lnTo>
                    <a:pt x="14427" y="11696"/>
                  </a:lnTo>
                  <a:lnTo>
                    <a:pt x="14592" y="12230"/>
                  </a:lnTo>
                  <a:lnTo>
                    <a:pt x="14922" y="11976"/>
                  </a:lnTo>
                  <a:lnTo>
                    <a:pt x="14706" y="11950"/>
                  </a:lnTo>
                  <a:lnTo>
                    <a:pt x="14935" y="11798"/>
                  </a:lnTo>
                  <a:close/>
                </a:path>
                <a:path w="90170" h="25400">
                  <a:moveTo>
                    <a:pt x="17462" y="13296"/>
                  </a:moveTo>
                  <a:lnTo>
                    <a:pt x="17437" y="13106"/>
                  </a:lnTo>
                  <a:lnTo>
                    <a:pt x="17170" y="13004"/>
                  </a:lnTo>
                  <a:lnTo>
                    <a:pt x="16789" y="12954"/>
                  </a:lnTo>
                  <a:lnTo>
                    <a:pt x="16891" y="13182"/>
                  </a:lnTo>
                  <a:lnTo>
                    <a:pt x="16967" y="13398"/>
                  </a:lnTo>
                  <a:lnTo>
                    <a:pt x="17297" y="13449"/>
                  </a:lnTo>
                  <a:lnTo>
                    <a:pt x="17462" y="13296"/>
                  </a:lnTo>
                  <a:close/>
                </a:path>
                <a:path w="90170" h="25400">
                  <a:moveTo>
                    <a:pt x="17640" y="11823"/>
                  </a:moveTo>
                  <a:lnTo>
                    <a:pt x="17322" y="11722"/>
                  </a:lnTo>
                  <a:lnTo>
                    <a:pt x="17411" y="11899"/>
                  </a:lnTo>
                  <a:lnTo>
                    <a:pt x="16967" y="12001"/>
                  </a:lnTo>
                  <a:lnTo>
                    <a:pt x="17284" y="12077"/>
                  </a:lnTo>
                  <a:lnTo>
                    <a:pt x="17614" y="12103"/>
                  </a:lnTo>
                  <a:lnTo>
                    <a:pt x="17640" y="11823"/>
                  </a:lnTo>
                  <a:close/>
                </a:path>
                <a:path w="90170" h="25400">
                  <a:moveTo>
                    <a:pt x="21158" y="11112"/>
                  </a:moveTo>
                  <a:lnTo>
                    <a:pt x="20675" y="10210"/>
                  </a:lnTo>
                  <a:lnTo>
                    <a:pt x="20307" y="10058"/>
                  </a:lnTo>
                  <a:lnTo>
                    <a:pt x="20078" y="10274"/>
                  </a:lnTo>
                  <a:lnTo>
                    <a:pt x="20548" y="10642"/>
                  </a:lnTo>
                  <a:lnTo>
                    <a:pt x="20231" y="10960"/>
                  </a:lnTo>
                  <a:lnTo>
                    <a:pt x="21158" y="11112"/>
                  </a:lnTo>
                  <a:close/>
                </a:path>
                <a:path w="90170" h="25400">
                  <a:moveTo>
                    <a:pt x="21755" y="15875"/>
                  </a:moveTo>
                  <a:lnTo>
                    <a:pt x="21463" y="15709"/>
                  </a:lnTo>
                  <a:lnTo>
                    <a:pt x="21310" y="15913"/>
                  </a:lnTo>
                  <a:lnTo>
                    <a:pt x="21310" y="16230"/>
                  </a:lnTo>
                  <a:lnTo>
                    <a:pt x="21069" y="16395"/>
                  </a:lnTo>
                  <a:lnTo>
                    <a:pt x="21399" y="16408"/>
                  </a:lnTo>
                  <a:lnTo>
                    <a:pt x="21272" y="16090"/>
                  </a:lnTo>
                  <a:lnTo>
                    <a:pt x="21755" y="15875"/>
                  </a:lnTo>
                  <a:close/>
                </a:path>
                <a:path w="90170" h="25400">
                  <a:moveTo>
                    <a:pt x="22491" y="10985"/>
                  </a:moveTo>
                  <a:lnTo>
                    <a:pt x="22263" y="10528"/>
                  </a:lnTo>
                  <a:lnTo>
                    <a:pt x="22098" y="10756"/>
                  </a:lnTo>
                  <a:lnTo>
                    <a:pt x="22352" y="10795"/>
                  </a:lnTo>
                  <a:lnTo>
                    <a:pt x="22098" y="11049"/>
                  </a:lnTo>
                  <a:lnTo>
                    <a:pt x="22491" y="11137"/>
                  </a:lnTo>
                  <a:lnTo>
                    <a:pt x="22491" y="10985"/>
                  </a:lnTo>
                  <a:close/>
                </a:path>
                <a:path w="90170" h="25400">
                  <a:moveTo>
                    <a:pt x="23507" y="11366"/>
                  </a:moveTo>
                  <a:lnTo>
                    <a:pt x="23139" y="11125"/>
                  </a:lnTo>
                  <a:lnTo>
                    <a:pt x="23025" y="11277"/>
                  </a:lnTo>
                  <a:lnTo>
                    <a:pt x="22745" y="11239"/>
                  </a:lnTo>
                  <a:lnTo>
                    <a:pt x="22669" y="11442"/>
                  </a:lnTo>
                  <a:lnTo>
                    <a:pt x="22898" y="11442"/>
                  </a:lnTo>
                  <a:lnTo>
                    <a:pt x="23507" y="11366"/>
                  </a:lnTo>
                  <a:close/>
                </a:path>
                <a:path w="90170" h="25400">
                  <a:moveTo>
                    <a:pt x="23685" y="20167"/>
                  </a:moveTo>
                  <a:lnTo>
                    <a:pt x="23571" y="19964"/>
                  </a:lnTo>
                  <a:lnTo>
                    <a:pt x="23342" y="19837"/>
                  </a:lnTo>
                  <a:lnTo>
                    <a:pt x="23075" y="19748"/>
                  </a:lnTo>
                  <a:lnTo>
                    <a:pt x="23075" y="19977"/>
                  </a:lnTo>
                  <a:lnTo>
                    <a:pt x="23469" y="20370"/>
                  </a:lnTo>
                  <a:lnTo>
                    <a:pt x="23685" y="20167"/>
                  </a:lnTo>
                  <a:close/>
                </a:path>
                <a:path w="90170" h="25400">
                  <a:moveTo>
                    <a:pt x="23990" y="14249"/>
                  </a:moveTo>
                  <a:lnTo>
                    <a:pt x="23647" y="14249"/>
                  </a:lnTo>
                  <a:lnTo>
                    <a:pt x="23583" y="14516"/>
                  </a:lnTo>
                  <a:lnTo>
                    <a:pt x="23761" y="14643"/>
                  </a:lnTo>
                  <a:lnTo>
                    <a:pt x="23939" y="14744"/>
                  </a:lnTo>
                  <a:lnTo>
                    <a:pt x="23990" y="14478"/>
                  </a:lnTo>
                  <a:lnTo>
                    <a:pt x="23990" y="14249"/>
                  </a:lnTo>
                  <a:close/>
                </a:path>
                <a:path w="90170" h="25400">
                  <a:moveTo>
                    <a:pt x="24066" y="19659"/>
                  </a:moveTo>
                  <a:lnTo>
                    <a:pt x="23926" y="19558"/>
                  </a:lnTo>
                  <a:lnTo>
                    <a:pt x="23850" y="19405"/>
                  </a:lnTo>
                  <a:lnTo>
                    <a:pt x="23876" y="19177"/>
                  </a:lnTo>
                  <a:lnTo>
                    <a:pt x="23685" y="19177"/>
                  </a:lnTo>
                  <a:lnTo>
                    <a:pt x="23355" y="19037"/>
                  </a:lnTo>
                  <a:lnTo>
                    <a:pt x="23431" y="19329"/>
                  </a:lnTo>
                  <a:lnTo>
                    <a:pt x="23685" y="19342"/>
                  </a:lnTo>
                  <a:lnTo>
                    <a:pt x="23863" y="19862"/>
                  </a:lnTo>
                  <a:lnTo>
                    <a:pt x="24066" y="19659"/>
                  </a:lnTo>
                  <a:close/>
                </a:path>
                <a:path w="90170" h="25400">
                  <a:moveTo>
                    <a:pt x="24130" y="15125"/>
                  </a:moveTo>
                  <a:lnTo>
                    <a:pt x="23876" y="15074"/>
                  </a:lnTo>
                  <a:lnTo>
                    <a:pt x="23698" y="15125"/>
                  </a:lnTo>
                  <a:lnTo>
                    <a:pt x="23660" y="15265"/>
                  </a:lnTo>
                  <a:lnTo>
                    <a:pt x="23926" y="15163"/>
                  </a:lnTo>
                  <a:lnTo>
                    <a:pt x="23888" y="15709"/>
                  </a:lnTo>
                  <a:lnTo>
                    <a:pt x="24091" y="15405"/>
                  </a:lnTo>
                  <a:lnTo>
                    <a:pt x="24130" y="15125"/>
                  </a:lnTo>
                  <a:close/>
                </a:path>
                <a:path w="90170" h="25400">
                  <a:moveTo>
                    <a:pt x="24688" y="18618"/>
                  </a:moveTo>
                  <a:lnTo>
                    <a:pt x="24028" y="18605"/>
                  </a:lnTo>
                  <a:lnTo>
                    <a:pt x="24574" y="18389"/>
                  </a:lnTo>
                  <a:lnTo>
                    <a:pt x="24079" y="18211"/>
                  </a:lnTo>
                  <a:lnTo>
                    <a:pt x="24168" y="18478"/>
                  </a:lnTo>
                  <a:lnTo>
                    <a:pt x="23939" y="18554"/>
                  </a:lnTo>
                  <a:lnTo>
                    <a:pt x="23939" y="18745"/>
                  </a:lnTo>
                  <a:lnTo>
                    <a:pt x="24218" y="18745"/>
                  </a:lnTo>
                  <a:lnTo>
                    <a:pt x="24663" y="18884"/>
                  </a:lnTo>
                  <a:lnTo>
                    <a:pt x="24688" y="18618"/>
                  </a:lnTo>
                  <a:close/>
                </a:path>
                <a:path w="90170" h="25400">
                  <a:moveTo>
                    <a:pt x="26212" y="2019"/>
                  </a:moveTo>
                  <a:lnTo>
                    <a:pt x="25793" y="1892"/>
                  </a:lnTo>
                  <a:lnTo>
                    <a:pt x="25742" y="2070"/>
                  </a:lnTo>
                  <a:lnTo>
                    <a:pt x="25349" y="2425"/>
                  </a:lnTo>
                  <a:lnTo>
                    <a:pt x="25615" y="2603"/>
                  </a:lnTo>
                  <a:lnTo>
                    <a:pt x="25831" y="2540"/>
                  </a:lnTo>
                  <a:lnTo>
                    <a:pt x="25831" y="2260"/>
                  </a:lnTo>
                  <a:lnTo>
                    <a:pt x="26212" y="2019"/>
                  </a:lnTo>
                  <a:close/>
                </a:path>
                <a:path w="90170" h="25400">
                  <a:moveTo>
                    <a:pt x="26631" y="1879"/>
                  </a:moveTo>
                  <a:lnTo>
                    <a:pt x="26238" y="1930"/>
                  </a:lnTo>
                  <a:lnTo>
                    <a:pt x="26212" y="2171"/>
                  </a:lnTo>
                  <a:lnTo>
                    <a:pt x="26123" y="2463"/>
                  </a:lnTo>
                  <a:lnTo>
                    <a:pt x="26390" y="2489"/>
                  </a:lnTo>
                  <a:lnTo>
                    <a:pt x="26352" y="2286"/>
                  </a:lnTo>
                  <a:lnTo>
                    <a:pt x="26631" y="1879"/>
                  </a:lnTo>
                  <a:close/>
                </a:path>
                <a:path w="90170" h="25400">
                  <a:moveTo>
                    <a:pt x="27762" y="20650"/>
                  </a:moveTo>
                  <a:lnTo>
                    <a:pt x="27749" y="20447"/>
                  </a:lnTo>
                  <a:lnTo>
                    <a:pt x="27597" y="20320"/>
                  </a:lnTo>
                  <a:lnTo>
                    <a:pt x="27406" y="20574"/>
                  </a:lnTo>
                  <a:lnTo>
                    <a:pt x="27216" y="20980"/>
                  </a:lnTo>
                  <a:lnTo>
                    <a:pt x="27508" y="21221"/>
                  </a:lnTo>
                  <a:lnTo>
                    <a:pt x="27533" y="20993"/>
                  </a:lnTo>
                  <a:lnTo>
                    <a:pt x="27508" y="20624"/>
                  </a:lnTo>
                  <a:lnTo>
                    <a:pt x="27749" y="20878"/>
                  </a:lnTo>
                  <a:lnTo>
                    <a:pt x="27762" y="20650"/>
                  </a:lnTo>
                  <a:close/>
                </a:path>
                <a:path w="90170" h="25400">
                  <a:moveTo>
                    <a:pt x="28143" y="4318"/>
                  </a:moveTo>
                  <a:lnTo>
                    <a:pt x="27546" y="4140"/>
                  </a:lnTo>
                  <a:lnTo>
                    <a:pt x="27444" y="4305"/>
                  </a:lnTo>
                  <a:lnTo>
                    <a:pt x="27635" y="4406"/>
                  </a:lnTo>
                  <a:lnTo>
                    <a:pt x="27825" y="4483"/>
                  </a:lnTo>
                  <a:lnTo>
                    <a:pt x="28067" y="4533"/>
                  </a:lnTo>
                  <a:lnTo>
                    <a:pt x="28143" y="4318"/>
                  </a:lnTo>
                  <a:close/>
                </a:path>
                <a:path w="90170" h="25400">
                  <a:moveTo>
                    <a:pt x="29298" y="16319"/>
                  </a:moveTo>
                  <a:lnTo>
                    <a:pt x="29044" y="16090"/>
                  </a:lnTo>
                  <a:lnTo>
                    <a:pt x="28841" y="16103"/>
                  </a:lnTo>
                  <a:lnTo>
                    <a:pt x="28562" y="16090"/>
                  </a:lnTo>
                  <a:lnTo>
                    <a:pt x="28575" y="16319"/>
                  </a:lnTo>
                  <a:lnTo>
                    <a:pt x="28892" y="16535"/>
                  </a:lnTo>
                  <a:lnTo>
                    <a:pt x="28867" y="16243"/>
                  </a:lnTo>
                  <a:lnTo>
                    <a:pt x="29298" y="16319"/>
                  </a:lnTo>
                  <a:close/>
                </a:path>
                <a:path w="90170" h="25400">
                  <a:moveTo>
                    <a:pt x="30797" y="19875"/>
                  </a:moveTo>
                  <a:lnTo>
                    <a:pt x="30518" y="19735"/>
                  </a:lnTo>
                  <a:lnTo>
                    <a:pt x="29730" y="19812"/>
                  </a:lnTo>
                  <a:lnTo>
                    <a:pt x="29476" y="20040"/>
                  </a:lnTo>
                  <a:lnTo>
                    <a:pt x="30124" y="20002"/>
                  </a:lnTo>
                  <a:lnTo>
                    <a:pt x="30467" y="20066"/>
                  </a:lnTo>
                  <a:lnTo>
                    <a:pt x="30797" y="19875"/>
                  </a:lnTo>
                  <a:close/>
                </a:path>
                <a:path w="90170" h="25400">
                  <a:moveTo>
                    <a:pt x="32296" y="7175"/>
                  </a:moveTo>
                  <a:lnTo>
                    <a:pt x="31940" y="7124"/>
                  </a:lnTo>
                  <a:lnTo>
                    <a:pt x="31762" y="7239"/>
                  </a:lnTo>
                  <a:lnTo>
                    <a:pt x="31737" y="7493"/>
                  </a:lnTo>
                  <a:lnTo>
                    <a:pt x="32054" y="7493"/>
                  </a:lnTo>
                  <a:lnTo>
                    <a:pt x="31953" y="7226"/>
                  </a:lnTo>
                  <a:lnTo>
                    <a:pt x="32258" y="7315"/>
                  </a:lnTo>
                  <a:lnTo>
                    <a:pt x="32296" y="7175"/>
                  </a:lnTo>
                  <a:close/>
                </a:path>
                <a:path w="90170" h="25400">
                  <a:moveTo>
                    <a:pt x="35013" y="20231"/>
                  </a:moveTo>
                  <a:lnTo>
                    <a:pt x="34607" y="20116"/>
                  </a:lnTo>
                  <a:lnTo>
                    <a:pt x="34721" y="20510"/>
                  </a:lnTo>
                  <a:lnTo>
                    <a:pt x="34531" y="20637"/>
                  </a:lnTo>
                  <a:lnTo>
                    <a:pt x="34874" y="20662"/>
                  </a:lnTo>
                  <a:lnTo>
                    <a:pt x="34848" y="20447"/>
                  </a:lnTo>
                  <a:lnTo>
                    <a:pt x="34912" y="20320"/>
                  </a:lnTo>
                  <a:close/>
                </a:path>
                <a:path w="90170" h="25400">
                  <a:moveTo>
                    <a:pt x="35547" y="13677"/>
                  </a:moveTo>
                  <a:lnTo>
                    <a:pt x="35255" y="13525"/>
                  </a:lnTo>
                  <a:lnTo>
                    <a:pt x="35280" y="13754"/>
                  </a:lnTo>
                  <a:lnTo>
                    <a:pt x="34823" y="13995"/>
                  </a:lnTo>
                  <a:lnTo>
                    <a:pt x="35077" y="14147"/>
                  </a:lnTo>
                  <a:lnTo>
                    <a:pt x="35153" y="13995"/>
                  </a:lnTo>
                  <a:lnTo>
                    <a:pt x="35547" y="13677"/>
                  </a:lnTo>
                  <a:close/>
                </a:path>
                <a:path w="90170" h="25400">
                  <a:moveTo>
                    <a:pt x="35902" y="14973"/>
                  </a:moveTo>
                  <a:lnTo>
                    <a:pt x="35598" y="14922"/>
                  </a:lnTo>
                  <a:lnTo>
                    <a:pt x="35356" y="14782"/>
                  </a:lnTo>
                  <a:lnTo>
                    <a:pt x="35420" y="15024"/>
                  </a:lnTo>
                  <a:lnTo>
                    <a:pt x="35128" y="14947"/>
                  </a:lnTo>
                  <a:lnTo>
                    <a:pt x="35115" y="15125"/>
                  </a:lnTo>
                  <a:lnTo>
                    <a:pt x="35420" y="15151"/>
                  </a:lnTo>
                  <a:lnTo>
                    <a:pt x="35737" y="15138"/>
                  </a:lnTo>
                  <a:lnTo>
                    <a:pt x="35864" y="15290"/>
                  </a:lnTo>
                  <a:lnTo>
                    <a:pt x="35902" y="14973"/>
                  </a:lnTo>
                  <a:close/>
                </a:path>
                <a:path w="90170" h="25400">
                  <a:moveTo>
                    <a:pt x="40093" y="10452"/>
                  </a:moveTo>
                  <a:lnTo>
                    <a:pt x="39801" y="10414"/>
                  </a:lnTo>
                  <a:lnTo>
                    <a:pt x="39852" y="10579"/>
                  </a:lnTo>
                  <a:lnTo>
                    <a:pt x="39662" y="10414"/>
                  </a:lnTo>
                  <a:lnTo>
                    <a:pt x="39839" y="10807"/>
                  </a:lnTo>
                  <a:lnTo>
                    <a:pt x="40068" y="10731"/>
                  </a:lnTo>
                  <a:lnTo>
                    <a:pt x="40093" y="10452"/>
                  </a:lnTo>
                  <a:close/>
                </a:path>
                <a:path w="90170" h="25400">
                  <a:moveTo>
                    <a:pt x="40411" y="13055"/>
                  </a:moveTo>
                  <a:lnTo>
                    <a:pt x="40208" y="12941"/>
                  </a:lnTo>
                  <a:lnTo>
                    <a:pt x="40259" y="13157"/>
                  </a:lnTo>
                  <a:lnTo>
                    <a:pt x="39954" y="13627"/>
                  </a:lnTo>
                  <a:lnTo>
                    <a:pt x="40360" y="13601"/>
                  </a:lnTo>
                  <a:lnTo>
                    <a:pt x="40398" y="13309"/>
                  </a:lnTo>
                  <a:lnTo>
                    <a:pt x="40411" y="13055"/>
                  </a:lnTo>
                  <a:close/>
                </a:path>
                <a:path w="90170" h="25400">
                  <a:moveTo>
                    <a:pt x="41338" y="4673"/>
                  </a:moveTo>
                  <a:lnTo>
                    <a:pt x="41046" y="4610"/>
                  </a:lnTo>
                  <a:lnTo>
                    <a:pt x="41122" y="4267"/>
                  </a:lnTo>
                  <a:lnTo>
                    <a:pt x="40843" y="4178"/>
                  </a:lnTo>
                  <a:lnTo>
                    <a:pt x="40805" y="4635"/>
                  </a:lnTo>
                  <a:lnTo>
                    <a:pt x="40995" y="4597"/>
                  </a:lnTo>
                  <a:lnTo>
                    <a:pt x="41211" y="4927"/>
                  </a:lnTo>
                  <a:lnTo>
                    <a:pt x="41338" y="4673"/>
                  </a:lnTo>
                  <a:close/>
                </a:path>
                <a:path w="90170" h="25400">
                  <a:moveTo>
                    <a:pt x="41503" y="22225"/>
                  </a:moveTo>
                  <a:lnTo>
                    <a:pt x="41262" y="22212"/>
                  </a:lnTo>
                  <a:lnTo>
                    <a:pt x="41148" y="22529"/>
                  </a:lnTo>
                  <a:lnTo>
                    <a:pt x="40995" y="22415"/>
                  </a:lnTo>
                  <a:lnTo>
                    <a:pt x="40728" y="22250"/>
                  </a:lnTo>
                  <a:lnTo>
                    <a:pt x="40665" y="22593"/>
                  </a:lnTo>
                  <a:lnTo>
                    <a:pt x="41097" y="22555"/>
                  </a:lnTo>
                  <a:lnTo>
                    <a:pt x="41338" y="22682"/>
                  </a:lnTo>
                  <a:lnTo>
                    <a:pt x="41287" y="22542"/>
                  </a:lnTo>
                  <a:lnTo>
                    <a:pt x="41503" y="22225"/>
                  </a:lnTo>
                  <a:close/>
                </a:path>
                <a:path w="90170" h="25400">
                  <a:moveTo>
                    <a:pt x="42214" y="9639"/>
                  </a:moveTo>
                  <a:lnTo>
                    <a:pt x="41910" y="9550"/>
                  </a:lnTo>
                  <a:lnTo>
                    <a:pt x="41821" y="9753"/>
                  </a:lnTo>
                  <a:lnTo>
                    <a:pt x="41529" y="9766"/>
                  </a:lnTo>
                  <a:lnTo>
                    <a:pt x="41440" y="9956"/>
                  </a:lnTo>
                  <a:lnTo>
                    <a:pt x="41871" y="9994"/>
                  </a:lnTo>
                  <a:lnTo>
                    <a:pt x="41821" y="9829"/>
                  </a:lnTo>
                  <a:lnTo>
                    <a:pt x="42214" y="9639"/>
                  </a:lnTo>
                  <a:close/>
                </a:path>
                <a:path w="90170" h="25400">
                  <a:moveTo>
                    <a:pt x="42519" y="13982"/>
                  </a:moveTo>
                  <a:lnTo>
                    <a:pt x="42202" y="13843"/>
                  </a:lnTo>
                  <a:lnTo>
                    <a:pt x="42227" y="14058"/>
                  </a:lnTo>
                  <a:lnTo>
                    <a:pt x="41986" y="14008"/>
                  </a:lnTo>
                  <a:lnTo>
                    <a:pt x="42049" y="14262"/>
                  </a:lnTo>
                  <a:lnTo>
                    <a:pt x="42367" y="14389"/>
                  </a:lnTo>
                  <a:lnTo>
                    <a:pt x="42278" y="14046"/>
                  </a:lnTo>
                  <a:lnTo>
                    <a:pt x="42519" y="13982"/>
                  </a:lnTo>
                  <a:close/>
                </a:path>
                <a:path w="90170" h="25400">
                  <a:moveTo>
                    <a:pt x="42595" y="5283"/>
                  </a:moveTo>
                  <a:lnTo>
                    <a:pt x="42392" y="5207"/>
                  </a:lnTo>
                  <a:lnTo>
                    <a:pt x="42049" y="5245"/>
                  </a:lnTo>
                  <a:lnTo>
                    <a:pt x="41998" y="5080"/>
                  </a:lnTo>
                  <a:lnTo>
                    <a:pt x="41732" y="5067"/>
                  </a:lnTo>
                  <a:lnTo>
                    <a:pt x="41529" y="5537"/>
                  </a:lnTo>
                  <a:lnTo>
                    <a:pt x="42595" y="5283"/>
                  </a:lnTo>
                  <a:close/>
                </a:path>
                <a:path w="90170" h="25400">
                  <a:moveTo>
                    <a:pt x="43167" y="8470"/>
                  </a:moveTo>
                  <a:lnTo>
                    <a:pt x="42887" y="8331"/>
                  </a:lnTo>
                  <a:lnTo>
                    <a:pt x="42938" y="8636"/>
                  </a:lnTo>
                  <a:lnTo>
                    <a:pt x="42748" y="8674"/>
                  </a:lnTo>
                  <a:lnTo>
                    <a:pt x="42735" y="8864"/>
                  </a:lnTo>
                  <a:lnTo>
                    <a:pt x="43141" y="8902"/>
                  </a:lnTo>
                  <a:lnTo>
                    <a:pt x="43167" y="8470"/>
                  </a:lnTo>
                  <a:close/>
                </a:path>
                <a:path w="90170" h="25400">
                  <a:moveTo>
                    <a:pt x="44792" y="21602"/>
                  </a:moveTo>
                  <a:lnTo>
                    <a:pt x="44742" y="21361"/>
                  </a:lnTo>
                  <a:lnTo>
                    <a:pt x="44742" y="21082"/>
                  </a:lnTo>
                  <a:lnTo>
                    <a:pt x="44538" y="20942"/>
                  </a:lnTo>
                  <a:lnTo>
                    <a:pt x="44500" y="21247"/>
                  </a:lnTo>
                  <a:lnTo>
                    <a:pt x="44437" y="21577"/>
                  </a:lnTo>
                  <a:lnTo>
                    <a:pt x="44792" y="21602"/>
                  </a:lnTo>
                  <a:close/>
                </a:path>
                <a:path w="90170" h="25400">
                  <a:moveTo>
                    <a:pt x="45478" y="21399"/>
                  </a:moveTo>
                  <a:lnTo>
                    <a:pt x="45148" y="21361"/>
                  </a:lnTo>
                  <a:lnTo>
                    <a:pt x="45212" y="21615"/>
                  </a:lnTo>
                  <a:lnTo>
                    <a:pt x="44970" y="21577"/>
                  </a:lnTo>
                  <a:lnTo>
                    <a:pt x="44996" y="21793"/>
                  </a:lnTo>
                  <a:lnTo>
                    <a:pt x="45402" y="21920"/>
                  </a:lnTo>
                  <a:lnTo>
                    <a:pt x="45478" y="21399"/>
                  </a:lnTo>
                  <a:close/>
                </a:path>
                <a:path w="90170" h="25400">
                  <a:moveTo>
                    <a:pt x="48374" y="20345"/>
                  </a:moveTo>
                  <a:lnTo>
                    <a:pt x="48298" y="19989"/>
                  </a:lnTo>
                  <a:lnTo>
                    <a:pt x="47879" y="19951"/>
                  </a:lnTo>
                  <a:lnTo>
                    <a:pt x="47764" y="20294"/>
                  </a:lnTo>
                  <a:lnTo>
                    <a:pt x="48374" y="20345"/>
                  </a:lnTo>
                  <a:close/>
                </a:path>
                <a:path w="90170" h="25400">
                  <a:moveTo>
                    <a:pt x="50825" y="18745"/>
                  </a:moveTo>
                  <a:lnTo>
                    <a:pt x="50634" y="18783"/>
                  </a:lnTo>
                  <a:lnTo>
                    <a:pt x="50215" y="18567"/>
                  </a:lnTo>
                  <a:lnTo>
                    <a:pt x="50165" y="18783"/>
                  </a:lnTo>
                  <a:lnTo>
                    <a:pt x="50304" y="18923"/>
                  </a:lnTo>
                  <a:lnTo>
                    <a:pt x="50812" y="18986"/>
                  </a:lnTo>
                  <a:lnTo>
                    <a:pt x="50825" y="18745"/>
                  </a:lnTo>
                  <a:close/>
                </a:path>
                <a:path w="90170" h="25400">
                  <a:moveTo>
                    <a:pt x="56781" y="16408"/>
                  </a:moveTo>
                  <a:lnTo>
                    <a:pt x="56489" y="16306"/>
                  </a:lnTo>
                  <a:lnTo>
                    <a:pt x="56438" y="16522"/>
                  </a:lnTo>
                  <a:lnTo>
                    <a:pt x="56222" y="16179"/>
                  </a:lnTo>
                  <a:lnTo>
                    <a:pt x="56070" y="16179"/>
                  </a:lnTo>
                  <a:lnTo>
                    <a:pt x="56146" y="16548"/>
                  </a:lnTo>
                  <a:lnTo>
                    <a:pt x="56413" y="16662"/>
                  </a:lnTo>
                  <a:lnTo>
                    <a:pt x="56781" y="16408"/>
                  </a:lnTo>
                  <a:close/>
                </a:path>
                <a:path w="90170" h="25400">
                  <a:moveTo>
                    <a:pt x="59131" y="16929"/>
                  </a:moveTo>
                  <a:lnTo>
                    <a:pt x="58902" y="16865"/>
                  </a:lnTo>
                  <a:lnTo>
                    <a:pt x="58762" y="16751"/>
                  </a:lnTo>
                  <a:lnTo>
                    <a:pt x="58407" y="16776"/>
                  </a:lnTo>
                  <a:lnTo>
                    <a:pt x="58623" y="17005"/>
                  </a:lnTo>
                  <a:lnTo>
                    <a:pt x="58674" y="17360"/>
                  </a:lnTo>
                  <a:lnTo>
                    <a:pt x="59131" y="17195"/>
                  </a:lnTo>
                  <a:lnTo>
                    <a:pt x="59131" y="16929"/>
                  </a:lnTo>
                  <a:close/>
                </a:path>
                <a:path w="90170" h="25400">
                  <a:moveTo>
                    <a:pt x="59334" y="24917"/>
                  </a:moveTo>
                  <a:lnTo>
                    <a:pt x="59220" y="24765"/>
                  </a:lnTo>
                  <a:lnTo>
                    <a:pt x="58585" y="24536"/>
                  </a:lnTo>
                  <a:lnTo>
                    <a:pt x="58369" y="24752"/>
                  </a:lnTo>
                  <a:lnTo>
                    <a:pt x="58648" y="24676"/>
                  </a:lnTo>
                  <a:lnTo>
                    <a:pt x="59143" y="25247"/>
                  </a:lnTo>
                  <a:lnTo>
                    <a:pt x="59334" y="24917"/>
                  </a:lnTo>
                  <a:close/>
                </a:path>
                <a:path w="90170" h="25400">
                  <a:moveTo>
                    <a:pt x="60032" y="16891"/>
                  </a:moveTo>
                  <a:lnTo>
                    <a:pt x="59715" y="16725"/>
                  </a:lnTo>
                  <a:lnTo>
                    <a:pt x="59613" y="16878"/>
                  </a:lnTo>
                  <a:lnTo>
                    <a:pt x="59372" y="17018"/>
                  </a:lnTo>
                  <a:lnTo>
                    <a:pt x="59613" y="17018"/>
                  </a:lnTo>
                  <a:lnTo>
                    <a:pt x="59690" y="17195"/>
                  </a:lnTo>
                  <a:lnTo>
                    <a:pt x="60032" y="17157"/>
                  </a:lnTo>
                  <a:lnTo>
                    <a:pt x="60032" y="16891"/>
                  </a:lnTo>
                  <a:close/>
                </a:path>
                <a:path w="90170" h="25400">
                  <a:moveTo>
                    <a:pt x="63855" y="21945"/>
                  </a:moveTo>
                  <a:lnTo>
                    <a:pt x="63754" y="21590"/>
                  </a:lnTo>
                  <a:lnTo>
                    <a:pt x="63842" y="21437"/>
                  </a:lnTo>
                  <a:lnTo>
                    <a:pt x="63588" y="21374"/>
                  </a:lnTo>
                  <a:lnTo>
                    <a:pt x="63550" y="21640"/>
                  </a:lnTo>
                  <a:lnTo>
                    <a:pt x="63627" y="21831"/>
                  </a:lnTo>
                  <a:lnTo>
                    <a:pt x="63855" y="21945"/>
                  </a:lnTo>
                  <a:close/>
                </a:path>
                <a:path w="90170" h="25400">
                  <a:moveTo>
                    <a:pt x="67106" y="19583"/>
                  </a:moveTo>
                  <a:lnTo>
                    <a:pt x="66700" y="19558"/>
                  </a:lnTo>
                  <a:lnTo>
                    <a:pt x="66522" y="18821"/>
                  </a:lnTo>
                  <a:lnTo>
                    <a:pt x="66255" y="19227"/>
                  </a:lnTo>
                  <a:lnTo>
                    <a:pt x="66548" y="19227"/>
                  </a:lnTo>
                  <a:lnTo>
                    <a:pt x="66509" y="19443"/>
                  </a:lnTo>
                  <a:lnTo>
                    <a:pt x="66548" y="19621"/>
                  </a:lnTo>
                  <a:lnTo>
                    <a:pt x="66700" y="19596"/>
                  </a:lnTo>
                  <a:lnTo>
                    <a:pt x="67106" y="19786"/>
                  </a:lnTo>
                  <a:lnTo>
                    <a:pt x="67106" y="19583"/>
                  </a:lnTo>
                  <a:close/>
                </a:path>
                <a:path w="90170" h="25400">
                  <a:moveTo>
                    <a:pt x="67856" y="10553"/>
                  </a:moveTo>
                  <a:lnTo>
                    <a:pt x="67741" y="10325"/>
                  </a:lnTo>
                  <a:lnTo>
                    <a:pt x="67818" y="9969"/>
                  </a:lnTo>
                  <a:lnTo>
                    <a:pt x="67487" y="9880"/>
                  </a:lnTo>
                  <a:lnTo>
                    <a:pt x="67614" y="10109"/>
                  </a:lnTo>
                  <a:lnTo>
                    <a:pt x="67411" y="10553"/>
                  </a:lnTo>
                  <a:lnTo>
                    <a:pt x="67856" y="10553"/>
                  </a:lnTo>
                  <a:close/>
                </a:path>
                <a:path w="90170" h="25400">
                  <a:moveTo>
                    <a:pt x="67970" y="24650"/>
                  </a:moveTo>
                  <a:lnTo>
                    <a:pt x="67741" y="24485"/>
                  </a:lnTo>
                  <a:lnTo>
                    <a:pt x="67360" y="24180"/>
                  </a:lnTo>
                  <a:lnTo>
                    <a:pt x="67106" y="24485"/>
                  </a:lnTo>
                  <a:lnTo>
                    <a:pt x="67449" y="24485"/>
                  </a:lnTo>
                  <a:lnTo>
                    <a:pt x="67627" y="24650"/>
                  </a:lnTo>
                  <a:lnTo>
                    <a:pt x="67411" y="24803"/>
                  </a:lnTo>
                  <a:lnTo>
                    <a:pt x="67602" y="24752"/>
                  </a:lnTo>
                  <a:lnTo>
                    <a:pt x="67856" y="24790"/>
                  </a:lnTo>
                  <a:lnTo>
                    <a:pt x="67970" y="24650"/>
                  </a:lnTo>
                  <a:close/>
                </a:path>
                <a:path w="90170" h="25400">
                  <a:moveTo>
                    <a:pt x="68199" y="13042"/>
                  </a:moveTo>
                  <a:lnTo>
                    <a:pt x="68135" y="12763"/>
                  </a:lnTo>
                  <a:lnTo>
                    <a:pt x="67957" y="12573"/>
                  </a:lnTo>
                  <a:lnTo>
                    <a:pt x="67805" y="12369"/>
                  </a:lnTo>
                  <a:lnTo>
                    <a:pt x="67589" y="12534"/>
                  </a:lnTo>
                  <a:lnTo>
                    <a:pt x="67627" y="12801"/>
                  </a:lnTo>
                  <a:lnTo>
                    <a:pt x="67792" y="13017"/>
                  </a:lnTo>
                  <a:lnTo>
                    <a:pt x="68199" y="13042"/>
                  </a:lnTo>
                  <a:close/>
                </a:path>
                <a:path w="90170" h="25400">
                  <a:moveTo>
                    <a:pt x="69303" y="12319"/>
                  </a:moveTo>
                  <a:lnTo>
                    <a:pt x="69202" y="12090"/>
                  </a:lnTo>
                  <a:lnTo>
                    <a:pt x="69189" y="11671"/>
                  </a:lnTo>
                  <a:lnTo>
                    <a:pt x="68846" y="11684"/>
                  </a:lnTo>
                  <a:lnTo>
                    <a:pt x="68694" y="12268"/>
                  </a:lnTo>
                  <a:lnTo>
                    <a:pt x="69303" y="12319"/>
                  </a:lnTo>
                  <a:close/>
                </a:path>
                <a:path w="90170" h="25400">
                  <a:moveTo>
                    <a:pt x="69761" y="10096"/>
                  </a:moveTo>
                  <a:lnTo>
                    <a:pt x="69367" y="9944"/>
                  </a:lnTo>
                  <a:lnTo>
                    <a:pt x="69367" y="9525"/>
                  </a:lnTo>
                  <a:lnTo>
                    <a:pt x="69062" y="9309"/>
                  </a:lnTo>
                  <a:lnTo>
                    <a:pt x="69062" y="9512"/>
                  </a:lnTo>
                  <a:lnTo>
                    <a:pt x="69202" y="9652"/>
                  </a:lnTo>
                  <a:lnTo>
                    <a:pt x="69100" y="9944"/>
                  </a:lnTo>
                  <a:lnTo>
                    <a:pt x="69265" y="9982"/>
                  </a:lnTo>
                  <a:lnTo>
                    <a:pt x="69583" y="10337"/>
                  </a:lnTo>
                  <a:lnTo>
                    <a:pt x="69761" y="10096"/>
                  </a:lnTo>
                  <a:close/>
                </a:path>
                <a:path w="90170" h="25400">
                  <a:moveTo>
                    <a:pt x="69951" y="16738"/>
                  </a:moveTo>
                  <a:lnTo>
                    <a:pt x="69761" y="16433"/>
                  </a:lnTo>
                  <a:lnTo>
                    <a:pt x="69888" y="16268"/>
                  </a:lnTo>
                  <a:lnTo>
                    <a:pt x="69481" y="16129"/>
                  </a:lnTo>
                  <a:lnTo>
                    <a:pt x="69392" y="16586"/>
                  </a:lnTo>
                  <a:lnTo>
                    <a:pt x="69519" y="16687"/>
                  </a:lnTo>
                  <a:lnTo>
                    <a:pt x="69951" y="16738"/>
                  </a:lnTo>
                  <a:close/>
                </a:path>
                <a:path w="90170" h="25400">
                  <a:moveTo>
                    <a:pt x="69951" y="15367"/>
                  </a:moveTo>
                  <a:lnTo>
                    <a:pt x="69913" y="15036"/>
                  </a:lnTo>
                  <a:lnTo>
                    <a:pt x="69926" y="14706"/>
                  </a:lnTo>
                  <a:lnTo>
                    <a:pt x="69469" y="14681"/>
                  </a:lnTo>
                  <a:lnTo>
                    <a:pt x="69621" y="14935"/>
                  </a:lnTo>
                  <a:lnTo>
                    <a:pt x="69316" y="14986"/>
                  </a:lnTo>
                  <a:lnTo>
                    <a:pt x="69545" y="15151"/>
                  </a:lnTo>
                  <a:lnTo>
                    <a:pt x="69672" y="14922"/>
                  </a:lnTo>
                  <a:lnTo>
                    <a:pt x="69761" y="15379"/>
                  </a:lnTo>
                  <a:lnTo>
                    <a:pt x="69951" y="15367"/>
                  </a:lnTo>
                  <a:close/>
                </a:path>
                <a:path w="90170" h="25400">
                  <a:moveTo>
                    <a:pt x="71310" y="12395"/>
                  </a:moveTo>
                  <a:lnTo>
                    <a:pt x="71272" y="12052"/>
                  </a:lnTo>
                  <a:lnTo>
                    <a:pt x="71094" y="11811"/>
                  </a:lnTo>
                  <a:lnTo>
                    <a:pt x="70942" y="11557"/>
                  </a:lnTo>
                  <a:lnTo>
                    <a:pt x="70815" y="12014"/>
                  </a:lnTo>
                  <a:lnTo>
                    <a:pt x="71094" y="12369"/>
                  </a:lnTo>
                  <a:lnTo>
                    <a:pt x="70751" y="12534"/>
                  </a:lnTo>
                  <a:lnTo>
                    <a:pt x="71018" y="12573"/>
                  </a:lnTo>
                  <a:lnTo>
                    <a:pt x="71094" y="12420"/>
                  </a:lnTo>
                  <a:lnTo>
                    <a:pt x="71310" y="12395"/>
                  </a:lnTo>
                  <a:close/>
                </a:path>
                <a:path w="90170" h="25400">
                  <a:moveTo>
                    <a:pt x="72263" y="11391"/>
                  </a:moveTo>
                  <a:lnTo>
                    <a:pt x="71818" y="11442"/>
                  </a:lnTo>
                  <a:lnTo>
                    <a:pt x="71742" y="11874"/>
                  </a:lnTo>
                  <a:lnTo>
                    <a:pt x="71539" y="12141"/>
                  </a:lnTo>
                  <a:lnTo>
                    <a:pt x="71970" y="12179"/>
                  </a:lnTo>
                  <a:lnTo>
                    <a:pt x="72059" y="11963"/>
                  </a:lnTo>
                  <a:lnTo>
                    <a:pt x="72097" y="11709"/>
                  </a:lnTo>
                  <a:lnTo>
                    <a:pt x="72263" y="11391"/>
                  </a:lnTo>
                  <a:close/>
                </a:path>
                <a:path w="90170" h="25400">
                  <a:moveTo>
                    <a:pt x="72453" y="14262"/>
                  </a:moveTo>
                  <a:lnTo>
                    <a:pt x="72110" y="13868"/>
                  </a:lnTo>
                  <a:lnTo>
                    <a:pt x="71920" y="14084"/>
                  </a:lnTo>
                  <a:lnTo>
                    <a:pt x="72174" y="14160"/>
                  </a:lnTo>
                  <a:lnTo>
                    <a:pt x="72136" y="14439"/>
                  </a:lnTo>
                  <a:lnTo>
                    <a:pt x="72440" y="14478"/>
                  </a:lnTo>
                  <a:lnTo>
                    <a:pt x="72453" y="14262"/>
                  </a:lnTo>
                  <a:close/>
                </a:path>
                <a:path w="90170" h="25400">
                  <a:moveTo>
                    <a:pt x="73583" y="20142"/>
                  </a:moveTo>
                  <a:lnTo>
                    <a:pt x="73266" y="20091"/>
                  </a:lnTo>
                  <a:lnTo>
                    <a:pt x="73240" y="20345"/>
                  </a:lnTo>
                  <a:lnTo>
                    <a:pt x="73215" y="20561"/>
                  </a:lnTo>
                  <a:lnTo>
                    <a:pt x="73545" y="20688"/>
                  </a:lnTo>
                  <a:lnTo>
                    <a:pt x="73583" y="20142"/>
                  </a:lnTo>
                  <a:close/>
                </a:path>
                <a:path w="90170" h="25400">
                  <a:moveTo>
                    <a:pt x="74168" y="13284"/>
                  </a:moveTo>
                  <a:lnTo>
                    <a:pt x="73418" y="13474"/>
                  </a:lnTo>
                  <a:lnTo>
                    <a:pt x="74079" y="13093"/>
                  </a:lnTo>
                  <a:lnTo>
                    <a:pt x="73888" y="12903"/>
                  </a:lnTo>
                  <a:lnTo>
                    <a:pt x="73621" y="13093"/>
                  </a:lnTo>
                  <a:lnTo>
                    <a:pt x="73507" y="13373"/>
                  </a:lnTo>
                  <a:lnTo>
                    <a:pt x="73177" y="13487"/>
                  </a:lnTo>
                  <a:lnTo>
                    <a:pt x="73202" y="13119"/>
                  </a:lnTo>
                  <a:lnTo>
                    <a:pt x="72885" y="13258"/>
                  </a:lnTo>
                  <a:lnTo>
                    <a:pt x="72644" y="13258"/>
                  </a:lnTo>
                  <a:lnTo>
                    <a:pt x="72847" y="13284"/>
                  </a:lnTo>
                  <a:lnTo>
                    <a:pt x="72694" y="13576"/>
                  </a:lnTo>
                  <a:lnTo>
                    <a:pt x="72834" y="13652"/>
                  </a:lnTo>
                  <a:lnTo>
                    <a:pt x="73507" y="13614"/>
                  </a:lnTo>
                  <a:lnTo>
                    <a:pt x="73888" y="13779"/>
                  </a:lnTo>
                  <a:lnTo>
                    <a:pt x="74168" y="13284"/>
                  </a:lnTo>
                  <a:close/>
                </a:path>
                <a:path w="90170" h="25400">
                  <a:moveTo>
                    <a:pt x="75158" y="10629"/>
                  </a:moveTo>
                  <a:lnTo>
                    <a:pt x="74879" y="10579"/>
                  </a:lnTo>
                  <a:lnTo>
                    <a:pt x="74269" y="11036"/>
                  </a:lnTo>
                  <a:lnTo>
                    <a:pt x="74803" y="11150"/>
                  </a:lnTo>
                  <a:lnTo>
                    <a:pt x="74803" y="10883"/>
                  </a:lnTo>
                  <a:lnTo>
                    <a:pt x="75057" y="10820"/>
                  </a:lnTo>
                  <a:lnTo>
                    <a:pt x="75158" y="10629"/>
                  </a:lnTo>
                  <a:close/>
                </a:path>
                <a:path w="90170" h="25400">
                  <a:moveTo>
                    <a:pt x="78397" y="16789"/>
                  </a:moveTo>
                  <a:lnTo>
                    <a:pt x="78181" y="16357"/>
                  </a:lnTo>
                  <a:lnTo>
                    <a:pt x="78028" y="16598"/>
                  </a:lnTo>
                  <a:lnTo>
                    <a:pt x="78295" y="16649"/>
                  </a:lnTo>
                  <a:lnTo>
                    <a:pt x="77863" y="16751"/>
                  </a:lnTo>
                  <a:lnTo>
                    <a:pt x="77990" y="16967"/>
                  </a:lnTo>
                  <a:lnTo>
                    <a:pt x="78320" y="16992"/>
                  </a:lnTo>
                  <a:lnTo>
                    <a:pt x="78397" y="16789"/>
                  </a:lnTo>
                  <a:close/>
                </a:path>
                <a:path w="90170" h="25400">
                  <a:moveTo>
                    <a:pt x="78740" y="13398"/>
                  </a:moveTo>
                  <a:lnTo>
                    <a:pt x="78422" y="13398"/>
                  </a:lnTo>
                  <a:lnTo>
                    <a:pt x="78320" y="13563"/>
                  </a:lnTo>
                  <a:lnTo>
                    <a:pt x="78168" y="13716"/>
                  </a:lnTo>
                  <a:lnTo>
                    <a:pt x="78435" y="13690"/>
                  </a:lnTo>
                  <a:lnTo>
                    <a:pt x="78727" y="13690"/>
                  </a:lnTo>
                  <a:lnTo>
                    <a:pt x="78740" y="13398"/>
                  </a:lnTo>
                  <a:close/>
                </a:path>
                <a:path w="90170" h="25400">
                  <a:moveTo>
                    <a:pt x="81064" y="16687"/>
                  </a:moveTo>
                  <a:lnTo>
                    <a:pt x="80645" y="16332"/>
                  </a:lnTo>
                  <a:lnTo>
                    <a:pt x="80860" y="16446"/>
                  </a:lnTo>
                  <a:lnTo>
                    <a:pt x="80479" y="16103"/>
                  </a:lnTo>
                  <a:lnTo>
                    <a:pt x="80479" y="16281"/>
                  </a:lnTo>
                  <a:lnTo>
                    <a:pt x="80581" y="16459"/>
                  </a:lnTo>
                  <a:lnTo>
                    <a:pt x="80632" y="16637"/>
                  </a:lnTo>
                  <a:lnTo>
                    <a:pt x="80416" y="16738"/>
                  </a:lnTo>
                  <a:lnTo>
                    <a:pt x="80784" y="16637"/>
                  </a:lnTo>
                  <a:lnTo>
                    <a:pt x="80873" y="16827"/>
                  </a:lnTo>
                  <a:lnTo>
                    <a:pt x="81064" y="16687"/>
                  </a:lnTo>
                  <a:close/>
                </a:path>
                <a:path w="90170" h="25400">
                  <a:moveTo>
                    <a:pt x="86436" y="7213"/>
                  </a:moveTo>
                  <a:lnTo>
                    <a:pt x="86042" y="6832"/>
                  </a:lnTo>
                  <a:lnTo>
                    <a:pt x="85801" y="7696"/>
                  </a:lnTo>
                  <a:lnTo>
                    <a:pt x="86436" y="7404"/>
                  </a:lnTo>
                  <a:lnTo>
                    <a:pt x="86436" y="7213"/>
                  </a:lnTo>
                  <a:close/>
                </a:path>
                <a:path w="90170" h="25400">
                  <a:moveTo>
                    <a:pt x="89865" y="9334"/>
                  </a:moveTo>
                  <a:lnTo>
                    <a:pt x="89484" y="9436"/>
                  </a:lnTo>
                  <a:lnTo>
                    <a:pt x="89369" y="9194"/>
                  </a:lnTo>
                  <a:lnTo>
                    <a:pt x="89103" y="9359"/>
                  </a:lnTo>
                  <a:lnTo>
                    <a:pt x="89408" y="9575"/>
                  </a:lnTo>
                  <a:lnTo>
                    <a:pt x="89509" y="9753"/>
                  </a:lnTo>
                  <a:lnTo>
                    <a:pt x="89865" y="9334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7" name="object 197"/>
            <p:cNvSpPr/>
            <p:nvPr/>
          </p:nvSpPr>
          <p:spPr>
            <a:xfrm>
              <a:off x="3969804" y="1023886"/>
              <a:ext cx="92075" cy="38100"/>
            </a:xfrm>
            <a:custGeom>
              <a:avLst/>
              <a:gdLst/>
              <a:ahLst/>
              <a:cxnLst/>
              <a:rect l="l" t="t" r="r" b="b"/>
              <a:pathLst>
                <a:path w="92075" h="38100">
                  <a:moveTo>
                    <a:pt x="1028" y="7543"/>
                  </a:moveTo>
                  <a:lnTo>
                    <a:pt x="787" y="7048"/>
                  </a:lnTo>
                  <a:lnTo>
                    <a:pt x="266" y="7061"/>
                  </a:lnTo>
                  <a:lnTo>
                    <a:pt x="0" y="7251"/>
                  </a:lnTo>
                  <a:lnTo>
                    <a:pt x="139" y="7289"/>
                  </a:lnTo>
                  <a:lnTo>
                    <a:pt x="0" y="7493"/>
                  </a:lnTo>
                  <a:lnTo>
                    <a:pt x="304" y="7708"/>
                  </a:lnTo>
                  <a:lnTo>
                    <a:pt x="520" y="7594"/>
                  </a:lnTo>
                  <a:lnTo>
                    <a:pt x="228" y="7251"/>
                  </a:lnTo>
                  <a:lnTo>
                    <a:pt x="457" y="7175"/>
                  </a:lnTo>
                  <a:lnTo>
                    <a:pt x="660" y="7366"/>
                  </a:lnTo>
                  <a:lnTo>
                    <a:pt x="444" y="7454"/>
                  </a:lnTo>
                  <a:lnTo>
                    <a:pt x="901" y="7543"/>
                  </a:lnTo>
                  <a:lnTo>
                    <a:pt x="508" y="7531"/>
                  </a:lnTo>
                  <a:lnTo>
                    <a:pt x="863" y="7747"/>
                  </a:lnTo>
                  <a:lnTo>
                    <a:pt x="1028" y="7543"/>
                  </a:lnTo>
                  <a:close/>
                </a:path>
                <a:path w="92075" h="38100">
                  <a:moveTo>
                    <a:pt x="1397" y="0"/>
                  </a:moveTo>
                  <a:lnTo>
                    <a:pt x="1054" y="25"/>
                  </a:lnTo>
                  <a:lnTo>
                    <a:pt x="1079" y="254"/>
                  </a:lnTo>
                  <a:lnTo>
                    <a:pt x="1130" y="431"/>
                  </a:lnTo>
                  <a:lnTo>
                    <a:pt x="1346" y="508"/>
                  </a:lnTo>
                  <a:lnTo>
                    <a:pt x="1384" y="254"/>
                  </a:lnTo>
                  <a:lnTo>
                    <a:pt x="1397" y="0"/>
                  </a:lnTo>
                  <a:close/>
                </a:path>
                <a:path w="92075" h="38100">
                  <a:moveTo>
                    <a:pt x="4432" y="14185"/>
                  </a:moveTo>
                  <a:lnTo>
                    <a:pt x="4140" y="14020"/>
                  </a:lnTo>
                  <a:lnTo>
                    <a:pt x="3289" y="13766"/>
                  </a:lnTo>
                  <a:lnTo>
                    <a:pt x="3530" y="14160"/>
                  </a:lnTo>
                  <a:lnTo>
                    <a:pt x="3797" y="14071"/>
                  </a:lnTo>
                  <a:lnTo>
                    <a:pt x="3886" y="14465"/>
                  </a:lnTo>
                  <a:lnTo>
                    <a:pt x="3835" y="14236"/>
                  </a:lnTo>
                  <a:lnTo>
                    <a:pt x="4432" y="14185"/>
                  </a:lnTo>
                  <a:close/>
                </a:path>
                <a:path w="92075" h="38100">
                  <a:moveTo>
                    <a:pt x="9766" y="6083"/>
                  </a:moveTo>
                  <a:lnTo>
                    <a:pt x="8585" y="5613"/>
                  </a:lnTo>
                  <a:lnTo>
                    <a:pt x="8851" y="5892"/>
                  </a:lnTo>
                  <a:lnTo>
                    <a:pt x="9309" y="5994"/>
                  </a:lnTo>
                  <a:lnTo>
                    <a:pt x="9525" y="6223"/>
                  </a:lnTo>
                  <a:lnTo>
                    <a:pt x="9766" y="6083"/>
                  </a:lnTo>
                  <a:close/>
                </a:path>
                <a:path w="92075" h="38100">
                  <a:moveTo>
                    <a:pt x="10071" y="5803"/>
                  </a:moveTo>
                  <a:lnTo>
                    <a:pt x="9829" y="5765"/>
                  </a:lnTo>
                  <a:lnTo>
                    <a:pt x="9867" y="5549"/>
                  </a:lnTo>
                  <a:lnTo>
                    <a:pt x="9639" y="5499"/>
                  </a:lnTo>
                  <a:lnTo>
                    <a:pt x="9893" y="6007"/>
                  </a:lnTo>
                  <a:lnTo>
                    <a:pt x="10071" y="5803"/>
                  </a:lnTo>
                  <a:close/>
                </a:path>
                <a:path w="92075" h="38100">
                  <a:moveTo>
                    <a:pt x="12750" y="20307"/>
                  </a:moveTo>
                  <a:lnTo>
                    <a:pt x="12547" y="20205"/>
                  </a:lnTo>
                  <a:lnTo>
                    <a:pt x="12268" y="19939"/>
                  </a:lnTo>
                  <a:lnTo>
                    <a:pt x="12217" y="20256"/>
                  </a:lnTo>
                  <a:lnTo>
                    <a:pt x="12395" y="20637"/>
                  </a:lnTo>
                  <a:lnTo>
                    <a:pt x="12052" y="20701"/>
                  </a:lnTo>
                  <a:lnTo>
                    <a:pt x="12471" y="20815"/>
                  </a:lnTo>
                  <a:lnTo>
                    <a:pt x="12623" y="20561"/>
                  </a:lnTo>
                  <a:lnTo>
                    <a:pt x="12750" y="20307"/>
                  </a:lnTo>
                  <a:close/>
                </a:path>
                <a:path w="92075" h="38100">
                  <a:moveTo>
                    <a:pt x="16535" y="24003"/>
                  </a:moveTo>
                  <a:lnTo>
                    <a:pt x="16344" y="23990"/>
                  </a:lnTo>
                  <a:lnTo>
                    <a:pt x="16078" y="23761"/>
                  </a:lnTo>
                  <a:lnTo>
                    <a:pt x="15849" y="23749"/>
                  </a:lnTo>
                  <a:lnTo>
                    <a:pt x="15608" y="23647"/>
                  </a:lnTo>
                  <a:lnTo>
                    <a:pt x="15570" y="23990"/>
                  </a:lnTo>
                  <a:lnTo>
                    <a:pt x="16535" y="24003"/>
                  </a:lnTo>
                  <a:close/>
                </a:path>
                <a:path w="92075" h="38100">
                  <a:moveTo>
                    <a:pt x="17665" y="25082"/>
                  </a:moveTo>
                  <a:lnTo>
                    <a:pt x="17487" y="24688"/>
                  </a:lnTo>
                  <a:lnTo>
                    <a:pt x="17157" y="24422"/>
                  </a:lnTo>
                  <a:lnTo>
                    <a:pt x="16878" y="24117"/>
                  </a:lnTo>
                  <a:lnTo>
                    <a:pt x="16941" y="24422"/>
                  </a:lnTo>
                  <a:lnTo>
                    <a:pt x="16522" y="24193"/>
                  </a:lnTo>
                  <a:lnTo>
                    <a:pt x="16535" y="24447"/>
                  </a:lnTo>
                  <a:lnTo>
                    <a:pt x="16751" y="24701"/>
                  </a:lnTo>
                  <a:lnTo>
                    <a:pt x="17043" y="25095"/>
                  </a:lnTo>
                  <a:lnTo>
                    <a:pt x="17119" y="25222"/>
                  </a:lnTo>
                  <a:lnTo>
                    <a:pt x="17094" y="25019"/>
                  </a:lnTo>
                  <a:lnTo>
                    <a:pt x="16941" y="24663"/>
                  </a:lnTo>
                  <a:lnTo>
                    <a:pt x="17322" y="24701"/>
                  </a:lnTo>
                  <a:lnTo>
                    <a:pt x="17322" y="25019"/>
                  </a:lnTo>
                  <a:lnTo>
                    <a:pt x="17665" y="25082"/>
                  </a:lnTo>
                  <a:close/>
                </a:path>
                <a:path w="92075" h="38100">
                  <a:moveTo>
                    <a:pt x="17754" y="25196"/>
                  </a:moveTo>
                  <a:lnTo>
                    <a:pt x="17424" y="25069"/>
                  </a:lnTo>
                  <a:lnTo>
                    <a:pt x="17094" y="25019"/>
                  </a:lnTo>
                  <a:lnTo>
                    <a:pt x="17691" y="25476"/>
                  </a:lnTo>
                  <a:lnTo>
                    <a:pt x="17754" y="25196"/>
                  </a:lnTo>
                  <a:close/>
                </a:path>
                <a:path w="92075" h="38100">
                  <a:moveTo>
                    <a:pt x="18300" y="23558"/>
                  </a:moveTo>
                  <a:lnTo>
                    <a:pt x="18059" y="23723"/>
                  </a:lnTo>
                  <a:lnTo>
                    <a:pt x="17526" y="23583"/>
                  </a:lnTo>
                  <a:lnTo>
                    <a:pt x="17449" y="23901"/>
                  </a:lnTo>
                  <a:lnTo>
                    <a:pt x="17856" y="23964"/>
                  </a:lnTo>
                  <a:lnTo>
                    <a:pt x="18300" y="23558"/>
                  </a:lnTo>
                  <a:close/>
                </a:path>
                <a:path w="92075" h="38100">
                  <a:moveTo>
                    <a:pt x="18656" y="26365"/>
                  </a:moveTo>
                  <a:lnTo>
                    <a:pt x="18453" y="26327"/>
                  </a:lnTo>
                  <a:lnTo>
                    <a:pt x="18224" y="26403"/>
                  </a:lnTo>
                  <a:lnTo>
                    <a:pt x="18211" y="26949"/>
                  </a:lnTo>
                  <a:lnTo>
                    <a:pt x="18376" y="26733"/>
                  </a:lnTo>
                  <a:lnTo>
                    <a:pt x="18351" y="26606"/>
                  </a:lnTo>
                  <a:lnTo>
                    <a:pt x="18656" y="26365"/>
                  </a:lnTo>
                  <a:close/>
                </a:path>
                <a:path w="92075" h="38100">
                  <a:moveTo>
                    <a:pt x="19329" y="28600"/>
                  </a:moveTo>
                  <a:lnTo>
                    <a:pt x="19126" y="28562"/>
                  </a:lnTo>
                  <a:lnTo>
                    <a:pt x="18897" y="28511"/>
                  </a:lnTo>
                  <a:lnTo>
                    <a:pt x="19088" y="28854"/>
                  </a:lnTo>
                  <a:lnTo>
                    <a:pt x="19329" y="28600"/>
                  </a:lnTo>
                  <a:close/>
                </a:path>
                <a:path w="92075" h="38100">
                  <a:moveTo>
                    <a:pt x="19418" y="24244"/>
                  </a:moveTo>
                  <a:lnTo>
                    <a:pt x="18935" y="24295"/>
                  </a:lnTo>
                  <a:lnTo>
                    <a:pt x="18834" y="24434"/>
                  </a:lnTo>
                  <a:lnTo>
                    <a:pt x="18415" y="24244"/>
                  </a:lnTo>
                  <a:lnTo>
                    <a:pt x="18376" y="24434"/>
                  </a:lnTo>
                  <a:lnTo>
                    <a:pt x="18351" y="24701"/>
                  </a:lnTo>
                  <a:lnTo>
                    <a:pt x="18681" y="24701"/>
                  </a:lnTo>
                  <a:lnTo>
                    <a:pt x="19418" y="24244"/>
                  </a:lnTo>
                  <a:close/>
                </a:path>
                <a:path w="92075" h="38100">
                  <a:moveTo>
                    <a:pt x="19812" y="28524"/>
                  </a:moveTo>
                  <a:lnTo>
                    <a:pt x="19570" y="28524"/>
                  </a:lnTo>
                  <a:lnTo>
                    <a:pt x="19342" y="28600"/>
                  </a:lnTo>
                  <a:lnTo>
                    <a:pt x="19342" y="28829"/>
                  </a:lnTo>
                  <a:lnTo>
                    <a:pt x="19138" y="28867"/>
                  </a:lnTo>
                  <a:lnTo>
                    <a:pt x="19075" y="29044"/>
                  </a:lnTo>
                  <a:lnTo>
                    <a:pt x="19596" y="29184"/>
                  </a:lnTo>
                  <a:lnTo>
                    <a:pt x="19316" y="29044"/>
                  </a:lnTo>
                  <a:lnTo>
                    <a:pt x="19431" y="28816"/>
                  </a:lnTo>
                  <a:lnTo>
                    <a:pt x="19354" y="28968"/>
                  </a:lnTo>
                  <a:lnTo>
                    <a:pt x="19659" y="28994"/>
                  </a:lnTo>
                  <a:lnTo>
                    <a:pt x="19596" y="28841"/>
                  </a:lnTo>
                  <a:lnTo>
                    <a:pt x="19812" y="28524"/>
                  </a:lnTo>
                  <a:close/>
                </a:path>
                <a:path w="92075" h="38100">
                  <a:moveTo>
                    <a:pt x="21818" y="26263"/>
                  </a:moveTo>
                  <a:lnTo>
                    <a:pt x="21602" y="26187"/>
                  </a:lnTo>
                  <a:lnTo>
                    <a:pt x="21437" y="25641"/>
                  </a:lnTo>
                  <a:lnTo>
                    <a:pt x="21221" y="25857"/>
                  </a:lnTo>
                  <a:lnTo>
                    <a:pt x="21158" y="26073"/>
                  </a:lnTo>
                  <a:lnTo>
                    <a:pt x="21780" y="26327"/>
                  </a:lnTo>
                  <a:close/>
                </a:path>
                <a:path w="92075" h="38100">
                  <a:moveTo>
                    <a:pt x="23355" y="27292"/>
                  </a:moveTo>
                  <a:lnTo>
                    <a:pt x="23164" y="27000"/>
                  </a:lnTo>
                  <a:lnTo>
                    <a:pt x="23190" y="26822"/>
                  </a:lnTo>
                  <a:lnTo>
                    <a:pt x="22936" y="27076"/>
                  </a:lnTo>
                  <a:lnTo>
                    <a:pt x="22936" y="27254"/>
                  </a:lnTo>
                  <a:lnTo>
                    <a:pt x="23139" y="27178"/>
                  </a:lnTo>
                  <a:lnTo>
                    <a:pt x="23253" y="27546"/>
                  </a:lnTo>
                  <a:lnTo>
                    <a:pt x="23355" y="27292"/>
                  </a:lnTo>
                  <a:close/>
                </a:path>
                <a:path w="92075" h="38100">
                  <a:moveTo>
                    <a:pt x="24460" y="32131"/>
                  </a:moveTo>
                  <a:lnTo>
                    <a:pt x="24269" y="31762"/>
                  </a:lnTo>
                  <a:lnTo>
                    <a:pt x="24053" y="31813"/>
                  </a:lnTo>
                  <a:lnTo>
                    <a:pt x="24193" y="31724"/>
                  </a:lnTo>
                  <a:lnTo>
                    <a:pt x="23876" y="31610"/>
                  </a:lnTo>
                  <a:lnTo>
                    <a:pt x="24193" y="31394"/>
                  </a:lnTo>
                  <a:lnTo>
                    <a:pt x="24003" y="31330"/>
                  </a:lnTo>
                  <a:lnTo>
                    <a:pt x="23761" y="31572"/>
                  </a:lnTo>
                  <a:lnTo>
                    <a:pt x="23964" y="31788"/>
                  </a:lnTo>
                  <a:lnTo>
                    <a:pt x="23876" y="32677"/>
                  </a:lnTo>
                  <a:lnTo>
                    <a:pt x="24218" y="32473"/>
                  </a:lnTo>
                  <a:lnTo>
                    <a:pt x="23990" y="32473"/>
                  </a:lnTo>
                  <a:lnTo>
                    <a:pt x="24206" y="32143"/>
                  </a:lnTo>
                  <a:lnTo>
                    <a:pt x="24142" y="32004"/>
                  </a:lnTo>
                  <a:lnTo>
                    <a:pt x="24460" y="32131"/>
                  </a:lnTo>
                  <a:close/>
                </a:path>
                <a:path w="92075" h="38100">
                  <a:moveTo>
                    <a:pt x="24942" y="27114"/>
                  </a:moveTo>
                  <a:lnTo>
                    <a:pt x="24815" y="26873"/>
                  </a:lnTo>
                  <a:lnTo>
                    <a:pt x="24599" y="26949"/>
                  </a:lnTo>
                  <a:lnTo>
                    <a:pt x="24498" y="26758"/>
                  </a:lnTo>
                  <a:lnTo>
                    <a:pt x="24155" y="27089"/>
                  </a:lnTo>
                  <a:lnTo>
                    <a:pt x="24549" y="27089"/>
                  </a:lnTo>
                  <a:lnTo>
                    <a:pt x="24942" y="27114"/>
                  </a:lnTo>
                  <a:close/>
                </a:path>
                <a:path w="92075" h="38100">
                  <a:moveTo>
                    <a:pt x="25133" y="31089"/>
                  </a:moveTo>
                  <a:lnTo>
                    <a:pt x="25120" y="30822"/>
                  </a:lnTo>
                  <a:lnTo>
                    <a:pt x="24955" y="30594"/>
                  </a:lnTo>
                  <a:lnTo>
                    <a:pt x="24612" y="30746"/>
                  </a:lnTo>
                  <a:lnTo>
                    <a:pt x="24714" y="31000"/>
                  </a:lnTo>
                  <a:lnTo>
                    <a:pt x="24498" y="31051"/>
                  </a:lnTo>
                  <a:lnTo>
                    <a:pt x="24676" y="31140"/>
                  </a:lnTo>
                  <a:lnTo>
                    <a:pt x="24993" y="31064"/>
                  </a:lnTo>
                  <a:lnTo>
                    <a:pt x="24853" y="31191"/>
                  </a:lnTo>
                  <a:lnTo>
                    <a:pt x="24650" y="31216"/>
                  </a:lnTo>
                  <a:lnTo>
                    <a:pt x="24993" y="31330"/>
                  </a:lnTo>
                  <a:lnTo>
                    <a:pt x="25133" y="31089"/>
                  </a:lnTo>
                  <a:close/>
                </a:path>
                <a:path w="92075" h="38100">
                  <a:moveTo>
                    <a:pt x="25488" y="30568"/>
                  </a:moveTo>
                  <a:lnTo>
                    <a:pt x="25158" y="30543"/>
                  </a:lnTo>
                  <a:lnTo>
                    <a:pt x="25336" y="31191"/>
                  </a:lnTo>
                  <a:lnTo>
                    <a:pt x="25425" y="31064"/>
                  </a:lnTo>
                  <a:lnTo>
                    <a:pt x="25488" y="30568"/>
                  </a:lnTo>
                  <a:close/>
                </a:path>
                <a:path w="92075" h="38100">
                  <a:moveTo>
                    <a:pt x="26809" y="24968"/>
                  </a:moveTo>
                  <a:lnTo>
                    <a:pt x="26174" y="25095"/>
                  </a:lnTo>
                  <a:lnTo>
                    <a:pt x="25984" y="25692"/>
                  </a:lnTo>
                  <a:lnTo>
                    <a:pt x="25438" y="25933"/>
                  </a:lnTo>
                  <a:lnTo>
                    <a:pt x="26263" y="26174"/>
                  </a:lnTo>
                  <a:lnTo>
                    <a:pt x="26162" y="25273"/>
                  </a:lnTo>
                  <a:lnTo>
                    <a:pt x="26797" y="25311"/>
                  </a:lnTo>
                  <a:lnTo>
                    <a:pt x="26809" y="25082"/>
                  </a:lnTo>
                  <a:lnTo>
                    <a:pt x="26644" y="25120"/>
                  </a:lnTo>
                  <a:lnTo>
                    <a:pt x="26809" y="24968"/>
                  </a:lnTo>
                  <a:close/>
                </a:path>
                <a:path w="92075" h="38100">
                  <a:moveTo>
                    <a:pt x="27216" y="24257"/>
                  </a:moveTo>
                  <a:lnTo>
                    <a:pt x="27025" y="24066"/>
                  </a:lnTo>
                  <a:lnTo>
                    <a:pt x="26771" y="24041"/>
                  </a:lnTo>
                  <a:lnTo>
                    <a:pt x="26301" y="24320"/>
                  </a:lnTo>
                  <a:lnTo>
                    <a:pt x="26543" y="24472"/>
                  </a:lnTo>
                  <a:lnTo>
                    <a:pt x="26657" y="24193"/>
                  </a:lnTo>
                  <a:lnTo>
                    <a:pt x="27178" y="24396"/>
                  </a:lnTo>
                  <a:lnTo>
                    <a:pt x="27216" y="24257"/>
                  </a:lnTo>
                  <a:close/>
                </a:path>
                <a:path w="92075" h="38100">
                  <a:moveTo>
                    <a:pt x="27228" y="25260"/>
                  </a:moveTo>
                  <a:lnTo>
                    <a:pt x="27012" y="25285"/>
                  </a:lnTo>
                  <a:lnTo>
                    <a:pt x="26949" y="25120"/>
                  </a:lnTo>
                  <a:lnTo>
                    <a:pt x="26822" y="25311"/>
                  </a:lnTo>
                  <a:lnTo>
                    <a:pt x="27228" y="25438"/>
                  </a:lnTo>
                  <a:lnTo>
                    <a:pt x="27228" y="25260"/>
                  </a:lnTo>
                  <a:close/>
                </a:path>
                <a:path w="92075" h="38100">
                  <a:moveTo>
                    <a:pt x="28435" y="25196"/>
                  </a:moveTo>
                  <a:lnTo>
                    <a:pt x="28206" y="25196"/>
                  </a:lnTo>
                  <a:lnTo>
                    <a:pt x="28003" y="25247"/>
                  </a:lnTo>
                  <a:lnTo>
                    <a:pt x="27889" y="25400"/>
                  </a:lnTo>
                  <a:lnTo>
                    <a:pt x="28105" y="25539"/>
                  </a:lnTo>
                  <a:lnTo>
                    <a:pt x="28333" y="25527"/>
                  </a:lnTo>
                  <a:lnTo>
                    <a:pt x="28435" y="25196"/>
                  </a:lnTo>
                  <a:close/>
                </a:path>
                <a:path w="92075" h="38100">
                  <a:moveTo>
                    <a:pt x="28816" y="27393"/>
                  </a:moveTo>
                  <a:close/>
                </a:path>
                <a:path w="92075" h="38100">
                  <a:moveTo>
                    <a:pt x="29146" y="27647"/>
                  </a:moveTo>
                  <a:lnTo>
                    <a:pt x="29006" y="27533"/>
                  </a:lnTo>
                  <a:lnTo>
                    <a:pt x="28803" y="27419"/>
                  </a:lnTo>
                  <a:lnTo>
                    <a:pt x="28663" y="27660"/>
                  </a:lnTo>
                  <a:lnTo>
                    <a:pt x="29108" y="27660"/>
                  </a:lnTo>
                  <a:lnTo>
                    <a:pt x="28562" y="27889"/>
                  </a:lnTo>
                  <a:lnTo>
                    <a:pt x="28981" y="27952"/>
                  </a:lnTo>
                  <a:lnTo>
                    <a:pt x="29146" y="27647"/>
                  </a:lnTo>
                  <a:close/>
                </a:path>
                <a:path w="92075" h="38100">
                  <a:moveTo>
                    <a:pt x="29311" y="6388"/>
                  </a:moveTo>
                  <a:lnTo>
                    <a:pt x="29083" y="6223"/>
                  </a:lnTo>
                  <a:lnTo>
                    <a:pt x="28727" y="6654"/>
                  </a:lnTo>
                  <a:lnTo>
                    <a:pt x="29019" y="6680"/>
                  </a:lnTo>
                  <a:lnTo>
                    <a:pt x="28968" y="6515"/>
                  </a:lnTo>
                  <a:lnTo>
                    <a:pt x="29146" y="6692"/>
                  </a:lnTo>
                  <a:lnTo>
                    <a:pt x="28994" y="6438"/>
                  </a:lnTo>
                  <a:lnTo>
                    <a:pt x="29311" y="6388"/>
                  </a:lnTo>
                  <a:close/>
                </a:path>
                <a:path w="92075" h="38100">
                  <a:moveTo>
                    <a:pt x="29908" y="34874"/>
                  </a:moveTo>
                  <a:lnTo>
                    <a:pt x="29616" y="34544"/>
                  </a:lnTo>
                  <a:lnTo>
                    <a:pt x="29298" y="34620"/>
                  </a:lnTo>
                  <a:lnTo>
                    <a:pt x="29286" y="34823"/>
                  </a:lnTo>
                  <a:lnTo>
                    <a:pt x="29260" y="35026"/>
                  </a:lnTo>
                  <a:lnTo>
                    <a:pt x="29235" y="35242"/>
                  </a:lnTo>
                  <a:lnTo>
                    <a:pt x="29641" y="35191"/>
                  </a:lnTo>
                  <a:lnTo>
                    <a:pt x="29565" y="34848"/>
                  </a:lnTo>
                  <a:lnTo>
                    <a:pt x="29375" y="34886"/>
                  </a:lnTo>
                  <a:lnTo>
                    <a:pt x="29489" y="34696"/>
                  </a:lnTo>
                  <a:lnTo>
                    <a:pt x="29908" y="34874"/>
                  </a:lnTo>
                  <a:close/>
                </a:path>
                <a:path w="92075" h="38100">
                  <a:moveTo>
                    <a:pt x="32512" y="27863"/>
                  </a:moveTo>
                  <a:lnTo>
                    <a:pt x="31584" y="27559"/>
                  </a:lnTo>
                  <a:lnTo>
                    <a:pt x="31216" y="26403"/>
                  </a:lnTo>
                  <a:lnTo>
                    <a:pt x="30060" y="26403"/>
                  </a:lnTo>
                  <a:lnTo>
                    <a:pt x="29959" y="26593"/>
                  </a:lnTo>
                  <a:lnTo>
                    <a:pt x="29883" y="26962"/>
                  </a:lnTo>
                  <a:lnTo>
                    <a:pt x="29337" y="27863"/>
                  </a:lnTo>
                  <a:lnTo>
                    <a:pt x="29679" y="27863"/>
                  </a:lnTo>
                  <a:lnTo>
                    <a:pt x="31699" y="27863"/>
                  </a:lnTo>
                  <a:lnTo>
                    <a:pt x="32512" y="27863"/>
                  </a:lnTo>
                  <a:close/>
                </a:path>
                <a:path w="92075" h="38100">
                  <a:moveTo>
                    <a:pt x="32550" y="27863"/>
                  </a:moveTo>
                  <a:lnTo>
                    <a:pt x="32486" y="26403"/>
                  </a:lnTo>
                  <a:lnTo>
                    <a:pt x="31546" y="26403"/>
                  </a:lnTo>
                  <a:lnTo>
                    <a:pt x="32550" y="27863"/>
                  </a:lnTo>
                  <a:close/>
                </a:path>
                <a:path w="92075" h="38100">
                  <a:moveTo>
                    <a:pt x="32613" y="32639"/>
                  </a:moveTo>
                  <a:lnTo>
                    <a:pt x="32118" y="32715"/>
                  </a:lnTo>
                  <a:lnTo>
                    <a:pt x="32232" y="32385"/>
                  </a:lnTo>
                  <a:lnTo>
                    <a:pt x="31978" y="32308"/>
                  </a:lnTo>
                  <a:lnTo>
                    <a:pt x="31483" y="32651"/>
                  </a:lnTo>
                  <a:lnTo>
                    <a:pt x="32550" y="33121"/>
                  </a:lnTo>
                  <a:lnTo>
                    <a:pt x="32613" y="32639"/>
                  </a:lnTo>
                  <a:close/>
                </a:path>
                <a:path w="92075" h="38100">
                  <a:moveTo>
                    <a:pt x="33007" y="34213"/>
                  </a:moveTo>
                  <a:lnTo>
                    <a:pt x="32689" y="34213"/>
                  </a:lnTo>
                  <a:lnTo>
                    <a:pt x="32689" y="34366"/>
                  </a:lnTo>
                  <a:lnTo>
                    <a:pt x="32461" y="34518"/>
                  </a:lnTo>
                  <a:lnTo>
                    <a:pt x="32626" y="35001"/>
                  </a:lnTo>
                  <a:lnTo>
                    <a:pt x="32854" y="34747"/>
                  </a:lnTo>
                  <a:lnTo>
                    <a:pt x="32626" y="34544"/>
                  </a:lnTo>
                  <a:lnTo>
                    <a:pt x="32994" y="34569"/>
                  </a:lnTo>
                  <a:lnTo>
                    <a:pt x="33007" y="34213"/>
                  </a:lnTo>
                  <a:close/>
                </a:path>
                <a:path w="92075" h="38100">
                  <a:moveTo>
                    <a:pt x="35394" y="35775"/>
                  </a:moveTo>
                  <a:lnTo>
                    <a:pt x="35280" y="35598"/>
                  </a:lnTo>
                  <a:lnTo>
                    <a:pt x="35280" y="35280"/>
                  </a:lnTo>
                  <a:lnTo>
                    <a:pt x="35102" y="35115"/>
                  </a:lnTo>
                  <a:lnTo>
                    <a:pt x="34886" y="35699"/>
                  </a:lnTo>
                  <a:lnTo>
                    <a:pt x="35280" y="35852"/>
                  </a:lnTo>
                  <a:close/>
                </a:path>
                <a:path w="92075" h="38100">
                  <a:moveTo>
                    <a:pt x="35407" y="36690"/>
                  </a:moveTo>
                  <a:lnTo>
                    <a:pt x="35217" y="36499"/>
                  </a:lnTo>
                  <a:lnTo>
                    <a:pt x="35318" y="36271"/>
                  </a:lnTo>
                  <a:lnTo>
                    <a:pt x="35013" y="36309"/>
                  </a:lnTo>
                  <a:lnTo>
                    <a:pt x="35026" y="36131"/>
                  </a:lnTo>
                  <a:lnTo>
                    <a:pt x="35217" y="35902"/>
                  </a:lnTo>
                  <a:lnTo>
                    <a:pt x="34912" y="36106"/>
                  </a:lnTo>
                  <a:lnTo>
                    <a:pt x="34836" y="35915"/>
                  </a:lnTo>
                  <a:lnTo>
                    <a:pt x="34798" y="36156"/>
                  </a:lnTo>
                  <a:lnTo>
                    <a:pt x="35407" y="36690"/>
                  </a:lnTo>
                  <a:close/>
                </a:path>
                <a:path w="92075" h="38100">
                  <a:moveTo>
                    <a:pt x="36741" y="27711"/>
                  </a:moveTo>
                  <a:lnTo>
                    <a:pt x="36576" y="27559"/>
                  </a:lnTo>
                  <a:lnTo>
                    <a:pt x="35852" y="27559"/>
                  </a:lnTo>
                  <a:lnTo>
                    <a:pt x="35737" y="27889"/>
                  </a:lnTo>
                  <a:lnTo>
                    <a:pt x="36741" y="27711"/>
                  </a:lnTo>
                  <a:close/>
                </a:path>
                <a:path w="92075" h="38100">
                  <a:moveTo>
                    <a:pt x="38531" y="36258"/>
                  </a:moveTo>
                  <a:lnTo>
                    <a:pt x="38417" y="36042"/>
                  </a:lnTo>
                  <a:lnTo>
                    <a:pt x="38227" y="35928"/>
                  </a:lnTo>
                  <a:lnTo>
                    <a:pt x="38417" y="36677"/>
                  </a:lnTo>
                  <a:lnTo>
                    <a:pt x="38036" y="36410"/>
                  </a:lnTo>
                  <a:lnTo>
                    <a:pt x="38354" y="36855"/>
                  </a:lnTo>
                  <a:lnTo>
                    <a:pt x="38531" y="36563"/>
                  </a:lnTo>
                  <a:lnTo>
                    <a:pt x="38531" y="36258"/>
                  </a:lnTo>
                  <a:close/>
                </a:path>
                <a:path w="92075" h="38100">
                  <a:moveTo>
                    <a:pt x="40030" y="28346"/>
                  </a:moveTo>
                  <a:lnTo>
                    <a:pt x="37731" y="28346"/>
                  </a:lnTo>
                  <a:lnTo>
                    <a:pt x="37858" y="28651"/>
                  </a:lnTo>
                  <a:lnTo>
                    <a:pt x="39522" y="28651"/>
                  </a:lnTo>
                  <a:lnTo>
                    <a:pt x="40030" y="28346"/>
                  </a:lnTo>
                  <a:close/>
                </a:path>
                <a:path w="92075" h="38100">
                  <a:moveTo>
                    <a:pt x="42024" y="33515"/>
                  </a:moveTo>
                  <a:lnTo>
                    <a:pt x="41833" y="33413"/>
                  </a:lnTo>
                  <a:lnTo>
                    <a:pt x="41910" y="33134"/>
                  </a:lnTo>
                  <a:lnTo>
                    <a:pt x="41503" y="33197"/>
                  </a:lnTo>
                  <a:lnTo>
                    <a:pt x="41363" y="33451"/>
                  </a:lnTo>
                  <a:lnTo>
                    <a:pt x="41808" y="33401"/>
                  </a:lnTo>
                  <a:lnTo>
                    <a:pt x="42024" y="33515"/>
                  </a:lnTo>
                  <a:close/>
                </a:path>
                <a:path w="92075" h="38100">
                  <a:moveTo>
                    <a:pt x="42125" y="26987"/>
                  </a:moveTo>
                  <a:lnTo>
                    <a:pt x="41922" y="26873"/>
                  </a:lnTo>
                  <a:lnTo>
                    <a:pt x="41783" y="27139"/>
                  </a:lnTo>
                  <a:lnTo>
                    <a:pt x="41668" y="27393"/>
                  </a:lnTo>
                  <a:lnTo>
                    <a:pt x="41795" y="27432"/>
                  </a:lnTo>
                  <a:lnTo>
                    <a:pt x="42087" y="27533"/>
                  </a:lnTo>
                  <a:lnTo>
                    <a:pt x="42125" y="27241"/>
                  </a:lnTo>
                  <a:lnTo>
                    <a:pt x="42125" y="26987"/>
                  </a:lnTo>
                  <a:close/>
                </a:path>
                <a:path w="92075" h="38100">
                  <a:moveTo>
                    <a:pt x="42405" y="29019"/>
                  </a:moveTo>
                  <a:lnTo>
                    <a:pt x="42227" y="28841"/>
                  </a:lnTo>
                  <a:lnTo>
                    <a:pt x="42214" y="28625"/>
                  </a:lnTo>
                  <a:lnTo>
                    <a:pt x="41808" y="28511"/>
                  </a:lnTo>
                  <a:lnTo>
                    <a:pt x="42049" y="29057"/>
                  </a:lnTo>
                  <a:lnTo>
                    <a:pt x="41643" y="28943"/>
                  </a:lnTo>
                  <a:lnTo>
                    <a:pt x="41516" y="28803"/>
                  </a:lnTo>
                  <a:lnTo>
                    <a:pt x="41262" y="28308"/>
                  </a:lnTo>
                  <a:lnTo>
                    <a:pt x="41033" y="28536"/>
                  </a:lnTo>
                  <a:lnTo>
                    <a:pt x="41440" y="28816"/>
                  </a:lnTo>
                  <a:lnTo>
                    <a:pt x="41656" y="29146"/>
                  </a:lnTo>
                  <a:lnTo>
                    <a:pt x="42176" y="29159"/>
                  </a:lnTo>
                  <a:lnTo>
                    <a:pt x="42405" y="29019"/>
                  </a:lnTo>
                  <a:close/>
                </a:path>
                <a:path w="92075" h="38100">
                  <a:moveTo>
                    <a:pt x="43167" y="36652"/>
                  </a:moveTo>
                  <a:lnTo>
                    <a:pt x="42989" y="36449"/>
                  </a:lnTo>
                  <a:lnTo>
                    <a:pt x="42760" y="36537"/>
                  </a:lnTo>
                  <a:lnTo>
                    <a:pt x="42646" y="36309"/>
                  </a:lnTo>
                  <a:lnTo>
                    <a:pt x="42621" y="36512"/>
                  </a:lnTo>
                  <a:lnTo>
                    <a:pt x="42672" y="36664"/>
                  </a:lnTo>
                  <a:lnTo>
                    <a:pt x="42824" y="36766"/>
                  </a:lnTo>
                  <a:lnTo>
                    <a:pt x="43141" y="36639"/>
                  </a:lnTo>
                  <a:close/>
                </a:path>
                <a:path w="92075" h="38100">
                  <a:moveTo>
                    <a:pt x="43535" y="35255"/>
                  </a:moveTo>
                  <a:lnTo>
                    <a:pt x="43180" y="34988"/>
                  </a:lnTo>
                  <a:lnTo>
                    <a:pt x="43243" y="35331"/>
                  </a:lnTo>
                  <a:lnTo>
                    <a:pt x="42760" y="35394"/>
                  </a:lnTo>
                  <a:lnTo>
                    <a:pt x="43014" y="35788"/>
                  </a:lnTo>
                  <a:lnTo>
                    <a:pt x="42951" y="35458"/>
                  </a:lnTo>
                  <a:lnTo>
                    <a:pt x="43535" y="35255"/>
                  </a:lnTo>
                  <a:close/>
                </a:path>
                <a:path w="92075" h="38100">
                  <a:moveTo>
                    <a:pt x="43827" y="28867"/>
                  </a:moveTo>
                  <a:lnTo>
                    <a:pt x="43637" y="28435"/>
                  </a:lnTo>
                  <a:lnTo>
                    <a:pt x="43522" y="28638"/>
                  </a:lnTo>
                  <a:lnTo>
                    <a:pt x="43370" y="28816"/>
                  </a:lnTo>
                  <a:lnTo>
                    <a:pt x="43345" y="29057"/>
                  </a:lnTo>
                  <a:lnTo>
                    <a:pt x="43573" y="29184"/>
                  </a:lnTo>
                  <a:lnTo>
                    <a:pt x="43827" y="29032"/>
                  </a:lnTo>
                  <a:lnTo>
                    <a:pt x="43827" y="28867"/>
                  </a:lnTo>
                  <a:close/>
                </a:path>
                <a:path w="92075" h="38100">
                  <a:moveTo>
                    <a:pt x="44348" y="35344"/>
                  </a:moveTo>
                  <a:lnTo>
                    <a:pt x="44005" y="35433"/>
                  </a:lnTo>
                  <a:lnTo>
                    <a:pt x="44196" y="34734"/>
                  </a:lnTo>
                  <a:lnTo>
                    <a:pt x="43942" y="35039"/>
                  </a:lnTo>
                  <a:lnTo>
                    <a:pt x="44043" y="35814"/>
                  </a:lnTo>
                  <a:lnTo>
                    <a:pt x="44348" y="35344"/>
                  </a:lnTo>
                  <a:close/>
                </a:path>
                <a:path w="92075" h="38100">
                  <a:moveTo>
                    <a:pt x="47790" y="34658"/>
                  </a:moveTo>
                  <a:lnTo>
                    <a:pt x="47586" y="34544"/>
                  </a:lnTo>
                  <a:lnTo>
                    <a:pt x="47383" y="34251"/>
                  </a:lnTo>
                  <a:lnTo>
                    <a:pt x="47155" y="34315"/>
                  </a:lnTo>
                  <a:lnTo>
                    <a:pt x="47244" y="34696"/>
                  </a:lnTo>
                  <a:lnTo>
                    <a:pt x="47409" y="34671"/>
                  </a:lnTo>
                  <a:lnTo>
                    <a:pt x="47790" y="34848"/>
                  </a:lnTo>
                  <a:lnTo>
                    <a:pt x="47790" y="34658"/>
                  </a:lnTo>
                  <a:close/>
                </a:path>
                <a:path w="92075" h="38100">
                  <a:moveTo>
                    <a:pt x="49911" y="36830"/>
                  </a:moveTo>
                  <a:lnTo>
                    <a:pt x="49784" y="36791"/>
                  </a:lnTo>
                  <a:lnTo>
                    <a:pt x="49606" y="36728"/>
                  </a:lnTo>
                  <a:lnTo>
                    <a:pt x="49314" y="37134"/>
                  </a:lnTo>
                  <a:lnTo>
                    <a:pt x="49530" y="37236"/>
                  </a:lnTo>
                  <a:lnTo>
                    <a:pt x="49314" y="37655"/>
                  </a:lnTo>
                  <a:lnTo>
                    <a:pt x="49707" y="37719"/>
                  </a:lnTo>
                  <a:lnTo>
                    <a:pt x="49834" y="37249"/>
                  </a:lnTo>
                  <a:lnTo>
                    <a:pt x="49707" y="37122"/>
                  </a:lnTo>
                  <a:lnTo>
                    <a:pt x="49911" y="36830"/>
                  </a:lnTo>
                  <a:close/>
                </a:path>
                <a:path w="92075" h="38100">
                  <a:moveTo>
                    <a:pt x="52451" y="29959"/>
                  </a:moveTo>
                  <a:lnTo>
                    <a:pt x="52425" y="29743"/>
                  </a:lnTo>
                  <a:lnTo>
                    <a:pt x="52184" y="29832"/>
                  </a:lnTo>
                  <a:lnTo>
                    <a:pt x="52451" y="29959"/>
                  </a:lnTo>
                  <a:close/>
                </a:path>
                <a:path w="92075" h="38100">
                  <a:moveTo>
                    <a:pt x="52832" y="35801"/>
                  </a:moveTo>
                  <a:lnTo>
                    <a:pt x="52425" y="35890"/>
                  </a:lnTo>
                  <a:lnTo>
                    <a:pt x="52387" y="35318"/>
                  </a:lnTo>
                  <a:lnTo>
                    <a:pt x="52184" y="35572"/>
                  </a:lnTo>
                  <a:lnTo>
                    <a:pt x="52362" y="35941"/>
                  </a:lnTo>
                  <a:lnTo>
                    <a:pt x="52616" y="35991"/>
                  </a:lnTo>
                  <a:lnTo>
                    <a:pt x="52768" y="35953"/>
                  </a:lnTo>
                  <a:lnTo>
                    <a:pt x="52832" y="35801"/>
                  </a:lnTo>
                  <a:close/>
                </a:path>
                <a:path w="92075" h="38100">
                  <a:moveTo>
                    <a:pt x="53124" y="29781"/>
                  </a:moveTo>
                  <a:lnTo>
                    <a:pt x="52806" y="29616"/>
                  </a:lnTo>
                  <a:lnTo>
                    <a:pt x="52501" y="29400"/>
                  </a:lnTo>
                  <a:lnTo>
                    <a:pt x="52628" y="29667"/>
                  </a:lnTo>
                  <a:lnTo>
                    <a:pt x="52425" y="29743"/>
                  </a:lnTo>
                  <a:lnTo>
                    <a:pt x="53124" y="29781"/>
                  </a:lnTo>
                  <a:close/>
                </a:path>
                <a:path w="92075" h="38100">
                  <a:moveTo>
                    <a:pt x="53467" y="31711"/>
                  </a:moveTo>
                  <a:lnTo>
                    <a:pt x="53073" y="31546"/>
                  </a:lnTo>
                  <a:lnTo>
                    <a:pt x="53136" y="31775"/>
                  </a:lnTo>
                  <a:lnTo>
                    <a:pt x="52844" y="31699"/>
                  </a:lnTo>
                  <a:lnTo>
                    <a:pt x="52832" y="31877"/>
                  </a:lnTo>
                  <a:lnTo>
                    <a:pt x="52959" y="32143"/>
                  </a:lnTo>
                  <a:lnTo>
                    <a:pt x="53225" y="32143"/>
                  </a:lnTo>
                  <a:lnTo>
                    <a:pt x="53352" y="32118"/>
                  </a:lnTo>
                  <a:lnTo>
                    <a:pt x="52971" y="32016"/>
                  </a:lnTo>
                  <a:lnTo>
                    <a:pt x="53467" y="31711"/>
                  </a:lnTo>
                  <a:close/>
                </a:path>
                <a:path w="92075" h="38100">
                  <a:moveTo>
                    <a:pt x="54952" y="32245"/>
                  </a:moveTo>
                  <a:lnTo>
                    <a:pt x="54711" y="32054"/>
                  </a:lnTo>
                  <a:lnTo>
                    <a:pt x="54279" y="32308"/>
                  </a:lnTo>
                  <a:lnTo>
                    <a:pt x="53975" y="32346"/>
                  </a:lnTo>
                  <a:lnTo>
                    <a:pt x="54241" y="32359"/>
                  </a:lnTo>
                  <a:lnTo>
                    <a:pt x="54190" y="32537"/>
                  </a:lnTo>
                  <a:lnTo>
                    <a:pt x="54508" y="32499"/>
                  </a:lnTo>
                  <a:lnTo>
                    <a:pt x="54864" y="32245"/>
                  </a:lnTo>
                  <a:close/>
                </a:path>
                <a:path w="92075" h="38100">
                  <a:moveTo>
                    <a:pt x="56502" y="29603"/>
                  </a:moveTo>
                  <a:lnTo>
                    <a:pt x="56222" y="29171"/>
                  </a:lnTo>
                  <a:lnTo>
                    <a:pt x="56159" y="29349"/>
                  </a:lnTo>
                  <a:lnTo>
                    <a:pt x="55956" y="29387"/>
                  </a:lnTo>
                  <a:lnTo>
                    <a:pt x="55956" y="29616"/>
                  </a:lnTo>
                  <a:lnTo>
                    <a:pt x="56464" y="29641"/>
                  </a:lnTo>
                  <a:close/>
                </a:path>
                <a:path w="92075" h="38100">
                  <a:moveTo>
                    <a:pt x="57188" y="29654"/>
                  </a:moveTo>
                  <a:lnTo>
                    <a:pt x="57073" y="29349"/>
                  </a:lnTo>
                  <a:lnTo>
                    <a:pt x="56565" y="29298"/>
                  </a:lnTo>
                  <a:lnTo>
                    <a:pt x="56515" y="29603"/>
                  </a:lnTo>
                  <a:lnTo>
                    <a:pt x="56819" y="29679"/>
                  </a:lnTo>
                  <a:lnTo>
                    <a:pt x="56730" y="29375"/>
                  </a:lnTo>
                  <a:lnTo>
                    <a:pt x="57188" y="29654"/>
                  </a:lnTo>
                  <a:close/>
                </a:path>
                <a:path w="92075" h="38100">
                  <a:moveTo>
                    <a:pt x="61252" y="33959"/>
                  </a:moveTo>
                  <a:lnTo>
                    <a:pt x="61175" y="33553"/>
                  </a:lnTo>
                  <a:lnTo>
                    <a:pt x="61099" y="33324"/>
                  </a:lnTo>
                  <a:lnTo>
                    <a:pt x="60655" y="33274"/>
                  </a:lnTo>
                  <a:lnTo>
                    <a:pt x="60731" y="33731"/>
                  </a:lnTo>
                  <a:lnTo>
                    <a:pt x="60591" y="33997"/>
                  </a:lnTo>
                  <a:lnTo>
                    <a:pt x="60871" y="33896"/>
                  </a:lnTo>
                  <a:lnTo>
                    <a:pt x="60909" y="34391"/>
                  </a:lnTo>
                  <a:lnTo>
                    <a:pt x="61023" y="34124"/>
                  </a:lnTo>
                  <a:lnTo>
                    <a:pt x="61252" y="33959"/>
                  </a:lnTo>
                  <a:close/>
                </a:path>
                <a:path w="92075" h="38100">
                  <a:moveTo>
                    <a:pt x="63614" y="29375"/>
                  </a:moveTo>
                  <a:lnTo>
                    <a:pt x="63411" y="29146"/>
                  </a:lnTo>
                  <a:lnTo>
                    <a:pt x="63436" y="29464"/>
                  </a:lnTo>
                  <a:lnTo>
                    <a:pt x="63614" y="29375"/>
                  </a:lnTo>
                  <a:close/>
                </a:path>
                <a:path w="92075" h="38100">
                  <a:moveTo>
                    <a:pt x="63690" y="32080"/>
                  </a:moveTo>
                  <a:lnTo>
                    <a:pt x="63385" y="31991"/>
                  </a:lnTo>
                  <a:lnTo>
                    <a:pt x="63258" y="32080"/>
                  </a:lnTo>
                  <a:lnTo>
                    <a:pt x="63322" y="31597"/>
                  </a:lnTo>
                  <a:lnTo>
                    <a:pt x="63258" y="31750"/>
                  </a:lnTo>
                  <a:lnTo>
                    <a:pt x="63055" y="31953"/>
                  </a:lnTo>
                  <a:lnTo>
                    <a:pt x="62979" y="31584"/>
                  </a:lnTo>
                  <a:lnTo>
                    <a:pt x="62839" y="31940"/>
                  </a:lnTo>
                  <a:lnTo>
                    <a:pt x="63055" y="31978"/>
                  </a:lnTo>
                  <a:lnTo>
                    <a:pt x="63030" y="32194"/>
                  </a:lnTo>
                  <a:lnTo>
                    <a:pt x="63246" y="32245"/>
                  </a:lnTo>
                  <a:lnTo>
                    <a:pt x="63195" y="32118"/>
                  </a:lnTo>
                  <a:lnTo>
                    <a:pt x="63690" y="32080"/>
                  </a:lnTo>
                  <a:close/>
                </a:path>
                <a:path w="92075" h="38100">
                  <a:moveTo>
                    <a:pt x="63944" y="29667"/>
                  </a:moveTo>
                  <a:lnTo>
                    <a:pt x="63512" y="29464"/>
                  </a:lnTo>
                  <a:lnTo>
                    <a:pt x="63360" y="29692"/>
                  </a:lnTo>
                  <a:lnTo>
                    <a:pt x="63614" y="29692"/>
                  </a:lnTo>
                  <a:lnTo>
                    <a:pt x="63792" y="29756"/>
                  </a:lnTo>
                  <a:lnTo>
                    <a:pt x="63944" y="29667"/>
                  </a:lnTo>
                  <a:close/>
                </a:path>
                <a:path w="92075" h="38100">
                  <a:moveTo>
                    <a:pt x="63995" y="29032"/>
                  </a:moveTo>
                  <a:lnTo>
                    <a:pt x="63652" y="29362"/>
                  </a:lnTo>
                  <a:lnTo>
                    <a:pt x="63830" y="29286"/>
                  </a:lnTo>
                  <a:lnTo>
                    <a:pt x="63944" y="29464"/>
                  </a:lnTo>
                  <a:lnTo>
                    <a:pt x="63995" y="29032"/>
                  </a:lnTo>
                  <a:close/>
                </a:path>
                <a:path w="92075" h="38100">
                  <a:moveTo>
                    <a:pt x="65252" y="30581"/>
                  </a:moveTo>
                  <a:lnTo>
                    <a:pt x="65151" y="30200"/>
                  </a:lnTo>
                  <a:lnTo>
                    <a:pt x="63538" y="29972"/>
                  </a:lnTo>
                  <a:lnTo>
                    <a:pt x="64160" y="30480"/>
                  </a:lnTo>
                  <a:lnTo>
                    <a:pt x="64300" y="30226"/>
                  </a:lnTo>
                  <a:lnTo>
                    <a:pt x="64198" y="30581"/>
                  </a:lnTo>
                  <a:lnTo>
                    <a:pt x="64630" y="30200"/>
                  </a:lnTo>
                  <a:lnTo>
                    <a:pt x="64935" y="30378"/>
                  </a:lnTo>
                  <a:lnTo>
                    <a:pt x="65189" y="30797"/>
                  </a:lnTo>
                  <a:lnTo>
                    <a:pt x="65252" y="30581"/>
                  </a:lnTo>
                  <a:close/>
                </a:path>
                <a:path w="92075" h="38100">
                  <a:moveTo>
                    <a:pt x="66243" y="28460"/>
                  </a:moveTo>
                  <a:lnTo>
                    <a:pt x="65989" y="28295"/>
                  </a:lnTo>
                  <a:lnTo>
                    <a:pt x="65798" y="28092"/>
                  </a:lnTo>
                  <a:lnTo>
                    <a:pt x="65989" y="28041"/>
                  </a:lnTo>
                  <a:lnTo>
                    <a:pt x="66141" y="27940"/>
                  </a:lnTo>
                  <a:lnTo>
                    <a:pt x="65773" y="27813"/>
                  </a:lnTo>
                  <a:lnTo>
                    <a:pt x="65633" y="27889"/>
                  </a:lnTo>
                  <a:lnTo>
                    <a:pt x="65633" y="27622"/>
                  </a:lnTo>
                  <a:lnTo>
                    <a:pt x="65176" y="27851"/>
                  </a:lnTo>
                  <a:lnTo>
                    <a:pt x="66243" y="28460"/>
                  </a:lnTo>
                  <a:close/>
                </a:path>
                <a:path w="92075" h="38100">
                  <a:moveTo>
                    <a:pt x="66624" y="29692"/>
                  </a:moveTo>
                  <a:lnTo>
                    <a:pt x="66205" y="29679"/>
                  </a:lnTo>
                  <a:lnTo>
                    <a:pt x="66116" y="29819"/>
                  </a:lnTo>
                  <a:lnTo>
                    <a:pt x="65963" y="29819"/>
                  </a:lnTo>
                  <a:lnTo>
                    <a:pt x="66179" y="29857"/>
                  </a:lnTo>
                  <a:lnTo>
                    <a:pt x="66586" y="30086"/>
                  </a:lnTo>
                  <a:lnTo>
                    <a:pt x="66624" y="29692"/>
                  </a:lnTo>
                  <a:close/>
                </a:path>
                <a:path w="92075" h="38100">
                  <a:moveTo>
                    <a:pt x="68529" y="32131"/>
                  </a:moveTo>
                  <a:lnTo>
                    <a:pt x="68402" y="32029"/>
                  </a:lnTo>
                  <a:lnTo>
                    <a:pt x="68237" y="32105"/>
                  </a:lnTo>
                  <a:lnTo>
                    <a:pt x="68059" y="32181"/>
                  </a:lnTo>
                  <a:lnTo>
                    <a:pt x="67805" y="32537"/>
                  </a:lnTo>
                  <a:lnTo>
                    <a:pt x="68059" y="32486"/>
                  </a:lnTo>
                  <a:lnTo>
                    <a:pt x="68529" y="32131"/>
                  </a:lnTo>
                  <a:close/>
                </a:path>
                <a:path w="92075" h="38100">
                  <a:moveTo>
                    <a:pt x="70180" y="6096"/>
                  </a:moveTo>
                  <a:lnTo>
                    <a:pt x="69456" y="6045"/>
                  </a:lnTo>
                  <a:lnTo>
                    <a:pt x="69507" y="6413"/>
                  </a:lnTo>
                  <a:lnTo>
                    <a:pt x="69938" y="6451"/>
                  </a:lnTo>
                  <a:lnTo>
                    <a:pt x="69938" y="6184"/>
                  </a:lnTo>
                  <a:lnTo>
                    <a:pt x="70091" y="6210"/>
                  </a:lnTo>
                  <a:close/>
                </a:path>
                <a:path w="92075" h="38100">
                  <a:moveTo>
                    <a:pt x="71120" y="32067"/>
                  </a:moveTo>
                  <a:lnTo>
                    <a:pt x="70777" y="32156"/>
                  </a:lnTo>
                  <a:lnTo>
                    <a:pt x="70866" y="31902"/>
                  </a:lnTo>
                  <a:lnTo>
                    <a:pt x="70713" y="31851"/>
                  </a:lnTo>
                  <a:lnTo>
                    <a:pt x="70573" y="32029"/>
                  </a:lnTo>
                  <a:lnTo>
                    <a:pt x="70383" y="31737"/>
                  </a:lnTo>
                  <a:lnTo>
                    <a:pt x="70167" y="31813"/>
                  </a:lnTo>
                  <a:lnTo>
                    <a:pt x="70434" y="31877"/>
                  </a:lnTo>
                  <a:lnTo>
                    <a:pt x="70764" y="32346"/>
                  </a:lnTo>
                  <a:lnTo>
                    <a:pt x="71120" y="32067"/>
                  </a:lnTo>
                  <a:close/>
                </a:path>
                <a:path w="92075" h="38100">
                  <a:moveTo>
                    <a:pt x="72428" y="8013"/>
                  </a:moveTo>
                  <a:lnTo>
                    <a:pt x="72059" y="8064"/>
                  </a:lnTo>
                  <a:lnTo>
                    <a:pt x="72097" y="8255"/>
                  </a:lnTo>
                  <a:lnTo>
                    <a:pt x="72059" y="8470"/>
                  </a:lnTo>
                  <a:lnTo>
                    <a:pt x="72364" y="8458"/>
                  </a:lnTo>
                  <a:lnTo>
                    <a:pt x="72402" y="8229"/>
                  </a:lnTo>
                  <a:lnTo>
                    <a:pt x="72428" y="8013"/>
                  </a:lnTo>
                  <a:close/>
                </a:path>
                <a:path w="92075" h="38100">
                  <a:moveTo>
                    <a:pt x="80340" y="23685"/>
                  </a:moveTo>
                  <a:lnTo>
                    <a:pt x="80035" y="23571"/>
                  </a:lnTo>
                  <a:lnTo>
                    <a:pt x="79908" y="23749"/>
                  </a:lnTo>
                  <a:lnTo>
                    <a:pt x="79159" y="23799"/>
                  </a:lnTo>
                  <a:lnTo>
                    <a:pt x="79667" y="23977"/>
                  </a:lnTo>
                  <a:lnTo>
                    <a:pt x="79794" y="23812"/>
                  </a:lnTo>
                  <a:lnTo>
                    <a:pt x="80098" y="23926"/>
                  </a:lnTo>
                  <a:lnTo>
                    <a:pt x="80149" y="23710"/>
                  </a:lnTo>
                  <a:lnTo>
                    <a:pt x="80340" y="23685"/>
                  </a:lnTo>
                  <a:close/>
                </a:path>
                <a:path w="92075" h="38100">
                  <a:moveTo>
                    <a:pt x="88874" y="18224"/>
                  </a:moveTo>
                  <a:lnTo>
                    <a:pt x="88595" y="18173"/>
                  </a:lnTo>
                  <a:lnTo>
                    <a:pt x="88557" y="17932"/>
                  </a:lnTo>
                  <a:lnTo>
                    <a:pt x="88226" y="17907"/>
                  </a:lnTo>
                  <a:lnTo>
                    <a:pt x="87985" y="18161"/>
                  </a:lnTo>
                  <a:lnTo>
                    <a:pt x="88201" y="18211"/>
                  </a:lnTo>
                  <a:lnTo>
                    <a:pt x="88226" y="18046"/>
                  </a:lnTo>
                  <a:lnTo>
                    <a:pt x="88353" y="18148"/>
                  </a:lnTo>
                  <a:lnTo>
                    <a:pt x="88747" y="18453"/>
                  </a:lnTo>
                  <a:lnTo>
                    <a:pt x="88874" y="18224"/>
                  </a:lnTo>
                  <a:close/>
                </a:path>
                <a:path w="92075" h="38100">
                  <a:moveTo>
                    <a:pt x="89128" y="9931"/>
                  </a:moveTo>
                  <a:lnTo>
                    <a:pt x="88925" y="9855"/>
                  </a:lnTo>
                  <a:lnTo>
                    <a:pt x="88760" y="9779"/>
                  </a:lnTo>
                  <a:lnTo>
                    <a:pt x="88633" y="9283"/>
                  </a:lnTo>
                  <a:lnTo>
                    <a:pt x="88392" y="9537"/>
                  </a:lnTo>
                  <a:lnTo>
                    <a:pt x="88455" y="9690"/>
                  </a:lnTo>
                  <a:lnTo>
                    <a:pt x="88290" y="9855"/>
                  </a:lnTo>
                  <a:lnTo>
                    <a:pt x="88125" y="10071"/>
                  </a:lnTo>
                  <a:lnTo>
                    <a:pt x="88557" y="10198"/>
                  </a:lnTo>
                  <a:lnTo>
                    <a:pt x="88633" y="9969"/>
                  </a:lnTo>
                  <a:lnTo>
                    <a:pt x="88798" y="9855"/>
                  </a:lnTo>
                  <a:lnTo>
                    <a:pt x="88785" y="9982"/>
                  </a:lnTo>
                  <a:lnTo>
                    <a:pt x="89128" y="9931"/>
                  </a:lnTo>
                  <a:close/>
                </a:path>
                <a:path w="92075" h="38100">
                  <a:moveTo>
                    <a:pt x="90766" y="9842"/>
                  </a:moveTo>
                  <a:lnTo>
                    <a:pt x="90462" y="9728"/>
                  </a:lnTo>
                  <a:lnTo>
                    <a:pt x="90551" y="10007"/>
                  </a:lnTo>
                  <a:lnTo>
                    <a:pt x="90271" y="9931"/>
                  </a:lnTo>
                  <a:lnTo>
                    <a:pt x="90208" y="10058"/>
                  </a:lnTo>
                  <a:lnTo>
                    <a:pt x="90093" y="10236"/>
                  </a:lnTo>
                  <a:lnTo>
                    <a:pt x="90449" y="10223"/>
                  </a:lnTo>
                  <a:lnTo>
                    <a:pt x="90665" y="10096"/>
                  </a:lnTo>
                  <a:lnTo>
                    <a:pt x="90766" y="9842"/>
                  </a:lnTo>
                  <a:close/>
                </a:path>
                <a:path w="92075" h="38100">
                  <a:moveTo>
                    <a:pt x="91033" y="9309"/>
                  </a:moveTo>
                  <a:lnTo>
                    <a:pt x="90779" y="9347"/>
                  </a:lnTo>
                  <a:lnTo>
                    <a:pt x="90512" y="9385"/>
                  </a:lnTo>
                  <a:lnTo>
                    <a:pt x="90474" y="9626"/>
                  </a:lnTo>
                  <a:lnTo>
                    <a:pt x="90792" y="9652"/>
                  </a:lnTo>
                  <a:lnTo>
                    <a:pt x="90919" y="9499"/>
                  </a:lnTo>
                  <a:lnTo>
                    <a:pt x="91033" y="9309"/>
                  </a:lnTo>
                  <a:close/>
                </a:path>
                <a:path w="92075" h="38100">
                  <a:moveTo>
                    <a:pt x="92062" y="10134"/>
                  </a:moveTo>
                  <a:lnTo>
                    <a:pt x="91757" y="10210"/>
                  </a:lnTo>
                  <a:lnTo>
                    <a:pt x="91541" y="9867"/>
                  </a:lnTo>
                  <a:lnTo>
                    <a:pt x="91516" y="10071"/>
                  </a:lnTo>
                  <a:lnTo>
                    <a:pt x="91465" y="10769"/>
                  </a:lnTo>
                  <a:lnTo>
                    <a:pt x="91897" y="10566"/>
                  </a:lnTo>
                  <a:lnTo>
                    <a:pt x="91719" y="10502"/>
                  </a:lnTo>
                  <a:lnTo>
                    <a:pt x="91973" y="10464"/>
                  </a:lnTo>
                  <a:lnTo>
                    <a:pt x="92062" y="10134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8" name="object 198"/>
            <p:cNvSpPr/>
            <p:nvPr/>
          </p:nvSpPr>
          <p:spPr>
            <a:xfrm>
              <a:off x="3973792" y="1030299"/>
              <a:ext cx="84455" cy="21590"/>
            </a:xfrm>
            <a:custGeom>
              <a:avLst/>
              <a:gdLst/>
              <a:ahLst/>
              <a:cxnLst/>
              <a:rect l="l" t="t" r="r" b="b"/>
              <a:pathLst>
                <a:path w="84454" h="21590">
                  <a:moveTo>
                    <a:pt x="647" y="4394"/>
                  </a:moveTo>
                  <a:lnTo>
                    <a:pt x="419" y="4343"/>
                  </a:lnTo>
                  <a:lnTo>
                    <a:pt x="406" y="4495"/>
                  </a:lnTo>
                  <a:lnTo>
                    <a:pt x="203" y="4343"/>
                  </a:lnTo>
                  <a:lnTo>
                    <a:pt x="419" y="4279"/>
                  </a:lnTo>
                  <a:lnTo>
                    <a:pt x="114" y="4152"/>
                  </a:lnTo>
                  <a:lnTo>
                    <a:pt x="0" y="4318"/>
                  </a:lnTo>
                  <a:lnTo>
                    <a:pt x="203" y="4495"/>
                  </a:lnTo>
                  <a:lnTo>
                    <a:pt x="495" y="4826"/>
                  </a:lnTo>
                  <a:lnTo>
                    <a:pt x="647" y="4394"/>
                  </a:lnTo>
                  <a:close/>
                </a:path>
                <a:path w="84454" h="21590">
                  <a:moveTo>
                    <a:pt x="2095" y="7505"/>
                  </a:moveTo>
                  <a:lnTo>
                    <a:pt x="1765" y="7518"/>
                  </a:lnTo>
                  <a:lnTo>
                    <a:pt x="1828" y="7239"/>
                  </a:lnTo>
                  <a:lnTo>
                    <a:pt x="1587" y="7200"/>
                  </a:lnTo>
                  <a:lnTo>
                    <a:pt x="1574" y="7454"/>
                  </a:lnTo>
                  <a:lnTo>
                    <a:pt x="1905" y="7924"/>
                  </a:lnTo>
                  <a:lnTo>
                    <a:pt x="2095" y="7785"/>
                  </a:lnTo>
                  <a:lnTo>
                    <a:pt x="2095" y="7505"/>
                  </a:lnTo>
                  <a:close/>
                </a:path>
                <a:path w="84454" h="21590">
                  <a:moveTo>
                    <a:pt x="3835" y="939"/>
                  </a:moveTo>
                  <a:lnTo>
                    <a:pt x="3670" y="635"/>
                  </a:lnTo>
                  <a:lnTo>
                    <a:pt x="3073" y="0"/>
                  </a:lnTo>
                  <a:lnTo>
                    <a:pt x="3581" y="635"/>
                  </a:lnTo>
                  <a:lnTo>
                    <a:pt x="3835" y="939"/>
                  </a:lnTo>
                  <a:close/>
                </a:path>
                <a:path w="84454" h="21590">
                  <a:moveTo>
                    <a:pt x="4699" y="10299"/>
                  </a:moveTo>
                  <a:lnTo>
                    <a:pt x="4508" y="10071"/>
                  </a:lnTo>
                  <a:lnTo>
                    <a:pt x="4178" y="10223"/>
                  </a:lnTo>
                  <a:lnTo>
                    <a:pt x="4406" y="10388"/>
                  </a:lnTo>
                  <a:lnTo>
                    <a:pt x="3797" y="10502"/>
                  </a:lnTo>
                  <a:lnTo>
                    <a:pt x="3695" y="10629"/>
                  </a:lnTo>
                  <a:lnTo>
                    <a:pt x="4064" y="10604"/>
                  </a:lnTo>
                  <a:lnTo>
                    <a:pt x="4699" y="10299"/>
                  </a:lnTo>
                  <a:close/>
                </a:path>
                <a:path w="84454" h="21590">
                  <a:moveTo>
                    <a:pt x="5029" y="6413"/>
                  </a:moveTo>
                  <a:lnTo>
                    <a:pt x="4648" y="6311"/>
                  </a:lnTo>
                  <a:lnTo>
                    <a:pt x="4318" y="5753"/>
                  </a:lnTo>
                  <a:lnTo>
                    <a:pt x="4318" y="5892"/>
                  </a:lnTo>
                  <a:lnTo>
                    <a:pt x="4038" y="6032"/>
                  </a:lnTo>
                  <a:lnTo>
                    <a:pt x="4889" y="6553"/>
                  </a:lnTo>
                  <a:lnTo>
                    <a:pt x="5029" y="6413"/>
                  </a:lnTo>
                  <a:close/>
                </a:path>
                <a:path w="84454" h="21590">
                  <a:moveTo>
                    <a:pt x="5194" y="7226"/>
                  </a:moveTo>
                  <a:lnTo>
                    <a:pt x="5054" y="7493"/>
                  </a:lnTo>
                  <a:lnTo>
                    <a:pt x="4610" y="7442"/>
                  </a:lnTo>
                  <a:lnTo>
                    <a:pt x="4394" y="7607"/>
                  </a:lnTo>
                  <a:lnTo>
                    <a:pt x="4470" y="7277"/>
                  </a:lnTo>
                  <a:lnTo>
                    <a:pt x="4038" y="7569"/>
                  </a:lnTo>
                  <a:lnTo>
                    <a:pt x="3657" y="7454"/>
                  </a:lnTo>
                  <a:lnTo>
                    <a:pt x="4127" y="7924"/>
                  </a:lnTo>
                  <a:lnTo>
                    <a:pt x="5194" y="7632"/>
                  </a:lnTo>
                  <a:lnTo>
                    <a:pt x="5194" y="7226"/>
                  </a:lnTo>
                  <a:close/>
                </a:path>
                <a:path w="84454" h="21590">
                  <a:moveTo>
                    <a:pt x="5422" y="1397"/>
                  </a:moveTo>
                  <a:lnTo>
                    <a:pt x="5156" y="1130"/>
                  </a:lnTo>
                  <a:lnTo>
                    <a:pt x="5003" y="1333"/>
                  </a:lnTo>
                  <a:lnTo>
                    <a:pt x="4876" y="825"/>
                  </a:lnTo>
                  <a:lnTo>
                    <a:pt x="4648" y="812"/>
                  </a:lnTo>
                  <a:lnTo>
                    <a:pt x="4838" y="1219"/>
                  </a:lnTo>
                  <a:lnTo>
                    <a:pt x="4572" y="1104"/>
                  </a:lnTo>
                  <a:lnTo>
                    <a:pt x="4394" y="1155"/>
                  </a:lnTo>
                  <a:lnTo>
                    <a:pt x="4521" y="1371"/>
                  </a:lnTo>
                  <a:lnTo>
                    <a:pt x="5422" y="1397"/>
                  </a:lnTo>
                  <a:close/>
                </a:path>
                <a:path w="84454" h="21590">
                  <a:moveTo>
                    <a:pt x="5727" y="2463"/>
                  </a:moveTo>
                  <a:lnTo>
                    <a:pt x="5613" y="1778"/>
                  </a:lnTo>
                  <a:lnTo>
                    <a:pt x="5194" y="1778"/>
                  </a:lnTo>
                  <a:lnTo>
                    <a:pt x="5054" y="2463"/>
                  </a:lnTo>
                  <a:lnTo>
                    <a:pt x="5727" y="2463"/>
                  </a:lnTo>
                  <a:close/>
                </a:path>
                <a:path w="84454" h="21590">
                  <a:moveTo>
                    <a:pt x="5943" y="9829"/>
                  </a:moveTo>
                  <a:lnTo>
                    <a:pt x="5778" y="9664"/>
                  </a:lnTo>
                  <a:lnTo>
                    <a:pt x="5448" y="9613"/>
                  </a:lnTo>
                  <a:lnTo>
                    <a:pt x="5435" y="9321"/>
                  </a:lnTo>
                  <a:lnTo>
                    <a:pt x="4978" y="9271"/>
                  </a:lnTo>
                  <a:lnTo>
                    <a:pt x="5715" y="10096"/>
                  </a:lnTo>
                  <a:lnTo>
                    <a:pt x="5943" y="9829"/>
                  </a:lnTo>
                  <a:close/>
                </a:path>
                <a:path w="84454" h="21590">
                  <a:moveTo>
                    <a:pt x="7226" y="9791"/>
                  </a:moveTo>
                  <a:lnTo>
                    <a:pt x="6921" y="9829"/>
                  </a:lnTo>
                  <a:lnTo>
                    <a:pt x="6794" y="9906"/>
                  </a:lnTo>
                  <a:lnTo>
                    <a:pt x="6540" y="9829"/>
                  </a:lnTo>
                  <a:lnTo>
                    <a:pt x="6591" y="10071"/>
                  </a:lnTo>
                  <a:lnTo>
                    <a:pt x="6908" y="10096"/>
                  </a:lnTo>
                  <a:lnTo>
                    <a:pt x="6642" y="10033"/>
                  </a:lnTo>
                  <a:lnTo>
                    <a:pt x="7048" y="9842"/>
                  </a:lnTo>
                  <a:lnTo>
                    <a:pt x="7124" y="10020"/>
                  </a:lnTo>
                  <a:lnTo>
                    <a:pt x="7226" y="9791"/>
                  </a:lnTo>
                  <a:close/>
                </a:path>
                <a:path w="84454" h="21590">
                  <a:moveTo>
                    <a:pt x="7785" y="12649"/>
                  </a:moveTo>
                  <a:lnTo>
                    <a:pt x="7480" y="12649"/>
                  </a:lnTo>
                  <a:lnTo>
                    <a:pt x="7404" y="12865"/>
                  </a:lnTo>
                  <a:lnTo>
                    <a:pt x="7302" y="13055"/>
                  </a:lnTo>
                  <a:lnTo>
                    <a:pt x="7607" y="13093"/>
                  </a:lnTo>
                  <a:lnTo>
                    <a:pt x="7683" y="12941"/>
                  </a:lnTo>
                  <a:lnTo>
                    <a:pt x="7543" y="12801"/>
                  </a:lnTo>
                  <a:lnTo>
                    <a:pt x="7785" y="12649"/>
                  </a:lnTo>
                  <a:close/>
                </a:path>
                <a:path w="84454" h="21590">
                  <a:moveTo>
                    <a:pt x="9004" y="16014"/>
                  </a:moveTo>
                  <a:lnTo>
                    <a:pt x="8915" y="15722"/>
                  </a:lnTo>
                  <a:lnTo>
                    <a:pt x="8648" y="15709"/>
                  </a:lnTo>
                  <a:lnTo>
                    <a:pt x="8572" y="15875"/>
                  </a:lnTo>
                  <a:lnTo>
                    <a:pt x="8382" y="15684"/>
                  </a:lnTo>
                  <a:lnTo>
                    <a:pt x="8343" y="16090"/>
                  </a:lnTo>
                  <a:lnTo>
                    <a:pt x="8699" y="15900"/>
                  </a:lnTo>
                  <a:lnTo>
                    <a:pt x="8902" y="15836"/>
                  </a:lnTo>
                  <a:lnTo>
                    <a:pt x="9004" y="16014"/>
                  </a:lnTo>
                  <a:close/>
                </a:path>
                <a:path w="84454" h="21590">
                  <a:moveTo>
                    <a:pt x="10198" y="2108"/>
                  </a:moveTo>
                  <a:lnTo>
                    <a:pt x="10033" y="1638"/>
                  </a:lnTo>
                  <a:lnTo>
                    <a:pt x="9944" y="1447"/>
                  </a:lnTo>
                  <a:lnTo>
                    <a:pt x="9804" y="1612"/>
                  </a:lnTo>
                  <a:lnTo>
                    <a:pt x="9829" y="1803"/>
                  </a:lnTo>
                  <a:lnTo>
                    <a:pt x="9880" y="2057"/>
                  </a:lnTo>
                  <a:lnTo>
                    <a:pt x="10198" y="2108"/>
                  </a:lnTo>
                  <a:close/>
                </a:path>
                <a:path w="84454" h="21590">
                  <a:moveTo>
                    <a:pt x="11468" y="14224"/>
                  </a:moveTo>
                  <a:lnTo>
                    <a:pt x="11353" y="14084"/>
                  </a:lnTo>
                  <a:lnTo>
                    <a:pt x="11150" y="13728"/>
                  </a:lnTo>
                  <a:lnTo>
                    <a:pt x="11036" y="13893"/>
                  </a:lnTo>
                  <a:lnTo>
                    <a:pt x="10693" y="14224"/>
                  </a:lnTo>
                  <a:lnTo>
                    <a:pt x="10693" y="13944"/>
                  </a:lnTo>
                  <a:lnTo>
                    <a:pt x="10439" y="13944"/>
                  </a:lnTo>
                  <a:lnTo>
                    <a:pt x="10350" y="14084"/>
                  </a:lnTo>
                  <a:lnTo>
                    <a:pt x="10172" y="13919"/>
                  </a:lnTo>
                  <a:lnTo>
                    <a:pt x="10388" y="14122"/>
                  </a:lnTo>
                  <a:lnTo>
                    <a:pt x="10477" y="14655"/>
                  </a:lnTo>
                  <a:lnTo>
                    <a:pt x="10972" y="14528"/>
                  </a:lnTo>
                  <a:lnTo>
                    <a:pt x="10833" y="14147"/>
                  </a:lnTo>
                  <a:lnTo>
                    <a:pt x="11252" y="14300"/>
                  </a:lnTo>
                  <a:lnTo>
                    <a:pt x="10909" y="13970"/>
                  </a:lnTo>
                  <a:lnTo>
                    <a:pt x="11468" y="14224"/>
                  </a:lnTo>
                  <a:close/>
                </a:path>
                <a:path w="84454" h="21590">
                  <a:moveTo>
                    <a:pt x="14173" y="11811"/>
                  </a:moveTo>
                  <a:lnTo>
                    <a:pt x="13741" y="11861"/>
                  </a:lnTo>
                  <a:lnTo>
                    <a:pt x="13995" y="11938"/>
                  </a:lnTo>
                  <a:lnTo>
                    <a:pt x="13296" y="12115"/>
                  </a:lnTo>
                  <a:lnTo>
                    <a:pt x="13792" y="12230"/>
                  </a:lnTo>
                  <a:lnTo>
                    <a:pt x="14135" y="12166"/>
                  </a:lnTo>
                  <a:lnTo>
                    <a:pt x="14173" y="11912"/>
                  </a:lnTo>
                  <a:lnTo>
                    <a:pt x="13970" y="11976"/>
                  </a:lnTo>
                  <a:lnTo>
                    <a:pt x="14173" y="11811"/>
                  </a:lnTo>
                  <a:close/>
                </a:path>
                <a:path w="84454" h="21590">
                  <a:moveTo>
                    <a:pt x="14795" y="8953"/>
                  </a:moveTo>
                  <a:lnTo>
                    <a:pt x="14427" y="8737"/>
                  </a:lnTo>
                  <a:lnTo>
                    <a:pt x="13957" y="8966"/>
                  </a:lnTo>
                  <a:lnTo>
                    <a:pt x="14211" y="8636"/>
                  </a:lnTo>
                  <a:lnTo>
                    <a:pt x="13893" y="8686"/>
                  </a:lnTo>
                  <a:lnTo>
                    <a:pt x="13779" y="8496"/>
                  </a:lnTo>
                  <a:lnTo>
                    <a:pt x="13690" y="8813"/>
                  </a:lnTo>
                  <a:lnTo>
                    <a:pt x="13843" y="8953"/>
                  </a:lnTo>
                  <a:lnTo>
                    <a:pt x="14058" y="9067"/>
                  </a:lnTo>
                  <a:lnTo>
                    <a:pt x="14795" y="8953"/>
                  </a:lnTo>
                  <a:close/>
                </a:path>
                <a:path w="84454" h="21590">
                  <a:moveTo>
                    <a:pt x="15074" y="13512"/>
                  </a:moveTo>
                  <a:lnTo>
                    <a:pt x="14617" y="13741"/>
                  </a:lnTo>
                  <a:lnTo>
                    <a:pt x="13220" y="14008"/>
                  </a:lnTo>
                  <a:lnTo>
                    <a:pt x="13157" y="14541"/>
                  </a:lnTo>
                  <a:lnTo>
                    <a:pt x="13525" y="13995"/>
                  </a:lnTo>
                  <a:lnTo>
                    <a:pt x="14097" y="13995"/>
                  </a:lnTo>
                  <a:lnTo>
                    <a:pt x="13792" y="14554"/>
                  </a:lnTo>
                  <a:lnTo>
                    <a:pt x="13144" y="14897"/>
                  </a:lnTo>
                  <a:lnTo>
                    <a:pt x="13868" y="14643"/>
                  </a:lnTo>
                  <a:lnTo>
                    <a:pt x="14351" y="14135"/>
                  </a:lnTo>
                  <a:lnTo>
                    <a:pt x="14719" y="13995"/>
                  </a:lnTo>
                  <a:lnTo>
                    <a:pt x="14973" y="13995"/>
                  </a:lnTo>
                  <a:lnTo>
                    <a:pt x="15062" y="13868"/>
                  </a:lnTo>
                  <a:lnTo>
                    <a:pt x="15074" y="13512"/>
                  </a:lnTo>
                  <a:close/>
                </a:path>
                <a:path w="84454" h="21590">
                  <a:moveTo>
                    <a:pt x="15455" y="11569"/>
                  </a:moveTo>
                  <a:lnTo>
                    <a:pt x="15176" y="11366"/>
                  </a:lnTo>
                  <a:lnTo>
                    <a:pt x="15074" y="11633"/>
                  </a:lnTo>
                  <a:lnTo>
                    <a:pt x="15455" y="11569"/>
                  </a:lnTo>
                  <a:close/>
                </a:path>
                <a:path w="84454" h="21590">
                  <a:moveTo>
                    <a:pt x="16205" y="12153"/>
                  </a:moveTo>
                  <a:lnTo>
                    <a:pt x="15925" y="12052"/>
                  </a:lnTo>
                  <a:lnTo>
                    <a:pt x="15659" y="12382"/>
                  </a:lnTo>
                  <a:lnTo>
                    <a:pt x="15544" y="12115"/>
                  </a:lnTo>
                  <a:lnTo>
                    <a:pt x="15773" y="12052"/>
                  </a:lnTo>
                  <a:lnTo>
                    <a:pt x="15354" y="11963"/>
                  </a:lnTo>
                  <a:lnTo>
                    <a:pt x="15544" y="11912"/>
                  </a:lnTo>
                  <a:lnTo>
                    <a:pt x="15697" y="11772"/>
                  </a:lnTo>
                  <a:lnTo>
                    <a:pt x="15519" y="11671"/>
                  </a:lnTo>
                  <a:lnTo>
                    <a:pt x="15367" y="11823"/>
                  </a:lnTo>
                  <a:lnTo>
                    <a:pt x="15138" y="11849"/>
                  </a:lnTo>
                  <a:lnTo>
                    <a:pt x="14782" y="11595"/>
                  </a:lnTo>
                  <a:lnTo>
                    <a:pt x="15036" y="11798"/>
                  </a:lnTo>
                  <a:lnTo>
                    <a:pt x="15290" y="11976"/>
                  </a:lnTo>
                  <a:lnTo>
                    <a:pt x="15494" y="12407"/>
                  </a:lnTo>
                  <a:lnTo>
                    <a:pt x="15811" y="12357"/>
                  </a:lnTo>
                  <a:lnTo>
                    <a:pt x="15849" y="12484"/>
                  </a:lnTo>
                  <a:lnTo>
                    <a:pt x="16205" y="12153"/>
                  </a:lnTo>
                  <a:close/>
                </a:path>
                <a:path w="84454" h="21590">
                  <a:moveTo>
                    <a:pt x="17297" y="6680"/>
                  </a:moveTo>
                  <a:lnTo>
                    <a:pt x="17030" y="6413"/>
                  </a:lnTo>
                  <a:lnTo>
                    <a:pt x="17005" y="6705"/>
                  </a:lnTo>
                  <a:lnTo>
                    <a:pt x="16344" y="6908"/>
                  </a:lnTo>
                  <a:lnTo>
                    <a:pt x="16522" y="7086"/>
                  </a:lnTo>
                  <a:lnTo>
                    <a:pt x="16649" y="6858"/>
                  </a:lnTo>
                  <a:lnTo>
                    <a:pt x="17297" y="6680"/>
                  </a:lnTo>
                  <a:close/>
                </a:path>
                <a:path w="84454" h="21590">
                  <a:moveTo>
                    <a:pt x="18199" y="16205"/>
                  </a:moveTo>
                  <a:lnTo>
                    <a:pt x="17830" y="16217"/>
                  </a:lnTo>
                  <a:lnTo>
                    <a:pt x="17716" y="16027"/>
                  </a:lnTo>
                  <a:lnTo>
                    <a:pt x="17399" y="15989"/>
                  </a:lnTo>
                  <a:lnTo>
                    <a:pt x="17335" y="16268"/>
                  </a:lnTo>
                  <a:lnTo>
                    <a:pt x="17792" y="16217"/>
                  </a:lnTo>
                  <a:lnTo>
                    <a:pt x="17780" y="16497"/>
                  </a:lnTo>
                  <a:lnTo>
                    <a:pt x="17576" y="16560"/>
                  </a:lnTo>
                  <a:lnTo>
                    <a:pt x="17983" y="16713"/>
                  </a:lnTo>
                  <a:lnTo>
                    <a:pt x="17868" y="16243"/>
                  </a:lnTo>
                  <a:lnTo>
                    <a:pt x="18110" y="16522"/>
                  </a:lnTo>
                  <a:lnTo>
                    <a:pt x="18199" y="16205"/>
                  </a:lnTo>
                  <a:close/>
                </a:path>
                <a:path w="84454" h="21590">
                  <a:moveTo>
                    <a:pt x="19900" y="17386"/>
                  </a:moveTo>
                  <a:lnTo>
                    <a:pt x="19659" y="17360"/>
                  </a:lnTo>
                  <a:lnTo>
                    <a:pt x="19558" y="17526"/>
                  </a:lnTo>
                  <a:lnTo>
                    <a:pt x="19253" y="17424"/>
                  </a:lnTo>
                  <a:lnTo>
                    <a:pt x="19342" y="17602"/>
                  </a:lnTo>
                  <a:lnTo>
                    <a:pt x="19583" y="17589"/>
                  </a:lnTo>
                  <a:lnTo>
                    <a:pt x="19812" y="17551"/>
                  </a:lnTo>
                  <a:lnTo>
                    <a:pt x="19900" y="17386"/>
                  </a:lnTo>
                  <a:close/>
                </a:path>
                <a:path w="84454" h="21590">
                  <a:moveTo>
                    <a:pt x="20154" y="9486"/>
                  </a:moveTo>
                  <a:lnTo>
                    <a:pt x="19773" y="9575"/>
                  </a:lnTo>
                  <a:lnTo>
                    <a:pt x="19596" y="9398"/>
                  </a:lnTo>
                  <a:lnTo>
                    <a:pt x="19367" y="9512"/>
                  </a:lnTo>
                  <a:lnTo>
                    <a:pt x="19469" y="9702"/>
                  </a:lnTo>
                  <a:lnTo>
                    <a:pt x="19799" y="9728"/>
                  </a:lnTo>
                  <a:lnTo>
                    <a:pt x="19913" y="9563"/>
                  </a:lnTo>
                  <a:lnTo>
                    <a:pt x="20154" y="9486"/>
                  </a:lnTo>
                  <a:close/>
                </a:path>
                <a:path w="84454" h="21590">
                  <a:moveTo>
                    <a:pt x="23228" y="17843"/>
                  </a:moveTo>
                  <a:lnTo>
                    <a:pt x="23037" y="17653"/>
                  </a:lnTo>
                  <a:lnTo>
                    <a:pt x="22783" y="17627"/>
                  </a:lnTo>
                  <a:lnTo>
                    <a:pt x="22313" y="17907"/>
                  </a:lnTo>
                  <a:lnTo>
                    <a:pt x="22555" y="18059"/>
                  </a:lnTo>
                  <a:lnTo>
                    <a:pt x="22669" y="17780"/>
                  </a:lnTo>
                  <a:lnTo>
                    <a:pt x="23190" y="17983"/>
                  </a:lnTo>
                  <a:lnTo>
                    <a:pt x="23228" y="17843"/>
                  </a:lnTo>
                  <a:close/>
                </a:path>
                <a:path w="84454" h="21590">
                  <a:moveTo>
                    <a:pt x="23266" y="17335"/>
                  </a:moveTo>
                  <a:lnTo>
                    <a:pt x="22961" y="17373"/>
                  </a:lnTo>
                  <a:lnTo>
                    <a:pt x="22974" y="17195"/>
                  </a:lnTo>
                  <a:lnTo>
                    <a:pt x="22771" y="17195"/>
                  </a:lnTo>
                  <a:lnTo>
                    <a:pt x="22593" y="17221"/>
                  </a:lnTo>
                  <a:lnTo>
                    <a:pt x="22517" y="17348"/>
                  </a:lnTo>
                  <a:lnTo>
                    <a:pt x="22847" y="17272"/>
                  </a:lnTo>
                  <a:lnTo>
                    <a:pt x="22821" y="17462"/>
                  </a:lnTo>
                  <a:lnTo>
                    <a:pt x="23164" y="17564"/>
                  </a:lnTo>
                  <a:lnTo>
                    <a:pt x="23266" y="17335"/>
                  </a:lnTo>
                  <a:close/>
                </a:path>
                <a:path w="84454" h="21590">
                  <a:moveTo>
                    <a:pt x="30378" y="13716"/>
                  </a:moveTo>
                  <a:lnTo>
                    <a:pt x="29908" y="13042"/>
                  </a:lnTo>
                  <a:lnTo>
                    <a:pt x="29730" y="13208"/>
                  </a:lnTo>
                  <a:lnTo>
                    <a:pt x="30378" y="13716"/>
                  </a:lnTo>
                  <a:close/>
                </a:path>
                <a:path w="84454" h="21590">
                  <a:moveTo>
                    <a:pt x="31000" y="13690"/>
                  </a:moveTo>
                  <a:lnTo>
                    <a:pt x="30924" y="13411"/>
                  </a:lnTo>
                  <a:lnTo>
                    <a:pt x="30619" y="13652"/>
                  </a:lnTo>
                  <a:lnTo>
                    <a:pt x="31000" y="13690"/>
                  </a:lnTo>
                  <a:close/>
                </a:path>
                <a:path w="84454" h="21590">
                  <a:moveTo>
                    <a:pt x="32499" y="14084"/>
                  </a:moveTo>
                  <a:lnTo>
                    <a:pt x="31902" y="14198"/>
                  </a:lnTo>
                  <a:lnTo>
                    <a:pt x="31496" y="13728"/>
                  </a:lnTo>
                  <a:lnTo>
                    <a:pt x="31330" y="13817"/>
                  </a:lnTo>
                  <a:lnTo>
                    <a:pt x="31661" y="14046"/>
                  </a:lnTo>
                  <a:lnTo>
                    <a:pt x="32054" y="14351"/>
                  </a:lnTo>
                  <a:lnTo>
                    <a:pt x="32499" y="14084"/>
                  </a:lnTo>
                  <a:close/>
                </a:path>
                <a:path w="84454" h="21590">
                  <a:moveTo>
                    <a:pt x="32956" y="4533"/>
                  </a:moveTo>
                  <a:lnTo>
                    <a:pt x="32308" y="3594"/>
                  </a:lnTo>
                  <a:lnTo>
                    <a:pt x="31953" y="3086"/>
                  </a:lnTo>
                  <a:lnTo>
                    <a:pt x="32956" y="4533"/>
                  </a:lnTo>
                  <a:close/>
                </a:path>
                <a:path w="84454" h="21590">
                  <a:moveTo>
                    <a:pt x="33959" y="13487"/>
                  </a:moveTo>
                  <a:lnTo>
                    <a:pt x="33642" y="13385"/>
                  </a:lnTo>
                  <a:lnTo>
                    <a:pt x="33515" y="13525"/>
                  </a:lnTo>
                  <a:lnTo>
                    <a:pt x="33248" y="13487"/>
                  </a:lnTo>
                  <a:lnTo>
                    <a:pt x="33185" y="13703"/>
                  </a:lnTo>
                  <a:lnTo>
                    <a:pt x="33375" y="13830"/>
                  </a:lnTo>
                  <a:lnTo>
                    <a:pt x="33870" y="13830"/>
                  </a:lnTo>
                  <a:lnTo>
                    <a:pt x="33616" y="13652"/>
                  </a:lnTo>
                  <a:lnTo>
                    <a:pt x="33489" y="13741"/>
                  </a:lnTo>
                  <a:lnTo>
                    <a:pt x="33489" y="13601"/>
                  </a:lnTo>
                  <a:lnTo>
                    <a:pt x="33959" y="13487"/>
                  </a:lnTo>
                  <a:close/>
                </a:path>
                <a:path w="84454" h="21590">
                  <a:moveTo>
                    <a:pt x="35864" y="8966"/>
                  </a:moveTo>
                  <a:lnTo>
                    <a:pt x="35661" y="8813"/>
                  </a:lnTo>
                  <a:lnTo>
                    <a:pt x="35509" y="9105"/>
                  </a:lnTo>
                  <a:lnTo>
                    <a:pt x="35394" y="9398"/>
                  </a:lnTo>
                  <a:lnTo>
                    <a:pt x="35064" y="9499"/>
                  </a:lnTo>
                  <a:lnTo>
                    <a:pt x="35394" y="9613"/>
                  </a:lnTo>
                  <a:lnTo>
                    <a:pt x="35585" y="9359"/>
                  </a:lnTo>
                  <a:lnTo>
                    <a:pt x="35864" y="8966"/>
                  </a:lnTo>
                  <a:close/>
                </a:path>
                <a:path w="84454" h="21590">
                  <a:moveTo>
                    <a:pt x="40093" y="7924"/>
                  </a:moveTo>
                  <a:lnTo>
                    <a:pt x="39801" y="7835"/>
                  </a:lnTo>
                  <a:lnTo>
                    <a:pt x="39585" y="7264"/>
                  </a:lnTo>
                  <a:lnTo>
                    <a:pt x="39370" y="7404"/>
                  </a:lnTo>
                  <a:lnTo>
                    <a:pt x="39636" y="7505"/>
                  </a:lnTo>
                  <a:lnTo>
                    <a:pt x="39738" y="8153"/>
                  </a:lnTo>
                  <a:lnTo>
                    <a:pt x="40093" y="7924"/>
                  </a:lnTo>
                  <a:close/>
                </a:path>
                <a:path w="84454" h="21590">
                  <a:moveTo>
                    <a:pt x="41554" y="6096"/>
                  </a:moveTo>
                  <a:lnTo>
                    <a:pt x="40894" y="6096"/>
                  </a:lnTo>
                  <a:lnTo>
                    <a:pt x="41059" y="6591"/>
                  </a:lnTo>
                  <a:lnTo>
                    <a:pt x="41122" y="6807"/>
                  </a:lnTo>
                  <a:lnTo>
                    <a:pt x="41338" y="6591"/>
                  </a:lnTo>
                  <a:lnTo>
                    <a:pt x="41554" y="6096"/>
                  </a:lnTo>
                  <a:close/>
                </a:path>
                <a:path w="84454" h="21590">
                  <a:moveTo>
                    <a:pt x="42875" y="6045"/>
                  </a:moveTo>
                  <a:lnTo>
                    <a:pt x="42443" y="5969"/>
                  </a:lnTo>
                  <a:lnTo>
                    <a:pt x="42291" y="6146"/>
                  </a:lnTo>
                  <a:lnTo>
                    <a:pt x="42100" y="6261"/>
                  </a:lnTo>
                  <a:lnTo>
                    <a:pt x="42329" y="6413"/>
                  </a:lnTo>
                  <a:lnTo>
                    <a:pt x="42519" y="6057"/>
                  </a:lnTo>
                  <a:lnTo>
                    <a:pt x="42519" y="6286"/>
                  </a:lnTo>
                  <a:lnTo>
                    <a:pt x="42875" y="6045"/>
                  </a:lnTo>
                  <a:close/>
                </a:path>
                <a:path w="84454" h="21590">
                  <a:moveTo>
                    <a:pt x="45288" y="16090"/>
                  </a:moveTo>
                  <a:lnTo>
                    <a:pt x="45085" y="15709"/>
                  </a:lnTo>
                  <a:lnTo>
                    <a:pt x="44729" y="15951"/>
                  </a:lnTo>
                  <a:lnTo>
                    <a:pt x="44665" y="15748"/>
                  </a:lnTo>
                  <a:lnTo>
                    <a:pt x="44665" y="15570"/>
                  </a:lnTo>
                  <a:lnTo>
                    <a:pt x="44373" y="15824"/>
                  </a:lnTo>
                  <a:lnTo>
                    <a:pt x="44132" y="15506"/>
                  </a:lnTo>
                  <a:lnTo>
                    <a:pt x="43891" y="15786"/>
                  </a:lnTo>
                  <a:lnTo>
                    <a:pt x="44297" y="15900"/>
                  </a:lnTo>
                  <a:lnTo>
                    <a:pt x="45288" y="16090"/>
                  </a:lnTo>
                  <a:close/>
                </a:path>
                <a:path w="84454" h="21590">
                  <a:moveTo>
                    <a:pt x="47409" y="18745"/>
                  </a:moveTo>
                  <a:lnTo>
                    <a:pt x="47345" y="18529"/>
                  </a:lnTo>
                  <a:lnTo>
                    <a:pt x="47142" y="18326"/>
                  </a:lnTo>
                  <a:lnTo>
                    <a:pt x="47129" y="18554"/>
                  </a:lnTo>
                  <a:lnTo>
                    <a:pt x="46926" y="18592"/>
                  </a:lnTo>
                  <a:lnTo>
                    <a:pt x="47117" y="18275"/>
                  </a:lnTo>
                  <a:lnTo>
                    <a:pt x="46558" y="18491"/>
                  </a:lnTo>
                  <a:lnTo>
                    <a:pt x="46609" y="18288"/>
                  </a:lnTo>
                  <a:lnTo>
                    <a:pt x="46850" y="18122"/>
                  </a:lnTo>
                  <a:lnTo>
                    <a:pt x="46634" y="18122"/>
                  </a:lnTo>
                  <a:lnTo>
                    <a:pt x="46418" y="18008"/>
                  </a:lnTo>
                  <a:lnTo>
                    <a:pt x="46418" y="18415"/>
                  </a:lnTo>
                  <a:lnTo>
                    <a:pt x="46748" y="18618"/>
                  </a:lnTo>
                  <a:lnTo>
                    <a:pt x="47117" y="18783"/>
                  </a:lnTo>
                  <a:lnTo>
                    <a:pt x="47142" y="18643"/>
                  </a:lnTo>
                  <a:lnTo>
                    <a:pt x="47409" y="18745"/>
                  </a:lnTo>
                  <a:close/>
                </a:path>
                <a:path w="84454" h="21590">
                  <a:moveTo>
                    <a:pt x="51790" y="16903"/>
                  </a:moveTo>
                  <a:lnTo>
                    <a:pt x="51549" y="16789"/>
                  </a:lnTo>
                  <a:lnTo>
                    <a:pt x="51473" y="16573"/>
                  </a:lnTo>
                  <a:lnTo>
                    <a:pt x="51244" y="16598"/>
                  </a:lnTo>
                  <a:lnTo>
                    <a:pt x="51308" y="16865"/>
                  </a:lnTo>
                  <a:lnTo>
                    <a:pt x="51066" y="16827"/>
                  </a:lnTo>
                  <a:lnTo>
                    <a:pt x="51092" y="17043"/>
                  </a:lnTo>
                  <a:lnTo>
                    <a:pt x="51282" y="17056"/>
                  </a:lnTo>
                  <a:lnTo>
                    <a:pt x="51790" y="16903"/>
                  </a:lnTo>
                  <a:close/>
                </a:path>
                <a:path w="84454" h="21590">
                  <a:moveTo>
                    <a:pt x="54279" y="17843"/>
                  </a:moveTo>
                  <a:lnTo>
                    <a:pt x="54114" y="17716"/>
                  </a:lnTo>
                  <a:lnTo>
                    <a:pt x="53860" y="17691"/>
                  </a:lnTo>
                  <a:lnTo>
                    <a:pt x="54051" y="17907"/>
                  </a:lnTo>
                  <a:lnTo>
                    <a:pt x="53555" y="18008"/>
                  </a:lnTo>
                  <a:lnTo>
                    <a:pt x="53746" y="17627"/>
                  </a:lnTo>
                  <a:lnTo>
                    <a:pt x="53314" y="17678"/>
                  </a:lnTo>
                  <a:lnTo>
                    <a:pt x="53149" y="17945"/>
                  </a:lnTo>
                  <a:lnTo>
                    <a:pt x="53657" y="17780"/>
                  </a:lnTo>
                  <a:lnTo>
                    <a:pt x="53505" y="18046"/>
                  </a:lnTo>
                  <a:lnTo>
                    <a:pt x="53797" y="18008"/>
                  </a:lnTo>
                  <a:lnTo>
                    <a:pt x="54114" y="18021"/>
                  </a:lnTo>
                  <a:lnTo>
                    <a:pt x="54279" y="17843"/>
                  </a:lnTo>
                  <a:close/>
                </a:path>
                <a:path w="84454" h="21590">
                  <a:moveTo>
                    <a:pt x="56984" y="18808"/>
                  </a:moveTo>
                  <a:lnTo>
                    <a:pt x="56667" y="18719"/>
                  </a:lnTo>
                  <a:lnTo>
                    <a:pt x="56502" y="18859"/>
                  </a:lnTo>
                  <a:lnTo>
                    <a:pt x="56591" y="19088"/>
                  </a:lnTo>
                  <a:lnTo>
                    <a:pt x="56553" y="18948"/>
                  </a:lnTo>
                  <a:lnTo>
                    <a:pt x="56908" y="19075"/>
                  </a:lnTo>
                  <a:lnTo>
                    <a:pt x="56984" y="18808"/>
                  </a:lnTo>
                  <a:close/>
                </a:path>
                <a:path w="84454" h="21590">
                  <a:moveTo>
                    <a:pt x="57365" y="16814"/>
                  </a:moveTo>
                  <a:lnTo>
                    <a:pt x="57099" y="16814"/>
                  </a:lnTo>
                  <a:lnTo>
                    <a:pt x="56057" y="16459"/>
                  </a:lnTo>
                  <a:lnTo>
                    <a:pt x="56349" y="16700"/>
                  </a:lnTo>
                  <a:lnTo>
                    <a:pt x="57061" y="17030"/>
                  </a:lnTo>
                  <a:lnTo>
                    <a:pt x="57365" y="16814"/>
                  </a:lnTo>
                  <a:close/>
                </a:path>
                <a:path w="84454" h="21590">
                  <a:moveTo>
                    <a:pt x="57518" y="12217"/>
                  </a:moveTo>
                  <a:lnTo>
                    <a:pt x="57416" y="12026"/>
                  </a:lnTo>
                  <a:lnTo>
                    <a:pt x="57289" y="12192"/>
                  </a:lnTo>
                  <a:lnTo>
                    <a:pt x="57518" y="12217"/>
                  </a:lnTo>
                  <a:close/>
                </a:path>
                <a:path w="84454" h="21590">
                  <a:moveTo>
                    <a:pt x="57708" y="15201"/>
                  </a:moveTo>
                  <a:lnTo>
                    <a:pt x="57226" y="14998"/>
                  </a:lnTo>
                  <a:lnTo>
                    <a:pt x="56997" y="15189"/>
                  </a:lnTo>
                  <a:lnTo>
                    <a:pt x="56819" y="15417"/>
                  </a:lnTo>
                  <a:lnTo>
                    <a:pt x="56527" y="15582"/>
                  </a:lnTo>
                  <a:lnTo>
                    <a:pt x="56578" y="15455"/>
                  </a:lnTo>
                  <a:lnTo>
                    <a:pt x="56705" y="15405"/>
                  </a:lnTo>
                  <a:lnTo>
                    <a:pt x="56438" y="15405"/>
                  </a:lnTo>
                  <a:lnTo>
                    <a:pt x="56413" y="15748"/>
                  </a:lnTo>
                  <a:lnTo>
                    <a:pt x="57010" y="15722"/>
                  </a:lnTo>
                  <a:lnTo>
                    <a:pt x="57302" y="15633"/>
                  </a:lnTo>
                  <a:lnTo>
                    <a:pt x="57137" y="15506"/>
                  </a:lnTo>
                  <a:lnTo>
                    <a:pt x="57708" y="15201"/>
                  </a:lnTo>
                  <a:close/>
                </a:path>
                <a:path w="84454" h="21590">
                  <a:moveTo>
                    <a:pt x="58508" y="19342"/>
                  </a:moveTo>
                  <a:lnTo>
                    <a:pt x="58204" y="19088"/>
                  </a:lnTo>
                  <a:lnTo>
                    <a:pt x="58064" y="18834"/>
                  </a:lnTo>
                  <a:lnTo>
                    <a:pt x="57912" y="18935"/>
                  </a:lnTo>
                  <a:lnTo>
                    <a:pt x="57810" y="18503"/>
                  </a:lnTo>
                  <a:lnTo>
                    <a:pt x="57518" y="18465"/>
                  </a:lnTo>
                  <a:lnTo>
                    <a:pt x="57581" y="18643"/>
                  </a:lnTo>
                  <a:lnTo>
                    <a:pt x="57391" y="18465"/>
                  </a:lnTo>
                  <a:lnTo>
                    <a:pt x="57531" y="18732"/>
                  </a:lnTo>
                  <a:lnTo>
                    <a:pt x="57785" y="18935"/>
                  </a:lnTo>
                  <a:lnTo>
                    <a:pt x="57988" y="19164"/>
                  </a:lnTo>
                  <a:lnTo>
                    <a:pt x="57912" y="18961"/>
                  </a:lnTo>
                  <a:lnTo>
                    <a:pt x="58508" y="19342"/>
                  </a:lnTo>
                  <a:close/>
                </a:path>
                <a:path w="84454" h="21590">
                  <a:moveTo>
                    <a:pt x="58521" y="12852"/>
                  </a:moveTo>
                  <a:lnTo>
                    <a:pt x="58204" y="12788"/>
                  </a:lnTo>
                  <a:lnTo>
                    <a:pt x="58140" y="12395"/>
                  </a:lnTo>
                  <a:lnTo>
                    <a:pt x="57670" y="12687"/>
                  </a:lnTo>
                  <a:lnTo>
                    <a:pt x="57683" y="12484"/>
                  </a:lnTo>
                  <a:lnTo>
                    <a:pt x="57518" y="12217"/>
                  </a:lnTo>
                  <a:lnTo>
                    <a:pt x="57302" y="12585"/>
                  </a:lnTo>
                  <a:lnTo>
                    <a:pt x="57340" y="12738"/>
                  </a:lnTo>
                  <a:lnTo>
                    <a:pt x="57759" y="12687"/>
                  </a:lnTo>
                  <a:lnTo>
                    <a:pt x="58267" y="13335"/>
                  </a:lnTo>
                  <a:lnTo>
                    <a:pt x="58521" y="12852"/>
                  </a:lnTo>
                  <a:close/>
                </a:path>
                <a:path w="84454" h="21590">
                  <a:moveTo>
                    <a:pt x="58610" y="17780"/>
                  </a:moveTo>
                  <a:lnTo>
                    <a:pt x="58445" y="17551"/>
                  </a:lnTo>
                  <a:lnTo>
                    <a:pt x="58216" y="17399"/>
                  </a:lnTo>
                  <a:lnTo>
                    <a:pt x="58267" y="17043"/>
                  </a:lnTo>
                  <a:lnTo>
                    <a:pt x="57950" y="16979"/>
                  </a:lnTo>
                  <a:lnTo>
                    <a:pt x="57785" y="17335"/>
                  </a:lnTo>
                  <a:lnTo>
                    <a:pt x="58610" y="17780"/>
                  </a:lnTo>
                  <a:close/>
                </a:path>
                <a:path w="84454" h="21590">
                  <a:moveTo>
                    <a:pt x="59385" y="16179"/>
                  </a:moveTo>
                  <a:lnTo>
                    <a:pt x="58978" y="16217"/>
                  </a:lnTo>
                  <a:lnTo>
                    <a:pt x="58801" y="16141"/>
                  </a:lnTo>
                  <a:lnTo>
                    <a:pt x="58547" y="16395"/>
                  </a:lnTo>
                  <a:lnTo>
                    <a:pt x="58775" y="16395"/>
                  </a:lnTo>
                  <a:lnTo>
                    <a:pt x="58775" y="16217"/>
                  </a:lnTo>
                  <a:lnTo>
                    <a:pt x="58978" y="16281"/>
                  </a:lnTo>
                  <a:lnTo>
                    <a:pt x="59029" y="16459"/>
                  </a:lnTo>
                  <a:lnTo>
                    <a:pt x="59309" y="16459"/>
                  </a:lnTo>
                  <a:lnTo>
                    <a:pt x="59385" y="16179"/>
                  </a:lnTo>
                  <a:close/>
                </a:path>
                <a:path w="84454" h="21590">
                  <a:moveTo>
                    <a:pt x="59537" y="20421"/>
                  </a:moveTo>
                  <a:lnTo>
                    <a:pt x="58381" y="20231"/>
                  </a:lnTo>
                  <a:lnTo>
                    <a:pt x="58407" y="20574"/>
                  </a:lnTo>
                  <a:lnTo>
                    <a:pt x="58826" y="20701"/>
                  </a:lnTo>
                  <a:lnTo>
                    <a:pt x="58750" y="20421"/>
                  </a:lnTo>
                  <a:lnTo>
                    <a:pt x="59537" y="20421"/>
                  </a:lnTo>
                  <a:close/>
                </a:path>
                <a:path w="84454" h="21590">
                  <a:moveTo>
                    <a:pt x="63995" y="15875"/>
                  </a:moveTo>
                  <a:lnTo>
                    <a:pt x="63614" y="15570"/>
                  </a:lnTo>
                  <a:lnTo>
                    <a:pt x="62636" y="15303"/>
                  </a:lnTo>
                  <a:lnTo>
                    <a:pt x="63588" y="15836"/>
                  </a:lnTo>
                  <a:lnTo>
                    <a:pt x="63385" y="15900"/>
                  </a:lnTo>
                  <a:lnTo>
                    <a:pt x="63779" y="15875"/>
                  </a:lnTo>
                  <a:lnTo>
                    <a:pt x="63995" y="15875"/>
                  </a:lnTo>
                  <a:close/>
                </a:path>
                <a:path w="84454" h="21590">
                  <a:moveTo>
                    <a:pt x="64058" y="15862"/>
                  </a:moveTo>
                  <a:close/>
                </a:path>
                <a:path w="84454" h="21590">
                  <a:moveTo>
                    <a:pt x="65455" y="9525"/>
                  </a:moveTo>
                  <a:lnTo>
                    <a:pt x="65074" y="9334"/>
                  </a:lnTo>
                  <a:lnTo>
                    <a:pt x="64960" y="8966"/>
                  </a:lnTo>
                  <a:lnTo>
                    <a:pt x="64655" y="8724"/>
                  </a:lnTo>
                  <a:lnTo>
                    <a:pt x="64770" y="9055"/>
                  </a:lnTo>
                  <a:lnTo>
                    <a:pt x="65024" y="9702"/>
                  </a:lnTo>
                  <a:lnTo>
                    <a:pt x="65455" y="9525"/>
                  </a:lnTo>
                  <a:close/>
                </a:path>
                <a:path w="84454" h="21590">
                  <a:moveTo>
                    <a:pt x="66167" y="21005"/>
                  </a:moveTo>
                  <a:lnTo>
                    <a:pt x="65900" y="21005"/>
                  </a:lnTo>
                  <a:lnTo>
                    <a:pt x="66167" y="21005"/>
                  </a:lnTo>
                  <a:close/>
                </a:path>
                <a:path w="84454" h="21590">
                  <a:moveTo>
                    <a:pt x="66217" y="18021"/>
                  </a:moveTo>
                  <a:lnTo>
                    <a:pt x="66052" y="17957"/>
                  </a:lnTo>
                  <a:lnTo>
                    <a:pt x="66217" y="18021"/>
                  </a:lnTo>
                  <a:close/>
                </a:path>
                <a:path w="84454" h="21590">
                  <a:moveTo>
                    <a:pt x="66357" y="18046"/>
                  </a:moveTo>
                  <a:lnTo>
                    <a:pt x="66217" y="18021"/>
                  </a:lnTo>
                  <a:lnTo>
                    <a:pt x="66294" y="18199"/>
                  </a:lnTo>
                  <a:lnTo>
                    <a:pt x="66357" y="18046"/>
                  </a:lnTo>
                  <a:close/>
                </a:path>
                <a:path w="84454" h="21590">
                  <a:moveTo>
                    <a:pt x="66522" y="17513"/>
                  </a:moveTo>
                  <a:lnTo>
                    <a:pt x="66306" y="17475"/>
                  </a:lnTo>
                  <a:lnTo>
                    <a:pt x="66281" y="17602"/>
                  </a:lnTo>
                  <a:lnTo>
                    <a:pt x="66078" y="17564"/>
                  </a:lnTo>
                  <a:lnTo>
                    <a:pt x="66052" y="17881"/>
                  </a:lnTo>
                  <a:lnTo>
                    <a:pt x="66509" y="17792"/>
                  </a:lnTo>
                  <a:lnTo>
                    <a:pt x="66522" y="17513"/>
                  </a:lnTo>
                  <a:close/>
                </a:path>
                <a:path w="84454" h="21590">
                  <a:moveTo>
                    <a:pt x="66560" y="20993"/>
                  </a:moveTo>
                  <a:lnTo>
                    <a:pt x="66497" y="20447"/>
                  </a:lnTo>
                  <a:lnTo>
                    <a:pt x="66294" y="20447"/>
                  </a:lnTo>
                  <a:lnTo>
                    <a:pt x="66370" y="20688"/>
                  </a:lnTo>
                  <a:lnTo>
                    <a:pt x="65887" y="20485"/>
                  </a:lnTo>
                  <a:lnTo>
                    <a:pt x="66167" y="21005"/>
                  </a:lnTo>
                  <a:lnTo>
                    <a:pt x="66560" y="20993"/>
                  </a:lnTo>
                  <a:close/>
                </a:path>
                <a:path w="84454" h="21590">
                  <a:moveTo>
                    <a:pt x="66713" y="18986"/>
                  </a:moveTo>
                  <a:lnTo>
                    <a:pt x="66179" y="18364"/>
                  </a:lnTo>
                  <a:lnTo>
                    <a:pt x="66294" y="19380"/>
                  </a:lnTo>
                  <a:lnTo>
                    <a:pt x="66586" y="19164"/>
                  </a:lnTo>
                  <a:lnTo>
                    <a:pt x="66446" y="19011"/>
                  </a:lnTo>
                  <a:lnTo>
                    <a:pt x="66471" y="18783"/>
                  </a:lnTo>
                  <a:lnTo>
                    <a:pt x="66713" y="18986"/>
                  </a:lnTo>
                  <a:close/>
                </a:path>
                <a:path w="84454" h="21590">
                  <a:moveTo>
                    <a:pt x="66954" y="16738"/>
                  </a:moveTo>
                  <a:lnTo>
                    <a:pt x="66497" y="16700"/>
                  </a:lnTo>
                  <a:lnTo>
                    <a:pt x="66802" y="16814"/>
                  </a:lnTo>
                  <a:lnTo>
                    <a:pt x="66954" y="16738"/>
                  </a:lnTo>
                  <a:close/>
                </a:path>
                <a:path w="84454" h="21590">
                  <a:moveTo>
                    <a:pt x="67259" y="14516"/>
                  </a:moveTo>
                  <a:lnTo>
                    <a:pt x="66306" y="14224"/>
                  </a:lnTo>
                  <a:lnTo>
                    <a:pt x="66548" y="14528"/>
                  </a:lnTo>
                  <a:lnTo>
                    <a:pt x="66675" y="14439"/>
                  </a:lnTo>
                  <a:lnTo>
                    <a:pt x="66548" y="14782"/>
                  </a:lnTo>
                  <a:lnTo>
                    <a:pt x="66916" y="14782"/>
                  </a:lnTo>
                  <a:lnTo>
                    <a:pt x="67056" y="14935"/>
                  </a:lnTo>
                  <a:lnTo>
                    <a:pt x="67259" y="14516"/>
                  </a:lnTo>
                  <a:close/>
                </a:path>
                <a:path w="84454" h="21590">
                  <a:moveTo>
                    <a:pt x="67398" y="21056"/>
                  </a:moveTo>
                  <a:lnTo>
                    <a:pt x="67322" y="20726"/>
                  </a:lnTo>
                  <a:lnTo>
                    <a:pt x="66687" y="20815"/>
                  </a:lnTo>
                  <a:lnTo>
                    <a:pt x="66586" y="20523"/>
                  </a:lnTo>
                  <a:lnTo>
                    <a:pt x="66636" y="20853"/>
                  </a:lnTo>
                  <a:lnTo>
                    <a:pt x="67056" y="20929"/>
                  </a:lnTo>
                  <a:lnTo>
                    <a:pt x="67398" y="21056"/>
                  </a:lnTo>
                  <a:close/>
                </a:path>
                <a:path w="84454" h="21590">
                  <a:moveTo>
                    <a:pt x="67983" y="16687"/>
                  </a:moveTo>
                  <a:lnTo>
                    <a:pt x="67462" y="16370"/>
                  </a:lnTo>
                  <a:lnTo>
                    <a:pt x="67360" y="16497"/>
                  </a:lnTo>
                  <a:lnTo>
                    <a:pt x="67678" y="16598"/>
                  </a:lnTo>
                  <a:lnTo>
                    <a:pt x="67221" y="16687"/>
                  </a:lnTo>
                  <a:lnTo>
                    <a:pt x="67322" y="16852"/>
                  </a:lnTo>
                  <a:lnTo>
                    <a:pt x="67983" y="16903"/>
                  </a:lnTo>
                  <a:lnTo>
                    <a:pt x="67983" y="16687"/>
                  </a:lnTo>
                  <a:close/>
                </a:path>
                <a:path w="84454" h="21590">
                  <a:moveTo>
                    <a:pt x="70459" y="11391"/>
                  </a:moveTo>
                  <a:lnTo>
                    <a:pt x="70218" y="11112"/>
                  </a:lnTo>
                  <a:lnTo>
                    <a:pt x="69977" y="11303"/>
                  </a:lnTo>
                  <a:lnTo>
                    <a:pt x="69748" y="11518"/>
                  </a:lnTo>
                  <a:lnTo>
                    <a:pt x="69418" y="11671"/>
                  </a:lnTo>
                  <a:lnTo>
                    <a:pt x="69608" y="11861"/>
                  </a:lnTo>
                  <a:lnTo>
                    <a:pt x="69608" y="11709"/>
                  </a:lnTo>
                  <a:lnTo>
                    <a:pt x="69748" y="11671"/>
                  </a:lnTo>
                  <a:lnTo>
                    <a:pt x="69951" y="11722"/>
                  </a:lnTo>
                  <a:lnTo>
                    <a:pt x="69862" y="12014"/>
                  </a:lnTo>
                  <a:lnTo>
                    <a:pt x="70205" y="12001"/>
                  </a:lnTo>
                  <a:lnTo>
                    <a:pt x="70231" y="12204"/>
                  </a:lnTo>
                  <a:lnTo>
                    <a:pt x="70459" y="12217"/>
                  </a:lnTo>
                  <a:lnTo>
                    <a:pt x="70116" y="11861"/>
                  </a:lnTo>
                  <a:lnTo>
                    <a:pt x="70459" y="11391"/>
                  </a:lnTo>
                  <a:close/>
                </a:path>
                <a:path w="84454" h="21590">
                  <a:moveTo>
                    <a:pt x="71259" y="10109"/>
                  </a:moveTo>
                  <a:lnTo>
                    <a:pt x="71069" y="9918"/>
                  </a:lnTo>
                  <a:lnTo>
                    <a:pt x="70853" y="9994"/>
                  </a:lnTo>
                  <a:lnTo>
                    <a:pt x="71056" y="9994"/>
                  </a:lnTo>
                  <a:lnTo>
                    <a:pt x="71259" y="10109"/>
                  </a:lnTo>
                  <a:close/>
                </a:path>
                <a:path w="84454" h="21590">
                  <a:moveTo>
                    <a:pt x="71361" y="9563"/>
                  </a:moveTo>
                  <a:lnTo>
                    <a:pt x="71005" y="9372"/>
                  </a:lnTo>
                  <a:lnTo>
                    <a:pt x="70980" y="9588"/>
                  </a:lnTo>
                  <a:lnTo>
                    <a:pt x="70967" y="9804"/>
                  </a:lnTo>
                  <a:lnTo>
                    <a:pt x="71361" y="9563"/>
                  </a:lnTo>
                  <a:close/>
                </a:path>
                <a:path w="84454" h="21590">
                  <a:moveTo>
                    <a:pt x="71539" y="13665"/>
                  </a:moveTo>
                  <a:lnTo>
                    <a:pt x="71475" y="13144"/>
                  </a:lnTo>
                  <a:lnTo>
                    <a:pt x="71031" y="13093"/>
                  </a:lnTo>
                  <a:lnTo>
                    <a:pt x="71005" y="13538"/>
                  </a:lnTo>
                  <a:lnTo>
                    <a:pt x="71259" y="13487"/>
                  </a:lnTo>
                  <a:lnTo>
                    <a:pt x="71437" y="13881"/>
                  </a:lnTo>
                  <a:lnTo>
                    <a:pt x="71539" y="13665"/>
                  </a:lnTo>
                  <a:close/>
                </a:path>
                <a:path w="84454" h="21590">
                  <a:moveTo>
                    <a:pt x="72910" y="19164"/>
                  </a:moveTo>
                  <a:lnTo>
                    <a:pt x="72593" y="19215"/>
                  </a:lnTo>
                  <a:lnTo>
                    <a:pt x="72644" y="18986"/>
                  </a:lnTo>
                  <a:lnTo>
                    <a:pt x="72377" y="19037"/>
                  </a:lnTo>
                  <a:lnTo>
                    <a:pt x="72466" y="19405"/>
                  </a:lnTo>
                  <a:lnTo>
                    <a:pt x="72250" y="19469"/>
                  </a:lnTo>
                  <a:lnTo>
                    <a:pt x="72555" y="19469"/>
                  </a:lnTo>
                  <a:lnTo>
                    <a:pt x="72771" y="19354"/>
                  </a:lnTo>
                  <a:lnTo>
                    <a:pt x="72910" y="19164"/>
                  </a:lnTo>
                  <a:close/>
                </a:path>
                <a:path w="84454" h="21590">
                  <a:moveTo>
                    <a:pt x="74142" y="7442"/>
                  </a:moveTo>
                  <a:lnTo>
                    <a:pt x="73825" y="7315"/>
                  </a:lnTo>
                  <a:lnTo>
                    <a:pt x="73825" y="7505"/>
                  </a:lnTo>
                  <a:lnTo>
                    <a:pt x="73685" y="7594"/>
                  </a:lnTo>
                  <a:lnTo>
                    <a:pt x="74091" y="7785"/>
                  </a:lnTo>
                  <a:lnTo>
                    <a:pt x="74142" y="7442"/>
                  </a:lnTo>
                  <a:close/>
                </a:path>
                <a:path w="84454" h="21590">
                  <a:moveTo>
                    <a:pt x="75653" y="7645"/>
                  </a:moveTo>
                  <a:lnTo>
                    <a:pt x="75349" y="7480"/>
                  </a:lnTo>
                  <a:lnTo>
                    <a:pt x="75145" y="7162"/>
                  </a:lnTo>
                  <a:lnTo>
                    <a:pt x="75145" y="7721"/>
                  </a:lnTo>
                  <a:lnTo>
                    <a:pt x="74447" y="7239"/>
                  </a:lnTo>
                  <a:lnTo>
                    <a:pt x="74244" y="7442"/>
                  </a:lnTo>
                  <a:lnTo>
                    <a:pt x="74510" y="7442"/>
                  </a:lnTo>
                  <a:lnTo>
                    <a:pt x="74561" y="7607"/>
                  </a:lnTo>
                  <a:lnTo>
                    <a:pt x="74650" y="7759"/>
                  </a:lnTo>
                  <a:lnTo>
                    <a:pt x="74155" y="7810"/>
                  </a:lnTo>
                  <a:lnTo>
                    <a:pt x="74206" y="8178"/>
                  </a:lnTo>
                  <a:lnTo>
                    <a:pt x="73723" y="8064"/>
                  </a:lnTo>
                  <a:lnTo>
                    <a:pt x="73634" y="8318"/>
                  </a:lnTo>
                  <a:lnTo>
                    <a:pt x="74498" y="8166"/>
                  </a:lnTo>
                  <a:lnTo>
                    <a:pt x="75044" y="8089"/>
                  </a:lnTo>
                  <a:lnTo>
                    <a:pt x="75628" y="7937"/>
                  </a:lnTo>
                  <a:lnTo>
                    <a:pt x="75653" y="7645"/>
                  </a:lnTo>
                  <a:close/>
                </a:path>
                <a:path w="84454" h="21590">
                  <a:moveTo>
                    <a:pt x="76250" y="13563"/>
                  </a:moveTo>
                  <a:lnTo>
                    <a:pt x="76161" y="12700"/>
                  </a:lnTo>
                  <a:lnTo>
                    <a:pt x="75946" y="12954"/>
                  </a:lnTo>
                  <a:lnTo>
                    <a:pt x="76174" y="13055"/>
                  </a:lnTo>
                  <a:lnTo>
                    <a:pt x="75641" y="13233"/>
                  </a:lnTo>
                  <a:lnTo>
                    <a:pt x="75780" y="13563"/>
                  </a:lnTo>
                  <a:lnTo>
                    <a:pt x="76098" y="13589"/>
                  </a:lnTo>
                  <a:lnTo>
                    <a:pt x="76250" y="13563"/>
                  </a:lnTo>
                  <a:close/>
                </a:path>
                <a:path w="84454" h="21590">
                  <a:moveTo>
                    <a:pt x="77165" y="14401"/>
                  </a:moveTo>
                  <a:lnTo>
                    <a:pt x="76796" y="14579"/>
                  </a:lnTo>
                  <a:lnTo>
                    <a:pt x="76619" y="14681"/>
                  </a:lnTo>
                  <a:lnTo>
                    <a:pt x="76479" y="14820"/>
                  </a:lnTo>
                  <a:lnTo>
                    <a:pt x="76339" y="14909"/>
                  </a:lnTo>
                  <a:lnTo>
                    <a:pt x="76835" y="15100"/>
                  </a:lnTo>
                  <a:lnTo>
                    <a:pt x="77165" y="14401"/>
                  </a:lnTo>
                  <a:close/>
                </a:path>
                <a:path w="84454" h="21590">
                  <a:moveTo>
                    <a:pt x="84061" y="13335"/>
                  </a:moveTo>
                  <a:lnTo>
                    <a:pt x="83921" y="12814"/>
                  </a:lnTo>
                  <a:lnTo>
                    <a:pt x="83540" y="12763"/>
                  </a:lnTo>
                  <a:lnTo>
                    <a:pt x="83172" y="13246"/>
                  </a:lnTo>
                  <a:lnTo>
                    <a:pt x="83324" y="13398"/>
                  </a:lnTo>
                  <a:lnTo>
                    <a:pt x="83375" y="13068"/>
                  </a:lnTo>
                  <a:lnTo>
                    <a:pt x="84061" y="13335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9" name="object 199"/>
            <p:cNvSpPr/>
            <p:nvPr/>
          </p:nvSpPr>
          <p:spPr>
            <a:xfrm>
              <a:off x="3968458" y="1022438"/>
              <a:ext cx="92075" cy="12700"/>
            </a:xfrm>
            <a:custGeom>
              <a:avLst/>
              <a:gdLst/>
              <a:ahLst/>
              <a:cxnLst/>
              <a:rect l="l" t="t" r="r" b="b"/>
              <a:pathLst>
                <a:path w="92075" h="12700">
                  <a:moveTo>
                    <a:pt x="901" y="2819"/>
                  </a:moveTo>
                  <a:lnTo>
                    <a:pt x="609" y="2819"/>
                  </a:lnTo>
                  <a:lnTo>
                    <a:pt x="406" y="2336"/>
                  </a:lnTo>
                  <a:lnTo>
                    <a:pt x="254" y="2489"/>
                  </a:lnTo>
                  <a:lnTo>
                    <a:pt x="0" y="2590"/>
                  </a:lnTo>
                  <a:lnTo>
                    <a:pt x="558" y="3009"/>
                  </a:lnTo>
                  <a:lnTo>
                    <a:pt x="419" y="3251"/>
                  </a:lnTo>
                  <a:lnTo>
                    <a:pt x="901" y="2997"/>
                  </a:lnTo>
                  <a:lnTo>
                    <a:pt x="660" y="3060"/>
                  </a:lnTo>
                  <a:lnTo>
                    <a:pt x="901" y="2819"/>
                  </a:lnTo>
                  <a:close/>
                </a:path>
                <a:path w="92075" h="12700">
                  <a:moveTo>
                    <a:pt x="2298" y="6096"/>
                  </a:moveTo>
                  <a:lnTo>
                    <a:pt x="2044" y="5918"/>
                  </a:lnTo>
                  <a:lnTo>
                    <a:pt x="1765" y="5803"/>
                  </a:lnTo>
                  <a:lnTo>
                    <a:pt x="1790" y="5461"/>
                  </a:lnTo>
                  <a:lnTo>
                    <a:pt x="1447" y="5422"/>
                  </a:lnTo>
                  <a:lnTo>
                    <a:pt x="1651" y="5867"/>
                  </a:lnTo>
                  <a:lnTo>
                    <a:pt x="2006" y="6362"/>
                  </a:lnTo>
                  <a:lnTo>
                    <a:pt x="2006" y="6083"/>
                  </a:lnTo>
                  <a:lnTo>
                    <a:pt x="1968" y="6299"/>
                  </a:lnTo>
                  <a:lnTo>
                    <a:pt x="1752" y="5969"/>
                  </a:lnTo>
                  <a:lnTo>
                    <a:pt x="2298" y="6096"/>
                  </a:lnTo>
                  <a:close/>
                </a:path>
                <a:path w="92075" h="12700">
                  <a:moveTo>
                    <a:pt x="2971" y="5384"/>
                  </a:moveTo>
                  <a:lnTo>
                    <a:pt x="2146" y="4572"/>
                  </a:lnTo>
                  <a:lnTo>
                    <a:pt x="2235" y="5384"/>
                  </a:lnTo>
                  <a:lnTo>
                    <a:pt x="2908" y="5727"/>
                  </a:lnTo>
                  <a:lnTo>
                    <a:pt x="2971" y="5384"/>
                  </a:lnTo>
                  <a:close/>
                </a:path>
                <a:path w="92075" h="12700">
                  <a:moveTo>
                    <a:pt x="3213" y="266"/>
                  </a:moveTo>
                  <a:lnTo>
                    <a:pt x="2857" y="292"/>
                  </a:lnTo>
                  <a:lnTo>
                    <a:pt x="2844" y="63"/>
                  </a:lnTo>
                  <a:lnTo>
                    <a:pt x="3086" y="0"/>
                  </a:lnTo>
                  <a:lnTo>
                    <a:pt x="2819" y="25"/>
                  </a:lnTo>
                  <a:lnTo>
                    <a:pt x="2527" y="25"/>
                  </a:lnTo>
                  <a:lnTo>
                    <a:pt x="2514" y="304"/>
                  </a:lnTo>
                  <a:lnTo>
                    <a:pt x="2705" y="406"/>
                  </a:lnTo>
                  <a:lnTo>
                    <a:pt x="2882" y="495"/>
                  </a:lnTo>
                  <a:lnTo>
                    <a:pt x="3124" y="558"/>
                  </a:lnTo>
                  <a:lnTo>
                    <a:pt x="3213" y="266"/>
                  </a:lnTo>
                  <a:close/>
                </a:path>
                <a:path w="92075" h="12700">
                  <a:moveTo>
                    <a:pt x="4127" y="4572"/>
                  </a:moveTo>
                  <a:lnTo>
                    <a:pt x="4089" y="4127"/>
                  </a:lnTo>
                  <a:lnTo>
                    <a:pt x="3708" y="4127"/>
                  </a:lnTo>
                  <a:lnTo>
                    <a:pt x="3848" y="4572"/>
                  </a:lnTo>
                  <a:lnTo>
                    <a:pt x="4127" y="4572"/>
                  </a:lnTo>
                  <a:close/>
                </a:path>
                <a:path w="92075" h="12700">
                  <a:moveTo>
                    <a:pt x="9169" y="8801"/>
                  </a:moveTo>
                  <a:lnTo>
                    <a:pt x="9004" y="8496"/>
                  </a:lnTo>
                  <a:lnTo>
                    <a:pt x="8407" y="7861"/>
                  </a:lnTo>
                  <a:lnTo>
                    <a:pt x="8915" y="8496"/>
                  </a:lnTo>
                  <a:lnTo>
                    <a:pt x="9169" y="8801"/>
                  </a:lnTo>
                  <a:close/>
                </a:path>
                <a:path w="92075" h="12700">
                  <a:moveTo>
                    <a:pt x="9537" y="6172"/>
                  </a:moveTo>
                  <a:lnTo>
                    <a:pt x="9042" y="6172"/>
                  </a:lnTo>
                  <a:lnTo>
                    <a:pt x="9042" y="5384"/>
                  </a:lnTo>
                  <a:lnTo>
                    <a:pt x="8737" y="5562"/>
                  </a:lnTo>
                  <a:lnTo>
                    <a:pt x="8813" y="5842"/>
                  </a:lnTo>
                  <a:lnTo>
                    <a:pt x="9042" y="6464"/>
                  </a:lnTo>
                  <a:lnTo>
                    <a:pt x="9537" y="6172"/>
                  </a:lnTo>
                  <a:close/>
                </a:path>
                <a:path w="92075" h="12700">
                  <a:moveTo>
                    <a:pt x="20904" y="8420"/>
                  </a:moveTo>
                  <a:lnTo>
                    <a:pt x="20485" y="8204"/>
                  </a:lnTo>
                  <a:lnTo>
                    <a:pt x="20612" y="7620"/>
                  </a:lnTo>
                  <a:lnTo>
                    <a:pt x="20218" y="7366"/>
                  </a:lnTo>
                  <a:lnTo>
                    <a:pt x="20320" y="7810"/>
                  </a:lnTo>
                  <a:lnTo>
                    <a:pt x="20383" y="8432"/>
                  </a:lnTo>
                  <a:lnTo>
                    <a:pt x="20904" y="8420"/>
                  </a:lnTo>
                  <a:close/>
                </a:path>
                <a:path w="92075" h="12700">
                  <a:moveTo>
                    <a:pt x="21297" y="9994"/>
                  </a:moveTo>
                  <a:lnTo>
                    <a:pt x="20929" y="9474"/>
                  </a:lnTo>
                  <a:lnTo>
                    <a:pt x="20777" y="9677"/>
                  </a:lnTo>
                  <a:lnTo>
                    <a:pt x="20942" y="9766"/>
                  </a:lnTo>
                  <a:lnTo>
                    <a:pt x="21082" y="10261"/>
                  </a:lnTo>
                  <a:lnTo>
                    <a:pt x="21297" y="9994"/>
                  </a:lnTo>
                  <a:close/>
                </a:path>
                <a:path w="92075" h="12700">
                  <a:moveTo>
                    <a:pt x="28625" y="5486"/>
                  </a:moveTo>
                  <a:lnTo>
                    <a:pt x="28232" y="5486"/>
                  </a:lnTo>
                  <a:lnTo>
                    <a:pt x="27927" y="5638"/>
                  </a:lnTo>
                  <a:lnTo>
                    <a:pt x="28079" y="6223"/>
                  </a:lnTo>
                  <a:lnTo>
                    <a:pt x="28498" y="6146"/>
                  </a:lnTo>
                  <a:lnTo>
                    <a:pt x="28321" y="5994"/>
                  </a:lnTo>
                  <a:lnTo>
                    <a:pt x="28625" y="5486"/>
                  </a:lnTo>
                  <a:close/>
                </a:path>
                <a:path w="92075" h="12700">
                  <a:moveTo>
                    <a:pt x="28854" y="5994"/>
                  </a:moveTo>
                  <a:lnTo>
                    <a:pt x="28803" y="5638"/>
                  </a:lnTo>
                  <a:lnTo>
                    <a:pt x="28575" y="5791"/>
                  </a:lnTo>
                  <a:lnTo>
                    <a:pt x="28854" y="5994"/>
                  </a:lnTo>
                  <a:close/>
                </a:path>
                <a:path w="92075" h="12700">
                  <a:moveTo>
                    <a:pt x="29413" y="5600"/>
                  </a:moveTo>
                  <a:lnTo>
                    <a:pt x="29019" y="5473"/>
                  </a:lnTo>
                  <a:lnTo>
                    <a:pt x="28803" y="5638"/>
                  </a:lnTo>
                  <a:lnTo>
                    <a:pt x="29413" y="5930"/>
                  </a:lnTo>
                  <a:lnTo>
                    <a:pt x="29413" y="5600"/>
                  </a:lnTo>
                  <a:close/>
                </a:path>
                <a:path w="92075" h="12700">
                  <a:moveTo>
                    <a:pt x="35026" y="6883"/>
                  </a:moveTo>
                  <a:lnTo>
                    <a:pt x="34823" y="6731"/>
                  </a:lnTo>
                  <a:lnTo>
                    <a:pt x="34721" y="6578"/>
                  </a:lnTo>
                  <a:lnTo>
                    <a:pt x="34899" y="6426"/>
                  </a:lnTo>
                  <a:lnTo>
                    <a:pt x="34480" y="6362"/>
                  </a:lnTo>
                  <a:lnTo>
                    <a:pt x="34251" y="6438"/>
                  </a:lnTo>
                  <a:lnTo>
                    <a:pt x="34213" y="6731"/>
                  </a:lnTo>
                  <a:lnTo>
                    <a:pt x="34455" y="6794"/>
                  </a:lnTo>
                  <a:lnTo>
                    <a:pt x="34696" y="6883"/>
                  </a:lnTo>
                  <a:lnTo>
                    <a:pt x="35026" y="6883"/>
                  </a:lnTo>
                  <a:close/>
                </a:path>
                <a:path w="92075" h="12700">
                  <a:moveTo>
                    <a:pt x="35090" y="6883"/>
                  </a:moveTo>
                  <a:close/>
                </a:path>
                <a:path w="92075" h="12700">
                  <a:moveTo>
                    <a:pt x="35775" y="7505"/>
                  </a:moveTo>
                  <a:lnTo>
                    <a:pt x="35598" y="7277"/>
                  </a:lnTo>
                  <a:lnTo>
                    <a:pt x="35293" y="7086"/>
                  </a:lnTo>
                  <a:lnTo>
                    <a:pt x="35064" y="6921"/>
                  </a:lnTo>
                  <a:lnTo>
                    <a:pt x="35001" y="7175"/>
                  </a:lnTo>
                  <a:lnTo>
                    <a:pt x="35521" y="7340"/>
                  </a:lnTo>
                  <a:lnTo>
                    <a:pt x="35560" y="7581"/>
                  </a:lnTo>
                  <a:lnTo>
                    <a:pt x="35775" y="7505"/>
                  </a:lnTo>
                  <a:close/>
                </a:path>
                <a:path w="92075" h="12700">
                  <a:moveTo>
                    <a:pt x="46088" y="12014"/>
                  </a:moveTo>
                  <a:lnTo>
                    <a:pt x="45834" y="11849"/>
                  </a:lnTo>
                  <a:lnTo>
                    <a:pt x="45275" y="11874"/>
                  </a:lnTo>
                  <a:lnTo>
                    <a:pt x="45580" y="11518"/>
                  </a:lnTo>
                  <a:lnTo>
                    <a:pt x="44792" y="11455"/>
                  </a:lnTo>
                  <a:lnTo>
                    <a:pt x="45948" y="12484"/>
                  </a:lnTo>
                  <a:lnTo>
                    <a:pt x="46088" y="12014"/>
                  </a:lnTo>
                  <a:close/>
                </a:path>
                <a:path w="92075" h="12700">
                  <a:moveTo>
                    <a:pt x="47282" y="10744"/>
                  </a:moveTo>
                  <a:lnTo>
                    <a:pt x="46901" y="10680"/>
                  </a:lnTo>
                  <a:lnTo>
                    <a:pt x="45999" y="10160"/>
                  </a:lnTo>
                  <a:lnTo>
                    <a:pt x="45999" y="10363"/>
                  </a:lnTo>
                  <a:lnTo>
                    <a:pt x="46405" y="10452"/>
                  </a:lnTo>
                  <a:lnTo>
                    <a:pt x="46812" y="10972"/>
                  </a:lnTo>
                  <a:lnTo>
                    <a:pt x="47282" y="10744"/>
                  </a:lnTo>
                  <a:close/>
                </a:path>
                <a:path w="92075" h="12700">
                  <a:moveTo>
                    <a:pt x="47993" y="9982"/>
                  </a:moveTo>
                  <a:lnTo>
                    <a:pt x="47472" y="9969"/>
                  </a:lnTo>
                  <a:lnTo>
                    <a:pt x="47866" y="10248"/>
                  </a:lnTo>
                  <a:lnTo>
                    <a:pt x="47536" y="10401"/>
                  </a:lnTo>
                  <a:lnTo>
                    <a:pt x="47840" y="10426"/>
                  </a:lnTo>
                  <a:lnTo>
                    <a:pt x="47980" y="10172"/>
                  </a:lnTo>
                  <a:lnTo>
                    <a:pt x="47764" y="10045"/>
                  </a:lnTo>
                  <a:lnTo>
                    <a:pt x="47993" y="9982"/>
                  </a:lnTo>
                  <a:close/>
                </a:path>
                <a:path w="92075" h="12700">
                  <a:moveTo>
                    <a:pt x="49072" y="10083"/>
                  </a:moveTo>
                  <a:lnTo>
                    <a:pt x="48628" y="10185"/>
                  </a:lnTo>
                  <a:lnTo>
                    <a:pt x="48336" y="10464"/>
                  </a:lnTo>
                  <a:lnTo>
                    <a:pt x="47942" y="10629"/>
                  </a:lnTo>
                  <a:lnTo>
                    <a:pt x="48488" y="10629"/>
                  </a:lnTo>
                  <a:lnTo>
                    <a:pt x="48691" y="10261"/>
                  </a:lnTo>
                  <a:lnTo>
                    <a:pt x="49072" y="10083"/>
                  </a:lnTo>
                  <a:close/>
                </a:path>
                <a:path w="92075" h="12700">
                  <a:moveTo>
                    <a:pt x="56299" y="11137"/>
                  </a:moveTo>
                  <a:lnTo>
                    <a:pt x="56083" y="10947"/>
                  </a:lnTo>
                  <a:lnTo>
                    <a:pt x="55930" y="11099"/>
                  </a:lnTo>
                  <a:lnTo>
                    <a:pt x="55384" y="11353"/>
                  </a:lnTo>
                  <a:lnTo>
                    <a:pt x="55587" y="11544"/>
                  </a:lnTo>
                  <a:lnTo>
                    <a:pt x="55689" y="11341"/>
                  </a:lnTo>
                  <a:lnTo>
                    <a:pt x="56299" y="11137"/>
                  </a:lnTo>
                  <a:close/>
                </a:path>
                <a:path w="92075" h="12700">
                  <a:moveTo>
                    <a:pt x="69164" y="7277"/>
                  </a:moveTo>
                  <a:lnTo>
                    <a:pt x="69151" y="7073"/>
                  </a:lnTo>
                  <a:lnTo>
                    <a:pt x="68834" y="6934"/>
                  </a:lnTo>
                  <a:lnTo>
                    <a:pt x="68872" y="7175"/>
                  </a:lnTo>
                  <a:lnTo>
                    <a:pt x="68707" y="7213"/>
                  </a:lnTo>
                  <a:lnTo>
                    <a:pt x="68783" y="7467"/>
                  </a:lnTo>
                  <a:lnTo>
                    <a:pt x="68999" y="7505"/>
                  </a:lnTo>
                  <a:lnTo>
                    <a:pt x="69164" y="7277"/>
                  </a:lnTo>
                  <a:close/>
                </a:path>
                <a:path w="92075" h="12700">
                  <a:moveTo>
                    <a:pt x="90805" y="8915"/>
                  </a:moveTo>
                  <a:lnTo>
                    <a:pt x="90487" y="8572"/>
                  </a:lnTo>
                  <a:lnTo>
                    <a:pt x="90335" y="9042"/>
                  </a:lnTo>
                  <a:lnTo>
                    <a:pt x="90512" y="9017"/>
                  </a:lnTo>
                  <a:lnTo>
                    <a:pt x="90601" y="9194"/>
                  </a:lnTo>
                  <a:lnTo>
                    <a:pt x="90652" y="9067"/>
                  </a:lnTo>
                  <a:lnTo>
                    <a:pt x="90805" y="8915"/>
                  </a:lnTo>
                  <a:close/>
                </a:path>
                <a:path w="92075" h="12700">
                  <a:moveTo>
                    <a:pt x="91046" y="8470"/>
                  </a:moveTo>
                  <a:lnTo>
                    <a:pt x="90627" y="8470"/>
                  </a:lnTo>
                  <a:lnTo>
                    <a:pt x="90487" y="8572"/>
                  </a:lnTo>
                  <a:lnTo>
                    <a:pt x="90716" y="8623"/>
                  </a:lnTo>
                  <a:lnTo>
                    <a:pt x="90906" y="8712"/>
                  </a:lnTo>
                  <a:lnTo>
                    <a:pt x="91046" y="8470"/>
                  </a:lnTo>
                  <a:close/>
                </a:path>
                <a:path w="92075" h="12700">
                  <a:moveTo>
                    <a:pt x="91440" y="8953"/>
                  </a:moveTo>
                  <a:lnTo>
                    <a:pt x="91147" y="8902"/>
                  </a:lnTo>
                  <a:lnTo>
                    <a:pt x="90906" y="8712"/>
                  </a:lnTo>
                  <a:lnTo>
                    <a:pt x="91160" y="9207"/>
                  </a:lnTo>
                  <a:lnTo>
                    <a:pt x="91440" y="8953"/>
                  </a:lnTo>
                  <a:close/>
                </a:path>
                <a:path w="92075" h="12700">
                  <a:moveTo>
                    <a:pt x="91579" y="9715"/>
                  </a:moveTo>
                  <a:lnTo>
                    <a:pt x="91528" y="9321"/>
                  </a:lnTo>
                  <a:lnTo>
                    <a:pt x="91097" y="9245"/>
                  </a:lnTo>
                  <a:lnTo>
                    <a:pt x="91135" y="9575"/>
                  </a:lnTo>
                  <a:lnTo>
                    <a:pt x="90843" y="9652"/>
                  </a:lnTo>
                  <a:lnTo>
                    <a:pt x="90843" y="9817"/>
                  </a:lnTo>
                  <a:lnTo>
                    <a:pt x="91338" y="9969"/>
                  </a:lnTo>
                  <a:lnTo>
                    <a:pt x="91033" y="9829"/>
                  </a:lnTo>
                  <a:lnTo>
                    <a:pt x="91300" y="9791"/>
                  </a:lnTo>
                  <a:lnTo>
                    <a:pt x="91579" y="9715"/>
                  </a:lnTo>
                  <a:close/>
                </a:path>
                <a:path w="92075" h="12700">
                  <a:moveTo>
                    <a:pt x="91897" y="8128"/>
                  </a:moveTo>
                  <a:lnTo>
                    <a:pt x="91732" y="8077"/>
                  </a:lnTo>
                  <a:lnTo>
                    <a:pt x="91300" y="8318"/>
                  </a:lnTo>
                  <a:lnTo>
                    <a:pt x="91833" y="8280"/>
                  </a:lnTo>
                  <a:lnTo>
                    <a:pt x="91643" y="8216"/>
                  </a:lnTo>
                  <a:lnTo>
                    <a:pt x="91897" y="8128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0" name="object 200"/>
            <p:cNvSpPr/>
            <p:nvPr/>
          </p:nvSpPr>
          <p:spPr>
            <a:xfrm>
              <a:off x="3800614" y="1111948"/>
              <a:ext cx="144780" cy="182880"/>
            </a:xfrm>
            <a:custGeom>
              <a:avLst/>
              <a:gdLst/>
              <a:ahLst/>
              <a:cxnLst/>
              <a:rect l="l" t="t" r="r" b="b"/>
              <a:pathLst>
                <a:path w="144779" h="182880">
                  <a:moveTo>
                    <a:pt x="5829" y="120446"/>
                  </a:moveTo>
                  <a:lnTo>
                    <a:pt x="5245" y="117957"/>
                  </a:lnTo>
                  <a:lnTo>
                    <a:pt x="2806" y="117957"/>
                  </a:lnTo>
                  <a:lnTo>
                    <a:pt x="2806" y="120116"/>
                  </a:lnTo>
                  <a:lnTo>
                    <a:pt x="2336" y="122745"/>
                  </a:lnTo>
                  <a:lnTo>
                    <a:pt x="4432" y="122847"/>
                  </a:lnTo>
                  <a:lnTo>
                    <a:pt x="3848" y="120357"/>
                  </a:lnTo>
                  <a:lnTo>
                    <a:pt x="5829" y="120446"/>
                  </a:lnTo>
                  <a:close/>
                </a:path>
                <a:path w="144779" h="182880">
                  <a:moveTo>
                    <a:pt x="6870" y="126923"/>
                  </a:moveTo>
                  <a:lnTo>
                    <a:pt x="4584" y="125768"/>
                  </a:lnTo>
                  <a:lnTo>
                    <a:pt x="1193" y="126974"/>
                  </a:lnTo>
                  <a:lnTo>
                    <a:pt x="0" y="127914"/>
                  </a:lnTo>
                  <a:lnTo>
                    <a:pt x="342" y="128346"/>
                  </a:lnTo>
                  <a:lnTo>
                    <a:pt x="2565" y="127889"/>
                  </a:lnTo>
                  <a:lnTo>
                    <a:pt x="5435" y="128143"/>
                  </a:lnTo>
                  <a:lnTo>
                    <a:pt x="6870" y="126923"/>
                  </a:lnTo>
                  <a:close/>
                </a:path>
                <a:path w="144779" h="182880">
                  <a:moveTo>
                    <a:pt x="10591" y="98920"/>
                  </a:moveTo>
                  <a:lnTo>
                    <a:pt x="10121" y="95999"/>
                  </a:lnTo>
                  <a:lnTo>
                    <a:pt x="8991" y="100545"/>
                  </a:lnTo>
                  <a:lnTo>
                    <a:pt x="6121" y="103390"/>
                  </a:lnTo>
                  <a:lnTo>
                    <a:pt x="6070" y="109029"/>
                  </a:lnTo>
                  <a:lnTo>
                    <a:pt x="9067" y="106870"/>
                  </a:lnTo>
                  <a:lnTo>
                    <a:pt x="10591" y="98920"/>
                  </a:lnTo>
                  <a:close/>
                </a:path>
                <a:path w="144779" h="182880">
                  <a:moveTo>
                    <a:pt x="23152" y="115531"/>
                  </a:moveTo>
                  <a:lnTo>
                    <a:pt x="19494" y="113118"/>
                  </a:lnTo>
                  <a:lnTo>
                    <a:pt x="16535" y="117297"/>
                  </a:lnTo>
                  <a:lnTo>
                    <a:pt x="13385" y="117970"/>
                  </a:lnTo>
                  <a:lnTo>
                    <a:pt x="16344" y="119278"/>
                  </a:lnTo>
                  <a:lnTo>
                    <a:pt x="20561" y="114998"/>
                  </a:lnTo>
                  <a:lnTo>
                    <a:pt x="23152" y="115531"/>
                  </a:lnTo>
                  <a:close/>
                </a:path>
                <a:path w="144779" h="182880">
                  <a:moveTo>
                    <a:pt x="24155" y="127101"/>
                  </a:moveTo>
                  <a:lnTo>
                    <a:pt x="21018" y="127101"/>
                  </a:lnTo>
                  <a:lnTo>
                    <a:pt x="21272" y="127419"/>
                  </a:lnTo>
                  <a:lnTo>
                    <a:pt x="24155" y="127101"/>
                  </a:lnTo>
                  <a:close/>
                </a:path>
                <a:path w="144779" h="182880">
                  <a:moveTo>
                    <a:pt x="29718" y="127736"/>
                  </a:moveTo>
                  <a:lnTo>
                    <a:pt x="21539" y="127736"/>
                  </a:lnTo>
                  <a:lnTo>
                    <a:pt x="22606" y="129032"/>
                  </a:lnTo>
                  <a:lnTo>
                    <a:pt x="23291" y="129806"/>
                  </a:lnTo>
                  <a:lnTo>
                    <a:pt x="24434" y="129578"/>
                  </a:lnTo>
                  <a:lnTo>
                    <a:pt x="25869" y="129032"/>
                  </a:lnTo>
                  <a:lnTo>
                    <a:pt x="25679" y="129032"/>
                  </a:lnTo>
                  <a:lnTo>
                    <a:pt x="26390" y="128536"/>
                  </a:lnTo>
                  <a:lnTo>
                    <a:pt x="26263" y="129032"/>
                  </a:lnTo>
                  <a:lnTo>
                    <a:pt x="26187" y="129362"/>
                  </a:lnTo>
                  <a:lnTo>
                    <a:pt x="26123" y="129578"/>
                  </a:lnTo>
                  <a:lnTo>
                    <a:pt x="25717" y="131927"/>
                  </a:lnTo>
                  <a:lnTo>
                    <a:pt x="25628" y="132359"/>
                  </a:lnTo>
                  <a:lnTo>
                    <a:pt x="27228" y="134010"/>
                  </a:lnTo>
                  <a:lnTo>
                    <a:pt x="27114" y="132359"/>
                  </a:lnTo>
                  <a:lnTo>
                    <a:pt x="27000" y="130683"/>
                  </a:lnTo>
                  <a:lnTo>
                    <a:pt x="26924" y="129578"/>
                  </a:lnTo>
                  <a:lnTo>
                    <a:pt x="28498" y="128536"/>
                  </a:lnTo>
                  <a:lnTo>
                    <a:pt x="29718" y="127736"/>
                  </a:lnTo>
                  <a:close/>
                </a:path>
                <a:path w="144779" h="182880">
                  <a:moveTo>
                    <a:pt x="33147" y="127736"/>
                  </a:moveTo>
                  <a:lnTo>
                    <a:pt x="32575" y="127101"/>
                  </a:lnTo>
                  <a:lnTo>
                    <a:pt x="30695" y="127101"/>
                  </a:lnTo>
                  <a:lnTo>
                    <a:pt x="29718" y="127736"/>
                  </a:lnTo>
                  <a:lnTo>
                    <a:pt x="33147" y="127736"/>
                  </a:lnTo>
                  <a:close/>
                </a:path>
                <a:path w="144779" h="182880">
                  <a:moveTo>
                    <a:pt x="35699" y="127736"/>
                  </a:moveTo>
                  <a:lnTo>
                    <a:pt x="33147" y="127736"/>
                  </a:lnTo>
                  <a:lnTo>
                    <a:pt x="35344" y="130175"/>
                  </a:lnTo>
                  <a:lnTo>
                    <a:pt x="35445" y="129362"/>
                  </a:lnTo>
                  <a:lnTo>
                    <a:pt x="35572" y="128536"/>
                  </a:lnTo>
                  <a:lnTo>
                    <a:pt x="35699" y="127736"/>
                  </a:lnTo>
                  <a:close/>
                </a:path>
                <a:path w="144779" h="182880">
                  <a:moveTo>
                    <a:pt x="37782" y="68376"/>
                  </a:moveTo>
                  <a:lnTo>
                    <a:pt x="28511" y="75666"/>
                  </a:lnTo>
                  <a:lnTo>
                    <a:pt x="19659" y="84785"/>
                  </a:lnTo>
                  <a:lnTo>
                    <a:pt x="13360" y="95440"/>
                  </a:lnTo>
                  <a:lnTo>
                    <a:pt x="11772" y="107378"/>
                  </a:lnTo>
                  <a:lnTo>
                    <a:pt x="14528" y="104381"/>
                  </a:lnTo>
                  <a:lnTo>
                    <a:pt x="17399" y="95161"/>
                  </a:lnTo>
                  <a:lnTo>
                    <a:pt x="21526" y="100863"/>
                  </a:lnTo>
                  <a:lnTo>
                    <a:pt x="23850" y="90766"/>
                  </a:lnTo>
                  <a:lnTo>
                    <a:pt x="28016" y="81940"/>
                  </a:lnTo>
                  <a:lnTo>
                    <a:pt x="33007" y="74447"/>
                  </a:lnTo>
                  <a:lnTo>
                    <a:pt x="37782" y="68376"/>
                  </a:lnTo>
                  <a:close/>
                </a:path>
                <a:path w="144779" h="182880">
                  <a:moveTo>
                    <a:pt x="38354" y="109905"/>
                  </a:moveTo>
                  <a:lnTo>
                    <a:pt x="35344" y="110655"/>
                  </a:lnTo>
                  <a:lnTo>
                    <a:pt x="36461" y="113931"/>
                  </a:lnTo>
                  <a:lnTo>
                    <a:pt x="33883" y="113525"/>
                  </a:lnTo>
                  <a:lnTo>
                    <a:pt x="32893" y="114719"/>
                  </a:lnTo>
                  <a:lnTo>
                    <a:pt x="34340" y="114655"/>
                  </a:lnTo>
                  <a:lnTo>
                    <a:pt x="35458" y="114896"/>
                  </a:lnTo>
                  <a:lnTo>
                    <a:pt x="36156" y="115544"/>
                  </a:lnTo>
                  <a:lnTo>
                    <a:pt x="36817" y="114935"/>
                  </a:lnTo>
                  <a:lnTo>
                    <a:pt x="38354" y="109905"/>
                  </a:lnTo>
                  <a:close/>
                </a:path>
                <a:path w="144779" h="182880">
                  <a:moveTo>
                    <a:pt x="39420" y="127736"/>
                  </a:moveTo>
                  <a:lnTo>
                    <a:pt x="38074" y="127101"/>
                  </a:lnTo>
                  <a:lnTo>
                    <a:pt x="35788" y="127101"/>
                  </a:lnTo>
                  <a:lnTo>
                    <a:pt x="35699" y="127736"/>
                  </a:lnTo>
                  <a:lnTo>
                    <a:pt x="39420" y="127736"/>
                  </a:lnTo>
                  <a:close/>
                </a:path>
                <a:path w="144779" h="182880">
                  <a:moveTo>
                    <a:pt x="40614" y="135051"/>
                  </a:moveTo>
                  <a:lnTo>
                    <a:pt x="40449" y="131775"/>
                  </a:lnTo>
                  <a:lnTo>
                    <a:pt x="38608" y="130975"/>
                  </a:lnTo>
                  <a:lnTo>
                    <a:pt x="37934" y="131927"/>
                  </a:lnTo>
                  <a:lnTo>
                    <a:pt x="37541" y="133172"/>
                  </a:lnTo>
                  <a:lnTo>
                    <a:pt x="37807" y="135051"/>
                  </a:lnTo>
                  <a:lnTo>
                    <a:pt x="40614" y="135051"/>
                  </a:lnTo>
                  <a:close/>
                </a:path>
                <a:path w="144779" h="182880">
                  <a:moveTo>
                    <a:pt x="42227" y="127736"/>
                  </a:moveTo>
                  <a:lnTo>
                    <a:pt x="39420" y="127736"/>
                  </a:lnTo>
                  <a:lnTo>
                    <a:pt x="40386" y="128193"/>
                  </a:lnTo>
                  <a:lnTo>
                    <a:pt x="39801" y="129362"/>
                  </a:lnTo>
                  <a:lnTo>
                    <a:pt x="39700" y="129578"/>
                  </a:lnTo>
                  <a:lnTo>
                    <a:pt x="39585" y="129806"/>
                  </a:lnTo>
                  <a:lnTo>
                    <a:pt x="39497" y="129984"/>
                  </a:lnTo>
                  <a:lnTo>
                    <a:pt x="39395" y="130175"/>
                  </a:lnTo>
                  <a:lnTo>
                    <a:pt x="41148" y="129362"/>
                  </a:lnTo>
                  <a:lnTo>
                    <a:pt x="41427" y="129032"/>
                  </a:lnTo>
                  <a:lnTo>
                    <a:pt x="42227" y="127736"/>
                  </a:lnTo>
                  <a:close/>
                </a:path>
                <a:path w="144779" h="182880">
                  <a:moveTo>
                    <a:pt x="49161" y="59880"/>
                  </a:moveTo>
                  <a:lnTo>
                    <a:pt x="47561" y="59385"/>
                  </a:lnTo>
                  <a:lnTo>
                    <a:pt x="47561" y="61823"/>
                  </a:lnTo>
                  <a:lnTo>
                    <a:pt x="49161" y="59880"/>
                  </a:lnTo>
                  <a:close/>
                </a:path>
                <a:path w="144779" h="182880">
                  <a:moveTo>
                    <a:pt x="50304" y="60223"/>
                  </a:moveTo>
                  <a:lnTo>
                    <a:pt x="49796" y="59093"/>
                  </a:lnTo>
                  <a:lnTo>
                    <a:pt x="49161" y="59880"/>
                  </a:lnTo>
                  <a:lnTo>
                    <a:pt x="50304" y="60223"/>
                  </a:lnTo>
                  <a:close/>
                </a:path>
                <a:path w="144779" h="182880">
                  <a:moveTo>
                    <a:pt x="50647" y="128397"/>
                  </a:moveTo>
                  <a:lnTo>
                    <a:pt x="50584" y="127736"/>
                  </a:lnTo>
                  <a:lnTo>
                    <a:pt x="48348" y="127736"/>
                  </a:lnTo>
                  <a:lnTo>
                    <a:pt x="50647" y="128397"/>
                  </a:lnTo>
                  <a:close/>
                </a:path>
                <a:path w="144779" h="182880">
                  <a:moveTo>
                    <a:pt x="51879" y="129362"/>
                  </a:moveTo>
                  <a:lnTo>
                    <a:pt x="51282" y="129578"/>
                  </a:lnTo>
                  <a:lnTo>
                    <a:pt x="48679" y="130619"/>
                  </a:lnTo>
                  <a:lnTo>
                    <a:pt x="48590" y="130175"/>
                  </a:lnTo>
                  <a:lnTo>
                    <a:pt x="48475" y="129032"/>
                  </a:lnTo>
                  <a:lnTo>
                    <a:pt x="48387" y="128041"/>
                  </a:lnTo>
                  <a:lnTo>
                    <a:pt x="48348" y="127736"/>
                  </a:lnTo>
                  <a:lnTo>
                    <a:pt x="45097" y="127736"/>
                  </a:lnTo>
                  <a:lnTo>
                    <a:pt x="46786" y="129362"/>
                  </a:lnTo>
                  <a:lnTo>
                    <a:pt x="48628" y="130644"/>
                  </a:lnTo>
                  <a:lnTo>
                    <a:pt x="49987" y="132613"/>
                  </a:lnTo>
                  <a:lnTo>
                    <a:pt x="51752" y="129578"/>
                  </a:lnTo>
                  <a:lnTo>
                    <a:pt x="51879" y="129362"/>
                  </a:lnTo>
                  <a:close/>
                </a:path>
                <a:path w="144779" h="182880">
                  <a:moveTo>
                    <a:pt x="52527" y="127736"/>
                  </a:moveTo>
                  <a:lnTo>
                    <a:pt x="52451" y="127101"/>
                  </a:lnTo>
                  <a:lnTo>
                    <a:pt x="50507" y="127101"/>
                  </a:lnTo>
                  <a:lnTo>
                    <a:pt x="50584" y="127736"/>
                  </a:lnTo>
                  <a:lnTo>
                    <a:pt x="52527" y="127736"/>
                  </a:lnTo>
                  <a:close/>
                </a:path>
                <a:path w="144779" h="182880">
                  <a:moveTo>
                    <a:pt x="54051" y="135064"/>
                  </a:moveTo>
                  <a:lnTo>
                    <a:pt x="53695" y="132613"/>
                  </a:lnTo>
                  <a:lnTo>
                    <a:pt x="53594" y="131927"/>
                  </a:lnTo>
                  <a:lnTo>
                    <a:pt x="53467" y="131076"/>
                  </a:lnTo>
                  <a:lnTo>
                    <a:pt x="53403" y="130683"/>
                  </a:lnTo>
                  <a:lnTo>
                    <a:pt x="53301" y="129984"/>
                  </a:lnTo>
                  <a:lnTo>
                    <a:pt x="53213" y="129362"/>
                  </a:lnTo>
                  <a:lnTo>
                    <a:pt x="53086" y="128536"/>
                  </a:lnTo>
                  <a:lnTo>
                    <a:pt x="53009" y="128041"/>
                  </a:lnTo>
                  <a:lnTo>
                    <a:pt x="53759" y="127736"/>
                  </a:lnTo>
                  <a:lnTo>
                    <a:pt x="52527" y="127736"/>
                  </a:lnTo>
                  <a:lnTo>
                    <a:pt x="52590" y="128397"/>
                  </a:lnTo>
                  <a:lnTo>
                    <a:pt x="52705" y="129362"/>
                  </a:lnTo>
                  <a:lnTo>
                    <a:pt x="52793" y="130175"/>
                  </a:lnTo>
                  <a:lnTo>
                    <a:pt x="52857" y="132613"/>
                  </a:lnTo>
                  <a:lnTo>
                    <a:pt x="52565" y="134010"/>
                  </a:lnTo>
                  <a:lnTo>
                    <a:pt x="52514" y="134251"/>
                  </a:lnTo>
                  <a:lnTo>
                    <a:pt x="52400" y="134785"/>
                  </a:lnTo>
                  <a:lnTo>
                    <a:pt x="52362" y="134975"/>
                  </a:lnTo>
                  <a:lnTo>
                    <a:pt x="49161" y="134251"/>
                  </a:lnTo>
                  <a:lnTo>
                    <a:pt x="50888" y="134785"/>
                  </a:lnTo>
                  <a:lnTo>
                    <a:pt x="52781" y="136398"/>
                  </a:lnTo>
                  <a:lnTo>
                    <a:pt x="54051" y="135064"/>
                  </a:lnTo>
                  <a:close/>
                </a:path>
                <a:path w="144779" h="182880">
                  <a:moveTo>
                    <a:pt x="54876" y="53695"/>
                  </a:moveTo>
                  <a:lnTo>
                    <a:pt x="51511" y="52755"/>
                  </a:lnTo>
                  <a:lnTo>
                    <a:pt x="51714" y="55397"/>
                  </a:lnTo>
                  <a:lnTo>
                    <a:pt x="49161" y="55397"/>
                  </a:lnTo>
                  <a:lnTo>
                    <a:pt x="48933" y="56362"/>
                  </a:lnTo>
                  <a:lnTo>
                    <a:pt x="48818" y="56845"/>
                  </a:lnTo>
                  <a:lnTo>
                    <a:pt x="49796" y="59093"/>
                  </a:lnTo>
                  <a:lnTo>
                    <a:pt x="52412" y="56362"/>
                  </a:lnTo>
                  <a:lnTo>
                    <a:pt x="54876" y="53695"/>
                  </a:lnTo>
                  <a:close/>
                </a:path>
                <a:path w="144779" h="182880">
                  <a:moveTo>
                    <a:pt x="61861" y="146875"/>
                  </a:moveTo>
                  <a:lnTo>
                    <a:pt x="59753" y="143192"/>
                  </a:lnTo>
                  <a:lnTo>
                    <a:pt x="57023" y="145072"/>
                  </a:lnTo>
                  <a:lnTo>
                    <a:pt x="50812" y="143459"/>
                  </a:lnTo>
                  <a:lnTo>
                    <a:pt x="46736" y="144005"/>
                  </a:lnTo>
                  <a:lnTo>
                    <a:pt x="47142" y="145694"/>
                  </a:lnTo>
                  <a:lnTo>
                    <a:pt x="47358" y="147904"/>
                  </a:lnTo>
                  <a:lnTo>
                    <a:pt x="47472" y="150444"/>
                  </a:lnTo>
                  <a:lnTo>
                    <a:pt x="52412" y="153720"/>
                  </a:lnTo>
                  <a:lnTo>
                    <a:pt x="57200" y="156514"/>
                  </a:lnTo>
                  <a:lnTo>
                    <a:pt x="61468" y="158826"/>
                  </a:lnTo>
                  <a:lnTo>
                    <a:pt x="61760" y="152755"/>
                  </a:lnTo>
                  <a:lnTo>
                    <a:pt x="61861" y="146875"/>
                  </a:lnTo>
                  <a:close/>
                </a:path>
                <a:path w="144779" h="182880">
                  <a:moveTo>
                    <a:pt x="63754" y="141897"/>
                  </a:moveTo>
                  <a:lnTo>
                    <a:pt x="63614" y="142125"/>
                  </a:lnTo>
                  <a:lnTo>
                    <a:pt x="63487" y="142354"/>
                  </a:lnTo>
                  <a:lnTo>
                    <a:pt x="63754" y="142671"/>
                  </a:lnTo>
                  <a:lnTo>
                    <a:pt x="63754" y="141897"/>
                  </a:lnTo>
                  <a:close/>
                </a:path>
                <a:path w="144779" h="182880">
                  <a:moveTo>
                    <a:pt x="63792" y="127101"/>
                  </a:moveTo>
                  <a:lnTo>
                    <a:pt x="55308" y="127101"/>
                  </a:lnTo>
                  <a:lnTo>
                    <a:pt x="53759" y="127736"/>
                  </a:lnTo>
                  <a:lnTo>
                    <a:pt x="63715" y="127736"/>
                  </a:lnTo>
                  <a:lnTo>
                    <a:pt x="63792" y="127101"/>
                  </a:lnTo>
                  <a:close/>
                </a:path>
                <a:path w="144779" h="182880">
                  <a:moveTo>
                    <a:pt x="64655" y="143725"/>
                  </a:moveTo>
                  <a:lnTo>
                    <a:pt x="63754" y="142671"/>
                  </a:lnTo>
                  <a:lnTo>
                    <a:pt x="63817" y="148043"/>
                  </a:lnTo>
                  <a:lnTo>
                    <a:pt x="64579" y="144094"/>
                  </a:lnTo>
                  <a:lnTo>
                    <a:pt x="64655" y="143725"/>
                  </a:lnTo>
                  <a:close/>
                </a:path>
                <a:path w="144779" h="182880">
                  <a:moveTo>
                    <a:pt x="65443" y="130175"/>
                  </a:moveTo>
                  <a:lnTo>
                    <a:pt x="64185" y="127736"/>
                  </a:lnTo>
                  <a:lnTo>
                    <a:pt x="63715" y="127736"/>
                  </a:lnTo>
                  <a:lnTo>
                    <a:pt x="63804" y="129362"/>
                  </a:lnTo>
                  <a:lnTo>
                    <a:pt x="63881" y="129578"/>
                  </a:lnTo>
                  <a:lnTo>
                    <a:pt x="63957" y="129806"/>
                  </a:lnTo>
                  <a:lnTo>
                    <a:pt x="64020" y="129984"/>
                  </a:lnTo>
                  <a:lnTo>
                    <a:pt x="65443" y="130175"/>
                  </a:lnTo>
                  <a:close/>
                </a:path>
                <a:path w="144779" h="182880">
                  <a:moveTo>
                    <a:pt x="65595" y="142709"/>
                  </a:moveTo>
                  <a:lnTo>
                    <a:pt x="65252" y="142709"/>
                  </a:lnTo>
                  <a:lnTo>
                    <a:pt x="65493" y="143598"/>
                  </a:lnTo>
                  <a:lnTo>
                    <a:pt x="65595" y="142709"/>
                  </a:lnTo>
                  <a:close/>
                </a:path>
                <a:path w="144779" h="182880">
                  <a:moveTo>
                    <a:pt x="66243" y="107403"/>
                  </a:moveTo>
                  <a:lnTo>
                    <a:pt x="60261" y="105752"/>
                  </a:lnTo>
                  <a:lnTo>
                    <a:pt x="62471" y="113347"/>
                  </a:lnTo>
                  <a:lnTo>
                    <a:pt x="64630" y="114744"/>
                  </a:lnTo>
                  <a:lnTo>
                    <a:pt x="65519" y="112293"/>
                  </a:lnTo>
                  <a:lnTo>
                    <a:pt x="65760" y="111620"/>
                  </a:lnTo>
                  <a:lnTo>
                    <a:pt x="65328" y="111620"/>
                  </a:lnTo>
                  <a:lnTo>
                    <a:pt x="64643" y="112293"/>
                  </a:lnTo>
                  <a:lnTo>
                    <a:pt x="62941" y="109054"/>
                  </a:lnTo>
                  <a:lnTo>
                    <a:pt x="63169" y="108915"/>
                  </a:lnTo>
                  <a:lnTo>
                    <a:pt x="66243" y="107403"/>
                  </a:lnTo>
                  <a:close/>
                </a:path>
                <a:path w="144779" h="182880">
                  <a:moveTo>
                    <a:pt x="66268" y="146443"/>
                  </a:moveTo>
                  <a:lnTo>
                    <a:pt x="65493" y="143598"/>
                  </a:lnTo>
                  <a:lnTo>
                    <a:pt x="64909" y="148793"/>
                  </a:lnTo>
                  <a:lnTo>
                    <a:pt x="66268" y="146443"/>
                  </a:lnTo>
                  <a:close/>
                </a:path>
                <a:path w="144779" h="182880">
                  <a:moveTo>
                    <a:pt x="68719" y="140754"/>
                  </a:moveTo>
                  <a:lnTo>
                    <a:pt x="65468" y="140754"/>
                  </a:lnTo>
                  <a:lnTo>
                    <a:pt x="65646" y="142290"/>
                  </a:lnTo>
                  <a:lnTo>
                    <a:pt x="67881" y="142290"/>
                  </a:lnTo>
                  <a:lnTo>
                    <a:pt x="68719" y="140754"/>
                  </a:lnTo>
                  <a:close/>
                </a:path>
                <a:path w="144779" h="182880">
                  <a:moveTo>
                    <a:pt x="69138" y="88430"/>
                  </a:moveTo>
                  <a:lnTo>
                    <a:pt x="65455" y="87045"/>
                  </a:lnTo>
                  <a:lnTo>
                    <a:pt x="65328" y="89585"/>
                  </a:lnTo>
                  <a:lnTo>
                    <a:pt x="62966" y="94996"/>
                  </a:lnTo>
                  <a:lnTo>
                    <a:pt x="66255" y="95986"/>
                  </a:lnTo>
                  <a:lnTo>
                    <a:pt x="65506" y="92570"/>
                  </a:lnTo>
                  <a:lnTo>
                    <a:pt x="69138" y="88430"/>
                  </a:lnTo>
                  <a:close/>
                </a:path>
                <a:path w="144779" h="182880">
                  <a:moveTo>
                    <a:pt x="69380" y="127101"/>
                  </a:moveTo>
                  <a:lnTo>
                    <a:pt x="65735" y="127101"/>
                  </a:lnTo>
                  <a:lnTo>
                    <a:pt x="63855" y="127101"/>
                  </a:lnTo>
                  <a:lnTo>
                    <a:pt x="64185" y="127736"/>
                  </a:lnTo>
                  <a:lnTo>
                    <a:pt x="69189" y="127736"/>
                  </a:lnTo>
                  <a:lnTo>
                    <a:pt x="69380" y="127101"/>
                  </a:lnTo>
                  <a:close/>
                </a:path>
                <a:path w="144779" h="182880">
                  <a:moveTo>
                    <a:pt x="69519" y="60210"/>
                  </a:moveTo>
                  <a:lnTo>
                    <a:pt x="63296" y="59867"/>
                  </a:lnTo>
                  <a:lnTo>
                    <a:pt x="58610" y="57556"/>
                  </a:lnTo>
                  <a:lnTo>
                    <a:pt x="53238" y="60210"/>
                  </a:lnTo>
                  <a:lnTo>
                    <a:pt x="55727" y="60998"/>
                  </a:lnTo>
                  <a:lnTo>
                    <a:pt x="52298" y="62382"/>
                  </a:lnTo>
                  <a:lnTo>
                    <a:pt x="52438" y="63461"/>
                  </a:lnTo>
                  <a:lnTo>
                    <a:pt x="42811" y="67640"/>
                  </a:lnTo>
                  <a:lnTo>
                    <a:pt x="34493" y="75222"/>
                  </a:lnTo>
                  <a:lnTo>
                    <a:pt x="28422" y="85051"/>
                  </a:lnTo>
                  <a:lnTo>
                    <a:pt x="25577" y="95999"/>
                  </a:lnTo>
                  <a:lnTo>
                    <a:pt x="28981" y="92633"/>
                  </a:lnTo>
                  <a:lnTo>
                    <a:pt x="32181" y="89039"/>
                  </a:lnTo>
                  <a:lnTo>
                    <a:pt x="37782" y="87871"/>
                  </a:lnTo>
                  <a:lnTo>
                    <a:pt x="41122" y="89598"/>
                  </a:lnTo>
                  <a:lnTo>
                    <a:pt x="38684" y="94957"/>
                  </a:lnTo>
                  <a:lnTo>
                    <a:pt x="41046" y="95999"/>
                  </a:lnTo>
                  <a:lnTo>
                    <a:pt x="43764" y="84670"/>
                  </a:lnTo>
                  <a:lnTo>
                    <a:pt x="47485" y="73761"/>
                  </a:lnTo>
                  <a:lnTo>
                    <a:pt x="52857" y="65036"/>
                  </a:lnTo>
                  <a:lnTo>
                    <a:pt x="60566" y="60210"/>
                  </a:lnTo>
                  <a:lnTo>
                    <a:pt x="55511" y="65125"/>
                  </a:lnTo>
                  <a:lnTo>
                    <a:pt x="51358" y="70942"/>
                  </a:lnTo>
                  <a:lnTo>
                    <a:pt x="48361" y="77901"/>
                  </a:lnTo>
                  <a:lnTo>
                    <a:pt x="46736" y="86245"/>
                  </a:lnTo>
                  <a:lnTo>
                    <a:pt x="52603" y="84683"/>
                  </a:lnTo>
                  <a:lnTo>
                    <a:pt x="62064" y="81584"/>
                  </a:lnTo>
                  <a:lnTo>
                    <a:pt x="67081" y="86245"/>
                  </a:lnTo>
                  <a:lnTo>
                    <a:pt x="68757" y="80327"/>
                  </a:lnTo>
                  <a:lnTo>
                    <a:pt x="69253" y="74168"/>
                  </a:lnTo>
                  <a:lnTo>
                    <a:pt x="69278" y="67551"/>
                  </a:lnTo>
                  <a:lnTo>
                    <a:pt x="69519" y="60210"/>
                  </a:lnTo>
                  <a:close/>
                </a:path>
                <a:path w="144779" h="182880">
                  <a:moveTo>
                    <a:pt x="69684" y="125361"/>
                  </a:moveTo>
                  <a:lnTo>
                    <a:pt x="61442" y="125361"/>
                  </a:lnTo>
                  <a:lnTo>
                    <a:pt x="39954" y="126098"/>
                  </a:lnTo>
                  <a:lnTo>
                    <a:pt x="35953" y="126098"/>
                  </a:lnTo>
                  <a:lnTo>
                    <a:pt x="38074" y="127101"/>
                  </a:lnTo>
                  <a:lnTo>
                    <a:pt x="50507" y="127101"/>
                  </a:lnTo>
                  <a:lnTo>
                    <a:pt x="50469" y="126657"/>
                  </a:lnTo>
                  <a:lnTo>
                    <a:pt x="50749" y="126657"/>
                  </a:lnTo>
                  <a:lnTo>
                    <a:pt x="53530" y="127101"/>
                  </a:lnTo>
                  <a:lnTo>
                    <a:pt x="55308" y="127101"/>
                  </a:lnTo>
                  <a:lnTo>
                    <a:pt x="56413" y="126657"/>
                  </a:lnTo>
                  <a:lnTo>
                    <a:pt x="57086" y="126377"/>
                  </a:lnTo>
                  <a:lnTo>
                    <a:pt x="57924" y="126377"/>
                  </a:lnTo>
                  <a:lnTo>
                    <a:pt x="63715" y="126923"/>
                  </a:lnTo>
                  <a:lnTo>
                    <a:pt x="63614" y="126657"/>
                  </a:lnTo>
                  <a:lnTo>
                    <a:pt x="63474" y="126377"/>
                  </a:lnTo>
                  <a:lnTo>
                    <a:pt x="69684" y="125361"/>
                  </a:lnTo>
                  <a:close/>
                </a:path>
                <a:path w="144779" h="182880">
                  <a:moveTo>
                    <a:pt x="71958" y="113931"/>
                  </a:moveTo>
                  <a:lnTo>
                    <a:pt x="70167" y="111620"/>
                  </a:lnTo>
                  <a:lnTo>
                    <a:pt x="71297" y="111620"/>
                  </a:lnTo>
                  <a:lnTo>
                    <a:pt x="70954" y="110883"/>
                  </a:lnTo>
                  <a:lnTo>
                    <a:pt x="69964" y="111620"/>
                  </a:lnTo>
                  <a:lnTo>
                    <a:pt x="66725" y="111620"/>
                  </a:lnTo>
                  <a:lnTo>
                    <a:pt x="69786" y="112763"/>
                  </a:lnTo>
                  <a:lnTo>
                    <a:pt x="71958" y="113931"/>
                  </a:lnTo>
                  <a:close/>
                </a:path>
                <a:path w="144779" h="182880">
                  <a:moveTo>
                    <a:pt x="72644" y="939"/>
                  </a:moveTo>
                  <a:lnTo>
                    <a:pt x="72174" y="558"/>
                  </a:lnTo>
                  <a:lnTo>
                    <a:pt x="71958" y="0"/>
                  </a:lnTo>
                  <a:lnTo>
                    <a:pt x="70866" y="127"/>
                  </a:lnTo>
                  <a:lnTo>
                    <a:pt x="70358" y="647"/>
                  </a:lnTo>
                  <a:lnTo>
                    <a:pt x="70662" y="1727"/>
                  </a:lnTo>
                  <a:lnTo>
                    <a:pt x="71526" y="1765"/>
                  </a:lnTo>
                  <a:lnTo>
                    <a:pt x="72161" y="1701"/>
                  </a:lnTo>
                  <a:lnTo>
                    <a:pt x="72529" y="1422"/>
                  </a:lnTo>
                  <a:lnTo>
                    <a:pt x="72644" y="939"/>
                  </a:lnTo>
                  <a:close/>
                </a:path>
                <a:path w="144779" h="182880">
                  <a:moveTo>
                    <a:pt x="73748" y="127736"/>
                  </a:moveTo>
                  <a:lnTo>
                    <a:pt x="69189" y="127736"/>
                  </a:lnTo>
                  <a:lnTo>
                    <a:pt x="69100" y="128041"/>
                  </a:lnTo>
                  <a:lnTo>
                    <a:pt x="68986" y="128397"/>
                  </a:lnTo>
                  <a:lnTo>
                    <a:pt x="68872" y="128778"/>
                  </a:lnTo>
                  <a:lnTo>
                    <a:pt x="68795" y="129032"/>
                  </a:lnTo>
                  <a:lnTo>
                    <a:pt x="68694" y="129362"/>
                  </a:lnTo>
                  <a:lnTo>
                    <a:pt x="73748" y="127736"/>
                  </a:lnTo>
                  <a:close/>
                </a:path>
                <a:path w="144779" h="182880">
                  <a:moveTo>
                    <a:pt x="73863" y="108597"/>
                  </a:moveTo>
                  <a:lnTo>
                    <a:pt x="70332" y="107403"/>
                  </a:lnTo>
                  <a:lnTo>
                    <a:pt x="69900" y="108597"/>
                  </a:lnTo>
                  <a:lnTo>
                    <a:pt x="70954" y="110883"/>
                  </a:lnTo>
                  <a:lnTo>
                    <a:pt x="73660" y="108597"/>
                  </a:lnTo>
                  <a:lnTo>
                    <a:pt x="73863" y="108597"/>
                  </a:lnTo>
                  <a:close/>
                </a:path>
                <a:path w="144779" h="182880">
                  <a:moveTo>
                    <a:pt x="74015" y="112699"/>
                  </a:moveTo>
                  <a:lnTo>
                    <a:pt x="73583" y="112547"/>
                  </a:lnTo>
                  <a:lnTo>
                    <a:pt x="73660" y="113042"/>
                  </a:lnTo>
                  <a:lnTo>
                    <a:pt x="74015" y="112699"/>
                  </a:lnTo>
                  <a:close/>
                </a:path>
                <a:path w="144779" h="182880">
                  <a:moveTo>
                    <a:pt x="74409" y="117970"/>
                  </a:moveTo>
                  <a:lnTo>
                    <a:pt x="73660" y="113042"/>
                  </a:lnTo>
                  <a:lnTo>
                    <a:pt x="72771" y="113906"/>
                  </a:lnTo>
                  <a:lnTo>
                    <a:pt x="72656" y="115925"/>
                  </a:lnTo>
                  <a:lnTo>
                    <a:pt x="73190" y="117284"/>
                  </a:lnTo>
                  <a:lnTo>
                    <a:pt x="74409" y="117970"/>
                  </a:lnTo>
                  <a:close/>
                </a:path>
                <a:path w="144779" h="182880">
                  <a:moveTo>
                    <a:pt x="82537" y="112280"/>
                  </a:moveTo>
                  <a:lnTo>
                    <a:pt x="78536" y="112077"/>
                  </a:lnTo>
                  <a:lnTo>
                    <a:pt x="74663" y="112077"/>
                  </a:lnTo>
                  <a:lnTo>
                    <a:pt x="74015" y="112699"/>
                  </a:lnTo>
                  <a:lnTo>
                    <a:pt x="81038" y="115379"/>
                  </a:lnTo>
                  <a:lnTo>
                    <a:pt x="82537" y="112280"/>
                  </a:lnTo>
                  <a:close/>
                </a:path>
                <a:path w="144779" h="182880">
                  <a:moveTo>
                    <a:pt x="83273" y="35255"/>
                  </a:moveTo>
                  <a:lnTo>
                    <a:pt x="82283" y="38569"/>
                  </a:lnTo>
                  <a:lnTo>
                    <a:pt x="82575" y="38836"/>
                  </a:lnTo>
                  <a:lnTo>
                    <a:pt x="83273" y="35255"/>
                  </a:lnTo>
                  <a:close/>
                </a:path>
                <a:path w="144779" h="182880">
                  <a:moveTo>
                    <a:pt x="85788" y="122847"/>
                  </a:moveTo>
                  <a:lnTo>
                    <a:pt x="69062" y="122008"/>
                  </a:lnTo>
                  <a:lnTo>
                    <a:pt x="51917" y="122148"/>
                  </a:lnTo>
                  <a:lnTo>
                    <a:pt x="35229" y="123253"/>
                  </a:lnTo>
                  <a:lnTo>
                    <a:pt x="19291" y="125361"/>
                  </a:lnTo>
                  <a:lnTo>
                    <a:pt x="20421" y="125361"/>
                  </a:lnTo>
                  <a:lnTo>
                    <a:pt x="22694" y="125704"/>
                  </a:lnTo>
                  <a:lnTo>
                    <a:pt x="24345" y="125704"/>
                  </a:lnTo>
                  <a:lnTo>
                    <a:pt x="25781" y="127101"/>
                  </a:lnTo>
                  <a:lnTo>
                    <a:pt x="30695" y="127101"/>
                  </a:lnTo>
                  <a:lnTo>
                    <a:pt x="31800" y="126377"/>
                  </a:lnTo>
                  <a:lnTo>
                    <a:pt x="31927" y="126377"/>
                  </a:lnTo>
                  <a:lnTo>
                    <a:pt x="32575" y="127101"/>
                  </a:lnTo>
                  <a:lnTo>
                    <a:pt x="35788" y="127101"/>
                  </a:lnTo>
                  <a:lnTo>
                    <a:pt x="35902" y="126377"/>
                  </a:lnTo>
                  <a:lnTo>
                    <a:pt x="35941" y="126098"/>
                  </a:lnTo>
                  <a:lnTo>
                    <a:pt x="27203" y="126098"/>
                  </a:lnTo>
                  <a:lnTo>
                    <a:pt x="41694" y="124282"/>
                  </a:lnTo>
                  <a:lnTo>
                    <a:pt x="56794" y="123939"/>
                  </a:lnTo>
                  <a:lnTo>
                    <a:pt x="70650" y="123939"/>
                  </a:lnTo>
                  <a:lnTo>
                    <a:pt x="85788" y="122847"/>
                  </a:lnTo>
                  <a:close/>
                </a:path>
                <a:path w="144779" h="182880">
                  <a:moveTo>
                    <a:pt x="85928" y="54508"/>
                  </a:moveTo>
                  <a:lnTo>
                    <a:pt x="85852" y="54381"/>
                  </a:lnTo>
                  <a:lnTo>
                    <a:pt x="81457" y="54381"/>
                  </a:lnTo>
                  <a:lnTo>
                    <a:pt x="82791" y="52070"/>
                  </a:lnTo>
                  <a:lnTo>
                    <a:pt x="83032" y="51650"/>
                  </a:lnTo>
                  <a:lnTo>
                    <a:pt x="83489" y="51650"/>
                  </a:lnTo>
                  <a:lnTo>
                    <a:pt x="84035" y="51650"/>
                  </a:lnTo>
                  <a:lnTo>
                    <a:pt x="83502" y="50838"/>
                  </a:lnTo>
                  <a:lnTo>
                    <a:pt x="83058" y="51612"/>
                  </a:lnTo>
                  <a:lnTo>
                    <a:pt x="72898" y="50444"/>
                  </a:lnTo>
                  <a:lnTo>
                    <a:pt x="68287" y="50596"/>
                  </a:lnTo>
                  <a:lnTo>
                    <a:pt x="66471" y="49453"/>
                  </a:lnTo>
                  <a:lnTo>
                    <a:pt x="66319" y="50444"/>
                  </a:lnTo>
                  <a:lnTo>
                    <a:pt x="66281" y="50660"/>
                  </a:lnTo>
                  <a:lnTo>
                    <a:pt x="60147" y="50838"/>
                  </a:lnTo>
                  <a:lnTo>
                    <a:pt x="63157" y="50838"/>
                  </a:lnTo>
                  <a:lnTo>
                    <a:pt x="56515" y="54508"/>
                  </a:lnTo>
                  <a:lnTo>
                    <a:pt x="59397" y="54140"/>
                  </a:lnTo>
                  <a:lnTo>
                    <a:pt x="61226" y="52717"/>
                  </a:lnTo>
                  <a:lnTo>
                    <a:pt x="64643" y="52882"/>
                  </a:lnTo>
                  <a:lnTo>
                    <a:pt x="64566" y="54940"/>
                  </a:lnTo>
                  <a:lnTo>
                    <a:pt x="62763" y="55549"/>
                  </a:lnTo>
                  <a:lnTo>
                    <a:pt x="63474" y="55549"/>
                  </a:lnTo>
                  <a:lnTo>
                    <a:pt x="65468" y="56146"/>
                  </a:lnTo>
                  <a:lnTo>
                    <a:pt x="65887" y="53289"/>
                  </a:lnTo>
                  <a:lnTo>
                    <a:pt x="65976" y="52717"/>
                  </a:lnTo>
                  <a:lnTo>
                    <a:pt x="66078" y="52070"/>
                  </a:lnTo>
                  <a:lnTo>
                    <a:pt x="66141" y="51650"/>
                  </a:lnTo>
                  <a:lnTo>
                    <a:pt x="66255" y="50838"/>
                  </a:lnTo>
                  <a:lnTo>
                    <a:pt x="68694" y="50838"/>
                  </a:lnTo>
                  <a:lnTo>
                    <a:pt x="74396" y="54381"/>
                  </a:lnTo>
                  <a:lnTo>
                    <a:pt x="80098" y="52070"/>
                  </a:lnTo>
                  <a:lnTo>
                    <a:pt x="80162" y="52717"/>
                  </a:lnTo>
                  <a:lnTo>
                    <a:pt x="80238" y="53289"/>
                  </a:lnTo>
                  <a:lnTo>
                    <a:pt x="80035" y="54140"/>
                  </a:lnTo>
                  <a:lnTo>
                    <a:pt x="79946" y="54508"/>
                  </a:lnTo>
                  <a:lnTo>
                    <a:pt x="79844" y="54940"/>
                  </a:lnTo>
                  <a:lnTo>
                    <a:pt x="79819" y="55079"/>
                  </a:lnTo>
                  <a:lnTo>
                    <a:pt x="80899" y="55333"/>
                  </a:lnTo>
                  <a:lnTo>
                    <a:pt x="81381" y="54508"/>
                  </a:lnTo>
                  <a:lnTo>
                    <a:pt x="85928" y="54508"/>
                  </a:lnTo>
                  <a:close/>
                </a:path>
                <a:path w="144779" h="182880">
                  <a:moveTo>
                    <a:pt x="86385" y="42303"/>
                  </a:moveTo>
                  <a:lnTo>
                    <a:pt x="82575" y="38836"/>
                  </a:lnTo>
                  <a:lnTo>
                    <a:pt x="82423" y="39598"/>
                  </a:lnTo>
                  <a:lnTo>
                    <a:pt x="81724" y="42303"/>
                  </a:lnTo>
                  <a:lnTo>
                    <a:pt x="86385" y="42303"/>
                  </a:lnTo>
                  <a:close/>
                </a:path>
                <a:path w="144779" h="182880">
                  <a:moveTo>
                    <a:pt x="87312" y="28587"/>
                  </a:moveTo>
                  <a:lnTo>
                    <a:pt x="75831" y="28587"/>
                  </a:lnTo>
                  <a:lnTo>
                    <a:pt x="74879" y="29476"/>
                  </a:lnTo>
                  <a:lnTo>
                    <a:pt x="73291" y="40906"/>
                  </a:lnTo>
                  <a:lnTo>
                    <a:pt x="73279" y="41059"/>
                  </a:lnTo>
                  <a:lnTo>
                    <a:pt x="77660" y="41490"/>
                  </a:lnTo>
                  <a:lnTo>
                    <a:pt x="80759" y="40906"/>
                  </a:lnTo>
                  <a:lnTo>
                    <a:pt x="77774" y="32816"/>
                  </a:lnTo>
                  <a:lnTo>
                    <a:pt x="77711" y="32639"/>
                  </a:lnTo>
                  <a:lnTo>
                    <a:pt x="80899" y="30099"/>
                  </a:lnTo>
                  <a:lnTo>
                    <a:pt x="84010" y="31470"/>
                  </a:lnTo>
                  <a:lnTo>
                    <a:pt x="83312" y="35013"/>
                  </a:lnTo>
                  <a:lnTo>
                    <a:pt x="86067" y="32816"/>
                  </a:lnTo>
                  <a:lnTo>
                    <a:pt x="86982" y="30099"/>
                  </a:lnTo>
                  <a:lnTo>
                    <a:pt x="87198" y="29476"/>
                  </a:lnTo>
                  <a:lnTo>
                    <a:pt x="87312" y="28587"/>
                  </a:lnTo>
                  <a:close/>
                </a:path>
                <a:path w="144779" h="182880">
                  <a:moveTo>
                    <a:pt x="87426" y="24409"/>
                  </a:moveTo>
                  <a:lnTo>
                    <a:pt x="83362" y="20307"/>
                  </a:lnTo>
                  <a:lnTo>
                    <a:pt x="81724" y="18630"/>
                  </a:lnTo>
                  <a:lnTo>
                    <a:pt x="72732" y="17132"/>
                  </a:lnTo>
                  <a:lnTo>
                    <a:pt x="63157" y="19062"/>
                  </a:lnTo>
                  <a:lnTo>
                    <a:pt x="55689" y="23596"/>
                  </a:lnTo>
                  <a:lnTo>
                    <a:pt x="56159" y="25019"/>
                  </a:lnTo>
                  <a:lnTo>
                    <a:pt x="54660" y="28460"/>
                  </a:lnTo>
                  <a:lnTo>
                    <a:pt x="56502" y="28460"/>
                  </a:lnTo>
                  <a:lnTo>
                    <a:pt x="57810" y="26670"/>
                  </a:lnTo>
                  <a:lnTo>
                    <a:pt x="57480" y="29438"/>
                  </a:lnTo>
                  <a:lnTo>
                    <a:pt x="56502" y="31724"/>
                  </a:lnTo>
                  <a:lnTo>
                    <a:pt x="58889" y="36703"/>
                  </a:lnTo>
                  <a:lnTo>
                    <a:pt x="61125" y="32029"/>
                  </a:lnTo>
                  <a:lnTo>
                    <a:pt x="63830" y="35801"/>
                  </a:lnTo>
                  <a:lnTo>
                    <a:pt x="63830" y="30911"/>
                  </a:lnTo>
                  <a:lnTo>
                    <a:pt x="59105" y="30530"/>
                  </a:lnTo>
                  <a:lnTo>
                    <a:pt x="62191" y="29806"/>
                  </a:lnTo>
                  <a:lnTo>
                    <a:pt x="61391" y="26847"/>
                  </a:lnTo>
                  <a:lnTo>
                    <a:pt x="57899" y="26555"/>
                  </a:lnTo>
                  <a:lnTo>
                    <a:pt x="61214" y="22021"/>
                  </a:lnTo>
                  <a:lnTo>
                    <a:pt x="70472" y="20307"/>
                  </a:lnTo>
                  <a:lnTo>
                    <a:pt x="80073" y="22466"/>
                  </a:lnTo>
                  <a:lnTo>
                    <a:pt x="85788" y="27660"/>
                  </a:lnTo>
                  <a:lnTo>
                    <a:pt x="83070" y="25552"/>
                  </a:lnTo>
                  <a:lnTo>
                    <a:pt x="81368" y="24231"/>
                  </a:lnTo>
                  <a:lnTo>
                    <a:pt x="73685" y="24041"/>
                  </a:lnTo>
                  <a:lnTo>
                    <a:pt x="65443" y="24409"/>
                  </a:lnTo>
                  <a:lnTo>
                    <a:pt x="65913" y="26720"/>
                  </a:lnTo>
                  <a:lnTo>
                    <a:pt x="63830" y="26327"/>
                  </a:lnTo>
                  <a:lnTo>
                    <a:pt x="66890" y="35331"/>
                  </a:lnTo>
                  <a:lnTo>
                    <a:pt x="66243" y="40678"/>
                  </a:lnTo>
                  <a:lnTo>
                    <a:pt x="71945" y="40678"/>
                  </a:lnTo>
                  <a:lnTo>
                    <a:pt x="71564" y="36461"/>
                  </a:lnTo>
                  <a:lnTo>
                    <a:pt x="72834" y="30581"/>
                  </a:lnTo>
                  <a:lnTo>
                    <a:pt x="71132" y="27660"/>
                  </a:lnTo>
                  <a:lnTo>
                    <a:pt x="68999" y="27279"/>
                  </a:lnTo>
                  <a:lnTo>
                    <a:pt x="72529" y="25552"/>
                  </a:lnTo>
                  <a:lnTo>
                    <a:pt x="76835" y="27660"/>
                  </a:lnTo>
                  <a:lnTo>
                    <a:pt x="75971" y="28460"/>
                  </a:lnTo>
                  <a:lnTo>
                    <a:pt x="87312" y="28460"/>
                  </a:lnTo>
                  <a:lnTo>
                    <a:pt x="87337" y="27660"/>
                  </a:lnTo>
                  <a:lnTo>
                    <a:pt x="87426" y="24409"/>
                  </a:lnTo>
                  <a:close/>
                </a:path>
                <a:path w="144779" h="182880">
                  <a:moveTo>
                    <a:pt x="88226" y="170091"/>
                  </a:moveTo>
                  <a:lnTo>
                    <a:pt x="88214" y="143205"/>
                  </a:lnTo>
                  <a:lnTo>
                    <a:pt x="83477" y="143624"/>
                  </a:lnTo>
                  <a:lnTo>
                    <a:pt x="77012" y="142290"/>
                  </a:lnTo>
                  <a:lnTo>
                    <a:pt x="73571" y="144030"/>
                  </a:lnTo>
                  <a:lnTo>
                    <a:pt x="73240" y="149098"/>
                  </a:lnTo>
                  <a:lnTo>
                    <a:pt x="73583" y="157187"/>
                  </a:lnTo>
                  <a:lnTo>
                    <a:pt x="73647" y="164807"/>
                  </a:lnTo>
                  <a:lnTo>
                    <a:pt x="76415" y="166027"/>
                  </a:lnTo>
                  <a:lnTo>
                    <a:pt x="78041" y="166649"/>
                  </a:lnTo>
                  <a:lnTo>
                    <a:pt x="81610" y="167792"/>
                  </a:lnTo>
                  <a:lnTo>
                    <a:pt x="85026" y="168948"/>
                  </a:lnTo>
                  <a:lnTo>
                    <a:pt x="88226" y="170091"/>
                  </a:lnTo>
                  <a:close/>
                </a:path>
                <a:path w="144779" h="182880">
                  <a:moveTo>
                    <a:pt x="89852" y="47180"/>
                  </a:moveTo>
                  <a:lnTo>
                    <a:pt x="87769" y="46507"/>
                  </a:lnTo>
                  <a:lnTo>
                    <a:pt x="83985" y="43332"/>
                  </a:lnTo>
                  <a:lnTo>
                    <a:pt x="81724" y="45554"/>
                  </a:lnTo>
                  <a:lnTo>
                    <a:pt x="83820" y="45745"/>
                  </a:lnTo>
                  <a:lnTo>
                    <a:pt x="80606" y="46951"/>
                  </a:lnTo>
                  <a:lnTo>
                    <a:pt x="81724" y="48806"/>
                  </a:lnTo>
                  <a:lnTo>
                    <a:pt x="84162" y="49885"/>
                  </a:lnTo>
                  <a:lnTo>
                    <a:pt x="86144" y="51435"/>
                  </a:lnTo>
                  <a:lnTo>
                    <a:pt x="89852" y="51244"/>
                  </a:lnTo>
                  <a:lnTo>
                    <a:pt x="89852" y="47180"/>
                  </a:lnTo>
                  <a:close/>
                </a:path>
                <a:path w="144779" h="182880">
                  <a:moveTo>
                    <a:pt x="92176" y="54381"/>
                  </a:moveTo>
                  <a:lnTo>
                    <a:pt x="91147" y="53289"/>
                  </a:lnTo>
                  <a:lnTo>
                    <a:pt x="90944" y="52882"/>
                  </a:lnTo>
                  <a:lnTo>
                    <a:pt x="90690" y="52070"/>
                  </a:lnTo>
                  <a:lnTo>
                    <a:pt x="84035" y="51650"/>
                  </a:lnTo>
                  <a:lnTo>
                    <a:pt x="85852" y="54381"/>
                  </a:lnTo>
                  <a:lnTo>
                    <a:pt x="92176" y="54381"/>
                  </a:lnTo>
                  <a:close/>
                </a:path>
                <a:path w="144779" h="182880">
                  <a:moveTo>
                    <a:pt x="92583" y="84785"/>
                  </a:moveTo>
                  <a:lnTo>
                    <a:pt x="91859" y="78295"/>
                  </a:lnTo>
                  <a:lnTo>
                    <a:pt x="90690" y="78092"/>
                  </a:lnTo>
                  <a:lnTo>
                    <a:pt x="90436" y="80010"/>
                  </a:lnTo>
                  <a:lnTo>
                    <a:pt x="89395" y="81165"/>
                  </a:lnTo>
                  <a:lnTo>
                    <a:pt x="89877" y="83794"/>
                  </a:lnTo>
                  <a:lnTo>
                    <a:pt x="92583" y="84785"/>
                  </a:lnTo>
                  <a:close/>
                </a:path>
                <a:path w="144779" h="182880">
                  <a:moveTo>
                    <a:pt x="92837" y="88239"/>
                  </a:moveTo>
                  <a:lnTo>
                    <a:pt x="91846" y="85699"/>
                  </a:lnTo>
                  <a:lnTo>
                    <a:pt x="90690" y="84620"/>
                  </a:lnTo>
                  <a:lnTo>
                    <a:pt x="90500" y="85242"/>
                  </a:lnTo>
                  <a:lnTo>
                    <a:pt x="89992" y="85559"/>
                  </a:lnTo>
                  <a:lnTo>
                    <a:pt x="89039" y="85420"/>
                  </a:lnTo>
                  <a:lnTo>
                    <a:pt x="89395" y="87249"/>
                  </a:lnTo>
                  <a:lnTo>
                    <a:pt x="90805" y="88036"/>
                  </a:lnTo>
                  <a:lnTo>
                    <a:pt x="91490" y="89496"/>
                  </a:lnTo>
                  <a:lnTo>
                    <a:pt x="92837" y="88239"/>
                  </a:lnTo>
                  <a:close/>
                </a:path>
                <a:path w="144779" h="182880">
                  <a:moveTo>
                    <a:pt x="95554" y="112750"/>
                  </a:moveTo>
                  <a:lnTo>
                    <a:pt x="90182" y="109880"/>
                  </a:lnTo>
                  <a:lnTo>
                    <a:pt x="90131" y="110083"/>
                  </a:lnTo>
                  <a:lnTo>
                    <a:pt x="90030" y="111467"/>
                  </a:lnTo>
                  <a:lnTo>
                    <a:pt x="89941" y="112750"/>
                  </a:lnTo>
                  <a:lnTo>
                    <a:pt x="89852" y="114020"/>
                  </a:lnTo>
                  <a:lnTo>
                    <a:pt x="91338" y="114020"/>
                  </a:lnTo>
                  <a:lnTo>
                    <a:pt x="93103" y="114173"/>
                  </a:lnTo>
                  <a:lnTo>
                    <a:pt x="94157" y="112750"/>
                  </a:lnTo>
                  <a:lnTo>
                    <a:pt x="95554" y="112750"/>
                  </a:lnTo>
                  <a:close/>
                </a:path>
                <a:path w="144779" h="182880">
                  <a:moveTo>
                    <a:pt x="96710" y="60807"/>
                  </a:moveTo>
                  <a:lnTo>
                    <a:pt x="96596" y="59994"/>
                  </a:lnTo>
                  <a:lnTo>
                    <a:pt x="96469" y="59004"/>
                  </a:lnTo>
                  <a:lnTo>
                    <a:pt x="96393" y="56146"/>
                  </a:lnTo>
                  <a:lnTo>
                    <a:pt x="93268" y="55549"/>
                  </a:lnTo>
                  <a:lnTo>
                    <a:pt x="92290" y="54508"/>
                  </a:lnTo>
                  <a:lnTo>
                    <a:pt x="85928" y="54508"/>
                  </a:lnTo>
                  <a:lnTo>
                    <a:pt x="89077" y="59245"/>
                  </a:lnTo>
                  <a:lnTo>
                    <a:pt x="91351" y="55549"/>
                  </a:lnTo>
                  <a:lnTo>
                    <a:pt x="91541" y="55549"/>
                  </a:lnTo>
                  <a:lnTo>
                    <a:pt x="92011" y="57213"/>
                  </a:lnTo>
                  <a:lnTo>
                    <a:pt x="92544" y="59004"/>
                  </a:lnTo>
                  <a:lnTo>
                    <a:pt x="90690" y="60210"/>
                  </a:lnTo>
                  <a:lnTo>
                    <a:pt x="93078" y="59994"/>
                  </a:lnTo>
                  <a:lnTo>
                    <a:pt x="93091" y="60210"/>
                  </a:lnTo>
                  <a:lnTo>
                    <a:pt x="93205" y="62039"/>
                  </a:lnTo>
                  <a:lnTo>
                    <a:pt x="95580" y="61836"/>
                  </a:lnTo>
                  <a:lnTo>
                    <a:pt x="96710" y="60807"/>
                  </a:lnTo>
                  <a:close/>
                </a:path>
                <a:path w="144779" h="182880">
                  <a:moveTo>
                    <a:pt x="97180" y="126098"/>
                  </a:moveTo>
                  <a:lnTo>
                    <a:pt x="84112" y="125361"/>
                  </a:lnTo>
                  <a:lnTo>
                    <a:pt x="69900" y="125361"/>
                  </a:lnTo>
                  <a:lnTo>
                    <a:pt x="69380" y="127101"/>
                  </a:lnTo>
                  <a:lnTo>
                    <a:pt x="75730" y="127101"/>
                  </a:lnTo>
                  <a:lnTo>
                    <a:pt x="73748" y="127736"/>
                  </a:lnTo>
                  <a:lnTo>
                    <a:pt x="89585" y="127736"/>
                  </a:lnTo>
                  <a:lnTo>
                    <a:pt x="94729" y="130175"/>
                  </a:lnTo>
                  <a:lnTo>
                    <a:pt x="95237" y="129032"/>
                  </a:lnTo>
                  <a:lnTo>
                    <a:pt x="95338" y="128778"/>
                  </a:lnTo>
                  <a:lnTo>
                    <a:pt x="95453" y="128397"/>
                  </a:lnTo>
                  <a:lnTo>
                    <a:pt x="95529" y="128041"/>
                  </a:lnTo>
                  <a:lnTo>
                    <a:pt x="95592" y="127736"/>
                  </a:lnTo>
                  <a:lnTo>
                    <a:pt x="90906" y="127736"/>
                  </a:lnTo>
                  <a:lnTo>
                    <a:pt x="85763" y="127101"/>
                  </a:lnTo>
                  <a:lnTo>
                    <a:pt x="77520" y="127101"/>
                  </a:lnTo>
                  <a:lnTo>
                    <a:pt x="82143" y="126657"/>
                  </a:lnTo>
                  <a:lnTo>
                    <a:pt x="85763" y="127101"/>
                  </a:lnTo>
                  <a:lnTo>
                    <a:pt x="95389" y="127101"/>
                  </a:lnTo>
                  <a:lnTo>
                    <a:pt x="96189" y="126657"/>
                  </a:lnTo>
                  <a:lnTo>
                    <a:pt x="97180" y="126098"/>
                  </a:lnTo>
                  <a:close/>
                </a:path>
                <a:path w="144779" h="182880">
                  <a:moveTo>
                    <a:pt x="97853" y="115811"/>
                  </a:moveTo>
                  <a:lnTo>
                    <a:pt x="95770" y="116763"/>
                  </a:lnTo>
                  <a:lnTo>
                    <a:pt x="97688" y="118046"/>
                  </a:lnTo>
                  <a:lnTo>
                    <a:pt x="97790" y="116763"/>
                  </a:lnTo>
                  <a:lnTo>
                    <a:pt x="97853" y="115811"/>
                  </a:lnTo>
                  <a:close/>
                </a:path>
                <a:path w="144779" h="182880">
                  <a:moveTo>
                    <a:pt x="97993" y="113093"/>
                  </a:moveTo>
                  <a:lnTo>
                    <a:pt x="96037" y="112750"/>
                  </a:lnTo>
                  <a:lnTo>
                    <a:pt x="95554" y="112750"/>
                  </a:lnTo>
                  <a:lnTo>
                    <a:pt x="97955" y="114020"/>
                  </a:lnTo>
                  <a:lnTo>
                    <a:pt x="97993" y="113093"/>
                  </a:lnTo>
                  <a:close/>
                </a:path>
                <a:path w="144779" h="182880">
                  <a:moveTo>
                    <a:pt x="101244" y="120421"/>
                  </a:moveTo>
                  <a:lnTo>
                    <a:pt x="97688" y="118046"/>
                  </a:lnTo>
                  <a:lnTo>
                    <a:pt x="97218" y="124117"/>
                  </a:lnTo>
                  <a:lnTo>
                    <a:pt x="101244" y="120421"/>
                  </a:lnTo>
                  <a:close/>
                </a:path>
                <a:path w="144779" h="182880">
                  <a:moveTo>
                    <a:pt x="106286" y="112750"/>
                  </a:moveTo>
                  <a:lnTo>
                    <a:pt x="98793" y="111467"/>
                  </a:lnTo>
                  <a:lnTo>
                    <a:pt x="101473" y="109880"/>
                  </a:lnTo>
                  <a:lnTo>
                    <a:pt x="105841" y="109880"/>
                  </a:lnTo>
                  <a:lnTo>
                    <a:pt x="103301" y="108800"/>
                  </a:lnTo>
                  <a:lnTo>
                    <a:pt x="102031" y="109550"/>
                  </a:lnTo>
                  <a:lnTo>
                    <a:pt x="101904" y="109626"/>
                  </a:lnTo>
                  <a:lnTo>
                    <a:pt x="100825" y="109550"/>
                  </a:lnTo>
                  <a:lnTo>
                    <a:pt x="102031" y="109550"/>
                  </a:lnTo>
                  <a:lnTo>
                    <a:pt x="97993" y="109029"/>
                  </a:lnTo>
                  <a:lnTo>
                    <a:pt x="99479" y="114846"/>
                  </a:lnTo>
                  <a:lnTo>
                    <a:pt x="97955" y="114020"/>
                  </a:lnTo>
                  <a:lnTo>
                    <a:pt x="97853" y="115811"/>
                  </a:lnTo>
                  <a:lnTo>
                    <a:pt x="99974" y="114846"/>
                  </a:lnTo>
                  <a:lnTo>
                    <a:pt x="104546" y="112750"/>
                  </a:lnTo>
                  <a:lnTo>
                    <a:pt x="106286" y="112750"/>
                  </a:lnTo>
                  <a:close/>
                </a:path>
                <a:path w="144779" h="182880">
                  <a:moveTo>
                    <a:pt x="112649" y="144005"/>
                  </a:moveTo>
                  <a:lnTo>
                    <a:pt x="108839" y="141643"/>
                  </a:lnTo>
                  <a:lnTo>
                    <a:pt x="104406" y="144703"/>
                  </a:lnTo>
                  <a:lnTo>
                    <a:pt x="99631" y="144005"/>
                  </a:lnTo>
                  <a:lnTo>
                    <a:pt x="99529" y="151028"/>
                  </a:lnTo>
                  <a:lnTo>
                    <a:pt x="99758" y="157721"/>
                  </a:lnTo>
                  <a:lnTo>
                    <a:pt x="100444" y="170853"/>
                  </a:lnTo>
                  <a:lnTo>
                    <a:pt x="111836" y="170853"/>
                  </a:lnTo>
                  <a:lnTo>
                    <a:pt x="111785" y="165036"/>
                  </a:lnTo>
                  <a:lnTo>
                    <a:pt x="111988" y="158153"/>
                  </a:lnTo>
                  <a:lnTo>
                    <a:pt x="112649" y="144005"/>
                  </a:lnTo>
                  <a:close/>
                </a:path>
                <a:path w="144779" h="182880">
                  <a:moveTo>
                    <a:pt x="113449" y="89484"/>
                  </a:moveTo>
                  <a:lnTo>
                    <a:pt x="112509" y="82181"/>
                  </a:lnTo>
                  <a:lnTo>
                    <a:pt x="112433" y="81546"/>
                  </a:lnTo>
                  <a:lnTo>
                    <a:pt x="106705" y="74002"/>
                  </a:lnTo>
                  <a:lnTo>
                    <a:pt x="105651" y="70370"/>
                  </a:lnTo>
                  <a:lnTo>
                    <a:pt x="105537" y="69951"/>
                  </a:lnTo>
                  <a:lnTo>
                    <a:pt x="105308" y="69151"/>
                  </a:lnTo>
                  <a:lnTo>
                    <a:pt x="111175" y="70370"/>
                  </a:lnTo>
                  <a:lnTo>
                    <a:pt x="109499" y="69151"/>
                  </a:lnTo>
                  <a:lnTo>
                    <a:pt x="108496" y="68414"/>
                  </a:lnTo>
                  <a:lnTo>
                    <a:pt x="98691" y="64389"/>
                  </a:lnTo>
                  <a:lnTo>
                    <a:pt x="87426" y="61836"/>
                  </a:lnTo>
                  <a:lnTo>
                    <a:pt x="89382" y="67183"/>
                  </a:lnTo>
                  <a:lnTo>
                    <a:pt x="90716" y="70383"/>
                  </a:lnTo>
                  <a:lnTo>
                    <a:pt x="87096" y="66903"/>
                  </a:lnTo>
                  <a:lnTo>
                    <a:pt x="85801" y="61836"/>
                  </a:lnTo>
                  <a:lnTo>
                    <a:pt x="80772" y="60464"/>
                  </a:lnTo>
                  <a:lnTo>
                    <a:pt x="71983" y="58420"/>
                  </a:lnTo>
                  <a:lnTo>
                    <a:pt x="70345" y="60210"/>
                  </a:lnTo>
                  <a:lnTo>
                    <a:pt x="74422" y="61150"/>
                  </a:lnTo>
                  <a:lnTo>
                    <a:pt x="69824" y="65735"/>
                  </a:lnTo>
                  <a:lnTo>
                    <a:pt x="71145" y="69164"/>
                  </a:lnTo>
                  <a:lnTo>
                    <a:pt x="75577" y="71640"/>
                  </a:lnTo>
                  <a:lnTo>
                    <a:pt x="81546" y="72605"/>
                  </a:lnTo>
                  <a:lnTo>
                    <a:pt x="86982" y="74066"/>
                  </a:lnTo>
                  <a:lnTo>
                    <a:pt x="89865" y="78092"/>
                  </a:lnTo>
                  <a:lnTo>
                    <a:pt x="92011" y="72745"/>
                  </a:lnTo>
                  <a:lnTo>
                    <a:pt x="95554" y="75653"/>
                  </a:lnTo>
                  <a:lnTo>
                    <a:pt x="95034" y="72644"/>
                  </a:lnTo>
                  <a:lnTo>
                    <a:pt x="94259" y="71005"/>
                  </a:lnTo>
                  <a:lnTo>
                    <a:pt x="97180" y="69951"/>
                  </a:lnTo>
                  <a:lnTo>
                    <a:pt x="103619" y="72453"/>
                  </a:lnTo>
                  <a:lnTo>
                    <a:pt x="107518" y="77520"/>
                  </a:lnTo>
                  <a:lnTo>
                    <a:pt x="110299" y="83667"/>
                  </a:lnTo>
                  <a:lnTo>
                    <a:pt x="113449" y="89484"/>
                  </a:lnTo>
                  <a:close/>
                </a:path>
                <a:path w="144779" h="182880">
                  <a:moveTo>
                    <a:pt x="113766" y="123469"/>
                  </a:moveTo>
                  <a:lnTo>
                    <a:pt x="110820" y="121653"/>
                  </a:lnTo>
                  <a:lnTo>
                    <a:pt x="110426" y="121653"/>
                  </a:lnTo>
                  <a:lnTo>
                    <a:pt x="106502" y="123469"/>
                  </a:lnTo>
                  <a:lnTo>
                    <a:pt x="113766" y="123469"/>
                  </a:lnTo>
                  <a:close/>
                </a:path>
                <a:path w="144779" h="182880">
                  <a:moveTo>
                    <a:pt x="114300" y="72644"/>
                  </a:moveTo>
                  <a:lnTo>
                    <a:pt x="113677" y="71005"/>
                  </a:lnTo>
                  <a:lnTo>
                    <a:pt x="113626" y="70878"/>
                  </a:lnTo>
                  <a:lnTo>
                    <a:pt x="111175" y="70370"/>
                  </a:lnTo>
                  <a:lnTo>
                    <a:pt x="114300" y="72644"/>
                  </a:lnTo>
                  <a:close/>
                </a:path>
                <a:path w="144779" h="182880">
                  <a:moveTo>
                    <a:pt x="115023" y="109880"/>
                  </a:moveTo>
                  <a:lnTo>
                    <a:pt x="113728" y="109880"/>
                  </a:lnTo>
                  <a:lnTo>
                    <a:pt x="108864" y="110083"/>
                  </a:lnTo>
                  <a:lnTo>
                    <a:pt x="105841" y="109880"/>
                  </a:lnTo>
                  <a:lnTo>
                    <a:pt x="112560" y="112750"/>
                  </a:lnTo>
                  <a:lnTo>
                    <a:pt x="114846" y="110083"/>
                  </a:lnTo>
                  <a:lnTo>
                    <a:pt x="115023" y="109880"/>
                  </a:lnTo>
                  <a:close/>
                </a:path>
                <a:path w="144779" h="182880">
                  <a:moveTo>
                    <a:pt x="115074" y="124307"/>
                  </a:moveTo>
                  <a:lnTo>
                    <a:pt x="114046" y="123647"/>
                  </a:lnTo>
                  <a:lnTo>
                    <a:pt x="106121" y="123647"/>
                  </a:lnTo>
                  <a:lnTo>
                    <a:pt x="102057" y="123647"/>
                  </a:lnTo>
                  <a:lnTo>
                    <a:pt x="100571" y="123647"/>
                  </a:lnTo>
                  <a:lnTo>
                    <a:pt x="100037" y="124561"/>
                  </a:lnTo>
                  <a:lnTo>
                    <a:pt x="103136" y="124561"/>
                  </a:lnTo>
                  <a:lnTo>
                    <a:pt x="111658" y="125272"/>
                  </a:lnTo>
                  <a:lnTo>
                    <a:pt x="114973" y="124333"/>
                  </a:lnTo>
                  <a:lnTo>
                    <a:pt x="114808" y="124333"/>
                  </a:lnTo>
                  <a:lnTo>
                    <a:pt x="115074" y="124307"/>
                  </a:lnTo>
                  <a:close/>
                </a:path>
                <a:path w="144779" h="182880">
                  <a:moveTo>
                    <a:pt x="115150" y="124333"/>
                  </a:moveTo>
                  <a:lnTo>
                    <a:pt x="114973" y="124333"/>
                  </a:lnTo>
                  <a:lnTo>
                    <a:pt x="115150" y="124333"/>
                  </a:lnTo>
                  <a:close/>
                </a:path>
                <a:path w="144779" h="182880">
                  <a:moveTo>
                    <a:pt x="122402" y="126911"/>
                  </a:moveTo>
                  <a:lnTo>
                    <a:pt x="115379" y="125539"/>
                  </a:lnTo>
                  <a:lnTo>
                    <a:pt x="106222" y="126276"/>
                  </a:lnTo>
                  <a:lnTo>
                    <a:pt x="97980" y="126098"/>
                  </a:lnTo>
                  <a:lnTo>
                    <a:pt x="97980" y="129362"/>
                  </a:lnTo>
                  <a:lnTo>
                    <a:pt x="100393" y="127965"/>
                  </a:lnTo>
                  <a:lnTo>
                    <a:pt x="103505" y="127304"/>
                  </a:lnTo>
                  <a:lnTo>
                    <a:pt x="107746" y="127736"/>
                  </a:lnTo>
                  <a:lnTo>
                    <a:pt x="107759" y="128917"/>
                  </a:lnTo>
                  <a:lnTo>
                    <a:pt x="107442" y="134378"/>
                  </a:lnTo>
                  <a:lnTo>
                    <a:pt x="108572" y="131800"/>
                  </a:lnTo>
                  <a:lnTo>
                    <a:pt x="108445" y="129768"/>
                  </a:lnTo>
                  <a:lnTo>
                    <a:pt x="108991" y="128422"/>
                  </a:lnTo>
                  <a:lnTo>
                    <a:pt x="110185" y="127736"/>
                  </a:lnTo>
                  <a:lnTo>
                    <a:pt x="113652" y="127495"/>
                  </a:lnTo>
                  <a:lnTo>
                    <a:pt x="119138" y="130238"/>
                  </a:lnTo>
                  <a:lnTo>
                    <a:pt x="122402" y="126911"/>
                  </a:lnTo>
                  <a:close/>
                </a:path>
                <a:path w="144779" h="182880">
                  <a:moveTo>
                    <a:pt x="122402" y="82181"/>
                  </a:moveTo>
                  <a:lnTo>
                    <a:pt x="116497" y="74244"/>
                  </a:lnTo>
                  <a:lnTo>
                    <a:pt x="114300" y="72644"/>
                  </a:lnTo>
                  <a:lnTo>
                    <a:pt x="116408" y="78143"/>
                  </a:lnTo>
                  <a:lnTo>
                    <a:pt x="122402" y="82181"/>
                  </a:lnTo>
                  <a:close/>
                </a:path>
                <a:path w="144779" h="182880">
                  <a:moveTo>
                    <a:pt x="128866" y="116738"/>
                  </a:moveTo>
                  <a:lnTo>
                    <a:pt x="126479" y="115531"/>
                  </a:lnTo>
                  <a:lnTo>
                    <a:pt x="124333" y="115531"/>
                  </a:lnTo>
                  <a:lnTo>
                    <a:pt x="121691" y="115976"/>
                  </a:lnTo>
                  <a:lnTo>
                    <a:pt x="121602" y="113906"/>
                  </a:lnTo>
                  <a:lnTo>
                    <a:pt x="123380" y="114033"/>
                  </a:lnTo>
                  <a:lnTo>
                    <a:pt x="121970" y="111023"/>
                  </a:lnTo>
                  <a:lnTo>
                    <a:pt x="122415" y="109842"/>
                  </a:lnTo>
                  <a:lnTo>
                    <a:pt x="121450" y="109956"/>
                  </a:lnTo>
                  <a:lnTo>
                    <a:pt x="120116" y="109702"/>
                  </a:lnTo>
                  <a:lnTo>
                    <a:pt x="119976" y="110642"/>
                  </a:lnTo>
                  <a:lnTo>
                    <a:pt x="121589" y="110642"/>
                  </a:lnTo>
                  <a:lnTo>
                    <a:pt x="120662" y="111594"/>
                  </a:lnTo>
                  <a:lnTo>
                    <a:pt x="120675" y="113512"/>
                  </a:lnTo>
                  <a:lnTo>
                    <a:pt x="120777" y="115531"/>
                  </a:lnTo>
                  <a:lnTo>
                    <a:pt x="121081" y="116738"/>
                  </a:lnTo>
                  <a:lnTo>
                    <a:pt x="128866" y="116738"/>
                  </a:lnTo>
                  <a:close/>
                </a:path>
                <a:path w="144779" h="182880">
                  <a:moveTo>
                    <a:pt x="131775" y="160134"/>
                  </a:moveTo>
                  <a:lnTo>
                    <a:pt x="130911" y="152311"/>
                  </a:lnTo>
                  <a:lnTo>
                    <a:pt x="130543" y="144005"/>
                  </a:lnTo>
                  <a:lnTo>
                    <a:pt x="123634" y="144487"/>
                  </a:lnTo>
                  <a:lnTo>
                    <a:pt x="122402" y="150812"/>
                  </a:lnTo>
                  <a:lnTo>
                    <a:pt x="123405" y="159842"/>
                  </a:lnTo>
                  <a:lnTo>
                    <a:pt x="123215" y="168414"/>
                  </a:lnTo>
                  <a:lnTo>
                    <a:pt x="124752" y="169849"/>
                  </a:lnTo>
                  <a:lnTo>
                    <a:pt x="128574" y="168998"/>
                  </a:lnTo>
                  <a:lnTo>
                    <a:pt x="131343" y="169214"/>
                  </a:lnTo>
                  <a:lnTo>
                    <a:pt x="131775" y="160134"/>
                  </a:lnTo>
                  <a:close/>
                </a:path>
                <a:path w="144779" h="182880">
                  <a:moveTo>
                    <a:pt x="141630" y="118364"/>
                  </a:moveTo>
                  <a:lnTo>
                    <a:pt x="141389" y="117970"/>
                  </a:lnTo>
                  <a:lnTo>
                    <a:pt x="141274" y="117602"/>
                  </a:lnTo>
                  <a:lnTo>
                    <a:pt x="140944" y="117919"/>
                  </a:lnTo>
                  <a:lnTo>
                    <a:pt x="138671" y="116344"/>
                  </a:lnTo>
                  <a:lnTo>
                    <a:pt x="138722" y="116916"/>
                  </a:lnTo>
                  <a:lnTo>
                    <a:pt x="138836" y="118783"/>
                  </a:lnTo>
                  <a:lnTo>
                    <a:pt x="138480" y="119151"/>
                  </a:lnTo>
                  <a:lnTo>
                    <a:pt x="137045" y="117970"/>
                  </a:lnTo>
                  <a:lnTo>
                    <a:pt x="136956" y="121881"/>
                  </a:lnTo>
                  <a:lnTo>
                    <a:pt x="139712" y="119151"/>
                  </a:lnTo>
                  <a:lnTo>
                    <a:pt x="140893" y="117970"/>
                  </a:lnTo>
                  <a:lnTo>
                    <a:pt x="141046" y="117970"/>
                  </a:lnTo>
                  <a:lnTo>
                    <a:pt x="141630" y="118364"/>
                  </a:lnTo>
                  <a:close/>
                </a:path>
                <a:path w="144779" h="182880">
                  <a:moveTo>
                    <a:pt x="142735" y="178981"/>
                  </a:moveTo>
                  <a:lnTo>
                    <a:pt x="113195" y="180555"/>
                  </a:lnTo>
                  <a:lnTo>
                    <a:pt x="116840" y="182397"/>
                  </a:lnTo>
                  <a:lnTo>
                    <a:pt x="123812" y="181902"/>
                  </a:lnTo>
                  <a:lnTo>
                    <a:pt x="130479" y="181178"/>
                  </a:lnTo>
                  <a:lnTo>
                    <a:pt x="136804" y="180225"/>
                  </a:lnTo>
                  <a:lnTo>
                    <a:pt x="142735" y="178981"/>
                  </a:lnTo>
                  <a:close/>
                </a:path>
                <a:path w="144779" h="182880">
                  <a:moveTo>
                    <a:pt x="144487" y="150545"/>
                  </a:moveTo>
                  <a:lnTo>
                    <a:pt x="144195" y="148209"/>
                  </a:lnTo>
                  <a:lnTo>
                    <a:pt x="144068" y="146456"/>
                  </a:lnTo>
                  <a:lnTo>
                    <a:pt x="144462" y="144094"/>
                  </a:lnTo>
                  <a:lnTo>
                    <a:pt x="144475" y="139598"/>
                  </a:lnTo>
                  <a:lnTo>
                    <a:pt x="139954" y="139192"/>
                  </a:lnTo>
                  <a:lnTo>
                    <a:pt x="138963" y="139115"/>
                  </a:lnTo>
                  <a:lnTo>
                    <a:pt x="138925" y="138582"/>
                  </a:lnTo>
                  <a:lnTo>
                    <a:pt x="138480" y="139065"/>
                  </a:lnTo>
                  <a:lnTo>
                    <a:pt x="117906" y="137210"/>
                  </a:lnTo>
                  <a:lnTo>
                    <a:pt x="89331" y="136474"/>
                  </a:lnTo>
                  <a:lnTo>
                    <a:pt x="60159" y="136982"/>
                  </a:lnTo>
                  <a:lnTo>
                    <a:pt x="29654" y="138455"/>
                  </a:lnTo>
                  <a:lnTo>
                    <a:pt x="31889" y="138455"/>
                  </a:lnTo>
                  <a:lnTo>
                    <a:pt x="34277" y="140550"/>
                  </a:lnTo>
                  <a:lnTo>
                    <a:pt x="35356" y="141427"/>
                  </a:lnTo>
                  <a:lnTo>
                    <a:pt x="38125" y="141427"/>
                  </a:lnTo>
                  <a:lnTo>
                    <a:pt x="40449" y="141071"/>
                  </a:lnTo>
                  <a:lnTo>
                    <a:pt x="41846" y="139903"/>
                  </a:lnTo>
                  <a:lnTo>
                    <a:pt x="42291" y="141071"/>
                  </a:lnTo>
                  <a:lnTo>
                    <a:pt x="42176" y="144094"/>
                  </a:lnTo>
                  <a:lnTo>
                    <a:pt x="42024" y="145034"/>
                  </a:lnTo>
                  <a:lnTo>
                    <a:pt x="42443" y="146456"/>
                  </a:lnTo>
                  <a:lnTo>
                    <a:pt x="42545" y="146786"/>
                  </a:lnTo>
                  <a:lnTo>
                    <a:pt x="42633" y="147066"/>
                  </a:lnTo>
                  <a:lnTo>
                    <a:pt x="44246" y="148209"/>
                  </a:lnTo>
                  <a:lnTo>
                    <a:pt x="44145" y="146456"/>
                  </a:lnTo>
                  <a:lnTo>
                    <a:pt x="44094" y="143725"/>
                  </a:lnTo>
                  <a:lnTo>
                    <a:pt x="44361" y="142671"/>
                  </a:lnTo>
                  <a:lnTo>
                    <a:pt x="44437" y="142354"/>
                  </a:lnTo>
                  <a:lnTo>
                    <a:pt x="44551" y="141897"/>
                  </a:lnTo>
                  <a:lnTo>
                    <a:pt x="44678" y="141427"/>
                  </a:lnTo>
                  <a:lnTo>
                    <a:pt x="44767" y="141071"/>
                  </a:lnTo>
                  <a:lnTo>
                    <a:pt x="45935" y="140550"/>
                  </a:lnTo>
                  <a:lnTo>
                    <a:pt x="47548" y="139903"/>
                  </a:lnTo>
                  <a:lnTo>
                    <a:pt x="56553" y="139192"/>
                  </a:lnTo>
                  <a:lnTo>
                    <a:pt x="56908" y="139192"/>
                  </a:lnTo>
                  <a:lnTo>
                    <a:pt x="62166" y="138455"/>
                  </a:lnTo>
                  <a:lnTo>
                    <a:pt x="63715" y="138455"/>
                  </a:lnTo>
                  <a:lnTo>
                    <a:pt x="63754" y="141897"/>
                  </a:lnTo>
                  <a:lnTo>
                    <a:pt x="65278" y="139382"/>
                  </a:lnTo>
                  <a:lnTo>
                    <a:pt x="65392" y="139192"/>
                  </a:lnTo>
                  <a:lnTo>
                    <a:pt x="70319" y="139192"/>
                  </a:lnTo>
                  <a:lnTo>
                    <a:pt x="70319" y="142354"/>
                  </a:lnTo>
                  <a:lnTo>
                    <a:pt x="72783" y="139192"/>
                  </a:lnTo>
                  <a:lnTo>
                    <a:pt x="73253" y="138582"/>
                  </a:lnTo>
                  <a:lnTo>
                    <a:pt x="73355" y="138455"/>
                  </a:lnTo>
                  <a:lnTo>
                    <a:pt x="75806" y="138455"/>
                  </a:lnTo>
                  <a:lnTo>
                    <a:pt x="80632" y="138582"/>
                  </a:lnTo>
                  <a:lnTo>
                    <a:pt x="83578" y="138455"/>
                  </a:lnTo>
                  <a:lnTo>
                    <a:pt x="87693" y="138455"/>
                  </a:lnTo>
                  <a:lnTo>
                    <a:pt x="89293" y="139382"/>
                  </a:lnTo>
                  <a:lnTo>
                    <a:pt x="90373" y="141071"/>
                  </a:lnTo>
                  <a:lnTo>
                    <a:pt x="90474" y="141211"/>
                  </a:lnTo>
                  <a:lnTo>
                    <a:pt x="91478" y="143179"/>
                  </a:lnTo>
                  <a:lnTo>
                    <a:pt x="92608" y="142125"/>
                  </a:lnTo>
                  <a:lnTo>
                    <a:pt x="92049" y="140030"/>
                  </a:lnTo>
                  <a:lnTo>
                    <a:pt x="91935" y="139598"/>
                  </a:lnTo>
                  <a:lnTo>
                    <a:pt x="91833" y="139192"/>
                  </a:lnTo>
                  <a:lnTo>
                    <a:pt x="93980" y="139192"/>
                  </a:lnTo>
                  <a:lnTo>
                    <a:pt x="95643" y="141427"/>
                  </a:lnTo>
                  <a:lnTo>
                    <a:pt x="95770" y="141592"/>
                  </a:lnTo>
                  <a:lnTo>
                    <a:pt x="96316" y="140030"/>
                  </a:lnTo>
                  <a:lnTo>
                    <a:pt x="96354" y="139903"/>
                  </a:lnTo>
                  <a:lnTo>
                    <a:pt x="96456" y="139598"/>
                  </a:lnTo>
                  <a:lnTo>
                    <a:pt x="96532" y="139382"/>
                  </a:lnTo>
                  <a:lnTo>
                    <a:pt x="96608" y="139192"/>
                  </a:lnTo>
                  <a:lnTo>
                    <a:pt x="96723" y="138849"/>
                  </a:lnTo>
                  <a:lnTo>
                    <a:pt x="96812" y="138582"/>
                  </a:lnTo>
                  <a:lnTo>
                    <a:pt x="96862" y="138455"/>
                  </a:lnTo>
                  <a:lnTo>
                    <a:pt x="97142" y="138455"/>
                  </a:lnTo>
                  <a:lnTo>
                    <a:pt x="99529" y="141427"/>
                  </a:lnTo>
                  <a:lnTo>
                    <a:pt x="99644" y="141211"/>
                  </a:lnTo>
                  <a:lnTo>
                    <a:pt x="99771" y="139903"/>
                  </a:lnTo>
                  <a:lnTo>
                    <a:pt x="99885" y="139598"/>
                  </a:lnTo>
                  <a:lnTo>
                    <a:pt x="99961" y="139382"/>
                  </a:lnTo>
                  <a:lnTo>
                    <a:pt x="100025" y="139192"/>
                  </a:lnTo>
                  <a:lnTo>
                    <a:pt x="100152" y="138849"/>
                  </a:lnTo>
                  <a:lnTo>
                    <a:pt x="100914" y="138455"/>
                  </a:lnTo>
                  <a:lnTo>
                    <a:pt x="107950" y="138455"/>
                  </a:lnTo>
                  <a:lnTo>
                    <a:pt x="114490" y="140550"/>
                  </a:lnTo>
                  <a:lnTo>
                    <a:pt x="114655" y="140550"/>
                  </a:lnTo>
                  <a:lnTo>
                    <a:pt x="119151" y="141554"/>
                  </a:lnTo>
                  <a:lnTo>
                    <a:pt x="120967" y="141071"/>
                  </a:lnTo>
                  <a:lnTo>
                    <a:pt x="121348" y="141071"/>
                  </a:lnTo>
                  <a:lnTo>
                    <a:pt x="116205" y="138849"/>
                  </a:lnTo>
                  <a:lnTo>
                    <a:pt x="118846" y="138455"/>
                  </a:lnTo>
                  <a:lnTo>
                    <a:pt x="121691" y="138455"/>
                  </a:lnTo>
                  <a:lnTo>
                    <a:pt x="125818" y="138849"/>
                  </a:lnTo>
                  <a:lnTo>
                    <a:pt x="125310" y="138849"/>
                  </a:lnTo>
                  <a:lnTo>
                    <a:pt x="129679" y="140550"/>
                  </a:lnTo>
                  <a:lnTo>
                    <a:pt x="134607" y="143179"/>
                  </a:lnTo>
                  <a:lnTo>
                    <a:pt x="134645" y="153771"/>
                  </a:lnTo>
                  <a:lnTo>
                    <a:pt x="134772" y="158089"/>
                  </a:lnTo>
                  <a:lnTo>
                    <a:pt x="134912" y="154089"/>
                  </a:lnTo>
                  <a:lnTo>
                    <a:pt x="135013" y="152133"/>
                  </a:lnTo>
                  <a:lnTo>
                    <a:pt x="135089" y="150545"/>
                  </a:lnTo>
                  <a:lnTo>
                    <a:pt x="135216" y="148209"/>
                  </a:lnTo>
                  <a:lnTo>
                    <a:pt x="135305" y="146456"/>
                  </a:lnTo>
                  <a:lnTo>
                    <a:pt x="135750" y="144094"/>
                  </a:lnTo>
                  <a:lnTo>
                    <a:pt x="135826" y="143725"/>
                  </a:lnTo>
                  <a:lnTo>
                    <a:pt x="135928" y="143179"/>
                  </a:lnTo>
                  <a:lnTo>
                    <a:pt x="136017" y="142671"/>
                  </a:lnTo>
                  <a:lnTo>
                    <a:pt x="136118" y="142125"/>
                  </a:lnTo>
                  <a:lnTo>
                    <a:pt x="136220" y="141592"/>
                  </a:lnTo>
                  <a:lnTo>
                    <a:pt x="138366" y="139192"/>
                  </a:lnTo>
                  <a:lnTo>
                    <a:pt x="138976" y="139192"/>
                  </a:lnTo>
                  <a:lnTo>
                    <a:pt x="139052" y="139903"/>
                  </a:lnTo>
                  <a:lnTo>
                    <a:pt x="139166" y="141071"/>
                  </a:lnTo>
                  <a:lnTo>
                    <a:pt x="139242" y="141897"/>
                  </a:lnTo>
                  <a:lnTo>
                    <a:pt x="139369" y="143179"/>
                  </a:lnTo>
                  <a:lnTo>
                    <a:pt x="139458" y="144094"/>
                  </a:lnTo>
                  <a:lnTo>
                    <a:pt x="139547" y="145034"/>
                  </a:lnTo>
                  <a:lnTo>
                    <a:pt x="139598" y="145503"/>
                  </a:lnTo>
                  <a:lnTo>
                    <a:pt x="142544" y="144094"/>
                  </a:lnTo>
                  <a:lnTo>
                    <a:pt x="142748" y="144094"/>
                  </a:lnTo>
                  <a:lnTo>
                    <a:pt x="143179" y="146456"/>
                  </a:lnTo>
                  <a:lnTo>
                    <a:pt x="143230" y="146786"/>
                  </a:lnTo>
                  <a:lnTo>
                    <a:pt x="143319" y="147231"/>
                  </a:lnTo>
                  <a:lnTo>
                    <a:pt x="141325" y="153009"/>
                  </a:lnTo>
                  <a:lnTo>
                    <a:pt x="144360" y="153771"/>
                  </a:lnTo>
                  <a:lnTo>
                    <a:pt x="144487" y="150545"/>
                  </a:lnTo>
                  <a:close/>
                </a:path>
                <a:path w="144779" h="182880">
                  <a:moveTo>
                    <a:pt x="144500" y="129349"/>
                  </a:moveTo>
                  <a:lnTo>
                    <a:pt x="143510" y="129197"/>
                  </a:lnTo>
                  <a:lnTo>
                    <a:pt x="143141" y="128460"/>
                  </a:lnTo>
                  <a:lnTo>
                    <a:pt x="141935" y="128549"/>
                  </a:lnTo>
                  <a:lnTo>
                    <a:pt x="140931" y="129959"/>
                  </a:lnTo>
                  <a:lnTo>
                    <a:pt x="141249" y="135280"/>
                  </a:lnTo>
                  <a:lnTo>
                    <a:pt x="144373" y="135064"/>
                  </a:lnTo>
                  <a:lnTo>
                    <a:pt x="144132" y="133756"/>
                  </a:lnTo>
                  <a:lnTo>
                    <a:pt x="144259" y="132829"/>
                  </a:lnTo>
                  <a:lnTo>
                    <a:pt x="144500" y="131978"/>
                  </a:lnTo>
                  <a:lnTo>
                    <a:pt x="144500" y="129349"/>
                  </a:lnTo>
                  <a:close/>
                </a:path>
                <a:path w="144779" h="182880">
                  <a:moveTo>
                    <a:pt x="144500" y="118783"/>
                  </a:moveTo>
                  <a:lnTo>
                    <a:pt x="142163" y="118783"/>
                  </a:lnTo>
                  <a:lnTo>
                    <a:pt x="141655" y="118783"/>
                  </a:lnTo>
                  <a:lnTo>
                    <a:pt x="141782" y="119151"/>
                  </a:lnTo>
                  <a:lnTo>
                    <a:pt x="141909" y="119595"/>
                  </a:lnTo>
                  <a:lnTo>
                    <a:pt x="139496" y="125107"/>
                  </a:lnTo>
                  <a:lnTo>
                    <a:pt x="133184" y="124726"/>
                  </a:lnTo>
                  <a:lnTo>
                    <a:pt x="126136" y="122402"/>
                  </a:lnTo>
                  <a:lnTo>
                    <a:pt x="122910" y="122135"/>
                  </a:lnTo>
                  <a:lnTo>
                    <a:pt x="122580" y="122402"/>
                  </a:lnTo>
                  <a:lnTo>
                    <a:pt x="121615" y="123469"/>
                  </a:lnTo>
                  <a:lnTo>
                    <a:pt x="121386" y="123469"/>
                  </a:lnTo>
                  <a:lnTo>
                    <a:pt x="120764" y="123647"/>
                  </a:lnTo>
                  <a:lnTo>
                    <a:pt x="119595" y="123786"/>
                  </a:lnTo>
                  <a:lnTo>
                    <a:pt x="119011" y="123469"/>
                  </a:lnTo>
                  <a:lnTo>
                    <a:pt x="117983" y="123469"/>
                  </a:lnTo>
                  <a:lnTo>
                    <a:pt x="115087" y="124307"/>
                  </a:lnTo>
                  <a:lnTo>
                    <a:pt x="119430" y="123799"/>
                  </a:lnTo>
                  <a:lnTo>
                    <a:pt x="119646" y="123799"/>
                  </a:lnTo>
                  <a:lnTo>
                    <a:pt x="125641" y="126911"/>
                  </a:lnTo>
                  <a:lnTo>
                    <a:pt x="124485" y="126593"/>
                  </a:lnTo>
                  <a:lnTo>
                    <a:pt x="124320" y="126593"/>
                  </a:lnTo>
                  <a:lnTo>
                    <a:pt x="123240" y="129197"/>
                  </a:lnTo>
                  <a:lnTo>
                    <a:pt x="123113" y="129489"/>
                  </a:lnTo>
                  <a:lnTo>
                    <a:pt x="123037" y="129692"/>
                  </a:lnTo>
                  <a:lnTo>
                    <a:pt x="122936" y="129933"/>
                  </a:lnTo>
                  <a:lnTo>
                    <a:pt x="124841" y="130175"/>
                  </a:lnTo>
                  <a:lnTo>
                    <a:pt x="127139" y="127419"/>
                  </a:lnTo>
                  <a:lnTo>
                    <a:pt x="127431" y="127419"/>
                  </a:lnTo>
                  <a:lnTo>
                    <a:pt x="129882" y="131038"/>
                  </a:lnTo>
                  <a:lnTo>
                    <a:pt x="131343" y="131787"/>
                  </a:lnTo>
                  <a:lnTo>
                    <a:pt x="130949" y="130416"/>
                  </a:lnTo>
                  <a:lnTo>
                    <a:pt x="130898" y="130238"/>
                  </a:lnTo>
                  <a:lnTo>
                    <a:pt x="130810" y="129933"/>
                  </a:lnTo>
                  <a:lnTo>
                    <a:pt x="130733" y="129692"/>
                  </a:lnTo>
                  <a:lnTo>
                    <a:pt x="130683" y="129489"/>
                  </a:lnTo>
                  <a:lnTo>
                    <a:pt x="132499" y="129692"/>
                  </a:lnTo>
                  <a:lnTo>
                    <a:pt x="132461" y="129489"/>
                  </a:lnTo>
                  <a:lnTo>
                    <a:pt x="132270" y="128333"/>
                  </a:lnTo>
                  <a:lnTo>
                    <a:pt x="132194" y="127914"/>
                  </a:lnTo>
                  <a:lnTo>
                    <a:pt x="133477" y="127914"/>
                  </a:lnTo>
                  <a:lnTo>
                    <a:pt x="130048" y="127419"/>
                  </a:lnTo>
                  <a:lnTo>
                    <a:pt x="127838" y="127419"/>
                  </a:lnTo>
                  <a:lnTo>
                    <a:pt x="127317" y="126911"/>
                  </a:lnTo>
                  <a:lnTo>
                    <a:pt x="126542" y="126149"/>
                  </a:lnTo>
                  <a:lnTo>
                    <a:pt x="133108" y="126149"/>
                  </a:lnTo>
                  <a:lnTo>
                    <a:pt x="133235" y="126149"/>
                  </a:lnTo>
                  <a:lnTo>
                    <a:pt x="135991" y="126339"/>
                  </a:lnTo>
                  <a:lnTo>
                    <a:pt x="139954" y="127914"/>
                  </a:lnTo>
                  <a:lnTo>
                    <a:pt x="138899" y="127914"/>
                  </a:lnTo>
                  <a:lnTo>
                    <a:pt x="137642" y="128333"/>
                  </a:lnTo>
                  <a:lnTo>
                    <a:pt x="137083" y="128066"/>
                  </a:lnTo>
                  <a:lnTo>
                    <a:pt x="133108" y="126149"/>
                  </a:lnTo>
                  <a:lnTo>
                    <a:pt x="133477" y="127914"/>
                  </a:lnTo>
                  <a:lnTo>
                    <a:pt x="133756" y="129197"/>
                  </a:lnTo>
                  <a:lnTo>
                    <a:pt x="133794" y="129349"/>
                  </a:lnTo>
                  <a:lnTo>
                    <a:pt x="135940" y="128066"/>
                  </a:lnTo>
                  <a:lnTo>
                    <a:pt x="136880" y="130238"/>
                  </a:lnTo>
                  <a:lnTo>
                    <a:pt x="136956" y="130416"/>
                  </a:lnTo>
                  <a:lnTo>
                    <a:pt x="138658" y="133426"/>
                  </a:lnTo>
                  <a:lnTo>
                    <a:pt x="138404" y="131787"/>
                  </a:lnTo>
                  <a:lnTo>
                    <a:pt x="138277" y="131038"/>
                  </a:lnTo>
                  <a:lnTo>
                    <a:pt x="138163" y="130238"/>
                  </a:lnTo>
                  <a:lnTo>
                    <a:pt x="139877" y="129197"/>
                  </a:lnTo>
                  <a:lnTo>
                    <a:pt x="140614" y="128333"/>
                  </a:lnTo>
                  <a:lnTo>
                    <a:pt x="140970" y="127914"/>
                  </a:lnTo>
                  <a:lnTo>
                    <a:pt x="144500" y="127914"/>
                  </a:lnTo>
                  <a:lnTo>
                    <a:pt x="144500" y="126593"/>
                  </a:lnTo>
                  <a:lnTo>
                    <a:pt x="143916" y="126339"/>
                  </a:lnTo>
                  <a:lnTo>
                    <a:pt x="143573" y="126149"/>
                  </a:lnTo>
                  <a:lnTo>
                    <a:pt x="143154" y="125882"/>
                  </a:lnTo>
                  <a:lnTo>
                    <a:pt x="142735" y="125285"/>
                  </a:lnTo>
                  <a:lnTo>
                    <a:pt x="142684" y="125107"/>
                  </a:lnTo>
                  <a:lnTo>
                    <a:pt x="141986" y="122402"/>
                  </a:lnTo>
                  <a:lnTo>
                    <a:pt x="141909" y="122135"/>
                  </a:lnTo>
                  <a:lnTo>
                    <a:pt x="141795" y="121653"/>
                  </a:lnTo>
                  <a:lnTo>
                    <a:pt x="143471" y="120650"/>
                  </a:lnTo>
                  <a:lnTo>
                    <a:pt x="144399" y="119151"/>
                  </a:lnTo>
                  <a:lnTo>
                    <a:pt x="144500" y="118783"/>
                  </a:lnTo>
                  <a:close/>
                </a:path>
                <a:path w="144779" h="182880">
                  <a:moveTo>
                    <a:pt x="144500" y="116916"/>
                  </a:moveTo>
                  <a:lnTo>
                    <a:pt x="142684" y="118364"/>
                  </a:lnTo>
                  <a:lnTo>
                    <a:pt x="144500" y="118364"/>
                  </a:lnTo>
                  <a:lnTo>
                    <a:pt x="144500" y="11691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1" name="object 201"/>
            <p:cNvSpPr/>
            <p:nvPr/>
          </p:nvSpPr>
          <p:spPr>
            <a:xfrm>
              <a:off x="3870703" y="1111653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2857" y="1803"/>
                  </a:moveTo>
                  <a:lnTo>
                    <a:pt x="272" y="1803"/>
                  </a:lnTo>
                  <a:lnTo>
                    <a:pt x="406" y="2146"/>
                  </a:lnTo>
                  <a:lnTo>
                    <a:pt x="2651" y="2146"/>
                  </a:lnTo>
                  <a:lnTo>
                    <a:pt x="2857" y="1803"/>
                  </a:lnTo>
                  <a:close/>
                </a:path>
                <a:path w="3175" h="2540">
                  <a:moveTo>
                    <a:pt x="2415" y="520"/>
                  </a:moveTo>
                  <a:lnTo>
                    <a:pt x="101" y="520"/>
                  </a:lnTo>
                  <a:lnTo>
                    <a:pt x="0" y="1104"/>
                  </a:lnTo>
                  <a:lnTo>
                    <a:pt x="2977" y="1104"/>
                  </a:lnTo>
                  <a:lnTo>
                    <a:pt x="2415" y="520"/>
                  </a:lnTo>
                  <a:close/>
                </a:path>
                <a:path w="3175" h="2540">
                  <a:moveTo>
                    <a:pt x="2048" y="139"/>
                  </a:moveTo>
                  <a:lnTo>
                    <a:pt x="1913" y="0"/>
                  </a:lnTo>
                  <a:lnTo>
                    <a:pt x="2977" y="1104"/>
                  </a:lnTo>
                  <a:lnTo>
                    <a:pt x="2048" y="1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2" name="object 202"/>
            <p:cNvSpPr/>
            <p:nvPr/>
          </p:nvSpPr>
          <p:spPr>
            <a:xfrm>
              <a:off x="3869457" y="1115118"/>
              <a:ext cx="5080" cy="2540"/>
            </a:xfrm>
            <a:custGeom>
              <a:avLst/>
              <a:gdLst/>
              <a:ahLst/>
              <a:cxnLst/>
              <a:rect l="l" t="t" r="r" b="b"/>
              <a:pathLst>
                <a:path w="5079" h="2540">
                  <a:moveTo>
                    <a:pt x="4635" y="0"/>
                  </a:moveTo>
                  <a:lnTo>
                    <a:pt x="152" y="406"/>
                  </a:lnTo>
                  <a:lnTo>
                    <a:pt x="0" y="1562"/>
                  </a:lnTo>
                  <a:lnTo>
                    <a:pt x="850" y="2514"/>
                  </a:lnTo>
                  <a:lnTo>
                    <a:pt x="3987" y="1955"/>
                  </a:lnTo>
                  <a:lnTo>
                    <a:pt x="4889" y="1397"/>
                  </a:lnTo>
                  <a:lnTo>
                    <a:pt x="463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3" name="object 203"/>
            <p:cNvSpPr/>
            <p:nvPr/>
          </p:nvSpPr>
          <p:spPr>
            <a:xfrm>
              <a:off x="3868932" y="1115220"/>
              <a:ext cx="6350" cy="2540"/>
            </a:xfrm>
            <a:custGeom>
              <a:avLst/>
              <a:gdLst/>
              <a:ahLst/>
              <a:cxnLst/>
              <a:rect l="l" t="t" r="r" b="b"/>
              <a:pathLst>
                <a:path w="6350" h="2540">
                  <a:moveTo>
                    <a:pt x="5516" y="1739"/>
                  </a:moveTo>
                  <a:lnTo>
                    <a:pt x="209" y="1739"/>
                  </a:lnTo>
                  <a:lnTo>
                    <a:pt x="602" y="2184"/>
                  </a:lnTo>
                  <a:lnTo>
                    <a:pt x="4771" y="2184"/>
                  </a:lnTo>
                  <a:lnTo>
                    <a:pt x="5516" y="1739"/>
                  </a:lnTo>
                  <a:close/>
                </a:path>
                <a:path w="6350" h="2540">
                  <a:moveTo>
                    <a:pt x="4755" y="0"/>
                  </a:moveTo>
                  <a:lnTo>
                    <a:pt x="2101" y="0"/>
                  </a:lnTo>
                  <a:lnTo>
                    <a:pt x="0" y="431"/>
                  </a:lnTo>
                  <a:lnTo>
                    <a:pt x="240" y="431"/>
                  </a:lnTo>
                  <a:lnTo>
                    <a:pt x="169" y="952"/>
                  </a:lnTo>
                  <a:lnTo>
                    <a:pt x="95" y="1498"/>
                  </a:lnTo>
                  <a:lnTo>
                    <a:pt x="3815" y="1498"/>
                  </a:lnTo>
                  <a:lnTo>
                    <a:pt x="5235" y="952"/>
                  </a:lnTo>
                  <a:lnTo>
                    <a:pt x="5783" y="952"/>
                  </a:lnTo>
                  <a:lnTo>
                    <a:pt x="5682" y="431"/>
                  </a:lnTo>
                  <a:lnTo>
                    <a:pt x="4755" y="0"/>
                  </a:lnTo>
                  <a:close/>
                </a:path>
                <a:path w="6350" h="2540">
                  <a:moveTo>
                    <a:pt x="5798" y="952"/>
                  </a:moveTo>
                  <a:lnTo>
                    <a:pt x="5235" y="952"/>
                  </a:lnTo>
                  <a:lnTo>
                    <a:pt x="3815" y="1498"/>
                  </a:lnTo>
                  <a:lnTo>
                    <a:pt x="5873" y="1498"/>
                  </a:lnTo>
                  <a:lnTo>
                    <a:pt x="5798" y="9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4" name="object 204"/>
            <p:cNvSpPr/>
            <p:nvPr/>
          </p:nvSpPr>
          <p:spPr>
            <a:xfrm>
              <a:off x="3866744" y="1117865"/>
              <a:ext cx="11430" cy="1905"/>
            </a:xfrm>
            <a:custGeom>
              <a:avLst/>
              <a:gdLst/>
              <a:ahLst/>
              <a:cxnLst/>
              <a:rect l="l" t="t" r="r" b="b"/>
              <a:pathLst>
                <a:path w="11429" h="1905">
                  <a:moveTo>
                    <a:pt x="2628" y="0"/>
                  </a:moveTo>
                  <a:lnTo>
                    <a:pt x="0" y="1460"/>
                  </a:lnTo>
                  <a:lnTo>
                    <a:pt x="3327" y="1841"/>
                  </a:lnTo>
                  <a:lnTo>
                    <a:pt x="7632" y="1524"/>
                  </a:lnTo>
                  <a:lnTo>
                    <a:pt x="11341" y="1638"/>
                  </a:lnTo>
                  <a:lnTo>
                    <a:pt x="9105" y="317"/>
                  </a:lnTo>
                  <a:lnTo>
                    <a:pt x="262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5" name="object 205"/>
            <p:cNvSpPr/>
            <p:nvPr/>
          </p:nvSpPr>
          <p:spPr>
            <a:xfrm>
              <a:off x="3865421" y="1117946"/>
              <a:ext cx="14604" cy="2540"/>
            </a:xfrm>
            <a:custGeom>
              <a:avLst/>
              <a:gdLst/>
              <a:ahLst/>
              <a:cxnLst/>
              <a:rect l="l" t="t" r="r" b="b"/>
              <a:pathLst>
                <a:path w="14604" h="2540">
                  <a:moveTo>
                    <a:pt x="9207" y="0"/>
                  </a:moveTo>
                  <a:lnTo>
                    <a:pt x="4318" y="0"/>
                  </a:lnTo>
                  <a:lnTo>
                    <a:pt x="1858" y="469"/>
                  </a:lnTo>
                  <a:lnTo>
                    <a:pt x="2163" y="469"/>
                  </a:lnTo>
                  <a:lnTo>
                    <a:pt x="0" y="1663"/>
                  </a:lnTo>
                  <a:lnTo>
                    <a:pt x="3302" y="2019"/>
                  </a:lnTo>
                  <a:lnTo>
                    <a:pt x="14287" y="2019"/>
                  </a:lnTo>
                  <a:lnTo>
                    <a:pt x="12764" y="1117"/>
                  </a:lnTo>
                  <a:lnTo>
                    <a:pt x="3351" y="1117"/>
                  </a:lnTo>
                  <a:lnTo>
                    <a:pt x="5232" y="749"/>
                  </a:lnTo>
                  <a:lnTo>
                    <a:pt x="12143" y="749"/>
                  </a:lnTo>
                  <a:lnTo>
                    <a:pt x="11671" y="469"/>
                  </a:lnTo>
                  <a:lnTo>
                    <a:pt x="9207" y="0"/>
                  </a:lnTo>
                  <a:close/>
                </a:path>
                <a:path w="14604" h="2540">
                  <a:moveTo>
                    <a:pt x="12143" y="749"/>
                  </a:moveTo>
                  <a:lnTo>
                    <a:pt x="7912" y="749"/>
                  </a:lnTo>
                  <a:lnTo>
                    <a:pt x="10003" y="1117"/>
                  </a:lnTo>
                  <a:lnTo>
                    <a:pt x="12764" y="1117"/>
                  </a:lnTo>
                  <a:lnTo>
                    <a:pt x="12143" y="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6" name="object 206"/>
            <p:cNvSpPr/>
            <p:nvPr/>
          </p:nvSpPr>
          <p:spPr>
            <a:xfrm>
              <a:off x="3871182" y="1122133"/>
              <a:ext cx="3810" cy="1905"/>
            </a:xfrm>
            <a:custGeom>
              <a:avLst/>
              <a:gdLst/>
              <a:ahLst/>
              <a:cxnLst/>
              <a:rect l="l" t="t" r="r" b="b"/>
              <a:pathLst>
                <a:path w="3810" h="1905">
                  <a:moveTo>
                    <a:pt x="2743" y="0"/>
                  </a:moveTo>
                  <a:lnTo>
                    <a:pt x="685" y="101"/>
                  </a:lnTo>
                  <a:lnTo>
                    <a:pt x="12" y="342"/>
                  </a:lnTo>
                  <a:lnTo>
                    <a:pt x="0" y="558"/>
                  </a:lnTo>
                  <a:lnTo>
                    <a:pt x="114" y="698"/>
                  </a:lnTo>
                  <a:lnTo>
                    <a:pt x="241" y="838"/>
                  </a:lnTo>
                  <a:lnTo>
                    <a:pt x="800" y="1016"/>
                  </a:lnTo>
                  <a:lnTo>
                    <a:pt x="3225" y="1358"/>
                  </a:lnTo>
                  <a:lnTo>
                    <a:pt x="3124" y="508"/>
                  </a:lnTo>
                  <a:lnTo>
                    <a:pt x="274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7" name="object 207"/>
            <p:cNvSpPr/>
            <p:nvPr/>
          </p:nvSpPr>
          <p:spPr>
            <a:xfrm>
              <a:off x="3870769" y="1122377"/>
              <a:ext cx="4445" cy="1270"/>
            </a:xfrm>
            <a:custGeom>
              <a:avLst/>
              <a:gdLst/>
              <a:ahLst/>
              <a:cxnLst/>
              <a:rect l="l" t="t" r="r" b="b"/>
              <a:pathLst>
                <a:path w="4445" h="1269">
                  <a:moveTo>
                    <a:pt x="3910" y="469"/>
                  </a:moveTo>
                  <a:lnTo>
                    <a:pt x="3733" y="850"/>
                  </a:lnTo>
                  <a:lnTo>
                    <a:pt x="3517" y="1079"/>
                  </a:lnTo>
                  <a:lnTo>
                    <a:pt x="3924" y="647"/>
                  </a:lnTo>
                  <a:lnTo>
                    <a:pt x="3910" y="469"/>
                  </a:lnTo>
                  <a:close/>
                </a:path>
                <a:path w="4445" h="1269">
                  <a:moveTo>
                    <a:pt x="3873" y="0"/>
                  </a:moveTo>
                  <a:lnTo>
                    <a:pt x="17" y="0"/>
                  </a:lnTo>
                  <a:lnTo>
                    <a:pt x="0" y="469"/>
                  </a:lnTo>
                  <a:lnTo>
                    <a:pt x="3910" y="469"/>
                  </a:lnTo>
                  <a:lnTo>
                    <a:pt x="38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8" name="object 208"/>
            <p:cNvSpPr/>
            <p:nvPr/>
          </p:nvSpPr>
          <p:spPr>
            <a:xfrm>
              <a:off x="3864107" y="1124022"/>
              <a:ext cx="16510" cy="3175"/>
            </a:xfrm>
            <a:custGeom>
              <a:avLst/>
              <a:gdLst/>
              <a:ahLst/>
              <a:cxnLst/>
              <a:rect l="l" t="t" r="r" b="b"/>
              <a:pathLst>
                <a:path w="16510" h="3175">
                  <a:moveTo>
                    <a:pt x="838" y="0"/>
                  </a:moveTo>
                  <a:lnTo>
                    <a:pt x="0" y="1727"/>
                  </a:lnTo>
                  <a:lnTo>
                    <a:pt x="3149" y="1816"/>
                  </a:lnTo>
                  <a:lnTo>
                    <a:pt x="6959" y="1396"/>
                  </a:lnTo>
                  <a:lnTo>
                    <a:pt x="8877" y="2387"/>
                  </a:lnTo>
                  <a:lnTo>
                    <a:pt x="10896" y="1015"/>
                  </a:lnTo>
                  <a:lnTo>
                    <a:pt x="13830" y="2857"/>
                  </a:lnTo>
                  <a:lnTo>
                    <a:pt x="16433" y="2235"/>
                  </a:lnTo>
                  <a:lnTo>
                    <a:pt x="14744" y="457"/>
                  </a:lnTo>
                  <a:lnTo>
                    <a:pt x="9969" y="812"/>
                  </a:lnTo>
                  <a:lnTo>
                    <a:pt x="4229" y="965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9" name="object 209"/>
            <p:cNvSpPr/>
            <p:nvPr/>
          </p:nvSpPr>
          <p:spPr>
            <a:xfrm>
              <a:off x="3857415" y="1124421"/>
              <a:ext cx="24130" cy="2540"/>
            </a:xfrm>
            <a:custGeom>
              <a:avLst/>
              <a:gdLst/>
              <a:ahLst/>
              <a:cxnLst/>
              <a:rect l="l" t="t" r="r" b="b"/>
              <a:pathLst>
                <a:path w="24129" h="2540">
                  <a:moveTo>
                    <a:pt x="16516" y="1866"/>
                  </a:moveTo>
                  <a:lnTo>
                    <a:pt x="14423" y="1866"/>
                  </a:lnTo>
                  <a:lnTo>
                    <a:pt x="15632" y="2489"/>
                  </a:lnTo>
                  <a:lnTo>
                    <a:pt x="15849" y="2311"/>
                  </a:lnTo>
                  <a:lnTo>
                    <a:pt x="16516" y="1866"/>
                  </a:lnTo>
                  <a:close/>
                </a:path>
                <a:path w="24129" h="2540">
                  <a:moveTo>
                    <a:pt x="19303" y="0"/>
                  </a:moveTo>
                  <a:lnTo>
                    <a:pt x="6870" y="0"/>
                  </a:lnTo>
                  <a:lnTo>
                    <a:pt x="5964" y="1866"/>
                  </a:lnTo>
                  <a:lnTo>
                    <a:pt x="18021" y="1866"/>
                  </a:lnTo>
                  <a:lnTo>
                    <a:pt x="20777" y="2311"/>
                  </a:lnTo>
                  <a:lnTo>
                    <a:pt x="22148" y="2489"/>
                  </a:lnTo>
                  <a:lnTo>
                    <a:pt x="23939" y="2057"/>
                  </a:lnTo>
                  <a:lnTo>
                    <a:pt x="23473" y="1562"/>
                  </a:lnTo>
                  <a:lnTo>
                    <a:pt x="15645" y="1562"/>
                  </a:lnTo>
                  <a:lnTo>
                    <a:pt x="14472" y="1054"/>
                  </a:lnTo>
                  <a:lnTo>
                    <a:pt x="7429" y="1054"/>
                  </a:lnTo>
                  <a:lnTo>
                    <a:pt x="8318" y="698"/>
                  </a:lnTo>
                  <a:lnTo>
                    <a:pt x="22662" y="698"/>
                  </a:lnTo>
                  <a:lnTo>
                    <a:pt x="22148" y="152"/>
                  </a:lnTo>
                  <a:lnTo>
                    <a:pt x="19303" y="0"/>
                  </a:lnTo>
                  <a:close/>
                </a:path>
                <a:path w="24129" h="2540">
                  <a:moveTo>
                    <a:pt x="18199" y="1054"/>
                  </a:moveTo>
                  <a:lnTo>
                    <a:pt x="16738" y="1054"/>
                  </a:lnTo>
                  <a:lnTo>
                    <a:pt x="16103" y="1219"/>
                  </a:lnTo>
                  <a:lnTo>
                    <a:pt x="15489" y="1562"/>
                  </a:lnTo>
                  <a:lnTo>
                    <a:pt x="21234" y="1562"/>
                  </a:lnTo>
                  <a:lnTo>
                    <a:pt x="18199" y="1054"/>
                  </a:lnTo>
                  <a:close/>
                </a:path>
                <a:path w="24129" h="2540">
                  <a:moveTo>
                    <a:pt x="22996" y="1054"/>
                  </a:moveTo>
                  <a:lnTo>
                    <a:pt x="20924" y="1054"/>
                  </a:lnTo>
                  <a:lnTo>
                    <a:pt x="22023" y="1562"/>
                  </a:lnTo>
                  <a:lnTo>
                    <a:pt x="23473" y="1562"/>
                  </a:lnTo>
                  <a:lnTo>
                    <a:pt x="22996" y="1054"/>
                  </a:lnTo>
                  <a:close/>
                </a:path>
                <a:path w="24129" h="2540">
                  <a:moveTo>
                    <a:pt x="21691" y="698"/>
                  </a:moveTo>
                  <a:lnTo>
                    <a:pt x="13651" y="698"/>
                  </a:lnTo>
                  <a:lnTo>
                    <a:pt x="14472" y="1054"/>
                  </a:lnTo>
                  <a:lnTo>
                    <a:pt x="0" y="1054"/>
                  </a:lnTo>
                  <a:lnTo>
                    <a:pt x="21691" y="6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0" name="object 210"/>
            <p:cNvSpPr/>
            <p:nvPr/>
          </p:nvSpPr>
          <p:spPr>
            <a:xfrm>
              <a:off x="3759683" y="1102931"/>
              <a:ext cx="186690" cy="215265"/>
            </a:xfrm>
            <a:custGeom>
              <a:avLst/>
              <a:gdLst/>
              <a:ahLst/>
              <a:cxnLst/>
              <a:rect l="l" t="t" r="r" b="b"/>
              <a:pathLst>
                <a:path w="186689" h="215265">
                  <a:moveTo>
                    <a:pt x="184378" y="208856"/>
                  </a:moveTo>
                  <a:lnTo>
                    <a:pt x="184445" y="211898"/>
                  </a:lnTo>
                  <a:lnTo>
                    <a:pt x="184581" y="212204"/>
                  </a:lnTo>
                  <a:lnTo>
                    <a:pt x="186537" y="215087"/>
                  </a:lnTo>
                  <a:lnTo>
                    <a:pt x="186537" y="211747"/>
                  </a:lnTo>
                  <a:lnTo>
                    <a:pt x="185261" y="211747"/>
                  </a:lnTo>
                  <a:lnTo>
                    <a:pt x="186309" y="211048"/>
                  </a:lnTo>
                  <a:lnTo>
                    <a:pt x="184378" y="208856"/>
                  </a:lnTo>
                  <a:close/>
                </a:path>
                <a:path w="186689" h="215265">
                  <a:moveTo>
                    <a:pt x="59598" y="131038"/>
                  </a:moveTo>
                  <a:lnTo>
                    <a:pt x="58204" y="131038"/>
                  </a:lnTo>
                  <a:lnTo>
                    <a:pt x="58673" y="131978"/>
                  </a:lnTo>
                  <a:lnTo>
                    <a:pt x="57920" y="132354"/>
                  </a:lnTo>
                  <a:lnTo>
                    <a:pt x="85545" y="158763"/>
                  </a:lnTo>
                  <a:lnTo>
                    <a:pt x="136942" y="183164"/>
                  </a:lnTo>
                  <a:lnTo>
                    <a:pt x="151658" y="189537"/>
                  </a:lnTo>
                  <a:lnTo>
                    <a:pt x="183665" y="211048"/>
                  </a:lnTo>
                  <a:lnTo>
                    <a:pt x="184251" y="211747"/>
                  </a:lnTo>
                  <a:lnTo>
                    <a:pt x="184378" y="208856"/>
                  </a:lnTo>
                  <a:lnTo>
                    <a:pt x="183363" y="207704"/>
                  </a:lnTo>
                  <a:lnTo>
                    <a:pt x="172994" y="199269"/>
                  </a:lnTo>
                  <a:lnTo>
                    <a:pt x="152531" y="187624"/>
                  </a:lnTo>
                  <a:lnTo>
                    <a:pt x="121840" y="175640"/>
                  </a:lnTo>
                  <a:lnTo>
                    <a:pt x="118973" y="175640"/>
                  </a:lnTo>
                  <a:lnTo>
                    <a:pt x="119299" y="174663"/>
                  </a:lnTo>
                  <a:lnTo>
                    <a:pt x="110216" y="170635"/>
                  </a:lnTo>
                  <a:lnTo>
                    <a:pt x="94130" y="161858"/>
                  </a:lnTo>
                  <a:lnTo>
                    <a:pt x="75461" y="148380"/>
                  </a:lnTo>
                  <a:lnTo>
                    <a:pt x="59598" y="131038"/>
                  </a:lnTo>
                  <a:close/>
                </a:path>
                <a:path w="186689" h="215265">
                  <a:moveTo>
                    <a:pt x="186499" y="1015"/>
                  </a:moveTo>
                  <a:lnTo>
                    <a:pt x="48679" y="1015"/>
                  </a:lnTo>
                  <a:lnTo>
                    <a:pt x="49707" y="1231"/>
                  </a:lnTo>
                  <a:lnTo>
                    <a:pt x="49536" y="2082"/>
                  </a:lnTo>
                  <a:lnTo>
                    <a:pt x="184378" y="2082"/>
                  </a:lnTo>
                  <a:lnTo>
                    <a:pt x="184378" y="208856"/>
                  </a:lnTo>
                  <a:lnTo>
                    <a:pt x="186321" y="211048"/>
                  </a:lnTo>
                  <a:lnTo>
                    <a:pt x="185273" y="211747"/>
                  </a:lnTo>
                  <a:lnTo>
                    <a:pt x="186499" y="211747"/>
                  </a:lnTo>
                  <a:lnTo>
                    <a:pt x="186499" y="1015"/>
                  </a:lnTo>
                  <a:close/>
                </a:path>
                <a:path w="186689" h="215265">
                  <a:moveTo>
                    <a:pt x="119336" y="174663"/>
                  </a:moveTo>
                  <a:lnTo>
                    <a:pt x="118973" y="175640"/>
                  </a:lnTo>
                  <a:lnTo>
                    <a:pt x="121840" y="175640"/>
                  </a:lnTo>
                  <a:lnTo>
                    <a:pt x="119336" y="174663"/>
                  </a:lnTo>
                  <a:close/>
                </a:path>
                <a:path w="186689" h="215265">
                  <a:moveTo>
                    <a:pt x="186499" y="0"/>
                  </a:moveTo>
                  <a:lnTo>
                    <a:pt x="47840" y="0"/>
                  </a:lnTo>
                  <a:lnTo>
                    <a:pt x="46761" y="5473"/>
                  </a:lnTo>
                  <a:lnTo>
                    <a:pt x="43319" y="13512"/>
                  </a:lnTo>
                  <a:lnTo>
                    <a:pt x="20494" y="56166"/>
                  </a:lnTo>
                  <a:lnTo>
                    <a:pt x="0" y="90411"/>
                  </a:lnTo>
                  <a:lnTo>
                    <a:pt x="42303" y="140157"/>
                  </a:lnTo>
                  <a:lnTo>
                    <a:pt x="47616" y="137502"/>
                  </a:lnTo>
                  <a:lnTo>
                    <a:pt x="42798" y="137502"/>
                  </a:lnTo>
                  <a:lnTo>
                    <a:pt x="3093" y="90843"/>
                  </a:lnTo>
                  <a:lnTo>
                    <a:pt x="2158" y="90843"/>
                  </a:lnTo>
                  <a:lnTo>
                    <a:pt x="1462" y="90411"/>
                  </a:lnTo>
                  <a:lnTo>
                    <a:pt x="1108" y="90411"/>
                  </a:lnTo>
                  <a:lnTo>
                    <a:pt x="2044" y="89611"/>
                  </a:lnTo>
                  <a:lnTo>
                    <a:pt x="2924" y="89611"/>
                  </a:lnTo>
                  <a:lnTo>
                    <a:pt x="8621" y="80444"/>
                  </a:lnTo>
                  <a:lnTo>
                    <a:pt x="28681" y="45957"/>
                  </a:lnTo>
                  <a:lnTo>
                    <a:pt x="48679" y="6337"/>
                  </a:lnTo>
                  <a:lnTo>
                    <a:pt x="49536" y="2082"/>
                  </a:lnTo>
                  <a:lnTo>
                    <a:pt x="48679" y="2082"/>
                  </a:lnTo>
                  <a:lnTo>
                    <a:pt x="48679" y="1015"/>
                  </a:lnTo>
                  <a:lnTo>
                    <a:pt x="186499" y="1015"/>
                  </a:lnTo>
                  <a:lnTo>
                    <a:pt x="186499" y="0"/>
                  </a:lnTo>
                  <a:close/>
                </a:path>
                <a:path w="186689" h="215265">
                  <a:moveTo>
                    <a:pt x="58508" y="129666"/>
                  </a:moveTo>
                  <a:lnTo>
                    <a:pt x="42798" y="137502"/>
                  </a:lnTo>
                  <a:lnTo>
                    <a:pt x="47616" y="137502"/>
                  </a:lnTo>
                  <a:lnTo>
                    <a:pt x="57920" y="132354"/>
                  </a:lnTo>
                  <a:lnTo>
                    <a:pt x="57327" y="131622"/>
                  </a:lnTo>
                  <a:lnTo>
                    <a:pt x="58204" y="131038"/>
                  </a:lnTo>
                  <a:lnTo>
                    <a:pt x="59598" y="131038"/>
                  </a:lnTo>
                  <a:lnTo>
                    <a:pt x="59029" y="130416"/>
                  </a:lnTo>
                  <a:lnTo>
                    <a:pt x="58508" y="129666"/>
                  </a:lnTo>
                  <a:close/>
                </a:path>
                <a:path w="186689" h="215265">
                  <a:moveTo>
                    <a:pt x="58204" y="131038"/>
                  </a:moveTo>
                  <a:lnTo>
                    <a:pt x="57327" y="131622"/>
                  </a:lnTo>
                  <a:lnTo>
                    <a:pt x="57920" y="132354"/>
                  </a:lnTo>
                  <a:lnTo>
                    <a:pt x="58673" y="131978"/>
                  </a:lnTo>
                  <a:lnTo>
                    <a:pt x="58204" y="131038"/>
                  </a:lnTo>
                  <a:close/>
                </a:path>
                <a:path w="186689" h="215265">
                  <a:moveTo>
                    <a:pt x="2924" y="89611"/>
                  </a:moveTo>
                  <a:lnTo>
                    <a:pt x="2044" y="89611"/>
                  </a:lnTo>
                  <a:lnTo>
                    <a:pt x="2725" y="90411"/>
                  </a:lnTo>
                  <a:lnTo>
                    <a:pt x="1462" y="90411"/>
                  </a:lnTo>
                  <a:lnTo>
                    <a:pt x="2158" y="90843"/>
                  </a:lnTo>
                  <a:lnTo>
                    <a:pt x="2924" y="89611"/>
                  </a:lnTo>
                  <a:close/>
                </a:path>
                <a:path w="186689" h="215265">
                  <a:moveTo>
                    <a:pt x="2044" y="89611"/>
                  </a:moveTo>
                  <a:lnTo>
                    <a:pt x="1108" y="90411"/>
                  </a:lnTo>
                  <a:lnTo>
                    <a:pt x="2427" y="90411"/>
                  </a:lnTo>
                  <a:lnTo>
                    <a:pt x="2158" y="90843"/>
                  </a:lnTo>
                  <a:lnTo>
                    <a:pt x="3093" y="90843"/>
                  </a:lnTo>
                  <a:lnTo>
                    <a:pt x="2044" y="89611"/>
                  </a:lnTo>
                  <a:close/>
                </a:path>
                <a:path w="186689" h="215265">
                  <a:moveTo>
                    <a:pt x="48679" y="1015"/>
                  </a:moveTo>
                  <a:lnTo>
                    <a:pt x="48679" y="2082"/>
                  </a:lnTo>
                  <a:lnTo>
                    <a:pt x="49536" y="2082"/>
                  </a:lnTo>
                  <a:lnTo>
                    <a:pt x="49707" y="1231"/>
                  </a:lnTo>
                  <a:lnTo>
                    <a:pt x="48679" y="1015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1" name="object 211"/>
            <p:cNvSpPr/>
            <p:nvPr/>
          </p:nvSpPr>
          <p:spPr>
            <a:xfrm>
              <a:off x="3778707" y="946924"/>
              <a:ext cx="340995" cy="13335"/>
            </a:xfrm>
            <a:custGeom>
              <a:avLst/>
              <a:gdLst/>
              <a:ahLst/>
              <a:cxnLst/>
              <a:rect l="l" t="t" r="r" b="b"/>
              <a:pathLst>
                <a:path w="340995" h="13334">
                  <a:moveTo>
                    <a:pt x="927" y="5626"/>
                  </a:moveTo>
                  <a:lnTo>
                    <a:pt x="762" y="5626"/>
                  </a:lnTo>
                  <a:lnTo>
                    <a:pt x="0" y="6870"/>
                  </a:lnTo>
                  <a:lnTo>
                    <a:pt x="927" y="5626"/>
                  </a:lnTo>
                  <a:close/>
                </a:path>
                <a:path w="340995" h="13334">
                  <a:moveTo>
                    <a:pt x="12712" y="6870"/>
                  </a:moveTo>
                  <a:lnTo>
                    <a:pt x="10439" y="1041"/>
                  </a:lnTo>
                  <a:lnTo>
                    <a:pt x="4521" y="1917"/>
                  </a:lnTo>
                  <a:lnTo>
                    <a:pt x="1270" y="5067"/>
                  </a:lnTo>
                  <a:lnTo>
                    <a:pt x="927" y="5626"/>
                  </a:lnTo>
                  <a:lnTo>
                    <a:pt x="12712" y="6870"/>
                  </a:lnTo>
                  <a:close/>
                </a:path>
                <a:path w="340995" h="13334">
                  <a:moveTo>
                    <a:pt x="340829" y="7734"/>
                  </a:moveTo>
                  <a:lnTo>
                    <a:pt x="339115" y="4940"/>
                  </a:lnTo>
                  <a:lnTo>
                    <a:pt x="329793" y="0"/>
                  </a:lnTo>
                  <a:lnTo>
                    <a:pt x="326491" y="3441"/>
                  </a:lnTo>
                  <a:lnTo>
                    <a:pt x="337756" y="4445"/>
                  </a:lnTo>
                  <a:lnTo>
                    <a:pt x="340702" y="12903"/>
                  </a:lnTo>
                  <a:lnTo>
                    <a:pt x="340829" y="77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2" name="object 212"/>
            <p:cNvSpPr/>
            <p:nvPr/>
          </p:nvSpPr>
          <p:spPr>
            <a:xfrm>
              <a:off x="3804069" y="1271498"/>
              <a:ext cx="300355" cy="78105"/>
            </a:xfrm>
            <a:custGeom>
              <a:avLst/>
              <a:gdLst/>
              <a:ahLst/>
              <a:cxnLst/>
              <a:rect l="l" t="t" r="r" b="b"/>
              <a:pathLst>
                <a:path w="300354" h="78105">
                  <a:moveTo>
                    <a:pt x="58712" y="36537"/>
                  </a:moveTo>
                  <a:lnTo>
                    <a:pt x="54038" y="33832"/>
                  </a:lnTo>
                  <a:lnTo>
                    <a:pt x="54038" y="36169"/>
                  </a:lnTo>
                  <a:lnTo>
                    <a:pt x="51130" y="41008"/>
                  </a:lnTo>
                  <a:lnTo>
                    <a:pt x="50520" y="41338"/>
                  </a:lnTo>
                  <a:lnTo>
                    <a:pt x="46990" y="41338"/>
                  </a:lnTo>
                  <a:lnTo>
                    <a:pt x="45669" y="40576"/>
                  </a:lnTo>
                  <a:lnTo>
                    <a:pt x="45250" y="40144"/>
                  </a:lnTo>
                  <a:lnTo>
                    <a:pt x="44881" y="39522"/>
                  </a:lnTo>
                  <a:lnTo>
                    <a:pt x="44424" y="38862"/>
                  </a:lnTo>
                  <a:lnTo>
                    <a:pt x="44335" y="38315"/>
                  </a:lnTo>
                  <a:lnTo>
                    <a:pt x="44665" y="37706"/>
                  </a:lnTo>
                  <a:lnTo>
                    <a:pt x="45250" y="37706"/>
                  </a:lnTo>
                  <a:lnTo>
                    <a:pt x="46926" y="38315"/>
                  </a:lnTo>
                  <a:lnTo>
                    <a:pt x="48831" y="37706"/>
                  </a:lnTo>
                  <a:lnTo>
                    <a:pt x="48171" y="37706"/>
                  </a:lnTo>
                  <a:lnTo>
                    <a:pt x="48348" y="37388"/>
                  </a:lnTo>
                  <a:lnTo>
                    <a:pt x="48717" y="36537"/>
                  </a:lnTo>
                  <a:lnTo>
                    <a:pt x="48831" y="36169"/>
                  </a:lnTo>
                  <a:lnTo>
                    <a:pt x="49009" y="35712"/>
                  </a:lnTo>
                  <a:lnTo>
                    <a:pt x="49377" y="34582"/>
                  </a:lnTo>
                  <a:lnTo>
                    <a:pt x="49631" y="33972"/>
                  </a:lnTo>
                  <a:lnTo>
                    <a:pt x="49796" y="33642"/>
                  </a:lnTo>
                  <a:lnTo>
                    <a:pt x="53365" y="35712"/>
                  </a:lnTo>
                  <a:lnTo>
                    <a:pt x="54038" y="36169"/>
                  </a:lnTo>
                  <a:lnTo>
                    <a:pt x="54038" y="33832"/>
                  </a:lnTo>
                  <a:lnTo>
                    <a:pt x="53721" y="33642"/>
                  </a:lnTo>
                  <a:lnTo>
                    <a:pt x="46532" y="29489"/>
                  </a:lnTo>
                  <a:lnTo>
                    <a:pt x="36550" y="23037"/>
                  </a:lnTo>
                  <a:lnTo>
                    <a:pt x="25781" y="15494"/>
                  </a:lnTo>
                  <a:lnTo>
                    <a:pt x="20853" y="11633"/>
                  </a:lnTo>
                  <a:lnTo>
                    <a:pt x="8445" y="1422"/>
                  </a:lnTo>
                  <a:lnTo>
                    <a:pt x="7188" y="2933"/>
                  </a:lnTo>
                  <a:lnTo>
                    <a:pt x="16611" y="10807"/>
                  </a:lnTo>
                  <a:lnTo>
                    <a:pt x="15303" y="12382"/>
                  </a:lnTo>
                  <a:lnTo>
                    <a:pt x="14376" y="12166"/>
                  </a:lnTo>
                  <a:lnTo>
                    <a:pt x="13500" y="11696"/>
                  </a:lnTo>
                  <a:lnTo>
                    <a:pt x="9499" y="7988"/>
                  </a:lnTo>
                  <a:lnTo>
                    <a:pt x="7759" y="6819"/>
                  </a:lnTo>
                  <a:lnTo>
                    <a:pt x="6934" y="6400"/>
                  </a:lnTo>
                  <a:lnTo>
                    <a:pt x="5689" y="6159"/>
                  </a:lnTo>
                  <a:lnTo>
                    <a:pt x="5105" y="6337"/>
                  </a:lnTo>
                  <a:lnTo>
                    <a:pt x="4292" y="7327"/>
                  </a:lnTo>
                  <a:lnTo>
                    <a:pt x="4051" y="7797"/>
                  </a:lnTo>
                  <a:lnTo>
                    <a:pt x="3987" y="8255"/>
                  </a:lnTo>
                  <a:lnTo>
                    <a:pt x="3949" y="9715"/>
                  </a:lnTo>
                  <a:lnTo>
                    <a:pt x="4127" y="11290"/>
                  </a:lnTo>
                  <a:lnTo>
                    <a:pt x="4584" y="12382"/>
                  </a:lnTo>
                  <a:lnTo>
                    <a:pt x="5511" y="13144"/>
                  </a:lnTo>
                  <a:lnTo>
                    <a:pt x="5791" y="13271"/>
                  </a:lnTo>
                  <a:lnTo>
                    <a:pt x="6756" y="13563"/>
                  </a:lnTo>
                  <a:lnTo>
                    <a:pt x="7175" y="13754"/>
                  </a:lnTo>
                  <a:lnTo>
                    <a:pt x="7823" y="14325"/>
                  </a:lnTo>
                  <a:lnTo>
                    <a:pt x="7823" y="14782"/>
                  </a:lnTo>
                  <a:lnTo>
                    <a:pt x="6972" y="15735"/>
                  </a:lnTo>
                  <a:lnTo>
                    <a:pt x="6451" y="15951"/>
                  </a:lnTo>
                  <a:lnTo>
                    <a:pt x="5130" y="15887"/>
                  </a:lnTo>
                  <a:lnTo>
                    <a:pt x="4533" y="15659"/>
                  </a:lnTo>
                  <a:lnTo>
                    <a:pt x="4000" y="15214"/>
                  </a:lnTo>
                  <a:lnTo>
                    <a:pt x="3733" y="13754"/>
                  </a:lnTo>
                  <a:lnTo>
                    <a:pt x="3556" y="13144"/>
                  </a:lnTo>
                  <a:lnTo>
                    <a:pt x="3276" y="12725"/>
                  </a:lnTo>
                  <a:lnTo>
                    <a:pt x="2654" y="12255"/>
                  </a:lnTo>
                  <a:lnTo>
                    <a:pt x="2260" y="12115"/>
                  </a:lnTo>
                  <a:lnTo>
                    <a:pt x="1752" y="12090"/>
                  </a:lnTo>
                  <a:lnTo>
                    <a:pt x="1231" y="12217"/>
                  </a:lnTo>
                  <a:lnTo>
                    <a:pt x="850" y="12433"/>
                  </a:lnTo>
                  <a:lnTo>
                    <a:pt x="139" y="13271"/>
                  </a:lnTo>
                  <a:lnTo>
                    <a:pt x="0" y="13906"/>
                  </a:lnTo>
                  <a:lnTo>
                    <a:pt x="292" y="15354"/>
                  </a:lnTo>
                  <a:lnTo>
                    <a:pt x="736" y="16027"/>
                  </a:lnTo>
                  <a:lnTo>
                    <a:pt x="1905" y="17018"/>
                  </a:lnTo>
                  <a:lnTo>
                    <a:pt x="2311" y="17259"/>
                  </a:lnTo>
                  <a:lnTo>
                    <a:pt x="2336" y="18275"/>
                  </a:lnTo>
                  <a:lnTo>
                    <a:pt x="2298" y="19342"/>
                  </a:lnTo>
                  <a:lnTo>
                    <a:pt x="2070" y="21361"/>
                  </a:lnTo>
                  <a:lnTo>
                    <a:pt x="2095" y="21577"/>
                  </a:lnTo>
                  <a:lnTo>
                    <a:pt x="2336" y="22263"/>
                  </a:lnTo>
                  <a:lnTo>
                    <a:pt x="2603" y="22733"/>
                  </a:lnTo>
                  <a:lnTo>
                    <a:pt x="3365" y="23304"/>
                  </a:lnTo>
                  <a:lnTo>
                    <a:pt x="3746" y="23317"/>
                  </a:lnTo>
                  <a:lnTo>
                    <a:pt x="4229" y="22758"/>
                  </a:lnTo>
                  <a:lnTo>
                    <a:pt x="4216" y="22352"/>
                  </a:lnTo>
                  <a:lnTo>
                    <a:pt x="4000" y="21755"/>
                  </a:lnTo>
                  <a:lnTo>
                    <a:pt x="3683" y="19786"/>
                  </a:lnTo>
                  <a:lnTo>
                    <a:pt x="3695" y="18199"/>
                  </a:lnTo>
                  <a:lnTo>
                    <a:pt x="3771" y="17830"/>
                  </a:lnTo>
                  <a:lnTo>
                    <a:pt x="5664" y="18465"/>
                  </a:lnTo>
                  <a:lnTo>
                    <a:pt x="7086" y="18224"/>
                  </a:lnTo>
                  <a:lnTo>
                    <a:pt x="8597" y="16344"/>
                  </a:lnTo>
                  <a:lnTo>
                    <a:pt x="8826" y="15367"/>
                  </a:lnTo>
                  <a:lnTo>
                    <a:pt x="8343" y="13081"/>
                  </a:lnTo>
                  <a:lnTo>
                    <a:pt x="7924" y="12268"/>
                  </a:lnTo>
                  <a:lnTo>
                    <a:pt x="7124" y="11595"/>
                  </a:lnTo>
                  <a:lnTo>
                    <a:pt x="5892" y="10934"/>
                  </a:lnTo>
                  <a:lnTo>
                    <a:pt x="5473" y="10680"/>
                  </a:lnTo>
                  <a:lnTo>
                    <a:pt x="5207" y="10452"/>
                  </a:lnTo>
                  <a:lnTo>
                    <a:pt x="4838" y="10007"/>
                  </a:lnTo>
                  <a:lnTo>
                    <a:pt x="4826" y="9575"/>
                  </a:lnTo>
                  <a:lnTo>
                    <a:pt x="5359" y="8953"/>
                  </a:lnTo>
                  <a:lnTo>
                    <a:pt x="5638" y="8788"/>
                  </a:lnTo>
                  <a:lnTo>
                    <a:pt x="6413" y="8559"/>
                  </a:lnTo>
                  <a:lnTo>
                    <a:pt x="6832" y="8661"/>
                  </a:lnTo>
                  <a:lnTo>
                    <a:pt x="7962" y="9563"/>
                  </a:lnTo>
                  <a:lnTo>
                    <a:pt x="9931" y="11226"/>
                  </a:lnTo>
                  <a:lnTo>
                    <a:pt x="12738" y="13423"/>
                  </a:lnTo>
                  <a:lnTo>
                    <a:pt x="13335" y="13766"/>
                  </a:lnTo>
                  <a:lnTo>
                    <a:pt x="13931" y="13931"/>
                  </a:lnTo>
                  <a:lnTo>
                    <a:pt x="8534" y="20510"/>
                  </a:lnTo>
                  <a:lnTo>
                    <a:pt x="8267" y="20993"/>
                  </a:lnTo>
                  <a:lnTo>
                    <a:pt x="8166" y="21475"/>
                  </a:lnTo>
                  <a:lnTo>
                    <a:pt x="8547" y="23202"/>
                  </a:lnTo>
                  <a:lnTo>
                    <a:pt x="8699" y="23291"/>
                  </a:lnTo>
                  <a:lnTo>
                    <a:pt x="8915" y="23088"/>
                  </a:lnTo>
                  <a:lnTo>
                    <a:pt x="18135" y="12065"/>
                  </a:lnTo>
                  <a:lnTo>
                    <a:pt x="19685" y="13373"/>
                  </a:lnTo>
                  <a:lnTo>
                    <a:pt x="21272" y="14414"/>
                  </a:lnTo>
                  <a:lnTo>
                    <a:pt x="13627" y="24422"/>
                  </a:lnTo>
                  <a:lnTo>
                    <a:pt x="13500" y="24688"/>
                  </a:lnTo>
                  <a:lnTo>
                    <a:pt x="13449" y="24904"/>
                  </a:lnTo>
                  <a:lnTo>
                    <a:pt x="14020" y="27393"/>
                  </a:lnTo>
                  <a:lnTo>
                    <a:pt x="14287" y="27279"/>
                  </a:lnTo>
                  <a:lnTo>
                    <a:pt x="22987" y="15722"/>
                  </a:lnTo>
                  <a:lnTo>
                    <a:pt x="24498" y="16903"/>
                  </a:lnTo>
                  <a:lnTo>
                    <a:pt x="32461" y="22593"/>
                  </a:lnTo>
                  <a:lnTo>
                    <a:pt x="29883" y="26225"/>
                  </a:lnTo>
                  <a:lnTo>
                    <a:pt x="22987" y="21323"/>
                  </a:lnTo>
                  <a:lnTo>
                    <a:pt x="21666" y="21297"/>
                  </a:lnTo>
                  <a:lnTo>
                    <a:pt x="20218" y="23317"/>
                  </a:lnTo>
                  <a:lnTo>
                    <a:pt x="20040" y="24257"/>
                  </a:lnTo>
                  <a:lnTo>
                    <a:pt x="20637" y="27038"/>
                  </a:lnTo>
                  <a:lnTo>
                    <a:pt x="20942" y="27495"/>
                  </a:lnTo>
                  <a:lnTo>
                    <a:pt x="21374" y="27813"/>
                  </a:lnTo>
                  <a:lnTo>
                    <a:pt x="22072" y="28143"/>
                  </a:lnTo>
                  <a:lnTo>
                    <a:pt x="22339" y="28206"/>
                  </a:lnTo>
                  <a:lnTo>
                    <a:pt x="22606" y="28028"/>
                  </a:lnTo>
                  <a:lnTo>
                    <a:pt x="23126" y="27317"/>
                  </a:lnTo>
                  <a:lnTo>
                    <a:pt x="23710" y="25882"/>
                  </a:lnTo>
                  <a:lnTo>
                    <a:pt x="23761" y="25628"/>
                  </a:lnTo>
                  <a:lnTo>
                    <a:pt x="24028" y="25438"/>
                  </a:lnTo>
                  <a:lnTo>
                    <a:pt x="24218" y="25349"/>
                  </a:lnTo>
                  <a:lnTo>
                    <a:pt x="24701" y="25323"/>
                  </a:lnTo>
                  <a:lnTo>
                    <a:pt x="24993" y="25374"/>
                  </a:lnTo>
                  <a:lnTo>
                    <a:pt x="28448" y="27825"/>
                  </a:lnTo>
                  <a:lnTo>
                    <a:pt x="25146" y="32423"/>
                  </a:lnTo>
                  <a:lnTo>
                    <a:pt x="25031" y="32715"/>
                  </a:lnTo>
                  <a:lnTo>
                    <a:pt x="24993" y="32981"/>
                  </a:lnTo>
                  <a:lnTo>
                    <a:pt x="25285" y="35115"/>
                  </a:lnTo>
                  <a:lnTo>
                    <a:pt x="25400" y="35610"/>
                  </a:lnTo>
                  <a:lnTo>
                    <a:pt x="25742" y="35826"/>
                  </a:lnTo>
                  <a:lnTo>
                    <a:pt x="26035" y="35636"/>
                  </a:lnTo>
                  <a:lnTo>
                    <a:pt x="34226" y="23850"/>
                  </a:lnTo>
                  <a:lnTo>
                    <a:pt x="35648" y="24866"/>
                  </a:lnTo>
                  <a:lnTo>
                    <a:pt x="38519" y="26619"/>
                  </a:lnTo>
                  <a:lnTo>
                    <a:pt x="36855" y="29235"/>
                  </a:lnTo>
                  <a:lnTo>
                    <a:pt x="36715" y="29413"/>
                  </a:lnTo>
                  <a:lnTo>
                    <a:pt x="36525" y="29565"/>
                  </a:lnTo>
                  <a:lnTo>
                    <a:pt x="35852" y="29933"/>
                  </a:lnTo>
                  <a:lnTo>
                    <a:pt x="35547" y="29984"/>
                  </a:lnTo>
                  <a:lnTo>
                    <a:pt x="35293" y="29832"/>
                  </a:lnTo>
                  <a:lnTo>
                    <a:pt x="34937" y="29286"/>
                  </a:lnTo>
                  <a:lnTo>
                    <a:pt x="34518" y="28714"/>
                  </a:lnTo>
                  <a:lnTo>
                    <a:pt x="34251" y="28397"/>
                  </a:lnTo>
                  <a:lnTo>
                    <a:pt x="33718" y="28079"/>
                  </a:lnTo>
                  <a:lnTo>
                    <a:pt x="33223" y="28295"/>
                  </a:lnTo>
                  <a:lnTo>
                    <a:pt x="32131" y="30073"/>
                  </a:lnTo>
                  <a:lnTo>
                    <a:pt x="31953" y="31673"/>
                  </a:lnTo>
                  <a:lnTo>
                    <a:pt x="32639" y="37846"/>
                  </a:lnTo>
                  <a:lnTo>
                    <a:pt x="32867" y="38925"/>
                  </a:lnTo>
                  <a:lnTo>
                    <a:pt x="33388" y="40678"/>
                  </a:lnTo>
                  <a:lnTo>
                    <a:pt x="33604" y="41008"/>
                  </a:lnTo>
                  <a:lnTo>
                    <a:pt x="34112" y="41325"/>
                  </a:lnTo>
                  <a:lnTo>
                    <a:pt x="34277" y="41313"/>
                  </a:lnTo>
                  <a:lnTo>
                    <a:pt x="34391" y="41122"/>
                  </a:lnTo>
                  <a:lnTo>
                    <a:pt x="34671" y="40474"/>
                  </a:lnTo>
                  <a:lnTo>
                    <a:pt x="34645" y="39674"/>
                  </a:lnTo>
                  <a:lnTo>
                    <a:pt x="33604" y="36931"/>
                  </a:lnTo>
                  <a:lnTo>
                    <a:pt x="33337" y="35750"/>
                  </a:lnTo>
                  <a:lnTo>
                    <a:pt x="33312" y="34975"/>
                  </a:lnTo>
                  <a:lnTo>
                    <a:pt x="33553" y="34620"/>
                  </a:lnTo>
                  <a:lnTo>
                    <a:pt x="33820" y="34340"/>
                  </a:lnTo>
                  <a:lnTo>
                    <a:pt x="36512" y="32829"/>
                  </a:lnTo>
                  <a:lnTo>
                    <a:pt x="36690" y="32689"/>
                  </a:lnTo>
                  <a:lnTo>
                    <a:pt x="37160" y="33070"/>
                  </a:lnTo>
                  <a:lnTo>
                    <a:pt x="37287" y="33223"/>
                  </a:lnTo>
                  <a:lnTo>
                    <a:pt x="37388" y="33426"/>
                  </a:lnTo>
                  <a:lnTo>
                    <a:pt x="37439" y="33705"/>
                  </a:lnTo>
                  <a:lnTo>
                    <a:pt x="37757" y="34848"/>
                  </a:lnTo>
                  <a:lnTo>
                    <a:pt x="38595" y="35699"/>
                  </a:lnTo>
                  <a:lnTo>
                    <a:pt x="39827" y="36626"/>
                  </a:lnTo>
                  <a:lnTo>
                    <a:pt x="40563" y="37020"/>
                  </a:lnTo>
                  <a:lnTo>
                    <a:pt x="41490" y="37338"/>
                  </a:lnTo>
                  <a:lnTo>
                    <a:pt x="42862" y="35191"/>
                  </a:lnTo>
                  <a:lnTo>
                    <a:pt x="41986" y="35179"/>
                  </a:lnTo>
                  <a:lnTo>
                    <a:pt x="40944" y="34798"/>
                  </a:lnTo>
                  <a:lnTo>
                    <a:pt x="37807" y="32740"/>
                  </a:lnTo>
                  <a:lnTo>
                    <a:pt x="37553" y="32435"/>
                  </a:lnTo>
                  <a:lnTo>
                    <a:pt x="37465" y="32143"/>
                  </a:lnTo>
                  <a:lnTo>
                    <a:pt x="40271" y="27774"/>
                  </a:lnTo>
                  <a:lnTo>
                    <a:pt x="45377" y="31038"/>
                  </a:lnTo>
                  <a:lnTo>
                    <a:pt x="48755" y="33045"/>
                  </a:lnTo>
                  <a:lnTo>
                    <a:pt x="48717" y="33972"/>
                  </a:lnTo>
                  <a:lnTo>
                    <a:pt x="47942" y="35166"/>
                  </a:lnTo>
                  <a:lnTo>
                    <a:pt x="47155" y="35712"/>
                  </a:lnTo>
                  <a:lnTo>
                    <a:pt x="46101" y="35712"/>
                  </a:lnTo>
                  <a:lnTo>
                    <a:pt x="44030" y="34582"/>
                  </a:lnTo>
                  <a:lnTo>
                    <a:pt x="43624" y="34582"/>
                  </a:lnTo>
                  <a:lnTo>
                    <a:pt x="47523" y="44069"/>
                  </a:lnTo>
                  <a:lnTo>
                    <a:pt x="49060" y="44069"/>
                  </a:lnTo>
                  <a:lnTo>
                    <a:pt x="49060" y="44437"/>
                  </a:lnTo>
                  <a:lnTo>
                    <a:pt x="48031" y="46088"/>
                  </a:lnTo>
                  <a:lnTo>
                    <a:pt x="47713" y="46786"/>
                  </a:lnTo>
                  <a:lnTo>
                    <a:pt x="47752" y="47510"/>
                  </a:lnTo>
                  <a:lnTo>
                    <a:pt x="48247" y="49364"/>
                  </a:lnTo>
                  <a:lnTo>
                    <a:pt x="48412" y="49758"/>
                  </a:lnTo>
                  <a:lnTo>
                    <a:pt x="48590" y="49974"/>
                  </a:lnTo>
                  <a:lnTo>
                    <a:pt x="48806" y="49758"/>
                  </a:lnTo>
                  <a:lnTo>
                    <a:pt x="53530" y="41592"/>
                  </a:lnTo>
                  <a:lnTo>
                    <a:pt x="55968" y="37388"/>
                  </a:lnTo>
                  <a:lnTo>
                    <a:pt x="56261" y="37388"/>
                  </a:lnTo>
                  <a:lnTo>
                    <a:pt x="57619" y="38188"/>
                  </a:lnTo>
                  <a:lnTo>
                    <a:pt x="58077" y="37388"/>
                  </a:lnTo>
                  <a:lnTo>
                    <a:pt x="58559" y="36537"/>
                  </a:lnTo>
                  <a:lnTo>
                    <a:pt x="58712" y="36537"/>
                  </a:lnTo>
                  <a:close/>
                </a:path>
                <a:path w="300354" h="78105">
                  <a:moveTo>
                    <a:pt x="95123" y="51714"/>
                  </a:moveTo>
                  <a:lnTo>
                    <a:pt x="94894" y="50939"/>
                  </a:lnTo>
                  <a:lnTo>
                    <a:pt x="93472" y="47104"/>
                  </a:lnTo>
                  <a:lnTo>
                    <a:pt x="92646" y="45415"/>
                  </a:lnTo>
                  <a:lnTo>
                    <a:pt x="92544" y="45199"/>
                  </a:lnTo>
                  <a:lnTo>
                    <a:pt x="92379" y="45021"/>
                  </a:lnTo>
                  <a:lnTo>
                    <a:pt x="91427" y="43942"/>
                  </a:lnTo>
                  <a:lnTo>
                    <a:pt x="88442" y="42506"/>
                  </a:lnTo>
                  <a:lnTo>
                    <a:pt x="87249" y="42506"/>
                  </a:lnTo>
                  <a:lnTo>
                    <a:pt x="85191" y="43281"/>
                  </a:lnTo>
                  <a:lnTo>
                    <a:pt x="84518" y="43942"/>
                  </a:lnTo>
                  <a:lnTo>
                    <a:pt x="84074" y="45021"/>
                  </a:lnTo>
                  <a:lnTo>
                    <a:pt x="84150" y="47599"/>
                  </a:lnTo>
                  <a:lnTo>
                    <a:pt x="84378" y="48272"/>
                  </a:lnTo>
                  <a:lnTo>
                    <a:pt x="84620" y="48272"/>
                  </a:lnTo>
                  <a:lnTo>
                    <a:pt x="84899" y="48399"/>
                  </a:lnTo>
                  <a:lnTo>
                    <a:pt x="85013" y="48272"/>
                  </a:lnTo>
                  <a:lnTo>
                    <a:pt x="85407" y="47599"/>
                  </a:lnTo>
                  <a:lnTo>
                    <a:pt x="85928" y="46405"/>
                  </a:lnTo>
                  <a:lnTo>
                    <a:pt x="86499" y="45770"/>
                  </a:lnTo>
                  <a:lnTo>
                    <a:pt x="88049" y="45021"/>
                  </a:lnTo>
                  <a:lnTo>
                    <a:pt x="88912" y="45021"/>
                  </a:lnTo>
                  <a:lnTo>
                    <a:pt x="93687" y="50584"/>
                  </a:lnTo>
                  <a:lnTo>
                    <a:pt x="94399" y="52400"/>
                  </a:lnTo>
                  <a:lnTo>
                    <a:pt x="94488" y="52628"/>
                  </a:lnTo>
                  <a:lnTo>
                    <a:pt x="94970" y="52628"/>
                  </a:lnTo>
                  <a:lnTo>
                    <a:pt x="95084" y="52400"/>
                  </a:lnTo>
                  <a:lnTo>
                    <a:pt x="95123" y="51714"/>
                  </a:lnTo>
                  <a:close/>
                </a:path>
                <a:path w="300354" h="78105">
                  <a:moveTo>
                    <a:pt x="110363" y="58648"/>
                  </a:moveTo>
                  <a:lnTo>
                    <a:pt x="97472" y="54190"/>
                  </a:lnTo>
                  <a:lnTo>
                    <a:pt x="86728" y="49923"/>
                  </a:lnTo>
                  <a:lnTo>
                    <a:pt x="86563" y="49847"/>
                  </a:lnTo>
                  <a:lnTo>
                    <a:pt x="81445" y="47663"/>
                  </a:lnTo>
                  <a:lnTo>
                    <a:pt x="75780" y="45046"/>
                  </a:lnTo>
                  <a:lnTo>
                    <a:pt x="65570" y="40132"/>
                  </a:lnTo>
                  <a:lnTo>
                    <a:pt x="64706" y="41884"/>
                  </a:lnTo>
                  <a:lnTo>
                    <a:pt x="68376" y="43675"/>
                  </a:lnTo>
                  <a:lnTo>
                    <a:pt x="67602" y="45262"/>
                  </a:lnTo>
                  <a:lnTo>
                    <a:pt x="65849" y="44792"/>
                  </a:lnTo>
                  <a:lnTo>
                    <a:pt x="64490" y="44500"/>
                  </a:lnTo>
                  <a:lnTo>
                    <a:pt x="64109" y="44488"/>
                  </a:lnTo>
                  <a:lnTo>
                    <a:pt x="63728" y="44526"/>
                  </a:lnTo>
                  <a:lnTo>
                    <a:pt x="63385" y="44716"/>
                  </a:lnTo>
                  <a:lnTo>
                    <a:pt x="63347" y="45059"/>
                  </a:lnTo>
                  <a:lnTo>
                    <a:pt x="63385" y="45402"/>
                  </a:lnTo>
                  <a:lnTo>
                    <a:pt x="63855" y="47002"/>
                  </a:lnTo>
                  <a:lnTo>
                    <a:pt x="63995" y="47244"/>
                  </a:lnTo>
                  <a:lnTo>
                    <a:pt x="64147" y="47320"/>
                  </a:lnTo>
                  <a:lnTo>
                    <a:pt x="67919" y="47663"/>
                  </a:lnTo>
                  <a:lnTo>
                    <a:pt x="68656" y="47904"/>
                  </a:lnTo>
                  <a:lnTo>
                    <a:pt x="69634" y="48399"/>
                  </a:lnTo>
                  <a:lnTo>
                    <a:pt x="69951" y="48907"/>
                  </a:lnTo>
                  <a:lnTo>
                    <a:pt x="69964" y="49441"/>
                  </a:lnTo>
                  <a:lnTo>
                    <a:pt x="69469" y="50431"/>
                  </a:lnTo>
                  <a:lnTo>
                    <a:pt x="66357" y="52095"/>
                  </a:lnTo>
                  <a:lnTo>
                    <a:pt x="66167" y="51854"/>
                  </a:lnTo>
                  <a:lnTo>
                    <a:pt x="65938" y="51473"/>
                  </a:lnTo>
                  <a:lnTo>
                    <a:pt x="65417" y="50444"/>
                  </a:lnTo>
                  <a:lnTo>
                    <a:pt x="65062" y="50076"/>
                  </a:lnTo>
                  <a:lnTo>
                    <a:pt x="64109" y="49606"/>
                  </a:lnTo>
                  <a:lnTo>
                    <a:pt x="63639" y="49555"/>
                  </a:lnTo>
                  <a:lnTo>
                    <a:pt x="62712" y="49834"/>
                  </a:lnTo>
                  <a:lnTo>
                    <a:pt x="62369" y="50177"/>
                  </a:lnTo>
                  <a:lnTo>
                    <a:pt x="62128" y="50660"/>
                  </a:lnTo>
                  <a:lnTo>
                    <a:pt x="61899" y="51371"/>
                  </a:lnTo>
                  <a:lnTo>
                    <a:pt x="61912" y="52730"/>
                  </a:lnTo>
                  <a:lnTo>
                    <a:pt x="62445" y="53517"/>
                  </a:lnTo>
                  <a:lnTo>
                    <a:pt x="64160" y="54317"/>
                  </a:lnTo>
                  <a:lnTo>
                    <a:pt x="64922" y="54508"/>
                  </a:lnTo>
                  <a:lnTo>
                    <a:pt x="65112" y="54610"/>
                  </a:lnTo>
                  <a:lnTo>
                    <a:pt x="65227" y="54787"/>
                  </a:lnTo>
                  <a:lnTo>
                    <a:pt x="65303" y="55003"/>
                  </a:lnTo>
                  <a:lnTo>
                    <a:pt x="65798" y="57302"/>
                  </a:lnTo>
                  <a:lnTo>
                    <a:pt x="66065" y="58204"/>
                  </a:lnTo>
                  <a:lnTo>
                    <a:pt x="66344" y="58928"/>
                  </a:lnTo>
                  <a:lnTo>
                    <a:pt x="66687" y="59309"/>
                  </a:lnTo>
                  <a:lnTo>
                    <a:pt x="67665" y="59791"/>
                  </a:lnTo>
                  <a:lnTo>
                    <a:pt x="68072" y="59563"/>
                  </a:lnTo>
                  <a:lnTo>
                    <a:pt x="68427" y="58826"/>
                  </a:lnTo>
                  <a:lnTo>
                    <a:pt x="68465" y="58635"/>
                  </a:lnTo>
                  <a:lnTo>
                    <a:pt x="68300" y="58216"/>
                  </a:lnTo>
                  <a:lnTo>
                    <a:pt x="67043" y="56210"/>
                  </a:lnTo>
                  <a:lnTo>
                    <a:pt x="66535" y="55206"/>
                  </a:lnTo>
                  <a:lnTo>
                    <a:pt x="66433" y="54546"/>
                  </a:lnTo>
                  <a:lnTo>
                    <a:pt x="68795" y="54317"/>
                  </a:lnTo>
                  <a:lnTo>
                    <a:pt x="70319" y="53505"/>
                  </a:lnTo>
                  <a:lnTo>
                    <a:pt x="71386" y="51308"/>
                  </a:lnTo>
                  <a:lnTo>
                    <a:pt x="71424" y="50304"/>
                  </a:lnTo>
                  <a:lnTo>
                    <a:pt x="70802" y="47929"/>
                  </a:lnTo>
                  <a:lnTo>
                    <a:pt x="70319" y="47015"/>
                  </a:lnTo>
                  <a:lnTo>
                    <a:pt x="69634" y="46329"/>
                  </a:lnTo>
                  <a:lnTo>
                    <a:pt x="70459" y="44691"/>
                  </a:lnTo>
                  <a:lnTo>
                    <a:pt x="75082" y="46951"/>
                  </a:lnTo>
                  <a:lnTo>
                    <a:pt x="76809" y="47650"/>
                  </a:lnTo>
                  <a:lnTo>
                    <a:pt x="71640" y="59131"/>
                  </a:lnTo>
                  <a:lnTo>
                    <a:pt x="71564" y="59436"/>
                  </a:lnTo>
                  <a:lnTo>
                    <a:pt x="71564" y="59639"/>
                  </a:lnTo>
                  <a:lnTo>
                    <a:pt x="72453" y="61493"/>
                  </a:lnTo>
                  <a:lnTo>
                    <a:pt x="72694" y="61912"/>
                  </a:lnTo>
                  <a:lnTo>
                    <a:pt x="72910" y="61785"/>
                  </a:lnTo>
                  <a:lnTo>
                    <a:pt x="78790" y="48552"/>
                  </a:lnTo>
                  <a:lnTo>
                    <a:pt x="80556" y="49364"/>
                  </a:lnTo>
                  <a:lnTo>
                    <a:pt x="82308" y="50152"/>
                  </a:lnTo>
                  <a:lnTo>
                    <a:pt x="77177" y="62153"/>
                  </a:lnTo>
                  <a:lnTo>
                    <a:pt x="77152" y="62814"/>
                  </a:lnTo>
                  <a:lnTo>
                    <a:pt x="77724" y="63931"/>
                  </a:lnTo>
                  <a:lnTo>
                    <a:pt x="78028" y="64350"/>
                  </a:lnTo>
                  <a:lnTo>
                    <a:pt x="78562" y="64350"/>
                  </a:lnTo>
                  <a:lnTo>
                    <a:pt x="84213" y="50939"/>
                  </a:lnTo>
                  <a:lnTo>
                    <a:pt x="85852" y="51638"/>
                  </a:lnTo>
                  <a:lnTo>
                    <a:pt x="92964" y="54470"/>
                  </a:lnTo>
                  <a:lnTo>
                    <a:pt x="91605" y="57886"/>
                  </a:lnTo>
                  <a:lnTo>
                    <a:pt x="91541" y="58064"/>
                  </a:lnTo>
                  <a:lnTo>
                    <a:pt x="91440" y="58318"/>
                  </a:lnTo>
                  <a:lnTo>
                    <a:pt x="91186" y="58318"/>
                  </a:lnTo>
                  <a:lnTo>
                    <a:pt x="91186" y="58966"/>
                  </a:lnTo>
                  <a:lnTo>
                    <a:pt x="90944" y="59613"/>
                  </a:lnTo>
                  <a:lnTo>
                    <a:pt x="90843" y="59880"/>
                  </a:lnTo>
                  <a:lnTo>
                    <a:pt x="90766" y="60058"/>
                  </a:lnTo>
                  <a:lnTo>
                    <a:pt x="90690" y="60274"/>
                  </a:lnTo>
                  <a:lnTo>
                    <a:pt x="89674" y="60540"/>
                  </a:lnTo>
                  <a:lnTo>
                    <a:pt x="89839" y="60477"/>
                  </a:lnTo>
                  <a:lnTo>
                    <a:pt x="88988" y="60680"/>
                  </a:lnTo>
                  <a:lnTo>
                    <a:pt x="88201" y="60833"/>
                  </a:lnTo>
                  <a:lnTo>
                    <a:pt x="87261" y="60680"/>
                  </a:lnTo>
                  <a:lnTo>
                    <a:pt x="85661" y="60058"/>
                  </a:lnTo>
                  <a:lnTo>
                    <a:pt x="85585" y="59880"/>
                  </a:lnTo>
                  <a:lnTo>
                    <a:pt x="85483" y="59613"/>
                  </a:lnTo>
                  <a:lnTo>
                    <a:pt x="85763" y="58966"/>
                  </a:lnTo>
                  <a:lnTo>
                    <a:pt x="85991" y="58318"/>
                  </a:lnTo>
                  <a:lnTo>
                    <a:pt x="86448" y="57886"/>
                  </a:lnTo>
                  <a:lnTo>
                    <a:pt x="87528" y="57505"/>
                  </a:lnTo>
                  <a:lnTo>
                    <a:pt x="88519" y="57505"/>
                  </a:lnTo>
                  <a:lnTo>
                    <a:pt x="89344" y="57886"/>
                  </a:lnTo>
                  <a:lnTo>
                    <a:pt x="91186" y="58966"/>
                  </a:lnTo>
                  <a:lnTo>
                    <a:pt x="91186" y="58318"/>
                  </a:lnTo>
                  <a:lnTo>
                    <a:pt x="90843" y="58064"/>
                  </a:lnTo>
                  <a:lnTo>
                    <a:pt x="90551" y="57505"/>
                  </a:lnTo>
                  <a:lnTo>
                    <a:pt x="90004" y="56489"/>
                  </a:lnTo>
                  <a:lnTo>
                    <a:pt x="89458" y="55956"/>
                  </a:lnTo>
                  <a:lnTo>
                    <a:pt x="88734" y="55689"/>
                  </a:lnTo>
                  <a:lnTo>
                    <a:pt x="87566" y="55346"/>
                  </a:lnTo>
                  <a:lnTo>
                    <a:pt x="87795" y="55346"/>
                  </a:lnTo>
                  <a:lnTo>
                    <a:pt x="85953" y="55118"/>
                  </a:lnTo>
                  <a:lnTo>
                    <a:pt x="85051" y="55689"/>
                  </a:lnTo>
                  <a:lnTo>
                    <a:pt x="84315" y="57505"/>
                  </a:lnTo>
                  <a:lnTo>
                    <a:pt x="84416" y="58966"/>
                  </a:lnTo>
                  <a:lnTo>
                    <a:pt x="85217" y="61391"/>
                  </a:lnTo>
                  <a:lnTo>
                    <a:pt x="85953" y="62331"/>
                  </a:lnTo>
                  <a:lnTo>
                    <a:pt x="87198" y="62814"/>
                  </a:lnTo>
                  <a:lnTo>
                    <a:pt x="89535" y="62814"/>
                  </a:lnTo>
                  <a:lnTo>
                    <a:pt x="88303" y="65913"/>
                  </a:lnTo>
                  <a:lnTo>
                    <a:pt x="88366" y="67284"/>
                  </a:lnTo>
                  <a:lnTo>
                    <a:pt x="88531" y="67576"/>
                  </a:lnTo>
                  <a:lnTo>
                    <a:pt x="89103" y="68427"/>
                  </a:lnTo>
                  <a:lnTo>
                    <a:pt x="89496" y="68910"/>
                  </a:lnTo>
                  <a:lnTo>
                    <a:pt x="89801" y="68910"/>
                  </a:lnTo>
                  <a:lnTo>
                    <a:pt x="92506" y="61823"/>
                  </a:lnTo>
                  <a:lnTo>
                    <a:pt x="93052" y="61645"/>
                  </a:lnTo>
                  <a:lnTo>
                    <a:pt x="94602" y="61645"/>
                  </a:lnTo>
                  <a:lnTo>
                    <a:pt x="94894" y="60833"/>
                  </a:lnTo>
                  <a:lnTo>
                    <a:pt x="95084" y="60274"/>
                  </a:lnTo>
                  <a:lnTo>
                    <a:pt x="95161" y="60058"/>
                  </a:lnTo>
                  <a:lnTo>
                    <a:pt x="95224" y="59880"/>
                  </a:lnTo>
                  <a:lnTo>
                    <a:pt x="95326" y="59613"/>
                  </a:lnTo>
                  <a:lnTo>
                    <a:pt x="93281" y="59613"/>
                  </a:lnTo>
                  <a:lnTo>
                    <a:pt x="93789" y="58318"/>
                  </a:lnTo>
                  <a:lnTo>
                    <a:pt x="94957" y="55346"/>
                  </a:lnTo>
                  <a:lnTo>
                    <a:pt x="95186" y="55346"/>
                  </a:lnTo>
                  <a:lnTo>
                    <a:pt x="96570" y="55892"/>
                  </a:lnTo>
                  <a:lnTo>
                    <a:pt x="105778" y="59143"/>
                  </a:lnTo>
                  <a:lnTo>
                    <a:pt x="104597" y="62623"/>
                  </a:lnTo>
                  <a:lnTo>
                    <a:pt x="100990" y="61302"/>
                  </a:lnTo>
                  <a:lnTo>
                    <a:pt x="98907" y="60642"/>
                  </a:lnTo>
                  <a:lnTo>
                    <a:pt x="98044" y="60642"/>
                  </a:lnTo>
                  <a:lnTo>
                    <a:pt x="97104" y="60858"/>
                  </a:lnTo>
                  <a:lnTo>
                    <a:pt x="96062" y="61252"/>
                  </a:lnTo>
                  <a:lnTo>
                    <a:pt x="95389" y="61912"/>
                  </a:lnTo>
                  <a:lnTo>
                    <a:pt x="94691" y="64096"/>
                  </a:lnTo>
                  <a:lnTo>
                    <a:pt x="94691" y="65290"/>
                  </a:lnTo>
                  <a:lnTo>
                    <a:pt x="97891" y="72021"/>
                  </a:lnTo>
                  <a:lnTo>
                    <a:pt x="98259" y="71818"/>
                  </a:lnTo>
                  <a:lnTo>
                    <a:pt x="98310" y="71158"/>
                  </a:lnTo>
                  <a:lnTo>
                    <a:pt x="97764" y="70015"/>
                  </a:lnTo>
                  <a:lnTo>
                    <a:pt x="97485" y="69608"/>
                  </a:lnTo>
                  <a:lnTo>
                    <a:pt x="96202" y="67373"/>
                  </a:lnTo>
                  <a:lnTo>
                    <a:pt x="96113" y="66344"/>
                  </a:lnTo>
                  <a:lnTo>
                    <a:pt x="97129" y="63525"/>
                  </a:lnTo>
                  <a:lnTo>
                    <a:pt x="98437" y="62890"/>
                  </a:lnTo>
                  <a:lnTo>
                    <a:pt x="100482" y="63284"/>
                  </a:lnTo>
                  <a:lnTo>
                    <a:pt x="104038" y="64528"/>
                  </a:lnTo>
                  <a:lnTo>
                    <a:pt x="101777" y="70815"/>
                  </a:lnTo>
                  <a:lnTo>
                    <a:pt x="101701" y="71183"/>
                  </a:lnTo>
                  <a:lnTo>
                    <a:pt x="101714" y="71475"/>
                  </a:lnTo>
                  <a:lnTo>
                    <a:pt x="101815" y="71691"/>
                  </a:lnTo>
                  <a:lnTo>
                    <a:pt x="103174" y="73774"/>
                  </a:lnTo>
                  <a:lnTo>
                    <a:pt x="103428" y="73533"/>
                  </a:lnTo>
                  <a:lnTo>
                    <a:pt x="107975" y="59893"/>
                  </a:lnTo>
                  <a:lnTo>
                    <a:pt x="109728" y="60502"/>
                  </a:lnTo>
                  <a:lnTo>
                    <a:pt x="110363" y="58648"/>
                  </a:lnTo>
                  <a:close/>
                </a:path>
                <a:path w="300354" h="78105">
                  <a:moveTo>
                    <a:pt x="113525" y="71526"/>
                  </a:moveTo>
                  <a:lnTo>
                    <a:pt x="110451" y="71526"/>
                  </a:lnTo>
                  <a:lnTo>
                    <a:pt x="110782" y="72313"/>
                  </a:lnTo>
                  <a:lnTo>
                    <a:pt x="112369" y="72313"/>
                  </a:lnTo>
                  <a:lnTo>
                    <a:pt x="113525" y="71526"/>
                  </a:lnTo>
                  <a:close/>
                </a:path>
                <a:path w="300354" h="78105">
                  <a:moveTo>
                    <a:pt x="113690" y="71094"/>
                  </a:moveTo>
                  <a:lnTo>
                    <a:pt x="112991" y="69507"/>
                  </a:lnTo>
                  <a:lnTo>
                    <a:pt x="112560" y="68795"/>
                  </a:lnTo>
                  <a:lnTo>
                    <a:pt x="111785" y="68795"/>
                  </a:lnTo>
                  <a:lnTo>
                    <a:pt x="110134" y="70002"/>
                  </a:lnTo>
                  <a:lnTo>
                    <a:pt x="110007" y="70434"/>
                  </a:lnTo>
                  <a:lnTo>
                    <a:pt x="110274" y="71094"/>
                  </a:lnTo>
                  <a:lnTo>
                    <a:pt x="113690" y="71094"/>
                  </a:lnTo>
                  <a:close/>
                </a:path>
                <a:path w="300354" h="78105">
                  <a:moveTo>
                    <a:pt x="115430" y="65379"/>
                  </a:moveTo>
                  <a:lnTo>
                    <a:pt x="112369" y="65379"/>
                  </a:lnTo>
                  <a:lnTo>
                    <a:pt x="112674" y="66154"/>
                  </a:lnTo>
                  <a:lnTo>
                    <a:pt x="114236" y="66154"/>
                  </a:lnTo>
                  <a:lnTo>
                    <a:pt x="115430" y="65379"/>
                  </a:lnTo>
                  <a:close/>
                </a:path>
                <a:path w="300354" h="78105">
                  <a:moveTo>
                    <a:pt x="115582" y="64909"/>
                  </a:moveTo>
                  <a:lnTo>
                    <a:pt x="114947" y="63373"/>
                  </a:lnTo>
                  <a:lnTo>
                    <a:pt x="114465" y="62534"/>
                  </a:lnTo>
                  <a:lnTo>
                    <a:pt x="113639" y="62534"/>
                  </a:lnTo>
                  <a:lnTo>
                    <a:pt x="113157" y="62852"/>
                  </a:lnTo>
                  <a:lnTo>
                    <a:pt x="112039" y="63817"/>
                  </a:lnTo>
                  <a:lnTo>
                    <a:pt x="111912" y="64249"/>
                  </a:lnTo>
                  <a:lnTo>
                    <a:pt x="112179" y="64909"/>
                  </a:lnTo>
                  <a:lnTo>
                    <a:pt x="115582" y="64909"/>
                  </a:lnTo>
                  <a:close/>
                </a:path>
                <a:path w="300354" h="78105">
                  <a:moveTo>
                    <a:pt x="201104" y="58572"/>
                  </a:moveTo>
                  <a:lnTo>
                    <a:pt x="200164" y="58140"/>
                  </a:lnTo>
                  <a:lnTo>
                    <a:pt x="199453" y="58140"/>
                  </a:lnTo>
                  <a:lnTo>
                    <a:pt x="198399" y="58572"/>
                  </a:lnTo>
                  <a:lnTo>
                    <a:pt x="201104" y="58572"/>
                  </a:lnTo>
                  <a:close/>
                </a:path>
                <a:path w="300354" h="78105">
                  <a:moveTo>
                    <a:pt x="206248" y="62014"/>
                  </a:moveTo>
                  <a:lnTo>
                    <a:pt x="206032" y="62014"/>
                  </a:lnTo>
                  <a:lnTo>
                    <a:pt x="205282" y="60109"/>
                  </a:lnTo>
                  <a:lnTo>
                    <a:pt x="205181" y="59855"/>
                  </a:lnTo>
                  <a:lnTo>
                    <a:pt x="205105" y="59677"/>
                  </a:lnTo>
                  <a:lnTo>
                    <a:pt x="204990" y="59385"/>
                  </a:lnTo>
                  <a:lnTo>
                    <a:pt x="204901" y="59677"/>
                  </a:lnTo>
                  <a:lnTo>
                    <a:pt x="199910" y="64262"/>
                  </a:lnTo>
                  <a:lnTo>
                    <a:pt x="199250" y="64008"/>
                  </a:lnTo>
                  <a:lnTo>
                    <a:pt x="198666" y="62484"/>
                  </a:lnTo>
                  <a:lnTo>
                    <a:pt x="198729" y="61620"/>
                  </a:lnTo>
                  <a:lnTo>
                    <a:pt x="199567" y="60477"/>
                  </a:lnTo>
                  <a:lnTo>
                    <a:pt x="200101" y="60109"/>
                  </a:lnTo>
                  <a:lnTo>
                    <a:pt x="201091" y="59677"/>
                  </a:lnTo>
                  <a:lnTo>
                    <a:pt x="201320" y="59677"/>
                  </a:lnTo>
                  <a:lnTo>
                    <a:pt x="201612" y="59385"/>
                  </a:lnTo>
                  <a:lnTo>
                    <a:pt x="201663" y="58940"/>
                  </a:lnTo>
                  <a:lnTo>
                    <a:pt x="197954" y="58940"/>
                  </a:lnTo>
                  <a:lnTo>
                    <a:pt x="197485" y="59347"/>
                  </a:lnTo>
                  <a:lnTo>
                    <a:pt x="196850" y="59156"/>
                  </a:lnTo>
                  <a:lnTo>
                    <a:pt x="196659" y="59156"/>
                  </a:lnTo>
                  <a:lnTo>
                    <a:pt x="195922" y="58572"/>
                  </a:lnTo>
                  <a:lnTo>
                    <a:pt x="195745" y="58140"/>
                  </a:lnTo>
                  <a:lnTo>
                    <a:pt x="195630" y="57835"/>
                  </a:lnTo>
                  <a:lnTo>
                    <a:pt x="195541" y="57480"/>
                  </a:lnTo>
                  <a:lnTo>
                    <a:pt x="195465" y="57200"/>
                  </a:lnTo>
                  <a:lnTo>
                    <a:pt x="195414" y="56972"/>
                  </a:lnTo>
                  <a:lnTo>
                    <a:pt x="195326" y="55765"/>
                  </a:lnTo>
                  <a:lnTo>
                    <a:pt x="195859" y="55562"/>
                  </a:lnTo>
                  <a:lnTo>
                    <a:pt x="193992" y="54178"/>
                  </a:lnTo>
                  <a:lnTo>
                    <a:pt x="192074" y="54940"/>
                  </a:lnTo>
                  <a:lnTo>
                    <a:pt x="179755" y="59156"/>
                  </a:lnTo>
                  <a:lnTo>
                    <a:pt x="180378" y="61010"/>
                  </a:lnTo>
                  <a:lnTo>
                    <a:pt x="188620" y="58178"/>
                  </a:lnTo>
                  <a:lnTo>
                    <a:pt x="190042" y="62344"/>
                  </a:lnTo>
                  <a:lnTo>
                    <a:pt x="189788" y="62344"/>
                  </a:lnTo>
                  <a:lnTo>
                    <a:pt x="187032" y="61760"/>
                  </a:lnTo>
                  <a:lnTo>
                    <a:pt x="186131" y="61760"/>
                  </a:lnTo>
                  <a:lnTo>
                    <a:pt x="184416" y="62344"/>
                  </a:lnTo>
                  <a:lnTo>
                    <a:pt x="183629" y="62839"/>
                  </a:lnTo>
                  <a:lnTo>
                    <a:pt x="190195" y="62839"/>
                  </a:lnTo>
                  <a:lnTo>
                    <a:pt x="190309" y="63271"/>
                  </a:lnTo>
                  <a:lnTo>
                    <a:pt x="190423" y="63665"/>
                  </a:lnTo>
                  <a:lnTo>
                    <a:pt x="190512" y="63969"/>
                  </a:lnTo>
                  <a:lnTo>
                    <a:pt x="190601" y="64897"/>
                  </a:lnTo>
                  <a:lnTo>
                    <a:pt x="190436" y="65227"/>
                  </a:lnTo>
                  <a:lnTo>
                    <a:pt x="190309" y="65405"/>
                  </a:lnTo>
                  <a:lnTo>
                    <a:pt x="189890" y="65887"/>
                  </a:lnTo>
                  <a:lnTo>
                    <a:pt x="189318" y="66421"/>
                  </a:lnTo>
                  <a:lnTo>
                    <a:pt x="188709" y="65951"/>
                  </a:lnTo>
                  <a:lnTo>
                    <a:pt x="188709" y="67017"/>
                  </a:lnTo>
                  <a:lnTo>
                    <a:pt x="188099" y="67513"/>
                  </a:lnTo>
                  <a:lnTo>
                    <a:pt x="187566" y="67830"/>
                  </a:lnTo>
                  <a:lnTo>
                    <a:pt x="185940" y="68376"/>
                  </a:lnTo>
                  <a:lnTo>
                    <a:pt x="185216" y="68173"/>
                  </a:lnTo>
                  <a:lnTo>
                    <a:pt x="184861" y="67513"/>
                  </a:lnTo>
                  <a:lnTo>
                    <a:pt x="184480" y="66509"/>
                  </a:lnTo>
                  <a:lnTo>
                    <a:pt x="184569" y="65887"/>
                  </a:lnTo>
                  <a:lnTo>
                    <a:pt x="184734" y="65405"/>
                  </a:lnTo>
                  <a:lnTo>
                    <a:pt x="184886" y="65227"/>
                  </a:lnTo>
                  <a:lnTo>
                    <a:pt x="185699" y="64414"/>
                  </a:lnTo>
                  <a:lnTo>
                    <a:pt x="187706" y="66052"/>
                  </a:lnTo>
                  <a:lnTo>
                    <a:pt x="188214" y="66509"/>
                  </a:lnTo>
                  <a:lnTo>
                    <a:pt x="188709" y="67017"/>
                  </a:lnTo>
                  <a:lnTo>
                    <a:pt x="188709" y="65951"/>
                  </a:lnTo>
                  <a:lnTo>
                    <a:pt x="187375" y="64897"/>
                  </a:lnTo>
                  <a:lnTo>
                    <a:pt x="186817" y="64414"/>
                  </a:lnTo>
                  <a:lnTo>
                    <a:pt x="186296" y="63969"/>
                  </a:lnTo>
                  <a:lnTo>
                    <a:pt x="186690" y="63665"/>
                  </a:lnTo>
                  <a:lnTo>
                    <a:pt x="187121" y="63449"/>
                  </a:lnTo>
                  <a:lnTo>
                    <a:pt x="187604" y="63271"/>
                  </a:lnTo>
                  <a:lnTo>
                    <a:pt x="183235" y="63271"/>
                  </a:lnTo>
                  <a:lnTo>
                    <a:pt x="182308" y="64274"/>
                  </a:lnTo>
                  <a:lnTo>
                    <a:pt x="182194" y="65405"/>
                  </a:lnTo>
                  <a:lnTo>
                    <a:pt x="182956" y="67513"/>
                  </a:lnTo>
                  <a:lnTo>
                    <a:pt x="183083" y="67830"/>
                  </a:lnTo>
                  <a:lnTo>
                    <a:pt x="184531" y="68973"/>
                  </a:lnTo>
                  <a:lnTo>
                    <a:pt x="187540" y="69735"/>
                  </a:lnTo>
                  <a:lnTo>
                    <a:pt x="188150" y="69735"/>
                  </a:lnTo>
                  <a:lnTo>
                    <a:pt x="191414" y="67513"/>
                  </a:lnTo>
                  <a:lnTo>
                    <a:pt x="192138" y="67830"/>
                  </a:lnTo>
                  <a:lnTo>
                    <a:pt x="191846" y="67830"/>
                  </a:lnTo>
                  <a:lnTo>
                    <a:pt x="191947" y="68173"/>
                  </a:lnTo>
                  <a:lnTo>
                    <a:pt x="192011" y="68376"/>
                  </a:lnTo>
                  <a:lnTo>
                    <a:pt x="192138" y="68757"/>
                  </a:lnTo>
                  <a:lnTo>
                    <a:pt x="192239" y="69253"/>
                  </a:lnTo>
                  <a:lnTo>
                    <a:pt x="193027" y="70599"/>
                  </a:lnTo>
                  <a:lnTo>
                    <a:pt x="192100" y="70929"/>
                  </a:lnTo>
                  <a:lnTo>
                    <a:pt x="191439" y="71424"/>
                  </a:lnTo>
                  <a:lnTo>
                    <a:pt x="190614" y="72402"/>
                  </a:lnTo>
                  <a:lnTo>
                    <a:pt x="190525" y="72682"/>
                  </a:lnTo>
                  <a:lnTo>
                    <a:pt x="190652" y="73075"/>
                  </a:lnTo>
                  <a:lnTo>
                    <a:pt x="191414" y="73317"/>
                  </a:lnTo>
                  <a:lnTo>
                    <a:pt x="192836" y="73647"/>
                  </a:lnTo>
                  <a:lnTo>
                    <a:pt x="193078" y="73533"/>
                  </a:lnTo>
                  <a:lnTo>
                    <a:pt x="193332" y="73279"/>
                  </a:lnTo>
                  <a:lnTo>
                    <a:pt x="194170" y="72085"/>
                  </a:lnTo>
                  <a:lnTo>
                    <a:pt x="194678" y="71602"/>
                  </a:lnTo>
                  <a:lnTo>
                    <a:pt x="195237" y="71386"/>
                  </a:lnTo>
                  <a:lnTo>
                    <a:pt x="195389" y="71386"/>
                  </a:lnTo>
                  <a:lnTo>
                    <a:pt x="195935" y="71120"/>
                  </a:lnTo>
                  <a:lnTo>
                    <a:pt x="196494" y="71272"/>
                  </a:lnTo>
                  <a:lnTo>
                    <a:pt x="196837" y="71869"/>
                  </a:lnTo>
                  <a:lnTo>
                    <a:pt x="197116" y="72682"/>
                  </a:lnTo>
                  <a:lnTo>
                    <a:pt x="196938" y="73482"/>
                  </a:lnTo>
                  <a:lnTo>
                    <a:pt x="195719" y="74891"/>
                  </a:lnTo>
                  <a:lnTo>
                    <a:pt x="195033" y="75361"/>
                  </a:lnTo>
                  <a:lnTo>
                    <a:pt x="192455" y="76327"/>
                  </a:lnTo>
                  <a:lnTo>
                    <a:pt x="190614" y="76238"/>
                  </a:lnTo>
                  <a:lnTo>
                    <a:pt x="188683" y="75387"/>
                  </a:lnTo>
                  <a:lnTo>
                    <a:pt x="187947" y="75018"/>
                  </a:lnTo>
                  <a:lnTo>
                    <a:pt x="186321" y="73990"/>
                  </a:lnTo>
                  <a:lnTo>
                    <a:pt x="186004" y="73837"/>
                  </a:lnTo>
                  <a:lnTo>
                    <a:pt x="185737" y="73799"/>
                  </a:lnTo>
                  <a:lnTo>
                    <a:pt x="185204" y="74015"/>
                  </a:lnTo>
                  <a:lnTo>
                    <a:pt x="185102" y="74193"/>
                  </a:lnTo>
                  <a:lnTo>
                    <a:pt x="185191" y="74409"/>
                  </a:lnTo>
                  <a:lnTo>
                    <a:pt x="185610" y="75145"/>
                  </a:lnTo>
                  <a:lnTo>
                    <a:pt x="186982" y="75869"/>
                  </a:lnTo>
                  <a:lnTo>
                    <a:pt x="192151" y="77457"/>
                  </a:lnTo>
                  <a:lnTo>
                    <a:pt x="194348" y="77571"/>
                  </a:lnTo>
                  <a:lnTo>
                    <a:pt x="197104" y="76568"/>
                  </a:lnTo>
                  <a:lnTo>
                    <a:pt x="197929" y="75996"/>
                  </a:lnTo>
                  <a:lnTo>
                    <a:pt x="198437" y="75311"/>
                  </a:lnTo>
                  <a:lnTo>
                    <a:pt x="199212" y="74447"/>
                  </a:lnTo>
                  <a:lnTo>
                    <a:pt x="195249" y="70129"/>
                  </a:lnTo>
                  <a:lnTo>
                    <a:pt x="195097" y="70142"/>
                  </a:lnTo>
                  <a:lnTo>
                    <a:pt x="194487" y="68376"/>
                  </a:lnTo>
                  <a:lnTo>
                    <a:pt x="194411" y="68173"/>
                  </a:lnTo>
                  <a:lnTo>
                    <a:pt x="194297" y="67830"/>
                  </a:lnTo>
                  <a:lnTo>
                    <a:pt x="194183" y="67513"/>
                  </a:lnTo>
                  <a:lnTo>
                    <a:pt x="193840" y="66509"/>
                  </a:lnTo>
                  <a:lnTo>
                    <a:pt x="192392" y="62344"/>
                  </a:lnTo>
                  <a:lnTo>
                    <a:pt x="190944" y="58178"/>
                  </a:lnTo>
                  <a:lnTo>
                    <a:pt x="190703" y="57492"/>
                  </a:lnTo>
                  <a:lnTo>
                    <a:pt x="192493" y="56883"/>
                  </a:lnTo>
                  <a:lnTo>
                    <a:pt x="193078" y="56972"/>
                  </a:lnTo>
                  <a:lnTo>
                    <a:pt x="195516" y="59677"/>
                  </a:lnTo>
                  <a:lnTo>
                    <a:pt x="196049" y="59677"/>
                  </a:lnTo>
                  <a:lnTo>
                    <a:pt x="196481" y="59855"/>
                  </a:lnTo>
                  <a:lnTo>
                    <a:pt x="196913" y="60109"/>
                  </a:lnTo>
                  <a:lnTo>
                    <a:pt x="196608" y="60896"/>
                  </a:lnTo>
                  <a:lnTo>
                    <a:pt x="196494" y="61201"/>
                  </a:lnTo>
                  <a:lnTo>
                    <a:pt x="200609" y="65252"/>
                  </a:lnTo>
                  <a:lnTo>
                    <a:pt x="202285" y="65252"/>
                  </a:lnTo>
                  <a:lnTo>
                    <a:pt x="203530" y="64744"/>
                  </a:lnTo>
                  <a:lnTo>
                    <a:pt x="203949" y="64477"/>
                  </a:lnTo>
                  <a:lnTo>
                    <a:pt x="204241" y="64262"/>
                  </a:lnTo>
                  <a:lnTo>
                    <a:pt x="205524" y="62941"/>
                  </a:lnTo>
                  <a:lnTo>
                    <a:pt x="205917" y="62484"/>
                  </a:lnTo>
                  <a:lnTo>
                    <a:pt x="206248" y="62014"/>
                  </a:lnTo>
                  <a:close/>
                </a:path>
                <a:path w="300354" h="78105">
                  <a:moveTo>
                    <a:pt x="209854" y="46393"/>
                  </a:moveTo>
                  <a:lnTo>
                    <a:pt x="209702" y="46050"/>
                  </a:lnTo>
                  <a:lnTo>
                    <a:pt x="209257" y="45720"/>
                  </a:lnTo>
                  <a:lnTo>
                    <a:pt x="208534" y="45389"/>
                  </a:lnTo>
                  <a:lnTo>
                    <a:pt x="201930" y="42379"/>
                  </a:lnTo>
                  <a:lnTo>
                    <a:pt x="199364" y="42278"/>
                  </a:lnTo>
                  <a:lnTo>
                    <a:pt x="196380" y="43700"/>
                  </a:lnTo>
                  <a:lnTo>
                    <a:pt x="196100" y="44005"/>
                  </a:lnTo>
                  <a:lnTo>
                    <a:pt x="196240" y="44297"/>
                  </a:lnTo>
                  <a:lnTo>
                    <a:pt x="199593" y="46088"/>
                  </a:lnTo>
                  <a:lnTo>
                    <a:pt x="200037" y="46088"/>
                  </a:lnTo>
                  <a:lnTo>
                    <a:pt x="200672" y="45720"/>
                  </a:lnTo>
                  <a:lnTo>
                    <a:pt x="201053" y="45415"/>
                  </a:lnTo>
                  <a:lnTo>
                    <a:pt x="201688" y="45059"/>
                  </a:lnTo>
                  <a:lnTo>
                    <a:pt x="202247" y="44653"/>
                  </a:lnTo>
                  <a:lnTo>
                    <a:pt x="202476" y="44577"/>
                  </a:lnTo>
                  <a:lnTo>
                    <a:pt x="202793" y="44513"/>
                  </a:lnTo>
                  <a:lnTo>
                    <a:pt x="203238" y="44462"/>
                  </a:lnTo>
                  <a:lnTo>
                    <a:pt x="203949" y="44513"/>
                  </a:lnTo>
                  <a:lnTo>
                    <a:pt x="204533" y="44640"/>
                  </a:lnTo>
                  <a:lnTo>
                    <a:pt x="208978" y="46850"/>
                  </a:lnTo>
                  <a:lnTo>
                    <a:pt x="209461" y="46964"/>
                  </a:lnTo>
                  <a:lnTo>
                    <a:pt x="209753" y="46824"/>
                  </a:lnTo>
                  <a:lnTo>
                    <a:pt x="209854" y="46393"/>
                  </a:lnTo>
                  <a:close/>
                </a:path>
                <a:path w="300354" h="78105">
                  <a:moveTo>
                    <a:pt x="220510" y="64223"/>
                  </a:moveTo>
                  <a:lnTo>
                    <a:pt x="220484" y="63881"/>
                  </a:lnTo>
                  <a:lnTo>
                    <a:pt x="220091" y="63042"/>
                  </a:lnTo>
                  <a:lnTo>
                    <a:pt x="219329" y="62433"/>
                  </a:lnTo>
                  <a:lnTo>
                    <a:pt x="216204" y="60858"/>
                  </a:lnTo>
                  <a:lnTo>
                    <a:pt x="215785" y="60502"/>
                  </a:lnTo>
                  <a:lnTo>
                    <a:pt x="215722" y="60350"/>
                  </a:lnTo>
                  <a:lnTo>
                    <a:pt x="215785" y="60109"/>
                  </a:lnTo>
                  <a:lnTo>
                    <a:pt x="216141" y="59397"/>
                  </a:lnTo>
                  <a:lnTo>
                    <a:pt x="216204" y="59105"/>
                  </a:lnTo>
                  <a:lnTo>
                    <a:pt x="216179" y="58915"/>
                  </a:lnTo>
                  <a:lnTo>
                    <a:pt x="216255" y="58635"/>
                  </a:lnTo>
                  <a:lnTo>
                    <a:pt x="216230" y="58343"/>
                  </a:lnTo>
                  <a:lnTo>
                    <a:pt x="215823" y="57531"/>
                  </a:lnTo>
                  <a:lnTo>
                    <a:pt x="215341" y="57162"/>
                  </a:lnTo>
                  <a:lnTo>
                    <a:pt x="214007" y="56667"/>
                  </a:lnTo>
                  <a:lnTo>
                    <a:pt x="213423" y="56667"/>
                  </a:lnTo>
                  <a:lnTo>
                    <a:pt x="212877" y="56896"/>
                  </a:lnTo>
                  <a:lnTo>
                    <a:pt x="211848" y="57569"/>
                  </a:lnTo>
                  <a:lnTo>
                    <a:pt x="211543" y="58356"/>
                  </a:lnTo>
                  <a:lnTo>
                    <a:pt x="212407" y="60109"/>
                  </a:lnTo>
                  <a:lnTo>
                    <a:pt x="212432" y="60248"/>
                  </a:lnTo>
                  <a:lnTo>
                    <a:pt x="212229" y="60591"/>
                  </a:lnTo>
                  <a:lnTo>
                    <a:pt x="212064" y="60769"/>
                  </a:lnTo>
                  <a:lnTo>
                    <a:pt x="210642" y="61518"/>
                  </a:lnTo>
                  <a:lnTo>
                    <a:pt x="209943" y="61544"/>
                  </a:lnTo>
                  <a:lnTo>
                    <a:pt x="209130" y="61264"/>
                  </a:lnTo>
                  <a:lnTo>
                    <a:pt x="207314" y="58343"/>
                  </a:lnTo>
                  <a:lnTo>
                    <a:pt x="207416" y="57810"/>
                  </a:lnTo>
                  <a:lnTo>
                    <a:pt x="212509" y="53987"/>
                  </a:lnTo>
                  <a:lnTo>
                    <a:pt x="213029" y="53746"/>
                  </a:lnTo>
                  <a:lnTo>
                    <a:pt x="213118" y="53594"/>
                  </a:lnTo>
                  <a:lnTo>
                    <a:pt x="213029" y="52552"/>
                  </a:lnTo>
                  <a:lnTo>
                    <a:pt x="212445" y="51346"/>
                  </a:lnTo>
                  <a:lnTo>
                    <a:pt x="211785" y="50444"/>
                  </a:lnTo>
                  <a:lnTo>
                    <a:pt x="211493" y="49974"/>
                  </a:lnTo>
                  <a:lnTo>
                    <a:pt x="211289" y="49504"/>
                  </a:lnTo>
                  <a:lnTo>
                    <a:pt x="211251" y="49276"/>
                  </a:lnTo>
                  <a:lnTo>
                    <a:pt x="211264" y="49022"/>
                  </a:lnTo>
                  <a:lnTo>
                    <a:pt x="213868" y="47879"/>
                  </a:lnTo>
                  <a:lnTo>
                    <a:pt x="213067" y="46062"/>
                  </a:lnTo>
                  <a:lnTo>
                    <a:pt x="201701" y="51130"/>
                  </a:lnTo>
                  <a:lnTo>
                    <a:pt x="196443" y="53187"/>
                  </a:lnTo>
                  <a:lnTo>
                    <a:pt x="198361" y="54546"/>
                  </a:lnTo>
                  <a:lnTo>
                    <a:pt x="202247" y="52997"/>
                  </a:lnTo>
                  <a:lnTo>
                    <a:pt x="209346" y="49860"/>
                  </a:lnTo>
                  <a:lnTo>
                    <a:pt x="210223" y="51841"/>
                  </a:lnTo>
                  <a:lnTo>
                    <a:pt x="210362" y="52400"/>
                  </a:lnTo>
                  <a:lnTo>
                    <a:pt x="210337" y="52730"/>
                  </a:lnTo>
                  <a:lnTo>
                    <a:pt x="210146" y="52895"/>
                  </a:lnTo>
                  <a:lnTo>
                    <a:pt x="209397" y="53327"/>
                  </a:lnTo>
                  <a:lnTo>
                    <a:pt x="206679" y="54381"/>
                  </a:lnTo>
                  <a:lnTo>
                    <a:pt x="205841" y="55105"/>
                  </a:lnTo>
                  <a:lnTo>
                    <a:pt x="204800" y="57048"/>
                  </a:lnTo>
                  <a:lnTo>
                    <a:pt x="204762" y="58153"/>
                  </a:lnTo>
                  <a:lnTo>
                    <a:pt x="205295" y="59321"/>
                  </a:lnTo>
                  <a:lnTo>
                    <a:pt x="206108" y="60655"/>
                  </a:lnTo>
                  <a:lnTo>
                    <a:pt x="207327" y="61595"/>
                  </a:lnTo>
                  <a:lnTo>
                    <a:pt x="210743" y="62699"/>
                  </a:lnTo>
                  <a:lnTo>
                    <a:pt x="212318" y="62636"/>
                  </a:lnTo>
                  <a:lnTo>
                    <a:pt x="214337" y="61607"/>
                  </a:lnTo>
                  <a:lnTo>
                    <a:pt x="214604" y="61417"/>
                  </a:lnTo>
                  <a:lnTo>
                    <a:pt x="214896" y="61341"/>
                  </a:lnTo>
                  <a:lnTo>
                    <a:pt x="217538" y="63246"/>
                  </a:lnTo>
                  <a:lnTo>
                    <a:pt x="217487" y="63474"/>
                  </a:lnTo>
                  <a:lnTo>
                    <a:pt x="217309" y="63715"/>
                  </a:lnTo>
                  <a:lnTo>
                    <a:pt x="217182" y="63982"/>
                  </a:lnTo>
                  <a:lnTo>
                    <a:pt x="217182" y="64262"/>
                  </a:lnTo>
                  <a:lnTo>
                    <a:pt x="217284" y="64528"/>
                  </a:lnTo>
                  <a:lnTo>
                    <a:pt x="217487" y="64833"/>
                  </a:lnTo>
                  <a:lnTo>
                    <a:pt x="217906" y="65011"/>
                  </a:lnTo>
                  <a:lnTo>
                    <a:pt x="218541" y="65062"/>
                  </a:lnTo>
                  <a:lnTo>
                    <a:pt x="219163" y="65163"/>
                  </a:lnTo>
                  <a:lnTo>
                    <a:pt x="219659" y="65151"/>
                  </a:lnTo>
                  <a:lnTo>
                    <a:pt x="220179" y="64897"/>
                  </a:lnTo>
                  <a:lnTo>
                    <a:pt x="220332" y="64757"/>
                  </a:lnTo>
                  <a:lnTo>
                    <a:pt x="220421" y="64554"/>
                  </a:lnTo>
                  <a:lnTo>
                    <a:pt x="220510" y="64223"/>
                  </a:lnTo>
                  <a:close/>
                </a:path>
                <a:path w="300354" h="78105">
                  <a:moveTo>
                    <a:pt x="220903" y="49136"/>
                  </a:moveTo>
                  <a:lnTo>
                    <a:pt x="217970" y="49136"/>
                  </a:lnTo>
                  <a:lnTo>
                    <a:pt x="219214" y="49707"/>
                  </a:lnTo>
                  <a:lnTo>
                    <a:pt x="220764" y="49707"/>
                  </a:lnTo>
                  <a:lnTo>
                    <a:pt x="220903" y="49136"/>
                  </a:lnTo>
                  <a:close/>
                </a:path>
                <a:path w="300354" h="78105">
                  <a:moveTo>
                    <a:pt x="221094" y="47117"/>
                  </a:moveTo>
                  <a:lnTo>
                    <a:pt x="219646" y="46456"/>
                  </a:lnTo>
                  <a:lnTo>
                    <a:pt x="218109" y="46456"/>
                  </a:lnTo>
                  <a:lnTo>
                    <a:pt x="217944" y="47117"/>
                  </a:lnTo>
                  <a:lnTo>
                    <a:pt x="221094" y="47117"/>
                  </a:lnTo>
                  <a:close/>
                </a:path>
                <a:path w="300354" h="78105">
                  <a:moveTo>
                    <a:pt x="221310" y="47548"/>
                  </a:moveTo>
                  <a:lnTo>
                    <a:pt x="217881" y="47548"/>
                  </a:lnTo>
                  <a:lnTo>
                    <a:pt x="217766" y="48729"/>
                  </a:lnTo>
                  <a:lnTo>
                    <a:pt x="221005" y="48729"/>
                  </a:lnTo>
                  <a:lnTo>
                    <a:pt x="221310" y="47548"/>
                  </a:lnTo>
                  <a:close/>
                </a:path>
                <a:path w="300354" h="78105">
                  <a:moveTo>
                    <a:pt x="223774" y="54940"/>
                  </a:moveTo>
                  <a:lnTo>
                    <a:pt x="220789" y="54940"/>
                  </a:lnTo>
                  <a:lnTo>
                    <a:pt x="222135" y="55562"/>
                  </a:lnTo>
                  <a:lnTo>
                    <a:pt x="223634" y="55562"/>
                  </a:lnTo>
                  <a:lnTo>
                    <a:pt x="223774" y="54940"/>
                  </a:lnTo>
                  <a:close/>
                </a:path>
                <a:path w="300354" h="78105">
                  <a:moveTo>
                    <a:pt x="224091" y="52997"/>
                  </a:moveTo>
                  <a:lnTo>
                    <a:pt x="223062" y="52539"/>
                  </a:lnTo>
                  <a:lnTo>
                    <a:pt x="220992" y="52539"/>
                  </a:lnTo>
                  <a:lnTo>
                    <a:pt x="220903" y="52997"/>
                  </a:lnTo>
                  <a:lnTo>
                    <a:pt x="224091" y="52997"/>
                  </a:lnTo>
                  <a:close/>
                </a:path>
                <a:path w="300354" h="78105">
                  <a:moveTo>
                    <a:pt x="224116" y="53314"/>
                  </a:moveTo>
                  <a:lnTo>
                    <a:pt x="220840" y="53314"/>
                  </a:lnTo>
                  <a:lnTo>
                    <a:pt x="220599" y="54559"/>
                  </a:lnTo>
                  <a:lnTo>
                    <a:pt x="223875" y="54559"/>
                  </a:lnTo>
                  <a:lnTo>
                    <a:pt x="224116" y="53314"/>
                  </a:lnTo>
                  <a:close/>
                </a:path>
                <a:path w="300354" h="78105">
                  <a:moveTo>
                    <a:pt x="299961" y="13995"/>
                  </a:moveTo>
                  <a:lnTo>
                    <a:pt x="292544" y="12496"/>
                  </a:lnTo>
                  <a:lnTo>
                    <a:pt x="290677" y="13068"/>
                  </a:lnTo>
                  <a:lnTo>
                    <a:pt x="290131" y="12382"/>
                  </a:lnTo>
                  <a:lnTo>
                    <a:pt x="288493" y="10477"/>
                  </a:lnTo>
                  <a:lnTo>
                    <a:pt x="283921" y="5143"/>
                  </a:lnTo>
                  <a:lnTo>
                    <a:pt x="283921" y="8801"/>
                  </a:lnTo>
                  <a:lnTo>
                    <a:pt x="279654" y="12382"/>
                  </a:lnTo>
                  <a:lnTo>
                    <a:pt x="277215" y="9499"/>
                  </a:lnTo>
                  <a:lnTo>
                    <a:pt x="275932" y="7975"/>
                  </a:lnTo>
                  <a:lnTo>
                    <a:pt x="280200" y="4381"/>
                  </a:lnTo>
                  <a:lnTo>
                    <a:pt x="283921" y="8801"/>
                  </a:lnTo>
                  <a:lnTo>
                    <a:pt x="283921" y="5143"/>
                  </a:lnTo>
                  <a:lnTo>
                    <a:pt x="283273" y="4381"/>
                  </a:lnTo>
                  <a:lnTo>
                    <a:pt x="281978" y="2870"/>
                  </a:lnTo>
                  <a:lnTo>
                    <a:pt x="283616" y="1498"/>
                  </a:lnTo>
                  <a:lnTo>
                    <a:pt x="282333" y="0"/>
                  </a:lnTo>
                  <a:lnTo>
                    <a:pt x="270954" y="9601"/>
                  </a:lnTo>
                  <a:lnTo>
                    <a:pt x="266026" y="13423"/>
                  </a:lnTo>
                  <a:lnTo>
                    <a:pt x="257124" y="20040"/>
                  </a:lnTo>
                  <a:lnTo>
                    <a:pt x="252006" y="23596"/>
                  </a:lnTo>
                  <a:lnTo>
                    <a:pt x="238201" y="32575"/>
                  </a:lnTo>
                  <a:lnTo>
                    <a:pt x="231660" y="36322"/>
                  </a:lnTo>
                  <a:lnTo>
                    <a:pt x="226987" y="39065"/>
                  </a:lnTo>
                  <a:lnTo>
                    <a:pt x="227952" y="40716"/>
                  </a:lnTo>
                  <a:lnTo>
                    <a:pt x="228904" y="40157"/>
                  </a:lnTo>
                  <a:lnTo>
                    <a:pt x="231457" y="44602"/>
                  </a:lnTo>
                  <a:lnTo>
                    <a:pt x="231813" y="45110"/>
                  </a:lnTo>
                  <a:lnTo>
                    <a:pt x="233997" y="46012"/>
                  </a:lnTo>
                  <a:lnTo>
                    <a:pt x="237109" y="46012"/>
                  </a:lnTo>
                  <a:lnTo>
                    <a:pt x="238760" y="45110"/>
                  </a:lnTo>
                  <a:lnTo>
                    <a:pt x="238899" y="45008"/>
                  </a:lnTo>
                  <a:lnTo>
                    <a:pt x="237782" y="46621"/>
                  </a:lnTo>
                  <a:lnTo>
                    <a:pt x="236461" y="48577"/>
                  </a:lnTo>
                  <a:lnTo>
                    <a:pt x="236054" y="50457"/>
                  </a:lnTo>
                  <a:lnTo>
                    <a:pt x="236728" y="52882"/>
                  </a:lnTo>
                  <a:lnTo>
                    <a:pt x="236918" y="53124"/>
                  </a:lnTo>
                  <a:lnTo>
                    <a:pt x="237159" y="53060"/>
                  </a:lnTo>
                  <a:lnTo>
                    <a:pt x="237553" y="52793"/>
                  </a:lnTo>
                  <a:lnTo>
                    <a:pt x="237705" y="52565"/>
                  </a:lnTo>
                  <a:lnTo>
                    <a:pt x="238582" y="51435"/>
                  </a:lnTo>
                  <a:lnTo>
                    <a:pt x="238760" y="51231"/>
                  </a:lnTo>
                  <a:lnTo>
                    <a:pt x="238937" y="50800"/>
                  </a:lnTo>
                  <a:lnTo>
                    <a:pt x="238975" y="50469"/>
                  </a:lnTo>
                  <a:lnTo>
                    <a:pt x="238785" y="49936"/>
                  </a:lnTo>
                  <a:lnTo>
                    <a:pt x="238607" y="49593"/>
                  </a:lnTo>
                  <a:lnTo>
                    <a:pt x="238429" y="49110"/>
                  </a:lnTo>
                  <a:lnTo>
                    <a:pt x="238188" y="48628"/>
                  </a:lnTo>
                  <a:lnTo>
                    <a:pt x="238150" y="48463"/>
                  </a:lnTo>
                  <a:lnTo>
                    <a:pt x="238150" y="48209"/>
                  </a:lnTo>
                  <a:lnTo>
                    <a:pt x="238188" y="47866"/>
                  </a:lnTo>
                  <a:lnTo>
                    <a:pt x="238315" y="47345"/>
                  </a:lnTo>
                  <a:lnTo>
                    <a:pt x="238493" y="46939"/>
                  </a:lnTo>
                  <a:lnTo>
                    <a:pt x="240144" y="44678"/>
                  </a:lnTo>
                  <a:lnTo>
                    <a:pt x="240423" y="45110"/>
                  </a:lnTo>
                  <a:lnTo>
                    <a:pt x="240855" y="46012"/>
                  </a:lnTo>
                  <a:lnTo>
                    <a:pt x="241655" y="47409"/>
                  </a:lnTo>
                  <a:lnTo>
                    <a:pt x="242227" y="47866"/>
                  </a:lnTo>
                  <a:lnTo>
                    <a:pt x="243840" y="48196"/>
                  </a:lnTo>
                  <a:lnTo>
                    <a:pt x="244843" y="48196"/>
                  </a:lnTo>
                  <a:lnTo>
                    <a:pt x="244741" y="47866"/>
                  </a:lnTo>
                  <a:lnTo>
                    <a:pt x="244703" y="47726"/>
                  </a:lnTo>
                  <a:lnTo>
                    <a:pt x="242773" y="44361"/>
                  </a:lnTo>
                  <a:lnTo>
                    <a:pt x="238417" y="36766"/>
                  </a:lnTo>
                  <a:lnTo>
                    <a:pt x="238417" y="41249"/>
                  </a:lnTo>
                  <a:lnTo>
                    <a:pt x="235305" y="44831"/>
                  </a:lnTo>
                  <a:lnTo>
                    <a:pt x="234340" y="44831"/>
                  </a:lnTo>
                  <a:lnTo>
                    <a:pt x="234022" y="44602"/>
                  </a:lnTo>
                  <a:lnTo>
                    <a:pt x="233845" y="44361"/>
                  </a:lnTo>
                  <a:lnTo>
                    <a:pt x="231419" y="40157"/>
                  </a:lnTo>
                  <a:lnTo>
                    <a:pt x="230784" y="39065"/>
                  </a:lnTo>
                  <a:lnTo>
                    <a:pt x="235572" y="36322"/>
                  </a:lnTo>
                  <a:lnTo>
                    <a:pt x="238417" y="41249"/>
                  </a:lnTo>
                  <a:lnTo>
                    <a:pt x="238417" y="36766"/>
                  </a:lnTo>
                  <a:lnTo>
                    <a:pt x="238163" y="36322"/>
                  </a:lnTo>
                  <a:lnTo>
                    <a:pt x="237540" y="35229"/>
                  </a:lnTo>
                  <a:lnTo>
                    <a:pt x="239001" y="34404"/>
                  </a:lnTo>
                  <a:lnTo>
                    <a:pt x="239179" y="34302"/>
                  </a:lnTo>
                  <a:lnTo>
                    <a:pt x="239420" y="34124"/>
                  </a:lnTo>
                  <a:lnTo>
                    <a:pt x="245465" y="30251"/>
                  </a:lnTo>
                  <a:lnTo>
                    <a:pt x="247700" y="33718"/>
                  </a:lnTo>
                  <a:lnTo>
                    <a:pt x="247408" y="33972"/>
                  </a:lnTo>
                  <a:lnTo>
                    <a:pt x="244614" y="33972"/>
                  </a:lnTo>
                  <a:lnTo>
                    <a:pt x="243916" y="34404"/>
                  </a:lnTo>
                  <a:lnTo>
                    <a:pt x="242785" y="35331"/>
                  </a:lnTo>
                  <a:lnTo>
                    <a:pt x="241884" y="36283"/>
                  </a:lnTo>
                  <a:lnTo>
                    <a:pt x="241769" y="37338"/>
                  </a:lnTo>
                  <a:lnTo>
                    <a:pt x="242836" y="39014"/>
                  </a:lnTo>
                  <a:lnTo>
                    <a:pt x="243382" y="39484"/>
                  </a:lnTo>
                  <a:lnTo>
                    <a:pt x="244068" y="39789"/>
                  </a:lnTo>
                  <a:lnTo>
                    <a:pt x="244475" y="39941"/>
                  </a:lnTo>
                  <a:lnTo>
                    <a:pt x="246532" y="40563"/>
                  </a:lnTo>
                  <a:lnTo>
                    <a:pt x="247675" y="40563"/>
                  </a:lnTo>
                  <a:lnTo>
                    <a:pt x="248856" y="39789"/>
                  </a:lnTo>
                  <a:lnTo>
                    <a:pt x="249148" y="39484"/>
                  </a:lnTo>
                  <a:lnTo>
                    <a:pt x="249732" y="38493"/>
                  </a:lnTo>
                  <a:lnTo>
                    <a:pt x="249999" y="38100"/>
                  </a:lnTo>
                  <a:lnTo>
                    <a:pt x="250342" y="38100"/>
                  </a:lnTo>
                  <a:lnTo>
                    <a:pt x="252158" y="40957"/>
                  </a:lnTo>
                  <a:lnTo>
                    <a:pt x="252450" y="41236"/>
                  </a:lnTo>
                  <a:lnTo>
                    <a:pt x="252603" y="41236"/>
                  </a:lnTo>
                  <a:lnTo>
                    <a:pt x="252882" y="41376"/>
                  </a:lnTo>
                  <a:lnTo>
                    <a:pt x="255270" y="41376"/>
                  </a:lnTo>
                  <a:lnTo>
                    <a:pt x="255244" y="41236"/>
                  </a:lnTo>
                  <a:lnTo>
                    <a:pt x="255092" y="40957"/>
                  </a:lnTo>
                  <a:lnTo>
                    <a:pt x="251167" y="34963"/>
                  </a:lnTo>
                  <a:lnTo>
                    <a:pt x="251294" y="34404"/>
                  </a:lnTo>
                  <a:lnTo>
                    <a:pt x="253796" y="31813"/>
                  </a:lnTo>
                  <a:lnTo>
                    <a:pt x="254000" y="31813"/>
                  </a:lnTo>
                  <a:lnTo>
                    <a:pt x="254571" y="31991"/>
                  </a:lnTo>
                  <a:lnTo>
                    <a:pt x="255511" y="33502"/>
                  </a:lnTo>
                  <a:lnTo>
                    <a:pt x="255587" y="35636"/>
                  </a:lnTo>
                  <a:lnTo>
                    <a:pt x="255460" y="36144"/>
                  </a:lnTo>
                  <a:lnTo>
                    <a:pt x="255422" y="36283"/>
                  </a:lnTo>
                  <a:lnTo>
                    <a:pt x="255308" y="37338"/>
                  </a:lnTo>
                  <a:lnTo>
                    <a:pt x="254266" y="37338"/>
                  </a:lnTo>
                  <a:lnTo>
                    <a:pt x="258368" y="38061"/>
                  </a:lnTo>
                  <a:lnTo>
                    <a:pt x="258775" y="37338"/>
                  </a:lnTo>
                  <a:lnTo>
                    <a:pt x="258660" y="36283"/>
                  </a:lnTo>
                  <a:lnTo>
                    <a:pt x="258483" y="35636"/>
                  </a:lnTo>
                  <a:lnTo>
                    <a:pt x="258406" y="35331"/>
                  </a:lnTo>
                  <a:lnTo>
                    <a:pt x="258305" y="34963"/>
                  </a:lnTo>
                  <a:lnTo>
                    <a:pt x="258051" y="34404"/>
                  </a:lnTo>
                  <a:lnTo>
                    <a:pt x="257937" y="34124"/>
                  </a:lnTo>
                  <a:lnTo>
                    <a:pt x="257784" y="33972"/>
                  </a:lnTo>
                  <a:lnTo>
                    <a:pt x="257149" y="33070"/>
                  </a:lnTo>
                  <a:lnTo>
                    <a:pt x="256019" y="31813"/>
                  </a:lnTo>
                  <a:lnTo>
                    <a:pt x="255143" y="31381"/>
                  </a:lnTo>
                  <a:lnTo>
                    <a:pt x="255270" y="31381"/>
                  </a:lnTo>
                  <a:lnTo>
                    <a:pt x="253060" y="30988"/>
                  </a:lnTo>
                  <a:lnTo>
                    <a:pt x="251650" y="30988"/>
                  </a:lnTo>
                  <a:lnTo>
                    <a:pt x="251015" y="31381"/>
                  </a:lnTo>
                  <a:lnTo>
                    <a:pt x="250342" y="31991"/>
                  </a:lnTo>
                  <a:lnTo>
                    <a:pt x="249923" y="32512"/>
                  </a:lnTo>
                  <a:lnTo>
                    <a:pt x="249847" y="32727"/>
                  </a:lnTo>
                  <a:lnTo>
                    <a:pt x="249770" y="32943"/>
                  </a:lnTo>
                  <a:lnTo>
                    <a:pt x="248907" y="31610"/>
                  </a:lnTo>
                  <a:lnTo>
                    <a:pt x="248907" y="35636"/>
                  </a:lnTo>
                  <a:lnTo>
                    <a:pt x="248742" y="35636"/>
                  </a:lnTo>
                  <a:lnTo>
                    <a:pt x="248551" y="36144"/>
                  </a:lnTo>
                  <a:lnTo>
                    <a:pt x="248500" y="36283"/>
                  </a:lnTo>
                  <a:lnTo>
                    <a:pt x="248424" y="36474"/>
                  </a:lnTo>
                  <a:lnTo>
                    <a:pt x="248348" y="36677"/>
                  </a:lnTo>
                  <a:lnTo>
                    <a:pt x="247662" y="38100"/>
                  </a:lnTo>
                  <a:lnTo>
                    <a:pt x="247523" y="38100"/>
                  </a:lnTo>
                  <a:lnTo>
                    <a:pt x="247154" y="38493"/>
                  </a:lnTo>
                  <a:lnTo>
                    <a:pt x="245592" y="39484"/>
                  </a:lnTo>
                  <a:lnTo>
                    <a:pt x="245351" y="39484"/>
                  </a:lnTo>
                  <a:lnTo>
                    <a:pt x="244462" y="38100"/>
                  </a:lnTo>
                  <a:lnTo>
                    <a:pt x="244360" y="37338"/>
                  </a:lnTo>
                  <a:lnTo>
                    <a:pt x="244500" y="37109"/>
                  </a:lnTo>
                  <a:lnTo>
                    <a:pt x="244563" y="36931"/>
                  </a:lnTo>
                  <a:lnTo>
                    <a:pt x="247738" y="34404"/>
                  </a:lnTo>
                  <a:lnTo>
                    <a:pt x="248094" y="34404"/>
                  </a:lnTo>
                  <a:lnTo>
                    <a:pt x="248907" y="35636"/>
                  </a:lnTo>
                  <a:lnTo>
                    <a:pt x="248907" y="31610"/>
                  </a:lnTo>
                  <a:lnTo>
                    <a:pt x="248031" y="30251"/>
                  </a:lnTo>
                  <a:lnTo>
                    <a:pt x="247281" y="29070"/>
                  </a:lnTo>
                  <a:lnTo>
                    <a:pt x="253263" y="25234"/>
                  </a:lnTo>
                  <a:lnTo>
                    <a:pt x="254774" y="24053"/>
                  </a:lnTo>
                  <a:lnTo>
                    <a:pt x="261975" y="34378"/>
                  </a:lnTo>
                  <a:lnTo>
                    <a:pt x="262204" y="34569"/>
                  </a:lnTo>
                  <a:lnTo>
                    <a:pt x="262407" y="34696"/>
                  </a:lnTo>
                  <a:lnTo>
                    <a:pt x="264439" y="34886"/>
                  </a:lnTo>
                  <a:lnTo>
                    <a:pt x="264960" y="34886"/>
                  </a:lnTo>
                  <a:lnTo>
                    <a:pt x="264922" y="34632"/>
                  </a:lnTo>
                  <a:lnTo>
                    <a:pt x="256552" y="22821"/>
                  </a:lnTo>
                  <a:lnTo>
                    <a:pt x="258089" y="21755"/>
                  </a:lnTo>
                  <a:lnTo>
                    <a:pt x="258241" y="21653"/>
                  </a:lnTo>
                  <a:lnTo>
                    <a:pt x="261366" y="19329"/>
                  </a:lnTo>
                  <a:lnTo>
                    <a:pt x="262420" y="20764"/>
                  </a:lnTo>
                  <a:lnTo>
                    <a:pt x="261213" y="22098"/>
                  </a:lnTo>
                  <a:lnTo>
                    <a:pt x="260324" y="23164"/>
                  </a:lnTo>
                  <a:lnTo>
                    <a:pt x="260134" y="23495"/>
                  </a:lnTo>
                  <a:lnTo>
                    <a:pt x="260007" y="23850"/>
                  </a:lnTo>
                  <a:lnTo>
                    <a:pt x="260007" y="24244"/>
                  </a:lnTo>
                  <a:lnTo>
                    <a:pt x="260578" y="24574"/>
                  </a:lnTo>
                  <a:lnTo>
                    <a:pt x="262242" y="24904"/>
                  </a:lnTo>
                  <a:lnTo>
                    <a:pt x="262509" y="24892"/>
                  </a:lnTo>
                  <a:lnTo>
                    <a:pt x="262648" y="24803"/>
                  </a:lnTo>
                  <a:lnTo>
                    <a:pt x="264680" y="21590"/>
                  </a:lnTo>
                  <a:lnTo>
                    <a:pt x="265239" y="21082"/>
                  </a:lnTo>
                  <a:lnTo>
                    <a:pt x="266115" y="20421"/>
                  </a:lnTo>
                  <a:lnTo>
                    <a:pt x="266725" y="20396"/>
                  </a:lnTo>
                  <a:lnTo>
                    <a:pt x="267182" y="20599"/>
                  </a:lnTo>
                  <a:lnTo>
                    <a:pt x="267881" y="21501"/>
                  </a:lnTo>
                  <a:lnTo>
                    <a:pt x="268097" y="22148"/>
                  </a:lnTo>
                  <a:lnTo>
                    <a:pt x="268224" y="22999"/>
                  </a:lnTo>
                  <a:lnTo>
                    <a:pt x="268249" y="23736"/>
                  </a:lnTo>
                  <a:lnTo>
                    <a:pt x="268147" y="24422"/>
                  </a:lnTo>
                  <a:lnTo>
                    <a:pt x="267906" y="25031"/>
                  </a:lnTo>
                  <a:lnTo>
                    <a:pt x="267601" y="25095"/>
                  </a:lnTo>
                  <a:lnTo>
                    <a:pt x="266014" y="25082"/>
                  </a:lnTo>
                  <a:lnTo>
                    <a:pt x="265518" y="25234"/>
                  </a:lnTo>
                  <a:lnTo>
                    <a:pt x="264655" y="25882"/>
                  </a:lnTo>
                  <a:lnTo>
                    <a:pt x="264401" y="26276"/>
                  </a:lnTo>
                  <a:lnTo>
                    <a:pt x="264210" y="27228"/>
                  </a:lnTo>
                  <a:lnTo>
                    <a:pt x="264350" y="27686"/>
                  </a:lnTo>
                  <a:lnTo>
                    <a:pt x="264934" y="28435"/>
                  </a:lnTo>
                  <a:lnTo>
                    <a:pt x="265201" y="28651"/>
                  </a:lnTo>
                  <a:lnTo>
                    <a:pt x="266420" y="29248"/>
                  </a:lnTo>
                  <a:lnTo>
                    <a:pt x="267360" y="29133"/>
                  </a:lnTo>
                  <a:lnTo>
                    <a:pt x="268274" y="28460"/>
                  </a:lnTo>
                  <a:lnTo>
                    <a:pt x="268859" y="27990"/>
                  </a:lnTo>
                  <a:lnTo>
                    <a:pt x="269379" y="27419"/>
                  </a:lnTo>
                  <a:lnTo>
                    <a:pt x="269557" y="27317"/>
                  </a:lnTo>
                  <a:lnTo>
                    <a:pt x="269748" y="27254"/>
                  </a:lnTo>
                  <a:lnTo>
                    <a:pt x="272808" y="28054"/>
                  </a:lnTo>
                  <a:lnTo>
                    <a:pt x="273939" y="28194"/>
                  </a:lnTo>
                  <a:lnTo>
                    <a:pt x="274447" y="28092"/>
                  </a:lnTo>
                  <a:lnTo>
                    <a:pt x="275310" y="27444"/>
                  </a:lnTo>
                  <a:lnTo>
                    <a:pt x="275285" y="26974"/>
                  </a:lnTo>
                  <a:lnTo>
                    <a:pt x="274815" y="26314"/>
                  </a:lnTo>
                  <a:lnTo>
                    <a:pt x="274650" y="26187"/>
                  </a:lnTo>
                  <a:lnTo>
                    <a:pt x="274205" y="26136"/>
                  </a:lnTo>
                  <a:lnTo>
                    <a:pt x="271868" y="26339"/>
                  </a:lnTo>
                  <a:lnTo>
                    <a:pt x="270725" y="26314"/>
                  </a:lnTo>
                  <a:lnTo>
                    <a:pt x="270103" y="26098"/>
                  </a:lnTo>
                  <a:lnTo>
                    <a:pt x="270979" y="23901"/>
                  </a:lnTo>
                  <a:lnTo>
                    <a:pt x="270954" y="22174"/>
                  </a:lnTo>
                  <a:lnTo>
                    <a:pt x="269506" y="20218"/>
                  </a:lnTo>
                  <a:lnTo>
                    <a:pt x="268643" y="19723"/>
                  </a:lnTo>
                  <a:lnTo>
                    <a:pt x="266255" y="19164"/>
                  </a:lnTo>
                  <a:lnTo>
                    <a:pt x="265214" y="19177"/>
                  </a:lnTo>
                  <a:lnTo>
                    <a:pt x="264287" y="19481"/>
                  </a:lnTo>
                  <a:lnTo>
                    <a:pt x="263207" y="17983"/>
                  </a:lnTo>
                  <a:lnTo>
                    <a:pt x="267360" y="14909"/>
                  </a:lnTo>
                  <a:lnTo>
                    <a:pt x="268820" y="13716"/>
                  </a:lnTo>
                  <a:lnTo>
                    <a:pt x="276606" y="23596"/>
                  </a:lnTo>
                  <a:lnTo>
                    <a:pt x="277050" y="23888"/>
                  </a:lnTo>
                  <a:lnTo>
                    <a:pt x="279577" y="23952"/>
                  </a:lnTo>
                  <a:lnTo>
                    <a:pt x="279552" y="23685"/>
                  </a:lnTo>
                  <a:lnTo>
                    <a:pt x="270522" y="12369"/>
                  </a:lnTo>
                  <a:lnTo>
                    <a:pt x="272034" y="11188"/>
                  </a:lnTo>
                  <a:lnTo>
                    <a:pt x="274129" y="9499"/>
                  </a:lnTo>
                  <a:lnTo>
                    <a:pt x="276593" y="12382"/>
                  </a:lnTo>
                  <a:lnTo>
                    <a:pt x="277787" y="13817"/>
                  </a:lnTo>
                  <a:lnTo>
                    <a:pt x="276885" y="14566"/>
                  </a:lnTo>
                  <a:lnTo>
                    <a:pt x="276390" y="15113"/>
                  </a:lnTo>
                  <a:lnTo>
                    <a:pt x="276339" y="15608"/>
                  </a:lnTo>
                  <a:lnTo>
                    <a:pt x="277139" y="16535"/>
                  </a:lnTo>
                  <a:lnTo>
                    <a:pt x="277787" y="16751"/>
                  </a:lnTo>
                  <a:lnTo>
                    <a:pt x="278777" y="16751"/>
                  </a:lnTo>
                  <a:lnTo>
                    <a:pt x="280733" y="17030"/>
                  </a:lnTo>
                  <a:lnTo>
                    <a:pt x="281736" y="17030"/>
                  </a:lnTo>
                  <a:lnTo>
                    <a:pt x="282054" y="16751"/>
                  </a:lnTo>
                  <a:lnTo>
                    <a:pt x="282371" y="16294"/>
                  </a:lnTo>
                  <a:lnTo>
                    <a:pt x="282397" y="15608"/>
                  </a:lnTo>
                  <a:lnTo>
                    <a:pt x="282155" y="15113"/>
                  </a:lnTo>
                  <a:lnTo>
                    <a:pt x="281952" y="14859"/>
                  </a:lnTo>
                  <a:lnTo>
                    <a:pt x="281622" y="14566"/>
                  </a:lnTo>
                  <a:lnTo>
                    <a:pt x="281355" y="14249"/>
                  </a:lnTo>
                  <a:lnTo>
                    <a:pt x="281444" y="13817"/>
                  </a:lnTo>
                  <a:lnTo>
                    <a:pt x="283057" y="12382"/>
                  </a:lnTo>
                  <a:lnTo>
                    <a:pt x="285318" y="10477"/>
                  </a:lnTo>
                  <a:lnTo>
                    <a:pt x="288137" y="13817"/>
                  </a:lnTo>
                  <a:lnTo>
                    <a:pt x="288696" y="14249"/>
                  </a:lnTo>
                  <a:lnTo>
                    <a:pt x="289280" y="14249"/>
                  </a:lnTo>
                  <a:lnTo>
                    <a:pt x="288455" y="15036"/>
                  </a:lnTo>
                  <a:lnTo>
                    <a:pt x="288302" y="15379"/>
                  </a:lnTo>
                  <a:lnTo>
                    <a:pt x="288505" y="15557"/>
                  </a:lnTo>
                  <a:lnTo>
                    <a:pt x="288721" y="15709"/>
                  </a:lnTo>
                  <a:lnTo>
                    <a:pt x="289267" y="15849"/>
                  </a:lnTo>
                  <a:lnTo>
                    <a:pt x="290029" y="15963"/>
                  </a:lnTo>
                  <a:lnTo>
                    <a:pt x="291147" y="16179"/>
                  </a:lnTo>
                  <a:lnTo>
                    <a:pt x="291668" y="16116"/>
                  </a:lnTo>
                  <a:lnTo>
                    <a:pt x="292011" y="15989"/>
                  </a:lnTo>
                  <a:lnTo>
                    <a:pt x="292430" y="15544"/>
                  </a:lnTo>
                  <a:lnTo>
                    <a:pt x="292658" y="15176"/>
                  </a:lnTo>
                  <a:lnTo>
                    <a:pt x="293052" y="14744"/>
                  </a:lnTo>
                  <a:lnTo>
                    <a:pt x="295198" y="13652"/>
                  </a:lnTo>
                  <a:lnTo>
                    <a:pt x="299364" y="14236"/>
                  </a:lnTo>
                  <a:lnTo>
                    <a:pt x="299770" y="14185"/>
                  </a:lnTo>
                  <a:lnTo>
                    <a:pt x="299961" y="13995"/>
                  </a:lnTo>
                  <a:close/>
                </a:path>
              </a:pathLst>
            </a:custGeom>
            <a:solidFill>
              <a:srgbClr val="101D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3" name="object 213"/>
            <p:cNvSpPr/>
            <p:nvPr/>
          </p:nvSpPr>
          <p:spPr>
            <a:xfrm>
              <a:off x="3895387" y="1043437"/>
              <a:ext cx="107950" cy="114300"/>
            </a:xfrm>
            <a:custGeom>
              <a:avLst/>
              <a:gdLst/>
              <a:ahLst/>
              <a:cxnLst/>
              <a:rect l="l" t="t" r="r" b="b"/>
              <a:pathLst>
                <a:path w="107950" h="114300">
                  <a:moveTo>
                    <a:pt x="89446" y="90957"/>
                  </a:moveTo>
                  <a:lnTo>
                    <a:pt x="18199" y="90957"/>
                  </a:lnTo>
                  <a:lnTo>
                    <a:pt x="26758" y="99682"/>
                  </a:lnTo>
                  <a:lnTo>
                    <a:pt x="37985" y="103492"/>
                  </a:lnTo>
                  <a:lnTo>
                    <a:pt x="51269" y="107683"/>
                  </a:lnTo>
                  <a:lnTo>
                    <a:pt x="52146" y="113868"/>
                  </a:lnTo>
                  <a:lnTo>
                    <a:pt x="55498" y="113868"/>
                  </a:lnTo>
                  <a:lnTo>
                    <a:pt x="56387" y="107683"/>
                  </a:lnTo>
                  <a:lnTo>
                    <a:pt x="69672" y="103492"/>
                  </a:lnTo>
                  <a:lnTo>
                    <a:pt x="80898" y="99682"/>
                  </a:lnTo>
                  <a:lnTo>
                    <a:pt x="89446" y="90957"/>
                  </a:lnTo>
                  <a:close/>
                </a:path>
                <a:path w="107950" h="114300">
                  <a:moveTo>
                    <a:pt x="23596" y="0"/>
                  </a:moveTo>
                  <a:lnTo>
                    <a:pt x="11328" y="11341"/>
                  </a:lnTo>
                  <a:lnTo>
                    <a:pt x="18352" y="17891"/>
                  </a:lnTo>
                  <a:lnTo>
                    <a:pt x="19851" y="27968"/>
                  </a:lnTo>
                  <a:lnTo>
                    <a:pt x="6105" y="68624"/>
                  </a:lnTo>
                  <a:lnTo>
                    <a:pt x="0" y="76746"/>
                  </a:lnTo>
                  <a:lnTo>
                    <a:pt x="1473" y="77304"/>
                  </a:lnTo>
                  <a:lnTo>
                    <a:pt x="13728" y="93472"/>
                  </a:lnTo>
                  <a:lnTo>
                    <a:pt x="18199" y="90957"/>
                  </a:lnTo>
                  <a:lnTo>
                    <a:pt x="95821" y="90957"/>
                  </a:lnTo>
                  <a:lnTo>
                    <a:pt x="106162" y="77304"/>
                  </a:lnTo>
                  <a:lnTo>
                    <a:pt x="107670" y="76746"/>
                  </a:lnTo>
                  <a:lnTo>
                    <a:pt x="101529" y="70655"/>
                  </a:lnTo>
                  <a:lnTo>
                    <a:pt x="97642" y="64928"/>
                  </a:lnTo>
                  <a:lnTo>
                    <a:pt x="94352" y="56239"/>
                  </a:lnTo>
                  <a:lnTo>
                    <a:pt x="90004" y="41262"/>
                  </a:lnTo>
                  <a:lnTo>
                    <a:pt x="85617" y="26464"/>
                  </a:lnTo>
                  <a:lnTo>
                    <a:pt x="84813" y="18415"/>
                  </a:lnTo>
                  <a:lnTo>
                    <a:pt x="88186" y="14308"/>
                  </a:lnTo>
                  <a:lnTo>
                    <a:pt x="53875" y="14308"/>
                  </a:lnTo>
                  <a:lnTo>
                    <a:pt x="48019" y="9333"/>
                  </a:lnTo>
                  <a:lnTo>
                    <a:pt x="37082" y="9333"/>
                  </a:lnTo>
                  <a:lnTo>
                    <a:pt x="29544" y="6019"/>
                  </a:lnTo>
                  <a:lnTo>
                    <a:pt x="25072" y="1972"/>
                  </a:lnTo>
                  <a:lnTo>
                    <a:pt x="23596" y="0"/>
                  </a:lnTo>
                  <a:close/>
                </a:path>
                <a:path w="107950" h="114300">
                  <a:moveTo>
                    <a:pt x="95821" y="90957"/>
                  </a:moveTo>
                  <a:lnTo>
                    <a:pt x="89446" y="90957"/>
                  </a:lnTo>
                  <a:lnTo>
                    <a:pt x="93916" y="93472"/>
                  </a:lnTo>
                  <a:lnTo>
                    <a:pt x="95821" y="90957"/>
                  </a:lnTo>
                  <a:close/>
                </a:path>
                <a:path w="107950" h="114300">
                  <a:moveTo>
                    <a:pt x="59918" y="9105"/>
                  </a:moveTo>
                  <a:lnTo>
                    <a:pt x="53795" y="14308"/>
                  </a:lnTo>
                  <a:lnTo>
                    <a:pt x="88186" y="14308"/>
                  </a:lnTo>
                  <a:lnTo>
                    <a:pt x="96329" y="11341"/>
                  </a:lnTo>
                  <a:lnTo>
                    <a:pt x="96138" y="11163"/>
                  </a:lnTo>
                  <a:lnTo>
                    <a:pt x="69482" y="11163"/>
                  </a:lnTo>
                  <a:lnTo>
                    <a:pt x="59918" y="9105"/>
                  </a:lnTo>
                  <a:close/>
                </a:path>
                <a:path w="107950" h="114300">
                  <a:moveTo>
                    <a:pt x="84073" y="0"/>
                  </a:moveTo>
                  <a:lnTo>
                    <a:pt x="79296" y="7464"/>
                  </a:lnTo>
                  <a:lnTo>
                    <a:pt x="75187" y="10901"/>
                  </a:lnTo>
                  <a:lnTo>
                    <a:pt x="69482" y="11163"/>
                  </a:lnTo>
                  <a:lnTo>
                    <a:pt x="96138" y="11163"/>
                  </a:lnTo>
                  <a:lnTo>
                    <a:pt x="84073" y="0"/>
                  </a:lnTo>
                  <a:close/>
                </a:path>
                <a:path w="107950" h="114300">
                  <a:moveTo>
                    <a:pt x="47751" y="9105"/>
                  </a:moveTo>
                  <a:lnTo>
                    <a:pt x="37082" y="9333"/>
                  </a:lnTo>
                  <a:lnTo>
                    <a:pt x="48019" y="9333"/>
                  </a:lnTo>
                  <a:lnTo>
                    <a:pt x="47751" y="91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4" name="object 214"/>
            <p:cNvSpPr/>
            <p:nvPr/>
          </p:nvSpPr>
          <p:spPr>
            <a:xfrm>
              <a:off x="3892905" y="1041323"/>
              <a:ext cx="113030" cy="117475"/>
            </a:xfrm>
            <a:custGeom>
              <a:avLst/>
              <a:gdLst/>
              <a:ahLst/>
              <a:cxnLst/>
              <a:rect l="l" t="t" r="r" b="b"/>
              <a:pathLst>
                <a:path w="113029" h="117475">
                  <a:moveTo>
                    <a:pt x="53632" y="21945"/>
                  </a:moveTo>
                  <a:lnTo>
                    <a:pt x="49237" y="22313"/>
                  </a:lnTo>
                  <a:lnTo>
                    <a:pt x="49237" y="26733"/>
                  </a:lnTo>
                  <a:lnTo>
                    <a:pt x="49237" y="45402"/>
                  </a:lnTo>
                  <a:lnTo>
                    <a:pt x="48564" y="45008"/>
                  </a:lnTo>
                  <a:lnTo>
                    <a:pt x="44704" y="44005"/>
                  </a:lnTo>
                  <a:lnTo>
                    <a:pt x="41986" y="44005"/>
                  </a:lnTo>
                  <a:lnTo>
                    <a:pt x="40551" y="43167"/>
                  </a:lnTo>
                  <a:lnTo>
                    <a:pt x="38862" y="44005"/>
                  </a:lnTo>
                  <a:lnTo>
                    <a:pt x="33413" y="44005"/>
                  </a:lnTo>
                  <a:lnTo>
                    <a:pt x="30111" y="45656"/>
                  </a:lnTo>
                  <a:lnTo>
                    <a:pt x="31610" y="28168"/>
                  </a:lnTo>
                  <a:lnTo>
                    <a:pt x="49237" y="26733"/>
                  </a:lnTo>
                  <a:lnTo>
                    <a:pt x="49237" y="22313"/>
                  </a:lnTo>
                  <a:lnTo>
                    <a:pt x="26784" y="24130"/>
                  </a:lnTo>
                  <a:lnTo>
                    <a:pt x="27012" y="26377"/>
                  </a:lnTo>
                  <a:lnTo>
                    <a:pt x="25984" y="44589"/>
                  </a:lnTo>
                  <a:lnTo>
                    <a:pt x="21132" y="60502"/>
                  </a:lnTo>
                  <a:lnTo>
                    <a:pt x="15748" y="71818"/>
                  </a:lnTo>
                  <a:lnTo>
                    <a:pt x="12077" y="77863"/>
                  </a:lnTo>
                  <a:lnTo>
                    <a:pt x="15722" y="80302"/>
                  </a:lnTo>
                  <a:lnTo>
                    <a:pt x="16814" y="78689"/>
                  </a:lnTo>
                  <a:lnTo>
                    <a:pt x="19431" y="74295"/>
                  </a:lnTo>
                  <a:lnTo>
                    <a:pt x="24892" y="62953"/>
                  </a:lnTo>
                  <a:lnTo>
                    <a:pt x="28575" y="51346"/>
                  </a:lnTo>
                  <a:lnTo>
                    <a:pt x="34505" y="48412"/>
                  </a:lnTo>
                  <a:lnTo>
                    <a:pt x="43916" y="48412"/>
                  </a:lnTo>
                  <a:lnTo>
                    <a:pt x="47040" y="49225"/>
                  </a:lnTo>
                  <a:lnTo>
                    <a:pt x="49237" y="50495"/>
                  </a:lnTo>
                  <a:lnTo>
                    <a:pt x="49237" y="101803"/>
                  </a:lnTo>
                  <a:lnTo>
                    <a:pt x="53632" y="101803"/>
                  </a:lnTo>
                  <a:lnTo>
                    <a:pt x="53632" y="21945"/>
                  </a:lnTo>
                  <a:close/>
                </a:path>
                <a:path w="113029" h="117475">
                  <a:moveTo>
                    <a:pt x="102920" y="77965"/>
                  </a:moveTo>
                  <a:lnTo>
                    <a:pt x="85344" y="25996"/>
                  </a:lnTo>
                  <a:lnTo>
                    <a:pt x="85369" y="24041"/>
                  </a:lnTo>
                  <a:lnTo>
                    <a:pt x="80949" y="23977"/>
                  </a:lnTo>
                  <a:lnTo>
                    <a:pt x="91922" y="70307"/>
                  </a:lnTo>
                  <a:lnTo>
                    <a:pt x="96177" y="76847"/>
                  </a:lnTo>
                  <a:lnTo>
                    <a:pt x="63754" y="95961"/>
                  </a:lnTo>
                  <a:lnTo>
                    <a:pt x="63754" y="22212"/>
                  </a:lnTo>
                  <a:lnTo>
                    <a:pt x="59334" y="22212"/>
                  </a:lnTo>
                  <a:lnTo>
                    <a:pt x="59347" y="103695"/>
                  </a:lnTo>
                  <a:lnTo>
                    <a:pt x="102920" y="77965"/>
                  </a:lnTo>
                  <a:close/>
                </a:path>
                <a:path w="113029" h="117475">
                  <a:moveTo>
                    <a:pt x="112522" y="79324"/>
                  </a:moveTo>
                  <a:lnTo>
                    <a:pt x="112026" y="78765"/>
                  </a:lnTo>
                  <a:lnTo>
                    <a:pt x="111074" y="77876"/>
                  </a:lnTo>
                  <a:lnTo>
                    <a:pt x="109308" y="75882"/>
                  </a:lnTo>
                  <a:lnTo>
                    <a:pt x="108242" y="74358"/>
                  </a:lnTo>
                  <a:lnTo>
                    <a:pt x="108242" y="78765"/>
                  </a:lnTo>
                  <a:lnTo>
                    <a:pt x="105359" y="81711"/>
                  </a:lnTo>
                  <a:lnTo>
                    <a:pt x="96024" y="93865"/>
                  </a:lnTo>
                  <a:lnTo>
                    <a:pt x="91706" y="91414"/>
                  </a:lnTo>
                  <a:lnTo>
                    <a:pt x="82804" y="100495"/>
                  </a:lnTo>
                  <a:lnTo>
                    <a:pt x="71742" y="104343"/>
                  </a:lnTo>
                  <a:lnTo>
                    <a:pt x="60998" y="107734"/>
                  </a:lnTo>
                  <a:lnTo>
                    <a:pt x="60071" y="109131"/>
                  </a:lnTo>
                  <a:lnTo>
                    <a:pt x="59550" y="109918"/>
                  </a:lnTo>
                  <a:lnTo>
                    <a:pt x="59347" y="109969"/>
                  </a:lnTo>
                  <a:lnTo>
                    <a:pt x="59283" y="110312"/>
                  </a:lnTo>
                  <a:lnTo>
                    <a:pt x="57873" y="112433"/>
                  </a:lnTo>
                  <a:lnTo>
                    <a:pt x="56997" y="114668"/>
                  </a:lnTo>
                  <a:lnTo>
                    <a:pt x="55613" y="114668"/>
                  </a:lnTo>
                  <a:lnTo>
                    <a:pt x="54724" y="112433"/>
                  </a:lnTo>
                  <a:lnTo>
                    <a:pt x="53365" y="110401"/>
                  </a:lnTo>
                  <a:lnTo>
                    <a:pt x="53314" y="109969"/>
                  </a:lnTo>
                  <a:lnTo>
                    <a:pt x="53035" y="109893"/>
                  </a:lnTo>
                  <a:lnTo>
                    <a:pt x="52539" y="109131"/>
                  </a:lnTo>
                  <a:lnTo>
                    <a:pt x="51625" y="107734"/>
                  </a:lnTo>
                  <a:lnTo>
                    <a:pt x="40919" y="104343"/>
                  </a:lnTo>
                  <a:lnTo>
                    <a:pt x="29870" y="100495"/>
                  </a:lnTo>
                  <a:lnTo>
                    <a:pt x="26657" y="97294"/>
                  </a:lnTo>
                  <a:lnTo>
                    <a:pt x="24130" y="94703"/>
                  </a:lnTo>
                  <a:lnTo>
                    <a:pt x="23304" y="93865"/>
                  </a:lnTo>
                  <a:lnTo>
                    <a:pt x="20904" y="91414"/>
                  </a:lnTo>
                  <a:lnTo>
                    <a:pt x="16535" y="93853"/>
                  </a:lnTo>
                  <a:lnTo>
                    <a:pt x="13754" y="90182"/>
                  </a:lnTo>
                  <a:lnTo>
                    <a:pt x="7213" y="81711"/>
                  </a:lnTo>
                  <a:lnTo>
                    <a:pt x="4368" y="78765"/>
                  </a:lnTo>
                  <a:lnTo>
                    <a:pt x="5041" y="77876"/>
                  </a:lnTo>
                  <a:lnTo>
                    <a:pt x="22148" y="40830"/>
                  </a:lnTo>
                  <a:lnTo>
                    <a:pt x="23482" y="27889"/>
                  </a:lnTo>
                  <a:lnTo>
                    <a:pt x="22352" y="31559"/>
                  </a:lnTo>
                  <a:lnTo>
                    <a:pt x="22517" y="26492"/>
                  </a:lnTo>
                  <a:lnTo>
                    <a:pt x="22517" y="26339"/>
                  </a:lnTo>
                  <a:lnTo>
                    <a:pt x="22326" y="25615"/>
                  </a:lnTo>
                  <a:lnTo>
                    <a:pt x="23520" y="27889"/>
                  </a:lnTo>
                  <a:lnTo>
                    <a:pt x="16344" y="13068"/>
                  </a:lnTo>
                  <a:lnTo>
                    <a:pt x="16154" y="13068"/>
                  </a:lnTo>
                  <a:lnTo>
                    <a:pt x="25831" y="4127"/>
                  </a:lnTo>
                  <a:lnTo>
                    <a:pt x="28016" y="6908"/>
                  </a:lnTo>
                  <a:lnTo>
                    <a:pt x="31813" y="10896"/>
                  </a:lnTo>
                  <a:lnTo>
                    <a:pt x="32296" y="11671"/>
                  </a:lnTo>
                  <a:lnTo>
                    <a:pt x="32550" y="11671"/>
                  </a:lnTo>
                  <a:lnTo>
                    <a:pt x="34112" y="13296"/>
                  </a:lnTo>
                  <a:lnTo>
                    <a:pt x="46050" y="13296"/>
                  </a:lnTo>
                  <a:lnTo>
                    <a:pt x="47929" y="13068"/>
                  </a:lnTo>
                  <a:lnTo>
                    <a:pt x="49847" y="12661"/>
                  </a:lnTo>
                  <a:lnTo>
                    <a:pt x="56286" y="18135"/>
                  </a:lnTo>
                  <a:lnTo>
                    <a:pt x="60439" y="14605"/>
                  </a:lnTo>
                  <a:lnTo>
                    <a:pt x="62725" y="12661"/>
                  </a:lnTo>
                  <a:lnTo>
                    <a:pt x="64630" y="13068"/>
                  </a:lnTo>
                  <a:lnTo>
                    <a:pt x="66509" y="13296"/>
                  </a:lnTo>
                  <a:lnTo>
                    <a:pt x="78447" y="13296"/>
                  </a:lnTo>
                  <a:lnTo>
                    <a:pt x="79057" y="12661"/>
                  </a:lnTo>
                  <a:lnTo>
                    <a:pt x="79438" y="12255"/>
                  </a:lnTo>
                  <a:lnTo>
                    <a:pt x="79603" y="12090"/>
                  </a:lnTo>
                  <a:lnTo>
                    <a:pt x="79997" y="11671"/>
                  </a:lnTo>
                  <a:lnTo>
                    <a:pt x="80391" y="11671"/>
                  </a:lnTo>
                  <a:lnTo>
                    <a:pt x="81102" y="10515"/>
                  </a:lnTo>
                  <a:lnTo>
                    <a:pt x="84543" y="6908"/>
                  </a:lnTo>
                  <a:lnTo>
                    <a:pt x="86741" y="4127"/>
                  </a:lnTo>
                  <a:lnTo>
                    <a:pt x="96405" y="13068"/>
                  </a:lnTo>
                  <a:lnTo>
                    <a:pt x="96253" y="13068"/>
                  </a:lnTo>
                  <a:lnTo>
                    <a:pt x="94119" y="14160"/>
                  </a:lnTo>
                  <a:lnTo>
                    <a:pt x="92341" y="15938"/>
                  </a:lnTo>
                  <a:lnTo>
                    <a:pt x="91186" y="18135"/>
                  </a:lnTo>
                  <a:lnTo>
                    <a:pt x="91097" y="18313"/>
                  </a:lnTo>
                  <a:lnTo>
                    <a:pt x="89027" y="26174"/>
                  </a:lnTo>
                  <a:lnTo>
                    <a:pt x="89077" y="27889"/>
                  </a:lnTo>
                  <a:lnTo>
                    <a:pt x="90271" y="25603"/>
                  </a:lnTo>
                  <a:lnTo>
                    <a:pt x="90081" y="26339"/>
                  </a:lnTo>
                  <a:lnTo>
                    <a:pt x="90246" y="31572"/>
                  </a:lnTo>
                  <a:lnTo>
                    <a:pt x="89115" y="27889"/>
                  </a:lnTo>
                  <a:lnTo>
                    <a:pt x="89242" y="34315"/>
                  </a:lnTo>
                  <a:lnTo>
                    <a:pt x="105219" y="74917"/>
                  </a:lnTo>
                  <a:lnTo>
                    <a:pt x="108242" y="78765"/>
                  </a:lnTo>
                  <a:lnTo>
                    <a:pt x="108242" y="74358"/>
                  </a:lnTo>
                  <a:lnTo>
                    <a:pt x="105016" y="69710"/>
                  </a:lnTo>
                  <a:lnTo>
                    <a:pt x="99428" y="58902"/>
                  </a:lnTo>
                  <a:lnTo>
                    <a:pt x="93751" y="42976"/>
                  </a:lnTo>
                  <a:lnTo>
                    <a:pt x="90919" y="33782"/>
                  </a:lnTo>
                  <a:lnTo>
                    <a:pt x="90665" y="26492"/>
                  </a:lnTo>
                  <a:lnTo>
                    <a:pt x="91478" y="23279"/>
                  </a:lnTo>
                  <a:lnTo>
                    <a:pt x="94716" y="17094"/>
                  </a:lnTo>
                  <a:lnTo>
                    <a:pt x="96608" y="15494"/>
                  </a:lnTo>
                  <a:lnTo>
                    <a:pt x="101333" y="13995"/>
                  </a:lnTo>
                  <a:lnTo>
                    <a:pt x="100634" y="13296"/>
                  </a:lnTo>
                  <a:lnTo>
                    <a:pt x="90716" y="4127"/>
                  </a:lnTo>
                  <a:lnTo>
                    <a:pt x="86245" y="0"/>
                  </a:lnTo>
                  <a:lnTo>
                    <a:pt x="85382" y="1397"/>
                  </a:lnTo>
                  <a:lnTo>
                    <a:pt x="79502" y="10591"/>
                  </a:lnTo>
                  <a:lnTo>
                    <a:pt x="66586" y="10591"/>
                  </a:lnTo>
                  <a:lnTo>
                    <a:pt x="64693" y="10363"/>
                  </a:lnTo>
                  <a:lnTo>
                    <a:pt x="62115" y="9753"/>
                  </a:lnTo>
                  <a:lnTo>
                    <a:pt x="61988" y="9753"/>
                  </a:lnTo>
                  <a:lnTo>
                    <a:pt x="56299" y="14605"/>
                  </a:lnTo>
                  <a:lnTo>
                    <a:pt x="54013" y="12661"/>
                  </a:lnTo>
                  <a:lnTo>
                    <a:pt x="51574" y="10591"/>
                  </a:lnTo>
                  <a:lnTo>
                    <a:pt x="50965" y="10071"/>
                  </a:lnTo>
                  <a:lnTo>
                    <a:pt x="50419" y="9753"/>
                  </a:lnTo>
                  <a:lnTo>
                    <a:pt x="47967" y="10363"/>
                  </a:lnTo>
                  <a:lnTo>
                    <a:pt x="46075" y="10591"/>
                  </a:lnTo>
                  <a:lnTo>
                    <a:pt x="32956" y="10591"/>
                  </a:lnTo>
                  <a:lnTo>
                    <a:pt x="28905" y="4127"/>
                  </a:lnTo>
                  <a:lnTo>
                    <a:pt x="27190" y="1397"/>
                  </a:lnTo>
                  <a:lnTo>
                    <a:pt x="26352" y="0"/>
                  </a:lnTo>
                  <a:lnTo>
                    <a:pt x="11201" y="13995"/>
                  </a:lnTo>
                  <a:lnTo>
                    <a:pt x="15951" y="15494"/>
                  </a:lnTo>
                  <a:lnTo>
                    <a:pt x="17881" y="17094"/>
                  </a:lnTo>
                  <a:lnTo>
                    <a:pt x="19126" y="19507"/>
                  </a:lnTo>
                  <a:lnTo>
                    <a:pt x="21259" y="23596"/>
                  </a:lnTo>
                  <a:lnTo>
                    <a:pt x="21971" y="26339"/>
                  </a:lnTo>
                  <a:lnTo>
                    <a:pt x="7581" y="69710"/>
                  </a:lnTo>
                  <a:lnTo>
                    <a:pt x="0" y="79324"/>
                  </a:lnTo>
                  <a:lnTo>
                    <a:pt x="1917" y="80048"/>
                  </a:lnTo>
                  <a:lnTo>
                    <a:pt x="2832" y="80645"/>
                  </a:lnTo>
                  <a:lnTo>
                    <a:pt x="8775" y="87985"/>
                  </a:lnTo>
                  <a:lnTo>
                    <a:pt x="15811" y="97294"/>
                  </a:lnTo>
                  <a:lnTo>
                    <a:pt x="20421" y="94703"/>
                  </a:lnTo>
                  <a:lnTo>
                    <a:pt x="29032" y="103098"/>
                  </a:lnTo>
                  <a:lnTo>
                    <a:pt x="40043" y="106857"/>
                  </a:lnTo>
                  <a:lnTo>
                    <a:pt x="52108" y="110667"/>
                  </a:lnTo>
                  <a:lnTo>
                    <a:pt x="53289" y="116166"/>
                  </a:lnTo>
                  <a:lnTo>
                    <a:pt x="53467" y="117309"/>
                  </a:lnTo>
                  <a:lnTo>
                    <a:pt x="59080" y="117309"/>
                  </a:lnTo>
                  <a:lnTo>
                    <a:pt x="59258" y="116166"/>
                  </a:lnTo>
                  <a:lnTo>
                    <a:pt x="59588" y="114668"/>
                  </a:lnTo>
                  <a:lnTo>
                    <a:pt x="60464" y="110667"/>
                  </a:lnTo>
                  <a:lnTo>
                    <a:pt x="72390" y="106857"/>
                  </a:lnTo>
                  <a:lnTo>
                    <a:pt x="73736" y="106400"/>
                  </a:lnTo>
                  <a:lnTo>
                    <a:pt x="83934" y="102666"/>
                  </a:lnTo>
                  <a:lnTo>
                    <a:pt x="92113" y="94703"/>
                  </a:lnTo>
                  <a:lnTo>
                    <a:pt x="96786" y="97294"/>
                  </a:lnTo>
                  <a:lnTo>
                    <a:pt x="97459" y="96354"/>
                  </a:lnTo>
                  <a:lnTo>
                    <a:pt x="98704" y="94703"/>
                  </a:lnTo>
                  <a:lnTo>
                    <a:pt x="99339" y="93865"/>
                  </a:lnTo>
                  <a:lnTo>
                    <a:pt x="103784" y="87985"/>
                  </a:lnTo>
                  <a:lnTo>
                    <a:pt x="109715" y="80645"/>
                  </a:lnTo>
                  <a:lnTo>
                    <a:pt x="110591" y="80048"/>
                  </a:lnTo>
                  <a:lnTo>
                    <a:pt x="112522" y="79324"/>
                  </a:lnTo>
                  <a:close/>
                </a:path>
              </a:pathLst>
            </a:custGeom>
            <a:solidFill>
              <a:srgbClr val="06070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5" name="object 215"/>
            <p:cNvSpPr/>
            <p:nvPr/>
          </p:nvSpPr>
          <p:spPr>
            <a:xfrm>
              <a:off x="3640658" y="811732"/>
              <a:ext cx="617220" cy="606425"/>
            </a:xfrm>
            <a:custGeom>
              <a:avLst/>
              <a:gdLst/>
              <a:ahLst/>
              <a:cxnLst/>
              <a:rect l="l" t="t" r="r" b="b"/>
              <a:pathLst>
                <a:path w="617220" h="606425">
                  <a:moveTo>
                    <a:pt x="53365" y="327050"/>
                  </a:moveTo>
                  <a:lnTo>
                    <a:pt x="53251" y="326237"/>
                  </a:lnTo>
                  <a:lnTo>
                    <a:pt x="53200" y="325793"/>
                  </a:lnTo>
                  <a:lnTo>
                    <a:pt x="53073" y="324954"/>
                  </a:lnTo>
                  <a:lnTo>
                    <a:pt x="52971" y="324218"/>
                  </a:lnTo>
                  <a:lnTo>
                    <a:pt x="52857" y="323367"/>
                  </a:lnTo>
                  <a:lnTo>
                    <a:pt x="52793" y="322910"/>
                  </a:lnTo>
                  <a:lnTo>
                    <a:pt x="52730" y="322402"/>
                  </a:lnTo>
                  <a:lnTo>
                    <a:pt x="52616" y="321589"/>
                  </a:lnTo>
                  <a:lnTo>
                    <a:pt x="52514" y="320865"/>
                  </a:lnTo>
                  <a:lnTo>
                    <a:pt x="52400" y="320065"/>
                  </a:lnTo>
                  <a:lnTo>
                    <a:pt x="52349" y="319709"/>
                  </a:lnTo>
                  <a:lnTo>
                    <a:pt x="52247" y="318947"/>
                  </a:lnTo>
                  <a:lnTo>
                    <a:pt x="52133" y="318096"/>
                  </a:lnTo>
                  <a:lnTo>
                    <a:pt x="52082" y="317754"/>
                  </a:lnTo>
                  <a:lnTo>
                    <a:pt x="51993" y="317093"/>
                  </a:lnTo>
                  <a:lnTo>
                    <a:pt x="50736" y="315899"/>
                  </a:lnTo>
                  <a:lnTo>
                    <a:pt x="50736" y="321589"/>
                  </a:lnTo>
                  <a:lnTo>
                    <a:pt x="50634" y="322402"/>
                  </a:lnTo>
                  <a:lnTo>
                    <a:pt x="49212" y="328231"/>
                  </a:lnTo>
                  <a:lnTo>
                    <a:pt x="49161" y="328434"/>
                  </a:lnTo>
                  <a:lnTo>
                    <a:pt x="44132" y="331724"/>
                  </a:lnTo>
                  <a:lnTo>
                    <a:pt x="41541" y="331330"/>
                  </a:lnTo>
                  <a:lnTo>
                    <a:pt x="38811" y="330923"/>
                  </a:lnTo>
                  <a:lnTo>
                    <a:pt x="38608" y="330923"/>
                  </a:lnTo>
                  <a:lnTo>
                    <a:pt x="37769" y="329438"/>
                  </a:lnTo>
                  <a:lnTo>
                    <a:pt x="35433" y="325285"/>
                  </a:lnTo>
                  <a:lnTo>
                    <a:pt x="35318" y="324485"/>
                  </a:lnTo>
                  <a:lnTo>
                    <a:pt x="35204" y="323545"/>
                  </a:lnTo>
                  <a:lnTo>
                    <a:pt x="35128" y="322910"/>
                  </a:lnTo>
                  <a:lnTo>
                    <a:pt x="35013" y="321983"/>
                  </a:lnTo>
                  <a:lnTo>
                    <a:pt x="34963" y="321589"/>
                  </a:lnTo>
                  <a:lnTo>
                    <a:pt x="35560" y="320065"/>
                  </a:lnTo>
                  <a:lnTo>
                    <a:pt x="40170" y="330923"/>
                  </a:lnTo>
                  <a:lnTo>
                    <a:pt x="47828" y="328434"/>
                  </a:lnTo>
                  <a:lnTo>
                    <a:pt x="47980" y="328434"/>
                  </a:lnTo>
                  <a:lnTo>
                    <a:pt x="48006" y="327444"/>
                  </a:lnTo>
                  <a:lnTo>
                    <a:pt x="48133" y="323367"/>
                  </a:lnTo>
                  <a:lnTo>
                    <a:pt x="44932" y="316585"/>
                  </a:lnTo>
                  <a:lnTo>
                    <a:pt x="44831" y="316369"/>
                  </a:lnTo>
                  <a:lnTo>
                    <a:pt x="37846" y="315252"/>
                  </a:lnTo>
                  <a:lnTo>
                    <a:pt x="37198" y="315861"/>
                  </a:lnTo>
                  <a:lnTo>
                    <a:pt x="46672" y="320662"/>
                  </a:lnTo>
                  <a:lnTo>
                    <a:pt x="43611" y="327444"/>
                  </a:lnTo>
                  <a:lnTo>
                    <a:pt x="41694" y="325285"/>
                  </a:lnTo>
                  <a:lnTo>
                    <a:pt x="41884" y="324954"/>
                  </a:lnTo>
                  <a:lnTo>
                    <a:pt x="45872" y="320421"/>
                  </a:lnTo>
                  <a:lnTo>
                    <a:pt x="36322" y="318096"/>
                  </a:lnTo>
                  <a:lnTo>
                    <a:pt x="37198" y="315861"/>
                  </a:lnTo>
                  <a:lnTo>
                    <a:pt x="36512" y="316369"/>
                  </a:lnTo>
                  <a:lnTo>
                    <a:pt x="34886" y="317754"/>
                  </a:lnTo>
                  <a:lnTo>
                    <a:pt x="34582" y="317754"/>
                  </a:lnTo>
                  <a:lnTo>
                    <a:pt x="34658" y="317944"/>
                  </a:lnTo>
                  <a:lnTo>
                    <a:pt x="34404" y="318160"/>
                  </a:lnTo>
                  <a:lnTo>
                    <a:pt x="34404" y="329438"/>
                  </a:lnTo>
                  <a:lnTo>
                    <a:pt x="29641" y="328434"/>
                  </a:lnTo>
                  <a:lnTo>
                    <a:pt x="29133" y="328625"/>
                  </a:lnTo>
                  <a:lnTo>
                    <a:pt x="29210" y="328434"/>
                  </a:lnTo>
                  <a:lnTo>
                    <a:pt x="29298" y="328231"/>
                  </a:lnTo>
                  <a:lnTo>
                    <a:pt x="30137" y="326237"/>
                  </a:lnTo>
                  <a:lnTo>
                    <a:pt x="30670" y="324954"/>
                  </a:lnTo>
                  <a:lnTo>
                    <a:pt x="30784" y="324688"/>
                  </a:lnTo>
                  <a:lnTo>
                    <a:pt x="30861" y="324485"/>
                  </a:lnTo>
                  <a:lnTo>
                    <a:pt x="31038" y="324218"/>
                  </a:lnTo>
                  <a:lnTo>
                    <a:pt x="32702" y="321767"/>
                  </a:lnTo>
                  <a:lnTo>
                    <a:pt x="32639" y="320065"/>
                  </a:lnTo>
                  <a:lnTo>
                    <a:pt x="32918" y="321589"/>
                  </a:lnTo>
                  <a:lnTo>
                    <a:pt x="34175" y="328231"/>
                  </a:lnTo>
                  <a:lnTo>
                    <a:pt x="34277" y="328777"/>
                  </a:lnTo>
                  <a:lnTo>
                    <a:pt x="34404" y="329438"/>
                  </a:lnTo>
                  <a:lnTo>
                    <a:pt x="34404" y="318160"/>
                  </a:lnTo>
                  <a:lnTo>
                    <a:pt x="33578" y="318858"/>
                  </a:lnTo>
                  <a:lnTo>
                    <a:pt x="27419" y="318325"/>
                  </a:lnTo>
                  <a:lnTo>
                    <a:pt x="27419" y="329298"/>
                  </a:lnTo>
                  <a:lnTo>
                    <a:pt x="24460" y="330454"/>
                  </a:lnTo>
                  <a:lnTo>
                    <a:pt x="18745" y="332854"/>
                  </a:lnTo>
                  <a:lnTo>
                    <a:pt x="15468" y="335419"/>
                  </a:lnTo>
                  <a:lnTo>
                    <a:pt x="14084" y="334365"/>
                  </a:lnTo>
                  <a:lnTo>
                    <a:pt x="16776" y="332854"/>
                  </a:lnTo>
                  <a:lnTo>
                    <a:pt x="17526" y="332435"/>
                  </a:lnTo>
                  <a:lnTo>
                    <a:pt x="27419" y="329298"/>
                  </a:lnTo>
                  <a:lnTo>
                    <a:pt x="27419" y="318325"/>
                  </a:lnTo>
                  <a:lnTo>
                    <a:pt x="23190" y="317944"/>
                  </a:lnTo>
                  <a:lnTo>
                    <a:pt x="22733" y="317944"/>
                  </a:lnTo>
                  <a:lnTo>
                    <a:pt x="25488" y="321983"/>
                  </a:lnTo>
                  <a:lnTo>
                    <a:pt x="26441" y="323367"/>
                  </a:lnTo>
                  <a:lnTo>
                    <a:pt x="26568" y="323545"/>
                  </a:lnTo>
                  <a:lnTo>
                    <a:pt x="26581" y="323367"/>
                  </a:lnTo>
                  <a:lnTo>
                    <a:pt x="26835" y="323850"/>
                  </a:lnTo>
                  <a:lnTo>
                    <a:pt x="26911" y="323989"/>
                  </a:lnTo>
                  <a:lnTo>
                    <a:pt x="27025" y="324218"/>
                  </a:lnTo>
                  <a:lnTo>
                    <a:pt x="25488" y="321983"/>
                  </a:lnTo>
                  <a:lnTo>
                    <a:pt x="23609" y="323367"/>
                  </a:lnTo>
                  <a:lnTo>
                    <a:pt x="22669" y="324853"/>
                  </a:lnTo>
                  <a:lnTo>
                    <a:pt x="22593" y="324485"/>
                  </a:lnTo>
                  <a:lnTo>
                    <a:pt x="22479" y="323989"/>
                  </a:lnTo>
                  <a:lnTo>
                    <a:pt x="22377" y="323545"/>
                  </a:lnTo>
                  <a:lnTo>
                    <a:pt x="22339" y="323367"/>
                  </a:lnTo>
                  <a:lnTo>
                    <a:pt x="22237" y="322910"/>
                  </a:lnTo>
                  <a:lnTo>
                    <a:pt x="22136" y="322402"/>
                  </a:lnTo>
                  <a:lnTo>
                    <a:pt x="22034" y="321983"/>
                  </a:lnTo>
                  <a:lnTo>
                    <a:pt x="19481" y="323545"/>
                  </a:lnTo>
                  <a:lnTo>
                    <a:pt x="19596" y="322402"/>
                  </a:lnTo>
                  <a:lnTo>
                    <a:pt x="19291" y="322491"/>
                  </a:lnTo>
                  <a:lnTo>
                    <a:pt x="19291" y="325285"/>
                  </a:lnTo>
                  <a:lnTo>
                    <a:pt x="19189" y="326237"/>
                  </a:lnTo>
                  <a:lnTo>
                    <a:pt x="19075" y="324954"/>
                  </a:lnTo>
                  <a:lnTo>
                    <a:pt x="18973" y="323850"/>
                  </a:lnTo>
                  <a:lnTo>
                    <a:pt x="19037" y="324485"/>
                  </a:lnTo>
                  <a:lnTo>
                    <a:pt x="19075" y="324954"/>
                  </a:lnTo>
                  <a:lnTo>
                    <a:pt x="19151" y="325793"/>
                  </a:lnTo>
                  <a:lnTo>
                    <a:pt x="19291" y="325285"/>
                  </a:lnTo>
                  <a:lnTo>
                    <a:pt x="19291" y="322491"/>
                  </a:lnTo>
                  <a:lnTo>
                    <a:pt x="15862" y="323367"/>
                  </a:lnTo>
                  <a:lnTo>
                    <a:pt x="15303" y="323545"/>
                  </a:lnTo>
                  <a:lnTo>
                    <a:pt x="15062" y="323608"/>
                  </a:lnTo>
                  <a:lnTo>
                    <a:pt x="15062" y="324954"/>
                  </a:lnTo>
                  <a:lnTo>
                    <a:pt x="14947" y="324688"/>
                  </a:lnTo>
                  <a:lnTo>
                    <a:pt x="14859" y="324485"/>
                  </a:lnTo>
                  <a:lnTo>
                    <a:pt x="14757" y="324218"/>
                  </a:lnTo>
                  <a:lnTo>
                    <a:pt x="14122" y="324954"/>
                  </a:lnTo>
                  <a:lnTo>
                    <a:pt x="14744" y="324218"/>
                  </a:lnTo>
                  <a:lnTo>
                    <a:pt x="14592" y="323850"/>
                  </a:lnTo>
                  <a:lnTo>
                    <a:pt x="14655" y="323989"/>
                  </a:lnTo>
                  <a:lnTo>
                    <a:pt x="14744" y="324218"/>
                  </a:lnTo>
                  <a:lnTo>
                    <a:pt x="14935" y="323989"/>
                  </a:lnTo>
                  <a:lnTo>
                    <a:pt x="15049" y="323850"/>
                  </a:lnTo>
                  <a:lnTo>
                    <a:pt x="15062" y="324954"/>
                  </a:lnTo>
                  <a:lnTo>
                    <a:pt x="15062" y="323608"/>
                  </a:lnTo>
                  <a:lnTo>
                    <a:pt x="14541" y="323723"/>
                  </a:lnTo>
                  <a:lnTo>
                    <a:pt x="14071" y="323837"/>
                  </a:lnTo>
                  <a:lnTo>
                    <a:pt x="13843" y="323913"/>
                  </a:lnTo>
                  <a:lnTo>
                    <a:pt x="13843" y="325285"/>
                  </a:lnTo>
                  <a:lnTo>
                    <a:pt x="13055" y="330454"/>
                  </a:lnTo>
                  <a:lnTo>
                    <a:pt x="12979" y="330923"/>
                  </a:lnTo>
                  <a:lnTo>
                    <a:pt x="12915" y="331330"/>
                  </a:lnTo>
                  <a:lnTo>
                    <a:pt x="12839" y="331825"/>
                  </a:lnTo>
                  <a:lnTo>
                    <a:pt x="12776" y="332219"/>
                  </a:lnTo>
                  <a:lnTo>
                    <a:pt x="11709" y="332790"/>
                  </a:lnTo>
                  <a:lnTo>
                    <a:pt x="9867" y="331825"/>
                  </a:lnTo>
                  <a:lnTo>
                    <a:pt x="13106" y="326237"/>
                  </a:lnTo>
                  <a:lnTo>
                    <a:pt x="13233" y="326021"/>
                  </a:lnTo>
                  <a:lnTo>
                    <a:pt x="13843" y="325285"/>
                  </a:lnTo>
                  <a:lnTo>
                    <a:pt x="13843" y="323913"/>
                  </a:lnTo>
                  <a:lnTo>
                    <a:pt x="13449" y="323989"/>
                  </a:lnTo>
                  <a:lnTo>
                    <a:pt x="13995" y="323850"/>
                  </a:lnTo>
                  <a:lnTo>
                    <a:pt x="14109" y="323570"/>
                  </a:lnTo>
                  <a:lnTo>
                    <a:pt x="14071" y="323837"/>
                  </a:lnTo>
                  <a:lnTo>
                    <a:pt x="14528" y="323710"/>
                  </a:lnTo>
                  <a:lnTo>
                    <a:pt x="14211" y="322910"/>
                  </a:lnTo>
                  <a:lnTo>
                    <a:pt x="14401" y="323367"/>
                  </a:lnTo>
                  <a:lnTo>
                    <a:pt x="14478" y="323545"/>
                  </a:lnTo>
                  <a:lnTo>
                    <a:pt x="14528" y="323710"/>
                  </a:lnTo>
                  <a:lnTo>
                    <a:pt x="15176" y="323545"/>
                  </a:lnTo>
                  <a:lnTo>
                    <a:pt x="15443" y="323367"/>
                  </a:lnTo>
                  <a:lnTo>
                    <a:pt x="15824" y="322910"/>
                  </a:lnTo>
                  <a:lnTo>
                    <a:pt x="17526" y="320865"/>
                  </a:lnTo>
                  <a:lnTo>
                    <a:pt x="22580" y="316585"/>
                  </a:lnTo>
                  <a:lnTo>
                    <a:pt x="28181" y="313461"/>
                  </a:lnTo>
                  <a:lnTo>
                    <a:pt x="34569" y="311823"/>
                  </a:lnTo>
                  <a:lnTo>
                    <a:pt x="41668" y="312089"/>
                  </a:lnTo>
                  <a:lnTo>
                    <a:pt x="47675" y="315125"/>
                  </a:lnTo>
                  <a:lnTo>
                    <a:pt x="50736" y="321589"/>
                  </a:lnTo>
                  <a:lnTo>
                    <a:pt x="50736" y="315899"/>
                  </a:lnTo>
                  <a:lnTo>
                    <a:pt x="46443" y="311823"/>
                  </a:lnTo>
                  <a:lnTo>
                    <a:pt x="44335" y="309816"/>
                  </a:lnTo>
                  <a:lnTo>
                    <a:pt x="33769" y="308673"/>
                  </a:lnTo>
                  <a:lnTo>
                    <a:pt x="44348" y="305727"/>
                  </a:lnTo>
                  <a:lnTo>
                    <a:pt x="44640" y="305320"/>
                  </a:lnTo>
                  <a:lnTo>
                    <a:pt x="50165" y="297357"/>
                  </a:lnTo>
                  <a:lnTo>
                    <a:pt x="50050" y="296087"/>
                  </a:lnTo>
                  <a:lnTo>
                    <a:pt x="49923" y="294792"/>
                  </a:lnTo>
                  <a:lnTo>
                    <a:pt x="49796" y="293484"/>
                  </a:lnTo>
                  <a:lnTo>
                    <a:pt x="49745" y="292989"/>
                  </a:lnTo>
                  <a:lnTo>
                    <a:pt x="49631" y="291782"/>
                  </a:lnTo>
                  <a:lnTo>
                    <a:pt x="49555" y="291033"/>
                  </a:lnTo>
                  <a:lnTo>
                    <a:pt x="49441" y="289788"/>
                  </a:lnTo>
                  <a:lnTo>
                    <a:pt x="49326" y="288632"/>
                  </a:lnTo>
                  <a:lnTo>
                    <a:pt x="49199" y="287350"/>
                  </a:lnTo>
                  <a:lnTo>
                    <a:pt x="47866" y="285775"/>
                  </a:lnTo>
                  <a:lnTo>
                    <a:pt x="47866" y="292989"/>
                  </a:lnTo>
                  <a:lnTo>
                    <a:pt x="46977" y="297091"/>
                  </a:lnTo>
                  <a:lnTo>
                    <a:pt x="46926" y="297357"/>
                  </a:lnTo>
                  <a:lnTo>
                    <a:pt x="46850" y="297688"/>
                  </a:lnTo>
                  <a:lnTo>
                    <a:pt x="46786" y="297980"/>
                  </a:lnTo>
                  <a:lnTo>
                    <a:pt x="46710" y="298310"/>
                  </a:lnTo>
                  <a:lnTo>
                    <a:pt x="46596" y="298881"/>
                  </a:lnTo>
                  <a:lnTo>
                    <a:pt x="46469" y="299415"/>
                  </a:lnTo>
                  <a:lnTo>
                    <a:pt x="46355" y="299974"/>
                  </a:lnTo>
                  <a:lnTo>
                    <a:pt x="41160" y="303911"/>
                  </a:lnTo>
                  <a:lnTo>
                    <a:pt x="34264" y="305320"/>
                  </a:lnTo>
                  <a:lnTo>
                    <a:pt x="27609" y="304723"/>
                  </a:lnTo>
                  <a:lnTo>
                    <a:pt x="21374" y="302552"/>
                  </a:lnTo>
                  <a:lnTo>
                    <a:pt x="15608" y="299262"/>
                  </a:lnTo>
                  <a:lnTo>
                    <a:pt x="15074" y="298881"/>
                  </a:lnTo>
                  <a:lnTo>
                    <a:pt x="13614" y="297688"/>
                  </a:lnTo>
                  <a:lnTo>
                    <a:pt x="12865" y="297091"/>
                  </a:lnTo>
                  <a:lnTo>
                    <a:pt x="14376" y="297091"/>
                  </a:lnTo>
                  <a:lnTo>
                    <a:pt x="17183" y="297345"/>
                  </a:lnTo>
                  <a:lnTo>
                    <a:pt x="16865" y="296392"/>
                  </a:lnTo>
                  <a:lnTo>
                    <a:pt x="16814" y="296240"/>
                  </a:lnTo>
                  <a:lnTo>
                    <a:pt x="19672" y="297357"/>
                  </a:lnTo>
                  <a:lnTo>
                    <a:pt x="19621" y="294449"/>
                  </a:lnTo>
                  <a:lnTo>
                    <a:pt x="20904" y="295757"/>
                  </a:lnTo>
                  <a:lnTo>
                    <a:pt x="23037" y="296811"/>
                  </a:lnTo>
                  <a:lnTo>
                    <a:pt x="23368" y="296976"/>
                  </a:lnTo>
                  <a:lnTo>
                    <a:pt x="23622" y="297091"/>
                  </a:lnTo>
                  <a:lnTo>
                    <a:pt x="23342" y="297091"/>
                  </a:lnTo>
                  <a:lnTo>
                    <a:pt x="22936" y="297091"/>
                  </a:lnTo>
                  <a:lnTo>
                    <a:pt x="21386" y="300951"/>
                  </a:lnTo>
                  <a:lnTo>
                    <a:pt x="21259" y="301256"/>
                  </a:lnTo>
                  <a:lnTo>
                    <a:pt x="31737" y="298564"/>
                  </a:lnTo>
                  <a:lnTo>
                    <a:pt x="32956" y="299262"/>
                  </a:lnTo>
                  <a:lnTo>
                    <a:pt x="32905" y="299554"/>
                  </a:lnTo>
                  <a:lnTo>
                    <a:pt x="33235" y="299415"/>
                  </a:lnTo>
                  <a:lnTo>
                    <a:pt x="35941" y="300951"/>
                  </a:lnTo>
                  <a:lnTo>
                    <a:pt x="34544" y="298881"/>
                  </a:lnTo>
                  <a:lnTo>
                    <a:pt x="43116" y="295173"/>
                  </a:lnTo>
                  <a:lnTo>
                    <a:pt x="43472" y="295173"/>
                  </a:lnTo>
                  <a:lnTo>
                    <a:pt x="36944" y="300126"/>
                  </a:lnTo>
                  <a:lnTo>
                    <a:pt x="35941" y="300951"/>
                  </a:lnTo>
                  <a:lnTo>
                    <a:pt x="36715" y="301396"/>
                  </a:lnTo>
                  <a:lnTo>
                    <a:pt x="43065" y="299262"/>
                  </a:lnTo>
                  <a:lnTo>
                    <a:pt x="43307" y="299262"/>
                  </a:lnTo>
                  <a:lnTo>
                    <a:pt x="43929" y="296392"/>
                  </a:lnTo>
                  <a:lnTo>
                    <a:pt x="43992" y="296087"/>
                  </a:lnTo>
                  <a:lnTo>
                    <a:pt x="44119" y="295516"/>
                  </a:lnTo>
                  <a:lnTo>
                    <a:pt x="44196" y="295173"/>
                  </a:lnTo>
                  <a:lnTo>
                    <a:pt x="44272" y="294792"/>
                  </a:lnTo>
                  <a:lnTo>
                    <a:pt x="43980" y="294792"/>
                  </a:lnTo>
                  <a:lnTo>
                    <a:pt x="43345" y="295071"/>
                  </a:lnTo>
                  <a:lnTo>
                    <a:pt x="38150" y="291033"/>
                  </a:lnTo>
                  <a:lnTo>
                    <a:pt x="38811" y="289788"/>
                  </a:lnTo>
                  <a:lnTo>
                    <a:pt x="39382" y="288772"/>
                  </a:lnTo>
                  <a:lnTo>
                    <a:pt x="39458" y="288632"/>
                  </a:lnTo>
                  <a:lnTo>
                    <a:pt x="39585" y="288632"/>
                  </a:lnTo>
                  <a:lnTo>
                    <a:pt x="44183" y="294792"/>
                  </a:lnTo>
                  <a:lnTo>
                    <a:pt x="44348" y="294449"/>
                  </a:lnTo>
                  <a:lnTo>
                    <a:pt x="44856" y="292125"/>
                  </a:lnTo>
                  <a:lnTo>
                    <a:pt x="44919" y="291782"/>
                  </a:lnTo>
                  <a:lnTo>
                    <a:pt x="44094" y="288772"/>
                  </a:lnTo>
                  <a:lnTo>
                    <a:pt x="44056" y="288632"/>
                  </a:lnTo>
                  <a:lnTo>
                    <a:pt x="35331" y="285661"/>
                  </a:lnTo>
                  <a:lnTo>
                    <a:pt x="33807" y="294449"/>
                  </a:lnTo>
                  <a:lnTo>
                    <a:pt x="33680" y="295173"/>
                  </a:lnTo>
                  <a:lnTo>
                    <a:pt x="33578" y="295757"/>
                  </a:lnTo>
                  <a:lnTo>
                    <a:pt x="33464" y="296392"/>
                  </a:lnTo>
                  <a:lnTo>
                    <a:pt x="33337" y="297091"/>
                  </a:lnTo>
                  <a:lnTo>
                    <a:pt x="32448" y="295757"/>
                  </a:lnTo>
                  <a:lnTo>
                    <a:pt x="32321" y="295173"/>
                  </a:lnTo>
                  <a:lnTo>
                    <a:pt x="32245" y="294449"/>
                  </a:lnTo>
                  <a:lnTo>
                    <a:pt x="32131" y="293484"/>
                  </a:lnTo>
                  <a:lnTo>
                    <a:pt x="32016" y="291782"/>
                  </a:lnTo>
                  <a:lnTo>
                    <a:pt x="33147" y="288036"/>
                  </a:lnTo>
                  <a:lnTo>
                    <a:pt x="33350" y="287350"/>
                  </a:lnTo>
                  <a:lnTo>
                    <a:pt x="33388" y="287210"/>
                  </a:lnTo>
                  <a:lnTo>
                    <a:pt x="33477" y="286918"/>
                  </a:lnTo>
                  <a:lnTo>
                    <a:pt x="33553" y="286664"/>
                  </a:lnTo>
                  <a:lnTo>
                    <a:pt x="33604" y="286473"/>
                  </a:lnTo>
                  <a:lnTo>
                    <a:pt x="33769" y="285940"/>
                  </a:lnTo>
                  <a:lnTo>
                    <a:pt x="39014" y="284238"/>
                  </a:lnTo>
                  <a:lnTo>
                    <a:pt x="44716" y="286664"/>
                  </a:lnTo>
                  <a:lnTo>
                    <a:pt x="47866" y="292989"/>
                  </a:lnTo>
                  <a:lnTo>
                    <a:pt x="47866" y="285775"/>
                  </a:lnTo>
                  <a:lnTo>
                    <a:pt x="46570" y="284238"/>
                  </a:lnTo>
                  <a:lnTo>
                    <a:pt x="44119" y="281343"/>
                  </a:lnTo>
                  <a:lnTo>
                    <a:pt x="43370" y="280454"/>
                  </a:lnTo>
                  <a:lnTo>
                    <a:pt x="34569" y="281343"/>
                  </a:lnTo>
                  <a:lnTo>
                    <a:pt x="35382" y="275323"/>
                  </a:lnTo>
                  <a:lnTo>
                    <a:pt x="30416" y="274586"/>
                  </a:lnTo>
                  <a:lnTo>
                    <a:pt x="30416" y="296087"/>
                  </a:lnTo>
                  <a:lnTo>
                    <a:pt x="28727" y="294449"/>
                  </a:lnTo>
                  <a:lnTo>
                    <a:pt x="27876" y="293624"/>
                  </a:lnTo>
                  <a:lnTo>
                    <a:pt x="27724" y="293484"/>
                  </a:lnTo>
                  <a:lnTo>
                    <a:pt x="26771" y="292125"/>
                  </a:lnTo>
                  <a:lnTo>
                    <a:pt x="25133" y="289788"/>
                  </a:lnTo>
                  <a:lnTo>
                    <a:pt x="25603" y="289788"/>
                  </a:lnTo>
                  <a:lnTo>
                    <a:pt x="26809" y="289318"/>
                  </a:lnTo>
                  <a:lnTo>
                    <a:pt x="30035" y="288036"/>
                  </a:lnTo>
                  <a:lnTo>
                    <a:pt x="30073" y="288632"/>
                  </a:lnTo>
                  <a:lnTo>
                    <a:pt x="30175" y="291033"/>
                  </a:lnTo>
                  <a:lnTo>
                    <a:pt x="30302" y="293484"/>
                  </a:lnTo>
                  <a:lnTo>
                    <a:pt x="30416" y="296087"/>
                  </a:lnTo>
                  <a:lnTo>
                    <a:pt x="30416" y="274586"/>
                  </a:lnTo>
                  <a:lnTo>
                    <a:pt x="25374" y="273837"/>
                  </a:lnTo>
                  <a:lnTo>
                    <a:pt x="28397" y="286423"/>
                  </a:lnTo>
                  <a:lnTo>
                    <a:pt x="24015" y="285750"/>
                  </a:lnTo>
                  <a:lnTo>
                    <a:pt x="24015" y="294449"/>
                  </a:lnTo>
                  <a:lnTo>
                    <a:pt x="23825" y="295173"/>
                  </a:lnTo>
                  <a:lnTo>
                    <a:pt x="23571" y="295516"/>
                  </a:lnTo>
                  <a:lnTo>
                    <a:pt x="24003" y="294449"/>
                  </a:lnTo>
                  <a:lnTo>
                    <a:pt x="24015" y="285750"/>
                  </a:lnTo>
                  <a:lnTo>
                    <a:pt x="23317" y="285635"/>
                  </a:lnTo>
                  <a:lnTo>
                    <a:pt x="23317" y="289318"/>
                  </a:lnTo>
                  <a:lnTo>
                    <a:pt x="18567" y="288632"/>
                  </a:lnTo>
                  <a:lnTo>
                    <a:pt x="16675" y="288366"/>
                  </a:lnTo>
                  <a:lnTo>
                    <a:pt x="16675" y="295846"/>
                  </a:lnTo>
                  <a:lnTo>
                    <a:pt x="16573" y="295579"/>
                  </a:lnTo>
                  <a:lnTo>
                    <a:pt x="16649" y="295757"/>
                  </a:lnTo>
                  <a:lnTo>
                    <a:pt x="16675" y="288366"/>
                  </a:lnTo>
                  <a:lnTo>
                    <a:pt x="12788" y="287807"/>
                  </a:lnTo>
                  <a:lnTo>
                    <a:pt x="12293" y="287642"/>
                  </a:lnTo>
                  <a:lnTo>
                    <a:pt x="12293" y="294551"/>
                  </a:lnTo>
                  <a:lnTo>
                    <a:pt x="12204" y="295173"/>
                  </a:lnTo>
                  <a:lnTo>
                    <a:pt x="12141" y="295529"/>
                  </a:lnTo>
                  <a:lnTo>
                    <a:pt x="12293" y="294551"/>
                  </a:lnTo>
                  <a:lnTo>
                    <a:pt x="12293" y="287642"/>
                  </a:lnTo>
                  <a:lnTo>
                    <a:pt x="11264" y="287286"/>
                  </a:lnTo>
                  <a:lnTo>
                    <a:pt x="11264" y="296392"/>
                  </a:lnTo>
                  <a:lnTo>
                    <a:pt x="11150" y="296087"/>
                  </a:lnTo>
                  <a:lnTo>
                    <a:pt x="11010" y="296240"/>
                  </a:lnTo>
                  <a:lnTo>
                    <a:pt x="10947" y="296392"/>
                  </a:lnTo>
                  <a:lnTo>
                    <a:pt x="10909" y="295516"/>
                  </a:lnTo>
                  <a:lnTo>
                    <a:pt x="10033" y="294792"/>
                  </a:lnTo>
                  <a:lnTo>
                    <a:pt x="5511" y="289788"/>
                  </a:lnTo>
                  <a:lnTo>
                    <a:pt x="5181" y="289788"/>
                  </a:lnTo>
                  <a:lnTo>
                    <a:pt x="6642" y="288632"/>
                  </a:lnTo>
                  <a:lnTo>
                    <a:pt x="7747" y="288632"/>
                  </a:lnTo>
                  <a:lnTo>
                    <a:pt x="8204" y="288772"/>
                  </a:lnTo>
                  <a:lnTo>
                    <a:pt x="10909" y="295516"/>
                  </a:lnTo>
                  <a:lnTo>
                    <a:pt x="11150" y="296087"/>
                  </a:lnTo>
                  <a:lnTo>
                    <a:pt x="11201" y="295757"/>
                  </a:lnTo>
                  <a:lnTo>
                    <a:pt x="11264" y="296392"/>
                  </a:lnTo>
                  <a:lnTo>
                    <a:pt x="11264" y="287286"/>
                  </a:lnTo>
                  <a:lnTo>
                    <a:pt x="8953" y="286473"/>
                  </a:lnTo>
                  <a:lnTo>
                    <a:pt x="10071" y="285203"/>
                  </a:lnTo>
                  <a:lnTo>
                    <a:pt x="13881" y="287210"/>
                  </a:lnTo>
                  <a:lnTo>
                    <a:pt x="20040" y="288632"/>
                  </a:lnTo>
                  <a:lnTo>
                    <a:pt x="23317" y="289318"/>
                  </a:lnTo>
                  <a:lnTo>
                    <a:pt x="23317" y="285635"/>
                  </a:lnTo>
                  <a:lnTo>
                    <a:pt x="20599" y="285203"/>
                  </a:lnTo>
                  <a:lnTo>
                    <a:pt x="14376" y="284238"/>
                  </a:lnTo>
                  <a:lnTo>
                    <a:pt x="10414" y="282905"/>
                  </a:lnTo>
                  <a:lnTo>
                    <a:pt x="11315" y="279793"/>
                  </a:lnTo>
                  <a:lnTo>
                    <a:pt x="12026" y="275323"/>
                  </a:lnTo>
                  <a:lnTo>
                    <a:pt x="11518" y="274612"/>
                  </a:lnTo>
                  <a:lnTo>
                    <a:pt x="8013" y="270332"/>
                  </a:lnTo>
                  <a:lnTo>
                    <a:pt x="2641" y="268439"/>
                  </a:lnTo>
                  <a:lnTo>
                    <a:pt x="431" y="274612"/>
                  </a:lnTo>
                  <a:lnTo>
                    <a:pt x="0" y="277914"/>
                  </a:lnTo>
                  <a:lnTo>
                    <a:pt x="1524" y="280746"/>
                  </a:lnTo>
                  <a:lnTo>
                    <a:pt x="4089" y="285661"/>
                  </a:lnTo>
                  <a:lnTo>
                    <a:pt x="6959" y="285661"/>
                  </a:lnTo>
                  <a:lnTo>
                    <a:pt x="3403" y="291033"/>
                  </a:lnTo>
                  <a:lnTo>
                    <a:pt x="11518" y="300126"/>
                  </a:lnTo>
                  <a:lnTo>
                    <a:pt x="22072" y="306451"/>
                  </a:lnTo>
                  <a:lnTo>
                    <a:pt x="32931" y="308622"/>
                  </a:lnTo>
                  <a:lnTo>
                    <a:pt x="22313" y="312661"/>
                  </a:lnTo>
                  <a:lnTo>
                    <a:pt x="13589" y="320421"/>
                  </a:lnTo>
                  <a:lnTo>
                    <a:pt x="13373" y="320662"/>
                  </a:lnTo>
                  <a:lnTo>
                    <a:pt x="7518" y="330923"/>
                  </a:lnTo>
                  <a:lnTo>
                    <a:pt x="7747" y="330923"/>
                  </a:lnTo>
                  <a:lnTo>
                    <a:pt x="12420" y="335559"/>
                  </a:lnTo>
                  <a:lnTo>
                    <a:pt x="9461" y="336029"/>
                  </a:lnTo>
                  <a:lnTo>
                    <a:pt x="7327" y="344220"/>
                  </a:lnTo>
                  <a:lnTo>
                    <a:pt x="8509" y="347357"/>
                  </a:lnTo>
                  <a:lnTo>
                    <a:pt x="12128" y="353060"/>
                  </a:lnTo>
                  <a:lnTo>
                    <a:pt x="16941" y="350354"/>
                  </a:lnTo>
                  <a:lnTo>
                    <a:pt x="19735" y="344881"/>
                  </a:lnTo>
                  <a:lnTo>
                    <a:pt x="17983" y="340563"/>
                  </a:lnTo>
                  <a:lnTo>
                    <a:pt x="16370" y="337629"/>
                  </a:lnTo>
                  <a:lnTo>
                    <a:pt x="19850" y="335724"/>
                  </a:lnTo>
                  <a:lnTo>
                    <a:pt x="20777" y="335419"/>
                  </a:lnTo>
                  <a:lnTo>
                    <a:pt x="33185" y="331330"/>
                  </a:lnTo>
                  <a:lnTo>
                    <a:pt x="33172" y="344131"/>
                  </a:lnTo>
                  <a:lnTo>
                    <a:pt x="42646" y="341083"/>
                  </a:lnTo>
                  <a:lnTo>
                    <a:pt x="40716" y="336029"/>
                  </a:lnTo>
                  <a:lnTo>
                    <a:pt x="40601" y="335724"/>
                  </a:lnTo>
                  <a:lnTo>
                    <a:pt x="40487" y="335419"/>
                  </a:lnTo>
                  <a:lnTo>
                    <a:pt x="38557" y="335419"/>
                  </a:lnTo>
                  <a:lnTo>
                    <a:pt x="49263" y="334772"/>
                  </a:lnTo>
                  <a:lnTo>
                    <a:pt x="50825" y="331825"/>
                  </a:lnTo>
                  <a:lnTo>
                    <a:pt x="53365" y="327050"/>
                  </a:lnTo>
                  <a:close/>
                </a:path>
                <a:path w="617220" h="606425">
                  <a:moveTo>
                    <a:pt x="111975" y="130327"/>
                  </a:moveTo>
                  <a:lnTo>
                    <a:pt x="105435" y="128803"/>
                  </a:lnTo>
                  <a:lnTo>
                    <a:pt x="88734" y="124917"/>
                  </a:lnTo>
                  <a:lnTo>
                    <a:pt x="87376" y="124612"/>
                  </a:lnTo>
                  <a:lnTo>
                    <a:pt x="87376" y="128054"/>
                  </a:lnTo>
                  <a:lnTo>
                    <a:pt x="79641" y="137706"/>
                  </a:lnTo>
                  <a:lnTo>
                    <a:pt x="73939" y="124917"/>
                  </a:lnTo>
                  <a:lnTo>
                    <a:pt x="87376" y="128054"/>
                  </a:lnTo>
                  <a:lnTo>
                    <a:pt x="87376" y="124612"/>
                  </a:lnTo>
                  <a:lnTo>
                    <a:pt x="84531" y="123939"/>
                  </a:lnTo>
                  <a:lnTo>
                    <a:pt x="65328" y="119468"/>
                  </a:lnTo>
                  <a:lnTo>
                    <a:pt x="64884" y="120027"/>
                  </a:lnTo>
                  <a:lnTo>
                    <a:pt x="62268" y="122910"/>
                  </a:lnTo>
                  <a:lnTo>
                    <a:pt x="60731" y="124561"/>
                  </a:lnTo>
                  <a:lnTo>
                    <a:pt x="59575" y="125882"/>
                  </a:lnTo>
                  <a:lnTo>
                    <a:pt x="57823" y="128054"/>
                  </a:lnTo>
                  <a:lnTo>
                    <a:pt x="57950" y="128054"/>
                  </a:lnTo>
                  <a:lnTo>
                    <a:pt x="58445" y="128460"/>
                  </a:lnTo>
                  <a:lnTo>
                    <a:pt x="60032" y="126631"/>
                  </a:lnTo>
                  <a:lnTo>
                    <a:pt x="61861" y="125361"/>
                  </a:lnTo>
                  <a:lnTo>
                    <a:pt x="65925" y="123939"/>
                  </a:lnTo>
                  <a:lnTo>
                    <a:pt x="68478" y="123939"/>
                  </a:lnTo>
                  <a:lnTo>
                    <a:pt x="70383" y="124371"/>
                  </a:lnTo>
                  <a:lnTo>
                    <a:pt x="84747" y="156425"/>
                  </a:lnTo>
                  <a:lnTo>
                    <a:pt x="85344" y="159702"/>
                  </a:lnTo>
                  <a:lnTo>
                    <a:pt x="85420" y="160883"/>
                  </a:lnTo>
                  <a:lnTo>
                    <a:pt x="84810" y="163830"/>
                  </a:lnTo>
                  <a:lnTo>
                    <a:pt x="85369" y="164299"/>
                  </a:lnTo>
                  <a:lnTo>
                    <a:pt x="85623" y="163995"/>
                  </a:lnTo>
                  <a:lnTo>
                    <a:pt x="87617" y="160883"/>
                  </a:lnTo>
                  <a:lnTo>
                    <a:pt x="88442" y="159702"/>
                  </a:lnTo>
                  <a:lnTo>
                    <a:pt x="89966" y="157772"/>
                  </a:lnTo>
                  <a:lnTo>
                    <a:pt x="90970" y="156705"/>
                  </a:lnTo>
                  <a:lnTo>
                    <a:pt x="93129" y="154571"/>
                  </a:lnTo>
                  <a:lnTo>
                    <a:pt x="93510" y="154165"/>
                  </a:lnTo>
                  <a:lnTo>
                    <a:pt x="93789" y="153809"/>
                  </a:lnTo>
                  <a:lnTo>
                    <a:pt x="93205" y="153339"/>
                  </a:lnTo>
                  <a:lnTo>
                    <a:pt x="91109" y="154571"/>
                  </a:lnTo>
                  <a:lnTo>
                    <a:pt x="89242" y="154571"/>
                  </a:lnTo>
                  <a:lnTo>
                    <a:pt x="86664" y="152501"/>
                  </a:lnTo>
                  <a:lnTo>
                    <a:pt x="85915" y="151549"/>
                  </a:lnTo>
                  <a:lnTo>
                    <a:pt x="84861" y="149199"/>
                  </a:lnTo>
                  <a:lnTo>
                    <a:pt x="84569" y="148666"/>
                  </a:lnTo>
                  <a:lnTo>
                    <a:pt x="81051" y="140855"/>
                  </a:lnTo>
                  <a:lnTo>
                    <a:pt x="83578" y="137706"/>
                  </a:lnTo>
                  <a:lnTo>
                    <a:pt x="90703" y="128803"/>
                  </a:lnTo>
                  <a:lnTo>
                    <a:pt x="102006" y="131419"/>
                  </a:lnTo>
                  <a:lnTo>
                    <a:pt x="104063" y="132194"/>
                  </a:lnTo>
                  <a:lnTo>
                    <a:pt x="105130" y="133083"/>
                  </a:lnTo>
                  <a:lnTo>
                    <a:pt x="106603" y="134264"/>
                  </a:lnTo>
                  <a:lnTo>
                    <a:pt x="106718" y="135001"/>
                  </a:lnTo>
                  <a:lnTo>
                    <a:pt x="106832" y="135775"/>
                  </a:lnTo>
                  <a:lnTo>
                    <a:pt x="105778" y="137706"/>
                  </a:lnTo>
                  <a:lnTo>
                    <a:pt x="105918" y="137706"/>
                  </a:lnTo>
                  <a:lnTo>
                    <a:pt x="106400" y="138074"/>
                  </a:lnTo>
                  <a:lnTo>
                    <a:pt x="108508" y="135001"/>
                  </a:lnTo>
                  <a:lnTo>
                    <a:pt x="110375" y="132422"/>
                  </a:lnTo>
                  <a:lnTo>
                    <a:pt x="111975" y="130327"/>
                  </a:lnTo>
                  <a:close/>
                </a:path>
                <a:path w="617220" h="606425">
                  <a:moveTo>
                    <a:pt x="119507" y="121678"/>
                  </a:moveTo>
                  <a:lnTo>
                    <a:pt x="118948" y="121208"/>
                  </a:lnTo>
                  <a:lnTo>
                    <a:pt x="115417" y="123266"/>
                  </a:lnTo>
                  <a:lnTo>
                    <a:pt x="109893" y="123418"/>
                  </a:lnTo>
                  <a:lnTo>
                    <a:pt x="80772" y="116751"/>
                  </a:lnTo>
                  <a:lnTo>
                    <a:pt x="80467" y="116624"/>
                  </a:lnTo>
                  <a:lnTo>
                    <a:pt x="80162" y="116624"/>
                  </a:lnTo>
                  <a:lnTo>
                    <a:pt x="79451" y="116332"/>
                  </a:lnTo>
                  <a:lnTo>
                    <a:pt x="77978" y="115951"/>
                  </a:lnTo>
                  <a:lnTo>
                    <a:pt x="75501" y="115354"/>
                  </a:lnTo>
                  <a:lnTo>
                    <a:pt x="73190" y="114757"/>
                  </a:lnTo>
                  <a:lnTo>
                    <a:pt x="71323" y="114249"/>
                  </a:lnTo>
                  <a:lnTo>
                    <a:pt x="69862" y="113792"/>
                  </a:lnTo>
                  <a:lnTo>
                    <a:pt x="67348" y="116916"/>
                  </a:lnTo>
                  <a:lnTo>
                    <a:pt x="113995" y="127762"/>
                  </a:lnTo>
                  <a:lnTo>
                    <a:pt x="115100" y="126403"/>
                  </a:lnTo>
                  <a:lnTo>
                    <a:pt x="116928" y="124371"/>
                  </a:lnTo>
                  <a:lnTo>
                    <a:pt x="117843" y="123418"/>
                  </a:lnTo>
                  <a:lnTo>
                    <a:pt x="119507" y="121678"/>
                  </a:lnTo>
                  <a:close/>
                </a:path>
                <a:path w="617220" h="606425">
                  <a:moveTo>
                    <a:pt x="119532" y="492264"/>
                  </a:moveTo>
                  <a:lnTo>
                    <a:pt x="115227" y="487527"/>
                  </a:lnTo>
                  <a:lnTo>
                    <a:pt x="114858" y="487908"/>
                  </a:lnTo>
                  <a:lnTo>
                    <a:pt x="115646" y="489089"/>
                  </a:lnTo>
                  <a:lnTo>
                    <a:pt x="115874" y="490296"/>
                  </a:lnTo>
                  <a:lnTo>
                    <a:pt x="115201" y="492760"/>
                  </a:lnTo>
                  <a:lnTo>
                    <a:pt x="114223" y="494207"/>
                  </a:lnTo>
                  <a:lnTo>
                    <a:pt x="101396" y="507136"/>
                  </a:lnTo>
                  <a:lnTo>
                    <a:pt x="100393" y="508355"/>
                  </a:lnTo>
                  <a:lnTo>
                    <a:pt x="100063" y="509003"/>
                  </a:lnTo>
                  <a:lnTo>
                    <a:pt x="99517" y="510171"/>
                  </a:lnTo>
                  <a:lnTo>
                    <a:pt x="99606" y="512597"/>
                  </a:lnTo>
                  <a:lnTo>
                    <a:pt x="100914" y="515594"/>
                  </a:lnTo>
                  <a:lnTo>
                    <a:pt x="101041" y="512267"/>
                  </a:lnTo>
                  <a:lnTo>
                    <a:pt x="101714" y="510882"/>
                  </a:lnTo>
                  <a:lnTo>
                    <a:pt x="101841" y="510641"/>
                  </a:lnTo>
                  <a:lnTo>
                    <a:pt x="101968" y="510387"/>
                  </a:lnTo>
                  <a:lnTo>
                    <a:pt x="102069" y="510171"/>
                  </a:lnTo>
                  <a:lnTo>
                    <a:pt x="103416" y="508520"/>
                  </a:lnTo>
                  <a:lnTo>
                    <a:pt x="119532" y="492264"/>
                  </a:lnTo>
                  <a:close/>
                </a:path>
                <a:path w="617220" h="606425">
                  <a:moveTo>
                    <a:pt x="136271" y="509003"/>
                  </a:moveTo>
                  <a:lnTo>
                    <a:pt x="135915" y="508520"/>
                  </a:lnTo>
                  <a:lnTo>
                    <a:pt x="133477" y="505853"/>
                  </a:lnTo>
                  <a:lnTo>
                    <a:pt x="132613" y="504825"/>
                  </a:lnTo>
                  <a:lnTo>
                    <a:pt x="132130" y="504329"/>
                  </a:lnTo>
                  <a:lnTo>
                    <a:pt x="131699" y="504609"/>
                  </a:lnTo>
                  <a:lnTo>
                    <a:pt x="132257" y="505523"/>
                  </a:lnTo>
                  <a:lnTo>
                    <a:pt x="132359" y="505853"/>
                  </a:lnTo>
                  <a:lnTo>
                    <a:pt x="116827" y="525284"/>
                  </a:lnTo>
                  <a:lnTo>
                    <a:pt x="112966" y="524510"/>
                  </a:lnTo>
                  <a:lnTo>
                    <a:pt x="109994" y="523062"/>
                  </a:lnTo>
                  <a:lnTo>
                    <a:pt x="106591" y="519696"/>
                  </a:lnTo>
                  <a:lnTo>
                    <a:pt x="105765" y="518363"/>
                  </a:lnTo>
                  <a:lnTo>
                    <a:pt x="105130" y="515785"/>
                  </a:lnTo>
                  <a:lnTo>
                    <a:pt x="105156" y="514324"/>
                  </a:lnTo>
                  <a:lnTo>
                    <a:pt x="106070" y="512597"/>
                  </a:lnTo>
                  <a:lnTo>
                    <a:pt x="106172" y="512406"/>
                  </a:lnTo>
                  <a:lnTo>
                    <a:pt x="106235" y="512267"/>
                  </a:lnTo>
                  <a:lnTo>
                    <a:pt x="107340" y="510882"/>
                  </a:lnTo>
                  <a:lnTo>
                    <a:pt x="118503" y="499643"/>
                  </a:lnTo>
                  <a:lnTo>
                    <a:pt x="119557" y="498754"/>
                  </a:lnTo>
                  <a:lnTo>
                    <a:pt x="120332" y="498297"/>
                  </a:lnTo>
                  <a:lnTo>
                    <a:pt x="120942" y="497903"/>
                  </a:lnTo>
                  <a:lnTo>
                    <a:pt x="120777" y="497903"/>
                  </a:lnTo>
                  <a:lnTo>
                    <a:pt x="121907" y="497598"/>
                  </a:lnTo>
                  <a:lnTo>
                    <a:pt x="123850" y="497598"/>
                  </a:lnTo>
                  <a:lnTo>
                    <a:pt x="124701" y="497903"/>
                  </a:lnTo>
                  <a:lnTo>
                    <a:pt x="125564" y="498513"/>
                  </a:lnTo>
                  <a:lnTo>
                    <a:pt x="125907" y="498144"/>
                  </a:lnTo>
                  <a:lnTo>
                    <a:pt x="125247" y="497598"/>
                  </a:lnTo>
                  <a:lnTo>
                    <a:pt x="124028" y="496595"/>
                  </a:lnTo>
                  <a:lnTo>
                    <a:pt x="122377" y="495134"/>
                  </a:lnTo>
                  <a:lnTo>
                    <a:pt x="120954" y="493712"/>
                  </a:lnTo>
                  <a:lnTo>
                    <a:pt x="105257" y="509549"/>
                  </a:lnTo>
                  <a:lnTo>
                    <a:pt x="104013" y="511200"/>
                  </a:lnTo>
                  <a:lnTo>
                    <a:pt x="102793" y="513981"/>
                  </a:lnTo>
                  <a:lnTo>
                    <a:pt x="102793" y="515785"/>
                  </a:lnTo>
                  <a:lnTo>
                    <a:pt x="115316" y="526770"/>
                  </a:lnTo>
                  <a:lnTo>
                    <a:pt x="114439" y="527634"/>
                  </a:lnTo>
                  <a:lnTo>
                    <a:pt x="113715" y="528218"/>
                  </a:lnTo>
                  <a:lnTo>
                    <a:pt x="113131" y="528548"/>
                  </a:lnTo>
                  <a:lnTo>
                    <a:pt x="115036" y="530428"/>
                  </a:lnTo>
                  <a:lnTo>
                    <a:pt x="120142" y="525284"/>
                  </a:lnTo>
                  <a:lnTo>
                    <a:pt x="136271" y="509003"/>
                  </a:lnTo>
                  <a:close/>
                </a:path>
                <a:path w="617220" h="606425">
                  <a:moveTo>
                    <a:pt x="142684" y="514731"/>
                  </a:moveTo>
                  <a:lnTo>
                    <a:pt x="142214" y="514324"/>
                  </a:lnTo>
                  <a:lnTo>
                    <a:pt x="139661" y="512102"/>
                  </a:lnTo>
                  <a:lnTo>
                    <a:pt x="137807" y="510387"/>
                  </a:lnTo>
                  <a:lnTo>
                    <a:pt x="116509" y="531876"/>
                  </a:lnTo>
                  <a:lnTo>
                    <a:pt x="118186" y="533539"/>
                  </a:lnTo>
                  <a:lnTo>
                    <a:pt x="119253" y="534746"/>
                  </a:lnTo>
                  <a:lnTo>
                    <a:pt x="120891" y="536702"/>
                  </a:lnTo>
                  <a:lnTo>
                    <a:pt x="121259" y="536321"/>
                  </a:lnTo>
                  <a:lnTo>
                    <a:pt x="119583" y="534111"/>
                  </a:lnTo>
                  <a:lnTo>
                    <a:pt x="120396" y="531329"/>
                  </a:lnTo>
                  <a:lnTo>
                    <a:pt x="134556" y="517042"/>
                  </a:lnTo>
                  <a:lnTo>
                    <a:pt x="135953" y="515785"/>
                  </a:lnTo>
                  <a:lnTo>
                    <a:pt x="137515" y="514731"/>
                  </a:lnTo>
                  <a:lnTo>
                    <a:pt x="137375" y="514731"/>
                  </a:lnTo>
                  <a:lnTo>
                    <a:pt x="138544" y="514324"/>
                  </a:lnTo>
                  <a:lnTo>
                    <a:pt x="140779" y="514324"/>
                  </a:lnTo>
                  <a:lnTo>
                    <a:pt x="141211" y="514324"/>
                  </a:lnTo>
                  <a:lnTo>
                    <a:pt x="141490" y="514527"/>
                  </a:lnTo>
                  <a:lnTo>
                    <a:pt x="141795" y="514731"/>
                  </a:lnTo>
                  <a:lnTo>
                    <a:pt x="142316" y="515086"/>
                  </a:lnTo>
                  <a:lnTo>
                    <a:pt x="142684" y="514731"/>
                  </a:lnTo>
                  <a:close/>
                </a:path>
                <a:path w="617220" h="606425">
                  <a:moveTo>
                    <a:pt x="145719" y="99301"/>
                  </a:moveTo>
                  <a:lnTo>
                    <a:pt x="120510" y="64211"/>
                  </a:lnTo>
                  <a:lnTo>
                    <a:pt x="113042" y="68973"/>
                  </a:lnTo>
                  <a:lnTo>
                    <a:pt x="113271" y="68973"/>
                  </a:lnTo>
                  <a:lnTo>
                    <a:pt x="113639" y="69481"/>
                  </a:lnTo>
                  <a:lnTo>
                    <a:pt x="114871" y="68973"/>
                  </a:lnTo>
                  <a:lnTo>
                    <a:pt x="116433" y="68973"/>
                  </a:lnTo>
                  <a:lnTo>
                    <a:pt x="140106" y="100507"/>
                  </a:lnTo>
                  <a:lnTo>
                    <a:pt x="139725" y="102336"/>
                  </a:lnTo>
                  <a:lnTo>
                    <a:pt x="138544" y="104152"/>
                  </a:lnTo>
                  <a:lnTo>
                    <a:pt x="138976" y="104749"/>
                  </a:lnTo>
                  <a:lnTo>
                    <a:pt x="140817" y="103035"/>
                  </a:lnTo>
                  <a:lnTo>
                    <a:pt x="142367" y="101701"/>
                  </a:lnTo>
                  <a:lnTo>
                    <a:pt x="145719" y="99301"/>
                  </a:lnTo>
                  <a:close/>
                </a:path>
                <a:path w="617220" h="606425">
                  <a:moveTo>
                    <a:pt x="169291" y="567804"/>
                  </a:moveTo>
                  <a:lnTo>
                    <a:pt x="160007" y="536803"/>
                  </a:lnTo>
                  <a:lnTo>
                    <a:pt x="156832" y="526186"/>
                  </a:lnTo>
                  <a:lnTo>
                    <a:pt x="152692" y="523100"/>
                  </a:lnTo>
                  <a:lnTo>
                    <a:pt x="152412" y="523532"/>
                  </a:lnTo>
                  <a:lnTo>
                    <a:pt x="153708" y="525145"/>
                  </a:lnTo>
                  <a:lnTo>
                    <a:pt x="154901" y="527748"/>
                  </a:lnTo>
                  <a:lnTo>
                    <a:pt x="143357" y="551992"/>
                  </a:lnTo>
                  <a:lnTo>
                    <a:pt x="142074" y="551992"/>
                  </a:lnTo>
                  <a:lnTo>
                    <a:pt x="140500" y="551408"/>
                  </a:lnTo>
                  <a:lnTo>
                    <a:pt x="140106" y="551992"/>
                  </a:lnTo>
                  <a:lnTo>
                    <a:pt x="140538" y="551992"/>
                  </a:lnTo>
                  <a:lnTo>
                    <a:pt x="142328" y="552919"/>
                  </a:lnTo>
                  <a:lnTo>
                    <a:pt x="143865" y="553783"/>
                  </a:lnTo>
                  <a:lnTo>
                    <a:pt x="144830" y="554431"/>
                  </a:lnTo>
                  <a:lnTo>
                    <a:pt x="145821" y="555053"/>
                  </a:lnTo>
                  <a:lnTo>
                    <a:pt x="147294" y="556133"/>
                  </a:lnTo>
                  <a:lnTo>
                    <a:pt x="149593" y="557885"/>
                  </a:lnTo>
                  <a:lnTo>
                    <a:pt x="149872" y="557479"/>
                  </a:lnTo>
                  <a:lnTo>
                    <a:pt x="148704" y="556298"/>
                  </a:lnTo>
                  <a:lnTo>
                    <a:pt x="148107" y="555053"/>
                  </a:lnTo>
                  <a:lnTo>
                    <a:pt x="148082" y="552348"/>
                  </a:lnTo>
                  <a:lnTo>
                    <a:pt x="148755" y="550760"/>
                  </a:lnTo>
                  <a:lnTo>
                    <a:pt x="148882" y="550468"/>
                  </a:lnTo>
                  <a:lnTo>
                    <a:pt x="157670" y="536803"/>
                  </a:lnTo>
                  <a:lnTo>
                    <a:pt x="167513" y="569480"/>
                  </a:lnTo>
                  <a:lnTo>
                    <a:pt x="168008" y="569785"/>
                  </a:lnTo>
                  <a:lnTo>
                    <a:pt x="169291" y="567804"/>
                  </a:lnTo>
                  <a:close/>
                </a:path>
                <a:path w="617220" h="606425">
                  <a:moveTo>
                    <a:pt x="169583" y="82791"/>
                  </a:moveTo>
                  <a:lnTo>
                    <a:pt x="169443" y="82461"/>
                  </a:lnTo>
                  <a:lnTo>
                    <a:pt x="169125" y="81800"/>
                  </a:lnTo>
                  <a:lnTo>
                    <a:pt x="168630" y="80365"/>
                  </a:lnTo>
                  <a:lnTo>
                    <a:pt x="168148" y="78549"/>
                  </a:lnTo>
                  <a:lnTo>
                    <a:pt x="167436" y="76034"/>
                  </a:lnTo>
                  <a:lnTo>
                    <a:pt x="167322" y="75590"/>
                  </a:lnTo>
                  <a:lnTo>
                    <a:pt x="166611" y="73558"/>
                  </a:lnTo>
                  <a:lnTo>
                    <a:pt x="166001" y="72377"/>
                  </a:lnTo>
                  <a:lnTo>
                    <a:pt x="165328" y="72859"/>
                  </a:lnTo>
                  <a:lnTo>
                    <a:pt x="165696" y="75590"/>
                  </a:lnTo>
                  <a:lnTo>
                    <a:pt x="165760" y="76034"/>
                  </a:lnTo>
                  <a:lnTo>
                    <a:pt x="165442" y="78549"/>
                  </a:lnTo>
                  <a:lnTo>
                    <a:pt x="163322" y="82461"/>
                  </a:lnTo>
                  <a:lnTo>
                    <a:pt x="161544" y="84302"/>
                  </a:lnTo>
                  <a:lnTo>
                    <a:pt x="151053" y="91833"/>
                  </a:lnTo>
                  <a:lnTo>
                    <a:pt x="150317" y="92151"/>
                  </a:lnTo>
                  <a:lnTo>
                    <a:pt x="149567" y="92151"/>
                  </a:lnTo>
                  <a:lnTo>
                    <a:pt x="148437" y="91135"/>
                  </a:lnTo>
                  <a:lnTo>
                    <a:pt x="146951" y="89471"/>
                  </a:lnTo>
                  <a:lnTo>
                    <a:pt x="145503" y="87909"/>
                  </a:lnTo>
                  <a:lnTo>
                    <a:pt x="143992" y="86055"/>
                  </a:lnTo>
                  <a:lnTo>
                    <a:pt x="142455" y="83870"/>
                  </a:lnTo>
                  <a:lnTo>
                    <a:pt x="130149" y="66725"/>
                  </a:lnTo>
                  <a:lnTo>
                    <a:pt x="129070" y="64465"/>
                  </a:lnTo>
                  <a:lnTo>
                    <a:pt x="128790" y="62611"/>
                  </a:lnTo>
                  <a:lnTo>
                    <a:pt x="128638" y="61391"/>
                  </a:lnTo>
                  <a:lnTo>
                    <a:pt x="128574" y="60769"/>
                  </a:lnTo>
                  <a:lnTo>
                    <a:pt x="129146" y="59029"/>
                  </a:lnTo>
                  <a:lnTo>
                    <a:pt x="130543" y="57365"/>
                  </a:lnTo>
                  <a:lnTo>
                    <a:pt x="130111" y="56756"/>
                  </a:lnTo>
                  <a:lnTo>
                    <a:pt x="127812" y="58610"/>
                  </a:lnTo>
                  <a:lnTo>
                    <a:pt x="124421" y="61391"/>
                  </a:lnTo>
                  <a:lnTo>
                    <a:pt x="122809" y="62611"/>
                  </a:lnTo>
                  <a:lnTo>
                    <a:pt x="123012" y="62611"/>
                  </a:lnTo>
                  <a:lnTo>
                    <a:pt x="148120" y="97599"/>
                  </a:lnTo>
                  <a:lnTo>
                    <a:pt x="155714" y="92151"/>
                  </a:lnTo>
                  <a:lnTo>
                    <a:pt x="165595" y="85064"/>
                  </a:lnTo>
                  <a:lnTo>
                    <a:pt x="167513" y="83870"/>
                  </a:lnTo>
                  <a:lnTo>
                    <a:pt x="169583" y="82791"/>
                  </a:lnTo>
                  <a:close/>
                </a:path>
                <a:path w="617220" h="606425">
                  <a:moveTo>
                    <a:pt x="188506" y="546290"/>
                  </a:moveTo>
                  <a:lnTo>
                    <a:pt x="188277" y="546100"/>
                  </a:lnTo>
                  <a:lnTo>
                    <a:pt x="185801" y="544753"/>
                  </a:lnTo>
                  <a:lnTo>
                    <a:pt x="184099" y="543788"/>
                  </a:lnTo>
                  <a:lnTo>
                    <a:pt x="182829" y="542975"/>
                  </a:lnTo>
                  <a:lnTo>
                    <a:pt x="178460" y="539750"/>
                  </a:lnTo>
                  <a:lnTo>
                    <a:pt x="178168" y="540169"/>
                  </a:lnTo>
                  <a:lnTo>
                    <a:pt x="179133" y="541032"/>
                  </a:lnTo>
                  <a:lnTo>
                    <a:pt x="179781" y="541972"/>
                  </a:lnTo>
                  <a:lnTo>
                    <a:pt x="180086" y="542975"/>
                  </a:lnTo>
                  <a:lnTo>
                    <a:pt x="180365" y="543788"/>
                  </a:lnTo>
                  <a:lnTo>
                    <a:pt x="180416" y="545007"/>
                  </a:lnTo>
                  <a:lnTo>
                    <a:pt x="180060" y="546100"/>
                  </a:lnTo>
                  <a:lnTo>
                    <a:pt x="179997" y="546290"/>
                  </a:lnTo>
                  <a:lnTo>
                    <a:pt x="179870" y="546671"/>
                  </a:lnTo>
                  <a:lnTo>
                    <a:pt x="179743" y="547052"/>
                  </a:lnTo>
                  <a:lnTo>
                    <a:pt x="179146" y="548195"/>
                  </a:lnTo>
                  <a:lnTo>
                    <a:pt x="179031" y="548411"/>
                  </a:lnTo>
                  <a:lnTo>
                    <a:pt x="171500" y="560082"/>
                  </a:lnTo>
                  <a:lnTo>
                    <a:pt x="162356" y="529742"/>
                  </a:lnTo>
                  <a:lnTo>
                    <a:pt x="159512" y="527913"/>
                  </a:lnTo>
                  <a:lnTo>
                    <a:pt x="170776" y="565416"/>
                  </a:lnTo>
                  <a:lnTo>
                    <a:pt x="174218" y="560082"/>
                  </a:lnTo>
                  <a:lnTo>
                    <a:pt x="180238" y="550760"/>
                  </a:lnTo>
                  <a:lnTo>
                    <a:pt x="180467" y="550468"/>
                  </a:lnTo>
                  <a:lnTo>
                    <a:pt x="181241" y="549249"/>
                  </a:lnTo>
                  <a:lnTo>
                    <a:pt x="182092" y="548195"/>
                  </a:lnTo>
                  <a:lnTo>
                    <a:pt x="182829" y="547509"/>
                  </a:lnTo>
                  <a:lnTo>
                    <a:pt x="183578" y="546849"/>
                  </a:lnTo>
                  <a:lnTo>
                    <a:pt x="184442" y="546442"/>
                  </a:lnTo>
                  <a:lnTo>
                    <a:pt x="185394" y="546290"/>
                  </a:lnTo>
                  <a:lnTo>
                    <a:pt x="186397" y="546100"/>
                  </a:lnTo>
                  <a:lnTo>
                    <a:pt x="187693" y="546290"/>
                  </a:lnTo>
                  <a:lnTo>
                    <a:pt x="187452" y="546290"/>
                  </a:lnTo>
                  <a:lnTo>
                    <a:pt x="188252" y="546671"/>
                  </a:lnTo>
                  <a:lnTo>
                    <a:pt x="188404" y="546442"/>
                  </a:lnTo>
                  <a:lnTo>
                    <a:pt x="188506" y="546290"/>
                  </a:lnTo>
                  <a:close/>
                </a:path>
                <a:path w="617220" h="606425">
                  <a:moveTo>
                    <a:pt x="196761" y="580212"/>
                  </a:moveTo>
                  <a:lnTo>
                    <a:pt x="191528" y="580212"/>
                  </a:lnTo>
                  <a:lnTo>
                    <a:pt x="189915" y="580212"/>
                  </a:lnTo>
                  <a:lnTo>
                    <a:pt x="189814" y="580453"/>
                  </a:lnTo>
                  <a:lnTo>
                    <a:pt x="192493" y="581329"/>
                  </a:lnTo>
                  <a:lnTo>
                    <a:pt x="194462" y="582053"/>
                  </a:lnTo>
                  <a:lnTo>
                    <a:pt x="195745" y="582599"/>
                  </a:lnTo>
                  <a:lnTo>
                    <a:pt x="196659" y="580453"/>
                  </a:lnTo>
                  <a:lnTo>
                    <a:pt x="196761" y="580212"/>
                  </a:lnTo>
                  <a:close/>
                </a:path>
                <a:path w="617220" h="606425">
                  <a:moveTo>
                    <a:pt x="202806" y="65328"/>
                  </a:moveTo>
                  <a:lnTo>
                    <a:pt x="188569" y="28575"/>
                  </a:lnTo>
                  <a:lnTo>
                    <a:pt x="188506" y="28422"/>
                  </a:lnTo>
                  <a:lnTo>
                    <a:pt x="188442" y="28244"/>
                  </a:lnTo>
                  <a:lnTo>
                    <a:pt x="187210" y="25057"/>
                  </a:lnTo>
                  <a:lnTo>
                    <a:pt x="178981" y="27711"/>
                  </a:lnTo>
                  <a:lnTo>
                    <a:pt x="179171" y="28244"/>
                  </a:lnTo>
                  <a:lnTo>
                    <a:pt x="179235" y="28422"/>
                  </a:lnTo>
                  <a:lnTo>
                    <a:pt x="180543" y="28244"/>
                  </a:lnTo>
                  <a:lnTo>
                    <a:pt x="181965" y="28575"/>
                  </a:lnTo>
                  <a:lnTo>
                    <a:pt x="183502" y="29451"/>
                  </a:lnTo>
                  <a:lnTo>
                    <a:pt x="185026" y="30289"/>
                  </a:lnTo>
                  <a:lnTo>
                    <a:pt x="186524" y="32677"/>
                  </a:lnTo>
                  <a:lnTo>
                    <a:pt x="196507" y="58483"/>
                  </a:lnTo>
                  <a:lnTo>
                    <a:pt x="197192" y="61264"/>
                  </a:lnTo>
                  <a:lnTo>
                    <a:pt x="197091" y="65087"/>
                  </a:lnTo>
                  <a:lnTo>
                    <a:pt x="196176" y="66827"/>
                  </a:lnTo>
                  <a:lnTo>
                    <a:pt x="194665" y="68237"/>
                  </a:lnTo>
                  <a:lnTo>
                    <a:pt x="194945" y="68935"/>
                  </a:lnTo>
                  <a:lnTo>
                    <a:pt x="197154" y="67716"/>
                  </a:lnTo>
                  <a:lnTo>
                    <a:pt x="198996" y="66827"/>
                  </a:lnTo>
                  <a:lnTo>
                    <a:pt x="202806" y="65328"/>
                  </a:lnTo>
                  <a:close/>
                </a:path>
                <a:path w="617220" h="606425">
                  <a:moveTo>
                    <a:pt x="207543" y="554748"/>
                  </a:moveTo>
                  <a:lnTo>
                    <a:pt x="205854" y="553999"/>
                  </a:lnTo>
                  <a:lnTo>
                    <a:pt x="203962" y="553072"/>
                  </a:lnTo>
                  <a:lnTo>
                    <a:pt x="201917" y="551992"/>
                  </a:lnTo>
                  <a:lnTo>
                    <a:pt x="201676" y="552475"/>
                  </a:lnTo>
                  <a:lnTo>
                    <a:pt x="202857" y="553326"/>
                  </a:lnTo>
                  <a:lnTo>
                    <a:pt x="203492" y="554418"/>
                  </a:lnTo>
                  <a:lnTo>
                    <a:pt x="203390" y="558215"/>
                  </a:lnTo>
                  <a:lnTo>
                    <a:pt x="193814" y="578878"/>
                  </a:lnTo>
                  <a:lnTo>
                    <a:pt x="192684" y="579970"/>
                  </a:lnTo>
                  <a:lnTo>
                    <a:pt x="196862" y="579970"/>
                  </a:lnTo>
                  <a:lnTo>
                    <a:pt x="207543" y="554748"/>
                  </a:lnTo>
                  <a:close/>
                </a:path>
                <a:path w="617220" h="606425">
                  <a:moveTo>
                    <a:pt x="215455" y="557733"/>
                  </a:moveTo>
                  <a:lnTo>
                    <a:pt x="213677" y="557237"/>
                  </a:lnTo>
                  <a:lnTo>
                    <a:pt x="211696" y="556501"/>
                  </a:lnTo>
                  <a:lnTo>
                    <a:pt x="209511" y="555586"/>
                  </a:lnTo>
                  <a:lnTo>
                    <a:pt x="197700" y="583438"/>
                  </a:lnTo>
                  <a:lnTo>
                    <a:pt x="199923" y="584365"/>
                  </a:lnTo>
                  <a:lnTo>
                    <a:pt x="201828" y="585292"/>
                  </a:lnTo>
                  <a:lnTo>
                    <a:pt x="203377" y="586206"/>
                  </a:lnTo>
                  <a:lnTo>
                    <a:pt x="203606" y="585724"/>
                  </a:lnTo>
                  <a:lnTo>
                    <a:pt x="202768" y="585063"/>
                  </a:lnTo>
                  <a:lnTo>
                    <a:pt x="202171" y="584136"/>
                  </a:lnTo>
                  <a:lnTo>
                    <a:pt x="201587" y="582053"/>
                  </a:lnTo>
                  <a:lnTo>
                    <a:pt x="201536" y="581329"/>
                  </a:lnTo>
                  <a:lnTo>
                    <a:pt x="201714" y="580453"/>
                  </a:lnTo>
                  <a:lnTo>
                    <a:pt x="201815" y="579970"/>
                  </a:lnTo>
                  <a:lnTo>
                    <a:pt x="201879" y="579666"/>
                  </a:lnTo>
                  <a:lnTo>
                    <a:pt x="209638" y="561340"/>
                  </a:lnTo>
                  <a:lnTo>
                    <a:pt x="210832" y="559473"/>
                  </a:lnTo>
                  <a:lnTo>
                    <a:pt x="212953" y="558215"/>
                  </a:lnTo>
                  <a:lnTo>
                    <a:pt x="212750" y="558215"/>
                  </a:lnTo>
                  <a:lnTo>
                    <a:pt x="214147" y="557974"/>
                  </a:lnTo>
                  <a:lnTo>
                    <a:pt x="215265" y="558215"/>
                  </a:lnTo>
                  <a:lnTo>
                    <a:pt x="215366" y="557974"/>
                  </a:lnTo>
                  <a:lnTo>
                    <a:pt x="215455" y="557733"/>
                  </a:lnTo>
                  <a:close/>
                </a:path>
                <a:path w="617220" h="606425">
                  <a:moveTo>
                    <a:pt x="230009" y="55321"/>
                  </a:moveTo>
                  <a:lnTo>
                    <a:pt x="229958" y="54749"/>
                  </a:lnTo>
                  <a:lnTo>
                    <a:pt x="229857" y="54254"/>
                  </a:lnTo>
                  <a:lnTo>
                    <a:pt x="229730" y="50800"/>
                  </a:lnTo>
                  <a:lnTo>
                    <a:pt x="229679" y="47790"/>
                  </a:lnTo>
                  <a:lnTo>
                    <a:pt x="229489" y="45631"/>
                  </a:lnTo>
                  <a:lnTo>
                    <a:pt x="229260" y="44615"/>
                  </a:lnTo>
                  <a:lnTo>
                    <a:pt x="229196" y="44335"/>
                  </a:lnTo>
                  <a:lnTo>
                    <a:pt x="228447" y="44615"/>
                  </a:lnTo>
                  <a:lnTo>
                    <a:pt x="228053" y="47790"/>
                  </a:lnTo>
                  <a:lnTo>
                    <a:pt x="227114" y="50177"/>
                  </a:lnTo>
                  <a:lnTo>
                    <a:pt x="224078" y="53403"/>
                  </a:lnTo>
                  <a:lnTo>
                    <a:pt x="221907" y="54749"/>
                  </a:lnTo>
                  <a:lnTo>
                    <a:pt x="209854" y="59410"/>
                  </a:lnTo>
                  <a:lnTo>
                    <a:pt x="209054" y="59563"/>
                  </a:lnTo>
                  <a:lnTo>
                    <a:pt x="208775" y="59410"/>
                  </a:lnTo>
                  <a:lnTo>
                    <a:pt x="208241" y="59169"/>
                  </a:lnTo>
                  <a:lnTo>
                    <a:pt x="207518" y="58089"/>
                  </a:lnTo>
                  <a:lnTo>
                    <a:pt x="206476" y="56108"/>
                  </a:lnTo>
                  <a:lnTo>
                    <a:pt x="205473" y="54254"/>
                  </a:lnTo>
                  <a:lnTo>
                    <a:pt x="204495" y="52070"/>
                  </a:lnTo>
                  <a:lnTo>
                    <a:pt x="203504" y="49568"/>
                  </a:lnTo>
                  <a:lnTo>
                    <a:pt x="195897" y="29883"/>
                  </a:lnTo>
                  <a:lnTo>
                    <a:pt x="195643" y="28575"/>
                  </a:lnTo>
                  <a:lnTo>
                    <a:pt x="195567" y="28244"/>
                  </a:lnTo>
                  <a:lnTo>
                    <a:pt x="195465" y="27711"/>
                  </a:lnTo>
                  <a:lnTo>
                    <a:pt x="195414" y="27419"/>
                  </a:lnTo>
                  <a:lnTo>
                    <a:pt x="195618" y="25552"/>
                  </a:lnTo>
                  <a:lnTo>
                    <a:pt x="195821" y="24003"/>
                  </a:lnTo>
                  <a:lnTo>
                    <a:pt x="195859" y="23749"/>
                  </a:lnTo>
                  <a:lnTo>
                    <a:pt x="196850" y="22186"/>
                  </a:lnTo>
                  <a:lnTo>
                    <a:pt x="198628" y="20916"/>
                  </a:lnTo>
                  <a:lnTo>
                    <a:pt x="198348" y="20231"/>
                  </a:lnTo>
                  <a:lnTo>
                    <a:pt x="195643" y="21437"/>
                  </a:lnTo>
                  <a:lnTo>
                    <a:pt x="193573" y="22428"/>
                  </a:lnTo>
                  <a:lnTo>
                    <a:pt x="189953" y="24003"/>
                  </a:lnTo>
                  <a:lnTo>
                    <a:pt x="205536" y="64274"/>
                  </a:lnTo>
                  <a:lnTo>
                    <a:pt x="217728" y="59563"/>
                  </a:lnTo>
                  <a:lnTo>
                    <a:pt x="225615" y="56515"/>
                  </a:lnTo>
                  <a:lnTo>
                    <a:pt x="227888" y="55803"/>
                  </a:lnTo>
                  <a:lnTo>
                    <a:pt x="230009" y="55321"/>
                  </a:lnTo>
                  <a:close/>
                </a:path>
                <a:path w="617220" h="606425">
                  <a:moveTo>
                    <a:pt x="241160" y="596138"/>
                  </a:moveTo>
                  <a:lnTo>
                    <a:pt x="233464" y="564565"/>
                  </a:lnTo>
                  <a:lnTo>
                    <a:pt x="228320" y="562914"/>
                  </a:lnTo>
                  <a:lnTo>
                    <a:pt x="228180" y="563422"/>
                  </a:lnTo>
                  <a:lnTo>
                    <a:pt x="230187" y="564438"/>
                  </a:lnTo>
                  <a:lnTo>
                    <a:pt x="231584" y="566801"/>
                  </a:lnTo>
                  <a:lnTo>
                    <a:pt x="231686" y="566978"/>
                  </a:lnTo>
                  <a:lnTo>
                    <a:pt x="239229" y="597801"/>
                  </a:lnTo>
                  <a:lnTo>
                    <a:pt x="239687" y="597928"/>
                  </a:lnTo>
                  <a:lnTo>
                    <a:pt x="241160" y="596138"/>
                  </a:lnTo>
                  <a:close/>
                </a:path>
                <a:path w="617220" h="606425">
                  <a:moveTo>
                    <a:pt x="263969" y="571792"/>
                  </a:moveTo>
                  <a:lnTo>
                    <a:pt x="262521" y="571588"/>
                  </a:lnTo>
                  <a:lnTo>
                    <a:pt x="260400" y="571258"/>
                  </a:lnTo>
                  <a:lnTo>
                    <a:pt x="259740" y="571080"/>
                  </a:lnTo>
                  <a:lnTo>
                    <a:pt x="258914" y="570890"/>
                  </a:lnTo>
                  <a:lnTo>
                    <a:pt x="257810" y="570547"/>
                  </a:lnTo>
                  <a:lnTo>
                    <a:pt x="254838" y="569518"/>
                  </a:lnTo>
                  <a:lnTo>
                    <a:pt x="254762" y="570052"/>
                  </a:lnTo>
                  <a:lnTo>
                    <a:pt x="255600" y="570547"/>
                  </a:lnTo>
                  <a:lnTo>
                    <a:pt x="256120" y="570890"/>
                  </a:lnTo>
                  <a:lnTo>
                    <a:pt x="256413" y="571588"/>
                  </a:lnTo>
                  <a:lnTo>
                    <a:pt x="256349" y="572947"/>
                  </a:lnTo>
                  <a:lnTo>
                    <a:pt x="255981" y="574421"/>
                  </a:lnTo>
                  <a:lnTo>
                    <a:pt x="255079" y="575843"/>
                  </a:lnTo>
                  <a:lnTo>
                    <a:pt x="243916" y="589394"/>
                  </a:lnTo>
                  <a:lnTo>
                    <a:pt x="239852" y="572947"/>
                  </a:lnTo>
                  <a:lnTo>
                    <a:pt x="239750" y="572490"/>
                  </a:lnTo>
                  <a:lnTo>
                    <a:pt x="239623" y="571995"/>
                  </a:lnTo>
                  <a:lnTo>
                    <a:pt x="239522" y="571588"/>
                  </a:lnTo>
                  <a:lnTo>
                    <a:pt x="239420" y="570547"/>
                  </a:lnTo>
                  <a:lnTo>
                    <a:pt x="239318" y="569518"/>
                  </a:lnTo>
                  <a:lnTo>
                    <a:pt x="239852" y="567334"/>
                  </a:lnTo>
                  <a:lnTo>
                    <a:pt x="240550" y="566801"/>
                  </a:lnTo>
                  <a:lnTo>
                    <a:pt x="241706" y="566801"/>
                  </a:lnTo>
                  <a:lnTo>
                    <a:pt x="241833" y="566267"/>
                  </a:lnTo>
                  <a:lnTo>
                    <a:pt x="239420" y="565924"/>
                  </a:lnTo>
                  <a:lnTo>
                    <a:pt x="237388" y="565518"/>
                  </a:lnTo>
                  <a:lnTo>
                    <a:pt x="235699" y="565111"/>
                  </a:lnTo>
                  <a:lnTo>
                    <a:pt x="242709" y="594194"/>
                  </a:lnTo>
                  <a:lnTo>
                    <a:pt x="246684" y="589394"/>
                  </a:lnTo>
                  <a:lnTo>
                    <a:pt x="255993" y="578167"/>
                  </a:lnTo>
                  <a:lnTo>
                    <a:pt x="257886" y="575843"/>
                  </a:lnTo>
                  <a:lnTo>
                    <a:pt x="259257" y="574421"/>
                  </a:lnTo>
                  <a:lnTo>
                    <a:pt x="261327" y="572947"/>
                  </a:lnTo>
                  <a:lnTo>
                    <a:pt x="262483" y="572490"/>
                  </a:lnTo>
                  <a:lnTo>
                    <a:pt x="263842" y="572300"/>
                  </a:lnTo>
                  <a:lnTo>
                    <a:pt x="263969" y="571792"/>
                  </a:lnTo>
                  <a:close/>
                </a:path>
                <a:path w="617220" h="606425">
                  <a:moveTo>
                    <a:pt x="268262" y="46736"/>
                  </a:moveTo>
                  <a:lnTo>
                    <a:pt x="262521" y="7327"/>
                  </a:lnTo>
                  <a:lnTo>
                    <a:pt x="262407" y="6578"/>
                  </a:lnTo>
                  <a:lnTo>
                    <a:pt x="262293" y="5727"/>
                  </a:lnTo>
                  <a:lnTo>
                    <a:pt x="262255" y="5537"/>
                  </a:lnTo>
                  <a:lnTo>
                    <a:pt x="262153" y="4813"/>
                  </a:lnTo>
                  <a:lnTo>
                    <a:pt x="262051" y="4089"/>
                  </a:lnTo>
                  <a:lnTo>
                    <a:pt x="261404" y="4089"/>
                  </a:lnTo>
                  <a:lnTo>
                    <a:pt x="259397" y="4330"/>
                  </a:lnTo>
                  <a:lnTo>
                    <a:pt x="256425" y="4597"/>
                  </a:lnTo>
                  <a:lnTo>
                    <a:pt x="253085" y="4813"/>
                  </a:lnTo>
                  <a:lnTo>
                    <a:pt x="253199" y="5537"/>
                  </a:lnTo>
                  <a:lnTo>
                    <a:pt x="255295" y="5727"/>
                  </a:lnTo>
                  <a:lnTo>
                    <a:pt x="256882" y="6578"/>
                  </a:lnTo>
                  <a:lnTo>
                    <a:pt x="259029" y="9626"/>
                  </a:lnTo>
                  <a:lnTo>
                    <a:pt x="259816" y="12141"/>
                  </a:lnTo>
                  <a:lnTo>
                    <a:pt x="263652" y="38455"/>
                  </a:lnTo>
                  <a:lnTo>
                    <a:pt x="263715" y="41744"/>
                  </a:lnTo>
                  <a:lnTo>
                    <a:pt x="262623" y="45567"/>
                  </a:lnTo>
                  <a:lnTo>
                    <a:pt x="261543" y="46736"/>
                  </a:lnTo>
                  <a:lnTo>
                    <a:pt x="261124" y="47040"/>
                  </a:lnTo>
                  <a:lnTo>
                    <a:pt x="259346" y="47802"/>
                  </a:lnTo>
                  <a:lnTo>
                    <a:pt x="259448" y="48526"/>
                  </a:lnTo>
                  <a:lnTo>
                    <a:pt x="263372" y="47625"/>
                  </a:lnTo>
                  <a:lnTo>
                    <a:pt x="266331" y="47040"/>
                  </a:lnTo>
                  <a:lnTo>
                    <a:pt x="268262" y="46736"/>
                  </a:lnTo>
                  <a:close/>
                </a:path>
                <a:path w="617220" h="606425">
                  <a:moveTo>
                    <a:pt x="280263" y="45567"/>
                  </a:moveTo>
                  <a:lnTo>
                    <a:pt x="280187" y="44780"/>
                  </a:lnTo>
                  <a:lnTo>
                    <a:pt x="278663" y="44615"/>
                  </a:lnTo>
                  <a:lnTo>
                    <a:pt x="277228" y="43903"/>
                  </a:lnTo>
                  <a:lnTo>
                    <a:pt x="274548" y="41351"/>
                  </a:lnTo>
                  <a:lnTo>
                    <a:pt x="273570" y="38633"/>
                  </a:lnTo>
                  <a:lnTo>
                    <a:pt x="269455" y="10477"/>
                  </a:lnTo>
                  <a:lnTo>
                    <a:pt x="269570" y="7327"/>
                  </a:lnTo>
                  <a:lnTo>
                    <a:pt x="271145" y="4330"/>
                  </a:lnTo>
                  <a:lnTo>
                    <a:pt x="271272" y="4089"/>
                  </a:lnTo>
                  <a:lnTo>
                    <a:pt x="272415" y="3098"/>
                  </a:lnTo>
                  <a:lnTo>
                    <a:pt x="274027" y="2501"/>
                  </a:lnTo>
                  <a:lnTo>
                    <a:pt x="273939" y="1790"/>
                  </a:lnTo>
                  <a:lnTo>
                    <a:pt x="271246" y="2501"/>
                  </a:lnTo>
                  <a:lnTo>
                    <a:pt x="268427" y="3098"/>
                  </a:lnTo>
                  <a:lnTo>
                    <a:pt x="265074" y="3556"/>
                  </a:lnTo>
                  <a:lnTo>
                    <a:pt x="270903" y="43637"/>
                  </a:lnTo>
                  <a:lnTo>
                    <a:pt x="270941" y="43903"/>
                  </a:lnTo>
                  <a:lnTo>
                    <a:pt x="271056" y="44615"/>
                  </a:lnTo>
                  <a:lnTo>
                    <a:pt x="271068" y="44780"/>
                  </a:lnTo>
                  <a:lnTo>
                    <a:pt x="271183" y="45567"/>
                  </a:lnTo>
                  <a:lnTo>
                    <a:pt x="271297" y="46304"/>
                  </a:lnTo>
                  <a:lnTo>
                    <a:pt x="274713" y="45808"/>
                  </a:lnTo>
                  <a:lnTo>
                    <a:pt x="277418" y="45567"/>
                  </a:lnTo>
                  <a:lnTo>
                    <a:pt x="280263" y="45567"/>
                  </a:lnTo>
                  <a:close/>
                </a:path>
                <a:path w="617220" h="606425">
                  <a:moveTo>
                    <a:pt x="283108" y="574217"/>
                  </a:moveTo>
                  <a:lnTo>
                    <a:pt x="282587" y="574217"/>
                  </a:lnTo>
                  <a:lnTo>
                    <a:pt x="277012" y="573392"/>
                  </a:lnTo>
                  <a:lnTo>
                    <a:pt x="276987" y="573913"/>
                  </a:lnTo>
                  <a:lnTo>
                    <a:pt x="278003" y="574217"/>
                  </a:lnTo>
                  <a:lnTo>
                    <a:pt x="278828" y="574916"/>
                  </a:lnTo>
                  <a:lnTo>
                    <a:pt x="280149" y="577100"/>
                  </a:lnTo>
                  <a:lnTo>
                    <a:pt x="280060" y="583272"/>
                  </a:lnTo>
                  <a:lnTo>
                    <a:pt x="279895" y="585482"/>
                  </a:lnTo>
                  <a:lnTo>
                    <a:pt x="279781" y="586905"/>
                  </a:lnTo>
                  <a:lnTo>
                    <a:pt x="279768" y="587159"/>
                  </a:lnTo>
                  <a:lnTo>
                    <a:pt x="279654" y="588657"/>
                  </a:lnTo>
                  <a:lnTo>
                    <a:pt x="279552" y="589915"/>
                  </a:lnTo>
                  <a:lnTo>
                    <a:pt x="279476" y="591007"/>
                  </a:lnTo>
                  <a:lnTo>
                    <a:pt x="279361" y="592404"/>
                  </a:lnTo>
                  <a:lnTo>
                    <a:pt x="279273" y="593598"/>
                  </a:lnTo>
                  <a:lnTo>
                    <a:pt x="279146" y="595350"/>
                  </a:lnTo>
                  <a:lnTo>
                    <a:pt x="279031" y="596976"/>
                  </a:lnTo>
                  <a:lnTo>
                    <a:pt x="278828" y="598551"/>
                  </a:lnTo>
                  <a:lnTo>
                    <a:pt x="278765" y="599071"/>
                  </a:lnTo>
                  <a:lnTo>
                    <a:pt x="278460" y="600049"/>
                  </a:lnTo>
                  <a:lnTo>
                    <a:pt x="278206" y="600976"/>
                  </a:lnTo>
                  <a:lnTo>
                    <a:pt x="274701" y="603732"/>
                  </a:lnTo>
                  <a:lnTo>
                    <a:pt x="274662" y="604227"/>
                  </a:lnTo>
                  <a:lnTo>
                    <a:pt x="278917" y="604227"/>
                  </a:lnTo>
                  <a:lnTo>
                    <a:pt x="280809" y="604367"/>
                  </a:lnTo>
                  <a:lnTo>
                    <a:pt x="282422" y="583272"/>
                  </a:lnTo>
                  <a:lnTo>
                    <a:pt x="282536" y="581787"/>
                  </a:lnTo>
                  <a:lnTo>
                    <a:pt x="282562" y="581342"/>
                  </a:lnTo>
                  <a:lnTo>
                    <a:pt x="282676" y="579818"/>
                  </a:lnTo>
                  <a:lnTo>
                    <a:pt x="282803" y="578154"/>
                  </a:lnTo>
                  <a:lnTo>
                    <a:pt x="282917" y="576770"/>
                  </a:lnTo>
                  <a:lnTo>
                    <a:pt x="283044" y="575132"/>
                  </a:lnTo>
                  <a:lnTo>
                    <a:pt x="283108" y="574217"/>
                  </a:lnTo>
                  <a:close/>
                </a:path>
                <a:path w="617220" h="606425">
                  <a:moveTo>
                    <a:pt x="302704" y="599440"/>
                  </a:moveTo>
                  <a:lnTo>
                    <a:pt x="302094" y="599440"/>
                  </a:lnTo>
                  <a:lnTo>
                    <a:pt x="300926" y="600976"/>
                  </a:lnTo>
                  <a:lnTo>
                    <a:pt x="300659" y="601294"/>
                  </a:lnTo>
                  <a:lnTo>
                    <a:pt x="299351" y="602386"/>
                  </a:lnTo>
                  <a:lnTo>
                    <a:pt x="296875" y="603237"/>
                  </a:lnTo>
                  <a:lnTo>
                    <a:pt x="295084" y="603389"/>
                  </a:lnTo>
                  <a:lnTo>
                    <a:pt x="288378" y="602869"/>
                  </a:lnTo>
                  <a:lnTo>
                    <a:pt x="287883" y="602869"/>
                  </a:lnTo>
                  <a:lnTo>
                    <a:pt x="286600" y="602678"/>
                  </a:lnTo>
                  <a:lnTo>
                    <a:pt x="285813" y="602526"/>
                  </a:lnTo>
                  <a:lnTo>
                    <a:pt x="285838" y="596976"/>
                  </a:lnTo>
                  <a:lnTo>
                    <a:pt x="285965" y="595350"/>
                  </a:lnTo>
                  <a:lnTo>
                    <a:pt x="286080" y="593763"/>
                  </a:lnTo>
                  <a:lnTo>
                    <a:pt x="286181" y="592404"/>
                  </a:lnTo>
                  <a:lnTo>
                    <a:pt x="286283" y="591007"/>
                  </a:lnTo>
                  <a:lnTo>
                    <a:pt x="286359" y="589915"/>
                  </a:lnTo>
                  <a:lnTo>
                    <a:pt x="295376" y="590613"/>
                  </a:lnTo>
                  <a:lnTo>
                    <a:pt x="296697" y="591007"/>
                  </a:lnTo>
                  <a:lnTo>
                    <a:pt x="298297" y="592404"/>
                  </a:lnTo>
                  <a:lnTo>
                    <a:pt x="298704" y="593598"/>
                  </a:lnTo>
                  <a:lnTo>
                    <a:pt x="298767" y="595350"/>
                  </a:lnTo>
                  <a:lnTo>
                    <a:pt x="299389" y="595350"/>
                  </a:lnTo>
                  <a:lnTo>
                    <a:pt x="300062" y="585482"/>
                  </a:lnTo>
                  <a:lnTo>
                    <a:pt x="299402" y="585482"/>
                  </a:lnTo>
                  <a:lnTo>
                    <a:pt x="298843" y="586905"/>
                  </a:lnTo>
                  <a:lnTo>
                    <a:pt x="298157" y="587794"/>
                  </a:lnTo>
                  <a:lnTo>
                    <a:pt x="296214" y="588657"/>
                  </a:lnTo>
                  <a:lnTo>
                    <a:pt x="296037" y="588657"/>
                  </a:lnTo>
                  <a:lnTo>
                    <a:pt x="286524" y="587946"/>
                  </a:lnTo>
                  <a:lnTo>
                    <a:pt x="286867" y="583272"/>
                  </a:lnTo>
                  <a:lnTo>
                    <a:pt x="287032" y="581787"/>
                  </a:lnTo>
                  <a:lnTo>
                    <a:pt x="287223" y="579818"/>
                  </a:lnTo>
                  <a:lnTo>
                    <a:pt x="288023" y="576770"/>
                  </a:lnTo>
                  <a:lnTo>
                    <a:pt x="290042" y="576770"/>
                  </a:lnTo>
                  <a:lnTo>
                    <a:pt x="294601" y="577100"/>
                  </a:lnTo>
                  <a:lnTo>
                    <a:pt x="297764" y="577367"/>
                  </a:lnTo>
                  <a:lnTo>
                    <a:pt x="297319" y="577367"/>
                  </a:lnTo>
                  <a:lnTo>
                    <a:pt x="298653" y="577646"/>
                  </a:lnTo>
                  <a:lnTo>
                    <a:pt x="299504" y="578154"/>
                  </a:lnTo>
                  <a:lnTo>
                    <a:pt x="300342" y="578700"/>
                  </a:lnTo>
                  <a:lnTo>
                    <a:pt x="301040" y="579818"/>
                  </a:lnTo>
                  <a:lnTo>
                    <a:pt x="301536" y="581342"/>
                  </a:lnTo>
                  <a:lnTo>
                    <a:pt x="301612" y="581558"/>
                  </a:lnTo>
                  <a:lnTo>
                    <a:pt x="302094" y="581558"/>
                  </a:lnTo>
                  <a:lnTo>
                    <a:pt x="302209" y="577100"/>
                  </a:lnTo>
                  <a:lnTo>
                    <a:pt x="302234" y="576770"/>
                  </a:lnTo>
                  <a:lnTo>
                    <a:pt x="302323" y="575919"/>
                  </a:lnTo>
                  <a:lnTo>
                    <a:pt x="302387" y="575360"/>
                  </a:lnTo>
                  <a:lnTo>
                    <a:pt x="299935" y="575360"/>
                  </a:lnTo>
                  <a:lnTo>
                    <a:pt x="295046" y="575132"/>
                  </a:lnTo>
                  <a:lnTo>
                    <a:pt x="285178" y="574382"/>
                  </a:lnTo>
                  <a:lnTo>
                    <a:pt x="284327" y="585482"/>
                  </a:lnTo>
                  <a:lnTo>
                    <a:pt x="284213" y="586905"/>
                  </a:lnTo>
                  <a:lnTo>
                    <a:pt x="284200" y="587159"/>
                  </a:lnTo>
                  <a:lnTo>
                    <a:pt x="284086" y="588657"/>
                  </a:lnTo>
                  <a:lnTo>
                    <a:pt x="283984" y="589915"/>
                  </a:lnTo>
                  <a:lnTo>
                    <a:pt x="283908" y="591007"/>
                  </a:lnTo>
                  <a:lnTo>
                    <a:pt x="283794" y="592404"/>
                  </a:lnTo>
                  <a:lnTo>
                    <a:pt x="283692" y="593763"/>
                  </a:lnTo>
                  <a:lnTo>
                    <a:pt x="283565" y="595350"/>
                  </a:lnTo>
                  <a:lnTo>
                    <a:pt x="283451" y="596976"/>
                  </a:lnTo>
                  <a:lnTo>
                    <a:pt x="283324" y="598551"/>
                  </a:lnTo>
                  <a:lnTo>
                    <a:pt x="283286" y="599071"/>
                  </a:lnTo>
                  <a:lnTo>
                    <a:pt x="283197" y="600303"/>
                  </a:lnTo>
                  <a:lnTo>
                    <a:pt x="283083" y="601764"/>
                  </a:lnTo>
                  <a:lnTo>
                    <a:pt x="282968" y="603237"/>
                  </a:lnTo>
                  <a:lnTo>
                    <a:pt x="282867" y="604532"/>
                  </a:lnTo>
                  <a:lnTo>
                    <a:pt x="296037" y="605536"/>
                  </a:lnTo>
                  <a:lnTo>
                    <a:pt x="297954" y="605790"/>
                  </a:lnTo>
                  <a:lnTo>
                    <a:pt x="300126" y="606196"/>
                  </a:lnTo>
                  <a:lnTo>
                    <a:pt x="300431" y="605104"/>
                  </a:lnTo>
                  <a:lnTo>
                    <a:pt x="300888" y="603859"/>
                  </a:lnTo>
                  <a:lnTo>
                    <a:pt x="300939" y="603732"/>
                  </a:lnTo>
                  <a:lnTo>
                    <a:pt x="301015" y="603554"/>
                  </a:lnTo>
                  <a:lnTo>
                    <a:pt x="301091" y="603389"/>
                  </a:lnTo>
                  <a:lnTo>
                    <a:pt x="302018" y="601294"/>
                  </a:lnTo>
                  <a:lnTo>
                    <a:pt x="302425" y="600303"/>
                  </a:lnTo>
                  <a:lnTo>
                    <a:pt x="302704" y="599440"/>
                  </a:lnTo>
                  <a:close/>
                </a:path>
                <a:path w="617220" h="606425">
                  <a:moveTo>
                    <a:pt x="328320" y="605053"/>
                  </a:moveTo>
                  <a:lnTo>
                    <a:pt x="324891" y="579742"/>
                  </a:lnTo>
                  <a:lnTo>
                    <a:pt x="324853" y="579424"/>
                  </a:lnTo>
                  <a:lnTo>
                    <a:pt x="324726" y="578523"/>
                  </a:lnTo>
                  <a:lnTo>
                    <a:pt x="324637" y="577900"/>
                  </a:lnTo>
                  <a:lnTo>
                    <a:pt x="324599" y="577583"/>
                  </a:lnTo>
                  <a:lnTo>
                    <a:pt x="324497" y="576795"/>
                  </a:lnTo>
                  <a:lnTo>
                    <a:pt x="324408" y="576148"/>
                  </a:lnTo>
                  <a:lnTo>
                    <a:pt x="324358" y="575830"/>
                  </a:lnTo>
                  <a:lnTo>
                    <a:pt x="324256" y="575144"/>
                  </a:lnTo>
                  <a:lnTo>
                    <a:pt x="316293" y="575830"/>
                  </a:lnTo>
                  <a:lnTo>
                    <a:pt x="317703" y="575830"/>
                  </a:lnTo>
                  <a:lnTo>
                    <a:pt x="317754" y="576148"/>
                  </a:lnTo>
                  <a:lnTo>
                    <a:pt x="320636" y="576351"/>
                  </a:lnTo>
                  <a:lnTo>
                    <a:pt x="322351" y="578523"/>
                  </a:lnTo>
                  <a:lnTo>
                    <a:pt x="324802" y="596544"/>
                  </a:lnTo>
                  <a:lnTo>
                    <a:pt x="324853" y="596900"/>
                  </a:lnTo>
                  <a:lnTo>
                    <a:pt x="324929" y="597484"/>
                  </a:lnTo>
                  <a:lnTo>
                    <a:pt x="325043" y="598347"/>
                  </a:lnTo>
                  <a:lnTo>
                    <a:pt x="325145" y="599109"/>
                  </a:lnTo>
                  <a:lnTo>
                    <a:pt x="325183" y="602399"/>
                  </a:lnTo>
                  <a:lnTo>
                    <a:pt x="324116" y="604316"/>
                  </a:lnTo>
                  <a:lnTo>
                    <a:pt x="323811" y="604786"/>
                  </a:lnTo>
                  <a:lnTo>
                    <a:pt x="322961" y="605485"/>
                  </a:lnTo>
                  <a:lnTo>
                    <a:pt x="321767" y="605764"/>
                  </a:lnTo>
                  <a:lnTo>
                    <a:pt x="321830" y="606272"/>
                  </a:lnTo>
                  <a:lnTo>
                    <a:pt x="323024" y="606120"/>
                  </a:lnTo>
                  <a:lnTo>
                    <a:pt x="324027" y="605929"/>
                  </a:lnTo>
                  <a:lnTo>
                    <a:pt x="325742" y="605485"/>
                  </a:lnTo>
                  <a:lnTo>
                    <a:pt x="326631" y="605294"/>
                  </a:lnTo>
                  <a:lnTo>
                    <a:pt x="328320" y="605053"/>
                  </a:lnTo>
                  <a:close/>
                </a:path>
                <a:path w="617220" h="606425">
                  <a:moveTo>
                    <a:pt x="347611" y="582752"/>
                  </a:moveTo>
                  <a:lnTo>
                    <a:pt x="347205" y="579742"/>
                  </a:lnTo>
                  <a:lnTo>
                    <a:pt x="347179" y="579424"/>
                  </a:lnTo>
                  <a:lnTo>
                    <a:pt x="347052" y="578523"/>
                  </a:lnTo>
                  <a:lnTo>
                    <a:pt x="346964" y="577900"/>
                  </a:lnTo>
                  <a:lnTo>
                    <a:pt x="346925" y="577583"/>
                  </a:lnTo>
                  <a:lnTo>
                    <a:pt x="346824" y="576795"/>
                  </a:lnTo>
                  <a:lnTo>
                    <a:pt x="346570" y="576503"/>
                  </a:lnTo>
                  <a:lnTo>
                    <a:pt x="344906" y="574814"/>
                  </a:lnTo>
                  <a:lnTo>
                    <a:pt x="341439" y="573874"/>
                  </a:lnTo>
                  <a:lnTo>
                    <a:pt x="343154" y="575830"/>
                  </a:lnTo>
                  <a:lnTo>
                    <a:pt x="344157" y="577900"/>
                  </a:lnTo>
                  <a:lnTo>
                    <a:pt x="344754" y="582371"/>
                  </a:lnTo>
                  <a:lnTo>
                    <a:pt x="344436" y="584619"/>
                  </a:lnTo>
                  <a:lnTo>
                    <a:pt x="343471" y="586727"/>
                  </a:lnTo>
                  <a:lnTo>
                    <a:pt x="346367" y="585076"/>
                  </a:lnTo>
                  <a:lnTo>
                    <a:pt x="347611" y="582752"/>
                  </a:lnTo>
                  <a:close/>
                </a:path>
                <a:path w="617220" h="606425">
                  <a:moveTo>
                    <a:pt x="350494" y="46634"/>
                  </a:moveTo>
                  <a:lnTo>
                    <a:pt x="343166" y="26428"/>
                  </a:lnTo>
                  <a:lnTo>
                    <a:pt x="342569" y="24765"/>
                  </a:lnTo>
                  <a:lnTo>
                    <a:pt x="338975" y="14871"/>
                  </a:lnTo>
                  <a:lnTo>
                    <a:pt x="338975" y="24765"/>
                  </a:lnTo>
                  <a:lnTo>
                    <a:pt x="326656" y="23545"/>
                  </a:lnTo>
                  <a:lnTo>
                    <a:pt x="334302" y="11785"/>
                  </a:lnTo>
                  <a:lnTo>
                    <a:pt x="338975" y="24765"/>
                  </a:lnTo>
                  <a:lnTo>
                    <a:pt x="338975" y="14871"/>
                  </a:lnTo>
                  <a:lnTo>
                    <a:pt x="337858" y="11785"/>
                  </a:lnTo>
                  <a:lnTo>
                    <a:pt x="334276" y="1917"/>
                  </a:lnTo>
                  <a:lnTo>
                    <a:pt x="334162" y="1612"/>
                  </a:lnTo>
                  <a:lnTo>
                    <a:pt x="333832" y="1612"/>
                  </a:lnTo>
                  <a:lnTo>
                    <a:pt x="327406" y="533"/>
                  </a:lnTo>
                  <a:lnTo>
                    <a:pt x="325678" y="279"/>
                  </a:lnTo>
                  <a:lnTo>
                    <a:pt x="322961" y="0"/>
                  </a:lnTo>
                  <a:lnTo>
                    <a:pt x="322897" y="736"/>
                  </a:lnTo>
                  <a:lnTo>
                    <a:pt x="325297" y="1092"/>
                  </a:lnTo>
                  <a:lnTo>
                    <a:pt x="327355" y="1917"/>
                  </a:lnTo>
                  <a:lnTo>
                    <a:pt x="330720" y="4559"/>
                  </a:lnTo>
                  <a:lnTo>
                    <a:pt x="331990" y="6324"/>
                  </a:lnTo>
                  <a:lnTo>
                    <a:pt x="332816" y="8509"/>
                  </a:lnTo>
                  <a:lnTo>
                    <a:pt x="313753" y="38023"/>
                  </a:lnTo>
                  <a:lnTo>
                    <a:pt x="310870" y="40741"/>
                  </a:lnTo>
                  <a:lnTo>
                    <a:pt x="311111" y="40741"/>
                  </a:lnTo>
                  <a:lnTo>
                    <a:pt x="307568" y="42100"/>
                  </a:lnTo>
                  <a:lnTo>
                    <a:pt x="307479" y="43129"/>
                  </a:lnTo>
                  <a:lnTo>
                    <a:pt x="315468" y="43129"/>
                  </a:lnTo>
                  <a:lnTo>
                    <a:pt x="317195" y="43434"/>
                  </a:lnTo>
                  <a:lnTo>
                    <a:pt x="319620" y="43980"/>
                  </a:lnTo>
                  <a:lnTo>
                    <a:pt x="319417" y="43980"/>
                  </a:lnTo>
                  <a:lnTo>
                    <a:pt x="320878" y="44196"/>
                  </a:lnTo>
                  <a:lnTo>
                    <a:pt x="320941" y="43434"/>
                  </a:lnTo>
                  <a:lnTo>
                    <a:pt x="318897" y="42405"/>
                  </a:lnTo>
                  <a:lnTo>
                    <a:pt x="318604" y="42100"/>
                  </a:lnTo>
                  <a:lnTo>
                    <a:pt x="317754" y="40741"/>
                  </a:lnTo>
                  <a:lnTo>
                    <a:pt x="317944" y="38836"/>
                  </a:lnTo>
                  <a:lnTo>
                    <a:pt x="318020" y="38023"/>
                  </a:lnTo>
                  <a:lnTo>
                    <a:pt x="318071" y="37490"/>
                  </a:lnTo>
                  <a:lnTo>
                    <a:pt x="318477" y="36360"/>
                  </a:lnTo>
                  <a:lnTo>
                    <a:pt x="319608" y="34544"/>
                  </a:lnTo>
                  <a:lnTo>
                    <a:pt x="319862" y="34175"/>
                  </a:lnTo>
                  <a:lnTo>
                    <a:pt x="320154" y="33642"/>
                  </a:lnTo>
                  <a:lnTo>
                    <a:pt x="324777" y="26428"/>
                  </a:lnTo>
                  <a:lnTo>
                    <a:pt x="340144" y="27952"/>
                  </a:lnTo>
                  <a:lnTo>
                    <a:pt x="343014" y="35902"/>
                  </a:lnTo>
                  <a:lnTo>
                    <a:pt x="344043" y="38684"/>
                  </a:lnTo>
                  <a:lnTo>
                    <a:pt x="344093" y="38836"/>
                  </a:lnTo>
                  <a:lnTo>
                    <a:pt x="344525" y="40741"/>
                  </a:lnTo>
                  <a:lnTo>
                    <a:pt x="344474" y="42100"/>
                  </a:lnTo>
                  <a:lnTo>
                    <a:pt x="344360" y="43129"/>
                  </a:lnTo>
                  <a:lnTo>
                    <a:pt x="344246" y="44272"/>
                  </a:lnTo>
                  <a:lnTo>
                    <a:pt x="342976" y="45427"/>
                  </a:lnTo>
                  <a:lnTo>
                    <a:pt x="341007" y="45427"/>
                  </a:lnTo>
                  <a:lnTo>
                    <a:pt x="340931" y="46291"/>
                  </a:lnTo>
                  <a:lnTo>
                    <a:pt x="344652" y="46291"/>
                  </a:lnTo>
                  <a:lnTo>
                    <a:pt x="347853" y="46431"/>
                  </a:lnTo>
                  <a:lnTo>
                    <a:pt x="350494" y="46634"/>
                  </a:lnTo>
                  <a:close/>
                </a:path>
                <a:path w="617220" h="606425">
                  <a:moveTo>
                    <a:pt x="360273" y="598347"/>
                  </a:moveTo>
                  <a:lnTo>
                    <a:pt x="360019" y="597674"/>
                  </a:lnTo>
                  <a:lnTo>
                    <a:pt x="359308" y="598347"/>
                  </a:lnTo>
                  <a:lnTo>
                    <a:pt x="358635" y="598347"/>
                  </a:lnTo>
                  <a:lnTo>
                    <a:pt x="356298" y="598678"/>
                  </a:lnTo>
                  <a:lnTo>
                    <a:pt x="353237" y="597293"/>
                  </a:lnTo>
                  <a:lnTo>
                    <a:pt x="352640" y="596900"/>
                  </a:lnTo>
                  <a:lnTo>
                    <a:pt x="346062" y="591807"/>
                  </a:lnTo>
                  <a:lnTo>
                    <a:pt x="344055" y="590448"/>
                  </a:lnTo>
                  <a:lnTo>
                    <a:pt x="342023" y="589419"/>
                  </a:lnTo>
                  <a:lnTo>
                    <a:pt x="341515" y="589165"/>
                  </a:lnTo>
                  <a:lnTo>
                    <a:pt x="340067" y="588886"/>
                  </a:lnTo>
                  <a:lnTo>
                    <a:pt x="338366" y="588886"/>
                  </a:lnTo>
                  <a:lnTo>
                    <a:pt x="338886" y="588632"/>
                  </a:lnTo>
                  <a:lnTo>
                    <a:pt x="341553" y="587336"/>
                  </a:lnTo>
                  <a:lnTo>
                    <a:pt x="342887" y="584619"/>
                  </a:lnTo>
                  <a:lnTo>
                    <a:pt x="342226" y="579742"/>
                  </a:lnTo>
                  <a:lnTo>
                    <a:pt x="342188" y="579424"/>
                  </a:lnTo>
                  <a:lnTo>
                    <a:pt x="342061" y="578523"/>
                  </a:lnTo>
                  <a:lnTo>
                    <a:pt x="342036" y="578358"/>
                  </a:lnTo>
                  <a:lnTo>
                    <a:pt x="341147" y="576503"/>
                  </a:lnTo>
                  <a:lnTo>
                    <a:pt x="340385" y="575792"/>
                  </a:lnTo>
                  <a:lnTo>
                    <a:pt x="340385" y="585355"/>
                  </a:lnTo>
                  <a:lnTo>
                    <a:pt x="338543" y="587857"/>
                  </a:lnTo>
                  <a:lnTo>
                    <a:pt x="332803" y="588632"/>
                  </a:lnTo>
                  <a:lnTo>
                    <a:pt x="331749" y="588632"/>
                  </a:lnTo>
                  <a:lnTo>
                    <a:pt x="330809" y="588518"/>
                  </a:lnTo>
                  <a:lnTo>
                    <a:pt x="330809" y="590156"/>
                  </a:lnTo>
                  <a:lnTo>
                    <a:pt x="329311" y="589889"/>
                  </a:lnTo>
                  <a:lnTo>
                    <a:pt x="330784" y="589889"/>
                  </a:lnTo>
                  <a:lnTo>
                    <a:pt x="330809" y="590156"/>
                  </a:lnTo>
                  <a:lnTo>
                    <a:pt x="330809" y="588518"/>
                  </a:lnTo>
                  <a:lnTo>
                    <a:pt x="330593" y="588479"/>
                  </a:lnTo>
                  <a:lnTo>
                    <a:pt x="329412" y="579742"/>
                  </a:lnTo>
                  <a:lnTo>
                    <a:pt x="329285" y="577583"/>
                  </a:lnTo>
                  <a:lnTo>
                    <a:pt x="329526" y="576795"/>
                  </a:lnTo>
                  <a:lnTo>
                    <a:pt x="330187" y="576148"/>
                  </a:lnTo>
                  <a:lnTo>
                    <a:pt x="330974" y="575830"/>
                  </a:lnTo>
                  <a:lnTo>
                    <a:pt x="330301" y="575830"/>
                  </a:lnTo>
                  <a:lnTo>
                    <a:pt x="335953" y="575081"/>
                  </a:lnTo>
                  <a:lnTo>
                    <a:pt x="336981" y="575081"/>
                  </a:lnTo>
                  <a:lnTo>
                    <a:pt x="338924" y="576503"/>
                  </a:lnTo>
                  <a:lnTo>
                    <a:pt x="339242" y="576795"/>
                  </a:lnTo>
                  <a:lnTo>
                    <a:pt x="340283" y="584619"/>
                  </a:lnTo>
                  <a:lnTo>
                    <a:pt x="340385" y="585355"/>
                  </a:lnTo>
                  <a:lnTo>
                    <a:pt x="340385" y="575792"/>
                  </a:lnTo>
                  <a:lnTo>
                    <a:pt x="339648" y="575081"/>
                  </a:lnTo>
                  <a:lnTo>
                    <a:pt x="338175" y="573697"/>
                  </a:lnTo>
                  <a:lnTo>
                    <a:pt x="336130" y="573151"/>
                  </a:lnTo>
                  <a:lnTo>
                    <a:pt x="332003" y="573697"/>
                  </a:lnTo>
                  <a:lnTo>
                    <a:pt x="332270" y="573697"/>
                  </a:lnTo>
                  <a:lnTo>
                    <a:pt x="328676" y="574459"/>
                  </a:lnTo>
                  <a:lnTo>
                    <a:pt x="327469" y="574662"/>
                  </a:lnTo>
                  <a:lnTo>
                    <a:pt x="326339" y="574814"/>
                  </a:lnTo>
                  <a:lnTo>
                    <a:pt x="330263" y="603719"/>
                  </a:lnTo>
                  <a:lnTo>
                    <a:pt x="330339" y="604316"/>
                  </a:lnTo>
                  <a:lnTo>
                    <a:pt x="330403" y="604786"/>
                  </a:lnTo>
                  <a:lnTo>
                    <a:pt x="332701" y="604456"/>
                  </a:lnTo>
                  <a:lnTo>
                    <a:pt x="334606" y="604316"/>
                  </a:lnTo>
                  <a:lnTo>
                    <a:pt x="336892" y="604316"/>
                  </a:lnTo>
                  <a:lnTo>
                    <a:pt x="336816" y="603719"/>
                  </a:lnTo>
                  <a:lnTo>
                    <a:pt x="334073" y="603719"/>
                  </a:lnTo>
                  <a:lnTo>
                    <a:pt x="332371" y="601497"/>
                  </a:lnTo>
                  <a:lnTo>
                    <a:pt x="332270" y="601040"/>
                  </a:lnTo>
                  <a:lnTo>
                    <a:pt x="331114" y="592289"/>
                  </a:lnTo>
                  <a:lnTo>
                    <a:pt x="331012" y="591566"/>
                  </a:lnTo>
                  <a:lnTo>
                    <a:pt x="330923" y="590842"/>
                  </a:lnTo>
                  <a:lnTo>
                    <a:pt x="330860" y="590448"/>
                  </a:lnTo>
                  <a:lnTo>
                    <a:pt x="332206" y="590448"/>
                  </a:lnTo>
                  <a:lnTo>
                    <a:pt x="342023" y="597293"/>
                  </a:lnTo>
                  <a:lnTo>
                    <a:pt x="344792" y="599363"/>
                  </a:lnTo>
                  <a:lnTo>
                    <a:pt x="346125" y="600316"/>
                  </a:lnTo>
                  <a:lnTo>
                    <a:pt x="347294" y="601040"/>
                  </a:lnTo>
                  <a:lnTo>
                    <a:pt x="349338" y="602081"/>
                  </a:lnTo>
                  <a:lnTo>
                    <a:pt x="350989" y="602335"/>
                  </a:lnTo>
                  <a:lnTo>
                    <a:pt x="352818" y="602081"/>
                  </a:lnTo>
                  <a:lnTo>
                    <a:pt x="353225" y="602081"/>
                  </a:lnTo>
                  <a:lnTo>
                    <a:pt x="354076" y="601814"/>
                  </a:lnTo>
                  <a:lnTo>
                    <a:pt x="354672" y="601497"/>
                  </a:lnTo>
                  <a:lnTo>
                    <a:pt x="354634" y="601243"/>
                  </a:lnTo>
                  <a:lnTo>
                    <a:pt x="353250" y="601433"/>
                  </a:lnTo>
                  <a:lnTo>
                    <a:pt x="351726" y="601040"/>
                  </a:lnTo>
                  <a:lnTo>
                    <a:pt x="348399" y="599109"/>
                  </a:lnTo>
                  <a:lnTo>
                    <a:pt x="346138" y="597484"/>
                  </a:lnTo>
                  <a:lnTo>
                    <a:pt x="339280" y="592048"/>
                  </a:lnTo>
                  <a:lnTo>
                    <a:pt x="336550" y="590448"/>
                  </a:lnTo>
                  <a:lnTo>
                    <a:pt x="337426" y="590448"/>
                  </a:lnTo>
                  <a:lnTo>
                    <a:pt x="334048" y="589889"/>
                  </a:lnTo>
                  <a:lnTo>
                    <a:pt x="337388" y="589419"/>
                  </a:lnTo>
                  <a:lnTo>
                    <a:pt x="340182" y="590448"/>
                  </a:lnTo>
                  <a:lnTo>
                    <a:pt x="341160" y="590842"/>
                  </a:lnTo>
                  <a:lnTo>
                    <a:pt x="348424" y="596544"/>
                  </a:lnTo>
                  <a:lnTo>
                    <a:pt x="350062" y="597674"/>
                  </a:lnTo>
                  <a:lnTo>
                    <a:pt x="351078" y="598347"/>
                  </a:lnTo>
                  <a:lnTo>
                    <a:pt x="354228" y="599948"/>
                  </a:lnTo>
                  <a:lnTo>
                    <a:pt x="355815" y="600290"/>
                  </a:lnTo>
                  <a:lnTo>
                    <a:pt x="358317" y="599948"/>
                  </a:lnTo>
                  <a:lnTo>
                    <a:pt x="358546" y="599948"/>
                  </a:lnTo>
                  <a:lnTo>
                    <a:pt x="359448" y="599363"/>
                  </a:lnTo>
                  <a:lnTo>
                    <a:pt x="359689" y="599109"/>
                  </a:lnTo>
                  <a:lnTo>
                    <a:pt x="359930" y="598678"/>
                  </a:lnTo>
                  <a:lnTo>
                    <a:pt x="360121" y="598347"/>
                  </a:lnTo>
                  <a:lnTo>
                    <a:pt x="360273" y="598347"/>
                  </a:lnTo>
                  <a:close/>
                </a:path>
                <a:path w="617220" h="606425">
                  <a:moveTo>
                    <a:pt x="361924" y="47548"/>
                  </a:moveTo>
                  <a:lnTo>
                    <a:pt x="361149" y="47117"/>
                  </a:lnTo>
                  <a:lnTo>
                    <a:pt x="358279" y="45669"/>
                  </a:lnTo>
                  <a:lnTo>
                    <a:pt x="355155" y="41122"/>
                  </a:lnTo>
                  <a:lnTo>
                    <a:pt x="352590" y="34175"/>
                  </a:lnTo>
                  <a:lnTo>
                    <a:pt x="344881" y="13081"/>
                  </a:lnTo>
                  <a:lnTo>
                    <a:pt x="344817" y="12725"/>
                  </a:lnTo>
                  <a:lnTo>
                    <a:pt x="344703" y="12446"/>
                  </a:lnTo>
                  <a:lnTo>
                    <a:pt x="344601" y="12179"/>
                  </a:lnTo>
                  <a:lnTo>
                    <a:pt x="344512" y="11785"/>
                  </a:lnTo>
                  <a:lnTo>
                    <a:pt x="344043" y="10287"/>
                  </a:lnTo>
                  <a:lnTo>
                    <a:pt x="343166" y="7874"/>
                  </a:lnTo>
                  <a:lnTo>
                    <a:pt x="342417" y="5651"/>
                  </a:lnTo>
                  <a:lnTo>
                    <a:pt x="341820" y="3784"/>
                  </a:lnTo>
                  <a:lnTo>
                    <a:pt x="341426" y="2311"/>
                  </a:lnTo>
                  <a:lnTo>
                    <a:pt x="337540" y="1917"/>
                  </a:lnTo>
                  <a:lnTo>
                    <a:pt x="337566" y="2311"/>
                  </a:lnTo>
                  <a:lnTo>
                    <a:pt x="353504" y="46291"/>
                  </a:lnTo>
                  <a:lnTo>
                    <a:pt x="353631" y="46634"/>
                  </a:lnTo>
                  <a:lnTo>
                    <a:pt x="353745" y="46951"/>
                  </a:lnTo>
                  <a:lnTo>
                    <a:pt x="355473" y="47117"/>
                  </a:lnTo>
                  <a:lnTo>
                    <a:pt x="358178" y="47548"/>
                  </a:lnTo>
                  <a:lnTo>
                    <a:pt x="361848" y="48260"/>
                  </a:lnTo>
                  <a:lnTo>
                    <a:pt x="361924" y="47548"/>
                  </a:lnTo>
                  <a:close/>
                </a:path>
                <a:path w="617220" h="606425">
                  <a:moveTo>
                    <a:pt x="393738" y="586066"/>
                  </a:moveTo>
                  <a:lnTo>
                    <a:pt x="385495" y="579120"/>
                  </a:lnTo>
                  <a:lnTo>
                    <a:pt x="379996" y="579120"/>
                  </a:lnTo>
                  <a:lnTo>
                    <a:pt x="377532" y="578942"/>
                  </a:lnTo>
                  <a:lnTo>
                    <a:pt x="370624" y="571500"/>
                  </a:lnTo>
                  <a:lnTo>
                    <a:pt x="370192" y="572795"/>
                  </a:lnTo>
                  <a:lnTo>
                    <a:pt x="370281" y="575652"/>
                  </a:lnTo>
                  <a:lnTo>
                    <a:pt x="370725" y="577100"/>
                  </a:lnTo>
                  <a:lnTo>
                    <a:pt x="370840" y="577507"/>
                  </a:lnTo>
                  <a:lnTo>
                    <a:pt x="371335" y="578231"/>
                  </a:lnTo>
                  <a:lnTo>
                    <a:pt x="371449" y="578396"/>
                  </a:lnTo>
                  <a:lnTo>
                    <a:pt x="371716" y="578688"/>
                  </a:lnTo>
                  <a:lnTo>
                    <a:pt x="372719" y="579488"/>
                  </a:lnTo>
                  <a:lnTo>
                    <a:pt x="373557" y="580186"/>
                  </a:lnTo>
                  <a:lnTo>
                    <a:pt x="374713" y="580732"/>
                  </a:lnTo>
                  <a:lnTo>
                    <a:pt x="377228" y="581202"/>
                  </a:lnTo>
                  <a:lnTo>
                    <a:pt x="374802" y="581202"/>
                  </a:lnTo>
                  <a:lnTo>
                    <a:pt x="383908" y="581469"/>
                  </a:lnTo>
                  <a:lnTo>
                    <a:pt x="385000" y="581469"/>
                  </a:lnTo>
                  <a:lnTo>
                    <a:pt x="387286" y="581748"/>
                  </a:lnTo>
                  <a:lnTo>
                    <a:pt x="389775" y="582663"/>
                  </a:lnTo>
                  <a:lnTo>
                    <a:pt x="390613" y="583628"/>
                  </a:lnTo>
                  <a:lnTo>
                    <a:pt x="391363" y="586066"/>
                  </a:lnTo>
                  <a:lnTo>
                    <a:pt x="391363" y="587133"/>
                  </a:lnTo>
                  <a:lnTo>
                    <a:pt x="386727" y="591731"/>
                  </a:lnTo>
                  <a:lnTo>
                    <a:pt x="384492" y="592429"/>
                  </a:lnTo>
                  <a:lnTo>
                    <a:pt x="375615" y="586549"/>
                  </a:lnTo>
                  <a:lnTo>
                    <a:pt x="375564" y="586409"/>
                  </a:lnTo>
                  <a:lnTo>
                    <a:pt x="375373" y="586409"/>
                  </a:lnTo>
                  <a:lnTo>
                    <a:pt x="374916" y="586549"/>
                  </a:lnTo>
                  <a:lnTo>
                    <a:pt x="377050" y="593115"/>
                  </a:lnTo>
                  <a:lnTo>
                    <a:pt x="377444" y="594309"/>
                  </a:lnTo>
                  <a:lnTo>
                    <a:pt x="377532" y="594601"/>
                  </a:lnTo>
                  <a:lnTo>
                    <a:pt x="377571" y="594766"/>
                  </a:lnTo>
                  <a:lnTo>
                    <a:pt x="377685" y="595223"/>
                  </a:lnTo>
                  <a:lnTo>
                    <a:pt x="377939" y="595388"/>
                  </a:lnTo>
                  <a:lnTo>
                    <a:pt x="378548" y="595223"/>
                  </a:lnTo>
                  <a:lnTo>
                    <a:pt x="378294" y="595223"/>
                  </a:lnTo>
                  <a:lnTo>
                    <a:pt x="380199" y="594944"/>
                  </a:lnTo>
                  <a:lnTo>
                    <a:pt x="382079" y="594766"/>
                  </a:lnTo>
                  <a:lnTo>
                    <a:pt x="384213" y="594601"/>
                  </a:lnTo>
                  <a:lnTo>
                    <a:pt x="385864" y="594309"/>
                  </a:lnTo>
                  <a:lnTo>
                    <a:pt x="393623" y="587133"/>
                  </a:lnTo>
                  <a:lnTo>
                    <a:pt x="393738" y="586066"/>
                  </a:lnTo>
                  <a:close/>
                </a:path>
                <a:path w="617220" h="606425">
                  <a:moveTo>
                    <a:pt x="396836" y="583272"/>
                  </a:moveTo>
                  <a:lnTo>
                    <a:pt x="395732" y="579615"/>
                  </a:lnTo>
                  <a:lnTo>
                    <a:pt x="395693" y="579488"/>
                  </a:lnTo>
                  <a:lnTo>
                    <a:pt x="395008" y="578396"/>
                  </a:lnTo>
                  <a:lnTo>
                    <a:pt x="386664" y="574929"/>
                  </a:lnTo>
                  <a:lnTo>
                    <a:pt x="382104" y="574929"/>
                  </a:lnTo>
                  <a:lnTo>
                    <a:pt x="378421" y="574421"/>
                  </a:lnTo>
                  <a:lnTo>
                    <a:pt x="375869" y="573570"/>
                  </a:lnTo>
                  <a:lnTo>
                    <a:pt x="375132" y="572795"/>
                  </a:lnTo>
                  <a:lnTo>
                    <a:pt x="374434" y="570522"/>
                  </a:lnTo>
                  <a:lnTo>
                    <a:pt x="374751" y="569404"/>
                  </a:lnTo>
                  <a:lnTo>
                    <a:pt x="376542" y="567245"/>
                  </a:lnTo>
                  <a:lnTo>
                    <a:pt x="376656" y="567105"/>
                  </a:lnTo>
                  <a:lnTo>
                    <a:pt x="378066" y="566267"/>
                  </a:lnTo>
                  <a:lnTo>
                    <a:pt x="379920" y="565683"/>
                  </a:lnTo>
                  <a:lnTo>
                    <a:pt x="382244" y="564997"/>
                  </a:lnTo>
                  <a:lnTo>
                    <a:pt x="384759" y="564997"/>
                  </a:lnTo>
                  <a:lnTo>
                    <a:pt x="388277" y="565924"/>
                  </a:lnTo>
                  <a:lnTo>
                    <a:pt x="389597" y="567245"/>
                  </a:lnTo>
                  <a:lnTo>
                    <a:pt x="390220" y="569201"/>
                  </a:lnTo>
                  <a:lnTo>
                    <a:pt x="390283" y="569404"/>
                  </a:lnTo>
                  <a:lnTo>
                    <a:pt x="390842" y="569201"/>
                  </a:lnTo>
                  <a:lnTo>
                    <a:pt x="390512" y="567880"/>
                  </a:lnTo>
                  <a:lnTo>
                    <a:pt x="390372" y="567436"/>
                  </a:lnTo>
                  <a:lnTo>
                    <a:pt x="390258" y="567105"/>
                  </a:lnTo>
                  <a:lnTo>
                    <a:pt x="390144" y="566712"/>
                  </a:lnTo>
                  <a:lnTo>
                    <a:pt x="389636" y="565264"/>
                  </a:lnTo>
                  <a:lnTo>
                    <a:pt x="389547" y="564997"/>
                  </a:lnTo>
                  <a:lnTo>
                    <a:pt x="389039" y="563587"/>
                  </a:lnTo>
                  <a:lnTo>
                    <a:pt x="388886" y="563016"/>
                  </a:lnTo>
                  <a:lnTo>
                    <a:pt x="388518" y="562000"/>
                  </a:lnTo>
                  <a:lnTo>
                    <a:pt x="388454" y="561797"/>
                  </a:lnTo>
                  <a:lnTo>
                    <a:pt x="372084" y="570522"/>
                  </a:lnTo>
                  <a:lnTo>
                    <a:pt x="373253" y="574421"/>
                  </a:lnTo>
                  <a:lnTo>
                    <a:pt x="374269" y="575652"/>
                  </a:lnTo>
                  <a:lnTo>
                    <a:pt x="374408" y="575652"/>
                  </a:lnTo>
                  <a:lnTo>
                    <a:pt x="376923" y="576618"/>
                  </a:lnTo>
                  <a:lnTo>
                    <a:pt x="381127" y="577100"/>
                  </a:lnTo>
                  <a:lnTo>
                    <a:pt x="386181" y="577100"/>
                  </a:lnTo>
                  <a:lnTo>
                    <a:pt x="388124" y="577316"/>
                  </a:lnTo>
                  <a:lnTo>
                    <a:pt x="395541" y="584771"/>
                  </a:lnTo>
                  <a:lnTo>
                    <a:pt x="395452" y="586549"/>
                  </a:lnTo>
                  <a:lnTo>
                    <a:pt x="395249" y="587133"/>
                  </a:lnTo>
                  <a:lnTo>
                    <a:pt x="396544" y="585330"/>
                  </a:lnTo>
                  <a:lnTo>
                    <a:pt x="396786" y="583628"/>
                  </a:lnTo>
                  <a:lnTo>
                    <a:pt x="396836" y="583272"/>
                  </a:lnTo>
                  <a:close/>
                </a:path>
                <a:path w="617220" h="606425">
                  <a:moveTo>
                    <a:pt x="422097" y="580390"/>
                  </a:moveTo>
                  <a:lnTo>
                    <a:pt x="411073" y="555713"/>
                  </a:lnTo>
                  <a:lnTo>
                    <a:pt x="410984" y="555523"/>
                  </a:lnTo>
                  <a:lnTo>
                    <a:pt x="410857" y="555244"/>
                  </a:lnTo>
                  <a:lnTo>
                    <a:pt x="409765" y="552792"/>
                  </a:lnTo>
                  <a:lnTo>
                    <a:pt x="407885" y="553580"/>
                  </a:lnTo>
                  <a:lnTo>
                    <a:pt x="406082" y="554253"/>
                  </a:lnTo>
                  <a:lnTo>
                    <a:pt x="403885" y="555040"/>
                  </a:lnTo>
                  <a:lnTo>
                    <a:pt x="403974" y="555244"/>
                  </a:lnTo>
                  <a:lnTo>
                    <a:pt x="404101" y="555523"/>
                  </a:lnTo>
                  <a:lnTo>
                    <a:pt x="405549" y="555244"/>
                  </a:lnTo>
                  <a:lnTo>
                    <a:pt x="406781" y="555523"/>
                  </a:lnTo>
                  <a:lnTo>
                    <a:pt x="418096" y="577875"/>
                  </a:lnTo>
                  <a:lnTo>
                    <a:pt x="418084" y="580669"/>
                  </a:lnTo>
                  <a:lnTo>
                    <a:pt x="417410" y="581901"/>
                  </a:lnTo>
                  <a:lnTo>
                    <a:pt x="416318" y="582803"/>
                  </a:lnTo>
                  <a:lnTo>
                    <a:pt x="416521" y="583272"/>
                  </a:lnTo>
                  <a:lnTo>
                    <a:pt x="418985" y="581901"/>
                  </a:lnTo>
                  <a:lnTo>
                    <a:pt x="420839" y="580936"/>
                  </a:lnTo>
                  <a:lnTo>
                    <a:pt x="422097" y="580390"/>
                  </a:lnTo>
                  <a:close/>
                </a:path>
                <a:path w="617220" h="606425">
                  <a:moveTo>
                    <a:pt x="429412" y="68783"/>
                  </a:moveTo>
                  <a:lnTo>
                    <a:pt x="408330" y="28562"/>
                  </a:lnTo>
                  <a:lnTo>
                    <a:pt x="400583" y="13792"/>
                  </a:lnTo>
                  <a:lnTo>
                    <a:pt x="393954" y="10617"/>
                  </a:lnTo>
                  <a:lnTo>
                    <a:pt x="393674" y="11303"/>
                  </a:lnTo>
                  <a:lnTo>
                    <a:pt x="395947" y="13208"/>
                  </a:lnTo>
                  <a:lnTo>
                    <a:pt x="398335" y="16535"/>
                  </a:lnTo>
                  <a:lnTo>
                    <a:pt x="400824" y="21310"/>
                  </a:lnTo>
                  <a:lnTo>
                    <a:pt x="402640" y="24726"/>
                  </a:lnTo>
                  <a:lnTo>
                    <a:pt x="393179" y="48526"/>
                  </a:lnTo>
                  <a:lnTo>
                    <a:pt x="391680" y="51130"/>
                  </a:lnTo>
                  <a:lnTo>
                    <a:pt x="388785" y="53657"/>
                  </a:lnTo>
                  <a:lnTo>
                    <a:pt x="388581" y="53657"/>
                  </a:lnTo>
                  <a:lnTo>
                    <a:pt x="386969" y="54025"/>
                  </a:lnTo>
                  <a:lnTo>
                    <a:pt x="384594" y="53657"/>
                  </a:lnTo>
                  <a:lnTo>
                    <a:pt x="384314" y="54356"/>
                  </a:lnTo>
                  <a:lnTo>
                    <a:pt x="387565" y="55295"/>
                  </a:lnTo>
                  <a:lnTo>
                    <a:pt x="389953" y="56083"/>
                  </a:lnTo>
                  <a:lnTo>
                    <a:pt x="393141" y="57365"/>
                  </a:lnTo>
                  <a:lnTo>
                    <a:pt x="395414" y="58432"/>
                  </a:lnTo>
                  <a:lnTo>
                    <a:pt x="399110" y="60274"/>
                  </a:lnTo>
                  <a:lnTo>
                    <a:pt x="399376" y="59601"/>
                  </a:lnTo>
                  <a:lnTo>
                    <a:pt x="397446" y="58293"/>
                  </a:lnTo>
                  <a:lnTo>
                    <a:pt x="396278" y="56680"/>
                  </a:lnTo>
                  <a:lnTo>
                    <a:pt x="395782" y="54356"/>
                  </a:lnTo>
                  <a:lnTo>
                    <a:pt x="395719" y="54025"/>
                  </a:lnTo>
                  <a:lnTo>
                    <a:pt x="395478" y="52882"/>
                  </a:lnTo>
                  <a:lnTo>
                    <a:pt x="396049" y="50025"/>
                  </a:lnTo>
                  <a:lnTo>
                    <a:pt x="404634" y="28562"/>
                  </a:lnTo>
                  <a:lnTo>
                    <a:pt x="427418" y="71602"/>
                  </a:lnTo>
                  <a:lnTo>
                    <a:pt x="428167" y="71907"/>
                  </a:lnTo>
                  <a:lnTo>
                    <a:pt x="429412" y="68783"/>
                  </a:lnTo>
                  <a:close/>
                </a:path>
                <a:path w="617220" h="606425">
                  <a:moveTo>
                    <a:pt x="429971" y="577240"/>
                  </a:moveTo>
                  <a:lnTo>
                    <a:pt x="429844" y="576935"/>
                  </a:lnTo>
                  <a:lnTo>
                    <a:pt x="429768" y="576757"/>
                  </a:lnTo>
                  <a:lnTo>
                    <a:pt x="428713" y="576935"/>
                  </a:lnTo>
                  <a:lnTo>
                    <a:pt x="427748" y="576757"/>
                  </a:lnTo>
                  <a:lnTo>
                    <a:pt x="425551" y="575665"/>
                  </a:lnTo>
                  <a:lnTo>
                    <a:pt x="425424" y="575665"/>
                  </a:lnTo>
                  <a:lnTo>
                    <a:pt x="424141" y="573900"/>
                  </a:lnTo>
                  <a:lnTo>
                    <a:pt x="416013" y="555713"/>
                  </a:lnTo>
                  <a:lnTo>
                    <a:pt x="415480" y="553580"/>
                  </a:lnTo>
                  <a:lnTo>
                    <a:pt x="416013" y="551065"/>
                  </a:lnTo>
                  <a:lnTo>
                    <a:pt x="416623" y="550138"/>
                  </a:lnTo>
                  <a:lnTo>
                    <a:pt x="417550" y="549490"/>
                  </a:lnTo>
                  <a:lnTo>
                    <a:pt x="417347" y="549008"/>
                  </a:lnTo>
                  <a:lnTo>
                    <a:pt x="415772" y="549973"/>
                  </a:lnTo>
                  <a:lnTo>
                    <a:pt x="413905" y="550926"/>
                  </a:lnTo>
                  <a:lnTo>
                    <a:pt x="411734" y="551903"/>
                  </a:lnTo>
                  <a:lnTo>
                    <a:pt x="424078" y="579501"/>
                  </a:lnTo>
                  <a:lnTo>
                    <a:pt x="426275" y="578535"/>
                  </a:lnTo>
                  <a:lnTo>
                    <a:pt x="427951" y="577875"/>
                  </a:lnTo>
                  <a:lnTo>
                    <a:pt x="429971" y="577240"/>
                  </a:lnTo>
                  <a:close/>
                </a:path>
                <a:path w="617220" h="606425">
                  <a:moveTo>
                    <a:pt x="450570" y="33261"/>
                  </a:moveTo>
                  <a:lnTo>
                    <a:pt x="434708" y="26924"/>
                  </a:lnTo>
                  <a:lnTo>
                    <a:pt x="434403" y="27584"/>
                  </a:lnTo>
                  <a:lnTo>
                    <a:pt x="438683" y="35483"/>
                  </a:lnTo>
                  <a:lnTo>
                    <a:pt x="438492" y="36842"/>
                  </a:lnTo>
                  <a:lnTo>
                    <a:pt x="437857" y="38938"/>
                  </a:lnTo>
                  <a:lnTo>
                    <a:pt x="430479" y="57365"/>
                  </a:lnTo>
                  <a:lnTo>
                    <a:pt x="409384" y="17297"/>
                  </a:lnTo>
                  <a:lnTo>
                    <a:pt x="404901" y="15519"/>
                  </a:lnTo>
                  <a:lnTo>
                    <a:pt x="430936" y="65036"/>
                  </a:lnTo>
                  <a:lnTo>
                    <a:pt x="434009" y="57365"/>
                  </a:lnTo>
                  <a:lnTo>
                    <a:pt x="441147" y="39497"/>
                  </a:lnTo>
                  <a:lnTo>
                    <a:pt x="442061" y="37757"/>
                  </a:lnTo>
                  <a:lnTo>
                    <a:pt x="443788" y="35483"/>
                  </a:lnTo>
                  <a:lnTo>
                    <a:pt x="444881" y="34683"/>
                  </a:lnTo>
                  <a:lnTo>
                    <a:pt x="447332" y="33782"/>
                  </a:lnTo>
                  <a:lnTo>
                    <a:pt x="449630" y="33782"/>
                  </a:lnTo>
                  <a:lnTo>
                    <a:pt x="450303" y="33947"/>
                  </a:lnTo>
                  <a:lnTo>
                    <a:pt x="450367" y="33782"/>
                  </a:lnTo>
                  <a:lnTo>
                    <a:pt x="450570" y="33261"/>
                  </a:lnTo>
                  <a:close/>
                </a:path>
                <a:path w="617220" h="606425">
                  <a:moveTo>
                    <a:pt x="460298" y="559841"/>
                  </a:moveTo>
                  <a:lnTo>
                    <a:pt x="445757" y="537387"/>
                  </a:lnTo>
                  <a:lnTo>
                    <a:pt x="443865" y="534466"/>
                  </a:lnTo>
                  <a:lnTo>
                    <a:pt x="435914" y="539610"/>
                  </a:lnTo>
                  <a:lnTo>
                    <a:pt x="432562" y="541629"/>
                  </a:lnTo>
                  <a:lnTo>
                    <a:pt x="431177" y="542378"/>
                  </a:lnTo>
                  <a:lnTo>
                    <a:pt x="430517" y="542696"/>
                  </a:lnTo>
                  <a:lnTo>
                    <a:pt x="431431" y="544093"/>
                  </a:lnTo>
                  <a:lnTo>
                    <a:pt x="432219" y="545503"/>
                  </a:lnTo>
                  <a:lnTo>
                    <a:pt x="433260" y="547535"/>
                  </a:lnTo>
                  <a:lnTo>
                    <a:pt x="433501" y="548081"/>
                  </a:lnTo>
                  <a:lnTo>
                    <a:pt x="433730" y="548538"/>
                  </a:lnTo>
                  <a:lnTo>
                    <a:pt x="433959" y="548843"/>
                  </a:lnTo>
                  <a:lnTo>
                    <a:pt x="434136" y="549122"/>
                  </a:lnTo>
                  <a:lnTo>
                    <a:pt x="434251" y="549313"/>
                  </a:lnTo>
                  <a:lnTo>
                    <a:pt x="434416" y="549503"/>
                  </a:lnTo>
                  <a:lnTo>
                    <a:pt x="434962" y="549122"/>
                  </a:lnTo>
                  <a:lnTo>
                    <a:pt x="434238" y="547077"/>
                  </a:lnTo>
                  <a:lnTo>
                    <a:pt x="434035" y="545719"/>
                  </a:lnTo>
                  <a:lnTo>
                    <a:pt x="433997" y="545503"/>
                  </a:lnTo>
                  <a:lnTo>
                    <a:pt x="434454" y="543407"/>
                  </a:lnTo>
                  <a:lnTo>
                    <a:pt x="435330" y="542378"/>
                  </a:lnTo>
                  <a:lnTo>
                    <a:pt x="436905" y="541375"/>
                  </a:lnTo>
                  <a:lnTo>
                    <a:pt x="443039" y="537387"/>
                  </a:lnTo>
                  <a:lnTo>
                    <a:pt x="455206" y="556221"/>
                  </a:lnTo>
                  <a:lnTo>
                    <a:pt x="456069" y="558050"/>
                  </a:lnTo>
                  <a:lnTo>
                    <a:pt x="456298" y="559841"/>
                  </a:lnTo>
                  <a:lnTo>
                    <a:pt x="456311" y="560971"/>
                  </a:lnTo>
                  <a:lnTo>
                    <a:pt x="455828" y="562089"/>
                  </a:lnTo>
                  <a:lnTo>
                    <a:pt x="454812" y="563206"/>
                  </a:lnTo>
                  <a:lnTo>
                    <a:pt x="455091" y="563626"/>
                  </a:lnTo>
                  <a:lnTo>
                    <a:pt x="457034" y="562089"/>
                  </a:lnTo>
                  <a:lnTo>
                    <a:pt x="458520" y="560971"/>
                  </a:lnTo>
                  <a:lnTo>
                    <a:pt x="460298" y="559841"/>
                  </a:lnTo>
                  <a:close/>
                </a:path>
                <a:path w="617220" h="606425">
                  <a:moveTo>
                    <a:pt x="467817" y="555510"/>
                  </a:moveTo>
                  <a:lnTo>
                    <a:pt x="467448" y="554990"/>
                  </a:lnTo>
                  <a:lnTo>
                    <a:pt x="466128" y="555510"/>
                  </a:lnTo>
                  <a:lnTo>
                    <a:pt x="464959" y="555510"/>
                  </a:lnTo>
                  <a:lnTo>
                    <a:pt x="462445" y="554202"/>
                  </a:lnTo>
                  <a:lnTo>
                    <a:pt x="461213" y="552894"/>
                  </a:lnTo>
                  <a:lnTo>
                    <a:pt x="448754" y="533666"/>
                  </a:lnTo>
                  <a:lnTo>
                    <a:pt x="456285" y="528828"/>
                  </a:lnTo>
                  <a:lnTo>
                    <a:pt x="457936" y="528370"/>
                  </a:lnTo>
                  <a:lnTo>
                    <a:pt x="460324" y="529310"/>
                  </a:lnTo>
                  <a:lnTo>
                    <a:pt x="461365" y="530186"/>
                  </a:lnTo>
                  <a:lnTo>
                    <a:pt x="462241" y="531482"/>
                  </a:lnTo>
                  <a:lnTo>
                    <a:pt x="462826" y="531101"/>
                  </a:lnTo>
                  <a:lnTo>
                    <a:pt x="462432" y="530326"/>
                  </a:lnTo>
                  <a:lnTo>
                    <a:pt x="462013" y="529577"/>
                  </a:lnTo>
                  <a:lnTo>
                    <a:pt x="461225" y="528370"/>
                  </a:lnTo>
                  <a:lnTo>
                    <a:pt x="460832" y="527773"/>
                  </a:lnTo>
                  <a:lnTo>
                    <a:pt x="460260" y="526834"/>
                  </a:lnTo>
                  <a:lnTo>
                    <a:pt x="458838" y="524357"/>
                  </a:lnTo>
                  <a:lnTo>
                    <a:pt x="457403" y="525551"/>
                  </a:lnTo>
                  <a:lnTo>
                    <a:pt x="455917" y="526669"/>
                  </a:lnTo>
                  <a:lnTo>
                    <a:pt x="454177" y="527773"/>
                  </a:lnTo>
                  <a:lnTo>
                    <a:pt x="445655" y="533298"/>
                  </a:lnTo>
                  <a:lnTo>
                    <a:pt x="462089" y="558673"/>
                  </a:lnTo>
                  <a:lnTo>
                    <a:pt x="463080" y="558050"/>
                  </a:lnTo>
                  <a:lnTo>
                    <a:pt x="467563" y="555510"/>
                  </a:lnTo>
                  <a:lnTo>
                    <a:pt x="467817" y="555510"/>
                  </a:lnTo>
                  <a:close/>
                </a:path>
                <a:path w="617220" h="606425">
                  <a:moveTo>
                    <a:pt x="486435" y="64376"/>
                  </a:moveTo>
                  <a:lnTo>
                    <a:pt x="484632" y="64046"/>
                  </a:lnTo>
                  <a:lnTo>
                    <a:pt x="482752" y="64046"/>
                  </a:lnTo>
                  <a:lnTo>
                    <a:pt x="479564" y="64554"/>
                  </a:lnTo>
                  <a:lnTo>
                    <a:pt x="477659" y="65316"/>
                  </a:lnTo>
                  <a:lnTo>
                    <a:pt x="475564" y="66598"/>
                  </a:lnTo>
                  <a:lnTo>
                    <a:pt x="473405" y="67843"/>
                  </a:lnTo>
                  <a:lnTo>
                    <a:pt x="464400" y="85852"/>
                  </a:lnTo>
                  <a:lnTo>
                    <a:pt x="464731" y="88328"/>
                  </a:lnTo>
                  <a:lnTo>
                    <a:pt x="464756" y="88519"/>
                  </a:lnTo>
                  <a:lnTo>
                    <a:pt x="466255" y="91313"/>
                  </a:lnTo>
                  <a:lnTo>
                    <a:pt x="466178" y="90652"/>
                  </a:lnTo>
                  <a:lnTo>
                    <a:pt x="466077" y="89547"/>
                  </a:lnTo>
                  <a:lnTo>
                    <a:pt x="465950" y="88328"/>
                  </a:lnTo>
                  <a:lnTo>
                    <a:pt x="465836" y="87147"/>
                  </a:lnTo>
                  <a:lnTo>
                    <a:pt x="465810" y="86944"/>
                  </a:lnTo>
                  <a:lnTo>
                    <a:pt x="465709" y="85852"/>
                  </a:lnTo>
                  <a:lnTo>
                    <a:pt x="467880" y="80060"/>
                  </a:lnTo>
                  <a:lnTo>
                    <a:pt x="476948" y="68757"/>
                  </a:lnTo>
                  <a:lnTo>
                    <a:pt x="481495" y="65557"/>
                  </a:lnTo>
                  <a:lnTo>
                    <a:pt x="486435" y="64376"/>
                  </a:lnTo>
                  <a:close/>
                </a:path>
                <a:path w="617220" h="606425">
                  <a:moveTo>
                    <a:pt x="496252" y="516572"/>
                  </a:moveTo>
                  <a:lnTo>
                    <a:pt x="495630" y="515835"/>
                  </a:lnTo>
                  <a:lnTo>
                    <a:pt x="494131" y="514324"/>
                  </a:lnTo>
                  <a:lnTo>
                    <a:pt x="472465" y="513524"/>
                  </a:lnTo>
                  <a:lnTo>
                    <a:pt x="470496" y="515454"/>
                  </a:lnTo>
                  <a:lnTo>
                    <a:pt x="469188" y="516572"/>
                  </a:lnTo>
                  <a:lnTo>
                    <a:pt x="467906" y="517525"/>
                  </a:lnTo>
                  <a:lnTo>
                    <a:pt x="468261" y="517893"/>
                  </a:lnTo>
                  <a:lnTo>
                    <a:pt x="470585" y="516572"/>
                  </a:lnTo>
                  <a:lnTo>
                    <a:pt x="470014" y="516572"/>
                  </a:lnTo>
                  <a:lnTo>
                    <a:pt x="474599" y="515835"/>
                  </a:lnTo>
                  <a:lnTo>
                    <a:pt x="496252" y="516572"/>
                  </a:lnTo>
                  <a:close/>
                </a:path>
                <a:path w="617220" h="606425">
                  <a:moveTo>
                    <a:pt x="504278" y="524611"/>
                  </a:moveTo>
                  <a:lnTo>
                    <a:pt x="496354" y="516572"/>
                  </a:lnTo>
                  <a:lnTo>
                    <a:pt x="493001" y="516572"/>
                  </a:lnTo>
                  <a:lnTo>
                    <a:pt x="497395" y="521030"/>
                  </a:lnTo>
                  <a:lnTo>
                    <a:pt x="499211" y="522846"/>
                  </a:lnTo>
                  <a:lnTo>
                    <a:pt x="500214" y="524383"/>
                  </a:lnTo>
                  <a:lnTo>
                    <a:pt x="500481" y="526262"/>
                  </a:lnTo>
                  <a:lnTo>
                    <a:pt x="500545" y="526770"/>
                  </a:lnTo>
                  <a:lnTo>
                    <a:pt x="500354" y="527685"/>
                  </a:lnTo>
                  <a:lnTo>
                    <a:pt x="500291" y="527939"/>
                  </a:lnTo>
                  <a:lnTo>
                    <a:pt x="499567" y="529018"/>
                  </a:lnTo>
                  <a:lnTo>
                    <a:pt x="499935" y="529386"/>
                  </a:lnTo>
                  <a:lnTo>
                    <a:pt x="501319" y="527685"/>
                  </a:lnTo>
                  <a:lnTo>
                    <a:pt x="502615" y="526262"/>
                  </a:lnTo>
                  <a:lnTo>
                    <a:pt x="504278" y="524611"/>
                  </a:lnTo>
                  <a:close/>
                </a:path>
                <a:path w="617220" h="606425">
                  <a:moveTo>
                    <a:pt x="510705" y="518756"/>
                  </a:moveTo>
                  <a:lnTo>
                    <a:pt x="510336" y="518388"/>
                  </a:lnTo>
                  <a:lnTo>
                    <a:pt x="508000" y="519925"/>
                  </a:lnTo>
                  <a:lnTo>
                    <a:pt x="505269" y="519125"/>
                  </a:lnTo>
                  <a:lnTo>
                    <a:pt x="497065" y="510768"/>
                  </a:lnTo>
                  <a:lnTo>
                    <a:pt x="497014" y="509981"/>
                  </a:lnTo>
                  <a:lnTo>
                    <a:pt x="496265" y="499338"/>
                  </a:lnTo>
                  <a:lnTo>
                    <a:pt x="496163" y="497979"/>
                  </a:lnTo>
                  <a:lnTo>
                    <a:pt x="496062" y="496785"/>
                  </a:lnTo>
                  <a:lnTo>
                    <a:pt x="495998" y="496189"/>
                  </a:lnTo>
                  <a:lnTo>
                    <a:pt x="496125" y="491871"/>
                  </a:lnTo>
                  <a:lnTo>
                    <a:pt x="496544" y="490651"/>
                  </a:lnTo>
                  <a:lnTo>
                    <a:pt x="497255" y="489343"/>
                  </a:lnTo>
                  <a:lnTo>
                    <a:pt x="496900" y="488975"/>
                  </a:lnTo>
                  <a:lnTo>
                    <a:pt x="493776" y="492531"/>
                  </a:lnTo>
                  <a:lnTo>
                    <a:pt x="493128" y="493166"/>
                  </a:lnTo>
                  <a:lnTo>
                    <a:pt x="492607" y="493623"/>
                  </a:lnTo>
                  <a:lnTo>
                    <a:pt x="490232" y="495604"/>
                  </a:lnTo>
                  <a:lnTo>
                    <a:pt x="489572" y="496189"/>
                  </a:lnTo>
                  <a:lnTo>
                    <a:pt x="489343" y="496417"/>
                  </a:lnTo>
                  <a:lnTo>
                    <a:pt x="489699" y="496785"/>
                  </a:lnTo>
                  <a:lnTo>
                    <a:pt x="490677" y="496189"/>
                  </a:lnTo>
                  <a:lnTo>
                    <a:pt x="491896" y="496189"/>
                  </a:lnTo>
                  <a:lnTo>
                    <a:pt x="494792" y="509219"/>
                  </a:lnTo>
                  <a:lnTo>
                    <a:pt x="494842" y="509981"/>
                  </a:lnTo>
                  <a:lnTo>
                    <a:pt x="486092" y="509701"/>
                  </a:lnTo>
                  <a:lnTo>
                    <a:pt x="483235" y="509701"/>
                  </a:lnTo>
                  <a:lnTo>
                    <a:pt x="480771" y="509219"/>
                  </a:lnTo>
                  <a:lnTo>
                    <a:pt x="479564" y="507974"/>
                  </a:lnTo>
                  <a:lnTo>
                    <a:pt x="479577" y="507187"/>
                  </a:lnTo>
                  <a:lnTo>
                    <a:pt x="480148" y="506171"/>
                  </a:lnTo>
                  <a:lnTo>
                    <a:pt x="479793" y="505790"/>
                  </a:lnTo>
                  <a:lnTo>
                    <a:pt x="478218" y="507657"/>
                  </a:lnTo>
                  <a:lnTo>
                    <a:pt x="476631" y="509409"/>
                  </a:lnTo>
                  <a:lnTo>
                    <a:pt x="474433" y="511568"/>
                  </a:lnTo>
                  <a:lnTo>
                    <a:pt x="495147" y="512152"/>
                  </a:lnTo>
                  <a:lnTo>
                    <a:pt x="505879" y="523024"/>
                  </a:lnTo>
                  <a:lnTo>
                    <a:pt x="506603" y="522300"/>
                  </a:lnTo>
                  <a:lnTo>
                    <a:pt x="509346" y="519925"/>
                  </a:lnTo>
                  <a:lnTo>
                    <a:pt x="510705" y="518756"/>
                  </a:lnTo>
                  <a:close/>
                </a:path>
                <a:path w="617220" h="606425">
                  <a:moveTo>
                    <a:pt x="515912" y="82867"/>
                  </a:moveTo>
                  <a:lnTo>
                    <a:pt x="513194" y="78498"/>
                  </a:lnTo>
                  <a:lnTo>
                    <a:pt x="509981" y="74828"/>
                  </a:lnTo>
                  <a:lnTo>
                    <a:pt x="502793" y="69062"/>
                  </a:lnTo>
                  <a:lnTo>
                    <a:pt x="501281" y="67843"/>
                  </a:lnTo>
                  <a:lnTo>
                    <a:pt x="501446" y="67843"/>
                  </a:lnTo>
                  <a:lnTo>
                    <a:pt x="495833" y="65925"/>
                  </a:lnTo>
                  <a:lnTo>
                    <a:pt x="484784" y="66941"/>
                  </a:lnTo>
                  <a:lnTo>
                    <a:pt x="479742" y="70002"/>
                  </a:lnTo>
                  <a:lnTo>
                    <a:pt x="475221" y="75679"/>
                  </a:lnTo>
                  <a:lnTo>
                    <a:pt x="470636" y="81368"/>
                  </a:lnTo>
                  <a:lnTo>
                    <a:pt x="468998" y="85852"/>
                  </a:lnTo>
                  <a:lnTo>
                    <a:pt x="468630" y="86944"/>
                  </a:lnTo>
                  <a:lnTo>
                    <a:pt x="469671" y="97548"/>
                  </a:lnTo>
                  <a:lnTo>
                    <a:pt x="483412" y="110134"/>
                  </a:lnTo>
                  <a:lnTo>
                    <a:pt x="485533" y="111252"/>
                  </a:lnTo>
                  <a:lnTo>
                    <a:pt x="487908" y="112217"/>
                  </a:lnTo>
                  <a:lnTo>
                    <a:pt x="490499" y="113030"/>
                  </a:lnTo>
                  <a:lnTo>
                    <a:pt x="495782" y="108483"/>
                  </a:lnTo>
                  <a:lnTo>
                    <a:pt x="495909" y="108483"/>
                  </a:lnTo>
                  <a:lnTo>
                    <a:pt x="495223" y="107924"/>
                  </a:lnTo>
                  <a:lnTo>
                    <a:pt x="492772" y="108483"/>
                  </a:lnTo>
                  <a:lnTo>
                    <a:pt x="490359" y="108483"/>
                  </a:lnTo>
                  <a:lnTo>
                    <a:pt x="488099" y="107924"/>
                  </a:lnTo>
                  <a:lnTo>
                    <a:pt x="484543" y="107099"/>
                  </a:lnTo>
                  <a:lnTo>
                    <a:pt x="481876" y="105778"/>
                  </a:lnTo>
                  <a:lnTo>
                    <a:pt x="474929" y="100203"/>
                  </a:lnTo>
                  <a:lnTo>
                    <a:pt x="472668" y="96164"/>
                  </a:lnTo>
                  <a:lnTo>
                    <a:pt x="472681" y="86944"/>
                  </a:lnTo>
                  <a:lnTo>
                    <a:pt x="495211" y="69062"/>
                  </a:lnTo>
                  <a:lnTo>
                    <a:pt x="499529" y="70345"/>
                  </a:lnTo>
                  <a:lnTo>
                    <a:pt x="509663" y="78498"/>
                  </a:lnTo>
                  <a:lnTo>
                    <a:pt x="510781" y="84658"/>
                  </a:lnTo>
                  <a:lnTo>
                    <a:pt x="506958" y="92151"/>
                  </a:lnTo>
                  <a:lnTo>
                    <a:pt x="507517" y="92570"/>
                  </a:lnTo>
                  <a:lnTo>
                    <a:pt x="508419" y="91655"/>
                  </a:lnTo>
                  <a:lnTo>
                    <a:pt x="509333" y="90652"/>
                  </a:lnTo>
                  <a:lnTo>
                    <a:pt x="510197" y="89547"/>
                  </a:lnTo>
                  <a:lnTo>
                    <a:pt x="510832" y="88773"/>
                  </a:lnTo>
                  <a:lnTo>
                    <a:pt x="511136" y="88328"/>
                  </a:lnTo>
                  <a:lnTo>
                    <a:pt x="512229" y="86944"/>
                  </a:lnTo>
                  <a:lnTo>
                    <a:pt x="513588" y="85420"/>
                  </a:lnTo>
                  <a:lnTo>
                    <a:pt x="515912" y="82867"/>
                  </a:lnTo>
                  <a:close/>
                </a:path>
                <a:path w="617220" h="606425">
                  <a:moveTo>
                    <a:pt x="548754" y="116446"/>
                  </a:moveTo>
                  <a:lnTo>
                    <a:pt x="547954" y="115366"/>
                  </a:lnTo>
                  <a:lnTo>
                    <a:pt x="543928" y="109131"/>
                  </a:lnTo>
                  <a:lnTo>
                    <a:pt x="543356" y="109575"/>
                  </a:lnTo>
                  <a:lnTo>
                    <a:pt x="543966" y="110947"/>
                  </a:lnTo>
                  <a:lnTo>
                    <a:pt x="544004" y="112509"/>
                  </a:lnTo>
                  <a:lnTo>
                    <a:pt x="542886" y="115989"/>
                  </a:lnTo>
                  <a:lnTo>
                    <a:pt x="514045" y="136486"/>
                  </a:lnTo>
                  <a:lnTo>
                    <a:pt x="511517" y="136486"/>
                  </a:lnTo>
                  <a:lnTo>
                    <a:pt x="510247" y="135966"/>
                  </a:lnTo>
                  <a:lnTo>
                    <a:pt x="509066" y="135013"/>
                  </a:lnTo>
                  <a:lnTo>
                    <a:pt x="508457" y="135445"/>
                  </a:lnTo>
                  <a:lnTo>
                    <a:pt x="510641" y="137833"/>
                  </a:lnTo>
                  <a:lnTo>
                    <a:pt x="511911" y="139255"/>
                  </a:lnTo>
                  <a:lnTo>
                    <a:pt x="514070" y="142176"/>
                  </a:lnTo>
                  <a:lnTo>
                    <a:pt x="521728" y="136486"/>
                  </a:lnTo>
                  <a:lnTo>
                    <a:pt x="548754" y="116446"/>
                  </a:lnTo>
                  <a:close/>
                </a:path>
                <a:path w="617220" h="606425">
                  <a:moveTo>
                    <a:pt x="565569" y="138315"/>
                  </a:moveTo>
                  <a:lnTo>
                    <a:pt x="561581" y="133502"/>
                  </a:lnTo>
                  <a:lnTo>
                    <a:pt x="558939" y="130213"/>
                  </a:lnTo>
                  <a:lnTo>
                    <a:pt x="554558" y="124307"/>
                  </a:lnTo>
                  <a:lnTo>
                    <a:pt x="554431" y="124142"/>
                  </a:lnTo>
                  <a:lnTo>
                    <a:pt x="550506" y="118833"/>
                  </a:lnTo>
                  <a:lnTo>
                    <a:pt x="515797" y="144564"/>
                  </a:lnTo>
                  <a:lnTo>
                    <a:pt x="527024" y="159715"/>
                  </a:lnTo>
                  <a:lnTo>
                    <a:pt x="528561" y="162039"/>
                  </a:lnTo>
                  <a:lnTo>
                    <a:pt x="530148" y="164744"/>
                  </a:lnTo>
                  <a:lnTo>
                    <a:pt x="531609" y="164071"/>
                  </a:lnTo>
                  <a:lnTo>
                    <a:pt x="533412" y="163398"/>
                  </a:lnTo>
                  <a:lnTo>
                    <a:pt x="535546" y="162725"/>
                  </a:lnTo>
                  <a:lnTo>
                    <a:pt x="537222" y="162229"/>
                  </a:lnTo>
                  <a:lnTo>
                    <a:pt x="538657" y="161734"/>
                  </a:lnTo>
                  <a:lnTo>
                    <a:pt x="539864" y="161226"/>
                  </a:lnTo>
                  <a:lnTo>
                    <a:pt x="539534" y="160807"/>
                  </a:lnTo>
                  <a:lnTo>
                    <a:pt x="539356" y="160566"/>
                  </a:lnTo>
                  <a:lnTo>
                    <a:pt x="536117" y="160807"/>
                  </a:lnTo>
                  <a:lnTo>
                    <a:pt x="533654" y="160426"/>
                  </a:lnTo>
                  <a:lnTo>
                    <a:pt x="531939" y="159423"/>
                  </a:lnTo>
                  <a:lnTo>
                    <a:pt x="530301" y="158508"/>
                  </a:lnTo>
                  <a:lnTo>
                    <a:pt x="528472" y="156679"/>
                  </a:lnTo>
                  <a:lnTo>
                    <a:pt x="521957" y="147904"/>
                  </a:lnTo>
                  <a:lnTo>
                    <a:pt x="521296" y="146888"/>
                  </a:lnTo>
                  <a:lnTo>
                    <a:pt x="520750" y="145859"/>
                  </a:lnTo>
                  <a:lnTo>
                    <a:pt x="522605" y="144005"/>
                  </a:lnTo>
                  <a:lnTo>
                    <a:pt x="524764" y="142176"/>
                  </a:lnTo>
                  <a:lnTo>
                    <a:pt x="534860" y="134670"/>
                  </a:lnTo>
                  <a:lnTo>
                    <a:pt x="540981" y="142938"/>
                  </a:lnTo>
                  <a:lnTo>
                    <a:pt x="542531" y="145059"/>
                  </a:lnTo>
                  <a:lnTo>
                    <a:pt x="543204" y="146583"/>
                  </a:lnTo>
                  <a:lnTo>
                    <a:pt x="543331" y="146888"/>
                  </a:lnTo>
                  <a:lnTo>
                    <a:pt x="543344" y="149898"/>
                  </a:lnTo>
                  <a:lnTo>
                    <a:pt x="542442" y="151460"/>
                  </a:lnTo>
                  <a:lnTo>
                    <a:pt x="540651" y="153085"/>
                  </a:lnTo>
                  <a:lnTo>
                    <a:pt x="541185" y="153822"/>
                  </a:lnTo>
                  <a:lnTo>
                    <a:pt x="543255" y="152095"/>
                  </a:lnTo>
                  <a:lnTo>
                    <a:pt x="543648" y="151714"/>
                  </a:lnTo>
                  <a:lnTo>
                    <a:pt x="545058" y="150469"/>
                  </a:lnTo>
                  <a:lnTo>
                    <a:pt x="546201" y="149517"/>
                  </a:lnTo>
                  <a:lnTo>
                    <a:pt x="548589" y="147777"/>
                  </a:lnTo>
                  <a:lnTo>
                    <a:pt x="550354" y="146583"/>
                  </a:lnTo>
                  <a:lnTo>
                    <a:pt x="552221" y="145440"/>
                  </a:lnTo>
                  <a:lnTo>
                    <a:pt x="552551" y="145440"/>
                  </a:lnTo>
                  <a:lnTo>
                    <a:pt x="551942" y="144564"/>
                  </a:lnTo>
                  <a:lnTo>
                    <a:pt x="549490" y="145440"/>
                  </a:lnTo>
                  <a:lnTo>
                    <a:pt x="548182" y="145440"/>
                  </a:lnTo>
                  <a:lnTo>
                    <a:pt x="545960" y="144360"/>
                  </a:lnTo>
                  <a:lnTo>
                    <a:pt x="544410" y="142748"/>
                  </a:lnTo>
                  <a:lnTo>
                    <a:pt x="538403" y="134670"/>
                  </a:lnTo>
                  <a:lnTo>
                    <a:pt x="537159" y="132981"/>
                  </a:lnTo>
                  <a:lnTo>
                    <a:pt x="542518" y="128993"/>
                  </a:lnTo>
                  <a:lnTo>
                    <a:pt x="544817" y="127406"/>
                  </a:lnTo>
                  <a:lnTo>
                    <a:pt x="547535" y="125476"/>
                  </a:lnTo>
                  <a:lnTo>
                    <a:pt x="549617" y="124307"/>
                  </a:lnTo>
                  <a:lnTo>
                    <a:pt x="550659" y="124142"/>
                  </a:lnTo>
                  <a:lnTo>
                    <a:pt x="551281" y="124752"/>
                  </a:lnTo>
                  <a:lnTo>
                    <a:pt x="551929" y="125476"/>
                  </a:lnTo>
                  <a:lnTo>
                    <a:pt x="552526" y="126326"/>
                  </a:lnTo>
                  <a:lnTo>
                    <a:pt x="558482" y="134327"/>
                  </a:lnTo>
                  <a:lnTo>
                    <a:pt x="559485" y="136207"/>
                  </a:lnTo>
                  <a:lnTo>
                    <a:pt x="559612" y="136486"/>
                  </a:lnTo>
                  <a:lnTo>
                    <a:pt x="559854" y="137833"/>
                  </a:lnTo>
                  <a:lnTo>
                    <a:pt x="559904" y="139674"/>
                  </a:lnTo>
                  <a:lnTo>
                    <a:pt x="559498" y="141046"/>
                  </a:lnTo>
                  <a:lnTo>
                    <a:pt x="558203" y="143230"/>
                  </a:lnTo>
                  <a:lnTo>
                    <a:pt x="558609" y="143789"/>
                  </a:lnTo>
                  <a:lnTo>
                    <a:pt x="559346" y="143230"/>
                  </a:lnTo>
                  <a:lnTo>
                    <a:pt x="563587" y="139674"/>
                  </a:lnTo>
                  <a:lnTo>
                    <a:pt x="564362" y="139103"/>
                  </a:lnTo>
                  <a:lnTo>
                    <a:pt x="565569" y="138315"/>
                  </a:lnTo>
                  <a:close/>
                </a:path>
                <a:path w="617220" h="606425">
                  <a:moveTo>
                    <a:pt x="572262" y="292138"/>
                  </a:moveTo>
                  <a:lnTo>
                    <a:pt x="572236" y="292011"/>
                  </a:lnTo>
                  <a:lnTo>
                    <a:pt x="569734" y="292011"/>
                  </a:lnTo>
                  <a:lnTo>
                    <a:pt x="569671" y="292138"/>
                  </a:lnTo>
                  <a:lnTo>
                    <a:pt x="572262" y="292138"/>
                  </a:lnTo>
                  <a:close/>
                </a:path>
                <a:path w="617220" h="606425">
                  <a:moveTo>
                    <a:pt x="574903" y="292138"/>
                  </a:moveTo>
                  <a:lnTo>
                    <a:pt x="572262" y="292138"/>
                  </a:lnTo>
                  <a:lnTo>
                    <a:pt x="572770" y="294449"/>
                  </a:lnTo>
                  <a:lnTo>
                    <a:pt x="572846" y="294805"/>
                  </a:lnTo>
                  <a:lnTo>
                    <a:pt x="573189" y="294449"/>
                  </a:lnTo>
                  <a:lnTo>
                    <a:pt x="574903" y="292138"/>
                  </a:lnTo>
                  <a:close/>
                </a:path>
                <a:path w="617220" h="606425">
                  <a:moveTo>
                    <a:pt x="577723" y="292011"/>
                  </a:moveTo>
                  <a:lnTo>
                    <a:pt x="575005" y="292011"/>
                  </a:lnTo>
                  <a:lnTo>
                    <a:pt x="574903" y="292138"/>
                  </a:lnTo>
                  <a:lnTo>
                    <a:pt x="577557" y="292138"/>
                  </a:lnTo>
                  <a:lnTo>
                    <a:pt x="577723" y="292011"/>
                  </a:lnTo>
                  <a:close/>
                </a:path>
                <a:path w="617220" h="606425">
                  <a:moveTo>
                    <a:pt x="582891" y="292011"/>
                  </a:moveTo>
                  <a:lnTo>
                    <a:pt x="582510" y="289788"/>
                  </a:lnTo>
                  <a:lnTo>
                    <a:pt x="582422" y="289344"/>
                  </a:lnTo>
                  <a:lnTo>
                    <a:pt x="582307" y="288645"/>
                  </a:lnTo>
                  <a:lnTo>
                    <a:pt x="582206" y="288048"/>
                  </a:lnTo>
                  <a:lnTo>
                    <a:pt x="582091" y="287388"/>
                  </a:lnTo>
                  <a:lnTo>
                    <a:pt x="581964" y="286677"/>
                  </a:lnTo>
                  <a:lnTo>
                    <a:pt x="581837" y="285965"/>
                  </a:lnTo>
                  <a:lnTo>
                    <a:pt x="581787" y="285673"/>
                  </a:lnTo>
                  <a:lnTo>
                    <a:pt x="573519" y="286905"/>
                  </a:lnTo>
                  <a:lnTo>
                    <a:pt x="572185" y="291795"/>
                  </a:lnTo>
                  <a:lnTo>
                    <a:pt x="572236" y="292011"/>
                  </a:lnTo>
                  <a:lnTo>
                    <a:pt x="575005" y="292011"/>
                  </a:lnTo>
                  <a:lnTo>
                    <a:pt x="577392" y="288798"/>
                  </a:lnTo>
                  <a:lnTo>
                    <a:pt x="577507" y="288645"/>
                  </a:lnTo>
                  <a:lnTo>
                    <a:pt x="577646" y="288645"/>
                  </a:lnTo>
                  <a:lnTo>
                    <a:pt x="578294" y="289788"/>
                  </a:lnTo>
                  <a:lnTo>
                    <a:pt x="578954" y="291058"/>
                  </a:lnTo>
                  <a:lnTo>
                    <a:pt x="577723" y="292011"/>
                  </a:lnTo>
                  <a:lnTo>
                    <a:pt x="582891" y="292011"/>
                  </a:lnTo>
                  <a:close/>
                </a:path>
                <a:path w="617220" h="606425">
                  <a:moveTo>
                    <a:pt x="585139" y="292011"/>
                  </a:moveTo>
                  <a:lnTo>
                    <a:pt x="582891" y="292011"/>
                  </a:lnTo>
                  <a:lnTo>
                    <a:pt x="585127" y="292138"/>
                  </a:lnTo>
                  <a:lnTo>
                    <a:pt x="585139" y="292011"/>
                  </a:lnTo>
                  <a:close/>
                </a:path>
                <a:path w="617220" h="606425">
                  <a:moveTo>
                    <a:pt x="617093" y="277914"/>
                  </a:moveTo>
                  <a:lnTo>
                    <a:pt x="616775" y="275348"/>
                  </a:lnTo>
                  <a:lnTo>
                    <a:pt x="616673" y="274637"/>
                  </a:lnTo>
                  <a:lnTo>
                    <a:pt x="614464" y="268465"/>
                  </a:lnTo>
                  <a:lnTo>
                    <a:pt x="609104" y="270357"/>
                  </a:lnTo>
                  <a:lnTo>
                    <a:pt x="608164" y="271513"/>
                  </a:lnTo>
                  <a:lnTo>
                    <a:pt x="608164" y="286486"/>
                  </a:lnTo>
                  <a:lnTo>
                    <a:pt x="604329" y="287820"/>
                  </a:lnTo>
                  <a:lnTo>
                    <a:pt x="593725" y="289344"/>
                  </a:lnTo>
                  <a:lnTo>
                    <a:pt x="597077" y="288645"/>
                  </a:lnTo>
                  <a:lnTo>
                    <a:pt x="599668" y="288048"/>
                  </a:lnTo>
                  <a:lnTo>
                    <a:pt x="603237" y="287223"/>
                  </a:lnTo>
                  <a:lnTo>
                    <a:pt x="604634" y="286486"/>
                  </a:lnTo>
                  <a:lnTo>
                    <a:pt x="607047" y="285203"/>
                  </a:lnTo>
                  <a:lnTo>
                    <a:pt x="608164" y="286486"/>
                  </a:lnTo>
                  <a:lnTo>
                    <a:pt x="608164" y="271513"/>
                  </a:lnTo>
                  <a:lnTo>
                    <a:pt x="605612" y="274637"/>
                  </a:lnTo>
                  <a:lnTo>
                    <a:pt x="605091" y="275348"/>
                  </a:lnTo>
                  <a:lnTo>
                    <a:pt x="605790" y="279819"/>
                  </a:lnTo>
                  <a:lnTo>
                    <a:pt x="606704" y="282930"/>
                  </a:lnTo>
                  <a:lnTo>
                    <a:pt x="602843" y="284264"/>
                  </a:lnTo>
                  <a:lnTo>
                    <a:pt x="593534" y="285711"/>
                  </a:lnTo>
                  <a:lnTo>
                    <a:pt x="593534" y="296113"/>
                  </a:lnTo>
                  <a:lnTo>
                    <a:pt x="593445" y="295770"/>
                  </a:lnTo>
                  <a:lnTo>
                    <a:pt x="593369" y="295465"/>
                  </a:lnTo>
                  <a:lnTo>
                    <a:pt x="593305" y="295186"/>
                  </a:lnTo>
                  <a:lnTo>
                    <a:pt x="593204" y="294805"/>
                  </a:lnTo>
                  <a:lnTo>
                    <a:pt x="593115" y="294449"/>
                  </a:lnTo>
                  <a:lnTo>
                    <a:pt x="593420" y="295186"/>
                  </a:lnTo>
                  <a:lnTo>
                    <a:pt x="593534" y="296113"/>
                  </a:lnTo>
                  <a:lnTo>
                    <a:pt x="593534" y="285711"/>
                  </a:lnTo>
                  <a:lnTo>
                    <a:pt x="588695" y="286448"/>
                  </a:lnTo>
                  <a:lnTo>
                    <a:pt x="589241" y="284264"/>
                  </a:lnTo>
                  <a:lnTo>
                    <a:pt x="589927" y="281368"/>
                  </a:lnTo>
                  <a:lnTo>
                    <a:pt x="591731" y="273862"/>
                  </a:lnTo>
                  <a:lnTo>
                    <a:pt x="581698" y="275348"/>
                  </a:lnTo>
                  <a:lnTo>
                    <a:pt x="582320" y="279819"/>
                  </a:lnTo>
                  <a:lnTo>
                    <a:pt x="582409" y="280479"/>
                  </a:lnTo>
                  <a:lnTo>
                    <a:pt x="582523" y="281368"/>
                  </a:lnTo>
                  <a:lnTo>
                    <a:pt x="573747" y="280479"/>
                  </a:lnTo>
                  <a:lnTo>
                    <a:pt x="567918" y="287388"/>
                  </a:lnTo>
                  <a:lnTo>
                    <a:pt x="567791" y="288645"/>
                  </a:lnTo>
                  <a:lnTo>
                    <a:pt x="567677" y="289788"/>
                  </a:lnTo>
                  <a:lnTo>
                    <a:pt x="567563" y="291058"/>
                  </a:lnTo>
                  <a:lnTo>
                    <a:pt x="567461" y="292011"/>
                  </a:lnTo>
                  <a:lnTo>
                    <a:pt x="569734" y="292011"/>
                  </a:lnTo>
                  <a:lnTo>
                    <a:pt x="572287" y="286905"/>
                  </a:lnTo>
                  <a:lnTo>
                    <a:pt x="572401" y="286677"/>
                  </a:lnTo>
                  <a:lnTo>
                    <a:pt x="578104" y="284264"/>
                  </a:lnTo>
                  <a:lnTo>
                    <a:pt x="583349" y="285965"/>
                  </a:lnTo>
                  <a:lnTo>
                    <a:pt x="585076" y="291795"/>
                  </a:lnTo>
                  <a:lnTo>
                    <a:pt x="585139" y="292011"/>
                  </a:lnTo>
                  <a:lnTo>
                    <a:pt x="586892" y="292011"/>
                  </a:lnTo>
                  <a:lnTo>
                    <a:pt x="587019" y="289344"/>
                  </a:lnTo>
                  <a:lnTo>
                    <a:pt x="587070" y="288048"/>
                  </a:lnTo>
                  <a:lnTo>
                    <a:pt x="591515" y="289788"/>
                  </a:lnTo>
                  <a:lnTo>
                    <a:pt x="591997" y="289788"/>
                  </a:lnTo>
                  <a:lnTo>
                    <a:pt x="589394" y="293497"/>
                  </a:lnTo>
                  <a:lnTo>
                    <a:pt x="586701" y="296113"/>
                  </a:lnTo>
                  <a:lnTo>
                    <a:pt x="586689" y="296252"/>
                  </a:lnTo>
                  <a:lnTo>
                    <a:pt x="586435" y="296367"/>
                  </a:lnTo>
                  <a:lnTo>
                    <a:pt x="586701" y="296113"/>
                  </a:lnTo>
                  <a:lnTo>
                    <a:pt x="586828" y="293497"/>
                  </a:lnTo>
                  <a:lnTo>
                    <a:pt x="586892" y="292138"/>
                  </a:lnTo>
                  <a:lnTo>
                    <a:pt x="585127" y="292138"/>
                  </a:lnTo>
                  <a:lnTo>
                    <a:pt x="585038" y="293001"/>
                  </a:lnTo>
                  <a:lnTo>
                    <a:pt x="584974" y="293497"/>
                  </a:lnTo>
                  <a:lnTo>
                    <a:pt x="584873" y="294449"/>
                  </a:lnTo>
                  <a:lnTo>
                    <a:pt x="584796" y="295186"/>
                  </a:lnTo>
                  <a:lnTo>
                    <a:pt x="584669" y="295770"/>
                  </a:lnTo>
                  <a:lnTo>
                    <a:pt x="583768" y="297103"/>
                  </a:lnTo>
                  <a:lnTo>
                    <a:pt x="582917" y="292138"/>
                  </a:lnTo>
                  <a:lnTo>
                    <a:pt x="577557" y="292138"/>
                  </a:lnTo>
                  <a:lnTo>
                    <a:pt x="573633" y="295186"/>
                  </a:lnTo>
                  <a:lnTo>
                    <a:pt x="573138" y="294805"/>
                  </a:lnTo>
                  <a:lnTo>
                    <a:pt x="572846" y="294805"/>
                  </a:lnTo>
                  <a:lnTo>
                    <a:pt x="573354" y="297103"/>
                  </a:lnTo>
                  <a:lnTo>
                    <a:pt x="573405" y="297370"/>
                  </a:lnTo>
                  <a:lnTo>
                    <a:pt x="573519" y="297891"/>
                  </a:lnTo>
                  <a:lnTo>
                    <a:pt x="573620" y="298323"/>
                  </a:lnTo>
                  <a:lnTo>
                    <a:pt x="573747" y="298907"/>
                  </a:lnTo>
                  <a:lnTo>
                    <a:pt x="573824" y="299288"/>
                  </a:lnTo>
                  <a:lnTo>
                    <a:pt x="574090" y="299288"/>
                  </a:lnTo>
                  <a:lnTo>
                    <a:pt x="580415" y="301409"/>
                  </a:lnTo>
                  <a:lnTo>
                    <a:pt x="581215" y="300951"/>
                  </a:lnTo>
                  <a:lnTo>
                    <a:pt x="573633" y="295198"/>
                  </a:lnTo>
                  <a:lnTo>
                    <a:pt x="582561" y="298907"/>
                  </a:lnTo>
                  <a:lnTo>
                    <a:pt x="581190" y="300939"/>
                  </a:lnTo>
                  <a:lnTo>
                    <a:pt x="583869" y="299440"/>
                  </a:lnTo>
                  <a:lnTo>
                    <a:pt x="584200" y="299580"/>
                  </a:lnTo>
                  <a:lnTo>
                    <a:pt x="584149" y="299288"/>
                  </a:lnTo>
                  <a:lnTo>
                    <a:pt x="585393" y="298577"/>
                  </a:lnTo>
                  <a:lnTo>
                    <a:pt x="595858" y="301269"/>
                  </a:lnTo>
                  <a:lnTo>
                    <a:pt x="594296" y="297370"/>
                  </a:lnTo>
                  <a:lnTo>
                    <a:pt x="594194" y="297103"/>
                  </a:lnTo>
                  <a:lnTo>
                    <a:pt x="593788" y="297103"/>
                  </a:lnTo>
                  <a:lnTo>
                    <a:pt x="593509" y="297103"/>
                  </a:lnTo>
                  <a:lnTo>
                    <a:pt x="593750" y="296989"/>
                  </a:lnTo>
                  <a:lnTo>
                    <a:pt x="594080" y="296824"/>
                  </a:lnTo>
                  <a:lnTo>
                    <a:pt x="596226" y="295770"/>
                  </a:lnTo>
                  <a:lnTo>
                    <a:pt x="597509" y="294449"/>
                  </a:lnTo>
                  <a:lnTo>
                    <a:pt x="597471" y="297370"/>
                  </a:lnTo>
                  <a:lnTo>
                    <a:pt x="600341" y="296240"/>
                  </a:lnTo>
                  <a:lnTo>
                    <a:pt x="600506" y="295770"/>
                  </a:lnTo>
                  <a:lnTo>
                    <a:pt x="600392" y="296113"/>
                  </a:lnTo>
                  <a:lnTo>
                    <a:pt x="600341" y="296240"/>
                  </a:lnTo>
                  <a:lnTo>
                    <a:pt x="600049" y="297103"/>
                  </a:lnTo>
                  <a:lnTo>
                    <a:pt x="599960" y="297345"/>
                  </a:lnTo>
                  <a:lnTo>
                    <a:pt x="602780" y="297103"/>
                  </a:lnTo>
                  <a:lnTo>
                    <a:pt x="604227" y="297103"/>
                  </a:lnTo>
                  <a:lnTo>
                    <a:pt x="602018" y="298907"/>
                  </a:lnTo>
                  <a:lnTo>
                    <a:pt x="601484" y="299288"/>
                  </a:lnTo>
                  <a:lnTo>
                    <a:pt x="595731" y="302564"/>
                  </a:lnTo>
                  <a:lnTo>
                    <a:pt x="589483" y="304723"/>
                  </a:lnTo>
                  <a:lnTo>
                    <a:pt x="582841" y="305320"/>
                  </a:lnTo>
                  <a:lnTo>
                    <a:pt x="575945" y="303923"/>
                  </a:lnTo>
                  <a:lnTo>
                    <a:pt x="570750" y="299986"/>
                  </a:lnTo>
                  <a:lnTo>
                    <a:pt x="569366" y="293636"/>
                  </a:lnTo>
                  <a:lnTo>
                    <a:pt x="569341" y="293497"/>
                  </a:lnTo>
                  <a:lnTo>
                    <a:pt x="569226" y="293001"/>
                  </a:lnTo>
                  <a:lnTo>
                    <a:pt x="569671" y="292138"/>
                  </a:lnTo>
                  <a:lnTo>
                    <a:pt x="567448" y="292138"/>
                  </a:lnTo>
                  <a:lnTo>
                    <a:pt x="567372" y="293001"/>
                  </a:lnTo>
                  <a:lnTo>
                    <a:pt x="567321" y="293497"/>
                  </a:lnTo>
                  <a:lnTo>
                    <a:pt x="567194" y="294805"/>
                  </a:lnTo>
                  <a:lnTo>
                    <a:pt x="567067" y="296113"/>
                  </a:lnTo>
                  <a:lnTo>
                    <a:pt x="566940" y="297370"/>
                  </a:lnTo>
                  <a:lnTo>
                    <a:pt x="572744" y="305752"/>
                  </a:lnTo>
                  <a:lnTo>
                    <a:pt x="583222" y="308673"/>
                  </a:lnTo>
                  <a:lnTo>
                    <a:pt x="572770" y="309803"/>
                  </a:lnTo>
                  <a:lnTo>
                    <a:pt x="565111" y="317080"/>
                  </a:lnTo>
                  <a:lnTo>
                    <a:pt x="565023" y="317741"/>
                  </a:lnTo>
                  <a:lnTo>
                    <a:pt x="564972" y="318096"/>
                  </a:lnTo>
                  <a:lnTo>
                    <a:pt x="564857" y="318947"/>
                  </a:lnTo>
                  <a:lnTo>
                    <a:pt x="564743" y="319709"/>
                  </a:lnTo>
                  <a:lnTo>
                    <a:pt x="564692" y="320052"/>
                  </a:lnTo>
                  <a:lnTo>
                    <a:pt x="564591" y="320865"/>
                  </a:lnTo>
                  <a:lnTo>
                    <a:pt x="564489" y="321602"/>
                  </a:lnTo>
                  <a:lnTo>
                    <a:pt x="564375" y="322402"/>
                  </a:lnTo>
                  <a:lnTo>
                    <a:pt x="564299" y="322910"/>
                  </a:lnTo>
                  <a:lnTo>
                    <a:pt x="564210" y="323557"/>
                  </a:lnTo>
                  <a:lnTo>
                    <a:pt x="564159" y="323977"/>
                  </a:lnTo>
                  <a:lnTo>
                    <a:pt x="564083" y="324485"/>
                  </a:lnTo>
                  <a:lnTo>
                    <a:pt x="563981" y="325259"/>
                  </a:lnTo>
                  <a:lnTo>
                    <a:pt x="563867" y="326021"/>
                  </a:lnTo>
                  <a:lnTo>
                    <a:pt x="563841" y="326237"/>
                  </a:lnTo>
                  <a:lnTo>
                    <a:pt x="563727" y="327037"/>
                  </a:lnTo>
                  <a:lnTo>
                    <a:pt x="567842" y="334759"/>
                  </a:lnTo>
                  <a:lnTo>
                    <a:pt x="576668" y="335292"/>
                  </a:lnTo>
                  <a:lnTo>
                    <a:pt x="574459" y="341071"/>
                  </a:lnTo>
                  <a:lnTo>
                    <a:pt x="583946" y="344131"/>
                  </a:lnTo>
                  <a:lnTo>
                    <a:pt x="583933" y="331825"/>
                  </a:lnTo>
                  <a:lnTo>
                    <a:pt x="583933" y="331317"/>
                  </a:lnTo>
                  <a:lnTo>
                    <a:pt x="597268" y="335711"/>
                  </a:lnTo>
                  <a:lnTo>
                    <a:pt x="600748" y="337616"/>
                  </a:lnTo>
                  <a:lnTo>
                    <a:pt x="599147" y="340550"/>
                  </a:lnTo>
                  <a:lnTo>
                    <a:pt x="597369" y="344868"/>
                  </a:lnTo>
                  <a:lnTo>
                    <a:pt x="600176" y="350342"/>
                  </a:lnTo>
                  <a:lnTo>
                    <a:pt x="604989" y="353060"/>
                  </a:lnTo>
                  <a:lnTo>
                    <a:pt x="608609" y="347357"/>
                  </a:lnTo>
                  <a:lnTo>
                    <a:pt x="609777" y="344208"/>
                  </a:lnTo>
                  <a:lnTo>
                    <a:pt x="607656" y="336016"/>
                  </a:lnTo>
                  <a:lnTo>
                    <a:pt x="604697" y="335546"/>
                  </a:lnTo>
                  <a:lnTo>
                    <a:pt x="607402" y="332854"/>
                  </a:lnTo>
                  <a:lnTo>
                    <a:pt x="609371" y="330911"/>
                  </a:lnTo>
                  <a:lnTo>
                    <a:pt x="609587" y="330911"/>
                  </a:lnTo>
                  <a:lnTo>
                    <a:pt x="607275" y="326872"/>
                  </a:lnTo>
                  <a:lnTo>
                    <a:pt x="607275" y="331825"/>
                  </a:lnTo>
                  <a:lnTo>
                    <a:pt x="605421" y="332803"/>
                  </a:lnTo>
                  <a:lnTo>
                    <a:pt x="604342" y="332219"/>
                  </a:lnTo>
                  <a:lnTo>
                    <a:pt x="603910" y="329438"/>
                  </a:lnTo>
                  <a:lnTo>
                    <a:pt x="603783" y="328625"/>
                  </a:lnTo>
                  <a:lnTo>
                    <a:pt x="603719" y="328231"/>
                  </a:lnTo>
                  <a:lnTo>
                    <a:pt x="603605" y="327444"/>
                  </a:lnTo>
                  <a:lnTo>
                    <a:pt x="603542" y="327037"/>
                  </a:lnTo>
                  <a:lnTo>
                    <a:pt x="603415" y="326237"/>
                  </a:lnTo>
                  <a:lnTo>
                    <a:pt x="603377" y="326021"/>
                  </a:lnTo>
                  <a:lnTo>
                    <a:pt x="603262" y="325259"/>
                  </a:lnTo>
                  <a:lnTo>
                    <a:pt x="603173" y="324688"/>
                  </a:lnTo>
                  <a:lnTo>
                    <a:pt x="603046" y="324878"/>
                  </a:lnTo>
                  <a:lnTo>
                    <a:pt x="603046" y="334365"/>
                  </a:lnTo>
                  <a:lnTo>
                    <a:pt x="601637" y="335445"/>
                  </a:lnTo>
                  <a:lnTo>
                    <a:pt x="598373" y="332854"/>
                  </a:lnTo>
                  <a:lnTo>
                    <a:pt x="594728" y="331317"/>
                  </a:lnTo>
                  <a:lnTo>
                    <a:pt x="592683" y="330454"/>
                  </a:lnTo>
                  <a:lnTo>
                    <a:pt x="590067" y="329438"/>
                  </a:lnTo>
                  <a:lnTo>
                    <a:pt x="599617" y="332447"/>
                  </a:lnTo>
                  <a:lnTo>
                    <a:pt x="603046" y="334365"/>
                  </a:lnTo>
                  <a:lnTo>
                    <a:pt x="603046" y="324878"/>
                  </a:lnTo>
                  <a:lnTo>
                    <a:pt x="602945" y="323977"/>
                  </a:lnTo>
                  <a:lnTo>
                    <a:pt x="603072" y="323977"/>
                  </a:lnTo>
                  <a:lnTo>
                    <a:pt x="603173" y="324688"/>
                  </a:lnTo>
                  <a:lnTo>
                    <a:pt x="603326" y="324485"/>
                  </a:lnTo>
                  <a:lnTo>
                    <a:pt x="603262" y="325259"/>
                  </a:lnTo>
                  <a:lnTo>
                    <a:pt x="603897" y="326021"/>
                  </a:lnTo>
                  <a:lnTo>
                    <a:pt x="607275" y="331825"/>
                  </a:lnTo>
                  <a:lnTo>
                    <a:pt x="607275" y="326872"/>
                  </a:lnTo>
                  <a:lnTo>
                    <a:pt x="605624" y="323977"/>
                  </a:lnTo>
                  <a:lnTo>
                    <a:pt x="605015" y="322910"/>
                  </a:lnTo>
                  <a:lnTo>
                    <a:pt x="603859" y="320865"/>
                  </a:lnTo>
                  <a:lnTo>
                    <a:pt x="603732" y="320662"/>
                  </a:lnTo>
                  <a:lnTo>
                    <a:pt x="603110" y="320052"/>
                  </a:lnTo>
                  <a:lnTo>
                    <a:pt x="603034" y="323824"/>
                  </a:lnTo>
                  <a:lnTo>
                    <a:pt x="602907" y="322910"/>
                  </a:lnTo>
                  <a:lnTo>
                    <a:pt x="602996" y="323557"/>
                  </a:lnTo>
                  <a:lnTo>
                    <a:pt x="603034" y="323824"/>
                  </a:lnTo>
                  <a:lnTo>
                    <a:pt x="603034" y="319989"/>
                  </a:lnTo>
                  <a:lnTo>
                    <a:pt x="602640" y="319646"/>
                  </a:lnTo>
                  <a:lnTo>
                    <a:pt x="602640" y="323557"/>
                  </a:lnTo>
                  <a:lnTo>
                    <a:pt x="602576" y="323697"/>
                  </a:lnTo>
                  <a:lnTo>
                    <a:pt x="602399" y="323659"/>
                  </a:lnTo>
                  <a:lnTo>
                    <a:pt x="602399" y="324218"/>
                  </a:lnTo>
                  <a:lnTo>
                    <a:pt x="602246" y="324485"/>
                  </a:lnTo>
                  <a:lnTo>
                    <a:pt x="602361" y="324218"/>
                  </a:lnTo>
                  <a:lnTo>
                    <a:pt x="602195" y="323977"/>
                  </a:lnTo>
                  <a:lnTo>
                    <a:pt x="602399" y="324218"/>
                  </a:lnTo>
                  <a:lnTo>
                    <a:pt x="602399" y="323659"/>
                  </a:lnTo>
                  <a:lnTo>
                    <a:pt x="602043" y="323557"/>
                  </a:lnTo>
                  <a:lnTo>
                    <a:pt x="602627" y="323557"/>
                  </a:lnTo>
                  <a:lnTo>
                    <a:pt x="602640" y="319646"/>
                  </a:lnTo>
                  <a:lnTo>
                    <a:pt x="601789" y="318884"/>
                  </a:lnTo>
                  <a:lnTo>
                    <a:pt x="601789" y="323507"/>
                  </a:lnTo>
                  <a:lnTo>
                    <a:pt x="597992" y="322529"/>
                  </a:lnTo>
                  <a:lnTo>
                    <a:pt x="597992" y="325310"/>
                  </a:lnTo>
                  <a:lnTo>
                    <a:pt x="597916" y="326237"/>
                  </a:lnTo>
                  <a:lnTo>
                    <a:pt x="597890" y="326021"/>
                  </a:lnTo>
                  <a:lnTo>
                    <a:pt x="597992" y="325310"/>
                  </a:lnTo>
                  <a:lnTo>
                    <a:pt x="597992" y="322529"/>
                  </a:lnTo>
                  <a:lnTo>
                    <a:pt x="597535" y="322402"/>
                  </a:lnTo>
                  <a:lnTo>
                    <a:pt x="597649" y="323557"/>
                  </a:lnTo>
                  <a:lnTo>
                    <a:pt x="595083" y="321983"/>
                  </a:lnTo>
                  <a:lnTo>
                    <a:pt x="594728" y="323557"/>
                  </a:lnTo>
                  <a:lnTo>
                    <a:pt x="594626" y="323977"/>
                  </a:lnTo>
                  <a:lnTo>
                    <a:pt x="594512" y="324485"/>
                  </a:lnTo>
                  <a:lnTo>
                    <a:pt x="594423" y="324853"/>
                  </a:lnTo>
                  <a:lnTo>
                    <a:pt x="594042" y="324218"/>
                  </a:lnTo>
                  <a:lnTo>
                    <a:pt x="593636" y="323557"/>
                  </a:lnTo>
                  <a:lnTo>
                    <a:pt x="593775" y="323557"/>
                  </a:lnTo>
                  <a:lnTo>
                    <a:pt x="591654" y="321983"/>
                  </a:lnTo>
                  <a:lnTo>
                    <a:pt x="591337" y="322402"/>
                  </a:lnTo>
                  <a:lnTo>
                    <a:pt x="591629" y="321983"/>
                  </a:lnTo>
                  <a:lnTo>
                    <a:pt x="591769" y="321767"/>
                  </a:lnTo>
                  <a:lnTo>
                    <a:pt x="593712" y="318947"/>
                  </a:lnTo>
                  <a:lnTo>
                    <a:pt x="594296" y="318096"/>
                  </a:lnTo>
                  <a:lnTo>
                    <a:pt x="594398" y="317931"/>
                  </a:lnTo>
                  <a:lnTo>
                    <a:pt x="594169" y="317931"/>
                  </a:lnTo>
                  <a:lnTo>
                    <a:pt x="590981" y="318211"/>
                  </a:lnTo>
                  <a:lnTo>
                    <a:pt x="590981" y="322910"/>
                  </a:lnTo>
                  <a:lnTo>
                    <a:pt x="590092" y="324218"/>
                  </a:lnTo>
                  <a:lnTo>
                    <a:pt x="590435" y="323557"/>
                  </a:lnTo>
                  <a:lnTo>
                    <a:pt x="590981" y="322910"/>
                  </a:lnTo>
                  <a:lnTo>
                    <a:pt x="590981" y="318211"/>
                  </a:lnTo>
                  <a:lnTo>
                    <a:pt x="587997" y="318477"/>
                  </a:lnTo>
                  <a:lnTo>
                    <a:pt x="587997" y="328625"/>
                  </a:lnTo>
                  <a:lnTo>
                    <a:pt x="587489" y="328434"/>
                  </a:lnTo>
                  <a:lnTo>
                    <a:pt x="582726" y="329438"/>
                  </a:lnTo>
                  <a:lnTo>
                    <a:pt x="583514" y="325259"/>
                  </a:lnTo>
                  <a:lnTo>
                    <a:pt x="583615" y="324688"/>
                  </a:lnTo>
                  <a:lnTo>
                    <a:pt x="583704" y="324218"/>
                  </a:lnTo>
                  <a:lnTo>
                    <a:pt x="583831" y="323557"/>
                  </a:lnTo>
                  <a:lnTo>
                    <a:pt x="583958" y="322910"/>
                  </a:lnTo>
                  <a:lnTo>
                    <a:pt x="584060" y="322402"/>
                  </a:lnTo>
                  <a:lnTo>
                    <a:pt x="584174" y="321767"/>
                  </a:lnTo>
                  <a:lnTo>
                    <a:pt x="584212" y="321602"/>
                  </a:lnTo>
                  <a:lnTo>
                    <a:pt x="583793" y="320890"/>
                  </a:lnTo>
                  <a:lnTo>
                    <a:pt x="584288" y="321602"/>
                  </a:lnTo>
                  <a:lnTo>
                    <a:pt x="584390" y="320662"/>
                  </a:lnTo>
                  <a:lnTo>
                    <a:pt x="584504" y="320052"/>
                  </a:lnTo>
                  <a:lnTo>
                    <a:pt x="584403" y="321767"/>
                  </a:lnTo>
                  <a:lnTo>
                    <a:pt x="586257" y="324485"/>
                  </a:lnTo>
                  <a:lnTo>
                    <a:pt x="587832" y="328231"/>
                  </a:lnTo>
                  <a:lnTo>
                    <a:pt x="587908" y="328434"/>
                  </a:lnTo>
                  <a:lnTo>
                    <a:pt x="587997" y="328625"/>
                  </a:lnTo>
                  <a:lnTo>
                    <a:pt x="587997" y="318477"/>
                  </a:lnTo>
                  <a:lnTo>
                    <a:pt x="583539" y="318858"/>
                  </a:lnTo>
                  <a:lnTo>
                    <a:pt x="582460" y="317931"/>
                  </a:lnTo>
                  <a:lnTo>
                    <a:pt x="582549" y="317741"/>
                  </a:lnTo>
                  <a:lnTo>
                    <a:pt x="582244" y="317741"/>
                  </a:lnTo>
                  <a:lnTo>
                    <a:pt x="580021" y="315874"/>
                  </a:lnTo>
                  <a:lnTo>
                    <a:pt x="580136" y="316369"/>
                  </a:lnTo>
                  <a:lnTo>
                    <a:pt x="580669" y="317741"/>
                  </a:lnTo>
                  <a:lnTo>
                    <a:pt x="580745" y="317931"/>
                  </a:lnTo>
                  <a:lnTo>
                    <a:pt x="580809" y="318096"/>
                  </a:lnTo>
                  <a:lnTo>
                    <a:pt x="575462" y="319405"/>
                  </a:lnTo>
                  <a:lnTo>
                    <a:pt x="575462" y="325259"/>
                  </a:lnTo>
                  <a:lnTo>
                    <a:pt x="573532" y="327444"/>
                  </a:lnTo>
                  <a:lnTo>
                    <a:pt x="570547" y="320865"/>
                  </a:lnTo>
                  <a:lnTo>
                    <a:pt x="570458" y="320662"/>
                  </a:lnTo>
                  <a:lnTo>
                    <a:pt x="571474" y="320662"/>
                  </a:lnTo>
                  <a:lnTo>
                    <a:pt x="575233" y="324942"/>
                  </a:lnTo>
                  <a:lnTo>
                    <a:pt x="575462" y="325259"/>
                  </a:lnTo>
                  <a:lnTo>
                    <a:pt x="575462" y="319405"/>
                  </a:lnTo>
                  <a:lnTo>
                    <a:pt x="570623" y="320586"/>
                  </a:lnTo>
                  <a:lnTo>
                    <a:pt x="579945" y="315874"/>
                  </a:lnTo>
                  <a:lnTo>
                    <a:pt x="579285" y="315252"/>
                  </a:lnTo>
                  <a:lnTo>
                    <a:pt x="572300" y="316369"/>
                  </a:lnTo>
                  <a:lnTo>
                    <a:pt x="569201" y="322910"/>
                  </a:lnTo>
                  <a:lnTo>
                    <a:pt x="568985" y="323557"/>
                  </a:lnTo>
                  <a:lnTo>
                    <a:pt x="569010" y="324485"/>
                  </a:lnTo>
                  <a:lnTo>
                    <a:pt x="569137" y="328434"/>
                  </a:lnTo>
                  <a:lnTo>
                    <a:pt x="569290" y="328434"/>
                  </a:lnTo>
                  <a:lnTo>
                    <a:pt x="576973" y="330911"/>
                  </a:lnTo>
                  <a:lnTo>
                    <a:pt x="578434" y="327444"/>
                  </a:lnTo>
                  <a:lnTo>
                    <a:pt x="581228" y="320865"/>
                  </a:lnTo>
                  <a:lnTo>
                    <a:pt x="581317" y="320662"/>
                  </a:lnTo>
                  <a:lnTo>
                    <a:pt x="581571" y="320052"/>
                  </a:lnTo>
                  <a:lnTo>
                    <a:pt x="582180" y="321602"/>
                  </a:lnTo>
                  <a:lnTo>
                    <a:pt x="582129" y="321983"/>
                  </a:lnTo>
                  <a:lnTo>
                    <a:pt x="582015" y="322910"/>
                  </a:lnTo>
                  <a:lnTo>
                    <a:pt x="581926" y="323557"/>
                  </a:lnTo>
                  <a:lnTo>
                    <a:pt x="581812" y="324485"/>
                  </a:lnTo>
                  <a:lnTo>
                    <a:pt x="581710" y="325259"/>
                  </a:lnTo>
                  <a:lnTo>
                    <a:pt x="578789" y="330454"/>
                  </a:lnTo>
                  <a:lnTo>
                    <a:pt x="578408" y="330911"/>
                  </a:lnTo>
                  <a:lnTo>
                    <a:pt x="572998" y="331724"/>
                  </a:lnTo>
                  <a:lnTo>
                    <a:pt x="567982" y="328434"/>
                  </a:lnTo>
                  <a:lnTo>
                    <a:pt x="566623" y="322910"/>
                  </a:lnTo>
                  <a:lnTo>
                    <a:pt x="566496" y="322402"/>
                  </a:lnTo>
                  <a:lnTo>
                    <a:pt x="582574" y="311823"/>
                  </a:lnTo>
                  <a:lnTo>
                    <a:pt x="588962" y="313461"/>
                  </a:lnTo>
                  <a:lnTo>
                    <a:pt x="594563" y="316585"/>
                  </a:lnTo>
                  <a:lnTo>
                    <a:pt x="599605" y="320865"/>
                  </a:lnTo>
                  <a:lnTo>
                    <a:pt x="601789" y="323507"/>
                  </a:lnTo>
                  <a:lnTo>
                    <a:pt x="601789" y="318884"/>
                  </a:lnTo>
                  <a:lnTo>
                    <a:pt x="594791" y="312648"/>
                  </a:lnTo>
                  <a:lnTo>
                    <a:pt x="592620" y="311823"/>
                  </a:lnTo>
                  <a:lnTo>
                    <a:pt x="584238" y="308635"/>
                  </a:lnTo>
                  <a:lnTo>
                    <a:pt x="595033" y="306476"/>
                  </a:lnTo>
                  <a:lnTo>
                    <a:pt x="596963" y="305320"/>
                  </a:lnTo>
                  <a:lnTo>
                    <a:pt x="605586" y="300151"/>
                  </a:lnTo>
                  <a:lnTo>
                    <a:pt x="607771" y="297700"/>
                  </a:lnTo>
                  <a:lnTo>
                    <a:pt x="608304" y="297103"/>
                  </a:lnTo>
                  <a:lnTo>
                    <a:pt x="613689" y="291058"/>
                  </a:lnTo>
                  <a:lnTo>
                    <a:pt x="612203" y="288798"/>
                  </a:lnTo>
                  <a:lnTo>
                    <a:pt x="612101" y="288645"/>
                  </a:lnTo>
                  <a:lnTo>
                    <a:pt x="611898" y="288340"/>
                  </a:lnTo>
                  <a:lnTo>
                    <a:pt x="611898" y="289788"/>
                  </a:lnTo>
                  <a:lnTo>
                    <a:pt x="611593" y="289788"/>
                  </a:lnTo>
                  <a:lnTo>
                    <a:pt x="607085" y="294805"/>
                  </a:lnTo>
                  <a:lnTo>
                    <a:pt x="606259" y="295465"/>
                  </a:lnTo>
                  <a:lnTo>
                    <a:pt x="606196" y="296367"/>
                  </a:lnTo>
                  <a:lnTo>
                    <a:pt x="606094" y="296113"/>
                  </a:lnTo>
                  <a:lnTo>
                    <a:pt x="605955" y="296240"/>
                  </a:lnTo>
                  <a:lnTo>
                    <a:pt x="605904" y="296367"/>
                  </a:lnTo>
                  <a:lnTo>
                    <a:pt x="605955" y="295770"/>
                  </a:lnTo>
                  <a:lnTo>
                    <a:pt x="605307" y="296240"/>
                  </a:lnTo>
                  <a:lnTo>
                    <a:pt x="605358" y="297700"/>
                  </a:lnTo>
                  <a:lnTo>
                    <a:pt x="605269" y="297103"/>
                  </a:lnTo>
                  <a:lnTo>
                    <a:pt x="605142" y="296367"/>
                  </a:lnTo>
                  <a:lnTo>
                    <a:pt x="604989" y="295427"/>
                  </a:lnTo>
                  <a:lnTo>
                    <a:pt x="605053" y="295770"/>
                  </a:lnTo>
                  <a:lnTo>
                    <a:pt x="605142" y="296367"/>
                  </a:lnTo>
                  <a:lnTo>
                    <a:pt x="605307" y="296240"/>
                  </a:lnTo>
                  <a:lnTo>
                    <a:pt x="605878" y="295770"/>
                  </a:lnTo>
                  <a:lnTo>
                    <a:pt x="605828" y="295465"/>
                  </a:lnTo>
                  <a:lnTo>
                    <a:pt x="604456" y="292138"/>
                  </a:lnTo>
                  <a:lnTo>
                    <a:pt x="605713" y="295186"/>
                  </a:lnTo>
                  <a:lnTo>
                    <a:pt x="605828" y="295465"/>
                  </a:lnTo>
                  <a:lnTo>
                    <a:pt x="605955" y="295770"/>
                  </a:lnTo>
                  <a:lnTo>
                    <a:pt x="606094" y="296113"/>
                  </a:lnTo>
                  <a:lnTo>
                    <a:pt x="606145" y="295770"/>
                  </a:lnTo>
                  <a:lnTo>
                    <a:pt x="606259" y="295465"/>
                  </a:lnTo>
                  <a:lnTo>
                    <a:pt x="607606" y="292138"/>
                  </a:lnTo>
                  <a:lnTo>
                    <a:pt x="608545" y="289788"/>
                  </a:lnTo>
                  <a:lnTo>
                    <a:pt x="608939" y="288798"/>
                  </a:lnTo>
                  <a:lnTo>
                    <a:pt x="609434" y="288645"/>
                  </a:lnTo>
                  <a:lnTo>
                    <a:pt x="610501" y="288645"/>
                  </a:lnTo>
                  <a:lnTo>
                    <a:pt x="611898" y="289788"/>
                  </a:lnTo>
                  <a:lnTo>
                    <a:pt x="611898" y="288340"/>
                  </a:lnTo>
                  <a:lnTo>
                    <a:pt x="610146" y="285673"/>
                  </a:lnTo>
                  <a:lnTo>
                    <a:pt x="613041" y="285673"/>
                  </a:lnTo>
                  <a:lnTo>
                    <a:pt x="613283" y="285203"/>
                  </a:lnTo>
                  <a:lnTo>
                    <a:pt x="617093" y="27791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16" name="object 216"/>
          <p:cNvGrpSpPr/>
          <p:nvPr/>
        </p:nvGrpSpPr>
        <p:grpSpPr>
          <a:xfrm>
            <a:off x="6990814" y="851560"/>
            <a:ext cx="1576705" cy="534670"/>
            <a:chOff x="6990814" y="851560"/>
            <a:chExt cx="1576705" cy="534670"/>
          </a:xfrm>
        </p:grpSpPr>
        <p:sp>
          <p:nvSpPr>
            <p:cNvPr id="217" name="object 217"/>
            <p:cNvSpPr/>
            <p:nvPr/>
          </p:nvSpPr>
          <p:spPr>
            <a:xfrm>
              <a:off x="8254568" y="974902"/>
              <a:ext cx="183515" cy="267335"/>
            </a:xfrm>
            <a:custGeom>
              <a:avLst/>
              <a:gdLst/>
              <a:ahLst/>
              <a:cxnLst/>
              <a:rect l="l" t="t" r="r" b="b"/>
              <a:pathLst>
                <a:path w="183515" h="267334">
                  <a:moveTo>
                    <a:pt x="183222" y="0"/>
                  </a:moveTo>
                  <a:lnTo>
                    <a:pt x="108826" y="0"/>
                  </a:lnTo>
                  <a:lnTo>
                    <a:pt x="108826" y="101854"/>
                  </a:lnTo>
                  <a:lnTo>
                    <a:pt x="0" y="101854"/>
                  </a:lnTo>
                  <a:lnTo>
                    <a:pt x="0" y="165201"/>
                  </a:lnTo>
                  <a:lnTo>
                    <a:pt x="108826" y="165201"/>
                  </a:lnTo>
                  <a:lnTo>
                    <a:pt x="108826" y="267055"/>
                  </a:lnTo>
                  <a:lnTo>
                    <a:pt x="183222" y="267055"/>
                  </a:lnTo>
                  <a:lnTo>
                    <a:pt x="183222" y="0"/>
                  </a:lnTo>
                  <a:close/>
                </a:path>
              </a:pathLst>
            </a:custGeom>
            <a:solidFill>
              <a:srgbClr val="C0212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18" name="object 21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990814" y="851560"/>
              <a:ext cx="1376376" cy="534248"/>
            </a:xfrm>
            <a:prstGeom prst="rect">
              <a:avLst/>
            </a:prstGeom>
          </p:spPr>
        </p:pic>
        <p:sp>
          <p:nvSpPr>
            <p:cNvPr id="219" name="object 219"/>
            <p:cNvSpPr/>
            <p:nvPr/>
          </p:nvSpPr>
          <p:spPr>
            <a:xfrm>
              <a:off x="8437791" y="1076756"/>
              <a:ext cx="109220" cy="63500"/>
            </a:xfrm>
            <a:custGeom>
              <a:avLst/>
              <a:gdLst/>
              <a:ahLst/>
              <a:cxnLst/>
              <a:rect l="l" t="t" r="r" b="b"/>
              <a:pathLst>
                <a:path w="109220" h="63500">
                  <a:moveTo>
                    <a:pt x="108813" y="0"/>
                  </a:moveTo>
                  <a:lnTo>
                    <a:pt x="0" y="0"/>
                  </a:lnTo>
                  <a:lnTo>
                    <a:pt x="0" y="63347"/>
                  </a:lnTo>
                  <a:lnTo>
                    <a:pt x="108813" y="63347"/>
                  </a:lnTo>
                  <a:lnTo>
                    <a:pt x="108813" y="0"/>
                  </a:lnTo>
                  <a:close/>
                </a:path>
              </a:pathLst>
            </a:custGeom>
            <a:solidFill>
              <a:srgbClr val="C0212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0" name="object 220"/>
            <p:cNvSpPr/>
            <p:nvPr/>
          </p:nvSpPr>
          <p:spPr>
            <a:xfrm>
              <a:off x="8400657" y="1316913"/>
              <a:ext cx="167005" cy="66040"/>
            </a:xfrm>
            <a:custGeom>
              <a:avLst/>
              <a:gdLst/>
              <a:ahLst/>
              <a:cxnLst/>
              <a:rect l="l" t="t" r="r" b="b"/>
              <a:pathLst>
                <a:path w="167004" h="66040">
                  <a:moveTo>
                    <a:pt x="8775" y="0"/>
                  </a:moveTo>
                  <a:lnTo>
                    <a:pt x="0" y="0"/>
                  </a:lnTo>
                  <a:lnTo>
                    <a:pt x="0" y="65608"/>
                  </a:lnTo>
                  <a:lnTo>
                    <a:pt x="8775" y="65608"/>
                  </a:lnTo>
                  <a:lnTo>
                    <a:pt x="8775" y="0"/>
                  </a:lnTo>
                  <a:close/>
                </a:path>
                <a:path w="167004" h="66040">
                  <a:moveTo>
                    <a:pt x="84543" y="0"/>
                  </a:moveTo>
                  <a:lnTo>
                    <a:pt x="38671" y="0"/>
                  </a:lnTo>
                  <a:lnTo>
                    <a:pt x="38671" y="7505"/>
                  </a:lnTo>
                  <a:lnTo>
                    <a:pt x="57226" y="7505"/>
                  </a:lnTo>
                  <a:lnTo>
                    <a:pt x="57226" y="65608"/>
                  </a:lnTo>
                  <a:lnTo>
                    <a:pt x="65989" y="65608"/>
                  </a:lnTo>
                  <a:lnTo>
                    <a:pt x="65989" y="7505"/>
                  </a:lnTo>
                  <a:lnTo>
                    <a:pt x="84543" y="7505"/>
                  </a:lnTo>
                  <a:lnTo>
                    <a:pt x="84543" y="0"/>
                  </a:lnTo>
                  <a:close/>
                </a:path>
                <a:path w="167004" h="66040">
                  <a:moveTo>
                    <a:pt x="166624" y="0"/>
                  </a:moveTo>
                  <a:lnTo>
                    <a:pt x="156832" y="0"/>
                  </a:lnTo>
                  <a:lnTo>
                    <a:pt x="138163" y="30365"/>
                  </a:lnTo>
                  <a:lnTo>
                    <a:pt x="119608" y="0"/>
                  </a:lnTo>
                  <a:lnTo>
                    <a:pt x="109816" y="0"/>
                  </a:lnTo>
                  <a:lnTo>
                    <a:pt x="133845" y="37401"/>
                  </a:lnTo>
                  <a:lnTo>
                    <a:pt x="133845" y="65608"/>
                  </a:lnTo>
                  <a:lnTo>
                    <a:pt x="142595" y="65608"/>
                  </a:lnTo>
                  <a:lnTo>
                    <a:pt x="142595" y="37299"/>
                  </a:lnTo>
                  <a:lnTo>
                    <a:pt x="166624" y="0"/>
                  </a:lnTo>
                  <a:close/>
                </a:path>
              </a:pathLst>
            </a:custGeom>
            <a:solidFill>
              <a:srgbClr val="01010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21" name="object 221"/>
          <p:cNvSpPr/>
          <p:nvPr/>
        </p:nvSpPr>
        <p:spPr>
          <a:xfrm>
            <a:off x="6861429" y="831964"/>
            <a:ext cx="4445" cy="552450"/>
          </a:xfrm>
          <a:custGeom>
            <a:avLst/>
            <a:gdLst/>
            <a:ahLst/>
            <a:cxnLst/>
            <a:rect l="l" t="t" r="r" b="b"/>
            <a:pathLst>
              <a:path w="4445" h="552450">
                <a:moveTo>
                  <a:pt x="4089" y="0"/>
                </a:moveTo>
                <a:lnTo>
                  <a:pt x="0" y="0"/>
                </a:lnTo>
                <a:lnTo>
                  <a:pt x="0" y="552005"/>
                </a:lnTo>
                <a:lnTo>
                  <a:pt x="4089" y="552005"/>
                </a:lnTo>
                <a:lnTo>
                  <a:pt x="4089" y="0"/>
                </a:lnTo>
                <a:close/>
              </a:path>
            </a:pathLst>
          </a:custGeom>
          <a:solidFill>
            <a:srgbClr val="7013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2" name="object 222"/>
          <p:cNvSpPr txBox="1"/>
          <p:nvPr/>
        </p:nvSpPr>
        <p:spPr>
          <a:xfrm>
            <a:off x="1177056" y="6336361"/>
            <a:ext cx="9838055" cy="2451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©ASAC</a:t>
            </a:r>
            <a:r>
              <a:rPr kumimoji="0" sz="1400" b="0" i="0" u="none" strike="noStrike" kern="0" cap="none" spc="105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–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Alliance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University,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2026.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All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rights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reserved.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Unauthorized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reproduction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or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distribution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is</a:t>
            </a:r>
            <a:r>
              <a:rPr kumimoji="0" sz="1400" b="0" i="0" u="none" strike="noStrike" kern="0" cap="none" spc="1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prohibited.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/>
              <a:cs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</TotalTime>
  <Words>794</Words>
  <Application>Microsoft Office PowerPoint</Application>
  <PresentationFormat>Widescreen</PresentationFormat>
  <Paragraphs>128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Poppins</vt:lpstr>
      <vt:lpstr>Poppins Medium</vt:lpstr>
      <vt:lpstr>1_Office Theme</vt:lpstr>
      <vt:lpstr>PowerPoint Presentation</vt:lpstr>
      <vt:lpstr>02- Problem Statement &amp; Objectives</vt:lpstr>
      <vt:lpstr>Dashboard</vt:lpstr>
      <vt:lpstr>03- REQUIREMENTS</vt:lpstr>
      <vt:lpstr>04- PROPOSED SOLUTION</vt:lpstr>
      <vt:lpstr>05- ARCHITECTURE / WORKFLOW</vt:lpstr>
      <vt:lpstr>05- ARCHITECTURE / WORKFLOW</vt:lpstr>
      <vt:lpstr>06- TECHNOLOGIES &amp; IMPLEMENTATION</vt:lpstr>
      <vt:lpstr>07- RESULTS &amp; APPLICATIONS</vt:lpstr>
      <vt:lpstr>07- RESULTS &amp; APPLICATIONS</vt:lpstr>
      <vt:lpstr>08- CONCLUSION &amp; FUTURE SCOPE</vt:lpstr>
      <vt:lpstr>09- 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Jayabhaduri Radhakrishnan</dc:creator>
  <cp:lastModifiedBy>Srinivas R</cp:lastModifiedBy>
  <cp:revision>21</cp:revision>
  <dcterms:created xsi:type="dcterms:W3CDTF">2026-08-17T12:41:57Z</dcterms:created>
  <dcterms:modified xsi:type="dcterms:W3CDTF">2026-10-08T09:02:03Z</dcterms:modified>
</cp:coreProperties>
</file>